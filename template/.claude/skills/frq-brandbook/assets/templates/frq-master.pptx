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wdp" ContentType="image/vnd.ms-photo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ppt/handoutMasters/handoutMaster1.xml" ContentType="application/vnd.openxmlformats-officedocument.presentationml.handoutMaster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tableStyles.xml" ContentType="application/vnd.openxmlformats-officedocument.presentationml.tableStyles+xml"/>
  <Override PartName="/ppt/tags/tag1.xml" ContentType="application/vnd.openxmlformats-officedocument.presentationml.tags+xml"/>
  <Override PartName="/ppt/theme/theme1.xml" ContentType="application/vnd.openxmlformats-officedocument.theme+xml"/>
  <Override PartName="/ppt/theme/theme2.xml" ContentType="application/vnd.openxmlformats-officedocument.theme+xml"/>
  <Override PartName="/ppt/theme/theme3.xml" ContentType="application/vnd.openxmlformats-officedocument.theme+xml"/>
  <Override PartName="/ppt/viewProps.xml" ContentType="application/vnd.openxmlformats-officedocument.presentationml.viewProps+xml"/>
</Types>
</file>

<file path=_rels/.rels><?xml version='1.0' encoding='UTF-8' standalone='yes'?>
<Relationships xmlns="http://schemas.openxmlformats.org/package/2006/relationships"><Relationship Id="rId1" Type="http://schemas.openxmlformats.org/officeDocument/2006/relationships/officeDocument" Target="ppt/presentation.xml"/><Relationship Id="rId3" Type="http://schemas.openxmlformats.org/package/2006/relationships/metadata/core-properties" Target="docProps/core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75" r:id="rId5"/>
  </p:sldMasterIdLst>
  <p:notesMasterIdLst>
    <p:notesMasterId r:id="rId72"/>
  </p:notesMasterIdLst>
  <p:handoutMasterIdLst>
    <p:handoutMasterId r:id="rId73"/>
  </p:handoutMasterIdLst>
  <p:sldIdLst/>
  <p:sldSz cx="9144000" cy="5143500" type="screen16x9"/>
  <p:notesSz cx="6888163" cy="10020300"/>
  <p:custDataLst>
    <p:tags r:id="rId74"/>
  </p:custDataLst>
  <p:defaultTextStyle>
    <a:defPPr>
      <a:defRPr lang="en-US"/>
    </a:defPPr>
    <a:lvl1pPr marL="0" algn="l" defTabSz="914378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189" algn="l" defTabSz="914378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378" algn="l" defTabSz="914378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566" algn="l" defTabSz="914378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754" algn="l" defTabSz="914378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5943" algn="l" defTabSz="914378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132" algn="l" defTabSz="914378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320" algn="l" defTabSz="914378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509" algn="l" defTabSz="914378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1620" userDrawn="1">
          <p15:clr>
            <a:srgbClr val="A4A3A4"/>
          </p15:clr>
        </p15:guide>
        <p15:guide id="3" orient="horz" pos="327" userDrawn="1">
          <p15:clr>
            <a:srgbClr val="A4A3A4"/>
          </p15:clr>
        </p15:guide>
        <p15:guide id="4" orient="horz" pos="214" userDrawn="1">
          <p15:clr>
            <a:srgbClr val="A4A3A4"/>
          </p15:clr>
        </p15:guide>
        <p15:guide id="5" pos="2540" userDrawn="1">
          <p15:clr>
            <a:srgbClr val="A4A3A4"/>
          </p15:clr>
        </p15:guide>
        <p15:guide id="8" pos="2494" userDrawn="1">
          <p15:clr>
            <a:srgbClr val="A4A3A4"/>
          </p15:clr>
        </p15:guide>
        <p15:guide id="9" pos="90" userDrawn="1">
          <p15:clr>
            <a:srgbClr val="A4A3A4"/>
          </p15:clr>
        </p15:guide>
        <p15:guide id="10" pos="3396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3156">
          <p15:clr>
            <a:srgbClr val="A4A3A4"/>
          </p15:clr>
        </p15:guide>
        <p15:guide id="2" pos="217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0000FF"/>
        </p14:laserClr>
      </p:ext>
      <p:ext uri="{2FDB2607-1784-4EEB-B798-7EB5836EED8A}">
        <p14:showMediaCtrls xmlns:p14="http://schemas.microsoft.com/office/powerpoint/2010/main" val="0"/>
      </p:ext>
    </p:extLst>
  </p:showPr>
  <p:clrMru>
    <a:srgbClr val="25547D"/>
    <a:srgbClr val="282F4D"/>
    <a:srgbClr val="ECF1F6"/>
    <a:srgbClr val="ECF3F8"/>
    <a:srgbClr val="E3EEF9"/>
    <a:srgbClr val="F9F8F7"/>
    <a:srgbClr val="E2DDDA"/>
    <a:srgbClr val="6D8FB2"/>
    <a:srgbClr val="6788B3"/>
    <a:srgbClr val="2C82BD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ittlere Formatvorlage 2 - Akz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4995" autoAdjust="0"/>
    <p:restoredTop sz="97373" autoAdjust="0"/>
  </p:normalViewPr>
  <p:slideViewPr>
    <p:cSldViewPr snapToObjects="1" showGuides="1">
      <p:cViewPr varScale="1">
        <p:scale>
          <a:sx n="109" d="100"/>
          <a:sy n="109" d="100"/>
        </p:scale>
        <p:origin x="734" y="62"/>
      </p:cViewPr>
      <p:guideLst>
        <p:guide orient="horz" pos="1620"/>
        <p:guide orient="horz" pos="327"/>
        <p:guide orient="horz" pos="214"/>
        <p:guide pos="2540"/>
        <p:guide pos="2494"/>
        <p:guide pos="90"/>
        <p:guide pos="3396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50" d="100"/>
        <a:sy n="150" d="100"/>
      </p:scale>
      <p:origin x="0" y="0"/>
    </p:cViewPr>
  </p:notesTextViewPr>
  <p:sorterViewPr>
    <p:cViewPr varScale="1">
      <p:scale>
        <a:sx n="1" d="1"/>
        <a:sy n="1" d="1"/>
      </p:scale>
      <p:origin x="0" y="0"/>
    </p:cViewPr>
  </p:sorterViewPr>
  <p:notesViewPr>
    <p:cSldViewPr snapToObjects="1" showGuides="1">
      <p:cViewPr varScale="1">
        <p:scale>
          <a:sx n="107" d="100"/>
          <a:sy n="107" d="100"/>
        </p:scale>
        <p:origin x="5244" y="126"/>
      </p:cViewPr>
      <p:guideLst>
        <p:guide orient="horz" pos="3156"/>
        <p:guide pos="2170"/>
      </p:guideLst>
    </p:cSldViewPr>
  </p:notesViewPr>
  <p:gridSpacing cx="72008" cy="72008"/>
</p:viewPr>
</file>

<file path=ppt/_rels/presentation.xml.rels><?xml version='1.0' encoding='UTF-8' standalone='yes'?>
<Relationships xmlns="http://schemas.openxmlformats.org/package/2006/relationships"><Relationship Id="rId5" Type="http://schemas.openxmlformats.org/officeDocument/2006/relationships/slideMaster" Target="slideMasters/slideMaster1.xml"/><Relationship Id="rId72" Type="http://schemas.openxmlformats.org/officeDocument/2006/relationships/notesMaster" Target="notesMasters/notesMaster1.xml"/><Relationship Id="rId73" Type="http://schemas.openxmlformats.org/officeDocument/2006/relationships/handoutMaster" Target="handoutMasters/handoutMaster1.xml"/><Relationship Id="rId74" Type="http://schemas.openxmlformats.org/officeDocument/2006/relationships/tags" Target="tags/tag1.xml"/><Relationship Id="rId76" Type="http://schemas.openxmlformats.org/officeDocument/2006/relationships/presProps" Target="presProps.xml"/><Relationship Id="rId77" Type="http://schemas.openxmlformats.org/officeDocument/2006/relationships/viewProps" Target="viewProps.xml"/><Relationship Id="rId78" Type="http://schemas.openxmlformats.org/officeDocument/2006/relationships/theme" Target="theme/theme1.xml"/><Relationship Id="rId79" Type="http://schemas.openxmlformats.org/officeDocument/2006/relationships/tableStyles" Target="tableStyles.xml"/></Relationships>
</file>

<file path=ppt/handoutMasters/_rels/handoutMaster1.xml.rels><?xml version='1.0' encoding='UTF-8' standalone='yes'?>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Kopfzeilenplatzhalt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84871" cy="501015"/>
          </a:xfrm>
          <a:prstGeom prst="rect">
            <a:avLst/>
          </a:prstGeom>
        </p:spPr>
        <p:txBody>
          <a:bodyPr vert="horz" lIns="96616" tIns="48308" rIns="96616" bIns="48308" rtlCol="0"/>
          <a:lstStyle>
            <a:lvl1pPr algn="l">
              <a:defRPr sz="1300"/>
            </a:lvl1pPr>
          </a:lstStyle>
          <a:p>
            <a:endParaRPr lang="en-GB" sz="1100">
              <a:solidFill>
                <a:schemeClr val="tx2"/>
              </a:solidFill>
            </a:endParaRPr>
          </a:p>
        </p:txBody>
      </p:sp>
      <p:sp>
        <p:nvSpPr>
          <p:cNvPr id="3" name="Datumsplatzhalter 2"/>
          <p:cNvSpPr>
            <a:spLocks noGrp="1"/>
          </p:cNvSpPr>
          <p:nvPr>
            <p:ph type="dt" sz="quarter" idx="1"/>
          </p:nvPr>
        </p:nvSpPr>
        <p:spPr>
          <a:xfrm>
            <a:off x="3901698" y="0"/>
            <a:ext cx="2984871" cy="501015"/>
          </a:xfrm>
          <a:prstGeom prst="rect">
            <a:avLst/>
          </a:prstGeom>
        </p:spPr>
        <p:txBody>
          <a:bodyPr vert="horz" lIns="96616" tIns="48308" rIns="96616" bIns="48308" rtlCol="0"/>
          <a:lstStyle>
            <a:lvl1pPr algn="r">
              <a:defRPr sz="1300"/>
            </a:lvl1pPr>
          </a:lstStyle>
          <a:p>
            <a:fld id="{D4090536-FFCD-43F5-A36F-EDE48E49B14A}" type="datetimeFigureOut">
              <a:rPr lang="en-GB" sz="1100">
                <a:solidFill>
                  <a:schemeClr val="tx2"/>
                </a:solidFill>
              </a:rPr>
              <a:t>07/10/2026</a:t>
            </a:fld>
            <a:endParaRPr lang="en-GB" sz="1100">
              <a:solidFill>
                <a:schemeClr val="tx2"/>
              </a:solidFill>
            </a:endParaRPr>
          </a:p>
        </p:txBody>
      </p:sp>
      <p:sp>
        <p:nvSpPr>
          <p:cNvPr id="4" name="Fußzeilenplatzhalter 3"/>
          <p:cNvSpPr>
            <a:spLocks noGrp="1"/>
          </p:cNvSpPr>
          <p:nvPr>
            <p:ph type="ftr" sz="quarter" idx="2"/>
          </p:nvPr>
        </p:nvSpPr>
        <p:spPr>
          <a:xfrm>
            <a:off x="0" y="9517546"/>
            <a:ext cx="2984871" cy="501015"/>
          </a:xfrm>
          <a:prstGeom prst="rect">
            <a:avLst/>
          </a:prstGeom>
        </p:spPr>
        <p:txBody>
          <a:bodyPr vert="horz" lIns="96616" tIns="48308" rIns="96616" bIns="48308" rtlCol="0" anchor="b"/>
          <a:lstStyle>
            <a:lvl1pPr algn="l">
              <a:defRPr sz="1300"/>
            </a:lvl1pPr>
          </a:lstStyle>
          <a:p>
            <a:endParaRPr lang="en-GB" sz="1100" dirty="0">
              <a:solidFill>
                <a:schemeClr val="tx2"/>
              </a:solidFill>
            </a:endParaRPr>
          </a:p>
        </p:txBody>
      </p:sp>
      <p:sp>
        <p:nvSpPr>
          <p:cNvPr id="5" name="Foliennummernplatzhalter 4"/>
          <p:cNvSpPr>
            <a:spLocks noGrp="1"/>
          </p:cNvSpPr>
          <p:nvPr>
            <p:ph type="sldNum" sz="quarter" idx="3"/>
          </p:nvPr>
        </p:nvSpPr>
        <p:spPr>
          <a:xfrm>
            <a:off x="3901698" y="9517546"/>
            <a:ext cx="2984871" cy="501015"/>
          </a:xfrm>
          <a:prstGeom prst="rect">
            <a:avLst/>
          </a:prstGeom>
        </p:spPr>
        <p:txBody>
          <a:bodyPr vert="horz" lIns="96616" tIns="48308" rIns="96616" bIns="48308" rtlCol="0" anchor="b"/>
          <a:lstStyle>
            <a:lvl1pPr algn="r">
              <a:defRPr sz="1300"/>
            </a:lvl1pPr>
          </a:lstStyle>
          <a:p>
            <a:fld id="{949F96C0-3A78-47EC-895F-33F82BCC29FA}" type="slidenum">
              <a:rPr lang="en-GB" sz="1100">
                <a:solidFill>
                  <a:schemeClr val="tx2"/>
                </a:solidFill>
              </a:rPr>
              <a:t>‹#›</a:t>
            </a:fld>
            <a:endParaRPr lang="en-GB" sz="1100">
              <a:solidFill>
                <a:schemeClr val="tx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55243190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'1.0' encoding='UTF-8' standalone='yes'?>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lienbildplatzhalter 3"/>
          <p:cNvSpPr>
            <a:spLocks noGrp="1" noRot="1" noChangeAspect="1"/>
          </p:cNvSpPr>
          <p:nvPr>
            <p:ph type="sldImg" idx="2"/>
          </p:nvPr>
        </p:nvSpPr>
        <p:spPr>
          <a:xfrm>
            <a:off x="103188" y="750888"/>
            <a:ext cx="6681787" cy="3757612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6616" tIns="48308" rIns="96616" bIns="48308" rtlCol="0" anchor="ctr"/>
          <a:lstStyle/>
          <a:p>
            <a:endParaRPr lang="en-GB"/>
          </a:p>
        </p:txBody>
      </p:sp>
      <p:sp>
        <p:nvSpPr>
          <p:cNvPr id="5" name="Notizenplatzhalter 4"/>
          <p:cNvSpPr>
            <a:spLocks noGrp="1"/>
          </p:cNvSpPr>
          <p:nvPr>
            <p:ph type="body" sz="quarter" idx="3"/>
          </p:nvPr>
        </p:nvSpPr>
        <p:spPr>
          <a:xfrm>
            <a:off x="365136" y="4759643"/>
            <a:ext cx="6157891" cy="4509135"/>
          </a:xfrm>
          <a:prstGeom prst="rect">
            <a:avLst/>
          </a:prstGeom>
        </p:spPr>
        <p:txBody>
          <a:bodyPr vert="horz" lIns="96616" tIns="48308" rIns="96616" bIns="48308" rtlCol="0"/>
          <a:lstStyle/>
          <a:p>
            <a:pPr lvl="0"/>
            <a:r>
              <a:rPr lang="de-DE" dirty="0"/>
              <a:t>Textmasterformat bearbeiten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  <a:endParaRPr lang="en-GB" dirty="0"/>
          </a:p>
        </p:txBody>
      </p:sp>
      <p:sp>
        <p:nvSpPr>
          <p:cNvPr id="6" name="Fußzeilenplatzhalter 5"/>
          <p:cNvSpPr>
            <a:spLocks noGrp="1"/>
          </p:cNvSpPr>
          <p:nvPr>
            <p:ph type="ftr" sz="quarter" idx="4"/>
          </p:nvPr>
        </p:nvSpPr>
        <p:spPr>
          <a:xfrm>
            <a:off x="0" y="9784130"/>
            <a:ext cx="2984871" cy="234431"/>
          </a:xfrm>
          <a:prstGeom prst="rect">
            <a:avLst/>
          </a:prstGeom>
        </p:spPr>
        <p:txBody>
          <a:bodyPr vert="horz" lIns="96616" tIns="48308" rIns="96616" bIns="48308" rtlCol="0" anchor="b"/>
          <a:lstStyle>
            <a:lvl1pPr algn="l">
              <a:defRPr sz="1100">
                <a:solidFill>
                  <a:schemeClr val="bg2"/>
                </a:solidFill>
              </a:defRPr>
            </a:lvl1pPr>
          </a:lstStyle>
          <a:p>
            <a:endParaRPr lang="en-GB"/>
          </a:p>
        </p:txBody>
      </p:sp>
      <p:sp>
        <p:nvSpPr>
          <p:cNvPr id="7" name="Foliennummernplatzhalter 6"/>
          <p:cNvSpPr>
            <a:spLocks noGrp="1"/>
          </p:cNvSpPr>
          <p:nvPr>
            <p:ph type="sldNum" sz="quarter" idx="5"/>
          </p:nvPr>
        </p:nvSpPr>
        <p:spPr>
          <a:xfrm>
            <a:off x="3901698" y="9784130"/>
            <a:ext cx="2984871" cy="234431"/>
          </a:xfrm>
          <a:prstGeom prst="rect">
            <a:avLst/>
          </a:prstGeom>
        </p:spPr>
        <p:txBody>
          <a:bodyPr vert="horz" lIns="96616" tIns="48308" rIns="96616" bIns="48308" rtlCol="0" anchor="b"/>
          <a:lstStyle>
            <a:lvl1pPr algn="r">
              <a:defRPr sz="1100">
                <a:solidFill>
                  <a:schemeClr val="bg2"/>
                </a:solidFill>
              </a:defRPr>
            </a:lvl1pPr>
          </a:lstStyle>
          <a:p>
            <a:fld id="{3B6CE302-5090-42BC-ABE1-5F69144E40DA}" type="slidenum">
              <a:rPr lang="en-GB" smtClean="0"/>
              <a:pPr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247215427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378" rtl="0" eaLnBrk="1" latinLnBrk="0" hangingPunct="1">
      <a:defRPr sz="1200" kern="1200">
        <a:solidFill>
          <a:schemeClr val="bg2"/>
        </a:solidFill>
        <a:latin typeface="+mn-lt"/>
        <a:ea typeface="+mn-ea"/>
        <a:cs typeface="+mn-cs"/>
      </a:defRPr>
    </a:lvl1pPr>
    <a:lvl2pPr marL="355591" indent="-177796" algn="l" defTabSz="914378" rtl="0" eaLnBrk="1" latinLnBrk="0" hangingPunct="1">
      <a:defRPr sz="1200" kern="1200">
        <a:solidFill>
          <a:schemeClr val="bg2"/>
        </a:solidFill>
        <a:latin typeface="+mn-lt"/>
        <a:ea typeface="+mn-ea"/>
        <a:cs typeface="+mn-cs"/>
      </a:defRPr>
    </a:lvl2pPr>
    <a:lvl3pPr marL="534975" indent="-179384" algn="l" defTabSz="914378" rtl="0" eaLnBrk="1" latinLnBrk="0" hangingPunct="1">
      <a:defRPr sz="1200" kern="1200">
        <a:solidFill>
          <a:schemeClr val="bg2"/>
        </a:solidFill>
        <a:latin typeface="+mn-lt"/>
        <a:ea typeface="+mn-ea"/>
        <a:cs typeface="+mn-cs"/>
      </a:defRPr>
    </a:lvl3pPr>
    <a:lvl4pPr marL="712770" indent="-177796" algn="l" defTabSz="914378" rtl="0" eaLnBrk="1" latinLnBrk="0" hangingPunct="1">
      <a:defRPr sz="1200" kern="1200">
        <a:solidFill>
          <a:schemeClr val="bg2"/>
        </a:solidFill>
        <a:latin typeface="+mn-lt"/>
        <a:ea typeface="+mn-ea"/>
        <a:cs typeface="+mn-cs"/>
      </a:defRPr>
    </a:lvl4pPr>
    <a:lvl5pPr marL="903266" indent="-190496" algn="l" defTabSz="914378" rtl="0" eaLnBrk="1" latinLnBrk="0" hangingPunct="1">
      <a:defRPr sz="1200" kern="1200">
        <a:solidFill>
          <a:schemeClr val="bg2"/>
        </a:solidFill>
        <a:latin typeface="+mn-lt"/>
        <a:ea typeface="+mn-ea"/>
        <a:cs typeface="+mn-cs"/>
      </a:defRPr>
    </a:lvl5pPr>
    <a:lvl6pPr marL="2285943" algn="l" defTabSz="914378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132" algn="l" defTabSz="914378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320" algn="l" defTabSz="914378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509" algn="l" defTabSz="914378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/Relationships>
</file>

<file path=ppt/slideLayouts/_rels/slideLayout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7.png"/><Relationship Id="rId3" Type="http://schemas.microsoft.com/office/2007/relationships/hdphoto" Target="../media/hdphoto1.wdp"/></Relationships>
</file>

<file path=ppt/slideLayouts/_rels/slideLayout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eg"/></Relationships>
</file>

<file path=ppt/slideLayouts/_rels/slideLayout1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eg"/></Relationships>
</file>

<file path=ppt/slideLayouts/_rels/slideLayout1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8.jpg"/></Relationships>
</file>

<file path=ppt/slideLayouts/_rels/slideLayout1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8.jpg"/></Relationships>
</file>

<file path=ppt/slideLayouts/_rels/slideLayout2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9.jpg"/></Relationships>
</file>

<file path=ppt/slideLayouts/_rels/slideLayout2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9.jpg"/></Relationships>
</file>

<file path=ppt/slideLayouts/_rels/slideLayout2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0.jpg"/></Relationships>
</file>

<file path=ppt/slideLayouts/_rels/slideLayout2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eg"/></Relationships>
</file>

<file path=ppt/slideLayouts/_rels/slideLayout2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1.png"/></Relationships>
</file>

<file path=ppt/slideLayouts/_rels/slideLayout2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eg"/></Relationships>
</file>

<file path=ppt/slideLayouts/_rels/slideLayout3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9.jpg"/><Relationship Id="rId3" Type="http://schemas.openxmlformats.org/officeDocument/2006/relationships/image" Target="../media/image12.jpg"/></Relationships>
</file>

<file path=ppt/slideLayouts/_rels/slideLayout3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9.jpg"/><Relationship Id="rId3" Type="http://schemas.openxmlformats.org/officeDocument/2006/relationships/image" Target="../media/image13.jpg"/></Relationships>
</file>

<file path=ppt/slideLayouts/_rels/slideLayout3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7.png"/><Relationship Id="rId3" Type="http://schemas.microsoft.com/office/2007/relationships/hdphoto" Target="../media/hdphoto1.wdp"/></Relationships>
</file>

<file path=ppt/slideLayouts/_rels/slideLayout3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7.png"/><Relationship Id="rId3" Type="http://schemas.microsoft.com/office/2007/relationships/hdphoto" Target="../media/hdphoto1.wdp"/><Relationship Id="rId4" Type="http://schemas.openxmlformats.org/officeDocument/2006/relationships/image" Target="../media/image14.png"/></Relationships>
</file>

<file path=ppt/slideLayouts/_rels/slideLayout3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5.jpg"/></Relationships>
</file>

<file path=ppt/slideLayouts/_rels/slideLayout3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ndard TITLE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" name="Rectangle 75">
            <a:extLst>
              <a:ext uri="{FF2B5EF4-FFF2-40B4-BE49-F238E27FC236}">
                <a16:creationId xmlns:a16="http://schemas.microsoft.com/office/drawing/2014/main" id="{811BE622-DB65-3982-4CCA-2A7719CF0317}"/>
              </a:ext>
            </a:extLst>
          </p:cNvPr>
          <p:cNvSpPr>
            <a:spLocks/>
          </p:cNvSpPr>
          <p:nvPr userDrawn="1"/>
        </p:nvSpPr>
        <p:spPr>
          <a:xfrm>
            <a:off x="0" y="0"/>
            <a:ext cx="4105191" cy="4104000"/>
          </a:xfrm>
          <a:prstGeom prst="rect">
            <a:avLst/>
          </a:prstGeom>
          <a:blipFill>
            <a:blip r:embed="rId2"/>
            <a:stretch>
              <a:fillRect l="-42642" t="-7517" r="-10622" b="-45746"/>
            </a:stretch>
          </a:blip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tIns="90000" bIns="90000" rtlCol="0" anchor="t" anchorCtr="0">
            <a:noAutofit/>
          </a:bodyPr>
          <a:lstStyle/>
          <a:p>
            <a:pPr algn="ctr" defTabSz="457200"/>
            <a:endParaRPr lang="en-GB" sz="1800" noProof="0">
              <a:solidFill>
                <a:srgbClr val="F78F1E"/>
              </a:solidFill>
            </a:endParaRPr>
          </a:p>
        </p:txBody>
      </p:sp>
      <p:grpSp>
        <p:nvGrpSpPr>
          <p:cNvPr id="77" name="Gruppieren 63">
            <a:extLst>
              <a:ext uri="{FF2B5EF4-FFF2-40B4-BE49-F238E27FC236}">
                <a16:creationId xmlns:a16="http://schemas.microsoft.com/office/drawing/2014/main" id="{9727F507-BA04-3067-9E5F-1DD1993019D2}"/>
              </a:ext>
            </a:extLst>
          </p:cNvPr>
          <p:cNvGrpSpPr/>
          <p:nvPr userDrawn="1"/>
        </p:nvGrpSpPr>
        <p:grpSpPr>
          <a:xfrm>
            <a:off x="4239979" y="5250260"/>
            <a:ext cx="2960315" cy="405933"/>
            <a:chOff x="4239977" y="4643999"/>
            <a:chExt cx="2960315" cy="396002"/>
          </a:xfrm>
        </p:grpSpPr>
        <p:sp>
          <p:nvSpPr>
            <p:cNvPr id="78" name="&lt; forward">
              <a:hlinkClick r:id="" action="ppaction://hlinkshowjump?jump=nextslide"/>
              <a:extLst>
                <a:ext uri="{FF2B5EF4-FFF2-40B4-BE49-F238E27FC236}">
                  <a16:creationId xmlns:a16="http://schemas.microsoft.com/office/drawing/2014/main" id="{614F0FFC-2D23-3FBB-C4EF-3FD5E0986B7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6958892" y="4804666"/>
              <a:ext cx="93800" cy="99082"/>
            </a:xfrm>
            <a:custGeom>
              <a:avLst/>
              <a:gdLst>
                <a:gd name="connsiteX0" fmla="*/ 65408 w 153292"/>
                <a:gd name="connsiteY0" fmla="*/ 0 h 161924"/>
                <a:gd name="connsiteX1" fmla="*/ 90769 w 153292"/>
                <a:gd name="connsiteY1" fmla="*/ 0 h 161924"/>
                <a:gd name="connsiteX2" fmla="*/ 153292 w 153292"/>
                <a:gd name="connsiteY2" fmla="*/ 80962 h 161924"/>
                <a:gd name="connsiteX3" fmla="*/ 90769 w 153292"/>
                <a:gd name="connsiteY3" fmla="*/ 161924 h 161924"/>
                <a:gd name="connsiteX4" fmla="*/ 65408 w 153292"/>
                <a:gd name="connsiteY4" fmla="*/ 161924 h 161924"/>
                <a:gd name="connsiteX5" fmla="*/ 127931 w 153292"/>
                <a:gd name="connsiteY5" fmla="*/ 80962 h 161924"/>
                <a:gd name="connsiteX6" fmla="*/ 0 w 153292"/>
                <a:gd name="connsiteY6" fmla="*/ 0 h 161924"/>
                <a:gd name="connsiteX7" fmla="*/ 25361 w 153292"/>
                <a:gd name="connsiteY7" fmla="*/ 0 h 161924"/>
                <a:gd name="connsiteX8" fmla="*/ 87884 w 153292"/>
                <a:gd name="connsiteY8" fmla="*/ 80962 h 161924"/>
                <a:gd name="connsiteX9" fmla="*/ 25361 w 153292"/>
                <a:gd name="connsiteY9" fmla="*/ 161924 h 161924"/>
                <a:gd name="connsiteX10" fmla="*/ 0 w 153292"/>
                <a:gd name="connsiteY10" fmla="*/ 161924 h 161924"/>
                <a:gd name="connsiteX11" fmla="*/ 62523 w 153292"/>
                <a:gd name="connsiteY11" fmla="*/ 80962 h 161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3292" h="161924">
                  <a:moveTo>
                    <a:pt x="65408" y="0"/>
                  </a:moveTo>
                  <a:lnTo>
                    <a:pt x="90769" y="0"/>
                  </a:lnTo>
                  <a:lnTo>
                    <a:pt x="153292" y="80962"/>
                  </a:lnTo>
                  <a:lnTo>
                    <a:pt x="90769" y="161924"/>
                  </a:lnTo>
                  <a:lnTo>
                    <a:pt x="65408" y="161924"/>
                  </a:lnTo>
                  <a:lnTo>
                    <a:pt x="127931" y="80962"/>
                  </a:lnTo>
                  <a:close/>
                  <a:moveTo>
                    <a:pt x="0" y="0"/>
                  </a:moveTo>
                  <a:lnTo>
                    <a:pt x="25361" y="0"/>
                  </a:lnTo>
                  <a:lnTo>
                    <a:pt x="87884" y="80962"/>
                  </a:lnTo>
                  <a:lnTo>
                    <a:pt x="25361" y="161924"/>
                  </a:lnTo>
                  <a:lnTo>
                    <a:pt x="0" y="161924"/>
                  </a:lnTo>
                  <a:lnTo>
                    <a:pt x="62523" y="80962"/>
                  </a:lnTo>
                  <a:close/>
                </a:path>
              </a:pathLst>
            </a:custGeom>
            <a:solidFill>
              <a:schemeClr val="accent1">
                <a:alpha val="30000"/>
              </a:scheme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72000" tIns="72000" rIns="72000" bIns="72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200" b="0" i="0" u="none" strike="noStrike" kern="0" cap="none" spc="0" normalizeH="0" baseline="0" noProof="0" err="1">
                <a:ln>
                  <a:noFill/>
                </a:ln>
                <a:solidFill>
                  <a:schemeClr val="accent1">
                    <a:alpha val="45000"/>
                  </a:schemeClr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endParaRPr>
            </a:p>
          </p:txBody>
        </p:sp>
        <p:sp>
          <p:nvSpPr>
            <p:cNvPr id="79" name="forward link">
              <a:hlinkClick r:id="" action="ppaction://hlinkshowjump?jump=nextslide"/>
              <a:extLst>
                <a:ext uri="{FF2B5EF4-FFF2-40B4-BE49-F238E27FC236}">
                  <a16:creationId xmlns:a16="http://schemas.microsoft.com/office/drawing/2014/main" id="{DF7A1B73-F5C5-9EB8-E74C-A335465A1811}"/>
                </a:ext>
              </a:extLst>
            </p:cNvPr>
            <p:cNvSpPr/>
            <p:nvPr userDrawn="1"/>
          </p:nvSpPr>
          <p:spPr>
            <a:xfrm>
              <a:off x="6768292" y="4644001"/>
              <a:ext cx="432000" cy="396000"/>
            </a:xfrm>
            <a:prstGeom prst="rect">
              <a:avLst/>
            </a:prstGeom>
            <a:solidFill>
              <a:srgbClr val="FFFF00">
                <a:alpha val="0"/>
              </a:srgbClr>
            </a:solidFill>
            <a:ln w="254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180000" tIns="72000" rIns="108000" bIns="216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r>
                <a:rPr kumimoji="0" lang="en-US" sz="500" b="0" i="0" u="none" strike="noStrike" kern="0" cap="none" spc="0" normalizeH="0" baseline="0" noProof="0">
                  <a:ln>
                    <a:noFill/>
                  </a:ln>
                  <a:solidFill>
                    <a:schemeClr val="accent1">
                      <a:alpha val="30000"/>
                    </a:schemeClr>
                  </a:solidFill>
                  <a:effectLst/>
                  <a:uLnTx/>
                  <a:uFillTx/>
                  <a:latin typeface="Arial Narrow" panose="020B0606020202030204" pitchFamily="34" charset="0"/>
                  <a:ea typeface="+mn-ea"/>
                  <a:cs typeface="+mn-cs"/>
                </a:rPr>
                <a:t>next</a:t>
              </a:r>
            </a:p>
          </p:txBody>
        </p:sp>
        <p:sp>
          <p:nvSpPr>
            <p:cNvPr id="80" name="Freihandform: Form 97">
              <a:hlinkClick r:id="" action="ppaction://hlinkshowjump?jump=lastslideviewed"/>
              <a:extLst>
                <a:ext uri="{FF2B5EF4-FFF2-40B4-BE49-F238E27FC236}">
                  <a16:creationId xmlns:a16="http://schemas.microsoft.com/office/drawing/2014/main" id="{6BC2BD12-9673-B16D-96C1-547770FD9D6C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5711670" y="4804666"/>
              <a:ext cx="53776" cy="99082"/>
            </a:xfrm>
            <a:custGeom>
              <a:avLst/>
              <a:gdLst>
                <a:gd name="connsiteX0" fmla="*/ 23824 w 82557"/>
                <a:gd name="connsiteY0" fmla="*/ 0 h 152109"/>
                <a:gd name="connsiteX1" fmla="*/ 0 w 82557"/>
                <a:gd name="connsiteY1" fmla="*/ 0 h 152109"/>
                <a:gd name="connsiteX2" fmla="*/ 58734 w 82557"/>
                <a:gd name="connsiteY2" fmla="*/ 76055 h 152109"/>
                <a:gd name="connsiteX3" fmla="*/ 0 w 82557"/>
                <a:gd name="connsiteY3" fmla="*/ 152109 h 152109"/>
                <a:gd name="connsiteX4" fmla="*/ 23824 w 82557"/>
                <a:gd name="connsiteY4" fmla="*/ 152109 h 152109"/>
                <a:gd name="connsiteX5" fmla="*/ 82557 w 82557"/>
                <a:gd name="connsiteY5" fmla="*/ 76055 h 152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557" h="152109">
                  <a:moveTo>
                    <a:pt x="23824" y="0"/>
                  </a:moveTo>
                  <a:lnTo>
                    <a:pt x="0" y="0"/>
                  </a:lnTo>
                  <a:lnTo>
                    <a:pt x="58734" y="76055"/>
                  </a:lnTo>
                  <a:lnTo>
                    <a:pt x="0" y="152109"/>
                  </a:lnTo>
                  <a:lnTo>
                    <a:pt x="23824" y="152109"/>
                  </a:lnTo>
                  <a:lnTo>
                    <a:pt x="82557" y="76055"/>
                  </a:lnTo>
                  <a:close/>
                </a:path>
              </a:pathLst>
            </a:custGeom>
            <a:solidFill>
              <a:schemeClr val="accent1">
                <a:alpha val="30000"/>
              </a:schemeClr>
            </a:solidFill>
            <a:ln w="952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none" lIns="72000" tIns="72000" rIns="72000" bIns="72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200" b="0" i="0" u="none" strike="noStrike" kern="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" name="back link">
              <a:hlinkClick r:id="" action="ppaction://hlinkshowjump?jump=lastslideviewed"/>
              <a:extLst>
                <a:ext uri="{FF2B5EF4-FFF2-40B4-BE49-F238E27FC236}">
                  <a16:creationId xmlns:a16="http://schemas.microsoft.com/office/drawing/2014/main" id="{7319A46B-708A-0EC1-76E9-AE7A3ABE87CF}"/>
                </a:ext>
              </a:extLst>
            </p:cNvPr>
            <p:cNvSpPr/>
            <p:nvPr userDrawn="1"/>
          </p:nvSpPr>
          <p:spPr>
            <a:xfrm>
              <a:off x="5522558" y="4643999"/>
              <a:ext cx="432000" cy="396000"/>
            </a:xfrm>
            <a:prstGeom prst="rect">
              <a:avLst/>
            </a:prstGeom>
            <a:solidFill>
              <a:srgbClr val="FFFF00">
                <a:alpha val="0"/>
              </a:srgbClr>
            </a:solidFill>
            <a:ln w="254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none" lIns="108000" tIns="72000" rIns="108000" bIns="216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indent="0" algn="r" defTabSz="914400" fontAlgn="auto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r>
                <a:rPr kumimoji="0" lang="en-US" sz="500" b="0" i="0" u="none" strike="noStrike" kern="0" cap="none" spc="0" normalizeH="0" baseline="0" noProof="0">
                  <a:ln>
                    <a:noFill/>
                  </a:ln>
                  <a:solidFill>
                    <a:schemeClr val="accent1">
                      <a:alpha val="30000"/>
                    </a:schemeClr>
                  </a:solidFill>
                  <a:effectLst/>
                  <a:uLnTx/>
                  <a:uFillTx/>
                  <a:latin typeface="Arial Narrow" panose="020B0606020202030204" pitchFamily="34" charset="0"/>
                </a:rPr>
                <a:t>last visited</a:t>
              </a:r>
            </a:p>
          </p:txBody>
        </p:sp>
        <p:sp>
          <p:nvSpPr>
            <p:cNvPr id="82" name="back link">
              <a:hlinkClick r:id="" action="ppaction://hlinkshowjump?jump=endshow"/>
              <a:extLst>
                <a:ext uri="{FF2B5EF4-FFF2-40B4-BE49-F238E27FC236}">
                  <a16:creationId xmlns:a16="http://schemas.microsoft.com/office/drawing/2014/main" id="{E99EFF0D-D18C-0B9A-8162-9183F45AEEF2}"/>
                </a:ext>
              </a:extLst>
            </p:cNvPr>
            <p:cNvSpPr/>
            <p:nvPr userDrawn="1"/>
          </p:nvSpPr>
          <p:spPr>
            <a:xfrm>
              <a:off x="4239977" y="4643999"/>
              <a:ext cx="1009433" cy="396000"/>
            </a:xfrm>
            <a:prstGeom prst="rect">
              <a:avLst/>
            </a:prstGeom>
            <a:solidFill>
              <a:srgbClr val="FFFF00">
                <a:alpha val="0"/>
              </a:srgbClr>
            </a:solidFill>
            <a:ln w="254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none" lIns="108000" tIns="72000" rIns="108000" bIns="216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indent="0" algn="ctr" defTabSz="914400" fontAlgn="auto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r>
                <a:rPr kumimoji="0" lang="en-US" sz="500" b="0" i="0" u="none" strike="noStrike" kern="0" cap="none" spc="0" normalizeH="0" baseline="0" noProof="0">
                  <a:ln>
                    <a:noFill/>
                  </a:ln>
                  <a:solidFill>
                    <a:schemeClr val="accent1">
                      <a:alpha val="30000"/>
                    </a:schemeClr>
                  </a:solidFill>
                  <a:effectLst/>
                  <a:uLnTx/>
                  <a:uFillTx/>
                  <a:latin typeface="Arial Narrow" panose="020B0606020202030204" pitchFamily="34" charset="0"/>
                </a:rPr>
                <a:t>close</a:t>
              </a:r>
            </a:p>
          </p:txBody>
        </p:sp>
      </p:grpSp>
      <p:sp>
        <p:nvSpPr>
          <p:cNvPr id="83" name="Rechteck 31">
            <a:extLst>
              <a:ext uri="{FF2B5EF4-FFF2-40B4-BE49-F238E27FC236}">
                <a16:creationId xmlns:a16="http://schemas.microsoft.com/office/drawing/2014/main" id="{01552E59-2A5D-09ED-2220-43C56C81D8C1}"/>
              </a:ext>
            </a:extLst>
          </p:cNvPr>
          <p:cNvSpPr>
            <a:spLocks noChangeAspect="1"/>
          </p:cNvSpPr>
          <p:nvPr userDrawn="1"/>
        </p:nvSpPr>
        <p:spPr>
          <a:xfrm>
            <a:off x="-1" y="3507854"/>
            <a:ext cx="9144000" cy="1635646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90000" bIns="90000" rtlCol="0" anchor="t" anchorCtr="0"/>
          <a:lstStyle/>
          <a:p>
            <a:pPr algn="ctr" defTabSz="457200"/>
            <a:endParaRPr lang="en-GB" sz="1800" noProof="0">
              <a:solidFill>
                <a:srgbClr val="F78F1E"/>
              </a:solidFill>
            </a:endParaRPr>
          </a:p>
        </p:txBody>
      </p:sp>
      <p:grpSp>
        <p:nvGrpSpPr>
          <p:cNvPr id="84" name="Gruppieren 14">
            <a:extLst>
              <a:ext uri="{FF2B5EF4-FFF2-40B4-BE49-F238E27FC236}">
                <a16:creationId xmlns:a16="http://schemas.microsoft.com/office/drawing/2014/main" id="{E9789FE9-D24D-1C50-7E32-CBDD7532A837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6230014" y="424757"/>
            <a:ext cx="2482186" cy="612179"/>
            <a:chOff x="-6480658" y="3564296"/>
            <a:chExt cx="10339200" cy="2534206"/>
          </a:xfrm>
          <a:solidFill>
            <a:schemeClr val="bg1"/>
          </a:solidFill>
        </p:grpSpPr>
        <p:sp>
          <p:nvSpPr>
            <p:cNvPr id="85" name="Freihandform: Form 15">
              <a:extLst>
                <a:ext uri="{FF2B5EF4-FFF2-40B4-BE49-F238E27FC236}">
                  <a16:creationId xmlns:a16="http://schemas.microsoft.com/office/drawing/2014/main" id="{5FBFBCF0-9913-262A-3D36-B6BF188C19E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2227290" y="5628626"/>
              <a:ext cx="6085831" cy="469876"/>
            </a:xfrm>
            <a:custGeom>
              <a:avLst/>
              <a:gdLst>
                <a:gd name="connsiteX0" fmla="*/ 2425896 w 6085831"/>
                <a:gd name="connsiteY0" fmla="*/ 74820 h 469876"/>
                <a:gd name="connsiteX1" fmla="*/ 2339468 w 6085831"/>
                <a:gd name="connsiteY1" fmla="*/ 318752 h 469876"/>
                <a:gd name="connsiteX2" fmla="*/ 2511185 w 6085831"/>
                <a:gd name="connsiteY2" fmla="*/ 318752 h 469876"/>
                <a:gd name="connsiteX3" fmla="*/ 1491950 w 6085831"/>
                <a:gd name="connsiteY3" fmla="*/ 74820 h 469876"/>
                <a:gd name="connsiteX4" fmla="*/ 1405522 w 6085831"/>
                <a:gd name="connsiteY4" fmla="*/ 318752 h 469876"/>
                <a:gd name="connsiteX5" fmla="*/ 1577239 w 6085831"/>
                <a:gd name="connsiteY5" fmla="*/ 318752 h 469876"/>
                <a:gd name="connsiteX6" fmla="*/ 5814145 w 6085831"/>
                <a:gd name="connsiteY6" fmla="*/ 48622 h 469876"/>
                <a:gd name="connsiteX7" fmla="*/ 5814145 w 6085831"/>
                <a:gd name="connsiteY7" fmla="*/ 421761 h 469876"/>
                <a:gd name="connsiteX8" fmla="*/ 5928889 w 6085831"/>
                <a:gd name="connsiteY8" fmla="*/ 421761 h 469876"/>
                <a:gd name="connsiteX9" fmla="*/ 5928889 w 6085831"/>
                <a:gd name="connsiteY9" fmla="*/ 421924 h 469876"/>
                <a:gd name="connsiteX10" fmla="*/ 5935065 w 6085831"/>
                <a:gd name="connsiteY10" fmla="*/ 421240 h 469876"/>
                <a:gd name="connsiteX11" fmla="*/ 6035423 w 6085831"/>
                <a:gd name="connsiteY11" fmla="*/ 246113 h 469876"/>
                <a:gd name="connsiteX12" fmla="*/ 6035423 w 6085831"/>
                <a:gd name="connsiteY12" fmla="*/ 234744 h 469876"/>
                <a:gd name="connsiteX13" fmla="*/ 5935873 w 6085831"/>
                <a:gd name="connsiteY13" fmla="*/ 49835 h 469876"/>
                <a:gd name="connsiteX14" fmla="*/ 5928277 w 6085831"/>
                <a:gd name="connsiteY14" fmla="*/ 48622 h 469876"/>
                <a:gd name="connsiteX15" fmla="*/ 5024863 w 6085831"/>
                <a:gd name="connsiteY15" fmla="*/ 48621 h 469876"/>
                <a:gd name="connsiteX16" fmla="*/ 5024863 w 6085831"/>
                <a:gd name="connsiteY16" fmla="*/ 217544 h 469876"/>
                <a:gd name="connsiteX17" fmla="*/ 5158687 w 6085831"/>
                <a:gd name="connsiteY17" fmla="*/ 217544 h 469876"/>
                <a:gd name="connsiteX18" fmla="*/ 5159459 w 6085831"/>
                <a:gd name="connsiteY18" fmla="*/ 217544 h 469876"/>
                <a:gd name="connsiteX19" fmla="*/ 5240811 w 6085831"/>
                <a:gd name="connsiteY19" fmla="*/ 135790 h 469876"/>
                <a:gd name="connsiteX20" fmla="*/ 5240003 w 6085831"/>
                <a:gd name="connsiteY20" fmla="*/ 129973 h 469876"/>
                <a:gd name="connsiteX21" fmla="*/ 5159459 w 6085831"/>
                <a:gd name="connsiteY21" fmla="*/ 48621 h 469876"/>
                <a:gd name="connsiteX22" fmla="*/ 5155393 w 6085831"/>
                <a:gd name="connsiteY22" fmla="*/ 48621 h 469876"/>
                <a:gd name="connsiteX23" fmla="*/ 3483477 w 6085831"/>
                <a:gd name="connsiteY23" fmla="*/ 48621 h 469876"/>
                <a:gd name="connsiteX24" fmla="*/ 3483477 w 6085831"/>
                <a:gd name="connsiteY24" fmla="*/ 217544 h 469876"/>
                <a:gd name="connsiteX25" fmla="*/ 3617301 w 6085831"/>
                <a:gd name="connsiteY25" fmla="*/ 217544 h 469876"/>
                <a:gd name="connsiteX26" fmla="*/ 3618073 w 6085831"/>
                <a:gd name="connsiteY26" fmla="*/ 217544 h 469876"/>
                <a:gd name="connsiteX27" fmla="*/ 3699425 w 6085831"/>
                <a:gd name="connsiteY27" fmla="*/ 135790 h 469876"/>
                <a:gd name="connsiteX28" fmla="*/ 3698617 w 6085831"/>
                <a:gd name="connsiteY28" fmla="*/ 129973 h 469876"/>
                <a:gd name="connsiteX29" fmla="*/ 3618073 w 6085831"/>
                <a:gd name="connsiteY29" fmla="*/ 48621 h 469876"/>
                <a:gd name="connsiteX30" fmla="*/ 3614007 w 6085831"/>
                <a:gd name="connsiteY30" fmla="*/ 48621 h 469876"/>
                <a:gd name="connsiteX31" fmla="*/ 820386 w 6085831"/>
                <a:gd name="connsiteY31" fmla="*/ 48621 h 469876"/>
                <a:gd name="connsiteX32" fmla="*/ 820386 w 6085831"/>
                <a:gd name="connsiteY32" fmla="*/ 217544 h 469876"/>
                <a:gd name="connsiteX33" fmla="*/ 954211 w 6085831"/>
                <a:gd name="connsiteY33" fmla="*/ 217544 h 469876"/>
                <a:gd name="connsiteX34" fmla="*/ 954984 w 6085831"/>
                <a:gd name="connsiteY34" fmla="*/ 217544 h 469876"/>
                <a:gd name="connsiteX35" fmla="*/ 1036335 w 6085831"/>
                <a:gd name="connsiteY35" fmla="*/ 135790 h 469876"/>
                <a:gd name="connsiteX36" fmla="*/ 1035526 w 6085831"/>
                <a:gd name="connsiteY36" fmla="*/ 129973 h 469876"/>
                <a:gd name="connsiteX37" fmla="*/ 954984 w 6085831"/>
                <a:gd name="connsiteY37" fmla="*/ 48621 h 469876"/>
                <a:gd name="connsiteX38" fmla="*/ 950917 w 6085831"/>
                <a:gd name="connsiteY38" fmla="*/ 48621 h 469876"/>
                <a:gd name="connsiteX39" fmla="*/ 4712731 w 6085831"/>
                <a:gd name="connsiteY39" fmla="*/ 43899 h 469876"/>
                <a:gd name="connsiteX40" fmla="*/ 4601863 w 6085831"/>
                <a:gd name="connsiteY40" fmla="*/ 167169 h 469876"/>
                <a:gd name="connsiteX41" fmla="*/ 4601323 w 6085831"/>
                <a:gd name="connsiteY41" fmla="*/ 305923 h 469876"/>
                <a:gd name="connsiteX42" fmla="*/ 4712731 w 6085831"/>
                <a:gd name="connsiteY42" fmla="*/ 424339 h 469876"/>
                <a:gd name="connsiteX43" fmla="*/ 4824677 w 6085831"/>
                <a:gd name="connsiteY43" fmla="*/ 297835 h 469876"/>
                <a:gd name="connsiteX44" fmla="*/ 4823599 w 6085831"/>
                <a:gd name="connsiteY44" fmla="*/ 166090 h 469876"/>
                <a:gd name="connsiteX45" fmla="*/ 4712731 w 6085831"/>
                <a:gd name="connsiteY45" fmla="*/ 43899 h 469876"/>
                <a:gd name="connsiteX46" fmla="*/ 501904 w 6085831"/>
                <a:gd name="connsiteY46" fmla="*/ 43899 h 469876"/>
                <a:gd name="connsiteX47" fmla="*/ 391037 w 6085831"/>
                <a:gd name="connsiteY47" fmla="*/ 167169 h 469876"/>
                <a:gd name="connsiteX48" fmla="*/ 390497 w 6085831"/>
                <a:gd name="connsiteY48" fmla="*/ 305923 h 469876"/>
                <a:gd name="connsiteX49" fmla="*/ 501904 w 6085831"/>
                <a:gd name="connsiteY49" fmla="*/ 424339 h 469876"/>
                <a:gd name="connsiteX50" fmla="*/ 613850 w 6085831"/>
                <a:gd name="connsiteY50" fmla="*/ 297835 h 469876"/>
                <a:gd name="connsiteX51" fmla="*/ 612772 w 6085831"/>
                <a:gd name="connsiteY51" fmla="*/ 166090 h 469876"/>
                <a:gd name="connsiteX52" fmla="*/ 501904 w 6085831"/>
                <a:gd name="connsiteY52" fmla="*/ 43899 h 469876"/>
                <a:gd name="connsiteX53" fmla="*/ 5765399 w 6085831"/>
                <a:gd name="connsiteY53" fmla="*/ 4836 h 469876"/>
                <a:gd name="connsiteX54" fmla="*/ 5814145 w 6085831"/>
                <a:gd name="connsiteY54" fmla="*/ 4836 h 469876"/>
                <a:gd name="connsiteX55" fmla="*/ 5928889 w 6085831"/>
                <a:gd name="connsiteY55" fmla="*/ 4836 h 469876"/>
                <a:gd name="connsiteX56" fmla="*/ 5938427 w 6085831"/>
                <a:gd name="connsiteY56" fmla="*/ 4836 h 469876"/>
                <a:gd name="connsiteX57" fmla="*/ 6084779 w 6085831"/>
                <a:gd name="connsiteY57" fmla="*/ 232346 h 469876"/>
                <a:gd name="connsiteX58" fmla="*/ 6084779 w 6085831"/>
                <a:gd name="connsiteY58" fmla="*/ 247167 h 469876"/>
                <a:gd name="connsiteX59" fmla="*/ 5939237 w 6085831"/>
                <a:gd name="connsiteY59" fmla="*/ 465195 h 469876"/>
                <a:gd name="connsiteX60" fmla="*/ 5928889 w 6085831"/>
                <a:gd name="connsiteY60" fmla="*/ 465537 h 469876"/>
                <a:gd name="connsiteX61" fmla="*/ 5928889 w 6085831"/>
                <a:gd name="connsiteY61" fmla="*/ 465547 h 469876"/>
                <a:gd name="connsiteX62" fmla="*/ 5928579 w 6085831"/>
                <a:gd name="connsiteY62" fmla="*/ 465547 h 469876"/>
                <a:gd name="connsiteX63" fmla="*/ 5928573 w 6085831"/>
                <a:gd name="connsiteY63" fmla="*/ 465547 h 469876"/>
                <a:gd name="connsiteX64" fmla="*/ 5814145 w 6085831"/>
                <a:gd name="connsiteY64" fmla="*/ 465547 h 469876"/>
                <a:gd name="connsiteX65" fmla="*/ 5765399 w 6085831"/>
                <a:gd name="connsiteY65" fmla="*/ 465547 h 469876"/>
                <a:gd name="connsiteX66" fmla="*/ 5391729 w 6085831"/>
                <a:gd name="connsiteY66" fmla="*/ 4835 h 469876"/>
                <a:gd name="connsiteX67" fmla="*/ 5440475 w 6085831"/>
                <a:gd name="connsiteY67" fmla="*/ 4835 h 469876"/>
                <a:gd name="connsiteX68" fmla="*/ 5440475 w 6085831"/>
                <a:gd name="connsiteY68" fmla="*/ 421759 h 469876"/>
                <a:gd name="connsiteX69" fmla="*/ 5674681 w 6085831"/>
                <a:gd name="connsiteY69" fmla="*/ 421759 h 469876"/>
                <a:gd name="connsiteX70" fmla="*/ 5674681 w 6085831"/>
                <a:gd name="connsiteY70" fmla="*/ 465545 h 469876"/>
                <a:gd name="connsiteX71" fmla="*/ 5440475 w 6085831"/>
                <a:gd name="connsiteY71" fmla="*/ 465545 h 469876"/>
                <a:gd name="connsiteX72" fmla="*/ 5434593 w 6085831"/>
                <a:gd name="connsiteY72" fmla="*/ 465545 h 469876"/>
                <a:gd name="connsiteX73" fmla="*/ 5391729 w 6085831"/>
                <a:gd name="connsiteY73" fmla="*/ 465545 h 469876"/>
                <a:gd name="connsiteX74" fmla="*/ 4976117 w 6085831"/>
                <a:gd name="connsiteY74" fmla="*/ 4835 h 469876"/>
                <a:gd name="connsiteX75" fmla="*/ 5024863 w 6085831"/>
                <a:gd name="connsiteY75" fmla="*/ 4835 h 469876"/>
                <a:gd name="connsiteX76" fmla="*/ 5158687 w 6085831"/>
                <a:gd name="connsiteY76" fmla="*/ 4835 h 469876"/>
                <a:gd name="connsiteX77" fmla="*/ 5158687 w 6085831"/>
                <a:gd name="connsiteY77" fmla="*/ 5351 h 469876"/>
                <a:gd name="connsiteX78" fmla="*/ 5165249 w 6085831"/>
                <a:gd name="connsiteY78" fmla="*/ 5351 h 469876"/>
                <a:gd name="connsiteX79" fmla="*/ 5288551 w 6085831"/>
                <a:gd name="connsiteY79" fmla="*/ 128653 h 469876"/>
                <a:gd name="connsiteX80" fmla="*/ 5288551 w 6085831"/>
                <a:gd name="connsiteY80" fmla="*/ 136815 h 469876"/>
                <a:gd name="connsiteX81" fmla="*/ 5192497 w 6085831"/>
                <a:gd name="connsiteY81" fmla="*/ 255289 h 469876"/>
                <a:gd name="connsiteX82" fmla="*/ 5188391 w 6085831"/>
                <a:gd name="connsiteY82" fmla="*/ 255851 h 469876"/>
                <a:gd name="connsiteX83" fmla="*/ 5298631 w 6085831"/>
                <a:gd name="connsiteY83" fmla="*/ 465545 h 469876"/>
                <a:gd name="connsiteX84" fmla="*/ 5240369 w 6085831"/>
                <a:gd name="connsiteY84" fmla="*/ 465545 h 469876"/>
                <a:gd name="connsiteX85" fmla="*/ 5135989 w 6085831"/>
                <a:gd name="connsiteY85" fmla="*/ 261330 h 469876"/>
                <a:gd name="connsiteX86" fmla="*/ 5024863 w 6085831"/>
                <a:gd name="connsiteY86" fmla="*/ 261330 h 469876"/>
                <a:gd name="connsiteX87" fmla="*/ 5024863 w 6085831"/>
                <a:gd name="connsiteY87" fmla="*/ 465545 h 469876"/>
                <a:gd name="connsiteX88" fmla="*/ 4976117 w 6085831"/>
                <a:gd name="connsiteY88" fmla="*/ 465545 h 469876"/>
                <a:gd name="connsiteX89" fmla="*/ 3434731 w 6085831"/>
                <a:gd name="connsiteY89" fmla="*/ 4835 h 469876"/>
                <a:gd name="connsiteX90" fmla="*/ 3483477 w 6085831"/>
                <a:gd name="connsiteY90" fmla="*/ 4835 h 469876"/>
                <a:gd name="connsiteX91" fmla="*/ 3617301 w 6085831"/>
                <a:gd name="connsiteY91" fmla="*/ 4835 h 469876"/>
                <a:gd name="connsiteX92" fmla="*/ 3617301 w 6085831"/>
                <a:gd name="connsiteY92" fmla="*/ 5351 h 469876"/>
                <a:gd name="connsiteX93" fmla="*/ 3623863 w 6085831"/>
                <a:gd name="connsiteY93" fmla="*/ 5351 h 469876"/>
                <a:gd name="connsiteX94" fmla="*/ 3747165 w 6085831"/>
                <a:gd name="connsiteY94" fmla="*/ 128653 h 469876"/>
                <a:gd name="connsiteX95" fmla="*/ 3747165 w 6085831"/>
                <a:gd name="connsiteY95" fmla="*/ 136815 h 469876"/>
                <a:gd name="connsiteX96" fmla="*/ 3651111 w 6085831"/>
                <a:gd name="connsiteY96" fmla="*/ 255289 h 469876"/>
                <a:gd name="connsiteX97" fmla="*/ 3647005 w 6085831"/>
                <a:gd name="connsiteY97" fmla="*/ 255851 h 469876"/>
                <a:gd name="connsiteX98" fmla="*/ 3757245 w 6085831"/>
                <a:gd name="connsiteY98" fmla="*/ 465545 h 469876"/>
                <a:gd name="connsiteX99" fmla="*/ 3698983 w 6085831"/>
                <a:gd name="connsiteY99" fmla="*/ 465545 h 469876"/>
                <a:gd name="connsiteX100" fmla="*/ 3594603 w 6085831"/>
                <a:gd name="connsiteY100" fmla="*/ 261330 h 469876"/>
                <a:gd name="connsiteX101" fmla="*/ 3483477 w 6085831"/>
                <a:gd name="connsiteY101" fmla="*/ 261330 h 469876"/>
                <a:gd name="connsiteX102" fmla="*/ 3483477 w 6085831"/>
                <a:gd name="connsiteY102" fmla="*/ 465545 h 469876"/>
                <a:gd name="connsiteX103" fmla="*/ 3434731 w 6085831"/>
                <a:gd name="connsiteY103" fmla="*/ 465545 h 469876"/>
                <a:gd name="connsiteX104" fmla="*/ 3062719 w 6085831"/>
                <a:gd name="connsiteY104" fmla="*/ 4835 h 469876"/>
                <a:gd name="connsiteX105" fmla="*/ 3111465 w 6085831"/>
                <a:gd name="connsiteY105" fmla="*/ 4835 h 469876"/>
                <a:gd name="connsiteX106" fmla="*/ 3348437 w 6085831"/>
                <a:gd name="connsiteY106" fmla="*/ 4835 h 469876"/>
                <a:gd name="connsiteX107" fmla="*/ 3348437 w 6085831"/>
                <a:gd name="connsiteY107" fmla="*/ 48621 h 469876"/>
                <a:gd name="connsiteX108" fmla="*/ 3111465 w 6085831"/>
                <a:gd name="connsiteY108" fmla="*/ 48621 h 469876"/>
                <a:gd name="connsiteX109" fmla="*/ 3111465 w 6085831"/>
                <a:gd name="connsiteY109" fmla="*/ 211054 h 469876"/>
                <a:gd name="connsiteX110" fmla="*/ 3313659 w 6085831"/>
                <a:gd name="connsiteY110" fmla="*/ 211054 h 469876"/>
                <a:gd name="connsiteX111" fmla="*/ 3313659 w 6085831"/>
                <a:gd name="connsiteY111" fmla="*/ 254840 h 469876"/>
                <a:gd name="connsiteX112" fmla="*/ 3111465 w 6085831"/>
                <a:gd name="connsiteY112" fmla="*/ 254840 h 469876"/>
                <a:gd name="connsiteX113" fmla="*/ 3111465 w 6085831"/>
                <a:gd name="connsiteY113" fmla="*/ 421759 h 469876"/>
                <a:gd name="connsiteX114" fmla="*/ 3348437 w 6085831"/>
                <a:gd name="connsiteY114" fmla="*/ 421759 h 469876"/>
                <a:gd name="connsiteX115" fmla="*/ 3348437 w 6085831"/>
                <a:gd name="connsiteY115" fmla="*/ 465545 h 469876"/>
                <a:gd name="connsiteX116" fmla="*/ 3111465 w 6085831"/>
                <a:gd name="connsiteY116" fmla="*/ 465545 h 469876"/>
                <a:gd name="connsiteX117" fmla="*/ 3108350 w 6085831"/>
                <a:gd name="connsiteY117" fmla="*/ 465545 h 469876"/>
                <a:gd name="connsiteX118" fmla="*/ 3062719 w 6085831"/>
                <a:gd name="connsiteY118" fmla="*/ 465545 h 469876"/>
                <a:gd name="connsiteX119" fmla="*/ 2686079 w 6085831"/>
                <a:gd name="connsiteY119" fmla="*/ 4835 h 469876"/>
                <a:gd name="connsiteX120" fmla="*/ 2734825 w 6085831"/>
                <a:gd name="connsiteY120" fmla="*/ 4835 h 469876"/>
                <a:gd name="connsiteX121" fmla="*/ 2971797 w 6085831"/>
                <a:gd name="connsiteY121" fmla="*/ 4835 h 469876"/>
                <a:gd name="connsiteX122" fmla="*/ 2971797 w 6085831"/>
                <a:gd name="connsiteY122" fmla="*/ 48621 h 469876"/>
                <a:gd name="connsiteX123" fmla="*/ 2734825 w 6085831"/>
                <a:gd name="connsiteY123" fmla="*/ 48621 h 469876"/>
                <a:gd name="connsiteX124" fmla="*/ 2734825 w 6085831"/>
                <a:gd name="connsiteY124" fmla="*/ 218352 h 469876"/>
                <a:gd name="connsiteX125" fmla="*/ 2937019 w 6085831"/>
                <a:gd name="connsiteY125" fmla="*/ 218352 h 469876"/>
                <a:gd name="connsiteX126" fmla="*/ 2937019 w 6085831"/>
                <a:gd name="connsiteY126" fmla="*/ 262138 h 469876"/>
                <a:gd name="connsiteX127" fmla="*/ 2734825 w 6085831"/>
                <a:gd name="connsiteY127" fmla="*/ 262138 h 469876"/>
                <a:gd name="connsiteX128" fmla="*/ 2734825 w 6085831"/>
                <a:gd name="connsiteY128" fmla="*/ 465545 h 469876"/>
                <a:gd name="connsiteX129" fmla="*/ 2686079 w 6085831"/>
                <a:gd name="connsiteY129" fmla="*/ 465545 h 469876"/>
                <a:gd name="connsiteX130" fmla="*/ 2404270 w 6085831"/>
                <a:gd name="connsiteY130" fmla="*/ 4835 h 469876"/>
                <a:gd name="connsiteX131" fmla="*/ 2446219 w 6085831"/>
                <a:gd name="connsiteY131" fmla="*/ 4835 h 469876"/>
                <a:gd name="connsiteX132" fmla="*/ 2446220 w 6085831"/>
                <a:gd name="connsiteY132" fmla="*/ 4835 h 469876"/>
                <a:gd name="connsiteX133" fmla="*/ 2448491 w 6085831"/>
                <a:gd name="connsiteY133" fmla="*/ 11049 h 469876"/>
                <a:gd name="connsiteX134" fmla="*/ 2614619 w 6085831"/>
                <a:gd name="connsiteY134" fmla="*/ 465545 h 469876"/>
                <a:gd name="connsiteX135" fmla="*/ 2562510 w 6085831"/>
                <a:gd name="connsiteY135" fmla="*/ 465545 h 469876"/>
                <a:gd name="connsiteX136" fmla="*/ 2526047 w 6085831"/>
                <a:gd name="connsiteY136" fmla="*/ 361259 h 469876"/>
                <a:gd name="connsiteX137" fmla="*/ 2324408 w 6085831"/>
                <a:gd name="connsiteY137" fmla="*/ 361259 h 469876"/>
                <a:gd name="connsiteX138" fmla="*/ 2287458 w 6085831"/>
                <a:gd name="connsiteY138" fmla="*/ 465545 h 469876"/>
                <a:gd name="connsiteX139" fmla="*/ 2235398 w 6085831"/>
                <a:gd name="connsiteY139" fmla="*/ 465545 h 469876"/>
                <a:gd name="connsiteX140" fmla="*/ 2403683 w 6085831"/>
                <a:gd name="connsiteY140" fmla="*/ 6435 h 469876"/>
                <a:gd name="connsiteX141" fmla="*/ 1470324 w 6085831"/>
                <a:gd name="connsiteY141" fmla="*/ 4835 h 469876"/>
                <a:gd name="connsiteX142" fmla="*/ 1512273 w 6085831"/>
                <a:gd name="connsiteY142" fmla="*/ 4835 h 469876"/>
                <a:gd name="connsiteX143" fmla="*/ 1512274 w 6085831"/>
                <a:gd name="connsiteY143" fmla="*/ 4835 h 469876"/>
                <a:gd name="connsiteX144" fmla="*/ 1514545 w 6085831"/>
                <a:gd name="connsiteY144" fmla="*/ 11049 h 469876"/>
                <a:gd name="connsiteX145" fmla="*/ 1680673 w 6085831"/>
                <a:gd name="connsiteY145" fmla="*/ 465545 h 469876"/>
                <a:gd name="connsiteX146" fmla="*/ 1628564 w 6085831"/>
                <a:gd name="connsiteY146" fmla="*/ 465545 h 469876"/>
                <a:gd name="connsiteX147" fmla="*/ 1592101 w 6085831"/>
                <a:gd name="connsiteY147" fmla="*/ 361259 h 469876"/>
                <a:gd name="connsiteX148" fmla="*/ 1390462 w 6085831"/>
                <a:gd name="connsiteY148" fmla="*/ 361259 h 469876"/>
                <a:gd name="connsiteX149" fmla="*/ 1353512 w 6085831"/>
                <a:gd name="connsiteY149" fmla="*/ 465545 h 469876"/>
                <a:gd name="connsiteX150" fmla="*/ 1301452 w 6085831"/>
                <a:gd name="connsiteY150" fmla="*/ 465545 h 469876"/>
                <a:gd name="connsiteX151" fmla="*/ 1469737 w 6085831"/>
                <a:gd name="connsiteY151" fmla="*/ 6435 h 469876"/>
                <a:gd name="connsiteX152" fmla="*/ 771640 w 6085831"/>
                <a:gd name="connsiteY152" fmla="*/ 4835 h 469876"/>
                <a:gd name="connsiteX153" fmla="*/ 820386 w 6085831"/>
                <a:gd name="connsiteY153" fmla="*/ 4835 h 469876"/>
                <a:gd name="connsiteX154" fmla="*/ 954211 w 6085831"/>
                <a:gd name="connsiteY154" fmla="*/ 4835 h 469876"/>
                <a:gd name="connsiteX155" fmla="*/ 954211 w 6085831"/>
                <a:gd name="connsiteY155" fmla="*/ 5351 h 469876"/>
                <a:gd name="connsiteX156" fmla="*/ 960772 w 6085831"/>
                <a:gd name="connsiteY156" fmla="*/ 5351 h 469876"/>
                <a:gd name="connsiteX157" fmla="*/ 1084074 w 6085831"/>
                <a:gd name="connsiteY157" fmla="*/ 128653 h 469876"/>
                <a:gd name="connsiteX158" fmla="*/ 1084074 w 6085831"/>
                <a:gd name="connsiteY158" fmla="*/ 136815 h 469876"/>
                <a:gd name="connsiteX159" fmla="*/ 988021 w 6085831"/>
                <a:gd name="connsiteY159" fmla="*/ 255289 h 469876"/>
                <a:gd name="connsiteX160" fmla="*/ 983914 w 6085831"/>
                <a:gd name="connsiteY160" fmla="*/ 255851 h 469876"/>
                <a:gd name="connsiteX161" fmla="*/ 1094154 w 6085831"/>
                <a:gd name="connsiteY161" fmla="*/ 465545 h 469876"/>
                <a:gd name="connsiteX162" fmla="*/ 1035892 w 6085831"/>
                <a:gd name="connsiteY162" fmla="*/ 465545 h 469876"/>
                <a:gd name="connsiteX163" fmla="*/ 931513 w 6085831"/>
                <a:gd name="connsiteY163" fmla="*/ 261330 h 469876"/>
                <a:gd name="connsiteX164" fmla="*/ 820386 w 6085831"/>
                <a:gd name="connsiteY164" fmla="*/ 261330 h 469876"/>
                <a:gd name="connsiteX165" fmla="*/ 820386 w 6085831"/>
                <a:gd name="connsiteY165" fmla="*/ 465545 h 469876"/>
                <a:gd name="connsiteX166" fmla="*/ 771640 w 6085831"/>
                <a:gd name="connsiteY166" fmla="*/ 465545 h 469876"/>
                <a:gd name="connsiteX167" fmla="*/ 0 w 6085831"/>
                <a:gd name="connsiteY167" fmla="*/ 4835 h 469876"/>
                <a:gd name="connsiteX168" fmla="*/ 48746 w 6085831"/>
                <a:gd name="connsiteY168" fmla="*/ 4835 h 469876"/>
                <a:gd name="connsiteX169" fmla="*/ 285718 w 6085831"/>
                <a:gd name="connsiteY169" fmla="*/ 4835 h 469876"/>
                <a:gd name="connsiteX170" fmla="*/ 285718 w 6085831"/>
                <a:gd name="connsiteY170" fmla="*/ 48621 h 469876"/>
                <a:gd name="connsiteX171" fmla="*/ 48746 w 6085831"/>
                <a:gd name="connsiteY171" fmla="*/ 48621 h 469876"/>
                <a:gd name="connsiteX172" fmla="*/ 48746 w 6085831"/>
                <a:gd name="connsiteY172" fmla="*/ 218352 h 469876"/>
                <a:gd name="connsiteX173" fmla="*/ 250940 w 6085831"/>
                <a:gd name="connsiteY173" fmla="*/ 218352 h 469876"/>
                <a:gd name="connsiteX174" fmla="*/ 250940 w 6085831"/>
                <a:gd name="connsiteY174" fmla="*/ 262138 h 469876"/>
                <a:gd name="connsiteX175" fmla="*/ 48746 w 6085831"/>
                <a:gd name="connsiteY175" fmla="*/ 262138 h 469876"/>
                <a:gd name="connsiteX176" fmla="*/ 48746 w 6085831"/>
                <a:gd name="connsiteY176" fmla="*/ 465545 h 469876"/>
                <a:gd name="connsiteX177" fmla="*/ 0 w 6085831"/>
                <a:gd name="connsiteY177" fmla="*/ 465545 h 469876"/>
                <a:gd name="connsiteX178" fmla="*/ 3958459 w 6085831"/>
                <a:gd name="connsiteY178" fmla="*/ 4745 h 469876"/>
                <a:gd name="connsiteX179" fmla="*/ 4010427 w 6085831"/>
                <a:gd name="connsiteY179" fmla="*/ 4745 h 469876"/>
                <a:gd name="connsiteX180" fmla="*/ 4101179 w 6085831"/>
                <a:gd name="connsiteY180" fmla="*/ 373571 h 469876"/>
                <a:gd name="connsiteX181" fmla="*/ 4193451 w 6085831"/>
                <a:gd name="connsiteY181" fmla="*/ 38549 h 469876"/>
                <a:gd name="connsiteX182" fmla="*/ 4201593 w 6085831"/>
                <a:gd name="connsiteY182" fmla="*/ 8980 h 469876"/>
                <a:gd name="connsiteX183" fmla="*/ 4202755 w 6085831"/>
                <a:gd name="connsiteY183" fmla="*/ 4761 h 469876"/>
                <a:gd name="connsiteX184" fmla="*/ 4235167 w 6085831"/>
                <a:gd name="connsiteY184" fmla="*/ 4761 h 469876"/>
                <a:gd name="connsiteX185" fmla="*/ 4240517 w 6085831"/>
                <a:gd name="connsiteY185" fmla="*/ 4761 h 469876"/>
                <a:gd name="connsiteX186" fmla="*/ 4246787 w 6085831"/>
                <a:gd name="connsiteY186" fmla="*/ 4761 h 469876"/>
                <a:gd name="connsiteX187" fmla="*/ 4248741 w 6085831"/>
                <a:gd name="connsiteY187" fmla="*/ 11859 h 469876"/>
                <a:gd name="connsiteX188" fmla="*/ 4248477 w 6085831"/>
                <a:gd name="connsiteY188" fmla="*/ 12799 h 469876"/>
                <a:gd name="connsiteX189" fmla="*/ 4255569 w 6085831"/>
                <a:gd name="connsiteY189" fmla="*/ 38549 h 469876"/>
                <a:gd name="connsiteX190" fmla="*/ 4347627 w 6085831"/>
                <a:gd name="connsiteY190" fmla="*/ 372791 h 469876"/>
                <a:gd name="connsiteX191" fmla="*/ 4438187 w 6085831"/>
                <a:gd name="connsiteY191" fmla="*/ 4745 h 469876"/>
                <a:gd name="connsiteX192" fmla="*/ 4490153 w 6085831"/>
                <a:gd name="connsiteY192" fmla="*/ 4745 h 469876"/>
                <a:gd name="connsiteX193" fmla="*/ 4372511 w 6085831"/>
                <a:gd name="connsiteY193" fmla="*/ 463141 h 469876"/>
                <a:gd name="connsiteX194" fmla="*/ 4373173 w 6085831"/>
                <a:gd name="connsiteY194" fmla="*/ 465545 h 469876"/>
                <a:gd name="connsiteX195" fmla="*/ 4326895 w 6085831"/>
                <a:gd name="connsiteY195" fmla="*/ 465545 h 469876"/>
                <a:gd name="connsiteX196" fmla="*/ 4324805 w 6085831"/>
                <a:gd name="connsiteY196" fmla="*/ 465545 h 469876"/>
                <a:gd name="connsiteX197" fmla="*/ 4325783 w 6085831"/>
                <a:gd name="connsiteY197" fmla="*/ 461570 h 469876"/>
                <a:gd name="connsiteX198" fmla="*/ 4296003 w 6085831"/>
                <a:gd name="connsiteY198" fmla="*/ 355117 h 469876"/>
                <a:gd name="connsiteX199" fmla="*/ 4247059 w 6085831"/>
                <a:gd name="connsiteY199" fmla="*/ 179343 h 469876"/>
                <a:gd name="connsiteX200" fmla="*/ 4224443 w 6085831"/>
                <a:gd name="connsiteY200" fmla="*/ 98394 h 469876"/>
                <a:gd name="connsiteX201" fmla="*/ 4122661 w 6085831"/>
                <a:gd name="connsiteY201" fmla="*/ 460881 h 469876"/>
                <a:gd name="connsiteX202" fmla="*/ 4123809 w 6085831"/>
                <a:gd name="connsiteY202" fmla="*/ 465545 h 469876"/>
                <a:gd name="connsiteX203" fmla="*/ 4121351 w 6085831"/>
                <a:gd name="connsiteY203" fmla="*/ 465545 h 469876"/>
                <a:gd name="connsiteX204" fmla="*/ 4075847 w 6085831"/>
                <a:gd name="connsiteY204" fmla="*/ 465545 h 469876"/>
                <a:gd name="connsiteX205" fmla="*/ 4076299 w 6085831"/>
                <a:gd name="connsiteY205" fmla="*/ 463905 h 469876"/>
                <a:gd name="connsiteX206" fmla="*/ 2041154 w 6085831"/>
                <a:gd name="connsiteY206" fmla="*/ 606 h 469876"/>
                <a:gd name="connsiteX207" fmla="*/ 2088613 w 6085831"/>
                <a:gd name="connsiteY207" fmla="*/ 4631 h 469876"/>
                <a:gd name="connsiteX208" fmla="*/ 2179456 w 6085831"/>
                <a:gd name="connsiteY208" fmla="*/ 51753 h 469876"/>
                <a:gd name="connsiteX209" fmla="*/ 2149031 w 6085831"/>
                <a:gd name="connsiteY209" fmla="*/ 82816 h 469876"/>
                <a:gd name="connsiteX210" fmla="*/ 2089902 w 6085831"/>
                <a:gd name="connsiteY210" fmla="*/ 49338 h 469876"/>
                <a:gd name="connsiteX211" fmla="*/ 2010356 w 6085831"/>
                <a:gd name="connsiteY211" fmla="*/ 47271 h 469876"/>
                <a:gd name="connsiteX212" fmla="*/ 1945875 w 6085831"/>
                <a:gd name="connsiteY212" fmla="*/ 109092 h 469876"/>
                <a:gd name="connsiteX213" fmla="*/ 1961254 w 6085831"/>
                <a:gd name="connsiteY213" fmla="*/ 179474 h 469876"/>
                <a:gd name="connsiteX214" fmla="*/ 2016102 w 6085831"/>
                <a:gd name="connsiteY214" fmla="*/ 205119 h 469876"/>
                <a:gd name="connsiteX215" fmla="*/ 2097538 w 6085831"/>
                <a:gd name="connsiteY215" fmla="*/ 218369 h 469876"/>
                <a:gd name="connsiteX216" fmla="*/ 2199589 w 6085831"/>
                <a:gd name="connsiteY216" fmla="*/ 323221 h 469876"/>
                <a:gd name="connsiteX217" fmla="*/ 2175544 w 6085831"/>
                <a:gd name="connsiteY217" fmla="*/ 415287 h 469876"/>
                <a:gd name="connsiteX218" fmla="*/ 2093197 w 6085831"/>
                <a:gd name="connsiteY218" fmla="*/ 463679 h 469876"/>
                <a:gd name="connsiteX219" fmla="*/ 1970071 w 6085831"/>
                <a:gd name="connsiteY219" fmla="*/ 460977 h 469876"/>
                <a:gd name="connsiteX220" fmla="*/ 1883810 w 6085831"/>
                <a:gd name="connsiteY220" fmla="*/ 408031 h 469876"/>
                <a:gd name="connsiteX221" fmla="*/ 1916305 w 6085831"/>
                <a:gd name="connsiteY221" fmla="*/ 375403 h 469876"/>
                <a:gd name="connsiteX222" fmla="*/ 1978754 w 6085831"/>
                <a:gd name="connsiteY222" fmla="*/ 415726 h 469876"/>
                <a:gd name="connsiteX223" fmla="*/ 2086063 w 6085831"/>
                <a:gd name="connsiteY223" fmla="*/ 420630 h 469876"/>
                <a:gd name="connsiteX224" fmla="*/ 2150946 w 6085831"/>
                <a:gd name="connsiteY224" fmla="*/ 338373 h 469876"/>
                <a:gd name="connsiteX225" fmla="*/ 2001684 w 6085831"/>
                <a:gd name="connsiteY225" fmla="*/ 249873 h 469876"/>
                <a:gd name="connsiteX226" fmla="*/ 1923956 w 6085831"/>
                <a:gd name="connsiteY226" fmla="*/ 211548 h 469876"/>
                <a:gd name="connsiteX227" fmla="*/ 1897264 w 6085831"/>
                <a:gd name="connsiteY227" fmla="*/ 108203 h 469876"/>
                <a:gd name="connsiteX228" fmla="*/ 1947105 w 6085831"/>
                <a:gd name="connsiteY228" fmla="*/ 27960 h 469876"/>
                <a:gd name="connsiteX229" fmla="*/ 1998192 w 6085831"/>
                <a:gd name="connsiteY229" fmla="*/ 5339 h 469876"/>
                <a:gd name="connsiteX230" fmla="*/ 2041154 w 6085831"/>
                <a:gd name="connsiteY230" fmla="*/ 606 h 469876"/>
                <a:gd name="connsiteX231" fmla="*/ 4707063 w 6085831"/>
                <a:gd name="connsiteY231" fmla="*/ 0 h 469876"/>
                <a:gd name="connsiteX232" fmla="*/ 4717387 w 6085831"/>
                <a:gd name="connsiteY232" fmla="*/ 0 h 469876"/>
                <a:gd name="connsiteX233" fmla="*/ 4873343 w 6085831"/>
                <a:gd name="connsiteY233" fmla="*/ 155956 h 469876"/>
                <a:gd name="connsiteX234" fmla="*/ 4873343 w 6085831"/>
                <a:gd name="connsiteY234" fmla="*/ 312596 h 469876"/>
                <a:gd name="connsiteX235" fmla="*/ 4717387 w 6085831"/>
                <a:gd name="connsiteY235" fmla="*/ 468552 h 469876"/>
                <a:gd name="connsiteX236" fmla="*/ 4707063 w 6085831"/>
                <a:gd name="connsiteY236" fmla="*/ 468552 h 469876"/>
                <a:gd name="connsiteX237" fmla="*/ 4551107 w 6085831"/>
                <a:gd name="connsiteY237" fmla="*/ 312596 h 469876"/>
                <a:gd name="connsiteX238" fmla="*/ 4551645 w 6085831"/>
                <a:gd name="connsiteY238" fmla="*/ 164044 h 469876"/>
                <a:gd name="connsiteX239" fmla="*/ 4707063 w 6085831"/>
                <a:gd name="connsiteY239" fmla="*/ 0 h 469876"/>
                <a:gd name="connsiteX240" fmla="*/ 496236 w 6085831"/>
                <a:gd name="connsiteY240" fmla="*/ 0 h 469876"/>
                <a:gd name="connsiteX241" fmla="*/ 506560 w 6085831"/>
                <a:gd name="connsiteY241" fmla="*/ 0 h 469876"/>
                <a:gd name="connsiteX242" fmla="*/ 662516 w 6085831"/>
                <a:gd name="connsiteY242" fmla="*/ 155956 h 469876"/>
                <a:gd name="connsiteX243" fmla="*/ 662516 w 6085831"/>
                <a:gd name="connsiteY243" fmla="*/ 312596 h 469876"/>
                <a:gd name="connsiteX244" fmla="*/ 506560 w 6085831"/>
                <a:gd name="connsiteY244" fmla="*/ 468552 h 469876"/>
                <a:gd name="connsiteX245" fmla="*/ 496236 w 6085831"/>
                <a:gd name="connsiteY245" fmla="*/ 468552 h 469876"/>
                <a:gd name="connsiteX246" fmla="*/ 340280 w 6085831"/>
                <a:gd name="connsiteY246" fmla="*/ 312596 h 469876"/>
                <a:gd name="connsiteX247" fmla="*/ 340819 w 6085831"/>
                <a:gd name="connsiteY247" fmla="*/ 164044 h 469876"/>
                <a:gd name="connsiteX248" fmla="*/ 496236 w 6085831"/>
                <a:gd name="connsiteY248" fmla="*/ 0 h 469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</a:cxnLst>
              <a:rect l="l" t="t" r="r" b="b"/>
              <a:pathLst>
                <a:path w="6085831" h="469876">
                  <a:moveTo>
                    <a:pt x="2425896" y="74820"/>
                  </a:moveTo>
                  <a:lnTo>
                    <a:pt x="2339468" y="318752"/>
                  </a:lnTo>
                  <a:lnTo>
                    <a:pt x="2511185" y="318752"/>
                  </a:lnTo>
                  <a:close/>
                  <a:moveTo>
                    <a:pt x="1491950" y="74820"/>
                  </a:moveTo>
                  <a:lnTo>
                    <a:pt x="1405522" y="318752"/>
                  </a:lnTo>
                  <a:lnTo>
                    <a:pt x="1577239" y="318752"/>
                  </a:lnTo>
                  <a:close/>
                  <a:moveTo>
                    <a:pt x="5814145" y="48622"/>
                  </a:moveTo>
                  <a:lnTo>
                    <a:pt x="5814145" y="421761"/>
                  </a:lnTo>
                  <a:lnTo>
                    <a:pt x="5928889" y="421761"/>
                  </a:lnTo>
                  <a:lnTo>
                    <a:pt x="5928889" y="421924"/>
                  </a:lnTo>
                  <a:lnTo>
                    <a:pt x="5935065" y="421240"/>
                  </a:lnTo>
                  <a:cubicBezTo>
                    <a:pt x="6036023" y="403938"/>
                    <a:pt x="6035423" y="328093"/>
                    <a:pt x="6035423" y="246113"/>
                  </a:cubicBezTo>
                  <a:lnTo>
                    <a:pt x="6035423" y="234744"/>
                  </a:lnTo>
                  <a:cubicBezTo>
                    <a:pt x="6035423" y="150563"/>
                    <a:pt x="6039259" y="62658"/>
                    <a:pt x="5935873" y="49835"/>
                  </a:cubicBezTo>
                  <a:lnTo>
                    <a:pt x="5928277" y="48622"/>
                  </a:lnTo>
                  <a:close/>
                  <a:moveTo>
                    <a:pt x="5024863" y="48621"/>
                  </a:moveTo>
                  <a:lnTo>
                    <a:pt x="5024863" y="217544"/>
                  </a:lnTo>
                  <a:lnTo>
                    <a:pt x="5158687" y="217544"/>
                  </a:lnTo>
                  <a:lnTo>
                    <a:pt x="5159459" y="217544"/>
                  </a:lnTo>
                  <a:cubicBezTo>
                    <a:pt x="5211083" y="212692"/>
                    <a:pt x="5240811" y="180942"/>
                    <a:pt x="5240811" y="135790"/>
                  </a:cubicBezTo>
                  <a:lnTo>
                    <a:pt x="5240003" y="129973"/>
                  </a:lnTo>
                  <a:cubicBezTo>
                    <a:pt x="5240003" y="83609"/>
                    <a:pt x="5207039" y="51452"/>
                    <a:pt x="5159459" y="48621"/>
                  </a:cubicBezTo>
                  <a:lnTo>
                    <a:pt x="5155393" y="48621"/>
                  </a:lnTo>
                  <a:close/>
                  <a:moveTo>
                    <a:pt x="3483477" y="48621"/>
                  </a:moveTo>
                  <a:lnTo>
                    <a:pt x="3483477" y="217544"/>
                  </a:lnTo>
                  <a:lnTo>
                    <a:pt x="3617301" y="217544"/>
                  </a:lnTo>
                  <a:lnTo>
                    <a:pt x="3618073" y="217544"/>
                  </a:lnTo>
                  <a:cubicBezTo>
                    <a:pt x="3669697" y="212692"/>
                    <a:pt x="3699425" y="180942"/>
                    <a:pt x="3699425" y="135790"/>
                  </a:cubicBezTo>
                  <a:lnTo>
                    <a:pt x="3698617" y="129973"/>
                  </a:lnTo>
                  <a:cubicBezTo>
                    <a:pt x="3698617" y="83609"/>
                    <a:pt x="3665653" y="51452"/>
                    <a:pt x="3618073" y="48621"/>
                  </a:cubicBezTo>
                  <a:lnTo>
                    <a:pt x="3614007" y="48621"/>
                  </a:lnTo>
                  <a:close/>
                  <a:moveTo>
                    <a:pt x="820386" y="48621"/>
                  </a:moveTo>
                  <a:lnTo>
                    <a:pt x="820386" y="217544"/>
                  </a:lnTo>
                  <a:lnTo>
                    <a:pt x="954211" y="217544"/>
                  </a:lnTo>
                  <a:lnTo>
                    <a:pt x="954984" y="217544"/>
                  </a:lnTo>
                  <a:cubicBezTo>
                    <a:pt x="1006606" y="212692"/>
                    <a:pt x="1036335" y="180942"/>
                    <a:pt x="1036335" y="135790"/>
                  </a:cubicBezTo>
                  <a:lnTo>
                    <a:pt x="1035526" y="129973"/>
                  </a:lnTo>
                  <a:cubicBezTo>
                    <a:pt x="1035526" y="83609"/>
                    <a:pt x="1002562" y="51452"/>
                    <a:pt x="954984" y="48621"/>
                  </a:cubicBezTo>
                  <a:lnTo>
                    <a:pt x="950917" y="48621"/>
                  </a:lnTo>
                  <a:close/>
                  <a:moveTo>
                    <a:pt x="4712731" y="43899"/>
                  </a:moveTo>
                  <a:cubicBezTo>
                    <a:pt x="4673617" y="44079"/>
                    <a:pt x="4603481" y="64364"/>
                    <a:pt x="4601863" y="167169"/>
                  </a:cubicBezTo>
                  <a:cubicBezTo>
                    <a:pt x="4601503" y="215577"/>
                    <a:pt x="4601683" y="257515"/>
                    <a:pt x="4601323" y="305923"/>
                  </a:cubicBezTo>
                  <a:cubicBezTo>
                    <a:pt x="4602401" y="379611"/>
                    <a:pt x="4650905" y="424339"/>
                    <a:pt x="4712731" y="424339"/>
                  </a:cubicBezTo>
                  <a:cubicBezTo>
                    <a:pt x="4774557" y="424339"/>
                    <a:pt x="4822913" y="382394"/>
                    <a:pt x="4824677" y="297835"/>
                  </a:cubicBezTo>
                  <a:cubicBezTo>
                    <a:pt x="4825593" y="253928"/>
                    <a:pt x="4823747" y="210006"/>
                    <a:pt x="4823599" y="166090"/>
                  </a:cubicBezTo>
                  <a:cubicBezTo>
                    <a:pt x="4823273" y="69849"/>
                    <a:pt x="4751843" y="43720"/>
                    <a:pt x="4712731" y="43899"/>
                  </a:cubicBezTo>
                  <a:close/>
                  <a:moveTo>
                    <a:pt x="501904" y="43899"/>
                  </a:moveTo>
                  <a:cubicBezTo>
                    <a:pt x="462792" y="44079"/>
                    <a:pt x="392654" y="64364"/>
                    <a:pt x="391037" y="167169"/>
                  </a:cubicBezTo>
                  <a:cubicBezTo>
                    <a:pt x="390677" y="215577"/>
                    <a:pt x="390857" y="257515"/>
                    <a:pt x="390497" y="305923"/>
                  </a:cubicBezTo>
                  <a:cubicBezTo>
                    <a:pt x="391576" y="379611"/>
                    <a:pt x="440078" y="424339"/>
                    <a:pt x="501904" y="424339"/>
                  </a:cubicBezTo>
                  <a:cubicBezTo>
                    <a:pt x="563730" y="424339"/>
                    <a:pt x="612087" y="382394"/>
                    <a:pt x="613850" y="297835"/>
                  </a:cubicBezTo>
                  <a:cubicBezTo>
                    <a:pt x="614766" y="253928"/>
                    <a:pt x="612921" y="210006"/>
                    <a:pt x="612772" y="166090"/>
                  </a:cubicBezTo>
                  <a:cubicBezTo>
                    <a:pt x="612447" y="69849"/>
                    <a:pt x="541017" y="43720"/>
                    <a:pt x="501904" y="43899"/>
                  </a:cubicBezTo>
                  <a:close/>
                  <a:moveTo>
                    <a:pt x="5765399" y="4836"/>
                  </a:moveTo>
                  <a:lnTo>
                    <a:pt x="5814145" y="4836"/>
                  </a:lnTo>
                  <a:lnTo>
                    <a:pt x="5928889" y="4836"/>
                  </a:lnTo>
                  <a:lnTo>
                    <a:pt x="5938427" y="4836"/>
                  </a:lnTo>
                  <a:cubicBezTo>
                    <a:pt x="6059499" y="14201"/>
                    <a:pt x="6092463" y="104258"/>
                    <a:pt x="6084779" y="232346"/>
                  </a:cubicBezTo>
                  <a:lnTo>
                    <a:pt x="6084779" y="247167"/>
                  </a:lnTo>
                  <a:cubicBezTo>
                    <a:pt x="6084779" y="370807"/>
                    <a:pt x="6065971" y="449360"/>
                    <a:pt x="5939237" y="465195"/>
                  </a:cubicBezTo>
                  <a:lnTo>
                    <a:pt x="5928889" y="465537"/>
                  </a:lnTo>
                  <a:lnTo>
                    <a:pt x="5928889" y="465547"/>
                  </a:lnTo>
                  <a:lnTo>
                    <a:pt x="5928579" y="465547"/>
                  </a:lnTo>
                  <a:lnTo>
                    <a:pt x="5928573" y="465547"/>
                  </a:lnTo>
                  <a:lnTo>
                    <a:pt x="5814145" y="465547"/>
                  </a:lnTo>
                  <a:lnTo>
                    <a:pt x="5765399" y="465547"/>
                  </a:lnTo>
                  <a:close/>
                  <a:moveTo>
                    <a:pt x="5391729" y="4835"/>
                  </a:moveTo>
                  <a:lnTo>
                    <a:pt x="5440475" y="4835"/>
                  </a:lnTo>
                  <a:lnTo>
                    <a:pt x="5440475" y="421759"/>
                  </a:lnTo>
                  <a:lnTo>
                    <a:pt x="5674681" y="421759"/>
                  </a:lnTo>
                  <a:lnTo>
                    <a:pt x="5674681" y="465545"/>
                  </a:lnTo>
                  <a:lnTo>
                    <a:pt x="5440475" y="465545"/>
                  </a:lnTo>
                  <a:lnTo>
                    <a:pt x="5434593" y="465545"/>
                  </a:lnTo>
                  <a:lnTo>
                    <a:pt x="5391729" y="465545"/>
                  </a:lnTo>
                  <a:close/>
                  <a:moveTo>
                    <a:pt x="4976117" y="4835"/>
                  </a:moveTo>
                  <a:lnTo>
                    <a:pt x="5024863" y="4835"/>
                  </a:lnTo>
                  <a:lnTo>
                    <a:pt x="5158687" y="4835"/>
                  </a:lnTo>
                  <a:lnTo>
                    <a:pt x="5158687" y="5351"/>
                  </a:lnTo>
                  <a:lnTo>
                    <a:pt x="5165249" y="5351"/>
                  </a:lnTo>
                  <a:cubicBezTo>
                    <a:pt x="5240221" y="9395"/>
                    <a:pt x="5288551" y="60555"/>
                    <a:pt x="5288551" y="128653"/>
                  </a:cubicBezTo>
                  <a:lnTo>
                    <a:pt x="5288551" y="136815"/>
                  </a:lnTo>
                  <a:cubicBezTo>
                    <a:pt x="5288551" y="196401"/>
                    <a:pt x="5251239" y="242089"/>
                    <a:pt x="5192497" y="255289"/>
                  </a:cubicBezTo>
                  <a:lnTo>
                    <a:pt x="5188391" y="255851"/>
                  </a:lnTo>
                  <a:lnTo>
                    <a:pt x="5298631" y="465545"/>
                  </a:lnTo>
                  <a:lnTo>
                    <a:pt x="5240369" y="465545"/>
                  </a:lnTo>
                  <a:lnTo>
                    <a:pt x="5135989" y="261330"/>
                  </a:lnTo>
                  <a:lnTo>
                    <a:pt x="5024863" y="261330"/>
                  </a:lnTo>
                  <a:lnTo>
                    <a:pt x="5024863" y="465545"/>
                  </a:lnTo>
                  <a:lnTo>
                    <a:pt x="4976117" y="465545"/>
                  </a:lnTo>
                  <a:close/>
                  <a:moveTo>
                    <a:pt x="3434731" y="4835"/>
                  </a:moveTo>
                  <a:lnTo>
                    <a:pt x="3483477" y="4835"/>
                  </a:lnTo>
                  <a:lnTo>
                    <a:pt x="3617301" y="4835"/>
                  </a:lnTo>
                  <a:lnTo>
                    <a:pt x="3617301" y="5351"/>
                  </a:lnTo>
                  <a:lnTo>
                    <a:pt x="3623863" y="5351"/>
                  </a:lnTo>
                  <a:cubicBezTo>
                    <a:pt x="3698835" y="9395"/>
                    <a:pt x="3747165" y="60555"/>
                    <a:pt x="3747165" y="128653"/>
                  </a:cubicBezTo>
                  <a:lnTo>
                    <a:pt x="3747165" y="136815"/>
                  </a:lnTo>
                  <a:cubicBezTo>
                    <a:pt x="3747165" y="196401"/>
                    <a:pt x="3709853" y="242089"/>
                    <a:pt x="3651111" y="255289"/>
                  </a:cubicBezTo>
                  <a:lnTo>
                    <a:pt x="3647005" y="255851"/>
                  </a:lnTo>
                  <a:lnTo>
                    <a:pt x="3757245" y="465545"/>
                  </a:lnTo>
                  <a:lnTo>
                    <a:pt x="3698983" y="465545"/>
                  </a:lnTo>
                  <a:lnTo>
                    <a:pt x="3594603" y="261330"/>
                  </a:lnTo>
                  <a:lnTo>
                    <a:pt x="3483477" y="261330"/>
                  </a:lnTo>
                  <a:lnTo>
                    <a:pt x="3483477" y="465545"/>
                  </a:lnTo>
                  <a:lnTo>
                    <a:pt x="3434731" y="465545"/>
                  </a:lnTo>
                  <a:close/>
                  <a:moveTo>
                    <a:pt x="3062719" y="4835"/>
                  </a:moveTo>
                  <a:lnTo>
                    <a:pt x="3111465" y="4835"/>
                  </a:lnTo>
                  <a:lnTo>
                    <a:pt x="3348437" y="4835"/>
                  </a:lnTo>
                  <a:lnTo>
                    <a:pt x="3348437" y="48621"/>
                  </a:lnTo>
                  <a:lnTo>
                    <a:pt x="3111465" y="48621"/>
                  </a:lnTo>
                  <a:lnTo>
                    <a:pt x="3111465" y="211054"/>
                  </a:lnTo>
                  <a:lnTo>
                    <a:pt x="3313659" y="211054"/>
                  </a:lnTo>
                  <a:lnTo>
                    <a:pt x="3313659" y="254840"/>
                  </a:lnTo>
                  <a:lnTo>
                    <a:pt x="3111465" y="254840"/>
                  </a:lnTo>
                  <a:lnTo>
                    <a:pt x="3111465" y="421759"/>
                  </a:lnTo>
                  <a:lnTo>
                    <a:pt x="3348437" y="421759"/>
                  </a:lnTo>
                  <a:lnTo>
                    <a:pt x="3348437" y="465545"/>
                  </a:lnTo>
                  <a:lnTo>
                    <a:pt x="3111465" y="465545"/>
                  </a:lnTo>
                  <a:lnTo>
                    <a:pt x="3108350" y="465545"/>
                  </a:lnTo>
                  <a:lnTo>
                    <a:pt x="3062719" y="465545"/>
                  </a:lnTo>
                  <a:close/>
                  <a:moveTo>
                    <a:pt x="2686079" y="4835"/>
                  </a:moveTo>
                  <a:lnTo>
                    <a:pt x="2734825" y="4835"/>
                  </a:lnTo>
                  <a:lnTo>
                    <a:pt x="2971797" y="4835"/>
                  </a:lnTo>
                  <a:lnTo>
                    <a:pt x="2971797" y="48621"/>
                  </a:lnTo>
                  <a:lnTo>
                    <a:pt x="2734825" y="48621"/>
                  </a:lnTo>
                  <a:lnTo>
                    <a:pt x="2734825" y="218352"/>
                  </a:lnTo>
                  <a:lnTo>
                    <a:pt x="2937019" y="218352"/>
                  </a:lnTo>
                  <a:lnTo>
                    <a:pt x="2937019" y="262138"/>
                  </a:lnTo>
                  <a:lnTo>
                    <a:pt x="2734825" y="262138"/>
                  </a:lnTo>
                  <a:lnTo>
                    <a:pt x="2734825" y="465545"/>
                  </a:lnTo>
                  <a:lnTo>
                    <a:pt x="2686079" y="465545"/>
                  </a:lnTo>
                  <a:close/>
                  <a:moveTo>
                    <a:pt x="2404270" y="4835"/>
                  </a:moveTo>
                  <a:lnTo>
                    <a:pt x="2446219" y="4835"/>
                  </a:lnTo>
                  <a:lnTo>
                    <a:pt x="2446220" y="4835"/>
                  </a:lnTo>
                  <a:lnTo>
                    <a:pt x="2448491" y="11049"/>
                  </a:lnTo>
                  <a:lnTo>
                    <a:pt x="2614619" y="465545"/>
                  </a:lnTo>
                  <a:lnTo>
                    <a:pt x="2562510" y="465545"/>
                  </a:lnTo>
                  <a:lnTo>
                    <a:pt x="2526047" y="361259"/>
                  </a:lnTo>
                  <a:lnTo>
                    <a:pt x="2324408" y="361259"/>
                  </a:lnTo>
                  <a:lnTo>
                    <a:pt x="2287458" y="465545"/>
                  </a:lnTo>
                  <a:lnTo>
                    <a:pt x="2235398" y="465545"/>
                  </a:lnTo>
                  <a:lnTo>
                    <a:pt x="2403683" y="6435"/>
                  </a:lnTo>
                  <a:close/>
                  <a:moveTo>
                    <a:pt x="1470324" y="4835"/>
                  </a:moveTo>
                  <a:lnTo>
                    <a:pt x="1512273" y="4835"/>
                  </a:lnTo>
                  <a:lnTo>
                    <a:pt x="1512274" y="4835"/>
                  </a:lnTo>
                  <a:lnTo>
                    <a:pt x="1514545" y="11049"/>
                  </a:lnTo>
                  <a:lnTo>
                    <a:pt x="1680673" y="465545"/>
                  </a:lnTo>
                  <a:lnTo>
                    <a:pt x="1628564" y="465545"/>
                  </a:lnTo>
                  <a:lnTo>
                    <a:pt x="1592101" y="361259"/>
                  </a:lnTo>
                  <a:lnTo>
                    <a:pt x="1390462" y="361259"/>
                  </a:lnTo>
                  <a:lnTo>
                    <a:pt x="1353512" y="465545"/>
                  </a:lnTo>
                  <a:lnTo>
                    <a:pt x="1301452" y="465545"/>
                  </a:lnTo>
                  <a:lnTo>
                    <a:pt x="1469737" y="6435"/>
                  </a:lnTo>
                  <a:close/>
                  <a:moveTo>
                    <a:pt x="771640" y="4835"/>
                  </a:moveTo>
                  <a:lnTo>
                    <a:pt x="820386" y="4835"/>
                  </a:lnTo>
                  <a:lnTo>
                    <a:pt x="954211" y="4835"/>
                  </a:lnTo>
                  <a:lnTo>
                    <a:pt x="954211" y="5351"/>
                  </a:lnTo>
                  <a:lnTo>
                    <a:pt x="960772" y="5351"/>
                  </a:lnTo>
                  <a:cubicBezTo>
                    <a:pt x="1035745" y="9395"/>
                    <a:pt x="1084074" y="60555"/>
                    <a:pt x="1084074" y="128653"/>
                  </a:cubicBezTo>
                  <a:lnTo>
                    <a:pt x="1084074" y="136815"/>
                  </a:lnTo>
                  <a:cubicBezTo>
                    <a:pt x="1084074" y="196401"/>
                    <a:pt x="1046762" y="242089"/>
                    <a:pt x="988021" y="255289"/>
                  </a:cubicBezTo>
                  <a:lnTo>
                    <a:pt x="983914" y="255851"/>
                  </a:lnTo>
                  <a:lnTo>
                    <a:pt x="1094154" y="465545"/>
                  </a:lnTo>
                  <a:lnTo>
                    <a:pt x="1035892" y="465545"/>
                  </a:lnTo>
                  <a:lnTo>
                    <a:pt x="931513" y="261330"/>
                  </a:lnTo>
                  <a:lnTo>
                    <a:pt x="820386" y="261330"/>
                  </a:lnTo>
                  <a:lnTo>
                    <a:pt x="820386" y="465545"/>
                  </a:lnTo>
                  <a:lnTo>
                    <a:pt x="771640" y="465545"/>
                  </a:lnTo>
                  <a:close/>
                  <a:moveTo>
                    <a:pt x="0" y="4835"/>
                  </a:moveTo>
                  <a:lnTo>
                    <a:pt x="48746" y="4835"/>
                  </a:lnTo>
                  <a:lnTo>
                    <a:pt x="285718" y="4835"/>
                  </a:lnTo>
                  <a:lnTo>
                    <a:pt x="285718" y="48621"/>
                  </a:lnTo>
                  <a:lnTo>
                    <a:pt x="48746" y="48621"/>
                  </a:lnTo>
                  <a:lnTo>
                    <a:pt x="48746" y="218352"/>
                  </a:lnTo>
                  <a:lnTo>
                    <a:pt x="250940" y="218352"/>
                  </a:lnTo>
                  <a:lnTo>
                    <a:pt x="250940" y="262138"/>
                  </a:lnTo>
                  <a:lnTo>
                    <a:pt x="48746" y="262138"/>
                  </a:lnTo>
                  <a:lnTo>
                    <a:pt x="48746" y="465545"/>
                  </a:lnTo>
                  <a:lnTo>
                    <a:pt x="0" y="465545"/>
                  </a:lnTo>
                  <a:close/>
                  <a:moveTo>
                    <a:pt x="3958459" y="4745"/>
                  </a:moveTo>
                  <a:lnTo>
                    <a:pt x="4010427" y="4745"/>
                  </a:lnTo>
                  <a:lnTo>
                    <a:pt x="4101179" y="373571"/>
                  </a:lnTo>
                  <a:lnTo>
                    <a:pt x="4193451" y="38549"/>
                  </a:lnTo>
                  <a:lnTo>
                    <a:pt x="4201593" y="8980"/>
                  </a:lnTo>
                  <a:lnTo>
                    <a:pt x="4202755" y="4761"/>
                  </a:lnTo>
                  <a:lnTo>
                    <a:pt x="4235167" y="4761"/>
                  </a:lnTo>
                  <a:lnTo>
                    <a:pt x="4240517" y="4761"/>
                  </a:lnTo>
                  <a:lnTo>
                    <a:pt x="4246787" y="4761"/>
                  </a:lnTo>
                  <a:lnTo>
                    <a:pt x="4248741" y="11859"/>
                  </a:lnTo>
                  <a:lnTo>
                    <a:pt x="4248477" y="12799"/>
                  </a:lnTo>
                  <a:lnTo>
                    <a:pt x="4255569" y="38549"/>
                  </a:lnTo>
                  <a:lnTo>
                    <a:pt x="4347627" y="372791"/>
                  </a:lnTo>
                  <a:lnTo>
                    <a:pt x="4438187" y="4745"/>
                  </a:lnTo>
                  <a:lnTo>
                    <a:pt x="4490153" y="4745"/>
                  </a:lnTo>
                  <a:lnTo>
                    <a:pt x="4372511" y="463141"/>
                  </a:lnTo>
                  <a:lnTo>
                    <a:pt x="4373173" y="465545"/>
                  </a:lnTo>
                  <a:lnTo>
                    <a:pt x="4326895" y="465545"/>
                  </a:lnTo>
                  <a:lnTo>
                    <a:pt x="4324805" y="465545"/>
                  </a:lnTo>
                  <a:lnTo>
                    <a:pt x="4325783" y="461570"/>
                  </a:lnTo>
                  <a:lnTo>
                    <a:pt x="4296003" y="355117"/>
                  </a:lnTo>
                  <a:cubicBezTo>
                    <a:pt x="4279717" y="296724"/>
                    <a:pt x="4263373" y="237934"/>
                    <a:pt x="4247059" y="179343"/>
                  </a:cubicBezTo>
                  <a:lnTo>
                    <a:pt x="4224443" y="98394"/>
                  </a:lnTo>
                  <a:lnTo>
                    <a:pt x="4122661" y="460881"/>
                  </a:lnTo>
                  <a:lnTo>
                    <a:pt x="4123809" y="465545"/>
                  </a:lnTo>
                  <a:lnTo>
                    <a:pt x="4121351" y="465545"/>
                  </a:lnTo>
                  <a:lnTo>
                    <a:pt x="4075847" y="465545"/>
                  </a:lnTo>
                  <a:lnTo>
                    <a:pt x="4076299" y="463905"/>
                  </a:lnTo>
                  <a:close/>
                  <a:moveTo>
                    <a:pt x="2041154" y="606"/>
                  </a:moveTo>
                  <a:cubicBezTo>
                    <a:pt x="2056349" y="359"/>
                    <a:pt x="2072294" y="1572"/>
                    <a:pt x="2088613" y="4631"/>
                  </a:cubicBezTo>
                  <a:cubicBezTo>
                    <a:pt x="2121250" y="10749"/>
                    <a:pt x="2155637" y="28410"/>
                    <a:pt x="2179456" y="51753"/>
                  </a:cubicBezTo>
                  <a:lnTo>
                    <a:pt x="2149031" y="82816"/>
                  </a:lnTo>
                  <a:cubicBezTo>
                    <a:pt x="2140171" y="75943"/>
                    <a:pt x="2113015" y="55262"/>
                    <a:pt x="2089902" y="49338"/>
                  </a:cubicBezTo>
                  <a:cubicBezTo>
                    <a:pt x="2066790" y="43414"/>
                    <a:pt x="2035311" y="41538"/>
                    <a:pt x="2010356" y="47271"/>
                  </a:cubicBezTo>
                  <a:cubicBezTo>
                    <a:pt x="1961313" y="58538"/>
                    <a:pt x="1950824" y="89080"/>
                    <a:pt x="1945875" y="109092"/>
                  </a:cubicBezTo>
                  <a:cubicBezTo>
                    <a:pt x="1940927" y="129104"/>
                    <a:pt x="1942695" y="157841"/>
                    <a:pt x="1961254" y="179474"/>
                  </a:cubicBezTo>
                  <a:cubicBezTo>
                    <a:pt x="1970128" y="189817"/>
                    <a:pt x="1993388" y="198637"/>
                    <a:pt x="2016102" y="205119"/>
                  </a:cubicBezTo>
                  <a:cubicBezTo>
                    <a:pt x="2038816" y="211602"/>
                    <a:pt x="2073552" y="213407"/>
                    <a:pt x="2097538" y="218369"/>
                  </a:cubicBezTo>
                  <a:cubicBezTo>
                    <a:pt x="2177050" y="234818"/>
                    <a:pt x="2196293" y="288784"/>
                    <a:pt x="2199589" y="323221"/>
                  </a:cubicBezTo>
                  <a:cubicBezTo>
                    <a:pt x="2202884" y="357658"/>
                    <a:pt x="2193276" y="391877"/>
                    <a:pt x="2175544" y="415287"/>
                  </a:cubicBezTo>
                  <a:cubicBezTo>
                    <a:pt x="2157812" y="438696"/>
                    <a:pt x="2127442" y="456064"/>
                    <a:pt x="2093197" y="463679"/>
                  </a:cubicBezTo>
                  <a:cubicBezTo>
                    <a:pt x="2058951" y="471294"/>
                    <a:pt x="2012248" y="473487"/>
                    <a:pt x="1970071" y="460977"/>
                  </a:cubicBezTo>
                  <a:cubicBezTo>
                    <a:pt x="1927894" y="448468"/>
                    <a:pt x="1892569" y="421821"/>
                    <a:pt x="1883810" y="408031"/>
                  </a:cubicBezTo>
                  <a:lnTo>
                    <a:pt x="1916305" y="375403"/>
                  </a:lnTo>
                  <a:cubicBezTo>
                    <a:pt x="1932942" y="391540"/>
                    <a:pt x="1951342" y="405436"/>
                    <a:pt x="1978754" y="415726"/>
                  </a:cubicBezTo>
                  <a:cubicBezTo>
                    <a:pt x="2007451" y="426499"/>
                    <a:pt x="2063835" y="427861"/>
                    <a:pt x="2086063" y="420630"/>
                  </a:cubicBezTo>
                  <a:cubicBezTo>
                    <a:pt x="2108291" y="413400"/>
                    <a:pt x="2152869" y="395917"/>
                    <a:pt x="2150946" y="338373"/>
                  </a:cubicBezTo>
                  <a:cubicBezTo>
                    <a:pt x="2148007" y="250467"/>
                    <a:pt x="2066791" y="264774"/>
                    <a:pt x="2001684" y="249873"/>
                  </a:cubicBezTo>
                  <a:cubicBezTo>
                    <a:pt x="1968558" y="242291"/>
                    <a:pt x="1944476" y="232508"/>
                    <a:pt x="1923956" y="211548"/>
                  </a:cubicBezTo>
                  <a:cubicBezTo>
                    <a:pt x="1898465" y="185510"/>
                    <a:pt x="1892322" y="139460"/>
                    <a:pt x="1897264" y="108203"/>
                  </a:cubicBezTo>
                  <a:cubicBezTo>
                    <a:pt x="1902170" y="77180"/>
                    <a:pt x="1914171" y="48942"/>
                    <a:pt x="1947105" y="27960"/>
                  </a:cubicBezTo>
                  <a:cubicBezTo>
                    <a:pt x="1963630" y="17003"/>
                    <a:pt x="1974071" y="10371"/>
                    <a:pt x="1998192" y="5339"/>
                  </a:cubicBezTo>
                  <a:cubicBezTo>
                    <a:pt x="2011513" y="2559"/>
                    <a:pt x="2025959" y="853"/>
                    <a:pt x="2041154" y="606"/>
                  </a:cubicBezTo>
                  <a:close/>
                  <a:moveTo>
                    <a:pt x="4707063" y="0"/>
                  </a:moveTo>
                  <a:lnTo>
                    <a:pt x="4717387" y="0"/>
                  </a:lnTo>
                  <a:cubicBezTo>
                    <a:pt x="4803519" y="0"/>
                    <a:pt x="4873343" y="69824"/>
                    <a:pt x="4873343" y="155956"/>
                  </a:cubicBezTo>
                  <a:lnTo>
                    <a:pt x="4873343" y="312596"/>
                  </a:lnTo>
                  <a:cubicBezTo>
                    <a:pt x="4873343" y="398728"/>
                    <a:pt x="4803519" y="468552"/>
                    <a:pt x="4717387" y="468552"/>
                  </a:cubicBezTo>
                  <a:lnTo>
                    <a:pt x="4707063" y="468552"/>
                  </a:lnTo>
                  <a:cubicBezTo>
                    <a:pt x="4620931" y="468552"/>
                    <a:pt x="4551107" y="398728"/>
                    <a:pt x="4551107" y="312596"/>
                  </a:cubicBezTo>
                  <a:cubicBezTo>
                    <a:pt x="4551107" y="260383"/>
                    <a:pt x="4551645" y="216257"/>
                    <a:pt x="4551645" y="164044"/>
                  </a:cubicBezTo>
                  <a:cubicBezTo>
                    <a:pt x="4553803" y="67667"/>
                    <a:pt x="4611765" y="5931"/>
                    <a:pt x="4707063" y="0"/>
                  </a:cubicBezTo>
                  <a:close/>
                  <a:moveTo>
                    <a:pt x="496236" y="0"/>
                  </a:moveTo>
                  <a:lnTo>
                    <a:pt x="506560" y="0"/>
                  </a:lnTo>
                  <a:cubicBezTo>
                    <a:pt x="592693" y="0"/>
                    <a:pt x="662516" y="69824"/>
                    <a:pt x="662516" y="155956"/>
                  </a:cubicBezTo>
                  <a:lnTo>
                    <a:pt x="662516" y="312596"/>
                  </a:lnTo>
                  <a:cubicBezTo>
                    <a:pt x="662516" y="398728"/>
                    <a:pt x="592693" y="468552"/>
                    <a:pt x="506560" y="468552"/>
                  </a:cubicBezTo>
                  <a:lnTo>
                    <a:pt x="496236" y="468552"/>
                  </a:lnTo>
                  <a:cubicBezTo>
                    <a:pt x="410104" y="468552"/>
                    <a:pt x="340280" y="398728"/>
                    <a:pt x="340280" y="312596"/>
                  </a:cubicBezTo>
                  <a:cubicBezTo>
                    <a:pt x="340280" y="260383"/>
                    <a:pt x="340819" y="216257"/>
                    <a:pt x="340819" y="164044"/>
                  </a:cubicBezTo>
                  <a:cubicBezTo>
                    <a:pt x="342976" y="67667"/>
                    <a:pt x="400938" y="5931"/>
                    <a:pt x="496236" y="0"/>
                  </a:cubicBezTo>
                  <a:close/>
                </a:path>
              </a:pathLst>
            </a:custGeom>
            <a:grpFill/>
          </p:spPr>
          <p:txBody>
            <a:bodyPr wrap="square" rtlCol="0" anchor="ctr">
              <a:noAutofit/>
            </a:bodyPr>
            <a:lstStyle/>
            <a:p>
              <a:pPr algn="ctr">
                <a:buNone/>
              </a:pPr>
              <a:endParaRPr lang="en-GB" sz="1200">
                <a:solidFill>
                  <a:schemeClr val="tx2"/>
                </a:solidFill>
                <a:latin typeface="+mn-lt"/>
              </a:endParaRPr>
            </a:p>
          </p:txBody>
        </p:sp>
        <p:sp>
          <p:nvSpPr>
            <p:cNvPr id="86" name="Freihandform: Form 16">
              <a:extLst>
                <a:ext uri="{FF2B5EF4-FFF2-40B4-BE49-F238E27FC236}">
                  <a16:creationId xmlns:a16="http://schemas.microsoft.com/office/drawing/2014/main" id="{1526854A-4F4D-8B62-0B9F-5175AA71F5F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6480658" y="3564296"/>
              <a:ext cx="10339200" cy="1795153"/>
            </a:xfrm>
            <a:custGeom>
              <a:avLst/>
              <a:gdLst>
                <a:gd name="connsiteX0" fmla="*/ 4196821 w 11362354"/>
                <a:gd name="connsiteY0" fmla="*/ 1846406 h 1972800"/>
                <a:gd name="connsiteX1" fmla="*/ 4515841 w 11362354"/>
                <a:gd name="connsiteY1" fmla="*/ 1846406 h 1972800"/>
                <a:gd name="connsiteX2" fmla="*/ 4302401 w 11362354"/>
                <a:gd name="connsiteY2" fmla="*/ 1972800 h 1972800"/>
                <a:gd name="connsiteX3" fmla="*/ 4276590 w 11362354"/>
                <a:gd name="connsiteY3" fmla="*/ 1972800 h 1972800"/>
                <a:gd name="connsiteX4" fmla="*/ 10408772 w 11362354"/>
                <a:gd name="connsiteY4" fmla="*/ 1547682 h 1972800"/>
                <a:gd name="connsiteX5" fmla="*/ 11236685 w 11362354"/>
                <a:gd name="connsiteY5" fmla="*/ 1547682 h 1972800"/>
                <a:gd name="connsiteX6" fmla="*/ 11013744 w 11362354"/>
                <a:gd name="connsiteY6" fmla="*/ 1726479 h 1972800"/>
                <a:gd name="connsiteX7" fmla="*/ 10702056 w 11362354"/>
                <a:gd name="connsiteY7" fmla="*/ 1776200 h 1972800"/>
                <a:gd name="connsiteX8" fmla="*/ 10408772 w 11362354"/>
                <a:gd name="connsiteY8" fmla="*/ 1703049 h 1972800"/>
                <a:gd name="connsiteX9" fmla="*/ 9781432 w 11362354"/>
                <a:gd name="connsiteY9" fmla="*/ 1544408 h 1972800"/>
                <a:gd name="connsiteX10" fmla="*/ 10286039 w 11362354"/>
                <a:gd name="connsiteY10" fmla="*/ 1544408 h 1972800"/>
                <a:gd name="connsiteX11" fmla="*/ 10286039 w 11362354"/>
                <a:gd name="connsiteY11" fmla="*/ 1763438 h 1972800"/>
                <a:gd name="connsiteX12" fmla="*/ 9781432 w 11362354"/>
                <a:gd name="connsiteY12" fmla="*/ 1763438 h 1972800"/>
                <a:gd name="connsiteX13" fmla="*/ 8877431 w 11362354"/>
                <a:gd name="connsiteY13" fmla="*/ 1544408 h 1972800"/>
                <a:gd name="connsiteX14" fmla="*/ 9382033 w 11362354"/>
                <a:gd name="connsiteY14" fmla="*/ 1544408 h 1972800"/>
                <a:gd name="connsiteX15" fmla="*/ 9382033 w 11362354"/>
                <a:gd name="connsiteY15" fmla="*/ 1763438 h 1972800"/>
                <a:gd name="connsiteX16" fmla="*/ 8877431 w 11362354"/>
                <a:gd name="connsiteY16" fmla="*/ 1763438 h 1972800"/>
                <a:gd name="connsiteX17" fmla="*/ 7955283 w 11362354"/>
                <a:gd name="connsiteY17" fmla="*/ 1544408 h 1972800"/>
                <a:gd name="connsiteX18" fmla="*/ 8501703 w 11362354"/>
                <a:gd name="connsiteY18" fmla="*/ 1544408 h 1972800"/>
                <a:gd name="connsiteX19" fmla="*/ 8501703 w 11362354"/>
                <a:gd name="connsiteY19" fmla="*/ 1763438 h 1972800"/>
                <a:gd name="connsiteX20" fmla="*/ 8046371 w 11362354"/>
                <a:gd name="connsiteY20" fmla="*/ 1763438 h 1972800"/>
                <a:gd name="connsiteX21" fmla="*/ 7193139 w 11362354"/>
                <a:gd name="connsiteY21" fmla="*/ 1544408 h 1972800"/>
                <a:gd name="connsiteX22" fmla="*/ 7648159 w 11362354"/>
                <a:gd name="connsiteY22" fmla="*/ 1544408 h 1972800"/>
                <a:gd name="connsiteX23" fmla="*/ 7648159 w 11362354"/>
                <a:gd name="connsiteY23" fmla="*/ 1763438 h 1972800"/>
                <a:gd name="connsiteX24" fmla="*/ 7193139 w 11362354"/>
                <a:gd name="connsiteY24" fmla="*/ 1763438 h 1972800"/>
                <a:gd name="connsiteX25" fmla="*/ 6188669 w 11362354"/>
                <a:gd name="connsiteY25" fmla="*/ 1544408 h 1972800"/>
                <a:gd name="connsiteX26" fmla="*/ 7080275 w 11362354"/>
                <a:gd name="connsiteY26" fmla="*/ 1544408 h 1972800"/>
                <a:gd name="connsiteX27" fmla="*/ 7080275 w 11362354"/>
                <a:gd name="connsiteY27" fmla="*/ 1763438 h 1972800"/>
                <a:gd name="connsiteX28" fmla="*/ 6188669 w 11362354"/>
                <a:gd name="connsiteY28" fmla="*/ 1763438 h 1972800"/>
                <a:gd name="connsiteX29" fmla="*/ 4886266 w 11362354"/>
                <a:gd name="connsiteY29" fmla="*/ 1544408 h 1972800"/>
                <a:gd name="connsiteX30" fmla="*/ 5979839 w 11362354"/>
                <a:gd name="connsiteY30" fmla="*/ 1544408 h 1972800"/>
                <a:gd name="connsiteX31" fmla="*/ 5557257 w 11362354"/>
                <a:gd name="connsiteY31" fmla="*/ 1763438 h 1972800"/>
                <a:gd name="connsiteX32" fmla="*/ 5308843 w 11362354"/>
                <a:gd name="connsiteY32" fmla="*/ 1763438 h 1972800"/>
                <a:gd name="connsiteX33" fmla="*/ 4886266 w 11362354"/>
                <a:gd name="connsiteY33" fmla="*/ 1544408 h 1972800"/>
                <a:gd name="connsiteX34" fmla="*/ 2285298 w 11362354"/>
                <a:gd name="connsiteY34" fmla="*/ 1544408 h 1972800"/>
                <a:gd name="connsiteX35" fmla="*/ 3183254 w 11362354"/>
                <a:gd name="connsiteY35" fmla="*/ 1544408 h 1972800"/>
                <a:gd name="connsiteX36" fmla="*/ 3183254 w 11362354"/>
                <a:gd name="connsiteY36" fmla="*/ 1763438 h 1972800"/>
                <a:gd name="connsiteX37" fmla="*/ 2285298 w 11362354"/>
                <a:gd name="connsiteY37" fmla="*/ 1763438 h 1972800"/>
                <a:gd name="connsiteX38" fmla="*/ 1699767 w 11362354"/>
                <a:gd name="connsiteY38" fmla="*/ 1544408 h 1972800"/>
                <a:gd name="connsiteX39" fmla="*/ 2161050 w 11362354"/>
                <a:gd name="connsiteY39" fmla="*/ 1544408 h 1972800"/>
                <a:gd name="connsiteX40" fmla="*/ 2265828 w 11362354"/>
                <a:gd name="connsiteY40" fmla="*/ 1763438 h 1972800"/>
                <a:gd name="connsiteX41" fmla="*/ 1796468 w 11362354"/>
                <a:gd name="connsiteY41" fmla="*/ 1763438 h 1972800"/>
                <a:gd name="connsiteX42" fmla="*/ 985097 w 11362354"/>
                <a:gd name="connsiteY42" fmla="*/ 1544408 h 1972800"/>
                <a:gd name="connsiteX43" fmla="*/ 1468672 w 11362354"/>
                <a:gd name="connsiteY43" fmla="*/ 1544408 h 1972800"/>
                <a:gd name="connsiteX44" fmla="*/ 1468672 w 11362354"/>
                <a:gd name="connsiteY44" fmla="*/ 1763438 h 1972800"/>
                <a:gd name="connsiteX45" fmla="*/ 985097 w 11362354"/>
                <a:gd name="connsiteY45" fmla="*/ 1763438 h 1972800"/>
                <a:gd name="connsiteX46" fmla="*/ 0 w 11362354"/>
                <a:gd name="connsiteY46" fmla="*/ 1544408 h 1972800"/>
                <a:gd name="connsiteX47" fmla="*/ 506025 w 11362354"/>
                <a:gd name="connsiteY47" fmla="*/ 1544408 h 1972800"/>
                <a:gd name="connsiteX48" fmla="*/ 506025 w 11362354"/>
                <a:gd name="connsiteY48" fmla="*/ 1763438 h 1972800"/>
                <a:gd name="connsiteX49" fmla="*/ 498505 w 11362354"/>
                <a:gd name="connsiteY49" fmla="*/ 1763438 h 1972800"/>
                <a:gd name="connsiteX50" fmla="*/ 7520 w 11362354"/>
                <a:gd name="connsiteY50" fmla="*/ 1763438 h 1972800"/>
                <a:gd name="connsiteX51" fmla="*/ 0 w 11362354"/>
                <a:gd name="connsiteY51" fmla="*/ 1763438 h 1972800"/>
                <a:gd name="connsiteX52" fmla="*/ 3478763 w 11362354"/>
                <a:gd name="connsiteY52" fmla="*/ 1544407 h 1972800"/>
                <a:gd name="connsiteX53" fmla="*/ 4486152 w 11362354"/>
                <a:gd name="connsiteY53" fmla="*/ 1544407 h 1972800"/>
                <a:gd name="connsiteX54" fmla="*/ 4479313 w 11362354"/>
                <a:gd name="connsiteY54" fmla="*/ 1555187 h 1972800"/>
                <a:gd name="connsiteX55" fmla="*/ 4654042 w 11362354"/>
                <a:gd name="connsiteY55" fmla="*/ 1763437 h 1972800"/>
                <a:gd name="connsiteX56" fmla="*/ 3697470 w 11362354"/>
                <a:gd name="connsiteY56" fmla="*/ 1763437 h 1972800"/>
                <a:gd name="connsiteX57" fmla="*/ 3478763 w 11362354"/>
                <a:gd name="connsiteY57" fmla="*/ 1544407 h 1972800"/>
                <a:gd name="connsiteX58" fmla="*/ 10408772 w 11362354"/>
                <a:gd name="connsiteY58" fmla="*/ 1290902 h 1972800"/>
                <a:gd name="connsiteX59" fmla="*/ 10568570 w 11362354"/>
                <a:gd name="connsiteY59" fmla="*/ 1290902 h 1972800"/>
                <a:gd name="connsiteX60" fmla="*/ 10590729 w 11362354"/>
                <a:gd name="connsiteY60" fmla="*/ 1313870 h 1972800"/>
                <a:gd name="connsiteX61" fmla="*/ 10721250 w 11362354"/>
                <a:gd name="connsiteY61" fmla="*/ 1365562 h 1972800"/>
                <a:gd name="connsiteX62" fmla="*/ 10855315 w 11362354"/>
                <a:gd name="connsiteY62" fmla="*/ 1290902 h 1972800"/>
                <a:gd name="connsiteX63" fmla="*/ 11214890 w 11362354"/>
                <a:gd name="connsiteY63" fmla="*/ 1290902 h 1972800"/>
                <a:gd name="connsiteX64" fmla="*/ 11346112 w 11362354"/>
                <a:gd name="connsiteY64" fmla="*/ 1290902 h 1972800"/>
                <a:gd name="connsiteX65" fmla="*/ 11280882 w 11362354"/>
                <a:gd name="connsiteY65" fmla="*/ 1465414 h 1972800"/>
                <a:gd name="connsiteX66" fmla="*/ 11214890 w 11362354"/>
                <a:gd name="connsiteY66" fmla="*/ 1465414 h 1972800"/>
                <a:gd name="connsiteX67" fmla="*/ 10408772 w 11362354"/>
                <a:gd name="connsiteY67" fmla="*/ 1465414 h 1972800"/>
                <a:gd name="connsiteX68" fmla="*/ 3354588 w 11362354"/>
                <a:gd name="connsiteY68" fmla="*/ 1288169 h 1972800"/>
                <a:gd name="connsiteX69" fmla="*/ 3891084 w 11362354"/>
                <a:gd name="connsiteY69" fmla="*/ 1288169 h 1972800"/>
                <a:gd name="connsiteX70" fmla="*/ 3982693 w 11362354"/>
                <a:gd name="connsiteY70" fmla="*/ 1333215 h 1972800"/>
                <a:gd name="connsiteX71" fmla="*/ 4074304 w 11362354"/>
                <a:gd name="connsiteY71" fmla="*/ 1288169 h 1972800"/>
                <a:gd name="connsiteX72" fmla="*/ 4610046 w 11362354"/>
                <a:gd name="connsiteY72" fmla="*/ 1288169 h 1972800"/>
                <a:gd name="connsiteX73" fmla="*/ 4535426 w 11362354"/>
                <a:gd name="connsiteY73" fmla="*/ 1462313 h 1972800"/>
                <a:gd name="connsiteX74" fmla="*/ 3429061 w 11362354"/>
                <a:gd name="connsiteY74" fmla="*/ 1462313 h 1972800"/>
                <a:gd name="connsiteX75" fmla="*/ 3354588 w 11362354"/>
                <a:gd name="connsiteY75" fmla="*/ 1288169 h 1972800"/>
                <a:gd name="connsiteX76" fmla="*/ 9781432 w 11362354"/>
                <a:gd name="connsiteY76" fmla="*/ 1288165 h 1972800"/>
                <a:gd name="connsiteX77" fmla="*/ 10286039 w 11362354"/>
                <a:gd name="connsiteY77" fmla="*/ 1288165 h 1972800"/>
                <a:gd name="connsiteX78" fmla="*/ 10286039 w 11362354"/>
                <a:gd name="connsiteY78" fmla="*/ 1462314 h 1972800"/>
                <a:gd name="connsiteX79" fmla="*/ 9781432 w 11362354"/>
                <a:gd name="connsiteY79" fmla="*/ 1462314 h 1972800"/>
                <a:gd name="connsiteX80" fmla="*/ 8877431 w 11362354"/>
                <a:gd name="connsiteY80" fmla="*/ 1288165 h 1972800"/>
                <a:gd name="connsiteX81" fmla="*/ 9382033 w 11362354"/>
                <a:gd name="connsiteY81" fmla="*/ 1288165 h 1972800"/>
                <a:gd name="connsiteX82" fmla="*/ 9382033 w 11362354"/>
                <a:gd name="connsiteY82" fmla="*/ 1462314 h 1972800"/>
                <a:gd name="connsiteX83" fmla="*/ 8877431 w 11362354"/>
                <a:gd name="connsiteY83" fmla="*/ 1462314 h 1972800"/>
                <a:gd name="connsiteX84" fmla="*/ 7848731 w 11362354"/>
                <a:gd name="connsiteY84" fmla="*/ 1288165 h 1972800"/>
                <a:gd name="connsiteX85" fmla="*/ 8501703 w 11362354"/>
                <a:gd name="connsiteY85" fmla="*/ 1288165 h 1972800"/>
                <a:gd name="connsiteX86" fmla="*/ 8501703 w 11362354"/>
                <a:gd name="connsiteY86" fmla="*/ 1462314 h 1972800"/>
                <a:gd name="connsiteX87" fmla="*/ 7921150 w 11362354"/>
                <a:gd name="connsiteY87" fmla="*/ 1462314 h 1972800"/>
                <a:gd name="connsiteX88" fmla="*/ 7193139 w 11362354"/>
                <a:gd name="connsiteY88" fmla="*/ 1288165 h 1972800"/>
                <a:gd name="connsiteX89" fmla="*/ 7648159 w 11362354"/>
                <a:gd name="connsiteY89" fmla="*/ 1288165 h 1972800"/>
                <a:gd name="connsiteX90" fmla="*/ 7648159 w 11362354"/>
                <a:gd name="connsiteY90" fmla="*/ 1462314 h 1972800"/>
                <a:gd name="connsiteX91" fmla="*/ 7193139 w 11362354"/>
                <a:gd name="connsiteY91" fmla="*/ 1462314 h 1972800"/>
                <a:gd name="connsiteX92" fmla="*/ 6188669 w 11362354"/>
                <a:gd name="connsiteY92" fmla="*/ 1288165 h 1972800"/>
                <a:gd name="connsiteX93" fmla="*/ 6674501 w 11362354"/>
                <a:gd name="connsiteY93" fmla="*/ 1288165 h 1972800"/>
                <a:gd name="connsiteX94" fmla="*/ 6674501 w 11362354"/>
                <a:gd name="connsiteY94" fmla="*/ 1351991 h 1972800"/>
                <a:gd name="connsiteX95" fmla="*/ 7080275 w 11362354"/>
                <a:gd name="connsiteY95" fmla="*/ 1351991 h 1972800"/>
                <a:gd name="connsiteX96" fmla="*/ 7080275 w 11362354"/>
                <a:gd name="connsiteY96" fmla="*/ 1462314 h 1972800"/>
                <a:gd name="connsiteX97" fmla="*/ 6188669 w 11362354"/>
                <a:gd name="connsiteY97" fmla="*/ 1462314 h 1972800"/>
                <a:gd name="connsiteX98" fmla="*/ 4794722 w 11362354"/>
                <a:gd name="connsiteY98" fmla="*/ 1288165 h 1972800"/>
                <a:gd name="connsiteX99" fmla="*/ 5308313 w 11362354"/>
                <a:gd name="connsiteY99" fmla="*/ 1288165 h 1972800"/>
                <a:gd name="connsiteX100" fmla="*/ 5433050 w 11362354"/>
                <a:gd name="connsiteY100" fmla="*/ 1363467 h 1972800"/>
                <a:gd name="connsiteX101" fmla="*/ 5557791 w 11362354"/>
                <a:gd name="connsiteY101" fmla="*/ 1288165 h 1972800"/>
                <a:gd name="connsiteX102" fmla="*/ 6071387 w 11362354"/>
                <a:gd name="connsiteY102" fmla="*/ 1288165 h 1972800"/>
                <a:gd name="connsiteX103" fmla="*/ 6026879 w 11362354"/>
                <a:gd name="connsiteY103" fmla="*/ 1462314 h 1972800"/>
                <a:gd name="connsiteX104" fmla="*/ 4839225 w 11362354"/>
                <a:gd name="connsiteY104" fmla="*/ 1462314 h 1972800"/>
                <a:gd name="connsiteX105" fmla="*/ 4794722 w 11362354"/>
                <a:gd name="connsiteY105" fmla="*/ 1288165 h 1972800"/>
                <a:gd name="connsiteX106" fmla="*/ 2285298 w 11362354"/>
                <a:gd name="connsiteY106" fmla="*/ 1288165 h 1972800"/>
                <a:gd name="connsiteX107" fmla="*/ 2771132 w 11362354"/>
                <a:gd name="connsiteY107" fmla="*/ 1288165 h 1972800"/>
                <a:gd name="connsiteX108" fmla="*/ 2771132 w 11362354"/>
                <a:gd name="connsiteY108" fmla="*/ 1351991 h 1972800"/>
                <a:gd name="connsiteX109" fmla="*/ 3183254 w 11362354"/>
                <a:gd name="connsiteY109" fmla="*/ 1351991 h 1972800"/>
                <a:gd name="connsiteX110" fmla="*/ 3183254 w 11362354"/>
                <a:gd name="connsiteY110" fmla="*/ 1462314 h 1972800"/>
                <a:gd name="connsiteX111" fmla="*/ 2285298 w 11362354"/>
                <a:gd name="connsiteY111" fmla="*/ 1462314 h 1972800"/>
                <a:gd name="connsiteX112" fmla="*/ 1586644 w 11362354"/>
                <a:gd name="connsiteY112" fmla="*/ 1288165 h 1972800"/>
                <a:gd name="connsiteX113" fmla="*/ 2038472 w 11362354"/>
                <a:gd name="connsiteY113" fmla="*/ 1288165 h 1972800"/>
                <a:gd name="connsiteX114" fmla="*/ 2121783 w 11362354"/>
                <a:gd name="connsiteY114" fmla="*/ 1462314 h 1972800"/>
                <a:gd name="connsiteX115" fmla="*/ 1663530 w 11362354"/>
                <a:gd name="connsiteY115" fmla="*/ 1462314 h 1972800"/>
                <a:gd name="connsiteX116" fmla="*/ 985097 w 11362354"/>
                <a:gd name="connsiteY116" fmla="*/ 1288165 h 1972800"/>
                <a:gd name="connsiteX117" fmla="*/ 1468672 w 11362354"/>
                <a:gd name="connsiteY117" fmla="*/ 1288165 h 1972800"/>
                <a:gd name="connsiteX118" fmla="*/ 1468672 w 11362354"/>
                <a:gd name="connsiteY118" fmla="*/ 1462314 h 1972800"/>
                <a:gd name="connsiteX119" fmla="*/ 985097 w 11362354"/>
                <a:gd name="connsiteY119" fmla="*/ 1462314 h 1972800"/>
                <a:gd name="connsiteX120" fmla="*/ 0 w 11362354"/>
                <a:gd name="connsiteY120" fmla="*/ 1288165 h 1972800"/>
                <a:gd name="connsiteX121" fmla="*/ 506025 w 11362354"/>
                <a:gd name="connsiteY121" fmla="*/ 1288165 h 1972800"/>
                <a:gd name="connsiteX122" fmla="*/ 506025 w 11362354"/>
                <a:gd name="connsiteY122" fmla="*/ 1462314 h 1972800"/>
                <a:gd name="connsiteX123" fmla="*/ 0 w 11362354"/>
                <a:gd name="connsiteY123" fmla="*/ 1462314 h 1972800"/>
                <a:gd name="connsiteX124" fmla="*/ 10408772 w 11362354"/>
                <a:gd name="connsiteY124" fmla="*/ 1157361 h 1972800"/>
                <a:gd name="connsiteX125" fmla="*/ 10468381 w 11362354"/>
                <a:gd name="connsiteY125" fmla="*/ 1208632 h 1972800"/>
                <a:gd name="connsiteX126" fmla="*/ 10408772 w 11362354"/>
                <a:gd name="connsiteY126" fmla="*/ 1208632 h 1972800"/>
                <a:gd name="connsiteX127" fmla="*/ 10816942 w 11362354"/>
                <a:gd name="connsiteY127" fmla="*/ 1078164 h 1972800"/>
                <a:gd name="connsiteX128" fmla="*/ 11358000 w 11362354"/>
                <a:gd name="connsiteY128" fmla="*/ 1078164 h 1972800"/>
                <a:gd name="connsiteX129" fmla="*/ 11359134 w 11362354"/>
                <a:gd name="connsiteY129" fmla="*/ 1208632 h 1972800"/>
                <a:gd name="connsiteX130" fmla="*/ 11359134 w 11362354"/>
                <a:gd name="connsiteY130" fmla="*/ 1208633 h 1972800"/>
                <a:gd name="connsiteX131" fmla="*/ 10871056 w 11362354"/>
                <a:gd name="connsiteY131" fmla="*/ 1208633 h 1972800"/>
                <a:gd name="connsiteX132" fmla="*/ 10871355 w 11362354"/>
                <a:gd name="connsiteY132" fmla="*/ 1205652 h 1972800"/>
                <a:gd name="connsiteX133" fmla="*/ 10808382 w 11362354"/>
                <a:gd name="connsiteY133" fmla="*/ 1078165 h 1972800"/>
                <a:gd name="connsiteX134" fmla="*/ 10816943 w 11362354"/>
                <a:gd name="connsiteY134" fmla="*/ 1078165 h 1972800"/>
                <a:gd name="connsiteX135" fmla="*/ 9781432 w 11362354"/>
                <a:gd name="connsiteY135" fmla="*/ 1075882 h 1972800"/>
                <a:gd name="connsiteX136" fmla="*/ 10286039 w 11362354"/>
                <a:gd name="connsiteY136" fmla="*/ 1075882 h 1972800"/>
                <a:gd name="connsiteX137" fmla="*/ 10286039 w 11362354"/>
                <a:gd name="connsiteY137" fmla="*/ 1206076 h 1972800"/>
                <a:gd name="connsiteX138" fmla="*/ 9781432 w 11362354"/>
                <a:gd name="connsiteY138" fmla="*/ 1206076 h 1972800"/>
                <a:gd name="connsiteX139" fmla="*/ 8877431 w 11362354"/>
                <a:gd name="connsiteY139" fmla="*/ 1075882 h 1972800"/>
                <a:gd name="connsiteX140" fmla="*/ 9382033 w 11362354"/>
                <a:gd name="connsiteY140" fmla="*/ 1075882 h 1972800"/>
                <a:gd name="connsiteX141" fmla="*/ 9382033 w 11362354"/>
                <a:gd name="connsiteY141" fmla="*/ 1206076 h 1972800"/>
                <a:gd name="connsiteX142" fmla="*/ 8877431 w 11362354"/>
                <a:gd name="connsiteY142" fmla="*/ 1206076 h 1972800"/>
                <a:gd name="connsiteX143" fmla="*/ 7760453 w 11362354"/>
                <a:gd name="connsiteY143" fmla="*/ 1075882 h 1972800"/>
                <a:gd name="connsiteX144" fmla="*/ 8501703 w 11362354"/>
                <a:gd name="connsiteY144" fmla="*/ 1075882 h 1972800"/>
                <a:gd name="connsiteX145" fmla="*/ 8501703 w 11362354"/>
                <a:gd name="connsiteY145" fmla="*/ 1206076 h 1972800"/>
                <a:gd name="connsiteX146" fmla="*/ 7814594 w 11362354"/>
                <a:gd name="connsiteY146" fmla="*/ 1206076 h 1972800"/>
                <a:gd name="connsiteX147" fmla="*/ 7193139 w 11362354"/>
                <a:gd name="connsiteY147" fmla="*/ 1075882 h 1972800"/>
                <a:gd name="connsiteX148" fmla="*/ 7648159 w 11362354"/>
                <a:gd name="connsiteY148" fmla="*/ 1075882 h 1972800"/>
                <a:gd name="connsiteX149" fmla="*/ 7648159 w 11362354"/>
                <a:gd name="connsiteY149" fmla="*/ 1206076 h 1972800"/>
                <a:gd name="connsiteX150" fmla="*/ 7193139 w 11362354"/>
                <a:gd name="connsiteY150" fmla="*/ 1206076 h 1972800"/>
                <a:gd name="connsiteX151" fmla="*/ 6188669 w 11362354"/>
                <a:gd name="connsiteY151" fmla="*/ 1075882 h 1972800"/>
                <a:gd name="connsiteX152" fmla="*/ 6674501 w 11362354"/>
                <a:gd name="connsiteY152" fmla="*/ 1075882 h 1972800"/>
                <a:gd name="connsiteX153" fmla="*/ 6674501 w 11362354"/>
                <a:gd name="connsiteY153" fmla="*/ 1206076 h 1972800"/>
                <a:gd name="connsiteX154" fmla="*/ 6188669 w 11362354"/>
                <a:gd name="connsiteY154" fmla="*/ 1206076 h 1972800"/>
                <a:gd name="connsiteX155" fmla="*/ 5574793 w 11362354"/>
                <a:gd name="connsiteY155" fmla="*/ 1075882 h 1972800"/>
                <a:gd name="connsiteX156" fmla="*/ 6073294 w 11362354"/>
                <a:gd name="connsiteY156" fmla="*/ 1075882 h 1972800"/>
                <a:gd name="connsiteX157" fmla="*/ 6073294 w 11362354"/>
                <a:gd name="connsiteY157" fmla="*/ 1206076 h 1972800"/>
                <a:gd name="connsiteX158" fmla="*/ 5574793 w 11362354"/>
                <a:gd name="connsiteY158" fmla="*/ 1206076 h 1972800"/>
                <a:gd name="connsiteX159" fmla="*/ 4792811 w 11362354"/>
                <a:gd name="connsiteY159" fmla="*/ 1075882 h 1972800"/>
                <a:gd name="connsiteX160" fmla="*/ 5291307 w 11362354"/>
                <a:gd name="connsiteY160" fmla="*/ 1075882 h 1972800"/>
                <a:gd name="connsiteX161" fmla="*/ 5291307 w 11362354"/>
                <a:gd name="connsiteY161" fmla="*/ 1206076 h 1972800"/>
                <a:gd name="connsiteX162" fmla="*/ 4792811 w 11362354"/>
                <a:gd name="connsiteY162" fmla="*/ 1206076 h 1972800"/>
                <a:gd name="connsiteX163" fmla="*/ 2285298 w 11362354"/>
                <a:gd name="connsiteY163" fmla="*/ 1075882 h 1972800"/>
                <a:gd name="connsiteX164" fmla="*/ 2771132 w 11362354"/>
                <a:gd name="connsiteY164" fmla="*/ 1075882 h 1972800"/>
                <a:gd name="connsiteX165" fmla="*/ 2771132 w 11362354"/>
                <a:gd name="connsiteY165" fmla="*/ 1206076 h 1972800"/>
                <a:gd name="connsiteX166" fmla="*/ 2285298 w 11362354"/>
                <a:gd name="connsiteY166" fmla="*/ 1206076 h 1972800"/>
                <a:gd name="connsiteX167" fmla="*/ 1492927 w 11362354"/>
                <a:gd name="connsiteY167" fmla="*/ 1075882 h 1972800"/>
                <a:gd name="connsiteX168" fmla="*/ 1945589 w 11362354"/>
                <a:gd name="connsiteY168" fmla="*/ 1075882 h 1972800"/>
                <a:gd name="connsiteX169" fmla="*/ 1940491 w 11362354"/>
                <a:gd name="connsiteY169" fmla="*/ 1080455 h 1972800"/>
                <a:gd name="connsiteX170" fmla="*/ 1939110 w 11362354"/>
                <a:gd name="connsiteY170" fmla="*/ 1080455 h 1972800"/>
                <a:gd name="connsiteX171" fmla="*/ 1939524 w 11362354"/>
                <a:gd name="connsiteY171" fmla="*/ 1081320 h 1972800"/>
                <a:gd name="connsiteX172" fmla="*/ 1938345 w 11362354"/>
                <a:gd name="connsiteY172" fmla="*/ 1082361 h 1972800"/>
                <a:gd name="connsiteX173" fmla="*/ 1940022 w 11362354"/>
                <a:gd name="connsiteY173" fmla="*/ 1082361 h 1972800"/>
                <a:gd name="connsiteX174" fmla="*/ 1999205 w 11362354"/>
                <a:gd name="connsiteY174" fmla="*/ 1206076 h 1972800"/>
                <a:gd name="connsiteX175" fmla="*/ 1550403 w 11362354"/>
                <a:gd name="connsiteY175" fmla="*/ 1206076 h 1972800"/>
                <a:gd name="connsiteX176" fmla="*/ 985097 w 11362354"/>
                <a:gd name="connsiteY176" fmla="*/ 1075882 h 1972800"/>
                <a:gd name="connsiteX177" fmla="*/ 1468672 w 11362354"/>
                <a:gd name="connsiteY177" fmla="*/ 1075882 h 1972800"/>
                <a:gd name="connsiteX178" fmla="*/ 1468672 w 11362354"/>
                <a:gd name="connsiteY178" fmla="*/ 1206076 h 1972800"/>
                <a:gd name="connsiteX179" fmla="*/ 985097 w 11362354"/>
                <a:gd name="connsiteY179" fmla="*/ 1206076 h 1972800"/>
                <a:gd name="connsiteX180" fmla="*/ 0 w 11362354"/>
                <a:gd name="connsiteY180" fmla="*/ 1075882 h 1972800"/>
                <a:gd name="connsiteX181" fmla="*/ 877145 w 11362354"/>
                <a:gd name="connsiteY181" fmla="*/ 1075882 h 1972800"/>
                <a:gd name="connsiteX182" fmla="*/ 877145 w 11362354"/>
                <a:gd name="connsiteY182" fmla="*/ 1098345 h 1972800"/>
                <a:gd name="connsiteX183" fmla="*/ 869625 w 11362354"/>
                <a:gd name="connsiteY183" fmla="*/ 1098345 h 1972800"/>
                <a:gd name="connsiteX184" fmla="*/ 506025 w 11362354"/>
                <a:gd name="connsiteY184" fmla="*/ 1098345 h 1972800"/>
                <a:gd name="connsiteX185" fmla="*/ 506025 w 11362354"/>
                <a:gd name="connsiteY185" fmla="*/ 1206076 h 1972800"/>
                <a:gd name="connsiteX186" fmla="*/ 0 w 11362354"/>
                <a:gd name="connsiteY186" fmla="*/ 1206076 h 1972800"/>
                <a:gd name="connsiteX187" fmla="*/ 4174413 w 11362354"/>
                <a:gd name="connsiteY187" fmla="*/ 1075881 h 1972800"/>
                <a:gd name="connsiteX188" fmla="*/ 4660572 w 11362354"/>
                <a:gd name="connsiteY188" fmla="*/ 1075881 h 1972800"/>
                <a:gd name="connsiteX189" fmla="*/ 4633997 w 11362354"/>
                <a:gd name="connsiteY189" fmla="*/ 1206075 h 1972800"/>
                <a:gd name="connsiteX190" fmla="*/ 4129883 w 11362354"/>
                <a:gd name="connsiteY190" fmla="*/ 1206075 h 1972800"/>
                <a:gd name="connsiteX191" fmla="*/ 4174413 w 11362354"/>
                <a:gd name="connsiteY191" fmla="*/ 1075881 h 1972800"/>
                <a:gd name="connsiteX192" fmla="*/ 3305162 w 11362354"/>
                <a:gd name="connsiteY192" fmla="*/ 1075881 h 1972800"/>
                <a:gd name="connsiteX193" fmla="*/ 3790976 w 11362354"/>
                <a:gd name="connsiteY193" fmla="*/ 1075881 h 1972800"/>
                <a:gd name="connsiteX194" fmla="*/ 3835506 w 11362354"/>
                <a:gd name="connsiteY194" fmla="*/ 1206075 h 1972800"/>
                <a:gd name="connsiteX195" fmla="*/ 3330959 w 11362354"/>
                <a:gd name="connsiteY195" fmla="*/ 1206075 h 1972800"/>
                <a:gd name="connsiteX196" fmla="*/ 3305162 w 11362354"/>
                <a:gd name="connsiteY196" fmla="*/ 1075881 h 1972800"/>
                <a:gd name="connsiteX197" fmla="*/ 10587776 w 11362354"/>
                <a:gd name="connsiteY197" fmla="*/ 879486 h 1972800"/>
                <a:gd name="connsiteX198" fmla="*/ 11280821 w 11362354"/>
                <a:gd name="connsiteY198" fmla="*/ 879486 h 1972800"/>
                <a:gd name="connsiteX199" fmla="*/ 11338792 w 11362354"/>
                <a:gd name="connsiteY199" fmla="*/ 993628 h 1972800"/>
                <a:gd name="connsiteX200" fmla="*/ 10727828 w 11362354"/>
                <a:gd name="connsiteY200" fmla="*/ 995899 h 1972800"/>
                <a:gd name="connsiteX201" fmla="*/ 9781432 w 11362354"/>
                <a:gd name="connsiteY201" fmla="*/ 877625 h 1972800"/>
                <a:gd name="connsiteX202" fmla="*/ 10286039 w 11362354"/>
                <a:gd name="connsiteY202" fmla="*/ 877625 h 1972800"/>
                <a:gd name="connsiteX203" fmla="*/ 10286039 w 11362354"/>
                <a:gd name="connsiteY203" fmla="*/ 993788 h 1972800"/>
                <a:gd name="connsiteX204" fmla="*/ 9781432 w 11362354"/>
                <a:gd name="connsiteY204" fmla="*/ 993788 h 1972800"/>
                <a:gd name="connsiteX205" fmla="*/ 8877431 w 11362354"/>
                <a:gd name="connsiteY205" fmla="*/ 877625 h 1972800"/>
                <a:gd name="connsiteX206" fmla="*/ 9382033 w 11362354"/>
                <a:gd name="connsiteY206" fmla="*/ 877625 h 1972800"/>
                <a:gd name="connsiteX207" fmla="*/ 9382033 w 11362354"/>
                <a:gd name="connsiteY207" fmla="*/ 993788 h 1972800"/>
                <a:gd name="connsiteX208" fmla="*/ 8877431 w 11362354"/>
                <a:gd name="connsiteY208" fmla="*/ 993788 h 1972800"/>
                <a:gd name="connsiteX209" fmla="*/ 7678004 w 11362354"/>
                <a:gd name="connsiteY209" fmla="*/ 877625 h 1972800"/>
                <a:gd name="connsiteX210" fmla="*/ 8501703 w 11362354"/>
                <a:gd name="connsiteY210" fmla="*/ 877625 h 1972800"/>
                <a:gd name="connsiteX211" fmla="*/ 8501703 w 11362354"/>
                <a:gd name="connsiteY211" fmla="*/ 993788 h 1972800"/>
                <a:gd name="connsiteX212" fmla="*/ 7726316 w 11362354"/>
                <a:gd name="connsiteY212" fmla="*/ 993788 h 1972800"/>
                <a:gd name="connsiteX213" fmla="*/ 7193139 w 11362354"/>
                <a:gd name="connsiteY213" fmla="*/ 877625 h 1972800"/>
                <a:gd name="connsiteX214" fmla="*/ 7648159 w 11362354"/>
                <a:gd name="connsiteY214" fmla="*/ 877625 h 1972800"/>
                <a:gd name="connsiteX215" fmla="*/ 7648159 w 11362354"/>
                <a:gd name="connsiteY215" fmla="*/ 993788 h 1972800"/>
                <a:gd name="connsiteX216" fmla="*/ 7193139 w 11362354"/>
                <a:gd name="connsiteY216" fmla="*/ 993788 h 1972800"/>
                <a:gd name="connsiteX217" fmla="*/ 6188669 w 11362354"/>
                <a:gd name="connsiteY217" fmla="*/ 877625 h 1972800"/>
                <a:gd name="connsiteX218" fmla="*/ 7056268 w 11362354"/>
                <a:gd name="connsiteY218" fmla="*/ 877625 h 1972800"/>
                <a:gd name="connsiteX219" fmla="*/ 7056268 w 11362354"/>
                <a:gd name="connsiteY219" fmla="*/ 988326 h 1972800"/>
                <a:gd name="connsiteX220" fmla="*/ 6674501 w 11362354"/>
                <a:gd name="connsiteY220" fmla="*/ 988326 h 1972800"/>
                <a:gd name="connsiteX221" fmla="*/ 6674501 w 11362354"/>
                <a:gd name="connsiteY221" fmla="*/ 993788 h 1972800"/>
                <a:gd name="connsiteX222" fmla="*/ 6188669 w 11362354"/>
                <a:gd name="connsiteY222" fmla="*/ 993788 h 1972800"/>
                <a:gd name="connsiteX223" fmla="*/ 5574793 w 11362354"/>
                <a:gd name="connsiteY223" fmla="*/ 877625 h 1972800"/>
                <a:gd name="connsiteX224" fmla="*/ 6073294 w 11362354"/>
                <a:gd name="connsiteY224" fmla="*/ 877625 h 1972800"/>
                <a:gd name="connsiteX225" fmla="*/ 6073294 w 11362354"/>
                <a:gd name="connsiteY225" fmla="*/ 993788 h 1972800"/>
                <a:gd name="connsiteX226" fmla="*/ 5574793 w 11362354"/>
                <a:gd name="connsiteY226" fmla="*/ 993788 h 1972800"/>
                <a:gd name="connsiteX227" fmla="*/ 4792811 w 11362354"/>
                <a:gd name="connsiteY227" fmla="*/ 877625 h 1972800"/>
                <a:gd name="connsiteX228" fmla="*/ 5291307 w 11362354"/>
                <a:gd name="connsiteY228" fmla="*/ 877625 h 1972800"/>
                <a:gd name="connsiteX229" fmla="*/ 5291307 w 11362354"/>
                <a:gd name="connsiteY229" fmla="*/ 993788 h 1972800"/>
                <a:gd name="connsiteX230" fmla="*/ 4792811 w 11362354"/>
                <a:gd name="connsiteY230" fmla="*/ 993788 h 1972800"/>
                <a:gd name="connsiteX231" fmla="*/ 2285298 w 11362354"/>
                <a:gd name="connsiteY231" fmla="*/ 877625 h 1972800"/>
                <a:gd name="connsiteX232" fmla="*/ 3161500 w 11362354"/>
                <a:gd name="connsiteY232" fmla="*/ 877625 h 1972800"/>
                <a:gd name="connsiteX233" fmla="*/ 3161500 w 11362354"/>
                <a:gd name="connsiteY233" fmla="*/ 988326 h 1972800"/>
                <a:gd name="connsiteX234" fmla="*/ 2771132 w 11362354"/>
                <a:gd name="connsiteY234" fmla="*/ 988326 h 1972800"/>
                <a:gd name="connsiteX235" fmla="*/ 2771132 w 11362354"/>
                <a:gd name="connsiteY235" fmla="*/ 993788 h 1972800"/>
                <a:gd name="connsiteX236" fmla="*/ 2285298 w 11362354"/>
                <a:gd name="connsiteY236" fmla="*/ 993788 h 1972800"/>
                <a:gd name="connsiteX237" fmla="*/ 985097 w 11362354"/>
                <a:gd name="connsiteY237" fmla="*/ 877625 h 1972800"/>
                <a:gd name="connsiteX238" fmla="*/ 2107746 w 11362354"/>
                <a:gd name="connsiteY238" fmla="*/ 877625 h 1972800"/>
                <a:gd name="connsiteX239" fmla="*/ 2028664 w 11362354"/>
                <a:gd name="connsiteY239" fmla="*/ 993788 h 1972800"/>
                <a:gd name="connsiteX240" fmla="*/ 985097 w 11362354"/>
                <a:gd name="connsiteY240" fmla="*/ 993788 h 1972800"/>
                <a:gd name="connsiteX241" fmla="*/ 0 w 11362354"/>
                <a:gd name="connsiteY241" fmla="*/ 877625 h 1972800"/>
                <a:gd name="connsiteX242" fmla="*/ 877145 w 11362354"/>
                <a:gd name="connsiteY242" fmla="*/ 877625 h 1972800"/>
                <a:gd name="connsiteX243" fmla="*/ 877145 w 11362354"/>
                <a:gd name="connsiteY243" fmla="*/ 993788 h 1972800"/>
                <a:gd name="connsiteX244" fmla="*/ 0 w 11362354"/>
                <a:gd name="connsiteY244" fmla="*/ 993788 h 1972800"/>
                <a:gd name="connsiteX245" fmla="*/ 4199211 w 11362354"/>
                <a:gd name="connsiteY245" fmla="*/ 877624 h 1972800"/>
                <a:gd name="connsiteX246" fmla="*/ 4674176 w 11362354"/>
                <a:gd name="connsiteY246" fmla="*/ 877624 h 1972800"/>
                <a:gd name="connsiteX247" fmla="*/ 4674332 w 11362354"/>
                <a:gd name="connsiteY247" fmla="*/ 883528 h 1972800"/>
                <a:gd name="connsiteX248" fmla="*/ 4669465 w 11362354"/>
                <a:gd name="connsiteY248" fmla="*/ 993787 h 1972800"/>
                <a:gd name="connsiteX249" fmla="*/ 4189743 w 11362354"/>
                <a:gd name="connsiteY249" fmla="*/ 993787 h 1972800"/>
                <a:gd name="connsiteX250" fmla="*/ 4199211 w 11362354"/>
                <a:gd name="connsiteY250" fmla="*/ 877624 h 1972800"/>
                <a:gd name="connsiteX251" fmla="*/ 3291213 w 11362354"/>
                <a:gd name="connsiteY251" fmla="*/ 877624 h 1972800"/>
                <a:gd name="connsiteX252" fmla="*/ 3766173 w 11362354"/>
                <a:gd name="connsiteY252" fmla="*/ 877624 h 1972800"/>
                <a:gd name="connsiteX253" fmla="*/ 3775650 w 11362354"/>
                <a:gd name="connsiteY253" fmla="*/ 993787 h 1972800"/>
                <a:gd name="connsiteX254" fmla="*/ 3295989 w 11362354"/>
                <a:gd name="connsiteY254" fmla="*/ 993787 h 1972800"/>
                <a:gd name="connsiteX255" fmla="*/ 3291057 w 11362354"/>
                <a:gd name="connsiteY255" fmla="*/ 883528 h 1972800"/>
                <a:gd name="connsiteX256" fmla="*/ 10461146 w 11362354"/>
                <a:gd name="connsiteY256" fmla="*/ 710797 h 1972800"/>
                <a:gd name="connsiteX257" fmla="*/ 11109160 w 11362354"/>
                <a:gd name="connsiteY257" fmla="*/ 710797 h 1972800"/>
                <a:gd name="connsiteX258" fmla="*/ 11109162 w 11362354"/>
                <a:gd name="connsiteY258" fmla="*/ 710798 h 1972800"/>
                <a:gd name="connsiteX259" fmla="*/ 11121245 w 11362354"/>
                <a:gd name="connsiteY259" fmla="*/ 710798 h 1972800"/>
                <a:gd name="connsiteX260" fmla="*/ 11122337 w 11362354"/>
                <a:gd name="connsiteY260" fmla="*/ 711693 h 1972800"/>
                <a:gd name="connsiteX261" fmla="*/ 11118350 w 11362354"/>
                <a:gd name="connsiteY261" fmla="*/ 711693 h 1972800"/>
                <a:gd name="connsiteX262" fmla="*/ 11213739 w 11362354"/>
                <a:gd name="connsiteY262" fmla="*/ 797219 h 1972800"/>
                <a:gd name="connsiteX263" fmla="*/ 10517279 w 11362354"/>
                <a:gd name="connsiteY263" fmla="*/ 797218 h 1972800"/>
                <a:gd name="connsiteX264" fmla="*/ 10461146 w 11362354"/>
                <a:gd name="connsiteY264" fmla="*/ 710797 h 1972800"/>
                <a:gd name="connsiteX265" fmla="*/ 9781432 w 11362354"/>
                <a:gd name="connsiteY265" fmla="*/ 709293 h 1972800"/>
                <a:gd name="connsiteX266" fmla="*/ 10286039 w 11362354"/>
                <a:gd name="connsiteY266" fmla="*/ 709293 h 1972800"/>
                <a:gd name="connsiteX267" fmla="*/ 10286039 w 11362354"/>
                <a:gd name="connsiteY267" fmla="*/ 795531 h 1972800"/>
                <a:gd name="connsiteX268" fmla="*/ 9781432 w 11362354"/>
                <a:gd name="connsiteY268" fmla="*/ 795531 h 1972800"/>
                <a:gd name="connsiteX269" fmla="*/ 8877431 w 11362354"/>
                <a:gd name="connsiteY269" fmla="*/ 709293 h 1972800"/>
                <a:gd name="connsiteX270" fmla="*/ 9382033 w 11362354"/>
                <a:gd name="connsiteY270" fmla="*/ 709293 h 1972800"/>
                <a:gd name="connsiteX271" fmla="*/ 9382033 w 11362354"/>
                <a:gd name="connsiteY271" fmla="*/ 795531 h 1972800"/>
                <a:gd name="connsiteX272" fmla="*/ 8877431 w 11362354"/>
                <a:gd name="connsiteY272" fmla="*/ 795531 h 1972800"/>
                <a:gd name="connsiteX273" fmla="*/ 8042875 w 11362354"/>
                <a:gd name="connsiteY273" fmla="*/ 709293 h 1972800"/>
                <a:gd name="connsiteX274" fmla="*/ 8501703 w 11362354"/>
                <a:gd name="connsiteY274" fmla="*/ 709293 h 1972800"/>
                <a:gd name="connsiteX275" fmla="*/ 8501703 w 11362354"/>
                <a:gd name="connsiteY275" fmla="*/ 795531 h 1972800"/>
                <a:gd name="connsiteX276" fmla="*/ 8042875 w 11362354"/>
                <a:gd name="connsiteY276" fmla="*/ 795531 h 1972800"/>
                <a:gd name="connsiteX277" fmla="*/ 7193139 w 11362354"/>
                <a:gd name="connsiteY277" fmla="*/ 709293 h 1972800"/>
                <a:gd name="connsiteX278" fmla="*/ 7996240 w 11362354"/>
                <a:gd name="connsiteY278" fmla="*/ 709293 h 1972800"/>
                <a:gd name="connsiteX279" fmla="*/ 8036152 w 11362354"/>
                <a:gd name="connsiteY279" fmla="*/ 795531 h 1972800"/>
                <a:gd name="connsiteX280" fmla="*/ 7193139 w 11362354"/>
                <a:gd name="connsiteY280" fmla="*/ 795531 h 1972800"/>
                <a:gd name="connsiteX281" fmla="*/ 6188669 w 11362354"/>
                <a:gd name="connsiteY281" fmla="*/ 709293 h 1972800"/>
                <a:gd name="connsiteX282" fmla="*/ 6674501 w 11362354"/>
                <a:gd name="connsiteY282" fmla="*/ 709293 h 1972800"/>
                <a:gd name="connsiteX283" fmla="*/ 6674501 w 11362354"/>
                <a:gd name="connsiteY283" fmla="*/ 714671 h 1972800"/>
                <a:gd name="connsiteX284" fmla="*/ 7056268 w 11362354"/>
                <a:gd name="connsiteY284" fmla="*/ 714671 h 1972800"/>
                <a:gd name="connsiteX285" fmla="*/ 7056268 w 11362354"/>
                <a:gd name="connsiteY285" fmla="*/ 795531 h 1972800"/>
                <a:gd name="connsiteX286" fmla="*/ 6188669 w 11362354"/>
                <a:gd name="connsiteY286" fmla="*/ 795531 h 1972800"/>
                <a:gd name="connsiteX287" fmla="*/ 5574793 w 11362354"/>
                <a:gd name="connsiteY287" fmla="*/ 709293 h 1972800"/>
                <a:gd name="connsiteX288" fmla="*/ 6073294 w 11362354"/>
                <a:gd name="connsiteY288" fmla="*/ 709293 h 1972800"/>
                <a:gd name="connsiteX289" fmla="*/ 6073294 w 11362354"/>
                <a:gd name="connsiteY289" fmla="*/ 795531 h 1972800"/>
                <a:gd name="connsiteX290" fmla="*/ 5574793 w 11362354"/>
                <a:gd name="connsiteY290" fmla="*/ 795531 h 1972800"/>
                <a:gd name="connsiteX291" fmla="*/ 4792811 w 11362354"/>
                <a:gd name="connsiteY291" fmla="*/ 709293 h 1972800"/>
                <a:gd name="connsiteX292" fmla="*/ 5291307 w 11362354"/>
                <a:gd name="connsiteY292" fmla="*/ 709293 h 1972800"/>
                <a:gd name="connsiteX293" fmla="*/ 5291307 w 11362354"/>
                <a:gd name="connsiteY293" fmla="*/ 795531 h 1972800"/>
                <a:gd name="connsiteX294" fmla="*/ 4792811 w 11362354"/>
                <a:gd name="connsiteY294" fmla="*/ 795531 h 1972800"/>
                <a:gd name="connsiteX295" fmla="*/ 2285298 w 11362354"/>
                <a:gd name="connsiteY295" fmla="*/ 709293 h 1972800"/>
                <a:gd name="connsiteX296" fmla="*/ 2771132 w 11362354"/>
                <a:gd name="connsiteY296" fmla="*/ 709293 h 1972800"/>
                <a:gd name="connsiteX297" fmla="*/ 2771132 w 11362354"/>
                <a:gd name="connsiteY297" fmla="*/ 714671 h 1972800"/>
                <a:gd name="connsiteX298" fmla="*/ 3161500 w 11362354"/>
                <a:gd name="connsiteY298" fmla="*/ 714671 h 1972800"/>
                <a:gd name="connsiteX299" fmla="*/ 3161500 w 11362354"/>
                <a:gd name="connsiteY299" fmla="*/ 795531 h 1972800"/>
                <a:gd name="connsiteX300" fmla="*/ 2285298 w 11362354"/>
                <a:gd name="connsiteY300" fmla="*/ 795531 h 1972800"/>
                <a:gd name="connsiteX301" fmla="*/ 1709143 w 11362354"/>
                <a:gd name="connsiteY301" fmla="*/ 709293 h 1972800"/>
                <a:gd name="connsiteX302" fmla="*/ 2169670 w 11362354"/>
                <a:gd name="connsiteY302" fmla="*/ 709293 h 1972800"/>
                <a:gd name="connsiteX303" fmla="*/ 2145130 w 11362354"/>
                <a:gd name="connsiteY303" fmla="*/ 795531 h 1972800"/>
                <a:gd name="connsiteX304" fmla="*/ 1595923 w 11362354"/>
                <a:gd name="connsiteY304" fmla="*/ 795531 h 1972800"/>
                <a:gd name="connsiteX305" fmla="*/ 1709143 w 11362354"/>
                <a:gd name="connsiteY305" fmla="*/ 709293 h 1972800"/>
                <a:gd name="connsiteX306" fmla="*/ 985097 w 11362354"/>
                <a:gd name="connsiteY306" fmla="*/ 709293 h 1972800"/>
                <a:gd name="connsiteX307" fmla="*/ 1469893 w 11362354"/>
                <a:gd name="connsiteY307" fmla="*/ 709293 h 1972800"/>
                <a:gd name="connsiteX308" fmla="*/ 1469893 w 11362354"/>
                <a:gd name="connsiteY308" fmla="*/ 795531 h 1972800"/>
                <a:gd name="connsiteX309" fmla="*/ 985097 w 11362354"/>
                <a:gd name="connsiteY309" fmla="*/ 795531 h 1972800"/>
                <a:gd name="connsiteX310" fmla="*/ 0 w 11362354"/>
                <a:gd name="connsiteY310" fmla="*/ 709293 h 1972800"/>
                <a:gd name="connsiteX311" fmla="*/ 877145 w 11362354"/>
                <a:gd name="connsiteY311" fmla="*/ 709293 h 1972800"/>
                <a:gd name="connsiteX312" fmla="*/ 877145 w 11362354"/>
                <a:gd name="connsiteY312" fmla="*/ 795531 h 1972800"/>
                <a:gd name="connsiteX313" fmla="*/ 0 w 11362354"/>
                <a:gd name="connsiteY313" fmla="*/ 795531 h 1972800"/>
                <a:gd name="connsiteX314" fmla="*/ 4189251 w 11362354"/>
                <a:gd name="connsiteY314" fmla="*/ 709292 h 1972800"/>
                <a:gd name="connsiteX315" fmla="*/ 4662658 w 11362354"/>
                <a:gd name="connsiteY315" fmla="*/ 709292 h 1972800"/>
                <a:gd name="connsiteX316" fmla="*/ 4671191 w 11362354"/>
                <a:gd name="connsiteY316" fmla="*/ 795530 h 1972800"/>
                <a:gd name="connsiteX317" fmla="*/ 4197682 w 11362354"/>
                <a:gd name="connsiteY317" fmla="*/ 795530 h 1972800"/>
                <a:gd name="connsiteX318" fmla="*/ 4189251 w 11362354"/>
                <a:gd name="connsiteY318" fmla="*/ 709292 h 1972800"/>
                <a:gd name="connsiteX319" fmla="*/ 3302730 w 11362354"/>
                <a:gd name="connsiteY319" fmla="*/ 709292 h 1972800"/>
                <a:gd name="connsiteX320" fmla="*/ 3776138 w 11362354"/>
                <a:gd name="connsiteY320" fmla="*/ 709292 h 1972800"/>
                <a:gd name="connsiteX321" fmla="*/ 3767701 w 11362354"/>
                <a:gd name="connsiteY321" fmla="*/ 795530 h 1972800"/>
                <a:gd name="connsiteX322" fmla="*/ 3294197 w 11362354"/>
                <a:gd name="connsiteY322" fmla="*/ 795530 h 1972800"/>
                <a:gd name="connsiteX323" fmla="*/ 3302730 w 11362354"/>
                <a:gd name="connsiteY323" fmla="*/ 709292 h 1972800"/>
                <a:gd name="connsiteX324" fmla="*/ 10418948 w 11362354"/>
                <a:gd name="connsiteY324" fmla="*/ 565540 h 1972800"/>
                <a:gd name="connsiteX325" fmla="*/ 10949595 w 11362354"/>
                <a:gd name="connsiteY325" fmla="*/ 565540 h 1972800"/>
                <a:gd name="connsiteX326" fmla="*/ 10964075 w 11362354"/>
                <a:gd name="connsiteY326" fmla="*/ 577567 h 1972800"/>
                <a:gd name="connsiteX327" fmla="*/ 11026395 w 11362354"/>
                <a:gd name="connsiteY327" fmla="*/ 628529 h 1972800"/>
                <a:gd name="connsiteX328" fmla="*/ 10434083 w 11362354"/>
                <a:gd name="connsiteY328" fmla="*/ 628529 h 1972800"/>
                <a:gd name="connsiteX329" fmla="*/ 10418948 w 11362354"/>
                <a:gd name="connsiteY329" fmla="*/ 565540 h 1972800"/>
                <a:gd name="connsiteX330" fmla="*/ 9781432 w 11362354"/>
                <a:gd name="connsiteY330" fmla="*/ 564344 h 1972800"/>
                <a:gd name="connsiteX331" fmla="*/ 10286039 w 11362354"/>
                <a:gd name="connsiteY331" fmla="*/ 564344 h 1972800"/>
                <a:gd name="connsiteX332" fmla="*/ 10286039 w 11362354"/>
                <a:gd name="connsiteY332" fmla="*/ 627199 h 1972800"/>
                <a:gd name="connsiteX333" fmla="*/ 9781432 w 11362354"/>
                <a:gd name="connsiteY333" fmla="*/ 627199 h 1972800"/>
                <a:gd name="connsiteX334" fmla="*/ 8877431 w 11362354"/>
                <a:gd name="connsiteY334" fmla="*/ 564344 h 1972800"/>
                <a:gd name="connsiteX335" fmla="*/ 9382033 w 11362354"/>
                <a:gd name="connsiteY335" fmla="*/ 564344 h 1972800"/>
                <a:gd name="connsiteX336" fmla="*/ 9382033 w 11362354"/>
                <a:gd name="connsiteY336" fmla="*/ 627199 h 1972800"/>
                <a:gd name="connsiteX337" fmla="*/ 8877431 w 11362354"/>
                <a:gd name="connsiteY337" fmla="*/ 627199 h 1972800"/>
                <a:gd name="connsiteX338" fmla="*/ 8042875 w 11362354"/>
                <a:gd name="connsiteY338" fmla="*/ 564344 h 1972800"/>
                <a:gd name="connsiteX339" fmla="*/ 8501703 w 11362354"/>
                <a:gd name="connsiteY339" fmla="*/ 564344 h 1972800"/>
                <a:gd name="connsiteX340" fmla="*/ 8501703 w 11362354"/>
                <a:gd name="connsiteY340" fmla="*/ 627199 h 1972800"/>
                <a:gd name="connsiteX341" fmla="*/ 8042875 w 11362354"/>
                <a:gd name="connsiteY341" fmla="*/ 627199 h 1972800"/>
                <a:gd name="connsiteX342" fmla="*/ 7193139 w 11362354"/>
                <a:gd name="connsiteY342" fmla="*/ 564344 h 1972800"/>
                <a:gd name="connsiteX343" fmla="*/ 7929154 w 11362354"/>
                <a:gd name="connsiteY343" fmla="*/ 564344 h 1972800"/>
                <a:gd name="connsiteX344" fmla="*/ 7958244 w 11362354"/>
                <a:gd name="connsiteY344" fmla="*/ 627199 h 1972800"/>
                <a:gd name="connsiteX345" fmla="*/ 7193139 w 11362354"/>
                <a:gd name="connsiteY345" fmla="*/ 627199 h 1972800"/>
                <a:gd name="connsiteX346" fmla="*/ 6188669 w 11362354"/>
                <a:gd name="connsiteY346" fmla="*/ 564344 h 1972800"/>
                <a:gd name="connsiteX347" fmla="*/ 6674501 w 11362354"/>
                <a:gd name="connsiteY347" fmla="*/ 564344 h 1972800"/>
                <a:gd name="connsiteX348" fmla="*/ 6674501 w 11362354"/>
                <a:gd name="connsiteY348" fmla="*/ 627199 h 1972800"/>
                <a:gd name="connsiteX349" fmla="*/ 6188669 w 11362354"/>
                <a:gd name="connsiteY349" fmla="*/ 627199 h 1972800"/>
                <a:gd name="connsiteX350" fmla="*/ 5574793 w 11362354"/>
                <a:gd name="connsiteY350" fmla="*/ 564344 h 1972800"/>
                <a:gd name="connsiteX351" fmla="*/ 6073294 w 11362354"/>
                <a:gd name="connsiteY351" fmla="*/ 564344 h 1972800"/>
                <a:gd name="connsiteX352" fmla="*/ 6073294 w 11362354"/>
                <a:gd name="connsiteY352" fmla="*/ 627199 h 1972800"/>
                <a:gd name="connsiteX353" fmla="*/ 5574793 w 11362354"/>
                <a:gd name="connsiteY353" fmla="*/ 627199 h 1972800"/>
                <a:gd name="connsiteX354" fmla="*/ 4792811 w 11362354"/>
                <a:gd name="connsiteY354" fmla="*/ 564344 h 1972800"/>
                <a:gd name="connsiteX355" fmla="*/ 5291307 w 11362354"/>
                <a:gd name="connsiteY355" fmla="*/ 564344 h 1972800"/>
                <a:gd name="connsiteX356" fmla="*/ 5291307 w 11362354"/>
                <a:gd name="connsiteY356" fmla="*/ 627199 h 1972800"/>
                <a:gd name="connsiteX357" fmla="*/ 4792811 w 11362354"/>
                <a:gd name="connsiteY357" fmla="*/ 627199 h 1972800"/>
                <a:gd name="connsiteX358" fmla="*/ 2285298 w 11362354"/>
                <a:gd name="connsiteY358" fmla="*/ 564344 h 1972800"/>
                <a:gd name="connsiteX359" fmla="*/ 2771132 w 11362354"/>
                <a:gd name="connsiteY359" fmla="*/ 564344 h 1972800"/>
                <a:gd name="connsiteX360" fmla="*/ 2771132 w 11362354"/>
                <a:gd name="connsiteY360" fmla="*/ 627199 h 1972800"/>
                <a:gd name="connsiteX361" fmla="*/ 2285298 w 11362354"/>
                <a:gd name="connsiteY361" fmla="*/ 627199 h 1972800"/>
                <a:gd name="connsiteX362" fmla="*/ 1743635 w 11362354"/>
                <a:gd name="connsiteY362" fmla="*/ 564344 h 1972800"/>
                <a:gd name="connsiteX363" fmla="*/ 2184512 w 11362354"/>
                <a:gd name="connsiteY363" fmla="*/ 564344 h 1972800"/>
                <a:gd name="connsiteX364" fmla="*/ 2184779 w 11362354"/>
                <a:gd name="connsiteY364" fmla="*/ 571975 h 1972800"/>
                <a:gd name="connsiteX365" fmla="*/ 2181588 w 11362354"/>
                <a:gd name="connsiteY365" fmla="*/ 627199 h 1972800"/>
                <a:gd name="connsiteX366" fmla="*/ 1742032 w 11362354"/>
                <a:gd name="connsiteY366" fmla="*/ 627199 h 1972800"/>
                <a:gd name="connsiteX367" fmla="*/ 1746020 w 11362354"/>
                <a:gd name="connsiteY367" fmla="*/ 587881 h 1972800"/>
                <a:gd name="connsiteX368" fmla="*/ 985097 w 11362354"/>
                <a:gd name="connsiteY368" fmla="*/ 564344 h 1972800"/>
                <a:gd name="connsiteX369" fmla="*/ 1469893 w 11362354"/>
                <a:gd name="connsiteY369" fmla="*/ 564344 h 1972800"/>
                <a:gd name="connsiteX370" fmla="*/ 1469893 w 11362354"/>
                <a:gd name="connsiteY370" fmla="*/ 627199 h 1972800"/>
                <a:gd name="connsiteX371" fmla="*/ 985097 w 11362354"/>
                <a:gd name="connsiteY371" fmla="*/ 627199 h 1972800"/>
                <a:gd name="connsiteX372" fmla="*/ 0 w 11362354"/>
                <a:gd name="connsiteY372" fmla="*/ 564344 h 1972800"/>
                <a:gd name="connsiteX373" fmla="*/ 505721 w 11362354"/>
                <a:gd name="connsiteY373" fmla="*/ 564344 h 1972800"/>
                <a:gd name="connsiteX374" fmla="*/ 505721 w 11362354"/>
                <a:gd name="connsiteY374" fmla="*/ 627199 h 1972800"/>
                <a:gd name="connsiteX375" fmla="*/ 0 w 11362354"/>
                <a:gd name="connsiteY375" fmla="*/ 627199 h 1972800"/>
                <a:gd name="connsiteX376" fmla="*/ 4156173 w 11362354"/>
                <a:gd name="connsiteY376" fmla="*/ 564343 h 1972800"/>
                <a:gd name="connsiteX377" fmla="*/ 4635244 w 11362354"/>
                <a:gd name="connsiteY377" fmla="*/ 564343 h 1972800"/>
                <a:gd name="connsiteX378" fmla="*/ 4649285 w 11362354"/>
                <a:gd name="connsiteY378" fmla="*/ 627198 h 1972800"/>
                <a:gd name="connsiteX379" fmla="*/ 4173561 w 11362354"/>
                <a:gd name="connsiteY379" fmla="*/ 627198 h 1972800"/>
                <a:gd name="connsiteX380" fmla="*/ 4156173 w 11362354"/>
                <a:gd name="connsiteY380" fmla="*/ 564343 h 1972800"/>
                <a:gd name="connsiteX381" fmla="*/ 3330140 w 11362354"/>
                <a:gd name="connsiteY381" fmla="*/ 564343 h 1972800"/>
                <a:gd name="connsiteX382" fmla="*/ 3809216 w 11362354"/>
                <a:gd name="connsiteY382" fmla="*/ 564343 h 1972800"/>
                <a:gd name="connsiteX383" fmla="*/ 3791828 w 11362354"/>
                <a:gd name="connsiteY383" fmla="*/ 627198 h 1972800"/>
                <a:gd name="connsiteX384" fmla="*/ 3316108 w 11362354"/>
                <a:gd name="connsiteY384" fmla="*/ 627198 h 1972800"/>
                <a:gd name="connsiteX385" fmla="*/ 3330140 w 11362354"/>
                <a:gd name="connsiteY385" fmla="*/ 564343 h 1972800"/>
                <a:gd name="connsiteX386" fmla="*/ 11305691 w 11362354"/>
                <a:gd name="connsiteY386" fmla="*/ 441367 h 1972800"/>
                <a:gd name="connsiteX387" fmla="*/ 11306110 w 11362354"/>
                <a:gd name="connsiteY387" fmla="*/ 441367 h 1972800"/>
                <a:gd name="connsiteX388" fmla="*/ 11306110 w 11362354"/>
                <a:gd name="connsiteY388" fmla="*/ 441726 h 1972800"/>
                <a:gd name="connsiteX389" fmla="*/ 10419150 w 11362354"/>
                <a:gd name="connsiteY389" fmla="*/ 441367 h 1972800"/>
                <a:gd name="connsiteX390" fmla="*/ 10893359 w 11362354"/>
                <a:gd name="connsiteY390" fmla="*/ 441367 h 1972800"/>
                <a:gd name="connsiteX391" fmla="*/ 10894757 w 11362354"/>
                <a:gd name="connsiteY391" fmla="*/ 483273 h 1972800"/>
                <a:gd name="connsiteX392" fmla="*/ 10419058 w 11362354"/>
                <a:gd name="connsiteY392" fmla="*/ 483273 h 1972800"/>
                <a:gd name="connsiteX393" fmla="*/ 10417854 w 11362354"/>
                <a:gd name="connsiteY393" fmla="*/ 463084 h 1972800"/>
                <a:gd name="connsiteX394" fmla="*/ 9781432 w 11362354"/>
                <a:gd name="connsiteY394" fmla="*/ 440432 h 1972800"/>
                <a:gd name="connsiteX395" fmla="*/ 10286039 w 11362354"/>
                <a:gd name="connsiteY395" fmla="*/ 440432 h 1972800"/>
                <a:gd name="connsiteX396" fmla="*/ 10286039 w 11362354"/>
                <a:gd name="connsiteY396" fmla="*/ 482250 h 1972800"/>
                <a:gd name="connsiteX397" fmla="*/ 9781432 w 11362354"/>
                <a:gd name="connsiteY397" fmla="*/ 482250 h 1972800"/>
                <a:gd name="connsiteX398" fmla="*/ 8877431 w 11362354"/>
                <a:gd name="connsiteY398" fmla="*/ 440432 h 1972800"/>
                <a:gd name="connsiteX399" fmla="*/ 9382033 w 11362354"/>
                <a:gd name="connsiteY399" fmla="*/ 440432 h 1972800"/>
                <a:gd name="connsiteX400" fmla="*/ 9382033 w 11362354"/>
                <a:gd name="connsiteY400" fmla="*/ 482250 h 1972800"/>
                <a:gd name="connsiteX401" fmla="*/ 8877431 w 11362354"/>
                <a:gd name="connsiteY401" fmla="*/ 482250 h 1972800"/>
                <a:gd name="connsiteX402" fmla="*/ 8042875 w 11362354"/>
                <a:gd name="connsiteY402" fmla="*/ 440432 h 1972800"/>
                <a:gd name="connsiteX403" fmla="*/ 8501703 w 11362354"/>
                <a:gd name="connsiteY403" fmla="*/ 440432 h 1972800"/>
                <a:gd name="connsiteX404" fmla="*/ 8501703 w 11362354"/>
                <a:gd name="connsiteY404" fmla="*/ 482250 h 1972800"/>
                <a:gd name="connsiteX405" fmla="*/ 8042875 w 11362354"/>
                <a:gd name="connsiteY405" fmla="*/ 482250 h 1972800"/>
                <a:gd name="connsiteX406" fmla="*/ 7193139 w 11362354"/>
                <a:gd name="connsiteY406" fmla="*/ 440432 h 1972800"/>
                <a:gd name="connsiteX407" fmla="*/ 7871807 w 11362354"/>
                <a:gd name="connsiteY407" fmla="*/ 440432 h 1972800"/>
                <a:gd name="connsiteX408" fmla="*/ 7891162 w 11362354"/>
                <a:gd name="connsiteY408" fmla="*/ 482250 h 1972800"/>
                <a:gd name="connsiteX409" fmla="*/ 7193139 w 11362354"/>
                <a:gd name="connsiteY409" fmla="*/ 482250 h 1972800"/>
                <a:gd name="connsiteX410" fmla="*/ 6188669 w 11362354"/>
                <a:gd name="connsiteY410" fmla="*/ 440432 h 1972800"/>
                <a:gd name="connsiteX411" fmla="*/ 6674501 w 11362354"/>
                <a:gd name="connsiteY411" fmla="*/ 440432 h 1972800"/>
                <a:gd name="connsiteX412" fmla="*/ 6674501 w 11362354"/>
                <a:gd name="connsiteY412" fmla="*/ 482250 h 1972800"/>
                <a:gd name="connsiteX413" fmla="*/ 6188669 w 11362354"/>
                <a:gd name="connsiteY413" fmla="*/ 482250 h 1972800"/>
                <a:gd name="connsiteX414" fmla="*/ 5574793 w 11362354"/>
                <a:gd name="connsiteY414" fmla="*/ 440432 h 1972800"/>
                <a:gd name="connsiteX415" fmla="*/ 6073294 w 11362354"/>
                <a:gd name="connsiteY415" fmla="*/ 440432 h 1972800"/>
                <a:gd name="connsiteX416" fmla="*/ 6073294 w 11362354"/>
                <a:gd name="connsiteY416" fmla="*/ 482250 h 1972800"/>
                <a:gd name="connsiteX417" fmla="*/ 5574793 w 11362354"/>
                <a:gd name="connsiteY417" fmla="*/ 482250 h 1972800"/>
                <a:gd name="connsiteX418" fmla="*/ 4792811 w 11362354"/>
                <a:gd name="connsiteY418" fmla="*/ 440432 h 1972800"/>
                <a:gd name="connsiteX419" fmla="*/ 5291307 w 11362354"/>
                <a:gd name="connsiteY419" fmla="*/ 440432 h 1972800"/>
                <a:gd name="connsiteX420" fmla="*/ 5291307 w 11362354"/>
                <a:gd name="connsiteY420" fmla="*/ 482250 h 1972800"/>
                <a:gd name="connsiteX421" fmla="*/ 4792811 w 11362354"/>
                <a:gd name="connsiteY421" fmla="*/ 482250 h 1972800"/>
                <a:gd name="connsiteX422" fmla="*/ 2285298 w 11362354"/>
                <a:gd name="connsiteY422" fmla="*/ 440432 h 1972800"/>
                <a:gd name="connsiteX423" fmla="*/ 2771132 w 11362354"/>
                <a:gd name="connsiteY423" fmla="*/ 440432 h 1972800"/>
                <a:gd name="connsiteX424" fmla="*/ 2771132 w 11362354"/>
                <a:gd name="connsiteY424" fmla="*/ 482250 h 1972800"/>
                <a:gd name="connsiteX425" fmla="*/ 2285298 w 11362354"/>
                <a:gd name="connsiteY425" fmla="*/ 482250 h 1972800"/>
                <a:gd name="connsiteX426" fmla="*/ 1688066 w 11362354"/>
                <a:gd name="connsiteY426" fmla="*/ 440432 h 1972800"/>
                <a:gd name="connsiteX427" fmla="*/ 2171374 w 11362354"/>
                <a:gd name="connsiteY427" fmla="*/ 440432 h 1972800"/>
                <a:gd name="connsiteX428" fmla="*/ 2178605 w 11362354"/>
                <a:gd name="connsiteY428" fmla="*/ 482250 h 1972800"/>
                <a:gd name="connsiteX429" fmla="*/ 1717768 w 11362354"/>
                <a:gd name="connsiteY429" fmla="*/ 482250 h 1972800"/>
                <a:gd name="connsiteX430" fmla="*/ 1688066 w 11362354"/>
                <a:gd name="connsiteY430" fmla="*/ 440432 h 1972800"/>
                <a:gd name="connsiteX431" fmla="*/ 985097 w 11362354"/>
                <a:gd name="connsiteY431" fmla="*/ 440432 h 1972800"/>
                <a:gd name="connsiteX432" fmla="*/ 1469893 w 11362354"/>
                <a:gd name="connsiteY432" fmla="*/ 440432 h 1972800"/>
                <a:gd name="connsiteX433" fmla="*/ 1469893 w 11362354"/>
                <a:gd name="connsiteY433" fmla="*/ 482250 h 1972800"/>
                <a:gd name="connsiteX434" fmla="*/ 985097 w 11362354"/>
                <a:gd name="connsiteY434" fmla="*/ 482250 h 1972800"/>
                <a:gd name="connsiteX435" fmla="*/ 0 w 11362354"/>
                <a:gd name="connsiteY435" fmla="*/ 440432 h 1972800"/>
                <a:gd name="connsiteX436" fmla="*/ 505721 w 11362354"/>
                <a:gd name="connsiteY436" fmla="*/ 440432 h 1972800"/>
                <a:gd name="connsiteX437" fmla="*/ 505721 w 11362354"/>
                <a:gd name="connsiteY437" fmla="*/ 482250 h 1972800"/>
                <a:gd name="connsiteX438" fmla="*/ 0 w 11362354"/>
                <a:gd name="connsiteY438" fmla="*/ 482250 h 1972800"/>
                <a:gd name="connsiteX439" fmla="*/ 4093268 w 11362354"/>
                <a:gd name="connsiteY439" fmla="*/ 440431 h 1972800"/>
                <a:gd name="connsiteX440" fmla="*/ 4597023 w 11362354"/>
                <a:gd name="connsiteY440" fmla="*/ 440431 h 1972800"/>
                <a:gd name="connsiteX441" fmla="*/ 4611768 w 11362354"/>
                <a:gd name="connsiteY441" fmla="*/ 482249 h 1972800"/>
                <a:gd name="connsiteX442" fmla="*/ 4120709 w 11362354"/>
                <a:gd name="connsiteY442" fmla="*/ 482249 h 1972800"/>
                <a:gd name="connsiteX443" fmla="*/ 4093268 w 11362354"/>
                <a:gd name="connsiteY443" fmla="*/ 440431 h 1972800"/>
                <a:gd name="connsiteX444" fmla="*/ 3368371 w 11362354"/>
                <a:gd name="connsiteY444" fmla="*/ 440431 h 1972800"/>
                <a:gd name="connsiteX445" fmla="*/ 3872116 w 11362354"/>
                <a:gd name="connsiteY445" fmla="*/ 440431 h 1972800"/>
                <a:gd name="connsiteX446" fmla="*/ 3844680 w 11362354"/>
                <a:gd name="connsiteY446" fmla="*/ 482249 h 1972800"/>
                <a:gd name="connsiteX447" fmla="*/ 3353616 w 11362354"/>
                <a:gd name="connsiteY447" fmla="*/ 482249 h 1972800"/>
                <a:gd name="connsiteX448" fmla="*/ 3368371 w 11362354"/>
                <a:gd name="connsiteY448" fmla="*/ 440431 h 1972800"/>
                <a:gd name="connsiteX449" fmla="*/ 11223979 w 11362354"/>
                <a:gd name="connsiteY449" fmla="*/ 437563 h 1972800"/>
                <a:gd name="connsiteX450" fmla="*/ 11304274 w 11362354"/>
                <a:gd name="connsiteY450" fmla="*/ 437563 h 1972800"/>
                <a:gd name="connsiteX451" fmla="*/ 11304274 w 11362354"/>
                <a:gd name="connsiteY451" fmla="*/ 487440 h 1972800"/>
                <a:gd name="connsiteX452" fmla="*/ 11274504 w 11362354"/>
                <a:gd name="connsiteY452" fmla="*/ 487440 h 1972800"/>
                <a:gd name="connsiteX453" fmla="*/ 10437485 w 11362354"/>
                <a:gd name="connsiteY453" fmla="*/ 312620 h 1972800"/>
                <a:gd name="connsiteX454" fmla="*/ 11305204 w 11362354"/>
                <a:gd name="connsiteY454" fmla="*/ 312620 h 1972800"/>
                <a:gd name="connsiteX455" fmla="*/ 11305204 w 11362354"/>
                <a:gd name="connsiteY455" fmla="*/ 323517 h 1972800"/>
                <a:gd name="connsiteX456" fmla="*/ 11306110 w 11362354"/>
                <a:gd name="connsiteY456" fmla="*/ 323517 h 1972800"/>
                <a:gd name="connsiteX457" fmla="*/ 11306110 w 11362354"/>
                <a:gd name="connsiteY457" fmla="*/ 351547 h 1972800"/>
                <a:gd name="connsiteX458" fmla="*/ 11306110 w 11362354"/>
                <a:gd name="connsiteY458" fmla="*/ 359098 h 1972800"/>
                <a:gd name="connsiteX459" fmla="*/ 11305204 w 11362354"/>
                <a:gd name="connsiteY459" fmla="*/ 359098 h 1972800"/>
                <a:gd name="connsiteX460" fmla="*/ 11305204 w 11362354"/>
                <a:gd name="connsiteY460" fmla="*/ 363528 h 1972800"/>
                <a:gd name="connsiteX461" fmla="*/ 10423824 w 11362354"/>
                <a:gd name="connsiteY461" fmla="*/ 363528 h 1972800"/>
                <a:gd name="connsiteX462" fmla="*/ 10429797 w 11362354"/>
                <a:gd name="connsiteY462" fmla="*/ 336441 h 1972800"/>
                <a:gd name="connsiteX463" fmla="*/ 9781432 w 11362354"/>
                <a:gd name="connsiteY463" fmla="*/ 312620 h 1972800"/>
                <a:gd name="connsiteX464" fmla="*/ 10286039 w 11362354"/>
                <a:gd name="connsiteY464" fmla="*/ 312620 h 1972800"/>
                <a:gd name="connsiteX465" fmla="*/ 10286039 w 11362354"/>
                <a:gd name="connsiteY465" fmla="*/ 322833 h 1972800"/>
                <a:gd name="connsiteX466" fmla="*/ 10286039 w 11362354"/>
                <a:gd name="connsiteY466" fmla="*/ 358338 h 1972800"/>
                <a:gd name="connsiteX467" fmla="*/ 10286039 w 11362354"/>
                <a:gd name="connsiteY467" fmla="*/ 358339 h 1972800"/>
                <a:gd name="connsiteX468" fmla="*/ 9781432 w 11362354"/>
                <a:gd name="connsiteY468" fmla="*/ 358339 h 1972800"/>
                <a:gd name="connsiteX469" fmla="*/ 9781432 w 11362354"/>
                <a:gd name="connsiteY469" fmla="*/ 358338 h 1972800"/>
                <a:gd name="connsiteX470" fmla="*/ 9781432 w 11362354"/>
                <a:gd name="connsiteY470" fmla="*/ 322833 h 1972800"/>
                <a:gd name="connsiteX471" fmla="*/ 8611213 w 11362354"/>
                <a:gd name="connsiteY471" fmla="*/ 312620 h 1972800"/>
                <a:gd name="connsiteX472" fmla="*/ 9666891 w 11362354"/>
                <a:gd name="connsiteY472" fmla="*/ 312620 h 1972800"/>
                <a:gd name="connsiteX473" fmla="*/ 9666891 w 11362354"/>
                <a:gd name="connsiteY473" fmla="*/ 322833 h 1972800"/>
                <a:gd name="connsiteX474" fmla="*/ 9668568 w 11362354"/>
                <a:gd name="connsiteY474" fmla="*/ 322833 h 1972800"/>
                <a:gd name="connsiteX475" fmla="*/ 9668568 w 11362354"/>
                <a:gd name="connsiteY475" fmla="*/ 358338 h 1972800"/>
                <a:gd name="connsiteX476" fmla="*/ 9666891 w 11362354"/>
                <a:gd name="connsiteY476" fmla="*/ 358338 h 1972800"/>
                <a:gd name="connsiteX477" fmla="*/ 9666891 w 11362354"/>
                <a:gd name="connsiteY477" fmla="*/ 358339 h 1972800"/>
                <a:gd name="connsiteX478" fmla="*/ 8611213 w 11362354"/>
                <a:gd name="connsiteY478" fmla="*/ 358339 h 1972800"/>
                <a:gd name="connsiteX479" fmla="*/ 8037009 w 11362354"/>
                <a:gd name="connsiteY479" fmla="*/ 312620 h 1972800"/>
                <a:gd name="connsiteX480" fmla="*/ 8500026 w 11362354"/>
                <a:gd name="connsiteY480" fmla="*/ 312620 h 1972800"/>
                <a:gd name="connsiteX481" fmla="*/ 8500026 w 11362354"/>
                <a:gd name="connsiteY481" fmla="*/ 322833 h 1972800"/>
                <a:gd name="connsiteX482" fmla="*/ 8501703 w 11362354"/>
                <a:gd name="connsiteY482" fmla="*/ 322833 h 1972800"/>
                <a:gd name="connsiteX483" fmla="*/ 8501703 w 11362354"/>
                <a:gd name="connsiteY483" fmla="*/ 358338 h 1972800"/>
                <a:gd name="connsiteX484" fmla="*/ 8500026 w 11362354"/>
                <a:gd name="connsiteY484" fmla="*/ 358338 h 1972800"/>
                <a:gd name="connsiteX485" fmla="*/ 8500026 w 11362354"/>
                <a:gd name="connsiteY485" fmla="*/ 358339 h 1972800"/>
                <a:gd name="connsiteX486" fmla="*/ 8037009 w 11362354"/>
                <a:gd name="connsiteY486" fmla="*/ 358339 h 1972800"/>
                <a:gd name="connsiteX487" fmla="*/ 7193139 w 11362354"/>
                <a:gd name="connsiteY487" fmla="*/ 312620 h 1972800"/>
                <a:gd name="connsiteX488" fmla="*/ 7812777 w 11362354"/>
                <a:gd name="connsiteY488" fmla="*/ 312620 h 1972800"/>
                <a:gd name="connsiteX489" fmla="*/ 7833342 w 11362354"/>
                <a:gd name="connsiteY489" fmla="*/ 357178 h 1972800"/>
                <a:gd name="connsiteX490" fmla="*/ 7833342 w 11362354"/>
                <a:gd name="connsiteY490" fmla="*/ 357314 h 1972800"/>
                <a:gd name="connsiteX491" fmla="*/ 7833816 w 11362354"/>
                <a:gd name="connsiteY491" fmla="*/ 358338 h 1972800"/>
                <a:gd name="connsiteX492" fmla="*/ 7833342 w 11362354"/>
                <a:gd name="connsiteY492" fmla="*/ 358338 h 1972800"/>
                <a:gd name="connsiteX493" fmla="*/ 7833342 w 11362354"/>
                <a:gd name="connsiteY493" fmla="*/ 358339 h 1972800"/>
                <a:gd name="connsiteX494" fmla="*/ 7193139 w 11362354"/>
                <a:gd name="connsiteY494" fmla="*/ 358339 h 1972800"/>
                <a:gd name="connsiteX495" fmla="*/ 7193139 w 11362354"/>
                <a:gd name="connsiteY495" fmla="*/ 358338 h 1972800"/>
                <a:gd name="connsiteX496" fmla="*/ 7193139 w 11362354"/>
                <a:gd name="connsiteY496" fmla="*/ 322833 h 1972800"/>
                <a:gd name="connsiteX497" fmla="*/ 6184479 w 11362354"/>
                <a:gd name="connsiteY497" fmla="*/ 312620 h 1972800"/>
                <a:gd name="connsiteX498" fmla="*/ 7080274 w 11362354"/>
                <a:gd name="connsiteY498" fmla="*/ 312620 h 1972800"/>
                <a:gd name="connsiteX499" fmla="*/ 7080274 w 11362354"/>
                <a:gd name="connsiteY499" fmla="*/ 322833 h 1972800"/>
                <a:gd name="connsiteX500" fmla="*/ 7080275 w 11362354"/>
                <a:gd name="connsiteY500" fmla="*/ 322833 h 1972800"/>
                <a:gd name="connsiteX501" fmla="*/ 7080275 w 11362354"/>
                <a:gd name="connsiteY501" fmla="*/ 358338 h 1972800"/>
                <a:gd name="connsiteX502" fmla="*/ 7080274 w 11362354"/>
                <a:gd name="connsiteY502" fmla="*/ 358338 h 1972800"/>
                <a:gd name="connsiteX503" fmla="*/ 7080274 w 11362354"/>
                <a:gd name="connsiteY503" fmla="*/ 358339 h 1972800"/>
                <a:gd name="connsiteX504" fmla="*/ 6184479 w 11362354"/>
                <a:gd name="connsiteY504" fmla="*/ 358339 h 1972800"/>
                <a:gd name="connsiteX505" fmla="*/ 5574793 w 11362354"/>
                <a:gd name="connsiteY505" fmla="*/ 312620 h 1972800"/>
                <a:gd name="connsiteX506" fmla="*/ 6073294 w 11362354"/>
                <a:gd name="connsiteY506" fmla="*/ 312620 h 1972800"/>
                <a:gd name="connsiteX507" fmla="*/ 6073294 w 11362354"/>
                <a:gd name="connsiteY507" fmla="*/ 322833 h 1972800"/>
                <a:gd name="connsiteX508" fmla="*/ 6073294 w 11362354"/>
                <a:gd name="connsiteY508" fmla="*/ 358338 h 1972800"/>
                <a:gd name="connsiteX509" fmla="*/ 6073294 w 11362354"/>
                <a:gd name="connsiteY509" fmla="*/ 358339 h 1972800"/>
                <a:gd name="connsiteX510" fmla="*/ 5574793 w 11362354"/>
                <a:gd name="connsiteY510" fmla="*/ 358339 h 1972800"/>
                <a:gd name="connsiteX511" fmla="*/ 5574793 w 11362354"/>
                <a:gd name="connsiteY511" fmla="*/ 358338 h 1972800"/>
                <a:gd name="connsiteX512" fmla="*/ 5574793 w 11362354"/>
                <a:gd name="connsiteY512" fmla="*/ 322833 h 1972800"/>
                <a:gd name="connsiteX513" fmla="*/ 4792811 w 11362354"/>
                <a:gd name="connsiteY513" fmla="*/ 312620 h 1972800"/>
                <a:gd name="connsiteX514" fmla="*/ 5291307 w 11362354"/>
                <a:gd name="connsiteY514" fmla="*/ 312620 h 1972800"/>
                <a:gd name="connsiteX515" fmla="*/ 5291307 w 11362354"/>
                <a:gd name="connsiteY515" fmla="*/ 322833 h 1972800"/>
                <a:gd name="connsiteX516" fmla="*/ 5291307 w 11362354"/>
                <a:gd name="connsiteY516" fmla="*/ 358338 h 1972800"/>
                <a:gd name="connsiteX517" fmla="*/ 5291307 w 11362354"/>
                <a:gd name="connsiteY517" fmla="*/ 358339 h 1972800"/>
                <a:gd name="connsiteX518" fmla="*/ 4792811 w 11362354"/>
                <a:gd name="connsiteY518" fmla="*/ 358339 h 1972800"/>
                <a:gd name="connsiteX519" fmla="*/ 4792811 w 11362354"/>
                <a:gd name="connsiteY519" fmla="*/ 358338 h 1972800"/>
                <a:gd name="connsiteX520" fmla="*/ 4792811 w 11362354"/>
                <a:gd name="connsiteY520" fmla="*/ 322833 h 1972800"/>
                <a:gd name="connsiteX521" fmla="*/ 2285298 w 11362354"/>
                <a:gd name="connsiteY521" fmla="*/ 312620 h 1972800"/>
                <a:gd name="connsiteX522" fmla="*/ 3183254 w 11362354"/>
                <a:gd name="connsiteY522" fmla="*/ 312620 h 1972800"/>
                <a:gd name="connsiteX523" fmla="*/ 3183254 w 11362354"/>
                <a:gd name="connsiteY523" fmla="*/ 322833 h 1972800"/>
                <a:gd name="connsiteX524" fmla="*/ 3183254 w 11362354"/>
                <a:gd name="connsiteY524" fmla="*/ 358338 h 1972800"/>
                <a:gd name="connsiteX525" fmla="*/ 3183254 w 11362354"/>
                <a:gd name="connsiteY525" fmla="*/ 358339 h 1972800"/>
                <a:gd name="connsiteX526" fmla="*/ 2285298 w 11362354"/>
                <a:gd name="connsiteY526" fmla="*/ 358339 h 1972800"/>
                <a:gd name="connsiteX527" fmla="*/ 2285298 w 11362354"/>
                <a:gd name="connsiteY527" fmla="*/ 358338 h 1972800"/>
                <a:gd name="connsiteX528" fmla="*/ 2285298 w 11362354"/>
                <a:gd name="connsiteY528" fmla="*/ 322833 h 1972800"/>
                <a:gd name="connsiteX529" fmla="*/ 985097 w 11362354"/>
                <a:gd name="connsiteY529" fmla="*/ 312620 h 1972800"/>
                <a:gd name="connsiteX530" fmla="*/ 2135110 w 11362354"/>
                <a:gd name="connsiteY530" fmla="*/ 312620 h 1972800"/>
                <a:gd name="connsiteX531" fmla="*/ 2148730 w 11362354"/>
                <a:gd name="connsiteY531" fmla="*/ 358335 h 1972800"/>
                <a:gd name="connsiteX532" fmla="*/ 2148731 w 11362354"/>
                <a:gd name="connsiteY532" fmla="*/ 358338 h 1972800"/>
                <a:gd name="connsiteX533" fmla="*/ 2148731 w 11362354"/>
                <a:gd name="connsiteY533" fmla="*/ 358339 h 1972800"/>
                <a:gd name="connsiteX534" fmla="*/ 985097 w 11362354"/>
                <a:gd name="connsiteY534" fmla="*/ 358339 h 1972800"/>
                <a:gd name="connsiteX535" fmla="*/ 985097 w 11362354"/>
                <a:gd name="connsiteY535" fmla="*/ 358338 h 1972800"/>
                <a:gd name="connsiteX536" fmla="*/ 985097 w 11362354"/>
                <a:gd name="connsiteY536" fmla="*/ 322833 h 1972800"/>
                <a:gd name="connsiteX537" fmla="*/ 0 w 11362354"/>
                <a:gd name="connsiteY537" fmla="*/ 312620 h 1972800"/>
                <a:gd name="connsiteX538" fmla="*/ 877145 w 11362354"/>
                <a:gd name="connsiteY538" fmla="*/ 312620 h 1972800"/>
                <a:gd name="connsiteX539" fmla="*/ 877145 w 11362354"/>
                <a:gd name="connsiteY539" fmla="*/ 322833 h 1972800"/>
                <a:gd name="connsiteX540" fmla="*/ 877145 w 11362354"/>
                <a:gd name="connsiteY540" fmla="*/ 358338 h 1972800"/>
                <a:gd name="connsiteX541" fmla="*/ 877145 w 11362354"/>
                <a:gd name="connsiteY541" fmla="*/ 358339 h 1972800"/>
                <a:gd name="connsiteX542" fmla="*/ 0 w 11362354"/>
                <a:gd name="connsiteY542" fmla="*/ 358339 h 1972800"/>
                <a:gd name="connsiteX543" fmla="*/ 0 w 11362354"/>
                <a:gd name="connsiteY543" fmla="*/ 358338 h 1972800"/>
                <a:gd name="connsiteX544" fmla="*/ 0 w 11362354"/>
                <a:gd name="connsiteY544" fmla="*/ 322833 h 1972800"/>
                <a:gd name="connsiteX545" fmla="*/ 3426524 w 11362354"/>
                <a:gd name="connsiteY545" fmla="*/ 311140 h 1972800"/>
                <a:gd name="connsiteX546" fmla="*/ 4541246 w 11362354"/>
                <a:gd name="connsiteY546" fmla="*/ 311140 h 1972800"/>
                <a:gd name="connsiteX547" fmla="*/ 4565836 w 11362354"/>
                <a:gd name="connsiteY547" fmla="*/ 363528 h 1972800"/>
                <a:gd name="connsiteX548" fmla="*/ 3720591 w 11362354"/>
                <a:gd name="connsiteY548" fmla="*/ 363528 h 1972800"/>
                <a:gd name="connsiteX549" fmla="*/ 3720591 w 11362354"/>
                <a:gd name="connsiteY549" fmla="*/ 361147 h 1972800"/>
                <a:gd name="connsiteX550" fmla="*/ 3403052 w 11362354"/>
                <a:gd name="connsiteY550" fmla="*/ 361147 h 1972800"/>
                <a:gd name="connsiteX551" fmla="*/ 10479636 w 11362354"/>
                <a:gd name="connsiteY551" fmla="*/ 204267 h 1972800"/>
                <a:gd name="connsiteX552" fmla="*/ 10671926 w 11362354"/>
                <a:gd name="connsiteY552" fmla="*/ 204267 h 1972800"/>
                <a:gd name="connsiteX553" fmla="*/ 11306110 w 11362354"/>
                <a:gd name="connsiteY553" fmla="*/ 204267 h 1972800"/>
                <a:gd name="connsiteX554" fmla="*/ 11306110 w 11362354"/>
                <a:gd name="connsiteY554" fmla="*/ 241250 h 1972800"/>
                <a:gd name="connsiteX555" fmla="*/ 10671926 w 11362354"/>
                <a:gd name="connsiteY555" fmla="*/ 241250 h 1972800"/>
                <a:gd name="connsiteX556" fmla="*/ 10463420 w 11362354"/>
                <a:gd name="connsiteY556" fmla="*/ 241250 h 1972800"/>
                <a:gd name="connsiteX557" fmla="*/ 9781432 w 11362354"/>
                <a:gd name="connsiteY557" fmla="*/ 203834 h 1972800"/>
                <a:gd name="connsiteX558" fmla="*/ 10286039 w 11362354"/>
                <a:gd name="connsiteY558" fmla="*/ 203834 h 1972800"/>
                <a:gd name="connsiteX559" fmla="*/ 10286039 w 11362354"/>
                <a:gd name="connsiteY559" fmla="*/ 240739 h 1972800"/>
                <a:gd name="connsiteX560" fmla="*/ 9781432 w 11362354"/>
                <a:gd name="connsiteY560" fmla="*/ 240739 h 1972800"/>
                <a:gd name="connsiteX561" fmla="*/ 8612890 w 11362354"/>
                <a:gd name="connsiteY561" fmla="*/ 203834 h 1972800"/>
                <a:gd name="connsiteX562" fmla="*/ 9668568 w 11362354"/>
                <a:gd name="connsiteY562" fmla="*/ 203834 h 1972800"/>
                <a:gd name="connsiteX563" fmla="*/ 9668568 w 11362354"/>
                <a:gd name="connsiteY563" fmla="*/ 240739 h 1972800"/>
                <a:gd name="connsiteX564" fmla="*/ 8612890 w 11362354"/>
                <a:gd name="connsiteY564" fmla="*/ 240739 h 1972800"/>
                <a:gd name="connsiteX565" fmla="*/ 8042875 w 11362354"/>
                <a:gd name="connsiteY565" fmla="*/ 203834 h 1972800"/>
                <a:gd name="connsiteX566" fmla="*/ 8501703 w 11362354"/>
                <a:gd name="connsiteY566" fmla="*/ 203834 h 1972800"/>
                <a:gd name="connsiteX567" fmla="*/ 8501703 w 11362354"/>
                <a:gd name="connsiteY567" fmla="*/ 240739 h 1972800"/>
                <a:gd name="connsiteX568" fmla="*/ 8042875 w 11362354"/>
                <a:gd name="connsiteY568" fmla="*/ 240739 h 1972800"/>
                <a:gd name="connsiteX569" fmla="*/ 7193139 w 11362354"/>
                <a:gd name="connsiteY569" fmla="*/ 203834 h 1972800"/>
                <a:gd name="connsiteX570" fmla="*/ 7762309 w 11362354"/>
                <a:gd name="connsiteY570" fmla="*/ 203834 h 1972800"/>
                <a:gd name="connsiteX571" fmla="*/ 7779389 w 11362354"/>
                <a:gd name="connsiteY571" fmla="*/ 240739 h 1972800"/>
                <a:gd name="connsiteX572" fmla="*/ 7193139 w 11362354"/>
                <a:gd name="connsiteY572" fmla="*/ 240739 h 1972800"/>
                <a:gd name="connsiteX573" fmla="*/ 6188669 w 11362354"/>
                <a:gd name="connsiteY573" fmla="*/ 203834 h 1972800"/>
                <a:gd name="connsiteX574" fmla="*/ 7080275 w 11362354"/>
                <a:gd name="connsiteY574" fmla="*/ 203834 h 1972800"/>
                <a:gd name="connsiteX575" fmla="*/ 7080275 w 11362354"/>
                <a:gd name="connsiteY575" fmla="*/ 240739 h 1972800"/>
                <a:gd name="connsiteX576" fmla="*/ 6188669 w 11362354"/>
                <a:gd name="connsiteY576" fmla="*/ 240739 h 1972800"/>
                <a:gd name="connsiteX577" fmla="*/ 5574793 w 11362354"/>
                <a:gd name="connsiteY577" fmla="*/ 203834 h 1972800"/>
                <a:gd name="connsiteX578" fmla="*/ 6073294 w 11362354"/>
                <a:gd name="connsiteY578" fmla="*/ 203834 h 1972800"/>
                <a:gd name="connsiteX579" fmla="*/ 6073294 w 11362354"/>
                <a:gd name="connsiteY579" fmla="*/ 240739 h 1972800"/>
                <a:gd name="connsiteX580" fmla="*/ 5574793 w 11362354"/>
                <a:gd name="connsiteY580" fmla="*/ 240739 h 1972800"/>
                <a:gd name="connsiteX581" fmla="*/ 4792811 w 11362354"/>
                <a:gd name="connsiteY581" fmla="*/ 203834 h 1972800"/>
                <a:gd name="connsiteX582" fmla="*/ 5291307 w 11362354"/>
                <a:gd name="connsiteY582" fmla="*/ 203834 h 1972800"/>
                <a:gd name="connsiteX583" fmla="*/ 5291307 w 11362354"/>
                <a:gd name="connsiteY583" fmla="*/ 240739 h 1972800"/>
                <a:gd name="connsiteX584" fmla="*/ 4792811 w 11362354"/>
                <a:gd name="connsiteY584" fmla="*/ 240739 h 1972800"/>
                <a:gd name="connsiteX585" fmla="*/ 2285298 w 11362354"/>
                <a:gd name="connsiteY585" fmla="*/ 203834 h 1972800"/>
                <a:gd name="connsiteX586" fmla="*/ 3183254 w 11362354"/>
                <a:gd name="connsiteY586" fmla="*/ 203834 h 1972800"/>
                <a:gd name="connsiteX587" fmla="*/ 3183254 w 11362354"/>
                <a:gd name="connsiteY587" fmla="*/ 240739 h 1972800"/>
                <a:gd name="connsiteX588" fmla="*/ 2285298 w 11362354"/>
                <a:gd name="connsiteY588" fmla="*/ 240739 h 1972800"/>
                <a:gd name="connsiteX589" fmla="*/ 985097 w 11362354"/>
                <a:gd name="connsiteY589" fmla="*/ 203834 h 1972800"/>
                <a:gd name="connsiteX590" fmla="*/ 2069184 w 11362354"/>
                <a:gd name="connsiteY590" fmla="*/ 203834 h 1972800"/>
                <a:gd name="connsiteX591" fmla="*/ 2093941 w 11362354"/>
                <a:gd name="connsiteY591" fmla="*/ 240739 h 1972800"/>
                <a:gd name="connsiteX592" fmla="*/ 985097 w 11362354"/>
                <a:gd name="connsiteY592" fmla="*/ 240739 h 1972800"/>
                <a:gd name="connsiteX593" fmla="*/ 0 w 11362354"/>
                <a:gd name="connsiteY593" fmla="*/ 203834 h 1972800"/>
                <a:gd name="connsiteX594" fmla="*/ 877145 w 11362354"/>
                <a:gd name="connsiteY594" fmla="*/ 203834 h 1972800"/>
                <a:gd name="connsiteX595" fmla="*/ 877145 w 11362354"/>
                <a:gd name="connsiteY595" fmla="*/ 240739 h 1972800"/>
                <a:gd name="connsiteX596" fmla="*/ 0 w 11362354"/>
                <a:gd name="connsiteY596" fmla="*/ 240739 h 1972800"/>
                <a:gd name="connsiteX597" fmla="*/ 3491565 w 11362354"/>
                <a:gd name="connsiteY597" fmla="*/ 203833 h 1972800"/>
                <a:gd name="connsiteX598" fmla="*/ 4473824 w 11362354"/>
                <a:gd name="connsiteY598" fmla="*/ 203833 h 1972800"/>
                <a:gd name="connsiteX599" fmla="*/ 4499119 w 11362354"/>
                <a:gd name="connsiteY599" fmla="*/ 240738 h 1972800"/>
                <a:gd name="connsiteX600" fmla="*/ 3466269 w 11362354"/>
                <a:gd name="connsiteY600" fmla="*/ 240738 h 1972800"/>
                <a:gd name="connsiteX601" fmla="*/ 3491565 w 11362354"/>
                <a:gd name="connsiteY601" fmla="*/ 203833 h 1972800"/>
                <a:gd name="connsiteX602" fmla="*/ 10550205 w 11362354"/>
                <a:gd name="connsiteY602" fmla="*/ 96959 h 1972800"/>
                <a:gd name="connsiteX603" fmla="*/ 10671926 w 11362354"/>
                <a:gd name="connsiteY603" fmla="*/ 96959 h 1972800"/>
                <a:gd name="connsiteX604" fmla="*/ 11306110 w 11362354"/>
                <a:gd name="connsiteY604" fmla="*/ 96959 h 1972800"/>
                <a:gd name="connsiteX605" fmla="*/ 11306110 w 11362354"/>
                <a:gd name="connsiteY605" fmla="*/ 121993 h 1972800"/>
                <a:gd name="connsiteX606" fmla="*/ 10671926 w 11362354"/>
                <a:gd name="connsiteY606" fmla="*/ 121993 h 1972800"/>
                <a:gd name="connsiteX607" fmla="*/ 10531544 w 11362354"/>
                <a:gd name="connsiteY607" fmla="*/ 121993 h 1972800"/>
                <a:gd name="connsiteX608" fmla="*/ 9781432 w 11362354"/>
                <a:gd name="connsiteY608" fmla="*/ 96753 h 1972800"/>
                <a:gd name="connsiteX609" fmla="*/ 10286039 w 11362354"/>
                <a:gd name="connsiteY609" fmla="*/ 96753 h 1972800"/>
                <a:gd name="connsiteX610" fmla="*/ 10286039 w 11362354"/>
                <a:gd name="connsiteY610" fmla="*/ 121735 h 1972800"/>
                <a:gd name="connsiteX611" fmla="*/ 9781432 w 11362354"/>
                <a:gd name="connsiteY611" fmla="*/ 121735 h 1972800"/>
                <a:gd name="connsiteX612" fmla="*/ 8612890 w 11362354"/>
                <a:gd name="connsiteY612" fmla="*/ 96753 h 1972800"/>
                <a:gd name="connsiteX613" fmla="*/ 9668568 w 11362354"/>
                <a:gd name="connsiteY613" fmla="*/ 96753 h 1972800"/>
                <a:gd name="connsiteX614" fmla="*/ 9668568 w 11362354"/>
                <a:gd name="connsiteY614" fmla="*/ 121735 h 1972800"/>
                <a:gd name="connsiteX615" fmla="*/ 8612890 w 11362354"/>
                <a:gd name="connsiteY615" fmla="*/ 121735 h 1972800"/>
                <a:gd name="connsiteX616" fmla="*/ 8042875 w 11362354"/>
                <a:gd name="connsiteY616" fmla="*/ 96753 h 1972800"/>
                <a:gd name="connsiteX617" fmla="*/ 8501703 w 11362354"/>
                <a:gd name="connsiteY617" fmla="*/ 96753 h 1972800"/>
                <a:gd name="connsiteX618" fmla="*/ 8501703 w 11362354"/>
                <a:gd name="connsiteY618" fmla="*/ 121735 h 1972800"/>
                <a:gd name="connsiteX619" fmla="*/ 8042875 w 11362354"/>
                <a:gd name="connsiteY619" fmla="*/ 121735 h 1972800"/>
                <a:gd name="connsiteX620" fmla="*/ 7193139 w 11362354"/>
                <a:gd name="connsiteY620" fmla="*/ 96753 h 1972800"/>
                <a:gd name="connsiteX621" fmla="*/ 7712749 w 11362354"/>
                <a:gd name="connsiteY621" fmla="*/ 96753 h 1972800"/>
                <a:gd name="connsiteX622" fmla="*/ 7724312 w 11362354"/>
                <a:gd name="connsiteY622" fmla="*/ 121735 h 1972800"/>
                <a:gd name="connsiteX623" fmla="*/ 7193139 w 11362354"/>
                <a:gd name="connsiteY623" fmla="*/ 121735 h 1972800"/>
                <a:gd name="connsiteX624" fmla="*/ 6188669 w 11362354"/>
                <a:gd name="connsiteY624" fmla="*/ 96753 h 1972800"/>
                <a:gd name="connsiteX625" fmla="*/ 7080275 w 11362354"/>
                <a:gd name="connsiteY625" fmla="*/ 96753 h 1972800"/>
                <a:gd name="connsiteX626" fmla="*/ 7080275 w 11362354"/>
                <a:gd name="connsiteY626" fmla="*/ 121735 h 1972800"/>
                <a:gd name="connsiteX627" fmla="*/ 6188669 w 11362354"/>
                <a:gd name="connsiteY627" fmla="*/ 121735 h 1972800"/>
                <a:gd name="connsiteX628" fmla="*/ 5574793 w 11362354"/>
                <a:gd name="connsiteY628" fmla="*/ 96753 h 1972800"/>
                <a:gd name="connsiteX629" fmla="*/ 6073294 w 11362354"/>
                <a:gd name="connsiteY629" fmla="*/ 96753 h 1972800"/>
                <a:gd name="connsiteX630" fmla="*/ 6073294 w 11362354"/>
                <a:gd name="connsiteY630" fmla="*/ 121735 h 1972800"/>
                <a:gd name="connsiteX631" fmla="*/ 5574793 w 11362354"/>
                <a:gd name="connsiteY631" fmla="*/ 121735 h 1972800"/>
                <a:gd name="connsiteX632" fmla="*/ 4792811 w 11362354"/>
                <a:gd name="connsiteY632" fmla="*/ 96753 h 1972800"/>
                <a:gd name="connsiteX633" fmla="*/ 5291307 w 11362354"/>
                <a:gd name="connsiteY633" fmla="*/ 96753 h 1972800"/>
                <a:gd name="connsiteX634" fmla="*/ 5291307 w 11362354"/>
                <a:gd name="connsiteY634" fmla="*/ 121735 h 1972800"/>
                <a:gd name="connsiteX635" fmla="*/ 4792811 w 11362354"/>
                <a:gd name="connsiteY635" fmla="*/ 121735 h 1972800"/>
                <a:gd name="connsiteX636" fmla="*/ 2285298 w 11362354"/>
                <a:gd name="connsiteY636" fmla="*/ 96753 h 1972800"/>
                <a:gd name="connsiteX637" fmla="*/ 3183254 w 11362354"/>
                <a:gd name="connsiteY637" fmla="*/ 96753 h 1972800"/>
                <a:gd name="connsiteX638" fmla="*/ 3183254 w 11362354"/>
                <a:gd name="connsiteY638" fmla="*/ 121735 h 1972800"/>
                <a:gd name="connsiteX639" fmla="*/ 2285298 w 11362354"/>
                <a:gd name="connsiteY639" fmla="*/ 121735 h 1972800"/>
                <a:gd name="connsiteX640" fmla="*/ 985097 w 11362354"/>
                <a:gd name="connsiteY640" fmla="*/ 96753 h 1972800"/>
                <a:gd name="connsiteX641" fmla="*/ 1978552 w 11362354"/>
                <a:gd name="connsiteY641" fmla="*/ 96753 h 1972800"/>
                <a:gd name="connsiteX642" fmla="*/ 2002599 w 11362354"/>
                <a:gd name="connsiteY642" fmla="*/ 121735 h 1972800"/>
                <a:gd name="connsiteX643" fmla="*/ 985097 w 11362354"/>
                <a:gd name="connsiteY643" fmla="*/ 121735 h 1972800"/>
                <a:gd name="connsiteX644" fmla="*/ 0 w 11362354"/>
                <a:gd name="connsiteY644" fmla="*/ 96753 h 1972800"/>
                <a:gd name="connsiteX645" fmla="*/ 877145 w 11362354"/>
                <a:gd name="connsiteY645" fmla="*/ 96753 h 1972800"/>
                <a:gd name="connsiteX646" fmla="*/ 877145 w 11362354"/>
                <a:gd name="connsiteY646" fmla="*/ 121735 h 1972800"/>
                <a:gd name="connsiteX647" fmla="*/ 0 w 11362354"/>
                <a:gd name="connsiteY647" fmla="*/ 121735 h 1972800"/>
                <a:gd name="connsiteX648" fmla="*/ 3581580 w 11362354"/>
                <a:gd name="connsiteY648" fmla="*/ 96752 h 1972800"/>
                <a:gd name="connsiteX649" fmla="*/ 4383809 w 11362354"/>
                <a:gd name="connsiteY649" fmla="*/ 96752 h 1972800"/>
                <a:gd name="connsiteX650" fmla="*/ 4407456 w 11362354"/>
                <a:gd name="connsiteY650" fmla="*/ 121734 h 1972800"/>
                <a:gd name="connsiteX651" fmla="*/ 3557933 w 11362354"/>
                <a:gd name="connsiteY651" fmla="*/ 121734 h 1972800"/>
                <a:gd name="connsiteX652" fmla="*/ 3581580 w 11362354"/>
                <a:gd name="connsiteY652" fmla="*/ 96752 h 1972800"/>
                <a:gd name="connsiteX653" fmla="*/ 10683999 w 11362354"/>
                <a:gd name="connsiteY653" fmla="*/ 1 h 1972800"/>
                <a:gd name="connsiteX654" fmla="*/ 10743787 w 11362354"/>
                <a:gd name="connsiteY654" fmla="*/ 1 h 1972800"/>
                <a:gd name="connsiteX655" fmla="*/ 10800434 w 11362354"/>
                <a:gd name="connsiteY655" fmla="*/ 2849 h 1972800"/>
                <a:gd name="connsiteX656" fmla="*/ 10800434 w 11362354"/>
                <a:gd name="connsiteY656" fmla="*/ 1 h 1972800"/>
                <a:gd name="connsiteX657" fmla="*/ 11306110 w 11362354"/>
                <a:gd name="connsiteY657" fmla="*/ 1 h 1972800"/>
                <a:gd name="connsiteX658" fmla="*/ 11306110 w 11362354"/>
                <a:gd name="connsiteY658" fmla="*/ 14690 h 1972800"/>
                <a:gd name="connsiteX659" fmla="*/ 10671926 w 11362354"/>
                <a:gd name="connsiteY659" fmla="*/ 14690 h 1972800"/>
                <a:gd name="connsiteX660" fmla="*/ 10634292 w 11362354"/>
                <a:gd name="connsiteY660" fmla="*/ 14690 h 1972800"/>
                <a:gd name="connsiteX661" fmla="*/ 10646512 w 11362354"/>
                <a:gd name="connsiteY661" fmla="*/ 4251 h 1972800"/>
                <a:gd name="connsiteX662" fmla="*/ 10646512 w 11362354"/>
                <a:gd name="connsiteY662" fmla="*/ 2687 h 1972800"/>
                <a:gd name="connsiteX663" fmla="*/ 10671926 w 11362354"/>
                <a:gd name="connsiteY663" fmla="*/ 1221 h 1972800"/>
                <a:gd name="connsiteX664" fmla="*/ 10671926 w 11362354"/>
                <a:gd name="connsiteY664" fmla="*/ 697 h 1972800"/>
                <a:gd name="connsiteX665" fmla="*/ 9781432 w 11362354"/>
                <a:gd name="connsiteY665" fmla="*/ 1 h 1972800"/>
                <a:gd name="connsiteX666" fmla="*/ 10286039 w 11362354"/>
                <a:gd name="connsiteY666" fmla="*/ 1 h 1972800"/>
                <a:gd name="connsiteX667" fmla="*/ 10286039 w 11362354"/>
                <a:gd name="connsiteY667" fmla="*/ 14659 h 1972800"/>
                <a:gd name="connsiteX668" fmla="*/ 9781432 w 11362354"/>
                <a:gd name="connsiteY668" fmla="*/ 14659 h 1972800"/>
                <a:gd name="connsiteX669" fmla="*/ 8612890 w 11362354"/>
                <a:gd name="connsiteY669" fmla="*/ 1 h 1972800"/>
                <a:gd name="connsiteX670" fmla="*/ 9668568 w 11362354"/>
                <a:gd name="connsiteY670" fmla="*/ 1 h 1972800"/>
                <a:gd name="connsiteX671" fmla="*/ 9668568 w 11362354"/>
                <a:gd name="connsiteY671" fmla="*/ 14659 h 1972800"/>
                <a:gd name="connsiteX672" fmla="*/ 8612890 w 11362354"/>
                <a:gd name="connsiteY672" fmla="*/ 14659 h 1972800"/>
                <a:gd name="connsiteX673" fmla="*/ 8042875 w 11362354"/>
                <a:gd name="connsiteY673" fmla="*/ 1 h 1972800"/>
                <a:gd name="connsiteX674" fmla="*/ 8501703 w 11362354"/>
                <a:gd name="connsiteY674" fmla="*/ 1 h 1972800"/>
                <a:gd name="connsiteX675" fmla="*/ 8501703 w 11362354"/>
                <a:gd name="connsiteY675" fmla="*/ 14659 h 1972800"/>
                <a:gd name="connsiteX676" fmla="*/ 8042875 w 11362354"/>
                <a:gd name="connsiteY676" fmla="*/ 14659 h 1972800"/>
                <a:gd name="connsiteX677" fmla="*/ 7193139 w 11362354"/>
                <a:gd name="connsiteY677" fmla="*/ 1 h 1972800"/>
                <a:gd name="connsiteX678" fmla="*/ 7667970 w 11362354"/>
                <a:gd name="connsiteY678" fmla="*/ 1 h 1972800"/>
                <a:gd name="connsiteX679" fmla="*/ 7674758 w 11362354"/>
                <a:gd name="connsiteY679" fmla="*/ 14659 h 1972800"/>
                <a:gd name="connsiteX680" fmla="*/ 7193139 w 11362354"/>
                <a:gd name="connsiteY680" fmla="*/ 14659 h 1972800"/>
                <a:gd name="connsiteX681" fmla="*/ 6188669 w 11362354"/>
                <a:gd name="connsiteY681" fmla="*/ 1 h 1972800"/>
                <a:gd name="connsiteX682" fmla="*/ 7080275 w 11362354"/>
                <a:gd name="connsiteY682" fmla="*/ 1 h 1972800"/>
                <a:gd name="connsiteX683" fmla="*/ 7080275 w 11362354"/>
                <a:gd name="connsiteY683" fmla="*/ 14659 h 1972800"/>
                <a:gd name="connsiteX684" fmla="*/ 6188669 w 11362354"/>
                <a:gd name="connsiteY684" fmla="*/ 14659 h 1972800"/>
                <a:gd name="connsiteX685" fmla="*/ 5574793 w 11362354"/>
                <a:gd name="connsiteY685" fmla="*/ 1 h 1972800"/>
                <a:gd name="connsiteX686" fmla="*/ 6073294 w 11362354"/>
                <a:gd name="connsiteY686" fmla="*/ 1 h 1972800"/>
                <a:gd name="connsiteX687" fmla="*/ 6073294 w 11362354"/>
                <a:gd name="connsiteY687" fmla="*/ 14659 h 1972800"/>
                <a:gd name="connsiteX688" fmla="*/ 5574793 w 11362354"/>
                <a:gd name="connsiteY688" fmla="*/ 14659 h 1972800"/>
                <a:gd name="connsiteX689" fmla="*/ 4792811 w 11362354"/>
                <a:gd name="connsiteY689" fmla="*/ 1 h 1972800"/>
                <a:gd name="connsiteX690" fmla="*/ 5291307 w 11362354"/>
                <a:gd name="connsiteY690" fmla="*/ 1 h 1972800"/>
                <a:gd name="connsiteX691" fmla="*/ 5291307 w 11362354"/>
                <a:gd name="connsiteY691" fmla="*/ 14659 h 1972800"/>
                <a:gd name="connsiteX692" fmla="*/ 4792811 w 11362354"/>
                <a:gd name="connsiteY692" fmla="*/ 14659 h 1972800"/>
                <a:gd name="connsiteX693" fmla="*/ 2285298 w 11362354"/>
                <a:gd name="connsiteY693" fmla="*/ 1 h 1972800"/>
                <a:gd name="connsiteX694" fmla="*/ 3183254 w 11362354"/>
                <a:gd name="connsiteY694" fmla="*/ 1 h 1972800"/>
                <a:gd name="connsiteX695" fmla="*/ 3183254 w 11362354"/>
                <a:gd name="connsiteY695" fmla="*/ 14659 h 1972800"/>
                <a:gd name="connsiteX696" fmla="*/ 2285298 w 11362354"/>
                <a:gd name="connsiteY696" fmla="*/ 14659 h 1972800"/>
                <a:gd name="connsiteX697" fmla="*/ 985097 w 11362354"/>
                <a:gd name="connsiteY697" fmla="*/ 1 h 1972800"/>
                <a:gd name="connsiteX698" fmla="*/ 1846470 w 11362354"/>
                <a:gd name="connsiteY698" fmla="*/ 1 h 1972800"/>
                <a:gd name="connsiteX699" fmla="*/ 1869376 w 11362354"/>
                <a:gd name="connsiteY699" fmla="*/ 14659 h 1972800"/>
                <a:gd name="connsiteX700" fmla="*/ 985097 w 11362354"/>
                <a:gd name="connsiteY700" fmla="*/ 14659 h 1972800"/>
                <a:gd name="connsiteX701" fmla="*/ 0 w 11362354"/>
                <a:gd name="connsiteY701" fmla="*/ 1 h 1972800"/>
                <a:gd name="connsiteX702" fmla="*/ 877145 w 11362354"/>
                <a:gd name="connsiteY702" fmla="*/ 1 h 1972800"/>
                <a:gd name="connsiteX703" fmla="*/ 877145 w 11362354"/>
                <a:gd name="connsiteY703" fmla="*/ 14659 h 1972800"/>
                <a:gd name="connsiteX704" fmla="*/ 0 w 11362354"/>
                <a:gd name="connsiteY704" fmla="*/ 14659 h 1972800"/>
                <a:gd name="connsiteX705" fmla="*/ 3702830 w 11362354"/>
                <a:gd name="connsiteY705" fmla="*/ 0 h 1972800"/>
                <a:gd name="connsiteX706" fmla="*/ 4262563 w 11362354"/>
                <a:gd name="connsiteY706" fmla="*/ 0 h 1972800"/>
                <a:gd name="connsiteX707" fmla="*/ 4284257 w 11362354"/>
                <a:gd name="connsiteY707" fmla="*/ 14658 h 1972800"/>
                <a:gd name="connsiteX708" fmla="*/ 3681132 w 11362354"/>
                <a:gd name="connsiteY708" fmla="*/ 14658 h 1972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</a:cxnLst>
              <a:rect l="l" t="t" r="r" b="b"/>
              <a:pathLst>
                <a:path w="11362354" h="1972800">
                  <a:moveTo>
                    <a:pt x="4196821" y="1846406"/>
                  </a:moveTo>
                  <a:lnTo>
                    <a:pt x="4515841" y="1846406"/>
                  </a:lnTo>
                  <a:lnTo>
                    <a:pt x="4302401" y="1972800"/>
                  </a:lnTo>
                  <a:lnTo>
                    <a:pt x="4276590" y="1972800"/>
                  </a:lnTo>
                  <a:close/>
                  <a:moveTo>
                    <a:pt x="10408772" y="1547682"/>
                  </a:moveTo>
                  <a:lnTo>
                    <a:pt x="11236685" y="1547682"/>
                  </a:lnTo>
                  <a:cubicBezTo>
                    <a:pt x="11178355" y="1621090"/>
                    <a:pt x="11101638" y="1688425"/>
                    <a:pt x="11013744" y="1726479"/>
                  </a:cubicBezTo>
                  <a:cubicBezTo>
                    <a:pt x="10916839" y="1760403"/>
                    <a:pt x="10802883" y="1780105"/>
                    <a:pt x="10702056" y="1776200"/>
                  </a:cubicBezTo>
                  <a:cubicBezTo>
                    <a:pt x="10601227" y="1772294"/>
                    <a:pt x="10494409" y="1740125"/>
                    <a:pt x="10408772" y="1703049"/>
                  </a:cubicBezTo>
                  <a:close/>
                  <a:moveTo>
                    <a:pt x="9781432" y="1544408"/>
                  </a:moveTo>
                  <a:lnTo>
                    <a:pt x="10286039" y="1544408"/>
                  </a:lnTo>
                  <a:lnTo>
                    <a:pt x="10286039" y="1763438"/>
                  </a:lnTo>
                  <a:lnTo>
                    <a:pt x="9781432" y="1763438"/>
                  </a:lnTo>
                  <a:close/>
                  <a:moveTo>
                    <a:pt x="8877431" y="1544408"/>
                  </a:moveTo>
                  <a:lnTo>
                    <a:pt x="9382033" y="1544408"/>
                  </a:lnTo>
                  <a:lnTo>
                    <a:pt x="9382033" y="1763438"/>
                  </a:lnTo>
                  <a:lnTo>
                    <a:pt x="8877431" y="1763438"/>
                  </a:lnTo>
                  <a:close/>
                  <a:moveTo>
                    <a:pt x="7955283" y="1544408"/>
                  </a:moveTo>
                  <a:lnTo>
                    <a:pt x="8501703" y="1544408"/>
                  </a:lnTo>
                  <a:lnTo>
                    <a:pt x="8501703" y="1763438"/>
                  </a:lnTo>
                  <a:lnTo>
                    <a:pt x="8046371" y="1763438"/>
                  </a:lnTo>
                  <a:close/>
                  <a:moveTo>
                    <a:pt x="7193139" y="1544408"/>
                  </a:moveTo>
                  <a:lnTo>
                    <a:pt x="7648159" y="1544408"/>
                  </a:lnTo>
                  <a:lnTo>
                    <a:pt x="7648159" y="1763438"/>
                  </a:lnTo>
                  <a:lnTo>
                    <a:pt x="7193139" y="1763438"/>
                  </a:lnTo>
                  <a:close/>
                  <a:moveTo>
                    <a:pt x="6188669" y="1544408"/>
                  </a:moveTo>
                  <a:lnTo>
                    <a:pt x="7080275" y="1544408"/>
                  </a:lnTo>
                  <a:lnTo>
                    <a:pt x="7080275" y="1763438"/>
                  </a:lnTo>
                  <a:lnTo>
                    <a:pt x="6188669" y="1763438"/>
                  </a:lnTo>
                  <a:close/>
                  <a:moveTo>
                    <a:pt x="4886266" y="1544408"/>
                  </a:moveTo>
                  <a:lnTo>
                    <a:pt x="5979839" y="1544408"/>
                  </a:lnTo>
                  <a:cubicBezTo>
                    <a:pt x="5886803" y="1676927"/>
                    <a:pt x="5732198" y="1763438"/>
                    <a:pt x="5557257" y="1763438"/>
                  </a:cubicBezTo>
                  <a:lnTo>
                    <a:pt x="5308843" y="1763438"/>
                  </a:lnTo>
                  <a:cubicBezTo>
                    <a:pt x="5133911" y="1763438"/>
                    <a:pt x="4979301" y="1676927"/>
                    <a:pt x="4886266" y="1544408"/>
                  </a:cubicBezTo>
                  <a:close/>
                  <a:moveTo>
                    <a:pt x="2285298" y="1544408"/>
                  </a:moveTo>
                  <a:lnTo>
                    <a:pt x="3183254" y="1544408"/>
                  </a:lnTo>
                  <a:lnTo>
                    <a:pt x="3183254" y="1763438"/>
                  </a:lnTo>
                  <a:lnTo>
                    <a:pt x="2285298" y="1763438"/>
                  </a:lnTo>
                  <a:close/>
                  <a:moveTo>
                    <a:pt x="1699767" y="1544408"/>
                  </a:moveTo>
                  <a:lnTo>
                    <a:pt x="2161050" y="1544408"/>
                  </a:lnTo>
                  <a:lnTo>
                    <a:pt x="2265828" y="1763438"/>
                  </a:lnTo>
                  <a:lnTo>
                    <a:pt x="1796468" y="1763438"/>
                  </a:lnTo>
                  <a:close/>
                  <a:moveTo>
                    <a:pt x="985097" y="1544408"/>
                  </a:moveTo>
                  <a:lnTo>
                    <a:pt x="1468672" y="1544408"/>
                  </a:lnTo>
                  <a:lnTo>
                    <a:pt x="1468672" y="1763438"/>
                  </a:lnTo>
                  <a:lnTo>
                    <a:pt x="985097" y="1763438"/>
                  </a:lnTo>
                  <a:close/>
                  <a:moveTo>
                    <a:pt x="0" y="1544408"/>
                  </a:moveTo>
                  <a:lnTo>
                    <a:pt x="506025" y="1544408"/>
                  </a:lnTo>
                  <a:lnTo>
                    <a:pt x="506025" y="1763438"/>
                  </a:lnTo>
                  <a:lnTo>
                    <a:pt x="498505" y="1763438"/>
                  </a:lnTo>
                  <a:lnTo>
                    <a:pt x="7520" y="1763438"/>
                  </a:lnTo>
                  <a:lnTo>
                    <a:pt x="0" y="1763438"/>
                  </a:lnTo>
                  <a:close/>
                  <a:moveTo>
                    <a:pt x="3478763" y="1544407"/>
                  </a:moveTo>
                  <a:lnTo>
                    <a:pt x="4486152" y="1544407"/>
                  </a:lnTo>
                  <a:cubicBezTo>
                    <a:pt x="4484148" y="1548197"/>
                    <a:pt x="4481735" y="1551706"/>
                    <a:pt x="4479313" y="1555187"/>
                  </a:cubicBezTo>
                  <a:lnTo>
                    <a:pt x="4654042" y="1763437"/>
                  </a:lnTo>
                  <a:lnTo>
                    <a:pt x="3697470" y="1763437"/>
                  </a:lnTo>
                  <a:cubicBezTo>
                    <a:pt x="3614316" y="1711031"/>
                    <a:pt x="3539996" y="1636273"/>
                    <a:pt x="3478763" y="1544407"/>
                  </a:cubicBezTo>
                  <a:close/>
                  <a:moveTo>
                    <a:pt x="10408772" y="1290902"/>
                  </a:moveTo>
                  <a:lnTo>
                    <a:pt x="10568570" y="1290902"/>
                  </a:lnTo>
                  <a:cubicBezTo>
                    <a:pt x="10577470" y="1298557"/>
                    <a:pt x="10581828" y="1306214"/>
                    <a:pt x="10590729" y="1313870"/>
                  </a:cubicBezTo>
                  <a:cubicBezTo>
                    <a:pt x="10620545" y="1348521"/>
                    <a:pt x="10677153" y="1369391"/>
                    <a:pt x="10721250" y="1365562"/>
                  </a:cubicBezTo>
                  <a:cubicBezTo>
                    <a:pt x="10765348" y="1361734"/>
                    <a:pt x="10826744" y="1338516"/>
                    <a:pt x="10855315" y="1290902"/>
                  </a:cubicBezTo>
                  <a:lnTo>
                    <a:pt x="11214890" y="1290902"/>
                  </a:lnTo>
                  <a:lnTo>
                    <a:pt x="11346112" y="1290902"/>
                  </a:lnTo>
                  <a:cubicBezTo>
                    <a:pt x="11334622" y="1353431"/>
                    <a:pt x="11312604" y="1412394"/>
                    <a:pt x="11280882" y="1465414"/>
                  </a:cubicBezTo>
                  <a:lnTo>
                    <a:pt x="11214890" y="1465414"/>
                  </a:lnTo>
                  <a:lnTo>
                    <a:pt x="10408772" y="1465414"/>
                  </a:lnTo>
                  <a:close/>
                  <a:moveTo>
                    <a:pt x="3354588" y="1288169"/>
                  </a:moveTo>
                  <a:lnTo>
                    <a:pt x="3891084" y="1288169"/>
                  </a:lnTo>
                  <a:cubicBezTo>
                    <a:pt x="3918715" y="1317171"/>
                    <a:pt x="3949853" y="1333215"/>
                    <a:pt x="3982693" y="1333215"/>
                  </a:cubicBezTo>
                  <a:cubicBezTo>
                    <a:pt x="4015535" y="1333215"/>
                    <a:pt x="4046674" y="1317171"/>
                    <a:pt x="4074304" y="1288169"/>
                  </a:cubicBezTo>
                  <a:lnTo>
                    <a:pt x="4610046" y="1288169"/>
                  </a:lnTo>
                  <a:cubicBezTo>
                    <a:pt x="4590290" y="1350350"/>
                    <a:pt x="4565183" y="1408715"/>
                    <a:pt x="4535426" y="1462313"/>
                  </a:cubicBezTo>
                  <a:lnTo>
                    <a:pt x="3429061" y="1462313"/>
                  </a:lnTo>
                  <a:cubicBezTo>
                    <a:pt x="3399902" y="1408452"/>
                    <a:pt x="3374896" y="1350106"/>
                    <a:pt x="3354588" y="1288169"/>
                  </a:cubicBezTo>
                  <a:close/>
                  <a:moveTo>
                    <a:pt x="9781432" y="1288165"/>
                  </a:moveTo>
                  <a:lnTo>
                    <a:pt x="10286039" y="1288165"/>
                  </a:lnTo>
                  <a:lnTo>
                    <a:pt x="10286039" y="1462314"/>
                  </a:lnTo>
                  <a:lnTo>
                    <a:pt x="9781432" y="1462314"/>
                  </a:lnTo>
                  <a:close/>
                  <a:moveTo>
                    <a:pt x="8877431" y="1288165"/>
                  </a:moveTo>
                  <a:lnTo>
                    <a:pt x="9382033" y="1288165"/>
                  </a:lnTo>
                  <a:lnTo>
                    <a:pt x="9382033" y="1462314"/>
                  </a:lnTo>
                  <a:lnTo>
                    <a:pt x="8877431" y="1462314"/>
                  </a:lnTo>
                  <a:close/>
                  <a:moveTo>
                    <a:pt x="7848731" y="1288165"/>
                  </a:moveTo>
                  <a:lnTo>
                    <a:pt x="8501703" y="1288165"/>
                  </a:lnTo>
                  <a:lnTo>
                    <a:pt x="8501703" y="1462314"/>
                  </a:lnTo>
                  <a:lnTo>
                    <a:pt x="7921150" y="1462314"/>
                  </a:lnTo>
                  <a:close/>
                  <a:moveTo>
                    <a:pt x="7193139" y="1288165"/>
                  </a:moveTo>
                  <a:lnTo>
                    <a:pt x="7648159" y="1288165"/>
                  </a:lnTo>
                  <a:lnTo>
                    <a:pt x="7648159" y="1462314"/>
                  </a:lnTo>
                  <a:lnTo>
                    <a:pt x="7193139" y="1462314"/>
                  </a:lnTo>
                  <a:close/>
                  <a:moveTo>
                    <a:pt x="6188669" y="1288165"/>
                  </a:moveTo>
                  <a:lnTo>
                    <a:pt x="6674501" y="1288165"/>
                  </a:lnTo>
                  <a:lnTo>
                    <a:pt x="6674501" y="1351991"/>
                  </a:lnTo>
                  <a:lnTo>
                    <a:pt x="7080275" y="1351991"/>
                  </a:lnTo>
                  <a:lnTo>
                    <a:pt x="7080275" y="1462314"/>
                  </a:lnTo>
                  <a:lnTo>
                    <a:pt x="6188669" y="1462314"/>
                  </a:lnTo>
                  <a:close/>
                  <a:moveTo>
                    <a:pt x="4794722" y="1288165"/>
                  </a:moveTo>
                  <a:lnTo>
                    <a:pt x="5308313" y="1288165"/>
                  </a:lnTo>
                  <a:cubicBezTo>
                    <a:pt x="5331518" y="1333078"/>
                    <a:pt x="5378715" y="1363467"/>
                    <a:pt x="5433050" y="1363467"/>
                  </a:cubicBezTo>
                  <a:cubicBezTo>
                    <a:pt x="5487389" y="1363467"/>
                    <a:pt x="5534582" y="1333078"/>
                    <a:pt x="5557791" y="1288165"/>
                  </a:cubicBezTo>
                  <a:lnTo>
                    <a:pt x="6071387" y="1288165"/>
                  </a:lnTo>
                  <a:cubicBezTo>
                    <a:pt x="6067418" y="1349988"/>
                    <a:pt x="6051903" y="1408730"/>
                    <a:pt x="6026879" y="1462314"/>
                  </a:cubicBezTo>
                  <a:lnTo>
                    <a:pt x="4839225" y="1462314"/>
                  </a:lnTo>
                  <a:cubicBezTo>
                    <a:pt x="4814201" y="1408730"/>
                    <a:pt x="4798682" y="1349988"/>
                    <a:pt x="4794722" y="1288165"/>
                  </a:cubicBezTo>
                  <a:close/>
                  <a:moveTo>
                    <a:pt x="2285298" y="1288165"/>
                  </a:moveTo>
                  <a:lnTo>
                    <a:pt x="2771132" y="1288165"/>
                  </a:lnTo>
                  <a:lnTo>
                    <a:pt x="2771132" y="1351991"/>
                  </a:lnTo>
                  <a:lnTo>
                    <a:pt x="3183254" y="1351991"/>
                  </a:lnTo>
                  <a:lnTo>
                    <a:pt x="3183254" y="1462314"/>
                  </a:lnTo>
                  <a:lnTo>
                    <a:pt x="2285298" y="1462314"/>
                  </a:lnTo>
                  <a:close/>
                  <a:moveTo>
                    <a:pt x="1586644" y="1288165"/>
                  </a:moveTo>
                  <a:lnTo>
                    <a:pt x="2038472" y="1288165"/>
                  </a:lnTo>
                  <a:lnTo>
                    <a:pt x="2121783" y="1462314"/>
                  </a:lnTo>
                  <a:lnTo>
                    <a:pt x="1663530" y="1462314"/>
                  </a:lnTo>
                  <a:close/>
                  <a:moveTo>
                    <a:pt x="985097" y="1288165"/>
                  </a:moveTo>
                  <a:lnTo>
                    <a:pt x="1468672" y="1288165"/>
                  </a:lnTo>
                  <a:lnTo>
                    <a:pt x="1468672" y="1462314"/>
                  </a:lnTo>
                  <a:lnTo>
                    <a:pt x="985097" y="1462314"/>
                  </a:lnTo>
                  <a:close/>
                  <a:moveTo>
                    <a:pt x="0" y="1288165"/>
                  </a:moveTo>
                  <a:lnTo>
                    <a:pt x="506025" y="1288165"/>
                  </a:lnTo>
                  <a:lnTo>
                    <a:pt x="506025" y="1462314"/>
                  </a:lnTo>
                  <a:lnTo>
                    <a:pt x="0" y="1462314"/>
                  </a:lnTo>
                  <a:close/>
                  <a:moveTo>
                    <a:pt x="10408772" y="1157361"/>
                  </a:moveTo>
                  <a:lnTo>
                    <a:pt x="10468381" y="1208632"/>
                  </a:lnTo>
                  <a:lnTo>
                    <a:pt x="10408772" y="1208632"/>
                  </a:lnTo>
                  <a:close/>
                  <a:moveTo>
                    <a:pt x="10816942" y="1078164"/>
                  </a:moveTo>
                  <a:lnTo>
                    <a:pt x="11358000" y="1078164"/>
                  </a:lnTo>
                  <a:cubicBezTo>
                    <a:pt x="11367192" y="1149515"/>
                    <a:pt x="11358946" y="1186888"/>
                    <a:pt x="11359134" y="1208632"/>
                  </a:cubicBezTo>
                  <a:lnTo>
                    <a:pt x="11359134" y="1208633"/>
                  </a:lnTo>
                  <a:lnTo>
                    <a:pt x="10871056" y="1208633"/>
                  </a:lnTo>
                  <a:cubicBezTo>
                    <a:pt x="10871350" y="1207645"/>
                    <a:pt x="10871355" y="1206649"/>
                    <a:pt x="10871355" y="1205652"/>
                  </a:cubicBezTo>
                  <a:cubicBezTo>
                    <a:pt x="10871355" y="1153657"/>
                    <a:pt x="10847076" y="1107297"/>
                    <a:pt x="10808382" y="1078165"/>
                  </a:cubicBezTo>
                  <a:lnTo>
                    <a:pt x="10816943" y="1078165"/>
                  </a:lnTo>
                  <a:close/>
                  <a:moveTo>
                    <a:pt x="9781432" y="1075882"/>
                  </a:moveTo>
                  <a:lnTo>
                    <a:pt x="10286039" y="1075882"/>
                  </a:lnTo>
                  <a:lnTo>
                    <a:pt x="10286039" y="1206076"/>
                  </a:lnTo>
                  <a:lnTo>
                    <a:pt x="9781432" y="1206076"/>
                  </a:lnTo>
                  <a:close/>
                  <a:moveTo>
                    <a:pt x="8877431" y="1075882"/>
                  </a:moveTo>
                  <a:lnTo>
                    <a:pt x="9382033" y="1075882"/>
                  </a:lnTo>
                  <a:lnTo>
                    <a:pt x="9382033" y="1206076"/>
                  </a:lnTo>
                  <a:lnTo>
                    <a:pt x="8877431" y="1206076"/>
                  </a:lnTo>
                  <a:close/>
                  <a:moveTo>
                    <a:pt x="7760453" y="1075882"/>
                  </a:moveTo>
                  <a:lnTo>
                    <a:pt x="8501703" y="1075882"/>
                  </a:lnTo>
                  <a:lnTo>
                    <a:pt x="8501703" y="1206076"/>
                  </a:lnTo>
                  <a:lnTo>
                    <a:pt x="7814594" y="1206076"/>
                  </a:lnTo>
                  <a:close/>
                  <a:moveTo>
                    <a:pt x="7193139" y="1075882"/>
                  </a:moveTo>
                  <a:lnTo>
                    <a:pt x="7648159" y="1075882"/>
                  </a:lnTo>
                  <a:lnTo>
                    <a:pt x="7648159" y="1206076"/>
                  </a:lnTo>
                  <a:lnTo>
                    <a:pt x="7193139" y="1206076"/>
                  </a:lnTo>
                  <a:close/>
                  <a:moveTo>
                    <a:pt x="6188669" y="1075882"/>
                  </a:moveTo>
                  <a:lnTo>
                    <a:pt x="6674501" y="1075882"/>
                  </a:lnTo>
                  <a:lnTo>
                    <a:pt x="6674501" y="1206076"/>
                  </a:lnTo>
                  <a:lnTo>
                    <a:pt x="6188669" y="1206076"/>
                  </a:lnTo>
                  <a:close/>
                  <a:moveTo>
                    <a:pt x="5574793" y="1075882"/>
                  </a:moveTo>
                  <a:lnTo>
                    <a:pt x="6073294" y="1075882"/>
                  </a:lnTo>
                  <a:lnTo>
                    <a:pt x="6073294" y="1206076"/>
                  </a:lnTo>
                  <a:lnTo>
                    <a:pt x="5574793" y="1206076"/>
                  </a:lnTo>
                  <a:close/>
                  <a:moveTo>
                    <a:pt x="4792811" y="1075882"/>
                  </a:moveTo>
                  <a:lnTo>
                    <a:pt x="5291307" y="1075882"/>
                  </a:lnTo>
                  <a:lnTo>
                    <a:pt x="5291307" y="1206076"/>
                  </a:lnTo>
                  <a:lnTo>
                    <a:pt x="4792811" y="1206076"/>
                  </a:lnTo>
                  <a:close/>
                  <a:moveTo>
                    <a:pt x="2285298" y="1075882"/>
                  </a:moveTo>
                  <a:lnTo>
                    <a:pt x="2771132" y="1075882"/>
                  </a:lnTo>
                  <a:lnTo>
                    <a:pt x="2771132" y="1206076"/>
                  </a:lnTo>
                  <a:lnTo>
                    <a:pt x="2285298" y="1206076"/>
                  </a:lnTo>
                  <a:close/>
                  <a:moveTo>
                    <a:pt x="1492927" y="1075882"/>
                  </a:moveTo>
                  <a:lnTo>
                    <a:pt x="1945589" y="1075882"/>
                  </a:lnTo>
                  <a:cubicBezTo>
                    <a:pt x="1944041" y="1077590"/>
                    <a:pt x="1942273" y="1079022"/>
                    <a:pt x="1940491" y="1080455"/>
                  </a:cubicBezTo>
                  <a:lnTo>
                    <a:pt x="1939110" y="1080455"/>
                  </a:lnTo>
                  <a:lnTo>
                    <a:pt x="1939524" y="1081320"/>
                  </a:lnTo>
                  <a:cubicBezTo>
                    <a:pt x="1939165" y="1081707"/>
                    <a:pt x="1938755" y="1082034"/>
                    <a:pt x="1938345" y="1082361"/>
                  </a:cubicBezTo>
                  <a:lnTo>
                    <a:pt x="1940022" y="1082361"/>
                  </a:lnTo>
                  <a:lnTo>
                    <a:pt x="1999205" y="1206076"/>
                  </a:lnTo>
                  <a:lnTo>
                    <a:pt x="1550403" y="1206076"/>
                  </a:lnTo>
                  <a:close/>
                  <a:moveTo>
                    <a:pt x="985097" y="1075882"/>
                  </a:moveTo>
                  <a:lnTo>
                    <a:pt x="1468672" y="1075882"/>
                  </a:lnTo>
                  <a:lnTo>
                    <a:pt x="1468672" y="1206076"/>
                  </a:lnTo>
                  <a:lnTo>
                    <a:pt x="985097" y="1206076"/>
                  </a:lnTo>
                  <a:close/>
                  <a:moveTo>
                    <a:pt x="0" y="1075882"/>
                  </a:moveTo>
                  <a:lnTo>
                    <a:pt x="877145" y="1075882"/>
                  </a:lnTo>
                  <a:lnTo>
                    <a:pt x="877145" y="1098345"/>
                  </a:lnTo>
                  <a:lnTo>
                    <a:pt x="869625" y="1098345"/>
                  </a:lnTo>
                  <a:lnTo>
                    <a:pt x="506025" y="1098345"/>
                  </a:lnTo>
                  <a:lnTo>
                    <a:pt x="506025" y="1206076"/>
                  </a:lnTo>
                  <a:lnTo>
                    <a:pt x="0" y="1206076"/>
                  </a:lnTo>
                  <a:close/>
                  <a:moveTo>
                    <a:pt x="4174413" y="1075881"/>
                  </a:moveTo>
                  <a:lnTo>
                    <a:pt x="4660572" y="1075881"/>
                  </a:lnTo>
                  <a:cubicBezTo>
                    <a:pt x="4654171" y="1120550"/>
                    <a:pt x="4645505" y="1164090"/>
                    <a:pt x="4633997" y="1206075"/>
                  </a:cubicBezTo>
                  <a:lnTo>
                    <a:pt x="4129883" y="1206075"/>
                  </a:lnTo>
                  <a:cubicBezTo>
                    <a:pt x="4148445" y="1169059"/>
                    <a:pt x="4163826" y="1125090"/>
                    <a:pt x="4174413" y="1075881"/>
                  </a:cubicBezTo>
                  <a:close/>
                  <a:moveTo>
                    <a:pt x="3305162" y="1075881"/>
                  </a:moveTo>
                  <a:lnTo>
                    <a:pt x="3790976" y="1075881"/>
                  </a:lnTo>
                  <a:cubicBezTo>
                    <a:pt x="3801558" y="1125090"/>
                    <a:pt x="3816942" y="1169059"/>
                    <a:pt x="3835506" y="1206075"/>
                  </a:cubicBezTo>
                  <a:lnTo>
                    <a:pt x="3330959" y="1206075"/>
                  </a:lnTo>
                  <a:cubicBezTo>
                    <a:pt x="3319852" y="1164035"/>
                    <a:pt x="3311209" y="1120545"/>
                    <a:pt x="3305162" y="1075881"/>
                  </a:cubicBezTo>
                  <a:close/>
                  <a:moveTo>
                    <a:pt x="10587776" y="879486"/>
                  </a:moveTo>
                  <a:lnTo>
                    <a:pt x="11280821" y="879486"/>
                  </a:lnTo>
                  <a:cubicBezTo>
                    <a:pt x="11304371" y="915413"/>
                    <a:pt x="11325405" y="952210"/>
                    <a:pt x="11338792" y="993628"/>
                  </a:cubicBezTo>
                  <a:lnTo>
                    <a:pt x="10727828" y="995899"/>
                  </a:lnTo>
                  <a:close/>
                  <a:moveTo>
                    <a:pt x="9781432" y="877625"/>
                  </a:moveTo>
                  <a:lnTo>
                    <a:pt x="10286039" y="877625"/>
                  </a:lnTo>
                  <a:lnTo>
                    <a:pt x="10286039" y="993788"/>
                  </a:lnTo>
                  <a:lnTo>
                    <a:pt x="9781432" y="993788"/>
                  </a:lnTo>
                  <a:close/>
                  <a:moveTo>
                    <a:pt x="8877431" y="877625"/>
                  </a:moveTo>
                  <a:lnTo>
                    <a:pt x="9382033" y="877625"/>
                  </a:lnTo>
                  <a:lnTo>
                    <a:pt x="9382033" y="993788"/>
                  </a:lnTo>
                  <a:lnTo>
                    <a:pt x="8877431" y="993788"/>
                  </a:lnTo>
                  <a:close/>
                  <a:moveTo>
                    <a:pt x="7678004" y="877625"/>
                  </a:moveTo>
                  <a:lnTo>
                    <a:pt x="8501703" y="877625"/>
                  </a:lnTo>
                  <a:lnTo>
                    <a:pt x="8501703" y="993788"/>
                  </a:lnTo>
                  <a:lnTo>
                    <a:pt x="7726316" y="993788"/>
                  </a:lnTo>
                  <a:close/>
                  <a:moveTo>
                    <a:pt x="7193139" y="877625"/>
                  </a:moveTo>
                  <a:lnTo>
                    <a:pt x="7648159" y="877625"/>
                  </a:lnTo>
                  <a:lnTo>
                    <a:pt x="7648159" y="993788"/>
                  </a:lnTo>
                  <a:lnTo>
                    <a:pt x="7193139" y="993788"/>
                  </a:lnTo>
                  <a:close/>
                  <a:moveTo>
                    <a:pt x="6188669" y="877625"/>
                  </a:moveTo>
                  <a:lnTo>
                    <a:pt x="7056268" y="877625"/>
                  </a:lnTo>
                  <a:lnTo>
                    <a:pt x="7056268" y="988326"/>
                  </a:lnTo>
                  <a:lnTo>
                    <a:pt x="6674501" y="988326"/>
                  </a:lnTo>
                  <a:lnTo>
                    <a:pt x="6674501" y="993788"/>
                  </a:lnTo>
                  <a:lnTo>
                    <a:pt x="6188669" y="993788"/>
                  </a:lnTo>
                  <a:close/>
                  <a:moveTo>
                    <a:pt x="5574793" y="877625"/>
                  </a:moveTo>
                  <a:lnTo>
                    <a:pt x="6073294" y="877625"/>
                  </a:lnTo>
                  <a:lnTo>
                    <a:pt x="6073294" y="993788"/>
                  </a:lnTo>
                  <a:lnTo>
                    <a:pt x="5574793" y="993788"/>
                  </a:lnTo>
                  <a:close/>
                  <a:moveTo>
                    <a:pt x="4792811" y="877625"/>
                  </a:moveTo>
                  <a:lnTo>
                    <a:pt x="5291307" y="877625"/>
                  </a:lnTo>
                  <a:lnTo>
                    <a:pt x="5291307" y="993788"/>
                  </a:lnTo>
                  <a:lnTo>
                    <a:pt x="4792811" y="993788"/>
                  </a:lnTo>
                  <a:close/>
                  <a:moveTo>
                    <a:pt x="2285298" y="877625"/>
                  </a:moveTo>
                  <a:lnTo>
                    <a:pt x="3161500" y="877625"/>
                  </a:lnTo>
                  <a:lnTo>
                    <a:pt x="3161500" y="988326"/>
                  </a:lnTo>
                  <a:lnTo>
                    <a:pt x="2771132" y="988326"/>
                  </a:lnTo>
                  <a:lnTo>
                    <a:pt x="2771132" y="993788"/>
                  </a:lnTo>
                  <a:lnTo>
                    <a:pt x="2285298" y="993788"/>
                  </a:lnTo>
                  <a:close/>
                  <a:moveTo>
                    <a:pt x="985097" y="877625"/>
                  </a:moveTo>
                  <a:lnTo>
                    <a:pt x="2107746" y="877625"/>
                  </a:lnTo>
                  <a:cubicBezTo>
                    <a:pt x="2086278" y="919656"/>
                    <a:pt x="2059665" y="958619"/>
                    <a:pt x="2028664" y="993788"/>
                  </a:cubicBezTo>
                  <a:lnTo>
                    <a:pt x="985097" y="993788"/>
                  </a:lnTo>
                  <a:close/>
                  <a:moveTo>
                    <a:pt x="0" y="877625"/>
                  </a:moveTo>
                  <a:lnTo>
                    <a:pt x="877145" y="877625"/>
                  </a:lnTo>
                  <a:lnTo>
                    <a:pt x="877145" y="993788"/>
                  </a:lnTo>
                  <a:lnTo>
                    <a:pt x="0" y="993788"/>
                  </a:lnTo>
                  <a:close/>
                  <a:moveTo>
                    <a:pt x="4199211" y="877624"/>
                  </a:moveTo>
                  <a:lnTo>
                    <a:pt x="4674176" y="877624"/>
                  </a:lnTo>
                  <a:cubicBezTo>
                    <a:pt x="4674327" y="879591"/>
                    <a:pt x="4674332" y="881557"/>
                    <a:pt x="4674332" y="883528"/>
                  </a:cubicBezTo>
                  <a:cubicBezTo>
                    <a:pt x="4674332" y="920824"/>
                    <a:pt x="4672822" y="957628"/>
                    <a:pt x="4669465" y="993787"/>
                  </a:cubicBezTo>
                  <a:lnTo>
                    <a:pt x="4189743" y="993787"/>
                  </a:lnTo>
                  <a:cubicBezTo>
                    <a:pt x="4195970" y="956882"/>
                    <a:pt x="4199133" y="917914"/>
                    <a:pt x="4199211" y="877624"/>
                  </a:cubicBezTo>
                  <a:close/>
                  <a:moveTo>
                    <a:pt x="3291213" y="877624"/>
                  </a:moveTo>
                  <a:lnTo>
                    <a:pt x="3766173" y="877624"/>
                  </a:lnTo>
                  <a:cubicBezTo>
                    <a:pt x="3766256" y="917914"/>
                    <a:pt x="3769415" y="956882"/>
                    <a:pt x="3775650" y="993787"/>
                  </a:cubicBezTo>
                  <a:lnTo>
                    <a:pt x="3295989" y="993787"/>
                  </a:lnTo>
                  <a:cubicBezTo>
                    <a:pt x="3292572" y="957632"/>
                    <a:pt x="3291057" y="920824"/>
                    <a:pt x="3291057" y="883528"/>
                  </a:cubicBezTo>
                  <a:close/>
                  <a:moveTo>
                    <a:pt x="10461146" y="710797"/>
                  </a:moveTo>
                  <a:lnTo>
                    <a:pt x="11109160" y="710797"/>
                  </a:lnTo>
                  <a:cubicBezTo>
                    <a:pt x="11109161" y="710797"/>
                    <a:pt x="11109161" y="710798"/>
                    <a:pt x="11109162" y="710798"/>
                  </a:cubicBezTo>
                  <a:lnTo>
                    <a:pt x="11121245" y="710798"/>
                  </a:lnTo>
                  <a:lnTo>
                    <a:pt x="11122337" y="711693"/>
                  </a:lnTo>
                  <a:lnTo>
                    <a:pt x="11118350" y="711693"/>
                  </a:lnTo>
                  <a:cubicBezTo>
                    <a:pt x="11153339" y="736641"/>
                    <a:pt x="11185427" y="765257"/>
                    <a:pt x="11213739" y="797219"/>
                  </a:cubicBezTo>
                  <a:lnTo>
                    <a:pt x="10517279" y="797218"/>
                  </a:lnTo>
                  <a:cubicBezTo>
                    <a:pt x="10497025" y="770452"/>
                    <a:pt x="10475239" y="741481"/>
                    <a:pt x="10461146" y="710797"/>
                  </a:cubicBezTo>
                  <a:close/>
                  <a:moveTo>
                    <a:pt x="9781432" y="709293"/>
                  </a:moveTo>
                  <a:lnTo>
                    <a:pt x="10286039" y="709293"/>
                  </a:lnTo>
                  <a:lnTo>
                    <a:pt x="10286039" y="795531"/>
                  </a:lnTo>
                  <a:lnTo>
                    <a:pt x="9781432" y="795531"/>
                  </a:lnTo>
                  <a:close/>
                  <a:moveTo>
                    <a:pt x="8877431" y="709293"/>
                  </a:moveTo>
                  <a:lnTo>
                    <a:pt x="9382033" y="709293"/>
                  </a:lnTo>
                  <a:lnTo>
                    <a:pt x="9382033" y="795531"/>
                  </a:lnTo>
                  <a:lnTo>
                    <a:pt x="8877431" y="795531"/>
                  </a:lnTo>
                  <a:close/>
                  <a:moveTo>
                    <a:pt x="8042875" y="709293"/>
                  </a:moveTo>
                  <a:lnTo>
                    <a:pt x="8501703" y="709293"/>
                  </a:lnTo>
                  <a:lnTo>
                    <a:pt x="8501703" y="795531"/>
                  </a:lnTo>
                  <a:lnTo>
                    <a:pt x="8042875" y="795531"/>
                  </a:lnTo>
                  <a:close/>
                  <a:moveTo>
                    <a:pt x="7193139" y="709293"/>
                  </a:moveTo>
                  <a:lnTo>
                    <a:pt x="7996240" y="709293"/>
                  </a:lnTo>
                  <a:lnTo>
                    <a:pt x="8036152" y="795531"/>
                  </a:lnTo>
                  <a:lnTo>
                    <a:pt x="7193139" y="795531"/>
                  </a:lnTo>
                  <a:close/>
                  <a:moveTo>
                    <a:pt x="6188669" y="709293"/>
                  </a:moveTo>
                  <a:lnTo>
                    <a:pt x="6674501" y="709293"/>
                  </a:lnTo>
                  <a:lnTo>
                    <a:pt x="6674501" y="714671"/>
                  </a:lnTo>
                  <a:lnTo>
                    <a:pt x="7056268" y="714671"/>
                  </a:lnTo>
                  <a:lnTo>
                    <a:pt x="7056268" y="795531"/>
                  </a:lnTo>
                  <a:lnTo>
                    <a:pt x="6188669" y="795531"/>
                  </a:lnTo>
                  <a:close/>
                  <a:moveTo>
                    <a:pt x="5574793" y="709293"/>
                  </a:moveTo>
                  <a:lnTo>
                    <a:pt x="6073294" y="709293"/>
                  </a:lnTo>
                  <a:lnTo>
                    <a:pt x="6073294" y="795531"/>
                  </a:lnTo>
                  <a:lnTo>
                    <a:pt x="5574793" y="795531"/>
                  </a:lnTo>
                  <a:close/>
                  <a:moveTo>
                    <a:pt x="4792811" y="709293"/>
                  </a:moveTo>
                  <a:lnTo>
                    <a:pt x="5291307" y="709293"/>
                  </a:lnTo>
                  <a:lnTo>
                    <a:pt x="5291307" y="795531"/>
                  </a:lnTo>
                  <a:lnTo>
                    <a:pt x="4792811" y="795531"/>
                  </a:lnTo>
                  <a:close/>
                  <a:moveTo>
                    <a:pt x="2285298" y="709293"/>
                  </a:moveTo>
                  <a:lnTo>
                    <a:pt x="2771132" y="709293"/>
                  </a:lnTo>
                  <a:lnTo>
                    <a:pt x="2771132" y="714671"/>
                  </a:lnTo>
                  <a:lnTo>
                    <a:pt x="3161500" y="714671"/>
                  </a:lnTo>
                  <a:lnTo>
                    <a:pt x="3161500" y="795531"/>
                  </a:lnTo>
                  <a:lnTo>
                    <a:pt x="2285298" y="795531"/>
                  </a:lnTo>
                  <a:close/>
                  <a:moveTo>
                    <a:pt x="1709143" y="709293"/>
                  </a:moveTo>
                  <a:lnTo>
                    <a:pt x="2169670" y="709293"/>
                  </a:lnTo>
                  <a:cubicBezTo>
                    <a:pt x="2163895" y="738935"/>
                    <a:pt x="2155552" y="767712"/>
                    <a:pt x="2145130" y="795531"/>
                  </a:cubicBezTo>
                  <a:lnTo>
                    <a:pt x="1595923" y="795531"/>
                  </a:lnTo>
                  <a:cubicBezTo>
                    <a:pt x="1642913" y="780533"/>
                    <a:pt x="1682554" y="749578"/>
                    <a:pt x="1709143" y="709293"/>
                  </a:cubicBezTo>
                  <a:close/>
                  <a:moveTo>
                    <a:pt x="985097" y="709293"/>
                  </a:moveTo>
                  <a:lnTo>
                    <a:pt x="1469893" y="709293"/>
                  </a:lnTo>
                  <a:lnTo>
                    <a:pt x="1469893" y="795531"/>
                  </a:lnTo>
                  <a:lnTo>
                    <a:pt x="985097" y="795531"/>
                  </a:lnTo>
                  <a:close/>
                  <a:moveTo>
                    <a:pt x="0" y="709293"/>
                  </a:moveTo>
                  <a:lnTo>
                    <a:pt x="877145" y="709293"/>
                  </a:lnTo>
                  <a:lnTo>
                    <a:pt x="877145" y="795531"/>
                  </a:lnTo>
                  <a:lnTo>
                    <a:pt x="0" y="795531"/>
                  </a:lnTo>
                  <a:close/>
                  <a:moveTo>
                    <a:pt x="4189251" y="709292"/>
                  </a:moveTo>
                  <a:lnTo>
                    <a:pt x="4662658" y="709292"/>
                  </a:lnTo>
                  <a:cubicBezTo>
                    <a:pt x="4666812" y="737581"/>
                    <a:pt x="4669621" y="766357"/>
                    <a:pt x="4671191" y="795530"/>
                  </a:cubicBezTo>
                  <a:lnTo>
                    <a:pt x="4197682" y="795530"/>
                  </a:lnTo>
                  <a:cubicBezTo>
                    <a:pt x="4197148" y="765777"/>
                    <a:pt x="4194298" y="736917"/>
                    <a:pt x="4189251" y="709292"/>
                  </a:cubicBezTo>
                  <a:close/>
                  <a:moveTo>
                    <a:pt x="3302730" y="709292"/>
                  </a:moveTo>
                  <a:lnTo>
                    <a:pt x="3776138" y="709292"/>
                  </a:lnTo>
                  <a:cubicBezTo>
                    <a:pt x="3771091" y="736917"/>
                    <a:pt x="3768241" y="765777"/>
                    <a:pt x="3767701" y="795530"/>
                  </a:cubicBezTo>
                  <a:lnTo>
                    <a:pt x="3294197" y="795530"/>
                  </a:lnTo>
                  <a:cubicBezTo>
                    <a:pt x="3295768" y="766357"/>
                    <a:pt x="3298581" y="737581"/>
                    <a:pt x="3302730" y="709292"/>
                  </a:cubicBezTo>
                  <a:close/>
                  <a:moveTo>
                    <a:pt x="10418948" y="565540"/>
                  </a:moveTo>
                  <a:lnTo>
                    <a:pt x="10949595" y="565540"/>
                  </a:lnTo>
                  <a:cubicBezTo>
                    <a:pt x="10953670" y="570456"/>
                    <a:pt x="10958769" y="574162"/>
                    <a:pt x="10964075" y="577567"/>
                  </a:cubicBezTo>
                  <a:lnTo>
                    <a:pt x="11026395" y="628529"/>
                  </a:lnTo>
                  <a:lnTo>
                    <a:pt x="10434083" y="628529"/>
                  </a:lnTo>
                  <a:cubicBezTo>
                    <a:pt x="10426940" y="608233"/>
                    <a:pt x="10421851" y="587175"/>
                    <a:pt x="10418948" y="565540"/>
                  </a:cubicBezTo>
                  <a:close/>
                  <a:moveTo>
                    <a:pt x="9781432" y="564344"/>
                  </a:moveTo>
                  <a:lnTo>
                    <a:pt x="10286039" y="564344"/>
                  </a:lnTo>
                  <a:lnTo>
                    <a:pt x="10286039" y="627199"/>
                  </a:lnTo>
                  <a:lnTo>
                    <a:pt x="9781432" y="627199"/>
                  </a:lnTo>
                  <a:close/>
                  <a:moveTo>
                    <a:pt x="8877431" y="564344"/>
                  </a:moveTo>
                  <a:lnTo>
                    <a:pt x="9382033" y="564344"/>
                  </a:lnTo>
                  <a:lnTo>
                    <a:pt x="9382033" y="627199"/>
                  </a:lnTo>
                  <a:lnTo>
                    <a:pt x="8877431" y="627199"/>
                  </a:lnTo>
                  <a:close/>
                  <a:moveTo>
                    <a:pt x="8042875" y="564344"/>
                  </a:moveTo>
                  <a:lnTo>
                    <a:pt x="8501703" y="564344"/>
                  </a:lnTo>
                  <a:lnTo>
                    <a:pt x="8501703" y="627199"/>
                  </a:lnTo>
                  <a:lnTo>
                    <a:pt x="8042875" y="627199"/>
                  </a:lnTo>
                  <a:close/>
                  <a:moveTo>
                    <a:pt x="7193139" y="564344"/>
                  </a:moveTo>
                  <a:lnTo>
                    <a:pt x="7929154" y="564344"/>
                  </a:lnTo>
                  <a:lnTo>
                    <a:pt x="7958244" y="627199"/>
                  </a:lnTo>
                  <a:lnTo>
                    <a:pt x="7193139" y="627199"/>
                  </a:lnTo>
                  <a:close/>
                  <a:moveTo>
                    <a:pt x="6188669" y="564344"/>
                  </a:moveTo>
                  <a:lnTo>
                    <a:pt x="6674501" y="564344"/>
                  </a:lnTo>
                  <a:lnTo>
                    <a:pt x="6674501" y="627199"/>
                  </a:lnTo>
                  <a:lnTo>
                    <a:pt x="6188669" y="627199"/>
                  </a:lnTo>
                  <a:close/>
                  <a:moveTo>
                    <a:pt x="5574793" y="564344"/>
                  </a:moveTo>
                  <a:lnTo>
                    <a:pt x="6073294" y="564344"/>
                  </a:lnTo>
                  <a:lnTo>
                    <a:pt x="6073294" y="627199"/>
                  </a:lnTo>
                  <a:lnTo>
                    <a:pt x="5574793" y="627199"/>
                  </a:lnTo>
                  <a:close/>
                  <a:moveTo>
                    <a:pt x="4792811" y="564344"/>
                  </a:moveTo>
                  <a:lnTo>
                    <a:pt x="5291307" y="564344"/>
                  </a:lnTo>
                  <a:lnTo>
                    <a:pt x="5291307" y="627199"/>
                  </a:lnTo>
                  <a:lnTo>
                    <a:pt x="4792811" y="627199"/>
                  </a:lnTo>
                  <a:close/>
                  <a:moveTo>
                    <a:pt x="2285298" y="564344"/>
                  </a:moveTo>
                  <a:lnTo>
                    <a:pt x="2771132" y="564344"/>
                  </a:lnTo>
                  <a:lnTo>
                    <a:pt x="2771132" y="627199"/>
                  </a:lnTo>
                  <a:lnTo>
                    <a:pt x="2285298" y="627199"/>
                  </a:lnTo>
                  <a:close/>
                  <a:moveTo>
                    <a:pt x="1743635" y="564344"/>
                  </a:moveTo>
                  <a:lnTo>
                    <a:pt x="2184512" y="564344"/>
                  </a:lnTo>
                  <a:cubicBezTo>
                    <a:pt x="2184766" y="566886"/>
                    <a:pt x="2184779" y="569428"/>
                    <a:pt x="2184779" y="571975"/>
                  </a:cubicBezTo>
                  <a:lnTo>
                    <a:pt x="2181588" y="627199"/>
                  </a:lnTo>
                  <a:lnTo>
                    <a:pt x="1742032" y="627199"/>
                  </a:lnTo>
                  <a:cubicBezTo>
                    <a:pt x="1744814" y="614498"/>
                    <a:pt x="1746020" y="601328"/>
                    <a:pt x="1746020" y="587881"/>
                  </a:cubicBezTo>
                  <a:close/>
                  <a:moveTo>
                    <a:pt x="985097" y="564344"/>
                  </a:moveTo>
                  <a:lnTo>
                    <a:pt x="1469893" y="564344"/>
                  </a:lnTo>
                  <a:lnTo>
                    <a:pt x="1469893" y="627199"/>
                  </a:lnTo>
                  <a:lnTo>
                    <a:pt x="985097" y="627199"/>
                  </a:lnTo>
                  <a:close/>
                  <a:moveTo>
                    <a:pt x="0" y="564344"/>
                  </a:moveTo>
                  <a:lnTo>
                    <a:pt x="505721" y="564344"/>
                  </a:lnTo>
                  <a:lnTo>
                    <a:pt x="505721" y="627199"/>
                  </a:lnTo>
                  <a:lnTo>
                    <a:pt x="0" y="627199"/>
                  </a:lnTo>
                  <a:close/>
                  <a:moveTo>
                    <a:pt x="4156173" y="564343"/>
                  </a:moveTo>
                  <a:lnTo>
                    <a:pt x="4635244" y="564343"/>
                  </a:lnTo>
                  <a:cubicBezTo>
                    <a:pt x="4640872" y="584882"/>
                    <a:pt x="4645555" y="605853"/>
                    <a:pt x="4649285" y="627198"/>
                  </a:cubicBezTo>
                  <a:lnTo>
                    <a:pt x="4173561" y="627198"/>
                  </a:lnTo>
                  <a:cubicBezTo>
                    <a:pt x="4169315" y="604960"/>
                    <a:pt x="4163223" y="584012"/>
                    <a:pt x="4156173" y="564343"/>
                  </a:cubicBezTo>
                  <a:close/>
                  <a:moveTo>
                    <a:pt x="3330140" y="564343"/>
                  </a:moveTo>
                  <a:lnTo>
                    <a:pt x="3809216" y="564343"/>
                  </a:lnTo>
                  <a:cubicBezTo>
                    <a:pt x="3802169" y="584012"/>
                    <a:pt x="3796073" y="604960"/>
                    <a:pt x="3791828" y="627198"/>
                  </a:cubicBezTo>
                  <a:lnTo>
                    <a:pt x="3316108" y="627198"/>
                  </a:lnTo>
                  <a:cubicBezTo>
                    <a:pt x="3319832" y="605853"/>
                    <a:pt x="3324517" y="584882"/>
                    <a:pt x="3330140" y="564343"/>
                  </a:cubicBezTo>
                  <a:close/>
                  <a:moveTo>
                    <a:pt x="11305691" y="441367"/>
                  </a:moveTo>
                  <a:lnTo>
                    <a:pt x="11306110" y="441367"/>
                  </a:lnTo>
                  <a:lnTo>
                    <a:pt x="11306110" y="441726"/>
                  </a:lnTo>
                  <a:close/>
                  <a:moveTo>
                    <a:pt x="10419150" y="441367"/>
                  </a:moveTo>
                  <a:lnTo>
                    <a:pt x="10893359" y="441367"/>
                  </a:lnTo>
                  <a:cubicBezTo>
                    <a:pt x="10886582" y="455880"/>
                    <a:pt x="10890875" y="469945"/>
                    <a:pt x="10894757" y="483273"/>
                  </a:cubicBezTo>
                  <a:lnTo>
                    <a:pt x="10419058" y="483273"/>
                  </a:lnTo>
                  <a:cubicBezTo>
                    <a:pt x="10417969" y="476587"/>
                    <a:pt x="10417854" y="469854"/>
                    <a:pt x="10417854" y="463084"/>
                  </a:cubicBezTo>
                  <a:close/>
                  <a:moveTo>
                    <a:pt x="9781432" y="440432"/>
                  </a:moveTo>
                  <a:lnTo>
                    <a:pt x="10286039" y="440432"/>
                  </a:lnTo>
                  <a:lnTo>
                    <a:pt x="10286039" y="482250"/>
                  </a:lnTo>
                  <a:lnTo>
                    <a:pt x="9781432" y="482250"/>
                  </a:lnTo>
                  <a:close/>
                  <a:moveTo>
                    <a:pt x="8877431" y="440432"/>
                  </a:moveTo>
                  <a:lnTo>
                    <a:pt x="9382033" y="440432"/>
                  </a:lnTo>
                  <a:lnTo>
                    <a:pt x="9382033" y="482250"/>
                  </a:lnTo>
                  <a:lnTo>
                    <a:pt x="8877431" y="482250"/>
                  </a:lnTo>
                  <a:close/>
                  <a:moveTo>
                    <a:pt x="8042875" y="440432"/>
                  </a:moveTo>
                  <a:lnTo>
                    <a:pt x="8501703" y="440432"/>
                  </a:lnTo>
                  <a:lnTo>
                    <a:pt x="8501703" y="482250"/>
                  </a:lnTo>
                  <a:lnTo>
                    <a:pt x="8042875" y="482250"/>
                  </a:lnTo>
                  <a:close/>
                  <a:moveTo>
                    <a:pt x="7193139" y="440432"/>
                  </a:moveTo>
                  <a:lnTo>
                    <a:pt x="7871807" y="440432"/>
                  </a:lnTo>
                  <a:lnTo>
                    <a:pt x="7891162" y="482250"/>
                  </a:lnTo>
                  <a:lnTo>
                    <a:pt x="7193139" y="482250"/>
                  </a:lnTo>
                  <a:close/>
                  <a:moveTo>
                    <a:pt x="6188669" y="440432"/>
                  </a:moveTo>
                  <a:lnTo>
                    <a:pt x="6674501" y="440432"/>
                  </a:lnTo>
                  <a:lnTo>
                    <a:pt x="6674501" y="482250"/>
                  </a:lnTo>
                  <a:lnTo>
                    <a:pt x="6188669" y="482250"/>
                  </a:lnTo>
                  <a:close/>
                  <a:moveTo>
                    <a:pt x="5574793" y="440432"/>
                  </a:moveTo>
                  <a:lnTo>
                    <a:pt x="6073294" y="440432"/>
                  </a:lnTo>
                  <a:lnTo>
                    <a:pt x="6073294" y="482250"/>
                  </a:lnTo>
                  <a:lnTo>
                    <a:pt x="5574793" y="482250"/>
                  </a:lnTo>
                  <a:close/>
                  <a:moveTo>
                    <a:pt x="4792811" y="440432"/>
                  </a:moveTo>
                  <a:lnTo>
                    <a:pt x="5291307" y="440432"/>
                  </a:lnTo>
                  <a:lnTo>
                    <a:pt x="5291307" y="482250"/>
                  </a:lnTo>
                  <a:lnTo>
                    <a:pt x="4792811" y="482250"/>
                  </a:lnTo>
                  <a:close/>
                  <a:moveTo>
                    <a:pt x="2285298" y="440432"/>
                  </a:moveTo>
                  <a:lnTo>
                    <a:pt x="2771132" y="440432"/>
                  </a:lnTo>
                  <a:lnTo>
                    <a:pt x="2771132" y="482250"/>
                  </a:lnTo>
                  <a:lnTo>
                    <a:pt x="2285298" y="482250"/>
                  </a:lnTo>
                  <a:close/>
                  <a:moveTo>
                    <a:pt x="1688066" y="440432"/>
                  </a:moveTo>
                  <a:lnTo>
                    <a:pt x="2171374" y="440432"/>
                  </a:lnTo>
                  <a:cubicBezTo>
                    <a:pt x="2174308" y="454201"/>
                    <a:pt x="2176703" y="468150"/>
                    <a:pt x="2178605" y="482250"/>
                  </a:cubicBezTo>
                  <a:lnTo>
                    <a:pt x="1717768" y="482250"/>
                  </a:lnTo>
                  <a:cubicBezTo>
                    <a:pt x="1710308" y="466635"/>
                    <a:pt x="1700209" y="452603"/>
                    <a:pt x="1688066" y="440432"/>
                  </a:cubicBezTo>
                  <a:close/>
                  <a:moveTo>
                    <a:pt x="985097" y="440432"/>
                  </a:moveTo>
                  <a:lnTo>
                    <a:pt x="1469893" y="440432"/>
                  </a:lnTo>
                  <a:lnTo>
                    <a:pt x="1469893" y="482250"/>
                  </a:lnTo>
                  <a:lnTo>
                    <a:pt x="985097" y="482250"/>
                  </a:lnTo>
                  <a:close/>
                  <a:moveTo>
                    <a:pt x="0" y="440432"/>
                  </a:moveTo>
                  <a:lnTo>
                    <a:pt x="505721" y="440432"/>
                  </a:lnTo>
                  <a:lnTo>
                    <a:pt x="505721" y="482250"/>
                  </a:lnTo>
                  <a:lnTo>
                    <a:pt x="0" y="482250"/>
                  </a:lnTo>
                  <a:close/>
                  <a:moveTo>
                    <a:pt x="4093268" y="440431"/>
                  </a:moveTo>
                  <a:lnTo>
                    <a:pt x="4597023" y="440431"/>
                  </a:lnTo>
                  <a:cubicBezTo>
                    <a:pt x="4602558" y="454039"/>
                    <a:pt x="4607425" y="468006"/>
                    <a:pt x="4611768" y="482249"/>
                  </a:cubicBezTo>
                  <a:lnTo>
                    <a:pt x="4120709" y="482249"/>
                  </a:lnTo>
                  <a:cubicBezTo>
                    <a:pt x="4112199" y="466767"/>
                    <a:pt x="4103118" y="452703"/>
                    <a:pt x="4093268" y="440431"/>
                  </a:cubicBezTo>
                  <a:close/>
                  <a:moveTo>
                    <a:pt x="3368371" y="440431"/>
                  </a:moveTo>
                  <a:lnTo>
                    <a:pt x="3872116" y="440431"/>
                  </a:lnTo>
                  <a:cubicBezTo>
                    <a:pt x="3862266" y="452703"/>
                    <a:pt x="3853190" y="466767"/>
                    <a:pt x="3844680" y="482249"/>
                  </a:cubicBezTo>
                  <a:lnTo>
                    <a:pt x="3353616" y="482249"/>
                  </a:lnTo>
                  <a:cubicBezTo>
                    <a:pt x="3357959" y="468006"/>
                    <a:pt x="3362831" y="454039"/>
                    <a:pt x="3368371" y="440431"/>
                  </a:cubicBezTo>
                  <a:close/>
                  <a:moveTo>
                    <a:pt x="11223979" y="437563"/>
                  </a:moveTo>
                  <a:lnTo>
                    <a:pt x="11304274" y="437563"/>
                  </a:lnTo>
                  <a:lnTo>
                    <a:pt x="11304274" y="487440"/>
                  </a:lnTo>
                  <a:lnTo>
                    <a:pt x="11274504" y="487440"/>
                  </a:lnTo>
                  <a:close/>
                  <a:moveTo>
                    <a:pt x="10437485" y="312620"/>
                  </a:moveTo>
                  <a:lnTo>
                    <a:pt x="11305204" y="312620"/>
                  </a:lnTo>
                  <a:lnTo>
                    <a:pt x="11305204" y="323517"/>
                  </a:lnTo>
                  <a:lnTo>
                    <a:pt x="11306110" y="323517"/>
                  </a:lnTo>
                  <a:lnTo>
                    <a:pt x="11306110" y="351547"/>
                  </a:lnTo>
                  <a:lnTo>
                    <a:pt x="11306110" y="359098"/>
                  </a:lnTo>
                  <a:lnTo>
                    <a:pt x="11305204" y="359098"/>
                  </a:lnTo>
                  <a:lnTo>
                    <a:pt x="11305204" y="363528"/>
                  </a:lnTo>
                  <a:lnTo>
                    <a:pt x="10423824" y="363528"/>
                  </a:lnTo>
                  <a:lnTo>
                    <a:pt x="10429797" y="336441"/>
                  </a:lnTo>
                  <a:close/>
                  <a:moveTo>
                    <a:pt x="9781432" y="312620"/>
                  </a:moveTo>
                  <a:lnTo>
                    <a:pt x="10286039" y="312620"/>
                  </a:lnTo>
                  <a:lnTo>
                    <a:pt x="10286039" y="322833"/>
                  </a:lnTo>
                  <a:lnTo>
                    <a:pt x="10286039" y="358338"/>
                  </a:lnTo>
                  <a:lnTo>
                    <a:pt x="10286039" y="358339"/>
                  </a:lnTo>
                  <a:lnTo>
                    <a:pt x="9781432" y="358339"/>
                  </a:lnTo>
                  <a:lnTo>
                    <a:pt x="9781432" y="358338"/>
                  </a:lnTo>
                  <a:lnTo>
                    <a:pt x="9781432" y="322833"/>
                  </a:lnTo>
                  <a:close/>
                  <a:moveTo>
                    <a:pt x="8611213" y="312620"/>
                  </a:moveTo>
                  <a:lnTo>
                    <a:pt x="9666891" y="312620"/>
                  </a:lnTo>
                  <a:lnTo>
                    <a:pt x="9666891" y="322833"/>
                  </a:lnTo>
                  <a:lnTo>
                    <a:pt x="9668568" y="322833"/>
                  </a:lnTo>
                  <a:lnTo>
                    <a:pt x="9668568" y="358338"/>
                  </a:lnTo>
                  <a:lnTo>
                    <a:pt x="9666891" y="358338"/>
                  </a:lnTo>
                  <a:lnTo>
                    <a:pt x="9666891" y="358339"/>
                  </a:lnTo>
                  <a:lnTo>
                    <a:pt x="8611213" y="358339"/>
                  </a:lnTo>
                  <a:close/>
                  <a:moveTo>
                    <a:pt x="8037009" y="312620"/>
                  </a:moveTo>
                  <a:lnTo>
                    <a:pt x="8500026" y="312620"/>
                  </a:lnTo>
                  <a:lnTo>
                    <a:pt x="8500026" y="322833"/>
                  </a:lnTo>
                  <a:lnTo>
                    <a:pt x="8501703" y="322833"/>
                  </a:lnTo>
                  <a:lnTo>
                    <a:pt x="8501703" y="358338"/>
                  </a:lnTo>
                  <a:lnTo>
                    <a:pt x="8500026" y="358338"/>
                  </a:lnTo>
                  <a:lnTo>
                    <a:pt x="8500026" y="358339"/>
                  </a:lnTo>
                  <a:lnTo>
                    <a:pt x="8037009" y="358339"/>
                  </a:lnTo>
                  <a:close/>
                  <a:moveTo>
                    <a:pt x="7193139" y="312620"/>
                  </a:moveTo>
                  <a:lnTo>
                    <a:pt x="7812777" y="312620"/>
                  </a:lnTo>
                  <a:lnTo>
                    <a:pt x="7833342" y="357178"/>
                  </a:lnTo>
                  <a:lnTo>
                    <a:pt x="7833342" y="357314"/>
                  </a:lnTo>
                  <a:lnTo>
                    <a:pt x="7833816" y="358338"/>
                  </a:lnTo>
                  <a:lnTo>
                    <a:pt x="7833342" y="358338"/>
                  </a:lnTo>
                  <a:lnTo>
                    <a:pt x="7833342" y="358339"/>
                  </a:lnTo>
                  <a:lnTo>
                    <a:pt x="7193139" y="358339"/>
                  </a:lnTo>
                  <a:lnTo>
                    <a:pt x="7193139" y="358338"/>
                  </a:lnTo>
                  <a:lnTo>
                    <a:pt x="7193139" y="322833"/>
                  </a:lnTo>
                  <a:close/>
                  <a:moveTo>
                    <a:pt x="6184479" y="312620"/>
                  </a:moveTo>
                  <a:lnTo>
                    <a:pt x="7080274" y="312620"/>
                  </a:lnTo>
                  <a:lnTo>
                    <a:pt x="7080274" y="322833"/>
                  </a:lnTo>
                  <a:lnTo>
                    <a:pt x="7080275" y="322833"/>
                  </a:lnTo>
                  <a:lnTo>
                    <a:pt x="7080275" y="358338"/>
                  </a:lnTo>
                  <a:lnTo>
                    <a:pt x="7080274" y="358338"/>
                  </a:lnTo>
                  <a:lnTo>
                    <a:pt x="7080274" y="358339"/>
                  </a:lnTo>
                  <a:lnTo>
                    <a:pt x="6184479" y="358339"/>
                  </a:lnTo>
                  <a:close/>
                  <a:moveTo>
                    <a:pt x="5574793" y="312620"/>
                  </a:moveTo>
                  <a:lnTo>
                    <a:pt x="6073294" y="312620"/>
                  </a:lnTo>
                  <a:lnTo>
                    <a:pt x="6073294" y="322833"/>
                  </a:lnTo>
                  <a:lnTo>
                    <a:pt x="6073294" y="358338"/>
                  </a:lnTo>
                  <a:lnTo>
                    <a:pt x="6073294" y="358339"/>
                  </a:lnTo>
                  <a:lnTo>
                    <a:pt x="5574793" y="358339"/>
                  </a:lnTo>
                  <a:lnTo>
                    <a:pt x="5574793" y="358338"/>
                  </a:lnTo>
                  <a:lnTo>
                    <a:pt x="5574793" y="322833"/>
                  </a:lnTo>
                  <a:close/>
                  <a:moveTo>
                    <a:pt x="4792811" y="312620"/>
                  </a:moveTo>
                  <a:lnTo>
                    <a:pt x="5291307" y="312620"/>
                  </a:lnTo>
                  <a:lnTo>
                    <a:pt x="5291307" y="322833"/>
                  </a:lnTo>
                  <a:lnTo>
                    <a:pt x="5291307" y="358338"/>
                  </a:lnTo>
                  <a:lnTo>
                    <a:pt x="5291307" y="358339"/>
                  </a:lnTo>
                  <a:lnTo>
                    <a:pt x="4792811" y="358339"/>
                  </a:lnTo>
                  <a:lnTo>
                    <a:pt x="4792811" y="358338"/>
                  </a:lnTo>
                  <a:lnTo>
                    <a:pt x="4792811" y="322833"/>
                  </a:lnTo>
                  <a:close/>
                  <a:moveTo>
                    <a:pt x="2285298" y="312620"/>
                  </a:moveTo>
                  <a:lnTo>
                    <a:pt x="3183254" y="312620"/>
                  </a:lnTo>
                  <a:lnTo>
                    <a:pt x="3183254" y="322833"/>
                  </a:lnTo>
                  <a:lnTo>
                    <a:pt x="3183254" y="358338"/>
                  </a:lnTo>
                  <a:lnTo>
                    <a:pt x="3183254" y="358339"/>
                  </a:lnTo>
                  <a:lnTo>
                    <a:pt x="2285298" y="358339"/>
                  </a:lnTo>
                  <a:lnTo>
                    <a:pt x="2285298" y="358338"/>
                  </a:lnTo>
                  <a:lnTo>
                    <a:pt x="2285298" y="322833"/>
                  </a:lnTo>
                  <a:close/>
                  <a:moveTo>
                    <a:pt x="985097" y="312620"/>
                  </a:moveTo>
                  <a:lnTo>
                    <a:pt x="2135110" y="312620"/>
                  </a:lnTo>
                  <a:lnTo>
                    <a:pt x="2148730" y="358335"/>
                  </a:lnTo>
                  <a:lnTo>
                    <a:pt x="2148731" y="358338"/>
                  </a:lnTo>
                  <a:lnTo>
                    <a:pt x="2148731" y="358339"/>
                  </a:lnTo>
                  <a:lnTo>
                    <a:pt x="985097" y="358339"/>
                  </a:lnTo>
                  <a:lnTo>
                    <a:pt x="985097" y="358338"/>
                  </a:lnTo>
                  <a:lnTo>
                    <a:pt x="985097" y="322833"/>
                  </a:lnTo>
                  <a:close/>
                  <a:moveTo>
                    <a:pt x="0" y="312620"/>
                  </a:moveTo>
                  <a:lnTo>
                    <a:pt x="877145" y="312620"/>
                  </a:lnTo>
                  <a:lnTo>
                    <a:pt x="877145" y="322833"/>
                  </a:lnTo>
                  <a:lnTo>
                    <a:pt x="877145" y="358338"/>
                  </a:lnTo>
                  <a:lnTo>
                    <a:pt x="877145" y="358339"/>
                  </a:lnTo>
                  <a:lnTo>
                    <a:pt x="0" y="358339"/>
                  </a:lnTo>
                  <a:lnTo>
                    <a:pt x="0" y="358338"/>
                  </a:lnTo>
                  <a:lnTo>
                    <a:pt x="0" y="322833"/>
                  </a:lnTo>
                  <a:close/>
                  <a:moveTo>
                    <a:pt x="3426524" y="311140"/>
                  </a:moveTo>
                  <a:lnTo>
                    <a:pt x="4541246" y="311140"/>
                  </a:lnTo>
                  <a:lnTo>
                    <a:pt x="4565836" y="363528"/>
                  </a:lnTo>
                  <a:lnTo>
                    <a:pt x="3720591" y="363528"/>
                  </a:lnTo>
                  <a:lnTo>
                    <a:pt x="3720591" y="361147"/>
                  </a:lnTo>
                  <a:lnTo>
                    <a:pt x="3403052" y="361147"/>
                  </a:lnTo>
                  <a:close/>
                  <a:moveTo>
                    <a:pt x="10479636" y="204267"/>
                  </a:moveTo>
                  <a:lnTo>
                    <a:pt x="10671926" y="204267"/>
                  </a:lnTo>
                  <a:lnTo>
                    <a:pt x="11306110" y="204267"/>
                  </a:lnTo>
                  <a:lnTo>
                    <a:pt x="11306110" y="241250"/>
                  </a:lnTo>
                  <a:lnTo>
                    <a:pt x="10671926" y="241250"/>
                  </a:lnTo>
                  <a:lnTo>
                    <a:pt x="10463420" y="241250"/>
                  </a:lnTo>
                  <a:close/>
                  <a:moveTo>
                    <a:pt x="9781432" y="203834"/>
                  </a:moveTo>
                  <a:lnTo>
                    <a:pt x="10286039" y="203834"/>
                  </a:lnTo>
                  <a:lnTo>
                    <a:pt x="10286039" y="240739"/>
                  </a:lnTo>
                  <a:lnTo>
                    <a:pt x="9781432" y="240739"/>
                  </a:lnTo>
                  <a:close/>
                  <a:moveTo>
                    <a:pt x="8612890" y="203834"/>
                  </a:moveTo>
                  <a:lnTo>
                    <a:pt x="9668568" y="203834"/>
                  </a:lnTo>
                  <a:lnTo>
                    <a:pt x="9668568" y="240739"/>
                  </a:lnTo>
                  <a:lnTo>
                    <a:pt x="8612890" y="240739"/>
                  </a:lnTo>
                  <a:close/>
                  <a:moveTo>
                    <a:pt x="8042875" y="203834"/>
                  </a:moveTo>
                  <a:lnTo>
                    <a:pt x="8501703" y="203834"/>
                  </a:lnTo>
                  <a:lnTo>
                    <a:pt x="8501703" y="240739"/>
                  </a:lnTo>
                  <a:lnTo>
                    <a:pt x="8042875" y="240739"/>
                  </a:lnTo>
                  <a:close/>
                  <a:moveTo>
                    <a:pt x="7193139" y="203834"/>
                  </a:moveTo>
                  <a:lnTo>
                    <a:pt x="7762309" y="203834"/>
                  </a:lnTo>
                  <a:lnTo>
                    <a:pt x="7779389" y="240739"/>
                  </a:lnTo>
                  <a:lnTo>
                    <a:pt x="7193139" y="240739"/>
                  </a:lnTo>
                  <a:close/>
                  <a:moveTo>
                    <a:pt x="6188669" y="203834"/>
                  </a:moveTo>
                  <a:lnTo>
                    <a:pt x="7080275" y="203834"/>
                  </a:lnTo>
                  <a:lnTo>
                    <a:pt x="7080275" y="240739"/>
                  </a:lnTo>
                  <a:lnTo>
                    <a:pt x="6188669" y="240739"/>
                  </a:lnTo>
                  <a:close/>
                  <a:moveTo>
                    <a:pt x="5574793" y="203834"/>
                  </a:moveTo>
                  <a:lnTo>
                    <a:pt x="6073294" y="203834"/>
                  </a:lnTo>
                  <a:lnTo>
                    <a:pt x="6073294" y="240739"/>
                  </a:lnTo>
                  <a:lnTo>
                    <a:pt x="5574793" y="240739"/>
                  </a:lnTo>
                  <a:close/>
                  <a:moveTo>
                    <a:pt x="4792811" y="203834"/>
                  </a:moveTo>
                  <a:lnTo>
                    <a:pt x="5291307" y="203834"/>
                  </a:lnTo>
                  <a:lnTo>
                    <a:pt x="5291307" y="240739"/>
                  </a:lnTo>
                  <a:lnTo>
                    <a:pt x="4792811" y="240739"/>
                  </a:lnTo>
                  <a:close/>
                  <a:moveTo>
                    <a:pt x="2285298" y="203834"/>
                  </a:moveTo>
                  <a:lnTo>
                    <a:pt x="3183254" y="203834"/>
                  </a:lnTo>
                  <a:lnTo>
                    <a:pt x="3183254" y="240739"/>
                  </a:lnTo>
                  <a:lnTo>
                    <a:pt x="2285298" y="240739"/>
                  </a:lnTo>
                  <a:close/>
                  <a:moveTo>
                    <a:pt x="985097" y="203834"/>
                  </a:moveTo>
                  <a:lnTo>
                    <a:pt x="2069184" y="203834"/>
                  </a:lnTo>
                  <a:cubicBezTo>
                    <a:pt x="2078730" y="215259"/>
                    <a:pt x="2086715" y="227762"/>
                    <a:pt x="2093941" y="240739"/>
                  </a:cubicBezTo>
                  <a:lnTo>
                    <a:pt x="985097" y="240739"/>
                  </a:lnTo>
                  <a:close/>
                  <a:moveTo>
                    <a:pt x="0" y="203834"/>
                  </a:moveTo>
                  <a:lnTo>
                    <a:pt x="877145" y="203834"/>
                  </a:lnTo>
                  <a:lnTo>
                    <a:pt x="877145" y="240739"/>
                  </a:lnTo>
                  <a:lnTo>
                    <a:pt x="0" y="240739"/>
                  </a:lnTo>
                  <a:close/>
                  <a:moveTo>
                    <a:pt x="3491565" y="203833"/>
                  </a:moveTo>
                  <a:lnTo>
                    <a:pt x="4473824" y="203833"/>
                  </a:lnTo>
                  <a:cubicBezTo>
                    <a:pt x="4482698" y="215677"/>
                    <a:pt x="4491028" y="228051"/>
                    <a:pt x="4499119" y="240738"/>
                  </a:cubicBezTo>
                  <a:lnTo>
                    <a:pt x="3466269" y="240738"/>
                  </a:lnTo>
                  <a:cubicBezTo>
                    <a:pt x="3474361" y="228051"/>
                    <a:pt x="3482694" y="215677"/>
                    <a:pt x="3491565" y="203833"/>
                  </a:cubicBezTo>
                  <a:close/>
                  <a:moveTo>
                    <a:pt x="10550205" y="96959"/>
                  </a:moveTo>
                  <a:lnTo>
                    <a:pt x="10671926" y="96959"/>
                  </a:lnTo>
                  <a:lnTo>
                    <a:pt x="11306110" y="96959"/>
                  </a:lnTo>
                  <a:lnTo>
                    <a:pt x="11306110" y="121993"/>
                  </a:lnTo>
                  <a:lnTo>
                    <a:pt x="10671926" y="121993"/>
                  </a:lnTo>
                  <a:lnTo>
                    <a:pt x="10531544" y="121993"/>
                  </a:lnTo>
                  <a:close/>
                  <a:moveTo>
                    <a:pt x="9781432" y="96753"/>
                  </a:moveTo>
                  <a:lnTo>
                    <a:pt x="10286039" y="96753"/>
                  </a:lnTo>
                  <a:lnTo>
                    <a:pt x="10286039" y="121735"/>
                  </a:lnTo>
                  <a:lnTo>
                    <a:pt x="9781432" y="121735"/>
                  </a:lnTo>
                  <a:close/>
                  <a:moveTo>
                    <a:pt x="8612890" y="96753"/>
                  </a:moveTo>
                  <a:lnTo>
                    <a:pt x="9668568" y="96753"/>
                  </a:lnTo>
                  <a:lnTo>
                    <a:pt x="9668568" y="121735"/>
                  </a:lnTo>
                  <a:lnTo>
                    <a:pt x="8612890" y="121735"/>
                  </a:lnTo>
                  <a:close/>
                  <a:moveTo>
                    <a:pt x="8042875" y="96753"/>
                  </a:moveTo>
                  <a:lnTo>
                    <a:pt x="8501703" y="96753"/>
                  </a:lnTo>
                  <a:lnTo>
                    <a:pt x="8501703" y="121735"/>
                  </a:lnTo>
                  <a:lnTo>
                    <a:pt x="8042875" y="121735"/>
                  </a:lnTo>
                  <a:close/>
                  <a:moveTo>
                    <a:pt x="7193139" y="96753"/>
                  </a:moveTo>
                  <a:lnTo>
                    <a:pt x="7712749" y="96753"/>
                  </a:lnTo>
                  <a:lnTo>
                    <a:pt x="7724312" y="121735"/>
                  </a:lnTo>
                  <a:lnTo>
                    <a:pt x="7193139" y="121735"/>
                  </a:lnTo>
                  <a:close/>
                  <a:moveTo>
                    <a:pt x="6188669" y="96753"/>
                  </a:moveTo>
                  <a:lnTo>
                    <a:pt x="7080275" y="96753"/>
                  </a:lnTo>
                  <a:lnTo>
                    <a:pt x="7080275" y="121735"/>
                  </a:lnTo>
                  <a:lnTo>
                    <a:pt x="6188669" y="121735"/>
                  </a:lnTo>
                  <a:close/>
                  <a:moveTo>
                    <a:pt x="5574793" y="96753"/>
                  </a:moveTo>
                  <a:lnTo>
                    <a:pt x="6073294" y="96753"/>
                  </a:lnTo>
                  <a:lnTo>
                    <a:pt x="6073294" y="121735"/>
                  </a:lnTo>
                  <a:lnTo>
                    <a:pt x="5574793" y="121735"/>
                  </a:lnTo>
                  <a:close/>
                  <a:moveTo>
                    <a:pt x="4792811" y="96753"/>
                  </a:moveTo>
                  <a:lnTo>
                    <a:pt x="5291307" y="96753"/>
                  </a:lnTo>
                  <a:lnTo>
                    <a:pt x="5291307" y="121735"/>
                  </a:lnTo>
                  <a:lnTo>
                    <a:pt x="4792811" y="121735"/>
                  </a:lnTo>
                  <a:close/>
                  <a:moveTo>
                    <a:pt x="2285298" y="96753"/>
                  </a:moveTo>
                  <a:lnTo>
                    <a:pt x="3183254" y="96753"/>
                  </a:lnTo>
                  <a:lnTo>
                    <a:pt x="3183254" y="121735"/>
                  </a:lnTo>
                  <a:lnTo>
                    <a:pt x="2285298" y="121735"/>
                  </a:lnTo>
                  <a:close/>
                  <a:moveTo>
                    <a:pt x="985097" y="96753"/>
                  </a:moveTo>
                  <a:lnTo>
                    <a:pt x="1978552" y="96753"/>
                  </a:lnTo>
                  <a:cubicBezTo>
                    <a:pt x="1987269" y="104388"/>
                    <a:pt x="1995490" y="112539"/>
                    <a:pt x="2002599" y="121735"/>
                  </a:cubicBezTo>
                  <a:lnTo>
                    <a:pt x="985097" y="121735"/>
                  </a:lnTo>
                  <a:close/>
                  <a:moveTo>
                    <a:pt x="0" y="96753"/>
                  </a:moveTo>
                  <a:lnTo>
                    <a:pt x="877145" y="96753"/>
                  </a:lnTo>
                  <a:lnTo>
                    <a:pt x="877145" y="121735"/>
                  </a:lnTo>
                  <a:lnTo>
                    <a:pt x="0" y="121735"/>
                  </a:lnTo>
                  <a:close/>
                  <a:moveTo>
                    <a:pt x="3581580" y="96752"/>
                  </a:moveTo>
                  <a:lnTo>
                    <a:pt x="4383809" y="96752"/>
                  </a:lnTo>
                  <a:cubicBezTo>
                    <a:pt x="4392080" y="104604"/>
                    <a:pt x="4400028" y="112884"/>
                    <a:pt x="4407456" y="121734"/>
                  </a:cubicBezTo>
                  <a:lnTo>
                    <a:pt x="3557933" y="121734"/>
                  </a:lnTo>
                  <a:cubicBezTo>
                    <a:pt x="3565365" y="112884"/>
                    <a:pt x="3573309" y="104604"/>
                    <a:pt x="3581580" y="96752"/>
                  </a:cubicBezTo>
                  <a:close/>
                  <a:moveTo>
                    <a:pt x="10683999" y="1"/>
                  </a:moveTo>
                  <a:lnTo>
                    <a:pt x="10743787" y="1"/>
                  </a:lnTo>
                  <a:cubicBezTo>
                    <a:pt x="10762889" y="1"/>
                    <a:pt x="10781796" y="856"/>
                    <a:pt x="10800434" y="2849"/>
                  </a:cubicBezTo>
                  <a:lnTo>
                    <a:pt x="10800434" y="1"/>
                  </a:lnTo>
                  <a:lnTo>
                    <a:pt x="11306110" y="1"/>
                  </a:lnTo>
                  <a:lnTo>
                    <a:pt x="11306110" y="14690"/>
                  </a:lnTo>
                  <a:lnTo>
                    <a:pt x="10671926" y="14690"/>
                  </a:lnTo>
                  <a:lnTo>
                    <a:pt x="10634292" y="14690"/>
                  </a:lnTo>
                  <a:cubicBezTo>
                    <a:pt x="10638035" y="10809"/>
                    <a:pt x="10642253" y="7500"/>
                    <a:pt x="10646512" y="4251"/>
                  </a:cubicBezTo>
                  <a:lnTo>
                    <a:pt x="10646512" y="2687"/>
                  </a:lnTo>
                  <a:lnTo>
                    <a:pt x="10671926" y="1221"/>
                  </a:lnTo>
                  <a:lnTo>
                    <a:pt x="10671926" y="697"/>
                  </a:lnTo>
                  <a:close/>
                  <a:moveTo>
                    <a:pt x="9781432" y="1"/>
                  </a:moveTo>
                  <a:lnTo>
                    <a:pt x="10286039" y="1"/>
                  </a:lnTo>
                  <a:lnTo>
                    <a:pt x="10286039" y="14659"/>
                  </a:lnTo>
                  <a:lnTo>
                    <a:pt x="9781432" y="14659"/>
                  </a:lnTo>
                  <a:close/>
                  <a:moveTo>
                    <a:pt x="8612890" y="1"/>
                  </a:moveTo>
                  <a:lnTo>
                    <a:pt x="9668568" y="1"/>
                  </a:lnTo>
                  <a:lnTo>
                    <a:pt x="9668568" y="14659"/>
                  </a:lnTo>
                  <a:lnTo>
                    <a:pt x="8612890" y="14659"/>
                  </a:lnTo>
                  <a:close/>
                  <a:moveTo>
                    <a:pt x="8042875" y="1"/>
                  </a:moveTo>
                  <a:lnTo>
                    <a:pt x="8501703" y="1"/>
                  </a:lnTo>
                  <a:lnTo>
                    <a:pt x="8501703" y="14659"/>
                  </a:lnTo>
                  <a:lnTo>
                    <a:pt x="8042875" y="14659"/>
                  </a:lnTo>
                  <a:close/>
                  <a:moveTo>
                    <a:pt x="7193139" y="1"/>
                  </a:moveTo>
                  <a:lnTo>
                    <a:pt x="7667970" y="1"/>
                  </a:lnTo>
                  <a:lnTo>
                    <a:pt x="7674758" y="14659"/>
                  </a:lnTo>
                  <a:lnTo>
                    <a:pt x="7193139" y="14659"/>
                  </a:lnTo>
                  <a:close/>
                  <a:moveTo>
                    <a:pt x="6188669" y="1"/>
                  </a:moveTo>
                  <a:lnTo>
                    <a:pt x="7080275" y="1"/>
                  </a:lnTo>
                  <a:lnTo>
                    <a:pt x="7080275" y="14659"/>
                  </a:lnTo>
                  <a:lnTo>
                    <a:pt x="6188669" y="14659"/>
                  </a:lnTo>
                  <a:close/>
                  <a:moveTo>
                    <a:pt x="5574793" y="1"/>
                  </a:moveTo>
                  <a:lnTo>
                    <a:pt x="6073294" y="1"/>
                  </a:lnTo>
                  <a:lnTo>
                    <a:pt x="6073294" y="14659"/>
                  </a:lnTo>
                  <a:lnTo>
                    <a:pt x="5574793" y="14659"/>
                  </a:lnTo>
                  <a:close/>
                  <a:moveTo>
                    <a:pt x="4792811" y="1"/>
                  </a:moveTo>
                  <a:lnTo>
                    <a:pt x="5291307" y="1"/>
                  </a:lnTo>
                  <a:lnTo>
                    <a:pt x="5291307" y="14659"/>
                  </a:lnTo>
                  <a:lnTo>
                    <a:pt x="4792811" y="14659"/>
                  </a:lnTo>
                  <a:close/>
                  <a:moveTo>
                    <a:pt x="2285298" y="1"/>
                  </a:moveTo>
                  <a:lnTo>
                    <a:pt x="3183254" y="1"/>
                  </a:lnTo>
                  <a:lnTo>
                    <a:pt x="3183254" y="14659"/>
                  </a:lnTo>
                  <a:lnTo>
                    <a:pt x="2285298" y="14659"/>
                  </a:lnTo>
                  <a:close/>
                  <a:moveTo>
                    <a:pt x="985097" y="1"/>
                  </a:moveTo>
                  <a:lnTo>
                    <a:pt x="1846470" y="1"/>
                  </a:lnTo>
                  <a:lnTo>
                    <a:pt x="1869376" y="14659"/>
                  </a:lnTo>
                  <a:lnTo>
                    <a:pt x="985097" y="14659"/>
                  </a:lnTo>
                  <a:close/>
                  <a:moveTo>
                    <a:pt x="0" y="1"/>
                  </a:moveTo>
                  <a:lnTo>
                    <a:pt x="877145" y="1"/>
                  </a:lnTo>
                  <a:lnTo>
                    <a:pt x="877145" y="14659"/>
                  </a:lnTo>
                  <a:lnTo>
                    <a:pt x="0" y="14659"/>
                  </a:lnTo>
                  <a:close/>
                  <a:moveTo>
                    <a:pt x="3702830" y="0"/>
                  </a:moveTo>
                  <a:lnTo>
                    <a:pt x="4262563" y="0"/>
                  </a:lnTo>
                  <a:lnTo>
                    <a:pt x="4284257" y="14658"/>
                  </a:lnTo>
                  <a:lnTo>
                    <a:pt x="3681132" y="14658"/>
                  </a:lnTo>
                  <a:close/>
                </a:path>
              </a:pathLst>
            </a:custGeom>
            <a:grpFill/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square" tIns="90000" bIns="90000" rtlCol="0" anchor="t" anchorCtr="0">
              <a:no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endParaRPr lang="en-US" sz="1800">
                <a:solidFill>
                  <a:schemeClr val="accent4"/>
                </a:solidFill>
              </a:endParaRPr>
            </a:p>
          </p:txBody>
        </p:sp>
      </p:grpSp>
      <p:sp>
        <p:nvSpPr>
          <p:cNvPr id="87" name="Title 1">
            <a:extLst>
              <a:ext uri="{FF2B5EF4-FFF2-40B4-BE49-F238E27FC236}">
                <a16:creationId xmlns:a16="http://schemas.microsoft.com/office/drawing/2014/main" id="{7F1C5599-68DE-A9F5-74B0-300D8ED29B6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25160" y="3804790"/>
            <a:ext cx="7059208" cy="468673"/>
          </a:xfr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b" anchorCtr="0" compatLnSpc="1">
            <a:prstTxWarp prst="textNoShape">
              <a:avLst/>
            </a:prstTxWarp>
          </a:bodyPr>
          <a:lstStyle>
            <a:lvl1pPr>
              <a:defRPr lang="en-GB" sz="2000" noProof="0" dirty="0">
                <a:solidFill>
                  <a:schemeClr val="tx1"/>
                </a:solidFill>
              </a:defRPr>
            </a:lvl1pPr>
          </a:lstStyle>
          <a:p>
            <a:pPr marL="0" lvl="0" latinLnBrk="0">
              <a:lnSpc>
                <a:spcPct val="90000"/>
              </a:lnSpc>
            </a:pPr>
            <a:r>
              <a:rPr lang="en-GB" noProof="0" dirty="0"/>
              <a:t>Title</a:t>
            </a:r>
          </a:p>
        </p:txBody>
      </p:sp>
      <p:sp>
        <p:nvSpPr>
          <p:cNvPr id="88" name="Textplatzhalter 3">
            <a:extLst>
              <a:ext uri="{FF2B5EF4-FFF2-40B4-BE49-F238E27FC236}">
                <a16:creationId xmlns:a16="http://schemas.microsoft.com/office/drawing/2014/main" id="{49F13D1A-A3E1-67CF-8309-F86E16C85310}"/>
              </a:ext>
            </a:extLst>
          </p:cNvPr>
          <p:cNvSpPr>
            <a:spLocks noGrp="1"/>
          </p:cNvSpPr>
          <p:nvPr>
            <p:ph type="body" sz="half" idx="2" hasCustomPrompt="1"/>
          </p:nvPr>
        </p:nvSpPr>
        <p:spPr>
          <a:xfrm>
            <a:off x="825182" y="4340320"/>
            <a:ext cx="7064209" cy="33089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 marL="0" indent="0">
              <a:buNone/>
              <a:defRPr lang="en-GB" sz="1400" b="0" noProof="0" dirty="0">
                <a:solidFill>
                  <a:schemeClr val="tx2"/>
                </a:solidFill>
                <a:cs typeface="Arial"/>
              </a:defRPr>
            </a:lvl1pPr>
          </a:lstStyle>
          <a:p>
            <a:pPr marL="179388" lvl="0" indent="-179388">
              <a:spcAft>
                <a:spcPct val="0"/>
              </a:spcAft>
            </a:pPr>
            <a:r>
              <a:rPr lang="en-GB" noProof="0"/>
              <a:t>Sub-title</a:t>
            </a:r>
          </a:p>
        </p:txBody>
      </p:sp>
      <p:sp>
        <p:nvSpPr>
          <p:cNvPr id="89" name="Rechteck 34">
            <a:extLst>
              <a:ext uri="{FF2B5EF4-FFF2-40B4-BE49-F238E27FC236}">
                <a16:creationId xmlns:a16="http://schemas.microsoft.com/office/drawing/2014/main" id="{F4240371-B166-1EAB-8B30-D72BC9F5F9E6}"/>
              </a:ext>
            </a:extLst>
          </p:cNvPr>
          <p:cNvSpPr>
            <a:spLocks/>
          </p:cNvSpPr>
          <p:nvPr userDrawn="1"/>
        </p:nvSpPr>
        <p:spPr>
          <a:xfrm>
            <a:off x="2520000" y="3250161"/>
            <a:ext cx="972000" cy="972000"/>
          </a:xfrm>
          <a:prstGeom prst="rect">
            <a:avLst/>
          </a:prstGeom>
          <a:solidFill>
            <a:schemeClr val="accent1">
              <a:lumMod val="40000"/>
              <a:lumOff val="60000"/>
              <a:alpha val="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90000" bIns="90000" rtlCol="0" anchor="t" anchorCtr="0"/>
          <a:lstStyle/>
          <a:p>
            <a:pPr algn="ctr" defTabSz="457200"/>
            <a:endParaRPr lang="en-GB" sz="1800" noProof="0">
              <a:solidFill>
                <a:srgbClr val="F78F1E"/>
              </a:solidFill>
            </a:endParaRPr>
          </a:p>
        </p:txBody>
      </p:sp>
      <p:sp>
        <p:nvSpPr>
          <p:cNvPr id="90" name="Rechteck 34">
            <a:extLst>
              <a:ext uri="{FF2B5EF4-FFF2-40B4-BE49-F238E27FC236}">
                <a16:creationId xmlns:a16="http://schemas.microsoft.com/office/drawing/2014/main" id="{60D8896C-CB6A-BD0D-2C2F-1248DDE87730}"/>
              </a:ext>
            </a:extLst>
          </p:cNvPr>
          <p:cNvSpPr>
            <a:spLocks/>
          </p:cNvSpPr>
          <p:nvPr userDrawn="1"/>
        </p:nvSpPr>
        <p:spPr>
          <a:xfrm>
            <a:off x="436860" y="2917075"/>
            <a:ext cx="770282" cy="770400"/>
          </a:xfrm>
          <a:prstGeom prst="rect">
            <a:avLst/>
          </a:prstGeom>
          <a:blipFill>
            <a:blip r:embed="rId3"/>
            <a:srcRect/>
            <a:stretch>
              <a:fillRect/>
            </a:stretch>
          </a:blipFill>
          <a:ln w="9525">
            <a:solidFill>
              <a:schemeClr val="bg1"/>
            </a:solidFill>
            <a:miter lim="800000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90000" bIns="90000" rtlCol="0" anchor="t" anchorCtr="0"/>
          <a:lstStyle/>
          <a:p>
            <a:pPr algn="ctr" defTabSz="457200"/>
            <a:endParaRPr lang="en-GB" sz="1800" noProof="0">
              <a:solidFill>
                <a:srgbClr val="F78F1E"/>
              </a:solidFill>
            </a:endParaRPr>
          </a:p>
        </p:txBody>
      </p:sp>
      <p:sp>
        <p:nvSpPr>
          <p:cNvPr id="91" name="Rechteck 31">
            <a:extLst>
              <a:ext uri="{FF2B5EF4-FFF2-40B4-BE49-F238E27FC236}">
                <a16:creationId xmlns:a16="http://schemas.microsoft.com/office/drawing/2014/main" id="{164509BE-0CCF-68A3-1C05-B79E8743969D}"/>
              </a:ext>
            </a:extLst>
          </p:cNvPr>
          <p:cNvSpPr>
            <a:spLocks/>
          </p:cNvSpPr>
          <p:nvPr userDrawn="1"/>
        </p:nvSpPr>
        <p:spPr>
          <a:xfrm>
            <a:off x="2185654" y="2917075"/>
            <a:ext cx="770282" cy="770400"/>
          </a:xfrm>
          <a:prstGeom prst="rect">
            <a:avLst/>
          </a:prstGeom>
          <a:blipFill>
            <a:blip r:embed="rId4"/>
            <a:stretch>
              <a:fillRect/>
            </a:stretch>
          </a:blipFill>
          <a:ln w="9525">
            <a:solidFill>
              <a:schemeClr val="bg1"/>
            </a:solidFill>
            <a:miter lim="800000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90000" bIns="90000" rtlCol="0" anchor="t" anchorCtr="0"/>
          <a:lstStyle/>
          <a:p>
            <a:pPr algn="ctr" defTabSz="457200"/>
            <a:endParaRPr lang="en-GB" sz="1800" noProof="0">
              <a:solidFill>
                <a:srgbClr val="F78F1E"/>
              </a:solidFill>
            </a:endParaRPr>
          </a:p>
        </p:txBody>
      </p:sp>
      <p:sp>
        <p:nvSpPr>
          <p:cNvPr id="92" name="Rechteck 32">
            <a:extLst>
              <a:ext uri="{FF2B5EF4-FFF2-40B4-BE49-F238E27FC236}">
                <a16:creationId xmlns:a16="http://schemas.microsoft.com/office/drawing/2014/main" id="{AAABB638-8ECC-5C4B-40D9-F3680F05B3CF}"/>
              </a:ext>
            </a:extLst>
          </p:cNvPr>
          <p:cNvSpPr>
            <a:spLocks/>
          </p:cNvSpPr>
          <p:nvPr userDrawn="1"/>
        </p:nvSpPr>
        <p:spPr>
          <a:xfrm>
            <a:off x="3060051" y="2917075"/>
            <a:ext cx="770282" cy="770400"/>
          </a:xfrm>
          <a:prstGeom prst="rect">
            <a:avLst/>
          </a:prstGeom>
          <a:blipFill dpi="0" rotWithShape="1">
            <a:blip r:embed="rId5"/>
            <a:srcRect/>
            <a:stretch>
              <a:fillRect l="-893" t="-2697" r="-3640"/>
            </a:stretch>
          </a:blipFill>
          <a:ln w="9525">
            <a:solidFill>
              <a:schemeClr val="bg1"/>
            </a:solidFill>
            <a:miter lim="800000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90000" bIns="90000" rtlCol="0" anchor="t" anchorCtr="0"/>
          <a:lstStyle/>
          <a:p>
            <a:pPr algn="ctr" defTabSz="457200"/>
            <a:endParaRPr lang="en-GB" sz="1800" noProof="0">
              <a:solidFill>
                <a:srgbClr val="F78F1E"/>
              </a:solidFill>
            </a:endParaRPr>
          </a:p>
        </p:txBody>
      </p:sp>
      <p:sp>
        <p:nvSpPr>
          <p:cNvPr id="93" name="Rechteck 35">
            <a:extLst>
              <a:ext uri="{FF2B5EF4-FFF2-40B4-BE49-F238E27FC236}">
                <a16:creationId xmlns:a16="http://schemas.microsoft.com/office/drawing/2014/main" id="{7DBA27A5-1B1D-2B5B-A544-4367D6A3AF64}"/>
              </a:ext>
            </a:extLst>
          </p:cNvPr>
          <p:cNvSpPr>
            <a:spLocks/>
          </p:cNvSpPr>
          <p:nvPr userDrawn="1"/>
        </p:nvSpPr>
        <p:spPr>
          <a:xfrm>
            <a:off x="3934447" y="2917075"/>
            <a:ext cx="770282" cy="770400"/>
          </a:xfrm>
          <a:prstGeom prst="rect">
            <a:avLst/>
          </a:prstGeom>
          <a:blipFill>
            <a:blip r:embed="rId6"/>
            <a:stretch>
              <a:fillRect/>
            </a:stretch>
          </a:blipFill>
          <a:ln w="9525">
            <a:solidFill>
              <a:schemeClr val="bg1"/>
            </a:solidFill>
            <a:miter lim="800000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90000" bIns="90000" rtlCol="0" anchor="t" anchorCtr="0"/>
          <a:lstStyle/>
          <a:p>
            <a:pPr algn="ctr" defTabSz="457200"/>
            <a:endParaRPr lang="en-GB" sz="1800" noProof="0">
              <a:solidFill>
                <a:srgbClr val="F78F1E"/>
              </a:solidFill>
            </a:endParaRPr>
          </a:p>
        </p:txBody>
      </p:sp>
      <p:sp>
        <p:nvSpPr>
          <p:cNvPr id="94" name="Rechteck 36">
            <a:extLst>
              <a:ext uri="{FF2B5EF4-FFF2-40B4-BE49-F238E27FC236}">
                <a16:creationId xmlns:a16="http://schemas.microsoft.com/office/drawing/2014/main" id="{04D04176-CBDD-1C47-277E-B5D0DA2CD51A}"/>
              </a:ext>
            </a:extLst>
          </p:cNvPr>
          <p:cNvSpPr>
            <a:spLocks/>
          </p:cNvSpPr>
          <p:nvPr userDrawn="1"/>
        </p:nvSpPr>
        <p:spPr>
          <a:xfrm>
            <a:off x="1311257" y="2917075"/>
            <a:ext cx="770282" cy="770400"/>
          </a:xfrm>
          <a:prstGeom prst="rect">
            <a:avLst/>
          </a:prstGeom>
          <a:blipFill>
            <a:blip r:embed="rId7"/>
            <a:stretch>
              <a:fillRect/>
            </a:stretch>
          </a:blipFill>
          <a:ln w="9525">
            <a:solidFill>
              <a:schemeClr val="bg1"/>
            </a:solidFill>
            <a:miter lim="800000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90000" bIns="90000" rtlCol="0" anchor="t" anchorCtr="0"/>
          <a:lstStyle/>
          <a:p>
            <a:pPr algn="ctr" defTabSz="457200"/>
            <a:endParaRPr lang="en-GB" sz="1800" noProof="0">
              <a:solidFill>
                <a:srgbClr val="F0A51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89397831"/>
      </p:ext>
    </p:extLst>
  </p:cSld>
  <p:clrMapOvr>
    <a:masterClrMapping/>
  </p:clrMapOvr>
  <p:transition spd="slow">
    <p:fade/>
  </p:transition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pecial topic 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uppieren 63">
            <a:extLst>
              <a:ext uri="{FF2B5EF4-FFF2-40B4-BE49-F238E27FC236}">
                <a16:creationId xmlns:a16="http://schemas.microsoft.com/office/drawing/2014/main" id="{BECCED9D-8E6B-48BA-8C9D-A82374595CF3}"/>
              </a:ext>
            </a:extLst>
          </p:cNvPr>
          <p:cNvGrpSpPr/>
          <p:nvPr userDrawn="1"/>
        </p:nvGrpSpPr>
        <p:grpSpPr>
          <a:xfrm>
            <a:off x="4239979" y="5250260"/>
            <a:ext cx="2960315" cy="405933"/>
            <a:chOff x="4239977" y="4643999"/>
            <a:chExt cx="2960315" cy="396002"/>
          </a:xfrm>
        </p:grpSpPr>
        <p:sp>
          <p:nvSpPr>
            <p:cNvPr id="12" name="&lt; forward">
              <a:hlinkClick r:id="" action="ppaction://hlinkshowjump?jump=nextslide"/>
              <a:extLst>
                <a:ext uri="{FF2B5EF4-FFF2-40B4-BE49-F238E27FC236}">
                  <a16:creationId xmlns:a16="http://schemas.microsoft.com/office/drawing/2014/main" id="{6B45FE90-4BBE-4715-AE8D-757F89C84AD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6958892" y="4804666"/>
              <a:ext cx="93800" cy="99082"/>
            </a:xfrm>
            <a:custGeom>
              <a:avLst/>
              <a:gdLst>
                <a:gd name="connsiteX0" fmla="*/ 65408 w 153292"/>
                <a:gd name="connsiteY0" fmla="*/ 0 h 161924"/>
                <a:gd name="connsiteX1" fmla="*/ 90769 w 153292"/>
                <a:gd name="connsiteY1" fmla="*/ 0 h 161924"/>
                <a:gd name="connsiteX2" fmla="*/ 153292 w 153292"/>
                <a:gd name="connsiteY2" fmla="*/ 80962 h 161924"/>
                <a:gd name="connsiteX3" fmla="*/ 90769 w 153292"/>
                <a:gd name="connsiteY3" fmla="*/ 161924 h 161924"/>
                <a:gd name="connsiteX4" fmla="*/ 65408 w 153292"/>
                <a:gd name="connsiteY4" fmla="*/ 161924 h 161924"/>
                <a:gd name="connsiteX5" fmla="*/ 127931 w 153292"/>
                <a:gd name="connsiteY5" fmla="*/ 80962 h 161924"/>
                <a:gd name="connsiteX6" fmla="*/ 0 w 153292"/>
                <a:gd name="connsiteY6" fmla="*/ 0 h 161924"/>
                <a:gd name="connsiteX7" fmla="*/ 25361 w 153292"/>
                <a:gd name="connsiteY7" fmla="*/ 0 h 161924"/>
                <a:gd name="connsiteX8" fmla="*/ 87884 w 153292"/>
                <a:gd name="connsiteY8" fmla="*/ 80962 h 161924"/>
                <a:gd name="connsiteX9" fmla="*/ 25361 w 153292"/>
                <a:gd name="connsiteY9" fmla="*/ 161924 h 161924"/>
                <a:gd name="connsiteX10" fmla="*/ 0 w 153292"/>
                <a:gd name="connsiteY10" fmla="*/ 161924 h 161924"/>
                <a:gd name="connsiteX11" fmla="*/ 62523 w 153292"/>
                <a:gd name="connsiteY11" fmla="*/ 80962 h 161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3292" h="161924">
                  <a:moveTo>
                    <a:pt x="65408" y="0"/>
                  </a:moveTo>
                  <a:lnTo>
                    <a:pt x="90769" y="0"/>
                  </a:lnTo>
                  <a:lnTo>
                    <a:pt x="153292" y="80962"/>
                  </a:lnTo>
                  <a:lnTo>
                    <a:pt x="90769" y="161924"/>
                  </a:lnTo>
                  <a:lnTo>
                    <a:pt x="65408" y="161924"/>
                  </a:lnTo>
                  <a:lnTo>
                    <a:pt x="127931" y="80962"/>
                  </a:lnTo>
                  <a:close/>
                  <a:moveTo>
                    <a:pt x="0" y="0"/>
                  </a:moveTo>
                  <a:lnTo>
                    <a:pt x="25361" y="0"/>
                  </a:lnTo>
                  <a:lnTo>
                    <a:pt x="87884" y="80962"/>
                  </a:lnTo>
                  <a:lnTo>
                    <a:pt x="25361" y="161924"/>
                  </a:lnTo>
                  <a:lnTo>
                    <a:pt x="0" y="161924"/>
                  </a:lnTo>
                  <a:lnTo>
                    <a:pt x="62523" y="80962"/>
                  </a:lnTo>
                  <a:close/>
                </a:path>
              </a:pathLst>
            </a:custGeom>
            <a:solidFill>
              <a:schemeClr val="accent1">
                <a:alpha val="30000"/>
              </a:scheme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72000" tIns="72000" rIns="72000" bIns="72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200" b="0" i="0" u="none" strike="noStrike" kern="0" cap="none" spc="0" normalizeH="0" baseline="0" noProof="0" err="1">
                <a:ln>
                  <a:noFill/>
                </a:ln>
                <a:solidFill>
                  <a:schemeClr val="accent1">
                    <a:alpha val="45000"/>
                  </a:schemeClr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endParaRPr>
            </a:p>
          </p:txBody>
        </p:sp>
        <p:sp>
          <p:nvSpPr>
            <p:cNvPr id="13" name="forward link">
              <a:hlinkClick r:id="" action="ppaction://hlinkshowjump?jump=nextslide"/>
              <a:extLst>
                <a:ext uri="{FF2B5EF4-FFF2-40B4-BE49-F238E27FC236}">
                  <a16:creationId xmlns:a16="http://schemas.microsoft.com/office/drawing/2014/main" id="{DEA3AC71-320B-44E0-90D7-02B156306BBB}"/>
                </a:ext>
              </a:extLst>
            </p:cNvPr>
            <p:cNvSpPr/>
            <p:nvPr userDrawn="1"/>
          </p:nvSpPr>
          <p:spPr>
            <a:xfrm>
              <a:off x="6768292" y="4644001"/>
              <a:ext cx="432000" cy="396000"/>
            </a:xfrm>
            <a:prstGeom prst="rect">
              <a:avLst/>
            </a:prstGeom>
            <a:solidFill>
              <a:srgbClr val="FFFF00">
                <a:alpha val="0"/>
              </a:srgbClr>
            </a:solidFill>
            <a:ln w="254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180000" tIns="72000" rIns="108000" bIns="216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r>
                <a:rPr kumimoji="0" lang="en-US" sz="500" b="0" i="0" u="none" strike="noStrike" kern="0" cap="none" spc="0" normalizeH="0" baseline="0" noProof="0">
                  <a:ln>
                    <a:noFill/>
                  </a:ln>
                  <a:solidFill>
                    <a:schemeClr val="accent1">
                      <a:alpha val="30000"/>
                    </a:schemeClr>
                  </a:solidFill>
                  <a:effectLst/>
                  <a:uLnTx/>
                  <a:uFillTx/>
                  <a:latin typeface="Arial Narrow" panose="020B0606020202030204" pitchFamily="34" charset="0"/>
                  <a:ea typeface="+mn-ea"/>
                  <a:cs typeface="+mn-cs"/>
                </a:rPr>
                <a:t>next</a:t>
              </a:r>
            </a:p>
          </p:txBody>
        </p:sp>
        <p:sp>
          <p:nvSpPr>
            <p:cNvPr id="14" name="Freihandform: Form 97">
              <a:hlinkClick r:id="" action="ppaction://hlinkshowjump?jump=lastslideviewed"/>
              <a:extLst>
                <a:ext uri="{FF2B5EF4-FFF2-40B4-BE49-F238E27FC236}">
                  <a16:creationId xmlns:a16="http://schemas.microsoft.com/office/drawing/2014/main" id="{98082FD9-3557-4D0A-B9F3-1A53D9551D39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5711670" y="4804666"/>
              <a:ext cx="53776" cy="99082"/>
            </a:xfrm>
            <a:custGeom>
              <a:avLst/>
              <a:gdLst>
                <a:gd name="connsiteX0" fmla="*/ 23824 w 82557"/>
                <a:gd name="connsiteY0" fmla="*/ 0 h 152109"/>
                <a:gd name="connsiteX1" fmla="*/ 0 w 82557"/>
                <a:gd name="connsiteY1" fmla="*/ 0 h 152109"/>
                <a:gd name="connsiteX2" fmla="*/ 58734 w 82557"/>
                <a:gd name="connsiteY2" fmla="*/ 76055 h 152109"/>
                <a:gd name="connsiteX3" fmla="*/ 0 w 82557"/>
                <a:gd name="connsiteY3" fmla="*/ 152109 h 152109"/>
                <a:gd name="connsiteX4" fmla="*/ 23824 w 82557"/>
                <a:gd name="connsiteY4" fmla="*/ 152109 h 152109"/>
                <a:gd name="connsiteX5" fmla="*/ 82557 w 82557"/>
                <a:gd name="connsiteY5" fmla="*/ 76055 h 152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557" h="152109">
                  <a:moveTo>
                    <a:pt x="23824" y="0"/>
                  </a:moveTo>
                  <a:lnTo>
                    <a:pt x="0" y="0"/>
                  </a:lnTo>
                  <a:lnTo>
                    <a:pt x="58734" y="76055"/>
                  </a:lnTo>
                  <a:lnTo>
                    <a:pt x="0" y="152109"/>
                  </a:lnTo>
                  <a:lnTo>
                    <a:pt x="23824" y="152109"/>
                  </a:lnTo>
                  <a:lnTo>
                    <a:pt x="82557" y="76055"/>
                  </a:lnTo>
                  <a:close/>
                </a:path>
              </a:pathLst>
            </a:custGeom>
            <a:solidFill>
              <a:schemeClr val="accent1">
                <a:alpha val="30000"/>
              </a:schemeClr>
            </a:solidFill>
            <a:ln w="952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none" lIns="72000" tIns="72000" rIns="72000" bIns="72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200" b="0" i="0" u="none" strike="noStrike" kern="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" name="back link">
              <a:hlinkClick r:id="" action="ppaction://hlinkshowjump?jump=lastslideviewed"/>
              <a:extLst>
                <a:ext uri="{FF2B5EF4-FFF2-40B4-BE49-F238E27FC236}">
                  <a16:creationId xmlns:a16="http://schemas.microsoft.com/office/drawing/2014/main" id="{EC6AB7E0-DC2A-4971-B535-A723111DE6CD}"/>
                </a:ext>
              </a:extLst>
            </p:cNvPr>
            <p:cNvSpPr/>
            <p:nvPr userDrawn="1"/>
          </p:nvSpPr>
          <p:spPr>
            <a:xfrm>
              <a:off x="5522558" y="4643999"/>
              <a:ext cx="432000" cy="396000"/>
            </a:xfrm>
            <a:prstGeom prst="rect">
              <a:avLst/>
            </a:prstGeom>
            <a:solidFill>
              <a:srgbClr val="FFFF00">
                <a:alpha val="0"/>
              </a:srgbClr>
            </a:solidFill>
            <a:ln w="254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none" lIns="108000" tIns="72000" rIns="108000" bIns="216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indent="0" algn="r" defTabSz="914400" fontAlgn="auto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r>
                <a:rPr kumimoji="0" lang="en-US" sz="500" b="0" i="0" u="none" strike="noStrike" kern="0" cap="none" spc="0" normalizeH="0" baseline="0" noProof="0">
                  <a:ln>
                    <a:noFill/>
                  </a:ln>
                  <a:solidFill>
                    <a:schemeClr val="accent1">
                      <a:alpha val="30000"/>
                    </a:schemeClr>
                  </a:solidFill>
                  <a:effectLst/>
                  <a:uLnTx/>
                  <a:uFillTx/>
                  <a:latin typeface="Arial Narrow" panose="020B0606020202030204" pitchFamily="34" charset="0"/>
                </a:rPr>
                <a:t>last visited</a:t>
              </a:r>
            </a:p>
          </p:txBody>
        </p:sp>
        <p:sp>
          <p:nvSpPr>
            <p:cNvPr id="19" name="back link">
              <a:hlinkClick r:id="" action="ppaction://hlinkshowjump?jump=endshow"/>
              <a:extLst>
                <a:ext uri="{FF2B5EF4-FFF2-40B4-BE49-F238E27FC236}">
                  <a16:creationId xmlns:a16="http://schemas.microsoft.com/office/drawing/2014/main" id="{A07A4B29-DFC3-4229-AAAF-B77D462EF71C}"/>
                </a:ext>
              </a:extLst>
            </p:cNvPr>
            <p:cNvSpPr/>
            <p:nvPr userDrawn="1"/>
          </p:nvSpPr>
          <p:spPr>
            <a:xfrm>
              <a:off x="4239977" y="4643999"/>
              <a:ext cx="1009433" cy="396000"/>
            </a:xfrm>
            <a:prstGeom prst="rect">
              <a:avLst/>
            </a:prstGeom>
            <a:solidFill>
              <a:srgbClr val="FFFF00">
                <a:alpha val="0"/>
              </a:srgbClr>
            </a:solidFill>
            <a:ln w="254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none" lIns="108000" tIns="72000" rIns="108000" bIns="216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indent="0" algn="ctr" defTabSz="914400" fontAlgn="auto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r>
                <a:rPr kumimoji="0" lang="en-US" sz="500" b="0" i="0" u="none" strike="noStrike" kern="0" cap="none" spc="0" normalizeH="0" baseline="0" noProof="0">
                  <a:ln>
                    <a:noFill/>
                  </a:ln>
                  <a:solidFill>
                    <a:schemeClr val="accent1">
                      <a:alpha val="30000"/>
                    </a:schemeClr>
                  </a:solidFill>
                  <a:effectLst/>
                  <a:uLnTx/>
                  <a:uFillTx/>
                  <a:latin typeface="Arial Narrow" panose="020B0606020202030204" pitchFamily="34" charset="0"/>
                </a:rPr>
                <a:t>close</a:t>
              </a:r>
            </a:p>
          </p:txBody>
        </p: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id="{AD0D5DD7-4978-4970-9F7F-37CB14012AA6}"/>
              </a:ext>
            </a:extLst>
          </p:cNvPr>
          <p:cNvSpPr/>
          <p:nvPr userDrawn="1"/>
        </p:nvSpPr>
        <p:spPr>
          <a:xfrm>
            <a:off x="8496436" y="-150824"/>
            <a:ext cx="647564" cy="11080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0" rIns="36000" bIns="0" rtlCol="0" anchor="ctr" anchorCtr="0">
            <a:spAutoFit/>
          </a:bodyPr>
          <a:lstStyle/>
          <a:p>
            <a:pPr algn="r" fontAlgn="auto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</a:pPr>
            <a:r>
              <a:rPr lang="en-GB" sz="800">
                <a:solidFill>
                  <a:schemeClr val="accent1"/>
                </a:solidFill>
              </a:rPr>
              <a:t>BU title</a:t>
            </a:r>
          </a:p>
        </p:txBody>
      </p:sp>
      <p:sp>
        <p:nvSpPr>
          <p:cNvPr id="22" name="Rechteck 10">
            <a:extLst>
              <a:ext uri="{FF2B5EF4-FFF2-40B4-BE49-F238E27FC236}">
                <a16:creationId xmlns:a16="http://schemas.microsoft.com/office/drawing/2014/main" id="{AD56997B-533F-45D4-976A-6DB2BDFF75AD}"/>
              </a:ext>
            </a:extLst>
          </p:cNvPr>
          <p:cNvSpPr/>
          <p:nvPr userDrawn="1"/>
        </p:nvSpPr>
        <p:spPr>
          <a:xfrm>
            <a:off x="-1" y="0"/>
            <a:ext cx="9144001" cy="5143500"/>
          </a:xfrm>
          <a:prstGeom prst="rect">
            <a:avLst/>
          </a:prstGeom>
          <a:blipFill>
            <a:blip r:embed="rId2" cstate="print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colorTemperature colorTemp="5900"/>
                      </a14:imgEffect>
                      <a14:imgEffect>
                        <a14:saturation sat="33000"/>
                      </a14:imgEffect>
                      <a14:imgEffect>
                        <a14:brightnessContrast bright="1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2666" r="-2666"/>
            </a:stretch>
          </a:blip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lvl="0" algn="ctr" fontAlgn="auto">
              <a:spcBef>
                <a:spcPts val="0"/>
              </a:spcBef>
              <a:spcAft>
                <a:spcPts val="0"/>
              </a:spcAft>
            </a:pPr>
            <a:endParaRPr lang="en-GB" sz="1400" b="0" i="1" dirty="0">
              <a:solidFill>
                <a:schemeClr val="tx2"/>
              </a:solidFill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16E6A25A-D6BA-45B7-AB11-316BB3751B9C}"/>
              </a:ext>
            </a:extLst>
          </p:cNvPr>
          <p:cNvSpPr/>
          <p:nvPr userDrawn="1"/>
        </p:nvSpPr>
        <p:spPr>
          <a:xfrm>
            <a:off x="8496436" y="-150824"/>
            <a:ext cx="647564" cy="11080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0" rIns="36000" bIns="0" rtlCol="0" anchor="ctr" anchorCtr="0">
            <a:spAutoFit/>
          </a:bodyPr>
          <a:lstStyle/>
          <a:p>
            <a:pPr algn="r" fontAlgn="auto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</a:pPr>
            <a:r>
              <a:rPr lang="en-GB" sz="800">
                <a:solidFill>
                  <a:schemeClr val="accent1"/>
                </a:solidFill>
              </a:rPr>
              <a:t>ATM title</a:t>
            </a:r>
          </a:p>
        </p:txBody>
      </p:sp>
      <p:sp>
        <p:nvSpPr>
          <p:cNvPr id="30" name="Rechteck 31">
            <a:extLst>
              <a:ext uri="{FF2B5EF4-FFF2-40B4-BE49-F238E27FC236}">
                <a16:creationId xmlns:a16="http://schemas.microsoft.com/office/drawing/2014/main" id="{AF1165A3-CBD1-458C-934F-2AAB824EA4B5}"/>
              </a:ext>
            </a:extLst>
          </p:cNvPr>
          <p:cNvSpPr>
            <a:spLocks noChangeAspect="1"/>
          </p:cNvSpPr>
          <p:nvPr userDrawn="1"/>
        </p:nvSpPr>
        <p:spPr>
          <a:xfrm>
            <a:off x="-1" y="3727938"/>
            <a:ext cx="9144000" cy="1415562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90000" bIns="90000" rtlCol="0" anchor="t" anchorCtr="0"/>
          <a:lstStyle/>
          <a:p>
            <a:pPr algn="ctr" defTabSz="457200"/>
            <a:endParaRPr lang="en-GB" sz="1800" noProof="0">
              <a:solidFill>
                <a:srgbClr val="F78F1E"/>
              </a:solidFill>
            </a:endParaRPr>
          </a:p>
        </p:txBody>
      </p:sp>
      <p:sp>
        <p:nvSpPr>
          <p:cNvPr id="31" name="Rechteck 46">
            <a:extLst>
              <a:ext uri="{FF2B5EF4-FFF2-40B4-BE49-F238E27FC236}">
                <a16:creationId xmlns:a16="http://schemas.microsoft.com/office/drawing/2014/main" id="{5A858F59-4041-41FF-BECD-27B4FE54C152}"/>
              </a:ext>
            </a:extLst>
          </p:cNvPr>
          <p:cNvSpPr/>
          <p:nvPr userDrawn="1"/>
        </p:nvSpPr>
        <p:spPr>
          <a:xfrm flipV="1">
            <a:off x="-1" y="-1"/>
            <a:ext cx="9144001" cy="1640207"/>
          </a:xfrm>
          <a:prstGeom prst="rect">
            <a:avLst/>
          </a:prstGeom>
          <a:gradFill flip="none" rotWithShape="1">
            <a:gsLst>
              <a:gs pos="0">
                <a:schemeClr val="tx1">
                  <a:alpha val="50000"/>
                </a:schemeClr>
              </a:gs>
              <a:gs pos="100000">
                <a:schemeClr val="tx1">
                  <a:alpha val="0"/>
                </a:schemeClr>
              </a:gs>
            </a:gsLst>
            <a:lin ang="16200000" scaled="1"/>
            <a:tileRect/>
          </a:gra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36000" tIns="36000" rIns="0" bIns="0" rtlCol="0" anchor="t" anchorCtr="0"/>
          <a:lstStyle/>
          <a:p>
            <a:pPr lvl="0" fontAlgn="auto">
              <a:spcBef>
                <a:spcPts val="0"/>
              </a:spcBef>
              <a:spcAft>
                <a:spcPts val="0"/>
              </a:spcAft>
            </a:pPr>
            <a:endParaRPr lang="en-GB" sz="800">
              <a:solidFill>
                <a:schemeClr val="bg1"/>
              </a:solidFill>
            </a:endParaRPr>
          </a:p>
        </p:txBody>
      </p:sp>
      <p:grpSp>
        <p:nvGrpSpPr>
          <p:cNvPr id="32" name="Gruppieren 14">
            <a:extLst>
              <a:ext uri="{FF2B5EF4-FFF2-40B4-BE49-F238E27FC236}">
                <a16:creationId xmlns:a16="http://schemas.microsoft.com/office/drawing/2014/main" id="{A97057EA-EB30-4B59-B866-CD3E97A8BCDE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6230014" y="424757"/>
            <a:ext cx="2482186" cy="612179"/>
            <a:chOff x="-6480658" y="3564296"/>
            <a:chExt cx="10339200" cy="2534206"/>
          </a:xfrm>
          <a:solidFill>
            <a:schemeClr val="bg1"/>
          </a:solidFill>
        </p:grpSpPr>
        <p:sp>
          <p:nvSpPr>
            <p:cNvPr id="33" name="Freihandform: Form 15">
              <a:extLst>
                <a:ext uri="{FF2B5EF4-FFF2-40B4-BE49-F238E27FC236}">
                  <a16:creationId xmlns:a16="http://schemas.microsoft.com/office/drawing/2014/main" id="{976BF757-49A6-414A-AF5C-A37912F0921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2227290" y="5628626"/>
              <a:ext cx="6085831" cy="469876"/>
            </a:xfrm>
            <a:custGeom>
              <a:avLst/>
              <a:gdLst>
                <a:gd name="connsiteX0" fmla="*/ 2425896 w 6085831"/>
                <a:gd name="connsiteY0" fmla="*/ 74820 h 469876"/>
                <a:gd name="connsiteX1" fmla="*/ 2339468 w 6085831"/>
                <a:gd name="connsiteY1" fmla="*/ 318752 h 469876"/>
                <a:gd name="connsiteX2" fmla="*/ 2511185 w 6085831"/>
                <a:gd name="connsiteY2" fmla="*/ 318752 h 469876"/>
                <a:gd name="connsiteX3" fmla="*/ 1491950 w 6085831"/>
                <a:gd name="connsiteY3" fmla="*/ 74820 h 469876"/>
                <a:gd name="connsiteX4" fmla="*/ 1405522 w 6085831"/>
                <a:gd name="connsiteY4" fmla="*/ 318752 h 469876"/>
                <a:gd name="connsiteX5" fmla="*/ 1577239 w 6085831"/>
                <a:gd name="connsiteY5" fmla="*/ 318752 h 469876"/>
                <a:gd name="connsiteX6" fmla="*/ 5814145 w 6085831"/>
                <a:gd name="connsiteY6" fmla="*/ 48622 h 469876"/>
                <a:gd name="connsiteX7" fmla="*/ 5814145 w 6085831"/>
                <a:gd name="connsiteY7" fmla="*/ 421761 h 469876"/>
                <a:gd name="connsiteX8" fmla="*/ 5928889 w 6085831"/>
                <a:gd name="connsiteY8" fmla="*/ 421761 h 469876"/>
                <a:gd name="connsiteX9" fmla="*/ 5928889 w 6085831"/>
                <a:gd name="connsiteY9" fmla="*/ 421924 h 469876"/>
                <a:gd name="connsiteX10" fmla="*/ 5935065 w 6085831"/>
                <a:gd name="connsiteY10" fmla="*/ 421240 h 469876"/>
                <a:gd name="connsiteX11" fmla="*/ 6035423 w 6085831"/>
                <a:gd name="connsiteY11" fmla="*/ 246113 h 469876"/>
                <a:gd name="connsiteX12" fmla="*/ 6035423 w 6085831"/>
                <a:gd name="connsiteY12" fmla="*/ 234744 h 469876"/>
                <a:gd name="connsiteX13" fmla="*/ 5935873 w 6085831"/>
                <a:gd name="connsiteY13" fmla="*/ 49835 h 469876"/>
                <a:gd name="connsiteX14" fmla="*/ 5928277 w 6085831"/>
                <a:gd name="connsiteY14" fmla="*/ 48622 h 469876"/>
                <a:gd name="connsiteX15" fmla="*/ 5024863 w 6085831"/>
                <a:gd name="connsiteY15" fmla="*/ 48621 h 469876"/>
                <a:gd name="connsiteX16" fmla="*/ 5024863 w 6085831"/>
                <a:gd name="connsiteY16" fmla="*/ 217544 h 469876"/>
                <a:gd name="connsiteX17" fmla="*/ 5158687 w 6085831"/>
                <a:gd name="connsiteY17" fmla="*/ 217544 h 469876"/>
                <a:gd name="connsiteX18" fmla="*/ 5159459 w 6085831"/>
                <a:gd name="connsiteY18" fmla="*/ 217544 h 469876"/>
                <a:gd name="connsiteX19" fmla="*/ 5240811 w 6085831"/>
                <a:gd name="connsiteY19" fmla="*/ 135790 h 469876"/>
                <a:gd name="connsiteX20" fmla="*/ 5240003 w 6085831"/>
                <a:gd name="connsiteY20" fmla="*/ 129973 h 469876"/>
                <a:gd name="connsiteX21" fmla="*/ 5159459 w 6085831"/>
                <a:gd name="connsiteY21" fmla="*/ 48621 h 469876"/>
                <a:gd name="connsiteX22" fmla="*/ 5155393 w 6085831"/>
                <a:gd name="connsiteY22" fmla="*/ 48621 h 469876"/>
                <a:gd name="connsiteX23" fmla="*/ 3483477 w 6085831"/>
                <a:gd name="connsiteY23" fmla="*/ 48621 h 469876"/>
                <a:gd name="connsiteX24" fmla="*/ 3483477 w 6085831"/>
                <a:gd name="connsiteY24" fmla="*/ 217544 h 469876"/>
                <a:gd name="connsiteX25" fmla="*/ 3617301 w 6085831"/>
                <a:gd name="connsiteY25" fmla="*/ 217544 h 469876"/>
                <a:gd name="connsiteX26" fmla="*/ 3618073 w 6085831"/>
                <a:gd name="connsiteY26" fmla="*/ 217544 h 469876"/>
                <a:gd name="connsiteX27" fmla="*/ 3699425 w 6085831"/>
                <a:gd name="connsiteY27" fmla="*/ 135790 h 469876"/>
                <a:gd name="connsiteX28" fmla="*/ 3698617 w 6085831"/>
                <a:gd name="connsiteY28" fmla="*/ 129973 h 469876"/>
                <a:gd name="connsiteX29" fmla="*/ 3618073 w 6085831"/>
                <a:gd name="connsiteY29" fmla="*/ 48621 h 469876"/>
                <a:gd name="connsiteX30" fmla="*/ 3614007 w 6085831"/>
                <a:gd name="connsiteY30" fmla="*/ 48621 h 469876"/>
                <a:gd name="connsiteX31" fmla="*/ 820386 w 6085831"/>
                <a:gd name="connsiteY31" fmla="*/ 48621 h 469876"/>
                <a:gd name="connsiteX32" fmla="*/ 820386 w 6085831"/>
                <a:gd name="connsiteY32" fmla="*/ 217544 h 469876"/>
                <a:gd name="connsiteX33" fmla="*/ 954211 w 6085831"/>
                <a:gd name="connsiteY33" fmla="*/ 217544 h 469876"/>
                <a:gd name="connsiteX34" fmla="*/ 954984 w 6085831"/>
                <a:gd name="connsiteY34" fmla="*/ 217544 h 469876"/>
                <a:gd name="connsiteX35" fmla="*/ 1036335 w 6085831"/>
                <a:gd name="connsiteY35" fmla="*/ 135790 h 469876"/>
                <a:gd name="connsiteX36" fmla="*/ 1035526 w 6085831"/>
                <a:gd name="connsiteY36" fmla="*/ 129973 h 469876"/>
                <a:gd name="connsiteX37" fmla="*/ 954984 w 6085831"/>
                <a:gd name="connsiteY37" fmla="*/ 48621 h 469876"/>
                <a:gd name="connsiteX38" fmla="*/ 950917 w 6085831"/>
                <a:gd name="connsiteY38" fmla="*/ 48621 h 469876"/>
                <a:gd name="connsiteX39" fmla="*/ 4712731 w 6085831"/>
                <a:gd name="connsiteY39" fmla="*/ 43899 h 469876"/>
                <a:gd name="connsiteX40" fmla="*/ 4601863 w 6085831"/>
                <a:gd name="connsiteY40" fmla="*/ 167169 h 469876"/>
                <a:gd name="connsiteX41" fmla="*/ 4601323 w 6085831"/>
                <a:gd name="connsiteY41" fmla="*/ 305923 h 469876"/>
                <a:gd name="connsiteX42" fmla="*/ 4712731 w 6085831"/>
                <a:gd name="connsiteY42" fmla="*/ 424339 h 469876"/>
                <a:gd name="connsiteX43" fmla="*/ 4824677 w 6085831"/>
                <a:gd name="connsiteY43" fmla="*/ 297835 h 469876"/>
                <a:gd name="connsiteX44" fmla="*/ 4823599 w 6085831"/>
                <a:gd name="connsiteY44" fmla="*/ 166090 h 469876"/>
                <a:gd name="connsiteX45" fmla="*/ 4712731 w 6085831"/>
                <a:gd name="connsiteY45" fmla="*/ 43899 h 469876"/>
                <a:gd name="connsiteX46" fmla="*/ 501904 w 6085831"/>
                <a:gd name="connsiteY46" fmla="*/ 43899 h 469876"/>
                <a:gd name="connsiteX47" fmla="*/ 391037 w 6085831"/>
                <a:gd name="connsiteY47" fmla="*/ 167169 h 469876"/>
                <a:gd name="connsiteX48" fmla="*/ 390497 w 6085831"/>
                <a:gd name="connsiteY48" fmla="*/ 305923 h 469876"/>
                <a:gd name="connsiteX49" fmla="*/ 501904 w 6085831"/>
                <a:gd name="connsiteY49" fmla="*/ 424339 h 469876"/>
                <a:gd name="connsiteX50" fmla="*/ 613850 w 6085831"/>
                <a:gd name="connsiteY50" fmla="*/ 297835 h 469876"/>
                <a:gd name="connsiteX51" fmla="*/ 612772 w 6085831"/>
                <a:gd name="connsiteY51" fmla="*/ 166090 h 469876"/>
                <a:gd name="connsiteX52" fmla="*/ 501904 w 6085831"/>
                <a:gd name="connsiteY52" fmla="*/ 43899 h 469876"/>
                <a:gd name="connsiteX53" fmla="*/ 5765399 w 6085831"/>
                <a:gd name="connsiteY53" fmla="*/ 4836 h 469876"/>
                <a:gd name="connsiteX54" fmla="*/ 5814145 w 6085831"/>
                <a:gd name="connsiteY54" fmla="*/ 4836 h 469876"/>
                <a:gd name="connsiteX55" fmla="*/ 5928889 w 6085831"/>
                <a:gd name="connsiteY55" fmla="*/ 4836 h 469876"/>
                <a:gd name="connsiteX56" fmla="*/ 5938427 w 6085831"/>
                <a:gd name="connsiteY56" fmla="*/ 4836 h 469876"/>
                <a:gd name="connsiteX57" fmla="*/ 6084779 w 6085831"/>
                <a:gd name="connsiteY57" fmla="*/ 232346 h 469876"/>
                <a:gd name="connsiteX58" fmla="*/ 6084779 w 6085831"/>
                <a:gd name="connsiteY58" fmla="*/ 247167 h 469876"/>
                <a:gd name="connsiteX59" fmla="*/ 5939237 w 6085831"/>
                <a:gd name="connsiteY59" fmla="*/ 465195 h 469876"/>
                <a:gd name="connsiteX60" fmla="*/ 5928889 w 6085831"/>
                <a:gd name="connsiteY60" fmla="*/ 465537 h 469876"/>
                <a:gd name="connsiteX61" fmla="*/ 5928889 w 6085831"/>
                <a:gd name="connsiteY61" fmla="*/ 465547 h 469876"/>
                <a:gd name="connsiteX62" fmla="*/ 5928579 w 6085831"/>
                <a:gd name="connsiteY62" fmla="*/ 465547 h 469876"/>
                <a:gd name="connsiteX63" fmla="*/ 5928573 w 6085831"/>
                <a:gd name="connsiteY63" fmla="*/ 465547 h 469876"/>
                <a:gd name="connsiteX64" fmla="*/ 5814145 w 6085831"/>
                <a:gd name="connsiteY64" fmla="*/ 465547 h 469876"/>
                <a:gd name="connsiteX65" fmla="*/ 5765399 w 6085831"/>
                <a:gd name="connsiteY65" fmla="*/ 465547 h 469876"/>
                <a:gd name="connsiteX66" fmla="*/ 5391729 w 6085831"/>
                <a:gd name="connsiteY66" fmla="*/ 4835 h 469876"/>
                <a:gd name="connsiteX67" fmla="*/ 5440475 w 6085831"/>
                <a:gd name="connsiteY67" fmla="*/ 4835 h 469876"/>
                <a:gd name="connsiteX68" fmla="*/ 5440475 w 6085831"/>
                <a:gd name="connsiteY68" fmla="*/ 421759 h 469876"/>
                <a:gd name="connsiteX69" fmla="*/ 5674681 w 6085831"/>
                <a:gd name="connsiteY69" fmla="*/ 421759 h 469876"/>
                <a:gd name="connsiteX70" fmla="*/ 5674681 w 6085831"/>
                <a:gd name="connsiteY70" fmla="*/ 465545 h 469876"/>
                <a:gd name="connsiteX71" fmla="*/ 5440475 w 6085831"/>
                <a:gd name="connsiteY71" fmla="*/ 465545 h 469876"/>
                <a:gd name="connsiteX72" fmla="*/ 5434593 w 6085831"/>
                <a:gd name="connsiteY72" fmla="*/ 465545 h 469876"/>
                <a:gd name="connsiteX73" fmla="*/ 5391729 w 6085831"/>
                <a:gd name="connsiteY73" fmla="*/ 465545 h 469876"/>
                <a:gd name="connsiteX74" fmla="*/ 4976117 w 6085831"/>
                <a:gd name="connsiteY74" fmla="*/ 4835 h 469876"/>
                <a:gd name="connsiteX75" fmla="*/ 5024863 w 6085831"/>
                <a:gd name="connsiteY75" fmla="*/ 4835 h 469876"/>
                <a:gd name="connsiteX76" fmla="*/ 5158687 w 6085831"/>
                <a:gd name="connsiteY76" fmla="*/ 4835 h 469876"/>
                <a:gd name="connsiteX77" fmla="*/ 5158687 w 6085831"/>
                <a:gd name="connsiteY77" fmla="*/ 5351 h 469876"/>
                <a:gd name="connsiteX78" fmla="*/ 5165249 w 6085831"/>
                <a:gd name="connsiteY78" fmla="*/ 5351 h 469876"/>
                <a:gd name="connsiteX79" fmla="*/ 5288551 w 6085831"/>
                <a:gd name="connsiteY79" fmla="*/ 128653 h 469876"/>
                <a:gd name="connsiteX80" fmla="*/ 5288551 w 6085831"/>
                <a:gd name="connsiteY80" fmla="*/ 136815 h 469876"/>
                <a:gd name="connsiteX81" fmla="*/ 5192497 w 6085831"/>
                <a:gd name="connsiteY81" fmla="*/ 255289 h 469876"/>
                <a:gd name="connsiteX82" fmla="*/ 5188391 w 6085831"/>
                <a:gd name="connsiteY82" fmla="*/ 255851 h 469876"/>
                <a:gd name="connsiteX83" fmla="*/ 5298631 w 6085831"/>
                <a:gd name="connsiteY83" fmla="*/ 465545 h 469876"/>
                <a:gd name="connsiteX84" fmla="*/ 5240369 w 6085831"/>
                <a:gd name="connsiteY84" fmla="*/ 465545 h 469876"/>
                <a:gd name="connsiteX85" fmla="*/ 5135989 w 6085831"/>
                <a:gd name="connsiteY85" fmla="*/ 261330 h 469876"/>
                <a:gd name="connsiteX86" fmla="*/ 5024863 w 6085831"/>
                <a:gd name="connsiteY86" fmla="*/ 261330 h 469876"/>
                <a:gd name="connsiteX87" fmla="*/ 5024863 w 6085831"/>
                <a:gd name="connsiteY87" fmla="*/ 465545 h 469876"/>
                <a:gd name="connsiteX88" fmla="*/ 4976117 w 6085831"/>
                <a:gd name="connsiteY88" fmla="*/ 465545 h 469876"/>
                <a:gd name="connsiteX89" fmla="*/ 3434731 w 6085831"/>
                <a:gd name="connsiteY89" fmla="*/ 4835 h 469876"/>
                <a:gd name="connsiteX90" fmla="*/ 3483477 w 6085831"/>
                <a:gd name="connsiteY90" fmla="*/ 4835 h 469876"/>
                <a:gd name="connsiteX91" fmla="*/ 3617301 w 6085831"/>
                <a:gd name="connsiteY91" fmla="*/ 4835 h 469876"/>
                <a:gd name="connsiteX92" fmla="*/ 3617301 w 6085831"/>
                <a:gd name="connsiteY92" fmla="*/ 5351 h 469876"/>
                <a:gd name="connsiteX93" fmla="*/ 3623863 w 6085831"/>
                <a:gd name="connsiteY93" fmla="*/ 5351 h 469876"/>
                <a:gd name="connsiteX94" fmla="*/ 3747165 w 6085831"/>
                <a:gd name="connsiteY94" fmla="*/ 128653 h 469876"/>
                <a:gd name="connsiteX95" fmla="*/ 3747165 w 6085831"/>
                <a:gd name="connsiteY95" fmla="*/ 136815 h 469876"/>
                <a:gd name="connsiteX96" fmla="*/ 3651111 w 6085831"/>
                <a:gd name="connsiteY96" fmla="*/ 255289 h 469876"/>
                <a:gd name="connsiteX97" fmla="*/ 3647005 w 6085831"/>
                <a:gd name="connsiteY97" fmla="*/ 255851 h 469876"/>
                <a:gd name="connsiteX98" fmla="*/ 3757245 w 6085831"/>
                <a:gd name="connsiteY98" fmla="*/ 465545 h 469876"/>
                <a:gd name="connsiteX99" fmla="*/ 3698983 w 6085831"/>
                <a:gd name="connsiteY99" fmla="*/ 465545 h 469876"/>
                <a:gd name="connsiteX100" fmla="*/ 3594603 w 6085831"/>
                <a:gd name="connsiteY100" fmla="*/ 261330 h 469876"/>
                <a:gd name="connsiteX101" fmla="*/ 3483477 w 6085831"/>
                <a:gd name="connsiteY101" fmla="*/ 261330 h 469876"/>
                <a:gd name="connsiteX102" fmla="*/ 3483477 w 6085831"/>
                <a:gd name="connsiteY102" fmla="*/ 465545 h 469876"/>
                <a:gd name="connsiteX103" fmla="*/ 3434731 w 6085831"/>
                <a:gd name="connsiteY103" fmla="*/ 465545 h 469876"/>
                <a:gd name="connsiteX104" fmla="*/ 3062719 w 6085831"/>
                <a:gd name="connsiteY104" fmla="*/ 4835 h 469876"/>
                <a:gd name="connsiteX105" fmla="*/ 3111465 w 6085831"/>
                <a:gd name="connsiteY105" fmla="*/ 4835 h 469876"/>
                <a:gd name="connsiteX106" fmla="*/ 3348437 w 6085831"/>
                <a:gd name="connsiteY106" fmla="*/ 4835 h 469876"/>
                <a:gd name="connsiteX107" fmla="*/ 3348437 w 6085831"/>
                <a:gd name="connsiteY107" fmla="*/ 48621 h 469876"/>
                <a:gd name="connsiteX108" fmla="*/ 3111465 w 6085831"/>
                <a:gd name="connsiteY108" fmla="*/ 48621 h 469876"/>
                <a:gd name="connsiteX109" fmla="*/ 3111465 w 6085831"/>
                <a:gd name="connsiteY109" fmla="*/ 211054 h 469876"/>
                <a:gd name="connsiteX110" fmla="*/ 3313659 w 6085831"/>
                <a:gd name="connsiteY110" fmla="*/ 211054 h 469876"/>
                <a:gd name="connsiteX111" fmla="*/ 3313659 w 6085831"/>
                <a:gd name="connsiteY111" fmla="*/ 254840 h 469876"/>
                <a:gd name="connsiteX112" fmla="*/ 3111465 w 6085831"/>
                <a:gd name="connsiteY112" fmla="*/ 254840 h 469876"/>
                <a:gd name="connsiteX113" fmla="*/ 3111465 w 6085831"/>
                <a:gd name="connsiteY113" fmla="*/ 421759 h 469876"/>
                <a:gd name="connsiteX114" fmla="*/ 3348437 w 6085831"/>
                <a:gd name="connsiteY114" fmla="*/ 421759 h 469876"/>
                <a:gd name="connsiteX115" fmla="*/ 3348437 w 6085831"/>
                <a:gd name="connsiteY115" fmla="*/ 465545 h 469876"/>
                <a:gd name="connsiteX116" fmla="*/ 3111465 w 6085831"/>
                <a:gd name="connsiteY116" fmla="*/ 465545 h 469876"/>
                <a:gd name="connsiteX117" fmla="*/ 3108350 w 6085831"/>
                <a:gd name="connsiteY117" fmla="*/ 465545 h 469876"/>
                <a:gd name="connsiteX118" fmla="*/ 3062719 w 6085831"/>
                <a:gd name="connsiteY118" fmla="*/ 465545 h 469876"/>
                <a:gd name="connsiteX119" fmla="*/ 2686079 w 6085831"/>
                <a:gd name="connsiteY119" fmla="*/ 4835 h 469876"/>
                <a:gd name="connsiteX120" fmla="*/ 2734825 w 6085831"/>
                <a:gd name="connsiteY120" fmla="*/ 4835 h 469876"/>
                <a:gd name="connsiteX121" fmla="*/ 2971797 w 6085831"/>
                <a:gd name="connsiteY121" fmla="*/ 4835 h 469876"/>
                <a:gd name="connsiteX122" fmla="*/ 2971797 w 6085831"/>
                <a:gd name="connsiteY122" fmla="*/ 48621 h 469876"/>
                <a:gd name="connsiteX123" fmla="*/ 2734825 w 6085831"/>
                <a:gd name="connsiteY123" fmla="*/ 48621 h 469876"/>
                <a:gd name="connsiteX124" fmla="*/ 2734825 w 6085831"/>
                <a:gd name="connsiteY124" fmla="*/ 218352 h 469876"/>
                <a:gd name="connsiteX125" fmla="*/ 2937019 w 6085831"/>
                <a:gd name="connsiteY125" fmla="*/ 218352 h 469876"/>
                <a:gd name="connsiteX126" fmla="*/ 2937019 w 6085831"/>
                <a:gd name="connsiteY126" fmla="*/ 262138 h 469876"/>
                <a:gd name="connsiteX127" fmla="*/ 2734825 w 6085831"/>
                <a:gd name="connsiteY127" fmla="*/ 262138 h 469876"/>
                <a:gd name="connsiteX128" fmla="*/ 2734825 w 6085831"/>
                <a:gd name="connsiteY128" fmla="*/ 465545 h 469876"/>
                <a:gd name="connsiteX129" fmla="*/ 2686079 w 6085831"/>
                <a:gd name="connsiteY129" fmla="*/ 465545 h 469876"/>
                <a:gd name="connsiteX130" fmla="*/ 2404270 w 6085831"/>
                <a:gd name="connsiteY130" fmla="*/ 4835 h 469876"/>
                <a:gd name="connsiteX131" fmla="*/ 2446219 w 6085831"/>
                <a:gd name="connsiteY131" fmla="*/ 4835 h 469876"/>
                <a:gd name="connsiteX132" fmla="*/ 2446220 w 6085831"/>
                <a:gd name="connsiteY132" fmla="*/ 4835 h 469876"/>
                <a:gd name="connsiteX133" fmla="*/ 2448491 w 6085831"/>
                <a:gd name="connsiteY133" fmla="*/ 11049 h 469876"/>
                <a:gd name="connsiteX134" fmla="*/ 2614619 w 6085831"/>
                <a:gd name="connsiteY134" fmla="*/ 465545 h 469876"/>
                <a:gd name="connsiteX135" fmla="*/ 2562510 w 6085831"/>
                <a:gd name="connsiteY135" fmla="*/ 465545 h 469876"/>
                <a:gd name="connsiteX136" fmla="*/ 2526047 w 6085831"/>
                <a:gd name="connsiteY136" fmla="*/ 361259 h 469876"/>
                <a:gd name="connsiteX137" fmla="*/ 2324408 w 6085831"/>
                <a:gd name="connsiteY137" fmla="*/ 361259 h 469876"/>
                <a:gd name="connsiteX138" fmla="*/ 2287458 w 6085831"/>
                <a:gd name="connsiteY138" fmla="*/ 465545 h 469876"/>
                <a:gd name="connsiteX139" fmla="*/ 2235398 w 6085831"/>
                <a:gd name="connsiteY139" fmla="*/ 465545 h 469876"/>
                <a:gd name="connsiteX140" fmla="*/ 2403683 w 6085831"/>
                <a:gd name="connsiteY140" fmla="*/ 6435 h 469876"/>
                <a:gd name="connsiteX141" fmla="*/ 1470324 w 6085831"/>
                <a:gd name="connsiteY141" fmla="*/ 4835 h 469876"/>
                <a:gd name="connsiteX142" fmla="*/ 1512273 w 6085831"/>
                <a:gd name="connsiteY142" fmla="*/ 4835 h 469876"/>
                <a:gd name="connsiteX143" fmla="*/ 1512274 w 6085831"/>
                <a:gd name="connsiteY143" fmla="*/ 4835 h 469876"/>
                <a:gd name="connsiteX144" fmla="*/ 1514545 w 6085831"/>
                <a:gd name="connsiteY144" fmla="*/ 11049 h 469876"/>
                <a:gd name="connsiteX145" fmla="*/ 1680673 w 6085831"/>
                <a:gd name="connsiteY145" fmla="*/ 465545 h 469876"/>
                <a:gd name="connsiteX146" fmla="*/ 1628564 w 6085831"/>
                <a:gd name="connsiteY146" fmla="*/ 465545 h 469876"/>
                <a:gd name="connsiteX147" fmla="*/ 1592101 w 6085831"/>
                <a:gd name="connsiteY147" fmla="*/ 361259 h 469876"/>
                <a:gd name="connsiteX148" fmla="*/ 1390462 w 6085831"/>
                <a:gd name="connsiteY148" fmla="*/ 361259 h 469876"/>
                <a:gd name="connsiteX149" fmla="*/ 1353512 w 6085831"/>
                <a:gd name="connsiteY149" fmla="*/ 465545 h 469876"/>
                <a:gd name="connsiteX150" fmla="*/ 1301452 w 6085831"/>
                <a:gd name="connsiteY150" fmla="*/ 465545 h 469876"/>
                <a:gd name="connsiteX151" fmla="*/ 1469737 w 6085831"/>
                <a:gd name="connsiteY151" fmla="*/ 6435 h 469876"/>
                <a:gd name="connsiteX152" fmla="*/ 771640 w 6085831"/>
                <a:gd name="connsiteY152" fmla="*/ 4835 h 469876"/>
                <a:gd name="connsiteX153" fmla="*/ 820386 w 6085831"/>
                <a:gd name="connsiteY153" fmla="*/ 4835 h 469876"/>
                <a:gd name="connsiteX154" fmla="*/ 954211 w 6085831"/>
                <a:gd name="connsiteY154" fmla="*/ 4835 h 469876"/>
                <a:gd name="connsiteX155" fmla="*/ 954211 w 6085831"/>
                <a:gd name="connsiteY155" fmla="*/ 5351 h 469876"/>
                <a:gd name="connsiteX156" fmla="*/ 960772 w 6085831"/>
                <a:gd name="connsiteY156" fmla="*/ 5351 h 469876"/>
                <a:gd name="connsiteX157" fmla="*/ 1084074 w 6085831"/>
                <a:gd name="connsiteY157" fmla="*/ 128653 h 469876"/>
                <a:gd name="connsiteX158" fmla="*/ 1084074 w 6085831"/>
                <a:gd name="connsiteY158" fmla="*/ 136815 h 469876"/>
                <a:gd name="connsiteX159" fmla="*/ 988021 w 6085831"/>
                <a:gd name="connsiteY159" fmla="*/ 255289 h 469876"/>
                <a:gd name="connsiteX160" fmla="*/ 983914 w 6085831"/>
                <a:gd name="connsiteY160" fmla="*/ 255851 h 469876"/>
                <a:gd name="connsiteX161" fmla="*/ 1094154 w 6085831"/>
                <a:gd name="connsiteY161" fmla="*/ 465545 h 469876"/>
                <a:gd name="connsiteX162" fmla="*/ 1035892 w 6085831"/>
                <a:gd name="connsiteY162" fmla="*/ 465545 h 469876"/>
                <a:gd name="connsiteX163" fmla="*/ 931513 w 6085831"/>
                <a:gd name="connsiteY163" fmla="*/ 261330 h 469876"/>
                <a:gd name="connsiteX164" fmla="*/ 820386 w 6085831"/>
                <a:gd name="connsiteY164" fmla="*/ 261330 h 469876"/>
                <a:gd name="connsiteX165" fmla="*/ 820386 w 6085831"/>
                <a:gd name="connsiteY165" fmla="*/ 465545 h 469876"/>
                <a:gd name="connsiteX166" fmla="*/ 771640 w 6085831"/>
                <a:gd name="connsiteY166" fmla="*/ 465545 h 469876"/>
                <a:gd name="connsiteX167" fmla="*/ 0 w 6085831"/>
                <a:gd name="connsiteY167" fmla="*/ 4835 h 469876"/>
                <a:gd name="connsiteX168" fmla="*/ 48746 w 6085831"/>
                <a:gd name="connsiteY168" fmla="*/ 4835 h 469876"/>
                <a:gd name="connsiteX169" fmla="*/ 285718 w 6085831"/>
                <a:gd name="connsiteY169" fmla="*/ 4835 h 469876"/>
                <a:gd name="connsiteX170" fmla="*/ 285718 w 6085831"/>
                <a:gd name="connsiteY170" fmla="*/ 48621 h 469876"/>
                <a:gd name="connsiteX171" fmla="*/ 48746 w 6085831"/>
                <a:gd name="connsiteY171" fmla="*/ 48621 h 469876"/>
                <a:gd name="connsiteX172" fmla="*/ 48746 w 6085831"/>
                <a:gd name="connsiteY172" fmla="*/ 218352 h 469876"/>
                <a:gd name="connsiteX173" fmla="*/ 250940 w 6085831"/>
                <a:gd name="connsiteY173" fmla="*/ 218352 h 469876"/>
                <a:gd name="connsiteX174" fmla="*/ 250940 w 6085831"/>
                <a:gd name="connsiteY174" fmla="*/ 262138 h 469876"/>
                <a:gd name="connsiteX175" fmla="*/ 48746 w 6085831"/>
                <a:gd name="connsiteY175" fmla="*/ 262138 h 469876"/>
                <a:gd name="connsiteX176" fmla="*/ 48746 w 6085831"/>
                <a:gd name="connsiteY176" fmla="*/ 465545 h 469876"/>
                <a:gd name="connsiteX177" fmla="*/ 0 w 6085831"/>
                <a:gd name="connsiteY177" fmla="*/ 465545 h 469876"/>
                <a:gd name="connsiteX178" fmla="*/ 3958459 w 6085831"/>
                <a:gd name="connsiteY178" fmla="*/ 4745 h 469876"/>
                <a:gd name="connsiteX179" fmla="*/ 4010427 w 6085831"/>
                <a:gd name="connsiteY179" fmla="*/ 4745 h 469876"/>
                <a:gd name="connsiteX180" fmla="*/ 4101179 w 6085831"/>
                <a:gd name="connsiteY180" fmla="*/ 373571 h 469876"/>
                <a:gd name="connsiteX181" fmla="*/ 4193451 w 6085831"/>
                <a:gd name="connsiteY181" fmla="*/ 38549 h 469876"/>
                <a:gd name="connsiteX182" fmla="*/ 4201593 w 6085831"/>
                <a:gd name="connsiteY182" fmla="*/ 8980 h 469876"/>
                <a:gd name="connsiteX183" fmla="*/ 4202755 w 6085831"/>
                <a:gd name="connsiteY183" fmla="*/ 4761 h 469876"/>
                <a:gd name="connsiteX184" fmla="*/ 4235167 w 6085831"/>
                <a:gd name="connsiteY184" fmla="*/ 4761 h 469876"/>
                <a:gd name="connsiteX185" fmla="*/ 4240517 w 6085831"/>
                <a:gd name="connsiteY185" fmla="*/ 4761 h 469876"/>
                <a:gd name="connsiteX186" fmla="*/ 4246787 w 6085831"/>
                <a:gd name="connsiteY186" fmla="*/ 4761 h 469876"/>
                <a:gd name="connsiteX187" fmla="*/ 4248741 w 6085831"/>
                <a:gd name="connsiteY187" fmla="*/ 11859 h 469876"/>
                <a:gd name="connsiteX188" fmla="*/ 4248477 w 6085831"/>
                <a:gd name="connsiteY188" fmla="*/ 12799 h 469876"/>
                <a:gd name="connsiteX189" fmla="*/ 4255569 w 6085831"/>
                <a:gd name="connsiteY189" fmla="*/ 38549 h 469876"/>
                <a:gd name="connsiteX190" fmla="*/ 4347627 w 6085831"/>
                <a:gd name="connsiteY190" fmla="*/ 372791 h 469876"/>
                <a:gd name="connsiteX191" fmla="*/ 4438187 w 6085831"/>
                <a:gd name="connsiteY191" fmla="*/ 4745 h 469876"/>
                <a:gd name="connsiteX192" fmla="*/ 4490153 w 6085831"/>
                <a:gd name="connsiteY192" fmla="*/ 4745 h 469876"/>
                <a:gd name="connsiteX193" fmla="*/ 4372511 w 6085831"/>
                <a:gd name="connsiteY193" fmla="*/ 463141 h 469876"/>
                <a:gd name="connsiteX194" fmla="*/ 4373173 w 6085831"/>
                <a:gd name="connsiteY194" fmla="*/ 465545 h 469876"/>
                <a:gd name="connsiteX195" fmla="*/ 4326895 w 6085831"/>
                <a:gd name="connsiteY195" fmla="*/ 465545 h 469876"/>
                <a:gd name="connsiteX196" fmla="*/ 4324805 w 6085831"/>
                <a:gd name="connsiteY196" fmla="*/ 465545 h 469876"/>
                <a:gd name="connsiteX197" fmla="*/ 4325783 w 6085831"/>
                <a:gd name="connsiteY197" fmla="*/ 461570 h 469876"/>
                <a:gd name="connsiteX198" fmla="*/ 4296003 w 6085831"/>
                <a:gd name="connsiteY198" fmla="*/ 355117 h 469876"/>
                <a:gd name="connsiteX199" fmla="*/ 4247059 w 6085831"/>
                <a:gd name="connsiteY199" fmla="*/ 179343 h 469876"/>
                <a:gd name="connsiteX200" fmla="*/ 4224443 w 6085831"/>
                <a:gd name="connsiteY200" fmla="*/ 98394 h 469876"/>
                <a:gd name="connsiteX201" fmla="*/ 4122661 w 6085831"/>
                <a:gd name="connsiteY201" fmla="*/ 460881 h 469876"/>
                <a:gd name="connsiteX202" fmla="*/ 4123809 w 6085831"/>
                <a:gd name="connsiteY202" fmla="*/ 465545 h 469876"/>
                <a:gd name="connsiteX203" fmla="*/ 4121351 w 6085831"/>
                <a:gd name="connsiteY203" fmla="*/ 465545 h 469876"/>
                <a:gd name="connsiteX204" fmla="*/ 4075847 w 6085831"/>
                <a:gd name="connsiteY204" fmla="*/ 465545 h 469876"/>
                <a:gd name="connsiteX205" fmla="*/ 4076299 w 6085831"/>
                <a:gd name="connsiteY205" fmla="*/ 463905 h 469876"/>
                <a:gd name="connsiteX206" fmla="*/ 2041154 w 6085831"/>
                <a:gd name="connsiteY206" fmla="*/ 606 h 469876"/>
                <a:gd name="connsiteX207" fmla="*/ 2088613 w 6085831"/>
                <a:gd name="connsiteY207" fmla="*/ 4631 h 469876"/>
                <a:gd name="connsiteX208" fmla="*/ 2179456 w 6085831"/>
                <a:gd name="connsiteY208" fmla="*/ 51753 h 469876"/>
                <a:gd name="connsiteX209" fmla="*/ 2149031 w 6085831"/>
                <a:gd name="connsiteY209" fmla="*/ 82816 h 469876"/>
                <a:gd name="connsiteX210" fmla="*/ 2089902 w 6085831"/>
                <a:gd name="connsiteY210" fmla="*/ 49338 h 469876"/>
                <a:gd name="connsiteX211" fmla="*/ 2010356 w 6085831"/>
                <a:gd name="connsiteY211" fmla="*/ 47271 h 469876"/>
                <a:gd name="connsiteX212" fmla="*/ 1945875 w 6085831"/>
                <a:gd name="connsiteY212" fmla="*/ 109092 h 469876"/>
                <a:gd name="connsiteX213" fmla="*/ 1961254 w 6085831"/>
                <a:gd name="connsiteY213" fmla="*/ 179474 h 469876"/>
                <a:gd name="connsiteX214" fmla="*/ 2016102 w 6085831"/>
                <a:gd name="connsiteY214" fmla="*/ 205119 h 469876"/>
                <a:gd name="connsiteX215" fmla="*/ 2097538 w 6085831"/>
                <a:gd name="connsiteY215" fmla="*/ 218369 h 469876"/>
                <a:gd name="connsiteX216" fmla="*/ 2199589 w 6085831"/>
                <a:gd name="connsiteY216" fmla="*/ 323221 h 469876"/>
                <a:gd name="connsiteX217" fmla="*/ 2175544 w 6085831"/>
                <a:gd name="connsiteY217" fmla="*/ 415287 h 469876"/>
                <a:gd name="connsiteX218" fmla="*/ 2093197 w 6085831"/>
                <a:gd name="connsiteY218" fmla="*/ 463679 h 469876"/>
                <a:gd name="connsiteX219" fmla="*/ 1970071 w 6085831"/>
                <a:gd name="connsiteY219" fmla="*/ 460977 h 469876"/>
                <a:gd name="connsiteX220" fmla="*/ 1883810 w 6085831"/>
                <a:gd name="connsiteY220" fmla="*/ 408031 h 469876"/>
                <a:gd name="connsiteX221" fmla="*/ 1916305 w 6085831"/>
                <a:gd name="connsiteY221" fmla="*/ 375403 h 469876"/>
                <a:gd name="connsiteX222" fmla="*/ 1978754 w 6085831"/>
                <a:gd name="connsiteY222" fmla="*/ 415726 h 469876"/>
                <a:gd name="connsiteX223" fmla="*/ 2086063 w 6085831"/>
                <a:gd name="connsiteY223" fmla="*/ 420630 h 469876"/>
                <a:gd name="connsiteX224" fmla="*/ 2150946 w 6085831"/>
                <a:gd name="connsiteY224" fmla="*/ 338373 h 469876"/>
                <a:gd name="connsiteX225" fmla="*/ 2001684 w 6085831"/>
                <a:gd name="connsiteY225" fmla="*/ 249873 h 469876"/>
                <a:gd name="connsiteX226" fmla="*/ 1923956 w 6085831"/>
                <a:gd name="connsiteY226" fmla="*/ 211548 h 469876"/>
                <a:gd name="connsiteX227" fmla="*/ 1897264 w 6085831"/>
                <a:gd name="connsiteY227" fmla="*/ 108203 h 469876"/>
                <a:gd name="connsiteX228" fmla="*/ 1947105 w 6085831"/>
                <a:gd name="connsiteY228" fmla="*/ 27960 h 469876"/>
                <a:gd name="connsiteX229" fmla="*/ 1998192 w 6085831"/>
                <a:gd name="connsiteY229" fmla="*/ 5339 h 469876"/>
                <a:gd name="connsiteX230" fmla="*/ 2041154 w 6085831"/>
                <a:gd name="connsiteY230" fmla="*/ 606 h 469876"/>
                <a:gd name="connsiteX231" fmla="*/ 4707063 w 6085831"/>
                <a:gd name="connsiteY231" fmla="*/ 0 h 469876"/>
                <a:gd name="connsiteX232" fmla="*/ 4717387 w 6085831"/>
                <a:gd name="connsiteY232" fmla="*/ 0 h 469876"/>
                <a:gd name="connsiteX233" fmla="*/ 4873343 w 6085831"/>
                <a:gd name="connsiteY233" fmla="*/ 155956 h 469876"/>
                <a:gd name="connsiteX234" fmla="*/ 4873343 w 6085831"/>
                <a:gd name="connsiteY234" fmla="*/ 312596 h 469876"/>
                <a:gd name="connsiteX235" fmla="*/ 4717387 w 6085831"/>
                <a:gd name="connsiteY235" fmla="*/ 468552 h 469876"/>
                <a:gd name="connsiteX236" fmla="*/ 4707063 w 6085831"/>
                <a:gd name="connsiteY236" fmla="*/ 468552 h 469876"/>
                <a:gd name="connsiteX237" fmla="*/ 4551107 w 6085831"/>
                <a:gd name="connsiteY237" fmla="*/ 312596 h 469876"/>
                <a:gd name="connsiteX238" fmla="*/ 4551645 w 6085831"/>
                <a:gd name="connsiteY238" fmla="*/ 164044 h 469876"/>
                <a:gd name="connsiteX239" fmla="*/ 4707063 w 6085831"/>
                <a:gd name="connsiteY239" fmla="*/ 0 h 469876"/>
                <a:gd name="connsiteX240" fmla="*/ 496236 w 6085831"/>
                <a:gd name="connsiteY240" fmla="*/ 0 h 469876"/>
                <a:gd name="connsiteX241" fmla="*/ 506560 w 6085831"/>
                <a:gd name="connsiteY241" fmla="*/ 0 h 469876"/>
                <a:gd name="connsiteX242" fmla="*/ 662516 w 6085831"/>
                <a:gd name="connsiteY242" fmla="*/ 155956 h 469876"/>
                <a:gd name="connsiteX243" fmla="*/ 662516 w 6085831"/>
                <a:gd name="connsiteY243" fmla="*/ 312596 h 469876"/>
                <a:gd name="connsiteX244" fmla="*/ 506560 w 6085831"/>
                <a:gd name="connsiteY244" fmla="*/ 468552 h 469876"/>
                <a:gd name="connsiteX245" fmla="*/ 496236 w 6085831"/>
                <a:gd name="connsiteY245" fmla="*/ 468552 h 469876"/>
                <a:gd name="connsiteX246" fmla="*/ 340280 w 6085831"/>
                <a:gd name="connsiteY246" fmla="*/ 312596 h 469876"/>
                <a:gd name="connsiteX247" fmla="*/ 340819 w 6085831"/>
                <a:gd name="connsiteY247" fmla="*/ 164044 h 469876"/>
                <a:gd name="connsiteX248" fmla="*/ 496236 w 6085831"/>
                <a:gd name="connsiteY248" fmla="*/ 0 h 469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</a:cxnLst>
              <a:rect l="l" t="t" r="r" b="b"/>
              <a:pathLst>
                <a:path w="6085831" h="469876">
                  <a:moveTo>
                    <a:pt x="2425896" y="74820"/>
                  </a:moveTo>
                  <a:lnTo>
                    <a:pt x="2339468" y="318752"/>
                  </a:lnTo>
                  <a:lnTo>
                    <a:pt x="2511185" y="318752"/>
                  </a:lnTo>
                  <a:close/>
                  <a:moveTo>
                    <a:pt x="1491950" y="74820"/>
                  </a:moveTo>
                  <a:lnTo>
                    <a:pt x="1405522" y="318752"/>
                  </a:lnTo>
                  <a:lnTo>
                    <a:pt x="1577239" y="318752"/>
                  </a:lnTo>
                  <a:close/>
                  <a:moveTo>
                    <a:pt x="5814145" y="48622"/>
                  </a:moveTo>
                  <a:lnTo>
                    <a:pt x="5814145" y="421761"/>
                  </a:lnTo>
                  <a:lnTo>
                    <a:pt x="5928889" y="421761"/>
                  </a:lnTo>
                  <a:lnTo>
                    <a:pt x="5928889" y="421924"/>
                  </a:lnTo>
                  <a:lnTo>
                    <a:pt x="5935065" y="421240"/>
                  </a:lnTo>
                  <a:cubicBezTo>
                    <a:pt x="6036023" y="403938"/>
                    <a:pt x="6035423" y="328093"/>
                    <a:pt x="6035423" y="246113"/>
                  </a:cubicBezTo>
                  <a:lnTo>
                    <a:pt x="6035423" y="234744"/>
                  </a:lnTo>
                  <a:cubicBezTo>
                    <a:pt x="6035423" y="150563"/>
                    <a:pt x="6039259" y="62658"/>
                    <a:pt x="5935873" y="49835"/>
                  </a:cubicBezTo>
                  <a:lnTo>
                    <a:pt x="5928277" y="48622"/>
                  </a:lnTo>
                  <a:close/>
                  <a:moveTo>
                    <a:pt x="5024863" y="48621"/>
                  </a:moveTo>
                  <a:lnTo>
                    <a:pt x="5024863" y="217544"/>
                  </a:lnTo>
                  <a:lnTo>
                    <a:pt x="5158687" y="217544"/>
                  </a:lnTo>
                  <a:lnTo>
                    <a:pt x="5159459" y="217544"/>
                  </a:lnTo>
                  <a:cubicBezTo>
                    <a:pt x="5211083" y="212692"/>
                    <a:pt x="5240811" y="180942"/>
                    <a:pt x="5240811" y="135790"/>
                  </a:cubicBezTo>
                  <a:lnTo>
                    <a:pt x="5240003" y="129973"/>
                  </a:lnTo>
                  <a:cubicBezTo>
                    <a:pt x="5240003" y="83609"/>
                    <a:pt x="5207039" y="51452"/>
                    <a:pt x="5159459" y="48621"/>
                  </a:cubicBezTo>
                  <a:lnTo>
                    <a:pt x="5155393" y="48621"/>
                  </a:lnTo>
                  <a:close/>
                  <a:moveTo>
                    <a:pt x="3483477" y="48621"/>
                  </a:moveTo>
                  <a:lnTo>
                    <a:pt x="3483477" y="217544"/>
                  </a:lnTo>
                  <a:lnTo>
                    <a:pt x="3617301" y="217544"/>
                  </a:lnTo>
                  <a:lnTo>
                    <a:pt x="3618073" y="217544"/>
                  </a:lnTo>
                  <a:cubicBezTo>
                    <a:pt x="3669697" y="212692"/>
                    <a:pt x="3699425" y="180942"/>
                    <a:pt x="3699425" y="135790"/>
                  </a:cubicBezTo>
                  <a:lnTo>
                    <a:pt x="3698617" y="129973"/>
                  </a:lnTo>
                  <a:cubicBezTo>
                    <a:pt x="3698617" y="83609"/>
                    <a:pt x="3665653" y="51452"/>
                    <a:pt x="3618073" y="48621"/>
                  </a:cubicBezTo>
                  <a:lnTo>
                    <a:pt x="3614007" y="48621"/>
                  </a:lnTo>
                  <a:close/>
                  <a:moveTo>
                    <a:pt x="820386" y="48621"/>
                  </a:moveTo>
                  <a:lnTo>
                    <a:pt x="820386" y="217544"/>
                  </a:lnTo>
                  <a:lnTo>
                    <a:pt x="954211" y="217544"/>
                  </a:lnTo>
                  <a:lnTo>
                    <a:pt x="954984" y="217544"/>
                  </a:lnTo>
                  <a:cubicBezTo>
                    <a:pt x="1006606" y="212692"/>
                    <a:pt x="1036335" y="180942"/>
                    <a:pt x="1036335" y="135790"/>
                  </a:cubicBezTo>
                  <a:lnTo>
                    <a:pt x="1035526" y="129973"/>
                  </a:lnTo>
                  <a:cubicBezTo>
                    <a:pt x="1035526" y="83609"/>
                    <a:pt x="1002562" y="51452"/>
                    <a:pt x="954984" y="48621"/>
                  </a:cubicBezTo>
                  <a:lnTo>
                    <a:pt x="950917" y="48621"/>
                  </a:lnTo>
                  <a:close/>
                  <a:moveTo>
                    <a:pt x="4712731" y="43899"/>
                  </a:moveTo>
                  <a:cubicBezTo>
                    <a:pt x="4673617" y="44079"/>
                    <a:pt x="4603481" y="64364"/>
                    <a:pt x="4601863" y="167169"/>
                  </a:cubicBezTo>
                  <a:cubicBezTo>
                    <a:pt x="4601503" y="215577"/>
                    <a:pt x="4601683" y="257515"/>
                    <a:pt x="4601323" y="305923"/>
                  </a:cubicBezTo>
                  <a:cubicBezTo>
                    <a:pt x="4602401" y="379611"/>
                    <a:pt x="4650905" y="424339"/>
                    <a:pt x="4712731" y="424339"/>
                  </a:cubicBezTo>
                  <a:cubicBezTo>
                    <a:pt x="4774557" y="424339"/>
                    <a:pt x="4822913" y="382394"/>
                    <a:pt x="4824677" y="297835"/>
                  </a:cubicBezTo>
                  <a:cubicBezTo>
                    <a:pt x="4825593" y="253928"/>
                    <a:pt x="4823747" y="210006"/>
                    <a:pt x="4823599" y="166090"/>
                  </a:cubicBezTo>
                  <a:cubicBezTo>
                    <a:pt x="4823273" y="69849"/>
                    <a:pt x="4751843" y="43720"/>
                    <a:pt x="4712731" y="43899"/>
                  </a:cubicBezTo>
                  <a:close/>
                  <a:moveTo>
                    <a:pt x="501904" y="43899"/>
                  </a:moveTo>
                  <a:cubicBezTo>
                    <a:pt x="462792" y="44079"/>
                    <a:pt x="392654" y="64364"/>
                    <a:pt x="391037" y="167169"/>
                  </a:cubicBezTo>
                  <a:cubicBezTo>
                    <a:pt x="390677" y="215577"/>
                    <a:pt x="390857" y="257515"/>
                    <a:pt x="390497" y="305923"/>
                  </a:cubicBezTo>
                  <a:cubicBezTo>
                    <a:pt x="391576" y="379611"/>
                    <a:pt x="440078" y="424339"/>
                    <a:pt x="501904" y="424339"/>
                  </a:cubicBezTo>
                  <a:cubicBezTo>
                    <a:pt x="563730" y="424339"/>
                    <a:pt x="612087" y="382394"/>
                    <a:pt x="613850" y="297835"/>
                  </a:cubicBezTo>
                  <a:cubicBezTo>
                    <a:pt x="614766" y="253928"/>
                    <a:pt x="612921" y="210006"/>
                    <a:pt x="612772" y="166090"/>
                  </a:cubicBezTo>
                  <a:cubicBezTo>
                    <a:pt x="612447" y="69849"/>
                    <a:pt x="541017" y="43720"/>
                    <a:pt x="501904" y="43899"/>
                  </a:cubicBezTo>
                  <a:close/>
                  <a:moveTo>
                    <a:pt x="5765399" y="4836"/>
                  </a:moveTo>
                  <a:lnTo>
                    <a:pt x="5814145" y="4836"/>
                  </a:lnTo>
                  <a:lnTo>
                    <a:pt x="5928889" y="4836"/>
                  </a:lnTo>
                  <a:lnTo>
                    <a:pt x="5938427" y="4836"/>
                  </a:lnTo>
                  <a:cubicBezTo>
                    <a:pt x="6059499" y="14201"/>
                    <a:pt x="6092463" y="104258"/>
                    <a:pt x="6084779" y="232346"/>
                  </a:cubicBezTo>
                  <a:lnTo>
                    <a:pt x="6084779" y="247167"/>
                  </a:lnTo>
                  <a:cubicBezTo>
                    <a:pt x="6084779" y="370807"/>
                    <a:pt x="6065971" y="449360"/>
                    <a:pt x="5939237" y="465195"/>
                  </a:cubicBezTo>
                  <a:lnTo>
                    <a:pt x="5928889" y="465537"/>
                  </a:lnTo>
                  <a:lnTo>
                    <a:pt x="5928889" y="465547"/>
                  </a:lnTo>
                  <a:lnTo>
                    <a:pt x="5928579" y="465547"/>
                  </a:lnTo>
                  <a:lnTo>
                    <a:pt x="5928573" y="465547"/>
                  </a:lnTo>
                  <a:lnTo>
                    <a:pt x="5814145" y="465547"/>
                  </a:lnTo>
                  <a:lnTo>
                    <a:pt x="5765399" y="465547"/>
                  </a:lnTo>
                  <a:close/>
                  <a:moveTo>
                    <a:pt x="5391729" y="4835"/>
                  </a:moveTo>
                  <a:lnTo>
                    <a:pt x="5440475" y="4835"/>
                  </a:lnTo>
                  <a:lnTo>
                    <a:pt x="5440475" y="421759"/>
                  </a:lnTo>
                  <a:lnTo>
                    <a:pt x="5674681" y="421759"/>
                  </a:lnTo>
                  <a:lnTo>
                    <a:pt x="5674681" y="465545"/>
                  </a:lnTo>
                  <a:lnTo>
                    <a:pt x="5440475" y="465545"/>
                  </a:lnTo>
                  <a:lnTo>
                    <a:pt x="5434593" y="465545"/>
                  </a:lnTo>
                  <a:lnTo>
                    <a:pt x="5391729" y="465545"/>
                  </a:lnTo>
                  <a:close/>
                  <a:moveTo>
                    <a:pt x="4976117" y="4835"/>
                  </a:moveTo>
                  <a:lnTo>
                    <a:pt x="5024863" y="4835"/>
                  </a:lnTo>
                  <a:lnTo>
                    <a:pt x="5158687" y="4835"/>
                  </a:lnTo>
                  <a:lnTo>
                    <a:pt x="5158687" y="5351"/>
                  </a:lnTo>
                  <a:lnTo>
                    <a:pt x="5165249" y="5351"/>
                  </a:lnTo>
                  <a:cubicBezTo>
                    <a:pt x="5240221" y="9395"/>
                    <a:pt x="5288551" y="60555"/>
                    <a:pt x="5288551" y="128653"/>
                  </a:cubicBezTo>
                  <a:lnTo>
                    <a:pt x="5288551" y="136815"/>
                  </a:lnTo>
                  <a:cubicBezTo>
                    <a:pt x="5288551" y="196401"/>
                    <a:pt x="5251239" y="242089"/>
                    <a:pt x="5192497" y="255289"/>
                  </a:cubicBezTo>
                  <a:lnTo>
                    <a:pt x="5188391" y="255851"/>
                  </a:lnTo>
                  <a:lnTo>
                    <a:pt x="5298631" y="465545"/>
                  </a:lnTo>
                  <a:lnTo>
                    <a:pt x="5240369" y="465545"/>
                  </a:lnTo>
                  <a:lnTo>
                    <a:pt x="5135989" y="261330"/>
                  </a:lnTo>
                  <a:lnTo>
                    <a:pt x="5024863" y="261330"/>
                  </a:lnTo>
                  <a:lnTo>
                    <a:pt x="5024863" y="465545"/>
                  </a:lnTo>
                  <a:lnTo>
                    <a:pt x="4976117" y="465545"/>
                  </a:lnTo>
                  <a:close/>
                  <a:moveTo>
                    <a:pt x="3434731" y="4835"/>
                  </a:moveTo>
                  <a:lnTo>
                    <a:pt x="3483477" y="4835"/>
                  </a:lnTo>
                  <a:lnTo>
                    <a:pt x="3617301" y="4835"/>
                  </a:lnTo>
                  <a:lnTo>
                    <a:pt x="3617301" y="5351"/>
                  </a:lnTo>
                  <a:lnTo>
                    <a:pt x="3623863" y="5351"/>
                  </a:lnTo>
                  <a:cubicBezTo>
                    <a:pt x="3698835" y="9395"/>
                    <a:pt x="3747165" y="60555"/>
                    <a:pt x="3747165" y="128653"/>
                  </a:cubicBezTo>
                  <a:lnTo>
                    <a:pt x="3747165" y="136815"/>
                  </a:lnTo>
                  <a:cubicBezTo>
                    <a:pt x="3747165" y="196401"/>
                    <a:pt x="3709853" y="242089"/>
                    <a:pt x="3651111" y="255289"/>
                  </a:cubicBezTo>
                  <a:lnTo>
                    <a:pt x="3647005" y="255851"/>
                  </a:lnTo>
                  <a:lnTo>
                    <a:pt x="3757245" y="465545"/>
                  </a:lnTo>
                  <a:lnTo>
                    <a:pt x="3698983" y="465545"/>
                  </a:lnTo>
                  <a:lnTo>
                    <a:pt x="3594603" y="261330"/>
                  </a:lnTo>
                  <a:lnTo>
                    <a:pt x="3483477" y="261330"/>
                  </a:lnTo>
                  <a:lnTo>
                    <a:pt x="3483477" y="465545"/>
                  </a:lnTo>
                  <a:lnTo>
                    <a:pt x="3434731" y="465545"/>
                  </a:lnTo>
                  <a:close/>
                  <a:moveTo>
                    <a:pt x="3062719" y="4835"/>
                  </a:moveTo>
                  <a:lnTo>
                    <a:pt x="3111465" y="4835"/>
                  </a:lnTo>
                  <a:lnTo>
                    <a:pt x="3348437" y="4835"/>
                  </a:lnTo>
                  <a:lnTo>
                    <a:pt x="3348437" y="48621"/>
                  </a:lnTo>
                  <a:lnTo>
                    <a:pt x="3111465" y="48621"/>
                  </a:lnTo>
                  <a:lnTo>
                    <a:pt x="3111465" y="211054"/>
                  </a:lnTo>
                  <a:lnTo>
                    <a:pt x="3313659" y="211054"/>
                  </a:lnTo>
                  <a:lnTo>
                    <a:pt x="3313659" y="254840"/>
                  </a:lnTo>
                  <a:lnTo>
                    <a:pt x="3111465" y="254840"/>
                  </a:lnTo>
                  <a:lnTo>
                    <a:pt x="3111465" y="421759"/>
                  </a:lnTo>
                  <a:lnTo>
                    <a:pt x="3348437" y="421759"/>
                  </a:lnTo>
                  <a:lnTo>
                    <a:pt x="3348437" y="465545"/>
                  </a:lnTo>
                  <a:lnTo>
                    <a:pt x="3111465" y="465545"/>
                  </a:lnTo>
                  <a:lnTo>
                    <a:pt x="3108350" y="465545"/>
                  </a:lnTo>
                  <a:lnTo>
                    <a:pt x="3062719" y="465545"/>
                  </a:lnTo>
                  <a:close/>
                  <a:moveTo>
                    <a:pt x="2686079" y="4835"/>
                  </a:moveTo>
                  <a:lnTo>
                    <a:pt x="2734825" y="4835"/>
                  </a:lnTo>
                  <a:lnTo>
                    <a:pt x="2971797" y="4835"/>
                  </a:lnTo>
                  <a:lnTo>
                    <a:pt x="2971797" y="48621"/>
                  </a:lnTo>
                  <a:lnTo>
                    <a:pt x="2734825" y="48621"/>
                  </a:lnTo>
                  <a:lnTo>
                    <a:pt x="2734825" y="218352"/>
                  </a:lnTo>
                  <a:lnTo>
                    <a:pt x="2937019" y="218352"/>
                  </a:lnTo>
                  <a:lnTo>
                    <a:pt x="2937019" y="262138"/>
                  </a:lnTo>
                  <a:lnTo>
                    <a:pt x="2734825" y="262138"/>
                  </a:lnTo>
                  <a:lnTo>
                    <a:pt x="2734825" y="465545"/>
                  </a:lnTo>
                  <a:lnTo>
                    <a:pt x="2686079" y="465545"/>
                  </a:lnTo>
                  <a:close/>
                  <a:moveTo>
                    <a:pt x="2404270" y="4835"/>
                  </a:moveTo>
                  <a:lnTo>
                    <a:pt x="2446219" y="4835"/>
                  </a:lnTo>
                  <a:lnTo>
                    <a:pt x="2446220" y="4835"/>
                  </a:lnTo>
                  <a:lnTo>
                    <a:pt x="2448491" y="11049"/>
                  </a:lnTo>
                  <a:lnTo>
                    <a:pt x="2614619" y="465545"/>
                  </a:lnTo>
                  <a:lnTo>
                    <a:pt x="2562510" y="465545"/>
                  </a:lnTo>
                  <a:lnTo>
                    <a:pt x="2526047" y="361259"/>
                  </a:lnTo>
                  <a:lnTo>
                    <a:pt x="2324408" y="361259"/>
                  </a:lnTo>
                  <a:lnTo>
                    <a:pt x="2287458" y="465545"/>
                  </a:lnTo>
                  <a:lnTo>
                    <a:pt x="2235398" y="465545"/>
                  </a:lnTo>
                  <a:lnTo>
                    <a:pt x="2403683" y="6435"/>
                  </a:lnTo>
                  <a:close/>
                  <a:moveTo>
                    <a:pt x="1470324" y="4835"/>
                  </a:moveTo>
                  <a:lnTo>
                    <a:pt x="1512273" y="4835"/>
                  </a:lnTo>
                  <a:lnTo>
                    <a:pt x="1512274" y="4835"/>
                  </a:lnTo>
                  <a:lnTo>
                    <a:pt x="1514545" y="11049"/>
                  </a:lnTo>
                  <a:lnTo>
                    <a:pt x="1680673" y="465545"/>
                  </a:lnTo>
                  <a:lnTo>
                    <a:pt x="1628564" y="465545"/>
                  </a:lnTo>
                  <a:lnTo>
                    <a:pt x="1592101" y="361259"/>
                  </a:lnTo>
                  <a:lnTo>
                    <a:pt x="1390462" y="361259"/>
                  </a:lnTo>
                  <a:lnTo>
                    <a:pt x="1353512" y="465545"/>
                  </a:lnTo>
                  <a:lnTo>
                    <a:pt x="1301452" y="465545"/>
                  </a:lnTo>
                  <a:lnTo>
                    <a:pt x="1469737" y="6435"/>
                  </a:lnTo>
                  <a:close/>
                  <a:moveTo>
                    <a:pt x="771640" y="4835"/>
                  </a:moveTo>
                  <a:lnTo>
                    <a:pt x="820386" y="4835"/>
                  </a:lnTo>
                  <a:lnTo>
                    <a:pt x="954211" y="4835"/>
                  </a:lnTo>
                  <a:lnTo>
                    <a:pt x="954211" y="5351"/>
                  </a:lnTo>
                  <a:lnTo>
                    <a:pt x="960772" y="5351"/>
                  </a:lnTo>
                  <a:cubicBezTo>
                    <a:pt x="1035745" y="9395"/>
                    <a:pt x="1084074" y="60555"/>
                    <a:pt x="1084074" y="128653"/>
                  </a:cubicBezTo>
                  <a:lnTo>
                    <a:pt x="1084074" y="136815"/>
                  </a:lnTo>
                  <a:cubicBezTo>
                    <a:pt x="1084074" y="196401"/>
                    <a:pt x="1046762" y="242089"/>
                    <a:pt x="988021" y="255289"/>
                  </a:cubicBezTo>
                  <a:lnTo>
                    <a:pt x="983914" y="255851"/>
                  </a:lnTo>
                  <a:lnTo>
                    <a:pt x="1094154" y="465545"/>
                  </a:lnTo>
                  <a:lnTo>
                    <a:pt x="1035892" y="465545"/>
                  </a:lnTo>
                  <a:lnTo>
                    <a:pt x="931513" y="261330"/>
                  </a:lnTo>
                  <a:lnTo>
                    <a:pt x="820386" y="261330"/>
                  </a:lnTo>
                  <a:lnTo>
                    <a:pt x="820386" y="465545"/>
                  </a:lnTo>
                  <a:lnTo>
                    <a:pt x="771640" y="465545"/>
                  </a:lnTo>
                  <a:close/>
                  <a:moveTo>
                    <a:pt x="0" y="4835"/>
                  </a:moveTo>
                  <a:lnTo>
                    <a:pt x="48746" y="4835"/>
                  </a:lnTo>
                  <a:lnTo>
                    <a:pt x="285718" y="4835"/>
                  </a:lnTo>
                  <a:lnTo>
                    <a:pt x="285718" y="48621"/>
                  </a:lnTo>
                  <a:lnTo>
                    <a:pt x="48746" y="48621"/>
                  </a:lnTo>
                  <a:lnTo>
                    <a:pt x="48746" y="218352"/>
                  </a:lnTo>
                  <a:lnTo>
                    <a:pt x="250940" y="218352"/>
                  </a:lnTo>
                  <a:lnTo>
                    <a:pt x="250940" y="262138"/>
                  </a:lnTo>
                  <a:lnTo>
                    <a:pt x="48746" y="262138"/>
                  </a:lnTo>
                  <a:lnTo>
                    <a:pt x="48746" y="465545"/>
                  </a:lnTo>
                  <a:lnTo>
                    <a:pt x="0" y="465545"/>
                  </a:lnTo>
                  <a:close/>
                  <a:moveTo>
                    <a:pt x="3958459" y="4745"/>
                  </a:moveTo>
                  <a:lnTo>
                    <a:pt x="4010427" y="4745"/>
                  </a:lnTo>
                  <a:lnTo>
                    <a:pt x="4101179" y="373571"/>
                  </a:lnTo>
                  <a:lnTo>
                    <a:pt x="4193451" y="38549"/>
                  </a:lnTo>
                  <a:lnTo>
                    <a:pt x="4201593" y="8980"/>
                  </a:lnTo>
                  <a:lnTo>
                    <a:pt x="4202755" y="4761"/>
                  </a:lnTo>
                  <a:lnTo>
                    <a:pt x="4235167" y="4761"/>
                  </a:lnTo>
                  <a:lnTo>
                    <a:pt x="4240517" y="4761"/>
                  </a:lnTo>
                  <a:lnTo>
                    <a:pt x="4246787" y="4761"/>
                  </a:lnTo>
                  <a:lnTo>
                    <a:pt x="4248741" y="11859"/>
                  </a:lnTo>
                  <a:lnTo>
                    <a:pt x="4248477" y="12799"/>
                  </a:lnTo>
                  <a:lnTo>
                    <a:pt x="4255569" y="38549"/>
                  </a:lnTo>
                  <a:lnTo>
                    <a:pt x="4347627" y="372791"/>
                  </a:lnTo>
                  <a:lnTo>
                    <a:pt x="4438187" y="4745"/>
                  </a:lnTo>
                  <a:lnTo>
                    <a:pt x="4490153" y="4745"/>
                  </a:lnTo>
                  <a:lnTo>
                    <a:pt x="4372511" y="463141"/>
                  </a:lnTo>
                  <a:lnTo>
                    <a:pt x="4373173" y="465545"/>
                  </a:lnTo>
                  <a:lnTo>
                    <a:pt x="4326895" y="465545"/>
                  </a:lnTo>
                  <a:lnTo>
                    <a:pt x="4324805" y="465545"/>
                  </a:lnTo>
                  <a:lnTo>
                    <a:pt x="4325783" y="461570"/>
                  </a:lnTo>
                  <a:lnTo>
                    <a:pt x="4296003" y="355117"/>
                  </a:lnTo>
                  <a:cubicBezTo>
                    <a:pt x="4279717" y="296724"/>
                    <a:pt x="4263373" y="237934"/>
                    <a:pt x="4247059" y="179343"/>
                  </a:cubicBezTo>
                  <a:lnTo>
                    <a:pt x="4224443" y="98394"/>
                  </a:lnTo>
                  <a:lnTo>
                    <a:pt x="4122661" y="460881"/>
                  </a:lnTo>
                  <a:lnTo>
                    <a:pt x="4123809" y="465545"/>
                  </a:lnTo>
                  <a:lnTo>
                    <a:pt x="4121351" y="465545"/>
                  </a:lnTo>
                  <a:lnTo>
                    <a:pt x="4075847" y="465545"/>
                  </a:lnTo>
                  <a:lnTo>
                    <a:pt x="4076299" y="463905"/>
                  </a:lnTo>
                  <a:close/>
                  <a:moveTo>
                    <a:pt x="2041154" y="606"/>
                  </a:moveTo>
                  <a:cubicBezTo>
                    <a:pt x="2056349" y="359"/>
                    <a:pt x="2072294" y="1572"/>
                    <a:pt x="2088613" y="4631"/>
                  </a:cubicBezTo>
                  <a:cubicBezTo>
                    <a:pt x="2121250" y="10749"/>
                    <a:pt x="2155637" y="28410"/>
                    <a:pt x="2179456" y="51753"/>
                  </a:cubicBezTo>
                  <a:lnTo>
                    <a:pt x="2149031" y="82816"/>
                  </a:lnTo>
                  <a:cubicBezTo>
                    <a:pt x="2140171" y="75943"/>
                    <a:pt x="2113015" y="55262"/>
                    <a:pt x="2089902" y="49338"/>
                  </a:cubicBezTo>
                  <a:cubicBezTo>
                    <a:pt x="2066790" y="43414"/>
                    <a:pt x="2035311" y="41538"/>
                    <a:pt x="2010356" y="47271"/>
                  </a:cubicBezTo>
                  <a:cubicBezTo>
                    <a:pt x="1961313" y="58538"/>
                    <a:pt x="1950824" y="89080"/>
                    <a:pt x="1945875" y="109092"/>
                  </a:cubicBezTo>
                  <a:cubicBezTo>
                    <a:pt x="1940927" y="129104"/>
                    <a:pt x="1942695" y="157841"/>
                    <a:pt x="1961254" y="179474"/>
                  </a:cubicBezTo>
                  <a:cubicBezTo>
                    <a:pt x="1970128" y="189817"/>
                    <a:pt x="1993388" y="198637"/>
                    <a:pt x="2016102" y="205119"/>
                  </a:cubicBezTo>
                  <a:cubicBezTo>
                    <a:pt x="2038816" y="211602"/>
                    <a:pt x="2073552" y="213407"/>
                    <a:pt x="2097538" y="218369"/>
                  </a:cubicBezTo>
                  <a:cubicBezTo>
                    <a:pt x="2177050" y="234818"/>
                    <a:pt x="2196293" y="288784"/>
                    <a:pt x="2199589" y="323221"/>
                  </a:cubicBezTo>
                  <a:cubicBezTo>
                    <a:pt x="2202884" y="357658"/>
                    <a:pt x="2193276" y="391877"/>
                    <a:pt x="2175544" y="415287"/>
                  </a:cubicBezTo>
                  <a:cubicBezTo>
                    <a:pt x="2157812" y="438696"/>
                    <a:pt x="2127442" y="456064"/>
                    <a:pt x="2093197" y="463679"/>
                  </a:cubicBezTo>
                  <a:cubicBezTo>
                    <a:pt x="2058951" y="471294"/>
                    <a:pt x="2012248" y="473487"/>
                    <a:pt x="1970071" y="460977"/>
                  </a:cubicBezTo>
                  <a:cubicBezTo>
                    <a:pt x="1927894" y="448468"/>
                    <a:pt x="1892569" y="421821"/>
                    <a:pt x="1883810" y="408031"/>
                  </a:cubicBezTo>
                  <a:lnTo>
                    <a:pt x="1916305" y="375403"/>
                  </a:lnTo>
                  <a:cubicBezTo>
                    <a:pt x="1932942" y="391540"/>
                    <a:pt x="1951342" y="405436"/>
                    <a:pt x="1978754" y="415726"/>
                  </a:cubicBezTo>
                  <a:cubicBezTo>
                    <a:pt x="2007451" y="426499"/>
                    <a:pt x="2063835" y="427861"/>
                    <a:pt x="2086063" y="420630"/>
                  </a:cubicBezTo>
                  <a:cubicBezTo>
                    <a:pt x="2108291" y="413400"/>
                    <a:pt x="2152869" y="395917"/>
                    <a:pt x="2150946" y="338373"/>
                  </a:cubicBezTo>
                  <a:cubicBezTo>
                    <a:pt x="2148007" y="250467"/>
                    <a:pt x="2066791" y="264774"/>
                    <a:pt x="2001684" y="249873"/>
                  </a:cubicBezTo>
                  <a:cubicBezTo>
                    <a:pt x="1968558" y="242291"/>
                    <a:pt x="1944476" y="232508"/>
                    <a:pt x="1923956" y="211548"/>
                  </a:cubicBezTo>
                  <a:cubicBezTo>
                    <a:pt x="1898465" y="185510"/>
                    <a:pt x="1892322" y="139460"/>
                    <a:pt x="1897264" y="108203"/>
                  </a:cubicBezTo>
                  <a:cubicBezTo>
                    <a:pt x="1902170" y="77180"/>
                    <a:pt x="1914171" y="48942"/>
                    <a:pt x="1947105" y="27960"/>
                  </a:cubicBezTo>
                  <a:cubicBezTo>
                    <a:pt x="1963630" y="17003"/>
                    <a:pt x="1974071" y="10371"/>
                    <a:pt x="1998192" y="5339"/>
                  </a:cubicBezTo>
                  <a:cubicBezTo>
                    <a:pt x="2011513" y="2559"/>
                    <a:pt x="2025959" y="853"/>
                    <a:pt x="2041154" y="606"/>
                  </a:cubicBezTo>
                  <a:close/>
                  <a:moveTo>
                    <a:pt x="4707063" y="0"/>
                  </a:moveTo>
                  <a:lnTo>
                    <a:pt x="4717387" y="0"/>
                  </a:lnTo>
                  <a:cubicBezTo>
                    <a:pt x="4803519" y="0"/>
                    <a:pt x="4873343" y="69824"/>
                    <a:pt x="4873343" y="155956"/>
                  </a:cubicBezTo>
                  <a:lnTo>
                    <a:pt x="4873343" y="312596"/>
                  </a:lnTo>
                  <a:cubicBezTo>
                    <a:pt x="4873343" y="398728"/>
                    <a:pt x="4803519" y="468552"/>
                    <a:pt x="4717387" y="468552"/>
                  </a:cubicBezTo>
                  <a:lnTo>
                    <a:pt x="4707063" y="468552"/>
                  </a:lnTo>
                  <a:cubicBezTo>
                    <a:pt x="4620931" y="468552"/>
                    <a:pt x="4551107" y="398728"/>
                    <a:pt x="4551107" y="312596"/>
                  </a:cubicBezTo>
                  <a:cubicBezTo>
                    <a:pt x="4551107" y="260383"/>
                    <a:pt x="4551645" y="216257"/>
                    <a:pt x="4551645" y="164044"/>
                  </a:cubicBezTo>
                  <a:cubicBezTo>
                    <a:pt x="4553803" y="67667"/>
                    <a:pt x="4611765" y="5931"/>
                    <a:pt x="4707063" y="0"/>
                  </a:cubicBezTo>
                  <a:close/>
                  <a:moveTo>
                    <a:pt x="496236" y="0"/>
                  </a:moveTo>
                  <a:lnTo>
                    <a:pt x="506560" y="0"/>
                  </a:lnTo>
                  <a:cubicBezTo>
                    <a:pt x="592693" y="0"/>
                    <a:pt x="662516" y="69824"/>
                    <a:pt x="662516" y="155956"/>
                  </a:cubicBezTo>
                  <a:lnTo>
                    <a:pt x="662516" y="312596"/>
                  </a:lnTo>
                  <a:cubicBezTo>
                    <a:pt x="662516" y="398728"/>
                    <a:pt x="592693" y="468552"/>
                    <a:pt x="506560" y="468552"/>
                  </a:cubicBezTo>
                  <a:lnTo>
                    <a:pt x="496236" y="468552"/>
                  </a:lnTo>
                  <a:cubicBezTo>
                    <a:pt x="410104" y="468552"/>
                    <a:pt x="340280" y="398728"/>
                    <a:pt x="340280" y="312596"/>
                  </a:cubicBezTo>
                  <a:cubicBezTo>
                    <a:pt x="340280" y="260383"/>
                    <a:pt x="340819" y="216257"/>
                    <a:pt x="340819" y="164044"/>
                  </a:cubicBezTo>
                  <a:cubicBezTo>
                    <a:pt x="342976" y="67667"/>
                    <a:pt x="400938" y="5931"/>
                    <a:pt x="496236" y="0"/>
                  </a:cubicBezTo>
                  <a:close/>
                </a:path>
              </a:pathLst>
            </a:custGeom>
            <a:grpFill/>
          </p:spPr>
          <p:txBody>
            <a:bodyPr wrap="square" rtlCol="0" anchor="ctr">
              <a:noAutofit/>
            </a:bodyPr>
            <a:lstStyle/>
            <a:p>
              <a:pPr algn="ctr">
                <a:buNone/>
              </a:pPr>
              <a:endParaRPr lang="en-GB" sz="1200">
                <a:solidFill>
                  <a:schemeClr val="tx2"/>
                </a:solidFill>
                <a:latin typeface="+mn-lt"/>
              </a:endParaRPr>
            </a:p>
          </p:txBody>
        </p:sp>
        <p:sp>
          <p:nvSpPr>
            <p:cNvPr id="34" name="Freihandform: Form 16">
              <a:extLst>
                <a:ext uri="{FF2B5EF4-FFF2-40B4-BE49-F238E27FC236}">
                  <a16:creationId xmlns:a16="http://schemas.microsoft.com/office/drawing/2014/main" id="{15CA1C1F-EDBE-4848-A9BD-A8302B8B716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6480658" y="3564296"/>
              <a:ext cx="10339200" cy="1795153"/>
            </a:xfrm>
            <a:custGeom>
              <a:avLst/>
              <a:gdLst>
                <a:gd name="connsiteX0" fmla="*/ 4196821 w 11362354"/>
                <a:gd name="connsiteY0" fmla="*/ 1846406 h 1972800"/>
                <a:gd name="connsiteX1" fmla="*/ 4515841 w 11362354"/>
                <a:gd name="connsiteY1" fmla="*/ 1846406 h 1972800"/>
                <a:gd name="connsiteX2" fmla="*/ 4302401 w 11362354"/>
                <a:gd name="connsiteY2" fmla="*/ 1972800 h 1972800"/>
                <a:gd name="connsiteX3" fmla="*/ 4276590 w 11362354"/>
                <a:gd name="connsiteY3" fmla="*/ 1972800 h 1972800"/>
                <a:gd name="connsiteX4" fmla="*/ 10408772 w 11362354"/>
                <a:gd name="connsiteY4" fmla="*/ 1547682 h 1972800"/>
                <a:gd name="connsiteX5" fmla="*/ 11236685 w 11362354"/>
                <a:gd name="connsiteY5" fmla="*/ 1547682 h 1972800"/>
                <a:gd name="connsiteX6" fmla="*/ 11013744 w 11362354"/>
                <a:gd name="connsiteY6" fmla="*/ 1726479 h 1972800"/>
                <a:gd name="connsiteX7" fmla="*/ 10702056 w 11362354"/>
                <a:gd name="connsiteY7" fmla="*/ 1776200 h 1972800"/>
                <a:gd name="connsiteX8" fmla="*/ 10408772 w 11362354"/>
                <a:gd name="connsiteY8" fmla="*/ 1703049 h 1972800"/>
                <a:gd name="connsiteX9" fmla="*/ 9781432 w 11362354"/>
                <a:gd name="connsiteY9" fmla="*/ 1544408 h 1972800"/>
                <a:gd name="connsiteX10" fmla="*/ 10286039 w 11362354"/>
                <a:gd name="connsiteY10" fmla="*/ 1544408 h 1972800"/>
                <a:gd name="connsiteX11" fmla="*/ 10286039 w 11362354"/>
                <a:gd name="connsiteY11" fmla="*/ 1763438 h 1972800"/>
                <a:gd name="connsiteX12" fmla="*/ 9781432 w 11362354"/>
                <a:gd name="connsiteY12" fmla="*/ 1763438 h 1972800"/>
                <a:gd name="connsiteX13" fmla="*/ 8877431 w 11362354"/>
                <a:gd name="connsiteY13" fmla="*/ 1544408 h 1972800"/>
                <a:gd name="connsiteX14" fmla="*/ 9382033 w 11362354"/>
                <a:gd name="connsiteY14" fmla="*/ 1544408 h 1972800"/>
                <a:gd name="connsiteX15" fmla="*/ 9382033 w 11362354"/>
                <a:gd name="connsiteY15" fmla="*/ 1763438 h 1972800"/>
                <a:gd name="connsiteX16" fmla="*/ 8877431 w 11362354"/>
                <a:gd name="connsiteY16" fmla="*/ 1763438 h 1972800"/>
                <a:gd name="connsiteX17" fmla="*/ 7955283 w 11362354"/>
                <a:gd name="connsiteY17" fmla="*/ 1544408 h 1972800"/>
                <a:gd name="connsiteX18" fmla="*/ 8501703 w 11362354"/>
                <a:gd name="connsiteY18" fmla="*/ 1544408 h 1972800"/>
                <a:gd name="connsiteX19" fmla="*/ 8501703 w 11362354"/>
                <a:gd name="connsiteY19" fmla="*/ 1763438 h 1972800"/>
                <a:gd name="connsiteX20" fmla="*/ 8046371 w 11362354"/>
                <a:gd name="connsiteY20" fmla="*/ 1763438 h 1972800"/>
                <a:gd name="connsiteX21" fmla="*/ 7193139 w 11362354"/>
                <a:gd name="connsiteY21" fmla="*/ 1544408 h 1972800"/>
                <a:gd name="connsiteX22" fmla="*/ 7648159 w 11362354"/>
                <a:gd name="connsiteY22" fmla="*/ 1544408 h 1972800"/>
                <a:gd name="connsiteX23" fmla="*/ 7648159 w 11362354"/>
                <a:gd name="connsiteY23" fmla="*/ 1763438 h 1972800"/>
                <a:gd name="connsiteX24" fmla="*/ 7193139 w 11362354"/>
                <a:gd name="connsiteY24" fmla="*/ 1763438 h 1972800"/>
                <a:gd name="connsiteX25" fmla="*/ 6188669 w 11362354"/>
                <a:gd name="connsiteY25" fmla="*/ 1544408 h 1972800"/>
                <a:gd name="connsiteX26" fmla="*/ 7080275 w 11362354"/>
                <a:gd name="connsiteY26" fmla="*/ 1544408 h 1972800"/>
                <a:gd name="connsiteX27" fmla="*/ 7080275 w 11362354"/>
                <a:gd name="connsiteY27" fmla="*/ 1763438 h 1972800"/>
                <a:gd name="connsiteX28" fmla="*/ 6188669 w 11362354"/>
                <a:gd name="connsiteY28" fmla="*/ 1763438 h 1972800"/>
                <a:gd name="connsiteX29" fmla="*/ 4886266 w 11362354"/>
                <a:gd name="connsiteY29" fmla="*/ 1544408 h 1972800"/>
                <a:gd name="connsiteX30" fmla="*/ 5979839 w 11362354"/>
                <a:gd name="connsiteY30" fmla="*/ 1544408 h 1972800"/>
                <a:gd name="connsiteX31" fmla="*/ 5557257 w 11362354"/>
                <a:gd name="connsiteY31" fmla="*/ 1763438 h 1972800"/>
                <a:gd name="connsiteX32" fmla="*/ 5308843 w 11362354"/>
                <a:gd name="connsiteY32" fmla="*/ 1763438 h 1972800"/>
                <a:gd name="connsiteX33" fmla="*/ 4886266 w 11362354"/>
                <a:gd name="connsiteY33" fmla="*/ 1544408 h 1972800"/>
                <a:gd name="connsiteX34" fmla="*/ 2285298 w 11362354"/>
                <a:gd name="connsiteY34" fmla="*/ 1544408 h 1972800"/>
                <a:gd name="connsiteX35" fmla="*/ 3183254 w 11362354"/>
                <a:gd name="connsiteY35" fmla="*/ 1544408 h 1972800"/>
                <a:gd name="connsiteX36" fmla="*/ 3183254 w 11362354"/>
                <a:gd name="connsiteY36" fmla="*/ 1763438 h 1972800"/>
                <a:gd name="connsiteX37" fmla="*/ 2285298 w 11362354"/>
                <a:gd name="connsiteY37" fmla="*/ 1763438 h 1972800"/>
                <a:gd name="connsiteX38" fmla="*/ 1699767 w 11362354"/>
                <a:gd name="connsiteY38" fmla="*/ 1544408 h 1972800"/>
                <a:gd name="connsiteX39" fmla="*/ 2161050 w 11362354"/>
                <a:gd name="connsiteY39" fmla="*/ 1544408 h 1972800"/>
                <a:gd name="connsiteX40" fmla="*/ 2265828 w 11362354"/>
                <a:gd name="connsiteY40" fmla="*/ 1763438 h 1972800"/>
                <a:gd name="connsiteX41" fmla="*/ 1796468 w 11362354"/>
                <a:gd name="connsiteY41" fmla="*/ 1763438 h 1972800"/>
                <a:gd name="connsiteX42" fmla="*/ 985097 w 11362354"/>
                <a:gd name="connsiteY42" fmla="*/ 1544408 h 1972800"/>
                <a:gd name="connsiteX43" fmla="*/ 1468672 w 11362354"/>
                <a:gd name="connsiteY43" fmla="*/ 1544408 h 1972800"/>
                <a:gd name="connsiteX44" fmla="*/ 1468672 w 11362354"/>
                <a:gd name="connsiteY44" fmla="*/ 1763438 h 1972800"/>
                <a:gd name="connsiteX45" fmla="*/ 985097 w 11362354"/>
                <a:gd name="connsiteY45" fmla="*/ 1763438 h 1972800"/>
                <a:gd name="connsiteX46" fmla="*/ 0 w 11362354"/>
                <a:gd name="connsiteY46" fmla="*/ 1544408 h 1972800"/>
                <a:gd name="connsiteX47" fmla="*/ 506025 w 11362354"/>
                <a:gd name="connsiteY47" fmla="*/ 1544408 h 1972800"/>
                <a:gd name="connsiteX48" fmla="*/ 506025 w 11362354"/>
                <a:gd name="connsiteY48" fmla="*/ 1763438 h 1972800"/>
                <a:gd name="connsiteX49" fmla="*/ 498505 w 11362354"/>
                <a:gd name="connsiteY49" fmla="*/ 1763438 h 1972800"/>
                <a:gd name="connsiteX50" fmla="*/ 7520 w 11362354"/>
                <a:gd name="connsiteY50" fmla="*/ 1763438 h 1972800"/>
                <a:gd name="connsiteX51" fmla="*/ 0 w 11362354"/>
                <a:gd name="connsiteY51" fmla="*/ 1763438 h 1972800"/>
                <a:gd name="connsiteX52" fmla="*/ 3478763 w 11362354"/>
                <a:gd name="connsiteY52" fmla="*/ 1544407 h 1972800"/>
                <a:gd name="connsiteX53" fmla="*/ 4486152 w 11362354"/>
                <a:gd name="connsiteY53" fmla="*/ 1544407 h 1972800"/>
                <a:gd name="connsiteX54" fmla="*/ 4479313 w 11362354"/>
                <a:gd name="connsiteY54" fmla="*/ 1555187 h 1972800"/>
                <a:gd name="connsiteX55" fmla="*/ 4654042 w 11362354"/>
                <a:gd name="connsiteY55" fmla="*/ 1763437 h 1972800"/>
                <a:gd name="connsiteX56" fmla="*/ 3697470 w 11362354"/>
                <a:gd name="connsiteY56" fmla="*/ 1763437 h 1972800"/>
                <a:gd name="connsiteX57" fmla="*/ 3478763 w 11362354"/>
                <a:gd name="connsiteY57" fmla="*/ 1544407 h 1972800"/>
                <a:gd name="connsiteX58" fmla="*/ 10408772 w 11362354"/>
                <a:gd name="connsiteY58" fmla="*/ 1290902 h 1972800"/>
                <a:gd name="connsiteX59" fmla="*/ 10568570 w 11362354"/>
                <a:gd name="connsiteY59" fmla="*/ 1290902 h 1972800"/>
                <a:gd name="connsiteX60" fmla="*/ 10590729 w 11362354"/>
                <a:gd name="connsiteY60" fmla="*/ 1313870 h 1972800"/>
                <a:gd name="connsiteX61" fmla="*/ 10721250 w 11362354"/>
                <a:gd name="connsiteY61" fmla="*/ 1365562 h 1972800"/>
                <a:gd name="connsiteX62" fmla="*/ 10855315 w 11362354"/>
                <a:gd name="connsiteY62" fmla="*/ 1290902 h 1972800"/>
                <a:gd name="connsiteX63" fmla="*/ 11214890 w 11362354"/>
                <a:gd name="connsiteY63" fmla="*/ 1290902 h 1972800"/>
                <a:gd name="connsiteX64" fmla="*/ 11346112 w 11362354"/>
                <a:gd name="connsiteY64" fmla="*/ 1290902 h 1972800"/>
                <a:gd name="connsiteX65" fmla="*/ 11280882 w 11362354"/>
                <a:gd name="connsiteY65" fmla="*/ 1465414 h 1972800"/>
                <a:gd name="connsiteX66" fmla="*/ 11214890 w 11362354"/>
                <a:gd name="connsiteY66" fmla="*/ 1465414 h 1972800"/>
                <a:gd name="connsiteX67" fmla="*/ 10408772 w 11362354"/>
                <a:gd name="connsiteY67" fmla="*/ 1465414 h 1972800"/>
                <a:gd name="connsiteX68" fmla="*/ 3354588 w 11362354"/>
                <a:gd name="connsiteY68" fmla="*/ 1288169 h 1972800"/>
                <a:gd name="connsiteX69" fmla="*/ 3891084 w 11362354"/>
                <a:gd name="connsiteY69" fmla="*/ 1288169 h 1972800"/>
                <a:gd name="connsiteX70" fmla="*/ 3982693 w 11362354"/>
                <a:gd name="connsiteY70" fmla="*/ 1333215 h 1972800"/>
                <a:gd name="connsiteX71" fmla="*/ 4074304 w 11362354"/>
                <a:gd name="connsiteY71" fmla="*/ 1288169 h 1972800"/>
                <a:gd name="connsiteX72" fmla="*/ 4610046 w 11362354"/>
                <a:gd name="connsiteY72" fmla="*/ 1288169 h 1972800"/>
                <a:gd name="connsiteX73" fmla="*/ 4535426 w 11362354"/>
                <a:gd name="connsiteY73" fmla="*/ 1462313 h 1972800"/>
                <a:gd name="connsiteX74" fmla="*/ 3429061 w 11362354"/>
                <a:gd name="connsiteY74" fmla="*/ 1462313 h 1972800"/>
                <a:gd name="connsiteX75" fmla="*/ 3354588 w 11362354"/>
                <a:gd name="connsiteY75" fmla="*/ 1288169 h 1972800"/>
                <a:gd name="connsiteX76" fmla="*/ 9781432 w 11362354"/>
                <a:gd name="connsiteY76" fmla="*/ 1288165 h 1972800"/>
                <a:gd name="connsiteX77" fmla="*/ 10286039 w 11362354"/>
                <a:gd name="connsiteY77" fmla="*/ 1288165 h 1972800"/>
                <a:gd name="connsiteX78" fmla="*/ 10286039 w 11362354"/>
                <a:gd name="connsiteY78" fmla="*/ 1462314 h 1972800"/>
                <a:gd name="connsiteX79" fmla="*/ 9781432 w 11362354"/>
                <a:gd name="connsiteY79" fmla="*/ 1462314 h 1972800"/>
                <a:gd name="connsiteX80" fmla="*/ 8877431 w 11362354"/>
                <a:gd name="connsiteY80" fmla="*/ 1288165 h 1972800"/>
                <a:gd name="connsiteX81" fmla="*/ 9382033 w 11362354"/>
                <a:gd name="connsiteY81" fmla="*/ 1288165 h 1972800"/>
                <a:gd name="connsiteX82" fmla="*/ 9382033 w 11362354"/>
                <a:gd name="connsiteY82" fmla="*/ 1462314 h 1972800"/>
                <a:gd name="connsiteX83" fmla="*/ 8877431 w 11362354"/>
                <a:gd name="connsiteY83" fmla="*/ 1462314 h 1972800"/>
                <a:gd name="connsiteX84" fmla="*/ 7848731 w 11362354"/>
                <a:gd name="connsiteY84" fmla="*/ 1288165 h 1972800"/>
                <a:gd name="connsiteX85" fmla="*/ 8501703 w 11362354"/>
                <a:gd name="connsiteY85" fmla="*/ 1288165 h 1972800"/>
                <a:gd name="connsiteX86" fmla="*/ 8501703 w 11362354"/>
                <a:gd name="connsiteY86" fmla="*/ 1462314 h 1972800"/>
                <a:gd name="connsiteX87" fmla="*/ 7921150 w 11362354"/>
                <a:gd name="connsiteY87" fmla="*/ 1462314 h 1972800"/>
                <a:gd name="connsiteX88" fmla="*/ 7193139 w 11362354"/>
                <a:gd name="connsiteY88" fmla="*/ 1288165 h 1972800"/>
                <a:gd name="connsiteX89" fmla="*/ 7648159 w 11362354"/>
                <a:gd name="connsiteY89" fmla="*/ 1288165 h 1972800"/>
                <a:gd name="connsiteX90" fmla="*/ 7648159 w 11362354"/>
                <a:gd name="connsiteY90" fmla="*/ 1462314 h 1972800"/>
                <a:gd name="connsiteX91" fmla="*/ 7193139 w 11362354"/>
                <a:gd name="connsiteY91" fmla="*/ 1462314 h 1972800"/>
                <a:gd name="connsiteX92" fmla="*/ 6188669 w 11362354"/>
                <a:gd name="connsiteY92" fmla="*/ 1288165 h 1972800"/>
                <a:gd name="connsiteX93" fmla="*/ 6674501 w 11362354"/>
                <a:gd name="connsiteY93" fmla="*/ 1288165 h 1972800"/>
                <a:gd name="connsiteX94" fmla="*/ 6674501 w 11362354"/>
                <a:gd name="connsiteY94" fmla="*/ 1351991 h 1972800"/>
                <a:gd name="connsiteX95" fmla="*/ 7080275 w 11362354"/>
                <a:gd name="connsiteY95" fmla="*/ 1351991 h 1972800"/>
                <a:gd name="connsiteX96" fmla="*/ 7080275 w 11362354"/>
                <a:gd name="connsiteY96" fmla="*/ 1462314 h 1972800"/>
                <a:gd name="connsiteX97" fmla="*/ 6188669 w 11362354"/>
                <a:gd name="connsiteY97" fmla="*/ 1462314 h 1972800"/>
                <a:gd name="connsiteX98" fmla="*/ 4794722 w 11362354"/>
                <a:gd name="connsiteY98" fmla="*/ 1288165 h 1972800"/>
                <a:gd name="connsiteX99" fmla="*/ 5308313 w 11362354"/>
                <a:gd name="connsiteY99" fmla="*/ 1288165 h 1972800"/>
                <a:gd name="connsiteX100" fmla="*/ 5433050 w 11362354"/>
                <a:gd name="connsiteY100" fmla="*/ 1363467 h 1972800"/>
                <a:gd name="connsiteX101" fmla="*/ 5557791 w 11362354"/>
                <a:gd name="connsiteY101" fmla="*/ 1288165 h 1972800"/>
                <a:gd name="connsiteX102" fmla="*/ 6071387 w 11362354"/>
                <a:gd name="connsiteY102" fmla="*/ 1288165 h 1972800"/>
                <a:gd name="connsiteX103" fmla="*/ 6026879 w 11362354"/>
                <a:gd name="connsiteY103" fmla="*/ 1462314 h 1972800"/>
                <a:gd name="connsiteX104" fmla="*/ 4839225 w 11362354"/>
                <a:gd name="connsiteY104" fmla="*/ 1462314 h 1972800"/>
                <a:gd name="connsiteX105" fmla="*/ 4794722 w 11362354"/>
                <a:gd name="connsiteY105" fmla="*/ 1288165 h 1972800"/>
                <a:gd name="connsiteX106" fmla="*/ 2285298 w 11362354"/>
                <a:gd name="connsiteY106" fmla="*/ 1288165 h 1972800"/>
                <a:gd name="connsiteX107" fmla="*/ 2771132 w 11362354"/>
                <a:gd name="connsiteY107" fmla="*/ 1288165 h 1972800"/>
                <a:gd name="connsiteX108" fmla="*/ 2771132 w 11362354"/>
                <a:gd name="connsiteY108" fmla="*/ 1351991 h 1972800"/>
                <a:gd name="connsiteX109" fmla="*/ 3183254 w 11362354"/>
                <a:gd name="connsiteY109" fmla="*/ 1351991 h 1972800"/>
                <a:gd name="connsiteX110" fmla="*/ 3183254 w 11362354"/>
                <a:gd name="connsiteY110" fmla="*/ 1462314 h 1972800"/>
                <a:gd name="connsiteX111" fmla="*/ 2285298 w 11362354"/>
                <a:gd name="connsiteY111" fmla="*/ 1462314 h 1972800"/>
                <a:gd name="connsiteX112" fmla="*/ 1586644 w 11362354"/>
                <a:gd name="connsiteY112" fmla="*/ 1288165 h 1972800"/>
                <a:gd name="connsiteX113" fmla="*/ 2038472 w 11362354"/>
                <a:gd name="connsiteY113" fmla="*/ 1288165 h 1972800"/>
                <a:gd name="connsiteX114" fmla="*/ 2121783 w 11362354"/>
                <a:gd name="connsiteY114" fmla="*/ 1462314 h 1972800"/>
                <a:gd name="connsiteX115" fmla="*/ 1663530 w 11362354"/>
                <a:gd name="connsiteY115" fmla="*/ 1462314 h 1972800"/>
                <a:gd name="connsiteX116" fmla="*/ 985097 w 11362354"/>
                <a:gd name="connsiteY116" fmla="*/ 1288165 h 1972800"/>
                <a:gd name="connsiteX117" fmla="*/ 1468672 w 11362354"/>
                <a:gd name="connsiteY117" fmla="*/ 1288165 h 1972800"/>
                <a:gd name="connsiteX118" fmla="*/ 1468672 w 11362354"/>
                <a:gd name="connsiteY118" fmla="*/ 1462314 h 1972800"/>
                <a:gd name="connsiteX119" fmla="*/ 985097 w 11362354"/>
                <a:gd name="connsiteY119" fmla="*/ 1462314 h 1972800"/>
                <a:gd name="connsiteX120" fmla="*/ 0 w 11362354"/>
                <a:gd name="connsiteY120" fmla="*/ 1288165 h 1972800"/>
                <a:gd name="connsiteX121" fmla="*/ 506025 w 11362354"/>
                <a:gd name="connsiteY121" fmla="*/ 1288165 h 1972800"/>
                <a:gd name="connsiteX122" fmla="*/ 506025 w 11362354"/>
                <a:gd name="connsiteY122" fmla="*/ 1462314 h 1972800"/>
                <a:gd name="connsiteX123" fmla="*/ 0 w 11362354"/>
                <a:gd name="connsiteY123" fmla="*/ 1462314 h 1972800"/>
                <a:gd name="connsiteX124" fmla="*/ 10408772 w 11362354"/>
                <a:gd name="connsiteY124" fmla="*/ 1157361 h 1972800"/>
                <a:gd name="connsiteX125" fmla="*/ 10468381 w 11362354"/>
                <a:gd name="connsiteY125" fmla="*/ 1208632 h 1972800"/>
                <a:gd name="connsiteX126" fmla="*/ 10408772 w 11362354"/>
                <a:gd name="connsiteY126" fmla="*/ 1208632 h 1972800"/>
                <a:gd name="connsiteX127" fmla="*/ 10816942 w 11362354"/>
                <a:gd name="connsiteY127" fmla="*/ 1078164 h 1972800"/>
                <a:gd name="connsiteX128" fmla="*/ 11358000 w 11362354"/>
                <a:gd name="connsiteY128" fmla="*/ 1078164 h 1972800"/>
                <a:gd name="connsiteX129" fmla="*/ 11359134 w 11362354"/>
                <a:gd name="connsiteY129" fmla="*/ 1208632 h 1972800"/>
                <a:gd name="connsiteX130" fmla="*/ 11359134 w 11362354"/>
                <a:gd name="connsiteY130" fmla="*/ 1208633 h 1972800"/>
                <a:gd name="connsiteX131" fmla="*/ 10871056 w 11362354"/>
                <a:gd name="connsiteY131" fmla="*/ 1208633 h 1972800"/>
                <a:gd name="connsiteX132" fmla="*/ 10871355 w 11362354"/>
                <a:gd name="connsiteY132" fmla="*/ 1205652 h 1972800"/>
                <a:gd name="connsiteX133" fmla="*/ 10808382 w 11362354"/>
                <a:gd name="connsiteY133" fmla="*/ 1078165 h 1972800"/>
                <a:gd name="connsiteX134" fmla="*/ 10816943 w 11362354"/>
                <a:gd name="connsiteY134" fmla="*/ 1078165 h 1972800"/>
                <a:gd name="connsiteX135" fmla="*/ 9781432 w 11362354"/>
                <a:gd name="connsiteY135" fmla="*/ 1075882 h 1972800"/>
                <a:gd name="connsiteX136" fmla="*/ 10286039 w 11362354"/>
                <a:gd name="connsiteY136" fmla="*/ 1075882 h 1972800"/>
                <a:gd name="connsiteX137" fmla="*/ 10286039 w 11362354"/>
                <a:gd name="connsiteY137" fmla="*/ 1206076 h 1972800"/>
                <a:gd name="connsiteX138" fmla="*/ 9781432 w 11362354"/>
                <a:gd name="connsiteY138" fmla="*/ 1206076 h 1972800"/>
                <a:gd name="connsiteX139" fmla="*/ 8877431 w 11362354"/>
                <a:gd name="connsiteY139" fmla="*/ 1075882 h 1972800"/>
                <a:gd name="connsiteX140" fmla="*/ 9382033 w 11362354"/>
                <a:gd name="connsiteY140" fmla="*/ 1075882 h 1972800"/>
                <a:gd name="connsiteX141" fmla="*/ 9382033 w 11362354"/>
                <a:gd name="connsiteY141" fmla="*/ 1206076 h 1972800"/>
                <a:gd name="connsiteX142" fmla="*/ 8877431 w 11362354"/>
                <a:gd name="connsiteY142" fmla="*/ 1206076 h 1972800"/>
                <a:gd name="connsiteX143" fmla="*/ 7760453 w 11362354"/>
                <a:gd name="connsiteY143" fmla="*/ 1075882 h 1972800"/>
                <a:gd name="connsiteX144" fmla="*/ 8501703 w 11362354"/>
                <a:gd name="connsiteY144" fmla="*/ 1075882 h 1972800"/>
                <a:gd name="connsiteX145" fmla="*/ 8501703 w 11362354"/>
                <a:gd name="connsiteY145" fmla="*/ 1206076 h 1972800"/>
                <a:gd name="connsiteX146" fmla="*/ 7814594 w 11362354"/>
                <a:gd name="connsiteY146" fmla="*/ 1206076 h 1972800"/>
                <a:gd name="connsiteX147" fmla="*/ 7193139 w 11362354"/>
                <a:gd name="connsiteY147" fmla="*/ 1075882 h 1972800"/>
                <a:gd name="connsiteX148" fmla="*/ 7648159 w 11362354"/>
                <a:gd name="connsiteY148" fmla="*/ 1075882 h 1972800"/>
                <a:gd name="connsiteX149" fmla="*/ 7648159 w 11362354"/>
                <a:gd name="connsiteY149" fmla="*/ 1206076 h 1972800"/>
                <a:gd name="connsiteX150" fmla="*/ 7193139 w 11362354"/>
                <a:gd name="connsiteY150" fmla="*/ 1206076 h 1972800"/>
                <a:gd name="connsiteX151" fmla="*/ 6188669 w 11362354"/>
                <a:gd name="connsiteY151" fmla="*/ 1075882 h 1972800"/>
                <a:gd name="connsiteX152" fmla="*/ 6674501 w 11362354"/>
                <a:gd name="connsiteY152" fmla="*/ 1075882 h 1972800"/>
                <a:gd name="connsiteX153" fmla="*/ 6674501 w 11362354"/>
                <a:gd name="connsiteY153" fmla="*/ 1206076 h 1972800"/>
                <a:gd name="connsiteX154" fmla="*/ 6188669 w 11362354"/>
                <a:gd name="connsiteY154" fmla="*/ 1206076 h 1972800"/>
                <a:gd name="connsiteX155" fmla="*/ 5574793 w 11362354"/>
                <a:gd name="connsiteY155" fmla="*/ 1075882 h 1972800"/>
                <a:gd name="connsiteX156" fmla="*/ 6073294 w 11362354"/>
                <a:gd name="connsiteY156" fmla="*/ 1075882 h 1972800"/>
                <a:gd name="connsiteX157" fmla="*/ 6073294 w 11362354"/>
                <a:gd name="connsiteY157" fmla="*/ 1206076 h 1972800"/>
                <a:gd name="connsiteX158" fmla="*/ 5574793 w 11362354"/>
                <a:gd name="connsiteY158" fmla="*/ 1206076 h 1972800"/>
                <a:gd name="connsiteX159" fmla="*/ 4792811 w 11362354"/>
                <a:gd name="connsiteY159" fmla="*/ 1075882 h 1972800"/>
                <a:gd name="connsiteX160" fmla="*/ 5291307 w 11362354"/>
                <a:gd name="connsiteY160" fmla="*/ 1075882 h 1972800"/>
                <a:gd name="connsiteX161" fmla="*/ 5291307 w 11362354"/>
                <a:gd name="connsiteY161" fmla="*/ 1206076 h 1972800"/>
                <a:gd name="connsiteX162" fmla="*/ 4792811 w 11362354"/>
                <a:gd name="connsiteY162" fmla="*/ 1206076 h 1972800"/>
                <a:gd name="connsiteX163" fmla="*/ 2285298 w 11362354"/>
                <a:gd name="connsiteY163" fmla="*/ 1075882 h 1972800"/>
                <a:gd name="connsiteX164" fmla="*/ 2771132 w 11362354"/>
                <a:gd name="connsiteY164" fmla="*/ 1075882 h 1972800"/>
                <a:gd name="connsiteX165" fmla="*/ 2771132 w 11362354"/>
                <a:gd name="connsiteY165" fmla="*/ 1206076 h 1972800"/>
                <a:gd name="connsiteX166" fmla="*/ 2285298 w 11362354"/>
                <a:gd name="connsiteY166" fmla="*/ 1206076 h 1972800"/>
                <a:gd name="connsiteX167" fmla="*/ 1492927 w 11362354"/>
                <a:gd name="connsiteY167" fmla="*/ 1075882 h 1972800"/>
                <a:gd name="connsiteX168" fmla="*/ 1945589 w 11362354"/>
                <a:gd name="connsiteY168" fmla="*/ 1075882 h 1972800"/>
                <a:gd name="connsiteX169" fmla="*/ 1940491 w 11362354"/>
                <a:gd name="connsiteY169" fmla="*/ 1080455 h 1972800"/>
                <a:gd name="connsiteX170" fmla="*/ 1939110 w 11362354"/>
                <a:gd name="connsiteY170" fmla="*/ 1080455 h 1972800"/>
                <a:gd name="connsiteX171" fmla="*/ 1939524 w 11362354"/>
                <a:gd name="connsiteY171" fmla="*/ 1081320 h 1972800"/>
                <a:gd name="connsiteX172" fmla="*/ 1938345 w 11362354"/>
                <a:gd name="connsiteY172" fmla="*/ 1082361 h 1972800"/>
                <a:gd name="connsiteX173" fmla="*/ 1940022 w 11362354"/>
                <a:gd name="connsiteY173" fmla="*/ 1082361 h 1972800"/>
                <a:gd name="connsiteX174" fmla="*/ 1999205 w 11362354"/>
                <a:gd name="connsiteY174" fmla="*/ 1206076 h 1972800"/>
                <a:gd name="connsiteX175" fmla="*/ 1550403 w 11362354"/>
                <a:gd name="connsiteY175" fmla="*/ 1206076 h 1972800"/>
                <a:gd name="connsiteX176" fmla="*/ 985097 w 11362354"/>
                <a:gd name="connsiteY176" fmla="*/ 1075882 h 1972800"/>
                <a:gd name="connsiteX177" fmla="*/ 1468672 w 11362354"/>
                <a:gd name="connsiteY177" fmla="*/ 1075882 h 1972800"/>
                <a:gd name="connsiteX178" fmla="*/ 1468672 w 11362354"/>
                <a:gd name="connsiteY178" fmla="*/ 1206076 h 1972800"/>
                <a:gd name="connsiteX179" fmla="*/ 985097 w 11362354"/>
                <a:gd name="connsiteY179" fmla="*/ 1206076 h 1972800"/>
                <a:gd name="connsiteX180" fmla="*/ 0 w 11362354"/>
                <a:gd name="connsiteY180" fmla="*/ 1075882 h 1972800"/>
                <a:gd name="connsiteX181" fmla="*/ 877145 w 11362354"/>
                <a:gd name="connsiteY181" fmla="*/ 1075882 h 1972800"/>
                <a:gd name="connsiteX182" fmla="*/ 877145 w 11362354"/>
                <a:gd name="connsiteY182" fmla="*/ 1098345 h 1972800"/>
                <a:gd name="connsiteX183" fmla="*/ 869625 w 11362354"/>
                <a:gd name="connsiteY183" fmla="*/ 1098345 h 1972800"/>
                <a:gd name="connsiteX184" fmla="*/ 506025 w 11362354"/>
                <a:gd name="connsiteY184" fmla="*/ 1098345 h 1972800"/>
                <a:gd name="connsiteX185" fmla="*/ 506025 w 11362354"/>
                <a:gd name="connsiteY185" fmla="*/ 1206076 h 1972800"/>
                <a:gd name="connsiteX186" fmla="*/ 0 w 11362354"/>
                <a:gd name="connsiteY186" fmla="*/ 1206076 h 1972800"/>
                <a:gd name="connsiteX187" fmla="*/ 4174413 w 11362354"/>
                <a:gd name="connsiteY187" fmla="*/ 1075881 h 1972800"/>
                <a:gd name="connsiteX188" fmla="*/ 4660572 w 11362354"/>
                <a:gd name="connsiteY188" fmla="*/ 1075881 h 1972800"/>
                <a:gd name="connsiteX189" fmla="*/ 4633997 w 11362354"/>
                <a:gd name="connsiteY189" fmla="*/ 1206075 h 1972800"/>
                <a:gd name="connsiteX190" fmla="*/ 4129883 w 11362354"/>
                <a:gd name="connsiteY190" fmla="*/ 1206075 h 1972800"/>
                <a:gd name="connsiteX191" fmla="*/ 4174413 w 11362354"/>
                <a:gd name="connsiteY191" fmla="*/ 1075881 h 1972800"/>
                <a:gd name="connsiteX192" fmla="*/ 3305162 w 11362354"/>
                <a:gd name="connsiteY192" fmla="*/ 1075881 h 1972800"/>
                <a:gd name="connsiteX193" fmla="*/ 3790976 w 11362354"/>
                <a:gd name="connsiteY193" fmla="*/ 1075881 h 1972800"/>
                <a:gd name="connsiteX194" fmla="*/ 3835506 w 11362354"/>
                <a:gd name="connsiteY194" fmla="*/ 1206075 h 1972800"/>
                <a:gd name="connsiteX195" fmla="*/ 3330959 w 11362354"/>
                <a:gd name="connsiteY195" fmla="*/ 1206075 h 1972800"/>
                <a:gd name="connsiteX196" fmla="*/ 3305162 w 11362354"/>
                <a:gd name="connsiteY196" fmla="*/ 1075881 h 1972800"/>
                <a:gd name="connsiteX197" fmla="*/ 10587776 w 11362354"/>
                <a:gd name="connsiteY197" fmla="*/ 879486 h 1972800"/>
                <a:gd name="connsiteX198" fmla="*/ 11280821 w 11362354"/>
                <a:gd name="connsiteY198" fmla="*/ 879486 h 1972800"/>
                <a:gd name="connsiteX199" fmla="*/ 11338792 w 11362354"/>
                <a:gd name="connsiteY199" fmla="*/ 993628 h 1972800"/>
                <a:gd name="connsiteX200" fmla="*/ 10727828 w 11362354"/>
                <a:gd name="connsiteY200" fmla="*/ 995899 h 1972800"/>
                <a:gd name="connsiteX201" fmla="*/ 9781432 w 11362354"/>
                <a:gd name="connsiteY201" fmla="*/ 877625 h 1972800"/>
                <a:gd name="connsiteX202" fmla="*/ 10286039 w 11362354"/>
                <a:gd name="connsiteY202" fmla="*/ 877625 h 1972800"/>
                <a:gd name="connsiteX203" fmla="*/ 10286039 w 11362354"/>
                <a:gd name="connsiteY203" fmla="*/ 993788 h 1972800"/>
                <a:gd name="connsiteX204" fmla="*/ 9781432 w 11362354"/>
                <a:gd name="connsiteY204" fmla="*/ 993788 h 1972800"/>
                <a:gd name="connsiteX205" fmla="*/ 8877431 w 11362354"/>
                <a:gd name="connsiteY205" fmla="*/ 877625 h 1972800"/>
                <a:gd name="connsiteX206" fmla="*/ 9382033 w 11362354"/>
                <a:gd name="connsiteY206" fmla="*/ 877625 h 1972800"/>
                <a:gd name="connsiteX207" fmla="*/ 9382033 w 11362354"/>
                <a:gd name="connsiteY207" fmla="*/ 993788 h 1972800"/>
                <a:gd name="connsiteX208" fmla="*/ 8877431 w 11362354"/>
                <a:gd name="connsiteY208" fmla="*/ 993788 h 1972800"/>
                <a:gd name="connsiteX209" fmla="*/ 7678004 w 11362354"/>
                <a:gd name="connsiteY209" fmla="*/ 877625 h 1972800"/>
                <a:gd name="connsiteX210" fmla="*/ 8501703 w 11362354"/>
                <a:gd name="connsiteY210" fmla="*/ 877625 h 1972800"/>
                <a:gd name="connsiteX211" fmla="*/ 8501703 w 11362354"/>
                <a:gd name="connsiteY211" fmla="*/ 993788 h 1972800"/>
                <a:gd name="connsiteX212" fmla="*/ 7726316 w 11362354"/>
                <a:gd name="connsiteY212" fmla="*/ 993788 h 1972800"/>
                <a:gd name="connsiteX213" fmla="*/ 7193139 w 11362354"/>
                <a:gd name="connsiteY213" fmla="*/ 877625 h 1972800"/>
                <a:gd name="connsiteX214" fmla="*/ 7648159 w 11362354"/>
                <a:gd name="connsiteY214" fmla="*/ 877625 h 1972800"/>
                <a:gd name="connsiteX215" fmla="*/ 7648159 w 11362354"/>
                <a:gd name="connsiteY215" fmla="*/ 993788 h 1972800"/>
                <a:gd name="connsiteX216" fmla="*/ 7193139 w 11362354"/>
                <a:gd name="connsiteY216" fmla="*/ 993788 h 1972800"/>
                <a:gd name="connsiteX217" fmla="*/ 6188669 w 11362354"/>
                <a:gd name="connsiteY217" fmla="*/ 877625 h 1972800"/>
                <a:gd name="connsiteX218" fmla="*/ 7056268 w 11362354"/>
                <a:gd name="connsiteY218" fmla="*/ 877625 h 1972800"/>
                <a:gd name="connsiteX219" fmla="*/ 7056268 w 11362354"/>
                <a:gd name="connsiteY219" fmla="*/ 988326 h 1972800"/>
                <a:gd name="connsiteX220" fmla="*/ 6674501 w 11362354"/>
                <a:gd name="connsiteY220" fmla="*/ 988326 h 1972800"/>
                <a:gd name="connsiteX221" fmla="*/ 6674501 w 11362354"/>
                <a:gd name="connsiteY221" fmla="*/ 993788 h 1972800"/>
                <a:gd name="connsiteX222" fmla="*/ 6188669 w 11362354"/>
                <a:gd name="connsiteY222" fmla="*/ 993788 h 1972800"/>
                <a:gd name="connsiteX223" fmla="*/ 5574793 w 11362354"/>
                <a:gd name="connsiteY223" fmla="*/ 877625 h 1972800"/>
                <a:gd name="connsiteX224" fmla="*/ 6073294 w 11362354"/>
                <a:gd name="connsiteY224" fmla="*/ 877625 h 1972800"/>
                <a:gd name="connsiteX225" fmla="*/ 6073294 w 11362354"/>
                <a:gd name="connsiteY225" fmla="*/ 993788 h 1972800"/>
                <a:gd name="connsiteX226" fmla="*/ 5574793 w 11362354"/>
                <a:gd name="connsiteY226" fmla="*/ 993788 h 1972800"/>
                <a:gd name="connsiteX227" fmla="*/ 4792811 w 11362354"/>
                <a:gd name="connsiteY227" fmla="*/ 877625 h 1972800"/>
                <a:gd name="connsiteX228" fmla="*/ 5291307 w 11362354"/>
                <a:gd name="connsiteY228" fmla="*/ 877625 h 1972800"/>
                <a:gd name="connsiteX229" fmla="*/ 5291307 w 11362354"/>
                <a:gd name="connsiteY229" fmla="*/ 993788 h 1972800"/>
                <a:gd name="connsiteX230" fmla="*/ 4792811 w 11362354"/>
                <a:gd name="connsiteY230" fmla="*/ 993788 h 1972800"/>
                <a:gd name="connsiteX231" fmla="*/ 2285298 w 11362354"/>
                <a:gd name="connsiteY231" fmla="*/ 877625 h 1972800"/>
                <a:gd name="connsiteX232" fmla="*/ 3161500 w 11362354"/>
                <a:gd name="connsiteY232" fmla="*/ 877625 h 1972800"/>
                <a:gd name="connsiteX233" fmla="*/ 3161500 w 11362354"/>
                <a:gd name="connsiteY233" fmla="*/ 988326 h 1972800"/>
                <a:gd name="connsiteX234" fmla="*/ 2771132 w 11362354"/>
                <a:gd name="connsiteY234" fmla="*/ 988326 h 1972800"/>
                <a:gd name="connsiteX235" fmla="*/ 2771132 w 11362354"/>
                <a:gd name="connsiteY235" fmla="*/ 993788 h 1972800"/>
                <a:gd name="connsiteX236" fmla="*/ 2285298 w 11362354"/>
                <a:gd name="connsiteY236" fmla="*/ 993788 h 1972800"/>
                <a:gd name="connsiteX237" fmla="*/ 985097 w 11362354"/>
                <a:gd name="connsiteY237" fmla="*/ 877625 h 1972800"/>
                <a:gd name="connsiteX238" fmla="*/ 2107746 w 11362354"/>
                <a:gd name="connsiteY238" fmla="*/ 877625 h 1972800"/>
                <a:gd name="connsiteX239" fmla="*/ 2028664 w 11362354"/>
                <a:gd name="connsiteY239" fmla="*/ 993788 h 1972800"/>
                <a:gd name="connsiteX240" fmla="*/ 985097 w 11362354"/>
                <a:gd name="connsiteY240" fmla="*/ 993788 h 1972800"/>
                <a:gd name="connsiteX241" fmla="*/ 0 w 11362354"/>
                <a:gd name="connsiteY241" fmla="*/ 877625 h 1972800"/>
                <a:gd name="connsiteX242" fmla="*/ 877145 w 11362354"/>
                <a:gd name="connsiteY242" fmla="*/ 877625 h 1972800"/>
                <a:gd name="connsiteX243" fmla="*/ 877145 w 11362354"/>
                <a:gd name="connsiteY243" fmla="*/ 993788 h 1972800"/>
                <a:gd name="connsiteX244" fmla="*/ 0 w 11362354"/>
                <a:gd name="connsiteY244" fmla="*/ 993788 h 1972800"/>
                <a:gd name="connsiteX245" fmla="*/ 4199211 w 11362354"/>
                <a:gd name="connsiteY245" fmla="*/ 877624 h 1972800"/>
                <a:gd name="connsiteX246" fmla="*/ 4674176 w 11362354"/>
                <a:gd name="connsiteY246" fmla="*/ 877624 h 1972800"/>
                <a:gd name="connsiteX247" fmla="*/ 4674332 w 11362354"/>
                <a:gd name="connsiteY247" fmla="*/ 883528 h 1972800"/>
                <a:gd name="connsiteX248" fmla="*/ 4669465 w 11362354"/>
                <a:gd name="connsiteY248" fmla="*/ 993787 h 1972800"/>
                <a:gd name="connsiteX249" fmla="*/ 4189743 w 11362354"/>
                <a:gd name="connsiteY249" fmla="*/ 993787 h 1972800"/>
                <a:gd name="connsiteX250" fmla="*/ 4199211 w 11362354"/>
                <a:gd name="connsiteY250" fmla="*/ 877624 h 1972800"/>
                <a:gd name="connsiteX251" fmla="*/ 3291213 w 11362354"/>
                <a:gd name="connsiteY251" fmla="*/ 877624 h 1972800"/>
                <a:gd name="connsiteX252" fmla="*/ 3766173 w 11362354"/>
                <a:gd name="connsiteY252" fmla="*/ 877624 h 1972800"/>
                <a:gd name="connsiteX253" fmla="*/ 3775650 w 11362354"/>
                <a:gd name="connsiteY253" fmla="*/ 993787 h 1972800"/>
                <a:gd name="connsiteX254" fmla="*/ 3295989 w 11362354"/>
                <a:gd name="connsiteY254" fmla="*/ 993787 h 1972800"/>
                <a:gd name="connsiteX255" fmla="*/ 3291057 w 11362354"/>
                <a:gd name="connsiteY255" fmla="*/ 883528 h 1972800"/>
                <a:gd name="connsiteX256" fmla="*/ 10461146 w 11362354"/>
                <a:gd name="connsiteY256" fmla="*/ 710797 h 1972800"/>
                <a:gd name="connsiteX257" fmla="*/ 11109160 w 11362354"/>
                <a:gd name="connsiteY257" fmla="*/ 710797 h 1972800"/>
                <a:gd name="connsiteX258" fmla="*/ 11109162 w 11362354"/>
                <a:gd name="connsiteY258" fmla="*/ 710798 h 1972800"/>
                <a:gd name="connsiteX259" fmla="*/ 11121245 w 11362354"/>
                <a:gd name="connsiteY259" fmla="*/ 710798 h 1972800"/>
                <a:gd name="connsiteX260" fmla="*/ 11122337 w 11362354"/>
                <a:gd name="connsiteY260" fmla="*/ 711693 h 1972800"/>
                <a:gd name="connsiteX261" fmla="*/ 11118350 w 11362354"/>
                <a:gd name="connsiteY261" fmla="*/ 711693 h 1972800"/>
                <a:gd name="connsiteX262" fmla="*/ 11213739 w 11362354"/>
                <a:gd name="connsiteY262" fmla="*/ 797219 h 1972800"/>
                <a:gd name="connsiteX263" fmla="*/ 10517279 w 11362354"/>
                <a:gd name="connsiteY263" fmla="*/ 797218 h 1972800"/>
                <a:gd name="connsiteX264" fmla="*/ 10461146 w 11362354"/>
                <a:gd name="connsiteY264" fmla="*/ 710797 h 1972800"/>
                <a:gd name="connsiteX265" fmla="*/ 9781432 w 11362354"/>
                <a:gd name="connsiteY265" fmla="*/ 709293 h 1972800"/>
                <a:gd name="connsiteX266" fmla="*/ 10286039 w 11362354"/>
                <a:gd name="connsiteY266" fmla="*/ 709293 h 1972800"/>
                <a:gd name="connsiteX267" fmla="*/ 10286039 w 11362354"/>
                <a:gd name="connsiteY267" fmla="*/ 795531 h 1972800"/>
                <a:gd name="connsiteX268" fmla="*/ 9781432 w 11362354"/>
                <a:gd name="connsiteY268" fmla="*/ 795531 h 1972800"/>
                <a:gd name="connsiteX269" fmla="*/ 8877431 w 11362354"/>
                <a:gd name="connsiteY269" fmla="*/ 709293 h 1972800"/>
                <a:gd name="connsiteX270" fmla="*/ 9382033 w 11362354"/>
                <a:gd name="connsiteY270" fmla="*/ 709293 h 1972800"/>
                <a:gd name="connsiteX271" fmla="*/ 9382033 w 11362354"/>
                <a:gd name="connsiteY271" fmla="*/ 795531 h 1972800"/>
                <a:gd name="connsiteX272" fmla="*/ 8877431 w 11362354"/>
                <a:gd name="connsiteY272" fmla="*/ 795531 h 1972800"/>
                <a:gd name="connsiteX273" fmla="*/ 8042875 w 11362354"/>
                <a:gd name="connsiteY273" fmla="*/ 709293 h 1972800"/>
                <a:gd name="connsiteX274" fmla="*/ 8501703 w 11362354"/>
                <a:gd name="connsiteY274" fmla="*/ 709293 h 1972800"/>
                <a:gd name="connsiteX275" fmla="*/ 8501703 w 11362354"/>
                <a:gd name="connsiteY275" fmla="*/ 795531 h 1972800"/>
                <a:gd name="connsiteX276" fmla="*/ 8042875 w 11362354"/>
                <a:gd name="connsiteY276" fmla="*/ 795531 h 1972800"/>
                <a:gd name="connsiteX277" fmla="*/ 7193139 w 11362354"/>
                <a:gd name="connsiteY277" fmla="*/ 709293 h 1972800"/>
                <a:gd name="connsiteX278" fmla="*/ 7996240 w 11362354"/>
                <a:gd name="connsiteY278" fmla="*/ 709293 h 1972800"/>
                <a:gd name="connsiteX279" fmla="*/ 8036152 w 11362354"/>
                <a:gd name="connsiteY279" fmla="*/ 795531 h 1972800"/>
                <a:gd name="connsiteX280" fmla="*/ 7193139 w 11362354"/>
                <a:gd name="connsiteY280" fmla="*/ 795531 h 1972800"/>
                <a:gd name="connsiteX281" fmla="*/ 6188669 w 11362354"/>
                <a:gd name="connsiteY281" fmla="*/ 709293 h 1972800"/>
                <a:gd name="connsiteX282" fmla="*/ 6674501 w 11362354"/>
                <a:gd name="connsiteY282" fmla="*/ 709293 h 1972800"/>
                <a:gd name="connsiteX283" fmla="*/ 6674501 w 11362354"/>
                <a:gd name="connsiteY283" fmla="*/ 714671 h 1972800"/>
                <a:gd name="connsiteX284" fmla="*/ 7056268 w 11362354"/>
                <a:gd name="connsiteY284" fmla="*/ 714671 h 1972800"/>
                <a:gd name="connsiteX285" fmla="*/ 7056268 w 11362354"/>
                <a:gd name="connsiteY285" fmla="*/ 795531 h 1972800"/>
                <a:gd name="connsiteX286" fmla="*/ 6188669 w 11362354"/>
                <a:gd name="connsiteY286" fmla="*/ 795531 h 1972800"/>
                <a:gd name="connsiteX287" fmla="*/ 5574793 w 11362354"/>
                <a:gd name="connsiteY287" fmla="*/ 709293 h 1972800"/>
                <a:gd name="connsiteX288" fmla="*/ 6073294 w 11362354"/>
                <a:gd name="connsiteY288" fmla="*/ 709293 h 1972800"/>
                <a:gd name="connsiteX289" fmla="*/ 6073294 w 11362354"/>
                <a:gd name="connsiteY289" fmla="*/ 795531 h 1972800"/>
                <a:gd name="connsiteX290" fmla="*/ 5574793 w 11362354"/>
                <a:gd name="connsiteY290" fmla="*/ 795531 h 1972800"/>
                <a:gd name="connsiteX291" fmla="*/ 4792811 w 11362354"/>
                <a:gd name="connsiteY291" fmla="*/ 709293 h 1972800"/>
                <a:gd name="connsiteX292" fmla="*/ 5291307 w 11362354"/>
                <a:gd name="connsiteY292" fmla="*/ 709293 h 1972800"/>
                <a:gd name="connsiteX293" fmla="*/ 5291307 w 11362354"/>
                <a:gd name="connsiteY293" fmla="*/ 795531 h 1972800"/>
                <a:gd name="connsiteX294" fmla="*/ 4792811 w 11362354"/>
                <a:gd name="connsiteY294" fmla="*/ 795531 h 1972800"/>
                <a:gd name="connsiteX295" fmla="*/ 2285298 w 11362354"/>
                <a:gd name="connsiteY295" fmla="*/ 709293 h 1972800"/>
                <a:gd name="connsiteX296" fmla="*/ 2771132 w 11362354"/>
                <a:gd name="connsiteY296" fmla="*/ 709293 h 1972800"/>
                <a:gd name="connsiteX297" fmla="*/ 2771132 w 11362354"/>
                <a:gd name="connsiteY297" fmla="*/ 714671 h 1972800"/>
                <a:gd name="connsiteX298" fmla="*/ 3161500 w 11362354"/>
                <a:gd name="connsiteY298" fmla="*/ 714671 h 1972800"/>
                <a:gd name="connsiteX299" fmla="*/ 3161500 w 11362354"/>
                <a:gd name="connsiteY299" fmla="*/ 795531 h 1972800"/>
                <a:gd name="connsiteX300" fmla="*/ 2285298 w 11362354"/>
                <a:gd name="connsiteY300" fmla="*/ 795531 h 1972800"/>
                <a:gd name="connsiteX301" fmla="*/ 1709143 w 11362354"/>
                <a:gd name="connsiteY301" fmla="*/ 709293 h 1972800"/>
                <a:gd name="connsiteX302" fmla="*/ 2169670 w 11362354"/>
                <a:gd name="connsiteY302" fmla="*/ 709293 h 1972800"/>
                <a:gd name="connsiteX303" fmla="*/ 2145130 w 11362354"/>
                <a:gd name="connsiteY303" fmla="*/ 795531 h 1972800"/>
                <a:gd name="connsiteX304" fmla="*/ 1595923 w 11362354"/>
                <a:gd name="connsiteY304" fmla="*/ 795531 h 1972800"/>
                <a:gd name="connsiteX305" fmla="*/ 1709143 w 11362354"/>
                <a:gd name="connsiteY305" fmla="*/ 709293 h 1972800"/>
                <a:gd name="connsiteX306" fmla="*/ 985097 w 11362354"/>
                <a:gd name="connsiteY306" fmla="*/ 709293 h 1972800"/>
                <a:gd name="connsiteX307" fmla="*/ 1469893 w 11362354"/>
                <a:gd name="connsiteY307" fmla="*/ 709293 h 1972800"/>
                <a:gd name="connsiteX308" fmla="*/ 1469893 w 11362354"/>
                <a:gd name="connsiteY308" fmla="*/ 795531 h 1972800"/>
                <a:gd name="connsiteX309" fmla="*/ 985097 w 11362354"/>
                <a:gd name="connsiteY309" fmla="*/ 795531 h 1972800"/>
                <a:gd name="connsiteX310" fmla="*/ 0 w 11362354"/>
                <a:gd name="connsiteY310" fmla="*/ 709293 h 1972800"/>
                <a:gd name="connsiteX311" fmla="*/ 877145 w 11362354"/>
                <a:gd name="connsiteY311" fmla="*/ 709293 h 1972800"/>
                <a:gd name="connsiteX312" fmla="*/ 877145 w 11362354"/>
                <a:gd name="connsiteY312" fmla="*/ 795531 h 1972800"/>
                <a:gd name="connsiteX313" fmla="*/ 0 w 11362354"/>
                <a:gd name="connsiteY313" fmla="*/ 795531 h 1972800"/>
                <a:gd name="connsiteX314" fmla="*/ 4189251 w 11362354"/>
                <a:gd name="connsiteY314" fmla="*/ 709292 h 1972800"/>
                <a:gd name="connsiteX315" fmla="*/ 4662658 w 11362354"/>
                <a:gd name="connsiteY315" fmla="*/ 709292 h 1972800"/>
                <a:gd name="connsiteX316" fmla="*/ 4671191 w 11362354"/>
                <a:gd name="connsiteY316" fmla="*/ 795530 h 1972800"/>
                <a:gd name="connsiteX317" fmla="*/ 4197682 w 11362354"/>
                <a:gd name="connsiteY317" fmla="*/ 795530 h 1972800"/>
                <a:gd name="connsiteX318" fmla="*/ 4189251 w 11362354"/>
                <a:gd name="connsiteY318" fmla="*/ 709292 h 1972800"/>
                <a:gd name="connsiteX319" fmla="*/ 3302730 w 11362354"/>
                <a:gd name="connsiteY319" fmla="*/ 709292 h 1972800"/>
                <a:gd name="connsiteX320" fmla="*/ 3776138 w 11362354"/>
                <a:gd name="connsiteY320" fmla="*/ 709292 h 1972800"/>
                <a:gd name="connsiteX321" fmla="*/ 3767701 w 11362354"/>
                <a:gd name="connsiteY321" fmla="*/ 795530 h 1972800"/>
                <a:gd name="connsiteX322" fmla="*/ 3294197 w 11362354"/>
                <a:gd name="connsiteY322" fmla="*/ 795530 h 1972800"/>
                <a:gd name="connsiteX323" fmla="*/ 3302730 w 11362354"/>
                <a:gd name="connsiteY323" fmla="*/ 709292 h 1972800"/>
                <a:gd name="connsiteX324" fmla="*/ 10418948 w 11362354"/>
                <a:gd name="connsiteY324" fmla="*/ 565540 h 1972800"/>
                <a:gd name="connsiteX325" fmla="*/ 10949595 w 11362354"/>
                <a:gd name="connsiteY325" fmla="*/ 565540 h 1972800"/>
                <a:gd name="connsiteX326" fmla="*/ 10964075 w 11362354"/>
                <a:gd name="connsiteY326" fmla="*/ 577567 h 1972800"/>
                <a:gd name="connsiteX327" fmla="*/ 11026395 w 11362354"/>
                <a:gd name="connsiteY327" fmla="*/ 628529 h 1972800"/>
                <a:gd name="connsiteX328" fmla="*/ 10434083 w 11362354"/>
                <a:gd name="connsiteY328" fmla="*/ 628529 h 1972800"/>
                <a:gd name="connsiteX329" fmla="*/ 10418948 w 11362354"/>
                <a:gd name="connsiteY329" fmla="*/ 565540 h 1972800"/>
                <a:gd name="connsiteX330" fmla="*/ 9781432 w 11362354"/>
                <a:gd name="connsiteY330" fmla="*/ 564344 h 1972800"/>
                <a:gd name="connsiteX331" fmla="*/ 10286039 w 11362354"/>
                <a:gd name="connsiteY331" fmla="*/ 564344 h 1972800"/>
                <a:gd name="connsiteX332" fmla="*/ 10286039 w 11362354"/>
                <a:gd name="connsiteY332" fmla="*/ 627199 h 1972800"/>
                <a:gd name="connsiteX333" fmla="*/ 9781432 w 11362354"/>
                <a:gd name="connsiteY333" fmla="*/ 627199 h 1972800"/>
                <a:gd name="connsiteX334" fmla="*/ 8877431 w 11362354"/>
                <a:gd name="connsiteY334" fmla="*/ 564344 h 1972800"/>
                <a:gd name="connsiteX335" fmla="*/ 9382033 w 11362354"/>
                <a:gd name="connsiteY335" fmla="*/ 564344 h 1972800"/>
                <a:gd name="connsiteX336" fmla="*/ 9382033 w 11362354"/>
                <a:gd name="connsiteY336" fmla="*/ 627199 h 1972800"/>
                <a:gd name="connsiteX337" fmla="*/ 8877431 w 11362354"/>
                <a:gd name="connsiteY337" fmla="*/ 627199 h 1972800"/>
                <a:gd name="connsiteX338" fmla="*/ 8042875 w 11362354"/>
                <a:gd name="connsiteY338" fmla="*/ 564344 h 1972800"/>
                <a:gd name="connsiteX339" fmla="*/ 8501703 w 11362354"/>
                <a:gd name="connsiteY339" fmla="*/ 564344 h 1972800"/>
                <a:gd name="connsiteX340" fmla="*/ 8501703 w 11362354"/>
                <a:gd name="connsiteY340" fmla="*/ 627199 h 1972800"/>
                <a:gd name="connsiteX341" fmla="*/ 8042875 w 11362354"/>
                <a:gd name="connsiteY341" fmla="*/ 627199 h 1972800"/>
                <a:gd name="connsiteX342" fmla="*/ 7193139 w 11362354"/>
                <a:gd name="connsiteY342" fmla="*/ 564344 h 1972800"/>
                <a:gd name="connsiteX343" fmla="*/ 7929154 w 11362354"/>
                <a:gd name="connsiteY343" fmla="*/ 564344 h 1972800"/>
                <a:gd name="connsiteX344" fmla="*/ 7958244 w 11362354"/>
                <a:gd name="connsiteY344" fmla="*/ 627199 h 1972800"/>
                <a:gd name="connsiteX345" fmla="*/ 7193139 w 11362354"/>
                <a:gd name="connsiteY345" fmla="*/ 627199 h 1972800"/>
                <a:gd name="connsiteX346" fmla="*/ 6188669 w 11362354"/>
                <a:gd name="connsiteY346" fmla="*/ 564344 h 1972800"/>
                <a:gd name="connsiteX347" fmla="*/ 6674501 w 11362354"/>
                <a:gd name="connsiteY347" fmla="*/ 564344 h 1972800"/>
                <a:gd name="connsiteX348" fmla="*/ 6674501 w 11362354"/>
                <a:gd name="connsiteY348" fmla="*/ 627199 h 1972800"/>
                <a:gd name="connsiteX349" fmla="*/ 6188669 w 11362354"/>
                <a:gd name="connsiteY349" fmla="*/ 627199 h 1972800"/>
                <a:gd name="connsiteX350" fmla="*/ 5574793 w 11362354"/>
                <a:gd name="connsiteY350" fmla="*/ 564344 h 1972800"/>
                <a:gd name="connsiteX351" fmla="*/ 6073294 w 11362354"/>
                <a:gd name="connsiteY351" fmla="*/ 564344 h 1972800"/>
                <a:gd name="connsiteX352" fmla="*/ 6073294 w 11362354"/>
                <a:gd name="connsiteY352" fmla="*/ 627199 h 1972800"/>
                <a:gd name="connsiteX353" fmla="*/ 5574793 w 11362354"/>
                <a:gd name="connsiteY353" fmla="*/ 627199 h 1972800"/>
                <a:gd name="connsiteX354" fmla="*/ 4792811 w 11362354"/>
                <a:gd name="connsiteY354" fmla="*/ 564344 h 1972800"/>
                <a:gd name="connsiteX355" fmla="*/ 5291307 w 11362354"/>
                <a:gd name="connsiteY355" fmla="*/ 564344 h 1972800"/>
                <a:gd name="connsiteX356" fmla="*/ 5291307 w 11362354"/>
                <a:gd name="connsiteY356" fmla="*/ 627199 h 1972800"/>
                <a:gd name="connsiteX357" fmla="*/ 4792811 w 11362354"/>
                <a:gd name="connsiteY357" fmla="*/ 627199 h 1972800"/>
                <a:gd name="connsiteX358" fmla="*/ 2285298 w 11362354"/>
                <a:gd name="connsiteY358" fmla="*/ 564344 h 1972800"/>
                <a:gd name="connsiteX359" fmla="*/ 2771132 w 11362354"/>
                <a:gd name="connsiteY359" fmla="*/ 564344 h 1972800"/>
                <a:gd name="connsiteX360" fmla="*/ 2771132 w 11362354"/>
                <a:gd name="connsiteY360" fmla="*/ 627199 h 1972800"/>
                <a:gd name="connsiteX361" fmla="*/ 2285298 w 11362354"/>
                <a:gd name="connsiteY361" fmla="*/ 627199 h 1972800"/>
                <a:gd name="connsiteX362" fmla="*/ 1743635 w 11362354"/>
                <a:gd name="connsiteY362" fmla="*/ 564344 h 1972800"/>
                <a:gd name="connsiteX363" fmla="*/ 2184512 w 11362354"/>
                <a:gd name="connsiteY363" fmla="*/ 564344 h 1972800"/>
                <a:gd name="connsiteX364" fmla="*/ 2184779 w 11362354"/>
                <a:gd name="connsiteY364" fmla="*/ 571975 h 1972800"/>
                <a:gd name="connsiteX365" fmla="*/ 2181588 w 11362354"/>
                <a:gd name="connsiteY365" fmla="*/ 627199 h 1972800"/>
                <a:gd name="connsiteX366" fmla="*/ 1742032 w 11362354"/>
                <a:gd name="connsiteY366" fmla="*/ 627199 h 1972800"/>
                <a:gd name="connsiteX367" fmla="*/ 1746020 w 11362354"/>
                <a:gd name="connsiteY367" fmla="*/ 587881 h 1972800"/>
                <a:gd name="connsiteX368" fmla="*/ 985097 w 11362354"/>
                <a:gd name="connsiteY368" fmla="*/ 564344 h 1972800"/>
                <a:gd name="connsiteX369" fmla="*/ 1469893 w 11362354"/>
                <a:gd name="connsiteY369" fmla="*/ 564344 h 1972800"/>
                <a:gd name="connsiteX370" fmla="*/ 1469893 w 11362354"/>
                <a:gd name="connsiteY370" fmla="*/ 627199 h 1972800"/>
                <a:gd name="connsiteX371" fmla="*/ 985097 w 11362354"/>
                <a:gd name="connsiteY371" fmla="*/ 627199 h 1972800"/>
                <a:gd name="connsiteX372" fmla="*/ 0 w 11362354"/>
                <a:gd name="connsiteY372" fmla="*/ 564344 h 1972800"/>
                <a:gd name="connsiteX373" fmla="*/ 505721 w 11362354"/>
                <a:gd name="connsiteY373" fmla="*/ 564344 h 1972800"/>
                <a:gd name="connsiteX374" fmla="*/ 505721 w 11362354"/>
                <a:gd name="connsiteY374" fmla="*/ 627199 h 1972800"/>
                <a:gd name="connsiteX375" fmla="*/ 0 w 11362354"/>
                <a:gd name="connsiteY375" fmla="*/ 627199 h 1972800"/>
                <a:gd name="connsiteX376" fmla="*/ 4156173 w 11362354"/>
                <a:gd name="connsiteY376" fmla="*/ 564343 h 1972800"/>
                <a:gd name="connsiteX377" fmla="*/ 4635244 w 11362354"/>
                <a:gd name="connsiteY377" fmla="*/ 564343 h 1972800"/>
                <a:gd name="connsiteX378" fmla="*/ 4649285 w 11362354"/>
                <a:gd name="connsiteY378" fmla="*/ 627198 h 1972800"/>
                <a:gd name="connsiteX379" fmla="*/ 4173561 w 11362354"/>
                <a:gd name="connsiteY379" fmla="*/ 627198 h 1972800"/>
                <a:gd name="connsiteX380" fmla="*/ 4156173 w 11362354"/>
                <a:gd name="connsiteY380" fmla="*/ 564343 h 1972800"/>
                <a:gd name="connsiteX381" fmla="*/ 3330140 w 11362354"/>
                <a:gd name="connsiteY381" fmla="*/ 564343 h 1972800"/>
                <a:gd name="connsiteX382" fmla="*/ 3809216 w 11362354"/>
                <a:gd name="connsiteY382" fmla="*/ 564343 h 1972800"/>
                <a:gd name="connsiteX383" fmla="*/ 3791828 w 11362354"/>
                <a:gd name="connsiteY383" fmla="*/ 627198 h 1972800"/>
                <a:gd name="connsiteX384" fmla="*/ 3316108 w 11362354"/>
                <a:gd name="connsiteY384" fmla="*/ 627198 h 1972800"/>
                <a:gd name="connsiteX385" fmla="*/ 3330140 w 11362354"/>
                <a:gd name="connsiteY385" fmla="*/ 564343 h 1972800"/>
                <a:gd name="connsiteX386" fmla="*/ 11305691 w 11362354"/>
                <a:gd name="connsiteY386" fmla="*/ 441367 h 1972800"/>
                <a:gd name="connsiteX387" fmla="*/ 11306110 w 11362354"/>
                <a:gd name="connsiteY387" fmla="*/ 441367 h 1972800"/>
                <a:gd name="connsiteX388" fmla="*/ 11306110 w 11362354"/>
                <a:gd name="connsiteY388" fmla="*/ 441726 h 1972800"/>
                <a:gd name="connsiteX389" fmla="*/ 10419150 w 11362354"/>
                <a:gd name="connsiteY389" fmla="*/ 441367 h 1972800"/>
                <a:gd name="connsiteX390" fmla="*/ 10893359 w 11362354"/>
                <a:gd name="connsiteY390" fmla="*/ 441367 h 1972800"/>
                <a:gd name="connsiteX391" fmla="*/ 10894757 w 11362354"/>
                <a:gd name="connsiteY391" fmla="*/ 483273 h 1972800"/>
                <a:gd name="connsiteX392" fmla="*/ 10419058 w 11362354"/>
                <a:gd name="connsiteY392" fmla="*/ 483273 h 1972800"/>
                <a:gd name="connsiteX393" fmla="*/ 10417854 w 11362354"/>
                <a:gd name="connsiteY393" fmla="*/ 463084 h 1972800"/>
                <a:gd name="connsiteX394" fmla="*/ 9781432 w 11362354"/>
                <a:gd name="connsiteY394" fmla="*/ 440432 h 1972800"/>
                <a:gd name="connsiteX395" fmla="*/ 10286039 w 11362354"/>
                <a:gd name="connsiteY395" fmla="*/ 440432 h 1972800"/>
                <a:gd name="connsiteX396" fmla="*/ 10286039 w 11362354"/>
                <a:gd name="connsiteY396" fmla="*/ 482250 h 1972800"/>
                <a:gd name="connsiteX397" fmla="*/ 9781432 w 11362354"/>
                <a:gd name="connsiteY397" fmla="*/ 482250 h 1972800"/>
                <a:gd name="connsiteX398" fmla="*/ 8877431 w 11362354"/>
                <a:gd name="connsiteY398" fmla="*/ 440432 h 1972800"/>
                <a:gd name="connsiteX399" fmla="*/ 9382033 w 11362354"/>
                <a:gd name="connsiteY399" fmla="*/ 440432 h 1972800"/>
                <a:gd name="connsiteX400" fmla="*/ 9382033 w 11362354"/>
                <a:gd name="connsiteY400" fmla="*/ 482250 h 1972800"/>
                <a:gd name="connsiteX401" fmla="*/ 8877431 w 11362354"/>
                <a:gd name="connsiteY401" fmla="*/ 482250 h 1972800"/>
                <a:gd name="connsiteX402" fmla="*/ 8042875 w 11362354"/>
                <a:gd name="connsiteY402" fmla="*/ 440432 h 1972800"/>
                <a:gd name="connsiteX403" fmla="*/ 8501703 w 11362354"/>
                <a:gd name="connsiteY403" fmla="*/ 440432 h 1972800"/>
                <a:gd name="connsiteX404" fmla="*/ 8501703 w 11362354"/>
                <a:gd name="connsiteY404" fmla="*/ 482250 h 1972800"/>
                <a:gd name="connsiteX405" fmla="*/ 8042875 w 11362354"/>
                <a:gd name="connsiteY405" fmla="*/ 482250 h 1972800"/>
                <a:gd name="connsiteX406" fmla="*/ 7193139 w 11362354"/>
                <a:gd name="connsiteY406" fmla="*/ 440432 h 1972800"/>
                <a:gd name="connsiteX407" fmla="*/ 7871807 w 11362354"/>
                <a:gd name="connsiteY407" fmla="*/ 440432 h 1972800"/>
                <a:gd name="connsiteX408" fmla="*/ 7891162 w 11362354"/>
                <a:gd name="connsiteY408" fmla="*/ 482250 h 1972800"/>
                <a:gd name="connsiteX409" fmla="*/ 7193139 w 11362354"/>
                <a:gd name="connsiteY409" fmla="*/ 482250 h 1972800"/>
                <a:gd name="connsiteX410" fmla="*/ 6188669 w 11362354"/>
                <a:gd name="connsiteY410" fmla="*/ 440432 h 1972800"/>
                <a:gd name="connsiteX411" fmla="*/ 6674501 w 11362354"/>
                <a:gd name="connsiteY411" fmla="*/ 440432 h 1972800"/>
                <a:gd name="connsiteX412" fmla="*/ 6674501 w 11362354"/>
                <a:gd name="connsiteY412" fmla="*/ 482250 h 1972800"/>
                <a:gd name="connsiteX413" fmla="*/ 6188669 w 11362354"/>
                <a:gd name="connsiteY413" fmla="*/ 482250 h 1972800"/>
                <a:gd name="connsiteX414" fmla="*/ 5574793 w 11362354"/>
                <a:gd name="connsiteY414" fmla="*/ 440432 h 1972800"/>
                <a:gd name="connsiteX415" fmla="*/ 6073294 w 11362354"/>
                <a:gd name="connsiteY415" fmla="*/ 440432 h 1972800"/>
                <a:gd name="connsiteX416" fmla="*/ 6073294 w 11362354"/>
                <a:gd name="connsiteY416" fmla="*/ 482250 h 1972800"/>
                <a:gd name="connsiteX417" fmla="*/ 5574793 w 11362354"/>
                <a:gd name="connsiteY417" fmla="*/ 482250 h 1972800"/>
                <a:gd name="connsiteX418" fmla="*/ 4792811 w 11362354"/>
                <a:gd name="connsiteY418" fmla="*/ 440432 h 1972800"/>
                <a:gd name="connsiteX419" fmla="*/ 5291307 w 11362354"/>
                <a:gd name="connsiteY419" fmla="*/ 440432 h 1972800"/>
                <a:gd name="connsiteX420" fmla="*/ 5291307 w 11362354"/>
                <a:gd name="connsiteY420" fmla="*/ 482250 h 1972800"/>
                <a:gd name="connsiteX421" fmla="*/ 4792811 w 11362354"/>
                <a:gd name="connsiteY421" fmla="*/ 482250 h 1972800"/>
                <a:gd name="connsiteX422" fmla="*/ 2285298 w 11362354"/>
                <a:gd name="connsiteY422" fmla="*/ 440432 h 1972800"/>
                <a:gd name="connsiteX423" fmla="*/ 2771132 w 11362354"/>
                <a:gd name="connsiteY423" fmla="*/ 440432 h 1972800"/>
                <a:gd name="connsiteX424" fmla="*/ 2771132 w 11362354"/>
                <a:gd name="connsiteY424" fmla="*/ 482250 h 1972800"/>
                <a:gd name="connsiteX425" fmla="*/ 2285298 w 11362354"/>
                <a:gd name="connsiteY425" fmla="*/ 482250 h 1972800"/>
                <a:gd name="connsiteX426" fmla="*/ 1688066 w 11362354"/>
                <a:gd name="connsiteY426" fmla="*/ 440432 h 1972800"/>
                <a:gd name="connsiteX427" fmla="*/ 2171374 w 11362354"/>
                <a:gd name="connsiteY427" fmla="*/ 440432 h 1972800"/>
                <a:gd name="connsiteX428" fmla="*/ 2178605 w 11362354"/>
                <a:gd name="connsiteY428" fmla="*/ 482250 h 1972800"/>
                <a:gd name="connsiteX429" fmla="*/ 1717768 w 11362354"/>
                <a:gd name="connsiteY429" fmla="*/ 482250 h 1972800"/>
                <a:gd name="connsiteX430" fmla="*/ 1688066 w 11362354"/>
                <a:gd name="connsiteY430" fmla="*/ 440432 h 1972800"/>
                <a:gd name="connsiteX431" fmla="*/ 985097 w 11362354"/>
                <a:gd name="connsiteY431" fmla="*/ 440432 h 1972800"/>
                <a:gd name="connsiteX432" fmla="*/ 1469893 w 11362354"/>
                <a:gd name="connsiteY432" fmla="*/ 440432 h 1972800"/>
                <a:gd name="connsiteX433" fmla="*/ 1469893 w 11362354"/>
                <a:gd name="connsiteY433" fmla="*/ 482250 h 1972800"/>
                <a:gd name="connsiteX434" fmla="*/ 985097 w 11362354"/>
                <a:gd name="connsiteY434" fmla="*/ 482250 h 1972800"/>
                <a:gd name="connsiteX435" fmla="*/ 0 w 11362354"/>
                <a:gd name="connsiteY435" fmla="*/ 440432 h 1972800"/>
                <a:gd name="connsiteX436" fmla="*/ 505721 w 11362354"/>
                <a:gd name="connsiteY436" fmla="*/ 440432 h 1972800"/>
                <a:gd name="connsiteX437" fmla="*/ 505721 w 11362354"/>
                <a:gd name="connsiteY437" fmla="*/ 482250 h 1972800"/>
                <a:gd name="connsiteX438" fmla="*/ 0 w 11362354"/>
                <a:gd name="connsiteY438" fmla="*/ 482250 h 1972800"/>
                <a:gd name="connsiteX439" fmla="*/ 4093268 w 11362354"/>
                <a:gd name="connsiteY439" fmla="*/ 440431 h 1972800"/>
                <a:gd name="connsiteX440" fmla="*/ 4597023 w 11362354"/>
                <a:gd name="connsiteY440" fmla="*/ 440431 h 1972800"/>
                <a:gd name="connsiteX441" fmla="*/ 4611768 w 11362354"/>
                <a:gd name="connsiteY441" fmla="*/ 482249 h 1972800"/>
                <a:gd name="connsiteX442" fmla="*/ 4120709 w 11362354"/>
                <a:gd name="connsiteY442" fmla="*/ 482249 h 1972800"/>
                <a:gd name="connsiteX443" fmla="*/ 4093268 w 11362354"/>
                <a:gd name="connsiteY443" fmla="*/ 440431 h 1972800"/>
                <a:gd name="connsiteX444" fmla="*/ 3368371 w 11362354"/>
                <a:gd name="connsiteY444" fmla="*/ 440431 h 1972800"/>
                <a:gd name="connsiteX445" fmla="*/ 3872116 w 11362354"/>
                <a:gd name="connsiteY445" fmla="*/ 440431 h 1972800"/>
                <a:gd name="connsiteX446" fmla="*/ 3844680 w 11362354"/>
                <a:gd name="connsiteY446" fmla="*/ 482249 h 1972800"/>
                <a:gd name="connsiteX447" fmla="*/ 3353616 w 11362354"/>
                <a:gd name="connsiteY447" fmla="*/ 482249 h 1972800"/>
                <a:gd name="connsiteX448" fmla="*/ 3368371 w 11362354"/>
                <a:gd name="connsiteY448" fmla="*/ 440431 h 1972800"/>
                <a:gd name="connsiteX449" fmla="*/ 11223979 w 11362354"/>
                <a:gd name="connsiteY449" fmla="*/ 437563 h 1972800"/>
                <a:gd name="connsiteX450" fmla="*/ 11304274 w 11362354"/>
                <a:gd name="connsiteY450" fmla="*/ 437563 h 1972800"/>
                <a:gd name="connsiteX451" fmla="*/ 11304274 w 11362354"/>
                <a:gd name="connsiteY451" fmla="*/ 487440 h 1972800"/>
                <a:gd name="connsiteX452" fmla="*/ 11274504 w 11362354"/>
                <a:gd name="connsiteY452" fmla="*/ 487440 h 1972800"/>
                <a:gd name="connsiteX453" fmla="*/ 10437485 w 11362354"/>
                <a:gd name="connsiteY453" fmla="*/ 312620 h 1972800"/>
                <a:gd name="connsiteX454" fmla="*/ 11305204 w 11362354"/>
                <a:gd name="connsiteY454" fmla="*/ 312620 h 1972800"/>
                <a:gd name="connsiteX455" fmla="*/ 11305204 w 11362354"/>
                <a:gd name="connsiteY455" fmla="*/ 323517 h 1972800"/>
                <a:gd name="connsiteX456" fmla="*/ 11306110 w 11362354"/>
                <a:gd name="connsiteY456" fmla="*/ 323517 h 1972800"/>
                <a:gd name="connsiteX457" fmla="*/ 11306110 w 11362354"/>
                <a:gd name="connsiteY457" fmla="*/ 351547 h 1972800"/>
                <a:gd name="connsiteX458" fmla="*/ 11306110 w 11362354"/>
                <a:gd name="connsiteY458" fmla="*/ 359098 h 1972800"/>
                <a:gd name="connsiteX459" fmla="*/ 11305204 w 11362354"/>
                <a:gd name="connsiteY459" fmla="*/ 359098 h 1972800"/>
                <a:gd name="connsiteX460" fmla="*/ 11305204 w 11362354"/>
                <a:gd name="connsiteY460" fmla="*/ 363528 h 1972800"/>
                <a:gd name="connsiteX461" fmla="*/ 10423824 w 11362354"/>
                <a:gd name="connsiteY461" fmla="*/ 363528 h 1972800"/>
                <a:gd name="connsiteX462" fmla="*/ 10429797 w 11362354"/>
                <a:gd name="connsiteY462" fmla="*/ 336441 h 1972800"/>
                <a:gd name="connsiteX463" fmla="*/ 9781432 w 11362354"/>
                <a:gd name="connsiteY463" fmla="*/ 312620 h 1972800"/>
                <a:gd name="connsiteX464" fmla="*/ 10286039 w 11362354"/>
                <a:gd name="connsiteY464" fmla="*/ 312620 h 1972800"/>
                <a:gd name="connsiteX465" fmla="*/ 10286039 w 11362354"/>
                <a:gd name="connsiteY465" fmla="*/ 322833 h 1972800"/>
                <a:gd name="connsiteX466" fmla="*/ 10286039 w 11362354"/>
                <a:gd name="connsiteY466" fmla="*/ 358338 h 1972800"/>
                <a:gd name="connsiteX467" fmla="*/ 10286039 w 11362354"/>
                <a:gd name="connsiteY467" fmla="*/ 358339 h 1972800"/>
                <a:gd name="connsiteX468" fmla="*/ 9781432 w 11362354"/>
                <a:gd name="connsiteY468" fmla="*/ 358339 h 1972800"/>
                <a:gd name="connsiteX469" fmla="*/ 9781432 w 11362354"/>
                <a:gd name="connsiteY469" fmla="*/ 358338 h 1972800"/>
                <a:gd name="connsiteX470" fmla="*/ 9781432 w 11362354"/>
                <a:gd name="connsiteY470" fmla="*/ 322833 h 1972800"/>
                <a:gd name="connsiteX471" fmla="*/ 8611213 w 11362354"/>
                <a:gd name="connsiteY471" fmla="*/ 312620 h 1972800"/>
                <a:gd name="connsiteX472" fmla="*/ 9666891 w 11362354"/>
                <a:gd name="connsiteY472" fmla="*/ 312620 h 1972800"/>
                <a:gd name="connsiteX473" fmla="*/ 9666891 w 11362354"/>
                <a:gd name="connsiteY473" fmla="*/ 322833 h 1972800"/>
                <a:gd name="connsiteX474" fmla="*/ 9668568 w 11362354"/>
                <a:gd name="connsiteY474" fmla="*/ 322833 h 1972800"/>
                <a:gd name="connsiteX475" fmla="*/ 9668568 w 11362354"/>
                <a:gd name="connsiteY475" fmla="*/ 358338 h 1972800"/>
                <a:gd name="connsiteX476" fmla="*/ 9666891 w 11362354"/>
                <a:gd name="connsiteY476" fmla="*/ 358338 h 1972800"/>
                <a:gd name="connsiteX477" fmla="*/ 9666891 w 11362354"/>
                <a:gd name="connsiteY477" fmla="*/ 358339 h 1972800"/>
                <a:gd name="connsiteX478" fmla="*/ 8611213 w 11362354"/>
                <a:gd name="connsiteY478" fmla="*/ 358339 h 1972800"/>
                <a:gd name="connsiteX479" fmla="*/ 8037009 w 11362354"/>
                <a:gd name="connsiteY479" fmla="*/ 312620 h 1972800"/>
                <a:gd name="connsiteX480" fmla="*/ 8500026 w 11362354"/>
                <a:gd name="connsiteY480" fmla="*/ 312620 h 1972800"/>
                <a:gd name="connsiteX481" fmla="*/ 8500026 w 11362354"/>
                <a:gd name="connsiteY481" fmla="*/ 322833 h 1972800"/>
                <a:gd name="connsiteX482" fmla="*/ 8501703 w 11362354"/>
                <a:gd name="connsiteY482" fmla="*/ 322833 h 1972800"/>
                <a:gd name="connsiteX483" fmla="*/ 8501703 w 11362354"/>
                <a:gd name="connsiteY483" fmla="*/ 358338 h 1972800"/>
                <a:gd name="connsiteX484" fmla="*/ 8500026 w 11362354"/>
                <a:gd name="connsiteY484" fmla="*/ 358338 h 1972800"/>
                <a:gd name="connsiteX485" fmla="*/ 8500026 w 11362354"/>
                <a:gd name="connsiteY485" fmla="*/ 358339 h 1972800"/>
                <a:gd name="connsiteX486" fmla="*/ 8037009 w 11362354"/>
                <a:gd name="connsiteY486" fmla="*/ 358339 h 1972800"/>
                <a:gd name="connsiteX487" fmla="*/ 7193139 w 11362354"/>
                <a:gd name="connsiteY487" fmla="*/ 312620 h 1972800"/>
                <a:gd name="connsiteX488" fmla="*/ 7812777 w 11362354"/>
                <a:gd name="connsiteY488" fmla="*/ 312620 h 1972800"/>
                <a:gd name="connsiteX489" fmla="*/ 7833342 w 11362354"/>
                <a:gd name="connsiteY489" fmla="*/ 357178 h 1972800"/>
                <a:gd name="connsiteX490" fmla="*/ 7833342 w 11362354"/>
                <a:gd name="connsiteY490" fmla="*/ 357314 h 1972800"/>
                <a:gd name="connsiteX491" fmla="*/ 7833816 w 11362354"/>
                <a:gd name="connsiteY491" fmla="*/ 358338 h 1972800"/>
                <a:gd name="connsiteX492" fmla="*/ 7833342 w 11362354"/>
                <a:gd name="connsiteY492" fmla="*/ 358338 h 1972800"/>
                <a:gd name="connsiteX493" fmla="*/ 7833342 w 11362354"/>
                <a:gd name="connsiteY493" fmla="*/ 358339 h 1972800"/>
                <a:gd name="connsiteX494" fmla="*/ 7193139 w 11362354"/>
                <a:gd name="connsiteY494" fmla="*/ 358339 h 1972800"/>
                <a:gd name="connsiteX495" fmla="*/ 7193139 w 11362354"/>
                <a:gd name="connsiteY495" fmla="*/ 358338 h 1972800"/>
                <a:gd name="connsiteX496" fmla="*/ 7193139 w 11362354"/>
                <a:gd name="connsiteY496" fmla="*/ 322833 h 1972800"/>
                <a:gd name="connsiteX497" fmla="*/ 6184479 w 11362354"/>
                <a:gd name="connsiteY497" fmla="*/ 312620 h 1972800"/>
                <a:gd name="connsiteX498" fmla="*/ 7080274 w 11362354"/>
                <a:gd name="connsiteY498" fmla="*/ 312620 h 1972800"/>
                <a:gd name="connsiteX499" fmla="*/ 7080274 w 11362354"/>
                <a:gd name="connsiteY499" fmla="*/ 322833 h 1972800"/>
                <a:gd name="connsiteX500" fmla="*/ 7080275 w 11362354"/>
                <a:gd name="connsiteY500" fmla="*/ 322833 h 1972800"/>
                <a:gd name="connsiteX501" fmla="*/ 7080275 w 11362354"/>
                <a:gd name="connsiteY501" fmla="*/ 358338 h 1972800"/>
                <a:gd name="connsiteX502" fmla="*/ 7080274 w 11362354"/>
                <a:gd name="connsiteY502" fmla="*/ 358338 h 1972800"/>
                <a:gd name="connsiteX503" fmla="*/ 7080274 w 11362354"/>
                <a:gd name="connsiteY503" fmla="*/ 358339 h 1972800"/>
                <a:gd name="connsiteX504" fmla="*/ 6184479 w 11362354"/>
                <a:gd name="connsiteY504" fmla="*/ 358339 h 1972800"/>
                <a:gd name="connsiteX505" fmla="*/ 5574793 w 11362354"/>
                <a:gd name="connsiteY505" fmla="*/ 312620 h 1972800"/>
                <a:gd name="connsiteX506" fmla="*/ 6073294 w 11362354"/>
                <a:gd name="connsiteY506" fmla="*/ 312620 h 1972800"/>
                <a:gd name="connsiteX507" fmla="*/ 6073294 w 11362354"/>
                <a:gd name="connsiteY507" fmla="*/ 322833 h 1972800"/>
                <a:gd name="connsiteX508" fmla="*/ 6073294 w 11362354"/>
                <a:gd name="connsiteY508" fmla="*/ 358338 h 1972800"/>
                <a:gd name="connsiteX509" fmla="*/ 6073294 w 11362354"/>
                <a:gd name="connsiteY509" fmla="*/ 358339 h 1972800"/>
                <a:gd name="connsiteX510" fmla="*/ 5574793 w 11362354"/>
                <a:gd name="connsiteY510" fmla="*/ 358339 h 1972800"/>
                <a:gd name="connsiteX511" fmla="*/ 5574793 w 11362354"/>
                <a:gd name="connsiteY511" fmla="*/ 358338 h 1972800"/>
                <a:gd name="connsiteX512" fmla="*/ 5574793 w 11362354"/>
                <a:gd name="connsiteY512" fmla="*/ 322833 h 1972800"/>
                <a:gd name="connsiteX513" fmla="*/ 4792811 w 11362354"/>
                <a:gd name="connsiteY513" fmla="*/ 312620 h 1972800"/>
                <a:gd name="connsiteX514" fmla="*/ 5291307 w 11362354"/>
                <a:gd name="connsiteY514" fmla="*/ 312620 h 1972800"/>
                <a:gd name="connsiteX515" fmla="*/ 5291307 w 11362354"/>
                <a:gd name="connsiteY515" fmla="*/ 322833 h 1972800"/>
                <a:gd name="connsiteX516" fmla="*/ 5291307 w 11362354"/>
                <a:gd name="connsiteY516" fmla="*/ 358338 h 1972800"/>
                <a:gd name="connsiteX517" fmla="*/ 5291307 w 11362354"/>
                <a:gd name="connsiteY517" fmla="*/ 358339 h 1972800"/>
                <a:gd name="connsiteX518" fmla="*/ 4792811 w 11362354"/>
                <a:gd name="connsiteY518" fmla="*/ 358339 h 1972800"/>
                <a:gd name="connsiteX519" fmla="*/ 4792811 w 11362354"/>
                <a:gd name="connsiteY519" fmla="*/ 358338 h 1972800"/>
                <a:gd name="connsiteX520" fmla="*/ 4792811 w 11362354"/>
                <a:gd name="connsiteY520" fmla="*/ 322833 h 1972800"/>
                <a:gd name="connsiteX521" fmla="*/ 2285298 w 11362354"/>
                <a:gd name="connsiteY521" fmla="*/ 312620 h 1972800"/>
                <a:gd name="connsiteX522" fmla="*/ 3183254 w 11362354"/>
                <a:gd name="connsiteY522" fmla="*/ 312620 h 1972800"/>
                <a:gd name="connsiteX523" fmla="*/ 3183254 w 11362354"/>
                <a:gd name="connsiteY523" fmla="*/ 322833 h 1972800"/>
                <a:gd name="connsiteX524" fmla="*/ 3183254 w 11362354"/>
                <a:gd name="connsiteY524" fmla="*/ 358338 h 1972800"/>
                <a:gd name="connsiteX525" fmla="*/ 3183254 w 11362354"/>
                <a:gd name="connsiteY525" fmla="*/ 358339 h 1972800"/>
                <a:gd name="connsiteX526" fmla="*/ 2285298 w 11362354"/>
                <a:gd name="connsiteY526" fmla="*/ 358339 h 1972800"/>
                <a:gd name="connsiteX527" fmla="*/ 2285298 w 11362354"/>
                <a:gd name="connsiteY527" fmla="*/ 358338 h 1972800"/>
                <a:gd name="connsiteX528" fmla="*/ 2285298 w 11362354"/>
                <a:gd name="connsiteY528" fmla="*/ 322833 h 1972800"/>
                <a:gd name="connsiteX529" fmla="*/ 985097 w 11362354"/>
                <a:gd name="connsiteY529" fmla="*/ 312620 h 1972800"/>
                <a:gd name="connsiteX530" fmla="*/ 2135110 w 11362354"/>
                <a:gd name="connsiteY530" fmla="*/ 312620 h 1972800"/>
                <a:gd name="connsiteX531" fmla="*/ 2148730 w 11362354"/>
                <a:gd name="connsiteY531" fmla="*/ 358335 h 1972800"/>
                <a:gd name="connsiteX532" fmla="*/ 2148731 w 11362354"/>
                <a:gd name="connsiteY532" fmla="*/ 358338 h 1972800"/>
                <a:gd name="connsiteX533" fmla="*/ 2148731 w 11362354"/>
                <a:gd name="connsiteY533" fmla="*/ 358339 h 1972800"/>
                <a:gd name="connsiteX534" fmla="*/ 985097 w 11362354"/>
                <a:gd name="connsiteY534" fmla="*/ 358339 h 1972800"/>
                <a:gd name="connsiteX535" fmla="*/ 985097 w 11362354"/>
                <a:gd name="connsiteY535" fmla="*/ 358338 h 1972800"/>
                <a:gd name="connsiteX536" fmla="*/ 985097 w 11362354"/>
                <a:gd name="connsiteY536" fmla="*/ 322833 h 1972800"/>
                <a:gd name="connsiteX537" fmla="*/ 0 w 11362354"/>
                <a:gd name="connsiteY537" fmla="*/ 312620 h 1972800"/>
                <a:gd name="connsiteX538" fmla="*/ 877145 w 11362354"/>
                <a:gd name="connsiteY538" fmla="*/ 312620 h 1972800"/>
                <a:gd name="connsiteX539" fmla="*/ 877145 w 11362354"/>
                <a:gd name="connsiteY539" fmla="*/ 322833 h 1972800"/>
                <a:gd name="connsiteX540" fmla="*/ 877145 w 11362354"/>
                <a:gd name="connsiteY540" fmla="*/ 358338 h 1972800"/>
                <a:gd name="connsiteX541" fmla="*/ 877145 w 11362354"/>
                <a:gd name="connsiteY541" fmla="*/ 358339 h 1972800"/>
                <a:gd name="connsiteX542" fmla="*/ 0 w 11362354"/>
                <a:gd name="connsiteY542" fmla="*/ 358339 h 1972800"/>
                <a:gd name="connsiteX543" fmla="*/ 0 w 11362354"/>
                <a:gd name="connsiteY543" fmla="*/ 358338 h 1972800"/>
                <a:gd name="connsiteX544" fmla="*/ 0 w 11362354"/>
                <a:gd name="connsiteY544" fmla="*/ 322833 h 1972800"/>
                <a:gd name="connsiteX545" fmla="*/ 3426524 w 11362354"/>
                <a:gd name="connsiteY545" fmla="*/ 311140 h 1972800"/>
                <a:gd name="connsiteX546" fmla="*/ 4541246 w 11362354"/>
                <a:gd name="connsiteY546" fmla="*/ 311140 h 1972800"/>
                <a:gd name="connsiteX547" fmla="*/ 4565836 w 11362354"/>
                <a:gd name="connsiteY547" fmla="*/ 363528 h 1972800"/>
                <a:gd name="connsiteX548" fmla="*/ 3720591 w 11362354"/>
                <a:gd name="connsiteY548" fmla="*/ 363528 h 1972800"/>
                <a:gd name="connsiteX549" fmla="*/ 3720591 w 11362354"/>
                <a:gd name="connsiteY549" fmla="*/ 361147 h 1972800"/>
                <a:gd name="connsiteX550" fmla="*/ 3403052 w 11362354"/>
                <a:gd name="connsiteY550" fmla="*/ 361147 h 1972800"/>
                <a:gd name="connsiteX551" fmla="*/ 10479636 w 11362354"/>
                <a:gd name="connsiteY551" fmla="*/ 204267 h 1972800"/>
                <a:gd name="connsiteX552" fmla="*/ 10671926 w 11362354"/>
                <a:gd name="connsiteY552" fmla="*/ 204267 h 1972800"/>
                <a:gd name="connsiteX553" fmla="*/ 11306110 w 11362354"/>
                <a:gd name="connsiteY553" fmla="*/ 204267 h 1972800"/>
                <a:gd name="connsiteX554" fmla="*/ 11306110 w 11362354"/>
                <a:gd name="connsiteY554" fmla="*/ 241250 h 1972800"/>
                <a:gd name="connsiteX555" fmla="*/ 10671926 w 11362354"/>
                <a:gd name="connsiteY555" fmla="*/ 241250 h 1972800"/>
                <a:gd name="connsiteX556" fmla="*/ 10463420 w 11362354"/>
                <a:gd name="connsiteY556" fmla="*/ 241250 h 1972800"/>
                <a:gd name="connsiteX557" fmla="*/ 9781432 w 11362354"/>
                <a:gd name="connsiteY557" fmla="*/ 203834 h 1972800"/>
                <a:gd name="connsiteX558" fmla="*/ 10286039 w 11362354"/>
                <a:gd name="connsiteY558" fmla="*/ 203834 h 1972800"/>
                <a:gd name="connsiteX559" fmla="*/ 10286039 w 11362354"/>
                <a:gd name="connsiteY559" fmla="*/ 240739 h 1972800"/>
                <a:gd name="connsiteX560" fmla="*/ 9781432 w 11362354"/>
                <a:gd name="connsiteY560" fmla="*/ 240739 h 1972800"/>
                <a:gd name="connsiteX561" fmla="*/ 8612890 w 11362354"/>
                <a:gd name="connsiteY561" fmla="*/ 203834 h 1972800"/>
                <a:gd name="connsiteX562" fmla="*/ 9668568 w 11362354"/>
                <a:gd name="connsiteY562" fmla="*/ 203834 h 1972800"/>
                <a:gd name="connsiteX563" fmla="*/ 9668568 w 11362354"/>
                <a:gd name="connsiteY563" fmla="*/ 240739 h 1972800"/>
                <a:gd name="connsiteX564" fmla="*/ 8612890 w 11362354"/>
                <a:gd name="connsiteY564" fmla="*/ 240739 h 1972800"/>
                <a:gd name="connsiteX565" fmla="*/ 8042875 w 11362354"/>
                <a:gd name="connsiteY565" fmla="*/ 203834 h 1972800"/>
                <a:gd name="connsiteX566" fmla="*/ 8501703 w 11362354"/>
                <a:gd name="connsiteY566" fmla="*/ 203834 h 1972800"/>
                <a:gd name="connsiteX567" fmla="*/ 8501703 w 11362354"/>
                <a:gd name="connsiteY567" fmla="*/ 240739 h 1972800"/>
                <a:gd name="connsiteX568" fmla="*/ 8042875 w 11362354"/>
                <a:gd name="connsiteY568" fmla="*/ 240739 h 1972800"/>
                <a:gd name="connsiteX569" fmla="*/ 7193139 w 11362354"/>
                <a:gd name="connsiteY569" fmla="*/ 203834 h 1972800"/>
                <a:gd name="connsiteX570" fmla="*/ 7762309 w 11362354"/>
                <a:gd name="connsiteY570" fmla="*/ 203834 h 1972800"/>
                <a:gd name="connsiteX571" fmla="*/ 7779389 w 11362354"/>
                <a:gd name="connsiteY571" fmla="*/ 240739 h 1972800"/>
                <a:gd name="connsiteX572" fmla="*/ 7193139 w 11362354"/>
                <a:gd name="connsiteY572" fmla="*/ 240739 h 1972800"/>
                <a:gd name="connsiteX573" fmla="*/ 6188669 w 11362354"/>
                <a:gd name="connsiteY573" fmla="*/ 203834 h 1972800"/>
                <a:gd name="connsiteX574" fmla="*/ 7080275 w 11362354"/>
                <a:gd name="connsiteY574" fmla="*/ 203834 h 1972800"/>
                <a:gd name="connsiteX575" fmla="*/ 7080275 w 11362354"/>
                <a:gd name="connsiteY575" fmla="*/ 240739 h 1972800"/>
                <a:gd name="connsiteX576" fmla="*/ 6188669 w 11362354"/>
                <a:gd name="connsiteY576" fmla="*/ 240739 h 1972800"/>
                <a:gd name="connsiteX577" fmla="*/ 5574793 w 11362354"/>
                <a:gd name="connsiteY577" fmla="*/ 203834 h 1972800"/>
                <a:gd name="connsiteX578" fmla="*/ 6073294 w 11362354"/>
                <a:gd name="connsiteY578" fmla="*/ 203834 h 1972800"/>
                <a:gd name="connsiteX579" fmla="*/ 6073294 w 11362354"/>
                <a:gd name="connsiteY579" fmla="*/ 240739 h 1972800"/>
                <a:gd name="connsiteX580" fmla="*/ 5574793 w 11362354"/>
                <a:gd name="connsiteY580" fmla="*/ 240739 h 1972800"/>
                <a:gd name="connsiteX581" fmla="*/ 4792811 w 11362354"/>
                <a:gd name="connsiteY581" fmla="*/ 203834 h 1972800"/>
                <a:gd name="connsiteX582" fmla="*/ 5291307 w 11362354"/>
                <a:gd name="connsiteY582" fmla="*/ 203834 h 1972800"/>
                <a:gd name="connsiteX583" fmla="*/ 5291307 w 11362354"/>
                <a:gd name="connsiteY583" fmla="*/ 240739 h 1972800"/>
                <a:gd name="connsiteX584" fmla="*/ 4792811 w 11362354"/>
                <a:gd name="connsiteY584" fmla="*/ 240739 h 1972800"/>
                <a:gd name="connsiteX585" fmla="*/ 2285298 w 11362354"/>
                <a:gd name="connsiteY585" fmla="*/ 203834 h 1972800"/>
                <a:gd name="connsiteX586" fmla="*/ 3183254 w 11362354"/>
                <a:gd name="connsiteY586" fmla="*/ 203834 h 1972800"/>
                <a:gd name="connsiteX587" fmla="*/ 3183254 w 11362354"/>
                <a:gd name="connsiteY587" fmla="*/ 240739 h 1972800"/>
                <a:gd name="connsiteX588" fmla="*/ 2285298 w 11362354"/>
                <a:gd name="connsiteY588" fmla="*/ 240739 h 1972800"/>
                <a:gd name="connsiteX589" fmla="*/ 985097 w 11362354"/>
                <a:gd name="connsiteY589" fmla="*/ 203834 h 1972800"/>
                <a:gd name="connsiteX590" fmla="*/ 2069184 w 11362354"/>
                <a:gd name="connsiteY590" fmla="*/ 203834 h 1972800"/>
                <a:gd name="connsiteX591" fmla="*/ 2093941 w 11362354"/>
                <a:gd name="connsiteY591" fmla="*/ 240739 h 1972800"/>
                <a:gd name="connsiteX592" fmla="*/ 985097 w 11362354"/>
                <a:gd name="connsiteY592" fmla="*/ 240739 h 1972800"/>
                <a:gd name="connsiteX593" fmla="*/ 0 w 11362354"/>
                <a:gd name="connsiteY593" fmla="*/ 203834 h 1972800"/>
                <a:gd name="connsiteX594" fmla="*/ 877145 w 11362354"/>
                <a:gd name="connsiteY594" fmla="*/ 203834 h 1972800"/>
                <a:gd name="connsiteX595" fmla="*/ 877145 w 11362354"/>
                <a:gd name="connsiteY595" fmla="*/ 240739 h 1972800"/>
                <a:gd name="connsiteX596" fmla="*/ 0 w 11362354"/>
                <a:gd name="connsiteY596" fmla="*/ 240739 h 1972800"/>
                <a:gd name="connsiteX597" fmla="*/ 3491565 w 11362354"/>
                <a:gd name="connsiteY597" fmla="*/ 203833 h 1972800"/>
                <a:gd name="connsiteX598" fmla="*/ 4473824 w 11362354"/>
                <a:gd name="connsiteY598" fmla="*/ 203833 h 1972800"/>
                <a:gd name="connsiteX599" fmla="*/ 4499119 w 11362354"/>
                <a:gd name="connsiteY599" fmla="*/ 240738 h 1972800"/>
                <a:gd name="connsiteX600" fmla="*/ 3466269 w 11362354"/>
                <a:gd name="connsiteY600" fmla="*/ 240738 h 1972800"/>
                <a:gd name="connsiteX601" fmla="*/ 3491565 w 11362354"/>
                <a:gd name="connsiteY601" fmla="*/ 203833 h 1972800"/>
                <a:gd name="connsiteX602" fmla="*/ 10550205 w 11362354"/>
                <a:gd name="connsiteY602" fmla="*/ 96959 h 1972800"/>
                <a:gd name="connsiteX603" fmla="*/ 10671926 w 11362354"/>
                <a:gd name="connsiteY603" fmla="*/ 96959 h 1972800"/>
                <a:gd name="connsiteX604" fmla="*/ 11306110 w 11362354"/>
                <a:gd name="connsiteY604" fmla="*/ 96959 h 1972800"/>
                <a:gd name="connsiteX605" fmla="*/ 11306110 w 11362354"/>
                <a:gd name="connsiteY605" fmla="*/ 121993 h 1972800"/>
                <a:gd name="connsiteX606" fmla="*/ 10671926 w 11362354"/>
                <a:gd name="connsiteY606" fmla="*/ 121993 h 1972800"/>
                <a:gd name="connsiteX607" fmla="*/ 10531544 w 11362354"/>
                <a:gd name="connsiteY607" fmla="*/ 121993 h 1972800"/>
                <a:gd name="connsiteX608" fmla="*/ 9781432 w 11362354"/>
                <a:gd name="connsiteY608" fmla="*/ 96753 h 1972800"/>
                <a:gd name="connsiteX609" fmla="*/ 10286039 w 11362354"/>
                <a:gd name="connsiteY609" fmla="*/ 96753 h 1972800"/>
                <a:gd name="connsiteX610" fmla="*/ 10286039 w 11362354"/>
                <a:gd name="connsiteY610" fmla="*/ 121735 h 1972800"/>
                <a:gd name="connsiteX611" fmla="*/ 9781432 w 11362354"/>
                <a:gd name="connsiteY611" fmla="*/ 121735 h 1972800"/>
                <a:gd name="connsiteX612" fmla="*/ 8612890 w 11362354"/>
                <a:gd name="connsiteY612" fmla="*/ 96753 h 1972800"/>
                <a:gd name="connsiteX613" fmla="*/ 9668568 w 11362354"/>
                <a:gd name="connsiteY613" fmla="*/ 96753 h 1972800"/>
                <a:gd name="connsiteX614" fmla="*/ 9668568 w 11362354"/>
                <a:gd name="connsiteY614" fmla="*/ 121735 h 1972800"/>
                <a:gd name="connsiteX615" fmla="*/ 8612890 w 11362354"/>
                <a:gd name="connsiteY615" fmla="*/ 121735 h 1972800"/>
                <a:gd name="connsiteX616" fmla="*/ 8042875 w 11362354"/>
                <a:gd name="connsiteY616" fmla="*/ 96753 h 1972800"/>
                <a:gd name="connsiteX617" fmla="*/ 8501703 w 11362354"/>
                <a:gd name="connsiteY617" fmla="*/ 96753 h 1972800"/>
                <a:gd name="connsiteX618" fmla="*/ 8501703 w 11362354"/>
                <a:gd name="connsiteY618" fmla="*/ 121735 h 1972800"/>
                <a:gd name="connsiteX619" fmla="*/ 8042875 w 11362354"/>
                <a:gd name="connsiteY619" fmla="*/ 121735 h 1972800"/>
                <a:gd name="connsiteX620" fmla="*/ 7193139 w 11362354"/>
                <a:gd name="connsiteY620" fmla="*/ 96753 h 1972800"/>
                <a:gd name="connsiteX621" fmla="*/ 7712749 w 11362354"/>
                <a:gd name="connsiteY621" fmla="*/ 96753 h 1972800"/>
                <a:gd name="connsiteX622" fmla="*/ 7724312 w 11362354"/>
                <a:gd name="connsiteY622" fmla="*/ 121735 h 1972800"/>
                <a:gd name="connsiteX623" fmla="*/ 7193139 w 11362354"/>
                <a:gd name="connsiteY623" fmla="*/ 121735 h 1972800"/>
                <a:gd name="connsiteX624" fmla="*/ 6188669 w 11362354"/>
                <a:gd name="connsiteY624" fmla="*/ 96753 h 1972800"/>
                <a:gd name="connsiteX625" fmla="*/ 7080275 w 11362354"/>
                <a:gd name="connsiteY625" fmla="*/ 96753 h 1972800"/>
                <a:gd name="connsiteX626" fmla="*/ 7080275 w 11362354"/>
                <a:gd name="connsiteY626" fmla="*/ 121735 h 1972800"/>
                <a:gd name="connsiteX627" fmla="*/ 6188669 w 11362354"/>
                <a:gd name="connsiteY627" fmla="*/ 121735 h 1972800"/>
                <a:gd name="connsiteX628" fmla="*/ 5574793 w 11362354"/>
                <a:gd name="connsiteY628" fmla="*/ 96753 h 1972800"/>
                <a:gd name="connsiteX629" fmla="*/ 6073294 w 11362354"/>
                <a:gd name="connsiteY629" fmla="*/ 96753 h 1972800"/>
                <a:gd name="connsiteX630" fmla="*/ 6073294 w 11362354"/>
                <a:gd name="connsiteY630" fmla="*/ 121735 h 1972800"/>
                <a:gd name="connsiteX631" fmla="*/ 5574793 w 11362354"/>
                <a:gd name="connsiteY631" fmla="*/ 121735 h 1972800"/>
                <a:gd name="connsiteX632" fmla="*/ 4792811 w 11362354"/>
                <a:gd name="connsiteY632" fmla="*/ 96753 h 1972800"/>
                <a:gd name="connsiteX633" fmla="*/ 5291307 w 11362354"/>
                <a:gd name="connsiteY633" fmla="*/ 96753 h 1972800"/>
                <a:gd name="connsiteX634" fmla="*/ 5291307 w 11362354"/>
                <a:gd name="connsiteY634" fmla="*/ 121735 h 1972800"/>
                <a:gd name="connsiteX635" fmla="*/ 4792811 w 11362354"/>
                <a:gd name="connsiteY635" fmla="*/ 121735 h 1972800"/>
                <a:gd name="connsiteX636" fmla="*/ 2285298 w 11362354"/>
                <a:gd name="connsiteY636" fmla="*/ 96753 h 1972800"/>
                <a:gd name="connsiteX637" fmla="*/ 3183254 w 11362354"/>
                <a:gd name="connsiteY637" fmla="*/ 96753 h 1972800"/>
                <a:gd name="connsiteX638" fmla="*/ 3183254 w 11362354"/>
                <a:gd name="connsiteY638" fmla="*/ 121735 h 1972800"/>
                <a:gd name="connsiteX639" fmla="*/ 2285298 w 11362354"/>
                <a:gd name="connsiteY639" fmla="*/ 121735 h 1972800"/>
                <a:gd name="connsiteX640" fmla="*/ 985097 w 11362354"/>
                <a:gd name="connsiteY640" fmla="*/ 96753 h 1972800"/>
                <a:gd name="connsiteX641" fmla="*/ 1978552 w 11362354"/>
                <a:gd name="connsiteY641" fmla="*/ 96753 h 1972800"/>
                <a:gd name="connsiteX642" fmla="*/ 2002599 w 11362354"/>
                <a:gd name="connsiteY642" fmla="*/ 121735 h 1972800"/>
                <a:gd name="connsiteX643" fmla="*/ 985097 w 11362354"/>
                <a:gd name="connsiteY643" fmla="*/ 121735 h 1972800"/>
                <a:gd name="connsiteX644" fmla="*/ 0 w 11362354"/>
                <a:gd name="connsiteY644" fmla="*/ 96753 h 1972800"/>
                <a:gd name="connsiteX645" fmla="*/ 877145 w 11362354"/>
                <a:gd name="connsiteY645" fmla="*/ 96753 h 1972800"/>
                <a:gd name="connsiteX646" fmla="*/ 877145 w 11362354"/>
                <a:gd name="connsiteY646" fmla="*/ 121735 h 1972800"/>
                <a:gd name="connsiteX647" fmla="*/ 0 w 11362354"/>
                <a:gd name="connsiteY647" fmla="*/ 121735 h 1972800"/>
                <a:gd name="connsiteX648" fmla="*/ 3581580 w 11362354"/>
                <a:gd name="connsiteY648" fmla="*/ 96752 h 1972800"/>
                <a:gd name="connsiteX649" fmla="*/ 4383809 w 11362354"/>
                <a:gd name="connsiteY649" fmla="*/ 96752 h 1972800"/>
                <a:gd name="connsiteX650" fmla="*/ 4407456 w 11362354"/>
                <a:gd name="connsiteY650" fmla="*/ 121734 h 1972800"/>
                <a:gd name="connsiteX651" fmla="*/ 3557933 w 11362354"/>
                <a:gd name="connsiteY651" fmla="*/ 121734 h 1972800"/>
                <a:gd name="connsiteX652" fmla="*/ 3581580 w 11362354"/>
                <a:gd name="connsiteY652" fmla="*/ 96752 h 1972800"/>
                <a:gd name="connsiteX653" fmla="*/ 10683999 w 11362354"/>
                <a:gd name="connsiteY653" fmla="*/ 1 h 1972800"/>
                <a:gd name="connsiteX654" fmla="*/ 10743787 w 11362354"/>
                <a:gd name="connsiteY654" fmla="*/ 1 h 1972800"/>
                <a:gd name="connsiteX655" fmla="*/ 10800434 w 11362354"/>
                <a:gd name="connsiteY655" fmla="*/ 2849 h 1972800"/>
                <a:gd name="connsiteX656" fmla="*/ 10800434 w 11362354"/>
                <a:gd name="connsiteY656" fmla="*/ 1 h 1972800"/>
                <a:gd name="connsiteX657" fmla="*/ 11306110 w 11362354"/>
                <a:gd name="connsiteY657" fmla="*/ 1 h 1972800"/>
                <a:gd name="connsiteX658" fmla="*/ 11306110 w 11362354"/>
                <a:gd name="connsiteY658" fmla="*/ 14690 h 1972800"/>
                <a:gd name="connsiteX659" fmla="*/ 10671926 w 11362354"/>
                <a:gd name="connsiteY659" fmla="*/ 14690 h 1972800"/>
                <a:gd name="connsiteX660" fmla="*/ 10634292 w 11362354"/>
                <a:gd name="connsiteY660" fmla="*/ 14690 h 1972800"/>
                <a:gd name="connsiteX661" fmla="*/ 10646512 w 11362354"/>
                <a:gd name="connsiteY661" fmla="*/ 4251 h 1972800"/>
                <a:gd name="connsiteX662" fmla="*/ 10646512 w 11362354"/>
                <a:gd name="connsiteY662" fmla="*/ 2687 h 1972800"/>
                <a:gd name="connsiteX663" fmla="*/ 10671926 w 11362354"/>
                <a:gd name="connsiteY663" fmla="*/ 1221 h 1972800"/>
                <a:gd name="connsiteX664" fmla="*/ 10671926 w 11362354"/>
                <a:gd name="connsiteY664" fmla="*/ 697 h 1972800"/>
                <a:gd name="connsiteX665" fmla="*/ 9781432 w 11362354"/>
                <a:gd name="connsiteY665" fmla="*/ 1 h 1972800"/>
                <a:gd name="connsiteX666" fmla="*/ 10286039 w 11362354"/>
                <a:gd name="connsiteY666" fmla="*/ 1 h 1972800"/>
                <a:gd name="connsiteX667" fmla="*/ 10286039 w 11362354"/>
                <a:gd name="connsiteY667" fmla="*/ 14659 h 1972800"/>
                <a:gd name="connsiteX668" fmla="*/ 9781432 w 11362354"/>
                <a:gd name="connsiteY668" fmla="*/ 14659 h 1972800"/>
                <a:gd name="connsiteX669" fmla="*/ 8612890 w 11362354"/>
                <a:gd name="connsiteY669" fmla="*/ 1 h 1972800"/>
                <a:gd name="connsiteX670" fmla="*/ 9668568 w 11362354"/>
                <a:gd name="connsiteY670" fmla="*/ 1 h 1972800"/>
                <a:gd name="connsiteX671" fmla="*/ 9668568 w 11362354"/>
                <a:gd name="connsiteY671" fmla="*/ 14659 h 1972800"/>
                <a:gd name="connsiteX672" fmla="*/ 8612890 w 11362354"/>
                <a:gd name="connsiteY672" fmla="*/ 14659 h 1972800"/>
                <a:gd name="connsiteX673" fmla="*/ 8042875 w 11362354"/>
                <a:gd name="connsiteY673" fmla="*/ 1 h 1972800"/>
                <a:gd name="connsiteX674" fmla="*/ 8501703 w 11362354"/>
                <a:gd name="connsiteY674" fmla="*/ 1 h 1972800"/>
                <a:gd name="connsiteX675" fmla="*/ 8501703 w 11362354"/>
                <a:gd name="connsiteY675" fmla="*/ 14659 h 1972800"/>
                <a:gd name="connsiteX676" fmla="*/ 8042875 w 11362354"/>
                <a:gd name="connsiteY676" fmla="*/ 14659 h 1972800"/>
                <a:gd name="connsiteX677" fmla="*/ 7193139 w 11362354"/>
                <a:gd name="connsiteY677" fmla="*/ 1 h 1972800"/>
                <a:gd name="connsiteX678" fmla="*/ 7667970 w 11362354"/>
                <a:gd name="connsiteY678" fmla="*/ 1 h 1972800"/>
                <a:gd name="connsiteX679" fmla="*/ 7674758 w 11362354"/>
                <a:gd name="connsiteY679" fmla="*/ 14659 h 1972800"/>
                <a:gd name="connsiteX680" fmla="*/ 7193139 w 11362354"/>
                <a:gd name="connsiteY680" fmla="*/ 14659 h 1972800"/>
                <a:gd name="connsiteX681" fmla="*/ 6188669 w 11362354"/>
                <a:gd name="connsiteY681" fmla="*/ 1 h 1972800"/>
                <a:gd name="connsiteX682" fmla="*/ 7080275 w 11362354"/>
                <a:gd name="connsiteY682" fmla="*/ 1 h 1972800"/>
                <a:gd name="connsiteX683" fmla="*/ 7080275 w 11362354"/>
                <a:gd name="connsiteY683" fmla="*/ 14659 h 1972800"/>
                <a:gd name="connsiteX684" fmla="*/ 6188669 w 11362354"/>
                <a:gd name="connsiteY684" fmla="*/ 14659 h 1972800"/>
                <a:gd name="connsiteX685" fmla="*/ 5574793 w 11362354"/>
                <a:gd name="connsiteY685" fmla="*/ 1 h 1972800"/>
                <a:gd name="connsiteX686" fmla="*/ 6073294 w 11362354"/>
                <a:gd name="connsiteY686" fmla="*/ 1 h 1972800"/>
                <a:gd name="connsiteX687" fmla="*/ 6073294 w 11362354"/>
                <a:gd name="connsiteY687" fmla="*/ 14659 h 1972800"/>
                <a:gd name="connsiteX688" fmla="*/ 5574793 w 11362354"/>
                <a:gd name="connsiteY688" fmla="*/ 14659 h 1972800"/>
                <a:gd name="connsiteX689" fmla="*/ 4792811 w 11362354"/>
                <a:gd name="connsiteY689" fmla="*/ 1 h 1972800"/>
                <a:gd name="connsiteX690" fmla="*/ 5291307 w 11362354"/>
                <a:gd name="connsiteY690" fmla="*/ 1 h 1972800"/>
                <a:gd name="connsiteX691" fmla="*/ 5291307 w 11362354"/>
                <a:gd name="connsiteY691" fmla="*/ 14659 h 1972800"/>
                <a:gd name="connsiteX692" fmla="*/ 4792811 w 11362354"/>
                <a:gd name="connsiteY692" fmla="*/ 14659 h 1972800"/>
                <a:gd name="connsiteX693" fmla="*/ 2285298 w 11362354"/>
                <a:gd name="connsiteY693" fmla="*/ 1 h 1972800"/>
                <a:gd name="connsiteX694" fmla="*/ 3183254 w 11362354"/>
                <a:gd name="connsiteY694" fmla="*/ 1 h 1972800"/>
                <a:gd name="connsiteX695" fmla="*/ 3183254 w 11362354"/>
                <a:gd name="connsiteY695" fmla="*/ 14659 h 1972800"/>
                <a:gd name="connsiteX696" fmla="*/ 2285298 w 11362354"/>
                <a:gd name="connsiteY696" fmla="*/ 14659 h 1972800"/>
                <a:gd name="connsiteX697" fmla="*/ 985097 w 11362354"/>
                <a:gd name="connsiteY697" fmla="*/ 1 h 1972800"/>
                <a:gd name="connsiteX698" fmla="*/ 1846470 w 11362354"/>
                <a:gd name="connsiteY698" fmla="*/ 1 h 1972800"/>
                <a:gd name="connsiteX699" fmla="*/ 1869376 w 11362354"/>
                <a:gd name="connsiteY699" fmla="*/ 14659 h 1972800"/>
                <a:gd name="connsiteX700" fmla="*/ 985097 w 11362354"/>
                <a:gd name="connsiteY700" fmla="*/ 14659 h 1972800"/>
                <a:gd name="connsiteX701" fmla="*/ 0 w 11362354"/>
                <a:gd name="connsiteY701" fmla="*/ 1 h 1972800"/>
                <a:gd name="connsiteX702" fmla="*/ 877145 w 11362354"/>
                <a:gd name="connsiteY702" fmla="*/ 1 h 1972800"/>
                <a:gd name="connsiteX703" fmla="*/ 877145 w 11362354"/>
                <a:gd name="connsiteY703" fmla="*/ 14659 h 1972800"/>
                <a:gd name="connsiteX704" fmla="*/ 0 w 11362354"/>
                <a:gd name="connsiteY704" fmla="*/ 14659 h 1972800"/>
                <a:gd name="connsiteX705" fmla="*/ 3702830 w 11362354"/>
                <a:gd name="connsiteY705" fmla="*/ 0 h 1972800"/>
                <a:gd name="connsiteX706" fmla="*/ 4262563 w 11362354"/>
                <a:gd name="connsiteY706" fmla="*/ 0 h 1972800"/>
                <a:gd name="connsiteX707" fmla="*/ 4284257 w 11362354"/>
                <a:gd name="connsiteY707" fmla="*/ 14658 h 1972800"/>
                <a:gd name="connsiteX708" fmla="*/ 3681132 w 11362354"/>
                <a:gd name="connsiteY708" fmla="*/ 14658 h 1972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</a:cxnLst>
              <a:rect l="l" t="t" r="r" b="b"/>
              <a:pathLst>
                <a:path w="11362354" h="1972800">
                  <a:moveTo>
                    <a:pt x="4196821" y="1846406"/>
                  </a:moveTo>
                  <a:lnTo>
                    <a:pt x="4515841" y="1846406"/>
                  </a:lnTo>
                  <a:lnTo>
                    <a:pt x="4302401" y="1972800"/>
                  </a:lnTo>
                  <a:lnTo>
                    <a:pt x="4276590" y="1972800"/>
                  </a:lnTo>
                  <a:close/>
                  <a:moveTo>
                    <a:pt x="10408772" y="1547682"/>
                  </a:moveTo>
                  <a:lnTo>
                    <a:pt x="11236685" y="1547682"/>
                  </a:lnTo>
                  <a:cubicBezTo>
                    <a:pt x="11178355" y="1621090"/>
                    <a:pt x="11101638" y="1688425"/>
                    <a:pt x="11013744" y="1726479"/>
                  </a:cubicBezTo>
                  <a:cubicBezTo>
                    <a:pt x="10916839" y="1760403"/>
                    <a:pt x="10802883" y="1780105"/>
                    <a:pt x="10702056" y="1776200"/>
                  </a:cubicBezTo>
                  <a:cubicBezTo>
                    <a:pt x="10601227" y="1772294"/>
                    <a:pt x="10494409" y="1740125"/>
                    <a:pt x="10408772" y="1703049"/>
                  </a:cubicBezTo>
                  <a:close/>
                  <a:moveTo>
                    <a:pt x="9781432" y="1544408"/>
                  </a:moveTo>
                  <a:lnTo>
                    <a:pt x="10286039" y="1544408"/>
                  </a:lnTo>
                  <a:lnTo>
                    <a:pt x="10286039" y="1763438"/>
                  </a:lnTo>
                  <a:lnTo>
                    <a:pt x="9781432" y="1763438"/>
                  </a:lnTo>
                  <a:close/>
                  <a:moveTo>
                    <a:pt x="8877431" y="1544408"/>
                  </a:moveTo>
                  <a:lnTo>
                    <a:pt x="9382033" y="1544408"/>
                  </a:lnTo>
                  <a:lnTo>
                    <a:pt x="9382033" y="1763438"/>
                  </a:lnTo>
                  <a:lnTo>
                    <a:pt x="8877431" y="1763438"/>
                  </a:lnTo>
                  <a:close/>
                  <a:moveTo>
                    <a:pt x="7955283" y="1544408"/>
                  </a:moveTo>
                  <a:lnTo>
                    <a:pt x="8501703" y="1544408"/>
                  </a:lnTo>
                  <a:lnTo>
                    <a:pt x="8501703" y="1763438"/>
                  </a:lnTo>
                  <a:lnTo>
                    <a:pt x="8046371" y="1763438"/>
                  </a:lnTo>
                  <a:close/>
                  <a:moveTo>
                    <a:pt x="7193139" y="1544408"/>
                  </a:moveTo>
                  <a:lnTo>
                    <a:pt x="7648159" y="1544408"/>
                  </a:lnTo>
                  <a:lnTo>
                    <a:pt x="7648159" y="1763438"/>
                  </a:lnTo>
                  <a:lnTo>
                    <a:pt x="7193139" y="1763438"/>
                  </a:lnTo>
                  <a:close/>
                  <a:moveTo>
                    <a:pt x="6188669" y="1544408"/>
                  </a:moveTo>
                  <a:lnTo>
                    <a:pt x="7080275" y="1544408"/>
                  </a:lnTo>
                  <a:lnTo>
                    <a:pt x="7080275" y="1763438"/>
                  </a:lnTo>
                  <a:lnTo>
                    <a:pt x="6188669" y="1763438"/>
                  </a:lnTo>
                  <a:close/>
                  <a:moveTo>
                    <a:pt x="4886266" y="1544408"/>
                  </a:moveTo>
                  <a:lnTo>
                    <a:pt x="5979839" y="1544408"/>
                  </a:lnTo>
                  <a:cubicBezTo>
                    <a:pt x="5886803" y="1676927"/>
                    <a:pt x="5732198" y="1763438"/>
                    <a:pt x="5557257" y="1763438"/>
                  </a:cubicBezTo>
                  <a:lnTo>
                    <a:pt x="5308843" y="1763438"/>
                  </a:lnTo>
                  <a:cubicBezTo>
                    <a:pt x="5133911" y="1763438"/>
                    <a:pt x="4979301" y="1676927"/>
                    <a:pt x="4886266" y="1544408"/>
                  </a:cubicBezTo>
                  <a:close/>
                  <a:moveTo>
                    <a:pt x="2285298" y="1544408"/>
                  </a:moveTo>
                  <a:lnTo>
                    <a:pt x="3183254" y="1544408"/>
                  </a:lnTo>
                  <a:lnTo>
                    <a:pt x="3183254" y="1763438"/>
                  </a:lnTo>
                  <a:lnTo>
                    <a:pt x="2285298" y="1763438"/>
                  </a:lnTo>
                  <a:close/>
                  <a:moveTo>
                    <a:pt x="1699767" y="1544408"/>
                  </a:moveTo>
                  <a:lnTo>
                    <a:pt x="2161050" y="1544408"/>
                  </a:lnTo>
                  <a:lnTo>
                    <a:pt x="2265828" y="1763438"/>
                  </a:lnTo>
                  <a:lnTo>
                    <a:pt x="1796468" y="1763438"/>
                  </a:lnTo>
                  <a:close/>
                  <a:moveTo>
                    <a:pt x="985097" y="1544408"/>
                  </a:moveTo>
                  <a:lnTo>
                    <a:pt x="1468672" y="1544408"/>
                  </a:lnTo>
                  <a:lnTo>
                    <a:pt x="1468672" y="1763438"/>
                  </a:lnTo>
                  <a:lnTo>
                    <a:pt x="985097" y="1763438"/>
                  </a:lnTo>
                  <a:close/>
                  <a:moveTo>
                    <a:pt x="0" y="1544408"/>
                  </a:moveTo>
                  <a:lnTo>
                    <a:pt x="506025" y="1544408"/>
                  </a:lnTo>
                  <a:lnTo>
                    <a:pt x="506025" y="1763438"/>
                  </a:lnTo>
                  <a:lnTo>
                    <a:pt x="498505" y="1763438"/>
                  </a:lnTo>
                  <a:lnTo>
                    <a:pt x="7520" y="1763438"/>
                  </a:lnTo>
                  <a:lnTo>
                    <a:pt x="0" y="1763438"/>
                  </a:lnTo>
                  <a:close/>
                  <a:moveTo>
                    <a:pt x="3478763" y="1544407"/>
                  </a:moveTo>
                  <a:lnTo>
                    <a:pt x="4486152" y="1544407"/>
                  </a:lnTo>
                  <a:cubicBezTo>
                    <a:pt x="4484148" y="1548197"/>
                    <a:pt x="4481735" y="1551706"/>
                    <a:pt x="4479313" y="1555187"/>
                  </a:cubicBezTo>
                  <a:lnTo>
                    <a:pt x="4654042" y="1763437"/>
                  </a:lnTo>
                  <a:lnTo>
                    <a:pt x="3697470" y="1763437"/>
                  </a:lnTo>
                  <a:cubicBezTo>
                    <a:pt x="3614316" y="1711031"/>
                    <a:pt x="3539996" y="1636273"/>
                    <a:pt x="3478763" y="1544407"/>
                  </a:cubicBezTo>
                  <a:close/>
                  <a:moveTo>
                    <a:pt x="10408772" y="1290902"/>
                  </a:moveTo>
                  <a:lnTo>
                    <a:pt x="10568570" y="1290902"/>
                  </a:lnTo>
                  <a:cubicBezTo>
                    <a:pt x="10577470" y="1298557"/>
                    <a:pt x="10581828" y="1306214"/>
                    <a:pt x="10590729" y="1313870"/>
                  </a:cubicBezTo>
                  <a:cubicBezTo>
                    <a:pt x="10620545" y="1348521"/>
                    <a:pt x="10677153" y="1369391"/>
                    <a:pt x="10721250" y="1365562"/>
                  </a:cubicBezTo>
                  <a:cubicBezTo>
                    <a:pt x="10765348" y="1361734"/>
                    <a:pt x="10826744" y="1338516"/>
                    <a:pt x="10855315" y="1290902"/>
                  </a:cubicBezTo>
                  <a:lnTo>
                    <a:pt x="11214890" y="1290902"/>
                  </a:lnTo>
                  <a:lnTo>
                    <a:pt x="11346112" y="1290902"/>
                  </a:lnTo>
                  <a:cubicBezTo>
                    <a:pt x="11334622" y="1353431"/>
                    <a:pt x="11312604" y="1412394"/>
                    <a:pt x="11280882" y="1465414"/>
                  </a:cubicBezTo>
                  <a:lnTo>
                    <a:pt x="11214890" y="1465414"/>
                  </a:lnTo>
                  <a:lnTo>
                    <a:pt x="10408772" y="1465414"/>
                  </a:lnTo>
                  <a:close/>
                  <a:moveTo>
                    <a:pt x="3354588" y="1288169"/>
                  </a:moveTo>
                  <a:lnTo>
                    <a:pt x="3891084" y="1288169"/>
                  </a:lnTo>
                  <a:cubicBezTo>
                    <a:pt x="3918715" y="1317171"/>
                    <a:pt x="3949853" y="1333215"/>
                    <a:pt x="3982693" y="1333215"/>
                  </a:cubicBezTo>
                  <a:cubicBezTo>
                    <a:pt x="4015535" y="1333215"/>
                    <a:pt x="4046674" y="1317171"/>
                    <a:pt x="4074304" y="1288169"/>
                  </a:cubicBezTo>
                  <a:lnTo>
                    <a:pt x="4610046" y="1288169"/>
                  </a:lnTo>
                  <a:cubicBezTo>
                    <a:pt x="4590290" y="1350350"/>
                    <a:pt x="4565183" y="1408715"/>
                    <a:pt x="4535426" y="1462313"/>
                  </a:cubicBezTo>
                  <a:lnTo>
                    <a:pt x="3429061" y="1462313"/>
                  </a:lnTo>
                  <a:cubicBezTo>
                    <a:pt x="3399902" y="1408452"/>
                    <a:pt x="3374896" y="1350106"/>
                    <a:pt x="3354588" y="1288169"/>
                  </a:cubicBezTo>
                  <a:close/>
                  <a:moveTo>
                    <a:pt x="9781432" y="1288165"/>
                  </a:moveTo>
                  <a:lnTo>
                    <a:pt x="10286039" y="1288165"/>
                  </a:lnTo>
                  <a:lnTo>
                    <a:pt x="10286039" y="1462314"/>
                  </a:lnTo>
                  <a:lnTo>
                    <a:pt x="9781432" y="1462314"/>
                  </a:lnTo>
                  <a:close/>
                  <a:moveTo>
                    <a:pt x="8877431" y="1288165"/>
                  </a:moveTo>
                  <a:lnTo>
                    <a:pt x="9382033" y="1288165"/>
                  </a:lnTo>
                  <a:lnTo>
                    <a:pt x="9382033" y="1462314"/>
                  </a:lnTo>
                  <a:lnTo>
                    <a:pt x="8877431" y="1462314"/>
                  </a:lnTo>
                  <a:close/>
                  <a:moveTo>
                    <a:pt x="7848731" y="1288165"/>
                  </a:moveTo>
                  <a:lnTo>
                    <a:pt x="8501703" y="1288165"/>
                  </a:lnTo>
                  <a:lnTo>
                    <a:pt x="8501703" y="1462314"/>
                  </a:lnTo>
                  <a:lnTo>
                    <a:pt x="7921150" y="1462314"/>
                  </a:lnTo>
                  <a:close/>
                  <a:moveTo>
                    <a:pt x="7193139" y="1288165"/>
                  </a:moveTo>
                  <a:lnTo>
                    <a:pt x="7648159" y="1288165"/>
                  </a:lnTo>
                  <a:lnTo>
                    <a:pt x="7648159" y="1462314"/>
                  </a:lnTo>
                  <a:lnTo>
                    <a:pt x="7193139" y="1462314"/>
                  </a:lnTo>
                  <a:close/>
                  <a:moveTo>
                    <a:pt x="6188669" y="1288165"/>
                  </a:moveTo>
                  <a:lnTo>
                    <a:pt x="6674501" y="1288165"/>
                  </a:lnTo>
                  <a:lnTo>
                    <a:pt x="6674501" y="1351991"/>
                  </a:lnTo>
                  <a:lnTo>
                    <a:pt x="7080275" y="1351991"/>
                  </a:lnTo>
                  <a:lnTo>
                    <a:pt x="7080275" y="1462314"/>
                  </a:lnTo>
                  <a:lnTo>
                    <a:pt x="6188669" y="1462314"/>
                  </a:lnTo>
                  <a:close/>
                  <a:moveTo>
                    <a:pt x="4794722" y="1288165"/>
                  </a:moveTo>
                  <a:lnTo>
                    <a:pt x="5308313" y="1288165"/>
                  </a:lnTo>
                  <a:cubicBezTo>
                    <a:pt x="5331518" y="1333078"/>
                    <a:pt x="5378715" y="1363467"/>
                    <a:pt x="5433050" y="1363467"/>
                  </a:cubicBezTo>
                  <a:cubicBezTo>
                    <a:pt x="5487389" y="1363467"/>
                    <a:pt x="5534582" y="1333078"/>
                    <a:pt x="5557791" y="1288165"/>
                  </a:cubicBezTo>
                  <a:lnTo>
                    <a:pt x="6071387" y="1288165"/>
                  </a:lnTo>
                  <a:cubicBezTo>
                    <a:pt x="6067418" y="1349988"/>
                    <a:pt x="6051903" y="1408730"/>
                    <a:pt x="6026879" y="1462314"/>
                  </a:cubicBezTo>
                  <a:lnTo>
                    <a:pt x="4839225" y="1462314"/>
                  </a:lnTo>
                  <a:cubicBezTo>
                    <a:pt x="4814201" y="1408730"/>
                    <a:pt x="4798682" y="1349988"/>
                    <a:pt x="4794722" y="1288165"/>
                  </a:cubicBezTo>
                  <a:close/>
                  <a:moveTo>
                    <a:pt x="2285298" y="1288165"/>
                  </a:moveTo>
                  <a:lnTo>
                    <a:pt x="2771132" y="1288165"/>
                  </a:lnTo>
                  <a:lnTo>
                    <a:pt x="2771132" y="1351991"/>
                  </a:lnTo>
                  <a:lnTo>
                    <a:pt x="3183254" y="1351991"/>
                  </a:lnTo>
                  <a:lnTo>
                    <a:pt x="3183254" y="1462314"/>
                  </a:lnTo>
                  <a:lnTo>
                    <a:pt x="2285298" y="1462314"/>
                  </a:lnTo>
                  <a:close/>
                  <a:moveTo>
                    <a:pt x="1586644" y="1288165"/>
                  </a:moveTo>
                  <a:lnTo>
                    <a:pt x="2038472" y="1288165"/>
                  </a:lnTo>
                  <a:lnTo>
                    <a:pt x="2121783" y="1462314"/>
                  </a:lnTo>
                  <a:lnTo>
                    <a:pt x="1663530" y="1462314"/>
                  </a:lnTo>
                  <a:close/>
                  <a:moveTo>
                    <a:pt x="985097" y="1288165"/>
                  </a:moveTo>
                  <a:lnTo>
                    <a:pt x="1468672" y="1288165"/>
                  </a:lnTo>
                  <a:lnTo>
                    <a:pt x="1468672" y="1462314"/>
                  </a:lnTo>
                  <a:lnTo>
                    <a:pt x="985097" y="1462314"/>
                  </a:lnTo>
                  <a:close/>
                  <a:moveTo>
                    <a:pt x="0" y="1288165"/>
                  </a:moveTo>
                  <a:lnTo>
                    <a:pt x="506025" y="1288165"/>
                  </a:lnTo>
                  <a:lnTo>
                    <a:pt x="506025" y="1462314"/>
                  </a:lnTo>
                  <a:lnTo>
                    <a:pt x="0" y="1462314"/>
                  </a:lnTo>
                  <a:close/>
                  <a:moveTo>
                    <a:pt x="10408772" y="1157361"/>
                  </a:moveTo>
                  <a:lnTo>
                    <a:pt x="10468381" y="1208632"/>
                  </a:lnTo>
                  <a:lnTo>
                    <a:pt x="10408772" y="1208632"/>
                  </a:lnTo>
                  <a:close/>
                  <a:moveTo>
                    <a:pt x="10816942" y="1078164"/>
                  </a:moveTo>
                  <a:lnTo>
                    <a:pt x="11358000" y="1078164"/>
                  </a:lnTo>
                  <a:cubicBezTo>
                    <a:pt x="11367192" y="1149515"/>
                    <a:pt x="11358946" y="1186888"/>
                    <a:pt x="11359134" y="1208632"/>
                  </a:cubicBezTo>
                  <a:lnTo>
                    <a:pt x="11359134" y="1208633"/>
                  </a:lnTo>
                  <a:lnTo>
                    <a:pt x="10871056" y="1208633"/>
                  </a:lnTo>
                  <a:cubicBezTo>
                    <a:pt x="10871350" y="1207645"/>
                    <a:pt x="10871355" y="1206649"/>
                    <a:pt x="10871355" y="1205652"/>
                  </a:cubicBezTo>
                  <a:cubicBezTo>
                    <a:pt x="10871355" y="1153657"/>
                    <a:pt x="10847076" y="1107297"/>
                    <a:pt x="10808382" y="1078165"/>
                  </a:cubicBezTo>
                  <a:lnTo>
                    <a:pt x="10816943" y="1078165"/>
                  </a:lnTo>
                  <a:close/>
                  <a:moveTo>
                    <a:pt x="9781432" y="1075882"/>
                  </a:moveTo>
                  <a:lnTo>
                    <a:pt x="10286039" y="1075882"/>
                  </a:lnTo>
                  <a:lnTo>
                    <a:pt x="10286039" y="1206076"/>
                  </a:lnTo>
                  <a:lnTo>
                    <a:pt x="9781432" y="1206076"/>
                  </a:lnTo>
                  <a:close/>
                  <a:moveTo>
                    <a:pt x="8877431" y="1075882"/>
                  </a:moveTo>
                  <a:lnTo>
                    <a:pt x="9382033" y="1075882"/>
                  </a:lnTo>
                  <a:lnTo>
                    <a:pt x="9382033" y="1206076"/>
                  </a:lnTo>
                  <a:lnTo>
                    <a:pt x="8877431" y="1206076"/>
                  </a:lnTo>
                  <a:close/>
                  <a:moveTo>
                    <a:pt x="7760453" y="1075882"/>
                  </a:moveTo>
                  <a:lnTo>
                    <a:pt x="8501703" y="1075882"/>
                  </a:lnTo>
                  <a:lnTo>
                    <a:pt x="8501703" y="1206076"/>
                  </a:lnTo>
                  <a:lnTo>
                    <a:pt x="7814594" y="1206076"/>
                  </a:lnTo>
                  <a:close/>
                  <a:moveTo>
                    <a:pt x="7193139" y="1075882"/>
                  </a:moveTo>
                  <a:lnTo>
                    <a:pt x="7648159" y="1075882"/>
                  </a:lnTo>
                  <a:lnTo>
                    <a:pt x="7648159" y="1206076"/>
                  </a:lnTo>
                  <a:lnTo>
                    <a:pt x="7193139" y="1206076"/>
                  </a:lnTo>
                  <a:close/>
                  <a:moveTo>
                    <a:pt x="6188669" y="1075882"/>
                  </a:moveTo>
                  <a:lnTo>
                    <a:pt x="6674501" y="1075882"/>
                  </a:lnTo>
                  <a:lnTo>
                    <a:pt x="6674501" y="1206076"/>
                  </a:lnTo>
                  <a:lnTo>
                    <a:pt x="6188669" y="1206076"/>
                  </a:lnTo>
                  <a:close/>
                  <a:moveTo>
                    <a:pt x="5574793" y="1075882"/>
                  </a:moveTo>
                  <a:lnTo>
                    <a:pt x="6073294" y="1075882"/>
                  </a:lnTo>
                  <a:lnTo>
                    <a:pt x="6073294" y="1206076"/>
                  </a:lnTo>
                  <a:lnTo>
                    <a:pt x="5574793" y="1206076"/>
                  </a:lnTo>
                  <a:close/>
                  <a:moveTo>
                    <a:pt x="4792811" y="1075882"/>
                  </a:moveTo>
                  <a:lnTo>
                    <a:pt x="5291307" y="1075882"/>
                  </a:lnTo>
                  <a:lnTo>
                    <a:pt x="5291307" y="1206076"/>
                  </a:lnTo>
                  <a:lnTo>
                    <a:pt x="4792811" y="1206076"/>
                  </a:lnTo>
                  <a:close/>
                  <a:moveTo>
                    <a:pt x="2285298" y="1075882"/>
                  </a:moveTo>
                  <a:lnTo>
                    <a:pt x="2771132" y="1075882"/>
                  </a:lnTo>
                  <a:lnTo>
                    <a:pt x="2771132" y="1206076"/>
                  </a:lnTo>
                  <a:lnTo>
                    <a:pt x="2285298" y="1206076"/>
                  </a:lnTo>
                  <a:close/>
                  <a:moveTo>
                    <a:pt x="1492927" y="1075882"/>
                  </a:moveTo>
                  <a:lnTo>
                    <a:pt x="1945589" y="1075882"/>
                  </a:lnTo>
                  <a:cubicBezTo>
                    <a:pt x="1944041" y="1077590"/>
                    <a:pt x="1942273" y="1079022"/>
                    <a:pt x="1940491" y="1080455"/>
                  </a:cubicBezTo>
                  <a:lnTo>
                    <a:pt x="1939110" y="1080455"/>
                  </a:lnTo>
                  <a:lnTo>
                    <a:pt x="1939524" y="1081320"/>
                  </a:lnTo>
                  <a:cubicBezTo>
                    <a:pt x="1939165" y="1081707"/>
                    <a:pt x="1938755" y="1082034"/>
                    <a:pt x="1938345" y="1082361"/>
                  </a:cubicBezTo>
                  <a:lnTo>
                    <a:pt x="1940022" y="1082361"/>
                  </a:lnTo>
                  <a:lnTo>
                    <a:pt x="1999205" y="1206076"/>
                  </a:lnTo>
                  <a:lnTo>
                    <a:pt x="1550403" y="1206076"/>
                  </a:lnTo>
                  <a:close/>
                  <a:moveTo>
                    <a:pt x="985097" y="1075882"/>
                  </a:moveTo>
                  <a:lnTo>
                    <a:pt x="1468672" y="1075882"/>
                  </a:lnTo>
                  <a:lnTo>
                    <a:pt x="1468672" y="1206076"/>
                  </a:lnTo>
                  <a:lnTo>
                    <a:pt x="985097" y="1206076"/>
                  </a:lnTo>
                  <a:close/>
                  <a:moveTo>
                    <a:pt x="0" y="1075882"/>
                  </a:moveTo>
                  <a:lnTo>
                    <a:pt x="877145" y="1075882"/>
                  </a:lnTo>
                  <a:lnTo>
                    <a:pt x="877145" y="1098345"/>
                  </a:lnTo>
                  <a:lnTo>
                    <a:pt x="869625" y="1098345"/>
                  </a:lnTo>
                  <a:lnTo>
                    <a:pt x="506025" y="1098345"/>
                  </a:lnTo>
                  <a:lnTo>
                    <a:pt x="506025" y="1206076"/>
                  </a:lnTo>
                  <a:lnTo>
                    <a:pt x="0" y="1206076"/>
                  </a:lnTo>
                  <a:close/>
                  <a:moveTo>
                    <a:pt x="4174413" y="1075881"/>
                  </a:moveTo>
                  <a:lnTo>
                    <a:pt x="4660572" y="1075881"/>
                  </a:lnTo>
                  <a:cubicBezTo>
                    <a:pt x="4654171" y="1120550"/>
                    <a:pt x="4645505" y="1164090"/>
                    <a:pt x="4633997" y="1206075"/>
                  </a:cubicBezTo>
                  <a:lnTo>
                    <a:pt x="4129883" y="1206075"/>
                  </a:lnTo>
                  <a:cubicBezTo>
                    <a:pt x="4148445" y="1169059"/>
                    <a:pt x="4163826" y="1125090"/>
                    <a:pt x="4174413" y="1075881"/>
                  </a:cubicBezTo>
                  <a:close/>
                  <a:moveTo>
                    <a:pt x="3305162" y="1075881"/>
                  </a:moveTo>
                  <a:lnTo>
                    <a:pt x="3790976" y="1075881"/>
                  </a:lnTo>
                  <a:cubicBezTo>
                    <a:pt x="3801558" y="1125090"/>
                    <a:pt x="3816942" y="1169059"/>
                    <a:pt x="3835506" y="1206075"/>
                  </a:cubicBezTo>
                  <a:lnTo>
                    <a:pt x="3330959" y="1206075"/>
                  </a:lnTo>
                  <a:cubicBezTo>
                    <a:pt x="3319852" y="1164035"/>
                    <a:pt x="3311209" y="1120545"/>
                    <a:pt x="3305162" y="1075881"/>
                  </a:cubicBezTo>
                  <a:close/>
                  <a:moveTo>
                    <a:pt x="10587776" y="879486"/>
                  </a:moveTo>
                  <a:lnTo>
                    <a:pt x="11280821" y="879486"/>
                  </a:lnTo>
                  <a:cubicBezTo>
                    <a:pt x="11304371" y="915413"/>
                    <a:pt x="11325405" y="952210"/>
                    <a:pt x="11338792" y="993628"/>
                  </a:cubicBezTo>
                  <a:lnTo>
                    <a:pt x="10727828" y="995899"/>
                  </a:lnTo>
                  <a:close/>
                  <a:moveTo>
                    <a:pt x="9781432" y="877625"/>
                  </a:moveTo>
                  <a:lnTo>
                    <a:pt x="10286039" y="877625"/>
                  </a:lnTo>
                  <a:lnTo>
                    <a:pt x="10286039" y="993788"/>
                  </a:lnTo>
                  <a:lnTo>
                    <a:pt x="9781432" y="993788"/>
                  </a:lnTo>
                  <a:close/>
                  <a:moveTo>
                    <a:pt x="8877431" y="877625"/>
                  </a:moveTo>
                  <a:lnTo>
                    <a:pt x="9382033" y="877625"/>
                  </a:lnTo>
                  <a:lnTo>
                    <a:pt x="9382033" y="993788"/>
                  </a:lnTo>
                  <a:lnTo>
                    <a:pt x="8877431" y="993788"/>
                  </a:lnTo>
                  <a:close/>
                  <a:moveTo>
                    <a:pt x="7678004" y="877625"/>
                  </a:moveTo>
                  <a:lnTo>
                    <a:pt x="8501703" y="877625"/>
                  </a:lnTo>
                  <a:lnTo>
                    <a:pt x="8501703" y="993788"/>
                  </a:lnTo>
                  <a:lnTo>
                    <a:pt x="7726316" y="993788"/>
                  </a:lnTo>
                  <a:close/>
                  <a:moveTo>
                    <a:pt x="7193139" y="877625"/>
                  </a:moveTo>
                  <a:lnTo>
                    <a:pt x="7648159" y="877625"/>
                  </a:lnTo>
                  <a:lnTo>
                    <a:pt x="7648159" y="993788"/>
                  </a:lnTo>
                  <a:lnTo>
                    <a:pt x="7193139" y="993788"/>
                  </a:lnTo>
                  <a:close/>
                  <a:moveTo>
                    <a:pt x="6188669" y="877625"/>
                  </a:moveTo>
                  <a:lnTo>
                    <a:pt x="7056268" y="877625"/>
                  </a:lnTo>
                  <a:lnTo>
                    <a:pt x="7056268" y="988326"/>
                  </a:lnTo>
                  <a:lnTo>
                    <a:pt x="6674501" y="988326"/>
                  </a:lnTo>
                  <a:lnTo>
                    <a:pt x="6674501" y="993788"/>
                  </a:lnTo>
                  <a:lnTo>
                    <a:pt x="6188669" y="993788"/>
                  </a:lnTo>
                  <a:close/>
                  <a:moveTo>
                    <a:pt x="5574793" y="877625"/>
                  </a:moveTo>
                  <a:lnTo>
                    <a:pt x="6073294" y="877625"/>
                  </a:lnTo>
                  <a:lnTo>
                    <a:pt x="6073294" y="993788"/>
                  </a:lnTo>
                  <a:lnTo>
                    <a:pt x="5574793" y="993788"/>
                  </a:lnTo>
                  <a:close/>
                  <a:moveTo>
                    <a:pt x="4792811" y="877625"/>
                  </a:moveTo>
                  <a:lnTo>
                    <a:pt x="5291307" y="877625"/>
                  </a:lnTo>
                  <a:lnTo>
                    <a:pt x="5291307" y="993788"/>
                  </a:lnTo>
                  <a:lnTo>
                    <a:pt x="4792811" y="993788"/>
                  </a:lnTo>
                  <a:close/>
                  <a:moveTo>
                    <a:pt x="2285298" y="877625"/>
                  </a:moveTo>
                  <a:lnTo>
                    <a:pt x="3161500" y="877625"/>
                  </a:lnTo>
                  <a:lnTo>
                    <a:pt x="3161500" y="988326"/>
                  </a:lnTo>
                  <a:lnTo>
                    <a:pt x="2771132" y="988326"/>
                  </a:lnTo>
                  <a:lnTo>
                    <a:pt x="2771132" y="993788"/>
                  </a:lnTo>
                  <a:lnTo>
                    <a:pt x="2285298" y="993788"/>
                  </a:lnTo>
                  <a:close/>
                  <a:moveTo>
                    <a:pt x="985097" y="877625"/>
                  </a:moveTo>
                  <a:lnTo>
                    <a:pt x="2107746" y="877625"/>
                  </a:lnTo>
                  <a:cubicBezTo>
                    <a:pt x="2086278" y="919656"/>
                    <a:pt x="2059665" y="958619"/>
                    <a:pt x="2028664" y="993788"/>
                  </a:cubicBezTo>
                  <a:lnTo>
                    <a:pt x="985097" y="993788"/>
                  </a:lnTo>
                  <a:close/>
                  <a:moveTo>
                    <a:pt x="0" y="877625"/>
                  </a:moveTo>
                  <a:lnTo>
                    <a:pt x="877145" y="877625"/>
                  </a:lnTo>
                  <a:lnTo>
                    <a:pt x="877145" y="993788"/>
                  </a:lnTo>
                  <a:lnTo>
                    <a:pt x="0" y="993788"/>
                  </a:lnTo>
                  <a:close/>
                  <a:moveTo>
                    <a:pt x="4199211" y="877624"/>
                  </a:moveTo>
                  <a:lnTo>
                    <a:pt x="4674176" y="877624"/>
                  </a:lnTo>
                  <a:cubicBezTo>
                    <a:pt x="4674327" y="879591"/>
                    <a:pt x="4674332" y="881557"/>
                    <a:pt x="4674332" y="883528"/>
                  </a:cubicBezTo>
                  <a:cubicBezTo>
                    <a:pt x="4674332" y="920824"/>
                    <a:pt x="4672822" y="957628"/>
                    <a:pt x="4669465" y="993787"/>
                  </a:cubicBezTo>
                  <a:lnTo>
                    <a:pt x="4189743" y="993787"/>
                  </a:lnTo>
                  <a:cubicBezTo>
                    <a:pt x="4195970" y="956882"/>
                    <a:pt x="4199133" y="917914"/>
                    <a:pt x="4199211" y="877624"/>
                  </a:cubicBezTo>
                  <a:close/>
                  <a:moveTo>
                    <a:pt x="3291213" y="877624"/>
                  </a:moveTo>
                  <a:lnTo>
                    <a:pt x="3766173" y="877624"/>
                  </a:lnTo>
                  <a:cubicBezTo>
                    <a:pt x="3766256" y="917914"/>
                    <a:pt x="3769415" y="956882"/>
                    <a:pt x="3775650" y="993787"/>
                  </a:cubicBezTo>
                  <a:lnTo>
                    <a:pt x="3295989" y="993787"/>
                  </a:lnTo>
                  <a:cubicBezTo>
                    <a:pt x="3292572" y="957632"/>
                    <a:pt x="3291057" y="920824"/>
                    <a:pt x="3291057" y="883528"/>
                  </a:cubicBezTo>
                  <a:close/>
                  <a:moveTo>
                    <a:pt x="10461146" y="710797"/>
                  </a:moveTo>
                  <a:lnTo>
                    <a:pt x="11109160" y="710797"/>
                  </a:lnTo>
                  <a:cubicBezTo>
                    <a:pt x="11109161" y="710797"/>
                    <a:pt x="11109161" y="710798"/>
                    <a:pt x="11109162" y="710798"/>
                  </a:cubicBezTo>
                  <a:lnTo>
                    <a:pt x="11121245" y="710798"/>
                  </a:lnTo>
                  <a:lnTo>
                    <a:pt x="11122337" y="711693"/>
                  </a:lnTo>
                  <a:lnTo>
                    <a:pt x="11118350" y="711693"/>
                  </a:lnTo>
                  <a:cubicBezTo>
                    <a:pt x="11153339" y="736641"/>
                    <a:pt x="11185427" y="765257"/>
                    <a:pt x="11213739" y="797219"/>
                  </a:cubicBezTo>
                  <a:lnTo>
                    <a:pt x="10517279" y="797218"/>
                  </a:lnTo>
                  <a:cubicBezTo>
                    <a:pt x="10497025" y="770452"/>
                    <a:pt x="10475239" y="741481"/>
                    <a:pt x="10461146" y="710797"/>
                  </a:cubicBezTo>
                  <a:close/>
                  <a:moveTo>
                    <a:pt x="9781432" y="709293"/>
                  </a:moveTo>
                  <a:lnTo>
                    <a:pt x="10286039" y="709293"/>
                  </a:lnTo>
                  <a:lnTo>
                    <a:pt x="10286039" y="795531"/>
                  </a:lnTo>
                  <a:lnTo>
                    <a:pt x="9781432" y="795531"/>
                  </a:lnTo>
                  <a:close/>
                  <a:moveTo>
                    <a:pt x="8877431" y="709293"/>
                  </a:moveTo>
                  <a:lnTo>
                    <a:pt x="9382033" y="709293"/>
                  </a:lnTo>
                  <a:lnTo>
                    <a:pt x="9382033" y="795531"/>
                  </a:lnTo>
                  <a:lnTo>
                    <a:pt x="8877431" y="795531"/>
                  </a:lnTo>
                  <a:close/>
                  <a:moveTo>
                    <a:pt x="8042875" y="709293"/>
                  </a:moveTo>
                  <a:lnTo>
                    <a:pt x="8501703" y="709293"/>
                  </a:lnTo>
                  <a:lnTo>
                    <a:pt x="8501703" y="795531"/>
                  </a:lnTo>
                  <a:lnTo>
                    <a:pt x="8042875" y="795531"/>
                  </a:lnTo>
                  <a:close/>
                  <a:moveTo>
                    <a:pt x="7193139" y="709293"/>
                  </a:moveTo>
                  <a:lnTo>
                    <a:pt x="7996240" y="709293"/>
                  </a:lnTo>
                  <a:lnTo>
                    <a:pt x="8036152" y="795531"/>
                  </a:lnTo>
                  <a:lnTo>
                    <a:pt x="7193139" y="795531"/>
                  </a:lnTo>
                  <a:close/>
                  <a:moveTo>
                    <a:pt x="6188669" y="709293"/>
                  </a:moveTo>
                  <a:lnTo>
                    <a:pt x="6674501" y="709293"/>
                  </a:lnTo>
                  <a:lnTo>
                    <a:pt x="6674501" y="714671"/>
                  </a:lnTo>
                  <a:lnTo>
                    <a:pt x="7056268" y="714671"/>
                  </a:lnTo>
                  <a:lnTo>
                    <a:pt x="7056268" y="795531"/>
                  </a:lnTo>
                  <a:lnTo>
                    <a:pt x="6188669" y="795531"/>
                  </a:lnTo>
                  <a:close/>
                  <a:moveTo>
                    <a:pt x="5574793" y="709293"/>
                  </a:moveTo>
                  <a:lnTo>
                    <a:pt x="6073294" y="709293"/>
                  </a:lnTo>
                  <a:lnTo>
                    <a:pt x="6073294" y="795531"/>
                  </a:lnTo>
                  <a:lnTo>
                    <a:pt x="5574793" y="795531"/>
                  </a:lnTo>
                  <a:close/>
                  <a:moveTo>
                    <a:pt x="4792811" y="709293"/>
                  </a:moveTo>
                  <a:lnTo>
                    <a:pt x="5291307" y="709293"/>
                  </a:lnTo>
                  <a:lnTo>
                    <a:pt x="5291307" y="795531"/>
                  </a:lnTo>
                  <a:lnTo>
                    <a:pt x="4792811" y="795531"/>
                  </a:lnTo>
                  <a:close/>
                  <a:moveTo>
                    <a:pt x="2285298" y="709293"/>
                  </a:moveTo>
                  <a:lnTo>
                    <a:pt x="2771132" y="709293"/>
                  </a:lnTo>
                  <a:lnTo>
                    <a:pt x="2771132" y="714671"/>
                  </a:lnTo>
                  <a:lnTo>
                    <a:pt x="3161500" y="714671"/>
                  </a:lnTo>
                  <a:lnTo>
                    <a:pt x="3161500" y="795531"/>
                  </a:lnTo>
                  <a:lnTo>
                    <a:pt x="2285298" y="795531"/>
                  </a:lnTo>
                  <a:close/>
                  <a:moveTo>
                    <a:pt x="1709143" y="709293"/>
                  </a:moveTo>
                  <a:lnTo>
                    <a:pt x="2169670" y="709293"/>
                  </a:lnTo>
                  <a:cubicBezTo>
                    <a:pt x="2163895" y="738935"/>
                    <a:pt x="2155552" y="767712"/>
                    <a:pt x="2145130" y="795531"/>
                  </a:cubicBezTo>
                  <a:lnTo>
                    <a:pt x="1595923" y="795531"/>
                  </a:lnTo>
                  <a:cubicBezTo>
                    <a:pt x="1642913" y="780533"/>
                    <a:pt x="1682554" y="749578"/>
                    <a:pt x="1709143" y="709293"/>
                  </a:cubicBezTo>
                  <a:close/>
                  <a:moveTo>
                    <a:pt x="985097" y="709293"/>
                  </a:moveTo>
                  <a:lnTo>
                    <a:pt x="1469893" y="709293"/>
                  </a:lnTo>
                  <a:lnTo>
                    <a:pt x="1469893" y="795531"/>
                  </a:lnTo>
                  <a:lnTo>
                    <a:pt x="985097" y="795531"/>
                  </a:lnTo>
                  <a:close/>
                  <a:moveTo>
                    <a:pt x="0" y="709293"/>
                  </a:moveTo>
                  <a:lnTo>
                    <a:pt x="877145" y="709293"/>
                  </a:lnTo>
                  <a:lnTo>
                    <a:pt x="877145" y="795531"/>
                  </a:lnTo>
                  <a:lnTo>
                    <a:pt x="0" y="795531"/>
                  </a:lnTo>
                  <a:close/>
                  <a:moveTo>
                    <a:pt x="4189251" y="709292"/>
                  </a:moveTo>
                  <a:lnTo>
                    <a:pt x="4662658" y="709292"/>
                  </a:lnTo>
                  <a:cubicBezTo>
                    <a:pt x="4666812" y="737581"/>
                    <a:pt x="4669621" y="766357"/>
                    <a:pt x="4671191" y="795530"/>
                  </a:cubicBezTo>
                  <a:lnTo>
                    <a:pt x="4197682" y="795530"/>
                  </a:lnTo>
                  <a:cubicBezTo>
                    <a:pt x="4197148" y="765777"/>
                    <a:pt x="4194298" y="736917"/>
                    <a:pt x="4189251" y="709292"/>
                  </a:cubicBezTo>
                  <a:close/>
                  <a:moveTo>
                    <a:pt x="3302730" y="709292"/>
                  </a:moveTo>
                  <a:lnTo>
                    <a:pt x="3776138" y="709292"/>
                  </a:lnTo>
                  <a:cubicBezTo>
                    <a:pt x="3771091" y="736917"/>
                    <a:pt x="3768241" y="765777"/>
                    <a:pt x="3767701" y="795530"/>
                  </a:cubicBezTo>
                  <a:lnTo>
                    <a:pt x="3294197" y="795530"/>
                  </a:lnTo>
                  <a:cubicBezTo>
                    <a:pt x="3295768" y="766357"/>
                    <a:pt x="3298581" y="737581"/>
                    <a:pt x="3302730" y="709292"/>
                  </a:cubicBezTo>
                  <a:close/>
                  <a:moveTo>
                    <a:pt x="10418948" y="565540"/>
                  </a:moveTo>
                  <a:lnTo>
                    <a:pt x="10949595" y="565540"/>
                  </a:lnTo>
                  <a:cubicBezTo>
                    <a:pt x="10953670" y="570456"/>
                    <a:pt x="10958769" y="574162"/>
                    <a:pt x="10964075" y="577567"/>
                  </a:cubicBezTo>
                  <a:lnTo>
                    <a:pt x="11026395" y="628529"/>
                  </a:lnTo>
                  <a:lnTo>
                    <a:pt x="10434083" y="628529"/>
                  </a:lnTo>
                  <a:cubicBezTo>
                    <a:pt x="10426940" y="608233"/>
                    <a:pt x="10421851" y="587175"/>
                    <a:pt x="10418948" y="565540"/>
                  </a:cubicBezTo>
                  <a:close/>
                  <a:moveTo>
                    <a:pt x="9781432" y="564344"/>
                  </a:moveTo>
                  <a:lnTo>
                    <a:pt x="10286039" y="564344"/>
                  </a:lnTo>
                  <a:lnTo>
                    <a:pt x="10286039" y="627199"/>
                  </a:lnTo>
                  <a:lnTo>
                    <a:pt x="9781432" y="627199"/>
                  </a:lnTo>
                  <a:close/>
                  <a:moveTo>
                    <a:pt x="8877431" y="564344"/>
                  </a:moveTo>
                  <a:lnTo>
                    <a:pt x="9382033" y="564344"/>
                  </a:lnTo>
                  <a:lnTo>
                    <a:pt x="9382033" y="627199"/>
                  </a:lnTo>
                  <a:lnTo>
                    <a:pt x="8877431" y="627199"/>
                  </a:lnTo>
                  <a:close/>
                  <a:moveTo>
                    <a:pt x="8042875" y="564344"/>
                  </a:moveTo>
                  <a:lnTo>
                    <a:pt x="8501703" y="564344"/>
                  </a:lnTo>
                  <a:lnTo>
                    <a:pt x="8501703" y="627199"/>
                  </a:lnTo>
                  <a:lnTo>
                    <a:pt x="8042875" y="627199"/>
                  </a:lnTo>
                  <a:close/>
                  <a:moveTo>
                    <a:pt x="7193139" y="564344"/>
                  </a:moveTo>
                  <a:lnTo>
                    <a:pt x="7929154" y="564344"/>
                  </a:lnTo>
                  <a:lnTo>
                    <a:pt x="7958244" y="627199"/>
                  </a:lnTo>
                  <a:lnTo>
                    <a:pt x="7193139" y="627199"/>
                  </a:lnTo>
                  <a:close/>
                  <a:moveTo>
                    <a:pt x="6188669" y="564344"/>
                  </a:moveTo>
                  <a:lnTo>
                    <a:pt x="6674501" y="564344"/>
                  </a:lnTo>
                  <a:lnTo>
                    <a:pt x="6674501" y="627199"/>
                  </a:lnTo>
                  <a:lnTo>
                    <a:pt x="6188669" y="627199"/>
                  </a:lnTo>
                  <a:close/>
                  <a:moveTo>
                    <a:pt x="5574793" y="564344"/>
                  </a:moveTo>
                  <a:lnTo>
                    <a:pt x="6073294" y="564344"/>
                  </a:lnTo>
                  <a:lnTo>
                    <a:pt x="6073294" y="627199"/>
                  </a:lnTo>
                  <a:lnTo>
                    <a:pt x="5574793" y="627199"/>
                  </a:lnTo>
                  <a:close/>
                  <a:moveTo>
                    <a:pt x="4792811" y="564344"/>
                  </a:moveTo>
                  <a:lnTo>
                    <a:pt x="5291307" y="564344"/>
                  </a:lnTo>
                  <a:lnTo>
                    <a:pt x="5291307" y="627199"/>
                  </a:lnTo>
                  <a:lnTo>
                    <a:pt x="4792811" y="627199"/>
                  </a:lnTo>
                  <a:close/>
                  <a:moveTo>
                    <a:pt x="2285298" y="564344"/>
                  </a:moveTo>
                  <a:lnTo>
                    <a:pt x="2771132" y="564344"/>
                  </a:lnTo>
                  <a:lnTo>
                    <a:pt x="2771132" y="627199"/>
                  </a:lnTo>
                  <a:lnTo>
                    <a:pt x="2285298" y="627199"/>
                  </a:lnTo>
                  <a:close/>
                  <a:moveTo>
                    <a:pt x="1743635" y="564344"/>
                  </a:moveTo>
                  <a:lnTo>
                    <a:pt x="2184512" y="564344"/>
                  </a:lnTo>
                  <a:cubicBezTo>
                    <a:pt x="2184766" y="566886"/>
                    <a:pt x="2184779" y="569428"/>
                    <a:pt x="2184779" y="571975"/>
                  </a:cubicBezTo>
                  <a:lnTo>
                    <a:pt x="2181588" y="627199"/>
                  </a:lnTo>
                  <a:lnTo>
                    <a:pt x="1742032" y="627199"/>
                  </a:lnTo>
                  <a:cubicBezTo>
                    <a:pt x="1744814" y="614498"/>
                    <a:pt x="1746020" y="601328"/>
                    <a:pt x="1746020" y="587881"/>
                  </a:cubicBezTo>
                  <a:close/>
                  <a:moveTo>
                    <a:pt x="985097" y="564344"/>
                  </a:moveTo>
                  <a:lnTo>
                    <a:pt x="1469893" y="564344"/>
                  </a:lnTo>
                  <a:lnTo>
                    <a:pt x="1469893" y="627199"/>
                  </a:lnTo>
                  <a:lnTo>
                    <a:pt x="985097" y="627199"/>
                  </a:lnTo>
                  <a:close/>
                  <a:moveTo>
                    <a:pt x="0" y="564344"/>
                  </a:moveTo>
                  <a:lnTo>
                    <a:pt x="505721" y="564344"/>
                  </a:lnTo>
                  <a:lnTo>
                    <a:pt x="505721" y="627199"/>
                  </a:lnTo>
                  <a:lnTo>
                    <a:pt x="0" y="627199"/>
                  </a:lnTo>
                  <a:close/>
                  <a:moveTo>
                    <a:pt x="4156173" y="564343"/>
                  </a:moveTo>
                  <a:lnTo>
                    <a:pt x="4635244" y="564343"/>
                  </a:lnTo>
                  <a:cubicBezTo>
                    <a:pt x="4640872" y="584882"/>
                    <a:pt x="4645555" y="605853"/>
                    <a:pt x="4649285" y="627198"/>
                  </a:cubicBezTo>
                  <a:lnTo>
                    <a:pt x="4173561" y="627198"/>
                  </a:lnTo>
                  <a:cubicBezTo>
                    <a:pt x="4169315" y="604960"/>
                    <a:pt x="4163223" y="584012"/>
                    <a:pt x="4156173" y="564343"/>
                  </a:cubicBezTo>
                  <a:close/>
                  <a:moveTo>
                    <a:pt x="3330140" y="564343"/>
                  </a:moveTo>
                  <a:lnTo>
                    <a:pt x="3809216" y="564343"/>
                  </a:lnTo>
                  <a:cubicBezTo>
                    <a:pt x="3802169" y="584012"/>
                    <a:pt x="3796073" y="604960"/>
                    <a:pt x="3791828" y="627198"/>
                  </a:cubicBezTo>
                  <a:lnTo>
                    <a:pt x="3316108" y="627198"/>
                  </a:lnTo>
                  <a:cubicBezTo>
                    <a:pt x="3319832" y="605853"/>
                    <a:pt x="3324517" y="584882"/>
                    <a:pt x="3330140" y="564343"/>
                  </a:cubicBezTo>
                  <a:close/>
                  <a:moveTo>
                    <a:pt x="11305691" y="441367"/>
                  </a:moveTo>
                  <a:lnTo>
                    <a:pt x="11306110" y="441367"/>
                  </a:lnTo>
                  <a:lnTo>
                    <a:pt x="11306110" y="441726"/>
                  </a:lnTo>
                  <a:close/>
                  <a:moveTo>
                    <a:pt x="10419150" y="441367"/>
                  </a:moveTo>
                  <a:lnTo>
                    <a:pt x="10893359" y="441367"/>
                  </a:lnTo>
                  <a:cubicBezTo>
                    <a:pt x="10886582" y="455880"/>
                    <a:pt x="10890875" y="469945"/>
                    <a:pt x="10894757" y="483273"/>
                  </a:cubicBezTo>
                  <a:lnTo>
                    <a:pt x="10419058" y="483273"/>
                  </a:lnTo>
                  <a:cubicBezTo>
                    <a:pt x="10417969" y="476587"/>
                    <a:pt x="10417854" y="469854"/>
                    <a:pt x="10417854" y="463084"/>
                  </a:cubicBezTo>
                  <a:close/>
                  <a:moveTo>
                    <a:pt x="9781432" y="440432"/>
                  </a:moveTo>
                  <a:lnTo>
                    <a:pt x="10286039" y="440432"/>
                  </a:lnTo>
                  <a:lnTo>
                    <a:pt x="10286039" y="482250"/>
                  </a:lnTo>
                  <a:lnTo>
                    <a:pt x="9781432" y="482250"/>
                  </a:lnTo>
                  <a:close/>
                  <a:moveTo>
                    <a:pt x="8877431" y="440432"/>
                  </a:moveTo>
                  <a:lnTo>
                    <a:pt x="9382033" y="440432"/>
                  </a:lnTo>
                  <a:lnTo>
                    <a:pt x="9382033" y="482250"/>
                  </a:lnTo>
                  <a:lnTo>
                    <a:pt x="8877431" y="482250"/>
                  </a:lnTo>
                  <a:close/>
                  <a:moveTo>
                    <a:pt x="8042875" y="440432"/>
                  </a:moveTo>
                  <a:lnTo>
                    <a:pt x="8501703" y="440432"/>
                  </a:lnTo>
                  <a:lnTo>
                    <a:pt x="8501703" y="482250"/>
                  </a:lnTo>
                  <a:lnTo>
                    <a:pt x="8042875" y="482250"/>
                  </a:lnTo>
                  <a:close/>
                  <a:moveTo>
                    <a:pt x="7193139" y="440432"/>
                  </a:moveTo>
                  <a:lnTo>
                    <a:pt x="7871807" y="440432"/>
                  </a:lnTo>
                  <a:lnTo>
                    <a:pt x="7891162" y="482250"/>
                  </a:lnTo>
                  <a:lnTo>
                    <a:pt x="7193139" y="482250"/>
                  </a:lnTo>
                  <a:close/>
                  <a:moveTo>
                    <a:pt x="6188669" y="440432"/>
                  </a:moveTo>
                  <a:lnTo>
                    <a:pt x="6674501" y="440432"/>
                  </a:lnTo>
                  <a:lnTo>
                    <a:pt x="6674501" y="482250"/>
                  </a:lnTo>
                  <a:lnTo>
                    <a:pt x="6188669" y="482250"/>
                  </a:lnTo>
                  <a:close/>
                  <a:moveTo>
                    <a:pt x="5574793" y="440432"/>
                  </a:moveTo>
                  <a:lnTo>
                    <a:pt x="6073294" y="440432"/>
                  </a:lnTo>
                  <a:lnTo>
                    <a:pt x="6073294" y="482250"/>
                  </a:lnTo>
                  <a:lnTo>
                    <a:pt x="5574793" y="482250"/>
                  </a:lnTo>
                  <a:close/>
                  <a:moveTo>
                    <a:pt x="4792811" y="440432"/>
                  </a:moveTo>
                  <a:lnTo>
                    <a:pt x="5291307" y="440432"/>
                  </a:lnTo>
                  <a:lnTo>
                    <a:pt x="5291307" y="482250"/>
                  </a:lnTo>
                  <a:lnTo>
                    <a:pt x="4792811" y="482250"/>
                  </a:lnTo>
                  <a:close/>
                  <a:moveTo>
                    <a:pt x="2285298" y="440432"/>
                  </a:moveTo>
                  <a:lnTo>
                    <a:pt x="2771132" y="440432"/>
                  </a:lnTo>
                  <a:lnTo>
                    <a:pt x="2771132" y="482250"/>
                  </a:lnTo>
                  <a:lnTo>
                    <a:pt x="2285298" y="482250"/>
                  </a:lnTo>
                  <a:close/>
                  <a:moveTo>
                    <a:pt x="1688066" y="440432"/>
                  </a:moveTo>
                  <a:lnTo>
                    <a:pt x="2171374" y="440432"/>
                  </a:lnTo>
                  <a:cubicBezTo>
                    <a:pt x="2174308" y="454201"/>
                    <a:pt x="2176703" y="468150"/>
                    <a:pt x="2178605" y="482250"/>
                  </a:cubicBezTo>
                  <a:lnTo>
                    <a:pt x="1717768" y="482250"/>
                  </a:lnTo>
                  <a:cubicBezTo>
                    <a:pt x="1710308" y="466635"/>
                    <a:pt x="1700209" y="452603"/>
                    <a:pt x="1688066" y="440432"/>
                  </a:cubicBezTo>
                  <a:close/>
                  <a:moveTo>
                    <a:pt x="985097" y="440432"/>
                  </a:moveTo>
                  <a:lnTo>
                    <a:pt x="1469893" y="440432"/>
                  </a:lnTo>
                  <a:lnTo>
                    <a:pt x="1469893" y="482250"/>
                  </a:lnTo>
                  <a:lnTo>
                    <a:pt x="985097" y="482250"/>
                  </a:lnTo>
                  <a:close/>
                  <a:moveTo>
                    <a:pt x="0" y="440432"/>
                  </a:moveTo>
                  <a:lnTo>
                    <a:pt x="505721" y="440432"/>
                  </a:lnTo>
                  <a:lnTo>
                    <a:pt x="505721" y="482250"/>
                  </a:lnTo>
                  <a:lnTo>
                    <a:pt x="0" y="482250"/>
                  </a:lnTo>
                  <a:close/>
                  <a:moveTo>
                    <a:pt x="4093268" y="440431"/>
                  </a:moveTo>
                  <a:lnTo>
                    <a:pt x="4597023" y="440431"/>
                  </a:lnTo>
                  <a:cubicBezTo>
                    <a:pt x="4602558" y="454039"/>
                    <a:pt x="4607425" y="468006"/>
                    <a:pt x="4611768" y="482249"/>
                  </a:cubicBezTo>
                  <a:lnTo>
                    <a:pt x="4120709" y="482249"/>
                  </a:lnTo>
                  <a:cubicBezTo>
                    <a:pt x="4112199" y="466767"/>
                    <a:pt x="4103118" y="452703"/>
                    <a:pt x="4093268" y="440431"/>
                  </a:cubicBezTo>
                  <a:close/>
                  <a:moveTo>
                    <a:pt x="3368371" y="440431"/>
                  </a:moveTo>
                  <a:lnTo>
                    <a:pt x="3872116" y="440431"/>
                  </a:lnTo>
                  <a:cubicBezTo>
                    <a:pt x="3862266" y="452703"/>
                    <a:pt x="3853190" y="466767"/>
                    <a:pt x="3844680" y="482249"/>
                  </a:cubicBezTo>
                  <a:lnTo>
                    <a:pt x="3353616" y="482249"/>
                  </a:lnTo>
                  <a:cubicBezTo>
                    <a:pt x="3357959" y="468006"/>
                    <a:pt x="3362831" y="454039"/>
                    <a:pt x="3368371" y="440431"/>
                  </a:cubicBezTo>
                  <a:close/>
                  <a:moveTo>
                    <a:pt x="11223979" y="437563"/>
                  </a:moveTo>
                  <a:lnTo>
                    <a:pt x="11304274" y="437563"/>
                  </a:lnTo>
                  <a:lnTo>
                    <a:pt x="11304274" y="487440"/>
                  </a:lnTo>
                  <a:lnTo>
                    <a:pt x="11274504" y="487440"/>
                  </a:lnTo>
                  <a:close/>
                  <a:moveTo>
                    <a:pt x="10437485" y="312620"/>
                  </a:moveTo>
                  <a:lnTo>
                    <a:pt x="11305204" y="312620"/>
                  </a:lnTo>
                  <a:lnTo>
                    <a:pt x="11305204" y="323517"/>
                  </a:lnTo>
                  <a:lnTo>
                    <a:pt x="11306110" y="323517"/>
                  </a:lnTo>
                  <a:lnTo>
                    <a:pt x="11306110" y="351547"/>
                  </a:lnTo>
                  <a:lnTo>
                    <a:pt x="11306110" y="359098"/>
                  </a:lnTo>
                  <a:lnTo>
                    <a:pt x="11305204" y="359098"/>
                  </a:lnTo>
                  <a:lnTo>
                    <a:pt x="11305204" y="363528"/>
                  </a:lnTo>
                  <a:lnTo>
                    <a:pt x="10423824" y="363528"/>
                  </a:lnTo>
                  <a:lnTo>
                    <a:pt x="10429797" y="336441"/>
                  </a:lnTo>
                  <a:close/>
                  <a:moveTo>
                    <a:pt x="9781432" y="312620"/>
                  </a:moveTo>
                  <a:lnTo>
                    <a:pt x="10286039" y="312620"/>
                  </a:lnTo>
                  <a:lnTo>
                    <a:pt x="10286039" y="322833"/>
                  </a:lnTo>
                  <a:lnTo>
                    <a:pt x="10286039" y="358338"/>
                  </a:lnTo>
                  <a:lnTo>
                    <a:pt x="10286039" y="358339"/>
                  </a:lnTo>
                  <a:lnTo>
                    <a:pt x="9781432" y="358339"/>
                  </a:lnTo>
                  <a:lnTo>
                    <a:pt x="9781432" y="358338"/>
                  </a:lnTo>
                  <a:lnTo>
                    <a:pt x="9781432" y="322833"/>
                  </a:lnTo>
                  <a:close/>
                  <a:moveTo>
                    <a:pt x="8611213" y="312620"/>
                  </a:moveTo>
                  <a:lnTo>
                    <a:pt x="9666891" y="312620"/>
                  </a:lnTo>
                  <a:lnTo>
                    <a:pt x="9666891" y="322833"/>
                  </a:lnTo>
                  <a:lnTo>
                    <a:pt x="9668568" y="322833"/>
                  </a:lnTo>
                  <a:lnTo>
                    <a:pt x="9668568" y="358338"/>
                  </a:lnTo>
                  <a:lnTo>
                    <a:pt x="9666891" y="358338"/>
                  </a:lnTo>
                  <a:lnTo>
                    <a:pt x="9666891" y="358339"/>
                  </a:lnTo>
                  <a:lnTo>
                    <a:pt x="8611213" y="358339"/>
                  </a:lnTo>
                  <a:close/>
                  <a:moveTo>
                    <a:pt x="8037009" y="312620"/>
                  </a:moveTo>
                  <a:lnTo>
                    <a:pt x="8500026" y="312620"/>
                  </a:lnTo>
                  <a:lnTo>
                    <a:pt x="8500026" y="322833"/>
                  </a:lnTo>
                  <a:lnTo>
                    <a:pt x="8501703" y="322833"/>
                  </a:lnTo>
                  <a:lnTo>
                    <a:pt x="8501703" y="358338"/>
                  </a:lnTo>
                  <a:lnTo>
                    <a:pt x="8500026" y="358338"/>
                  </a:lnTo>
                  <a:lnTo>
                    <a:pt x="8500026" y="358339"/>
                  </a:lnTo>
                  <a:lnTo>
                    <a:pt x="8037009" y="358339"/>
                  </a:lnTo>
                  <a:close/>
                  <a:moveTo>
                    <a:pt x="7193139" y="312620"/>
                  </a:moveTo>
                  <a:lnTo>
                    <a:pt x="7812777" y="312620"/>
                  </a:lnTo>
                  <a:lnTo>
                    <a:pt x="7833342" y="357178"/>
                  </a:lnTo>
                  <a:lnTo>
                    <a:pt x="7833342" y="357314"/>
                  </a:lnTo>
                  <a:lnTo>
                    <a:pt x="7833816" y="358338"/>
                  </a:lnTo>
                  <a:lnTo>
                    <a:pt x="7833342" y="358338"/>
                  </a:lnTo>
                  <a:lnTo>
                    <a:pt x="7833342" y="358339"/>
                  </a:lnTo>
                  <a:lnTo>
                    <a:pt x="7193139" y="358339"/>
                  </a:lnTo>
                  <a:lnTo>
                    <a:pt x="7193139" y="358338"/>
                  </a:lnTo>
                  <a:lnTo>
                    <a:pt x="7193139" y="322833"/>
                  </a:lnTo>
                  <a:close/>
                  <a:moveTo>
                    <a:pt x="6184479" y="312620"/>
                  </a:moveTo>
                  <a:lnTo>
                    <a:pt x="7080274" y="312620"/>
                  </a:lnTo>
                  <a:lnTo>
                    <a:pt x="7080274" y="322833"/>
                  </a:lnTo>
                  <a:lnTo>
                    <a:pt x="7080275" y="322833"/>
                  </a:lnTo>
                  <a:lnTo>
                    <a:pt x="7080275" y="358338"/>
                  </a:lnTo>
                  <a:lnTo>
                    <a:pt x="7080274" y="358338"/>
                  </a:lnTo>
                  <a:lnTo>
                    <a:pt x="7080274" y="358339"/>
                  </a:lnTo>
                  <a:lnTo>
                    <a:pt x="6184479" y="358339"/>
                  </a:lnTo>
                  <a:close/>
                  <a:moveTo>
                    <a:pt x="5574793" y="312620"/>
                  </a:moveTo>
                  <a:lnTo>
                    <a:pt x="6073294" y="312620"/>
                  </a:lnTo>
                  <a:lnTo>
                    <a:pt x="6073294" y="322833"/>
                  </a:lnTo>
                  <a:lnTo>
                    <a:pt x="6073294" y="358338"/>
                  </a:lnTo>
                  <a:lnTo>
                    <a:pt x="6073294" y="358339"/>
                  </a:lnTo>
                  <a:lnTo>
                    <a:pt x="5574793" y="358339"/>
                  </a:lnTo>
                  <a:lnTo>
                    <a:pt x="5574793" y="358338"/>
                  </a:lnTo>
                  <a:lnTo>
                    <a:pt x="5574793" y="322833"/>
                  </a:lnTo>
                  <a:close/>
                  <a:moveTo>
                    <a:pt x="4792811" y="312620"/>
                  </a:moveTo>
                  <a:lnTo>
                    <a:pt x="5291307" y="312620"/>
                  </a:lnTo>
                  <a:lnTo>
                    <a:pt x="5291307" y="322833"/>
                  </a:lnTo>
                  <a:lnTo>
                    <a:pt x="5291307" y="358338"/>
                  </a:lnTo>
                  <a:lnTo>
                    <a:pt x="5291307" y="358339"/>
                  </a:lnTo>
                  <a:lnTo>
                    <a:pt x="4792811" y="358339"/>
                  </a:lnTo>
                  <a:lnTo>
                    <a:pt x="4792811" y="358338"/>
                  </a:lnTo>
                  <a:lnTo>
                    <a:pt x="4792811" y="322833"/>
                  </a:lnTo>
                  <a:close/>
                  <a:moveTo>
                    <a:pt x="2285298" y="312620"/>
                  </a:moveTo>
                  <a:lnTo>
                    <a:pt x="3183254" y="312620"/>
                  </a:lnTo>
                  <a:lnTo>
                    <a:pt x="3183254" y="322833"/>
                  </a:lnTo>
                  <a:lnTo>
                    <a:pt x="3183254" y="358338"/>
                  </a:lnTo>
                  <a:lnTo>
                    <a:pt x="3183254" y="358339"/>
                  </a:lnTo>
                  <a:lnTo>
                    <a:pt x="2285298" y="358339"/>
                  </a:lnTo>
                  <a:lnTo>
                    <a:pt x="2285298" y="358338"/>
                  </a:lnTo>
                  <a:lnTo>
                    <a:pt x="2285298" y="322833"/>
                  </a:lnTo>
                  <a:close/>
                  <a:moveTo>
                    <a:pt x="985097" y="312620"/>
                  </a:moveTo>
                  <a:lnTo>
                    <a:pt x="2135110" y="312620"/>
                  </a:lnTo>
                  <a:lnTo>
                    <a:pt x="2148730" y="358335"/>
                  </a:lnTo>
                  <a:lnTo>
                    <a:pt x="2148731" y="358338"/>
                  </a:lnTo>
                  <a:lnTo>
                    <a:pt x="2148731" y="358339"/>
                  </a:lnTo>
                  <a:lnTo>
                    <a:pt x="985097" y="358339"/>
                  </a:lnTo>
                  <a:lnTo>
                    <a:pt x="985097" y="358338"/>
                  </a:lnTo>
                  <a:lnTo>
                    <a:pt x="985097" y="322833"/>
                  </a:lnTo>
                  <a:close/>
                  <a:moveTo>
                    <a:pt x="0" y="312620"/>
                  </a:moveTo>
                  <a:lnTo>
                    <a:pt x="877145" y="312620"/>
                  </a:lnTo>
                  <a:lnTo>
                    <a:pt x="877145" y="322833"/>
                  </a:lnTo>
                  <a:lnTo>
                    <a:pt x="877145" y="358338"/>
                  </a:lnTo>
                  <a:lnTo>
                    <a:pt x="877145" y="358339"/>
                  </a:lnTo>
                  <a:lnTo>
                    <a:pt x="0" y="358339"/>
                  </a:lnTo>
                  <a:lnTo>
                    <a:pt x="0" y="358338"/>
                  </a:lnTo>
                  <a:lnTo>
                    <a:pt x="0" y="322833"/>
                  </a:lnTo>
                  <a:close/>
                  <a:moveTo>
                    <a:pt x="3426524" y="311140"/>
                  </a:moveTo>
                  <a:lnTo>
                    <a:pt x="4541246" y="311140"/>
                  </a:lnTo>
                  <a:lnTo>
                    <a:pt x="4565836" y="363528"/>
                  </a:lnTo>
                  <a:lnTo>
                    <a:pt x="3720591" y="363528"/>
                  </a:lnTo>
                  <a:lnTo>
                    <a:pt x="3720591" y="361147"/>
                  </a:lnTo>
                  <a:lnTo>
                    <a:pt x="3403052" y="361147"/>
                  </a:lnTo>
                  <a:close/>
                  <a:moveTo>
                    <a:pt x="10479636" y="204267"/>
                  </a:moveTo>
                  <a:lnTo>
                    <a:pt x="10671926" y="204267"/>
                  </a:lnTo>
                  <a:lnTo>
                    <a:pt x="11306110" y="204267"/>
                  </a:lnTo>
                  <a:lnTo>
                    <a:pt x="11306110" y="241250"/>
                  </a:lnTo>
                  <a:lnTo>
                    <a:pt x="10671926" y="241250"/>
                  </a:lnTo>
                  <a:lnTo>
                    <a:pt x="10463420" y="241250"/>
                  </a:lnTo>
                  <a:close/>
                  <a:moveTo>
                    <a:pt x="9781432" y="203834"/>
                  </a:moveTo>
                  <a:lnTo>
                    <a:pt x="10286039" y="203834"/>
                  </a:lnTo>
                  <a:lnTo>
                    <a:pt x="10286039" y="240739"/>
                  </a:lnTo>
                  <a:lnTo>
                    <a:pt x="9781432" y="240739"/>
                  </a:lnTo>
                  <a:close/>
                  <a:moveTo>
                    <a:pt x="8612890" y="203834"/>
                  </a:moveTo>
                  <a:lnTo>
                    <a:pt x="9668568" y="203834"/>
                  </a:lnTo>
                  <a:lnTo>
                    <a:pt x="9668568" y="240739"/>
                  </a:lnTo>
                  <a:lnTo>
                    <a:pt x="8612890" y="240739"/>
                  </a:lnTo>
                  <a:close/>
                  <a:moveTo>
                    <a:pt x="8042875" y="203834"/>
                  </a:moveTo>
                  <a:lnTo>
                    <a:pt x="8501703" y="203834"/>
                  </a:lnTo>
                  <a:lnTo>
                    <a:pt x="8501703" y="240739"/>
                  </a:lnTo>
                  <a:lnTo>
                    <a:pt x="8042875" y="240739"/>
                  </a:lnTo>
                  <a:close/>
                  <a:moveTo>
                    <a:pt x="7193139" y="203834"/>
                  </a:moveTo>
                  <a:lnTo>
                    <a:pt x="7762309" y="203834"/>
                  </a:lnTo>
                  <a:lnTo>
                    <a:pt x="7779389" y="240739"/>
                  </a:lnTo>
                  <a:lnTo>
                    <a:pt x="7193139" y="240739"/>
                  </a:lnTo>
                  <a:close/>
                  <a:moveTo>
                    <a:pt x="6188669" y="203834"/>
                  </a:moveTo>
                  <a:lnTo>
                    <a:pt x="7080275" y="203834"/>
                  </a:lnTo>
                  <a:lnTo>
                    <a:pt x="7080275" y="240739"/>
                  </a:lnTo>
                  <a:lnTo>
                    <a:pt x="6188669" y="240739"/>
                  </a:lnTo>
                  <a:close/>
                  <a:moveTo>
                    <a:pt x="5574793" y="203834"/>
                  </a:moveTo>
                  <a:lnTo>
                    <a:pt x="6073294" y="203834"/>
                  </a:lnTo>
                  <a:lnTo>
                    <a:pt x="6073294" y="240739"/>
                  </a:lnTo>
                  <a:lnTo>
                    <a:pt x="5574793" y="240739"/>
                  </a:lnTo>
                  <a:close/>
                  <a:moveTo>
                    <a:pt x="4792811" y="203834"/>
                  </a:moveTo>
                  <a:lnTo>
                    <a:pt x="5291307" y="203834"/>
                  </a:lnTo>
                  <a:lnTo>
                    <a:pt x="5291307" y="240739"/>
                  </a:lnTo>
                  <a:lnTo>
                    <a:pt x="4792811" y="240739"/>
                  </a:lnTo>
                  <a:close/>
                  <a:moveTo>
                    <a:pt x="2285298" y="203834"/>
                  </a:moveTo>
                  <a:lnTo>
                    <a:pt x="3183254" y="203834"/>
                  </a:lnTo>
                  <a:lnTo>
                    <a:pt x="3183254" y="240739"/>
                  </a:lnTo>
                  <a:lnTo>
                    <a:pt x="2285298" y="240739"/>
                  </a:lnTo>
                  <a:close/>
                  <a:moveTo>
                    <a:pt x="985097" y="203834"/>
                  </a:moveTo>
                  <a:lnTo>
                    <a:pt x="2069184" y="203834"/>
                  </a:lnTo>
                  <a:cubicBezTo>
                    <a:pt x="2078730" y="215259"/>
                    <a:pt x="2086715" y="227762"/>
                    <a:pt x="2093941" y="240739"/>
                  </a:cubicBezTo>
                  <a:lnTo>
                    <a:pt x="985097" y="240739"/>
                  </a:lnTo>
                  <a:close/>
                  <a:moveTo>
                    <a:pt x="0" y="203834"/>
                  </a:moveTo>
                  <a:lnTo>
                    <a:pt x="877145" y="203834"/>
                  </a:lnTo>
                  <a:lnTo>
                    <a:pt x="877145" y="240739"/>
                  </a:lnTo>
                  <a:lnTo>
                    <a:pt x="0" y="240739"/>
                  </a:lnTo>
                  <a:close/>
                  <a:moveTo>
                    <a:pt x="3491565" y="203833"/>
                  </a:moveTo>
                  <a:lnTo>
                    <a:pt x="4473824" y="203833"/>
                  </a:lnTo>
                  <a:cubicBezTo>
                    <a:pt x="4482698" y="215677"/>
                    <a:pt x="4491028" y="228051"/>
                    <a:pt x="4499119" y="240738"/>
                  </a:cubicBezTo>
                  <a:lnTo>
                    <a:pt x="3466269" y="240738"/>
                  </a:lnTo>
                  <a:cubicBezTo>
                    <a:pt x="3474361" y="228051"/>
                    <a:pt x="3482694" y="215677"/>
                    <a:pt x="3491565" y="203833"/>
                  </a:cubicBezTo>
                  <a:close/>
                  <a:moveTo>
                    <a:pt x="10550205" y="96959"/>
                  </a:moveTo>
                  <a:lnTo>
                    <a:pt x="10671926" y="96959"/>
                  </a:lnTo>
                  <a:lnTo>
                    <a:pt x="11306110" y="96959"/>
                  </a:lnTo>
                  <a:lnTo>
                    <a:pt x="11306110" y="121993"/>
                  </a:lnTo>
                  <a:lnTo>
                    <a:pt x="10671926" y="121993"/>
                  </a:lnTo>
                  <a:lnTo>
                    <a:pt x="10531544" y="121993"/>
                  </a:lnTo>
                  <a:close/>
                  <a:moveTo>
                    <a:pt x="9781432" y="96753"/>
                  </a:moveTo>
                  <a:lnTo>
                    <a:pt x="10286039" y="96753"/>
                  </a:lnTo>
                  <a:lnTo>
                    <a:pt x="10286039" y="121735"/>
                  </a:lnTo>
                  <a:lnTo>
                    <a:pt x="9781432" y="121735"/>
                  </a:lnTo>
                  <a:close/>
                  <a:moveTo>
                    <a:pt x="8612890" y="96753"/>
                  </a:moveTo>
                  <a:lnTo>
                    <a:pt x="9668568" y="96753"/>
                  </a:lnTo>
                  <a:lnTo>
                    <a:pt x="9668568" y="121735"/>
                  </a:lnTo>
                  <a:lnTo>
                    <a:pt x="8612890" y="121735"/>
                  </a:lnTo>
                  <a:close/>
                  <a:moveTo>
                    <a:pt x="8042875" y="96753"/>
                  </a:moveTo>
                  <a:lnTo>
                    <a:pt x="8501703" y="96753"/>
                  </a:lnTo>
                  <a:lnTo>
                    <a:pt x="8501703" y="121735"/>
                  </a:lnTo>
                  <a:lnTo>
                    <a:pt x="8042875" y="121735"/>
                  </a:lnTo>
                  <a:close/>
                  <a:moveTo>
                    <a:pt x="7193139" y="96753"/>
                  </a:moveTo>
                  <a:lnTo>
                    <a:pt x="7712749" y="96753"/>
                  </a:lnTo>
                  <a:lnTo>
                    <a:pt x="7724312" y="121735"/>
                  </a:lnTo>
                  <a:lnTo>
                    <a:pt x="7193139" y="121735"/>
                  </a:lnTo>
                  <a:close/>
                  <a:moveTo>
                    <a:pt x="6188669" y="96753"/>
                  </a:moveTo>
                  <a:lnTo>
                    <a:pt x="7080275" y="96753"/>
                  </a:lnTo>
                  <a:lnTo>
                    <a:pt x="7080275" y="121735"/>
                  </a:lnTo>
                  <a:lnTo>
                    <a:pt x="6188669" y="121735"/>
                  </a:lnTo>
                  <a:close/>
                  <a:moveTo>
                    <a:pt x="5574793" y="96753"/>
                  </a:moveTo>
                  <a:lnTo>
                    <a:pt x="6073294" y="96753"/>
                  </a:lnTo>
                  <a:lnTo>
                    <a:pt x="6073294" y="121735"/>
                  </a:lnTo>
                  <a:lnTo>
                    <a:pt x="5574793" y="121735"/>
                  </a:lnTo>
                  <a:close/>
                  <a:moveTo>
                    <a:pt x="4792811" y="96753"/>
                  </a:moveTo>
                  <a:lnTo>
                    <a:pt x="5291307" y="96753"/>
                  </a:lnTo>
                  <a:lnTo>
                    <a:pt x="5291307" y="121735"/>
                  </a:lnTo>
                  <a:lnTo>
                    <a:pt x="4792811" y="121735"/>
                  </a:lnTo>
                  <a:close/>
                  <a:moveTo>
                    <a:pt x="2285298" y="96753"/>
                  </a:moveTo>
                  <a:lnTo>
                    <a:pt x="3183254" y="96753"/>
                  </a:lnTo>
                  <a:lnTo>
                    <a:pt x="3183254" y="121735"/>
                  </a:lnTo>
                  <a:lnTo>
                    <a:pt x="2285298" y="121735"/>
                  </a:lnTo>
                  <a:close/>
                  <a:moveTo>
                    <a:pt x="985097" y="96753"/>
                  </a:moveTo>
                  <a:lnTo>
                    <a:pt x="1978552" y="96753"/>
                  </a:lnTo>
                  <a:cubicBezTo>
                    <a:pt x="1987269" y="104388"/>
                    <a:pt x="1995490" y="112539"/>
                    <a:pt x="2002599" y="121735"/>
                  </a:cubicBezTo>
                  <a:lnTo>
                    <a:pt x="985097" y="121735"/>
                  </a:lnTo>
                  <a:close/>
                  <a:moveTo>
                    <a:pt x="0" y="96753"/>
                  </a:moveTo>
                  <a:lnTo>
                    <a:pt x="877145" y="96753"/>
                  </a:lnTo>
                  <a:lnTo>
                    <a:pt x="877145" y="121735"/>
                  </a:lnTo>
                  <a:lnTo>
                    <a:pt x="0" y="121735"/>
                  </a:lnTo>
                  <a:close/>
                  <a:moveTo>
                    <a:pt x="3581580" y="96752"/>
                  </a:moveTo>
                  <a:lnTo>
                    <a:pt x="4383809" y="96752"/>
                  </a:lnTo>
                  <a:cubicBezTo>
                    <a:pt x="4392080" y="104604"/>
                    <a:pt x="4400028" y="112884"/>
                    <a:pt x="4407456" y="121734"/>
                  </a:cubicBezTo>
                  <a:lnTo>
                    <a:pt x="3557933" y="121734"/>
                  </a:lnTo>
                  <a:cubicBezTo>
                    <a:pt x="3565365" y="112884"/>
                    <a:pt x="3573309" y="104604"/>
                    <a:pt x="3581580" y="96752"/>
                  </a:cubicBezTo>
                  <a:close/>
                  <a:moveTo>
                    <a:pt x="10683999" y="1"/>
                  </a:moveTo>
                  <a:lnTo>
                    <a:pt x="10743787" y="1"/>
                  </a:lnTo>
                  <a:cubicBezTo>
                    <a:pt x="10762889" y="1"/>
                    <a:pt x="10781796" y="856"/>
                    <a:pt x="10800434" y="2849"/>
                  </a:cubicBezTo>
                  <a:lnTo>
                    <a:pt x="10800434" y="1"/>
                  </a:lnTo>
                  <a:lnTo>
                    <a:pt x="11306110" y="1"/>
                  </a:lnTo>
                  <a:lnTo>
                    <a:pt x="11306110" y="14690"/>
                  </a:lnTo>
                  <a:lnTo>
                    <a:pt x="10671926" y="14690"/>
                  </a:lnTo>
                  <a:lnTo>
                    <a:pt x="10634292" y="14690"/>
                  </a:lnTo>
                  <a:cubicBezTo>
                    <a:pt x="10638035" y="10809"/>
                    <a:pt x="10642253" y="7500"/>
                    <a:pt x="10646512" y="4251"/>
                  </a:cubicBezTo>
                  <a:lnTo>
                    <a:pt x="10646512" y="2687"/>
                  </a:lnTo>
                  <a:lnTo>
                    <a:pt x="10671926" y="1221"/>
                  </a:lnTo>
                  <a:lnTo>
                    <a:pt x="10671926" y="697"/>
                  </a:lnTo>
                  <a:close/>
                  <a:moveTo>
                    <a:pt x="9781432" y="1"/>
                  </a:moveTo>
                  <a:lnTo>
                    <a:pt x="10286039" y="1"/>
                  </a:lnTo>
                  <a:lnTo>
                    <a:pt x="10286039" y="14659"/>
                  </a:lnTo>
                  <a:lnTo>
                    <a:pt x="9781432" y="14659"/>
                  </a:lnTo>
                  <a:close/>
                  <a:moveTo>
                    <a:pt x="8612890" y="1"/>
                  </a:moveTo>
                  <a:lnTo>
                    <a:pt x="9668568" y="1"/>
                  </a:lnTo>
                  <a:lnTo>
                    <a:pt x="9668568" y="14659"/>
                  </a:lnTo>
                  <a:lnTo>
                    <a:pt x="8612890" y="14659"/>
                  </a:lnTo>
                  <a:close/>
                  <a:moveTo>
                    <a:pt x="8042875" y="1"/>
                  </a:moveTo>
                  <a:lnTo>
                    <a:pt x="8501703" y="1"/>
                  </a:lnTo>
                  <a:lnTo>
                    <a:pt x="8501703" y="14659"/>
                  </a:lnTo>
                  <a:lnTo>
                    <a:pt x="8042875" y="14659"/>
                  </a:lnTo>
                  <a:close/>
                  <a:moveTo>
                    <a:pt x="7193139" y="1"/>
                  </a:moveTo>
                  <a:lnTo>
                    <a:pt x="7667970" y="1"/>
                  </a:lnTo>
                  <a:lnTo>
                    <a:pt x="7674758" y="14659"/>
                  </a:lnTo>
                  <a:lnTo>
                    <a:pt x="7193139" y="14659"/>
                  </a:lnTo>
                  <a:close/>
                  <a:moveTo>
                    <a:pt x="6188669" y="1"/>
                  </a:moveTo>
                  <a:lnTo>
                    <a:pt x="7080275" y="1"/>
                  </a:lnTo>
                  <a:lnTo>
                    <a:pt x="7080275" y="14659"/>
                  </a:lnTo>
                  <a:lnTo>
                    <a:pt x="6188669" y="14659"/>
                  </a:lnTo>
                  <a:close/>
                  <a:moveTo>
                    <a:pt x="5574793" y="1"/>
                  </a:moveTo>
                  <a:lnTo>
                    <a:pt x="6073294" y="1"/>
                  </a:lnTo>
                  <a:lnTo>
                    <a:pt x="6073294" y="14659"/>
                  </a:lnTo>
                  <a:lnTo>
                    <a:pt x="5574793" y="14659"/>
                  </a:lnTo>
                  <a:close/>
                  <a:moveTo>
                    <a:pt x="4792811" y="1"/>
                  </a:moveTo>
                  <a:lnTo>
                    <a:pt x="5291307" y="1"/>
                  </a:lnTo>
                  <a:lnTo>
                    <a:pt x="5291307" y="14659"/>
                  </a:lnTo>
                  <a:lnTo>
                    <a:pt x="4792811" y="14659"/>
                  </a:lnTo>
                  <a:close/>
                  <a:moveTo>
                    <a:pt x="2285298" y="1"/>
                  </a:moveTo>
                  <a:lnTo>
                    <a:pt x="3183254" y="1"/>
                  </a:lnTo>
                  <a:lnTo>
                    <a:pt x="3183254" y="14659"/>
                  </a:lnTo>
                  <a:lnTo>
                    <a:pt x="2285298" y="14659"/>
                  </a:lnTo>
                  <a:close/>
                  <a:moveTo>
                    <a:pt x="985097" y="1"/>
                  </a:moveTo>
                  <a:lnTo>
                    <a:pt x="1846470" y="1"/>
                  </a:lnTo>
                  <a:lnTo>
                    <a:pt x="1869376" y="14659"/>
                  </a:lnTo>
                  <a:lnTo>
                    <a:pt x="985097" y="14659"/>
                  </a:lnTo>
                  <a:close/>
                  <a:moveTo>
                    <a:pt x="0" y="1"/>
                  </a:moveTo>
                  <a:lnTo>
                    <a:pt x="877145" y="1"/>
                  </a:lnTo>
                  <a:lnTo>
                    <a:pt x="877145" y="14659"/>
                  </a:lnTo>
                  <a:lnTo>
                    <a:pt x="0" y="14659"/>
                  </a:lnTo>
                  <a:close/>
                  <a:moveTo>
                    <a:pt x="3702830" y="0"/>
                  </a:moveTo>
                  <a:lnTo>
                    <a:pt x="4262563" y="0"/>
                  </a:lnTo>
                  <a:lnTo>
                    <a:pt x="4284257" y="14658"/>
                  </a:lnTo>
                  <a:lnTo>
                    <a:pt x="3681132" y="14658"/>
                  </a:lnTo>
                  <a:close/>
                </a:path>
              </a:pathLst>
            </a:custGeom>
            <a:grpFill/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square" tIns="90000" bIns="90000" rtlCol="0" anchor="t" anchorCtr="0">
              <a:no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endParaRPr lang="en-US" sz="1800">
                <a:solidFill>
                  <a:schemeClr val="accent4"/>
                </a:solidFill>
              </a:endParaRPr>
            </a:p>
          </p:txBody>
        </p:sp>
      </p:grpSp>
      <p:sp>
        <p:nvSpPr>
          <p:cNvPr id="27" name="Title 1">
            <a:extLst>
              <a:ext uri="{FF2B5EF4-FFF2-40B4-BE49-F238E27FC236}">
                <a16:creationId xmlns:a16="http://schemas.microsoft.com/office/drawing/2014/main" id="{CD5B83DC-3FC4-4638-8B28-938E68AAD24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833619" y="3804790"/>
            <a:ext cx="6621358" cy="468673"/>
          </a:xfr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b" anchorCtr="0" compatLnSpc="1">
            <a:prstTxWarp prst="textNoShape">
              <a:avLst/>
            </a:prstTxWarp>
          </a:bodyPr>
          <a:lstStyle>
            <a:lvl1pPr>
              <a:defRPr lang="en-GB" sz="2000" noProof="0" dirty="0">
                <a:solidFill>
                  <a:schemeClr val="tx1"/>
                </a:solidFill>
              </a:defRPr>
            </a:lvl1pPr>
          </a:lstStyle>
          <a:p>
            <a:pPr marL="0" lvl="0" latinLnBrk="0">
              <a:lnSpc>
                <a:spcPct val="90000"/>
              </a:lnSpc>
            </a:pPr>
            <a:r>
              <a:rPr lang="en-GB" noProof="0" dirty="0"/>
              <a:t>Title</a:t>
            </a:r>
          </a:p>
        </p:txBody>
      </p:sp>
      <p:sp>
        <p:nvSpPr>
          <p:cNvPr id="28" name="Textplatzhalter 3">
            <a:extLst>
              <a:ext uri="{FF2B5EF4-FFF2-40B4-BE49-F238E27FC236}">
                <a16:creationId xmlns:a16="http://schemas.microsoft.com/office/drawing/2014/main" id="{8649864A-B49D-45BB-917C-2AEE1A01661D}"/>
              </a:ext>
            </a:extLst>
          </p:cNvPr>
          <p:cNvSpPr>
            <a:spLocks noGrp="1"/>
          </p:cNvSpPr>
          <p:nvPr>
            <p:ph type="body" sz="half" idx="2" hasCustomPrompt="1"/>
          </p:nvPr>
        </p:nvSpPr>
        <p:spPr>
          <a:xfrm>
            <a:off x="1833641" y="4340320"/>
            <a:ext cx="6626049" cy="33089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 marL="0" indent="0">
              <a:buNone/>
              <a:defRPr lang="en-GB" sz="1400" b="0" noProof="0" dirty="0">
                <a:solidFill>
                  <a:schemeClr val="tx2"/>
                </a:solidFill>
                <a:cs typeface="Arial"/>
              </a:defRPr>
            </a:lvl1pPr>
          </a:lstStyle>
          <a:p>
            <a:pPr marL="179388" lvl="0" indent="-179388">
              <a:spcAft>
                <a:spcPct val="0"/>
              </a:spcAft>
            </a:pPr>
            <a:r>
              <a:rPr lang="en-GB" noProof="0"/>
              <a:t>Sub-title</a:t>
            </a:r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AA21CE3D-143B-F2BB-DFDC-C038B4F55E19}"/>
              </a:ext>
            </a:extLst>
          </p:cNvPr>
          <p:cNvSpPr>
            <a:spLocks noChangeAspect="1"/>
          </p:cNvSpPr>
          <p:nvPr userDrawn="1"/>
        </p:nvSpPr>
        <p:spPr>
          <a:xfrm>
            <a:off x="430809" y="3241938"/>
            <a:ext cx="972000" cy="486000"/>
          </a:xfrm>
          <a:custGeom>
            <a:avLst/>
            <a:gdLst>
              <a:gd name="connsiteX0" fmla="*/ 0 w 972000"/>
              <a:gd name="connsiteY0" fmla="*/ 0 h 486000"/>
              <a:gd name="connsiteX1" fmla="*/ 972000 w 972000"/>
              <a:gd name="connsiteY1" fmla="*/ 0 h 486000"/>
              <a:gd name="connsiteX2" fmla="*/ 972000 w 972000"/>
              <a:gd name="connsiteY2" fmla="*/ 486000 h 486000"/>
              <a:gd name="connsiteX3" fmla="*/ 0 w 972000"/>
              <a:gd name="connsiteY3" fmla="*/ 486000 h 486000"/>
              <a:gd name="connsiteX0" fmla="*/ 0 w 972000"/>
              <a:gd name="connsiteY0" fmla="*/ 0 h 593957"/>
              <a:gd name="connsiteX1" fmla="*/ 972000 w 972000"/>
              <a:gd name="connsiteY1" fmla="*/ 0 h 593957"/>
              <a:gd name="connsiteX2" fmla="*/ 972000 w 972000"/>
              <a:gd name="connsiteY2" fmla="*/ 486000 h 593957"/>
              <a:gd name="connsiteX3" fmla="*/ 293091 w 972000"/>
              <a:gd name="connsiteY3" fmla="*/ 593950 h 593957"/>
              <a:gd name="connsiteX4" fmla="*/ 0 w 972000"/>
              <a:gd name="connsiteY4" fmla="*/ 486000 h 593957"/>
              <a:gd name="connsiteX5" fmla="*/ 0 w 972000"/>
              <a:gd name="connsiteY5" fmla="*/ 0 h 593957"/>
              <a:gd name="connsiteX0" fmla="*/ 0 w 972000"/>
              <a:gd name="connsiteY0" fmla="*/ 0 h 621607"/>
              <a:gd name="connsiteX1" fmla="*/ 972000 w 972000"/>
              <a:gd name="connsiteY1" fmla="*/ 0 h 621607"/>
              <a:gd name="connsiteX2" fmla="*/ 972000 w 972000"/>
              <a:gd name="connsiteY2" fmla="*/ 486000 h 621607"/>
              <a:gd name="connsiteX3" fmla="*/ 683616 w 972000"/>
              <a:gd name="connsiteY3" fmla="*/ 616175 h 621607"/>
              <a:gd name="connsiteX4" fmla="*/ 293091 w 972000"/>
              <a:gd name="connsiteY4" fmla="*/ 593950 h 621607"/>
              <a:gd name="connsiteX5" fmla="*/ 0 w 972000"/>
              <a:gd name="connsiteY5" fmla="*/ 486000 h 621607"/>
              <a:gd name="connsiteX6" fmla="*/ 0 w 972000"/>
              <a:gd name="connsiteY6" fmla="*/ 0 h 621607"/>
              <a:gd name="connsiteX0" fmla="*/ 293091 w 972000"/>
              <a:gd name="connsiteY0" fmla="*/ 593950 h 707615"/>
              <a:gd name="connsiteX1" fmla="*/ 0 w 972000"/>
              <a:gd name="connsiteY1" fmla="*/ 486000 h 707615"/>
              <a:gd name="connsiteX2" fmla="*/ 0 w 972000"/>
              <a:gd name="connsiteY2" fmla="*/ 0 h 707615"/>
              <a:gd name="connsiteX3" fmla="*/ 972000 w 972000"/>
              <a:gd name="connsiteY3" fmla="*/ 0 h 707615"/>
              <a:gd name="connsiteX4" fmla="*/ 972000 w 972000"/>
              <a:gd name="connsiteY4" fmla="*/ 486000 h 707615"/>
              <a:gd name="connsiteX5" fmla="*/ 775056 w 972000"/>
              <a:gd name="connsiteY5" fmla="*/ 707615 h 707615"/>
              <a:gd name="connsiteX0" fmla="*/ 293091 w 972000"/>
              <a:gd name="connsiteY0" fmla="*/ 593950 h 593950"/>
              <a:gd name="connsiteX1" fmla="*/ 0 w 972000"/>
              <a:gd name="connsiteY1" fmla="*/ 486000 h 593950"/>
              <a:gd name="connsiteX2" fmla="*/ 0 w 972000"/>
              <a:gd name="connsiteY2" fmla="*/ 0 h 593950"/>
              <a:gd name="connsiteX3" fmla="*/ 972000 w 972000"/>
              <a:gd name="connsiteY3" fmla="*/ 0 h 593950"/>
              <a:gd name="connsiteX4" fmla="*/ 972000 w 972000"/>
              <a:gd name="connsiteY4" fmla="*/ 486000 h 593950"/>
              <a:gd name="connsiteX0" fmla="*/ 0 w 972000"/>
              <a:gd name="connsiteY0" fmla="*/ 486000 h 486000"/>
              <a:gd name="connsiteX1" fmla="*/ 0 w 972000"/>
              <a:gd name="connsiteY1" fmla="*/ 0 h 486000"/>
              <a:gd name="connsiteX2" fmla="*/ 972000 w 972000"/>
              <a:gd name="connsiteY2" fmla="*/ 0 h 486000"/>
              <a:gd name="connsiteX3" fmla="*/ 972000 w 972000"/>
              <a:gd name="connsiteY3" fmla="*/ 486000 h 48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72000" h="486000">
                <a:moveTo>
                  <a:pt x="0" y="486000"/>
                </a:moveTo>
                <a:lnTo>
                  <a:pt x="0" y="0"/>
                </a:lnTo>
                <a:lnTo>
                  <a:pt x="972000" y="0"/>
                </a:lnTo>
                <a:lnTo>
                  <a:pt x="972000" y="486000"/>
                </a:lnTo>
              </a:path>
            </a:pathLst>
          </a:custGeom>
          <a:solidFill>
            <a:schemeClr val="bg1">
              <a:alpha val="0"/>
            </a:schemeClr>
          </a:solidFill>
          <a:ln>
            <a:solidFill>
              <a:schemeClr val="bg1"/>
            </a:solidFill>
            <a:miter lim="800000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tIns="90000" bIns="90000" rtlCol="0" anchor="t" anchorCtr="0">
            <a:noAutofit/>
          </a:bodyPr>
          <a:lstStyle/>
          <a:p>
            <a:pPr algn="ctr" defTabSz="457200"/>
            <a:endParaRPr lang="en-GB" sz="1800" noProof="0">
              <a:solidFill>
                <a:srgbClr val="F78F1E"/>
              </a:solidFill>
            </a:endParaRPr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1326492C-6880-BC7E-B24A-32DC93FA4AB7}"/>
              </a:ext>
            </a:extLst>
          </p:cNvPr>
          <p:cNvSpPr>
            <a:spLocks noChangeAspect="1"/>
          </p:cNvSpPr>
          <p:nvPr userDrawn="1"/>
        </p:nvSpPr>
        <p:spPr>
          <a:xfrm flipV="1">
            <a:off x="430809" y="3727938"/>
            <a:ext cx="972000" cy="486000"/>
          </a:xfrm>
          <a:custGeom>
            <a:avLst/>
            <a:gdLst>
              <a:gd name="connsiteX0" fmla="*/ 0 w 972000"/>
              <a:gd name="connsiteY0" fmla="*/ 0 h 486000"/>
              <a:gd name="connsiteX1" fmla="*/ 972000 w 972000"/>
              <a:gd name="connsiteY1" fmla="*/ 0 h 486000"/>
              <a:gd name="connsiteX2" fmla="*/ 972000 w 972000"/>
              <a:gd name="connsiteY2" fmla="*/ 486000 h 486000"/>
              <a:gd name="connsiteX3" fmla="*/ 0 w 972000"/>
              <a:gd name="connsiteY3" fmla="*/ 486000 h 486000"/>
              <a:gd name="connsiteX0" fmla="*/ 0 w 972000"/>
              <a:gd name="connsiteY0" fmla="*/ 0 h 593957"/>
              <a:gd name="connsiteX1" fmla="*/ 972000 w 972000"/>
              <a:gd name="connsiteY1" fmla="*/ 0 h 593957"/>
              <a:gd name="connsiteX2" fmla="*/ 972000 w 972000"/>
              <a:gd name="connsiteY2" fmla="*/ 486000 h 593957"/>
              <a:gd name="connsiteX3" fmla="*/ 293091 w 972000"/>
              <a:gd name="connsiteY3" fmla="*/ 593950 h 593957"/>
              <a:gd name="connsiteX4" fmla="*/ 0 w 972000"/>
              <a:gd name="connsiteY4" fmla="*/ 486000 h 593957"/>
              <a:gd name="connsiteX5" fmla="*/ 0 w 972000"/>
              <a:gd name="connsiteY5" fmla="*/ 0 h 593957"/>
              <a:gd name="connsiteX0" fmla="*/ 0 w 972000"/>
              <a:gd name="connsiteY0" fmla="*/ 0 h 621607"/>
              <a:gd name="connsiteX1" fmla="*/ 972000 w 972000"/>
              <a:gd name="connsiteY1" fmla="*/ 0 h 621607"/>
              <a:gd name="connsiteX2" fmla="*/ 972000 w 972000"/>
              <a:gd name="connsiteY2" fmla="*/ 486000 h 621607"/>
              <a:gd name="connsiteX3" fmla="*/ 683616 w 972000"/>
              <a:gd name="connsiteY3" fmla="*/ 616175 h 621607"/>
              <a:gd name="connsiteX4" fmla="*/ 293091 w 972000"/>
              <a:gd name="connsiteY4" fmla="*/ 593950 h 621607"/>
              <a:gd name="connsiteX5" fmla="*/ 0 w 972000"/>
              <a:gd name="connsiteY5" fmla="*/ 486000 h 621607"/>
              <a:gd name="connsiteX6" fmla="*/ 0 w 972000"/>
              <a:gd name="connsiteY6" fmla="*/ 0 h 621607"/>
              <a:gd name="connsiteX0" fmla="*/ 293091 w 972000"/>
              <a:gd name="connsiteY0" fmla="*/ 593950 h 707615"/>
              <a:gd name="connsiteX1" fmla="*/ 0 w 972000"/>
              <a:gd name="connsiteY1" fmla="*/ 486000 h 707615"/>
              <a:gd name="connsiteX2" fmla="*/ 0 w 972000"/>
              <a:gd name="connsiteY2" fmla="*/ 0 h 707615"/>
              <a:gd name="connsiteX3" fmla="*/ 972000 w 972000"/>
              <a:gd name="connsiteY3" fmla="*/ 0 h 707615"/>
              <a:gd name="connsiteX4" fmla="*/ 972000 w 972000"/>
              <a:gd name="connsiteY4" fmla="*/ 486000 h 707615"/>
              <a:gd name="connsiteX5" fmla="*/ 775056 w 972000"/>
              <a:gd name="connsiteY5" fmla="*/ 707615 h 707615"/>
              <a:gd name="connsiteX0" fmla="*/ 293091 w 972000"/>
              <a:gd name="connsiteY0" fmla="*/ 593950 h 593950"/>
              <a:gd name="connsiteX1" fmla="*/ 0 w 972000"/>
              <a:gd name="connsiteY1" fmla="*/ 486000 h 593950"/>
              <a:gd name="connsiteX2" fmla="*/ 0 w 972000"/>
              <a:gd name="connsiteY2" fmla="*/ 0 h 593950"/>
              <a:gd name="connsiteX3" fmla="*/ 972000 w 972000"/>
              <a:gd name="connsiteY3" fmla="*/ 0 h 593950"/>
              <a:gd name="connsiteX4" fmla="*/ 972000 w 972000"/>
              <a:gd name="connsiteY4" fmla="*/ 486000 h 593950"/>
              <a:gd name="connsiteX0" fmla="*/ 0 w 972000"/>
              <a:gd name="connsiteY0" fmla="*/ 486000 h 486000"/>
              <a:gd name="connsiteX1" fmla="*/ 0 w 972000"/>
              <a:gd name="connsiteY1" fmla="*/ 0 h 486000"/>
              <a:gd name="connsiteX2" fmla="*/ 972000 w 972000"/>
              <a:gd name="connsiteY2" fmla="*/ 0 h 486000"/>
              <a:gd name="connsiteX3" fmla="*/ 972000 w 972000"/>
              <a:gd name="connsiteY3" fmla="*/ 486000 h 48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72000" h="486000">
                <a:moveTo>
                  <a:pt x="0" y="486000"/>
                </a:moveTo>
                <a:lnTo>
                  <a:pt x="0" y="0"/>
                </a:lnTo>
                <a:lnTo>
                  <a:pt x="972000" y="0"/>
                </a:lnTo>
                <a:lnTo>
                  <a:pt x="972000" y="486000"/>
                </a:lnTo>
              </a:path>
            </a:pathLst>
          </a:custGeom>
          <a:noFill/>
          <a:ln>
            <a:solidFill>
              <a:srgbClr val="6788B3"/>
            </a:solidFill>
            <a:miter lim="800000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tIns="90000" bIns="90000" rtlCol="0" anchor="t" anchorCtr="0">
            <a:noAutofit/>
          </a:bodyPr>
          <a:lstStyle/>
          <a:p>
            <a:pPr algn="ctr" defTabSz="457200"/>
            <a:endParaRPr lang="en-GB" sz="1800" noProof="0">
              <a:solidFill>
                <a:srgbClr val="F78F1E"/>
              </a:solidFill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5FF9365D-9C25-52DE-08EF-F23D0814056A}"/>
              </a:ext>
            </a:extLst>
          </p:cNvPr>
          <p:cNvSpPr txBox="1"/>
          <p:nvPr userDrawn="1"/>
        </p:nvSpPr>
        <p:spPr>
          <a:xfrm>
            <a:off x="430809" y="3250433"/>
            <a:ext cx="972000" cy="283792"/>
          </a:xfrm>
          <a:prstGeom prst="rect">
            <a:avLst/>
          </a:prstGeom>
          <a:noFill/>
        </p:spPr>
        <p:txBody>
          <a:bodyPr wrap="square" lIns="72000" tIns="36000" rIns="36000">
            <a:spAutoFit/>
          </a:bodyPr>
          <a:lstStyle/>
          <a:p>
            <a:pPr>
              <a:lnSpc>
                <a:spcPct val="120000"/>
              </a:lnSpc>
            </a:pPr>
            <a:r>
              <a:rPr lang="en-US" sz="1200" dirty="0">
                <a:solidFill>
                  <a:schemeClr val="bg1"/>
                </a:solidFill>
              </a:rPr>
              <a:t>xxx</a:t>
            </a:r>
            <a:endParaRPr lang="en-US" sz="1200" dirty="0">
              <a:solidFill>
                <a:schemeClr val="tx1"/>
              </a:solidFill>
            </a:endParaRPr>
          </a:p>
        </p:txBody>
      </p:sp>
      <p:sp>
        <p:nvSpPr>
          <p:cNvPr id="4" name="Rechteck 10">
            <a:extLst>
              <a:ext uri="{FF2B5EF4-FFF2-40B4-BE49-F238E27FC236}">
                <a16:creationId xmlns:a16="http://schemas.microsoft.com/office/drawing/2014/main" id="{19CCAAF8-65DF-3E57-D06C-1987B2052BB0}"/>
              </a:ext>
            </a:extLst>
          </p:cNvPr>
          <p:cNvSpPr/>
          <p:nvPr userDrawn="1"/>
        </p:nvSpPr>
        <p:spPr>
          <a:xfrm>
            <a:off x="4463988" y="1779662"/>
            <a:ext cx="4680012" cy="1584176"/>
          </a:xfrm>
          <a:prstGeom prst="rect">
            <a:avLst/>
          </a:prstGeom>
          <a:solidFill>
            <a:schemeClr val="accent4">
              <a:alpha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lvl="0" algn="ctr" fontAlgn="auto">
              <a:spcBef>
                <a:spcPts val="0"/>
              </a:spcBef>
              <a:spcAft>
                <a:spcPts val="0"/>
              </a:spcAft>
            </a:pPr>
            <a:r>
              <a:rPr lang="en-GB" sz="1400" b="1" i="1" dirty="0">
                <a:solidFill>
                  <a:schemeClr val="accent6"/>
                </a:solidFill>
              </a:rPr>
              <a:t>Special topic picture</a:t>
            </a:r>
            <a:br>
              <a:rPr lang="en-GB" sz="1400" b="1" i="1" dirty="0">
                <a:solidFill>
                  <a:schemeClr val="accent6"/>
                </a:solidFill>
              </a:rPr>
            </a:br>
            <a:endParaRPr lang="en-GB" sz="1400" b="1" i="1" dirty="0">
              <a:solidFill>
                <a:schemeClr val="accent6"/>
              </a:solidFill>
            </a:endParaRPr>
          </a:p>
          <a:p>
            <a:pPr marL="179388" lvl="0" indent="-179388" algn="l" fontAlgn="auto">
              <a:spcBef>
                <a:spcPts val="0"/>
              </a:spcBef>
              <a:spcAft>
                <a:spcPts val="0"/>
              </a:spcAft>
              <a:buFont typeface="+mj-lt"/>
              <a:buAutoNum type="arabicPeriod"/>
            </a:pPr>
            <a:r>
              <a:rPr lang="en-GB" sz="1400" b="0" i="1" dirty="0">
                <a:solidFill>
                  <a:schemeClr val="bg2"/>
                </a:solidFill>
              </a:rPr>
              <a:t>Select this box and use “Format Shape - Fill – Picture” </a:t>
            </a:r>
          </a:p>
          <a:p>
            <a:pPr marL="179388" lvl="0" indent="-179388" algn="l" fontAlgn="auto">
              <a:spcBef>
                <a:spcPts val="0"/>
              </a:spcBef>
              <a:spcAft>
                <a:spcPts val="0"/>
              </a:spcAft>
              <a:buFont typeface="+mj-lt"/>
              <a:buAutoNum type="arabicPeriod"/>
            </a:pPr>
            <a:r>
              <a:rPr lang="en-GB" sz="1400" b="0" i="1" dirty="0">
                <a:solidFill>
                  <a:schemeClr val="bg2"/>
                </a:solidFill>
              </a:rPr>
              <a:t>Adjust proportion and position of the picture “Picture Tools Menu </a:t>
            </a:r>
            <a:r>
              <a:rPr lang="en-GB" sz="1400" b="0" i="1" dirty="0">
                <a:solidFill>
                  <a:schemeClr val="bg2"/>
                </a:solidFill>
                <a:sym typeface="Wingdings" panose="05000000000000000000" pitchFamily="2" charset="2"/>
              </a:rPr>
              <a:t></a:t>
            </a:r>
            <a:r>
              <a:rPr lang="en-GB" sz="1400" b="0" i="1" dirty="0">
                <a:solidFill>
                  <a:schemeClr val="bg2"/>
                </a:solidFill>
              </a:rPr>
              <a:t> Crop (at the very right)”</a:t>
            </a:r>
          </a:p>
          <a:p>
            <a:pPr marL="179388" lvl="0" indent="-179388" algn="l" fontAlgn="auto">
              <a:spcBef>
                <a:spcPts val="0"/>
              </a:spcBef>
              <a:spcAft>
                <a:spcPts val="0"/>
              </a:spcAft>
              <a:buFont typeface="+mj-lt"/>
              <a:buAutoNum type="arabicPeriod"/>
            </a:pPr>
            <a:r>
              <a:rPr lang="en-GB" sz="1400" b="0" i="1" dirty="0">
                <a:solidFill>
                  <a:schemeClr val="bg2"/>
                </a:solidFill>
              </a:rPr>
              <a:t>Delete this text box</a:t>
            </a:r>
          </a:p>
        </p:txBody>
      </p:sp>
    </p:spTree>
    <p:extLst>
      <p:ext uri="{BB962C8B-B14F-4D97-AF65-F5344CB8AC3E}">
        <p14:creationId xmlns:p14="http://schemas.microsoft.com/office/powerpoint/2010/main" val="370200329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(standard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432000" y="270000"/>
            <a:ext cx="8280000" cy="288000"/>
          </a:xfrm>
          <a:noFill/>
        </p:spPr>
        <p:txBody>
          <a:bodyPr/>
          <a:lstStyle/>
          <a:p>
            <a:r>
              <a:rPr lang="en-GB" noProof="0" dirty="0"/>
              <a:t>Title / key message of the slide</a:t>
            </a:r>
          </a:p>
        </p:txBody>
      </p:sp>
      <p:sp>
        <p:nvSpPr>
          <p:cNvPr id="3" name="Rechteck 58">
            <a:extLst>
              <a:ext uri="{FF2B5EF4-FFF2-40B4-BE49-F238E27FC236}">
                <a16:creationId xmlns:a16="http://schemas.microsoft.com/office/drawing/2014/main" id="{A7A40347-7FF1-4F65-B320-EBCB70325793}"/>
              </a:ext>
            </a:extLst>
          </p:cNvPr>
          <p:cNvSpPr/>
          <p:nvPr userDrawn="1"/>
        </p:nvSpPr>
        <p:spPr>
          <a:xfrm>
            <a:off x="0" y="0"/>
            <a:ext cx="144000" cy="5143752"/>
          </a:xfrm>
          <a:prstGeom prst="rect">
            <a:avLst/>
          </a:prstGeom>
          <a:solidFill>
            <a:schemeClr val="tx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90000" bIns="90000" rtlCol="0" anchor="t" anchorCtr="0"/>
          <a:lstStyle/>
          <a:p>
            <a:pPr algn="ctr" defTabSz="457189"/>
            <a:endParaRPr lang="en-GB" sz="1800" noProof="0" dirty="0">
              <a:solidFill>
                <a:srgbClr val="F0A51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5924106"/>
      </p:ext>
    </p:extLst>
  </p:cSld>
  <p:clrMapOvr>
    <a:masterClrMapping/>
  </p:clrMapOvr>
  <p:transition spd="slow">
    <p:fade/>
  </p:transition>
  <p:extLst>
    <p:ext uri="{DCECCB84-F9BA-43D5-87BE-67443E8EF086}">
      <p15:sldGuideLst xmlns:p15="http://schemas.microsoft.com/office/powerpoint/2012/main">
        <p15:guide id="2" pos="2880" userDrawn="1">
          <p15:clr>
            <a:srgbClr val="FBAE40"/>
          </p15:clr>
        </p15:guide>
        <p15:guide id="3" orient="horz" pos="1620" userDrawn="1">
          <p15:clr>
            <a:srgbClr val="FBAE40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ub-headline (alternativ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432000" y="270000"/>
            <a:ext cx="8280000" cy="288000"/>
          </a:xfrm>
          <a:noFill/>
        </p:spPr>
        <p:txBody>
          <a:bodyPr/>
          <a:lstStyle/>
          <a:p>
            <a:r>
              <a:rPr lang="en-GB" noProof="0" dirty="0"/>
              <a:t>Title / key message of the slide</a:t>
            </a:r>
          </a:p>
        </p:txBody>
      </p:sp>
      <p:sp>
        <p:nvSpPr>
          <p:cNvPr id="3" name="Textplatzhalter 5"/>
          <p:cNvSpPr>
            <a:spLocks noGrp="1"/>
          </p:cNvSpPr>
          <p:nvPr>
            <p:ph type="body" sz="quarter" idx="14" hasCustomPrompt="1"/>
          </p:nvPr>
        </p:nvSpPr>
        <p:spPr>
          <a:xfrm>
            <a:off x="431799" y="576000"/>
            <a:ext cx="8280000" cy="288000"/>
          </a:xfr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 marL="285743" indent="-285743">
              <a:buFont typeface="Arial" panose="020B0604020202020204" pitchFamily="34" charset="0"/>
              <a:buNone/>
              <a:defRPr lang="en-GB" sz="1500" dirty="0">
                <a:solidFill>
                  <a:schemeClr val="tx2"/>
                </a:solidFill>
                <a:latin typeface="+mj-lt"/>
              </a:defRPr>
            </a:lvl1pPr>
          </a:lstStyle>
          <a:p>
            <a:pPr marL="0" lvl="0" indent="0"/>
            <a:r>
              <a:rPr lang="en-GB" noProof="0" dirty="0"/>
              <a:t>Sub-title</a:t>
            </a:r>
          </a:p>
        </p:txBody>
      </p:sp>
      <p:sp>
        <p:nvSpPr>
          <p:cNvPr id="4" name="Rechteck 58">
            <a:extLst>
              <a:ext uri="{FF2B5EF4-FFF2-40B4-BE49-F238E27FC236}">
                <a16:creationId xmlns:a16="http://schemas.microsoft.com/office/drawing/2014/main" id="{137A79D5-63A1-4344-8390-4DC702C40C5B}"/>
              </a:ext>
            </a:extLst>
          </p:cNvPr>
          <p:cNvSpPr/>
          <p:nvPr userDrawn="1"/>
        </p:nvSpPr>
        <p:spPr>
          <a:xfrm>
            <a:off x="0" y="0"/>
            <a:ext cx="144000" cy="5143752"/>
          </a:xfrm>
          <a:prstGeom prst="rect">
            <a:avLst/>
          </a:prstGeom>
          <a:solidFill>
            <a:schemeClr val="tx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90000" bIns="90000" rtlCol="0" anchor="t" anchorCtr="0"/>
          <a:lstStyle/>
          <a:p>
            <a:pPr algn="ctr" defTabSz="457189"/>
            <a:endParaRPr lang="en-GB" sz="1800" noProof="0" dirty="0">
              <a:solidFill>
                <a:srgbClr val="F0A51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24728025"/>
      </p:ext>
    </p:extLst>
  </p:cSld>
  <p:clrMapOvr>
    <a:masterClrMapping/>
  </p:clrMapOvr>
  <p:transition spd="slow">
    <p:fade/>
  </p:transition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+ Categor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432000" y="270000"/>
            <a:ext cx="8280000" cy="288000"/>
          </a:xfrm>
          <a:noFill/>
        </p:spPr>
        <p:txBody>
          <a:bodyPr/>
          <a:lstStyle/>
          <a:p>
            <a:r>
              <a:rPr lang="en-GB" noProof="0" dirty="0"/>
              <a:t>Title / key message of the slide</a:t>
            </a:r>
          </a:p>
        </p:txBody>
      </p:sp>
      <p:sp>
        <p:nvSpPr>
          <p:cNvPr id="3" name="Textplatzhalter 5"/>
          <p:cNvSpPr>
            <a:spLocks noGrp="1"/>
          </p:cNvSpPr>
          <p:nvPr>
            <p:ph type="body" sz="quarter" idx="14" hasCustomPrompt="1"/>
          </p:nvPr>
        </p:nvSpPr>
        <p:spPr>
          <a:xfrm>
            <a:off x="431800" y="123478"/>
            <a:ext cx="4140201" cy="146522"/>
          </a:xfr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 marL="285743" indent="-285743">
              <a:buFont typeface="Arial" panose="020B0604020202020204" pitchFamily="34" charset="0"/>
              <a:buNone/>
              <a:defRPr lang="en-GB" sz="1100" dirty="0">
                <a:solidFill>
                  <a:schemeClr val="accent1">
                    <a:lumMod val="75000"/>
                  </a:schemeClr>
                </a:solidFill>
                <a:latin typeface="+mj-lt"/>
              </a:defRPr>
            </a:lvl1pPr>
          </a:lstStyle>
          <a:p>
            <a:pPr marL="0" lvl="0" indent="0"/>
            <a:r>
              <a:rPr lang="en-GB" noProof="0" dirty="0"/>
              <a:t>Section / overarching theme</a:t>
            </a:r>
          </a:p>
        </p:txBody>
      </p:sp>
      <p:sp>
        <p:nvSpPr>
          <p:cNvPr id="4" name="Rechteck 58">
            <a:extLst>
              <a:ext uri="{FF2B5EF4-FFF2-40B4-BE49-F238E27FC236}">
                <a16:creationId xmlns:a16="http://schemas.microsoft.com/office/drawing/2014/main" id="{137A79D5-63A1-4344-8390-4DC702C40C5B}"/>
              </a:ext>
            </a:extLst>
          </p:cNvPr>
          <p:cNvSpPr/>
          <p:nvPr userDrawn="1"/>
        </p:nvSpPr>
        <p:spPr>
          <a:xfrm>
            <a:off x="0" y="0"/>
            <a:ext cx="144000" cy="5143752"/>
          </a:xfrm>
          <a:prstGeom prst="rect">
            <a:avLst/>
          </a:prstGeom>
          <a:solidFill>
            <a:schemeClr val="tx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90000" bIns="90000" rtlCol="0" anchor="t" anchorCtr="0"/>
          <a:lstStyle/>
          <a:p>
            <a:pPr algn="ctr" defTabSz="457189"/>
            <a:endParaRPr lang="en-GB" sz="1800" noProof="0" dirty="0">
              <a:solidFill>
                <a:srgbClr val="F0A51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05057725"/>
      </p:ext>
    </p:extLst>
  </p:cSld>
  <p:clrMapOvr>
    <a:masterClrMapping/>
  </p:clrMapOvr>
  <p:transition spd="slow">
    <p:fade/>
  </p:transition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+ fie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432000" y="270000"/>
            <a:ext cx="8280000" cy="288000"/>
          </a:xfrm>
          <a:noFill/>
        </p:spPr>
        <p:txBody>
          <a:bodyPr/>
          <a:lstStyle/>
          <a:p>
            <a:r>
              <a:rPr lang="en-GB" noProof="0" dirty="0"/>
              <a:t>Title / key message of the slide</a:t>
            </a:r>
          </a:p>
        </p:txBody>
      </p:sp>
      <p:sp>
        <p:nvSpPr>
          <p:cNvPr id="3" name="Inhaltsplatzhalter 3"/>
          <p:cNvSpPr>
            <a:spLocks noGrp="1"/>
          </p:cNvSpPr>
          <p:nvPr>
            <p:ph sz="quarter" idx="15"/>
          </p:nvPr>
        </p:nvSpPr>
        <p:spPr>
          <a:xfrm>
            <a:off x="432000" y="756001"/>
            <a:ext cx="8280400" cy="3876794"/>
          </a:xfr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>
              <a:defRPr lang="de-DE" sz="1600" smtClean="0"/>
            </a:lvl1pPr>
            <a:lvl2pPr marL="458777" indent="-228594">
              <a:buSzPct val="80000"/>
              <a:buFont typeface="Courier New" panose="02070309020205020404" pitchFamily="49" charset="0"/>
              <a:buChar char="o"/>
              <a:defRPr lang="de-DE" sz="1400" smtClean="0"/>
            </a:lvl2pPr>
            <a:lvl3pPr>
              <a:defRPr lang="de-DE" sz="1400" smtClean="0"/>
            </a:lvl3pPr>
            <a:lvl4pPr marL="893741" indent="-209545">
              <a:buFont typeface="Wingdings" panose="05000000000000000000" pitchFamily="2" charset="2"/>
              <a:buChar char="§"/>
              <a:defRPr lang="de-DE" sz="1200" smtClean="0"/>
            </a:lvl4pPr>
            <a:lvl5pPr>
              <a:defRPr lang="en-GB" sz="1200"/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GB" noProof="0" dirty="0"/>
          </a:p>
        </p:txBody>
      </p:sp>
      <p:sp>
        <p:nvSpPr>
          <p:cNvPr id="4" name="Rechteck 58">
            <a:extLst>
              <a:ext uri="{FF2B5EF4-FFF2-40B4-BE49-F238E27FC236}">
                <a16:creationId xmlns:a16="http://schemas.microsoft.com/office/drawing/2014/main" id="{5ED19F5F-8A69-421B-9F60-4B528D2394AC}"/>
              </a:ext>
            </a:extLst>
          </p:cNvPr>
          <p:cNvSpPr/>
          <p:nvPr userDrawn="1"/>
        </p:nvSpPr>
        <p:spPr>
          <a:xfrm>
            <a:off x="0" y="0"/>
            <a:ext cx="144000" cy="5143752"/>
          </a:xfrm>
          <a:prstGeom prst="rect">
            <a:avLst/>
          </a:prstGeom>
          <a:solidFill>
            <a:schemeClr val="tx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90000" bIns="90000" rtlCol="0" anchor="t" anchorCtr="0"/>
          <a:lstStyle/>
          <a:p>
            <a:pPr algn="ctr" defTabSz="457189"/>
            <a:endParaRPr lang="en-GB" sz="1800" noProof="0" dirty="0">
              <a:solidFill>
                <a:srgbClr val="F0A51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46499212"/>
      </p:ext>
    </p:extLst>
  </p:cSld>
  <p:clrMapOvr>
    <a:masterClrMapping/>
  </p:clrMapOvr>
  <p:transition spd="slow">
    <p:fade/>
  </p:transition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ub-headline + fie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432000" y="270000"/>
            <a:ext cx="8280000" cy="288000"/>
          </a:xfrm>
          <a:noFill/>
        </p:spPr>
        <p:txBody>
          <a:bodyPr/>
          <a:lstStyle/>
          <a:p>
            <a:r>
              <a:rPr lang="en-GB" noProof="0" dirty="0"/>
              <a:t>Title / key message of the slide</a:t>
            </a:r>
          </a:p>
        </p:txBody>
      </p:sp>
      <p:sp>
        <p:nvSpPr>
          <p:cNvPr id="3" name="Textplatzhalter 5"/>
          <p:cNvSpPr>
            <a:spLocks noGrp="1"/>
          </p:cNvSpPr>
          <p:nvPr>
            <p:ph type="body" sz="quarter" idx="14" hasCustomPrompt="1"/>
          </p:nvPr>
        </p:nvSpPr>
        <p:spPr>
          <a:xfrm>
            <a:off x="431799" y="576000"/>
            <a:ext cx="8280000" cy="288000"/>
          </a:xfr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 marL="285743" indent="-285743">
              <a:buFont typeface="Arial" panose="020B0604020202020204" pitchFamily="34" charset="0"/>
              <a:buNone/>
              <a:defRPr lang="en-GB" sz="1500" dirty="0">
                <a:solidFill>
                  <a:schemeClr val="tx2"/>
                </a:solidFill>
                <a:latin typeface="+mj-lt"/>
              </a:defRPr>
            </a:lvl1pPr>
          </a:lstStyle>
          <a:p>
            <a:pPr marL="0" lvl="0" indent="0"/>
            <a:r>
              <a:rPr lang="en-GB" dirty="0"/>
              <a:t>Sub-title</a:t>
            </a:r>
          </a:p>
        </p:txBody>
      </p:sp>
      <p:sp>
        <p:nvSpPr>
          <p:cNvPr id="5" name="Inhaltsplatzhalter 3"/>
          <p:cNvSpPr>
            <a:spLocks noGrp="1"/>
          </p:cNvSpPr>
          <p:nvPr>
            <p:ph sz="quarter" idx="16"/>
          </p:nvPr>
        </p:nvSpPr>
        <p:spPr>
          <a:xfrm>
            <a:off x="432000" y="936000"/>
            <a:ext cx="8280400" cy="3672000"/>
          </a:xfr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>
              <a:defRPr lang="de-DE" sz="1600" smtClean="0"/>
            </a:lvl1pPr>
            <a:lvl2pPr marL="458777" indent="-228594">
              <a:buSzPct val="80000"/>
              <a:buFont typeface="Courier New" panose="02070309020205020404" pitchFamily="49" charset="0"/>
              <a:buChar char="o"/>
              <a:defRPr lang="de-DE" sz="1400" smtClean="0"/>
            </a:lvl2pPr>
            <a:lvl3pPr>
              <a:defRPr lang="de-DE" sz="1400" smtClean="0"/>
            </a:lvl3pPr>
            <a:lvl4pPr marL="893741" indent="-209545">
              <a:buFont typeface="Wingdings" panose="05000000000000000000" pitchFamily="2" charset="2"/>
              <a:buChar char="§"/>
              <a:defRPr lang="en-GB" sz="1200" kern="1200" noProof="0" dirty="0" smtClean="0">
                <a:solidFill>
                  <a:schemeClr val="bg2"/>
                </a:solidFill>
                <a:latin typeface="+mn-lt"/>
                <a:ea typeface="ヒラギノ角ゴ Pro W3" charset="0"/>
                <a:cs typeface="ヒラギノ角ゴ Pro W3"/>
              </a:defRPr>
            </a:lvl4pPr>
            <a:lvl5pPr>
              <a:defRPr lang="en-GB" sz="1200"/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GB" noProof="0" dirty="0"/>
          </a:p>
        </p:txBody>
      </p:sp>
      <p:sp>
        <p:nvSpPr>
          <p:cNvPr id="6" name="Rechteck 58">
            <a:extLst>
              <a:ext uri="{FF2B5EF4-FFF2-40B4-BE49-F238E27FC236}">
                <a16:creationId xmlns:a16="http://schemas.microsoft.com/office/drawing/2014/main" id="{60F4CB83-044E-4ED4-BA3C-C40B395D5EE4}"/>
              </a:ext>
            </a:extLst>
          </p:cNvPr>
          <p:cNvSpPr/>
          <p:nvPr userDrawn="1"/>
        </p:nvSpPr>
        <p:spPr>
          <a:xfrm>
            <a:off x="0" y="0"/>
            <a:ext cx="144000" cy="5143752"/>
          </a:xfrm>
          <a:prstGeom prst="rect">
            <a:avLst/>
          </a:prstGeom>
          <a:solidFill>
            <a:schemeClr val="tx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90000" bIns="90000" rtlCol="0" anchor="t" anchorCtr="0"/>
          <a:lstStyle/>
          <a:p>
            <a:pPr algn="ctr" defTabSz="457189"/>
            <a:endParaRPr lang="en-GB" sz="1800" noProof="0" dirty="0">
              <a:solidFill>
                <a:srgbClr val="F0A51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85857776"/>
      </p:ext>
    </p:extLst>
  </p:cSld>
  <p:clrMapOvr>
    <a:masterClrMapping/>
  </p:clrMapOvr>
  <p:transition spd="slow">
    <p:fade/>
  </p:transition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ub-headline + 50:5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432000" y="270000"/>
            <a:ext cx="8280000" cy="288000"/>
          </a:xfrm>
          <a:noFill/>
        </p:spPr>
        <p:txBody>
          <a:bodyPr/>
          <a:lstStyle/>
          <a:p>
            <a:r>
              <a:rPr lang="en-GB" noProof="0" dirty="0"/>
              <a:t>Title / key message of the slide</a:t>
            </a:r>
          </a:p>
        </p:txBody>
      </p:sp>
      <p:sp>
        <p:nvSpPr>
          <p:cNvPr id="3" name="Textplatzhalter 5"/>
          <p:cNvSpPr>
            <a:spLocks noGrp="1"/>
          </p:cNvSpPr>
          <p:nvPr>
            <p:ph type="body" sz="quarter" idx="14" hasCustomPrompt="1"/>
          </p:nvPr>
        </p:nvSpPr>
        <p:spPr>
          <a:xfrm>
            <a:off x="431799" y="576000"/>
            <a:ext cx="8280000" cy="288000"/>
          </a:xfr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 marL="285743" indent="-285743">
              <a:buFont typeface="Arial" panose="020B0604020202020204" pitchFamily="34" charset="0"/>
              <a:buNone/>
              <a:defRPr lang="en-GB" sz="1500" dirty="0">
                <a:solidFill>
                  <a:schemeClr val="tx2"/>
                </a:solidFill>
                <a:latin typeface="+mj-lt"/>
              </a:defRPr>
            </a:lvl1pPr>
          </a:lstStyle>
          <a:p>
            <a:pPr marL="0" lvl="0" indent="0"/>
            <a:r>
              <a:rPr lang="en-GB" noProof="0" dirty="0"/>
              <a:t>Sub-title</a:t>
            </a:r>
          </a:p>
        </p:txBody>
      </p:sp>
      <p:sp>
        <p:nvSpPr>
          <p:cNvPr id="4" name="Inhaltsplatzhalter 3"/>
          <p:cNvSpPr>
            <a:spLocks noGrp="1"/>
          </p:cNvSpPr>
          <p:nvPr>
            <p:ph sz="quarter" idx="15"/>
          </p:nvPr>
        </p:nvSpPr>
        <p:spPr>
          <a:xfrm>
            <a:off x="4608515" y="936000"/>
            <a:ext cx="4103687" cy="3696292"/>
          </a:xfr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>
              <a:defRPr lang="de-DE" sz="1600" smtClean="0"/>
            </a:lvl1pPr>
            <a:lvl2pPr marL="458777" indent="-228594">
              <a:defRPr lang="en-GB" sz="1400" kern="1200" noProof="0" dirty="0" smtClean="0">
                <a:solidFill>
                  <a:schemeClr val="bg2"/>
                </a:solidFill>
                <a:latin typeface="+mn-lt"/>
                <a:ea typeface="ヒラギノ角ゴ Pro W3" charset="0"/>
                <a:cs typeface="ヒラギノ角ゴ Pro W3"/>
              </a:defRPr>
            </a:lvl2pPr>
            <a:lvl3pPr>
              <a:defRPr lang="de-DE" sz="1400" smtClean="0"/>
            </a:lvl3pPr>
            <a:lvl4pPr marL="893741" indent="-209545">
              <a:defRPr lang="en-GB" sz="1200" kern="1200" noProof="0" dirty="0" smtClean="0">
                <a:solidFill>
                  <a:schemeClr val="bg2"/>
                </a:solidFill>
                <a:latin typeface="+mn-lt"/>
                <a:ea typeface="ヒラギノ角ゴ Pro W3" charset="0"/>
                <a:cs typeface="ヒラギノ角ゴ Pro W3"/>
              </a:defRPr>
            </a:lvl4pPr>
            <a:lvl5pPr>
              <a:defRPr lang="en-GB"/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GB" noProof="0" dirty="0"/>
          </a:p>
        </p:txBody>
      </p:sp>
      <p:sp>
        <p:nvSpPr>
          <p:cNvPr id="5" name="Inhaltsplatzhalter 3"/>
          <p:cNvSpPr>
            <a:spLocks noGrp="1"/>
          </p:cNvSpPr>
          <p:nvPr>
            <p:ph sz="quarter" idx="16"/>
          </p:nvPr>
        </p:nvSpPr>
        <p:spPr>
          <a:xfrm>
            <a:off x="431803" y="936000"/>
            <a:ext cx="4103687" cy="3696292"/>
          </a:xfr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>
              <a:defRPr lang="de-DE" sz="1600" smtClean="0"/>
            </a:lvl1pPr>
            <a:lvl2pPr marL="458777" indent="-228594">
              <a:defRPr lang="en-GB" sz="1400" kern="1200" noProof="0" dirty="0" smtClean="0">
                <a:solidFill>
                  <a:schemeClr val="bg2"/>
                </a:solidFill>
                <a:latin typeface="+mn-lt"/>
                <a:ea typeface="ヒラギノ角ゴ Pro W3" charset="0"/>
                <a:cs typeface="ヒラギノ角ゴ Pro W3"/>
              </a:defRPr>
            </a:lvl2pPr>
            <a:lvl3pPr>
              <a:defRPr lang="de-DE" sz="1400" smtClean="0"/>
            </a:lvl3pPr>
            <a:lvl4pPr marL="893741" indent="-209545">
              <a:defRPr lang="en-GB" sz="1200" kern="1200" noProof="0" dirty="0" smtClean="0">
                <a:solidFill>
                  <a:schemeClr val="bg2"/>
                </a:solidFill>
                <a:latin typeface="+mn-lt"/>
                <a:ea typeface="ヒラギノ角ゴ Pro W3" charset="0"/>
                <a:cs typeface="ヒラギノ角ゴ Pro W3"/>
              </a:defRPr>
            </a:lvl4pPr>
            <a:lvl5pPr>
              <a:defRPr lang="en-GB" sz="1200"/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GB" noProof="0" dirty="0"/>
          </a:p>
        </p:txBody>
      </p:sp>
      <p:sp>
        <p:nvSpPr>
          <p:cNvPr id="6" name="Rechteck 58">
            <a:extLst>
              <a:ext uri="{FF2B5EF4-FFF2-40B4-BE49-F238E27FC236}">
                <a16:creationId xmlns:a16="http://schemas.microsoft.com/office/drawing/2014/main" id="{78C4CE3A-014D-4A58-ABA0-60D88AE455FD}"/>
              </a:ext>
            </a:extLst>
          </p:cNvPr>
          <p:cNvSpPr/>
          <p:nvPr userDrawn="1"/>
        </p:nvSpPr>
        <p:spPr>
          <a:xfrm>
            <a:off x="0" y="0"/>
            <a:ext cx="144000" cy="5143752"/>
          </a:xfrm>
          <a:prstGeom prst="rect">
            <a:avLst/>
          </a:prstGeom>
          <a:solidFill>
            <a:schemeClr val="tx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90000" bIns="90000" rtlCol="0" anchor="t" anchorCtr="0"/>
          <a:lstStyle/>
          <a:p>
            <a:pPr algn="ctr" defTabSz="457189"/>
            <a:endParaRPr lang="en-GB" sz="1800" noProof="0" dirty="0">
              <a:solidFill>
                <a:srgbClr val="F0A51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73323525"/>
      </p:ext>
    </p:extLst>
  </p:cSld>
  <p:clrMapOvr>
    <a:masterClrMapping/>
  </p:clrMapOvr>
  <p:transition spd="slow">
    <p:fade/>
  </p:transition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ub-headline + 33:6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432000" y="270000"/>
            <a:ext cx="8280000" cy="288000"/>
          </a:xfrm>
          <a:noFill/>
        </p:spPr>
        <p:txBody>
          <a:bodyPr/>
          <a:lstStyle/>
          <a:p>
            <a:r>
              <a:rPr lang="en-GB" noProof="0" dirty="0"/>
              <a:t>Title / key message of the slide</a:t>
            </a:r>
          </a:p>
        </p:txBody>
      </p:sp>
      <p:sp>
        <p:nvSpPr>
          <p:cNvPr id="3" name="Textplatzhalter 5"/>
          <p:cNvSpPr>
            <a:spLocks noGrp="1"/>
          </p:cNvSpPr>
          <p:nvPr>
            <p:ph type="body" sz="quarter" idx="14" hasCustomPrompt="1"/>
          </p:nvPr>
        </p:nvSpPr>
        <p:spPr>
          <a:xfrm>
            <a:off x="431799" y="576001"/>
            <a:ext cx="8280000" cy="289789"/>
          </a:xfr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 marL="285743" indent="-285743">
              <a:buFont typeface="Arial" panose="020B0604020202020204" pitchFamily="34" charset="0"/>
              <a:buNone/>
              <a:defRPr lang="en-GB" sz="1500" dirty="0">
                <a:solidFill>
                  <a:schemeClr val="tx2"/>
                </a:solidFill>
                <a:latin typeface="+mj-lt"/>
              </a:defRPr>
            </a:lvl1pPr>
          </a:lstStyle>
          <a:p>
            <a:pPr marL="0" lvl="0" indent="0"/>
            <a:r>
              <a:rPr lang="en-GB" dirty="0"/>
              <a:t>Sub-title</a:t>
            </a:r>
          </a:p>
        </p:txBody>
      </p:sp>
      <p:sp>
        <p:nvSpPr>
          <p:cNvPr id="4" name="Inhaltsplatzhalter 3"/>
          <p:cNvSpPr>
            <a:spLocks noGrp="1"/>
          </p:cNvSpPr>
          <p:nvPr>
            <p:ph sz="quarter" idx="15"/>
          </p:nvPr>
        </p:nvSpPr>
        <p:spPr>
          <a:xfrm>
            <a:off x="3276460" y="936000"/>
            <a:ext cx="5436000" cy="3696292"/>
          </a:xfr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>
              <a:defRPr lang="de-DE" sz="1600" smtClean="0"/>
            </a:lvl1pPr>
            <a:lvl2pPr marL="458777" indent="-228594">
              <a:defRPr lang="en-GB" sz="1400" kern="1200" noProof="0" dirty="0" smtClean="0">
                <a:solidFill>
                  <a:schemeClr val="bg2"/>
                </a:solidFill>
                <a:latin typeface="+mn-lt"/>
                <a:ea typeface="ヒラギノ角ゴ Pro W3" charset="0"/>
                <a:cs typeface="ヒラギノ角ゴ Pro W3"/>
              </a:defRPr>
            </a:lvl2pPr>
            <a:lvl3pPr>
              <a:defRPr lang="de-DE" sz="1400" smtClean="0"/>
            </a:lvl3pPr>
            <a:lvl4pPr marL="893741" indent="-209545">
              <a:defRPr lang="en-GB" sz="1200" kern="1200" noProof="0" dirty="0" smtClean="0">
                <a:solidFill>
                  <a:schemeClr val="bg2"/>
                </a:solidFill>
                <a:latin typeface="+mn-lt"/>
                <a:ea typeface="ヒラギノ角ゴ Pro W3" charset="0"/>
                <a:cs typeface="ヒラギノ角ゴ Pro W3"/>
              </a:defRPr>
            </a:lvl4pPr>
            <a:lvl5pPr>
              <a:defRPr lang="en-GB" sz="1200"/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GB" noProof="0" dirty="0"/>
          </a:p>
        </p:txBody>
      </p:sp>
      <p:sp>
        <p:nvSpPr>
          <p:cNvPr id="5" name="Inhaltsplatzhalter 3"/>
          <p:cNvSpPr>
            <a:spLocks noGrp="1"/>
          </p:cNvSpPr>
          <p:nvPr>
            <p:ph sz="quarter" idx="16"/>
          </p:nvPr>
        </p:nvSpPr>
        <p:spPr>
          <a:xfrm>
            <a:off x="431801" y="936000"/>
            <a:ext cx="2736000" cy="3696292"/>
          </a:xfr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>
              <a:defRPr lang="de-DE" sz="1600" smtClean="0"/>
            </a:lvl1pPr>
            <a:lvl2pPr marL="458777" indent="-228594">
              <a:defRPr lang="en-GB" sz="1400" kern="1200" noProof="0" dirty="0" smtClean="0">
                <a:solidFill>
                  <a:schemeClr val="bg2"/>
                </a:solidFill>
                <a:latin typeface="+mn-lt"/>
                <a:ea typeface="ヒラギノ角ゴ Pro W3" charset="0"/>
                <a:cs typeface="ヒラギノ角ゴ Pro W3"/>
              </a:defRPr>
            </a:lvl2pPr>
            <a:lvl3pPr>
              <a:defRPr lang="de-DE" sz="1400" smtClean="0"/>
            </a:lvl3pPr>
            <a:lvl4pPr marL="893741" indent="-209545">
              <a:defRPr lang="en-GB" sz="1200" kern="1200" noProof="0" dirty="0" smtClean="0">
                <a:solidFill>
                  <a:schemeClr val="bg2"/>
                </a:solidFill>
                <a:latin typeface="+mn-lt"/>
                <a:ea typeface="ヒラギノ角ゴ Pro W3" charset="0"/>
                <a:cs typeface="ヒラギノ角ゴ Pro W3"/>
              </a:defRPr>
            </a:lvl4pPr>
            <a:lvl5pPr>
              <a:defRPr lang="en-GB" sz="1200"/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GB" noProof="0" dirty="0"/>
          </a:p>
        </p:txBody>
      </p:sp>
      <p:sp>
        <p:nvSpPr>
          <p:cNvPr id="6" name="Rechteck 58">
            <a:extLst>
              <a:ext uri="{FF2B5EF4-FFF2-40B4-BE49-F238E27FC236}">
                <a16:creationId xmlns:a16="http://schemas.microsoft.com/office/drawing/2014/main" id="{8CA0ABDF-33D9-4CD5-9955-EAC71F045802}"/>
              </a:ext>
            </a:extLst>
          </p:cNvPr>
          <p:cNvSpPr/>
          <p:nvPr userDrawn="1"/>
        </p:nvSpPr>
        <p:spPr>
          <a:xfrm>
            <a:off x="0" y="0"/>
            <a:ext cx="144000" cy="5143752"/>
          </a:xfrm>
          <a:prstGeom prst="rect">
            <a:avLst/>
          </a:prstGeom>
          <a:solidFill>
            <a:schemeClr val="tx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90000" bIns="90000" rtlCol="0" anchor="t" anchorCtr="0"/>
          <a:lstStyle/>
          <a:p>
            <a:pPr algn="ctr" defTabSz="457189"/>
            <a:endParaRPr lang="en-GB" sz="1800" noProof="0" dirty="0">
              <a:solidFill>
                <a:srgbClr val="F0A51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33789130"/>
      </p:ext>
    </p:extLst>
  </p:cSld>
  <p:clrMapOvr>
    <a:masterClrMapping/>
  </p:clrMapOvr>
  <p:transition spd="slow">
    <p:fade/>
  </p:transition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ub-headline + 67:3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432000" y="270000"/>
            <a:ext cx="8280000" cy="288000"/>
          </a:xfrm>
          <a:noFill/>
        </p:spPr>
        <p:txBody>
          <a:bodyPr/>
          <a:lstStyle/>
          <a:p>
            <a:r>
              <a:rPr lang="en-GB" noProof="0" dirty="0"/>
              <a:t>Title / key message of the slide</a:t>
            </a:r>
          </a:p>
        </p:txBody>
      </p:sp>
      <p:sp>
        <p:nvSpPr>
          <p:cNvPr id="3" name="Textplatzhalter 5"/>
          <p:cNvSpPr>
            <a:spLocks noGrp="1"/>
          </p:cNvSpPr>
          <p:nvPr>
            <p:ph type="body" sz="quarter" idx="14" hasCustomPrompt="1"/>
          </p:nvPr>
        </p:nvSpPr>
        <p:spPr>
          <a:xfrm>
            <a:off x="431799" y="576000"/>
            <a:ext cx="8280000" cy="288000"/>
          </a:xfr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 marL="285743" indent="-285743">
              <a:buFont typeface="Arial" panose="020B0604020202020204" pitchFamily="34" charset="0"/>
              <a:buNone/>
              <a:defRPr lang="en-GB" sz="1500" dirty="0">
                <a:solidFill>
                  <a:schemeClr val="tx2"/>
                </a:solidFill>
                <a:latin typeface="+mj-lt"/>
              </a:defRPr>
            </a:lvl1pPr>
          </a:lstStyle>
          <a:p>
            <a:pPr marL="0" lvl="0" indent="0"/>
            <a:r>
              <a:rPr lang="en-GB" dirty="0"/>
              <a:t>Sub-title</a:t>
            </a:r>
          </a:p>
        </p:txBody>
      </p:sp>
      <p:sp>
        <p:nvSpPr>
          <p:cNvPr id="4" name="Inhaltsplatzhalter 3"/>
          <p:cNvSpPr>
            <a:spLocks noGrp="1"/>
          </p:cNvSpPr>
          <p:nvPr>
            <p:ph sz="quarter" idx="15"/>
          </p:nvPr>
        </p:nvSpPr>
        <p:spPr>
          <a:xfrm>
            <a:off x="431540" y="936000"/>
            <a:ext cx="5436000" cy="3696292"/>
          </a:xfr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>
              <a:defRPr lang="de-DE" sz="1600" smtClean="0"/>
            </a:lvl1pPr>
            <a:lvl2pPr marL="458777" indent="-228594">
              <a:defRPr lang="en-GB" sz="1400" kern="1200" noProof="0" dirty="0" smtClean="0">
                <a:solidFill>
                  <a:schemeClr val="bg2"/>
                </a:solidFill>
                <a:latin typeface="+mn-lt"/>
                <a:ea typeface="ヒラギノ角ゴ Pro W3" charset="0"/>
                <a:cs typeface="ヒラギノ角ゴ Pro W3"/>
              </a:defRPr>
            </a:lvl2pPr>
            <a:lvl3pPr>
              <a:defRPr lang="de-DE" sz="1400" smtClean="0"/>
            </a:lvl3pPr>
            <a:lvl4pPr marL="893741" indent="-209545">
              <a:defRPr lang="en-GB" sz="1200" kern="1200" noProof="0" dirty="0" smtClean="0">
                <a:solidFill>
                  <a:schemeClr val="bg2"/>
                </a:solidFill>
                <a:latin typeface="+mn-lt"/>
                <a:ea typeface="ヒラギノ角ゴ Pro W3" charset="0"/>
                <a:cs typeface="ヒラギノ角ゴ Pro W3"/>
              </a:defRPr>
            </a:lvl4pPr>
            <a:lvl5pPr>
              <a:defRPr lang="en-GB" sz="1200"/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GB" noProof="0" dirty="0"/>
          </a:p>
        </p:txBody>
      </p:sp>
      <p:sp>
        <p:nvSpPr>
          <p:cNvPr id="5" name="Inhaltsplatzhalter 3"/>
          <p:cNvSpPr>
            <a:spLocks noGrp="1"/>
          </p:cNvSpPr>
          <p:nvPr>
            <p:ph sz="quarter" idx="16"/>
          </p:nvPr>
        </p:nvSpPr>
        <p:spPr>
          <a:xfrm>
            <a:off x="5975852" y="936000"/>
            <a:ext cx="2736000" cy="3696292"/>
          </a:xfr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>
              <a:defRPr lang="de-DE" sz="1600" smtClean="0"/>
            </a:lvl1pPr>
            <a:lvl2pPr marL="458777" indent="-228594">
              <a:defRPr lang="en-GB" sz="1400" kern="1200" noProof="0" dirty="0" smtClean="0">
                <a:solidFill>
                  <a:schemeClr val="bg2"/>
                </a:solidFill>
                <a:latin typeface="+mn-lt"/>
                <a:ea typeface="ヒラギノ角ゴ Pro W3" charset="0"/>
                <a:cs typeface="ヒラギノ角ゴ Pro W3"/>
              </a:defRPr>
            </a:lvl2pPr>
            <a:lvl3pPr>
              <a:defRPr lang="de-DE" sz="1400" smtClean="0"/>
            </a:lvl3pPr>
            <a:lvl4pPr marL="893741" indent="-209545">
              <a:defRPr lang="en-GB" sz="1200" kern="1200" noProof="0" dirty="0" smtClean="0">
                <a:solidFill>
                  <a:schemeClr val="bg2"/>
                </a:solidFill>
                <a:latin typeface="+mn-lt"/>
                <a:ea typeface="ヒラギノ角ゴ Pro W3" charset="0"/>
                <a:cs typeface="ヒラギノ角ゴ Pro W3"/>
              </a:defRPr>
            </a:lvl4pPr>
            <a:lvl5pPr>
              <a:defRPr lang="en-GB" sz="1200"/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GB" noProof="0" dirty="0"/>
          </a:p>
        </p:txBody>
      </p:sp>
      <p:sp>
        <p:nvSpPr>
          <p:cNvPr id="6" name="Rechteck 58">
            <a:extLst>
              <a:ext uri="{FF2B5EF4-FFF2-40B4-BE49-F238E27FC236}">
                <a16:creationId xmlns:a16="http://schemas.microsoft.com/office/drawing/2014/main" id="{B3C18631-B583-42F2-9181-C9316B26938A}"/>
              </a:ext>
            </a:extLst>
          </p:cNvPr>
          <p:cNvSpPr/>
          <p:nvPr userDrawn="1"/>
        </p:nvSpPr>
        <p:spPr>
          <a:xfrm>
            <a:off x="0" y="0"/>
            <a:ext cx="144000" cy="5143752"/>
          </a:xfrm>
          <a:prstGeom prst="rect">
            <a:avLst/>
          </a:prstGeom>
          <a:solidFill>
            <a:schemeClr val="tx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90000" bIns="90000" rtlCol="0" anchor="t" anchorCtr="0"/>
          <a:lstStyle/>
          <a:p>
            <a:pPr algn="ctr" defTabSz="457189"/>
            <a:endParaRPr lang="en-GB" sz="1800" noProof="0" dirty="0">
              <a:solidFill>
                <a:srgbClr val="F0A51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55172782"/>
      </p:ext>
    </p:extLst>
  </p:cSld>
  <p:clrMapOvr>
    <a:masterClrMapping/>
  </p:clrMapOvr>
  <p:transition spd="slow">
    <p:fade/>
  </p:transition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ub-headline + 33:33:3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432000" y="270000"/>
            <a:ext cx="8280000" cy="288000"/>
          </a:xfrm>
          <a:noFill/>
        </p:spPr>
        <p:txBody>
          <a:bodyPr/>
          <a:lstStyle/>
          <a:p>
            <a:r>
              <a:rPr lang="en-GB" noProof="0" dirty="0"/>
              <a:t>Title / key message of the slide</a:t>
            </a:r>
          </a:p>
        </p:txBody>
      </p:sp>
      <p:sp>
        <p:nvSpPr>
          <p:cNvPr id="3" name="Textplatzhalter 5"/>
          <p:cNvSpPr>
            <a:spLocks noGrp="1"/>
          </p:cNvSpPr>
          <p:nvPr>
            <p:ph type="body" sz="quarter" idx="14" hasCustomPrompt="1"/>
          </p:nvPr>
        </p:nvSpPr>
        <p:spPr>
          <a:xfrm>
            <a:off x="431799" y="576000"/>
            <a:ext cx="8280000" cy="288000"/>
          </a:xfr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 marL="285743" indent="-285743">
              <a:buFont typeface="Arial" panose="020B0604020202020204" pitchFamily="34" charset="0"/>
              <a:buNone/>
              <a:defRPr lang="en-GB" sz="1500" dirty="0">
                <a:solidFill>
                  <a:schemeClr val="tx2"/>
                </a:solidFill>
                <a:latin typeface="+mj-lt"/>
              </a:defRPr>
            </a:lvl1pPr>
          </a:lstStyle>
          <a:p>
            <a:pPr marL="0" lvl="0" indent="0"/>
            <a:r>
              <a:rPr lang="en-GB" dirty="0"/>
              <a:t>Sub-title</a:t>
            </a:r>
          </a:p>
        </p:txBody>
      </p:sp>
      <p:sp>
        <p:nvSpPr>
          <p:cNvPr id="4" name="Inhaltsplatzhalter 3"/>
          <p:cNvSpPr>
            <a:spLocks noGrp="1"/>
          </p:cNvSpPr>
          <p:nvPr>
            <p:ph sz="quarter" idx="15"/>
          </p:nvPr>
        </p:nvSpPr>
        <p:spPr>
          <a:xfrm>
            <a:off x="431540" y="936000"/>
            <a:ext cx="2664000" cy="3696292"/>
          </a:xfr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>
              <a:defRPr lang="de-DE" sz="1600" smtClean="0"/>
            </a:lvl1pPr>
            <a:lvl2pPr marL="458777" indent="-228594">
              <a:defRPr lang="en-GB" sz="1400" kern="1200" noProof="0" dirty="0" smtClean="0">
                <a:solidFill>
                  <a:schemeClr val="bg2"/>
                </a:solidFill>
                <a:latin typeface="+mn-lt"/>
                <a:ea typeface="ヒラギノ角ゴ Pro W3" charset="0"/>
                <a:cs typeface="ヒラギノ角ゴ Pro W3"/>
              </a:defRPr>
            </a:lvl2pPr>
            <a:lvl3pPr>
              <a:defRPr lang="de-DE" sz="1400" smtClean="0"/>
            </a:lvl3pPr>
            <a:lvl4pPr marL="893741" indent="-209545">
              <a:defRPr lang="en-GB" sz="1200" kern="1200" noProof="0" dirty="0" smtClean="0">
                <a:solidFill>
                  <a:schemeClr val="bg2"/>
                </a:solidFill>
                <a:latin typeface="+mn-lt"/>
                <a:ea typeface="ヒラギノ角ゴ Pro W3" charset="0"/>
                <a:cs typeface="ヒラギノ角ゴ Pro W3"/>
              </a:defRPr>
            </a:lvl4pPr>
            <a:lvl5pPr>
              <a:defRPr lang="en-GB" sz="1200"/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GB" noProof="0" dirty="0"/>
          </a:p>
        </p:txBody>
      </p:sp>
      <p:sp>
        <p:nvSpPr>
          <p:cNvPr id="5" name="Inhaltsplatzhalter 3"/>
          <p:cNvSpPr>
            <a:spLocks noGrp="1"/>
          </p:cNvSpPr>
          <p:nvPr>
            <p:ph sz="quarter" idx="16"/>
          </p:nvPr>
        </p:nvSpPr>
        <p:spPr>
          <a:xfrm>
            <a:off x="6048000" y="936000"/>
            <a:ext cx="2664000" cy="3696292"/>
          </a:xfr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>
              <a:defRPr lang="de-DE" sz="1600" smtClean="0"/>
            </a:lvl1pPr>
            <a:lvl2pPr marL="458777" indent="-228594">
              <a:defRPr lang="en-GB" sz="1400" kern="1200" noProof="0" dirty="0" smtClean="0">
                <a:solidFill>
                  <a:schemeClr val="bg2"/>
                </a:solidFill>
                <a:latin typeface="+mn-lt"/>
                <a:ea typeface="ヒラギノ角ゴ Pro W3" charset="0"/>
                <a:cs typeface="ヒラギノ角ゴ Pro W3"/>
              </a:defRPr>
            </a:lvl2pPr>
            <a:lvl3pPr>
              <a:defRPr lang="de-DE" sz="1400" smtClean="0"/>
            </a:lvl3pPr>
            <a:lvl4pPr marL="893741" indent="-209545">
              <a:defRPr lang="en-GB" sz="1200" kern="1200" noProof="0" dirty="0" smtClean="0">
                <a:solidFill>
                  <a:schemeClr val="bg2"/>
                </a:solidFill>
                <a:latin typeface="+mn-lt"/>
                <a:ea typeface="ヒラギノ角ゴ Pro W3" charset="0"/>
                <a:cs typeface="ヒラギノ角ゴ Pro W3"/>
              </a:defRPr>
            </a:lvl4pPr>
            <a:lvl5pPr>
              <a:defRPr lang="en-GB" sz="1200"/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GB" noProof="0" dirty="0"/>
          </a:p>
        </p:txBody>
      </p:sp>
      <p:sp>
        <p:nvSpPr>
          <p:cNvPr id="6" name="Inhaltsplatzhalter 3"/>
          <p:cNvSpPr>
            <a:spLocks noGrp="1"/>
          </p:cNvSpPr>
          <p:nvPr>
            <p:ph sz="quarter" idx="17"/>
          </p:nvPr>
        </p:nvSpPr>
        <p:spPr>
          <a:xfrm>
            <a:off x="3240000" y="936000"/>
            <a:ext cx="2664000" cy="3696292"/>
          </a:xfr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>
              <a:defRPr lang="de-DE" sz="1600" smtClean="0"/>
            </a:lvl1pPr>
            <a:lvl2pPr marL="458777" indent="-228594">
              <a:defRPr lang="en-GB" sz="1400" kern="1200" noProof="0" dirty="0" smtClean="0">
                <a:solidFill>
                  <a:schemeClr val="bg2"/>
                </a:solidFill>
                <a:latin typeface="+mn-lt"/>
                <a:ea typeface="ヒラギノ角ゴ Pro W3" charset="0"/>
                <a:cs typeface="ヒラギノ角ゴ Pro W3"/>
              </a:defRPr>
            </a:lvl2pPr>
            <a:lvl3pPr>
              <a:defRPr lang="de-DE" sz="1400" smtClean="0"/>
            </a:lvl3pPr>
            <a:lvl4pPr marL="893741" indent="-209545">
              <a:defRPr lang="en-GB" sz="1200" kern="1200" noProof="0" dirty="0" smtClean="0">
                <a:solidFill>
                  <a:schemeClr val="bg2"/>
                </a:solidFill>
                <a:latin typeface="+mn-lt"/>
                <a:ea typeface="ヒラギノ角ゴ Pro W3" charset="0"/>
                <a:cs typeface="ヒラギノ角ゴ Pro W3"/>
              </a:defRPr>
            </a:lvl4pPr>
            <a:lvl5pPr>
              <a:defRPr lang="en-GB" sz="1200"/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GB" noProof="0" dirty="0"/>
          </a:p>
        </p:txBody>
      </p:sp>
      <p:sp>
        <p:nvSpPr>
          <p:cNvPr id="7" name="Rechteck 58">
            <a:extLst>
              <a:ext uri="{FF2B5EF4-FFF2-40B4-BE49-F238E27FC236}">
                <a16:creationId xmlns:a16="http://schemas.microsoft.com/office/drawing/2014/main" id="{683F5A87-1CA6-48DC-8B6C-21474FCB79CD}"/>
              </a:ext>
            </a:extLst>
          </p:cNvPr>
          <p:cNvSpPr/>
          <p:nvPr userDrawn="1"/>
        </p:nvSpPr>
        <p:spPr>
          <a:xfrm>
            <a:off x="0" y="0"/>
            <a:ext cx="144000" cy="5143752"/>
          </a:xfrm>
          <a:prstGeom prst="rect">
            <a:avLst/>
          </a:prstGeom>
          <a:solidFill>
            <a:schemeClr val="tx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90000" bIns="90000" rtlCol="0" anchor="t" anchorCtr="0"/>
          <a:lstStyle/>
          <a:p>
            <a:pPr algn="ctr" defTabSz="457189"/>
            <a:endParaRPr lang="en-GB" sz="1800" noProof="0" dirty="0">
              <a:solidFill>
                <a:srgbClr val="F0A51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81147093"/>
      </p:ext>
    </p:extLst>
  </p:cSld>
  <p:clrMapOvr>
    <a:masterClrMapping/>
  </p:clrMapOvr>
  <p:transition spd="slow">
    <p:fade/>
  </p:transition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432000" y="270000"/>
            <a:ext cx="8280000" cy="288000"/>
          </a:xfrm>
          <a:noFill/>
        </p:spPr>
        <p:txBody>
          <a:bodyPr/>
          <a:lstStyle/>
          <a:p>
            <a:r>
              <a:rPr lang="en-GB" noProof="0" dirty="0"/>
              <a:t>Title / key message of the slide</a:t>
            </a:r>
          </a:p>
        </p:txBody>
      </p:sp>
      <p:sp>
        <p:nvSpPr>
          <p:cNvPr id="3" name="Textplatzhalter 5"/>
          <p:cNvSpPr>
            <a:spLocks noGrp="1"/>
          </p:cNvSpPr>
          <p:nvPr>
            <p:ph type="body" sz="quarter" idx="14" hasCustomPrompt="1"/>
          </p:nvPr>
        </p:nvSpPr>
        <p:spPr>
          <a:xfrm>
            <a:off x="431799" y="579842"/>
            <a:ext cx="8280000" cy="288000"/>
          </a:xfr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 marL="285743" indent="-285743">
              <a:buFont typeface="Arial" panose="020B0604020202020204" pitchFamily="34" charset="0"/>
              <a:buNone/>
              <a:defRPr lang="en-GB" sz="1500" dirty="0">
                <a:solidFill>
                  <a:schemeClr val="tx2"/>
                </a:solidFill>
                <a:latin typeface="+mj-lt"/>
              </a:defRPr>
            </a:lvl1pPr>
          </a:lstStyle>
          <a:p>
            <a:pPr marL="0" lvl="0" indent="0"/>
            <a:r>
              <a:rPr lang="en-GB" dirty="0"/>
              <a:t>Sub-title</a:t>
            </a:r>
          </a:p>
        </p:txBody>
      </p:sp>
      <p:sp>
        <p:nvSpPr>
          <p:cNvPr id="185" name="Rechteck 58">
            <a:extLst>
              <a:ext uri="{FF2B5EF4-FFF2-40B4-BE49-F238E27FC236}">
                <a16:creationId xmlns:a16="http://schemas.microsoft.com/office/drawing/2014/main" id="{A9B22C6E-D9F0-4DF5-BD4C-40CC17E6F78C}"/>
              </a:ext>
            </a:extLst>
          </p:cNvPr>
          <p:cNvSpPr/>
          <p:nvPr userDrawn="1"/>
        </p:nvSpPr>
        <p:spPr>
          <a:xfrm>
            <a:off x="0" y="0"/>
            <a:ext cx="144000" cy="5143752"/>
          </a:xfrm>
          <a:prstGeom prst="rect">
            <a:avLst/>
          </a:prstGeom>
          <a:solidFill>
            <a:schemeClr val="tx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90000" bIns="90000" rtlCol="0" anchor="t" anchorCtr="0"/>
          <a:lstStyle/>
          <a:p>
            <a:pPr algn="ctr" defTabSz="457189"/>
            <a:endParaRPr lang="en-GB" sz="1800" noProof="0" dirty="0">
              <a:solidFill>
                <a:srgbClr val="F0A51E"/>
              </a:solidFill>
            </a:endParaRPr>
          </a:p>
        </p:txBody>
      </p:sp>
      <p:grpSp>
        <p:nvGrpSpPr>
          <p:cNvPr id="363" name="WorldMap FRQ">
            <a:extLst>
              <a:ext uri="{FF2B5EF4-FFF2-40B4-BE49-F238E27FC236}">
                <a16:creationId xmlns:a16="http://schemas.microsoft.com/office/drawing/2014/main" id="{A8605AA6-90C7-4E8D-82B2-B868C5E3302C}"/>
              </a:ext>
            </a:extLst>
          </p:cNvPr>
          <p:cNvGrpSpPr/>
          <p:nvPr userDrawn="1"/>
        </p:nvGrpSpPr>
        <p:grpSpPr>
          <a:xfrm>
            <a:off x="935138" y="942443"/>
            <a:ext cx="7273725" cy="3548979"/>
            <a:chOff x="388503" y="936615"/>
            <a:chExt cx="7273725" cy="3527033"/>
          </a:xfrm>
          <a:solidFill>
            <a:schemeClr val="accent1">
              <a:lumMod val="20000"/>
              <a:lumOff val="80000"/>
            </a:schemeClr>
          </a:solidFill>
        </p:grpSpPr>
        <p:sp>
          <p:nvSpPr>
            <p:cNvPr id="364" name="Zimbabwe" descr="© INSCALE GmbH, 05.05.2010&#10;http://www.presentationload.com/">
              <a:extLst>
                <a:ext uri="{FF2B5EF4-FFF2-40B4-BE49-F238E27FC236}">
                  <a16:creationId xmlns:a16="http://schemas.microsoft.com/office/drawing/2014/main" id="{D7F16B7C-0F2C-4F6E-A4CE-F0724F843357}"/>
                </a:ext>
              </a:extLst>
            </p:cNvPr>
            <p:cNvSpPr>
              <a:spLocks/>
            </p:cNvSpPr>
            <p:nvPr/>
          </p:nvSpPr>
          <p:spPr bwMode="gray">
            <a:xfrm>
              <a:off x="4321331" y="3415553"/>
              <a:ext cx="182231" cy="181105"/>
            </a:xfrm>
            <a:custGeom>
              <a:avLst/>
              <a:gdLst>
                <a:gd name="T0" fmla="*/ 2147483647 w 552"/>
                <a:gd name="T1" fmla="*/ 2147483647 h 552"/>
                <a:gd name="T2" fmla="*/ 2147483647 w 552"/>
                <a:gd name="T3" fmla="*/ 2147483647 h 552"/>
                <a:gd name="T4" fmla="*/ 2147483647 w 552"/>
                <a:gd name="T5" fmla="*/ 2147483647 h 552"/>
                <a:gd name="T6" fmla="*/ 2147483647 w 552"/>
                <a:gd name="T7" fmla="*/ 2147483647 h 552"/>
                <a:gd name="T8" fmla="*/ 2147483647 w 552"/>
                <a:gd name="T9" fmla="*/ 2147483647 h 552"/>
                <a:gd name="T10" fmla="*/ 2147483647 w 552"/>
                <a:gd name="T11" fmla="*/ 2147483647 h 552"/>
                <a:gd name="T12" fmla="*/ 2147483647 w 552"/>
                <a:gd name="T13" fmla="*/ 2147483647 h 552"/>
                <a:gd name="T14" fmla="*/ 2147483647 w 552"/>
                <a:gd name="T15" fmla="*/ 2147483647 h 552"/>
                <a:gd name="T16" fmla="*/ 2147483647 w 552"/>
                <a:gd name="T17" fmla="*/ 2147483647 h 552"/>
                <a:gd name="T18" fmla="*/ 2147483647 w 552"/>
                <a:gd name="T19" fmla="*/ 2147483647 h 552"/>
                <a:gd name="T20" fmla="*/ 2147483647 w 552"/>
                <a:gd name="T21" fmla="*/ 2147483647 h 552"/>
                <a:gd name="T22" fmla="*/ 2147483647 w 552"/>
                <a:gd name="T23" fmla="*/ 2147483647 h 552"/>
                <a:gd name="T24" fmla="*/ 2147483647 w 552"/>
                <a:gd name="T25" fmla="*/ 2147483647 h 552"/>
                <a:gd name="T26" fmla="*/ 2147483647 w 552"/>
                <a:gd name="T27" fmla="*/ 2147483647 h 552"/>
                <a:gd name="T28" fmla="*/ 2147483647 w 552"/>
                <a:gd name="T29" fmla="*/ 2147483647 h 552"/>
                <a:gd name="T30" fmla="*/ 2147483647 w 552"/>
                <a:gd name="T31" fmla="*/ 2147483647 h 552"/>
                <a:gd name="T32" fmla="*/ 2147483647 w 552"/>
                <a:gd name="T33" fmla="*/ 2147483647 h 552"/>
                <a:gd name="T34" fmla="*/ 2147483647 w 552"/>
                <a:gd name="T35" fmla="*/ 2147483647 h 552"/>
                <a:gd name="T36" fmla="*/ 2147483647 w 552"/>
                <a:gd name="T37" fmla="*/ 2147483647 h 552"/>
                <a:gd name="T38" fmla="*/ 2147483647 w 552"/>
                <a:gd name="T39" fmla="*/ 2147483647 h 552"/>
                <a:gd name="T40" fmla="*/ 2147483647 w 552"/>
                <a:gd name="T41" fmla="*/ 2147483647 h 552"/>
                <a:gd name="T42" fmla="*/ 2147483647 w 552"/>
                <a:gd name="T43" fmla="*/ 2147483647 h 552"/>
                <a:gd name="T44" fmla="*/ 2147483647 w 552"/>
                <a:gd name="T45" fmla="*/ 2147483647 h 552"/>
                <a:gd name="T46" fmla="*/ 2147483647 w 552"/>
                <a:gd name="T47" fmla="*/ 2147483647 h 552"/>
                <a:gd name="T48" fmla="*/ 2147483647 w 552"/>
                <a:gd name="T49" fmla="*/ 2147483647 h 552"/>
                <a:gd name="T50" fmla="*/ 2147483647 w 552"/>
                <a:gd name="T51" fmla="*/ 2147483647 h 552"/>
                <a:gd name="T52" fmla="*/ 2147483647 w 552"/>
                <a:gd name="T53" fmla="*/ 2147483647 h 552"/>
                <a:gd name="T54" fmla="*/ 2147483647 w 552"/>
                <a:gd name="T55" fmla="*/ 2147483647 h 552"/>
                <a:gd name="T56" fmla="*/ 2147483647 w 552"/>
                <a:gd name="T57" fmla="*/ 2147483647 h 552"/>
                <a:gd name="T58" fmla="*/ 2147483647 w 552"/>
                <a:gd name="T59" fmla="*/ 2147483647 h 552"/>
                <a:gd name="T60" fmla="*/ 2147483647 w 552"/>
                <a:gd name="T61" fmla="*/ 2147483647 h 552"/>
                <a:gd name="T62" fmla="*/ 2147483647 w 552"/>
                <a:gd name="T63" fmla="*/ 2147483647 h 552"/>
                <a:gd name="T64" fmla="*/ 2147483647 w 552"/>
                <a:gd name="T65" fmla="*/ 2147483647 h 552"/>
                <a:gd name="T66" fmla="*/ 2147483647 w 552"/>
                <a:gd name="T67" fmla="*/ 2147483647 h 552"/>
                <a:gd name="T68" fmla="*/ 2147483647 w 552"/>
                <a:gd name="T69" fmla="*/ 2147483647 h 552"/>
                <a:gd name="T70" fmla="*/ 2147483647 w 552"/>
                <a:gd name="T71" fmla="*/ 2147483647 h 552"/>
                <a:gd name="T72" fmla="*/ 2147483647 w 552"/>
                <a:gd name="T73" fmla="*/ 2147483647 h 552"/>
                <a:gd name="T74" fmla="*/ 2147483647 w 552"/>
                <a:gd name="T75" fmla="*/ 0 h 552"/>
                <a:gd name="T76" fmla="*/ 2147483647 w 552"/>
                <a:gd name="T77" fmla="*/ 2147483647 h 552"/>
                <a:gd name="T78" fmla="*/ 2147483647 w 552"/>
                <a:gd name="T79" fmla="*/ 2147483647 h 552"/>
                <a:gd name="T80" fmla="*/ 2147483647 w 552"/>
                <a:gd name="T81" fmla="*/ 2147483647 h 552"/>
                <a:gd name="T82" fmla="*/ 2147483647 w 552"/>
                <a:gd name="T83" fmla="*/ 2147483647 h 552"/>
                <a:gd name="T84" fmla="*/ 2147483647 w 552"/>
                <a:gd name="T85" fmla="*/ 2147483647 h 552"/>
                <a:gd name="T86" fmla="*/ 2147483647 w 552"/>
                <a:gd name="T87" fmla="*/ 2147483647 h 552"/>
                <a:gd name="T88" fmla="*/ 2147483647 w 552"/>
                <a:gd name="T89" fmla="*/ 2147483647 h 552"/>
                <a:gd name="T90" fmla="*/ 2147483647 w 552"/>
                <a:gd name="T91" fmla="*/ 2147483647 h 552"/>
                <a:gd name="T92" fmla="*/ 2147483647 w 552"/>
                <a:gd name="T93" fmla="*/ 2147483647 h 552"/>
                <a:gd name="T94" fmla="*/ 2147483647 w 552"/>
                <a:gd name="T95" fmla="*/ 2147483647 h 552"/>
                <a:gd name="T96" fmla="*/ 2147483647 w 552"/>
                <a:gd name="T97" fmla="*/ 2147483647 h 552"/>
                <a:gd name="T98" fmla="*/ 2147483647 w 552"/>
                <a:gd name="T99" fmla="*/ 2147483647 h 552"/>
                <a:gd name="T100" fmla="*/ 2147483647 w 552"/>
                <a:gd name="T101" fmla="*/ 2147483647 h 552"/>
                <a:gd name="T102" fmla="*/ 2147483647 w 552"/>
                <a:gd name="T103" fmla="*/ 2147483647 h 55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52"/>
                <a:gd name="T157" fmla="*/ 0 h 552"/>
                <a:gd name="T158" fmla="*/ 552 w 552"/>
                <a:gd name="T159" fmla="*/ 552 h 55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52" h="552">
                  <a:moveTo>
                    <a:pt x="18" y="204"/>
                  </a:moveTo>
                  <a:lnTo>
                    <a:pt x="18" y="234"/>
                  </a:lnTo>
                  <a:lnTo>
                    <a:pt x="30" y="234"/>
                  </a:lnTo>
                  <a:lnTo>
                    <a:pt x="36" y="240"/>
                  </a:lnTo>
                  <a:lnTo>
                    <a:pt x="48" y="264"/>
                  </a:lnTo>
                  <a:lnTo>
                    <a:pt x="54" y="270"/>
                  </a:lnTo>
                  <a:lnTo>
                    <a:pt x="54" y="294"/>
                  </a:lnTo>
                  <a:lnTo>
                    <a:pt x="72" y="330"/>
                  </a:lnTo>
                  <a:lnTo>
                    <a:pt x="84" y="336"/>
                  </a:lnTo>
                  <a:lnTo>
                    <a:pt x="102" y="354"/>
                  </a:lnTo>
                  <a:lnTo>
                    <a:pt x="132" y="354"/>
                  </a:lnTo>
                  <a:lnTo>
                    <a:pt x="138" y="360"/>
                  </a:lnTo>
                  <a:lnTo>
                    <a:pt x="138" y="390"/>
                  </a:lnTo>
                  <a:lnTo>
                    <a:pt x="168" y="390"/>
                  </a:lnTo>
                  <a:lnTo>
                    <a:pt x="174" y="414"/>
                  </a:lnTo>
                  <a:lnTo>
                    <a:pt x="168" y="420"/>
                  </a:lnTo>
                  <a:lnTo>
                    <a:pt x="168" y="450"/>
                  </a:lnTo>
                  <a:lnTo>
                    <a:pt x="186" y="450"/>
                  </a:lnTo>
                  <a:lnTo>
                    <a:pt x="186" y="480"/>
                  </a:lnTo>
                  <a:lnTo>
                    <a:pt x="198" y="480"/>
                  </a:lnTo>
                  <a:lnTo>
                    <a:pt x="216" y="486"/>
                  </a:lnTo>
                  <a:lnTo>
                    <a:pt x="228" y="486"/>
                  </a:lnTo>
                  <a:lnTo>
                    <a:pt x="246" y="492"/>
                  </a:lnTo>
                  <a:lnTo>
                    <a:pt x="264" y="510"/>
                  </a:lnTo>
                  <a:lnTo>
                    <a:pt x="270" y="522"/>
                  </a:lnTo>
                  <a:lnTo>
                    <a:pt x="270" y="528"/>
                  </a:lnTo>
                  <a:lnTo>
                    <a:pt x="252" y="528"/>
                  </a:lnTo>
                  <a:lnTo>
                    <a:pt x="312" y="528"/>
                  </a:lnTo>
                  <a:lnTo>
                    <a:pt x="324" y="534"/>
                  </a:lnTo>
                  <a:lnTo>
                    <a:pt x="330" y="534"/>
                  </a:lnTo>
                  <a:lnTo>
                    <a:pt x="342" y="540"/>
                  </a:lnTo>
                  <a:lnTo>
                    <a:pt x="402" y="540"/>
                  </a:lnTo>
                  <a:lnTo>
                    <a:pt x="420" y="552"/>
                  </a:lnTo>
                  <a:lnTo>
                    <a:pt x="486" y="468"/>
                  </a:lnTo>
                  <a:lnTo>
                    <a:pt x="504" y="462"/>
                  </a:lnTo>
                  <a:lnTo>
                    <a:pt x="492" y="444"/>
                  </a:lnTo>
                  <a:lnTo>
                    <a:pt x="504" y="432"/>
                  </a:lnTo>
                  <a:lnTo>
                    <a:pt x="504" y="402"/>
                  </a:lnTo>
                  <a:lnTo>
                    <a:pt x="516" y="396"/>
                  </a:lnTo>
                  <a:lnTo>
                    <a:pt x="528" y="384"/>
                  </a:lnTo>
                  <a:lnTo>
                    <a:pt x="528" y="372"/>
                  </a:lnTo>
                  <a:lnTo>
                    <a:pt x="540" y="360"/>
                  </a:lnTo>
                  <a:lnTo>
                    <a:pt x="546" y="348"/>
                  </a:lnTo>
                  <a:lnTo>
                    <a:pt x="546" y="342"/>
                  </a:lnTo>
                  <a:lnTo>
                    <a:pt x="522" y="318"/>
                  </a:lnTo>
                  <a:lnTo>
                    <a:pt x="522" y="306"/>
                  </a:lnTo>
                  <a:lnTo>
                    <a:pt x="540" y="288"/>
                  </a:lnTo>
                  <a:lnTo>
                    <a:pt x="522" y="264"/>
                  </a:lnTo>
                  <a:lnTo>
                    <a:pt x="540" y="252"/>
                  </a:lnTo>
                  <a:lnTo>
                    <a:pt x="540" y="240"/>
                  </a:lnTo>
                  <a:lnTo>
                    <a:pt x="546" y="240"/>
                  </a:lnTo>
                  <a:lnTo>
                    <a:pt x="546" y="234"/>
                  </a:lnTo>
                  <a:lnTo>
                    <a:pt x="552" y="228"/>
                  </a:lnTo>
                  <a:lnTo>
                    <a:pt x="552" y="216"/>
                  </a:lnTo>
                  <a:lnTo>
                    <a:pt x="540" y="192"/>
                  </a:lnTo>
                  <a:lnTo>
                    <a:pt x="540" y="180"/>
                  </a:lnTo>
                  <a:lnTo>
                    <a:pt x="546" y="174"/>
                  </a:lnTo>
                  <a:lnTo>
                    <a:pt x="546" y="168"/>
                  </a:lnTo>
                  <a:lnTo>
                    <a:pt x="552" y="162"/>
                  </a:lnTo>
                  <a:lnTo>
                    <a:pt x="540" y="150"/>
                  </a:lnTo>
                  <a:lnTo>
                    <a:pt x="552" y="138"/>
                  </a:lnTo>
                  <a:lnTo>
                    <a:pt x="540" y="120"/>
                  </a:lnTo>
                  <a:lnTo>
                    <a:pt x="546" y="114"/>
                  </a:lnTo>
                  <a:lnTo>
                    <a:pt x="552" y="102"/>
                  </a:lnTo>
                  <a:lnTo>
                    <a:pt x="552" y="96"/>
                  </a:lnTo>
                  <a:lnTo>
                    <a:pt x="540" y="84"/>
                  </a:lnTo>
                  <a:lnTo>
                    <a:pt x="528" y="84"/>
                  </a:lnTo>
                  <a:lnTo>
                    <a:pt x="510" y="66"/>
                  </a:lnTo>
                  <a:lnTo>
                    <a:pt x="498" y="66"/>
                  </a:lnTo>
                  <a:lnTo>
                    <a:pt x="486" y="72"/>
                  </a:lnTo>
                  <a:lnTo>
                    <a:pt x="480" y="72"/>
                  </a:lnTo>
                  <a:lnTo>
                    <a:pt x="462" y="48"/>
                  </a:lnTo>
                  <a:lnTo>
                    <a:pt x="444" y="48"/>
                  </a:lnTo>
                  <a:lnTo>
                    <a:pt x="432" y="30"/>
                  </a:lnTo>
                  <a:lnTo>
                    <a:pt x="372" y="30"/>
                  </a:lnTo>
                  <a:lnTo>
                    <a:pt x="366" y="0"/>
                  </a:lnTo>
                  <a:lnTo>
                    <a:pt x="330" y="0"/>
                  </a:lnTo>
                  <a:lnTo>
                    <a:pt x="294" y="12"/>
                  </a:lnTo>
                  <a:lnTo>
                    <a:pt x="282" y="24"/>
                  </a:lnTo>
                  <a:lnTo>
                    <a:pt x="258" y="36"/>
                  </a:lnTo>
                  <a:lnTo>
                    <a:pt x="258" y="72"/>
                  </a:lnTo>
                  <a:lnTo>
                    <a:pt x="252" y="78"/>
                  </a:lnTo>
                  <a:lnTo>
                    <a:pt x="240" y="78"/>
                  </a:lnTo>
                  <a:lnTo>
                    <a:pt x="228" y="84"/>
                  </a:lnTo>
                  <a:lnTo>
                    <a:pt x="210" y="90"/>
                  </a:lnTo>
                  <a:lnTo>
                    <a:pt x="198" y="96"/>
                  </a:lnTo>
                  <a:lnTo>
                    <a:pt x="192" y="102"/>
                  </a:lnTo>
                  <a:lnTo>
                    <a:pt x="180" y="126"/>
                  </a:lnTo>
                  <a:lnTo>
                    <a:pt x="174" y="132"/>
                  </a:lnTo>
                  <a:lnTo>
                    <a:pt x="174" y="138"/>
                  </a:lnTo>
                  <a:lnTo>
                    <a:pt x="168" y="144"/>
                  </a:lnTo>
                  <a:lnTo>
                    <a:pt x="162" y="156"/>
                  </a:lnTo>
                  <a:lnTo>
                    <a:pt x="132" y="186"/>
                  </a:lnTo>
                  <a:lnTo>
                    <a:pt x="108" y="198"/>
                  </a:lnTo>
                  <a:lnTo>
                    <a:pt x="90" y="198"/>
                  </a:lnTo>
                  <a:lnTo>
                    <a:pt x="90" y="192"/>
                  </a:lnTo>
                  <a:lnTo>
                    <a:pt x="78" y="180"/>
                  </a:lnTo>
                  <a:lnTo>
                    <a:pt x="66" y="180"/>
                  </a:lnTo>
                  <a:lnTo>
                    <a:pt x="66" y="192"/>
                  </a:lnTo>
                  <a:lnTo>
                    <a:pt x="54" y="192"/>
                  </a:lnTo>
                  <a:lnTo>
                    <a:pt x="42" y="180"/>
                  </a:lnTo>
                  <a:lnTo>
                    <a:pt x="42" y="174"/>
                  </a:lnTo>
                  <a:lnTo>
                    <a:pt x="0" y="174"/>
                  </a:lnTo>
                  <a:lnTo>
                    <a:pt x="6" y="192"/>
                  </a:lnTo>
                  <a:lnTo>
                    <a:pt x="18" y="204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65" name="Zambia" descr="© INSCALE GmbH, 05.05.2010&#10;http://www.presentationload.com/">
              <a:extLst>
                <a:ext uri="{FF2B5EF4-FFF2-40B4-BE49-F238E27FC236}">
                  <a16:creationId xmlns:a16="http://schemas.microsoft.com/office/drawing/2014/main" id="{6A4803B1-E85A-42B0-AB9C-8A5CAFF7432D}"/>
                </a:ext>
              </a:extLst>
            </p:cNvPr>
            <p:cNvSpPr>
              <a:spLocks/>
            </p:cNvSpPr>
            <p:nvPr/>
          </p:nvSpPr>
          <p:spPr bwMode="gray">
            <a:xfrm>
              <a:off x="4247660" y="3217753"/>
              <a:ext cx="275285" cy="262023"/>
            </a:xfrm>
            <a:custGeom>
              <a:avLst/>
              <a:gdLst>
                <a:gd name="T0" fmla="*/ 2147483647 w 834"/>
                <a:gd name="T1" fmla="*/ 2147483647 h 798"/>
                <a:gd name="T2" fmla="*/ 2147483647 w 834"/>
                <a:gd name="T3" fmla="*/ 2147483647 h 798"/>
                <a:gd name="T4" fmla="*/ 2147483647 w 834"/>
                <a:gd name="T5" fmla="*/ 2147483647 h 798"/>
                <a:gd name="T6" fmla="*/ 2147483647 w 834"/>
                <a:gd name="T7" fmla="*/ 2147483647 h 798"/>
                <a:gd name="T8" fmla="*/ 2147483647 w 834"/>
                <a:gd name="T9" fmla="*/ 2147483647 h 798"/>
                <a:gd name="T10" fmla="*/ 2147483647 w 834"/>
                <a:gd name="T11" fmla="*/ 2147483647 h 798"/>
                <a:gd name="T12" fmla="*/ 2147483647 w 834"/>
                <a:gd name="T13" fmla="*/ 2147483647 h 798"/>
                <a:gd name="T14" fmla="*/ 2147483647 w 834"/>
                <a:gd name="T15" fmla="*/ 2147483647 h 798"/>
                <a:gd name="T16" fmla="*/ 2147483647 w 834"/>
                <a:gd name="T17" fmla="*/ 2147483647 h 798"/>
                <a:gd name="T18" fmla="*/ 2147483647 w 834"/>
                <a:gd name="T19" fmla="*/ 2147483647 h 798"/>
                <a:gd name="T20" fmla="*/ 2147483647 w 834"/>
                <a:gd name="T21" fmla="*/ 2147483647 h 798"/>
                <a:gd name="T22" fmla="*/ 2147483647 w 834"/>
                <a:gd name="T23" fmla="*/ 2147483647 h 798"/>
                <a:gd name="T24" fmla="*/ 2147483647 w 834"/>
                <a:gd name="T25" fmla="*/ 2147483647 h 798"/>
                <a:gd name="T26" fmla="*/ 2147483647 w 834"/>
                <a:gd name="T27" fmla="*/ 2147483647 h 798"/>
                <a:gd name="T28" fmla="*/ 2147483647 w 834"/>
                <a:gd name="T29" fmla="*/ 2147483647 h 798"/>
                <a:gd name="T30" fmla="*/ 2147483647 w 834"/>
                <a:gd name="T31" fmla="*/ 2147483647 h 798"/>
                <a:gd name="T32" fmla="*/ 2147483647 w 834"/>
                <a:gd name="T33" fmla="*/ 2147483647 h 798"/>
                <a:gd name="T34" fmla="*/ 2147483647 w 834"/>
                <a:gd name="T35" fmla="*/ 2147483647 h 798"/>
                <a:gd name="T36" fmla="*/ 2147483647 w 834"/>
                <a:gd name="T37" fmla="*/ 2147483647 h 798"/>
                <a:gd name="T38" fmla="*/ 2147483647 w 834"/>
                <a:gd name="T39" fmla="*/ 2147483647 h 798"/>
                <a:gd name="T40" fmla="*/ 2147483647 w 834"/>
                <a:gd name="T41" fmla="*/ 2147483647 h 798"/>
                <a:gd name="T42" fmla="*/ 2147483647 w 834"/>
                <a:gd name="T43" fmla="*/ 2147483647 h 798"/>
                <a:gd name="T44" fmla="*/ 2147483647 w 834"/>
                <a:gd name="T45" fmla="*/ 2147483647 h 798"/>
                <a:gd name="T46" fmla="*/ 2147483647 w 834"/>
                <a:gd name="T47" fmla="*/ 2147483647 h 798"/>
                <a:gd name="T48" fmla="*/ 2147483647 w 834"/>
                <a:gd name="T49" fmla="*/ 2147483647 h 798"/>
                <a:gd name="T50" fmla="*/ 2147483647 w 834"/>
                <a:gd name="T51" fmla="*/ 2147483647 h 798"/>
                <a:gd name="T52" fmla="*/ 2147483647 w 834"/>
                <a:gd name="T53" fmla="*/ 2147483647 h 798"/>
                <a:gd name="T54" fmla="*/ 2147483647 w 834"/>
                <a:gd name="T55" fmla="*/ 2147483647 h 798"/>
                <a:gd name="T56" fmla="*/ 2147483647 w 834"/>
                <a:gd name="T57" fmla="*/ 2147483647 h 798"/>
                <a:gd name="T58" fmla="*/ 2147483647 w 834"/>
                <a:gd name="T59" fmla="*/ 2147483647 h 798"/>
                <a:gd name="T60" fmla="*/ 2147483647 w 834"/>
                <a:gd name="T61" fmla="*/ 2147483647 h 798"/>
                <a:gd name="T62" fmla="*/ 2147483647 w 834"/>
                <a:gd name="T63" fmla="*/ 2147483647 h 798"/>
                <a:gd name="T64" fmla="*/ 2147483647 w 834"/>
                <a:gd name="T65" fmla="*/ 2147483647 h 798"/>
                <a:gd name="T66" fmla="*/ 2147483647 w 834"/>
                <a:gd name="T67" fmla="*/ 2147483647 h 798"/>
                <a:gd name="T68" fmla="*/ 2147483647 w 834"/>
                <a:gd name="T69" fmla="*/ 2147483647 h 798"/>
                <a:gd name="T70" fmla="*/ 2147483647 w 834"/>
                <a:gd name="T71" fmla="*/ 2147483647 h 798"/>
                <a:gd name="T72" fmla="*/ 2147483647 w 834"/>
                <a:gd name="T73" fmla="*/ 2147483647 h 798"/>
                <a:gd name="T74" fmla="*/ 2147483647 w 834"/>
                <a:gd name="T75" fmla="*/ 2147483647 h 798"/>
                <a:gd name="T76" fmla="*/ 2147483647 w 834"/>
                <a:gd name="T77" fmla="*/ 2147483647 h 798"/>
                <a:gd name="T78" fmla="*/ 2147483647 w 834"/>
                <a:gd name="T79" fmla="*/ 2147483647 h 798"/>
                <a:gd name="T80" fmla="*/ 2147483647 w 834"/>
                <a:gd name="T81" fmla="*/ 2147483647 h 798"/>
                <a:gd name="T82" fmla="*/ 2147483647 w 834"/>
                <a:gd name="T83" fmla="*/ 2147483647 h 798"/>
                <a:gd name="T84" fmla="*/ 2147483647 w 834"/>
                <a:gd name="T85" fmla="*/ 2147483647 h 798"/>
                <a:gd name="T86" fmla="*/ 2147483647 w 834"/>
                <a:gd name="T87" fmla="*/ 2147483647 h 798"/>
                <a:gd name="T88" fmla="*/ 2147483647 w 834"/>
                <a:gd name="T89" fmla="*/ 2147483647 h 798"/>
                <a:gd name="T90" fmla="*/ 2147483647 w 834"/>
                <a:gd name="T91" fmla="*/ 2147483647 h 798"/>
                <a:gd name="T92" fmla="*/ 2147483647 w 834"/>
                <a:gd name="T93" fmla="*/ 2147483647 h 798"/>
                <a:gd name="T94" fmla="*/ 2147483647 w 834"/>
                <a:gd name="T95" fmla="*/ 2147483647 h 798"/>
                <a:gd name="T96" fmla="*/ 2147483647 w 834"/>
                <a:gd name="T97" fmla="*/ 2147483647 h 798"/>
                <a:gd name="T98" fmla="*/ 2147483647 w 834"/>
                <a:gd name="T99" fmla="*/ 2147483647 h 798"/>
                <a:gd name="T100" fmla="*/ 2147483647 w 834"/>
                <a:gd name="T101" fmla="*/ 2147483647 h 798"/>
                <a:gd name="T102" fmla="*/ 2147483647 w 834"/>
                <a:gd name="T103" fmla="*/ 2147483647 h 79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834"/>
                <a:gd name="T157" fmla="*/ 0 h 798"/>
                <a:gd name="T158" fmla="*/ 834 w 834"/>
                <a:gd name="T159" fmla="*/ 798 h 79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834" h="798">
                  <a:moveTo>
                    <a:pt x="822" y="186"/>
                  </a:moveTo>
                  <a:lnTo>
                    <a:pt x="822" y="162"/>
                  </a:lnTo>
                  <a:lnTo>
                    <a:pt x="816" y="168"/>
                  </a:lnTo>
                  <a:lnTo>
                    <a:pt x="810" y="168"/>
                  </a:lnTo>
                  <a:lnTo>
                    <a:pt x="810" y="126"/>
                  </a:lnTo>
                  <a:lnTo>
                    <a:pt x="798" y="114"/>
                  </a:lnTo>
                  <a:lnTo>
                    <a:pt x="786" y="114"/>
                  </a:lnTo>
                  <a:lnTo>
                    <a:pt x="786" y="102"/>
                  </a:lnTo>
                  <a:lnTo>
                    <a:pt x="768" y="90"/>
                  </a:lnTo>
                  <a:lnTo>
                    <a:pt x="750" y="90"/>
                  </a:lnTo>
                  <a:lnTo>
                    <a:pt x="750" y="72"/>
                  </a:lnTo>
                  <a:lnTo>
                    <a:pt x="738" y="78"/>
                  </a:lnTo>
                  <a:lnTo>
                    <a:pt x="726" y="78"/>
                  </a:lnTo>
                  <a:lnTo>
                    <a:pt x="708" y="60"/>
                  </a:lnTo>
                  <a:lnTo>
                    <a:pt x="690" y="60"/>
                  </a:lnTo>
                  <a:lnTo>
                    <a:pt x="684" y="54"/>
                  </a:lnTo>
                  <a:lnTo>
                    <a:pt x="684" y="36"/>
                  </a:lnTo>
                  <a:lnTo>
                    <a:pt x="672" y="42"/>
                  </a:lnTo>
                  <a:lnTo>
                    <a:pt x="654" y="42"/>
                  </a:lnTo>
                  <a:lnTo>
                    <a:pt x="648" y="54"/>
                  </a:lnTo>
                  <a:lnTo>
                    <a:pt x="642" y="60"/>
                  </a:lnTo>
                  <a:lnTo>
                    <a:pt x="636" y="60"/>
                  </a:lnTo>
                  <a:lnTo>
                    <a:pt x="624" y="48"/>
                  </a:lnTo>
                  <a:lnTo>
                    <a:pt x="624" y="36"/>
                  </a:lnTo>
                  <a:lnTo>
                    <a:pt x="618" y="30"/>
                  </a:lnTo>
                  <a:lnTo>
                    <a:pt x="606" y="30"/>
                  </a:lnTo>
                  <a:lnTo>
                    <a:pt x="600" y="24"/>
                  </a:lnTo>
                  <a:lnTo>
                    <a:pt x="594" y="24"/>
                  </a:lnTo>
                  <a:lnTo>
                    <a:pt x="594" y="6"/>
                  </a:lnTo>
                  <a:lnTo>
                    <a:pt x="600" y="0"/>
                  </a:lnTo>
                  <a:lnTo>
                    <a:pt x="576" y="12"/>
                  </a:lnTo>
                  <a:lnTo>
                    <a:pt x="558" y="12"/>
                  </a:lnTo>
                  <a:lnTo>
                    <a:pt x="546" y="18"/>
                  </a:lnTo>
                  <a:lnTo>
                    <a:pt x="528" y="18"/>
                  </a:lnTo>
                  <a:lnTo>
                    <a:pt x="510" y="24"/>
                  </a:lnTo>
                  <a:lnTo>
                    <a:pt x="498" y="24"/>
                  </a:lnTo>
                  <a:lnTo>
                    <a:pt x="498" y="54"/>
                  </a:lnTo>
                  <a:lnTo>
                    <a:pt x="480" y="72"/>
                  </a:lnTo>
                  <a:lnTo>
                    <a:pt x="468" y="78"/>
                  </a:lnTo>
                  <a:lnTo>
                    <a:pt x="462" y="84"/>
                  </a:lnTo>
                  <a:lnTo>
                    <a:pt x="456" y="84"/>
                  </a:lnTo>
                  <a:lnTo>
                    <a:pt x="468" y="96"/>
                  </a:lnTo>
                  <a:lnTo>
                    <a:pt x="468" y="102"/>
                  </a:lnTo>
                  <a:lnTo>
                    <a:pt x="474" y="108"/>
                  </a:lnTo>
                  <a:lnTo>
                    <a:pt x="474" y="114"/>
                  </a:lnTo>
                  <a:lnTo>
                    <a:pt x="480" y="120"/>
                  </a:lnTo>
                  <a:lnTo>
                    <a:pt x="480" y="144"/>
                  </a:lnTo>
                  <a:lnTo>
                    <a:pt x="486" y="162"/>
                  </a:lnTo>
                  <a:lnTo>
                    <a:pt x="486" y="216"/>
                  </a:lnTo>
                  <a:lnTo>
                    <a:pt x="474" y="228"/>
                  </a:lnTo>
                  <a:lnTo>
                    <a:pt x="468" y="240"/>
                  </a:lnTo>
                  <a:lnTo>
                    <a:pt x="462" y="258"/>
                  </a:lnTo>
                  <a:lnTo>
                    <a:pt x="456" y="270"/>
                  </a:lnTo>
                  <a:lnTo>
                    <a:pt x="456" y="294"/>
                  </a:lnTo>
                  <a:lnTo>
                    <a:pt x="468" y="306"/>
                  </a:lnTo>
                  <a:lnTo>
                    <a:pt x="474" y="306"/>
                  </a:lnTo>
                  <a:lnTo>
                    <a:pt x="474" y="312"/>
                  </a:lnTo>
                  <a:lnTo>
                    <a:pt x="480" y="312"/>
                  </a:lnTo>
                  <a:lnTo>
                    <a:pt x="510" y="342"/>
                  </a:lnTo>
                  <a:lnTo>
                    <a:pt x="522" y="348"/>
                  </a:lnTo>
                  <a:lnTo>
                    <a:pt x="528" y="348"/>
                  </a:lnTo>
                  <a:lnTo>
                    <a:pt x="534" y="342"/>
                  </a:lnTo>
                  <a:lnTo>
                    <a:pt x="534" y="324"/>
                  </a:lnTo>
                  <a:lnTo>
                    <a:pt x="558" y="324"/>
                  </a:lnTo>
                  <a:lnTo>
                    <a:pt x="558" y="372"/>
                  </a:lnTo>
                  <a:lnTo>
                    <a:pt x="552" y="408"/>
                  </a:lnTo>
                  <a:lnTo>
                    <a:pt x="546" y="426"/>
                  </a:lnTo>
                  <a:lnTo>
                    <a:pt x="540" y="426"/>
                  </a:lnTo>
                  <a:lnTo>
                    <a:pt x="540" y="420"/>
                  </a:lnTo>
                  <a:lnTo>
                    <a:pt x="534" y="408"/>
                  </a:lnTo>
                  <a:lnTo>
                    <a:pt x="516" y="420"/>
                  </a:lnTo>
                  <a:lnTo>
                    <a:pt x="498" y="420"/>
                  </a:lnTo>
                  <a:lnTo>
                    <a:pt x="498" y="408"/>
                  </a:lnTo>
                  <a:lnTo>
                    <a:pt x="492" y="396"/>
                  </a:lnTo>
                  <a:lnTo>
                    <a:pt x="492" y="384"/>
                  </a:lnTo>
                  <a:lnTo>
                    <a:pt x="480" y="372"/>
                  </a:lnTo>
                  <a:lnTo>
                    <a:pt x="468" y="372"/>
                  </a:lnTo>
                  <a:lnTo>
                    <a:pt x="462" y="360"/>
                  </a:lnTo>
                  <a:lnTo>
                    <a:pt x="462" y="354"/>
                  </a:lnTo>
                  <a:lnTo>
                    <a:pt x="456" y="342"/>
                  </a:lnTo>
                  <a:lnTo>
                    <a:pt x="450" y="336"/>
                  </a:lnTo>
                  <a:lnTo>
                    <a:pt x="444" y="336"/>
                  </a:lnTo>
                  <a:lnTo>
                    <a:pt x="438" y="342"/>
                  </a:lnTo>
                  <a:lnTo>
                    <a:pt x="426" y="342"/>
                  </a:lnTo>
                  <a:lnTo>
                    <a:pt x="426" y="330"/>
                  </a:lnTo>
                  <a:lnTo>
                    <a:pt x="420" y="324"/>
                  </a:lnTo>
                  <a:lnTo>
                    <a:pt x="390" y="324"/>
                  </a:lnTo>
                  <a:lnTo>
                    <a:pt x="390" y="312"/>
                  </a:lnTo>
                  <a:lnTo>
                    <a:pt x="396" y="312"/>
                  </a:lnTo>
                  <a:lnTo>
                    <a:pt x="396" y="300"/>
                  </a:lnTo>
                  <a:lnTo>
                    <a:pt x="384" y="300"/>
                  </a:lnTo>
                  <a:lnTo>
                    <a:pt x="378" y="294"/>
                  </a:lnTo>
                  <a:lnTo>
                    <a:pt x="378" y="282"/>
                  </a:lnTo>
                  <a:lnTo>
                    <a:pt x="366" y="270"/>
                  </a:lnTo>
                  <a:lnTo>
                    <a:pt x="360" y="270"/>
                  </a:lnTo>
                  <a:lnTo>
                    <a:pt x="354" y="276"/>
                  </a:lnTo>
                  <a:lnTo>
                    <a:pt x="354" y="294"/>
                  </a:lnTo>
                  <a:lnTo>
                    <a:pt x="348" y="300"/>
                  </a:lnTo>
                  <a:lnTo>
                    <a:pt x="348" y="306"/>
                  </a:lnTo>
                  <a:lnTo>
                    <a:pt x="330" y="306"/>
                  </a:lnTo>
                  <a:lnTo>
                    <a:pt x="300" y="300"/>
                  </a:lnTo>
                  <a:lnTo>
                    <a:pt x="264" y="294"/>
                  </a:lnTo>
                  <a:lnTo>
                    <a:pt x="246" y="282"/>
                  </a:lnTo>
                  <a:lnTo>
                    <a:pt x="240" y="276"/>
                  </a:lnTo>
                  <a:lnTo>
                    <a:pt x="234" y="264"/>
                  </a:lnTo>
                  <a:lnTo>
                    <a:pt x="234" y="246"/>
                  </a:lnTo>
                  <a:lnTo>
                    <a:pt x="192" y="252"/>
                  </a:lnTo>
                  <a:lnTo>
                    <a:pt x="198" y="258"/>
                  </a:lnTo>
                  <a:lnTo>
                    <a:pt x="198" y="264"/>
                  </a:lnTo>
                  <a:lnTo>
                    <a:pt x="180" y="264"/>
                  </a:lnTo>
                  <a:lnTo>
                    <a:pt x="174" y="258"/>
                  </a:lnTo>
                  <a:lnTo>
                    <a:pt x="174" y="228"/>
                  </a:lnTo>
                  <a:lnTo>
                    <a:pt x="156" y="228"/>
                  </a:lnTo>
                  <a:lnTo>
                    <a:pt x="150" y="216"/>
                  </a:lnTo>
                  <a:lnTo>
                    <a:pt x="144" y="234"/>
                  </a:lnTo>
                  <a:lnTo>
                    <a:pt x="144" y="240"/>
                  </a:lnTo>
                  <a:lnTo>
                    <a:pt x="156" y="252"/>
                  </a:lnTo>
                  <a:lnTo>
                    <a:pt x="156" y="270"/>
                  </a:lnTo>
                  <a:lnTo>
                    <a:pt x="150" y="276"/>
                  </a:lnTo>
                  <a:lnTo>
                    <a:pt x="144" y="276"/>
                  </a:lnTo>
                  <a:lnTo>
                    <a:pt x="144" y="330"/>
                  </a:lnTo>
                  <a:lnTo>
                    <a:pt x="156" y="342"/>
                  </a:lnTo>
                  <a:lnTo>
                    <a:pt x="138" y="348"/>
                  </a:lnTo>
                  <a:lnTo>
                    <a:pt x="138" y="354"/>
                  </a:lnTo>
                  <a:lnTo>
                    <a:pt x="144" y="360"/>
                  </a:lnTo>
                  <a:lnTo>
                    <a:pt x="144" y="384"/>
                  </a:lnTo>
                  <a:lnTo>
                    <a:pt x="132" y="396"/>
                  </a:lnTo>
                  <a:lnTo>
                    <a:pt x="126" y="396"/>
                  </a:lnTo>
                  <a:lnTo>
                    <a:pt x="0" y="390"/>
                  </a:lnTo>
                  <a:lnTo>
                    <a:pt x="0" y="642"/>
                  </a:lnTo>
                  <a:lnTo>
                    <a:pt x="6" y="654"/>
                  </a:lnTo>
                  <a:lnTo>
                    <a:pt x="6" y="672"/>
                  </a:lnTo>
                  <a:lnTo>
                    <a:pt x="96" y="762"/>
                  </a:lnTo>
                  <a:lnTo>
                    <a:pt x="114" y="768"/>
                  </a:lnTo>
                  <a:lnTo>
                    <a:pt x="138" y="756"/>
                  </a:lnTo>
                  <a:lnTo>
                    <a:pt x="144" y="756"/>
                  </a:lnTo>
                  <a:lnTo>
                    <a:pt x="150" y="750"/>
                  </a:lnTo>
                  <a:lnTo>
                    <a:pt x="168" y="750"/>
                  </a:lnTo>
                  <a:lnTo>
                    <a:pt x="174" y="756"/>
                  </a:lnTo>
                  <a:lnTo>
                    <a:pt x="174" y="762"/>
                  </a:lnTo>
                  <a:lnTo>
                    <a:pt x="204" y="756"/>
                  </a:lnTo>
                  <a:lnTo>
                    <a:pt x="222" y="774"/>
                  </a:lnTo>
                  <a:lnTo>
                    <a:pt x="264" y="774"/>
                  </a:lnTo>
                  <a:lnTo>
                    <a:pt x="264" y="780"/>
                  </a:lnTo>
                  <a:lnTo>
                    <a:pt x="276" y="792"/>
                  </a:lnTo>
                  <a:lnTo>
                    <a:pt x="288" y="792"/>
                  </a:lnTo>
                  <a:lnTo>
                    <a:pt x="288" y="780"/>
                  </a:lnTo>
                  <a:lnTo>
                    <a:pt x="300" y="780"/>
                  </a:lnTo>
                  <a:lnTo>
                    <a:pt x="312" y="792"/>
                  </a:lnTo>
                  <a:lnTo>
                    <a:pt x="312" y="798"/>
                  </a:lnTo>
                  <a:lnTo>
                    <a:pt x="330" y="798"/>
                  </a:lnTo>
                  <a:lnTo>
                    <a:pt x="354" y="786"/>
                  </a:lnTo>
                  <a:lnTo>
                    <a:pt x="384" y="756"/>
                  </a:lnTo>
                  <a:lnTo>
                    <a:pt x="390" y="744"/>
                  </a:lnTo>
                  <a:lnTo>
                    <a:pt x="396" y="738"/>
                  </a:lnTo>
                  <a:lnTo>
                    <a:pt x="396" y="732"/>
                  </a:lnTo>
                  <a:lnTo>
                    <a:pt x="402" y="726"/>
                  </a:lnTo>
                  <a:lnTo>
                    <a:pt x="414" y="702"/>
                  </a:lnTo>
                  <a:lnTo>
                    <a:pt x="420" y="696"/>
                  </a:lnTo>
                  <a:lnTo>
                    <a:pt x="432" y="690"/>
                  </a:lnTo>
                  <a:lnTo>
                    <a:pt x="450" y="684"/>
                  </a:lnTo>
                  <a:lnTo>
                    <a:pt x="462" y="678"/>
                  </a:lnTo>
                  <a:lnTo>
                    <a:pt x="474" y="678"/>
                  </a:lnTo>
                  <a:lnTo>
                    <a:pt x="480" y="672"/>
                  </a:lnTo>
                  <a:lnTo>
                    <a:pt x="480" y="636"/>
                  </a:lnTo>
                  <a:lnTo>
                    <a:pt x="504" y="624"/>
                  </a:lnTo>
                  <a:lnTo>
                    <a:pt x="516" y="612"/>
                  </a:lnTo>
                  <a:lnTo>
                    <a:pt x="552" y="600"/>
                  </a:lnTo>
                  <a:lnTo>
                    <a:pt x="588" y="600"/>
                  </a:lnTo>
                  <a:lnTo>
                    <a:pt x="588" y="576"/>
                  </a:lnTo>
                  <a:lnTo>
                    <a:pt x="570" y="558"/>
                  </a:lnTo>
                  <a:lnTo>
                    <a:pt x="582" y="546"/>
                  </a:lnTo>
                  <a:lnTo>
                    <a:pt x="612" y="546"/>
                  </a:lnTo>
                  <a:lnTo>
                    <a:pt x="630" y="528"/>
                  </a:lnTo>
                  <a:lnTo>
                    <a:pt x="642" y="528"/>
                  </a:lnTo>
                  <a:lnTo>
                    <a:pt x="654" y="522"/>
                  </a:lnTo>
                  <a:lnTo>
                    <a:pt x="672" y="522"/>
                  </a:lnTo>
                  <a:lnTo>
                    <a:pt x="690" y="516"/>
                  </a:lnTo>
                  <a:lnTo>
                    <a:pt x="702" y="510"/>
                  </a:lnTo>
                  <a:lnTo>
                    <a:pt x="708" y="510"/>
                  </a:lnTo>
                  <a:lnTo>
                    <a:pt x="732" y="498"/>
                  </a:lnTo>
                  <a:lnTo>
                    <a:pt x="750" y="486"/>
                  </a:lnTo>
                  <a:lnTo>
                    <a:pt x="762" y="480"/>
                  </a:lnTo>
                  <a:lnTo>
                    <a:pt x="780" y="474"/>
                  </a:lnTo>
                  <a:lnTo>
                    <a:pt x="786" y="468"/>
                  </a:lnTo>
                  <a:lnTo>
                    <a:pt x="792" y="468"/>
                  </a:lnTo>
                  <a:lnTo>
                    <a:pt x="780" y="462"/>
                  </a:lnTo>
                  <a:lnTo>
                    <a:pt x="768" y="450"/>
                  </a:lnTo>
                  <a:lnTo>
                    <a:pt x="756" y="444"/>
                  </a:lnTo>
                  <a:lnTo>
                    <a:pt x="756" y="438"/>
                  </a:lnTo>
                  <a:lnTo>
                    <a:pt x="762" y="432"/>
                  </a:lnTo>
                  <a:lnTo>
                    <a:pt x="768" y="420"/>
                  </a:lnTo>
                  <a:lnTo>
                    <a:pt x="774" y="414"/>
                  </a:lnTo>
                  <a:lnTo>
                    <a:pt x="780" y="402"/>
                  </a:lnTo>
                  <a:lnTo>
                    <a:pt x="774" y="366"/>
                  </a:lnTo>
                  <a:lnTo>
                    <a:pt x="780" y="366"/>
                  </a:lnTo>
                  <a:lnTo>
                    <a:pt x="786" y="360"/>
                  </a:lnTo>
                  <a:lnTo>
                    <a:pt x="798" y="354"/>
                  </a:lnTo>
                  <a:lnTo>
                    <a:pt x="816" y="336"/>
                  </a:lnTo>
                  <a:lnTo>
                    <a:pt x="816" y="330"/>
                  </a:lnTo>
                  <a:lnTo>
                    <a:pt x="804" y="330"/>
                  </a:lnTo>
                  <a:lnTo>
                    <a:pt x="804" y="258"/>
                  </a:lnTo>
                  <a:lnTo>
                    <a:pt x="810" y="240"/>
                  </a:lnTo>
                  <a:lnTo>
                    <a:pt x="798" y="234"/>
                  </a:lnTo>
                  <a:lnTo>
                    <a:pt x="798" y="216"/>
                  </a:lnTo>
                  <a:lnTo>
                    <a:pt x="804" y="216"/>
                  </a:lnTo>
                  <a:lnTo>
                    <a:pt x="810" y="210"/>
                  </a:lnTo>
                  <a:lnTo>
                    <a:pt x="834" y="198"/>
                  </a:lnTo>
                  <a:lnTo>
                    <a:pt x="834" y="186"/>
                  </a:lnTo>
                  <a:lnTo>
                    <a:pt x="822" y="186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66" name="Yemen" descr="© INSCALE GmbH, 05.05.2010&#10;http://www.presentationload.com/">
              <a:extLst>
                <a:ext uri="{FF2B5EF4-FFF2-40B4-BE49-F238E27FC236}">
                  <a16:creationId xmlns:a16="http://schemas.microsoft.com/office/drawing/2014/main" id="{064EA366-AE57-49E8-82AC-508193CAB318}"/>
                </a:ext>
              </a:extLst>
            </p:cNvPr>
            <p:cNvSpPr>
              <a:spLocks/>
            </p:cNvSpPr>
            <p:nvPr/>
          </p:nvSpPr>
          <p:spPr bwMode="gray">
            <a:xfrm>
              <a:off x="4727148" y="2498474"/>
              <a:ext cx="241682" cy="164406"/>
            </a:xfrm>
            <a:custGeom>
              <a:avLst/>
              <a:gdLst>
                <a:gd name="T0" fmla="*/ 2147483647 w 732"/>
                <a:gd name="T1" fmla="*/ 2147483647 h 498"/>
                <a:gd name="T2" fmla="*/ 2147483647 w 732"/>
                <a:gd name="T3" fmla="*/ 2147483647 h 498"/>
                <a:gd name="T4" fmla="*/ 2147483647 w 732"/>
                <a:gd name="T5" fmla="*/ 2147483647 h 498"/>
                <a:gd name="T6" fmla="*/ 2147483647 w 732"/>
                <a:gd name="T7" fmla="*/ 2147483647 h 498"/>
                <a:gd name="T8" fmla="*/ 2147483647 w 732"/>
                <a:gd name="T9" fmla="*/ 2147483647 h 498"/>
                <a:gd name="T10" fmla="*/ 2147483647 w 732"/>
                <a:gd name="T11" fmla="*/ 2147483647 h 498"/>
                <a:gd name="T12" fmla="*/ 2147483647 w 732"/>
                <a:gd name="T13" fmla="*/ 2147483647 h 498"/>
                <a:gd name="T14" fmla="*/ 2147483647 w 732"/>
                <a:gd name="T15" fmla="*/ 2147483647 h 498"/>
                <a:gd name="T16" fmla="*/ 2147483647 w 732"/>
                <a:gd name="T17" fmla="*/ 2147483647 h 498"/>
                <a:gd name="T18" fmla="*/ 2147483647 w 732"/>
                <a:gd name="T19" fmla="*/ 2147483647 h 498"/>
                <a:gd name="T20" fmla="*/ 2147483647 w 732"/>
                <a:gd name="T21" fmla="*/ 2147483647 h 498"/>
                <a:gd name="T22" fmla="*/ 2147483647 w 732"/>
                <a:gd name="T23" fmla="*/ 2147483647 h 498"/>
                <a:gd name="T24" fmla="*/ 2147483647 w 732"/>
                <a:gd name="T25" fmla="*/ 2147483647 h 498"/>
                <a:gd name="T26" fmla="*/ 2147483647 w 732"/>
                <a:gd name="T27" fmla="*/ 2147483647 h 498"/>
                <a:gd name="T28" fmla="*/ 2147483647 w 732"/>
                <a:gd name="T29" fmla="*/ 2147483647 h 498"/>
                <a:gd name="T30" fmla="*/ 0 w 732"/>
                <a:gd name="T31" fmla="*/ 2147483647 h 498"/>
                <a:gd name="T32" fmla="*/ 2147483647 w 732"/>
                <a:gd name="T33" fmla="*/ 2147483647 h 498"/>
                <a:gd name="T34" fmla="*/ 2147483647 w 732"/>
                <a:gd name="T35" fmla="*/ 2147483647 h 498"/>
                <a:gd name="T36" fmla="*/ 2147483647 w 732"/>
                <a:gd name="T37" fmla="*/ 2147483647 h 498"/>
                <a:gd name="T38" fmla="*/ 2147483647 w 732"/>
                <a:gd name="T39" fmla="*/ 2147483647 h 498"/>
                <a:gd name="T40" fmla="*/ 2147483647 w 732"/>
                <a:gd name="T41" fmla="*/ 2147483647 h 498"/>
                <a:gd name="T42" fmla="*/ 2147483647 w 732"/>
                <a:gd name="T43" fmla="*/ 2147483647 h 498"/>
                <a:gd name="T44" fmla="*/ 2147483647 w 732"/>
                <a:gd name="T45" fmla="*/ 2147483647 h 498"/>
                <a:gd name="T46" fmla="*/ 2147483647 w 732"/>
                <a:gd name="T47" fmla="*/ 2147483647 h 498"/>
                <a:gd name="T48" fmla="*/ 2147483647 w 732"/>
                <a:gd name="T49" fmla="*/ 2147483647 h 498"/>
                <a:gd name="T50" fmla="*/ 2147483647 w 732"/>
                <a:gd name="T51" fmla="*/ 2147483647 h 498"/>
                <a:gd name="T52" fmla="*/ 2147483647 w 732"/>
                <a:gd name="T53" fmla="*/ 2147483647 h 498"/>
                <a:gd name="T54" fmla="*/ 2147483647 w 732"/>
                <a:gd name="T55" fmla="*/ 2147483647 h 498"/>
                <a:gd name="T56" fmla="*/ 2147483647 w 732"/>
                <a:gd name="T57" fmla="*/ 2147483647 h 498"/>
                <a:gd name="T58" fmla="*/ 2147483647 w 732"/>
                <a:gd name="T59" fmla="*/ 2147483647 h 498"/>
                <a:gd name="T60" fmla="*/ 2147483647 w 732"/>
                <a:gd name="T61" fmla="*/ 2147483647 h 498"/>
                <a:gd name="T62" fmla="*/ 2147483647 w 732"/>
                <a:gd name="T63" fmla="*/ 2147483647 h 498"/>
                <a:gd name="T64" fmla="*/ 2147483647 w 732"/>
                <a:gd name="T65" fmla="*/ 2147483647 h 498"/>
                <a:gd name="T66" fmla="*/ 2147483647 w 732"/>
                <a:gd name="T67" fmla="*/ 2147483647 h 498"/>
                <a:gd name="T68" fmla="*/ 2147483647 w 732"/>
                <a:gd name="T69" fmla="*/ 2147483647 h 498"/>
                <a:gd name="T70" fmla="*/ 2147483647 w 732"/>
                <a:gd name="T71" fmla="*/ 2147483647 h 498"/>
                <a:gd name="T72" fmla="*/ 2147483647 w 732"/>
                <a:gd name="T73" fmla="*/ 2147483647 h 498"/>
                <a:gd name="T74" fmla="*/ 2147483647 w 732"/>
                <a:gd name="T75" fmla="*/ 2147483647 h 498"/>
                <a:gd name="T76" fmla="*/ 2147483647 w 732"/>
                <a:gd name="T77" fmla="*/ 0 h 498"/>
                <a:gd name="T78" fmla="*/ 2147483647 w 732"/>
                <a:gd name="T79" fmla="*/ 2147483647 h 498"/>
                <a:gd name="T80" fmla="*/ 2147483647 w 732"/>
                <a:gd name="T81" fmla="*/ 2147483647 h 49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732"/>
                <a:gd name="T124" fmla="*/ 0 h 498"/>
                <a:gd name="T125" fmla="*/ 732 w 732"/>
                <a:gd name="T126" fmla="*/ 498 h 49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732" h="498">
                  <a:moveTo>
                    <a:pt x="468" y="24"/>
                  </a:moveTo>
                  <a:lnTo>
                    <a:pt x="450" y="30"/>
                  </a:lnTo>
                  <a:lnTo>
                    <a:pt x="420" y="36"/>
                  </a:lnTo>
                  <a:lnTo>
                    <a:pt x="390" y="54"/>
                  </a:lnTo>
                  <a:lnTo>
                    <a:pt x="372" y="72"/>
                  </a:lnTo>
                  <a:lnTo>
                    <a:pt x="366" y="84"/>
                  </a:lnTo>
                  <a:lnTo>
                    <a:pt x="354" y="96"/>
                  </a:lnTo>
                  <a:lnTo>
                    <a:pt x="348" y="108"/>
                  </a:lnTo>
                  <a:lnTo>
                    <a:pt x="342" y="114"/>
                  </a:lnTo>
                  <a:lnTo>
                    <a:pt x="336" y="126"/>
                  </a:lnTo>
                  <a:lnTo>
                    <a:pt x="336" y="144"/>
                  </a:lnTo>
                  <a:lnTo>
                    <a:pt x="330" y="150"/>
                  </a:lnTo>
                  <a:lnTo>
                    <a:pt x="324" y="162"/>
                  </a:lnTo>
                  <a:lnTo>
                    <a:pt x="312" y="162"/>
                  </a:lnTo>
                  <a:lnTo>
                    <a:pt x="300" y="156"/>
                  </a:lnTo>
                  <a:lnTo>
                    <a:pt x="294" y="144"/>
                  </a:lnTo>
                  <a:lnTo>
                    <a:pt x="288" y="138"/>
                  </a:lnTo>
                  <a:lnTo>
                    <a:pt x="210" y="138"/>
                  </a:lnTo>
                  <a:lnTo>
                    <a:pt x="204" y="132"/>
                  </a:lnTo>
                  <a:lnTo>
                    <a:pt x="192" y="126"/>
                  </a:lnTo>
                  <a:lnTo>
                    <a:pt x="102" y="126"/>
                  </a:lnTo>
                  <a:lnTo>
                    <a:pt x="96" y="132"/>
                  </a:lnTo>
                  <a:lnTo>
                    <a:pt x="72" y="138"/>
                  </a:lnTo>
                  <a:lnTo>
                    <a:pt x="54" y="120"/>
                  </a:lnTo>
                  <a:lnTo>
                    <a:pt x="48" y="120"/>
                  </a:lnTo>
                  <a:lnTo>
                    <a:pt x="42" y="126"/>
                  </a:lnTo>
                  <a:lnTo>
                    <a:pt x="36" y="138"/>
                  </a:lnTo>
                  <a:lnTo>
                    <a:pt x="36" y="186"/>
                  </a:lnTo>
                  <a:lnTo>
                    <a:pt x="30" y="192"/>
                  </a:lnTo>
                  <a:lnTo>
                    <a:pt x="24" y="204"/>
                  </a:lnTo>
                  <a:lnTo>
                    <a:pt x="12" y="216"/>
                  </a:lnTo>
                  <a:lnTo>
                    <a:pt x="0" y="252"/>
                  </a:lnTo>
                  <a:lnTo>
                    <a:pt x="0" y="258"/>
                  </a:lnTo>
                  <a:lnTo>
                    <a:pt x="18" y="276"/>
                  </a:lnTo>
                  <a:lnTo>
                    <a:pt x="24" y="288"/>
                  </a:lnTo>
                  <a:lnTo>
                    <a:pt x="36" y="294"/>
                  </a:lnTo>
                  <a:lnTo>
                    <a:pt x="24" y="408"/>
                  </a:lnTo>
                  <a:lnTo>
                    <a:pt x="54" y="444"/>
                  </a:lnTo>
                  <a:lnTo>
                    <a:pt x="54" y="456"/>
                  </a:lnTo>
                  <a:lnTo>
                    <a:pt x="60" y="468"/>
                  </a:lnTo>
                  <a:lnTo>
                    <a:pt x="78" y="486"/>
                  </a:lnTo>
                  <a:lnTo>
                    <a:pt x="90" y="492"/>
                  </a:lnTo>
                  <a:lnTo>
                    <a:pt x="114" y="498"/>
                  </a:lnTo>
                  <a:lnTo>
                    <a:pt x="132" y="498"/>
                  </a:lnTo>
                  <a:lnTo>
                    <a:pt x="150" y="492"/>
                  </a:lnTo>
                  <a:lnTo>
                    <a:pt x="162" y="486"/>
                  </a:lnTo>
                  <a:lnTo>
                    <a:pt x="168" y="480"/>
                  </a:lnTo>
                  <a:lnTo>
                    <a:pt x="186" y="444"/>
                  </a:lnTo>
                  <a:lnTo>
                    <a:pt x="198" y="432"/>
                  </a:lnTo>
                  <a:lnTo>
                    <a:pt x="210" y="432"/>
                  </a:lnTo>
                  <a:lnTo>
                    <a:pt x="228" y="438"/>
                  </a:lnTo>
                  <a:lnTo>
                    <a:pt x="270" y="438"/>
                  </a:lnTo>
                  <a:lnTo>
                    <a:pt x="324" y="432"/>
                  </a:lnTo>
                  <a:lnTo>
                    <a:pt x="366" y="426"/>
                  </a:lnTo>
                  <a:lnTo>
                    <a:pt x="390" y="414"/>
                  </a:lnTo>
                  <a:lnTo>
                    <a:pt x="402" y="402"/>
                  </a:lnTo>
                  <a:lnTo>
                    <a:pt x="414" y="384"/>
                  </a:lnTo>
                  <a:lnTo>
                    <a:pt x="426" y="372"/>
                  </a:lnTo>
                  <a:lnTo>
                    <a:pt x="450" y="360"/>
                  </a:lnTo>
                  <a:lnTo>
                    <a:pt x="462" y="348"/>
                  </a:lnTo>
                  <a:lnTo>
                    <a:pt x="474" y="342"/>
                  </a:lnTo>
                  <a:lnTo>
                    <a:pt x="486" y="330"/>
                  </a:lnTo>
                  <a:lnTo>
                    <a:pt x="504" y="324"/>
                  </a:lnTo>
                  <a:lnTo>
                    <a:pt x="528" y="312"/>
                  </a:lnTo>
                  <a:lnTo>
                    <a:pt x="546" y="306"/>
                  </a:lnTo>
                  <a:lnTo>
                    <a:pt x="558" y="294"/>
                  </a:lnTo>
                  <a:lnTo>
                    <a:pt x="594" y="276"/>
                  </a:lnTo>
                  <a:lnTo>
                    <a:pt x="666" y="276"/>
                  </a:lnTo>
                  <a:lnTo>
                    <a:pt x="666" y="270"/>
                  </a:lnTo>
                  <a:lnTo>
                    <a:pt x="672" y="264"/>
                  </a:lnTo>
                  <a:lnTo>
                    <a:pt x="684" y="240"/>
                  </a:lnTo>
                  <a:lnTo>
                    <a:pt x="690" y="222"/>
                  </a:lnTo>
                  <a:lnTo>
                    <a:pt x="702" y="210"/>
                  </a:lnTo>
                  <a:lnTo>
                    <a:pt x="708" y="198"/>
                  </a:lnTo>
                  <a:lnTo>
                    <a:pt x="720" y="192"/>
                  </a:lnTo>
                  <a:lnTo>
                    <a:pt x="720" y="186"/>
                  </a:lnTo>
                  <a:lnTo>
                    <a:pt x="732" y="186"/>
                  </a:lnTo>
                  <a:lnTo>
                    <a:pt x="648" y="0"/>
                  </a:lnTo>
                  <a:lnTo>
                    <a:pt x="630" y="0"/>
                  </a:lnTo>
                  <a:lnTo>
                    <a:pt x="588" y="6"/>
                  </a:lnTo>
                  <a:lnTo>
                    <a:pt x="540" y="18"/>
                  </a:lnTo>
                  <a:lnTo>
                    <a:pt x="492" y="24"/>
                  </a:lnTo>
                  <a:lnTo>
                    <a:pt x="468" y="24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67" name="Western Sahara" descr="© INSCALE GmbH, 05.05.2010&#10;http://www.presentationload.com/">
              <a:extLst>
                <a:ext uri="{FF2B5EF4-FFF2-40B4-BE49-F238E27FC236}">
                  <a16:creationId xmlns:a16="http://schemas.microsoft.com/office/drawing/2014/main" id="{F1334E16-946F-4E46-B197-B453FD31AA7D}"/>
                </a:ext>
              </a:extLst>
            </p:cNvPr>
            <p:cNvSpPr>
              <a:spLocks/>
            </p:cNvSpPr>
            <p:nvPr/>
          </p:nvSpPr>
          <p:spPr bwMode="gray">
            <a:xfrm>
              <a:off x="3345553" y="2269846"/>
              <a:ext cx="197740" cy="168260"/>
            </a:xfrm>
            <a:custGeom>
              <a:avLst/>
              <a:gdLst>
                <a:gd name="T0" fmla="*/ 2147483647 w 600"/>
                <a:gd name="T1" fmla="*/ 0 h 510"/>
                <a:gd name="T2" fmla="*/ 2147483647 w 600"/>
                <a:gd name="T3" fmla="*/ 0 h 510"/>
                <a:gd name="T4" fmla="*/ 2147483647 w 600"/>
                <a:gd name="T5" fmla="*/ 2147483647 h 510"/>
                <a:gd name="T6" fmla="*/ 2147483647 w 600"/>
                <a:gd name="T7" fmla="*/ 2147483647 h 510"/>
                <a:gd name="T8" fmla="*/ 2147483647 w 600"/>
                <a:gd name="T9" fmla="*/ 2147483647 h 510"/>
                <a:gd name="T10" fmla="*/ 2147483647 w 600"/>
                <a:gd name="T11" fmla="*/ 2147483647 h 510"/>
                <a:gd name="T12" fmla="*/ 2147483647 w 600"/>
                <a:gd name="T13" fmla="*/ 2147483647 h 510"/>
                <a:gd name="T14" fmla="*/ 2147483647 w 600"/>
                <a:gd name="T15" fmla="*/ 2147483647 h 510"/>
                <a:gd name="T16" fmla="*/ 2147483647 w 600"/>
                <a:gd name="T17" fmla="*/ 2147483647 h 510"/>
                <a:gd name="T18" fmla="*/ 2147483647 w 600"/>
                <a:gd name="T19" fmla="*/ 2147483647 h 510"/>
                <a:gd name="T20" fmla="*/ 2147483647 w 600"/>
                <a:gd name="T21" fmla="*/ 2147483647 h 510"/>
                <a:gd name="T22" fmla="*/ 2147483647 w 600"/>
                <a:gd name="T23" fmla="*/ 2147483647 h 510"/>
                <a:gd name="T24" fmla="*/ 2147483647 w 600"/>
                <a:gd name="T25" fmla="*/ 2147483647 h 510"/>
                <a:gd name="T26" fmla="*/ 2147483647 w 600"/>
                <a:gd name="T27" fmla="*/ 2147483647 h 510"/>
                <a:gd name="T28" fmla="*/ 2147483647 w 600"/>
                <a:gd name="T29" fmla="*/ 2147483647 h 510"/>
                <a:gd name="T30" fmla="*/ 2147483647 w 600"/>
                <a:gd name="T31" fmla="*/ 2147483647 h 510"/>
                <a:gd name="T32" fmla="*/ 2147483647 w 600"/>
                <a:gd name="T33" fmla="*/ 2147483647 h 510"/>
                <a:gd name="T34" fmla="*/ 2147483647 w 600"/>
                <a:gd name="T35" fmla="*/ 2147483647 h 510"/>
                <a:gd name="T36" fmla="*/ 2147483647 w 600"/>
                <a:gd name="T37" fmla="*/ 2147483647 h 510"/>
                <a:gd name="T38" fmla="*/ 2147483647 w 600"/>
                <a:gd name="T39" fmla="*/ 2147483647 h 510"/>
                <a:gd name="T40" fmla="*/ 2147483647 w 600"/>
                <a:gd name="T41" fmla="*/ 2147483647 h 510"/>
                <a:gd name="T42" fmla="*/ 2147483647 w 600"/>
                <a:gd name="T43" fmla="*/ 2147483647 h 510"/>
                <a:gd name="T44" fmla="*/ 2147483647 w 600"/>
                <a:gd name="T45" fmla="*/ 2147483647 h 510"/>
                <a:gd name="T46" fmla="*/ 2147483647 w 600"/>
                <a:gd name="T47" fmla="*/ 2147483647 h 510"/>
                <a:gd name="T48" fmla="*/ 2147483647 w 600"/>
                <a:gd name="T49" fmla="*/ 2147483647 h 510"/>
                <a:gd name="T50" fmla="*/ 2147483647 w 600"/>
                <a:gd name="T51" fmla="*/ 2147483647 h 510"/>
                <a:gd name="T52" fmla="*/ 2147483647 w 600"/>
                <a:gd name="T53" fmla="*/ 2147483647 h 510"/>
                <a:gd name="T54" fmla="*/ 2147483647 w 600"/>
                <a:gd name="T55" fmla="*/ 2147483647 h 510"/>
                <a:gd name="T56" fmla="*/ 2147483647 w 600"/>
                <a:gd name="T57" fmla="*/ 2147483647 h 510"/>
                <a:gd name="T58" fmla="*/ 2147483647 w 600"/>
                <a:gd name="T59" fmla="*/ 2147483647 h 510"/>
                <a:gd name="T60" fmla="*/ 2147483647 w 600"/>
                <a:gd name="T61" fmla="*/ 2147483647 h 510"/>
                <a:gd name="T62" fmla="*/ 2147483647 w 600"/>
                <a:gd name="T63" fmla="*/ 2147483647 h 510"/>
                <a:gd name="T64" fmla="*/ 2147483647 w 600"/>
                <a:gd name="T65" fmla="*/ 2147483647 h 510"/>
                <a:gd name="T66" fmla="*/ 2147483647 w 600"/>
                <a:gd name="T67" fmla="*/ 2147483647 h 510"/>
                <a:gd name="T68" fmla="*/ 2147483647 w 600"/>
                <a:gd name="T69" fmla="*/ 2147483647 h 510"/>
                <a:gd name="T70" fmla="*/ 2147483647 w 600"/>
                <a:gd name="T71" fmla="*/ 2147483647 h 510"/>
                <a:gd name="T72" fmla="*/ 2147483647 w 600"/>
                <a:gd name="T73" fmla="*/ 2147483647 h 510"/>
                <a:gd name="T74" fmla="*/ 2147483647 w 600"/>
                <a:gd name="T75" fmla="*/ 2147483647 h 510"/>
                <a:gd name="T76" fmla="*/ 2147483647 w 600"/>
                <a:gd name="T77" fmla="*/ 2147483647 h 510"/>
                <a:gd name="T78" fmla="*/ 0 w 600"/>
                <a:gd name="T79" fmla="*/ 2147483647 h 510"/>
                <a:gd name="T80" fmla="*/ 0 w 600"/>
                <a:gd name="T81" fmla="*/ 2147483647 h 510"/>
                <a:gd name="T82" fmla="*/ 2147483647 w 600"/>
                <a:gd name="T83" fmla="*/ 2147483647 h 510"/>
                <a:gd name="T84" fmla="*/ 2147483647 w 600"/>
                <a:gd name="T85" fmla="*/ 2147483647 h 510"/>
                <a:gd name="T86" fmla="*/ 2147483647 w 600"/>
                <a:gd name="T87" fmla="*/ 2147483647 h 510"/>
                <a:gd name="T88" fmla="*/ 2147483647 w 600"/>
                <a:gd name="T89" fmla="*/ 2147483647 h 510"/>
                <a:gd name="T90" fmla="*/ 2147483647 w 600"/>
                <a:gd name="T91" fmla="*/ 2147483647 h 510"/>
                <a:gd name="T92" fmla="*/ 2147483647 w 600"/>
                <a:gd name="T93" fmla="*/ 2147483647 h 510"/>
                <a:gd name="T94" fmla="*/ 2147483647 w 600"/>
                <a:gd name="T95" fmla="*/ 2147483647 h 510"/>
                <a:gd name="T96" fmla="*/ 2147483647 w 600"/>
                <a:gd name="T97" fmla="*/ 2147483647 h 510"/>
                <a:gd name="T98" fmla="*/ 2147483647 w 600"/>
                <a:gd name="T99" fmla="*/ 2147483647 h 510"/>
                <a:gd name="T100" fmla="*/ 2147483647 w 600"/>
                <a:gd name="T101" fmla="*/ 2147483647 h 510"/>
                <a:gd name="T102" fmla="*/ 2147483647 w 600"/>
                <a:gd name="T103" fmla="*/ 2147483647 h 510"/>
                <a:gd name="T104" fmla="*/ 2147483647 w 600"/>
                <a:gd name="T105" fmla="*/ 2147483647 h 510"/>
                <a:gd name="T106" fmla="*/ 2147483647 w 600"/>
                <a:gd name="T107" fmla="*/ 2147483647 h 510"/>
                <a:gd name="T108" fmla="*/ 2147483647 w 600"/>
                <a:gd name="T109" fmla="*/ 2147483647 h 510"/>
                <a:gd name="T110" fmla="*/ 2147483647 w 600"/>
                <a:gd name="T111" fmla="*/ 2147483647 h 510"/>
                <a:gd name="T112" fmla="*/ 2147483647 w 600"/>
                <a:gd name="T113" fmla="*/ 0 h 510"/>
                <a:gd name="T114" fmla="*/ 2147483647 w 600"/>
                <a:gd name="T115" fmla="*/ 0 h 51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00"/>
                <a:gd name="T175" fmla="*/ 0 h 510"/>
                <a:gd name="T176" fmla="*/ 600 w 600"/>
                <a:gd name="T177" fmla="*/ 510 h 51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00" h="510">
                  <a:moveTo>
                    <a:pt x="546" y="0"/>
                  </a:moveTo>
                  <a:lnTo>
                    <a:pt x="288" y="0"/>
                  </a:lnTo>
                  <a:lnTo>
                    <a:pt x="282" y="6"/>
                  </a:lnTo>
                  <a:lnTo>
                    <a:pt x="270" y="30"/>
                  </a:lnTo>
                  <a:lnTo>
                    <a:pt x="270" y="42"/>
                  </a:lnTo>
                  <a:lnTo>
                    <a:pt x="264" y="54"/>
                  </a:lnTo>
                  <a:lnTo>
                    <a:pt x="264" y="66"/>
                  </a:lnTo>
                  <a:lnTo>
                    <a:pt x="234" y="96"/>
                  </a:lnTo>
                  <a:lnTo>
                    <a:pt x="198" y="96"/>
                  </a:lnTo>
                  <a:lnTo>
                    <a:pt x="186" y="108"/>
                  </a:lnTo>
                  <a:lnTo>
                    <a:pt x="186" y="144"/>
                  </a:lnTo>
                  <a:lnTo>
                    <a:pt x="156" y="174"/>
                  </a:lnTo>
                  <a:lnTo>
                    <a:pt x="156" y="186"/>
                  </a:lnTo>
                  <a:lnTo>
                    <a:pt x="168" y="210"/>
                  </a:lnTo>
                  <a:lnTo>
                    <a:pt x="168" y="222"/>
                  </a:lnTo>
                  <a:lnTo>
                    <a:pt x="156" y="246"/>
                  </a:lnTo>
                  <a:lnTo>
                    <a:pt x="144" y="252"/>
                  </a:lnTo>
                  <a:lnTo>
                    <a:pt x="138" y="252"/>
                  </a:lnTo>
                  <a:lnTo>
                    <a:pt x="132" y="258"/>
                  </a:lnTo>
                  <a:lnTo>
                    <a:pt x="126" y="270"/>
                  </a:lnTo>
                  <a:lnTo>
                    <a:pt x="114" y="282"/>
                  </a:lnTo>
                  <a:lnTo>
                    <a:pt x="102" y="288"/>
                  </a:lnTo>
                  <a:lnTo>
                    <a:pt x="96" y="294"/>
                  </a:lnTo>
                  <a:lnTo>
                    <a:pt x="84" y="300"/>
                  </a:lnTo>
                  <a:lnTo>
                    <a:pt x="78" y="306"/>
                  </a:lnTo>
                  <a:lnTo>
                    <a:pt x="78" y="318"/>
                  </a:lnTo>
                  <a:lnTo>
                    <a:pt x="90" y="324"/>
                  </a:lnTo>
                  <a:lnTo>
                    <a:pt x="78" y="330"/>
                  </a:lnTo>
                  <a:lnTo>
                    <a:pt x="60" y="366"/>
                  </a:lnTo>
                  <a:lnTo>
                    <a:pt x="60" y="384"/>
                  </a:lnTo>
                  <a:lnTo>
                    <a:pt x="48" y="384"/>
                  </a:lnTo>
                  <a:lnTo>
                    <a:pt x="48" y="390"/>
                  </a:lnTo>
                  <a:lnTo>
                    <a:pt x="54" y="396"/>
                  </a:lnTo>
                  <a:lnTo>
                    <a:pt x="54" y="408"/>
                  </a:lnTo>
                  <a:lnTo>
                    <a:pt x="48" y="420"/>
                  </a:lnTo>
                  <a:lnTo>
                    <a:pt x="36" y="426"/>
                  </a:lnTo>
                  <a:lnTo>
                    <a:pt x="24" y="426"/>
                  </a:lnTo>
                  <a:lnTo>
                    <a:pt x="18" y="432"/>
                  </a:lnTo>
                  <a:lnTo>
                    <a:pt x="6" y="456"/>
                  </a:lnTo>
                  <a:lnTo>
                    <a:pt x="0" y="462"/>
                  </a:lnTo>
                  <a:lnTo>
                    <a:pt x="0" y="510"/>
                  </a:lnTo>
                  <a:lnTo>
                    <a:pt x="276" y="510"/>
                  </a:lnTo>
                  <a:lnTo>
                    <a:pt x="282" y="408"/>
                  </a:lnTo>
                  <a:lnTo>
                    <a:pt x="276" y="396"/>
                  </a:lnTo>
                  <a:lnTo>
                    <a:pt x="276" y="378"/>
                  </a:lnTo>
                  <a:lnTo>
                    <a:pt x="282" y="366"/>
                  </a:lnTo>
                  <a:lnTo>
                    <a:pt x="306" y="354"/>
                  </a:lnTo>
                  <a:lnTo>
                    <a:pt x="336" y="354"/>
                  </a:lnTo>
                  <a:lnTo>
                    <a:pt x="348" y="348"/>
                  </a:lnTo>
                  <a:lnTo>
                    <a:pt x="354" y="342"/>
                  </a:lnTo>
                  <a:lnTo>
                    <a:pt x="354" y="150"/>
                  </a:lnTo>
                  <a:lnTo>
                    <a:pt x="366" y="144"/>
                  </a:lnTo>
                  <a:lnTo>
                    <a:pt x="366" y="132"/>
                  </a:lnTo>
                  <a:lnTo>
                    <a:pt x="588" y="126"/>
                  </a:lnTo>
                  <a:lnTo>
                    <a:pt x="588" y="90"/>
                  </a:lnTo>
                  <a:lnTo>
                    <a:pt x="594" y="84"/>
                  </a:lnTo>
                  <a:lnTo>
                    <a:pt x="600" y="0"/>
                  </a:lnTo>
                  <a:lnTo>
                    <a:pt x="546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68" name="West Bank" descr="© INSCALE GmbH, 05.05.2010&#10;http://www.presentationload.com/">
              <a:extLst>
                <a:ext uri="{FF2B5EF4-FFF2-40B4-BE49-F238E27FC236}">
                  <a16:creationId xmlns:a16="http://schemas.microsoft.com/office/drawing/2014/main" id="{9B1D060D-66ED-4407-87B8-3C94FD387FBC}"/>
                </a:ext>
              </a:extLst>
            </p:cNvPr>
            <p:cNvSpPr>
              <a:spLocks/>
            </p:cNvSpPr>
            <p:nvPr/>
          </p:nvSpPr>
          <p:spPr bwMode="gray">
            <a:xfrm>
              <a:off x="4529408" y="2142689"/>
              <a:ext cx="14216" cy="30826"/>
            </a:xfrm>
            <a:custGeom>
              <a:avLst/>
              <a:gdLst>
                <a:gd name="T0" fmla="*/ 2147483647 w 42"/>
                <a:gd name="T1" fmla="*/ 2147483647 h 96"/>
                <a:gd name="T2" fmla="*/ 2147483647 w 42"/>
                <a:gd name="T3" fmla="*/ 2147483647 h 96"/>
                <a:gd name="T4" fmla="*/ 2147483647 w 42"/>
                <a:gd name="T5" fmla="*/ 2147483647 h 96"/>
                <a:gd name="T6" fmla="*/ 2147483647 w 42"/>
                <a:gd name="T7" fmla="*/ 0 h 96"/>
                <a:gd name="T8" fmla="*/ 2147483647 w 42"/>
                <a:gd name="T9" fmla="*/ 0 h 96"/>
                <a:gd name="T10" fmla="*/ 0 w 42"/>
                <a:gd name="T11" fmla="*/ 2147483647 h 96"/>
                <a:gd name="T12" fmla="*/ 0 w 42"/>
                <a:gd name="T13" fmla="*/ 2147483647 h 96"/>
                <a:gd name="T14" fmla="*/ 2147483647 w 42"/>
                <a:gd name="T15" fmla="*/ 2147483647 h 96"/>
                <a:gd name="T16" fmla="*/ 2147483647 w 42"/>
                <a:gd name="T17" fmla="*/ 2147483647 h 96"/>
                <a:gd name="T18" fmla="*/ 2147483647 w 42"/>
                <a:gd name="T19" fmla="*/ 2147483647 h 96"/>
                <a:gd name="T20" fmla="*/ 2147483647 w 42"/>
                <a:gd name="T21" fmla="*/ 2147483647 h 96"/>
                <a:gd name="T22" fmla="*/ 2147483647 w 42"/>
                <a:gd name="T23" fmla="*/ 2147483647 h 9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42"/>
                <a:gd name="T37" fmla="*/ 0 h 96"/>
                <a:gd name="T38" fmla="*/ 42 w 42"/>
                <a:gd name="T39" fmla="*/ 96 h 9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42" h="96">
                  <a:moveTo>
                    <a:pt x="24" y="78"/>
                  </a:moveTo>
                  <a:lnTo>
                    <a:pt x="30" y="84"/>
                  </a:lnTo>
                  <a:lnTo>
                    <a:pt x="42" y="72"/>
                  </a:lnTo>
                  <a:lnTo>
                    <a:pt x="36" y="0"/>
                  </a:lnTo>
                  <a:lnTo>
                    <a:pt x="18" y="0"/>
                  </a:lnTo>
                  <a:lnTo>
                    <a:pt x="0" y="18"/>
                  </a:lnTo>
                  <a:lnTo>
                    <a:pt x="0" y="90"/>
                  </a:lnTo>
                  <a:lnTo>
                    <a:pt x="6" y="96"/>
                  </a:lnTo>
                  <a:lnTo>
                    <a:pt x="12" y="90"/>
                  </a:lnTo>
                  <a:lnTo>
                    <a:pt x="18" y="90"/>
                  </a:lnTo>
                  <a:lnTo>
                    <a:pt x="18" y="84"/>
                  </a:lnTo>
                  <a:lnTo>
                    <a:pt x="24" y="78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69" name="Vietnam" descr="© INSCALE GmbH, 05.05.2010&#10;http://www.presentationload.com/">
              <a:extLst>
                <a:ext uri="{FF2B5EF4-FFF2-40B4-BE49-F238E27FC236}">
                  <a16:creationId xmlns:a16="http://schemas.microsoft.com/office/drawing/2014/main" id="{C9AECE68-21DC-4949-A2E6-1F3F1AA08CFA}"/>
                </a:ext>
              </a:extLst>
            </p:cNvPr>
            <p:cNvSpPr>
              <a:spLocks/>
            </p:cNvSpPr>
            <p:nvPr/>
          </p:nvSpPr>
          <p:spPr bwMode="gray">
            <a:xfrm>
              <a:off x="6091941" y="2382877"/>
              <a:ext cx="200325" cy="391750"/>
            </a:xfrm>
            <a:custGeom>
              <a:avLst/>
              <a:gdLst>
                <a:gd name="T0" fmla="*/ 2147483647 w 606"/>
                <a:gd name="T1" fmla="*/ 2147483647 h 1194"/>
                <a:gd name="T2" fmla="*/ 2147483647 w 606"/>
                <a:gd name="T3" fmla="*/ 2147483647 h 1194"/>
                <a:gd name="T4" fmla="*/ 2147483647 w 606"/>
                <a:gd name="T5" fmla="*/ 2147483647 h 1194"/>
                <a:gd name="T6" fmla="*/ 2147483647 w 606"/>
                <a:gd name="T7" fmla="*/ 2147483647 h 1194"/>
                <a:gd name="T8" fmla="*/ 2147483647 w 606"/>
                <a:gd name="T9" fmla="*/ 2147483647 h 1194"/>
                <a:gd name="T10" fmla="*/ 2147483647 w 606"/>
                <a:gd name="T11" fmla="*/ 2147483647 h 1194"/>
                <a:gd name="T12" fmla="*/ 2147483647 w 606"/>
                <a:gd name="T13" fmla="*/ 2147483647 h 1194"/>
                <a:gd name="T14" fmla="*/ 2147483647 w 606"/>
                <a:gd name="T15" fmla="*/ 2147483647 h 1194"/>
                <a:gd name="T16" fmla="*/ 2147483647 w 606"/>
                <a:gd name="T17" fmla="*/ 2147483647 h 1194"/>
                <a:gd name="T18" fmla="*/ 2147483647 w 606"/>
                <a:gd name="T19" fmla="*/ 2147483647 h 1194"/>
                <a:gd name="T20" fmla="*/ 2147483647 w 606"/>
                <a:gd name="T21" fmla="*/ 2147483647 h 1194"/>
                <a:gd name="T22" fmla="*/ 2147483647 w 606"/>
                <a:gd name="T23" fmla="*/ 2147483647 h 1194"/>
                <a:gd name="T24" fmla="*/ 2147483647 w 606"/>
                <a:gd name="T25" fmla="*/ 2147483647 h 1194"/>
                <a:gd name="T26" fmla="*/ 2147483647 w 606"/>
                <a:gd name="T27" fmla="*/ 2147483647 h 1194"/>
                <a:gd name="T28" fmla="*/ 2147483647 w 606"/>
                <a:gd name="T29" fmla="*/ 2147483647 h 1194"/>
                <a:gd name="T30" fmla="*/ 2147483647 w 606"/>
                <a:gd name="T31" fmla="*/ 2147483647 h 1194"/>
                <a:gd name="T32" fmla="*/ 2147483647 w 606"/>
                <a:gd name="T33" fmla="*/ 2147483647 h 1194"/>
                <a:gd name="T34" fmla="*/ 2147483647 w 606"/>
                <a:gd name="T35" fmla="*/ 2147483647 h 1194"/>
                <a:gd name="T36" fmla="*/ 2147483647 w 606"/>
                <a:gd name="T37" fmla="*/ 2147483647 h 1194"/>
                <a:gd name="T38" fmla="*/ 2147483647 w 606"/>
                <a:gd name="T39" fmla="*/ 2147483647 h 1194"/>
                <a:gd name="T40" fmla="*/ 2147483647 w 606"/>
                <a:gd name="T41" fmla="*/ 2147483647 h 1194"/>
                <a:gd name="T42" fmla="*/ 2147483647 w 606"/>
                <a:gd name="T43" fmla="*/ 2147483647 h 1194"/>
                <a:gd name="T44" fmla="*/ 2147483647 w 606"/>
                <a:gd name="T45" fmla="*/ 2147483647 h 1194"/>
                <a:gd name="T46" fmla="*/ 2147483647 w 606"/>
                <a:gd name="T47" fmla="*/ 2147483647 h 1194"/>
                <a:gd name="T48" fmla="*/ 2147483647 w 606"/>
                <a:gd name="T49" fmla="*/ 2147483647 h 1194"/>
                <a:gd name="T50" fmla="*/ 2147483647 w 606"/>
                <a:gd name="T51" fmla="*/ 2147483647 h 1194"/>
                <a:gd name="T52" fmla="*/ 2147483647 w 606"/>
                <a:gd name="T53" fmla="*/ 2147483647 h 1194"/>
                <a:gd name="T54" fmla="*/ 2147483647 w 606"/>
                <a:gd name="T55" fmla="*/ 2147483647 h 1194"/>
                <a:gd name="T56" fmla="*/ 2147483647 w 606"/>
                <a:gd name="T57" fmla="*/ 2147483647 h 1194"/>
                <a:gd name="T58" fmla="*/ 2147483647 w 606"/>
                <a:gd name="T59" fmla="*/ 2147483647 h 1194"/>
                <a:gd name="T60" fmla="*/ 2147483647 w 606"/>
                <a:gd name="T61" fmla="*/ 2147483647 h 1194"/>
                <a:gd name="T62" fmla="*/ 2147483647 w 606"/>
                <a:gd name="T63" fmla="*/ 2147483647 h 1194"/>
                <a:gd name="T64" fmla="*/ 2147483647 w 606"/>
                <a:gd name="T65" fmla="*/ 2147483647 h 1194"/>
                <a:gd name="T66" fmla="*/ 2147483647 w 606"/>
                <a:gd name="T67" fmla="*/ 2147483647 h 1194"/>
                <a:gd name="T68" fmla="*/ 2147483647 w 606"/>
                <a:gd name="T69" fmla="*/ 2147483647 h 1194"/>
                <a:gd name="T70" fmla="*/ 2147483647 w 606"/>
                <a:gd name="T71" fmla="*/ 2147483647 h 1194"/>
                <a:gd name="T72" fmla="*/ 2147483647 w 606"/>
                <a:gd name="T73" fmla="*/ 2147483647 h 1194"/>
                <a:gd name="T74" fmla="*/ 2147483647 w 606"/>
                <a:gd name="T75" fmla="*/ 2147483647 h 1194"/>
                <a:gd name="T76" fmla="*/ 2147483647 w 606"/>
                <a:gd name="T77" fmla="*/ 2147483647 h 1194"/>
                <a:gd name="T78" fmla="*/ 2147483647 w 606"/>
                <a:gd name="T79" fmla="*/ 2147483647 h 1194"/>
                <a:gd name="T80" fmla="*/ 2147483647 w 606"/>
                <a:gd name="T81" fmla="*/ 2147483647 h 1194"/>
                <a:gd name="T82" fmla="*/ 2147483647 w 606"/>
                <a:gd name="T83" fmla="*/ 2147483647 h 1194"/>
                <a:gd name="T84" fmla="*/ 2147483647 w 606"/>
                <a:gd name="T85" fmla="*/ 2147483647 h 1194"/>
                <a:gd name="T86" fmla="*/ 2147483647 w 606"/>
                <a:gd name="T87" fmla="*/ 2147483647 h 1194"/>
                <a:gd name="T88" fmla="*/ 2147483647 w 606"/>
                <a:gd name="T89" fmla="*/ 2147483647 h 1194"/>
                <a:gd name="T90" fmla="*/ 2147483647 w 606"/>
                <a:gd name="T91" fmla="*/ 2147483647 h 1194"/>
                <a:gd name="T92" fmla="*/ 2147483647 w 606"/>
                <a:gd name="T93" fmla="*/ 2147483647 h 1194"/>
                <a:gd name="T94" fmla="*/ 2147483647 w 606"/>
                <a:gd name="T95" fmla="*/ 2147483647 h 1194"/>
                <a:gd name="T96" fmla="*/ 2147483647 w 606"/>
                <a:gd name="T97" fmla="*/ 2147483647 h 1194"/>
                <a:gd name="T98" fmla="*/ 2147483647 w 606"/>
                <a:gd name="T99" fmla="*/ 2147483647 h 1194"/>
                <a:gd name="T100" fmla="*/ 2147483647 w 606"/>
                <a:gd name="T101" fmla="*/ 2147483647 h 1194"/>
                <a:gd name="T102" fmla="*/ 2147483647 w 606"/>
                <a:gd name="T103" fmla="*/ 2147483647 h 1194"/>
                <a:gd name="T104" fmla="*/ 2147483647 w 606"/>
                <a:gd name="T105" fmla="*/ 2147483647 h 1194"/>
                <a:gd name="T106" fmla="*/ 2147483647 w 606"/>
                <a:gd name="T107" fmla="*/ 2147483647 h 1194"/>
                <a:gd name="T108" fmla="*/ 2147483647 w 606"/>
                <a:gd name="T109" fmla="*/ 2147483647 h 1194"/>
                <a:gd name="T110" fmla="*/ 2147483647 w 606"/>
                <a:gd name="T111" fmla="*/ 2147483647 h 1194"/>
                <a:gd name="T112" fmla="*/ 2147483647 w 606"/>
                <a:gd name="T113" fmla="*/ 2147483647 h 1194"/>
                <a:gd name="T114" fmla="*/ 2147483647 w 606"/>
                <a:gd name="T115" fmla="*/ 2147483647 h 1194"/>
                <a:gd name="T116" fmla="*/ 2147483647 w 606"/>
                <a:gd name="T117" fmla="*/ 2147483647 h 1194"/>
                <a:gd name="T118" fmla="*/ 2147483647 w 606"/>
                <a:gd name="T119" fmla="*/ 2147483647 h 1194"/>
                <a:gd name="T120" fmla="*/ 2147483647 w 606"/>
                <a:gd name="T121" fmla="*/ 2147483647 h 1194"/>
                <a:gd name="T122" fmla="*/ 2147483647 w 606"/>
                <a:gd name="T123" fmla="*/ 2147483647 h 119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606"/>
                <a:gd name="T187" fmla="*/ 0 h 1194"/>
                <a:gd name="T188" fmla="*/ 606 w 606"/>
                <a:gd name="T189" fmla="*/ 1194 h 119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606" h="1194">
                  <a:moveTo>
                    <a:pt x="6" y="48"/>
                  </a:moveTo>
                  <a:lnTo>
                    <a:pt x="0" y="60"/>
                  </a:lnTo>
                  <a:lnTo>
                    <a:pt x="0" y="72"/>
                  </a:lnTo>
                  <a:lnTo>
                    <a:pt x="12" y="96"/>
                  </a:lnTo>
                  <a:lnTo>
                    <a:pt x="18" y="102"/>
                  </a:lnTo>
                  <a:lnTo>
                    <a:pt x="24" y="114"/>
                  </a:lnTo>
                  <a:lnTo>
                    <a:pt x="36" y="120"/>
                  </a:lnTo>
                  <a:lnTo>
                    <a:pt x="42" y="132"/>
                  </a:lnTo>
                  <a:lnTo>
                    <a:pt x="48" y="126"/>
                  </a:lnTo>
                  <a:lnTo>
                    <a:pt x="54" y="126"/>
                  </a:lnTo>
                  <a:lnTo>
                    <a:pt x="54" y="156"/>
                  </a:lnTo>
                  <a:lnTo>
                    <a:pt x="66" y="180"/>
                  </a:lnTo>
                  <a:lnTo>
                    <a:pt x="84" y="198"/>
                  </a:lnTo>
                  <a:lnTo>
                    <a:pt x="90" y="210"/>
                  </a:lnTo>
                  <a:lnTo>
                    <a:pt x="108" y="210"/>
                  </a:lnTo>
                  <a:lnTo>
                    <a:pt x="108" y="216"/>
                  </a:lnTo>
                  <a:lnTo>
                    <a:pt x="120" y="228"/>
                  </a:lnTo>
                  <a:lnTo>
                    <a:pt x="126" y="222"/>
                  </a:lnTo>
                  <a:lnTo>
                    <a:pt x="132" y="210"/>
                  </a:lnTo>
                  <a:lnTo>
                    <a:pt x="132" y="204"/>
                  </a:lnTo>
                  <a:lnTo>
                    <a:pt x="138" y="192"/>
                  </a:lnTo>
                  <a:lnTo>
                    <a:pt x="150" y="192"/>
                  </a:lnTo>
                  <a:lnTo>
                    <a:pt x="162" y="198"/>
                  </a:lnTo>
                  <a:lnTo>
                    <a:pt x="186" y="222"/>
                  </a:lnTo>
                  <a:lnTo>
                    <a:pt x="180" y="222"/>
                  </a:lnTo>
                  <a:lnTo>
                    <a:pt x="174" y="228"/>
                  </a:lnTo>
                  <a:lnTo>
                    <a:pt x="174" y="234"/>
                  </a:lnTo>
                  <a:lnTo>
                    <a:pt x="198" y="246"/>
                  </a:lnTo>
                  <a:lnTo>
                    <a:pt x="216" y="252"/>
                  </a:lnTo>
                  <a:lnTo>
                    <a:pt x="228" y="258"/>
                  </a:lnTo>
                  <a:lnTo>
                    <a:pt x="228" y="270"/>
                  </a:lnTo>
                  <a:lnTo>
                    <a:pt x="222" y="282"/>
                  </a:lnTo>
                  <a:lnTo>
                    <a:pt x="210" y="288"/>
                  </a:lnTo>
                  <a:lnTo>
                    <a:pt x="204" y="300"/>
                  </a:lnTo>
                  <a:lnTo>
                    <a:pt x="198" y="306"/>
                  </a:lnTo>
                  <a:lnTo>
                    <a:pt x="180" y="306"/>
                  </a:lnTo>
                  <a:lnTo>
                    <a:pt x="174" y="300"/>
                  </a:lnTo>
                  <a:lnTo>
                    <a:pt x="150" y="300"/>
                  </a:lnTo>
                  <a:lnTo>
                    <a:pt x="156" y="306"/>
                  </a:lnTo>
                  <a:lnTo>
                    <a:pt x="156" y="324"/>
                  </a:lnTo>
                  <a:lnTo>
                    <a:pt x="168" y="330"/>
                  </a:lnTo>
                  <a:lnTo>
                    <a:pt x="174" y="336"/>
                  </a:lnTo>
                  <a:lnTo>
                    <a:pt x="210" y="354"/>
                  </a:lnTo>
                  <a:lnTo>
                    <a:pt x="222" y="366"/>
                  </a:lnTo>
                  <a:lnTo>
                    <a:pt x="234" y="372"/>
                  </a:lnTo>
                  <a:lnTo>
                    <a:pt x="240" y="378"/>
                  </a:lnTo>
                  <a:lnTo>
                    <a:pt x="252" y="378"/>
                  </a:lnTo>
                  <a:lnTo>
                    <a:pt x="252" y="408"/>
                  </a:lnTo>
                  <a:lnTo>
                    <a:pt x="258" y="414"/>
                  </a:lnTo>
                  <a:lnTo>
                    <a:pt x="270" y="414"/>
                  </a:lnTo>
                  <a:lnTo>
                    <a:pt x="282" y="420"/>
                  </a:lnTo>
                  <a:lnTo>
                    <a:pt x="288" y="426"/>
                  </a:lnTo>
                  <a:lnTo>
                    <a:pt x="294" y="426"/>
                  </a:lnTo>
                  <a:lnTo>
                    <a:pt x="294" y="450"/>
                  </a:lnTo>
                  <a:lnTo>
                    <a:pt x="306" y="474"/>
                  </a:lnTo>
                  <a:lnTo>
                    <a:pt x="324" y="486"/>
                  </a:lnTo>
                  <a:lnTo>
                    <a:pt x="342" y="504"/>
                  </a:lnTo>
                  <a:lnTo>
                    <a:pt x="348" y="522"/>
                  </a:lnTo>
                  <a:lnTo>
                    <a:pt x="366" y="522"/>
                  </a:lnTo>
                  <a:lnTo>
                    <a:pt x="366" y="528"/>
                  </a:lnTo>
                  <a:lnTo>
                    <a:pt x="372" y="534"/>
                  </a:lnTo>
                  <a:lnTo>
                    <a:pt x="384" y="558"/>
                  </a:lnTo>
                  <a:lnTo>
                    <a:pt x="396" y="570"/>
                  </a:lnTo>
                  <a:lnTo>
                    <a:pt x="408" y="570"/>
                  </a:lnTo>
                  <a:lnTo>
                    <a:pt x="414" y="576"/>
                  </a:lnTo>
                  <a:lnTo>
                    <a:pt x="426" y="582"/>
                  </a:lnTo>
                  <a:lnTo>
                    <a:pt x="432" y="588"/>
                  </a:lnTo>
                  <a:lnTo>
                    <a:pt x="432" y="600"/>
                  </a:lnTo>
                  <a:lnTo>
                    <a:pt x="426" y="606"/>
                  </a:lnTo>
                  <a:lnTo>
                    <a:pt x="420" y="606"/>
                  </a:lnTo>
                  <a:lnTo>
                    <a:pt x="414" y="612"/>
                  </a:lnTo>
                  <a:lnTo>
                    <a:pt x="408" y="612"/>
                  </a:lnTo>
                  <a:lnTo>
                    <a:pt x="432" y="636"/>
                  </a:lnTo>
                  <a:lnTo>
                    <a:pt x="456" y="648"/>
                  </a:lnTo>
                  <a:lnTo>
                    <a:pt x="462" y="654"/>
                  </a:lnTo>
                  <a:lnTo>
                    <a:pt x="468" y="654"/>
                  </a:lnTo>
                  <a:lnTo>
                    <a:pt x="450" y="690"/>
                  </a:lnTo>
                  <a:lnTo>
                    <a:pt x="456" y="690"/>
                  </a:lnTo>
                  <a:lnTo>
                    <a:pt x="468" y="702"/>
                  </a:lnTo>
                  <a:lnTo>
                    <a:pt x="468" y="708"/>
                  </a:lnTo>
                  <a:lnTo>
                    <a:pt x="456" y="720"/>
                  </a:lnTo>
                  <a:lnTo>
                    <a:pt x="450" y="720"/>
                  </a:lnTo>
                  <a:lnTo>
                    <a:pt x="450" y="762"/>
                  </a:lnTo>
                  <a:lnTo>
                    <a:pt x="456" y="762"/>
                  </a:lnTo>
                  <a:lnTo>
                    <a:pt x="468" y="774"/>
                  </a:lnTo>
                  <a:lnTo>
                    <a:pt x="480" y="798"/>
                  </a:lnTo>
                  <a:lnTo>
                    <a:pt x="480" y="804"/>
                  </a:lnTo>
                  <a:lnTo>
                    <a:pt x="468" y="816"/>
                  </a:lnTo>
                  <a:lnTo>
                    <a:pt x="462" y="816"/>
                  </a:lnTo>
                  <a:lnTo>
                    <a:pt x="462" y="828"/>
                  </a:lnTo>
                  <a:lnTo>
                    <a:pt x="468" y="834"/>
                  </a:lnTo>
                  <a:lnTo>
                    <a:pt x="468" y="864"/>
                  </a:lnTo>
                  <a:lnTo>
                    <a:pt x="474" y="870"/>
                  </a:lnTo>
                  <a:lnTo>
                    <a:pt x="474" y="900"/>
                  </a:lnTo>
                  <a:lnTo>
                    <a:pt x="462" y="894"/>
                  </a:lnTo>
                  <a:lnTo>
                    <a:pt x="444" y="894"/>
                  </a:lnTo>
                  <a:lnTo>
                    <a:pt x="438" y="900"/>
                  </a:lnTo>
                  <a:lnTo>
                    <a:pt x="438" y="918"/>
                  </a:lnTo>
                  <a:lnTo>
                    <a:pt x="408" y="918"/>
                  </a:lnTo>
                  <a:lnTo>
                    <a:pt x="408" y="942"/>
                  </a:lnTo>
                  <a:lnTo>
                    <a:pt x="366" y="942"/>
                  </a:lnTo>
                  <a:lnTo>
                    <a:pt x="366" y="966"/>
                  </a:lnTo>
                  <a:lnTo>
                    <a:pt x="378" y="990"/>
                  </a:lnTo>
                  <a:lnTo>
                    <a:pt x="396" y="1008"/>
                  </a:lnTo>
                  <a:lnTo>
                    <a:pt x="396" y="1020"/>
                  </a:lnTo>
                  <a:lnTo>
                    <a:pt x="390" y="1014"/>
                  </a:lnTo>
                  <a:lnTo>
                    <a:pt x="378" y="1008"/>
                  </a:lnTo>
                  <a:lnTo>
                    <a:pt x="372" y="1002"/>
                  </a:lnTo>
                  <a:lnTo>
                    <a:pt x="360" y="996"/>
                  </a:lnTo>
                  <a:lnTo>
                    <a:pt x="348" y="996"/>
                  </a:lnTo>
                  <a:lnTo>
                    <a:pt x="342" y="1002"/>
                  </a:lnTo>
                  <a:lnTo>
                    <a:pt x="342" y="1008"/>
                  </a:lnTo>
                  <a:lnTo>
                    <a:pt x="306" y="1008"/>
                  </a:lnTo>
                  <a:lnTo>
                    <a:pt x="312" y="1014"/>
                  </a:lnTo>
                  <a:lnTo>
                    <a:pt x="318" y="1014"/>
                  </a:lnTo>
                  <a:lnTo>
                    <a:pt x="324" y="1020"/>
                  </a:lnTo>
                  <a:lnTo>
                    <a:pt x="324" y="1026"/>
                  </a:lnTo>
                  <a:lnTo>
                    <a:pt x="312" y="1032"/>
                  </a:lnTo>
                  <a:lnTo>
                    <a:pt x="294" y="1032"/>
                  </a:lnTo>
                  <a:lnTo>
                    <a:pt x="276" y="1038"/>
                  </a:lnTo>
                  <a:lnTo>
                    <a:pt x="270" y="1050"/>
                  </a:lnTo>
                  <a:lnTo>
                    <a:pt x="270" y="1056"/>
                  </a:lnTo>
                  <a:lnTo>
                    <a:pt x="288" y="1074"/>
                  </a:lnTo>
                  <a:lnTo>
                    <a:pt x="300" y="1080"/>
                  </a:lnTo>
                  <a:lnTo>
                    <a:pt x="306" y="1086"/>
                  </a:lnTo>
                  <a:lnTo>
                    <a:pt x="312" y="1086"/>
                  </a:lnTo>
                  <a:lnTo>
                    <a:pt x="294" y="1104"/>
                  </a:lnTo>
                  <a:lnTo>
                    <a:pt x="294" y="1110"/>
                  </a:lnTo>
                  <a:lnTo>
                    <a:pt x="300" y="1116"/>
                  </a:lnTo>
                  <a:lnTo>
                    <a:pt x="300" y="1128"/>
                  </a:lnTo>
                  <a:lnTo>
                    <a:pt x="306" y="1140"/>
                  </a:lnTo>
                  <a:lnTo>
                    <a:pt x="306" y="1152"/>
                  </a:lnTo>
                  <a:lnTo>
                    <a:pt x="312" y="1158"/>
                  </a:lnTo>
                  <a:lnTo>
                    <a:pt x="294" y="1176"/>
                  </a:lnTo>
                  <a:lnTo>
                    <a:pt x="294" y="1188"/>
                  </a:lnTo>
                  <a:lnTo>
                    <a:pt x="306" y="1194"/>
                  </a:lnTo>
                  <a:lnTo>
                    <a:pt x="318" y="1194"/>
                  </a:lnTo>
                  <a:lnTo>
                    <a:pt x="330" y="1188"/>
                  </a:lnTo>
                  <a:lnTo>
                    <a:pt x="354" y="1164"/>
                  </a:lnTo>
                  <a:lnTo>
                    <a:pt x="366" y="1158"/>
                  </a:lnTo>
                  <a:lnTo>
                    <a:pt x="378" y="1158"/>
                  </a:lnTo>
                  <a:lnTo>
                    <a:pt x="384" y="1134"/>
                  </a:lnTo>
                  <a:lnTo>
                    <a:pt x="384" y="1110"/>
                  </a:lnTo>
                  <a:lnTo>
                    <a:pt x="396" y="1110"/>
                  </a:lnTo>
                  <a:lnTo>
                    <a:pt x="402" y="1116"/>
                  </a:lnTo>
                  <a:lnTo>
                    <a:pt x="414" y="1116"/>
                  </a:lnTo>
                  <a:lnTo>
                    <a:pt x="426" y="1104"/>
                  </a:lnTo>
                  <a:lnTo>
                    <a:pt x="426" y="1092"/>
                  </a:lnTo>
                  <a:lnTo>
                    <a:pt x="420" y="1086"/>
                  </a:lnTo>
                  <a:lnTo>
                    <a:pt x="414" y="1074"/>
                  </a:lnTo>
                  <a:lnTo>
                    <a:pt x="408" y="1068"/>
                  </a:lnTo>
                  <a:lnTo>
                    <a:pt x="408" y="1062"/>
                  </a:lnTo>
                  <a:lnTo>
                    <a:pt x="414" y="1056"/>
                  </a:lnTo>
                  <a:lnTo>
                    <a:pt x="426" y="1056"/>
                  </a:lnTo>
                  <a:lnTo>
                    <a:pt x="438" y="1050"/>
                  </a:lnTo>
                  <a:lnTo>
                    <a:pt x="444" y="1044"/>
                  </a:lnTo>
                  <a:lnTo>
                    <a:pt x="450" y="1044"/>
                  </a:lnTo>
                  <a:lnTo>
                    <a:pt x="456" y="1050"/>
                  </a:lnTo>
                  <a:lnTo>
                    <a:pt x="468" y="1050"/>
                  </a:lnTo>
                  <a:lnTo>
                    <a:pt x="480" y="1044"/>
                  </a:lnTo>
                  <a:lnTo>
                    <a:pt x="498" y="1038"/>
                  </a:lnTo>
                  <a:lnTo>
                    <a:pt x="546" y="1014"/>
                  </a:lnTo>
                  <a:lnTo>
                    <a:pt x="582" y="978"/>
                  </a:lnTo>
                  <a:lnTo>
                    <a:pt x="588" y="960"/>
                  </a:lnTo>
                  <a:lnTo>
                    <a:pt x="594" y="936"/>
                  </a:lnTo>
                  <a:lnTo>
                    <a:pt x="606" y="876"/>
                  </a:lnTo>
                  <a:lnTo>
                    <a:pt x="606" y="846"/>
                  </a:lnTo>
                  <a:lnTo>
                    <a:pt x="600" y="834"/>
                  </a:lnTo>
                  <a:lnTo>
                    <a:pt x="576" y="810"/>
                  </a:lnTo>
                  <a:lnTo>
                    <a:pt x="594" y="804"/>
                  </a:lnTo>
                  <a:lnTo>
                    <a:pt x="594" y="774"/>
                  </a:lnTo>
                  <a:lnTo>
                    <a:pt x="588" y="756"/>
                  </a:lnTo>
                  <a:lnTo>
                    <a:pt x="588" y="744"/>
                  </a:lnTo>
                  <a:lnTo>
                    <a:pt x="570" y="708"/>
                  </a:lnTo>
                  <a:lnTo>
                    <a:pt x="564" y="690"/>
                  </a:lnTo>
                  <a:lnTo>
                    <a:pt x="558" y="684"/>
                  </a:lnTo>
                  <a:lnTo>
                    <a:pt x="552" y="672"/>
                  </a:lnTo>
                  <a:lnTo>
                    <a:pt x="558" y="666"/>
                  </a:lnTo>
                  <a:lnTo>
                    <a:pt x="558" y="642"/>
                  </a:lnTo>
                  <a:lnTo>
                    <a:pt x="522" y="606"/>
                  </a:lnTo>
                  <a:lnTo>
                    <a:pt x="486" y="576"/>
                  </a:lnTo>
                  <a:lnTo>
                    <a:pt x="456" y="552"/>
                  </a:lnTo>
                  <a:lnTo>
                    <a:pt x="432" y="534"/>
                  </a:lnTo>
                  <a:lnTo>
                    <a:pt x="420" y="528"/>
                  </a:lnTo>
                  <a:lnTo>
                    <a:pt x="402" y="516"/>
                  </a:lnTo>
                  <a:lnTo>
                    <a:pt x="390" y="510"/>
                  </a:lnTo>
                  <a:lnTo>
                    <a:pt x="384" y="504"/>
                  </a:lnTo>
                  <a:lnTo>
                    <a:pt x="384" y="468"/>
                  </a:lnTo>
                  <a:lnTo>
                    <a:pt x="336" y="420"/>
                  </a:lnTo>
                  <a:lnTo>
                    <a:pt x="306" y="384"/>
                  </a:lnTo>
                  <a:lnTo>
                    <a:pt x="288" y="354"/>
                  </a:lnTo>
                  <a:lnTo>
                    <a:pt x="282" y="336"/>
                  </a:lnTo>
                  <a:lnTo>
                    <a:pt x="282" y="318"/>
                  </a:lnTo>
                  <a:lnTo>
                    <a:pt x="276" y="306"/>
                  </a:lnTo>
                  <a:lnTo>
                    <a:pt x="276" y="282"/>
                  </a:lnTo>
                  <a:lnTo>
                    <a:pt x="282" y="276"/>
                  </a:lnTo>
                  <a:lnTo>
                    <a:pt x="294" y="252"/>
                  </a:lnTo>
                  <a:lnTo>
                    <a:pt x="294" y="240"/>
                  </a:lnTo>
                  <a:lnTo>
                    <a:pt x="300" y="240"/>
                  </a:lnTo>
                  <a:lnTo>
                    <a:pt x="312" y="228"/>
                  </a:lnTo>
                  <a:lnTo>
                    <a:pt x="324" y="222"/>
                  </a:lnTo>
                  <a:lnTo>
                    <a:pt x="336" y="210"/>
                  </a:lnTo>
                  <a:lnTo>
                    <a:pt x="336" y="204"/>
                  </a:lnTo>
                  <a:lnTo>
                    <a:pt x="342" y="198"/>
                  </a:lnTo>
                  <a:lnTo>
                    <a:pt x="372" y="198"/>
                  </a:lnTo>
                  <a:lnTo>
                    <a:pt x="384" y="186"/>
                  </a:lnTo>
                  <a:lnTo>
                    <a:pt x="390" y="174"/>
                  </a:lnTo>
                  <a:lnTo>
                    <a:pt x="390" y="156"/>
                  </a:lnTo>
                  <a:lnTo>
                    <a:pt x="396" y="144"/>
                  </a:lnTo>
                  <a:lnTo>
                    <a:pt x="390" y="144"/>
                  </a:lnTo>
                  <a:lnTo>
                    <a:pt x="384" y="138"/>
                  </a:lnTo>
                  <a:lnTo>
                    <a:pt x="354" y="138"/>
                  </a:lnTo>
                  <a:lnTo>
                    <a:pt x="342" y="132"/>
                  </a:lnTo>
                  <a:lnTo>
                    <a:pt x="336" y="120"/>
                  </a:lnTo>
                  <a:lnTo>
                    <a:pt x="330" y="114"/>
                  </a:lnTo>
                  <a:lnTo>
                    <a:pt x="312" y="114"/>
                  </a:lnTo>
                  <a:lnTo>
                    <a:pt x="312" y="96"/>
                  </a:lnTo>
                  <a:lnTo>
                    <a:pt x="300" y="90"/>
                  </a:lnTo>
                  <a:lnTo>
                    <a:pt x="294" y="72"/>
                  </a:lnTo>
                  <a:lnTo>
                    <a:pt x="312" y="54"/>
                  </a:lnTo>
                  <a:lnTo>
                    <a:pt x="312" y="48"/>
                  </a:lnTo>
                  <a:lnTo>
                    <a:pt x="306" y="42"/>
                  </a:lnTo>
                  <a:lnTo>
                    <a:pt x="276" y="42"/>
                  </a:lnTo>
                  <a:lnTo>
                    <a:pt x="264" y="30"/>
                  </a:lnTo>
                  <a:lnTo>
                    <a:pt x="234" y="36"/>
                  </a:lnTo>
                  <a:lnTo>
                    <a:pt x="204" y="0"/>
                  </a:lnTo>
                  <a:lnTo>
                    <a:pt x="198" y="0"/>
                  </a:lnTo>
                  <a:lnTo>
                    <a:pt x="192" y="6"/>
                  </a:lnTo>
                  <a:lnTo>
                    <a:pt x="180" y="12"/>
                  </a:lnTo>
                  <a:lnTo>
                    <a:pt x="174" y="18"/>
                  </a:lnTo>
                  <a:lnTo>
                    <a:pt x="174" y="30"/>
                  </a:lnTo>
                  <a:lnTo>
                    <a:pt x="168" y="42"/>
                  </a:lnTo>
                  <a:lnTo>
                    <a:pt x="168" y="48"/>
                  </a:lnTo>
                  <a:lnTo>
                    <a:pt x="150" y="48"/>
                  </a:lnTo>
                  <a:lnTo>
                    <a:pt x="144" y="54"/>
                  </a:lnTo>
                  <a:lnTo>
                    <a:pt x="138" y="48"/>
                  </a:lnTo>
                  <a:lnTo>
                    <a:pt x="120" y="48"/>
                  </a:lnTo>
                  <a:lnTo>
                    <a:pt x="132" y="60"/>
                  </a:lnTo>
                  <a:lnTo>
                    <a:pt x="132" y="72"/>
                  </a:lnTo>
                  <a:lnTo>
                    <a:pt x="114" y="72"/>
                  </a:lnTo>
                  <a:lnTo>
                    <a:pt x="108" y="66"/>
                  </a:lnTo>
                  <a:lnTo>
                    <a:pt x="96" y="48"/>
                  </a:lnTo>
                  <a:lnTo>
                    <a:pt x="90" y="48"/>
                  </a:lnTo>
                  <a:lnTo>
                    <a:pt x="90" y="66"/>
                  </a:lnTo>
                  <a:lnTo>
                    <a:pt x="72" y="48"/>
                  </a:lnTo>
                  <a:lnTo>
                    <a:pt x="66" y="54"/>
                  </a:lnTo>
                  <a:lnTo>
                    <a:pt x="60" y="66"/>
                  </a:lnTo>
                  <a:lnTo>
                    <a:pt x="54" y="72"/>
                  </a:lnTo>
                  <a:lnTo>
                    <a:pt x="42" y="72"/>
                  </a:lnTo>
                  <a:lnTo>
                    <a:pt x="18" y="48"/>
                  </a:lnTo>
                  <a:lnTo>
                    <a:pt x="6" y="48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70" name="Venezuela" descr="© INSCALE GmbH, 05.05.2010&#10;http://www.presentationload.com/">
              <a:extLst>
                <a:ext uri="{FF2B5EF4-FFF2-40B4-BE49-F238E27FC236}">
                  <a16:creationId xmlns:a16="http://schemas.microsoft.com/office/drawing/2014/main" id="{7419A83D-3DB5-419D-B265-68C6F4DC969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014364" y="2679579"/>
              <a:ext cx="315351" cy="305693"/>
            </a:xfrm>
            <a:custGeom>
              <a:avLst/>
              <a:gdLst>
                <a:gd name="T0" fmla="*/ 2147483647 w 954"/>
                <a:gd name="T1" fmla="*/ 2147483647 h 930"/>
                <a:gd name="T2" fmla="*/ 2147483647 w 954"/>
                <a:gd name="T3" fmla="*/ 2147483647 h 930"/>
                <a:gd name="T4" fmla="*/ 2147483647 w 954"/>
                <a:gd name="T5" fmla="*/ 2147483647 h 930"/>
                <a:gd name="T6" fmla="*/ 2147483647 w 954"/>
                <a:gd name="T7" fmla="*/ 2147483647 h 930"/>
                <a:gd name="T8" fmla="*/ 2147483647 w 954"/>
                <a:gd name="T9" fmla="*/ 2147483647 h 930"/>
                <a:gd name="T10" fmla="*/ 2147483647 w 954"/>
                <a:gd name="T11" fmla="*/ 2147483647 h 930"/>
                <a:gd name="T12" fmla="*/ 2147483647 w 954"/>
                <a:gd name="T13" fmla="*/ 2147483647 h 930"/>
                <a:gd name="T14" fmla="*/ 2147483647 w 954"/>
                <a:gd name="T15" fmla="*/ 2147483647 h 930"/>
                <a:gd name="T16" fmla="*/ 2147483647 w 954"/>
                <a:gd name="T17" fmla="*/ 2147483647 h 930"/>
                <a:gd name="T18" fmla="*/ 2147483647 w 954"/>
                <a:gd name="T19" fmla="*/ 2147483647 h 930"/>
                <a:gd name="T20" fmla="*/ 2147483647 w 954"/>
                <a:gd name="T21" fmla="*/ 2147483647 h 930"/>
                <a:gd name="T22" fmla="*/ 2147483647 w 954"/>
                <a:gd name="T23" fmla="*/ 2147483647 h 930"/>
                <a:gd name="T24" fmla="*/ 2147483647 w 954"/>
                <a:gd name="T25" fmla="*/ 2147483647 h 930"/>
                <a:gd name="T26" fmla="*/ 2147483647 w 954"/>
                <a:gd name="T27" fmla="*/ 2147483647 h 930"/>
                <a:gd name="T28" fmla="*/ 2147483647 w 954"/>
                <a:gd name="T29" fmla="*/ 2147483647 h 930"/>
                <a:gd name="T30" fmla="*/ 2147483647 w 954"/>
                <a:gd name="T31" fmla="*/ 2147483647 h 930"/>
                <a:gd name="T32" fmla="*/ 2147483647 w 954"/>
                <a:gd name="T33" fmla="*/ 2147483647 h 930"/>
                <a:gd name="T34" fmla="*/ 2147483647 w 954"/>
                <a:gd name="T35" fmla="*/ 2147483647 h 930"/>
                <a:gd name="T36" fmla="*/ 2147483647 w 954"/>
                <a:gd name="T37" fmla="*/ 2147483647 h 930"/>
                <a:gd name="T38" fmla="*/ 2147483647 w 954"/>
                <a:gd name="T39" fmla="*/ 2147483647 h 930"/>
                <a:gd name="T40" fmla="*/ 2147483647 w 954"/>
                <a:gd name="T41" fmla="*/ 2147483647 h 930"/>
                <a:gd name="T42" fmla="*/ 2147483647 w 954"/>
                <a:gd name="T43" fmla="*/ 2147483647 h 930"/>
                <a:gd name="T44" fmla="*/ 2147483647 w 954"/>
                <a:gd name="T45" fmla="*/ 2147483647 h 930"/>
                <a:gd name="T46" fmla="*/ 2147483647 w 954"/>
                <a:gd name="T47" fmla="*/ 2147483647 h 930"/>
                <a:gd name="T48" fmla="*/ 2147483647 w 954"/>
                <a:gd name="T49" fmla="*/ 2147483647 h 930"/>
                <a:gd name="T50" fmla="*/ 0 w 954"/>
                <a:gd name="T51" fmla="*/ 2147483647 h 930"/>
                <a:gd name="T52" fmla="*/ 2147483647 w 954"/>
                <a:gd name="T53" fmla="*/ 2147483647 h 930"/>
                <a:gd name="T54" fmla="*/ 2147483647 w 954"/>
                <a:gd name="T55" fmla="*/ 2147483647 h 930"/>
                <a:gd name="T56" fmla="*/ 2147483647 w 954"/>
                <a:gd name="T57" fmla="*/ 2147483647 h 930"/>
                <a:gd name="T58" fmla="*/ 2147483647 w 954"/>
                <a:gd name="T59" fmla="*/ 2147483647 h 930"/>
                <a:gd name="T60" fmla="*/ 2147483647 w 954"/>
                <a:gd name="T61" fmla="*/ 2147483647 h 930"/>
                <a:gd name="T62" fmla="*/ 2147483647 w 954"/>
                <a:gd name="T63" fmla="*/ 2147483647 h 930"/>
                <a:gd name="T64" fmla="*/ 2147483647 w 954"/>
                <a:gd name="T65" fmla="*/ 2147483647 h 930"/>
                <a:gd name="T66" fmla="*/ 2147483647 w 954"/>
                <a:gd name="T67" fmla="*/ 2147483647 h 930"/>
                <a:gd name="T68" fmla="*/ 2147483647 w 954"/>
                <a:gd name="T69" fmla="*/ 2147483647 h 930"/>
                <a:gd name="T70" fmla="*/ 2147483647 w 954"/>
                <a:gd name="T71" fmla="*/ 2147483647 h 930"/>
                <a:gd name="T72" fmla="*/ 2147483647 w 954"/>
                <a:gd name="T73" fmla="*/ 2147483647 h 930"/>
                <a:gd name="T74" fmla="*/ 2147483647 w 954"/>
                <a:gd name="T75" fmla="*/ 2147483647 h 930"/>
                <a:gd name="T76" fmla="*/ 2147483647 w 954"/>
                <a:gd name="T77" fmla="*/ 2147483647 h 930"/>
                <a:gd name="T78" fmla="*/ 2147483647 w 954"/>
                <a:gd name="T79" fmla="*/ 2147483647 h 930"/>
                <a:gd name="T80" fmla="*/ 2147483647 w 954"/>
                <a:gd name="T81" fmla="*/ 2147483647 h 930"/>
                <a:gd name="T82" fmla="*/ 2147483647 w 954"/>
                <a:gd name="T83" fmla="*/ 2147483647 h 930"/>
                <a:gd name="T84" fmla="*/ 2147483647 w 954"/>
                <a:gd name="T85" fmla="*/ 2147483647 h 930"/>
                <a:gd name="T86" fmla="*/ 2147483647 w 954"/>
                <a:gd name="T87" fmla="*/ 2147483647 h 930"/>
                <a:gd name="T88" fmla="*/ 2147483647 w 954"/>
                <a:gd name="T89" fmla="*/ 2147483647 h 930"/>
                <a:gd name="T90" fmla="*/ 2147483647 w 954"/>
                <a:gd name="T91" fmla="*/ 2147483647 h 930"/>
                <a:gd name="T92" fmla="*/ 2147483647 w 954"/>
                <a:gd name="T93" fmla="*/ 2147483647 h 930"/>
                <a:gd name="T94" fmla="*/ 2147483647 w 954"/>
                <a:gd name="T95" fmla="*/ 2147483647 h 930"/>
                <a:gd name="T96" fmla="*/ 2147483647 w 954"/>
                <a:gd name="T97" fmla="*/ 2147483647 h 930"/>
                <a:gd name="T98" fmla="*/ 2147483647 w 954"/>
                <a:gd name="T99" fmla="*/ 2147483647 h 930"/>
                <a:gd name="T100" fmla="*/ 2147483647 w 954"/>
                <a:gd name="T101" fmla="*/ 2147483647 h 930"/>
                <a:gd name="T102" fmla="*/ 2147483647 w 954"/>
                <a:gd name="T103" fmla="*/ 2147483647 h 930"/>
                <a:gd name="T104" fmla="*/ 2147483647 w 954"/>
                <a:gd name="T105" fmla="*/ 2147483647 h 930"/>
                <a:gd name="T106" fmla="*/ 2147483647 w 954"/>
                <a:gd name="T107" fmla="*/ 2147483647 h 930"/>
                <a:gd name="T108" fmla="*/ 2147483647 w 954"/>
                <a:gd name="T109" fmla="*/ 2147483647 h 930"/>
                <a:gd name="T110" fmla="*/ 2147483647 w 954"/>
                <a:gd name="T111" fmla="*/ 2147483647 h 930"/>
                <a:gd name="T112" fmla="*/ 2147483647 w 954"/>
                <a:gd name="T113" fmla="*/ 2147483647 h 930"/>
                <a:gd name="T114" fmla="*/ 2147483647 w 954"/>
                <a:gd name="T115" fmla="*/ 2147483647 h 930"/>
                <a:gd name="T116" fmla="*/ 2147483647 w 954"/>
                <a:gd name="T117" fmla="*/ 2147483647 h 930"/>
                <a:gd name="T118" fmla="*/ 2147483647 w 954"/>
                <a:gd name="T119" fmla="*/ 2147483647 h 93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954"/>
                <a:gd name="T181" fmla="*/ 0 h 930"/>
                <a:gd name="T182" fmla="*/ 954 w 954"/>
                <a:gd name="T183" fmla="*/ 930 h 93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954" h="930">
                  <a:moveTo>
                    <a:pt x="264" y="42"/>
                  </a:moveTo>
                  <a:lnTo>
                    <a:pt x="264" y="12"/>
                  </a:lnTo>
                  <a:lnTo>
                    <a:pt x="252" y="0"/>
                  </a:lnTo>
                  <a:lnTo>
                    <a:pt x="234" y="0"/>
                  </a:lnTo>
                  <a:lnTo>
                    <a:pt x="228" y="6"/>
                  </a:lnTo>
                  <a:lnTo>
                    <a:pt x="228" y="18"/>
                  </a:lnTo>
                  <a:lnTo>
                    <a:pt x="234" y="24"/>
                  </a:lnTo>
                  <a:lnTo>
                    <a:pt x="234" y="36"/>
                  </a:lnTo>
                  <a:lnTo>
                    <a:pt x="240" y="42"/>
                  </a:lnTo>
                  <a:lnTo>
                    <a:pt x="264" y="42"/>
                  </a:lnTo>
                  <a:close/>
                  <a:moveTo>
                    <a:pt x="936" y="276"/>
                  </a:moveTo>
                  <a:lnTo>
                    <a:pt x="930" y="276"/>
                  </a:lnTo>
                  <a:lnTo>
                    <a:pt x="924" y="282"/>
                  </a:lnTo>
                  <a:lnTo>
                    <a:pt x="912" y="288"/>
                  </a:lnTo>
                  <a:lnTo>
                    <a:pt x="906" y="294"/>
                  </a:lnTo>
                  <a:lnTo>
                    <a:pt x="900" y="288"/>
                  </a:lnTo>
                  <a:lnTo>
                    <a:pt x="888" y="288"/>
                  </a:lnTo>
                  <a:lnTo>
                    <a:pt x="882" y="282"/>
                  </a:lnTo>
                  <a:lnTo>
                    <a:pt x="876" y="282"/>
                  </a:lnTo>
                  <a:lnTo>
                    <a:pt x="852" y="306"/>
                  </a:lnTo>
                  <a:lnTo>
                    <a:pt x="822" y="282"/>
                  </a:lnTo>
                  <a:lnTo>
                    <a:pt x="846" y="282"/>
                  </a:lnTo>
                  <a:lnTo>
                    <a:pt x="858" y="276"/>
                  </a:lnTo>
                  <a:lnTo>
                    <a:pt x="864" y="276"/>
                  </a:lnTo>
                  <a:lnTo>
                    <a:pt x="870" y="264"/>
                  </a:lnTo>
                  <a:lnTo>
                    <a:pt x="870" y="246"/>
                  </a:lnTo>
                  <a:lnTo>
                    <a:pt x="882" y="234"/>
                  </a:lnTo>
                  <a:lnTo>
                    <a:pt x="888" y="222"/>
                  </a:lnTo>
                  <a:lnTo>
                    <a:pt x="876" y="210"/>
                  </a:lnTo>
                  <a:lnTo>
                    <a:pt x="846" y="210"/>
                  </a:lnTo>
                  <a:lnTo>
                    <a:pt x="846" y="204"/>
                  </a:lnTo>
                  <a:lnTo>
                    <a:pt x="840" y="198"/>
                  </a:lnTo>
                  <a:lnTo>
                    <a:pt x="840" y="192"/>
                  </a:lnTo>
                  <a:lnTo>
                    <a:pt x="834" y="186"/>
                  </a:lnTo>
                  <a:lnTo>
                    <a:pt x="828" y="186"/>
                  </a:lnTo>
                  <a:lnTo>
                    <a:pt x="822" y="192"/>
                  </a:lnTo>
                  <a:lnTo>
                    <a:pt x="822" y="210"/>
                  </a:lnTo>
                  <a:lnTo>
                    <a:pt x="816" y="198"/>
                  </a:lnTo>
                  <a:lnTo>
                    <a:pt x="816" y="180"/>
                  </a:lnTo>
                  <a:lnTo>
                    <a:pt x="792" y="180"/>
                  </a:lnTo>
                  <a:lnTo>
                    <a:pt x="786" y="210"/>
                  </a:lnTo>
                  <a:lnTo>
                    <a:pt x="780" y="204"/>
                  </a:lnTo>
                  <a:lnTo>
                    <a:pt x="774" y="192"/>
                  </a:lnTo>
                  <a:lnTo>
                    <a:pt x="774" y="186"/>
                  </a:lnTo>
                  <a:lnTo>
                    <a:pt x="768" y="180"/>
                  </a:lnTo>
                  <a:lnTo>
                    <a:pt x="768" y="156"/>
                  </a:lnTo>
                  <a:lnTo>
                    <a:pt x="738" y="168"/>
                  </a:lnTo>
                  <a:lnTo>
                    <a:pt x="744" y="162"/>
                  </a:lnTo>
                  <a:lnTo>
                    <a:pt x="756" y="156"/>
                  </a:lnTo>
                  <a:lnTo>
                    <a:pt x="762" y="156"/>
                  </a:lnTo>
                  <a:lnTo>
                    <a:pt x="762" y="144"/>
                  </a:lnTo>
                  <a:lnTo>
                    <a:pt x="750" y="138"/>
                  </a:lnTo>
                  <a:lnTo>
                    <a:pt x="744" y="138"/>
                  </a:lnTo>
                  <a:lnTo>
                    <a:pt x="744" y="132"/>
                  </a:lnTo>
                  <a:lnTo>
                    <a:pt x="750" y="132"/>
                  </a:lnTo>
                  <a:lnTo>
                    <a:pt x="762" y="126"/>
                  </a:lnTo>
                  <a:lnTo>
                    <a:pt x="774" y="126"/>
                  </a:lnTo>
                  <a:lnTo>
                    <a:pt x="792" y="120"/>
                  </a:lnTo>
                  <a:lnTo>
                    <a:pt x="804" y="120"/>
                  </a:lnTo>
                  <a:lnTo>
                    <a:pt x="810" y="114"/>
                  </a:lnTo>
                  <a:lnTo>
                    <a:pt x="726" y="114"/>
                  </a:lnTo>
                  <a:lnTo>
                    <a:pt x="690" y="120"/>
                  </a:lnTo>
                  <a:lnTo>
                    <a:pt x="678" y="120"/>
                  </a:lnTo>
                  <a:lnTo>
                    <a:pt x="690" y="132"/>
                  </a:lnTo>
                  <a:lnTo>
                    <a:pt x="678" y="132"/>
                  </a:lnTo>
                  <a:lnTo>
                    <a:pt x="666" y="138"/>
                  </a:lnTo>
                  <a:lnTo>
                    <a:pt x="654" y="138"/>
                  </a:lnTo>
                  <a:lnTo>
                    <a:pt x="642" y="144"/>
                  </a:lnTo>
                  <a:lnTo>
                    <a:pt x="636" y="144"/>
                  </a:lnTo>
                  <a:lnTo>
                    <a:pt x="624" y="150"/>
                  </a:lnTo>
                  <a:lnTo>
                    <a:pt x="606" y="168"/>
                  </a:lnTo>
                  <a:lnTo>
                    <a:pt x="594" y="174"/>
                  </a:lnTo>
                  <a:lnTo>
                    <a:pt x="576" y="174"/>
                  </a:lnTo>
                  <a:lnTo>
                    <a:pt x="564" y="162"/>
                  </a:lnTo>
                  <a:lnTo>
                    <a:pt x="546" y="156"/>
                  </a:lnTo>
                  <a:lnTo>
                    <a:pt x="534" y="144"/>
                  </a:lnTo>
                  <a:lnTo>
                    <a:pt x="522" y="138"/>
                  </a:lnTo>
                  <a:lnTo>
                    <a:pt x="510" y="126"/>
                  </a:lnTo>
                  <a:lnTo>
                    <a:pt x="492" y="126"/>
                  </a:lnTo>
                  <a:lnTo>
                    <a:pt x="450" y="132"/>
                  </a:lnTo>
                  <a:lnTo>
                    <a:pt x="372" y="132"/>
                  </a:lnTo>
                  <a:lnTo>
                    <a:pt x="360" y="120"/>
                  </a:lnTo>
                  <a:lnTo>
                    <a:pt x="354" y="108"/>
                  </a:lnTo>
                  <a:lnTo>
                    <a:pt x="354" y="84"/>
                  </a:lnTo>
                  <a:lnTo>
                    <a:pt x="348" y="72"/>
                  </a:lnTo>
                  <a:lnTo>
                    <a:pt x="336" y="60"/>
                  </a:lnTo>
                  <a:lnTo>
                    <a:pt x="324" y="54"/>
                  </a:lnTo>
                  <a:lnTo>
                    <a:pt x="276" y="54"/>
                  </a:lnTo>
                  <a:lnTo>
                    <a:pt x="240" y="60"/>
                  </a:lnTo>
                  <a:lnTo>
                    <a:pt x="222" y="72"/>
                  </a:lnTo>
                  <a:lnTo>
                    <a:pt x="210" y="78"/>
                  </a:lnTo>
                  <a:lnTo>
                    <a:pt x="204" y="78"/>
                  </a:lnTo>
                  <a:lnTo>
                    <a:pt x="180" y="90"/>
                  </a:lnTo>
                  <a:lnTo>
                    <a:pt x="162" y="96"/>
                  </a:lnTo>
                  <a:lnTo>
                    <a:pt x="144" y="108"/>
                  </a:lnTo>
                  <a:lnTo>
                    <a:pt x="138" y="120"/>
                  </a:lnTo>
                  <a:lnTo>
                    <a:pt x="138" y="144"/>
                  </a:lnTo>
                  <a:lnTo>
                    <a:pt x="150" y="168"/>
                  </a:lnTo>
                  <a:lnTo>
                    <a:pt x="156" y="186"/>
                  </a:lnTo>
                  <a:lnTo>
                    <a:pt x="162" y="198"/>
                  </a:lnTo>
                  <a:lnTo>
                    <a:pt x="156" y="210"/>
                  </a:lnTo>
                  <a:lnTo>
                    <a:pt x="150" y="228"/>
                  </a:lnTo>
                  <a:lnTo>
                    <a:pt x="138" y="234"/>
                  </a:lnTo>
                  <a:lnTo>
                    <a:pt x="132" y="246"/>
                  </a:lnTo>
                  <a:lnTo>
                    <a:pt x="126" y="252"/>
                  </a:lnTo>
                  <a:lnTo>
                    <a:pt x="120" y="252"/>
                  </a:lnTo>
                  <a:lnTo>
                    <a:pt x="126" y="222"/>
                  </a:lnTo>
                  <a:lnTo>
                    <a:pt x="114" y="222"/>
                  </a:lnTo>
                  <a:lnTo>
                    <a:pt x="108" y="216"/>
                  </a:lnTo>
                  <a:lnTo>
                    <a:pt x="96" y="210"/>
                  </a:lnTo>
                  <a:lnTo>
                    <a:pt x="90" y="204"/>
                  </a:lnTo>
                  <a:lnTo>
                    <a:pt x="84" y="192"/>
                  </a:lnTo>
                  <a:lnTo>
                    <a:pt x="96" y="168"/>
                  </a:lnTo>
                  <a:lnTo>
                    <a:pt x="108" y="156"/>
                  </a:lnTo>
                  <a:lnTo>
                    <a:pt x="120" y="132"/>
                  </a:lnTo>
                  <a:lnTo>
                    <a:pt x="120" y="78"/>
                  </a:lnTo>
                  <a:lnTo>
                    <a:pt x="114" y="66"/>
                  </a:lnTo>
                  <a:lnTo>
                    <a:pt x="114" y="54"/>
                  </a:lnTo>
                  <a:lnTo>
                    <a:pt x="108" y="48"/>
                  </a:lnTo>
                  <a:lnTo>
                    <a:pt x="108" y="54"/>
                  </a:lnTo>
                  <a:lnTo>
                    <a:pt x="102" y="66"/>
                  </a:lnTo>
                  <a:lnTo>
                    <a:pt x="90" y="78"/>
                  </a:lnTo>
                  <a:lnTo>
                    <a:pt x="72" y="84"/>
                  </a:lnTo>
                  <a:lnTo>
                    <a:pt x="48" y="108"/>
                  </a:lnTo>
                  <a:lnTo>
                    <a:pt x="36" y="144"/>
                  </a:lnTo>
                  <a:lnTo>
                    <a:pt x="36" y="162"/>
                  </a:lnTo>
                  <a:lnTo>
                    <a:pt x="30" y="168"/>
                  </a:lnTo>
                  <a:lnTo>
                    <a:pt x="30" y="192"/>
                  </a:lnTo>
                  <a:lnTo>
                    <a:pt x="6" y="216"/>
                  </a:lnTo>
                  <a:lnTo>
                    <a:pt x="0" y="228"/>
                  </a:lnTo>
                  <a:lnTo>
                    <a:pt x="0" y="240"/>
                  </a:lnTo>
                  <a:lnTo>
                    <a:pt x="6" y="246"/>
                  </a:lnTo>
                  <a:lnTo>
                    <a:pt x="6" y="240"/>
                  </a:lnTo>
                  <a:lnTo>
                    <a:pt x="18" y="228"/>
                  </a:lnTo>
                  <a:lnTo>
                    <a:pt x="24" y="228"/>
                  </a:lnTo>
                  <a:lnTo>
                    <a:pt x="36" y="240"/>
                  </a:lnTo>
                  <a:lnTo>
                    <a:pt x="42" y="252"/>
                  </a:lnTo>
                  <a:lnTo>
                    <a:pt x="42" y="288"/>
                  </a:lnTo>
                  <a:lnTo>
                    <a:pt x="48" y="294"/>
                  </a:lnTo>
                  <a:lnTo>
                    <a:pt x="60" y="300"/>
                  </a:lnTo>
                  <a:lnTo>
                    <a:pt x="66" y="306"/>
                  </a:lnTo>
                  <a:lnTo>
                    <a:pt x="66" y="318"/>
                  </a:lnTo>
                  <a:lnTo>
                    <a:pt x="54" y="342"/>
                  </a:lnTo>
                  <a:lnTo>
                    <a:pt x="54" y="384"/>
                  </a:lnTo>
                  <a:lnTo>
                    <a:pt x="66" y="384"/>
                  </a:lnTo>
                  <a:lnTo>
                    <a:pt x="66" y="396"/>
                  </a:lnTo>
                  <a:lnTo>
                    <a:pt x="72" y="408"/>
                  </a:lnTo>
                  <a:lnTo>
                    <a:pt x="78" y="414"/>
                  </a:lnTo>
                  <a:lnTo>
                    <a:pt x="102" y="414"/>
                  </a:lnTo>
                  <a:lnTo>
                    <a:pt x="108" y="408"/>
                  </a:lnTo>
                  <a:lnTo>
                    <a:pt x="120" y="408"/>
                  </a:lnTo>
                  <a:lnTo>
                    <a:pt x="132" y="414"/>
                  </a:lnTo>
                  <a:lnTo>
                    <a:pt x="138" y="414"/>
                  </a:lnTo>
                  <a:lnTo>
                    <a:pt x="150" y="420"/>
                  </a:lnTo>
                  <a:lnTo>
                    <a:pt x="162" y="420"/>
                  </a:lnTo>
                  <a:lnTo>
                    <a:pt x="168" y="414"/>
                  </a:lnTo>
                  <a:lnTo>
                    <a:pt x="168" y="408"/>
                  </a:lnTo>
                  <a:lnTo>
                    <a:pt x="180" y="408"/>
                  </a:lnTo>
                  <a:lnTo>
                    <a:pt x="186" y="414"/>
                  </a:lnTo>
                  <a:lnTo>
                    <a:pt x="198" y="420"/>
                  </a:lnTo>
                  <a:lnTo>
                    <a:pt x="222" y="420"/>
                  </a:lnTo>
                  <a:lnTo>
                    <a:pt x="222" y="426"/>
                  </a:lnTo>
                  <a:lnTo>
                    <a:pt x="228" y="432"/>
                  </a:lnTo>
                  <a:lnTo>
                    <a:pt x="234" y="444"/>
                  </a:lnTo>
                  <a:lnTo>
                    <a:pt x="240" y="462"/>
                  </a:lnTo>
                  <a:lnTo>
                    <a:pt x="264" y="486"/>
                  </a:lnTo>
                  <a:lnTo>
                    <a:pt x="288" y="486"/>
                  </a:lnTo>
                  <a:lnTo>
                    <a:pt x="288" y="480"/>
                  </a:lnTo>
                  <a:lnTo>
                    <a:pt x="306" y="480"/>
                  </a:lnTo>
                  <a:lnTo>
                    <a:pt x="312" y="486"/>
                  </a:lnTo>
                  <a:lnTo>
                    <a:pt x="336" y="486"/>
                  </a:lnTo>
                  <a:lnTo>
                    <a:pt x="342" y="480"/>
                  </a:lnTo>
                  <a:lnTo>
                    <a:pt x="366" y="486"/>
                  </a:lnTo>
                  <a:lnTo>
                    <a:pt x="372" y="480"/>
                  </a:lnTo>
                  <a:lnTo>
                    <a:pt x="384" y="474"/>
                  </a:lnTo>
                  <a:lnTo>
                    <a:pt x="402" y="474"/>
                  </a:lnTo>
                  <a:lnTo>
                    <a:pt x="408" y="480"/>
                  </a:lnTo>
                  <a:lnTo>
                    <a:pt x="408" y="492"/>
                  </a:lnTo>
                  <a:lnTo>
                    <a:pt x="390" y="510"/>
                  </a:lnTo>
                  <a:lnTo>
                    <a:pt x="390" y="534"/>
                  </a:lnTo>
                  <a:lnTo>
                    <a:pt x="384" y="540"/>
                  </a:lnTo>
                  <a:lnTo>
                    <a:pt x="378" y="540"/>
                  </a:lnTo>
                  <a:lnTo>
                    <a:pt x="366" y="552"/>
                  </a:lnTo>
                  <a:lnTo>
                    <a:pt x="366" y="576"/>
                  </a:lnTo>
                  <a:lnTo>
                    <a:pt x="372" y="588"/>
                  </a:lnTo>
                  <a:lnTo>
                    <a:pt x="372" y="618"/>
                  </a:lnTo>
                  <a:lnTo>
                    <a:pt x="366" y="630"/>
                  </a:lnTo>
                  <a:lnTo>
                    <a:pt x="366" y="642"/>
                  </a:lnTo>
                  <a:lnTo>
                    <a:pt x="372" y="648"/>
                  </a:lnTo>
                  <a:lnTo>
                    <a:pt x="384" y="648"/>
                  </a:lnTo>
                  <a:lnTo>
                    <a:pt x="384" y="672"/>
                  </a:lnTo>
                  <a:lnTo>
                    <a:pt x="390" y="684"/>
                  </a:lnTo>
                  <a:lnTo>
                    <a:pt x="402" y="690"/>
                  </a:lnTo>
                  <a:lnTo>
                    <a:pt x="408" y="702"/>
                  </a:lnTo>
                  <a:lnTo>
                    <a:pt x="408" y="708"/>
                  </a:lnTo>
                  <a:lnTo>
                    <a:pt x="402" y="720"/>
                  </a:lnTo>
                  <a:lnTo>
                    <a:pt x="372" y="750"/>
                  </a:lnTo>
                  <a:lnTo>
                    <a:pt x="366" y="750"/>
                  </a:lnTo>
                  <a:lnTo>
                    <a:pt x="390" y="762"/>
                  </a:lnTo>
                  <a:lnTo>
                    <a:pt x="402" y="774"/>
                  </a:lnTo>
                  <a:lnTo>
                    <a:pt x="414" y="774"/>
                  </a:lnTo>
                  <a:lnTo>
                    <a:pt x="414" y="798"/>
                  </a:lnTo>
                  <a:lnTo>
                    <a:pt x="420" y="804"/>
                  </a:lnTo>
                  <a:lnTo>
                    <a:pt x="420" y="822"/>
                  </a:lnTo>
                  <a:lnTo>
                    <a:pt x="426" y="828"/>
                  </a:lnTo>
                  <a:lnTo>
                    <a:pt x="426" y="846"/>
                  </a:lnTo>
                  <a:lnTo>
                    <a:pt x="432" y="858"/>
                  </a:lnTo>
                  <a:lnTo>
                    <a:pt x="432" y="876"/>
                  </a:lnTo>
                  <a:lnTo>
                    <a:pt x="444" y="888"/>
                  </a:lnTo>
                  <a:lnTo>
                    <a:pt x="450" y="900"/>
                  </a:lnTo>
                  <a:lnTo>
                    <a:pt x="450" y="906"/>
                  </a:lnTo>
                  <a:lnTo>
                    <a:pt x="462" y="918"/>
                  </a:lnTo>
                  <a:lnTo>
                    <a:pt x="468" y="918"/>
                  </a:lnTo>
                  <a:lnTo>
                    <a:pt x="480" y="924"/>
                  </a:lnTo>
                  <a:lnTo>
                    <a:pt x="486" y="924"/>
                  </a:lnTo>
                  <a:lnTo>
                    <a:pt x="498" y="918"/>
                  </a:lnTo>
                  <a:lnTo>
                    <a:pt x="504" y="912"/>
                  </a:lnTo>
                  <a:lnTo>
                    <a:pt x="516" y="906"/>
                  </a:lnTo>
                  <a:lnTo>
                    <a:pt x="522" y="900"/>
                  </a:lnTo>
                  <a:lnTo>
                    <a:pt x="528" y="906"/>
                  </a:lnTo>
                  <a:lnTo>
                    <a:pt x="528" y="930"/>
                  </a:lnTo>
                  <a:lnTo>
                    <a:pt x="534" y="930"/>
                  </a:lnTo>
                  <a:lnTo>
                    <a:pt x="546" y="918"/>
                  </a:lnTo>
                  <a:lnTo>
                    <a:pt x="558" y="894"/>
                  </a:lnTo>
                  <a:lnTo>
                    <a:pt x="570" y="882"/>
                  </a:lnTo>
                  <a:lnTo>
                    <a:pt x="588" y="882"/>
                  </a:lnTo>
                  <a:lnTo>
                    <a:pt x="594" y="876"/>
                  </a:lnTo>
                  <a:lnTo>
                    <a:pt x="630" y="858"/>
                  </a:lnTo>
                  <a:lnTo>
                    <a:pt x="636" y="846"/>
                  </a:lnTo>
                  <a:lnTo>
                    <a:pt x="636" y="816"/>
                  </a:lnTo>
                  <a:lnTo>
                    <a:pt x="678" y="816"/>
                  </a:lnTo>
                  <a:lnTo>
                    <a:pt x="684" y="810"/>
                  </a:lnTo>
                  <a:lnTo>
                    <a:pt x="690" y="798"/>
                  </a:lnTo>
                  <a:lnTo>
                    <a:pt x="690" y="792"/>
                  </a:lnTo>
                  <a:lnTo>
                    <a:pt x="684" y="786"/>
                  </a:lnTo>
                  <a:lnTo>
                    <a:pt x="636" y="780"/>
                  </a:lnTo>
                  <a:lnTo>
                    <a:pt x="636" y="750"/>
                  </a:lnTo>
                  <a:lnTo>
                    <a:pt x="630" y="738"/>
                  </a:lnTo>
                  <a:lnTo>
                    <a:pt x="618" y="726"/>
                  </a:lnTo>
                  <a:lnTo>
                    <a:pt x="624" y="720"/>
                  </a:lnTo>
                  <a:lnTo>
                    <a:pt x="624" y="690"/>
                  </a:lnTo>
                  <a:lnTo>
                    <a:pt x="618" y="684"/>
                  </a:lnTo>
                  <a:lnTo>
                    <a:pt x="606" y="678"/>
                  </a:lnTo>
                  <a:lnTo>
                    <a:pt x="588" y="660"/>
                  </a:lnTo>
                  <a:lnTo>
                    <a:pt x="588" y="630"/>
                  </a:lnTo>
                  <a:lnTo>
                    <a:pt x="594" y="636"/>
                  </a:lnTo>
                  <a:lnTo>
                    <a:pt x="594" y="642"/>
                  </a:lnTo>
                  <a:lnTo>
                    <a:pt x="636" y="642"/>
                  </a:lnTo>
                  <a:lnTo>
                    <a:pt x="642" y="648"/>
                  </a:lnTo>
                  <a:lnTo>
                    <a:pt x="642" y="666"/>
                  </a:lnTo>
                  <a:lnTo>
                    <a:pt x="654" y="666"/>
                  </a:lnTo>
                  <a:lnTo>
                    <a:pt x="666" y="660"/>
                  </a:lnTo>
                  <a:lnTo>
                    <a:pt x="678" y="666"/>
                  </a:lnTo>
                  <a:lnTo>
                    <a:pt x="684" y="660"/>
                  </a:lnTo>
                  <a:lnTo>
                    <a:pt x="696" y="660"/>
                  </a:lnTo>
                  <a:lnTo>
                    <a:pt x="702" y="666"/>
                  </a:lnTo>
                  <a:lnTo>
                    <a:pt x="708" y="678"/>
                  </a:lnTo>
                  <a:lnTo>
                    <a:pt x="720" y="690"/>
                  </a:lnTo>
                  <a:lnTo>
                    <a:pt x="732" y="696"/>
                  </a:lnTo>
                  <a:lnTo>
                    <a:pt x="738" y="690"/>
                  </a:lnTo>
                  <a:lnTo>
                    <a:pt x="738" y="672"/>
                  </a:lnTo>
                  <a:lnTo>
                    <a:pt x="744" y="660"/>
                  </a:lnTo>
                  <a:lnTo>
                    <a:pt x="744" y="648"/>
                  </a:lnTo>
                  <a:lnTo>
                    <a:pt x="750" y="642"/>
                  </a:lnTo>
                  <a:lnTo>
                    <a:pt x="768" y="642"/>
                  </a:lnTo>
                  <a:lnTo>
                    <a:pt x="774" y="648"/>
                  </a:lnTo>
                  <a:lnTo>
                    <a:pt x="792" y="648"/>
                  </a:lnTo>
                  <a:lnTo>
                    <a:pt x="804" y="642"/>
                  </a:lnTo>
                  <a:lnTo>
                    <a:pt x="828" y="618"/>
                  </a:lnTo>
                  <a:lnTo>
                    <a:pt x="840" y="612"/>
                  </a:lnTo>
                  <a:lnTo>
                    <a:pt x="864" y="612"/>
                  </a:lnTo>
                  <a:lnTo>
                    <a:pt x="864" y="600"/>
                  </a:lnTo>
                  <a:lnTo>
                    <a:pt x="876" y="600"/>
                  </a:lnTo>
                  <a:lnTo>
                    <a:pt x="882" y="594"/>
                  </a:lnTo>
                  <a:lnTo>
                    <a:pt x="882" y="558"/>
                  </a:lnTo>
                  <a:lnTo>
                    <a:pt x="846" y="522"/>
                  </a:lnTo>
                  <a:lnTo>
                    <a:pt x="840" y="510"/>
                  </a:lnTo>
                  <a:lnTo>
                    <a:pt x="834" y="504"/>
                  </a:lnTo>
                  <a:lnTo>
                    <a:pt x="834" y="492"/>
                  </a:lnTo>
                  <a:lnTo>
                    <a:pt x="846" y="486"/>
                  </a:lnTo>
                  <a:lnTo>
                    <a:pt x="852" y="486"/>
                  </a:lnTo>
                  <a:lnTo>
                    <a:pt x="864" y="480"/>
                  </a:lnTo>
                  <a:lnTo>
                    <a:pt x="864" y="462"/>
                  </a:lnTo>
                  <a:lnTo>
                    <a:pt x="846" y="444"/>
                  </a:lnTo>
                  <a:lnTo>
                    <a:pt x="846" y="438"/>
                  </a:lnTo>
                  <a:lnTo>
                    <a:pt x="876" y="438"/>
                  </a:lnTo>
                  <a:lnTo>
                    <a:pt x="888" y="432"/>
                  </a:lnTo>
                  <a:lnTo>
                    <a:pt x="900" y="432"/>
                  </a:lnTo>
                  <a:lnTo>
                    <a:pt x="912" y="426"/>
                  </a:lnTo>
                  <a:lnTo>
                    <a:pt x="918" y="420"/>
                  </a:lnTo>
                  <a:lnTo>
                    <a:pt x="918" y="402"/>
                  </a:lnTo>
                  <a:lnTo>
                    <a:pt x="894" y="402"/>
                  </a:lnTo>
                  <a:lnTo>
                    <a:pt x="894" y="360"/>
                  </a:lnTo>
                  <a:lnTo>
                    <a:pt x="906" y="348"/>
                  </a:lnTo>
                  <a:lnTo>
                    <a:pt x="918" y="348"/>
                  </a:lnTo>
                  <a:lnTo>
                    <a:pt x="924" y="342"/>
                  </a:lnTo>
                  <a:lnTo>
                    <a:pt x="930" y="342"/>
                  </a:lnTo>
                  <a:lnTo>
                    <a:pt x="936" y="336"/>
                  </a:lnTo>
                  <a:lnTo>
                    <a:pt x="954" y="300"/>
                  </a:lnTo>
                  <a:lnTo>
                    <a:pt x="948" y="294"/>
                  </a:lnTo>
                  <a:lnTo>
                    <a:pt x="942" y="282"/>
                  </a:lnTo>
                  <a:lnTo>
                    <a:pt x="936" y="276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71" name="Uzbe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8B97BB5B-96F6-4F5A-9D00-F15E02EF9BD6}"/>
                </a:ext>
              </a:extLst>
            </p:cNvPr>
            <p:cNvSpPr>
              <a:spLocks/>
            </p:cNvSpPr>
            <p:nvPr/>
          </p:nvSpPr>
          <p:spPr bwMode="gray">
            <a:xfrm>
              <a:off x="4939105" y="1799747"/>
              <a:ext cx="391603" cy="218352"/>
            </a:xfrm>
            <a:custGeom>
              <a:avLst/>
              <a:gdLst>
                <a:gd name="T0" fmla="*/ 2147483647 w 1182"/>
                <a:gd name="T1" fmla="*/ 2147483647 h 666"/>
                <a:gd name="T2" fmla="*/ 2147483647 w 1182"/>
                <a:gd name="T3" fmla="*/ 2147483647 h 666"/>
                <a:gd name="T4" fmla="*/ 2147483647 w 1182"/>
                <a:gd name="T5" fmla="*/ 2147483647 h 666"/>
                <a:gd name="T6" fmla="*/ 2147483647 w 1182"/>
                <a:gd name="T7" fmla="*/ 2147483647 h 666"/>
                <a:gd name="T8" fmla="*/ 2147483647 w 1182"/>
                <a:gd name="T9" fmla="*/ 2147483647 h 666"/>
                <a:gd name="T10" fmla="*/ 2147483647 w 1182"/>
                <a:gd name="T11" fmla="*/ 2147483647 h 666"/>
                <a:gd name="T12" fmla="*/ 2147483647 w 1182"/>
                <a:gd name="T13" fmla="*/ 2147483647 h 666"/>
                <a:gd name="T14" fmla="*/ 2147483647 w 1182"/>
                <a:gd name="T15" fmla="*/ 2147483647 h 666"/>
                <a:gd name="T16" fmla="*/ 2147483647 w 1182"/>
                <a:gd name="T17" fmla="*/ 2147483647 h 666"/>
                <a:gd name="T18" fmla="*/ 2147483647 w 1182"/>
                <a:gd name="T19" fmla="*/ 2147483647 h 666"/>
                <a:gd name="T20" fmla="*/ 2147483647 w 1182"/>
                <a:gd name="T21" fmla="*/ 2147483647 h 666"/>
                <a:gd name="T22" fmla="*/ 2147483647 w 1182"/>
                <a:gd name="T23" fmla="*/ 2147483647 h 666"/>
                <a:gd name="T24" fmla="*/ 2147483647 w 1182"/>
                <a:gd name="T25" fmla="*/ 2147483647 h 666"/>
                <a:gd name="T26" fmla="*/ 2147483647 w 1182"/>
                <a:gd name="T27" fmla="*/ 2147483647 h 666"/>
                <a:gd name="T28" fmla="*/ 2147483647 w 1182"/>
                <a:gd name="T29" fmla="*/ 2147483647 h 666"/>
                <a:gd name="T30" fmla="*/ 2147483647 w 1182"/>
                <a:gd name="T31" fmla="*/ 2147483647 h 666"/>
                <a:gd name="T32" fmla="*/ 2147483647 w 1182"/>
                <a:gd name="T33" fmla="*/ 2147483647 h 666"/>
                <a:gd name="T34" fmla="*/ 2147483647 w 1182"/>
                <a:gd name="T35" fmla="*/ 2147483647 h 666"/>
                <a:gd name="T36" fmla="*/ 2147483647 w 1182"/>
                <a:gd name="T37" fmla="*/ 2147483647 h 666"/>
                <a:gd name="T38" fmla="*/ 2147483647 w 1182"/>
                <a:gd name="T39" fmla="*/ 2147483647 h 666"/>
                <a:gd name="T40" fmla="*/ 2147483647 w 1182"/>
                <a:gd name="T41" fmla="*/ 2147483647 h 666"/>
                <a:gd name="T42" fmla="*/ 2147483647 w 1182"/>
                <a:gd name="T43" fmla="*/ 2147483647 h 666"/>
                <a:gd name="T44" fmla="*/ 2147483647 w 1182"/>
                <a:gd name="T45" fmla="*/ 2147483647 h 666"/>
                <a:gd name="T46" fmla="*/ 2147483647 w 1182"/>
                <a:gd name="T47" fmla="*/ 2147483647 h 666"/>
                <a:gd name="T48" fmla="*/ 2147483647 w 1182"/>
                <a:gd name="T49" fmla="*/ 2147483647 h 666"/>
                <a:gd name="T50" fmla="*/ 2147483647 w 1182"/>
                <a:gd name="T51" fmla="*/ 2147483647 h 666"/>
                <a:gd name="T52" fmla="*/ 2147483647 w 1182"/>
                <a:gd name="T53" fmla="*/ 2147483647 h 666"/>
                <a:gd name="T54" fmla="*/ 2147483647 w 1182"/>
                <a:gd name="T55" fmla="*/ 2147483647 h 666"/>
                <a:gd name="T56" fmla="*/ 2147483647 w 1182"/>
                <a:gd name="T57" fmla="*/ 2147483647 h 666"/>
                <a:gd name="T58" fmla="*/ 2147483647 w 1182"/>
                <a:gd name="T59" fmla="*/ 2147483647 h 666"/>
                <a:gd name="T60" fmla="*/ 2147483647 w 1182"/>
                <a:gd name="T61" fmla="*/ 2147483647 h 666"/>
                <a:gd name="T62" fmla="*/ 2147483647 w 1182"/>
                <a:gd name="T63" fmla="*/ 2147483647 h 666"/>
                <a:gd name="T64" fmla="*/ 2147483647 w 1182"/>
                <a:gd name="T65" fmla="*/ 2147483647 h 666"/>
                <a:gd name="T66" fmla="*/ 2147483647 w 1182"/>
                <a:gd name="T67" fmla="*/ 2147483647 h 666"/>
                <a:gd name="T68" fmla="*/ 2147483647 w 1182"/>
                <a:gd name="T69" fmla="*/ 2147483647 h 666"/>
                <a:gd name="T70" fmla="*/ 2147483647 w 1182"/>
                <a:gd name="T71" fmla="*/ 2147483647 h 666"/>
                <a:gd name="T72" fmla="*/ 2147483647 w 1182"/>
                <a:gd name="T73" fmla="*/ 2147483647 h 666"/>
                <a:gd name="T74" fmla="*/ 2147483647 w 1182"/>
                <a:gd name="T75" fmla="*/ 2147483647 h 666"/>
                <a:gd name="T76" fmla="*/ 2147483647 w 1182"/>
                <a:gd name="T77" fmla="*/ 2147483647 h 666"/>
                <a:gd name="T78" fmla="*/ 2147483647 w 1182"/>
                <a:gd name="T79" fmla="*/ 2147483647 h 666"/>
                <a:gd name="T80" fmla="*/ 2147483647 w 1182"/>
                <a:gd name="T81" fmla="*/ 2147483647 h 666"/>
                <a:gd name="T82" fmla="*/ 2147483647 w 1182"/>
                <a:gd name="T83" fmla="*/ 2147483647 h 666"/>
                <a:gd name="T84" fmla="*/ 2147483647 w 1182"/>
                <a:gd name="T85" fmla="*/ 2147483647 h 666"/>
                <a:gd name="T86" fmla="*/ 2147483647 w 1182"/>
                <a:gd name="T87" fmla="*/ 2147483647 h 666"/>
                <a:gd name="T88" fmla="*/ 2147483647 w 1182"/>
                <a:gd name="T89" fmla="*/ 2147483647 h 666"/>
                <a:gd name="T90" fmla="*/ 2147483647 w 1182"/>
                <a:gd name="T91" fmla="*/ 2147483647 h 666"/>
                <a:gd name="T92" fmla="*/ 2147483647 w 1182"/>
                <a:gd name="T93" fmla="*/ 2147483647 h 666"/>
                <a:gd name="T94" fmla="*/ 2147483647 w 1182"/>
                <a:gd name="T95" fmla="*/ 2147483647 h 666"/>
                <a:gd name="T96" fmla="*/ 2147483647 w 1182"/>
                <a:gd name="T97" fmla="*/ 2147483647 h 666"/>
                <a:gd name="T98" fmla="*/ 2147483647 w 1182"/>
                <a:gd name="T99" fmla="*/ 2147483647 h 666"/>
                <a:gd name="T100" fmla="*/ 2147483647 w 1182"/>
                <a:gd name="T101" fmla="*/ 2147483647 h 666"/>
                <a:gd name="T102" fmla="*/ 2147483647 w 1182"/>
                <a:gd name="T103" fmla="*/ 2147483647 h 666"/>
                <a:gd name="T104" fmla="*/ 2147483647 w 1182"/>
                <a:gd name="T105" fmla="*/ 2147483647 h 666"/>
                <a:gd name="T106" fmla="*/ 2147483647 w 1182"/>
                <a:gd name="T107" fmla="*/ 2147483647 h 666"/>
                <a:gd name="T108" fmla="*/ 2147483647 w 1182"/>
                <a:gd name="T109" fmla="*/ 2147483647 h 666"/>
                <a:gd name="T110" fmla="*/ 2147483647 w 1182"/>
                <a:gd name="T111" fmla="*/ 2147483647 h 666"/>
                <a:gd name="T112" fmla="*/ 2147483647 w 1182"/>
                <a:gd name="T113" fmla="*/ 2147483647 h 666"/>
                <a:gd name="T114" fmla="*/ 2147483647 w 1182"/>
                <a:gd name="T115" fmla="*/ 2147483647 h 66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182"/>
                <a:gd name="T175" fmla="*/ 0 h 666"/>
                <a:gd name="T176" fmla="*/ 1182 w 1182"/>
                <a:gd name="T177" fmla="*/ 666 h 66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182" h="666">
                  <a:moveTo>
                    <a:pt x="1152" y="372"/>
                  </a:moveTo>
                  <a:lnTo>
                    <a:pt x="1146" y="360"/>
                  </a:lnTo>
                  <a:lnTo>
                    <a:pt x="1122" y="360"/>
                  </a:lnTo>
                  <a:lnTo>
                    <a:pt x="1116" y="342"/>
                  </a:lnTo>
                  <a:lnTo>
                    <a:pt x="1098" y="342"/>
                  </a:lnTo>
                  <a:lnTo>
                    <a:pt x="1080" y="318"/>
                  </a:lnTo>
                  <a:lnTo>
                    <a:pt x="1080" y="330"/>
                  </a:lnTo>
                  <a:lnTo>
                    <a:pt x="1068" y="330"/>
                  </a:lnTo>
                  <a:lnTo>
                    <a:pt x="1068" y="342"/>
                  </a:lnTo>
                  <a:lnTo>
                    <a:pt x="1032" y="342"/>
                  </a:lnTo>
                  <a:lnTo>
                    <a:pt x="1020" y="330"/>
                  </a:lnTo>
                  <a:lnTo>
                    <a:pt x="990" y="318"/>
                  </a:lnTo>
                  <a:lnTo>
                    <a:pt x="1038" y="270"/>
                  </a:lnTo>
                  <a:lnTo>
                    <a:pt x="1038" y="264"/>
                  </a:lnTo>
                  <a:lnTo>
                    <a:pt x="1032" y="264"/>
                  </a:lnTo>
                  <a:lnTo>
                    <a:pt x="1032" y="258"/>
                  </a:lnTo>
                  <a:lnTo>
                    <a:pt x="1002" y="276"/>
                  </a:lnTo>
                  <a:lnTo>
                    <a:pt x="978" y="276"/>
                  </a:lnTo>
                  <a:lnTo>
                    <a:pt x="966" y="300"/>
                  </a:lnTo>
                  <a:lnTo>
                    <a:pt x="960" y="300"/>
                  </a:lnTo>
                  <a:lnTo>
                    <a:pt x="954" y="306"/>
                  </a:lnTo>
                  <a:lnTo>
                    <a:pt x="942" y="306"/>
                  </a:lnTo>
                  <a:lnTo>
                    <a:pt x="930" y="312"/>
                  </a:lnTo>
                  <a:lnTo>
                    <a:pt x="918" y="324"/>
                  </a:lnTo>
                  <a:lnTo>
                    <a:pt x="918" y="342"/>
                  </a:lnTo>
                  <a:lnTo>
                    <a:pt x="912" y="342"/>
                  </a:lnTo>
                  <a:lnTo>
                    <a:pt x="906" y="348"/>
                  </a:lnTo>
                  <a:lnTo>
                    <a:pt x="894" y="354"/>
                  </a:lnTo>
                  <a:lnTo>
                    <a:pt x="882" y="366"/>
                  </a:lnTo>
                  <a:lnTo>
                    <a:pt x="882" y="378"/>
                  </a:lnTo>
                  <a:lnTo>
                    <a:pt x="888" y="384"/>
                  </a:lnTo>
                  <a:lnTo>
                    <a:pt x="888" y="396"/>
                  </a:lnTo>
                  <a:lnTo>
                    <a:pt x="882" y="390"/>
                  </a:lnTo>
                  <a:lnTo>
                    <a:pt x="870" y="390"/>
                  </a:lnTo>
                  <a:lnTo>
                    <a:pt x="858" y="384"/>
                  </a:lnTo>
                  <a:lnTo>
                    <a:pt x="852" y="384"/>
                  </a:lnTo>
                  <a:lnTo>
                    <a:pt x="852" y="372"/>
                  </a:lnTo>
                  <a:lnTo>
                    <a:pt x="858" y="366"/>
                  </a:lnTo>
                  <a:lnTo>
                    <a:pt x="858" y="348"/>
                  </a:lnTo>
                  <a:lnTo>
                    <a:pt x="840" y="342"/>
                  </a:lnTo>
                  <a:lnTo>
                    <a:pt x="762" y="342"/>
                  </a:lnTo>
                  <a:lnTo>
                    <a:pt x="732" y="282"/>
                  </a:lnTo>
                  <a:lnTo>
                    <a:pt x="726" y="276"/>
                  </a:lnTo>
                  <a:lnTo>
                    <a:pt x="714" y="276"/>
                  </a:lnTo>
                  <a:lnTo>
                    <a:pt x="708" y="282"/>
                  </a:lnTo>
                  <a:lnTo>
                    <a:pt x="702" y="282"/>
                  </a:lnTo>
                  <a:lnTo>
                    <a:pt x="696" y="276"/>
                  </a:lnTo>
                  <a:lnTo>
                    <a:pt x="696" y="234"/>
                  </a:lnTo>
                  <a:lnTo>
                    <a:pt x="690" y="216"/>
                  </a:lnTo>
                  <a:lnTo>
                    <a:pt x="690" y="204"/>
                  </a:lnTo>
                  <a:lnTo>
                    <a:pt x="660" y="204"/>
                  </a:lnTo>
                  <a:lnTo>
                    <a:pt x="654" y="192"/>
                  </a:lnTo>
                  <a:lnTo>
                    <a:pt x="642" y="186"/>
                  </a:lnTo>
                  <a:lnTo>
                    <a:pt x="636" y="168"/>
                  </a:lnTo>
                  <a:lnTo>
                    <a:pt x="618" y="150"/>
                  </a:lnTo>
                  <a:lnTo>
                    <a:pt x="612" y="138"/>
                  </a:lnTo>
                  <a:lnTo>
                    <a:pt x="600" y="138"/>
                  </a:lnTo>
                  <a:lnTo>
                    <a:pt x="576" y="150"/>
                  </a:lnTo>
                  <a:lnTo>
                    <a:pt x="570" y="156"/>
                  </a:lnTo>
                  <a:lnTo>
                    <a:pt x="552" y="156"/>
                  </a:lnTo>
                  <a:lnTo>
                    <a:pt x="534" y="150"/>
                  </a:lnTo>
                  <a:lnTo>
                    <a:pt x="474" y="150"/>
                  </a:lnTo>
                  <a:lnTo>
                    <a:pt x="456" y="156"/>
                  </a:lnTo>
                  <a:lnTo>
                    <a:pt x="420" y="156"/>
                  </a:lnTo>
                  <a:lnTo>
                    <a:pt x="414" y="162"/>
                  </a:lnTo>
                  <a:lnTo>
                    <a:pt x="408" y="162"/>
                  </a:lnTo>
                  <a:lnTo>
                    <a:pt x="330" y="90"/>
                  </a:lnTo>
                  <a:lnTo>
                    <a:pt x="264" y="54"/>
                  </a:lnTo>
                  <a:lnTo>
                    <a:pt x="270" y="66"/>
                  </a:lnTo>
                  <a:lnTo>
                    <a:pt x="270" y="90"/>
                  </a:lnTo>
                  <a:lnTo>
                    <a:pt x="264" y="102"/>
                  </a:lnTo>
                  <a:lnTo>
                    <a:pt x="258" y="108"/>
                  </a:lnTo>
                  <a:lnTo>
                    <a:pt x="240" y="108"/>
                  </a:lnTo>
                  <a:lnTo>
                    <a:pt x="228" y="102"/>
                  </a:lnTo>
                  <a:lnTo>
                    <a:pt x="222" y="96"/>
                  </a:lnTo>
                  <a:lnTo>
                    <a:pt x="222" y="78"/>
                  </a:lnTo>
                  <a:lnTo>
                    <a:pt x="210" y="54"/>
                  </a:lnTo>
                  <a:lnTo>
                    <a:pt x="216" y="36"/>
                  </a:lnTo>
                  <a:lnTo>
                    <a:pt x="162" y="12"/>
                  </a:lnTo>
                  <a:lnTo>
                    <a:pt x="156" y="30"/>
                  </a:lnTo>
                  <a:lnTo>
                    <a:pt x="168" y="36"/>
                  </a:lnTo>
                  <a:lnTo>
                    <a:pt x="174" y="48"/>
                  </a:lnTo>
                  <a:lnTo>
                    <a:pt x="174" y="72"/>
                  </a:lnTo>
                  <a:lnTo>
                    <a:pt x="168" y="78"/>
                  </a:lnTo>
                  <a:lnTo>
                    <a:pt x="156" y="84"/>
                  </a:lnTo>
                  <a:lnTo>
                    <a:pt x="150" y="84"/>
                  </a:lnTo>
                  <a:lnTo>
                    <a:pt x="144" y="78"/>
                  </a:lnTo>
                  <a:lnTo>
                    <a:pt x="144" y="60"/>
                  </a:lnTo>
                  <a:lnTo>
                    <a:pt x="132" y="48"/>
                  </a:lnTo>
                  <a:lnTo>
                    <a:pt x="132" y="42"/>
                  </a:lnTo>
                  <a:lnTo>
                    <a:pt x="144" y="30"/>
                  </a:lnTo>
                  <a:lnTo>
                    <a:pt x="150" y="6"/>
                  </a:lnTo>
                  <a:lnTo>
                    <a:pt x="144" y="0"/>
                  </a:lnTo>
                  <a:lnTo>
                    <a:pt x="0" y="42"/>
                  </a:lnTo>
                  <a:lnTo>
                    <a:pt x="48" y="324"/>
                  </a:lnTo>
                  <a:lnTo>
                    <a:pt x="60" y="324"/>
                  </a:lnTo>
                  <a:lnTo>
                    <a:pt x="72" y="336"/>
                  </a:lnTo>
                  <a:lnTo>
                    <a:pt x="138" y="336"/>
                  </a:lnTo>
                  <a:lnTo>
                    <a:pt x="132" y="324"/>
                  </a:lnTo>
                  <a:lnTo>
                    <a:pt x="120" y="318"/>
                  </a:lnTo>
                  <a:lnTo>
                    <a:pt x="114" y="300"/>
                  </a:lnTo>
                  <a:lnTo>
                    <a:pt x="114" y="288"/>
                  </a:lnTo>
                  <a:lnTo>
                    <a:pt x="132" y="270"/>
                  </a:lnTo>
                  <a:lnTo>
                    <a:pt x="144" y="264"/>
                  </a:lnTo>
                  <a:lnTo>
                    <a:pt x="156" y="264"/>
                  </a:lnTo>
                  <a:lnTo>
                    <a:pt x="162" y="258"/>
                  </a:lnTo>
                  <a:lnTo>
                    <a:pt x="168" y="258"/>
                  </a:lnTo>
                  <a:lnTo>
                    <a:pt x="168" y="246"/>
                  </a:lnTo>
                  <a:lnTo>
                    <a:pt x="174" y="240"/>
                  </a:lnTo>
                  <a:lnTo>
                    <a:pt x="180" y="240"/>
                  </a:lnTo>
                  <a:lnTo>
                    <a:pt x="186" y="246"/>
                  </a:lnTo>
                  <a:lnTo>
                    <a:pt x="198" y="246"/>
                  </a:lnTo>
                  <a:lnTo>
                    <a:pt x="204" y="252"/>
                  </a:lnTo>
                  <a:lnTo>
                    <a:pt x="174" y="222"/>
                  </a:lnTo>
                  <a:lnTo>
                    <a:pt x="204" y="228"/>
                  </a:lnTo>
                  <a:lnTo>
                    <a:pt x="210" y="216"/>
                  </a:lnTo>
                  <a:lnTo>
                    <a:pt x="228" y="240"/>
                  </a:lnTo>
                  <a:lnTo>
                    <a:pt x="252" y="240"/>
                  </a:lnTo>
                  <a:lnTo>
                    <a:pt x="252" y="252"/>
                  </a:lnTo>
                  <a:lnTo>
                    <a:pt x="264" y="258"/>
                  </a:lnTo>
                  <a:lnTo>
                    <a:pt x="300" y="258"/>
                  </a:lnTo>
                  <a:lnTo>
                    <a:pt x="306" y="264"/>
                  </a:lnTo>
                  <a:lnTo>
                    <a:pt x="312" y="276"/>
                  </a:lnTo>
                  <a:lnTo>
                    <a:pt x="312" y="288"/>
                  </a:lnTo>
                  <a:lnTo>
                    <a:pt x="324" y="294"/>
                  </a:lnTo>
                  <a:lnTo>
                    <a:pt x="312" y="306"/>
                  </a:lnTo>
                  <a:lnTo>
                    <a:pt x="312" y="318"/>
                  </a:lnTo>
                  <a:lnTo>
                    <a:pt x="330" y="336"/>
                  </a:lnTo>
                  <a:lnTo>
                    <a:pt x="360" y="336"/>
                  </a:lnTo>
                  <a:lnTo>
                    <a:pt x="414" y="342"/>
                  </a:lnTo>
                  <a:lnTo>
                    <a:pt x="414" y="336"/>
                  </a:lnTo>
                  <a:lnTo>
                    <a:pt x="450" y="354"/>
                  </a:lnTo>
                  <a:lnTo>
                    <a:pt x="468" y="384"/>
                  </a:lnTo>
                  <a:lnTo>
                    <a:pt x="486" y="402"/>
                  </a:lnTo>
                  <a:lnTo>
                    <a:pt x="486" y="408"/>
                  </a:lnTo>
                  <a:lnTo>
                    <a:pt x="492" y="414"/>
                  </a:lnTo>
                  <a:lnTo>
                    <a:pt x="510" y="450"/>
                  </a:lnTo>
                  <a:lnTo>
                    <a:pt x="522" y="462"/>
                  </a:lnTo>
                  <a:lnTo>
                    <a:pt x="534" y="468"/>
                  </a:lnTo>
                  <a:lnTo>
                    <a:pt x="552" y="468"/>
                  </a:lnTo>
                  <a:lnTo>
                    <a:pt x="564" y="474"/>
                  </a:lnTo>
                  <a:lnTo>
                    <a:pt x="570" y="474"/>
                  </a:lnTo>
                  <a:lnTo>
                    <a:pt x="582" y="486"/>
                  </a:lnTo>
                  <a:lnTo>
                    <a:pt x="588" y="498"/>
                  </a:lnTo>
                  <a:lnTo>
                    <a:pt x="594" y="504"/>
                  </a:lnTo>
                  <a:lnTo>
                    <a:pt x="624" y="522"/>
                  </a:lnTo>
                  <a:lnTo>
                    <a:pt x="648" y="522"/>
                  </a:lnTo>
                  <a:lnTo>
                    <a:pt x="666" y="534"/>
                  </a:lnTo>
                  <a:lnTo>
                    <a:pt x="690" y="546"/>
                  </a:lnTo>
                  <a:lnTo>
                    <a:pt x="696" y="552"/>
                  </a:lnTo>
                  <a:lnTo>
                    <a:pt x="708" y="558"/>
                  </a:lnTo>
                  <a:lnTo>
                    <a:pt x="720" y="570"/>
                  </a:lnTo>
                  <a:lnTo>
                    <a:pt x="732" y="570"/>
                  </a:lnTo>
                  <a:lnTo>
                    <a:pt x="744" y="582"/>
                  </a:lnTo>
                  <a:lnTo>
                    <a:pt x="750" y="582"/>
                  </a:lnTo>
                  <a:lnTo>
                    <a:pt x="774" y="576"/>
                  </a:lnTo>
                  <a:lnTo>
                    <a:pt x="822" y="606"/>
                  </a:lnTo>
                  <a:lnTo>
                    <a:pt x="816" y="612"/>
                  </a:lnTo>
                  <a:lnTo>
                    <a:pt x="816" y="630"/>
                  </a:lnTo>
                  <a:lnTo>
                    <a:pt x="828" y="642"/>
                  </a:lnTo>
                  <a:lnTo>
                    <a:pt x="828" y="654"/>
                  </a:lnTo>
                  <a:lnTo>
                    <a:pt x="840" y="654"/>
                  </a:lnTo>
                  <a:lnTo>
                    <a:pt x="852" y="642"/>
                  </a:lnTo>
                  <a:lnTo>
                    <a:pt x="870" y="666"/>
                  </a:lnTo>
                  <a:lnTo>
                    <a:pt x="882" y="660"/>
                  </a:lnTo>
                  <a:lnTo>
                    <a:pt x="894" y="660"/>
                  </a:lnTo>
                  <a:lnTo>
                    <a:pt x="900" y="666"/>
                  </a:lnTo>
                  <a:lnTo>
                    <a:pt x="906" y="666"/>
                  </a:lnTo>
                  <a:lnTo>
                    <a:pt x="900" y="666"/>
                  </a:lnTo>
                  <a:lnTo>
                    <a:pt x="900" y="642"/>
                  </a:lnTo>
                  <a:lnTo>
                    <a:pt x="906" y="636"/>
                  </a:lnTo>
                  <a:lnTo>
                    <a:pt x="912" y="624"/>
                  </a:lnTo>
                  <a:lnTo>
                    <a:pt x="924" y="618"/>
                  </a:lnTo>
                  <a:lnTo>
                    <a:pt x="930" y="606"/>
                  </a:lnTo>
                  <a:lnTo>
                    <a:pt x="930" y="588"/>
                  </a:lnTo>
                  <a:lnTo>
                    <a:pt x="918" y="576"/>
                  </a:lnTo>
                  <a:lnTo>
                    <a:pt x="906" y="570"/>
                  </a:lnTo>
                  <a:lnTo>
                    <a:pt x="900" y="564"/>
                  </a:lnTo>
                  <a:lnTo>
                    <a:pt x="900" y="546"/>
                  </a:lnTo>
                  <a:lnTo>
                    <a:pt x="906" y="540"/>
                  </a:lnTo>
                  <a:lnTo>
                    <a:pt x="906" y="534"/>
                  </a:lnTo>
                  <a:lnTo>
                    <a:pt x="894" y="522"/>
                  </a:lnTo>
                  <a:lnTo>
                    <a:pt x="882" y="522"/>
                  </a:lnTo>
                  <a:lnTo>
                    <a:pt x="876" y="516"/>
                  </a:lnTo>
                  <a:lnTo>
                    <a:pt x="870" y="516"/>
                  </a:lnTo>
                  <a:lnTo>
                    <a:pt x="858" y="504"/>
                  </a:lnTo>
                  <a:lnTo>
                    <a:pt x="840" y="504"/>
                  </a:lnTo>
                  <a:lnTo>
                    <a:pt x="840" y="486"/>
                  </a:lnTo>
                  <a:lnTo>
                    <a:pt x="846" y="480"/>
                  </a:lnTo>
                  <a:lnTo>
                    <a:pt x="894" y="480"/>
                  </a:lnTo>
                  <a:lnTo>
                    <a:pt x="918" y="468"/>
                  </a:lnTo>
                  <a:lnTo>
                    <a:pt x="918" y="456"/>
                  </a:lnTo>
                  <a:lnTo>
                    <a:pt x="912" y="456"/>
                  </a:lnTo>
                  <a:lnTo>
                    <a:pt x="930" y="444"/>
                  </a:lnTo>
                  <a:lnTo>
                    <a:pt x="906" y="420"/>
                  </a:lnTo>
                  <a:lnTo>
                    <a:pt x="948" y="420"/>
                  </a:lnTo>
                  <a:lnTo>
                    <a:pt x="948" y="414"/>
                  </a:lnTo>
                  <a:lnTo>
                    <a:pt x="936" y="402"/>
                  </a:lnTo>
                  <a:lnTo>
                    <a:pt x="936" y="390"/>
                  </a:lnTo>
                  <a:lnTo>
                    <a:pt x="942" y="384"/>
                  </a:lnTo>
                  <a:lnTo>
                    <a:pt x="942" y="372"/>
                  </a:lnTo>
                  <a:lnTo>
                    <a:pt x="954" y="372"/>
                  </a:lnTo>
                  <a:lnTo>
                    <a:pt x="972" y="390"/>
                  </a:lnTo>
                  <a:lnTo>
                    <a:pt x="978" y="390"/>
                  </a:lnTo>
                  <a:lnTo>
                    <a:pt x="984" y="378"/>
                  </a:lnTo>
                  <a:lnTo>
                    <a:pt x="996" y="372"/>
                  </a:lnTo>
                  <a:lnTo>
                    <a:pt x="1002" y="360"/>
                  </a:lnTo>
                  <a:lnTo>
                    <a:pt x="1020" y="360"/>
                  </a:lnTo>
                  <a:lnTo>
                    <a:pt x="1032" y="366"/>
                  </a:lnTo>
                  <a:lnTo>
                    <a:pt x="1038" y="372"/>
                  </a:lnTo>
                  <a:lnTo>
                    <a:pt x="1014" y="408"/>
                  </a:lnTo>
                  <a:lnTo>
                    <a:pt x="1026" y="408"/>
                  </a:lnTo>
                  <a:lnTo>
                    <a:pt x="1032" y="414"/>
                  </a:lnTo>
                  <a:lnTo>
                    <a:pt x="1044" y="414"/>
                  </a:lnTo>
                  <a:lnTo>
                    <a:pt x="1050" y="420"/>
                  </a:lnTo>
                  <a:lnTo>
                    <a:pt x="1056" y="420"/>
                  </a:lnTo>
                  <a:lnTo>
                    <a:pt x="1068" y="414"/>
                  </a:lnTo>
                  <a:lnTo>
                    <a:pt x="1086" y="414"/>
                  </a:lnTo>
                  <a:lnTo>
                    <a:pt x="1092" y="420"/>
                  </a:lnTo>
                  <a:lnTo>
                    <a:pt x="1098" y="420"/>
                  </a:lnTo>
                  <a:lnTo>
                    <a:pt x="1104" y="426"/>
                  </a:lnTo>
                  <a:lnTo>
                    <a:pt x="1110" y="426"/>
                  </a:lnTo>
                  <a:lnTo>
                    <a:pt x="1128" y="408"/>
                  </a:lnTo>
                  <a:lnTo>
                    <a:pt x="1146" y="402"/>
                  </a:lnTo>
                  <a:lnTo>
                    <a:pt x="1146" y="396"/>
                  </a:lnTo>
                  <a:lnTo>
                    <a:pt x="1158" y="396"/>
                  </a:lnTo>
                  <a:lnTo>
                    <a:pt x="1170" y="390"/>
                  </a:lnTo>
                  <a:lnTo>
                    <a:pt x="1182" y="378"/>
                  </a:lnTo>
                  <a:lnTo>
                    <a:pt x="1182" y="366"/>
                  </a:lnTo>
                  <a:lnTo>
                    <a:pt x="1170" y="366"/>
                  </a:lnTo>
                  <a:lnTo>
                    <a:pt x="1158" y="372"/>
                  </a:lnTo>
                  <a:lnTo>
                    <a:pt x="1152" y="372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72" name="USA (Alaska)" descr="© INSCALE GmbH, 05.05.2010&#10;http://www.presentationload.com/">
              <a:extLst>
                <a:ext uri="{FF2B5EF4-FFF2-40B4-BE49-F238E27FC236}">
                  <a16:creationId xmlns:a16="http://schemas.microsoft.com/office/drawing/2014/main" id="{B5E0ACE4-3BF8-485A-A3AA-2736A32F0A80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88503" y="1172952"/>
              <a:ext cx="1015839" cy="436705"/>
            </a:xfrm>
            <a:custGeom>
              <a:avLst/>
              <a:gdLst>
                <a:gd name="T0" fmla="*/ 2147483647 w 3072"/>
                <a:gd name="T1" fmla="*/ 2147483647 h 1332"/>
                <a:gd name="T2" fmla="*/ 2147483647 w 3072"/>
                <a:gd name="T3" fmla="*/ 2147483647 h 1332"/>
                <a:gd name="T4" fmla="*/ 2147483647 w 3072"/>
                <a:gd name="T5" fmla="*/ 2147483647 h 1332"/>
                <a:gd name="T6" fmla="*/ 2147483647 w 3072"/>
                <a:gd name="T7" fmla="*/ 2147483647 h 1332"/>
                <a:gd name="T8" fmla="*/ 2147483647 w 3072"/>
                <a:gd name="T9" fmla="*/ 2147483647 h 1332"/>
                <a:gd name="T10" fmla="*/ 2147483647 w 3072"/>
                <a:gd name="T11" fmla="*/ 2147483647 h 1332"/>
                <a:gd name="T12" fmla="*/ 2147483647 w 3072"/>
                <a:gd name="T13" fmla="*/ 2147483647 h 1332"/>
                <a:gd name="T14" fmla="*/ 2147483647 w 3072"/>
                <a:gd name="T15" fmla="*/ 2147483647 h 1332"/>
                <a:gd name="T16" fmla="*/ 2147483647 w 3072"/>
                <a:gd name="T17" fmla="*/ 2147483647 h 1332"/>
                <a:gd name="T18" fmla="*/ 2147483647 w 3072"/>
                <a:gd name="T19" fmla="*/ 2147483647 h 1332"/>
                <a:gd name="T20" fmla="*/ 2147483647 w 3072"/>
                <a:gd name="T21" fmla="*/ 2147483647 h 1332"/>
                <a:gd name="T22" fmla="*/ 2147483647 w 3072"/>
                <a:gd name="T23" fmla="*/ 0 h 1332"/>
                <a:gd name="T24" fmla="*/ 2147483647 w 3072"/>
                <a:gd name="T25" fmla="*/ 2147483647 h 1332"/>
                <a:gd name="T26" fmla="*/ 2147483647 w 3072"/>
                <a:gd name="T27" fmla="*/ 2147483647 h 1332"/>
                <a:gd name="T28" fmla="*/ 2147483647 w 3072"/>
                <a:gd name="T29" fmla="*/ 2147483647 h 1332"/>
                <a:gd name="T30" fmla="*/ 2147483647 w 3072"/>
                <a:gd name="T31" fmla="*/ 2147483647 h 1332"/>
                <a:gd name="T32" fmla="*/ 2147483647 w 3072"/>
                <a:gd name="T33" fmla="*/ 2147483647 h 1332"/>
                <a:gd name="T34" fmla="*/ 2147483647 w 3072"/>
                <a:gd name="T35" fmla="*/ 2147483647 h 1332"/>
                <a:gd name="T36" fmla="*/ 2147483647 w 3072"/>
                <a:gd name="T37" fmla="*/ 2147483647 h 1332"/>
                <a:gd name="T38" fmla="*/ 2147483647 w 3072"/>
                <a:gd name="T39" fmla="*/ 2147483647 h 1332"/>
                <a:gd name="T40" fmla="*/ 2147483647 w 3072"/>
                <a:gd name="T41" fmla="*/ 2147483647 h 1332"/>
                <a:gd name="T42" fmla="*/ 2147483647 w 3072"/>
                <a:gd name="T43" fmla="*/ 2147483647 h 1332"/>
                <a:gd name="T44" fmla="*/ 2147483647 w 3072"/>
                <a:gd name="T45" fmla="*/ 2147483647 h 1332"/>
                <a:gd name="T46" fmla="*/ 2147483647 w 3072"/>
                <a:gd name="T47" fmla="*/ 2147483647 h 1332"/>
                <a:gd name="T48" fmla="*/ 2147483647 w 3072"/>
                <a:gd name="T49" fmla="*/ 2147483647 h 1332"/>
                <a:gd name="T50" fmla="*/ 2147483647 w 3072"/>
                <a:gd name="T51" fmla="*/ 2147483647 h 1332"/>
                <a:gd name="T52" fmla="*/ 2147483647 w 3072"/>
                <a:gd name="T53" fmla="*/ 2147483647 h 1332"/>
                <a:gd name="T54" fmla="*/ 2147483647 w 3072"/>
                <a:gd name="T55" fmla="*/ 2147483647 h 1332"/>
                <a:gd name="T56" fmla="*/ 2147483647 w 3072"/>
                <a:gd name="T57" fmla="*/ 2147483647 h 1332"/>
                <a:gd name="T58" fmla="*/ 2147483647 w 3072"/>
                <a:gd name="T59" fmla="*/ 2147483647 h 1332"/>
                <a:gd name="T60" fmla="*/ 2147483647 w 3072"/>
                <a:gd name="T61" fmla="*/ 2147483647 h 1332"/>
                <a:gd name="T62" fmla="*/ 2147483647 w 3072"/>
                <a:gd name="T63" fmla="*/ 2147483647 h 1332"/>
                <a:gd name="T64" fmla="*/ 2147483647 w 3072"/>
                <a:gd name="T65" fmla="*/ 2147483647 h 1332"/>
                <a:gd name="T66" fmla="*/ 2147483647 w 3072"/>
                <a:gd name="T67" fmla="*/ 2147483647 h 1332"/>
                <a:gd name="T68" fmla="*/ 2147483647 w 3072"/>
                <a:gd name="T69" fmla="*/ 2147483647 h 1332"/>
                <a:gd name="T70" fmla="*/ 2147483647 w 3072"/>
                <a:gd name="T71" fmla="*/ 2147483647 h 1332"/>
                <a:gd name="T72" fmla="*/ 2147483647 w 3072"/>
                <a:gd name="T73" fmla="*/ 2147483647 h 1332"/>
                <a:gd name="T74" fmla="*/ 2147483647 w 3072"/>
                <a:gd name="T75" fmla="*/ 2147483647 h 1332"/>
                <a:gd name="T76" fmla="*/ 2147483647 w 3072"/>
                <a:gd name="T77" fmla="*/ 2147483647 h 1332"/>
                <a:gd name="T78" fmla="*/ 2147483647 w 3072"/>
                <a:gd name="T79" fmla="*/ 2147483647 h 1332"/>
                <a:gd name="T80" fmla="*/ 2147483647 w 3072"/>
                <a:gd name="T81" fmla="*/ 2147483647 h 1332"/>
                <a:gd name="T82" fmla="*/ 2147483647 w 3072"/>
                <a:gd name="T83" fmla="*/ 2147483647 h 1332"/>
                <a:gd name="T84" fmla="*/ 2147483647 w 3072"/>
                <a:gd name="T85" fmla="*/ 2147483647 h 1332"/>
                <a:gd name="T86" fmla="*/ 2147483647 w 3072"/>
                <a:gd name="T87" fmla="*/ 2147483647 h 1332"/>
                <a:gd name="T88" fmla="*/ 2147483647 w 3072"/>
                <a:gd name="T89" fmla="*/ 2147483647 h 1332"/>
                <a:gd name="T90" fmla="*/ 2147483647 w 3072"/>
                <a:gd name="T91" fmla="*/ 2147483647 h 1332"/>
                <a:gd name="T92" fmla="*/ 2147483647 w 3072"/>
                <a:gd name="T93" fmla="*/ 2147483647 h 1332"/>
                <a:gd name="T94" fmla="*/ 2147483647 w 3072"/>
                <a:gd name="T95" fmla="*/ 2147483647 h 1332"/>
                <a:gd name="T96" fmla="*/ 2147483647 w 3072"/>
                <a:gd name="T97" fmla="*/ 2147483647 h 1332"/>
                <a:gd name="T98" fmla="*/ 2147483647 w 3072"/>
                <a:gd name="T99" fmla="*/ 2147483647 h 1332"/>
                <a:gd name="T100" fmla="*/ 2147483647 w 3072"/>
                <a:gd name="T101" fmla="*/ 2147483647 h 1332"/>
                <a:gd name="T102" fmla="*/ 2147483647 w 3072"/>
                <a:gd name="T103" fmla="*/ 2147483647 h 1332"/>
                <a:gd name="T104" fmla="*/ 2147483647 w 3072"/>
                <a:gd name="T105" fmla="*/ 2147483647 h 1332"/>
                <a:gd name="T106" fmla="*/ 2147483647 w 3072"/>
                <a:gd name="T107" fmla="*/ 2147483647 h 1332"/>
                <a:gd name="T108" fmla="*/ 2147483647 w 3072"/>
                <a:gd name="T109" fmla="*/ 2147483647 h 1332"/>
                <a:gd name="T110" fmla="*/ 2147483647 w 3072"/>
                <a:gd name="T111" fmla="*/ 2147483647 h 1332"/>
                <a:gd name="T112" fmla="*/ 2147483647 w 3072"/>
                <a:gd name="T113" fmla="*/ 2147483647 h 1332"/>
                <a:gd name="T114" fmla="*/ 2147483647 w 3072"/>
                <a:gd name="T115" fmla="*/ 2147483647 h 1332"/>
                <a:gd name="T116" fmla="*/ 2147483647 w 3072"/>
                <a:gd name="T117" fmla="*/ 2147483647 h 1332"/>
                <a:gd name="T118" fmla="*/ 2147483647 w 3072"/>
                <a:gd name="T119" fmla="*/ 2147483647 h 1332"/>
                <a:gd name="T120" fmla="*/ 2147483647 w 3072"/>
                <a:gd name="T121" fmla="*/ 2147483647 h 133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072"/>
                <a:gd name="T184" fmla="*/ 0 h 1332"/>
                <a:gd name="T185" fmla="*/ 3072 w 3072"/>
                <a:gd name="T186" fmla="*/ 1332 h 133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072" h="1332">
                  <a:moveTo>
                    <a:pt x="2454" y="930"/>
                  </a:moveTo>
                  <a:lnTo>
                    <a:pt x="2418" y="966"/>
                  </a:lnTo>
                  <a:lnTo>
                    <a:pt x="2400" y="1002"/>
                  </a:lnTo>
                  <a:lnTo>
                    <a:pt x="2412" y="1002"/>
                  </a:lnTo>
                  <a:lnTo>
                    <a:pt x="2448" y="984"/>
                  </a:lnTo>
                  <a:lnTo>
                    <a:pt x="2460" y="972"/>
                  </a:lnTo>
                  <a:lnTo>
                    <a:pt x="2460" y="954"/>
                  </a:lnTo>
                  <a:lnTo>
                    <a:pt x="2472" y="942"/>
                  </a:lnTo>
                  <a:lnTo>
                    <a:pt x="2460" y="930"/>
                  </a:lnTo>
                  <a:lnTo>
                    <a:pt x="2454" y="930"/>
                  </a:lnTo>
                  <a:close/>
                  <a:moveTo>
                    <a:pt x="2400" y="930"/>
                  </a:moveTo>
                  <a:lnTo>
                    <a:pt x="2388" y="930"/>
                  </a:lnTo>
                  <a:lnTo>
                    <a:pt x="2376" y="936"/>
                  </a:lnTo>
                  <a:lnTo>
                    <a:pt x="2364" y="948"/>
                  </a:lnTo>
                  <a:lnTo>
                    <a:pt x="2364" y="954"/>
                  </a:lnTo>
                  <a:lnTo>
                    <a:pt x="2370" y="966"/>
                  </a:lnTo>
                  <a:lnTo>
                    <a:pt x="2376" y="972"/>
                  </a:lnTo>
                  <a:lnTo>
                    <a:pt x="2406" y="972"/>
                  </a:lnTo>
                  <a:lnTo>
                    <a:pt x="2412" y="960"/>
                  </a:lnTo>
                  <a:lnTo>
                    <a:pt x="2418" y="954"/>
                  </a:lnTo>
                  <a:lnTo>
                    <a:pt x="2418" y="942"/>
                  </a:lnTo>
                  <a:lnTo>
                    <a:pt x="2406" y="936"/>
                  </a:lnTo>
                  <a:lnTo>
                    <a:pt x="2400" y="930"/>
                  </a:lnTo>
                  <a:close/>
                  <a:moveTo>
                    <a:pt x="2316" y="1188"/>
                  </a:moveTo>
                  <a:lnTo>
                    <a:pt x="2328" y="1188"/>
                  </a:lnTo>
                  <a:lnTo>
                    <a:pt x="2340" y="1152"/>
                  </a:lnTo>
                  <a:lnTo>
                    <a:pt x="2322" y="1158"/>
                  </a:lnTo>
                  <a:lnTo>
                    <a:pt x="2316" y="1188"/>
                  </a:lnTo>
                  <a:close/>
                  <a:moveTo>
                    <a:pt x="2388" y="1074"/>
                  </a:moveTo>
                  <a:lnTo>
                    <a:pt x="2370" y="1086"/>
                  </a:lnTo>
                  <a:lnTo>
                    <a:pt x="2382" y="1098"/>
                  </a:lnTo>
                  <a:lnTo>
                    <a:pt x="2388" y="1098"/>
                  </a:lnTo>
                  <a:lnTo>
                    <a:pt x="2382" y="1104"/>
                  </a:lnTo>
                  <a:lnTo>
                    <a:pt x="2376" y="1104"/>
                  </a:lnTo>
                  <a:lnTo>
                    <a:pt x="2364" y="1116"/>
                  </a:lnTo>
                  <a:lnTo>
                    <a:pt x="2358" y="1116"/>
                  </a:lnTo>
                  <a:lnTo>
                    <a:pt x="2352" y="1122"/>
                  </a:lnTo>
                  <a:lnTo>
                    <a:pt x="2352" y="1152"/>
                  </a:lnTo>
                  <a:lnTo>
                    <a:pt x="2358" y="1164"/>
                  </a:lnTo>
                  <a:lnTo>
                    <a:pt x="2358" y="1188"/>
                  </a:lnTo>
                  <a:lnTo>
                    <a:pt x="2370" y="1182"/>
                  </a:lnTo>
                  <a:lnTo>
                    <a:pt x="2376" y="1170"/>
                  </a:lnTo>
                  <a:lnTo>
                    <a:pt x="2388" y="1164"/>
                  </a:lnTo>
                  <a:lnTo>
                    <a:pt x="2394" y="1158"/>
                  </a:lnTo>
                  <a:lnTo>
                    <a:pt x="2394" y="1146"/>
                  </a:lnTo>
                  <a:lnTo>
                    <a:pt x="2382" y="1134"/>
                  </a:lnTo>
                  <a:lnTo>
                    <a:pt x="2394" y="1134"/>
                  </a:lnTo>
                  <a:lnTo>
                    <a:pt x="2412" y="1116"/>
                  </a:lnTo>
                  <a:lnTo>
                    <a:pt x="2412" y="1098"/>
                  </a:lnTo>
                  <a:lnTo>
                    <a:pt x="2388" y="1074"/>
                  </a:lnTo>
                  <a:close/>
                  <a:moveTo>
                    <a:pt x="2562" y="1080"/>
                  </a:moveTo>
                  <a:lnTo>
                    <a:pt x="2550" y="1080"/>
                  </a:lnTo>
                  <a:lnTo>
                    <a:pt x="2550" y="1074"/>
                  </a:lnTo>
                  <a:lnTo>
                    <a:pt x="2544" y="1068"/>
                  </a:lnTo>
                  <a:lnTo>
                    <a:pt x="2538" y="1068"/>
                  </a:lnTo>
                  <a:lnTo>
                    <a:pt x="2532" y="1062"/>
                  </a:lnTo>
                  <a:lnTo>
                    <a:pt x="2520" y="1056"/>
                  </a:lnTo>
                  <a:lnTo>
                    <a:pt x="2514" y="1050"/>
                  </a:lnTo>
                  <a:lnTo>
                    <a:pt x="2514" y="1044"/>
                  </a:lnTo>
                  <a:lnTo>
                    <a:pt x="2520" y="1032"/>
                  </a:lnTo>
                  <a:lnTo>
                    <a:pt x="2520" y="1020"/>
                  </a:lnTo>
                  <a:lnTo>
                    <a:pt x="2526" y="1008"/>
                  </a:lnTo>
                  <a:lnTo>
                    <a:pt x="2532" y="1002"/>
                  </a:lnTo>
                  <a:lnTo>
                    <a:pt x="2532" y="960"/>
                  </a:lnTo>
                  <a:lnTo>
                    <a:pt x="2550" y="924"/>
                  </a:lnTo>
                  <a:lnTo>
                    <a:pt x="2550" y="906"/>
                  </a:lnTo>
                  <a:lnTo>
                    <a:pt x="2544" y="894"/>
                  </a:lnTo>
                  <a:lnTo>
                    <a:pt x="2526" y="876"/>
                  </a:lnTo>
                  <a:lnTo>
                    <a:pt x="2538" y="864"/>
                  </a:lnTo>
                  <a:lnTo>
                    <a:pt x="2538" y="834"/>
                  </a:lnTo>
                  <a:lnTo>
                    <a:pt x="2544" y="828"/>
                  </a:lnTo>
                  <a:lnTo>
                    <a:pt x="2550" y="828"/>
                  </a:lnTo>
                  <a:lnTo>
                    <a:pt x="2556" y="822"/>
                  </a:lnTo>
                  <a:lnTo>
                    <a:pt x="2550" y="816"/>
                  </a:lnTo>
                  <a:lnTo>
                    <a:pt x="2532" y="810"/>
                  </a:lnTo>
                  <a:lnTo>
                    <a:pt x="2520" y="810"/>
                  </a:lnTo>
                  <a:lnTo>
                    <a:pt x="2502" y="816"/>
                  </a:lnTo>
                  <a:lnTo>
                    <a:pt x="2490" y="816"/>
                  </a:lnTo>
                  <a:lnTo>
                    <a:pt x="2484" y="822"/>
                  </a:lnTo>
                  <a:lnTo>
                    <a:pt x="2478" y="822"/>
                  </a:lnTo>
                  <a:lnTo>
                    <a:pt x="2478" y="834"/>
                  </a:lnTo>
                  <a:lnTo>
                    <a:pt x="2460" y="834"/>
                  </a:lnTo>
                  <a:lnTo>
                    <a:pt x="2454" y="840"/>
                  </a:lnTo>
                  <a:lnTo>
                    <a:pt x="2442" y="846"/>
                  </a:lnTo>
                  <a:lnTo>
                    <a:pt x="2430" y="846"/>
                  </a:lnTo>
                  <a:lnTo>
                    <a:pt x="2418" y="852"/>
                  </a:lnTo>
                  <a:lnTo>
                    <a:pt x="2406" y="852"/>
                  </a:lnTo>
                  <a:lnTo>
                    <a:pt x="2400" y="858"/>
                  </a:lnTo>
                  <a:lnTo>
                    <a:pt x="2394" y="858"/>
                  </a:lnTo>
                  <a:lnTo>
                    <a:pt x="2388" y="864"/>
                  </a:lnTo>
                  <a:lnTo>
                    <a:pt x="2376" y="870"/>
                  </a:lnTo>
                  <a:lnTo>
                    <a:pt x="2370" y="876"/>
                  </a:lnTo>
                  <a:lnTo>
                    <a:pt x="2364" y="876"/>
                  </a:lnTo>
                  <a:lnTo>
                    <a:pt x="2364" y="864"/>
                  </a:lnTo>
                  <a:lnTo>
                    <a:pt x="2382" y="846"/>
                  </a:lnTo>
                  <a:lnTo>
                    <a:pt x="2376" y="840"/>
                  </a:lnTo>
                  <a:lnTo>
                    <a:pt x="2364" y="834"/>
                  </a:lnTo>
                  <a:lnTo>
                    <a:pt x="2358" y="828"/>
                  </a:lnTo>
                  <a:lnTo>
                    <a:pt x="2358" y="810"/>
                  </a:lnTo>
                  <a:lnTo>
                    <a:pt x="2352" y="798"/>
                  </a:lnTo>
                  <a:lnTo>
                    <a:pt x="2352" y="792"/>
                  </a:lnTo>
                  <a:lnTo>
                    <a:pt x="2376" y="768"/>
                  </a:lnTo>
                  <a:lnTo>
                    <a:pt x="2340" y="768"/>
                  </a:lnTo>
                  <a:lnTo>
                    <a:pt x="2328" y="780"/>
                  </a:lnTo>
                  <a:lnTo>
                    <a:pt x="2274" y="780"/>
                  </a:lnTo>
                  <a:lnTo>
                    <a:pt x="2274" y="768"/>
                  </a:lnTo>
                  <a:lnTo>
                    <a:pt x="2280" y="756"/>
                  </a:lnTo>
                  <a:lnTo>
                    <a:pt x="2292" y="750"/>
                  </a:lnTo>
                  <a:lnTo>
                    <a:pt x="2298" y="744"/>
                  </a:lnTo>
                  <a:lnTo>
                    <a:pt x="3072" y="108"/>
                  </a:lnTo>
                  <a:lnTo>
                    <a:pt x="3054" y="108"/>
                  </a:lnTo>
                  <a:lnTo>
                    <a:pt x="3054" y="102"/>
                  </a:lnTo>
                  <a:lnTo>
                    <a:pt x="3048" y="90"/>
                  </a:lnTo>
                  <a:lnTo>
                    <a:pt x="3036" y="84"/>
                  </a:lnTo>
                  <a:lnTo>
                    <a:pt x="3030" y="78"/>
                  </a:lnTo>
                  <a:lnTo>
                    <a:pt x="3012" y="78"/>
                  </a:lnTo>
                  <a:lnTo>
                    <a:pt x="2988" y="84"/>
                  </a:lnTo>
                  <a:lnTo>
                    <a:pt x="2964" y="84"/>
                  </a:lnTo>
                  <a:lnTo>
                    <a:pt x="2928" y="96"/>
                  </a:lnTo>
                  <a:lnTo>
                    <a:pt x="2916" y="96"/>
                  </a:lnTo>
                  <a:lnTo>
                    <a:pt x="2892" y="84"/>
                  </a:lnTo>
                  <a:lnTo>
                    <a:pt x="2886" y="78"/>
                  </a:lnTo>
                  <a:lnTo>
                    <a:pt x="2874" y="72"/>
                  </a:lnTo>
                  <a:lnTo>
                    <a:pt x="2784" y="72"/>
                  </a:lnTo>
                  <a:lnTo>
                    <a:pt x="2772" y="66"/>
                  </a:lnTo>
                  <a:lnTo>
                    <a:pt x="2766" y="60"/>
                  </a:lnTo>
                  <a:lnTo>
                    <a:pt x="2748" y="60"/>
                  </a:lnTo>
                  <a:lnTo>
                    <a:pt x="2736" y="54"/>
                  </a:lnTo>
                  <a:lnTo>
                    <a:pt x="2598" y="54"/>
                  </a:lnTo>
                  <a:lnTo>
                    <a:pt x="2598" y="42"/>
                  </a:lnTo>
                  <a:lnTo>
                    <a:pt x="2604" y="36"/>
                  </a:lnTo>
                  <a:lnTo>
                    <a:pt x="2592" y="36"/>
                  </a:lnTo>
                  <a:lnTo>
                    <a:pt x="2574" y="30"/>
                  </a:lnTo>
                  <a:lnTo>
                    <a:pt x="2562" y="30"/>
                  </a:lnTo>
                  <a:lnTo>
                    <a:pt x="2550" y="24"/>
                  </a:lnTo>
                  <a:lnTo>
                    <a:pt x="2532" y="24"/>
                  </a:lnTo>
                  <a:lnTo>
                    <a:pt x="2520" y="30"/>
                  </a:lnTo>
                  <a:lnTo>
                    <a:pt x="2496" y="30"/>
                  </a:lnTo>
                  <a:lnTo>
                    <a:pt x="2490" y="36"/>
                  </a:lnTo>
                  <a:lnTo>
                    <a:pt x="2484" y="36"/>
                  </a:lnTo>
                  <a:lnTo>
                    <a:pt x="2514" y="0"/>
                  </a:lnTo>
                  <a:lnTo>
                    <a:pt x="2430" y="36"/>
                  </a:lnTo>
                  <a:lnTo>
                    <a:pt x="2460" y="0"/>
                  </a:lnTo>
                  <a:lnTo>
                    <a:pt x="2430" y="0"/>
                  </a:lnTo>
                  <a:lnTo>
                    <a:pt x="2418" y="6"/>
                  </a:lnTo>
                  <a:lnTo>
                    <a:pt x="2412" y="12"/>
                  </a:lnTo>
                  <a:lnTo>
                    <a:pt x="2358" y="30"/>
                  </a:lnTo>
                  <a:lnTo>
                    <a:pt x="2232" y="30"/>
                  </a:lnTo>
                  <a:lnTo>
                    <a:pt x="2214" y="36"/>
                  </a:lnTo>
                  <a:lnTo>
                    <a:pt x="2208" y="42"/>
                  </a:lnTo>
                  <a:lnTo>
                    <a:pt x="2184" y="54"/>
                  </a:lnTo>
                  <a:lnTo>
                    <a:pt x="2172" y="54"/>
                  </a:lnTo>
                  <a:lnTo>
                    <a:pt x="2166" y="60"/>
                  </a:lnTo>
                  <a:lnTo>
                    <a:pt x="2046" y="60"/>
                  </a:lnTo>
                  <a:lnTo>
                    <a:pt x="2004" y="72"/>
                  </a:lnTo>
                  <a:lnTo>
                    <a:pt x="1956" y="102"/>
                  </a:lnTo>
                  <a:lnTo>
                    <a:pt x="1902" y="132"/>
                  </a:lnTo>
                  <a:lnTo>
                    <a:pt x="1854" y="144"/>
                  </a:lnTo>
                  <a:lnTo>
                    <a:pt x="1758" y="156"/>
                  </a:lnTo>
                  <a:lnTo>
                    <a:pt x="1722" y="162"/>
                  </a:lnTo>
                  <a:lnTo>
                    <a:pt x="1704" y="162"/>
                  </a:lnTo>
                  <a:lnTo>
                    <a:pt x="1698" y="168"/>
                  </a:lnTo>
                  <a:lnTo>
                    <a:pt x="1644" y="186"/>
                  </a:lnTo>
                  <a:lnTo>
                    <a:pt x="1632" y="192"/>
                  </a:lnTo>
                  <a:lnTo>
                    <a:pt x="1620" y="192"/>
                  </a:lnTo>
                  <a:lnTo>
                    <a:pt x="1620" y="198"/>
                  </a:lnTo>
                  <a:lnTo>
                    <a:pt x="1626" y="204"/>
                  </a:lnTo>
                  <a:lnTo>
                    <a:pt x="1638" y="210"/>
                  </a:lnTo>
                  <a:lnTo>
                    <a:pt x="1650" y="222"/>
                  </a:lnTo>
                  <a:lnTo>
                    <a:pt x="1656" y="222"/>
                  </a:lnTo>
                  <a:lnTo>
                    <a:pt x="1662" y="234"/>
                  </a:lnTo>
                  <a:lnTo>
                    <a:pt x="1662" y="240"/>
                  </a:lnTo>
                  <a:lnTo>
                    <a:pt x="1668" y="252"/>
                  </a:lnTo>
                  <a:lnTo>
                    <a:pt x="1668" y="264"/>
                  </a:lnTo>
                  <a:lnTo>
                    <a:pt x="1662" y="264"/>
                  </a:lnTo>
                  <a:lnTo>
                    <a:pt x="1650" y="270"/>
                  </a:lnTo>
                  <a:lnTo>
                    <a:pt x="1644" y="282"/>
                  </a:lnTo>
                  <a:lnTo>
                    <a:pt x="1734" y="282"/>
                  </a:lnTo>
                  <a:lnTo>
                    <a:pt x="1704" y="318"/>
                  </a:lnTo>
                  <a:lnTo>
                    <a:pt x="1770" y="318"/>
                  </a:lnTo>
                  <a:lnTo>
                    <a:pt x="1764" y="336"/>
                  </a:lnTo>
                  <a:lnTo>
                    <a:pt x="1710" y="336"/>
                  </a:lnTo>
                  <a:lnTo>
                    <a:pt x="1698" y="348"/>
                  </a:lnTo>
                  <a:lnTo>
                    <a:pt x="1632" y="348"/>
                  </a:lnTo>
                  <a:lnTo>
                    <a:pt x="1614" y="354"/>
                  </a:lnTo>
                  <a:lnTo>
                    <a:pt x="1560" y="354"/>
                  </a:lnTo>
                  <a:lnTo>
                    <a:pt x="1554" y="348"/>
                  </a:lnTo>
                  <a:lnTo>
                    <a:pt x="1548" y="348"/>
                  </a:lnTo>
                  <a:lnTo>
                    <a:pt x="1554" y="342"/>
                  </a:lnTo>
                  <a:lnTo>
                    <a:pt x="1560" y="342"/>
                  </a:lnTo>
                  <a:lnTo>
                    <a:pt x="1572" y="330"/>
                  </a:lnTo>
                  <a:lnTo>
                    <a:pt x="1566" y="324"/>
                  </a:lnTo>
                  <a:lnTo>
                    <a:pt x="1458" y="324"/>
                  </a:lnTo>
                  <a:lnTo>
                    <a:pt x="1452" y="330"/>
                  </a:lnTo>
                  <a:lnTo>
                    <a:pt x="1452" y="348"/>
                  </a:lnTo>
                  <a:lnTo>
                    <a:pt x="1434" y="348"/>
                  </a:lnTo>
                  <a:lnTo>
                    <a:pt x="1422" y="354"/>
                  </a:lnTo>
                  <a:lnTo>
                    <a:pt x="1404" y="354"/>
                  </a:lnTo>
                  <a:lnTo>
                    <a:pt x="1386" y="360"/>
                  </a:lnTo>
                  <a:lnTo>
                    <a:pt x="1338" y="360"/>
                  </a:lnTo>
                  <a:lnTo>
                    <a:pt x="1308" y="366"/>
                  </a:lnTo>
                  <a:lnTo>
                    <a:pt x="1254" y="384"/>
                  </a:lnTo>
                  <a:lnTo>
                    <a:pt x="1254" y="390"/>
                  </a:lnTo>
                  <a:lnTo>
                    <a:pt x="1272" y="396"/>
                  </a:lnTo>
                  <a:lnTo>
                    <a:pt x="1284" y="402"/>
                  </a:lnTo>
                  <a:lnTo>
                    <a:pt x="1314" y="402"/>
                  </a:lnTo>
                  <a:lnTo>
                    <a:pt x="1272" y="420"/>
                  </a:lnTo>
                  <a:lnTo>
                    <a:pt x="1260" y="462"/>
                  </a:lnTo>
                  <a:lnTo>
                    <a:pt x="1272" y="462"/>
                  </a:lnTo>
                  <a:lnTo>
                    <a:pt x="1290" y="468"/>
                  </a:lnTo>
                  <a:lnTo>
                    <a:pt x="1338" y="468"/>
                  </a:lnTo>
                  <a:lnTo>
                    <a:pt x="1350" y="462"/>
                  </a:lnTo>
                  <a:lnTo>
                    <a:pt x="1362" y="462"/>
                  </a:lnTo>
                  <a:lnTo>
                    <a:pt x="1410" y="474"/>
                  </a:lnTo>
                  <a:lnTo>
                    <a:pt x="1422" y="456"/>
                  </a:lnTo>
                  <a:lnTo>
                    <a:pt x="1434" y="474"/>
                  </a:lnTo>
                  <a:lnTo>
                    <a:pt x="1446" y="468"/>
                  </a:lnTo>
                  <a:lnTo>
                    <a:pt x="1452" y="462"/>
                  </a:lnTo>
                  <a:lnTo>
                    <a:pt x="1476" y="450"/>
                  </a:lnTo>
                  <a:lnTo>
                    <a:pt x="1482" y="444"/>
                  </a:lnTo>
                  <a:lnTo>
                    <a:pt x="1494" y="444"/>
                  </a:lnTo>
                  <a:lnTo>
                    <a:pt x="1506" y="450"/>
                  </a:lnTo>
                  <a:lnTo>
                    <a:pt x="1524" y="450"/>
                  </a:lnTo>
                  <a:lnTo>
                    <a:pt x="1536" y="444"/>
                  </a:lnTo>
                  <a:lnTo>
                    <a:pt x="1542" y="438"/>
                  </a:lnTo>
                  <a:lnTo>
                    <a:pt x="1554" y="432"/>
                  </a:lnTo>
                  <a:lnTo>
                    <a:pt x="1560" y="432"/>
                  </a:lnTo>
                  <a:lnTo>
                    <a:pt x="1566" y="426"/>
                  </a:lnTo>
                  <a:lnTo>
                    <a:pt x="1566" y="450"/>
                  </a:lnTo>
                  <a:lnTo>
                    <a:pt x="1560" y="462"/>
                  </a:lnTo>
                  <a:lnTo>
                    <a:pt x="1554" y="468"/>
                  </a:lnTo>
                  <a:lnTo>
                    <a:pt x="1500" y="468"/>
                  </a:lnTo>
                  <a:lnTo>
                    <a:pt x="1506" y="498"/>
                  </a:lnTo>
                  <a:lnTo>
                    <a:pt x="1494" y="504"/>
                  </a:lnTo>
                  <a:lnTo>
                    <a:pt x="1488" y="516"/>
                  </a:lnTo>
                  <a:lnTo>
                    <a:pt x="1476" y="522"/>
                  </a:lnTo>
                  <a:lnTo>
                    <a:pt x="1464" y="534"/>
                  </a:lnTo>
                  <a:lnTo>
                    <a:pt x="1446" y="540"/>
                  </a:lnTo>
                  <a:lnTo>
                    <a:pt x="1380" y="540"/>
                  </a:lnTo>
                  <a:lnTo>
                    <a:pt x="1362" y="522"/>
                  </a:lnTo>
                  <a:lnTo>
                    <a:pt x="1344" y="534"/>
                  </a:lnTo>
                  <a:lnTo>
                    <a:pt x="1344" y="546"/>
                  </a:lnTo>
                  <a:lnTo>
                    <a:pt x="1338" y="546"/>
                  </a:lnTo>
                  <a:lnTo>
                    <a:pt x="1332" y="552"/>
                  </a:lnTo>
                  <a:lnTo>
                    <a:pt x="1320" y="558"/>
                  </a:lnTo>
                  <a:lnTo>
                    <a:pt x="1302" y="564"/>
                  </a:lnTo>
                  <a:lnTo>
                    <a:pt x="1290" y="570"/>
                  </a:lnTo>
                  <a:lnTo>
                    <a:pt x="1266" y="570"/>
                  </a:lnTo>
                  <a:lnTo>
                    <a:pt x="1242" y="558"/>
                  </a:lnTo>
                  <a:lnTo>
                    <a:pt x="1236" y="558"/>
                  </a:lnTo>
                  <a:lnTo>
                    <a:pt x="1140" y="606"/>
                  </a:lnTo>
                  <a:lnTo>
                    <a:pt x="1122" y="624"/>
                  </a:lnTo>
                  <a:lnTo>
                    <a:pt x="1116" y="606"/>
                  </a:lnTo>
                  <a:lnTo>
                    <a:pt x="1080" y="624"/>
                  </a:lnTo>
                  <a:lnTo>
                    <a:pt x="1068" y="624"/>
                  </a:lnTo>
                  <a:lnTo>
                    <a:pt x="1044" y="636"/>
                  </a:lnTo>
                  <a:lnTo>
                    <a:pt x="1020" y="660"/>
                  </a:lnTo>
                  <a:lnTo>
                    <a:pt x="990" y="648"/>
                  </a:lnTo>
                  <a:lnTo>
                    <a:pt x="990" y="672"/>
                  </a:lnTo>
                  <a:lnTo>
                    <a:pt x="984" y="666"/>
                  </a:lnTo>
                  <a:lnTo>
                    <a:pt x="972" y="666"/>
                  </a:lnTo>
                  <a:lnTo>
                    <a:pt x="966" y="672"/>
                  </a:lnTo>
                  <a:lnTo>
                    <a:pt x="966" y="690"/>
                  </a:lnTo>
                  <a:lnTo>
                    <a:pt x="954" y="708"/>
                  </a:lnTo>
                  <a:lnTo>
                    <a:pt x="1014" y="684"/>
                  </a:lnTo>
                  <a:lnTo>
                    <a:pt x="990" y="702"/>
                  </a:lnTo>
                  <a:lnTo>
                    <a:pt x="990" y="714"/>
                  </a:lnTo>
                  <a:lnTo>
                    <a:pt x="972" y="726"/>
                  </a:lnTo>
                  <a:lnTo>
                    <a:pt x="1026" y="726"/>
                  </a:lnTo>
                  <a:lnTo>
                    <a:pt x="1032" y="732"/>
                  </a:lnTo>
                  <a:lnTo>
                    <a:pt x="1032" y="738"/>
                  </a:lnTo>
                  <a:lnTo>
                    <a:pt x="1020" y="744"/>
                  </a:lnTo>
                  <a:lnTo>
                    <a:pt x="984" y="744"/>
                  </a:lnTo>
                  <a:lnTo>
                    <a:pt x="960" y="750"/>
                  </a:lnTo>
                  <a:lnTo>
                    <a:pt x="972" y="738"/>
                  </a:lnTo>
                  <a:lnTo>
                    <a:pt x="960" y="732"/>
                  </a:lnTo>
                  <a:lnTo>
                    <a:pt x="954" y="732"/>
                  </a:lnTo>
                  <a:lnTo>
                    <a:pt x="948" y="738"/>
                  </a:lnTo>
                  <a:lnTo>
                    <a:pt x="936" y="744"/>
                  </a:lnTo>
                  <a:lnTo>
                    <a:pt x="930" y="750"/>
                  </a:lnTo>
                  <a:lnTo>
                    <a:pt x="924" y="750"/>
                  </a:lnTo>
                  <a:lnTo>
                    <a:pt x="918" y="756"/>
                  </a:lnTo>
                  <a:lnTo>
                    <a:pt x="924" y="756"/>
                  </a:lnTo>
                  <a:lnTo>
                    <a:pt x="930" y="762"/>
                  </a:lnTo>
                  <a:lnTo>
                    <a:pt x="930" y="768"/>
                  </a:lnTo>
                  <a:lnTo>
                    <a:pt x="924" y="774"/>
                  </a:lnTo>
                  <a:lnTo>
                    <a:pt x="924" y="780"/>
                  </a:lnTo>
                  <a:lnTo>
                    <a:pt x="918" y="792"/>
                  </a:lnTo>
                  <a:lnTo>
                    <a:pt x="918" y="804"/>
                  </a:lnTo>
                  <a:lnTo>
                    <a:pt x="990" y="804"/>
                  </a:lnTo>
                  <a:lnTo>
                    <a:pt x="1038" y="774"/>
                  </a:lnTo>
                  <a:lnTo>
                    <a:pt x="1104" y="750"/>
                  </a:lnTo>
                  <a:lnTo>
                    <a:pt x="1098" y="750"/>
                  </a:lnTo>
                  <a:lnTo>
                    <a:pt x="1092" y="756"/>
                  </a:lnTo>
                  <a:lnTo>
                    <a:pt x="1080" y="762"/>
                  </a:lnTo>
                  <a:lnTo>
                    <a:pt x="1062" y="768"/>
                  </a:lnTo>
                  <a:lnTo>
                    <a:pt x="1050" y="780"/>
                  </a:lnTo>
                  <a:lnTo>
                    <a:pt x="1038" y="786"/>
                  </a:lnTo>
                  <a:lnTo>
                    <a:pt x="1026" y="798"/>
                  </a:lnTo>
                  <a:lnTo>
                    <a:pt x="1026" y="816"/>
                  </a:lnTo>
                  <a:lnTo>
                    <a:pt x="1020" y="828"/>
                  </a:lnTo>
                  <a:lnTo>
                    <a:pt x="990" y="828"/>
                  </a:lnTo>
                  <a:lnTo>
                    <a:pt x="978" y="834"/>
                  </a:lnTo>
                  <a:lnTo>
                    <a:pt x="972" y="852"/>
                  </a:lnTo>
                  <a:lnTo>
                    <a:pt x="966" y="864"/>
                  </a:lnTo>
                  <a:lnTo>
                    <a:pt x="954" y="870"/>
                  </a:lnTo>
                  <a:lnTo>
                    <a:pt x="942" y="882"/>
                  </a:lnTo>
                  <a:lnTo>
                    <a:pt x="930" y="888"/>
                  </a:lnTo>
                  <a:lnTo>
                    <a:pt x="924" y="894"/>
                  </a:lnTo>
                  <a:lnTo>
                    <a:pt x="978" y="888"/>
                  </a:lnTo>
                  <a:lnTo>
                    <a:pt x="972" y="906"/>
                  </a:lnTo>
                  <a:lnTo>
                    <a:pt x="978" y="894"/>
                  </a:lnTo>
                  <a:lnTo>
                    <a:pt x="990" y="888"/>
                  </a:lnTo>
                  <a:lnTo>
                    <a:pt x="1002" y="876"/>
                  </a:lnTo>
                  <a:lnTo>
                    <a:pt x="1026" y="864"/>
                  </a:lnTo>
                  <a:lnTo>
                    <a:pt x="1038" y="864"/>
                  </a:lnTo>
                  <a:lnTo>
                    <a:pt x="1050" y="870"/>
                  </a:lnTo>
                  <a:lnTo>
                    <a:pt x="1056" y="870"/>
                  </a:lnTo>
                  <a:lnTo>
                    <a:pt x="1056" y="876"/>
                  </a:lnTo>
                  <a:lnTo>
                    <a:pt x="1050" y="876"/>
                  </a:lnTo>
                  <a:lnTo>
                    <a:pt x="1074" y="870"/>
                  </a:lnTo>
                  <a:lnTo>
                    <a:pt x="1068" y="876"/>
                  </a:lnTo>
                  <a:lnTo>
                    <a:pt x="1068" y="906"/>
                  </a:lnTo>
                  <a:lnTo>
                    <a:pt x="1074" y="912"/>
                  </a:lnTo>
                  <a:lnTo>
                    <a:pt x="1092" y="912"/>
                  </a:lnTo>
                  <a:lnTo>
                    <a:pt x="1098" y="900"/>
                  </a:lnTo>
                  <a:lnTo>
                    <a:pt x="1110" y="894"/>
                  </a:lnTo>
                  <a:lnTo>
                    <a:pt x="1116" y="888"/>
                  </a:lnTo>
                  <a:lnTo>
                    <a:pt x="1122" y="876"/>
                  </a:lnTo>
                  <a:lnTo>
                    <a:pt x="1164" y="858"/>
                  </a:lnTo>
                  <a:lnTo>
                    <a:pt x="1176" y="870"/>
                  </a:lnTo>
                  <a:lnTo>
                    <a:pt x="1146" y="870"/>
                  </a:lnTo>
                  <a:lnTo>
                    <a:pt x="1140" y="876"/>
                  </a:lnTo>
                  <a:lnTo>
                    <a:pt x="1140" y="882"/>
                  </a:lnTo>
                  <a:lnTo>
                    <a:pt x="1134" y="888"/>
                  </a:lnTo>
                  <a:lnTo>
                    <a:pt x="1134" y="894"/>
                  </a:lnTo>
                  <a:lnTo>
                    <a:pt x="1152" y="894"/>
                  </a:lnTo>
                  <a:lnTo>
                    <a:pt x="1164" y="888"/>
                  </a:lnTo>
                  <a:lnTo>
                    <a:pt x="1182" y="888"/>
                  </a:lnTo>
                  <a:lnTo>
                    <a:pt x="1200" y="882"/>
                  </a:lnTo>
                  <a:lnTo>
                    <a:pt x="1218" y="882"/>
                  </a:lnTo>
                  <a:lnTo>
                    <a:pt x="1224" y="876"/>
                  </a:lnTo>
                  <a:lnTo>
                    <a:pt x="1230" y="876"/>
                  </a:lnTo>
                  <a:lnTo>
                    <a:pt x="1272" y="858"/>
                  </a:lnTo>
                  <a:lnTo>
                    <a:pt x="1224" y="882"/>
                  </a:lnTo>
                  <a:lnTo>
                    <a:pt x="1224" y="894"/>
                  </a:lnTo>
                  <a:lnTo>
                    <a:pt x="1212" y="894"/>
                  </a:lnTo>
                  <a:lnTo>
                    <a:pt x="1200" y="900"/>
                  </a:lnTo>
                  <a:lnTo>
                    <a:pt x="1188" y="900"/>
                  </a:lnTo>
                  <a:lnTo>
                    <a:pt x="1176" y="906"/>
                  </a:lnTo>
                  <a:lnTo>
                    <a:pt x="1170" y="912"/>
                  </a:lnTo>
                  <a:lnTo>
                    <a:pt x="1158" y="918"/>
                  </a:lnTo>
                  <a:lnTo>
                    <a:pt x="1152" y="930"/>
                  </a:lnTo>
                  <a:lnTo>
                    <a:pt x="1122" y="930"/>
                  </a:lnTo>
                  <a:lnTo>
                    <a:pt x="1086" y="960"/>
                  </a:lnTo>
                  <a:lnTo>
                    <a:pt x="1086" y="978"/>
                  </a:lnTo>
                  <a:lnTo>
                    <a:pt x="1038" y="978"/>
                  </a:lnTo>
                  <a:lnTo>
                    <a:pt x="1032" y="984"/>
                  </a:lnTo>
                  <a:lnTo>
                    <a:pt x="1020" y="984"/>
                  </a:lnTo>
                  <a:lnTo>
                    <a:pt x="1002" y="990"/>
                  </a:lnTo>
                  <a:lnTo>
                    <a:pt x="990" y="996"/>
                  </a:lnTo>
                  <a:lnTo>
                    <a:pt x="978" y="996"/>
                  </a:lnTo>
                  <a:lnTo>
                    <a:pt x="966" y="1008"/>
                  </a:lnTo>
                  <a:lnTo>
                    <a:pt x="966" y="1020"/>
                  </a:lnTo>
                  <a:lnTo>
                    <a:pt x="960" y="1026"/>
                  </a:lnTo>
                  <a:lnTo>
                    <a:pt x="960" y="1038"/>
                  </a:lnTo>
                  <a:lnTo>
                    <a:pt x="876" y="1038"/>
                  </a:lnTo>
                  <a:lnTo>
                    <a:pt x="858" y="1044"/>
                  </a:lnTo>
                  <a:lnTo>
                    <a:pt x="828" y="1062"/>
                  </a:lnTo>
                  <a:lnTo>
                    <a:pt x="804" y="1080"/>
                  </a:lnTo>
                  <a:lnTo>
                    <a:pt x="780" y="1092"/>
                  </a:lnTo>
                  <a:lnTo>
                    <a:pt x="774" y="1098"/>
                  </a:lnTo>
                  <a:lnTo>
                    <a:pt x="750" y="1104"/>
                  </a:lnTo>
                  <a:lnTo>
                    <a:pt x="738" y="1122"/>
                  </a:lnTo>
                  <a:lnTo>
                    <a:pt x="732" y="1104"/>
                  </a:lnTo>
                  <a:lnTo>
                    <a:pt x="672" y="1104"/>
                  </a:lnTo>
                  <a:lnTo>
                    <a:pt x="648" y="1116"/>
                  </a:lnTo>
                  <a:lnTo>
                    <a:pt x="630" y="1122"/>
                  </a:lnTo>
                  <a:lnTo>
                    <a:pt x="624" y="1128"/>
                  </a:lnTo>
                  <a:lnTo>
                    <a:pt x="606" y="1128"/>
                  </a:lnTo>
                  <a:lnTo>
                    <a:pt x="606" y="1140"/>
                  </a:lnTo>
                  <a:lnTo>
                    <a:pt x="576" y="1146"/>
                  </a:lnTo>
                  <a:lnTo>
                    <a:pt x="564" y="1152"/>
                  </a:lnTo>
                  <a:lnTo>
                    <a:pt x="540" y="1152"/>
                  </a:lnTo>
                  <a:lnTo>
                    <a:pt x="516" y="1170"/>
                  </a:lnTo>
                  <a:lnTo>
                    <a:pt x="522" y="1182"/>
                  </a:lnTo>
                  <a:lnTo>
                    <a:pt x="540" y="1164"/>
                  </a:lnTo>
                  <a:lnTo>
                    <a:pt x="558" y="1176"/>
                  </a:lnTo>
                  <a:lnTo>
                    <a:pt x="582" y="1158"/>
                  </a:lnTo>
                  <a:lnTo>
                    <a:pt x="582" y="1170"/>
                  </a:lnTo>
                  <a:lnTo>
                    <a:pt x="594" y="1170"/>
                  </a:lnTo>
                  <a:lnTo>
                    <a:pt x="606" y="1164"/>
                  </a:lnTo>
                  <a:lnTo>
                    <a:pt x="618" y="1164"/>
                  </a:lnTo>
                  <a:lnTo>
                    <a:pt x="642" y="1140"/>
                  </a:lnTo>
                  <a:lnTo>
                    <a:pt x="654" y="1134"/>
                  </a:lnTo>
                  <a:lnTo>
                    <a:pt x="666" y="1122"/>
                  </a:lnTo>
                  <a:lnTo>
                    <a:pt x="684" y="1122"/>
                  </a:lnTo>
                  <a:lnTo>
                    <a:pt x="684" y="1134"/>
                  </a:lnTo>
                  <a:lnTo>
                    <a:pt x="690" y="1140"/>
                  </a:lnTo>
                  <a:lnTo>
                    <a:pt x="708" y="1140"/>
                  </a:lnTo>
                  <a:lnTo>
                    <a:pt x="732" y="1128"/>
                  </a:lnTo>
                  <a:lnTo>
                    <a:pt x="744" y="1128"/>
                  </a:lnTo>
                  <a:lnTo>
                    <a:pt x="756" y="1122"/>
                  </a:lnTo>
                  <a:lnTo>
                    <a:pt x="762" y="1116"/>
                  </a:lnTo>
                  <a:lnTo>
                    <a:pt x="768" y="1116"/>
                  </a:lnTo>
                  <a:lnTo>
                    <a:pt x="804" y="1128"/>
                  </a:lnTo>
                  <a:lnTo>
                    <a:pt x="822" y="1110"/>
                  </a:lnTo>
                  <a:lnTo>
                    <a:pt x="834" y="1110"/>
                  </a:lnTo>
                  <a:lnTo>
                    <a:pt x="852" y="1104"/>
                  </a:lnTo>
                  <a:lnTo>
                    <a:pt x="870" y="1104"/>
                  </a:lnTo>
                  <a:lnTo>
                    <a:pt x="894" y="1092"/>
                  </a:lnTo>
                  <a:lnTo>
                    <a:pt x="918" y="1068"/>
                  </a:lnTo>
                  <a:lnTo>
                    <a:pt x="942" y="1056"/>
                  </a:lnTo>
                  <a:lnTo>
                    <a:pt x="972" y="1056"/>
                  </a:lnTo>
                  <a:lnTo>
                    <a:pt x="978" y="1044"/>
                  </a:lnTo>
                  <a:lnTo>
                    <a:pt x="1014" y="1044"/>
                  </a:lnTo>
                  <a:lnTo>
                    <a:pt x="1026" y="1038"/>
                  </a:lnTo>
                  <a:lnTo>
                    <a:pt x="1032" y="1038"/>
                  </a:lnTo>
                  <a:lnTo>
                    <a:pt x="1038" y="1032"/>
                  </a:lnTo>
                  <a:lnTo>
                    <a:pt x="1050" y="1032"/>
                  </a:lnTo>
                  <a:lnTo>
                    <a:pt x="1086" y="1020"/>
                  </a:lnTo>
                  <a:lnTo>
                    <a:pt x="1110" y="1008"/>
                  </a:lnTo>
                  <a:lnTo>
                    <a:pt x="1122" y="996"/>
                  </a:lnTo>
                  <a:lnTo>
                    <a:pt x="1134" y="990"/>
                  </a:lnTo>
                  <a:lnTo>
                    <a:pt x="1140" y="984"/>
                  </a:lnTo>
                  <a:lnTo>
                    <a:pt x="1206" y="972"/>
                  </a:lnTo>
                  <a:lnTo>
                    <a:pt x="1260" y="942"/>
                  </a:lnTo>
                  <a:lnTo>
                    <a:pt x="1296" y="942"/>
                  </a:lnTo>
                  <a:lnTo>
                    <a:pt x="1314" y="936"/>
                  </a:lnTo>
                  <a:lnTo>
                    <a:pt x="1326" y="936"/>
                  </a:lnTo>
                  <a:lnTo>
                    <a:pt x="1338" y="930"/>
                  </a:lnTo>
                  <a:lnTo>
                    <a:pt x="1368" y="900"/>
                  </a:lnTo>
                  <a:lnTo>
                    <a:pt x="1380" y="900"/>
                  </a:lnTo>
                  <a:lnTo>
                    <a:pt x="1404" y="888"/>
                  </a:lnTo>
                  <a:lnTo>
                    <a:pt x="1416" y="888"/>
                  </a:lnTo>
                  <a:lnTo>
                    <a:pt x="1428" y="882"/>
                  </a:lnTo>
                  <a:lnTo>
                    <a:pt x="1434" y="876"/>
                  </a:lnTo>
                  <a:lnTo>
                    <a:pt x="1434" y="864"/>
                  </a:lnTo>
                  <a:lnTo>
                    <a:pt x="1422" y="864"/>
                  </a:lnTo>
                  <a:lnTo>
                    <a:pt x="1428" y="858"/>
                  </a:lnTo>
                  <a:lnTo>
                    <a:pt x="1452" y="846"/>
                  </a:lnTo>
                  <a:lnTo>
                    <a:pt x="1458" y="840"/>
                  </a:lnTo>
                  <a:lnTo>
                    <a:pt x="1470" y="834"/>
                  </a:lnTo>
                  <a:lnTo>
                    <a:pt x="1476" y="828"/>
                  </a:lnTo>
                  <a:lnTo>
                    <a:pt x="1488" y="828"/>
                  </a:lnTo>
                  <a:lnTo>
                    <a:pt x="1500" y="822"/>
                  </a:lnTo>
                  <a:lnTo>
                    <a:pt x="1512" y="822"/>
                  </a:lnTo>
                  <a:lnTo>
                    <a:pt x="1518" y="816"/>
                  </a:lnTo>
                  <a:lnTo>
                    <a:pt x="1524" y="816"/>
                  </a:lnTo>
                  <a:lnTo>
                    <a:pt x="1596" y="786"/>
                  </a:lnTo>
                  <a:lnTo>
                    <a:pt x="1590" y="768"/>
                  </a:lnTo>
                  <a:lnTo>
                    <a:pt x="1602" y="768"/>
                  </a:lnTo>
                  <a:lnTo>
                    <a:pt x="1608" y="774"/>
                  </a:lnTo>
                  <a:lnTo>
                    <a:pt x="1626" y="774"/>
                  </a:lnTo>
                  <a:lnTo>
                    <a:pt x="1638" y="762"/>
                  </a:lnTo>
                  <a:lnTo>
                    <a:pt x="1650" y="762"/>
                  </a:lnTo>
                  <a:lnTo>
                    <a:pt x="1674" y="750"/>
                  </a:lnTo>
                  <a:lnTo>
                    <a:pt x="1680" y="744"/>
                  </a:lnTo>
                  <a:lnTo>
                    <a:pt x="1704" y="732"/>
                  </a:lnTo>
                  <a:lnTo>
                    <a:pt x="1740" y="720"/>
                  </a:lnTo>
                  <a:lnTo>
                    <a:pt x="1770" y="708"/>
                  </a:lnTo>
                  <a:lnTo>
                    <a:pt x="1794" y="702"/>
                  </a:lnTo>
                  <a:lnTo>
                    <a:pt x="1812" y="702"/>
                  </a:lnTo>
                  <a:lnTo>
                    <a:pt x="1818" y="708"/>
                  </a:lnTo>
                  <a:lnTo>
                    <a:pt x="1842" y="720"/>
                  </a:lnTo>
                  <a:lnTo>
                    <a:pt x="1848" y="726"/>
                  </a:lnTo>
                  <a:lnTo>
                    <a:pt x="1812" y="726"/>
                  </a:lnTo>
                  <a:lnTo>
                    <a:pt x="1794" y="714"/>
                  </a:lnTo>
                  <a:lnTo>
                    <a:pt x="1758" y="738"/>
                  </a:lnTo>
                  <a:lnTo>
                    <a:pt x="1728" y="738"/>
                  </a:lnTo>
                  <a:lnTo>
                    <a:pt x="1722" y="744"/>
                  </a:lnTo>
                  <a:lnTo>
                    <a:pt x="1710" y="750"/>
                  </a:lnTo>
                  <a:lnTo>
                    <a:pt x="1704" y="762"/>
                  </a:lnTo>
                  <a:lnTo>
                    <a:pt x="1692" y="768"/>
                  </a:lnTo>
                  <a:lnTo>
                    <a:pt x="1686" y="774"/>
                  </a:lnTo>
                  <a:lnTo>
                    <a:pt x="1680" y="774"/>
                  </a:lnTo>
                  <a:lnTo>
                    <a:pt x="1668" y="780"/>
                  </a:lnTo>
                  <a:lnTo>
                    <a:pt x="1656" y="780"/>
                  </a:lnTo>
                  <a:lnTo>
                    <a:pt x="1638" y="786"/>
                  </a:lnTo>
                  <a:lnTo>
                    <a:pt x="1614" y="798"/>
                  </a:lnTo>
                  <a:lnTo>
                    <a:pt x="1614" y="804"/>
                  </a:lnTo>
                  <a:lnTo>
                    <a:pt x="1620" y="810"/>
                  </a:lnTo>
                  <a:lnTo>
                    <a:pt x="1632" y="816"/>
                  </a:lnTo>
                  <a:lnTo>
                    <a:pt x="1650" y="816"/>
                  </a:lnTo>
                  <a:lnTo>
                    <a:pt x="1644" y="816"/>
                  </a:lnTo>
                  <a:lnTo>
                    <a:pt x="1638" y="822"/>
                  </a:lnTo>
                  <a:lnTo>
                    <a:pt x="1632" y="822"/>
                  </a:lnTo>
                  <a:lnTo>
                    <a:pt x="1620" y="828"/>
                  </a:lnTo>
                  <a:lnTo>
                    <a:pt x="1572" y="828"/>
                  </a:lnTo>
                  <a:lnTo>
                    <a:pt x="1566" y="834"/>
                  </a:lnTo>
                  <a:lnTo>
                    <a:pt x="1560" y="834"/>
                  </a:lnTo>
                  <a:lnTo>
                    <a:pt x="1560" y="846"/>
                  </a:lnTo>
                  <a:lnTo>
                    <a:pt x="1572" y="858"/>
                  </a:lnTo>
                  <a:lnTo>
                    <a:pt x="1584" y="858"/>
                  </a:lnTo>
                  <a:lnTo>
                    <a:pt x="1596" y="852"/>
                  </a:lnTo>
                  <a:lnTo>
                    <a:pt x="1638" y="834"/>
                  </a:lnTo>
                  <a:lnTo>
                    <a:pt x="1680" y="810"/>
                  </a:lnTo>
                  <a:lnTo>
                    <a:pt x="1722" y="798"/>
                  </a:lnTo>
                  <a:lnTo>
                    <a:pt x="1788" y="798"/>
                  </a:lnTo>
                  <a:lnTo>
                    <a:pt x="1818" y="792"/>
                  </a:lnTo>
                  <a:lnTo>
                    <a:pt x="1824" y="786"/>
                  </a:lnTo>
                  <a:lnTo>
                    <a:pt x="1848" y="774"/>
                  </a:lnTo>
                  <a:lnTo>
                    <a:pt x="1854" y="762"/>
                  </a:lnTo>
                  <a:lnTo>
                    <a:pt x="1866" y="756"/>
                  </a:lnTo>
                  <a:lnTo>
                    <a:pt x="1872" y="750"/>
                  </a:lnTo>
                  <a:lnTo>
                    <a:pt x="1866" y="738"/>
                  </a:lnTo>
                  <a:lnTo>
                    <a:pt x="1878" y="732"/>
                  </a:lnTo>
                  <a:lnTo>
                    <a:pt x="1908" y="720"/>
                  </a:lnTo>
                  <a:lnTo>
                    <a:pt x="1944" y="714"/>
                  </a:lnTo>
                  <a:lnTo>
                    <a:pt x="1962" y="708"/>
                  </a:lnTo>
                  <a:lnTo>
                    <a:pt x="1968" y="708"/>
                  </a:lnTo>
                  <a:lnTo>
                    <a:pt x="1980" y="720"/>
                  </a:lnTo>
                  <a:lnTo>
                    <a:pt x="1980" y="726"/>
                  </a:lnTo>
                  <a:lnTo>
                    <a:pt x="2046" y="702"/>
                  </a:lnTo>
                  <a:lnTo>
                    <a:pt x="2004" y="738"/>
                  </a:lnTo>
                  <a:lnTo>
                    <a:pt x="2022" y="744"/>
                  </a:lnTo>
                  <a:lnTo>
                    <a:pt x="2022" y="762"/>
                  </a:lnTo>
                  <a:lnTo>
                    <a:pt x="2028" y="762"/>
                  </a:lnTo>
                  <a:lnTo>
                    <a:pt x="2034" y="756"/>
                  </a:lnTo>
                  <a:lnTo>
                    <a:pt x="2094" y="726"/>
                  </a:lnTo>
                  <a:lnTo>
                    <a:pt x="2082" y="732"/>
                  </a:lnTo>
                  <a:lnTo>
                    <a:pt x="2076" y="744"/>
                  </a:lnTo>
                  <a:lnTo>
                    <a:pt x="2064" y="750"/>
                  </a:lnTo>
                  <a:lnTo>
                    <a:pt x="2058" y="762"/>
                  </a:lnTo>
                  <a:lnTo>
                    <a:pt x="2046" y="774"/>
                  </a:lnTo>
                  <a:lnTo>
                    <a:pt x="2052" y="780"/>
                  </a:lnTo>
                  <a:lnTo>
                    <a:pt x="2064" y="780"/>
                  </a:lnTo>
                  <a:lnTo>
                    <a:pt x="2076" y="786"/>
                  </a:lnTo>
                  <a:lnTo>
                    <a:pt x="2106" y="786"/>
                  </a:lnTo>
                  <a:lnTo>
                    <a:pt x="2208" y="798"/>
                  </a:lnTo>
                  <a:lnTo>
                    <a:pt x="2238" y="780"/>
                  </a:lnTo>
                  <a:lnTo>
                    <a:pt x="2232" y="786"/>
                  </a:lnTo>
                  <a:lnTo>
                    <a:pt x="2232" y="810"/>
                  </a:lnTo>
                  <a:lnTo>
                    <a:pt x="2298" y="810"/>
                  </a:lnTo>
                  <a:lnTo>
                    <a:pt x="2334" y="804"/>
                  </a:lnTo>
                  <a:lnTo>
                    <a:pt x="2328" y="804"/>
                  </a:lnTo>
                  <a:lnTo>
                    <a:pt x="2322" y="810"/>
                  </a:lnTo>
                  <a:lnTo>
                    <a:pt x="2310" y="810"/>
                  </a:lnTo>
                  <a:lnTo>
                    <a:pt x="2286" y="822"/>
                  </a:lnTo>
                  <a:lnTo>
                    <a:pt x="2280" y="828"/>
                  </a:lnTo>
                  <a:lnTo>
                    <a:pt x="2280" y="834"/>
                  </a:lnTo>
                  <a:lnTo>
                    <a:pt x="2292" y="846"/>
                  </a:lnTo>
                  <a:lnTo>
                    <a:pt x="2304" y="852"/>
                  </a:lnTo>
                  <a:lnTo>
                    <a:pt x="2310" y="858"/>
                  </a:lnTo>
                  <a:lnTo>
                    <a:pt x="2310" y="882"/>
                  </a:lnTo>
                  <a:lnTo>
                    <a:pt x="2316" y="888"/>
                  </a:lnTo>
                  <a:lnTo>
                    <a:pt x="2316" y="900"/>
                  </a:lnTo>
                  <a:lnTo>
                    <a:pt x="2322" y="912"/>
                  </a:lnTo>
                  <a:lnTo>
                    <a:pt x="2358" y="912"/>
                  </a:lnTo>
                  <a:lnTo>
                    <a:pt x="2370" y="906"/>
                  </a:lnTo>
                  <a:lnTo>
                    <a:pt x="2388" y="906"/>
                  </a:lnTo>
                  <a:lnTo>
                    <a:pt x="2382" y="876"/>
                  </a:lnTo>
                  <a:lnTo>
                    <a:pt x="2400" y="870"/>
                  </a:lnTo>
                  <a:lnTo>
                    <a:pt x="2412" y="888"/>
                  </a:lnTo>
                  <a:lnTo>
                    <a:pt x="2442" y="876"/>
                  </a:lnTo>
                  <a:lnTo>
                    <a:pt x="2430" y="888"/>
                  </a:lnTo>
                  <a:lnTo>
                    <a:pt x="2430" y="900"/>
                  </a:lnTo>
                  <a:lnTo>
                    <a:pt x="2424" y="906"/>
                  </a:lnTo>
                  <a:lnTo>
                    <a:pt x="2424" y="912"/>
                  </a:lnTo>
                  <a:lnTo>
                    <a:pt x="2430" y="918"/>
                  </a:lnTo>
                  <a:lnTo>
                    <a:pt x="2436" y="918"/>
                  </a:lnTo>
                  <a:lnTo>
                    <a:pt x="2448" y="912"/>
                  </a:lnTo>
                  <a:lnTo>
                    <a:pt x="2454" y="906"/>
                  </a:lnTo>
                  <a:lnTo>
                    <a:pt x="2460" y="894"/>
                  </a:lnTo>
                  <a:lnTo>
                    <a:pt x="2466" y="888"/>
                  </a:lnTo>
                  <a:lnTo>
                    <a:pt x="2472" y="876"/>
                  </a:lnTo>
                  <a:lnTo>
                    <a:pt x="2502" y="834"/>
                  </a:lnTo>
                  <a:lnTo>
                    <a:pt x="2478" y="900"/>
                  </a:lnTo>
                  <a:lnTo>
                    <a:pt x="2484" y="924"/>
                  </a:lnTo>
                  <a:lnTo>
                    <a:pt x="2520" y="912"/>
                  </a:lnTo>
                  <a:lnTo>
                    <a:pt x="2496" y="936"/>
                  </a:lnTo>
                  <a:lnTo>
                    <a:pt x="2520" y="954"/>
                  </a:lnTo>
                  <a:lnTo>
                    <a:pt x="2502" y="954"/>
                  </a:lnTo>
                  <a:lnTo>
                    <a:pt x="2502" y="972"/>
                  </a:lnTo>
                  <a:lnTo>
                    <a:pt x="2472" y="990"/>
                  </a:lnTo>
                  <a:lnTo>
                    <a:pt x="2454" y="1002"/>
                  </a:lnTo>
                  <a:lnTo>
                    <a:pt x="2484" y="1020"/>
                  </a:lnTo>
                  <a:lnTo>
                    <a:pt x="2478" y="1050"/>
                  </a:lnTo>
                  <a:lnTo>
                    <a:pt x="2460" y="1068"/>
                  </a:lnTo>
                  <a:lnTo>
                    <a:pt x="2478" y="1080"/>
                  </a:lnTo>
                  <a:lnTo>
                    <a:pt x="2460" y="1098"/>
                  </a:lnTo>
                  <a:lnTo>
                    <a:pt x="2490" y="1098"/>
                  </a:lnTo>
                  <a:lnTo>
                    <a:pt x="2526" y="1086"/>
                  </a:lnTo>
                  <a:lnTo>
                    <a:pt x="2496" y="1122"/>
                  </a:lnTo>
                  <a:lnTo>
                    <a:pt x="2478" y="1140"/>
                  </a:lnTo>
                  <a:lnTo>
                    <a:pt x="2502" y="1146"/>
                  </a:lnTo>
                  <a:lnTo>
                    <a:pt x="2454" y="1164"/>
                  </a:lnTo>
                  <a:lnTo>
                    <a:pt x="2436" y="1176"/>
                  </a:lnTo>
                  <a:lnTo>
                    <a:pt x="2454" y="1188"/>
                  </a:lnTo>
                  <a:lnTo>
                    <a:pt x="2454" y="1200"/>
                  </a:lnTo>
                  <a:lnTo>
                    <a:pt x="2472" y="1188"/>
                  </a:lnTo>
                  <a:lnTo>
                    <a:pt x="2490" y="1182"/>
                  </a:lnTo>
                  <a:lnTo>
                    <a:pt x="2502" y="1170"/>
                  </a:lnTo>
                  <a:lnTo>
                    <a:pt x="2514" y="1164"/>
                  </a:lnTo>
                  <a:lnTo>
                    <a:pt x="2532" y="1146"/>
                  </a:lnTo>
                  <a:lnTo>
                    <a:pt x="2538" y="1134"/>
                  </a:lnTo>
                  <a:lnTo>
                    <a:pt x="2538" y="1122"/>
                  </a:lnTo>
                  <a:lnTo>
                    <a:pt x="2550" y="1116"/>
                  </a:lnTo>
                  <a:lnTo>
                    <a:pt x="2562" y="1104"/>
                  </a:lnTo>
                  <a:lnTo>
                    <a:pt x="2574" y="1098"/>
                  </a:lnTo>
                  <a:lnTo>
                    <a:pt x="2574" y="1086"/>
                  </a:lnTo>
                  <a:lnTo>
                    <a:pt x="2568" y="1080"/>
                  </a:lnTo>
                  <a:lnTo>
                    <a:pt x="2562" y="1080"/>
                  </a:lnTo>
                  <a:close/>
                  <a:moveTo>
                    <a:pt x="2394" y="1056"/>
                  </a:moveTo>
                  <a:lnTo>
                    <a:pt x="2400" y="1062"/>
                  </a:lnTo>
                  <a:lnTo>
                    <a:pt x="2418" y="1062"/>
                  </a:lnTo>
                  <a:lnTo>
                    <a:pt x="2436" y="1044"/>
                  </a:lnTo>
                  <a:lnTo>
                    <a:pt x="2460" y="1038"/>
                  </a:lnTo>
                  <a:lnTo>
                    <a:pt x="2454" y="1020"/>
                  </a:lnTo>
                  <a:lnTo>
                    <a:pt x="2430" y="1020"/>
                  </a:lnTo>
                  <a:lnTo>
                    <a:pt x="2418" y="1026"/>
                  </a:lnTo>
                  <a:lnTo>
                    <a:pt x="2412" y="1032"/>
                  </a:lnTo>
                  <a:lnTo>
                    <a:pt x="2406" y="1044"/>
                  </a:lnTo>
                  <a:lnTo>
                    <a:pt x="2394" y="1050"/>
                  </a:lnTo>
                  <a:lnTo>
                    <a:pt x="2394" y="1056"/>
                  </a:lnTo>
                  <a:close/>
                  <a:moveTo>
                    <a:pt x="2376" y="984"/>
                  </a:moveTo>
                  <a:lnTo>
                    <a:pt x="2358" y="984"/>
                  </a:lnTo>
                  <a:lnTo>
                    <a:pt x="2346" y="990"/>
                  </a:lnTo>
                  <a:lnTo>
                    <a:pt x="2334" y="1002"/>
                  </a:lnTo>
                  <a:lnTo>
                    <a:pt x="2334" y="1014"/>
                  </a:lnTo>
                  <a:lnTo>
                    <a:pt x="2322" y="1026"/>
                  </a:lnTo>
                  <a:lnTo>
                    <a:pt x="2322" y="1044"/>
                  </a:lnTo>
                  <a:lnTo>
                    <a:pt x="2310" y="1056"/>
                  </a:lnTo>
                  <a:lnTo>
                    <a:pt x="2310" y="1074"/>
                  </a:lnTo>
                  <a:lnTo>
                    <a:pt x="2316" y="1080"/>
                  </a:lnTo>
                  <a:lnTo>
                    <a:pt x="2322" y="1074"/>
                  </a:lnTo>
                  <a:lnTo>
                    <a:pt x="2328" y="1062"/>
                  </a:lnTo>
                  <a:lnTo>
                    <a:pt x="2340" y="1050"/>
                  </a:lnTo>
                  <a:lnTo>
                    <a:pt x="2352" y="1044"/>
                  </a:lnTo>
                  <a:lnTo>
                    <a:pt x="2376" y="1020"/>
                  </a:lnTo>
                  <a:lnTo>
                    <a:pt x="2382" y="1008"/>
                  </a:lnTo>
                  <a:lnTo>
                    <a:pt x="2382" y="990"/>
                  </a:lnTo>
                  <a:lnTo>
                    <a:pt x="2376" y="984"/>
                  </a:lnTo>
                  <a:close/>
                  <a:moveTo>
                    <a:pt x="786" y="810"/>
                  </a:moveTo>
                  <a:lnTo>
                    <a:pt x="798" y="810"/>
                  </a:lnTo>
                  <a:lnTo>
                    <a:pt x="834" y="798"/>
                  </a:lnTo>
                  <a:lnTo>
                    <a:pt x="858" y="786"/>
                  </a:lnTo>
                  <a:lnTo>
                    <a:pt x="864" y="780"/>
                  </a:lnTo>
                  <a:lnTo>
                    <a:pt x="870" y="780"/>
                  </a:lnTo>
                  <a:lnTo>
                    <a:pt x="864" y="774"/>
                  </a:lnTo>
                  <a:lnTo>
                    <a:pt x="828" y="762"/>
                  </a:lnTo>
                  <a:lnTo>
                    <a:pt x="810" y="762"/>
                  </a:lnTo>
                  <a:lnTo>
                    <a:pt x="798" y="768"/>
                  </a:lnTo>
                  <a:lnTo>
                    <a:pt x="792" y="774"/>
                  </a:lnTo>
                  <a:lnTo>
                    <a:pt x="786" y="768"/>
                  </a:lnTo>
                  <a:lnTo>
                    <a:pt x="774" y="768"/>
                  </a:lnTo>
                  <a:lnTo>
                    <a:pt x="768" y="774"/>
                  </a:lnTo>
                  <a:lnTo>
                    <a:pt x="768" y="804"/>
                  </a:lnTo>
                  <a:lnTo>
                    <a:pt x="774" y="810"/>
                  </a:lnTo>
                  <a:lnTo>
                    <a:pt x="786" y="810"/>
                  </a:lnTo>
                  <a:close/>
                  <a:moveTo>
                    <a:pt x="0" y="1332"/>
                  </a:moveTo>
                  <a:lnTo>
                    <a:pt x="60" y="1320"/>
                  </a:lnTo>
                  <a:lnTo>
                    <a:pt x="72" y="1302"/>
                  </a:lnTo>
                  <a:lnTo>
                    <a:pt x="132" y="1296"/>
                  </a:lnTo>
                  <a:lnTo>
                    <a:pt x="114" y="1272"/>
                  </a:lnTo>
                  <a:lnTo>
                    <a:pt x="0" y="1332"/>
                  </a:lnTo>
                  <a:close/>
                  <a:moveTo>
                    <a:pt x="1362" y="954"/>
                  </a:moveTo>
                  <a:lnTo>
                    <a:pt x="1350" y="954"/>
                  </a:lnTo>
                  <a:lnTo>
                    <a:pt x="1338" y="960"/>
                  </a:lnTo>
                  <a:lnTo>
                    <a:pt x="1332" y="954"/>
                  </a:lnTo>
                  <a:lnTo>
                    <a:pt x="1314" y="954"/>
                  </a:lnTo>
                  <a:lnTo>
                    <a:pt x="1314" y="978"/>
                  </a:lnTo>
                  <a:lnTo>
                    <a:pt x="1290" y="996"/>
                  </a:lnTo>
                  <a:lnTo>
                    <a:pt x="1290" y="972"/>
                  </a:lnTo>
                  <a:lnTo>
                    <a:pt x="1278" y="966"/>
                  </a:lnTo>
                  <a:lnTo>
                    <a:pt x="1272" y="966"/>
                  </a:lnTo>
                  <a:lnTo>
                    <a:pt x="1248" y="978"/>
                  </a:lnTo>
                  <a:lnTo>
                    <a:pt x="1242" y="978"/>
                  </a:lnTo>
                  <a:lnTo>
                    <a:pt x="1230" y="990"/>
                  </a:lnTo>
                  <a:lnTo>
                    <a:pt x="1224" y="1002"/>
                  </a:lnTo>
                  <a:lnTo>
                    <a:pt x="1218" y="1008"/>
                  </a:lnTo>
                  <a:lnTo>
                    <a:pt x="1218" y="1014"/>
                  </a:lnTo>
                  <a:lnTo>
                    <a:pt x="1224" y="1014"/>
                  </a:lnTo>
                  <a:lnTo>
                    <a:pt x="1230" y="1020"/>
                  </a:lnTo>
                  <a:lnTo>
                    <a:pt x="1278" y="1020"/>
                  </a:lnTo>
                  <a:lnTo>
                    <a:pt x="1296" y="1014"/>
                  </a:lnTo>
                  <a:lnTo>
                    <a:pt x="1308" y="1014"/>
                  </a:lnTo>
                  <a:lnTo>
                    <a:pt x="1320" y="1008"/>
                  </a:lnTo>
                  <a:lnTo>
                    <a:pt x="1320" y="996"/>
                  </a:lnTo>
                  <a:lnTo>
                    <a:pt x="1350" y="990"/>
                  </a:lnTo>
                  <a:lnTo>
                    <a:pt x="1350" y="984"/>
                  </a:lnTo>
                  <a:lnTo>
                    <a:pt x="1386" y="978"/>
                  </a:lnTo>
                  <a:lnTo>
                    <a:pt x="1398" y="954"/>
                  </a:lnTo>
                  <a:lnTo>
                    <a:pt x="1380" y="960"/>
                  </a:lnTo>
                  <a:lnTo>
                    <a:pt x="1374" y="954"/>
                  </a:lnTo>
                  <a:lnTo>
                    <a:pt x="1362" y="954"/>
                  </a:lnTo>
                  <a:close/>
                  <a:moveTo>
                    <a:pt x="162" y="1290"/>
                  </a:moveTo>
                  <a:lnTo>
                    <a:pt x="204" y="1290"/>
                  </a:lnTo>
                  <a:lnTo>
                    <a:pt x="240" y="1260"/>
                  </a:lnTo>
                  <a:lnTo>
                    <a:pt x="228" y="1242"/>
                  </a:lnTo>
                  <a:lnTo>
                    <a:pt x="162" y="1290"/>
                  </a:lnTo>
                  <a:close/>
                  <a:moveTo>
                    <a:pt x="2466" y="1140"/>
                  </a:moveTo>
                  <a:lnTo>
                    <a:pt x="2472" y="1128"/>
                  </a:lnTo>
                  <a:lnTo>
                    <a:pt x="2454" y="1110"/>
                  </a:lnTo>
                  <a:lnTo>
                    <a:pt x="2448" y="1110"/>
                  </a:lnTo>
                  <a:lnTo>
                    <a:pt x="2436" y="1122"/>
                  </a:lnTo>
                  <a:lnTo>
                    <a:pt x="2430" y="1134"/>
                  </a:lnTo>
                  <a:lnTo>
                    <a:pt x="2424" y="1152"/>
                  </a:lnTo>
                  <a:lnTo>
                    <a:pt x="2418" y="1164"/>
                  </a:lnTo>
                  <a:lnTo>
                    <a:pt x="2418" y="1176"/>
                  </a:lnTo>
                  <a:lnTo>
                    <a:pt x="2436" y="1158"/>
                  </a:lnTo>
                  <a:lnTo>
                    <a:pt x="2454" y="1158"/>
                  </a:lnTo>
                  <a:lnTo>
                    <a:pt x="2460" y="1152"/>
                  </a:lnTo>
                  <a:lnTo>
                    <a:pt x="2466" y="1140"/>
                  </a:lnTo>
                  <a:close/>
                  <a:moveTo>
                    <a:pt x="1428" y="912"/>
                  </a:moveTo>
                  <a:lnTo>
                    <a:pt x="1404" y="924"/>
                  </a:lnTo>
                  <a:lnTo>
                    <a:pt x="1386" y="942"/>
                  </a:lnTo>
                  <a:lnTo>
                    <a:pt x="1386" y="948"/>
                  </a:lnTo>
                  <a:lnTo>
                    <a:pt x="1398" y="954"/>
                  </a:lnTo>
                  <a:lnTo>
                    <a:pt x="1410" y="954"/>
                  </a:lnTo>
                  <a:lnTo>
                    <a:pt x="1422" y="948"/>
                  </a:lnTo>
                  <a:lnTo>
                    <a:pt x="1428" y="948"/>
                  </a:lnTo>
                  <a:lnTo>
                    <a:pt x="1440" y="942"/>
                  </a:lnTo>
                  <a:lnTo>
                    <a:pt x="1446" y="930"/>
                  </a:lnTo>
                  <a:lnTo>
                    <a:pt x="1470" y="930"/>
                  </a:lnTo>
                  <a:lnTo>
                    <a:pt x="1470" y="924"/>
                  </a:lnTo>
                  <a:lnTo>
                    <a:pt x="1458" y="912"/>
                  </a:lnTo>
                  <a:lnTo>
                    <a:pt x="1452" y="912"/>
                  </a:lnTo>
                  <a:lnTo>
                    <a:pt x="1440" y="906"/>
                  </a:lnTo>
                  <a:lnTo>
                    <a:pt x="1428" y="912"/>
                  </a:lnTo>
                  <a:close/>
                  <a:moveTo>
                    <a:pt x="498" y="1164"/>
                  </a:moveTo>
                  <a:lnTo>
                    <a:pt x="486" y="1164"/>
                  </a:lnTo>
                  <a:lnTo>
                    <a:pt x="474" y="1170"/>
                  </a:lnTo>
                  <a:lnTo>
                    <a:pt x="462" y="1170"/>
                  </a:lnTo>
                  <a:lnTo>
                    <a:pt x="450" y="1176"/>
                  </a:lnTo>
                  <a:lnTo>
                    <a:pt x="444" y="1182"/>
                  </a:lnTo>
                  <a:lnTo>
                    <a:pt x="432" y="1182"/>
                  </a:lnTo>
                  <a:lnTo>
                    <a:pt x="426" y="1188"/>
                  </a:lnTo>
                  <a:lnTo>
                    <a:pt x="414" y="1188"/>
                  </a:lnTo>
                  <a:lnTo>
                    <a:pt x="390" y="1200"/>
                  </a:lnTo>
                  <a:lnTo>
                    <a:pt x="384" y="1206"/>
                  </a:lnTo>
                  <a:lnTo>
                    <a:pt x="384" y="1218"/>
                  </a:lnTo>
                  <a:lnTo>
                    <a:pt x="402" y="1218"/>
                  </a:lnTo>
                  <a:lnTo>
                    <a:pt x="420" y="1212"/>
                  </a:lnTo>
                  <a:lnTo>
                    <a:pt x="432" y="1206"/>
                  </a:lnTo>
                  <a:lnTo>
                    <a:pt x="504" y="1206"/>
                  </a:lnTo>
                  <a:lnTo>
                    <a:pt x="510" y="1200"/>
                  </a:lnTo>
                  <a:lnTo>
                    <a:pt x="510" y="1176"/>
                  </a:lnTo>
                  <a:lnTo>
                    <a:pt x="498" y="1164"/>
                  </a:lnTo>
                  <a:close/>
                  <a:moveTo>
                    <a:pt x="330" y="1242"/>
                  </a:moveTo>
                  <a:lnTo>
                    <a:pt x="330" y="1224"/>
                  </a:lnTo>
                  <a:lnTo>
                    <a:pt x="276" y="1242"/>
                  </a:lnTo>
                  <a:lnTo>
                    <a:pt x="330" y="1242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73" name="USA" descr="© INSCALE GmbH, 05.05.2010&#10;http://www.presentationload.com/">
              <a:extLst>
                <a:ext uri="{FF2B5EF4-FFF2-40B4-BE49-F238E27FC236}">
                  <a16:creationId xmlns:a16="http://schemas.microsoft.com/office/drawing/2014/main" id="{202AB9AF-ACC1-4263-8A77-71E90699EF41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052806" y="1698283"/>
              <a:ext cx="1295003" cy="638361"/>
            </a:xfrm>
            <a:custGeom>
              <a:avLst/>
              <a:gdLst>
                <a:gd name="T0" fmla="*/ 2147483647 w 3918"/>
                <a:gd name="T1" fmla="*/ 2147483647 h 1944"/>
                <a:gd name="T2" fmla="*/ 2147483647 w 3918"/>
                <a:gd name="T3" fmla="*/ 2147483647 h 1944"/>
                <a:gd name="T4" fmla="*/ 2147483647 w 3918"/>
                <a:gd name="T5" fmla="*/ 2147483647 h 1944"/>
                <a:gd name="T6" fmla="*/ 2147483647 w 3918"/>
                <a:gd name="T7" fmla="*/ 2147483647 h 1944"/>
                <a:gd name="T8" fmla="*/ 2147483647 w 3918"/>
                <a:gd name="T9" fmla="*/ 2147483647 h 1944"/>
                <a:gd name="T10" fmla="*/ 2147483647 w 3918"/>
                <a:gd name="T11" fmla="*/ 2147483647 h 1944"/>
                <a:gd name="T12" fmla="*/ 2147483647 w 3918"/>
                <a:gd name="T13" fmla="*/ 2147483647 h 1944"/>
                <a:gd name="T14" fmla="*/ 2147483647 w 3918"/>
                <a:gd name="T15" fmla="*/ 2147483647 h 1944"/>
                <a:gd name="T16" fmla="*/ 2147483647 w 3918"/>
                <a:gd name="T17" fmla="*/ 2147483647 h 1944"/>
                <a:gd name="T18" fmla="*/ 2147483647 w 3918"/>
                <a:gd name="T19" fmla="*/ 2147483647 h 1944"/>
                <a:gd name="T20" fmla="*/ 2147483647 w 3918"/>
                <a:gd name="T21" fmla="*/ 2147483647 h 1944"/>
                <a:gd name="T22" fmla="*/ 2147483647 w 3918"/>
                <a:gd name="T23" fmla="*/ 2147483647 h 1944"/>
                <a:gd name="T24" fmla="*/ 2147483647 w 3918"/>
                <a:gd name="T25" fmla="*/ 2147483647 h 1944"/>
                <a:gd name="T26" fmla="*/ 2147483647 w 3918"/>
                <a:gd name="T27" fmla="*/ 2147483647 h 1944"/>
                <a:gd name="T28" fmla="*/ 2147483647 w 3918"/>
                <a:gd name="T29" fmla="*/ 2147483647 h 1944"/>
                <a:gd name="T30" fmla="*/ 2147483647 w 3918"/>
                <a:gd name="T31" fmla="*/ 2147483647 h 1944"/>
                <a:gd name="T32" fmla="*/ 2147483647 w 3918"/>
                <a:gd name="T33" fmla="*/ 2147483647 h 1944"/>
                <a:gd name="T34" fmla="*/ 2147483647 w 3918"/>
                <a:gd name="T35" fmla="*/ 2147483647 h 1944"/>
                <a:gd name="T36" fmla="*/ 2147483647 w 3918"/>
                <a:gd name="T37" fmla="*/ 2147483647 h 1944"/>
                <a:gd name="T38" fmla="*/ 2147483647 w 3918"/>
                <a:gd name="T39" fmla="*/ 2147483647 h 1944"/>
                <a:gd name="T40" fmla="*/ 2147483647 w 3918"/>
                <a:gd name="T41" fmla="*/ 2147483647 h 1944"/>
                <a:gd name="T42" fmla="*/ 2147483647 w 3918"/>
                <a:gd name="T43" fmla="*/ 2147483647 h 1944"/>
                <a:gd name="T44" fmla="*/ 2147483647 w 3918"/>
                <a:gd name="T45" fmla="*/ 2147483647 h 1944"/>
                <a:gd name="T46" fmla="*/ 2147483647 w 3918"/>
                <a:gd name="T47" fmla="*/ 2147483647 h 1944"/>
                <a:gd name="T48" fmla="*/ 2147483647 w 3918"/>
                <a:gd name="T49" fmla="*/ 2147483647 h 1944"/>
                <a:gd name="T50" fmla="*/ 2147483647 w 3918"/>
                <a:gd name="T51" fmla="*/ 2147483647 h 1944"/>
                <a:gd name="T52" fmla="*/ 2147483647 w 3918"/>
                <a:gd name="T53" fmla="*/ 2147483647 h 1944"/>
                <a:gd name="T54" fmla="*/ 2147483647 w 3918"/>
                <a:gd name="T55" fmla="*/ 2147483647 h 1944"/>
                <a:gd name="T56" fmla="*/ 2147483647 w 3918"/>
                <a:gd name="T57" fmla="*/ 2147483647 h 1944"/>
                <a:gd name="T58" fmla="*/ 2147483647 w 3918"/>
                <a:gd name="T59" fmla="*/ 2147483647 h 1944"/>
                <a:gd name="T60" fmla="*/ 2147483647 w 3918"/>
                <a:gd name="T61" fmla="*/ 2147483647 h 1944"/>
                <a:gd name="T62" fmla="*/ 2147483647 w 3918"/>
                <a:gd name="T63" fmla="*/ 2147483647 h 1944"/>
                <a:gd name="T64" fmla="*/ 2147483647 w 3918"/>
                <a:gd name="T65" fmla="*/ 2147483647 h 1944"/>
                <a:gd name="T66" fmla="*/ 2147483647 w 3918"/>
                <a:gd name="T67" fmla="*/ 2147483647 h 1944"/>
                <a:gd name="T68" fmla="*/ 2147483647 w 3918"/>
                <a:gd name="T69" fmla="*/ 2147483647 h 1944"/>
                <a:gd name="T70" fmla="*/ 2147483647 w 3918"/>
                <a:gd name="T71" fmla="*/ 2147483647 h 1944"/>
                <a:gd name="T72" fmla="*/ 2147483647 w 3918"/>
                <a:gd name="T73" fmla="*/ 2147483647 h 1944"/>
                <a:gd name="T74" fmla="*/ 2147483647 w 3918"/>
                <a:gd name="T75" fmla="*/ 2147483647 h 1944"/>
                <a:gd name="T76" fmla="*/ 2147483647 w 3918"/>
                <a:gd name="T77" fmla="*/ 2147483647 h 1944"/>
                <a:gd name="T78" fmla="*/ 2147483647 w 3918"/>
                <a:gd name="T79" fmla="*/ 2147483647 h 1944"/>
                <a:gd name="T80" fmla="*/ 2147483647 w 3918"/>
                <a:gd name="T81" fmla="*/ 2147483647 h 1944"/>
                <a:gd name="T82" fmla="*/ 2147483647 w 3918"/>
                <a:gd name="T83" fmla="*/ 2147483647 h 1944"/>
                <a:gd name="T84" fmla="*/ 2147483647 w 3918"/>
                <a:gd name="T85" fmla="*/ 2147483647 h 1944"/>
                <a:gd name="T86" fmla="*/ 2147483647 w 3918"/>
                <a:gd name="T87" fmla="*/ 2147483647 h 1944"/>
                <a:gd name="T88" fmla="*/ 2147483647 w 3918"/>
                <a:gd name="T89" fmla="*/ 2147483647 h 1944"/>
                <a:gd name="T90" fmla="*/ 2147483647 w 3918"/>
                <a:gd name="T91" fmla="*/ 2147483647 h 1944"/>
                <a:gd name="T92" fmla="*/ 2147483647 w 3918"/>
                <a:gd name="T93" fmla="*/ 2147483647 h 1944"/>
                <a:gd name="T94" fmla="*/ 2147483647 w 3918"/>
                <a:gd name="T95" fmla="*/ 2147483647 h 1944"/>
                <a:gd name="T96" fmla="*/ 2147483647 w 3918"/>
                <a:gd name="T97" fmla="*/ 2147483647 h 1944"/>
                <a:gd name="T98" fmla="*/ 2147483647 w 3918"/>
                <a:gd name="T99" fmla="*/ 2147483647 h 1944"/>
                <a:gd name="T100" fmla="*/ 2147483647 w 3918"/>
                <a:gd name="T101" fmla="*/ 2147483647 h 1944"/>
                <a:gd name="T102" fmla="*/ 2147483647 w 3918"/>
                <a:gd name="T103" fmla="*/ 2147483647 h 1944"/>
                <a:gd name="T104" fmla="*/ 2147483647 w 3918"/>
                <a:gd name="T105" fmla="*/ 2147483647 h 1944"/>
                <a:gd name="T106" fmla="*/ 2147483647 w 3918"/>
                <a:gd name="T107" fmla="*/ 2147483647 h 1944"/>
                <a:gd name="T108" fmla="*/ 2147483647 w 3918"/>
                <a:gd name="T109" fmla="*/ 2147483647 h 1944"/>
                <a:gd name="T110" fmla="*/ 2147483647 w 3918"/>
                <a:gd name="T111" fmla="*/ 2147483647 h 1944"/>
                <a:gd name="T112" fmla="*/ 2147483647 w 3918"/>
                <a:gd name="T113" fmla="*/ 2147483647 h 1944"/>
                <a:gd name="T114" fmla="*/ 2147483647 w 3918"/>
                <a:gd name="T115" fmla="*/ 2147483647 h 1944"/>
                <a:gd name="T116" fmla="*/ 2147483647 w 3918"/>
                <a:gd name="T117" fmla="*/ 2147483647 h 1944"/>
                <a:gd name="T118" fmla="*/ 2147483647 w 3918"/>
                <a:gd name="T119" fmla="*/ 2147483647 h 1944"/>
                <a:gd name="T120" fmla="*/ 2147483647 w 3918"/>
                <a:gd name="T121" fmla="*/ 2147483647 h 1944"/>
                <a:gd name="T122" fmla="*/ 2147483647 w 3918"/>
                <a:gd name="T123" fmla="*/ 2147483647 h 1944"/>
                <a:gd name="T124" fmla="*/ 2147483647 w 3918"/>
                <a:gd name="T125" fmla="*/ 2147483647 h 194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918"/>
                <a:gd name="T190" fmla="*/ 0 h 1944"/>
                <a:gd name="T191" fmla="*/ 3918 w 3918"/>
                <a:gd name="T192" fmla="*/ 1944 h 194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918" h="1944">
                  <a:moveTo>
                    <a:pt x="3858" y="168"/>
                  </a:moveTo>
                  <a:lnTo>
                    <a:pt x="3852" y="168"/>
                  </a:lnTo>
                  <a:lnTo>
                    <a:pt x="3846" y="162"/>
                  </a:lnTo>
                  <a:lnTo>
                    <a:pt x="3846" y="156"/>
                  </a:lnTo>
                  <a:lnTo>
                    <a:pt x="3840" y="150"/>
                  </a:lnTo>
                  <a:lnTo>
                    <a:pt x="3828" y="150"/>
                  </a:lnTo>
                  <a:lnTo>
                    <a:pt x="3804" y="174"/>
                  </a:lnTo>
                  <a:lnTo>
                    <a:pt x="3798" y="186"/>
                  </a:lnTo>
                  <a:lnTo>
                    <a:pt x="3756" y="210"/>
                  </a:lnTo>
                  <a:lnTo>
                    <a:pt x="3756" y="234"/>
                  </a:lnTo>
                  <a:lnTo>
                    <a:pt x="3744" y="246"/>
                  </a:lnTo>
                  <a:lnTo>
                    <a:pt x="3738" y="246"/>
                  </a:lnTo>
                  <a:lnTo>
                    <a:pt x="3726" y="258"/>
                  </a:lnTo>
                  <a:lnTo>
                    <a:pt x="3720" y="270"/>
                  </a:lnTo>
                  <a:lnTo>
                    <a:pt x="3720" y="294"/>
                  </a:lnTo>
                  <a:lnTo>
                    <a:pt x="3714" y="294"/>
                  </a:lnTo>
                  <a:lnTo>
                    <a:pt x="3708" y="288"/>
                  </a:lnTo>
                  <a:lnTo>
                    <a:pt x="3696" y="288"/>
                  </a:lnTo>
                  <a:lnTo>
                    <a:pt x="3690" y="294"/>
                  </a:lnTo>
                  <a:lnTo>
                    <a:pt x="3678" y="300"/>
                  </a:lnTo>
                  <a:lnTo>
                    <a:pt x="3666" y="312"/>
                  </a:lnTo>
                  <a:lnTo>
                    <a:pt x="3666" y="318"/>
                  </a:lnTo>
                  <a:lnTo>
                    <a:pt x="3660" y="318"/>
                  </a:lnTo>
                  <a:lnTo>
                    <a:pt x="3648" y="324"/>
                  </a:lnTo>
                  <a:lnTo>
                    <a:pt x="3630" y="324"/>
                  </a:lnTo>
                  <a:lnTo>
                    <a:pt x="3618" y="336"/>
                  </a:lnTo>
                  <a:lnTo>
                    <a:pt x="3618" y="342"/>
                  </a:lnTo>
                  <a:lnTo>
                    <a:pt x="3384" y="342"/>
                  </a:lnTo>
                  <a:lnTo>
                    <a:pt x="3372" y="354"/>
                  </a:lnTo>
                  <a:lnTo>
                    <a:pt x="3360" y="360"/>
                  </a:lnTo>
                  <a:lnTo>
                    <a:pt x="3336" y="384"/>
                  </a:lnTo>
                  <a:lnTo>
                    <a:pt x="3324" y="390"/>
                  </a:lnTo>
                  <a:lnTo>
                    <a:pt x="3312" y="402"/>
                  </a:lnTo>
                  <a:lnTo>
                    <a:pt x="3282" y="402"/>
                  </a:lnTo>
                  <a:lnTo>
                    <a:pt x="3282" y="408"/>
                  </a:lnTo>
                  <a:lnTo>
                    <a:pt x="3276" y="408"/>
                  </a:lnTo>
                  <a:lnTo>
                    <a:pt x="3282" y="414"/>
                  </a:lnTo>
                  <a:lnTo>
                    <a:pt x="3282" y="420"/>
                  </a:lnTo>
                  <a:lnTo>
                    <a:pt x="3288" y="426"/>
                  </a:lnTo>
                  <a:lnTo>
                    <a:pt x="3282" y="432"/>
                  </a:lnTo>
                  <a:lnTo>
                    <a:pt x="3282" y="438"/>
                  </a:lnTo>
                  <a:lnTo>
                    <a:pt x="3276" y="444"/>
                  </a:lnTo>
                  <a:lnTo>
                    <a:pt x="3270" y="456"/>
                  </a:lnTo>
                  <a:lnTo>
                    <a:pt x="3264" y="462"/>
                  </a:lnTo>
                  <a:lnTo>
                    <a:pt x="3264" y="468"/>
                  </a:lnTo>
                  <a:lnTo>
                    <a:pt x="3246" y="468"/>
                  </a:lnTo>
                  <a:lnTo>
                    <a:pt x="3246" y="474"/>
                  </a:lnTo>
                  <a:lnTo>
                    <a:pt x="3240" y="474"/>
                  </a:lnTo>
                  <a:lnTo>
                    <a:pt x="3228" y="480"/>
                  </a:lnTo>
                  <a:lnTo>
                    <a:pt x="3204" y="480"/>
                  </a:lnTo>
                  <a:lnTo>
                    <a:pt x="3198" y="474"/>
                  </a:lnTo>
                  <a:lnTo>
                    <a:pt x="3186" y="486"/>
                  </a:lnTo>
                  <a:lnTo>
                    <a:pt x="3162" y="486"/>
                  </a:lnTo>
                  <a:lnTo>
                    <a:pt x="3150" y="480"/>
                  </a:lnTo>
                  <a:lnTo>
                    <a:pt x="3144" y="474"/>
                  </a:lnTo>
                  <a:lnTo>
                    <a:pt x="3114" y="474"/>
                  </a:lnTo>
                  <a:lnTo>
                    <a:pt x="3096" y="486"/>
                  </a:lnTo>
                  <a:lnTo>
                    <a:pt x="3078" y="492"/>
                  </a:lnTo>
                  <a:lnTo>
                    <a:pt x="3072" y="492"/>
                  </a:lnTo>
                  <a:lnTo>
                    <a:pt x="3072" y="516"/>
                  </a:lnTo>
                  <a:lnTo>
                    <a:pt x="3066" y="522"/>
                  </a:lnTo>
                  <a:lnTo>
                    <a:pt x="3078" y="522"/>
                  </a:lnTo>
                  <a:lnTo>
                    <a:pt x="3066" y="528"/>
                  </a:lnTo>
                  <a:lnTo>
                    <a:pt x="3036" y="546"/>
                  </a:lnTo>
                  <a:lnTo>
                    <a:pt x="3000" y="564"/>
                  </a:lnTo>
                  <a:lnTo>
                    <a:pt x="2964" y="576"/>
                  </a:lnTo>
                  <a:lnTo>
                    <a:pt x="2946" y="588"/>
                  </a:lnTo>
                  <a:lnTo>
                    <a:pt x="2934" y="594"/>
                  </a:lnTo>
                  <a:lnTo>
                    <a:pt x="2928" y="594"/>
                  </a:lnTo>
                  <a:lnTo>
                    <a:pt x="2856" y="618"/>
                  </a:lnTo>
                  <a:lnTo>
                    <a:pt x="2850" y="624"/>
                  </a:lnTo>
                  <a:lnTo>
                    <a:pt x="2838" y="624"/>
                  </a:lnTo>
                  <a:lnTo>
                    <a:pt x="2826" y="630"/>
                  </a:lnTo>
                  <a:lnTo>
                    <a:pt x="2808" y="630"/>
                  </a:lnTo>
                  <a:lnTo>
                    <a:pt x="2802" y="636"/>
                  </a:lnTo>
                  <a:lnTo>
                    <a:pt x="2778" y="636"/>
                  </a:lnTo>
                  <a:lnTo>
                    <a:pt x="2772" y="630"/>
                  </a:lnTo>
                  <a:lnTo>
                    <a:pt x="2772" y="624"/>
                  </a:lnTo>
                  <a:lnTo>
                    <a:pt x="2760" y="624"/>
                  </a:lnTo>
                  <a:lnTo>
                    <a:pt x="2748" y="618"/>
                  </a:lnTo>
                  <a:lnTo>
                    <a:pt x="2736" y="606"/>
                  </a:lnTo>
                  <a:lnTo>
                    <a:pt x="2742" y="606"/>
                  </a:lnTo>
                  <a:lnTo>
                    <a:pt x="2748" y="600"/>
                  </a:lnTo>
                  <a:lnTo>
                    <a:pt x="2772" y="588"/>
                  </a:lnTo>
                  <a:lnTo>
                    <a:pt x="2772" y="582"/>
                  </a:lnTo>
                  <a:lnTo>
                    <a:pt x="2796" y="558"/>
                  </a:lnTo>
                  <a:lnTo>
                    <a:pt x="2832" y="540"/>
                  </a:lnTo>
                  <a:lnTo>
                    <a:pt x="2838" y="540"/>
                  </a:lnTo>
                  <a:lnTo>
                    <a:pt x="2844" y="534"/>
                  </a:lnTo>
                  <a:lnTo>
                    <a:pt x="2844" y="510"/>
                  </a:lnTo>
                  <a:lnTo>
                    <a:pt x="2850" y="504"/>
                  </a:lnTo>
                  <a:lnTo>
                    <a:pt x="2856" y="492"/>
                  </a:lnTo>
                  <a:lnTo>
                    <a:pt x="2850" y="486"/>
                  </a:lnTo>
                  <a:lnTo>
                    <a:pt x="2850" y="480"/>
                  </a:lnTo>
                  <a:lnTo>
                    <a:pt x="2856" y="468"/>
                  </a:lnTo>
                  <a:lnTo>
                    <a:pt x="2856" y="444"/>
                  </a:lnTo>
                  <a:lnTo>
                    <a:pt x="2862" y="432"/>
                  </a:lnTo>
                  <a:lnTo>
                    <a:pt x="2862" y="426"/>
                  </a:lnTo>
                  <a:lnTo>
                    <a:pt x="2856" y="420"/>
                  </a:lnTo>
                  <a:lnTo>
                    <a:pt x="2850" y="420"/>
                  </a:lnTo>
                  <a:lnTo>
                    <a:pt x="2844" y="426"/>
                  </a:lnTo>
                  <a:lnTo>
                    <a:pt x="2832" y="426"/>
                  </a:lnTo>
                  <a:lnTo>
                    <a:pt x="2814" y="444"/>
                  </a:lnTo>
                  <a:lnTo>
                    <a:pt x="2802" y="450"/>
                  </a:lnTo>
                  <a:lnTo>
                    <a:pt x="2796" y="456"/>
                  </a:lnTo>
                  <a:lnTo>
                    <a:pt x="2778" y="456"/>
                  </a:lnTo>
                  <a:lnTo>
                    <a:pt x="2772" y="450"/>
                  </a:lnTo>
                  <a:lnTo>
                    <a:pt x="2778" y="444"/>
                  </a:lnTo>
                  <a:lnTo>
                    <a:pt x="2784" y="432"/>
                  </a:lnTo>
                  <a:lnTo>
                    <a:pt x="2808" y="420"/>
                  </a:lnTo>
                  <a:lnTo>
                    <a:pt x="2826" y="402"/>
                  </a:lnTo>
                  <a:lnTo>
                    <a:pt x="2850" y="390"/>
                  </a:lnTo>
                  <a:lnTo>
                    <a:pt x="2856" y="384"/>
                  </a:lnTo>
                  <a:lnTo>
                    <a:pt x="2856" y="366"/>
                  </a:lnTo>
                  <a:lnTo>
                    <a:pt x="2850" y="360"/>
                  </a:lnTo>
                  <a:lnTo>
                    <a:pt x="2850" y="348"/>
                  </a:lnTo>
                  <a:lnTo>
                    <a:pt x="2856" y="348"/>
                  </a:lnTo>
                  <a:lnTo>
                    <a:pt x="2862" y="342"/>
                  </a:lnTo>
                  <a:lnTo>
                    <a:pt x="2868" y="330"/>
                  </a:lnTo>
                  <a:lnTo>
                    <a:pt x="2868" y="318"/>
                  </a:lnTo>
                  <a:lnTo>
                    <a:pt x="2862" y="312"/>
                  </a:lnTo>
                  <a:lnTo>
                    <a:pt x="2850" y="312"/>
                  </a:lnTo>
                  <a:lnTo>
                    <a:pt x="2838" y="306"/>
                  </a:lnTo>
                  <a:lnTo>
                    <a:pt x="2832" y="306"/>
                  </a:lnTo>
                  <a:lnTo>
                    <a:pt x="2826" y="294"/>
                  </a:lnTo>
                  <a:lnTo>
                    <a:pt x="2820" y="288"/>
                  </a:lnTo>
                  <a:lnTo>
                    <a:pt x="2820" y="282"/>
                  </a:lnTo>
                  <a:lnTo>
                    <a:pt x="2814" y="288"/>
                  </a:lnTo>
                  <a:lnTo>
                    <a:pt x="2808" y="288"/>
                  </a:lnTo>
                  <a:lnTo>
                    <a:pt x="2808" y="264"/>
                  </a:lnTo>
                  <a:lnTo>
                    <a:pt x="2844" y="270"/>
                  </a:lnTo>
                  <a:lnTo>
                    <a:pt x="2850" y="264"/>
                  </a:lnTo>
                  <a:lnTo>
                    <a:pt x="2850" y="246"/>
                  </a:lnTo>
                  <a:lnTo>
                    <a:pt x="2862" y="246"/>
                  </a:lnTo>
                  <a:lnTo>
                    <a:pt x="2868" y="228"/>
                  </a:lnTo>
                  <a:lnTo>
                    <a:pt x="2850" y="228"/>
                  </a:lnTo>
                  <a:lnTo>
                    <a:pt x="2844" y="240"/>
                  </a:lnTo>
                  <a:lnTo>
                    <a:pt x="2820" y="228"/>
                  </a:lnTo>
                  <a:lnTo>
                    <a:pt x="2820" y="210"/>
                  </a:lnTo>
                  <a:lnTo>
                    <a:pt x="2802" y="210"/>
                  </a:lnTo>
                  <a:lnTo>
                    <a:pt x="2790" y="216"/>
                  </a:lnTo>
                  <a:lnTo>
                    <a:pt x="2736" y="216"/>
                  </a:lnTo>
                  <a:lnTo>
                    <a:pt x="2724" y="222"/>
                  </a:lnTo>
                  <a:lnTo>
                    <a:pt x="2712" y="222"/>
                  </a:lnTo>
                  <a:lnTo>
                    <a:pt x="2700" y="228"/>
                  </a:lnTo>
                  <a:lnTo>
                    <a:pt x="2682" y="228"/>
                  </a:lnTo>
                  <a:lnTo>
                    <a:pt x="2658" y="216"/>
                  </a:lnTo>
                  <a:lnTo>
                    <a:pt x="2658" y="210"/>
                  </a:lnTo>
                  <a:lnTo>
                    <a:pt x="2652" y="204"/>
                  </a:lnTo>
                  <a:lnTo>
                    <a:pt x="2652" y="198"/>
                  </a:lnTo>
                  <a:lnTo>
                    <a:pt x="2646" y="192"/>
                  </a:lnTo>
                  <a:lnTo>
                    <a:pt x="2628" y="192"/>
                  </a:lnTo>
                  <a:lnTo>
                    <a:pt x="2622" y="198"/>
                  </a:lnTo>
                  <a:lnTo>
                    <a:pt x="2616" y="198"/>
                  </a:lnTo>
                  <a:lnTo>
                    <a:pt x="2610" y="192"/>
                  </a:lnTo>
                  <a:lnTo>
                    <a:pt x="2670" y="162"/>
                  </a:lnTo>
                  <a:lnTo>
                    <a:pt x="2658" y="150"/>
                  </a:lnTo>
                  <a:lnTo>
                    <a:pt x="2640" y="150"/>
                  </a:lnTo>
                  <a:lnTo>
                    <a:pt x="2628" y="162"/>
                  </a:lnTo>
                  <a:lnTo>
                    <a:pt x="2616" y="168"/>
                  </a:lnTo>
                  <a:lnTo>
                    <a:pt x="2610" y="174"/>
                  </a:lnTo>
                  <a:lnTo>
                    <a:pt x="2604" y="174"/>
                  </a:lnTo>
                  <a:lnTo>
                    <a:pt x="2580" y="186"/>
                  </a:lnTo>
                  <a:lnTo>
                    <a:pt x="2562" y="192"/>
                  </a:lnTo>
                  <a:lnTo>
                    <a:pt x="2538" y="204"/>
                  </a:lnTo>
                  <a:lnTo>
                    <a:pt x="2508" y="204"/>
                  </a:lnTo>
                  <a:lnTo>
                    <a:pt x="2496" y="216"/>
                  </a:lnTo>
                  <a:lnTo>
                    <a:pt x="2448" y="216"/>
                  </a:lnTo>
                  <a:lnTo>
                    <a:pt x="2448" y="210"/>
                  </a:lnTo>
                  <a:lnTo>
                    <a:pt x="2454" y="204"/>
                  </a:lnTo>
                  <a:lnTo>
                    <a:pt x="2460" y="204"/>
                  </a:lnTo>
                  <a:lnTo>
                    <a:pt x="2472" y="192"/>
                  </a:lnTo>
                  <a:lnTo>
                    <a:pt x="2460" y="192"/>
                  </a:lnTo>
                  <a:lnTo>
                    <a:pt x="2448" y="198"/>
                  </a:lnTo>
                  <a:lnTo>
                    <a:pt x="2412" y="198"/>
                  </a:lnTo>
                  <a:lnTo>
                    <a:pt x="2400" y="204"/>
                  </a:lnTo>
                  <a:lnTo>
                    <a:pt x="2394" y="210"/>
                  </a:lnTo>
                  <a:lnTo>
                    <a:pt x="2370" y="210"/>
                  </a:lnTo>
                  <a:lnTo>
                    <a:pt x="2370" y="198"/>
                  </a:lnTo>
                  <a:lnTo>
                    <a:pt x="2400" y="180"/>
                  </a:lnTo>
                  <a:lnTo>
                    <a:pt x="2442" y="168"/>
                  </a:lnTo>
                  <a:lnTo>
                    <a:pt x="2502" y="138"/>
                  </a:lnTo>
                  <a:lnTo>
                    <a:pt x="2520" y="126"/>
                  </a:lnTo>
                  <a:lnTo>
                    <a:pt x="2544" y="120"/>
                  </a:lnTo>
                  <a:lnTo>
                    <a:pt x="2574" y="114"/>
                  </a:lnTo>
                  <a:lnTo>
                    <a:pt x="2580" y="114"/>
                  </a:lnTo>
                  <a:lnTo>
                    <a:pt x="2592" y="108"/>
                  </a:lnTo>
                  <a:lnTo>
                    <a:pt x="2574" y="108"/>
                  </a:lnTo>
                  <a:lnTo>
                    <a:pt x="2562" y="102"/>
                  </a:lnTo>
                  <a:lnTo>
                    <a:pt x="2556" y="102"/>
                  </a:lnTo>
                  <a:lnTo>
                    <a:pt x="2556" y="96"/>
                  </a:lnTo>
                  <a:lnTo>
                    <a:pt x="2508" y="102"/>
                  </a:lnTo>
                  <a:lnTo>
                    <a:pt x="2508" y="84"/>
                  </a:lnTo>
                  <a:lnTo>
                    <a:pt x="2502" y="90"/>
                  </a:lnTo>
                  <a:lnTo>
                    <a:pt x="2490" y="96"/>
                  </a:lnTo>
                  <a:lnTo>
                    <a:pt x="2478" y="108"/>
                  </a:lnTo>
                  <a:lnTo>
                    <a:pt x="2466" y="108"/>
                  </a:lnTo>
                  <a:lnTo>
                    <a:pt x="2448" y="90"/>
                  </a:lnTo>
                  <a:lnTo>
                    <a:pt x="2418" y="90"/>
                  </a:lnTo>
                  <a:lnTo>
                    <a:pt x="2412" y="84"/>
                  </a:lnTo>
                  <a:lnTo>
                    <a:pt x="2412" y="78"/>
                  </a:lnTo>
                  <a:lnTo>
                    <a:pt x="2400" y="66"/>
                  </a:lnTo>
                  <a:lnTo>
                    <a:pt x="2388" y="60"/>
                  </a:lnTo>
                  <a:lnTo>
                    <a:pt x="2376" y="60"/>
                  </a:lnTo>
                  <a:lnTo>
                    <a:pt x="2364" y="72"/>
                  </a:lnTo>
                  <a:lnTo>
                    <a:pt x="2364" y="78"/>
                  </a:lnTo>
                  <a:lnTo>
                    <a:pt x="2352" y="78"/>
                  </a:lnTo>
                  <a:lnTo>
                    <a:pt x="2334" y="60"/>
                  </a:lnTo>
                  <a:lnTo>
                    <a:pt x="2322" y="60"/>
                  </a:lnTo>
                  <a:lnTo>
                    <a:pt x="2304" y="54"/>
                  </a:lnTo>
                  <a:lnTo>
                    <a:pt x="2292" y="48"/>
                  </a:lnTo>
                  <a:lnTo>
                    <a:pt x="2292" y="36"/>
                  </a:lnTo>
                  <a:lnTo>
                    <a:pt x="2298" y="24"/>
                  </a:lnTo>
                  <a:lnTo>
                    <a:pt x="2310" y="12"/>
                  </a:lnTo>
                  <a:lnTo>
                    <a:pt x="2298" y="0"/>
                  </a:lnTo>
                  <a:lnTo>
                    <a:pt x="2286" y="6"/>
                  </a:lnTo>
                  <a:lnTo>
                    <a:pt x="2280" y="12"/>
                  </a:lnTo>
                  <a:lnTo>
                    <a:pt x="2274" y="24"/>
                  </a:lnTo>
                  <a:lnTo>
                    <a:pt x="2274" y="30"/>
                  </a:lnTo>
                  <a:lnTo>
                    <a:pt x="2268" y="42"/>
                  </a:lnTo>
                  <a:lnTo>
                    <a:pt x="558" y="42"/>
                  </a:lnTo>
                  <a:lnTo>
                    <a:pt x="552" y="54"/>
                  </a:lnTo>
                  <a:lnTo>
                    <a:pt x="552" y="60"/>
                  </a:lnTo>
                  <a:lnTo>
                    <a:pt x="546" y="60"/>
                  </a:lnTo>
                  <a:lnTo>
                    <a:pt x="546" y="72"/>
                  </a:lnTo>
                  <a:lnTo>
                    <a:pt x="540" y="84"/>
                  </a:lnTo>
                  <a:lnTo>
                    <a:pt x="540" y="108"/>
                  </a:lnTo>
                  <a:lnTo>
                    <a:pt x="510" y="126"/>
                  </a:lnTo>
                  <a:lnTo>
                    <a:pt x="504" y="144"/>
                  </a:lnTo>
                  <a:lnTo>
                    <a:pt x="486" y="168"/>
                  </a:lnTo>
                  <a:lnTo>
                    <a:pt x="438" y="180"/>
                  </a:lnTo>
                  <a:lnTo>
                    <a:pt x="474" y="162"/>
                  </a:lnTo>
                  <a:lnTo>
                    <a:pt x="450" y="162"/>
                  </a:lnTo>
                  <a:lnTo>
                    <a:pt x="456" y="156"/>
                  </a:lnTo>
                  <a:lnTo>
                    <a:pt x="462" y="144"/>
                  </a:lnTo>
                  <a:lnTo>
                    <a:pt x="486" y="120"/>
                  </a:lnTo>
                  <a:lnTo>
                    <a:pt x="492" y="120"/>
                  </a:lnTo>
                  <a:lnTo>
                    <a:pt x="504" y="108"/>
                  </a:lnTo>
                  <a:lnTo>
                    <a:pt x="504" y="102"/>
                  </a:lnTo>
                  <a:lnTo>
                    <a:pt x="456" y="102"/>
                  </a:lnTo>
                  <a:lnTo>
                    <a:pt x="450" y="96"/>
                  </a:lnTo>
                  <a:lnTo>
                    <a:pt x="438" y="90"/>
                  </a:lnTo>
                  <a:lnTo>
                    <a:pt x="432" y="84"/>
                  </a:lnTo>
                  <a:lnTo>
                    <a:pt x="420" y="78"/>
                  </a:lnTo>
                  <a:lnTo>
                    <a:pt x="402" y="78"/>
                  </a:lnTo>
                  <a:lnTo>
                    <a:pt x="390" y="90"/>
                  </a:lnTo>
                  <a:lnTo>
                    <a:pt x="384" y="102"/>
                  </a:lnTo>
                  <a:lnTo>
                    <a:pt x="384" y="150"/>
                  </a:lnTo>
                  <a:lnTo>
                    <a:pt x="378" y="156"/>
                  </a:lnTo>
                  <a:lnTo>
                    <a:pt x="378" y="162"/>
                  </a:lnTo>
                  <a:lnTo>
                    <a:pt x="360" y="180"/>
                  </a:lnTo>
                  <a:lnTo>
                    <a:pt x="390" y="186"/>
                  </a:lnTo>
                  <a:lnTo>
                    <a:pt x="360" y="192"/>
                  </a:lnTo>
                  <a:lnTo>
                    <a:pt x="366" y="210"/>
                  </a:lnTo>
                  <a:lnTo>
                    <a:pt x="348" y="234"/>
                  </a:lnTo>
                  <a:lnTo>
                    <a:pt x="354" y="234"/>
                  </a:lnTo>
                  <a:lnTo>
                    <a:pt x="366" y="246"/>
                  </a:lnTo>
                  <a:lnTo>
                    <a:pt x="372" y="246"/>
                  </a:lnTo>
                  <a:lnTo>
                    <a:pt x="378" y="252"/>
                  </a:lnTo>
                  <a:lnTo>
                    <a:pt x="330" y="252"/>
                  </a:lnTo>
                  <a:lnTo>
                    <a:pt x="324" y="264"/>
                  </a:lnTo>
                  <a:lnTo>
                    <a:pt x="306" y="282"/>
                  </a:lnTo>
                  <a:lnTo>
                    <a:pt x="270" y="342"/>
                  </a:lnTo>
                  <a:lnTo>
                    <a:pt x="258" y="360"/>
                  </a:lnTo>
                  <a:lnTo>
                    <a:pt x="216" y="402"/>
                  </a:lnTo>
                  <a:lnTo>
                    <a:pt x="192" y="432"/>
                  </a:lnTo>
                  <a:lnTo>
                    <a:pt x="174" y="456"/>
                  </a:lnTo>
                  <a:lnTo>
                    <a:pt x="168" y="462"/>
                  </a:lnTo>
                  <a:lnTo>
                    <a:pt x="174" y="480"/>
                  </a:lnTo>
                  <a:lnTo>
                    <a:pt x="168" y="480"/>
                  </a:lnTo>
                  <a:lnTo>
                    <a:pt x="162" y="486"/>
                  </a:lnTo>
                  <a:lnTo>
                    <a:pt x="150" y="492"/>
                  </a:lnTo>
                  <a:lnTo>
                    <a:pt x="126" y="516"/>
                  </a:lnTo>
                  <a:lnTo>
                    <a:pt x="120" y="534"/>
                  </a:lnTo>
                  <a:lnTo>
                    <a:pt x="120" y="546"/>
                  </a:lnTo>
                  <a:lnTo>
                    <a:pt x="102" y="570"/>
                  </a:lnTo>
                  <a:lnTo>
                    <a:pt x="96" y="618"/>
                  </a:lnTo>
                  <a:lnTo>
                    <a:pt x="90" y="630"/>
                  </a:lnTo>
                  <a:lnTo>
                    <a:pt x="72" y="648"/>
                  </a:lnTo>
                  <a:lnTo>
                    <a:pt x="60" y="672"/>
                  </a:lnTo>
                  <a:lnTo>
                    <a:pt x="54" y="678"/>
                  </a:lnTo>
                  <a:lnTo>
                    <a:pt x="42" y="684"/>
                  </a:lnTo>
                  <a:lnTo>
                    <a:pt x="18" y="708"/>
                  </a:lnTo>
                  <a:lnTo>
                    <a:pt x="12" y="720"/>
                  </a:lnTo>
                  <a:lnTo>
                    <a:pt x="18" y="732"/>
                  </a:lnTo>
                  <a:lnTo>
                    <a:pt x="36" y="750"/>
                  </a:lnTo>
                  <a:lnTo>
                    <a:pt x="36" y="762"/>
                  </a:lnTo>
                  <a:lnTo>
                    <a:pt x="30" y="774"/>
                  </a:lnTo>
                  <a:lnTo>
                    <a:pt x="18" y="786"/>
                  </a:lnTo>
                  <a:lnTo>
                    <a:pt x="12" y="798"/>
                  </a:lnTo>
                  <a:lnTo>
                    <a:pt x="6" y="816"/>
                  </a:lnTo>
                  <a:lnTo>
                    <a:pt x="0" y="828"/>
                  </a:lnTo>
                  <a:lnTo>
                    <a:pt x="0" y="840"/>
                  </a:lnTo>
                  <a:lnTo>
                    <a:pt x="6" y="852"/>
                  </a:lnTo>
                  <a:lnTo>
                    <a:pt x="12" y="870"/>
                  </a:lnTo>
                  <a:lnTo>
                    <a:pt x="12" y="882"/>
                  </a:lnTo>
                  <a:lnTo>
                    <a:pt x="18" y="900"/>
                  </a:lnTo>
                  <a:lnTo>
                    <a:pt x="24" y="906"/>
                  </a:lnTo>
                  <a:lnTo>
                    <a:pt x="24" y="912"/>
                  </a:lnTo>
                  <a:lnTo>
                    <a:pt x="48" y="894"/>
                  </a:lnTo>
                  <a:lnTo>
                    <a:pt x="114" y="900"/>
                  </a:lnTo>
                  <a:lnTo>
                    <a:pt x="78" y="900"/>
                  </a:lnTo>
                  <a:lnTo>
                    <a:pt x="66" y="906"/>
                  </a:lnTo>
                  <a:lnTo>
                    <a:pt x="60" y="906"/>
                  </a:lnTo>
                  <a:lnTo>
                    <a:pt x="48" y="918"/>
                  </a:lnTo>
                  <a:lnTo>
                    <a:pt x="48" y="942"/>
                  </a:lnTo>
                  <a:lnTo>
                    <a:pt x="30" y="924"/>
                  </a:lnTo>
                  <a:lnTo>
                    <a:pt x="24" y="924"/>
                  </a:lnTo>
                  <a:lnTo>
                    <a:pt x="18" y="936"/>
                  </a:lnTo>
                  <a:lnTo>
                    <a:pt x="18" y="942"/>
                  </a:lnTo>
                  <a:lnTo>
                    <a:pt x="12" y="960"/>
                  </a:lnTo>
                  <a:lnTo>
                    <a:pt x="12" y="978"/>
                  </a:lnTo>
                  <a:lnTo>
                    <a:pt x="18" y="984"/>
                  </a:lnTo>
                  <a:lnTo>
                    <a:pt x="30" y="990"/>
                  </a:lnTo>
                  <a:lnTo>
                    <a:pt x="42" y="990"/>
                  </a:lnTo>
                  <a:lnTo>
                    <a:pt x="42" y="1002"/>
                  </a:lnTo>
                  <a:lnTo>
                    <a:pt x="36" y="1008"/>
                  </a:lnTo>
                  <a:lnTo>
                    <a:pt x="36" y="1014"/>
                  </a:lnTo>
                  <a:lnTo>
                    <a:pt x="18" y="1032"/>
                  </a:lnTo>
                  <a:lnTo>
                    <a:pt x="12" y="1044"/>
                  </a:lnTo>
                  <a:lnTo>
                    <a:pt x="12" y="1056"/>
                  </a:lnTo>
                  <a:lnTo>
                    <a:pt x="18" y="1068"/>
                  </a:lnTo>
                  <a:lnTo>
                    <a:pt x="24" y="1074"/>
                  </a:lnTo>
                  <a:lnTo>
                    <a:pt x="36" y="1098"/>
                  </a:lnTo>
                  <a:lnTo>
                    <a:pt x="42" y="1104"/>
                  </a:lnTo>
                  <a:lnTo>
                    <a:pt x="54" y="1128"/>
                  </a:lnTo>
                  <a:lnTo>
                    <a:pt x="60" y="1134"/>
                  </a:lnTo>
                  <a:lnTo>
                    <a:pt x="60" y="1146"/>
                  </a:lnTo>
                  <a:lnTo>
                    <a:pt x="54" y="1152"/>
                  </a:lnTo>
                  <a:lnTo>
                    <a:pt x="42" y="1176"/>
                  </a:lnTo>
                  <a:lnTo>
                    <a:pt x="36" y="1182"/>
                  </a:lnTo>
                  <a:lnTo>
                    <a:pt x="36" y="1188"/>
                  </a:lnTo>
                  <a:lnTo>
                    <a:pt x="42" y="1194"/>
                  </a:lnTo>
                  <a:lnTo>
                    <a:pt x="54" y="1194"/>
                  </a:lnTo>
                  <a:lnTo>
                    <a:pt x="72" y="1200"/>
                  </a:lnTo>
                  <a:lnTo>
                    <a:pt x="102" y="1200"/>
                  </a:lnTo>
                  <a:lnTo>
                    <a:pt x="102" y="1212"/>
                  </a:lnTo>
                  <a:lnTo>
                    <a:pt x="120" y="1230"/>
                  </a:lnTo>
                  <a:lnTo>
                    <a:pt x="132" y="1230"/>
                  </a:lnTo>
                  <a:lnTo>
                    <a:pt x="144" y="1224"/>
                  </a:lnTo>
                  <a:lnTo>
                    <a:pt x="150" y="1224"/>
                  </a:lnTo>
                  <a:lnTo>
                    <a:pt x="162" y="1218"/>
                  </a:lnTo>
                  <a:lnTo>
                    <a:pt x="168" y="1248"/>
                  </a:lnTo>
                  <a:lnTo>
                    <a:pt x="174" y="1248"/>
                  </a:lnTo>
                  <a:lnTo>
                    <a:pt x="180" y="1254"/>
                  </a:lnTo>
                  <a:lnTo>
                    <a:pt x="204" y="1266"/>
                  </a:lnTo>
                  <a:lnTo>
                    <a:pt x="216" y="1290"/>
                  </a:lnTo>
                  <a:lnTo>
                    <a:pt x="216" y="1314"/>
                  </a:lnTo>
                  <a:lnTo>
                    <a:pt x="210" y="1338"/>
                  </a:lnTo>
                  <a:lnTo>
                    <a:pt x="216" y="1344"/>
                  </a:lnTo>
                  <a:lnTo>
                    <a:pt x="360" y="1338"/>
                  </a:lnTo>
                  <a:lnTo>
                    <a:pt x="354" y="1344"/>
                  </a:lnTo>
                  <a:lnTo>
                    <a:pt x="354" y="1350"/>
                  </a:lnTo>
                  <a:lnTo>
                    <a:pt x="360" y="1350"/>
                  </a:lnTo>
                  <a:lnTo>
                    <a:pt x="570" y="1446"/>
                  </a:lnTo>
                  <a:lnTo>
                    <a:pt x="774" y="1446"/>
                  </a:lnTo>
                  <a:lnTo>
                    <a:pt x="774" y="1440"/>
                  </a:lnTo>
                  <a:lnTo>
                    <a:pt x="780" y="1428"/>
                  </a:lnTo>
                  <a:lnTo>
                    <a:pt x="780" y="1410"/>
                  </a:lnTo>
                  <a:lnTo>
                    <a:pt x="786" y="1404"/>
                  </a:lnTo>
                  <a:lnTo>
                    <a:pt x="900" y="1404"/>
                  </a:lnTo>
                  <a:lnTo>
                    <a:pt x="912" y="1416"/>
                  </a:lnTo>
                  <a:lnTo>
                    <a:pt x="912" y="1440"/>
                  </a:lnTo>
                  <a:lnTo>
                    <a:pt x="942" y="1452"/>
                  </a:lnTo>
                  <a:lnTo>
                    <a:pt x="948" y="1482"/>
                  </a:lnTo>
                  <a:lnTo>
                    <a:pt x="960" y="1482"/>
                  </a:lnTo>
                  <a:lnTo>
                    <a:pt x="972" y="1488"/>
                  </a:lnTo>
                  <a:lnTo>
                    <a:pt x="984" y="1500"/>
                  </a:lnTo>
                  <a:lnTo>
                    <a:pt x="990" y="1512"/>
                  </a:lnTo>
                  <a:lnTo>
                    <a:pt x="990" y="1554"/>
                  </a:lnTo>
                  <a:lnTo>
                    <a:pt x="984" y="1566"/>
                  </a:lnTo>
                  <a:lnTo>
                    <a:pt x="984" y="1578"/>
                  </a:lnTo>
                  <a:lnTo>
                    <a:pt x="1014" y="1608"/>
                  </a:lnTo>
                  <a:lnTo>
                    <a:pt x="1026" y="1614"/>
                  </a:lnTo>
                  <a:lnTo>
                    <a:pt x="1044" y="1626"/>
                  </a:lnTo>
                  <a:lnTo>
                    <a:pt x="1056" y="1626"/>
                  </a:lnTo>
                  <a:lnTo>
                    <a:pt x="1080" y="1614"/>
                  </a:lnTo>
                  <a:lnTo>
                    <a:pt x="1092" y="1602"/>
                  </a:lnTo>
                  <a:lnTo>
                    <a:pt x="1104" y="1578"/>
                  </a:lnTo>
                  <a:lnTo>
                    <a:pt x="1116" y="1566"/>
                  </a:lnTo>
                  <a:lnTo>
                    <a:pt x="1134" y="1566"/>
                  </a:lnTo>
                  <a:lnTo>
                    <a:pt x="1134" y="1560"/>
                  </a:lnTo>
                  <a:lnTo>
                    <a:pt x="1152" y="1566"/>
                  </a:lnTo>
                  <a:lnTo>
                    <a:pt x="1194" y="1566"/>
                  </a:lnTo>
                  <a:lnTo>
                    <a:pt x="1200" y="1578"/>
                  </a:lnTo>
                  <a:lnTo>
                    <a:pt x="1206" y="1584"/>
                  </a:lnTo>
                  <a:lnTo>
                    <a:pt x="1212" y="1596"/>
                  </a:lnTo>
                  <a:lnTo>
                    <a:pt x="1224" y="1608"/>
                  </a:lnTo>
                  <a:lnTo>
                    <a:pt x="1230" y="1620"/>
                  </a:lnTo>
                  <a:lnTo>
                    <a:pt x="1242" y="1632"/>
                  </a:lnTo>
                  <a:lnTo>
                    <a:pt x="1242" y="1656"/>
                  </a:lnTo>
                  <a:lnTo>
                    <a:pt x="1236" y="1668"/>
                  </a:lnTo>
                  <a:lnTo>
                    <a:pt x="1236" y="1680"/>
                  </a:lnTo>
                  <a:lnTo>
                    <a:pt x="1242" y="1692"/>
                  </a:lnTo>
                  <a:lnTo>
                    <a:pt x="1254" y="1698"/>
                  </a:lnTo>
                  <a:lnTo>
                    <a:pt x="1254" y="1722"/>
                  </a:lnTo>
                  <a:lnTo>
                    <a:pt x="1260" y="1728"/>
                  </a:lnTo>
                  <a:lnTo>
                    <a:pt x="1272" y="1734"/>
                  </a:lnTo>
                  <a:lnTo>
                    <a:pt x="1284" y="1746"/>
                  </a:lnTo>
                  <a:lnTo>
                    <a:pt x="1284" y="1752"/>
                  </a:lnTo>
                  <a:lnTo>
                    <a:pt x="1278" y="1758"/>
                  </a:lnTo>
                  <a:lnTo>
                    <a:pt x="1272" y="1758"/>
                  </a:lnTo>
                  <a:lnTo>
                    <a:pt x="1272" y="1794"/>
                  </a:lnTo>
                  <a:lnTo>
                    <a:pt x="1284" y="1806"/>
                  </a:lnTo>
                  <a:lnTo>
                    <a:pt x="1284" y="1836"/>
                  </a:lnTo>
                  <a:lnTo>
                    <a:pt x="1296" y="1848"/>
                  </a:lnTo>
                  <a:lnTo>
                    <a:pt x="1314" y="1854"/>
                  </a:lnTo>
                  <a:lnTo>
                    <a:pt x="1326" y="1854"/>
                  </a:lnTo>
                  <a:lnTo>
                    <a:pt x="1338" y="1866"/>
                  </a:lnTo>
                  <a:lnTo>
                    <a:pt x="1380" y="1866"/>
                  </a:lnTo>
                  <a:lnTo>
                    <a:pt x="1380" y="1872"/>
                  </a:lnTo>
                  <a:lnTo>
                    <a:pt x="1386" y="1884"/>
                  </a:lnTo>
                  <a:lnTo>
                    <a:pt x="1410" y="1884"/>
                  </a:lnTo>
                  <a:lnTo>
                    <a:pt x="1410" y="1878"/>
                  </a:lnTo>
                  <a:lnTo>
                    <a:pt x="1398" y="1806"/>
                  </a:lnTo>
                  <a:lnTo>
                    <a:pt x="1416" y="1788"/>
                  </a:lnTo>
                  <a:lnTo>
                    <a:pt x="1398" y="1776"/>
                  </a:lnTo>
                  <a:lnTo>
                    <a:pt x="1398" y="1758"/>
                  </a:lnTo>
                  <a:lnTo>
                    <a:pt x="1404" y="1764"/>
                  </a:lnTo>
                  <a:lnTo>
                    <a:pt x="1422" y="1764"/>
                  </a:lnTo>
                  <a:lnTo>
                    <a:pt x="1428" y="1758"/>
                  </a:lnTo>
                  <a:lnTo>
                    <a:pt x="1428" y="1728"/>
                  </a:lnTo>
                  <a:lnTo>
                    <a:pt x="1452" y="1722"/>
                  </a:lnTo>
                  <a:lnTo>
                    <a:pt x="1458" y="1698"/>
                  </a:lnTo>
                  <a:lnTo>
                    <a:pt x="1476" y="1704"/>
                  </a:lnTo>
                  <a:lnTo>
                    <a:pt x="1494" y="1692"/>
                  </a:lnTo>
                  <a:lnTo>
                    <a:pt x="1488" y="1668"/>
                  </a:lnTo>
                  <a:lnTo>
                    <a:pt x="1500" y="1680"/>
                  </a:lnTo>
                  <a:lnTo>
                    <a:pt x="1500" y="1668"/>
                  </a:lnTo>
                  <a:lnTo>
                    <a:pt x="1506" y="1656"/>
                  </a:lnTo>
                  <a:lnTo>
                    <a:pt x="1512" y="1650"/>
                  </a:lnTo>
                  <a:lnTo>
                    <a:pt x="1518" y="1650"/>
                  </a:lnTo>
                  <a:lnTo>
                    <a:pt x="1524" y="1656"/>
                  </a:lnTo>
                  <a:lnTo>
                    <a:pt x="1524" y="1668"/>
                  </a:lnTo>
                  <a:lnTo>
                    <a:pt x="1542" y="1668"/>
                  </a:lnTo>
                  <a:lnTo>
                    <a:pt x="1554" y="1662"/>
                  </a:lnTo>
                  <a:lnTo>
                    <a:pt x="1572" y="1656"/>
                  </a:lnTo>
                  <a:lnTo>
                    <a:pt x="1596" y="1644"/>
                  </a:lnTo>
                  <a:lnTo>
                    <a:pt x="1602" y="1638"/>
                  </a:lnTo>
                  <a:lnTo>
                    <a:pt x="1608" y="1626"/>
                  </a:lnTo>
                  <a:lnTo>
                    <a:pt x="1620" y="1620"/>
                  </a:lnTo>
                  <a:lnTo>
                    <a:pt x="1626" y="1608"/>
                  </a:lnTo>
                  <a:lnTo>
                    <a:pt x="1632" y="1602"/>
                  </a:lnTo>
                  <a:lnTo>
                    <a:pt x="1632" y="1590"/>
                  </a:lnTo>
                  <a:lnTo>
                    <a:pt x="1626" y="1584"/>
                  </a:lnTo>
                  <a:lnTo>
                    <a:pt x="1626" y="1566"/>
                  </a:lnTo>
                  <a:lnTo>
                    <a:pt x="1632" y="1566"/>
                  </a:lnTo>
                  <a:lnTo>
                    <a:pt x="1656" y="1578"/>
                  </a:lnTo>
                  <a:lnTo>
                    <a:pt x="1662" y="1584"/>
                  </a:lnTo>
                  <a:lnTo>
                    <a:pt x="1674" y="1590"/>
                  </a:lnTo>
                  <a:lnTo>
                    <a:pt x="1686" y="1590"/>
                  </a:lnTo>
                  <a:lnTo>
                    <a:pt x="1692" y="1584"/>
                  </a:lnTo>
                  <a:lnTo>
                    <a:pt x="1710" y="1548"/>
                  </a:lnTo>
                  <a:lnTo>
                    <a:pt x="1716" y="1548"/>
                  </a:lnTo>
                  <a:lnTo>
                    <a:pt x="1734" y="1566"/>
                  </a:lnTo>
                  <a:lnTo>
                    <a:pt x="1746" y="1566"/>
                  </a:lnTo>
                  <a:lnTo>
                    <a:pt x="1752" y="1560"/>
                  </a:lnTo>
                  <a:lnTo>
                    <a:pt x="1758" y="1548"/>
                  </a:lnTo>
                  <a:lnTo>
                    <a:pt x="1764" y="1542"/>
                  </a:lnTo>
                  <a:lnTo>
                    <a:pt x="1770" y="1554"/>
                  </a:lnTo>
                  <a:lnTo>
                    <a:pt x="1776" y="1560"/>
                  </a:lnTo>
                  <a:lnTo>
                    <a:pt x="1782" y="1572"/>
                  </a:lnTo>
                  <a:lnTo>
                    <a:pt x="1794" y="1578"/>
                  </a:lnTo>
                  <a:lnTo>
                    <a:pt x="1800" y="1584"/>
                  </a:lnTo>
                  <a:lnTo>
                    <a:pt x="1818" y="1584"/>
                  </a:lnTo>
                  <a:lnTo>
                    <a:pt x="1824" y="1578"/>
                  </a:lnTo>
                  <a:lnTo>
                    <a:pt x="1830" y="1566"/>
                  </a:lnTo>
                  <a:lnTo>
                    <a:pt x="1842" y="1554"/>
                  </a:lnTo>
                  <a:lnTo>
                    <a:pt x="1848" y="1554"/>
                  </a:lnTo>
                  <a:lnTo>
                    <a:pt x="1860" y="1560"/>
                  </a:lnTo>
                  <a:lnTo>
                    <a:pt x="1872" y="1572"/>
                  </a:lnTo>
                  <a:lnTo>
                    <a:pt x="1872" y="1584"/>
                  </a:lnTo>
                  <a:lnTo>
                    <a:pt x="1878" y="1596"/>
                  </a:lnTo>
                  <a:lnTo>
                    <a:pt x="1878" y="1614"/>
                  </a:lnTo>
                  <a:lnTo>
                    <a:pt x="1914" y="1614"/>
                  </a:lnTo>
                  <a:lnTo>
                    <a:pt x="1920" y="1620"/>
                  </a:lnTo>
                  <a:lnTo>
                    <a:pt x="1926" y="1620"/>
                  </a:lnTo>
                  <a:lnTo>
                    <a:pt x="1926" y="1608"/>
                  </a:lnTo>
                  <a:lnTo>
                    <a:pt x="1932" y="1602"/>
                  </a:lnTo>
                  <a:lnTo>
                    <a:pt x="1932" y="1608"/>
                  </a:lnTo>
                  <a:lnTo>
                    <a:pt x="1956" y="1632"/>
                  </a:lnTo>
                  <a:lnTo>
                    <a:pt x="1962" y="1626"/>
                  </a:lnTo>
                  <a:lnTo>
                    <a:pt x="1968" y="1614"/>
                  </a:lnTo>
                  <a:lnTo>
                    <a:pt x="1968" y="1596"/>
                  </a:lnTo>
                  <a:lnTo>
                    <a:pt x="1962" y="1584"/>
                  </a:lnTo>
                  <a:lnTo>
                    <a:pt x="1980" y="1590"/>
                  </a:lnTo>
                  <a:lnTo>
                    <a:pt x="1992" y="1608"/>
                  </a:lnTo>
                  <a:lnTo>
                    <a:pt x="2004" y="1614"/>
                  </a:lnTo>
                  <a:lnTo>
                    <a:pt x="2004" y="1626"/>
                  </a:lnTo>
                  <a:lnTo>
                    <a:pt x="2010" y="1626"/>
                  </a:lnTo>
                  <a:lnTo>
                    <a:pt x="2016" y="1632"/>
                  </a:lnTo>
                  <a:lnTo>
                    <a:pt x="2028" y="1632"/>
                  </a:lnTo>
                  <a:lnTo>
                    <a:pt x="2034" y="1626"/>
                  </a:lnTo>
                  <a:lnTo>
                    <a:pt x="2034" y="1620"/>
                  </a:lnTo>
                  <a:lnTo>
                    <a:pt x="2028" y="1608"/>
                  </a:lnTo>
                  <a:lnTo>
                    <a:pt x="2022" y="1602"/>
                  </a:lnTo>
                  <a:lnTo>
                    <a:pt x="2010" y="1596"/>
                  </a:lnTo>
                  <a:lnTo>
                    <a:pt x="2004" y="1590"/>
                  </a:lnTo>
                  <a:lnTo>
                    <a:pt x="1998" y="1578"/>
                  </a:lnTo>
                  <a:lnTo>
                    <a:pt x="2010" y="1578"/>
                  </a:lnTo>
                  <a:lnTo>
                    <a:pt x="2022" y="1566"/>
                  </a:lnTo>
                  <a:lnTo>
                    <a:pt x="2022" y="1554"/>
                  </a:lnTo>
                  <a:lnTo>
                    <a:pt x="2016" y="1548"/>
                  </a:lnTo>
                  <a:lnTo>
                    <a:pt x="1968" y="1548"/>
                  </a:lnTo>
                  <a:lnTo>
                    <a:pt x="1962" y="1542"/>
                  </a:lnTo>
                  <a:lnTo>
                    <a:pt x="1962" y="1530"/>
                  </a:lnTo>
                  <a:lnTo>
                    <a:pt x="1968" y="1524"/>
                  </a:lnTo>
                  <a:lnTo>
                    <a:pt x="1986" y="1524"/>
                  </a:lnTo>
                  <a:lnTo>
                    <a:pt x="1998" y="1530"/>
                  </a:lnTo>
                  <a:lnTo>
                    <a:pt x="2004" y="1530"/>
                  </a:lnTo>
                  <a:lnTo>
                    <a:pt x="2016" y="1536"/>
                  </a:lnTo>
                  <a:lnTo>
                    <a:pt x="2028" y="1536"/>
                  </a:lnTo>
                  <a:lnTo>
                    <a:pt x="2064" y="1518"/>
                  </a:lnTo>
                  <a:lnTo>
                    <a:pt x="2070" y="1512"/>
                  </a:lnTo>
                  <a:lnTo>
                    <a:pt x="2082" y="1512"/>
                  </a:lnTo>
                  <a:lnTo>
                    <a:pt x="2082" y="1518"/>
                  </a:lnTo>
                  <a:lnTo>
                    <a:pt x="2106" y="1518"/>
                  </a:lnTo>
                  <a:lnTo>
                    <a:pt x="2118" y="1512"/>
                  </a:lnTo>
                  <a:lnTo>
                    <a:pt x="2124" y="1512"/>
                  </a:lnTo>
                  <a:lnTo>
                    <a:pt x="2130" y="1506"/>
                  </a:lnTo>
                  <a:lnTo>
                    <a:pt x="2130" y="1500"/>
                  </a:lnTo>
                  <a:lnTo>
                    <a:pt x="2136" y="1488"/>
                  </a:lnTo>
                  <a:lnTo>
                    <a:pt x="2136" y="1482"/>
                  </a:lnTo>
                  <a:lnTo>
                    <a:pt x="2142" y="1482"/>
                  </a:lnTo>
                  <a:lnTo>
                    <a:pt x="2142" y="1488"/>
                  </a:lnTo>
                  <a:lnTo>
                    <a:pt x="2148" y="1500"/>
                  </a:lnTo>
                  <a:lnTo>
                    <a:pt x="2148" y="1524"/>
                  </a:lnTo>
                  <a:lnTo>
                    <a:pt x="2154" y="1524"/>
                  </a:lnTo>
                  <a:lnTo>
                    <a:pt x="2160" y="1518"/>
                  </a:lnTo>
                  <a:lnTo>
                    <a:pt x="2172" y="1512"/>
                  </a:lnTo>
                  <a:lnTo>
                    <a:pt x="2190" y="1512"/>
                  </a:lnTo>
                  <a:lnTo>
                    <a:pt x="2202" y="1506"/>
                  </a:lnTo>
                  <a:lnTo>
                    <a:pt x="2214" y="1506"/>
                  </a:lnTo>
                  <a:lnTo>
                    <a:pt x="2226" y="1512"/>
                  </a:lnTo>
                  <a:lnTo>
                    <a:pt x="2232" y="1524"/>
                  </a:lnTo>
                  <a:lnTo>
                    <a:pt x="2232" y="1506"/>
                  </a:lnTo>
                  <a:lnTo>
                    <a:pt x="2244" y="1506"/>
                  </a:lnTo>
                  <a:lnTo>
                    <a:pt x="2256" y="1518"/>
                  </a:lnTo>
                  <a:lnTo>
                    <a:pt x="2256" y="1530"/>
                  </a:lnTo>
                  <a:lnTo>
                    <a:pt x="2286" y="1524"/>
                  </a:lnTo>
                  <a:lnTo>
                    <a:pt x="2280" y="1536"/>
                  </a:lnTo>
                  <a:lnTo>
                    <a:pt x="2280" y="1548"/>
                  </a:lnTo>
                  <a:lnTo>
                    <a:pt x="2286" y="1554"/>
                  </a:lnTo>
                  <a:lnTo>
                    <a:pt x="2286" y="1566"/>
                  </a:lnTo>
                  <a:lnTo>
                    <a:pt x="2298" y="1578"/>
                  </a:lnTo>
                  <a:lnTo>
                    <a:pt x="2310" y="1578"/>
                  </a:lnTo>
                  <a:lnTo>
                    <a:pt x="2328" y="1572"/>
                  </a:lnTo>
                  <a:lnTo>
                    <a:pt x="2352" y="1548"/>
                  </a:lnTo>
                  <a:lnTo>
                    <a:pt x="2370" y="1542"/>
                  </a:lnTo>
                  <a:lnTo>
                    <a:pt x="2382" y="1542"/>
                  </a:lnTo>
                  <a:lnTo>
                    <a:pt x="2394" y="1548"/>
                  </a:lnTo>
                  <a:lnTo>
                    <a:pt x="2400" y="1554"/>
                  </a:lnTo>
                  <a:lnTo>
                    <a:pt x="2418" y="1590"/>
                  </a:lnTo>
                  <a:lnTo>
                    <a:pt x="2418" y="1602"/>
                  </a:lnTo>
                  <a:lnTo>
                    <a:pt x="2424" y="1608"/>
                  </a:lnTo>
                  <a:lnTo>
                    <a:pt x="2436" y="1614"/>
                  </a:lnTo>
                  <a:lnTo>
                    <a:pt x="2466" y="1614"/>
                  </a:lnTo>
                  <a:lnTo>
                    <a:pt x="2460" y="1656"/>
                  </a:lnTo>
                  <a:lnTo>
                    <a:pt x="2460" y="1662"/>
                  </a:lnTo>
                  <a:lnTo>
                    <a:pt x="2454" y="1668"/>
                  </a:lnTo>
                  <a:lnTo>
                    <a:pt x="2436" y="1704"/>
                  </a:lnTo>
                  <a:lnTo>
                    <a:pt x="2436" y="1710"/>
                  </a:lnTo>
                  <a:lnTo>
                    <a:pt x="2448" y="1722"/>
                  </a:lnTo>
                  <a:lnTo>
                    <a:pt x="2454" y="1722"/>
                  </a:lnTo>
                  <a:lnTo>
                    <a:pt x="2460" y="1734"/>
                  </a:lnTo>
                  <a:lnTo>
                    <a:pt x="2436" y="1758"/>
                  </a:lnTo>
                  <a:lnTo>
                    <a:pt x="2454" y="1806"/>
                  </a:lnTo>
                  <a:lnTo>
                    <a:pt x="2472" y="1788"/>
                  </a:lnTo>
                  <a:lnTo>
                    <a:pt x="2478" y="1788"/>
                  </a:lnTo>
                  <a:lnTo>
                    <a:pt x="2478" y="1794"/>
                  </a:lnTo>
                  <a:lnTo>
                    <a:pt x="2472" y="1800"/>
                  </a:lnTo>
                  <a:lnTo>
                    <a:pt x="2466" y="1812"/>
                  </a:lnTo>
                  <a:lnTo>
                    <a:pt x="2466" y="1818"/>
                  </a:lnTo>
                  <a:lnTo>
                    <a:pt x="2460" y="1830"/>
                  </a:lnTo>
                  <a:lnTo>
                    <a:pt x="2478" y="1830"/>
                  </a:lnTo>
                  <a:lnTo>
                    <a:pt x="2478" y="1878"/>
                  </a:lnTo>
                  <a:lnTo>
                    <a:pt x="2496" y="1878"/>
                  </a:lnTo>
                  <a:lnTo>
                    <a:pt x="2502" y="1884"/>
                  </a:lnTo>
                  <a:lnTo>
                    <a:pt x="2508" y="1884"/>
                  </a:lnTo>
                  <a:lnTo>
                    <a:pt x="2508" y="1896"/>
                  </a:lnTo>
                  <a:lnTo>
                    <a:pt x="2502" y="1908"/>
                  </a:lnTo>
                  <a:lnTo>
                    <a:pt x="2502" y="1920"/>
                  </a:lnTo>
                  <a:lnTo>
                    <a:pt x="2526" y="1944"/>
                  </a:lnTo>
                  <a:lnTo>
                    <a:pt x="2532" y="1944"/>
                  </a:lnTo>
                  <a:lnTo>
                    <a:pt x="2538" y="1938"/>
                  </a:lnTo>
                  <a:lnTo>
                    <a:pt x="2550" y="1932"/>
                  </a:lnTo>
                  <a:lnTo>
                    <a:pt x="2556" y="1932"/>
                  </a:lnTo>
                  <a:lnTo>
                    <a:pt x="2562" y="1926"/>
                  </a:lnTo>
                  <a:lnTo>
                    <a:pt x="2568" y="1914"/>
                  </a:lnTo>
                  <a:lnTo>
                    <a:pt x="2568" y="1896"/>
                  </a:lnTo>
                  <a:lnTo>
                    <a:pt x="2586" y="1896"/>
                  </a:lnTo>
                  <a:lnTo>
                    <a:pt x="2586" y="1872"/>
                  </a:lnTo>
                  <a:lnTo>
                    <a:pt x="2604" y="1836"/>
                  </a:lnTo>
                  <a:lnTo>
                    <a:pt x="2604" y="1818"/>
                  </a:lnTo>
                  <a:lnTo>
                    <a:pt x="2610" y="1806"/>
                  </a:lnTo>
                  <a:lnTo>
                    <a:pt x="2610" y="1794"/>
                  </a:lnTo>
                  <a:lnTo>
                    <a:pt x="2604" y="1782"/>
                  </a:lnTo>
                  <a:lnTo>
                    <a:pt x="2604" y="1770"/>
                  </a:lnTo>
                  <a:lnTo>
                    <a:pt x="2598" y="1752"/>
                  </a:lnTo>
                  <a:lnTo>
                    <a:pt x="2592" y="1740"/>
                  </a:lnTo>
                  <a:lnTo>
                    <a:pt x="2586" y="1722"/>
                  </a:lnTo>
                  <a:lnTo>
                    <a:pt x="2586" y="1704"/>
                  </a:lnTo>
                  <a:lnTo>
                    <a:pt x="2592" y="1686"/>
                  </a:lnTo>
                  <a:lnTo>
                    <a:pt x="2598" y="1674"/>
                  </a:lnTo>
                  <a:lnTo>
                    <a:pt x="2598" y="1644"/>
                  </a:lnTo>
                  <a:lnTo>
                    <a:pt x="2592" y="1626"/>
                  </a:lnTo>
                  <a:lnTo>
                    <a:pt x="2586" y="1614"/>
                  </a:lnTo>
                  <a:lnTo>
                    <a:pt x="2580" y="1596"/>
                  </a:lnTo>
                  <a:lnTo>
                    <a:pt x="2574" y="1584"/>
                  </a:lnTo>
                  <a:lnTo>
                    <a:pt x="2574" y="1518"/>
                  </a:lnTo>
                  <a:lnTo>
                    <a:pt x="2580" y="1488"/>
                  </a:lnTo>
                  <a:lnTo>
                    <a:pt x="2586" y="1470"/>
                  </a:lnTo>
                  <a:lnTo>
                    <a:pt x="2598" y="1452"/>
                  </a:lnTo>
                  <a:lnTo>
                    <a:pt x="2604" y="1440"/>
                  </a:lnTo>
                  <a:lnTo>
                    <a:pt x="2610" y="1422"/>
                  </a:lnTo>
                  <a:lnTo>
                    <a:pt x="2616" y="1416"/>
                  </a:lnTo>
                  <a:lnTo>
                    <a:pt x="2616" y="1410"/>
                  </a:lnTo>
                  <a:lnTo>
                    <a:pt x="2628" y="1398"/>
                  </a:lnTo>
                  <a:lnTo>
                    <a:pt x="2652" y="1380"/>
                  </a:lnTo>
                  <a:lnTo>
                    <a:pt x="2658" y="1356"/>
                  </a:lnTo>
                  <a:lnTo>
                    <a:pt x="2670" y="1368"/>
                  </a:lnTo>
                  <a:lnTo>
                    <a:pt x="2676" y="1344"/>
                  </a:lnTo>
                  <a:lnTo>
                    <a:pt x="2730" y="1344"/>
                  </a:lnTo>
                  <a:lnTo>
                    <a:pt x="2730" y="1314"/>
                  </a:lnTo>
                  <a:lnTo>
                    <a:pt x="2748" y="1320"/>
                  </a:lnTo>
                  <a:lnTo>
                    <a:pt x="2754" y="1308"/>
                  </a:lnTo>
                  <a:lnTo>
                    <a:pt x="2772" y="1308"/>
                  </a:lnTo>
                  <a:lnTo>
                    <a:pt x="2796" y="1278"/>
                  </a:lnTo>
                  <a:lnTo>
                    <a:pt x="2796" y="1272"/>
                  </a:lnTo>
                  <a:lnTo>
                    <a:pt x="2802" y="1266"/>
                  </a:lnTo>
                  <a:lnTo>
                    <a:pt x="2814" y="1242"/>
                  </a:lnTo>
                  <a:lnTo>
                    <a:pt x="2832" y="1236"/>
                  </a:lnTo>
                  <a:lnTo>
                    <a:pt x="2862" y="1236"/>
                  </a:lnTo>
                  <a:lnTo>
                    <a:pt x="2874" y="1242"/>
                  </a:lnTo>
                  <a:lnTo>
                    <a:pt x="2886" y="1242"/>
                  </a:lnTo>
                  <a:lnTo>
                    <a:pt x="2892" y="1236"/>
                  </a:lnTo>
                  <a:lnTo>
                    <a:pt x="2904" y="1212"/>
                  </a:lnTo>
                  <a:lnTo>
                    <a:pt x="2910" y="1206"/>
                  </a:lnTo>
                  <a:lnTo>
                    <a:pt x="2916" y="1194"/>
                  </a:lnTo>
                  <a:lnTo>
                    <a:pt x="2928" y="1200"/>
                  </a:lnTo>
                  <a:lnTo>
                    <a:pt x="2934" y="1176"/>
                  </a:lnTo>
                  <a:lnTo>
                    <a:pt x="3018" y="1170"/>
                  </a:lnTo>
                  <a:lnTo>
                    <a:pt x="3024" y="1146"/>
                  </a:lnTo>
                  <a:lnTo>
                    <a:pt x="2982" y="1152"/>
                  </a:lnTo>
                  <a:lnTo>
                    <a:pt x="2988" y="1146"/>
                  </a:lnTo>
                  <a:lnTo>
                    <a:pt x="3000" y="1140"/>
                  </a:lnTo>
                  <a:lnTo>
                    <a:pt x="3006" y="1140"/>
                  </a:lnTo>
                  <a:lnTo>
                    <a:pt x="3006" y="1134"/>
                  </a:lnTo>
                  <a:lnTo>
                    <a:pt x="3000" y="1128"/>
                  </a:lnTo>
                  <a:lnTo>
                    <a:pt x="2994" y="1116"/>
                  </a:lnTo>
                  <a:lnTo>
                    <a:pt x="2988" y="1110"/>
                  </a:lnTo>
                  <a:lnTo>
                    <a:pt x="3024" y="1104"/>
                  </a:lnTo>
                  <a:lnTo>
                    <a:pt x="3048" y="1116"/>
                  </a:lnTo>
                  <a:lnTo>
                    <a:pt x="3078" y="1080"/>
                  </a:lnTo>
                  <a:lnTo>
                    <a:pt x="3024" y="1074"/>
                  </a:lnTo>
                  <a:lnTo>
                    <a:pt x="3024" y="1050"/>
                  </a:lnTo>
                  <a:lnTo>
                    <a:pt x="3036" y="1062"/>
                  </a:lnTo>
                  <a:lnTo>
                    <a:pt x="3078" y="1050"/>
                  </a:lnTo>
                  <a:lnTo>
                    <a:pt x="3084" y="990"/>
                  </a:lnTo>
                  <a:lnTo>
                    <a:pt x="3054" y="1002"/>
                  </a:lnTo>
                  <a:lnTo>
                    <a:pt x="3048" y="972"/>
                  </a:lnTo>
                  <a:lnTo>
                    <a:pt x="3024" y="960"/>
                  </a:lnTo>
                  <a:lnTo>
                    <a:pt x="3072" y="978"/>
                  </a:lnTo>
                  <a:lnTo>
                    <a:pt x="3078" y="972"/>
                  </a:lnTo>
                  <a:lnTo>
                    <a:pt x="3060" y="954"/>
                  </a:lnTo>
                  <a:lnTo>
                    <a:pt x="3090" y="954"/>
                  </a:lnTo>
                  <a:lnTo>
                    <a:pt x="3084" y="948"/>
                  </a:lnTo>
                  <a:lnTo>
                    <a:pt x="3078" y="936"/>
                  </a:lnTo>
                  <a:lnTo>
                    <a:pt x="3060" y="918"/>
                  </a:lnTo>
                  <a:lnTo>
                    <a:pt x="3054" y="906"/>
                  </a:lnTo>
                  <a:lnTo>
                    <a:pt x="3054" y="894"/>
                  </a:lnTo>
                  <a:lnTo>
                    <a:pt x="3060" y="888"/>
                  </a:lnTo>
                  <a:lnTo>
                    <a:pt x="3042" y="870"/>
                  </a:lnTo>
                  <a:lnTo>
                    <a:pt x="3042" y="864"/>
                  </a:lnTo>
                  <a:lnTo>
                    <a:pt x="3048" y="864"/>
                  </a:lnTo>
                  <a:lnTo>
                    <a:pt x="3066" y="846"/>
                  </a:lnTo>
                  <a:lnTo>
                    <a:pt x="3072" y="846"/>
                  </a:lnTo>
                  <a:lnTo>
                    <a:pt x="3066" y="870"/>
                  </a:lnTo>
                  <a:lnTo>
                    <a:pt x="3096" y="894"/>
                  </a:lnTo>
                  <a:lnTo>
                    <a:pt x="3096" y="888"/>
                  </a:lnTo>
                  <a:lnTo>
                    <a:pt x="3102" y="882"/>
                  </a:lnTo>
                  <a:lnTo>
                    <a:pt x="3102" y="864"/>
                  </a:lnTo>
                  <a:lnTo>
                    <a:pt x="3108" y="852"/>
                  </a:lnTo>
                  <a:lnTo>
                    <a:pt x="3108" y="834"/>
                  </a:lnTo>
                  <a:lnTo>
                    <a:pt x="3114" y="822"/>
                  </a:lnTo>
                  <a:lnTo>
                    <a:pt x="3144" y="792"/>
                  </a:lnTo>
                  <a:lnTo>
                    <a:pt x="3156" y="786"/>
                  </a:lnTo>
                  <a:lnTo>
                    <a:pt x="3162" y="786"/>
                  </a:lnTo>
                  <a:lnTo>
                    <a:pt x="3162" y="792"/>
                  </a:lnTo>
                  <a:lnTo>
                    <a:pt x="3150" y="816"/>
                  </a:lnTo>
                  <a:lnTo>
                    <a:pt x="3132" y="834"/>
                  </a:lnTo>
                  <a:lnTo>
                    <a:pt x="3126" y="846"/>
                  </a:lnTo>
                  <a:lnTo>
                    <a:pt x="3120" y="882"/>
                  </a:lnTo>
                  <a:lnTo>
                    <a:pt x="3138" y="882"/>
                  </a:lnTo>
                  <a:lnTo>
                    <a:pt x="3138" y="894"/>
                  </a:lnTo>
                  <a:lnTo>
                    <a:pt x="3132" y="906"/>
                  </a:lnTo>
                  <a:lnTo>
                    <a:pt x="3132" y="918"/>
                  </a:lnTo>
                  <a:lnTo>
                    <a:pt x="3114" y="936"/>
                  </a:lnTo>
                  <a:lnTo>
                    <a:pt x="3102" y="960"/>
                  </a:lnTo>
                  <a:lnTo>
                    <a:pt x="3102" y="978"/>
                  </a:lnTo>
                  <a:lnTo>
                    <a:pt x="3126" y="954"/>
                  </a:lnTo>
                  <a:lnTo>
                    <a:pt x="3132" y="942"/>
                  </a:lnTo>
                  <a:lnTo>
                    <a:pt x="3144" y="930"/>
                  </a:lnTo>
                  <a:lnTo>
                    <a:pt x="3168" y="918"/>
                  </a:lnTo>
                  <a:lnTo>
                    <a:pt x="3180" y="906"/>
                  </a:lnTo>
                  <a:lnTo>
                    <a:pt x="3192" y="882"/>
                  </a:lnTo>
                  <a:lnTo>
                    <a:pt x="3192" y="798"/>
                  </a:lnTo>
                  <a:lnTo>
                    <a:pt x="3198" y="780"/>
                  </a:lnTo>
                  <a:lnTo>
                    <a:pt x="3198" y="768"/>
                  </a:lnTo>
                  <a:lnTo>
                    <a:pt x="3204" y="756"/>
                  </a:lnTo>
                  <a:lnTo>
                    <a:pt x="3210" y="756"/>
                  </a:lnTo>
                  <a:lnTo>
                    <a:pt x="3210" y="768"/>
                  </a:lnTo>
                  <a:lnTo>
                    <a:pt x="3204" y="780"/>
                  </a:lnTo>
                  <a:lnTo>
                    <a:pt x="3204" y="798"/>
                  </a:lnTo>
                  <a:lnTo>
                    <a:pt x="3210" y="798"/>
                  </a:lnTo>
                  <a:lnTo>
                    <a:pt x="3216" y="804"/>
                  </a:lnTo>
                  <a:lnTo>
                    <a:pt x="3216" y="840"/>
                  </a:lnTo>
                  <a:lnTo>
                    <a:pt x="3234" y="822"/>
                  </a:lnTo>
                  <a:lnTo>
                    <a:pt x="3240" y="810"/>
                  </a:lnTo>
                  <a:lnTo>
                    <a:pt x="3288" y="762"/>
                  </a:lnTo>
                  <a:lnTo>
                    <a:pt x="3300" y="756"/>
                  </a:lnTo>
                  <a:lnTo>
                    <a:pt x="3324" y="732"/>
                  </a:lnTo>
                  <a:lnTo>
                    <a:pt x="3324" y="726"/>
                  </a:lnTo>
                  <a:lnTo>
                    <a:pt x="3318" y="720"/>
                  </a:lnTo>
                  <a:lnTo>
                    <a:pt x="3312" y="720"/>
                  </a:lnTo>
                  <a:lnTo>
                    <a:pt x="3306" y="714"/>
                  </a:lnTo>
                  <a:lnTo>
                    <a:pt x="3306" y="702"/>
                  </a:lnTo>
                  <a:lnTo>
                    <a:pt x="3312" y="696"/>
                  </a:lnTo>
                  <a:lnTo>
                    <a:pt x="3324" y="696"/>
                  </a:lnTo>
                  <a:lnTo>
                    <a:pt x="3330" y="702"/>
                  </a:lnTo>
                  <a:lnTo>
                    <a:pt x="3360" y="702"/>
                  </a:lnTo>
                  <a:lnTo>
                    <a:pt x="3390" y="696"/>
                  </a:lnTo>
                  <a:lnTo>
                    <a:pt x="3450" y="672"/>
                  </a:lnTo>
                  <a:lnTo>
                    <a:pt x="3462" y="666"/>
                  </a:lnTo>
                  <a:lnTo>
                    <a:pt x="3444" y="660"/>
                  </a:lnTo>
                  <a:lnTo>
                    <a:pt x="3438" y="660"/>
                  </a:lnTo>
                  <a:lnTo>
                    <a:pt x="3432" y="666"/>
                  </a:lnTo>
                  <a:lnTo>
                    <a:pt x="3414" y="672"/>
                  </a:lnTo>
                  <a:lnTo>
                    <a:pt x="3402" y="672"/>
                  </a:lnTo>
                  <a:lnTo>
                    <a:pt x="3390" y="678"/>
                  </a:lnTo>
                  <a:lnTo>
                    <a:pt x="3372" y="678"/>
                  </a:lnTo>
                  <a:lnTo>
                    <a:pt x="3360" y="684"/>
                  </a:lnTo>
                  <a:lnTo>
                    <a:pt x="3348" y="684"/>
                  </a:lnTo>
                  <a:lnTo>
                    <a:pt x="3342" y="678"/>
                  </a:lnTo>
                  <a:lnTo>
                    <a:pt x="3342" y="672"/>
                  </a:lnTo>
                  <a:lnTo>
                    <a:pt x="3348" y="666"/>
                  </a:lnTo>
                  <a:lnTo>
                    <a:pt x="3354" y="654"/>
                  </a:lnTo>
                  <a:lnTo>
                    <a:pt x="3366" y="654"/>
                  </a:lnTo>
                  <a:lnTo>
                    <a:pt x="3378" y="648"/>
                  </a:lnTo>
                  <a:lnTo>
                    <a:pt x="3402" y="648"/>
                  </a:lnTo>
                  <a:lnTo>
                    <a:pt x="3492" y="642"/>
                  </a:lnTo>
                  <a:lnTo>
                    <a:pt x="3534" y="606"/>
                  </a:lnTo>
                  <a:lnTo>
                    <a:pt x="3546" y="618"/>
                  </a:lnTo>
                  <a:lnTo>
                    <a:pt x="3570" y="606"/>
                  </a:lnTo>
                  <a:lnTo>
                    <a:pt x="3570" y="642"/>
                  </a:lnTo>
                  <a:lnTo>
                    <a:pt x="3600" y="618"/>
                  </a:lnTo>
                  <a:lnTo>
                    <a:pt x="3624" y="612"/>
                  </a:lnTo>
                  <a:lnTo>
                    <a:pt x="3630" y="582"/>
                  </a:lnTo>
                  <a:lnTo>
                    <a:pt x="3618" y="570"/>
                  </a:lnTo>
                  <a:lnTo>
                    <a:pt x="3612" y="600"/>
                  </a:lnTo>
                  <a:lnTo>
                    <a:pt x="3588" y="600"/>
                  </a:lnTo>
                  <a:lnTo>
                    <a:pt x="3588" y="576"/>
                  </a:lnTo>
                  <a:lnTo>
                    <a:pt x="3570" y="552"/>
                  </a:lnTo>
                  <a:lnTo>
                    <a:pt x="3594" y="540"/>
                  </a:lnTo>
                  <a:lnTo>
                    <a:pt x="3600" y="504"/>
                  </a:lnTo>
                  <a:lnTo>
                    <a:pt x="3612" y="498"/>
                  </a:lnTo>
                  <a:lnTo>
                    <a:pt x="3618" y="486"/>
                  </a:lnTo>
                  <a:lnTo>
                    <a:pt x="3630" y="480"/>
                  </a:lnTo>
                  <a:lnTo>
                    <a:pt x="3636" y="474"/>
                  </a:lnTo>
                  <a:lnTo>
                    <a:pt x="3648" y="468"/>
                  </a:lnTo>
                  <a:lnTo>
                    <a:pt x="3654" y="456"/>
                  </a:lnTo>
                  <a:lnTo>
                    <a:pt x="3654" y="450"/>
                  </a:lnTo>
                  <a:lnTo>
                    <a:pt x="3660" y="444"/>
                  </a:lnTo>
                  <a:lnTo>
                    <a:pt x="3660" y="438"/>
                  </a:lnTo>
                  <a:lnTo>
                    <a:pt x="3690" y="444"/>
                  </a:lnTo>
                  <a:lnTo>
                    <a:pt x="3702" y="426"/>
                  </a:lnTo>
                  <a:lnTo>
                    <a:pt x="3708" y="432"/>
                  </a:lnTo>
                  <a:lnTo>
                    <a:pt x="3720" y="432"/>
                  </a:lnTo>
                  <a:lnTo>
                    <a:pt x="3726" y="426"/>
                  </a:lnTo>
                  <a:lnTo>
                    <a:pt x="3738" y="420"/>
                  </a:lnTo>
                  <a:lnTo>
                    <a:pt x="3744" y="408"/>
                  </a:lnTo>
                  <a:lnTo>
                    <a:pt x="3756" y="402"/>
                  </a:lnTo>
                  <a:lnTo>
                    <a:pt x="3774" y="384"/>
                  </a:lnTo>
                  <a:lnTo>
                    <a:pt x="3774" y="414"/>
                  </a:lnTo>
                  <a:lnTo>
                    <a:pt x="3786" y="408"/>
                  </a:lnTo>
                  <a:lnTo>
                    <a:pt x="3792" y="402"/>
                  </a:lnTo>
                  <a:lnTo>
                    <a:pt x="3828" y="384"/>
                  </a:lnTo>
                  <a:lnTo>
                    <a:pt x="3834" y="378"/>
                  </a:lnTo>
                  <a:lnTo>
                    <a:pt x="3846" y="378"/>
                  </a:lnTo>
                  <a:lnTo>
                    <a:pt x="3858" y="372"/>
                  </a:lnTo>
                  <a:lnTo>
                    <a:pt x="3876" y="372"/>
                  </a:lnTo>
                  <a:lnTo>
                    <a:pt x="3888" y="366"/>
                  </a:lnTo>
                  <a:lnTo>
                    <a:pt x="3900" y="366"/>
                  </a:lnTo>
                  <a:lnTo>
                    <a:pt x="3900" y="330"/>
                  </a:lnTo>
                  <a:lnTo>
                    <a:pt x="3876" y="330"/>
                  </a:lnTo>
                  <a:lnTo>
                    <a:pt x="3876" y="324"/>
                  </a:lnTo>
                  <a:lnTo>
                    <a:pt x="3882" y="312"/>
                  </a:lnTo>
                  <a:lnTo>
                    <a:pt x="3894" y="300"/>
                  </a:lnTo>
                  <a:lnTo>
                    <a:pt x="3888" y="294"/>
                  </a:lnTo>
                  <a:lnTo>
                    <a:pt x="3882" y="294"/>
                  </a:lnTo>
                  <a:lnTo>
                    <a:pt x="3876" y="288"/>
                  </a:lnTo>
                  <a:lnTo>
                    <a:pt x="3876" y="276"/>
                  </a:lnTo>
                  <a:lnTo>
                    <a:pt x="3888" y="252"/>
                  </a:lnTo>
                  <a:lnTo>
                    <a:pt x="3900" y="222"/>
                  </a:lnTo>
                  <a:lnTo>
                    <a:pt x="3912" y="198"/>
                  </a:lnTo>
                  <a:lnTo>
                    <a:pt x="3918" y="174"/>
                  </a:lnTo>
                  <a:lnTo>
                    <a:pt x="3918" y="168"/>
                  </a:lnTo>
                  <a:lnTo>
                    <a:pt x="3912" y="162"/>
                  </a:lnTo>
                  <a:lnTo>
                    <a:pt x="3876" y="162"/>
                  </a:lnTo>
                  <a:lnTo>
                    <a:pt x="3864" y="168"/>
                  </a:lnTo>
                  <a:lnTo>
                    <a:pt x="3858" y="168"/>
                  </a:lnTo>
                  <a:close/>
                  <a:moveTo>
                    <a:pt x="2718" y="366"/>
                  </a:moveTo>
                  <a:lnTo>
                    <a:pt x="2712" y="366"/>
                  </a:lnTo>
                  <a:lnTo>
                    <a:pt x="2712" y="354"/>
                  </a:lnTo>
                  <a:lnTo>
                    <a:pt x="2718" y="348"/>
                  </a:lnTo>
                  <a:lnTo>
                    <a:pt x="2718" y="336"/>
                  </a:lnTo>
                  <a:lnTo>
                    <a:pt x="2712" y="336"/>
                  </a:lnTo>
                  <a:lnTo>
                    <a:pt x="2700" y="342"/>
                  </a:lnTo>
                  <a:lnTo>
                    <a:pt x="2694" y="348"/>
                  </a:lnTo>
                  <a:lnTo>
                    <a:pt x="2682" y="354"/>
                  </a:lnTo>
                  <a:lnTo>
                    <a:pt x="2676" y="372"/>
                  </a:lnTo>
                  <a:lnTo>
                    <a:pt x="2664" y="366"/>
                  </a:lnTo>
                  <a:lnTo>
                    <a:pt x="2664" y="378"/>
                  </a:lnTo>
                  <a:lnTo>
                    <a:pt x="2652" y="402"/>
                  </a:lnTo>
                  <a:lnTo>
                    <a:pt x="2628" y="414"/>
                  </a:lnTo>
                  <a:lnTo>
                    <a:pt x="2628" y="426"/>
                  </a:lnTo>
                  <a:lnTo>
                    <a:pt x="2634" y="432"/>
                  </a:lnTo>
                  <a:lnTo>
                    <a:pt x="2628" y="432"/>
                  </a:lnTo>
                  <a:lnTo>
                    <a:pt x="2598" y="462"/>
                  </a:lnTo>
                  <a:lnTo>
                    <a:pt x="2598" y="468"/>
                  </a:lnTo>
                  <a:lnTo>
                    <a:pt x="2604" y="474"/>
                  </a:lnTo>
                  <a:lnTo>
                    <a:pt x="2610" y="474"/>
                  </a:lnTo>
                  <a:lnTo>
                    <a:pt x="2616" y="480"/>
                  </a:lnTo>
                  <a:lnTo>
                    <a:pt x="2616" y="492"/>
                  </a:lnTo>
                  <a:lnTo>
                    <a:pt x="2610" y="498"/>
                  </a:lnTo>
                  <a:lnTo>
                    <a:pt x="2604" y="498"/>
                  </a:lnTo>
                  <a:lnTo>
                    <a:pt x="2604" y="510"/>
                  </a:lnTo>
                  <a:lnTo>
                    <a:pt x="2592" y="534"/>
                  </a:lnTo>
                  <a:lnTo>
                    <a:pt x="2580" y="552"/>
                  </a:lnTo>
                  <a:lnTo>
                    <a:pt x="2550" y="582"/>
                  </a:lnTo>
                  <a:lnTo>
                    <a:pt x="2478" y="618"/>
                  </a:lnTo>
                  <a:lnTo>
                    <a:pt x="2484" y="588"/>
                  </a:lnTo>
                  <a:lnTo>
                    <a:pt x="2478" y="582"/>
                  </a:lnTo>
                  <a:lnTo>
                    <a:pt x="2478" y="576"/>
                  </a:lnTo>
                  <a:lnTo>
                    <a:pt x="2472" y="570"/>
                  </a:lnTo>
                  <a:lnTo>
                    <a:pt x="2472" y="564"/>
                  </a:lnTo>
                  <a:lnTo>
                    <a:pt x="2478" y="552"/>
                  </a:lnTo>
                  <a:lnTo>
                    <a:pt x="2496" y="534"/>
                  </a:lnTo>
                  <a:lnTo>
                    <a:pt x="2502" y="522"/>
                  </a:lnTo>
                  <a:lnTo>
                    <a:pt x="2502" y="516"/>
                  </a:lnTo>
                  <a:lnTo>
                    <a:pt x="2496" y="510"/>
                  </a:lnTo>
                  <a:lnTo>
                    <a:pt x="2496" y="492"/>
                  </a:lnTo>
                  <a:lnTo>
                    <a:pt x="2502" y="480"/>
                  </a:lnTo>
                  <a:lnTo>
                    <a:pt x="2508" y="474"/>
                  </a:lnTo>
                  <a:lnTo>
                    <a:pt x="2514" y="462"/>
                  </a:lnTo>
                  <a:lnTo>
                    <a:pt x="2526" y="456"/>
                  </a:lnTo>
                  <a:lnTo>
                    <a:pt x="2532" y="450"/>
                  </a:lnTo>
                  <a:lnTo>
                    <a:pt x="2532" y="432"/>
                  </a:lnTo>
                  <a:lnTo>
                    <a:pt x="2538" y="432"/>
                  </a:lnTo>
                  <a:lnTo>
                    <a:pt x="2622" y="348"/>
                  </a:lnTo>
                  <a:lnTo>
                    <a:pt x="2592" y="354"/>
                  </a:lnTo>
                  <a:lnTo>
                    <a:pt x="2580" y="360"/>
                  </a:lnTo>
                  <a:lnTo>
                    <a:pt x="2574" y="366"/>
                  </a:lnTo>
                  <a:lnTo>
                    <a:pt x="2562" y="372"/>
                  </a:lnTo>
                  <a:lnTo>
                    <a:pt x="2556" y="378"/>
                  </a:lnTo>
                  <a:lnTo>
                    <a:pt x="2550" y="378"/>
                  </a:lnTo>
                  <a:lnTo>
                    <a:pt x="2550" y="372"/>
                  </a:lnTo>
                  <a:lnTo>
                    <a:pt x="2556" y="366"/>
                  </a:lnTo>
                  <a:lnTo>
                    <a:pt x="2568" y="360"/>
                  </a:lnTo>
                  <a:lnTo>
                    <a:pt x="2592" y="336"/>
                  </a:lnTo>
                  <a:lnTo>
                    <a:pt x="2604" y="330"/>
                  </a:lnTo>
                  <a:lnTo>
                    <a:pt x="2658" y="276"/>
                  </a:lnTo>
                  <a:lnTo>
                    <a:pt x="2670" y="288"/>
                  </a:lnTo>
                  <a:lnTo>
                    <a:pt x="2682" y="276"/>
                  </a:lnTo>
                  <a:lnTo>
                    <a:pt x="2682" y="288"/>
                  </a:lnTo>
                  <a:lnTo>
                    <a:pt x="2694" y="288"/>
                  </a:lnTo>
                  <a:lnTo>
                    <a:pt x="2700" y="282"/>
                  </a:lnTo>
                  <a:lnTo>
                    <a:pt x="2700" y="270"/>
                  </a:lnTo>
                  <a:lnTo>
                    <a:pt x="2724" y="276"/>
                  </a:lnTo>
                  <a:lnTo>
                    <a:pt x="2736" y="270"/>
                  </a:lnTo>
                  <a:lnTo>
                    <a:pt x="2742" y="270"/>
                  </a:lnTo>
                  <a:lnTo>
                    <a:pt x="2754" y="264"/>
                  </a:lnTo>
                  <a:lnTo>
                    <a:pt x="2772" y="264"/>
                  </a:lnTo>
                  <a:lnTo>
                    <a:pt x="2784" y="270"/>
                  </a:lnTo>
                  <a:lnTo>
                    <a:pt x="2790" y="276"/>
                  </a:lnTo>
                  <a:lnTo>
                    <a:pt x="2796" y="288"/>
                  </a:lnTo>
                  <a:lnTo>
                    <a:pt x="2772" y="294"/>
                  </a:lnTo>
                  <a:lnTo>
                    <a:pt x="2772" y="318"/>
                  </a:lnTo>
                  <a:lnTo>
                    <a:pt x="2742" y="318"/>
                  </a:lnTo>
                  <a:lnTo>
                    <a:pt x="2736" y="324"/>
                  </a:lnTo>
                  <a:lnTo>
                    <a:pt x="2736" y="360"/>
                  </a:lnTo>
                  <a:lnTo>
                    <a:pt x="2730" y="366"/>
                  </a:lnTo>
                  <a:lnTo>
                    <a:pt x="2718" y="366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74" name="Uruguay" descr="© INSCALE GmbH, 05.05.2010&#10;http://www.presentationload.com/">
              <a:extLst>
                <a:ext uri="{FF2B5EF4-FFF2-40B4-BE49-F238E27FC236}">
                  <a16:creationId xmlns:a16="http://schemas.microsoft.com/office/drawing/2014/main" id="{D73D0452-5AFA-4E34-8366-BCE402758314}"/>
                </a:ext>
              </a:extLst>
            </p:cNvPr>
            <p:cNvSpPr>
              <a:spLocks/>
            </p:cNvSpPr>
            <p:nvPr/>
          </p:nvSpPr>
          <p:spPr bwMode="gray">
            <a:xfrm>
              <a:off x="2434400" y="3799597"/>
              <a:ext cx="121487" cy="125874"/>
            </a:xfrm>
            <a:custGeom>
              <a:avLst/>
              <a:gdLst>
                <a:gd name="T0" fmla="*/ 2147483647 w 366"/>
                <a:gd name="T1" fmla="*/ 2147483647 h 384"/>
                <a:gd name="T2" fmla="*/ 2147483647 w 366"/>
                <a:gd name="T3" fmla="*/ 2147483647 h 384"/>
                <a:gd name="T4" fmla="*/ 2147483647 w 366"/>
                <a:gd name="T5" fmla="*/ 2147483647 h 384"/>
                <a:gd name="T6" fmla="*/ 2147483647 w 366"/>
                <a:gd name="T7" fmla="*/ 2147483647 h 384"/>
                <a:gd name="T8" fmla="*/ 2147483647 w 366"/>
                <a:gd name="T9" fmla="*/ 2147483647 h 384"/>
                <a:gd name="T10" fmla="*/ 2147483647 w 366"/>
                <a:gd name="T11" fmla="*/ 2147483647 h 384"/>
                <a:gd name="T12" fmla="*/ 2147483647 w 366"/>
                <a:gd name="T13" fmla="*/ 2147483647 h 384"/>
                <a:gd name="T14" fmla="*/ 2147483647 w 366"/>
                <a:gd name="T15" fmla="*/ 2147483647 h 384"/>
                <a:gd name="T16" fmla="*/ 2147483647 w 366"/>
                <a:gd name="T17" fmla="*/ 2147483647 h 384"/>
                <a:gd name="T18" fmla="*/ 2147483647 w 366"/>
                <a:gd name="T19" fmla="*/ 2147483647 h 384"/>
                <a:gd name="T20" fmla="*/ 2147483647 w 366"/>
                <a:gd name="T21" fmla="*/ 2147483647 h 384"/>
                <a:gd name="T22" fmla="*/ 2147483647 w 366"/>
                <a:gd name="T23" fmla="*/ 2147483647 h 384"/>
                <a:gd name="T24" fmla="*/ 2147483647 w 366"/>
                <a:gd name="T25" fmla="*/ 2147483647 h 384"/>
                <a:gd name="T26" fmla="*/ 2147483647 w 366"/>
                <a:gd name="T27" fmla="*/ 2147483647 h 384"/>
                <a:gd name="T28" fmla="*/ 2147483647 w 366"/>
                <a:gd name="T29" fmla="*/ 2147483647 h 384"/>
                <a:gd name="T30" fmla="*/ 2147483647 w 366"/>
                <a:gd name="T31" fmla="*/ 2147483647 h 384"/>
                <a:gd name="T32" fmla="*/ 2147483647 w 366"/>
                <a:gd name="T33" fmla="*/ 2147483647 h 384"/>
                <a:gd name="T34" fmla="*/ 2147483647 w 366"/>
                <a:gd name="T35" fmla="*/ 2147483647 h 384"/>
                <a:gd name="T36" fmla="*/ 2147483647 w 366"/>
                <a:gd name="T37" fmla="*/ 2147483647 h 384"/>
                <a:gd name="T38" fmla="*/ 2147483647 w 366"/>
                <a:gd name="T39" fmla="*/ 2147483647 h 384"/>
                <a:gd name="T40" fmla="*/ 2147483647 w 366"/>
                <a:gd name="T41" fmla="*/ 2147483647 h 384"/>
                <a:gd name="T42" fmla="*/ 2147483647 w 366"/>
                <a:gd name="T43" fmla="*/ 2147483647 h 384"/>
                <a:gd name="T44" fmla="*/ 2147483647 w 366"/>
                <a:gd name="T45" fmla="*/ 0 h 384"/>
                <a:gd name="T46" fmla="*/ 2147483647 w 366"/>
                <a:gd name="T47" fmla="*/ 2147483647 h 384"/>
                <a:gd name="T48" fmla="*/ 2147483647 w 366"/>
                <a:gd name="T49" fmla="*/ 2147483647 h 384"/>
                <a:gd name="T50" fmla="*/ 0 w 366"/>
                <a:gd name="T51" fmla="*/ 2147483647 h 384"/>
                <a:gd name="T52" fmla="*/ 2147483647 w 366"/>
                <a:gd name="T53" fmla="*/ 2147483647 h 384"/>
                <a:gd name="T54" fmla="*/ 2147483647 w 366"/>
                <a:gd name="T55" fmla="*/ 2147483647 h 384"/>
                <a:gd name="T56" fmla="*/ 2147483647 w 366"/>
                <a:gd name="T57" fmla="*/ 2147483647 h 384"/>
                <a:gd name="T58" fmla="*/ 2147483647 w 366"/>
                <a:gd name="T59" fmla="*/ 2147483647 h 384"/>
                <a:gd name="T60" fmla="*/ 2147483647 w 366"/>
                <a:gd name="T61" fmla="*/ 2147483647 h 384"/>
                <a:gd name="T62" fmla="*/ 2147483647 w 366"/>
                <a:gd name="T63" fmla="*/ 2147483647 h 384"/>
                <a:gd name="T64" fmla="*/ 2147483647 w 366"/>
                <a:gd name="T65" fmla="*/ 2147483647 h 384"/>
                <a:gd name="T66" fmla="*/ 2147483647 w 366"/>
                <a:gd name="T67" fmla="*/ 2147483647 h 384"/>
                <a:gd name="T68" fmla="*/ 2147483647 w 366"/>
                <a:gd name="T69" fmla="*/ 2147483647 h 384"/>
                <a:gd name="T70" fmla="*/ 2147483647 w 366"/>
                <a:gd name="T71" fmla="*/ 2147483647 h 384"/>
                <a:gd name="T72" fmla="*/ 2147483647 w 366"/>
                <a:gd name="T73" fmla="*/ 2147483647 h 384"/>
                <a:gd name="T74" fmla="*/ 2147483647 w 366"/>
                <a:gd name="T75" fmla="*/ 2147483647 h 384"/>
                <a:gd name="T76" fmla="*/ 2147483647 w 366"/>
                <a:gd name="T77" fmla="*/ 2147483647 h 38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366"/>
                <a:gd name="T118" fmla="*/ 0 h 384"/>
                <a:gd name="T119" fmla="*/ 366 w 366"/>
                <a:gd name="T120" fmla="*/ 384 h 38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366" h="384">
                  <a:moveTo>
                    <a:pt x="138" y="372"/>
                  </a:moveTo>
                  <a:lnTo>
                    <a:pt x="174" y="372"/>
                  </a:lnTo>
                  <a:lnTo>
                    <a:pt x="198" y="378"/>
                  </a:lnTo>
                  <a:lnTo>
                    <a:pt x="228" y="378"/>
                  </a:lnTo>
                  <a:lnTo>
                    <a:pt x="288" y="384"/>
                  </a:lnTo>
                  <a:lnTo>
                    <a:pt x="330" y="366"/>
                  </a:lnTo>
                  <a:lnTo>
                    <a:pt x="342" y="354"/>
                  </a:lnTo>
                  <a:lnTo>
                    <a:pt x="360" y="300"/>
                  </a:lnTo>
                  <a:lnTo>
                    <a:pt x="366" y="294"/>
                  </a:lnTo>
                  <a:lnTo>
                    <a:pt x="348" y="294"/>
                  </a:lnTo>
                  <a:lnTo>
                    <a:pt x="348" y="264"/>
                  </a:lnTo>
                  <a:lnTo>
                    <a:pt x="342" y="264"/>
                  </a:lnTo>
                  <a:lnTo>
                    <a:pt x="342" y="240"/>
                  </a:lnTo>
                  <a:lnTo>
                    <a:pt x="348" y="234"/>
                  </a:lnTo>
                  <a:lnTo>
                    <a:pt x="360" y="210"/>
                  </a:lnTo>
                  <a:lnTo>
                    <a:pt x="360" y="198"/>
                  </a:lnTo>
                  <a:lnTo>
                    <a:pt x="354" y="198"/>
                  </a:lnTo>
                  <a:lnTo>
                    <a:pt x="342" y="192"/>
                  </a:lnTo>
                  <a:lnTo>
                    <a:pt x="336" y="192"/>
                  </a:lnTo>
                  <a:lnTo>
                    <a:pt x="318" y="174"/>
                  </a:lnTo>
                  <a:lnTo>
                    <a:pt x="312" y="162"/>
                  </a:lnTo>
                  <a:lnTo>
                    <a:pt x="306" y="156"/>
                  </a:lnTo>
                  <a:lnTo>
                    <a:pt x="300" y="144"/>
                  </a:lnTo>
                  <a:lnTo>
                    <a:pt x="288" y="144"/>
                  </a:lnTo>
                  <a:lnTo>
                    <a:pt x="270" y="138"/>
                  </a:lnTo>
                  <a:lnTo>
                    <a:pt x="258" y="132"/>
                  </a:lnTo>
                  <a:lnTo>
                    <a:pt x="252" y="126"/>
                  </a:lnTo>
                  <a:lnTo>
                    <a:pt x="252" y="114"/>
                  </a:lnTo>
                  <a:lnTo>
                    <a:pt x="246" y="114"/>
                  </a:lnTo>
                  <a:lnTo>
                    <a:pt x="228" y="96"/>
                  </a:lnTo>
                  <a:lnTo>
                    <a:pt x="210" y="96"/>
                  </a:lnTo>
                  <a:lnTo>
                    <a:pt x="192" y="78"/>
                  </a:lnTo>
                  <a:lnTo>
                    <a:pt x="186" y="66"/>
                  </a:lnTo>
                  <a:lnTo>
                    <a:pt x="174" y="60"/>
                  </a:lnTo>
                  <a:lnTo>
                    <a:pt x="168" y="60"/>
                  </a:lnTo>
                  <a:lnTo>
                    <a:pt x="156" y="72"/>
                  </a:lnTo>
                  <a:lnTo>
                    <a:pt x="156" y="78"/>
                  </a:lnTo>
                  <a:lnTo>
                    <a:pt x="144" y="78"/>
                  </a:lnTo>
                  <a:lnTo>
                    <a:pt x="144" y="66"/>
                  </a:lnTo>
                  <a:lnTo>
                    <a:pt x="132" y="54"/>
                  </a:lnTo>
                  <a:lnTo>
                    <a:pt x="126" y="42"/>
                  </a:lnTo>
                  <a:lnTo>
                    <a:pt x="120" y="36"/>
                  </a:lnTo>
                  <a:lnTo>
                    <a:pt x="108" y="30"/>
                  </a:lnTo>
                  <a:lnTo>
                    <a:pt x="102" y="18"/>
                  </a:lnTo>
                  <a:lnTo>
                    <a:pt x="78" y="6"/>
                  </a:lnTo>
                  <a:lnTo>
                    <a:pt x="72" y="0"/>
                  </a:lnTo>
                  <a:lnTo>
                    <a:pt x="60" y="0"/>
                  </a:lnTo>
                  <a:lnTo>
                    <a:pt x="48" y="6"/>
                  </a:lnTo>
                  <a:lnTo>
                    <a:pt x="42" y="12"/>
                  </a:lnTo>
                  <a:lnTo>
                    <a:pt x="18" y="12"/>
                  </a:lnTo>
                  <a:lnTo>
                    <a:pt x="0" y="30"/>
                  </a:lnTo>
                  <a:lnTo>
                    <a:pt x="0" y="36"/>
                  </a:lnTo>
                  <a:lnTo>
                    <a:pt x="24" y="60"/>
                  </a:lnTo>
                  <a:lnTo>
                    <a:pt x="30" y="60"/>
                  </a:lnTo>
                  <a:lnTo>
                    <a:pt x="6" y="72"/>
                  </a:lnTo>
                  <a:lnTo>
                    <a:pt x="6" y="108"/>
                  </a:lnTo>
                  <a:lnTo>
                    <a:pt x="30" y="126"/>
                  </a:lnTo>
                  <a:lnTo>
                    <a:pt x="12" y="126"/>
                  </a:lnTo>
                  <a:lnTo>
                    <a:pt x="0" y="138"/>
                  </a:lnTo>
                  <a:lnTo>
                    <a:pt x="6" y="144"/>
                  </a:lnTo>
                  <a:lnTo>
                    <a:pt x="12" y="156"/>
                  </a:lnTo>
                  <a:lnTo>
                    <a:pt x="24" y="168"/>
                  </a:lnTo>
                  <a:lnTo>
                    <a:pt x="12" y="186"/>
                  </a:lnTo>
                  <a:lnTo>
                    <a:pt x="18" y="192"/>
                  </a:lnTo>
                  <a:lnTo>
                    <a:pt x="24" y="204"/>
                  </a:lnTo>
                  <a:lnTo>
                    <a:pt x="36" y="210"/>
                  </a:lnTo>
                  <a:lnTo>
                    <a:pt x="42" y="222"/>
                  </a:lnTo>
                  <a:lnTo>
                    <a:pt x="42" y="228"/>
                  </a:lnTo>
                  <a:lnTo>
                    <a:pt x="36" y="228"/>
                  </a:lnTo>
                  <a:lnTo>
                    <a:pt x="30" y="234"/>
                  </a:lnTo>
                  <a:lnTo>
                    <a:pt x="6" y="234"/>
                  </a:lnTo>
                  <a:lnTo>
                    <a:pt x="6" y="282"/>
                  </a:lnTo>
                  <a:lnTo>
                    <a:pt x="36" y="318"/>
                  </a:lnTo>
                  <a:lnTo>
                    <a:pt x="42" y="318"/>
                  </a:lnTo>
                  <a:lnTo>
                    <a:pt x="54" y="324"/>
                  </a:lnTo>
                  <a:lnTo>
                    <a:pt x="78" y="348"/>
                  </a:lnTo>
                  <a:lnTo>
                    <a:pt x="90" y="354"/>
                  </a:lnTo>
                  <a:lnTo>
                    <a:pt x="126" y="354"/>
                  </a:lnTo>
                  <a:lnTo>
                    <a:pt x="138" y="372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75" name="United Kingdom" descr="© INSCALE GmbH, 05.05.2010&#10;http://www.presentationload.com/">
              <a:extLst>
                <a:ext uri="{FF2B5EF4-FFF2-40B4-BE49-F238E27FC236}">
                  <a16:creationId xmlns:a16="http://schemas.microsoft.com/office/drawing/2014/main" id="{E27F5BE2-27D4-4DC3-BED4-ED98A6C096B5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3610499" y="1414423"/>
              <a:ext cx="191278" cy="271014"/>
            </a:xfrm>
            <a:custGeom>
              <a:avLst/>
              <a:gdLst>
                <a:gd name="T0" fmla="*/ 2147483647 w 576"/>
                <a:gd name="T1" fmla="*/ 2147483647 h 822"/>
                <a:gd name="T2" fmla="*/ 2147483647 w 576"/>
                <a:gd name="T3" fmla="*/ 2147483647 h 822"/>
                <a:gd name="T4" fmla="*/ 2147483647 w 576"/>
                <a:gd name="T5" fmla="*/ 2147483647 h 822"/>
                <a:gd name="T6" fmla="*/ 2147483647 w 576"/>
                <a:gd name="T7" fmla="*/ 2147483647 h 822"/>
                <a:gd name="T8" fmla="*/ 2147483647 w 576"/>
                <a:gd name="T9" fmla="*/ 2147483647 h 822"/>
                <a:gd name="T10" fmla="*/ 2147483647 w 576"/>
                <a:gd name="T11" fmla="*/ 2147483647 h 822"/>
                <a:gd name="T12" fmla="*/ 2147483647 w 576"/>
                <a:gd name="T13" fmla="*/ 2147483647 h 822"/>
                <a:gd name="T14" fmla="*/ 2147483647 w 576"/>
                <a:gd name="T15" fmla="*/ 0 h 822"/>
                <a:gd name="T16" fmla="*/ 2147483647 w 576"/>
                <a:gd name="T17" fmla="*/ 0 h 822"/>
                <a:gd name="T18" fmla="*/ 2147483647 w 576"/>
                <a:gd name="T19" fmla="*/ 2147483647 h 822"/>
                <a:gd name="T20" fmla="*/ 2147483647 w 576"/>
                <a:gd name="T21" fmla="*/ 2147483647 h 822"/>
                <a:gd name="T22" fmla="*/ 2147483647 w 576"/>
                <a:gd name="T23" fmla="*/ 2147483647 h 822"/>
                <a:gd name="T24" fmla="*/ 2147483647 w 576"/>
                <a:gd name="T25" fmla="*/ 2147483647 h 822"/>
                <a:gd name="T26" fmla="*/ 2147483647 w 576"/>
                <a:gd name="T27" fmla="*/ 2147483647 h 822"/>
                <a:gd name="T28" fmla="*/ 2147483647 w 576"/>
                <a:gd name="T29" fmla="*/ 2147483647 h 822"/>
                <a:gd name="T30" fmla="*/ 2147483647 w 576"/>
                <a:gd name="T31" fmla="*/ 2147483647 h 822"/>
                <a:gd name="T32" fmla="*/ 2147483647 w 576"/>
                <a:gd name="T33" fmla="*/ 2147483647 h 822"/>
                <a:gd name="T34" fmla="*/ 2147483647 w 576"/>
                <a:gd name="T35" fmla="*/ 2147483647 h 822"/>
                <a:gd name="T36" fmla="*/ 2147483647 w 576"/>
                <a:gd name="T37" fmla="*/ 2147483647 h 822"/>
                <a:gd name="T38" fmla="*/ 2147483647 w 576"/>
                <a:gd name="T39" fmla="*/ 2147483647 h 822"/>
                <a:gd name="T40" fmla="*/ 2147483647 w 576"/>
                <a:gd name="T41" fmla="*/ 2147483647 h 822"/>
                <a:gd name="T42" fmla="*/ 2147483647 w 576"/>
                <a:gd name="T43" fmla="*/ 2147483647 h 822"/>
                <a:gd name="T44" fmla="*/ 2147483647 w 576"/>
                <a:gd name="T45" fmla="*/ 2147483647 h 822"/>
                <a:gd name="T46" fmla="*/ 2147483647 w 576"/>
                <a:gd name="T47" fmla="*/ 2147483647 h 822"/>
                <a:gd name="T48" fmla="*/ 2147483647 w 576"/>
                <a:gd name="T49" fmla="*/ 2147483647 h 822"/>
                <a:gd name="T50" fmla="*/ 2147483647 w 576"/>
                <a:gd name="T51" fmla="*/ 2147483647 h 822"/>
                <a:gd name="T52" fmla="*/ 2147483647 w 576"/>
                <a:gd name="T53" fmla="*/ 2147483647 h 822"/>
                <a:gd name="T54" fmla="*/ 2147483647 w 576"/>
                <a:gd name="T55" fmla="*/ 2147483647 h 822"/>
                <a:gd name="T56" fmla="*/ 2147483647 w 576"/>
                <a:gd name="T57" fmla="*/ 2147483647 h 822"/>
                <a:gd name="T58" fmla="*/ 2147483647 w 576"/>
                <a:gd name="T59" fmla="*/ 2147483647 h 822"/>
                <a:gd name="T60" fmla="*/ 2147483647 w 576"/>
                <a:gd name="T61" fmla="*/ 2147483647 h 822"/>
                <a:gd name="T62" fmla="*/ 2147483647 w 576"/>
                <a:gd name="T63" fmla="*/ 2147483647 h 822"/>
                <a:gd name="T64" fmla="*/ 2147483647 w 576"/>
                <a:gd name="T65" fmla="*/ 2147483647 h 822"/>
                <a:gd name="T66" fmla="*/ 2147483647 w 576"/>
                <a:gd name="T67" fmla="*/ 2147483647 h 822"/>
                <a:gd name="T68" fmla="*/ 2147483647 w 576"/>
                <a:gd name="T69" fmla="*/ 2147483647 h 822"/>
                <a:gd name="T70" fmla="*/ 2147483647 w 576"/>
                <a:gd name="T71" fmla="*/ 2147483647 h 822"/>
                <a:gd name="T72" fmla="*/ 2147483647 w 576"/>
                <a:gd name="T73" fmla="*/ 2147483647 h 822"/>
                <a:gd name="T74" fmla="*/ 2147483647 w 576"/>
                <a:gd name="T75" fmla="*/ 2147483647 h 822"/>
                <a:gd name="T76" fmla="*/ 2147483647 w 576"/>
                <a:gd name="T77" fmla="*/ 2147483647 h 822"/>
                <a:gd name="T78" fmla="*/ 2147483647 w 576"/>
                <a:gd name="T79" fmla="*/ 2147483647 h 822"/>
                <a:gd name="T80" fmla="*/ 2147483647 w 576"/>
                <a:gd name="T81" fmla="*/ 2147483647 h 822"/>
                <a:gd name="T82" fmla="*/ 2147483647 w 576"/>
                <a:gd name="T83" fmla="*/ 2147483647 h 822"/>
                <a:gd name="T84" fmla="*/ 2147483647 w 576"/>
                <a:gd name="T85" fmla="*/ 2147483647 h 822"/>
                <a:gd name="T86" fmla="*/ 2147483647 w 576"/>
                <a:gd name="T87" fmla="*/ 2147483647 h 822"/>
                <a:gd name="T88" fmla="*/ 2147483647 w 576"/>
                <a:gd name="T89" fmla="*/ 2147483647 h 822"/>
                <a:gd name="T90" fmla="*/ 2147483647 w 576"/>
                <a:gd name="T91" fmla="*/ 2147483647 h 822"/>
                <a:gd name="T92" fmla="*/ 2147483647 w 576"/>
                <a:gd name="T93" fmla="*/ 2147483647 h 822"/>
                <a:gd name="T94" fmla="*/ 2147483647 w 576"/>
                <a:gd name="T95" fmla="*/ 2147483647 h 822"/>
                <a:gd name="T96" fmla="*/ 2147483647 w 576"/>
                <a:gd name="T97" fmla="*/ 2147483647 h 822"/>
                <a:gd name="T98" fmla="*/ 2147483647 w 576"/>
                <a:gd name="T99" fmla="*/ 2147483647 h 822"/>
                <a:gd name="T100" fmla="*/ 2147483647 w 576"/>
                <a:gd name="T101" fmla="*/ 2147483647 h 822"/>
                <a:gd name="T102" fmla="*/ 2147483647 w 576"/>
                <a:gd name="T103" fmla="*/ 2147483647 h 822"/>
                <a:gd name="T104" fmla="*/ 2147483647 w 576"/>
                <a:gd name="T105" fmla="*/ 2147483647 h 822"/>
                <a:gd name="T106" fmla="*/ 2147483647 w 576"/>
                <a:gd name="T107" fmla="*/ 2147483647 h 822"/>
                <a:gd name="T108" fmla="*/ 2147483647 w 576"/>
                <a:gd name="T109" fmla="*/ 2147483647 h 822"/>
                <a:gd name="T110" fmla="*/ 2147483647 w 576"/>
                <a:gd name="T111" fmla="*/ 2147483647 h 822"/>
                <a:gd name="T112" fmla="*/ 2147483647 w 576"/>
                <a:gd name="T113" fmla="*/ 2147483647 h 822"/>
                <a:gd name="T114" fmla="*/ 2147483647 w 576"/>
                <a:gd name="T115" fmla="*/ 2147483647 h 822"/>
                <a:gd name="T116" fmla="*/ 2147483647 w 576"/>
                <a:gd name="T117" fmla="*/ 2147483647 h 822"/>
                <a:gd name="T118" fmla="*/ 2147483647 w 576"/>
                <a:gd name="T119" fmla="*/ 2147483647 h 822"/>
                <a:gd name="T120" fmla="*/ 2147483647 w 576"/>
                <a:gd name="T121" fmla="*/ 2147483647 h 822"/>
                <a:gd name="T122" fmla="*/ 2147483647 w 576"/>
                <a:gd name="T123" fmla="*/ 2147483647 h 82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576"/>
                <a:gd name="T187" fmla="*/ 0 h 822"/>
                <a:gd name="T188" fmla="*/ 576 w 576"/>
                <a:gd name="T189" fmla="*/ 822 h 82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576" h="822">
                  <a:moveTo>
                    <a:pt x="162" y="378"/>
                  </a:moveTo>
                  <a:lnTo>
                    <a:pt x="156" y="378"/>
                  </a:lnTo>
                  <a:lnTo>
                    <a:pt x="150" y="384"/>
                  </a:lnTo>
                  <a:lnTo>
                    <a:pt x="150" y="396"/>
                  </a:lnTo>
                  <a:lnTo>
                    <a:pt x="144" y="414"/>
                  </a:lnTo>
                  <a:lnTo>
                    <a:pt x="156" y="402"/>
                  </a:lnTo>
                  <a:lnTo>
                    <a:pt x="162" y="390"/>
                  </a:lnTo>
                  <a:lnTo>
                    <a:pt x="162" y="378"/>
                  </a:lnTo>
                  <a:close/>
                  <a:moveTo>
                    <a:pt x="132" y="312"/>
                  </a:moveTo>
                  <a:lnTo>
                    <a:pt x="126" y="312"/>
                  </a:lnTo>
                  <a:lnTo>
                    <a:pt x="126" y="336"/>
                  </a:lnTo>
                  <a:lnTo>
                    <a:pt x="132" y="336"/>
                  </a:lnTo>
                  <a:lnTo>
                    <a:pt x="138" y="330"/>
                  </a:lnTo>
                  <a:lnTo>
                    <a:pt x="150" y="330"/>
                  </a:lnTo>
                  <a:lnTo>
                    <a:pt x="144" y="318"/>
                  </a:lnTo>
                  <a:lnTo>
                    <a:pt x="138" y="312"/>
                  </a:lnTo>
                  <a:lnTo>
                    <a:pt x="132" y="312"/>
                  </a:lnTo>
                  <a:close/>
                  <a:moveTo>
                    <a:pt x="114" y="390"/>
                  </a:moveTo>
                  <a:lnTo>
                    <a:pt x="126" y="390"/>
                  </a:lnTo>
                  <a:lnTo>
                    <a:pt x="138" y="384"/>
                  </a:lnTo>
                  <a:lnTo>
                    <a:pt x="138" y="372"/>
                  </a:lnTo>
                  <a:lnTo>
                    <a:pt x="132" y="366"/>
                  </a:lnTo>
                  <a:lnTo>
                    <a:pt x="120" y="366"/>
                  </a:lnTo>
                  <a:lnTo>
                    <a:pt x="114" y="372"/>
                  </a:lnTo>
                  <a:lnTo>
                    <a:pt x="108" y="384"/>
                  </a:lnTo>
                  <a:lnTo>
                    <a:pt x="108" y="390"/>
                  </a:lnTo>
                  <a:lnTo>
                    <a:pt x="114" y="390"/>
                  </a:lnTo>
                  <a:close/>
                  <a:moveTo>
                    <a:pt x="330" y="120"/>
                  </a:moveTo>
                  <a:lnTo>
                    <a:pt x="324" y="120"/>
                  </a:lnTo>
                  <a:lnTo>
                    <a:pt x="318" y="126"/>
                  </a:lnTo>
                  <a:lnTo>
                    <a:pt x="318" y="138"/>
                  </a:lnTo>
                  <a:lnTo>
                    <a:pt x="330" y="138"/>
                  </a:lnTo>
                  <a:lnTo>
                    <a:pt x="336" y="126"/>
                  </a:lnTo>
                  <a:lnTo>
                    <a:pt x="330" y="120"/>
                  </a:lnTo>
                  <a:close/>
                  <a:moveTo>
                    <a:pt x="138" y="258"/>
                  </a:moveTo>
                  <a:lnTo>
                    <a:pt x="138" y="234"/>
                  </a:lnTo>
                  <a:lnTo>
                    <a:pt x="126" y="234"/>
                  </a:lnTo>
                  <a:lnTo>
                    <a:pt x="120" y="240"/>
                  </a:lnTo>
                  <a:lnTo>
                    <a:pt x="120" y="246"/>
                  </a:lnTo>
                  <a:lnTo>
                    <a:pt x="126" y="252"/>
                  </a:lnTo>
                  <a:lnTo>
                    <a:pt x="108" y="252"/>
                  </a:lnTo>
                  <a:lnTo>
                    <a:pt x="108" y="258"/>
                  </a:lnTo>
                  <a:lnTo>
                    <a:pt x="114" y="264"/>
                  </a:lnTo>
                  <a:lnTo>
                    <a:pt x="120" y="264"/>
                  </a:lnTo>
                  <a:lnTo>
                    <a:pt x="126" y="270"/>
                  </a:lnTo>
                  <a:lnTo>
                    <a:pt x="150" y="270"/>
                  </a:lnTo>
                  <a:lnTo>
                    <a:pt x="138" y="258"/>
                  </a:lnTo>
                  <a:close/>
                  <a:moveTo>
                    <a:pt x="474" y="0"/>
                  </a:moveTo>
                  <a:lnTo>
                    <a:pt x="468" y="0"/>
                  </a:lnTo>
                  <a:lnTo>
                    <a:pt x="456" y="12"/>
                  </a:lnTo>
                  <a:lnTo>
                    <a:pt x="474" y="12"/>
                  </a:lnTo>
                  <a:lnTo>
                    <a:pt x="474" y="6"/>
                  </a:lnTo>
                  <a:lnTo>
                    <a:pt x="480" y="0"/>
                  </a:lnTo>
                  <a:lnTo>
                    <a:pt x="474" y="0"/>
                  </a:lnTo>
                  <a:close/>
                  <a:moveTo>
                    <a:pt x="432" y="48"/>
                  </a:moveTo>
                  <a:lnTo>
                    <a:pt x="432" y="66"/>
                  </a:lnTo>
                  <a:lnTo>
                    <a:pt x="438" y="66"/>
                  </a:lnTo>
                  <a:lnTo>
                    <a:pt x="444" y="60"/>
                  </a:lnTo>
                  <a:lnTo>
                    <a:pt x="450" y="48"/>
                  </a:lnTo>
                  <a:lnTo>
                    <a:pt x="450" y="24"/>
                  </a:lnTo>
                  <a:lnTo>
                    <a:pt x="438" y="12"/>
                  </a:lnTo>
                  <a:lnTo>
                    <a:pt x="432" y="24"/>
                  </a:lnTo>
                  <a:lnTo>
                    <a:pt x="426" y="30"/>
                  </a:lnTo>
                  <a:lnTo>
                    <a:pt x="420" y="30"/>
                  </a:lnTo>
                  <a:lnTo>
                    <a:pt x="420" y="42"/>
                  </a:lnTo>
                  <a:lnTo>
                    <a:pt x="426" y="42"/>
                  </a:lnTo>
                  <a:lnTo>
                    <a:pt x="432" y="48"/>
                  </a:lnTo>
                  <a:close/>
                  <a:moveTo>
                    <a:pt x="342" y="138"/>
                  </a:moveTo>
                  <a:lnTo>
                    <a:pt x="342" y="150"/>
                  </a:lnTo>
                  <a:lnTo>
                    <a:pt x="354" y="138"/>
                  </a:lnTo>
                  <a:lnTo>
                    <a:pt x="342" y="138"/>
                  </a:lnTo>
                  <a:close/>
                  <a:moveTo>
                    <a:pt x="192" y="402"/>
                  </a:moveTo>
                  <a:lnTo>
                    <a:pt x="192" y="390"/>
                  </a:lnTo>
                  <a:lnTo>
                    <a:pt x="186" y="384"/>
                  </a:lnTo>
                  <a:lnTo>
                    <a:pt x="186" y="378"/>
                  </a:lnTo>
                  <a:lnTo>
                    <a:pt x="174" y="390"/>
                  </a:lnTo>
                  <a:lnTo>
                    <a:pt x="174" y="396"/>
                  </a:lnTo>
                  <a:lnTo>
                    <a:pt x="180" y="402"/>
                  </a:lnTo>
                  <a:lnTo>
                    <a:pt x="192" y="402"/>
                  </a:lnTo>
                  <a:close/>
                  <a:moveTo>
                    <a:pt x="504" y="588"/>
                  </a:moveTo>
                  <a:lnTo>
                    <a:pt x="498" y="594"/>
                  </a:lnTo>
                  <a:lnTo>
                    <a:pt x="498" y="600"/>
                  </a:lnTo>
                  <a:lnTo>
                    <a:pt x="480" y="600"/>
                  </a:lnTo>
                  <a:lnTo>
                    <a:pt x="480" y="588"/>
                  </a:lnTo>
                  <a:lnTo>
                    <a:pt x="486" y="576"/>
                  </a:lnTo>
                  <a:lnTo>
                    <a:pt x="498" y="564"/>
                  </a:lnTo>
                  <a:lnTo>
                    <a:pt x="492" y="558"/>
                  </a:lnTo>
                  <a:lnTo>
                    <a:pt x="456" y="540"/>
                  </a:lnTo>
                  <a:lnTo>
                    <a:pt x="450" y="540"/>
                  </a:lnTo>
                  <a:lnTo>
                    <a:pt x="444" y="534"/>
                  </a:lnTo>
                  <a:lnTo>
                    <a:pt x="450" y="534"/>
                  </a:lnTo>
                  <a:lnTo>
                    <a:pt x="456" y="528"/>
                  </a:lnTo>
                  <a:lnTo>
                    <a:pt x="480" y="528"/>
                  </a:lnTo>
                  <a:lnTo>
                    <a:pt x="468" y="516"/>
                  </a:lnTo>
                  <a:lnTo>
                    <a:pt x="468" y="510"/>
                  </a:lnTo>
                  <a:lnTo>
                    <a:pt x="456" y="498"/>
                  </a:lnTo>
                  <a:lnTo>
                    <a:pt x="450" y="486"/>
                  </a:lnTo>
                  <a:lnTo>
                    <a:pt x="432" y="468"/>
                  </a:lnTo>
                  <a:lnTo>
                    <a:pt x="420" y="468"/>
                  </a:lnTo>
                  <a:lnTo>
                    <a:pt x="414" y="456"/>
                  </a:lnTo>
                  <a:lnTo>
                    <a:pt x="402" y="450"/>
                  </a:lnTo>
                  <a:lnTo>
                    <a:pt x="390" y="438"/>
                  </a:lnTo>
                  <a:lnTo>
                    <a:pt x="390" y="414"/>
                  </a:lnTo>
                  <a:lnTo>
                    <a:pt x="396" y="402"/>
                  </a:lnTo>
                  <a:lnTo>
                    <a:pt x="396" y="390"/>
                  </a:lnTo>
                  <a:lnTo>
                    <a:pt x="384" y="390"/>
                  </a:lnTo>
                  <a:lnTo>
                    <a:pt x="378" y="384"/>
                  </a:lnTo>
                  <a:lnTo>
                    <a:pt x="372" y="372"/>
                  </a:lnTo>
                  <a:lnTo>
                    <a:pt x="360" y="360"/>
                  </a:lnTo>
                  <a:lnTo>
                    <a:pt x="342" y="354"/>
                  </a:lnTo>
                  <a:lnTo>
                    <a:pt x="324" y="354"/>
                  </a:lnTo>
                  <a:lnTo>
                    <a:pt x="306" y="360"/>
                  </a:lnTo>
                  <a:lnTo>
                    <a:pt x="294" y="366"/>
                  </a:lnTo>
                  <a:lnTo>
                    <a:pt x="288" y="366"/>
                  </a:lnTo>
                  <a:lnTo>
                    <a:pt x="270" y="348"/>
                  </a:lnTo>
                  <a:lnTo>
                    <a:pt x="282" y="348"/>
                  </a:lnTo>
                  <a:lnTo>
                    <a:pt x="294" y="354"/>
                  </a:lnTo>
                  <a:lnTo>
                    <a:pt x="306" y="354"/>
                  </a:lnTo>
                  <a:lnTo>
                    <a:pt x="330" y="342"/>
                  </a:lnTo>
                  <a:lnTo>
                    <a:pt x="336" y="336"/>
                  </a:lnTo>
                  <a:lnTo>
                    <a:pt x="330" y="336"/>
                  </a:lnTo>
                  <a:lnTo>
                    <a:pt x="324" y="330"/>
                  </a:lnTo>
                  <a:lnTo>
                    <a:pt x="306" y="330"/>
                  </a:lnTo>
                  <a:lnTo>
                    <a:pt x="330" y="324"/>
                  </a:lnTo>
                  <a:lnTo>
                    <a:pt x="336" y="318"/>
                  </a:lnTo>
                  <a:lnTo>
                    <a:pt x="348" y="312"/>
                  </a:lnTo>
                  <a:lnTo>
                    <a:pt x="360" y="300"/>
                  </a:lnTo>
                  <a:lnTo>
                    <a:pt x="360" y="288"/>
                  </a:lnTo>
                  <a:lnTo>
                    <a:pt x="366" y="276"/>
                  </a:lnTo>
                  <a:lnTo>
                    <a:pt x="372" y="270"/>
                  </a:lnTo>
                  <a:lnTo>
                    <a:pt x="378" y="258"/>
                  </a:lnTo>
                  <a:lnTo>
                    <a:pt x="384" y="252"/>
                  </a:lnTo>
                  <a:lnTo>
                    <a:pt x="396" y="246"/>
                  </a:lnTo>
                  <a:lnTo>
                    <a:pt x="402" y="246"/>
                  </a:lnTo>
                  <a:lnTo>
                    <a:pt x="402" y="240"/>
                  </a:lnTo>
                  <a:lnTo>
                    <a:pt x="396" y="234"/>
                  </a:lnTo>
                  <a:lnTo>
                    <a:pt x="318" y="234"/>
                  </a:lnTo>
                  <a:lnTo>
                    <a:pt x="318" y="228"/>
                  </a:lnTo>
                  <a:lnTo>
                    <a:pt x="288" y="228"/>
                  </a:lnTo>
                  <a:lnTo>
                    <a:pt x="276" y="234"/>
                  </a:lnTo>
                  <a:lnTo>
                    <a:pt x="264" y="234"/>
                  </a:lnTo>
                  <a:lnTo>
                    <a:pt x="258" y="240"/>
                  </a:lnTo>
                  <a:lnTo>
                    <a:pt x="252" y="240"/>
                  </a:lnTo>
                  <a:lnTo>
                    <a:pt x="264" y="228"/>
                  </a:lnTo>
                  <a:lnTo>
                    <a:pt x="252" y="216"/>
                  </a:lnTo>
                  <a:lnTo>
                    <a:pt x="270" y="210"/>
                  </a:lnTo>
                  <a:lnTo>
                    <a:pt x="300" y="192"/>
                  </a:lnTo>
                  <a:lnTo>
                    <a:pt x="312" y="186"/>
                  </a:lnTo>
                  <a:lnTo>
                    <a:pt x="324" y="162"/>
                  </a:lnTo>
                  <a:lnTo>
                    <a:pt x="318" y="156"/>
                  </a:lnTo>
                  <a:lnTo>
                    <a:pt x="288" y="156"/>
                  </a:lnTo>
                  <a:lnTo>
                    <a:pt x="276" y="162"/>
                  </a:lnTo>
                  <a:lnTo>
                    <a:pt x="258" y="168"/>
                  </a:lnTo>
                  <a:lnTo>
                    <a:pt x="240" y="168"/>
                  </a:lnTo>
                  <a:lnTo>
                    <a:pt x="228" y="162"/>
                  </a:lnTo>
                  <a:lnTo>
                    <a:pt x="216" y="162"/>
                  </a:lnTo>
                  <a:lnTo>
                    <a:pt x="210" y="168"/>
                  </a:lnTo>
                  <a:lnTo>
                    <a:pt x="210" y="174"/>
                  </a:lnTo>
                  <a:lnTo>
                    <a:pt x="216" y="180"/>
                  </a:lnTo>
                  <a:lnTo>
                    <a:pt x="204" y="180"/>
                  </a:lnTo>
                  <a:lnTo>
                    <a:pt x="192" y="192"/>
                  </a:lnTo>
                  <a:lnTo>
                    <a:pt x="192" y="210"/>
                  </a:lnTo>
                  <a:lnTo>
                    <a:pt x="198" y="216"/>
                  </a:lnTo>
                  <a:lnTo>
                    <a:pt x="156" y="222"/>
                  </a:lnTo>
                  <a:lnTo>
                    <a:pt x="156" y="234"/>
                  </a:lnTo>
                  <a:lnTo>
                    <a:pt x="168" y="240"/>
                  </a:lnTo>
                  <a:lnTo>
                    <a:pt x="180" y="264"/>
                  </a:lnTo>
                  <a:lnTo>
                    <a:pt x="162" y="282"/>
                  </a:lnTo>
                  <a:lnTo>
                    <a:pt x="162" y="294"/>
                  </a:lnTo>
                  <a:lnTo>
                    <a:pt x="144" y="300"/>
                  </a:lnTo>
                  <a:lnTo>
                    <a:pt x="156" y="312"/>
                  </a:lnTo>
                  <a:lnTo>
                    <a:pt x="168" y="312"/>
                  </a:lnTo>
                  <a:lnTo>
                    <a:pt x="180" y="306"/>
                  </a:lnTo>
                  <a:lnTo>
                    <a:pt x="186" y="300"/>
                  </a:lnTo>
                  <a:lnTo>
                    <a:pt x="186" y="318"/>
                  </a:lnTo>
                  <a:lnTo>
                    <a:pt x="180" y="318"/>
                  </a:lnTo>
                  <a:lnTo>
                    <a:pt x="168" y="330"/>
                  </a:lnTo>
                  <a:lnTo>
                    <a:pt x="156" y="336"/>
                  </a:lnTo>
                  <a:lnTo>
                    <a:pt x="156" y="360"/>
                  </a:lnTo>
                  <a:lnTo>
                    <a:pt x="162" y="372"/>
                  </a:lnTo>
                  <a:lnTo>
                    <a:pt x="168" y="366"/>
                  </a:lnTo>
                  <a:lnTo>
                    <a:pt x="198" y="366"/>
                  </a:lnTo>
                  <a:lnTo>
                    <a:pt x="210" y="360"/>
                  </a:lnTo>
                  <a:lnTo>
                    <a:pt x="216" y="354"/>
                  </a:lnTo>
                  <a:lnTo>
                    <a:pt x="198" y="372"/>
                  </a:lnTo>
                  <a:lnTo>
                    <a:pt x="210" y="402"/>
                  </a:lnTo>
                  <a:lnTo>
                    <a:pt x="204" y="408"/>
                  </a:lnTo>
                  <a:lnTo>
                    <a:pt x="198" y="420"/>
                  </a:lnTo>
                  <a:lnTo>
                    <a:pt x="186" y="426"/>
                  </a:lnTo>
                  <a:lnTo>
                    <a:pt x="180" y="438"/>
                  </a:lnTo>
                  <a:lnTo>
                    <a:pt x="180" y="450"/>
                  </a:lnTo>
                  <a:lnTo>
                    <a:pt x="186" y="456"/>
                  </a:lnTo>
                  <a:lnTo>
                    <a:pt x="204" y="456"/>
                  </a:lnTo>
                  <a:lnTo>
                    <a:pt x="216" y="450"/>
                  </a:lnTo>
                  <a:lnTo>
                    <a:pt x="240" y="450"/>
                  </a:lnTo>
                  <a:lnTo>
                    <a:pt x="252" y="444"/>
                  </a:lnTo>
                  <a:lnTo>
                    <a:pt x="258" y="438"/>
                  </a:lnTo>
                  <a:lnTo>
                    <a:pt x="270" y="432"/>
                  </a:lnTo>
                  <a:lnTo>
                    <a:pt x="300" y="438"/>
                  </a:lnTo>
                  <a:lnTo>
                    <a:pt x="288" y="444"/>
                  </a:lnTo>
                  <a:lnTo>
                    <a:pt x="264" y="468"/>
                  </a:lnTo>
                  <a:lnTo>
                    <a:pt x="264" y="474"/>
                  </a:lnTo>
                  <a:lnTo>
                    <a:pt x="282" y="492"/>
                  </a:lnTo>
                  <a:lnTo>
                    <a:pt x="294" y="492"/>
                  </a:lnTo>
                  <a:lnTo>
                    <a:pt x="300" y="498"/>
                  </a:lnTo>
                  <a:lnTo>
                    <a:pt x="306" y="498"/>
                  </a:lnTo>
                  <a:lnTo>
                    <a:pt x="312" y="516"/>
                  </a:lnTo>
                  <a:lnTo>
                    <a:pt x="294" y="534"/>
                  </a:lnTo>
                  <a:lnTo>
                    <a:pt x="294" y="564"/>
                  </a:lnTo>
                  <a:lnTo>
                    <a:pt x="222" y="564"/>
                  </a:lnTo>
                  <a:lnTo>
                    <a:pt x="216" y="558"/>
                  </a:lnTo>
                  <a:lnTo>
                    <a:pt x="198" y="558"/>
                  </a:lnTo>
                  <a:lnTo>
                    <a:pt x="192" y="564"/>
                  </a:lnTo>
                  <a:lnTo>
                    <a:pt x="210" y="582"/>
                  </a:lnTo>
                  <a:lnTo>
                    <a:pt x="186" y="600"/>
                  </a:lnTo>
                  <a:lnTo>
                    <a:pt x="228" y="594"/>
                  </a:lnTo>
                  <a:lnTo>
                    <a:pt x="228" y="618"/>
                  </a:lnTo>
                  <a:lnTo>
                    <a:pt x="216" y="642"/>
                  </a:lnTo>
                  <a:lnTo>
                    <a:pt x="210" y="648"/>
                  </a:lnTo>
                  <a:lnTo>
                    <a:pt x="198" y="654"/>
                  </a:lnTo>
                  <a:lnTo>
                    <a:pt x="180" y="660"/>
                  </a:lnTo>
                  <a:lnTo>
                    <a:pt x="168" y="666"/>
                  </a:lnTo>
                  <a:lnTo>
                    <a:pt x="162" y="666"/>
                  </a:lnTo>
                  <a:lnTo>
                    <a:pt x="162" y="690"/>
                  </a:lnTo>
                  <a:lnTo>
                    <a:pt x="168" y="696"/>
                  </a:lnTo>
                  <a:lnTo>
                    <a:pt x="174" y="696"/>
                  </a:lnTo>
                  <a:lnTo>
                    <a:pt x="180" y="690"/>
                  </a:lnTo>
                  <a:lnTo>
                    <a:pt x="192" y="684"/>
                  </a:lnTo>
                  <a:lnTo>
                    <a:pt x="198" y="678"/>
                  </a:lnTo>
                  <a:lnTo>
                    <a:pt x="204" y="684"/>
                  </a:lnTo>
                  <a:lnTo>
                    <a:pt x="204" y="690"/>
                  </a:lnTo>
                  <a:lnTo>
                    <a:pt x="210" y="696"/>
                  </a:lnTo>
                  <a:lnTo>
                    <a:pt x="234" y="696"/>
                  </a:lnTo>
                  <a:lnTo>
                    <a:pt x="240" y="702"/>
                  </a:lnTo>
                  <a:lnTo>
                    <a:pt x="252" y="708"/>
                  </a:lnTo>
                  <a:lnTo>
                    <a:pt x="258" y="708"/>
                  </a:lnTo>
                  <a:lnTo>
                    <a:pt x="276" y="702"/>
                  </a:lnTo>
                  <a:lnTo>
                    <a:pt x="288" y="696"/>
                  </a:lnTo>
                  <a:lnTo>
                    <a:pt x="294" y="690"/>
                  </a:lnTo>
                  <a:lnTo>
                    <a:pt x="318" y="690"/>
                  </a:lnTo>
                  <a:lnTo>
                    <a:pt x="312" y="696"/>
                  </a:lnTo>
                  <a:lnTo>
                    <a:pt x="300" y="702"/>
                  </a:lnTo>
                  <a:lnTo>
                    <a:pt x="294" y="714"/>
                  </a:lnTo>
                  <a:lnTo>
                    <a:pt x="282" y="720"/>
                  </a:lnTo>
                  <a:lnTo>
                    <a:pt x="276" y="726"/>
                  </a:lnTo>
                  <a:lnTo>
                    <a:pt x="210" y="726"/>
                  </a:lnTo>
                  <a:lnTo>
                    <a:pt x="210" y="738"/>
                  </a:lnTo>
                  <a:lnTo>
                    <a:pt x="198" y="738"/>
                  </a:lnTo>
                  <a:lnTo>
                    <a:pt x="186" y="744"/>
                  </a:lnTo>
                  <a:lnTo>
                    <a:pt x="180" y="750"/>
                  </a:lnTo>
                  <a:lnTo>
                    <a:pt x="180" y="768"/>
                  </a:lnTo>
                  <a:lnTo>
                    <a:pt x="174" y="774"/>
                  </a:lnTo>
                  <a:lnTo>
                    <a:pt x="144" y="774"/>
                  </a:lnTo>
                  <a:lnTo>
                    <a:pt x="144" y="780"/>
                  </a:lnTo>
                  <a:lnTo>
                    <a:pt x="138" y="786"/>
                  </a:lnTo>
                  <a:lnTo>
                    <a:pt x="138" y="792"/>
                  </a:lnTo>
                  <a:lnTo>
                    <a:pt x="126" y="804"/>
                  </a:lnTo>
                  <a:lnTo>
                    <a:pt x="114" y="810"/>
                  </a:lnTo>
                  <a:lnTo>
                    <a:pt x="108" y="810"/>
                  </a:lnTo>
                  <a:lnTo>
                    <a:pt x="108" y="816"/>
                  </a:lnTo>
                  <a:lnTo>
                    <a:pt x="114" y="816"/>
                  </a:lnTo>
                  <a:lnTo>
                    <a:pt x="120" y="822"/>
                  </a:lnTo>
                  <a:lnTo>
                    <a:pt x="150" y="822"/>
                  </a:lnTo>
                  <a:lnTo>
                    <a:pt x="156" y="810"/>
                  </a:lnTo>
                  <a:lnTo>
                    <a:pt x="174" y="792"/>
                  </a:lnTo>
                  <a:lnTo>
                    <a:pt x="210" y="792"/>
                  </a:lnTo>
                  <a:lnTo>
                    <a:pt x="216" y="798"/>
                  </a:lnTo>
                  <a:lnTo>
                    <a:pt x="228" y="804"/>
                  </a:lnTo>
                  <a:lnTo>
                    <a:pt x="240" y="804"/>
                  </a:lnTo>
                  <a:lnTo>
                    <a:pt x="246" y="792"/>
                  </a:lnTo>
                  <a:lnTo>
                    <a:pt x="252" y="786"/>
                  </a:lnTo>
                  <a:lnTo>
                    <a:pt x="258" y="774"/>
                  </a:lnTo>
                  <a:lnTo>
                    <a:pt x="270" y="762"/>
                  </a:lnTo>
                  <a:lnTo>
                    <a:pt x="288" y="762"/>
                  </a:lnTo>
                  <a:lnTo>
                    <a:pt x="300" y="774"/>
                  </a:lnTo>
                  <a:lnTo>
                    <a:pt x="330" y="774"/>
                  </a:lnTo>
                  <a:lnTo>
                    <a:pt x="354" y="762"/>
                  </a:lnTo>
                  <a:lnTo>
                    <a:pt x="360" y="762"/>
                  </a:lnTo>
                  <a:lnTo>
                    <a:pt x="366" y="768"/>
                  </a:lnTo>
                  <a:lnTo>
                    <a:pt x="378" y="768"/>
                  </a:lnTo>
                  <a:lnTo>
                    <a:pt x="390" y="774"/>
                  </a:lnTo>
                  <a:lnTo>
                    <a:pt x="396" y="774"/>
                  </a:lnTo>
                  <a:lnTo>
                    <a:pt x="396" y="768"/>
                  </a:lnTo>
                  <a:lnTo>
                    <a:pt x="390" y="762"/>
                  </a:lnTo>
                  <a:lnTo>
                    <a:pt x="390" y="750"/>
                  </a:lnTo>
                  <a:lnTo>
                    <a:pt x="396" y="750"/>
                  </a:lnTo>
                  <a:lnTo>
                    <a:pt x="408" y="756"/>
                  </a:lnTo>
                  <a:lnTo>
                    <a:pt x="414" y="762"/>
                  </a:lnTo>
                  <a:lnTo>
                    <a:pt x="426" y="756"/>
                  </a:lnTo>
                  <a:lnTo>
                    <a:pt x="498" y="756"/>
                  </a:lnTo>
                  <a:lnTo>
                    <a:pt x="522" y="750"/>
                  </a:lnTo>
                  <a:lnTo>
                    <a:pt x="534" y="744"/>
                  </a:lnTo>
                  <a:lnTo>
                    <a:pt x="540" y="732"/>
                  </a:lnTo>
                  <a:lnTo>
                    <a:pt x="546" y="726"/>
                  </a:lnTo>
                  <a:lnTo>
                    <a:pt x="552" y="714"/>
                  </a:lnTo>
                  <a:lnTo>
                    <a:pt x="498" y="708"/>
                  </a:lnTo>
                  <a:lnTo>
                    <a:pt x="522" y="702"/>
                  </a:lnTo>
                  <a:lnTo>
                    <a:pt x="516" y="684"/>
                  </a:lnTo>
                  <a:lnTo>
                    <a:pt x="528" y="672"/>
                  </a:lnTo>
                  <a:lnTo>
                    <a:pt x="540" y="666"/>
                  </a:lnTo>
                  <a:lnTo>
                    <a:pt x="546" y="666"/>
                  </a:lnTo>
                  <a:lnTo>
                    <a:pt x="558" y="660"/>
                  </a:lnTo>
                  <a:lnTo>
                    <a:pt x="564" y="654"/>
                  </a:lnTo>
                  <a:lnTo>
                    <a:pt x="576" y="618"/>
                  </a:lnTo>
                  <a:lnTo>
                    <a:pt x="570" y="606"/>
                  </a:lnTo>
                  <a:lnTo>
                    <a:pt x="564" y="600"/>
                  </a:lnTo>
                  <a:lnTo>
                    <a:pt x="552" y="594"/>
                  </a:lnTo>
                  <a:lnTo>
                    <a:pt x="540" y="594"/>
                  </a:lnTo>
                  <a:lnTo>
                    <a:pt x="528" y="588"/>
                  </a:lnTo>
                  <a:lnTo>
                    <a:pt x="504" y="588"/>
                  </a:lnTo>
                  <a:close/>
                  <a:moveTo>
                    <a:pt x="222" y="486"/>
                  </a:moveTo>
                  <a:lnTo>
                    <a:pt x="216" y="480"/>
                  </a:lnTo>
                  <a:lnTo>
                    <a:pt x="204" y="480"/>
                  </a:lnTo>
                  <a:lnTo>
                    <a:pt x="204" y="486"/>
                  </a:lnTo>
                  <a:lnTo>
                    <a:pt x="198" y="498"/>
                  </a:lnTo>
                  <a:lnTo>
                    <a:pt x="192" y="504"/>
                  </a:lnTo>
                  <a:lnTo>
                    <a:pt x="210" y="504"/>
                  </a:lnTo>
                  <a:lnTo>
                    <a:pt x="222" y="492"/>
                  </a:lnTo>
                  <a:lnTo>
                    <a:pt x="222" y="486"/>
                  </a:lnTo>
                  <a:close/>
                  <a:moveTo>
                    <a:pt x="126" y="504"/>
                  </a:moveTo>
                  <a:lnTo>
                    <a:pt x="132" y="498"/>
                  </a:lnTo>
                  <a:lnTo>
                    <a:pt x="132" y="492"/>
                  </a:lnTo>
                  <a:lnTo>
                    <a:pt x="144" y="492"/>
                  </a:lnTo>
                  <a:lnTo>
                    <a:pt x="150" y="480"/>
                  </a:lnTo>
                  <a:lnTo>
                    <a:pt x="156" y="474"/>
                  </a:lnTo>
                  <a:lnTo>
                    <a:pt x="156" y="462"/>
                  </a:lnTo>
                  <a:lnTo>
                    <a:pt x="138" y="444"/>
                  </a:lnTo>
                  <a:lnTo>
                    <a:pt x="138" y="432"/>
                  </a:lnTo>
                  <a:lnTo>
                    <a:pt x="132" y="438"/>
                  </a:lnTo>
                  <a:lnTo>
                    <a:pt x="126" y="426"/>
                  </a:lnTo>
                  <a:lnTo>
                    <a:pt x="120" y="420"/>
                  </a:lnTo>
                  <a:lnTo>
                    <a:pt x="78" y="420"/>
                  </a:lnTo>
                  <a:lnTo>
                    <a:pt x="72" y="426"/>
                  </a:lnTo>
                  <a:lnTo>
                    <a:pt x="30" y="450"/>
                  </a:lnTo>
                  <a:lnTo>
                    <a:pt x="30" y="462"/>
                  </a:lnTo>
                  <a:lnTo>
                    <a:pt x="24" y="462"/>
                  </a:lnTo>
                  <a:lnTo>
                    <a:pt x="18" y="468"/>
                  </a:lnTo>
                  <a:lnTo>
                    <a:pt x="12" y="468"/>
                  </a:lnTo>
                  <a:lnTo>
                    <a:pt x="0" y="480"/>
                  </a:lnTo>
                  <a:lnTo>
                    <a:pt x="6" y="486"/>
                  </a:lnTo>
                  <a:lnTo>
                    <a:pt x="30" y="498"/>
                  </a:lnTo>
                  <a:lnTo>
                    <a:pt x="42" y="498"/>
                  </a:lnTo>
                  <a:lnTo>
                    <a:pt x="66" y="474"/>
                  </a:lnTo>
                  <a:lnTo>
                    <a:pt x="84" y="498"/>
                  </a:lnTo>
                  <a:lnTo>
                    <a:pt x="120" y="504"/>
                  </a:lnTo>
                  <a:lnTo>
                    <a:pt x="126" y="504"/>
                  </a:lnTo>
                  <a:close/>
                  <a:moveTo>
                    <a:pt x="78" y="228"/>
                  </a:moveTo>
                  <a:lnTo>
                    <a:pt x="72" y="228"/>
                  </a:lnTo>
                  <a:lnTo>
                    <a:pt x="66" y="234"/>
                  </a:lnTo>
                  <a:lnTo>
                    <a:pt x="66" y="240"/>
                  </a:lnTo>
                  <a:lnTo>
                    <a:pt x="84" y="240"/>
                  </a:lnTo>
                  <a:lnTo>
                    <a:pt x="84" y="228"/>
                  </a:lnTo>
                  <a:lnTo>
                    <a:pt x="78" y="228"/>
                  </a:lnTo>
                  <a:close/>
                  <a:moveTo>
                    <a:pt x="108" y="210"/>
                  </a:moveTo>
                  <a:lnTo>
                    <a:pt x="126" y="210"/>
                  </a:lnTo>
                  <a:lnTo>
                    <a:pt x="132" y="204"/>
                  </a:lnTo>
                  <a:lnTo>
                    <a:pt x="132" y="198"/>
                  </a:lnTo>
                  <a:lnTo>
                    <a:pt x="138" y="186"/>
                  </a:lnTo>
                  <a:lnTo>
                    <a:pt x="150" y="174"/>
                  </a:lnTo>
                  <a:lnTo>
                    <a:pt x="150" y="168"/>
                  </a:lnTo>
                  <a:lnTo>
                    <a:pt x="138" y="174"/>
                  </a:lnTo>
                  <a:lnTo>
                    <a:pt x="132" y="174"/>
                  </a:lnTo>
                  <a:lnTo>
                    <a:pt x="114" y="192"/>
                  </a:lnTo>
                  <a:lnTo>
                    <a:pt x="108" y="186"/>
                  </a:lnTo>
                  <a:lnTo>
                    <a:pt x="96" y="186"/>
                  </a:lnTo>
                  <a:lnTo>
                    <a:pt x="90" y="192"/>
                  </a:lnTo>
                  <a:lnTo>
                    <a:pt x="90" y="210"/>
                  </a:lnTo>
                  <a:lnTo>
                    <a:pt x="96" y="216"/>
                  </a:lnTo>
                  <a:lnTo>
                    <a:pt x="96" y="228"/>
                  </a:lnTo>
                  <a:lnTo>
                    <a:pt x="108" y="210"/>
                  </a:lnTo>
                  <a:close/>
                  <a:moveTo>
                    <a:pt x="72" y="252"/>
                  </a:moveTo>
                  <a:lnTo>
                    <a:pt x="60" y="282"/>
                  </a:lnTo>
                  <a:lnTo>
                    <a:pt x="78" y="258"/>
                  </a:lnTo>
                  <a:lnTo>
                    <a:pt x="72" y="252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76" name="United Arab Emirates" descr="© INSCALE GmbH, 05.05.2010&#10;http://www.presentationload.com/">
              <a:extLst>
                <a:ext uri="{FF2B5EF4-FFF2-40B4-BE49-F238E27FC236}">
                  <a16:creationId xmlns:a16="http://schemas.microsoft.com/office/drawing/2014/main" id="{5CD0F1CB-C6BF-472C-ABDC-D7453AFD9C3D}"/>
                </a:ext>
              </a:extLst>
            </p:cNvPr>
            <p:cNvSpPr>
              <a:spLocks/>
            </p:cNvSpPr>
            <p:nvPr/>
          </p:nvSpPr>
          <p:spPr bwMode="gray">
            <a:xfrm>
              <a:off x="4922303" y="2299389"/>
              <a:ext cx="111148" cy="105324"/>
            </a:xfrm>
            <a:custGeom>
              <a:avLst/>
              <a:gdLst>
                <a:gd name="T0" fmla="*/ 2147483647 w 336"/>
                <a:gd name="T1" fmla="*/ 2147483647 h 318"/>
                <a:gd name="T2" fmla="*/ 2147483647 w 336"/>
                <a:gd name="T3" fmla="*/ 2147483647 h 318"/>
                <a:gd name="T4" fmla="*/ 2147483647 w 336"/>
                <a:gd name="T5" fmla="*/ 2147483647 h 318"/>
                <a:gd name="T6" fmla="*/ 2147483647 w 336"/>
                <a:gd name="T7" fmla="*/ 2147483647 h 318"/>
                <a:gd name="T8" fmla="*/ 2147483647 w 336"/>
                <a:gd name="T9" fmla="*/ 2147483647 h 318"/>
                <a:gd name="T10" fmla="*/ 2147483647 w 336"/>
                <a:gd name="T11" fmla="*/ 0 h 318"/>
                <a:gd name="T12" fmla="*/ 2147483647 w 336"/>
                <a:gd name="T13" fmla="*/ 2147483647 h 318"/>
                <a:gd name="T14" fmla="*/ 2147483647 w 336"/>
                <a:gd name="T15" fmla="*/ 2147483647 h 318"/>
                <a:gd name="T16" fmla="*/ 2147483647 w 336"/>
                <a:gd name="T17" fmla="*/ 2147483647 h 318"/>
                <a:gd name="T18" fmla="*/ 2147483647 w 336"/>
                <a:gd name="T19" fmla="*/ 2147483647 h 318"/>
                <a:gd name="T20" fmla="*/ 2147483647 w 336"/>
                <a:gd name="T21" fmla="*/ 2147483647 h 318"/>
                <a:gd name="T22" fmla="*/ 2147483647 w 336"/>
                <a:gd name="T23" fmla="*/ 2147483647 h 318"/>
                <a:gd name="T24" fmla="*/ 2147483647 w 336"/>
                <a:gd name="T25" fmla="*/ 2147483647 h 318"/>
                <a:gd name="T26" fmla="*/ 2147483647 w 336"/>
                <a:gd name="T27" fmla="*/ 2147483647 h 318"/>
                <a:gd name="T28" fmla="*/ 2147483647 w 336"/>
                <a:gd name="T29" fmla="*/ 2147483647 h 318"/>
                <a:gd name="T30" fmla="*/ 2147483647 w 336"/>
                <a:gd name="T31" fmla="*/ 2147483647 h 318"/>
                <a:gd name="T32" fmla="*/ 2147483647 w 336"/>
                <a:gd name="T33" fmla="*/ 2147483647 h 318"/>
                <a:gd name="T34" fmla="*/ 2147483647 w 336"/>
                <a:gd name="T35" fmla="*/ 2147483647 h 318"/>
                <a:gd name="T36" fmla="*/ 0 w 336"/>
                <a:gd name="T37" fmla="*/ 2147483647 h 318"/>
                <a:gd name="T38" fmla="*/ 2147483647 w 336"/>
                <a:gd name="T39" fmla="*/ 2147483647 h 318"/>
                <a:gd name="T40" fmla="*/ 2147483647 w 336"/>
                <a:gd name="T41" fmla="*/ 2147483647 h 318"/>
                <a:gd name="T42" fmla="*/ 2147483647 w 336"/>
                <a:gd name="T43" fmla="*/ 2147483647 h 318"/>
                <a:gd name="T44" fmla="*/ 2147483647 w 336"/>
                <a:gd name="T45" fmla="*/ 2147483647 h 318"/>
                <a:gd name="T46" fmla="*/ 2147483647 w 336"/>
                <a:gd name="T47" fmla="*/ 2147483647 h 318"/>
                <a:gd name="T48" fmla="*/ 2147483647 w 336"/>
                <a:gd name="T49" fmla="*/ 2147483647 h 318"/>
                <a:gd name="T50" fmla="*/ 2147483647 w 336"/>
                <a:gd name="T51" fmla="*/ 2147483647 h 318"/>
                <a:gd name="T52" fmla="*/ 2147483647 w 336"/>
                <a:gd name="T53" fmla="*/ 2147483647 h 318"/>
                <a:gd name="T54" fmla="*/ 2147483647 w 336"/>
                <a:gd name="T55" fmla="*/ 2147483647 h 318"/>
                <a:gd name="T56" fmla="*/ 2147483647 w 336"/>
                <a:gd name="T57" fmla="*/ 2147483647 h 318"/>
                <a:gd name="T58" fmla="*/ 2147483647 w 336"/>
                <a:gd name="T59" fmla="*/ 2147483647 h 318"/>
                <a:gd name="T60" fmla="*/ 2147483647 w 336"/>
                <a:gd name="T61" fmla="*/ 2147483647 h 318"/>
                <a:gd name="T62" fmla="*/ 2147483647 w 336"/>
                <a:gd name="T63" fmla="*/ 2147483647 h 318"/>
                <a:gd name="T64" fmla="*/ 2147483647 w 336"/>
                <a:gd name="T65" fmla="*/ 2147483647 h 318"/>
                <a:gd name="T66" fmla="*/ 2147483647 w 336"/>
                <a:gd name="T67" fmla="*/ 2147483647 h 318"/>
                <a:gd name="T68" fmla="*/ 2147483647 w 336"/>
                <a:gd name="T69" fmla="*/ 2147483647 h 31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36"/>
                <a:gd name="T106" fmla="*/ 0 h 318"/>
                <a:gd name="T107" fmla="*/ 336 w 336"/>
                <a:gd name="T108" fmla="*/ 318 h 31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36" h="318">
                  <a:moveTo>
                    <a:pt x="300" y="120"/>
                  </a:moveTo>
                  <a:lnTo>
                    <a:pt x="306" y="120"/>
                  </a:lnTo>
                  <a:lnTo>
                    <a:pt x="306" y="126"/>
                  </a:lnTo>
                  <a:lnTo>
                    <a:pt x="312" y="138"/>
                  </a:lnTo>
                  <a:lnTo>
                    <a:pt x="336" y="132"/>
                  </a:lnTo>
                  <a:lnTo>
                    <a:pt x="330" y="120"/>
                  </a:lnTo>
                  <a:lnTo>
                    <a:pt x="324" y="102"/>
                  </a:lnTo>
                  <a:lnTo>
                    <a:pt x="324" y="60"/>
                  </a:lnTo>
                  <a:lnTo>
                    <a:pt x="330" y="42"/>
                  </a:lnTo>
                  <a:lnTo>
                    <a:pt x="330" y="6"/>
                  </a:lnTo>
                  <a:lnTo>
                    <a:pt x="324" y="0"/>
                  </a:lnTo>
                  <a:lnTo>
                    <a:pt x="318" y="0"/>
                  </a:lnTo>
                  <a:lnTo>
                    <a:pt x="312" y="6"/>
                  </a:lnTo>
                  <a:lnTo>
                    <a:pt x="306" y="18"/>
                  </a:lnTo>
                  <a:lnTo>
                    <a:pt x="300" y="36"/>
                  </a:lnTo>
                  <a:lnTo>
                    <a:pt x="288" y="60"/>
                  </a:lnTo>
                  <a:lnTo>
                    <a:pt x="282" y="66"/>
                  </a:lnTo>
                  <a:lnTo>
                    <a:pt x="282" y="72"/>
                  </a:lnTo>
                  <a:lnTo>
                    <a:pt x="276" y="72"/>
                  </a:lnTo>
                  <a:lnTo>
                    <a:pt x="264" y="78"/>
                  </a:lnTo>
                  <a:lnTo>
                    <a:pt x="234" y="108"/>
                  </a:lnTo>
                  <a:lnTo>
                    <a:pt x="228" y="120"/>
                  </a:lnTo>
                  <a:lnTo>
                    <a:pt x="216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8" y="168"/>
                  </a:lnTo>
                  <a:lnTo>
                    <a:pt x="192" y="180"/>
                  </a:lnTo>
                  <a:lnTo>
                    <a:pt x="192" y="186"/>
                  </a:lnTo>
                  <a:lnTo>
                    <a:pt x="186" y="192"/>
                  </a:lnTo>
                  <a:lnTo>
                    <a:pt x="150" y="192"/>
                  </a:lnTo>
                  <a:lnTo>
                    <a:pt x="132" y="186"/>
                  </a:lnTo>
                  <a:lnTo>
                    <a:pt x="90" y="186"/>
                  </a:lnTo>
                  <a:lnTo>
                    <a:pt x="72" y="192"/>
                  </a:lnTo>
                  <a:lnTo>
                    <a:pt x="48" y="204"/>
                  </a:lnTo>
                  <a:lnTo>
                    <a:pt x="24" y="204"/>
                  </a:lnTo>
                  <a:lnTo>
                    <a:pt x="12" y="192"/>
                  </a:lnTo>
                  <a:lnTo>
                    <a:pt x="0" y="186"/>
                  </a:lnTo>
                  <a:lnTo>
                    <a:pt x="0" y="198"/>
                  </a:lnTo>
                  <a:lnTo>
                    <a:pt x="18" y="216"/>
                  </a:lnTo>
                  <a:lnTo>
                    <a:pt x="30" y="240"/>
                  </a:lnTo>
                  <a:lnTo>
                    <a:pt x="54" y="264"/>
                  </a:lnTo>
                  <a:lnTo>
                    <a:pt x="60" y="276"/>
                  </a:lnTo>
                  <a:lnTo>
                    <a:pt x="72" y="282"/>
                  </a:lnTo>
                  <a:lnTo>
                    <a:pt x="78" y="294"/>
                  </a:lnTo>
                  <a:lnTo>
                    <a:pt x="96" y="294"/>
                  </a:lnTo>
                  <a:lnTo>
                    <a:pt x="132" y="300"/>
                  </a:lnTo>
                  <a:lnTo>
                    <a:pt x="228" y="312"/>
                  </a:lnTo>
                  <a:lnTo>
                    <a:pt x="270" y="318"/>
                  </a:lnTo>
                  <a:lnTo>
                    <a:pt x="264" y="306"/>
                  </a:lnTo>
                  <a:lnTo>
                    <a:pt x="258" y="300"/>
                  </a:lnTo>
                  <a:lnTo>
                    <a:pt x="252" y="288"/>
                  </a:lnTo>
                  <a:lnTo>
                    <a:pt x="252" y="276"/>
                  </a:lnTo>
                  <a:lnTo>
                    <a:pt x="258" y="270"/>
                  </a:lnTo>
                  <a:lnTo>
                    <a:pt x="264" y="258"/>
                  </a:lnTo>
                  <a:lnTo>
                    <a:pt x="270" y="252"/>
                  </a:lnTo>
                  <a:lnTo>
                    <a:pt x="276" y="240"/>
                  </a:lnTo>
                  <a:lnTo>
                    <a:pt x="276" y="228"/>
                  </a:lnTo>
                  <a:lnTo>
                    <a:pt x="282" y="216"/>
                  </a:lnTo>
                  <a:lnTo>
                    <a:pt x="282" y="204"/>
                  </a:lnTo>
                  <a:lnTo>
                    <a:pt x="288" y="198"/>
                  </a:lnTo>
                  <a:lnTo>
                    <a:pt x="288" y="192"/>
                  </a:lnTo>
                  <a:lnTo>
                    <a:pt x="300" y="192"/>
                  </a:lnTo>
                  <a:lnTo>
                    <a:pt x="300" y="198"/>
                  </a:lnTo>
                  <a:lnTo>
                    <a:pt x="306" y="198"/>
                  </a:lnTo>
                  <a:lnTo>
                    <a:pt x="306" y="192"/>
                  </a:lnTo>
                  <a:lnTo>
                    <a:pt x="288" y="174"/>
                  </a:lnTo>
                  <a:lnTo>
                    <a:pt x="288" y="144"/>
                  </a:lnTo>
                  <a:lnTo>
                    <a:pt x="294" y="132"/>
                  </a:lnTo>
                  <a:lnTo>
                    <a:pt x="294" y="126"/>
                  </a:lnTo>
                  <a:lnTo>
                    <a:pt x="300" y="120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77" name="Uganda" descr="© INSCALE GmbH, 05.05.2010&#10;http://www.presentationload.com/">
              <a:extLst>
                <a:ext uri="{FF2B5EF4-FFF2-40B4-BE49-F238E27FC236}">
                  <a16:creationId xmlns:a16="http://schemas.microsoft.com/office/drawing/2014/main" id="{D70910B7-F6B0-475A-8E83-6E735D808CD6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429893" y="2891508"/>
              <a:ext cx="129243" cy="151561"/>
            </a:xfrm>
            <a:custGeom>
              <a:avLst/>
              <a:gdLst>
                <a:gd name="T0" fmla="*/ 2147483647 w 390"/>
                <a:gd name="T1" fmla="*/ 2147483647 h 462"/>
                <a:gd name="T2" fmla="*/ 2147483647 w 390"/>
                <a:gd name="T3" fmla="*/ 2147483647 h 462"/>
                <a:gd name="T4" fmla="*/ 2147483647 w 390"/>
                <a:gd name="T5" fmla="*/ 2147483647 h 462"/>
                <a:gd name="T6" fmla="*/ 2147483647 w 390"/>
                <a:gd name="T7" fmla="*/ 2147483647 h 462"/>
                <a:gd name="T8" fmla="*/ 2147483647 w 390"/>
                <a:gd name="T9" fmla="*/ 2147483647 h 462"/>
                <a:gd name="T10" fmla="*/ 2147483647 w 390"/>
                <a:gd name="T11" fmla="*/ 2147483647 h 462"/>
                <a:gd name="T12" fmla="*/ 2147483647 w 390"/>
                <a:gd name="T13" fmla="*/ 2147483647 h 462"/>
                <a:gd name="T14" fmla="*/ 2147483647 w 390"/>
                <a:gd name="T15" fmla="*/ 2147483647 h 462"/>
                <a:gd name="T16" fmla="*/ 2147483647 w 390"/>
                <a:gd name="T17" fmla="*/ 2147483647 h 462"/>
                <a:gd name="T18" fmla="*/ 2147483647 w 390"/>
                <a:gd name="T19" fmla="*/ 2147483647 h 462"/>
                <a:gd name="T20" fmla="*/ 2147483647 w 390"/>
                <a:gd name="T21" fmla="*/ 2147483647 h 462"/>
                <a:gd name="T22" fmla="*/ 2147483647 w 390"/>
                <a:gd name="T23" fmla="*/ 2147483647 h 462"/>
                <a:gd name="T24" fmla="*/ 2147483647 w 390"/>
                <a:gd name="T25" fmla="*/ 0 h 462"/>
                <a:gd name="T26" fmla="*/ 2147483647 w 390"/>
                <a:gd name="T27" fmla="*/ 2147483647 h 462"/>
                <a:gd name="T28" fmla="*/ 2147483647 w 390"/>
                <a:gd name="T29" fmla="*/ 2147483647 h 462"/>
                <a:gd name="T30" fmla="*/ 2147483647 w 390"/>
                <a:gd name="T31" fmla="*/ 2147483647 h 462"/>
                <a:gd name="T32" fmla="*/ 2147483647 w 390"/>
                <a:gd name="T33" fmla="*/ 2147483647 h 462"/>
                <a:gd name="T34" fmla="*/ 2147483647 w 390"/>
                <a:gd name="T35" fmla="*/ 2147483647 h 462"/>
                <a:gd name="T36" fmla="*/ 2147483647 w 390"/>
                <a:gd name="T37" fmla="*/ 2147483647 h 462"/>
                <a:gd name="T38" fmla="*/ 2147483647 w 390"/>
                <a:gd name="T39" fmla="*/ 2147483647 h 462"/>
                <a:gd name="T40" fmla="*/ 2147483647 w 390"/>
                <a:gd name="T41" fmla="*/ 2147483647 h 462"/>
                <a:gd name="T42" fmla="*/ 2147483647 w 390"/>
                <a:gd name="T43" fmla="*/ 2147483647 h 462"/>
                <a:gd name="T44" fmla="*/ 2147483647 w 390"/>
                <a:gd name="T45" fmla="*/ 2147483647 h 462"/>
                <a:gd name="T46" fmla="*/ 2147483647 w 390"/>
                <a:gd name="T47" fmla="*/ 2147483647 h 462"/>
                <a:gd name="T48" fmla="*/ 2147483647 w 390"/>
                <a:gd name="T49" fmla="*/ 2147483647 h 462"/>
                <a:gd name="T50" fmla="*/ 2147483647 w 390"/>
                <a:gd name="T51" fmla="*/ 2147483647 h 462"/>
                <a:gd name="T52" fmla="*/ 2147483647 w 390"/>
                <a:gd name="T53" fmla="*/ 2147483647 h 462"/>
                <a:gd name="T54" fmla="*/ 2147483647 w 390"/>
                <a:gd name="T55" fmla="*/ 2147483647 h 462"/>
                <a:gd name="T56" fmla="*/ 2147483647 w 390"/>
                <a:gd name="T57" fmla="*/ 2147483647 h 462"/>
                <a:gd name="T58" fmla="*/ 2147483647 w 390"/>
                <a:gd name="T59" fmla="*/ 2147483647 h 462"/>
                <a:gd name="T60" fmla="*/ 2147483647 w 390"/>
                <a:gd name="T61" fmla="*/ 2147483647 h 462"/>
                <a:gd name="T62" fmla="*/ 2147483647 w 390"/>
                <a:gd name="T63" fmla="*/ 2147483647 h 462"/>
                <a:gd name="T64" fmla="*/ 2147483647 w 390"/>
                <a:gd name="T65" fmla="*/ 2147483647 h 462"/>
                <a:gd name="T66" fmla="*/ 2147483647 w 390"/>
                <a:gd name="T67" fmla="*/ 2147483647 h 462"/>
                <a:gd name="T68" fmla="*/ 2147483647 w 390"/>
                <a:gd name="T69" fmla="*/ 2147483647 h 462"/>
                <a:gd name="T70" fmla="*/ 2147483647 w 390"/>
                <a:gd name="T71" fmla="*/ 2147483647 h 462"/>
                <a:gd name="T72" fmla="*/ 2147483647 w 390"/>
                <a:gd name="T73" fmla="*/ 2147483647 h 462"/>
                <a:gd name="T74" fmla="*/ 2147483647 w 390"/>
                <a:gd name="T75" fmla="*/ 2147483647 h 462"/>
                <a:gd name="T76" fmla="*/ 2147483647 w 390"/>
                <a:gd name="T77" fmla="*/ 2147483647 h 462"/>
                <a:gd name="T78" fmla="*/ 2147483647 w 390"/>
                <a:gd name="T79" fmla="*/ 2147483647 h 462"/>
                <a:gd name="T80" fmla="*/ 2147483647 w 390"/>
                <a:gd name="T81" fmla="*/ 2147483647 h 462"/>
                <a:gd name="T82" fmla="*/ 2147483647 w 390"/>
                <a:gd name="T83" fmla="*/ 2147483647 h 462"/>
                <a:gd name="T84" fmla="*/ 2147483647 w 390"/>
                <a:gd name="T85" fmla="*/ 2147483647 h 462"/>
                <a:gd name="T86" fmla="*/ 2147483647 w 390"/>
                <a:gd name="T87" fmla="*/ 2147483647 h 462"/>
                <a:gd name="T88" fmla="*/ 2147483647 w 390"/>
                <a:gd name="T89" fmla="*/ 2147483647 h 462"/>
                <a:gd name="T90" fmla="*/ 2147483647 w 390"/>
                <a:gd name="T91" fmla="*/ 2147483647 h 462"/>
                <a:gd name="T92" fmla="*/ 2147483647 w 390"/>
                <a:gd name="T93" fmla="*/ 2147483647 h 462"/>
                <a:gd name="T94" fmla="*/ 2147483647 w 390"/>
                <a:gd name="T95" fmla="*/ 2147483647 h 462"/>
                <a:gd name="T96" fmla="*/ 2147483647 w 390"/>
                <a:gd name="T97" fmla="*/ 2147483647 h 462"/>
                <a:gd name="T98" fmla="*/ 2147483647 w 390"/>
                <a:gd name="T99" fmla="*/ 2147483647 h 462"/>
                <a:gd name="T100" fmla="*/ 2147483647 w 390"/>
                <a:gd name="T101" fmla="*/ 2147483647 h 462"/>
                <a:gd name="T102" fmla="*/ 2147483647 w 390"/>
                <a:gd name="T103" fmla="*/ 2147483647 h 462"/>
                <a:gd name="T104" fmla="*/ 2147483647 w 390"/>
                <a:gd name="T105" fmla="*/ 2147483647 h 462"/>
                <a:gd name="T106" fmla="*/ 2147483647 w 390"/>
                <a:gd name="T107" fmla="*/ 2147483647 h 46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390"/>
                <a:gd name="T163" fmla="*/ 0 h 462"/>
                <a:gd name="T164" fmla="*/ 390 w 390"/>
                <a:gd name="T165" fmla="*/ 462 h 46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390" h="462">
                  <a:moveTo>
                    <a:pt x="306" y="426"/>
                  </a:moveTo>
                  <a:lnTo>
                    <a:pt x="318" y="426"/>
                  </a:lnTo>
                  <a:lnTo>
                    <a:pt x="318" y="420"/>
                  </a:lnTo>
                  <a:lnTo>
                    <a:pt x="306" y="420"/>
                  </a:lnTo>
                  <a:lnTo>
                    <a:pt x="306" y="426"/>
                  </a:lnTo>
                  <a:close/>
                  <a:moveTo>
                    <a:pt x="390" y="192"/>
                  </a:moveTo>
                  <a:lnTo>
                    <a:pt x="384" y="180"/>
                  </a:lnTo>
                  <a:lnTo>
                    <a:pt x="378" y="174"/>
                  </a:lnTo>
                  <a:lnTo>
                    <a:pt x="366" y="150"/>
                  </a:lnTo>
                  <a:lnTo>
                    <a:pt x="366" y="144"/>
                  </a:lnTo>
                  <a:lnTo>
                    <a:pt x="372" y="138"/>
                  </a:lnTo>
                  <a:lnTo>
                    <a:pt x="378" y="138"/>
                  </a:lnTo>
                  <a:lnTo>
                    <a:pt x="384" y="132"/>
                  </a:lnTo>
                  <a:lnTo>
                    <a:pt x="348" y="90"/>
                  </a:lnTo>
                  <a:lnTo>
                    <a:pt x="354" y="84"/>
                  </a:lnTo>
                  <a:lnTo>
                    <a:pt x="336" y="66"/>
                  </a:lnTo>
                  <a:lnTo>
                    <a:pt x="336" y="60"/>
                  </a:lnTo>
                  <a:lnTo>
                    <a:pt x="342" y="54"/>
                  </a:lnTo>
                  <a:lnTo>
                    <a:pt x="342" y="42"/>
                  </a:lnTo>
                  <a:lnTo>
                    <a:pt x="336" y="42"/>
                  </a:lnTo>
                  <a:lnTo>
                    <a:pt x="336" y="48"/>
                  </a:lnTo>
                  <a:lnTo>
                    <a:pt x="330" y="42"/>
                  </a:lnTo>
                  <a:lnTo>
                    <a:pt x="324" y="42"/>
                  </a:lnTo>
                  <a:lnTo>
                    <a:pt x="324" y="18"/>
                  </a:lnTo>
                  <a:lnTo>
                    <a:pt x="318" y="6"/>
                  </a:lnTo>
                  <a:lnTo>
                    <a:pt x="312" y="0"/>
                  </a:lnTo>
                  <a:lnTo>
                    <a:pt x="300" y="0"/>
                  </a:lnTo>
                  <a:lnTo>
                    <a:pt x="300" y="6"/>
                  </a:lnTo>
                  <a:lnTo>
                    <a:pt x="294" y="12"/>
                  </a:lnTo>
                  <a:lnTo>
                    <a:pt x="294" y="18"/>
                  </a:lnTo>
                  <a:lnTo>
                    <a:pt x="276" y="36"/>
                  </a:lnTo>
                  <a:lnTo>
                    <a:pt x="252" y="36"/>
                  </a:lnTo>
                  <a:lnTo>
                    <a:pt x="246" y="30"/>
                  </a:lnTo>
                  <a:lnTo>
                    <a:pt x="246" y="24"/>
                  </a:lnTo>
                  <a:lnTo>
                    <a:pt x="234" y="24"/>
                  </a:lnTo>
                  <a:lnTo>
                    <a:pt x="222" y="36"/>
                  </a:lnTo>
                  <a:lnTo>
                    <a:pt x="198" y="36"/>
                  </a:lnTo>
                  <a:lnTo>
                    <a:pt x="180" y="60"/>
                  </a:lnTo>
                  <a:lnTo>
                    <a:pt x="156" y="30"/>
                  </a:lnTo>
                  <a:lnTo>
                    <a:pt x="150" y="30"/>
                  </a:lnTo>
                  <a:lnTo>
                    <a:pt x="144" y="36"/>
                  </a:lnTo>
                  <a:lnTo>
                    <a:pt x="144" y="42"/>
                  </a:lnTo>
                  <a:lnTo>
                    <a:pt x="132" y="42"/>
                  </a:lnTo>
                  <a:lnTo>
                    <a:pt x="120" y="36"/>
                  </a:lnTo>
                  <a:lnTo>
                    <a:pt x="114" y="30"/>
                  </a:lnTo>
                  <a:lnTo>
                    <a:pt x="102" y="30"/>
                  </a:lnTo>
                  <a:lnTo>
                    <a:pt x="84" y="48"/>
                  </a:lnTo>
                  <a:lnTo>
                    <a:pt x="90" y="72"/>
                  </a:lnTo>
                  <a:lnTo>
                    <a:pt x="72" y="90"/>
                  </a:lnTo>
                  <a:lnTo>
                    <a:pt x="84" y="96"/>
                  </a:lnTo>
                  <a:lnTo>
                    <a:pt x="90" y="102"/>
                  </a:lnTo>
                  <a:lnTo>
                    <a:pt x="90" y="108"/>
                  </a:lnTo>
                  <a:lnTo>
                    <a:pt x="84" y="114"/>
                  </a:lnTo>
                  <a:lnTo>
                    <a:pt x="78" y="126"/>
                  </a:lnTo>
                  <a:lnTo>
                    <a:pt x="78" y="138"/>
                  </a:lnTo>
                  <a:lnTo>
                    <a:pt x="84" y="144"/>
                  </a:lnTo>
                  <a:lnTo>
                    <a:pt x="96" y="144"/>
                  </a:lnTo>
                  <a:lnTo>
                    <a:pt x="108" y="150"/>
                  </a:lnTo>
                  <a:lnTo>
                    <a:pt x="114" y="156"/>
                  </a:lnTo>
                  <a:lnTo>
                    <a:pt x="114" y="168"/>
                  </a:lnTo>
                  <a:lnTo>
                    <a:pt x="108" y="180"/>
                  </a:lnTo>
                  <a:lnTo>
                    <a:pt x="96" y="192"/>
                  </a:lnTo>
                  <a:lnTo>
                    <a:pt x="84" y="216"/>
                  </a:lnTo>
                  <a:lnTo>
                    <a:pt x="72" y="222"/>
                  </a:lnTo>
                  <a:lnTo>
                    <a:pt x="66" y="234"/>
                  </a:lnTo>
                  <a:lnTo>
                    <a:pt x="42" y="246"/>
                  </a:lnTo>
                  <a:lnTo>
                    <a:pt x="42" y="258"/>
                  </a:lnTo>
                  <a:lnTo>
                    <a:pt x="24" y="270"/>
                  </a:lnTo>
                  <a:lnTo>
                    <a:pt x="6" y="342"/>
                  </a:lnTo>
                  <a:lnTo>
                    <a:pt x="6" y="372"/>
                  </a:lnTo>
                  <a:lnTo>
                    <a:pt x="0" y="450"/>
                  </a:lnTo>
                  <a:lnTo>
                    <a:pt x="12" y="450"/>
                  </a:lnTo>
                  <a:lnTo>
                    <a:pt x="24" y="462"/>
                  </a:lnTo>
                  <a:lnTo>
                    <a:pt x="30" y="462"/>
                  </a:lnTo>
                  <a:lnTo>
                    <a:pt x="42" y="438"/>
                  </a:lnTo>
                  <a:lnTo>
                    <a:pt x="48" y="432"/>
                  </a:lnTo>
                  <a:lnTo>
                    <a:pt x="48" y="426"/>
                  </a:lnTo>
                  <a:lnTo>
                    <a:pt x="72" y="420"/>
                  </a:lnTo>
                  <a:lnTo>
                    <a:pt x="162" y="426"/>
                  </a:lnTo>
                  <a:lnTo>
                    <a:pt x="162" y="414"/>
                  </a:lnTo>
                  <a:lnTo>
                    <a:pt x="156" y="408"/>
                  </a:lnTo>
                  <a:lnTo>
                    <a:pt x="150" y="396"/>
                  </a:lnTo>
                  <a:lnTo>
                    <a:pt x="162" y="372"/>
                  </a:lnTo>
                  <a:lnTo>
                    <a:pt x="168" y="366"/>
                  </a:lnTo>
                  <a:lnTo>
                    <a:pt x="168" y="342"/>
                  </a:lnTo>
                  <a:lnTo>
                    <a:pt x="174" y="336"/>
                  </a:lnTo>
                  <a:lnTo>
                    <a:pt x="186" y="330"/>
                  </a:lnTo>
                  <a:lnTo>
                    <a:pt x="204" y="324"/>
                  </a:lnTo>
                  <a:lnTo>
                    <a:pt x="240" y="324"/>
                  </a:lnTo>
                  <a:lnTo>
                    <a:pt x="252" y="312"/>
                  </a:lnTo>
                  <a:lnTo>
                    <a:pt x="258" y="300"/>
                  </a:lnTo>
                  <a:lnTo>
                    <a:pt x="264" y="300"/>
                  </a:lnTo>
                  <a:lnTo>
                    <a:pt x="264" y="306"/>
                  </a:lnTo>
                  <a:lnTo>
                    <a:pt x="270" y="312"/>
                  </a:lnTo>
                  <a:lnTo>
                    <a:pt x="270" y="330"/>
                  </a:lnTo>
                  <a:lnTo>
                    <a:pt x="276" y="324"/>
                  </a:lnTo>
                  <a:lnTo>
                    <a:pt x="312" y="324"/>
                  </a:lnTo>
                  <a:lnTo>
                    <a:pt x="312" y="330"/>
                  </a:lnTo>
                  <a:lnTo>
                    <a:pt x="312" y="318"/>
                  </a:lnTo>
                  <a:lnTo>
                    <a:pt x="318" y="306"/>
                  </a:lnTo>
                  <a:lnTo>
                    <a:pt x="324" y="300"/>
                  </a:lnTo>
                  <a:lnTo>
                    <a:pt x="330" y="282"/>
                  </a:lnTo>
                  <a:lnTo>
                    <a:pt x="348" y="270"/>
                  </a:lnTo>
                  <a:lnTo>
                    <a:pt x="348" y="246"/>
                  </a:lnTo>
                  <a:lnTo>
                    <a:pt x="354" y="240"/>
                  </a:lnTo>
                  <a:lnTo>
                    <a:pt x="372" y="240"/>
                  </a:lnTo>
                  <a:lnTo>
                    <a:pt x="378" y="216"/>
                  </a:lnTo>
                  <a:lnTo>
                    <a:pt x="390" y="204"/>
                  </a:lnTo>
                  <a:lnTo>
                    <a:pt x="390" y="192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78" name="Ukraine" descr="© INSCALE GmbH, 05.05.2010&#10;http://www.presentationload.com/">
              <a:extLst>
                <a:ext uri="{FF2B5EF4-FFF2-40B4-BE49-F238E27FC236}">
                  <a16:creationId xmlns:a16="http://schemas.microsoft.com/office/drawing/2014/main" id="{8F9389B9-6BBA-4B13-ABF7-B0CDFCA30CCE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219229" y="1623781"/>
              <a:ext cx="369633" cy="205507"/>
            </a:xfrm>
            <a:custGeom>
              <a:avLst/>
              <a:gdLst>
                <a:gd name="T0" fmla="*/ 2147483647 w 1116"/>
                <a:gd name="T1" fmla="*/ 2147483647 h 624"/>
                <a:gd name="T2" fmla="*/ 2147483647 w 1116"/>
                <a:gd name="T3" fmla="*/ 2147483647 h 624"/>
                <a:gd name="T4" fmla="*/ 2147483647 w 1116"/>
                <a:gd name="T5" fmla="*/ 2147483647 h 624"/>
                <a:gd name="T6" fmla="*/ 2147483647 w 1116"/>
                <a:gd name="T7" fmla="*/ 2147483647 h 624"/>
                <a:gd name="T8" fmla="*/ 2147483647 w 1116"/>
                <a:gd name="T9" fmla="*/ 2147483647 h 624"/>
                <a:gd name="T10" fmla="*/ 2147483647 w 1116"/>
                <a:gd name="T11" fmla="*/ 2147483647 h 624"/>
                <a:gd name="T12" fmla="*/ 2147483647 w 1116"/>
                <a:gd name="T13" fmla="*/ 2147483647 h 624"/>
                <a:gd name="T14" fmla="*/ 2147483647 w 1116"/>
                <a:gd name="T15" fmla="*/ 2147483647 h 624"/>
                <a:gd name="T16" fmla="*/ 2147483647 w 1116"/>
                <a:gd name="T17" fmla="*/ 2147483647 h 624"/>
                <a:gd name="T18" fmla="*/ 2147483647 w 1116"/>
                <a:gd name="T19" fmla="*/ 2147483647 h 624"/>
                <a:gd name="T20" fmla="*/ 2147483647 w 1116"/>
                <a:gd name="T21" fmla="*/ 2147483647 h 624"/>
                <a:gd name="T22" fmla="*/ 2147483647 w 1116"/>
                <a:gd name="T23" fmla="*/ 2147483647 h 624"/>
                <a:gd name="T24" fmla="*/ 2147483647 w 1116"/>
                <a:gd name="T25" fmla="*/ 2147483647 h 624"/>
                <a:gd name="T26" fmla="*/ 2147483647 w 1116"/>
                <a:gd name="T27" fmla="*/ 2147483647 h 624"/>
                <a:gd name="T28" fmla="*/ 2147483647 w 1116"/>
                <a:gd name="T29" fmla="*/ 2147483647 h 624"/>
                <a:gd name="T30" fmla="*/ 2147483647 w 1116"/>
                <a:gd name="T31" fmla="*/ 2147483647 h 624"/>
                <a:gd name="T32" fmla="*/ 2147483647 w 1116"/>
                <a:gd name="T33" fmla="*/ 2147483647 h 624"/>
                <a:gd name="T34" fmla="*/ 2147483647 w 1116"/>
                <a:gd name="T35" fmla="*/ 2147483647 h 624"/>
                <a:gd name="T36" fmla="*/ 2147483647 w 1116"/>
                <a:gd name="T37" fmla="*/ 2147483647 h 624"/>
                <a:gd name="T38" fmla="*/ 2147483647 w 1116"/>
                <a:gd name="T39" fmla="*/ 2147483647 h 624"/>
                <a:gd name="T40" fmla="*/ 2147483647 w 1116"/>
                <a:gd name="T41" fmla="*/ 2147483647 h 624"/>
                <a:gd name="T42" fmla="*/ 2147483647 w 1116"/>
                <a:gd name="T43" fmla="*/ 2147483647 h 624"/>
                <a:gd name="T44" fmla="*/ 2147483647 w 1116"/>
                <a:gd name="T45" fmla="*/ 2147483647 h 624"/>
                <a:gd name="T46" fmla="*/ 2147483647 w 1116"/>
                <a:gd name="T47" fmla="*/ 2147483647 h 624"/>
                <a:gd name="T48" fmla="*/ 2147483647 w 1116"/>
                <a:gd name="T49" fmla="*/ 2147483647 h 624"/>
                <a:gd name="T50" fmla="*/ 2147483647 w 1116"/>
                <a:gd name="T51" fmla="*/ 2147483647 h 624"/>
                <a:gd name="T52" fmla="*/ 2147483647 w 1116"/>
                <a:gd name="T53" fmla="*/ 2147483647 h 624"/>
                <a:gd name="T54" fmla="*/ 2147483647 w 1116"/>
                <a:gd name="T55" fmla="*/ 2147483647 h 624"/>
                <a:gd name="T56" fmla="*/ 2147483647 w 1116"/>
                <a:gd name="T57" fmla="*/ 2147483647 h 624"/>
                <a:gd name="T58" fmla="*/ 2147483647 w 1116"/>
                <a:gd name="T59" fmla="*/ 2147483647 h 624"/>
                <a:gd name="T60" fmla="*/ 2147483647 w 1116"/>
                <a:gd name="T61" fmla="*/ 2147483647 h 624"/>
                <a:gd name="T62" fmla="*/ 2147483647 w 1116"/>
                <a:gd name="T63" fmla="*/ 2147483647 h 624"/>
                <a:gd name="T64" fmla="*/ 2147483647 w 1116"/>
                <a:gd name="T65" fmla="*/ 2147483647 h 624"/>
                <a:gd name="T66" fmla="*/ 2147483647 w 1116"/>
                <a:gd name="T67" fmla="*/ 2147483647 h 624"/>
                <a:gd name="T68" fmla="*/ 2147483647 w 1116"/>
                <a:gd name="T69" fmla="*/ 2147483647 h 624"/>
                <a:gd name="T70" fmla="*/ 2147483647 w 1116"/>
                <a:gd name="T71" fmla="*/ 2147483647 h 624"/>
                <a:gd name="T72" fmla="*/ 2147483647 w 1116"/>
                <a:gd name="T73" fmla="*/ 2147483647 h 624"/>
                <a:gd name="T74" fmla="*/ 2147483647 w 1116"/>
                <a:gd name="T75" fmla="*/ 2147483647 h 624"/>
                <a:gd name="T76" fmla="*/ 2147483647 w 1116"/>
                <a:gd name="T77" fmla="*/ 2147483647 h 624"/>
                <a:gd name="T78" fmla="*/ 2147483647 w 1116"/>
                <a:gd name="T79" fmla="*/ 2147483647 h 624"/>
                <a:gd name="T80" fmla="*/ 2147483647 w 1116"/>
                <a:gd name="T81" fmla="*/ 2147483647 h 624"/>
                <a:gd name="T82" fmla="*/ 2147483647 w 1116"/>
                <a:gd name="T83" fmla="*/ 2147483647 h 624"/>
                <a:gd name="T84" fmla="*/ 2147483647 w 1116"/>
                <a:gd name="T85" fmla="*/ 2147483647 h 624"/>
                <a:gd name="T86" fmla="*/ 2147483647 w 1116"/>
                <a:gd name="T87" fmla="*/ 2147483647 h 624"/>
                <a:gd name="T88" fmla="*/ 2147483647 w 1116"/>
                <a:gd name="T89" fmla="*/ 0 h 624"/>
                <a:gd name="T90" fmla="*/ 2147483647 w 1116"/>
                <a:gd name="T91" fmla="*/ 2147483647 h 624"/>
                <a:gd name="T92" fmla="*/ 2147483647 w 1116"/>
                <a:gd name="T93" fmla="*/ 2147483647 h 624"/>
                <a:gd name="T94" fmla="*/ 2147483647 w 1116"/>
                <a:gd name="T95" fmla="*/ 2147483647 h 624"/>
                <a:gd name="T96" fmla="*/ 2147483647 w 1116"/>
                <a:gd name="T97" fmla="*/ 2147483647 h 624"/>
                <a:gd name="T98" fmla="*/ 2147483647 w 1116"/>
                <a:gd name="T99" fmla="*/ 2147483647 h 624"/>
                <a:gd name="T100" fmla="*/ 2147483647 w 1116"/>
                <a:gd name="T101" fmla="*/ 2147483647 h 624"/>
                <a:gd name="T102" fmla="*/ 2147483647 w 1116"/>
                <a:gd name="T103" fmla="*/ 2147483647 h 624"/>
                <a:gd name="T104" fmla="*/ 2147483647 w 1116"/>
                <a:gd name="T105" fmla="*/ 2147483647 h 624"/>
                <a:gd name="T106" fmla="*/ 2147483647 w 1116"/>
                <a:gd name="T107" fmla="*/ 2147483647 h 624"/>
                <a:gd name="T108" fmla="*/ 2147483647 w 1116"/>
                <a:gd name="T109" fmla="*/ 2147483647 h 624"/>
                <a:gd name="T110" fmla="*/ 2147483647 w 1116"/>
                <a:gd name="T111" fmla="*/ 2147483647 h 624"/>
                <a:gd name="T112" fmla="*/ 2147483647 w 1116"/>
                <a:gd name="T113" fmla="*/ 2147483647 h 624"/>
                <a:gd name="T114" fmla="*/ 2147483647 w 1116"/>
                <a:gd name="T115" fmla="*/ 2147483647 h 624"/>
                <a:gd name="T116" fmla="*/ 2147483647 w 1116"/>
                <a:gd name="T117" fmla="*/ 2147483647 h 6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16"/>
                <a:gd name="T178" fmla="*/ 0 h 624"/>
                <a:gd name="T179" fmla="*/ 1116 w 1116"/>
                <a:gd name="T180" fmla="*/ 624 h 6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16" h="624">
                  <a:moveTo>
                    <a:pt x="24" y="324"/>
                  </a:moveTo>
                  <a:lnTo>
                    <a:pt x="30" y="324"/>
                  </a:lnTo>
                  <a:lnTo>
                    <a:pt x="36" y="330"/>
                  </a:lnTo>
                  <a:lnTo>
                    <a:pt x="48" y="330"/>
                  </a:lnTo>
                  <a:lnTo>
                    <a:pt x="54" y="336"/>
                  </a:lnTo>
                  <a:lnTo>
                    <a:pt x="78" y="336"/>
                  </a:lnTo>
                  <a:lnTo>
                    <a:pt x="84" y="342"/>
                  </a:lnTo>
                  <a:lnTo>
                    <a:pt x="108" y="342"/>
                  </a:lnTo>
                  <a:lnTo>
                    <a:pt x="114" y="348"/>
                  </a:lnTo>
                  <a:lnTo>
                    <a:pt x="126" y="342"/>
                  </a:lnTo>
                  <a:lnTo>
                    <a:pt x="132" y="342"/>
                  </a:lnTo>
                  <a:lnTo>
                    <a:pt x="144" y="336"/>
                  </a:lnTo>
                  <a:lnTo>
                    <a:pt x="150" y="336"/>
                  </a:lnTo>
                  <a:lnTo>
                    <a:pt x="174" y="360"/>
                  </a:lnTo>
                  <a:lnTo>
                    <a:pt x="186" y="360"/>
                  </a:lnTo>
                  <a:lnTo>
                    <a:pt x="198" y="348"/>
                  </a:lnTo>
                  <a:lnTo>
                    <a:pt x="198" y="342"/>
                  </a:lnTo>
                  <a:lnTo>
                    <a:pt x="222" y="348"/>
                  </a:lnTo>
                  <a:lnTo>
                    <a:pt x="228" y="336"/>
                  </a:lnTo>
                  <a:lnTo>
                    <a:pt x="234" y="342"/>
                  </a:lnTo>
                  <a:lnTo>
                    <a:pt x="252" y="342"/>
                  </a:lnTo>
                  <a:lnTo>
                    <a:pt x="258" y="336"/>
                  </a:lnTo>
                  <a:lnTo>
                    <a:pt x="258" y="330"/>
                  </a:lnTo>
                  <a:lnTo>
                    <a:pt x="270" y="318"/>
                  </a:lnTo>
                  <a:lnTo>
                    <a:pt x="282" y="318"/>
                  </a:lnTo>
                  <a:lnTo>
                    <a:pt x="288" y="306"/>
                  </a:lnTo>
                  <a:lnTo>
                    <a:pt x="294" y="306"/>
                  </a:lnTo>
                  <a:lnTo>
                    <a:pt x="306" y="312"/>
                  </a:lnTo>
                  <a:lnTo>
                    <a:pt x="318" y="312"/>
                  </a:lnTo>
                  <a:lnTo>
                    <a:pt x="318" y="306"/>
                  </a:lnTo>
                  <a:lnTo>
                    <a:pt x="324" y="306"/>
                  </a:lnTo>
                  <a:lnTo>
                    <a:pt x="336" y="300"/>
                  </a:lnTo>
                  <a:lnTo>
                    <a:pt x="342" y="300"/>
                  </a:lnTo>
                  <a:lnTo>
                    <a:pt x="354" y="312"/>
                  </a:lnTo>
                  <a:lnTo>
                    <a:pt x="360" y="312"/>
                  </a:lnTo>
                  <a:lnTo>
                    <a:pt x="360" y="318"/>
                  </a:lnTo>
                  <a:lnTo>
                    <a:pt x="402" y="318"/>
                  </a:lnTo>
                  <a:lnTo>
                    <a:pt x="408" y="324"/>
                  </a:lnTo>
                  <a:lnTo>
                    <a:pt x="408" y="336"/>
                  </a:lnTo>
                  <a:lnTo>
                    <a:pt x="426" y="336"/>
                  </a:lnTo>
                  <a:lnTo>
                    <a:pt x="438" y="342"/>
                  </a:lnTo>
                  <a:lnTo>
                    <a:pt x="444" y="348"/>
                  </a:lnTo>
                  <a:lnTo>
                    <a:pt x="450" y="360"/>
                  </a:lnTo>
                  <a:lnTo>
                    <a:pt x="444" y="366"/>
                  </a:lnTo>
                  <a:lnTo>
                    <a:pt x="444" y="390"/>
                  </a:lnTo>
                  <a:lnTo>
                    <a:pt x="456" y="384"/>
                  </a:lnTo>
                  <a:lnTo>
                    <a:pt x="462" y="384"/>
                  </a:lnTo>
                  <a:lnTo>
                    <a:pt x="468" y="390"/>
                  </a:lnTo>
                  <a:lnTo>
                    <a:pt x="462" y="396"/>
                  </a:lnTo>
                  <a:lnTo>
                    <a:pt x="462" y="414"/>
                  </a:lnTo>
                  <a:lnTo>
                    <a:pt x="474" y="414"/>
                  </a:lnTo>
                  <a:lnTo>
                    <a:pt x="480" y="420"/>
                  </a:lnTo>
                  <a:lnTo>
                    <a:pt x="492" y="420"/>
                  </a:lnTo>
                  <a:lnTo>
                    <a:pt x="498" y="426"/>
                  </a:lnTo>
                  <a:lnTo>
                    <a:pt x="498" y="456"/>
                  </a:lnTo>
                  <a:lnTo>
                    <a:pt x="492" y="456"/>
                  </a:lnTo>
                  <a:lnTo>
                    <a:pt x="480" y="462"/>
                  </a:lnTo>
                  <a:lnTo>
                    <a:pt x="462" y="462"/>
                  </a:lnTo>
                  <a:lnTo>
                    <a:pt x="456" y="456"/>
                  </a:lnTo>
                  <a:lnTo>
                    <a:pt x="438" y="456"/>
                  </a:lnTo>
                  <a:lnTo>
                    <a:pt x="432" y="462"/>
                  </a:lnTo>
                  <a:lnTo>
                    <a:pt x="432" y="468"/>
                  </a:lnTo>
                  <a:lnTo>
                    <a:pt x="438" y="468"/>
                  </a:lnTo>
                  <a:lnTo>
                    <a:pt x="450" y="474"/>
                  </a:lnTo>
                  <a:lnTo>
                    <a:pt x="456" y="480"/>
                  </a:lnTo>
                  <a:lnTo>
                    <a:pt x="438" y="492"/>
                  </a:lnTo>
                  <a:lnTo>
                    <a:pt x="432" y="498"/>
                  </a:lnTo>
                  <a:lnTo>
                    <a:pt x="420" y="504"/>
                  </a:lnTo>
                  <a:lnTo>
                    <a:pt x="414" y="504"/>
                  </a:lnTo>
                  <a:lnTo>
                    <a:pt x="414" y="516"/>
                  </a:lnTo>
                  <a:lnTo>
                    <a:pt x="420" y="522"/>
                  </a:lnTo>
                  <a:lnTo>
                    <a:pt x="420" y="534"/>
                  </a:lnTo>
                  <a:lnTo>
                    <a:pt x="396" y="540"/>
                  </a:lnTo>
                  <a:lnTo>
                    <a:pt x="390" y="528"/>
                  </a:lnTo>
                  <a:lnTo>
                    <a:pt x="390" y="516"/>
                  </a:lnTo>
                  <a:lnTo>
                    <a:pt x="390" y="528"/>
                  </a:lnTo>
                  <a:lnTo>
                    <a:pt x="396" y="540"/>
                  </a:lnTo>
                  <a:lnTo>
                    <a:pt x="396" y="546"/>
                  </a:lnTo>
                  <a:lnTo>
                    <a:pt x="408" y="552"/>
                  </a:lnTo>
                  <a:lnTo>
                    <a:pt x="438" y="552"/>
                  </a:lnTo>
                  <a:lnTo>
                    <a:pt x="444" y="546"/>
                  </a:lnTo>
                  <a:lnTo>
                    <a:pt x="450" y="546"/>
                  </a:lnTo>
                  <a:lnTo>
                    <a:pt x="456" y="540"/>
                  </a:lnTo>
                  <a:lnTo>
                    <a:pt x="474" y="540"/>
                  </a:lnTo>
                  <a:lnTo>
                    <a:pt x="480" y="534"/>
                  </a:lnTo>
                  <a:lnTo>
                    <a:pt x="486" y="534"/>
                  </a:lnTo>
                  <a:lnTo>
                    <a:pt x="480" y="528"/>
                  </a:lnTo>
                  <a:lnTo>
                    <a:pt x="486" y="528"/>
                  </a:lnTo>
                  <a:lnTo>
                    <a:pt x="492" y="522"/>
                  </a:lnTo>
                  <a:lnTo>
                    <a:pt x="510" y="516"/>
                  </a:lnTo>
                  <a:lnTo>
                    <a:pt x="522" y="510"/>
                  </a:lnTo>
                  <a:lnTo>
                    <a:pt x="528" y="504"/>
                  </a:lnTo>
                  <a:lnTo>
                    <a:pt x="534" y="492"/>
                  </a:lnTo>
                  <a:lnTo>
                    <a:pt x="540" y="486"/>
                  </a:lnTo>
                  <a:lnTo>
                    <a:pt x="546" y="474"/>
                  </a:lnTo>
                  <a:lnTo>
                    <a:pt x="552" y="468"/>
                  </a:lnTo>
                  <a:lnTo>
                    <a:pt x="552" y="462"/>
                  </a:lnTo>
                  <a:lnTo>
                    <a:pt x="582" y="450"/>
                  </a:lnTo>
                  <a:lnTo>
                    <a:pt x="600" y="438"/>
                  </a:lnTo>
                  <a:lnTo>
                    <a:pt x="612" y="444"/>
                  </a:lnTo>
                  <a:lnTo>
                    <a:pt x="624" y="444"/>
                  </a:lnTo>
                  <a:lnTo>
                    <a:pt x="636" y="450"/>
                  </a:lnTo>
                  <a:lnTo>
                    <a:pt x="654" y="450"/>
                  </a:lnTo>
                  <a:lnTo>
                    <a:pt x="666" y="438"/>
                  </a:lnTo>
                  <a:lnTo>
                    <a:pt x="648" y="462"/>
                  </a:lnTo>
                  <a:lnTo>
                    <a:pt x="624" y="462"/>
                  </a:lnTo>
                  <a:lnTo>
                    <a:pt x="630" y="468"/>
                  </a:lnTo>
                  <a:lnTo>
                    <a:pt x="642" y="474"/>
                  </a:lnTo>
                  <a:lnTo>
                    <a:pt x="654" y="486"/>
                  </a:lnTo>
                  <a:lnTo>
                    <a:pt x="726" y="486"/>
                  </a:lnTo>
                  <a:lnTo>
                    <a:pt x="738" y="504"/>
                  </a:lnTo>
                  <a:lnTo>
                    <a:pt x="726" y="510"/>
                  </a:lnTo>
                  <a:lnTo>
                    <a:pt x="720" y="516"/>
                  </a:lnTo>
                  <a:lnTo>
                    <a:pt x="684" y="534"/>
                  </a:lnTo>
                  <a:lnTo>
                    <a:pt x="678" y="540"/>
                  </a:lnTo>
                  <a:lnTo>
                    <a:pt x="678" y="546"/>
                  </a:lnTo>
                  <a:lnTo>
                    <a:pt x="684" y="546"/>
                  </a:lnTo>
                  <a:lnTo>
                    <a:pt x="690" y="552"/>
                  </a:lnTo>
                  <a:lnTo>
                    <a:pt x="720" y="552"/>
                  </a:lnTo>
                  <a:lnTo>
                    <a:pt x="732" y="558"/>
                  </a:lnTo>
                  <a:lnTo>
                    <a:pt x="744" y="570"/>
                  </a:lnTo>
                  <a:lnTo>
                    <a:pt x="744" y="594"/>
                  </a:lnTo>
                  <a:lnTo>
                    <a:pt x="738" y="606"/>
                  </a:lnTo>
                  <a:lnTo>
                    <a:pt x="738" y="618"/>
                  </a:lnTo>
                  <a:lnTo>
                    <a:pt x="756" y="618"/>
                  </a:lnTo>
                  <a:lnTo>
                    <a:pt x="768" y="624"/>
                  </a:lnTo>
                  <a:lnTo>
                    <a:pt x="780" y="624"/>
                  </a:lnTo>
                  <a:lnTo>
                    <a:pt x="780" y="618"/>
                  </a:lnTo>
                  <a:lnTo>
                    <a:pt x="792" y="606"/>
                  </a:lnTo>
                  <a:lnTo>
                    <a:pt x="804" y="600"/>
                  </a:lnTo>
                  <a:lnTo>
                    <a:pt x="810" y="594"/>
                  </a:lnTo>
                  <a:lnTo>
                    <a:pt x="840" y="594"/>
                  </a:lnTo>
                  <a:lnTo>
                    <a:pt x="858" y="576"/>
                  </a:lnTo>
                  <a:lnTo>
                    <a:pt x="858" y="570"/>
                  </a:lnTo>
                  <a:lnTo>
                    <a:pt x="864" y="564"/>
                  </a:lnTo>
                  <a:lnTo>
                    <a:pt x="870" y="564"/>
                  </a:lnTo>
                  <a:lnTo>
                    <a:pt x="882" y="576"/>
                  </a:lnTo>
                  <a:lnTo>
                    <a:pt x="918" y="570"/>
                  </a:lnTo>
                  <a:lnTo>
                    <a:pt x="918" y="552"/>
                  </a:lnTo>
                  <a:lnTo>
                    <a:pt x="930" y="540"/>
                  </a:lnTo>
                  <a:lnTo>
                    <a:pt x="900" y="540"/>
                  </a:lnTo>
                  <a:lnTo>
                    <a:pt x="894" y="546"/>
                  </a:lnTo>
                  <a:lnTo>
                    <a:pt x="882" y="552"/>
                  </a:lnTo>
                  <a:lnTo>
                    <a:pt x="852" y="552"/>
                  </a:lnTo>
                  <a:lnTo>
                    <a:pt x="846" y="546"/>
                  </a:lnTo>
                  <a:lnTo>
                    <a:pt x="834" y="540"/>
                  </a:lnTo>
                  <a:lnTo>
                    <a:pt x="828" y="534"/>
                  </a:lnTo>
                  <a:lnTo>
                    <a:pt x="828" y="522"/>
                  </a:lnTo>
                  <a:lnTo>
                    <a:pt x="822" y="516"/>
                  </a:lnTo>
                  <a:lnTo>
                    <a:pt x="810" y="516"/>
                  </a:lnTo>
                  <a:lnTo>
                    <a:pt x="786" y="498"/>
                  </a:lnTo>
                  <a:lnTo>
                    <a:pt x="750" y="492"/>
                  </a:lnTo>
                  <a:lnTo>
                    <a:pt x="744" y="480"/>
                  </a:lnTo>
                  <a:lnTo>
                    <a:pt x="810" y="480"/>
                  </a:lnTo>
                  <a:lnTo>
                    <a:pt x="822" y="474"/>
                  </a:lnTo>
                  <a:lnTo>
                    <a:pt x="834" y="462"/>
                  </a:lnTo>
                  <a:lnTo>
                    <a:pt x="846" y="468"/>
                  </a:lnTo>
                  <a:lnTo>
                    <a:pt x="852" y="462"/>
                  </a:lnTo>
                  <a:lnTo>
                    <a:pt x="864" y="456"/>
                  </a:lnTo>
                  <a:lnTo>
                    <a:pt x="870" y="450"/>
                  </a:lnTo>
                  <a:lnTo>
                    <a:pt x="882" y="444"/>
                  </a:lnTo>
                  <a:lnTo>
                    <a:pt x="906" y="444"/>
                  </a:lnTo>
                  <a:lnTo>
                    <a:pt x="918" y="438"/>
                  </a:lnTo>
                  <a:lnTo>
                    <a:pt x="930" y="438"/>
                  </a:lnTo>
                  <a:lnTo>
                    <a:pt x="978" y="408"/>
                  </a:lnTo>
                  <a:lnTo>
                    <a:pt x="1014" y="408"/>
                  </a:lnTo>
                  <a:lnTo>
                    <a:pt x="1014" y="372"/>
                  </a:lnTo>
                  <a:lnTo>
                    <a:pt x="1032" y="372"/>
                  </a:lnTo>
                  <a:lnTo>
                    <a:pt x="1038" y="366"/>
                  </a:lnTo>
                  <a:lnTo>
                    <a:pt x="1038" y="360"/>
                  </a:lnTo>
                  <a:lnTo>
                    <a:pt x="1050" y="348"/>
                  </a:lnTo>
                  <a:lnTo>
                    <a:pt x="1080" y="348"/>
                  </a:lnTo>
                  <a:lnTo>
                    <a:pt x="1092" y="342"/>
                  </a:lnTo>
                  <a:lnTo>
                    <a:pt x="1104" y="342"/>
                  </a:lnTo>
                  <a:lnTo>
                    <a:pt x="1116" y="330"/>
                  </a:lnTo>
                  <a:lnTo>
                    <a:pt x="1116" y="324"/>
                  </a:lnTo>
                  <a:lnTo>
                    <a:pt x="1110" y="312"/>
                  </a:lnTo>
                  <a:lnTo>
                    <a:pt x="1110" y="300"/>
                  </a:lnTo>
                  <a:lnTo>
                    <a:pt x="1098" y="294"/>
                  </a:lnTo>
                  <a:lnTo>
                    <a:pt x="1086" y="282"/>
                  </a:lnTo>
                  <a:lnTo>
                    <a:pt x="1092" y="276"/>
                  </a:lnTo>
                  <a:lnTo>
                    <a:pt x="1110" y="276"/>
                  </a:lnTo>
                  <a:lnTo>
                    <a:pt x="1116" y="270"/>
                  </a:lnTo>
                  <a:lnTo>
                    <a:pt x="1110" y="264"/>
                  </a:lnTo>
                  <a:lnTo>
                    <a:pt x="1104" y="264"/>
                  </a:lnTo>
                  <a:lnTo>
                    <a:pt x="1098" y="258"/>
                  </a:lnTo>
                  <a:lnTo>
                    <a:pt x="1092" y="258"/>
                  </a:lnTo>
                  <a:lnTo>
                    <a:pt x="1110" y="246"/>
                  </a:lnTo>
                  <a:lnTo>
                    <a:pt x="1110" y="222"/>
                  </a:lnTo>
                  <a:lnTo>
                    <a:pt x="1104" y="216"/>
                  </a:lnTo>
                  <a:lnTo>
                    <a:pt x="1080" y="216"/>
                  </a:lnTo>
                  <a:lnTo>
                    <a:pt x="1062" y="204"/>
                  </a:lnTo>
                  <a:lnTo>
                    <a:pt x="1056" y="198"/>
                  </a:lnTo>
                  <a:lnTo>
                    <a:pt x="1056" y="192"/>
                  </a:lnTo>
                  <a:lnTo>
                    <a:pt x="1014" y="192"/>
                  </a:lnTo>
                  <a:lnTo>
                    <a:pt x="1002" y="186"/>
                  </a:lnTo>
                  <a:lnTo>
                    <a:pt x="996" y="180"/>
                  </a:lnTo>
                  <a:lnTo>
                    <a:pt x="978" y="180"/>
                  </a:lnTo>
                  <a:lnTo>
                    <a:pt x="966" y="186"/>
                  </a:lnTo>
                  <a:lnTo>
                    <a:pt x="942" y="162"/>
                  </a:lnTo>
                  <a:lnTo>
                    <a:pt x="936" y="150"/>
                  </a:lnTo>
                  <a:lnTo>
                    <a:pt x="924" y="150"/>
                  </a:lnTo>
                  <a:lnTo>
                    <a:pt x="918" y="156"/>
                  </a:lnTo>
                  <a:lnTo>
                    <a:pt x="918" y="162"/>
                  </a:lnTo>
                  <a:lnTo>
                    <a:pt x="912" y="156"/>
                  </a:lnTo>
                  <a:lnTo>
                    <a:pt x="864" y="156"/>
                  </a:lnTo>
                  <a:lnTo>
                    <a:pt x="858" y="150"/>
                  </a:lnTo>
                  <a:lnTo>
                    <a:pt x="846" y="150"/>
                  </a:lnTo>
                  <a:lnTo>
                    <a:pt x="840" y="144"/>
                  </a:lnTo>
                  <a:lnTo>
                    <a:pt x="816" y="150"/>
                  </a:lnTo>
                  <a:lnTo>
                    <a:pt x="810" y="150"/>
                  </a:lnTo>
                  <a:lnTo>
                    <a:pt x="798" y="102"/>
                  </a:lnTo>
                  <a:lnTo>
                    <a:pt x="756" y="84"/>
                  </a:lnTo>
                  <a:lnTo>
                    <a:pt x="720" y="84"/>
                  </a:lnTo>
                  <a:lnTo>
                    <a:pt x="720" y="66"/>
                  </a:lnTo>
                  <a:lnTo>
                    <a:pt x="714" y="48"/>
                  </a:lnTo>
                  <a:lnTo>
                    <a:pt x="720" y="48"/>
                  </a:lnTo>
                  <a:lnTo>
                    <a:pt x="726" y="42"/>
                  </a:lnTo>
                  <a:lnTo>
                    <a:pt x="726" y="30"/>
                  </a:lnTo>
                  <a:lnTo>
                    <a:pt x="720" y="30"/>
                  </a:lnTo>
                  <a:lnTo>
                    <a:pt x="708" y="24"/>
                  </a:lnTo>
                  <a:lnTo>
                    <a:pt x="702" y="18"/>
                  </a:lnTo>
                  <a:lnTo>
                    <a:pt x="696" y="18"/>
                  </a:lnTo>
                  <a:lnTo>
                    <a:pt x="690" y="0"/>
                  </a:lnTo>
                  <a:lnTo>
                    <a:pt x="642" y="0"/>
                  </a:lnTo>
                  <a:lnTo>
                    <a:pt x="630" y="6"/>
                  </a:lnTo>
                  <a:lnTo>
                    <a:pt x="600" y="6"/>
                  </a:lnTo>
                  <a:lnTo>
                    <a:pt x="600" y="18"/>
                  </a:lnTo>
                  <a:lnTo>
                    <a:pt x="594" y="24"/>
                  </a:lnTo>
                  <a:lnTo>
                    <a:pt x="558" y="24"/>
                  </a:lnTo>
                  <a:lnTo>
                    <a:pt x="546" y="18"/>
                  </a:lnTo>
                  <a:lnTo>
                    <a:pt x="516" y="18"/>
                  </a:lnTo>
                  <a:lnTo>
                    <a:pt x="510" y="30"/>
                  </a:lnTo>
                  <a:lnTo>
                    <a:pt x="498" y="36"/>
                  </a:lnTo>
                  <a:lnTo>
                    <a:pt x="492" y="42"/>
                  </a:lnTo>
                  <a:lnTo>
                    <a:pt x="486" y="54"/>
                  </a:lnTo>
                  <a:lnTo>
                    <a:pt x="492" y="60"/>
                  </a:lnTo>
                  <a:lnTo>
                    <a:pt x="492" y="72"/>
                  </a:lnTo>
                  <a:lnTo>
                    <a:pt x="486" y="78"/>
                  </a:lnTo>
                  <a:lnTo>
                    <a:pt x="468" y="78"/>
                  </a:lnTo>
                  <a:lnTo>
                    <a:pt x="462" y="72"/>
                  </a:lnTo>
                  <a:lnTo>
                    <a:pt x="438" y="72"/>
                  </a:lnTo>
                  <a:lnTo>
                    <a:pt x="426" y="78"/>
                  </a:lnTo>
                  <a:lnTo>
                    <a:pt x="420" y="78"/>
                  </a:lnTo>
                  <a:lnTo>
                    <a:pt x="420" y="66"/>
                  </a:lnTo>
                  <a:lnTo>
                    <a:pt x="414" y="60"/>
                  </a:lnTo>
                  <a:lnTo>
                    <a:pt x="396" y="60"/>
                  </a:lnTo>
                  <a:lnTo>
                    <a:pt x="390" y="66"/>
                  </a:lnTo>
                  <a:lnTo>
                    <a:pt x="390" y="72"/>
                  </a:lnTo>
                  <a:lnTo>
                    <a:pt x="378" y="60"/>
                  </a:lnTo>
                  <a:lnTo>
                    <a:pt x="366" y="66"/>
                  </a:lnTo>
                  <a:lnTo>
                    <a:pt x="360" y="60"/>
                  </a:lnTo>
                  <a:lnTo>
                    <a:pt x="342" y="66"/>
                  </a:lnTo>
                  <a:lnTo>
                    <a:pt x="336" y="54"/>
                  </a:lnTo>
                  <a:lnTo>
                    <a:pt x="324" y="66"/>
                  </a:lnTo>
                  <a:lnTo>
                    <a:pt x="306" y="54"/>
                  </a:lnTo>
                  <a:lnTo>
                    <a:pt x="300" y="60"/>
                  </a:lnTo>
                  <a:lnTo>
                    <a:pt x="282" y="48"/>
                  </a:lnTo>
                  <a:lnTo>
                    <a:pt x="258" y="42"/>
                  </a:lnTo>
                  <a:lnTo>
                    <a:pt x="222" y="42"/>
                  </a:lnTo>
                  <a:lnTo>
                    <a:pt x="216" y="36"/>
                  </a:lnTo>
                  <a:lnTo>
                    <a:pt x="216" y="30"/>
                  </a:lnTo>
                  <a:lnTo>
                    <a:pt x="168" y="30"/>
                  </a:lnTo>
                  <a:lnTo>
                    <a:pt x="162" y="36"/>
                  </a:lnTo>
                  <a:lnTo>
                    <a:pt x="150" y="42"/>
                  </a:lnTo>
                  <a:lnTo>
                    <a:pt x="114" y="42"/>
                  </a:lnTo>
                  <a:lnTo>
                    <a:pt x="114" y="48"/>
                  </a:lnTo>
                  <a:lnTo>
                    <a:pt x="96" y="66"/>
                  </a:lnTo>
                  <a:lnTo>
                    <a:pt x="78" y="66"/>
                  </a:lnTo>
                  <a:lnTo>
                    <a:pt x="66" y="60"/>
                  </a:lnTo>
                  <a:lnTo>
                    <a:pt x="72" y="78"/>
                  </a:lnTo>
                  <a:lnTo>
                    <a:pt x="90" y="96"/>
                  </a:lnTo>
                  <a:lnTo>
                    <a:pt x="90" y="102"/>
                  </a:lnTo>
                  <a:lnTo>
                    <a:pt x="102" y="108"/>
                  </a:lnTo>
                  <a:lnTo>
                    <a:pt x="108" y="114"/>
                  </a:lnTo>
                  <a:lnTo>
                    <a:pt x="102" y="126"/>
                  </a:lnTo>
                  <a:lnTo>
                    <a:pt x="108" y="132"/>
                  </a:lnTo>
                  <a:lnTo>
                    <a:pt x="108" y="138"/>
                  </a:lnTo>
                  <a:lnTo>
                    <a:pt x="114" y="144"/>
                  </a:lnTo>
                  <a:lnTo>
                    <a:pt x="108" y="150"/>
                  </a:lnTo>
                  <a:lnTo>
                    <a:pt x="102" y="150"/>
                  </a:lnTo>
                  <a:lnTo>
                    <a:pt x="96" y="156"/>
                  </a:lnTo>
                  <a:lnTo>
                    <a:pt x="84" y="156"/>
                  </a:lnTo>
                  <a:lnTo>
                    <a:pt x="30" y="204"/>
                  </a:lnTo>
                  <a:lnTo>
                    <a:pt x="30" y="246"/>
                  </a:lnTo>
                  <a:lnTo>
                    <a:pt x="42" y="258"/>
                  </a:lnTo>
                  <a:lnTo>
                    <a:pt x="18" y="258"/>
                  </a:lnTo>
                  <a:lnTo>
                    <a:pt x="18" y="270"/>
                  </a:lnTo>
                  <a:lnTo>
                    <a:pt x="12" y="276"/>
                  </a:lnTo>
                  <a:lnTo>
                    <a:pt x="12" y="282"/>
                  </a:lnTo>
                  <a:lnTo>
                    <a:pt x="6" y="288"/>
                  </a:lnTo>
                  <a:lnTo>
                    <a:pt x="0" y="288"/>
                  </a:lnTo>
                  <a:lnTo>
                    <a:pt x="0" y="306"/>
                  </a:lnTo>
                  <a:lnTo>
                    <a:pt x="6" y="306"/>
                  </a:lnTo>
                  <a:lnTo>
                    <a:pt x="24" y="324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79" name="Tunisia" descr="© INSCALE GmbH, 05.05.2010&#10;http://www.presentationload.com/">
              <a:extLst>
                <a:ext uri="{FF2B5EF4-FFF2-40B4-BE49-F238E27FC236}">
                  <a16:creationId xmlns:a16="http://schemas.microsoft.com/office/drawing/2014/main" id="{C9CF1B32-0236-4D7A-939D-EA4E5AF7DA90}"/>
                </a:ext>
              </a:extLst>
            </p:cNvPr>
            <p:cNvSpPr>
              <a:spLocks/>
            </p:cNvSpPr>
            <p:nvPr/>
          </p:nvSpPr>
          <p:spPr bwMode="gray">
            <a:xfrm>
              <a:off x="3912927" y="2014248"/>
              <a:ext cx="90469" cy="187526"/>
            </a:xfrm>
            <a:custGeom>
              <a:avLst/>
              <a:gdLst>
                <a:gd name="T0" fmla="*/ 2147483647 w 276"/>
                <a:gd name="T1" fmla="*/ 2147483647 h 570"/>
                <a:gd name="T2" fmla="*/ 2147483647 w 276"/>
                <a:gd name="T3" fmla="*/ 2147483647 h 570"/>
                <a:gd name="T4" fmla="*/ 2147483647 w 276"/>
                <a:gd name="T5" fmla="*/ 2147483647 h 570"/>
                <a:gd name="T6" fmla="*/ 2147483647 w 276"/>
                <a:gd name="T7" fmla="*/ 2147483647 h 570"/>
                <a:gd name="T8" fmla="*/ 2147483647 w 276"/>
                <a:gd name="T9" fmla="*/ 2147483647 h 570"/>
                <a:gd name="T10" fmla="*/ 2147483647 w 276"/>
                <a:gd name="T11" fmla="*/ 2147483647 h 570"/>
                <a:gd name="T12" fmla="*/ 0 w 276"/>
                <a:gd name="T13" fmla="*/ 2147483647 h 570"/>
                <a:gd name="T14" fmla="*/ 2147483647 w 276"/>
                <a:gd name="T15" fmla="*/ 2147483647 h 570"/>
                <a:gd name="T16" fmla="*/ 2147483647 w 276"/>
                <a:gd name="T17" fmla="*/ 2147483647 h 570"/>
                <a:gd name="T18" fmla="*/ 2147483647 w 276"/>
                <a:gd name="T19" fmla="*/ 2147483647 h 570"/>
                <a:gd name="T20" fmla="*/ 2147483647 w 276"/>
                <a:gd name="T21" fmla="*/ 2147483647 h 570"/>
                <a:gd name="T22" fmla="*/ 2147483647 w 276"/>
                <a:gd name="T23" fmla="*/ 2147483647 h 570"/>
                <a:gd name="T24" fmla="*/ 2147483647 w 276"/>
                <a:gd name="T25" fmla="*/ 2147483647 h 570"/>
                <a:gd name="T26" fmla="*/ 2147483647 w 276"/>
                <a:gd name="T27" fmla="*/ 2147483647 h 570"/>
                <a:gd name="T28" fmla="*/ 2147483647 w 276"/>
                <a:gd name="T29" fmla="*/ 2147483647 h 570"/>
                <a:gd name="T30" fmla="*/ 2147483647 w 276"/>
                <a:gd name="T31" fmla="*/ 2147483647 h 570"/>
                <a:gd name="T32" fmla="*/ 2147483647 w 276"/>
                <a:gd name="T33" fmla="*/ 2147483647 h 570"/>
                <a:gd name="T34" fmla="*/ 2147483647 w 276"/>
                <a:gd name="T35" fmla="*/ 2147483647 h 570"/>
                <a:gd name="T36" fmla="*/ 2147483647 w 276"/>
                <a:gd name="T37" fmla="*/ 2147483647 h 570"/>
                <a:gd name="T38" fmla="*/ 2147483647 w 276"/>
                <a:gd name="T39" fmla="*/ 2147483647 h 570"/>
                <a:gd name="T40" fmla="*/ 2147483647 w 276"/>
                <a:gd name="T41" fmla="*/ 2147483647 h 570"/>
                <a:gd name="T42" fmla="*/ 2147483647 w 276"/>
                <a:gd name="T43" fmla="*/ 2147483647 h 570"/>
                <a:gd name="T44" fmla="*/ 2147483647 w 276"/>
                <a:gd name="T45" fmla="*/ 2147483647 h 570"/>
                <a:gd name="T46" fmla="*/ 2147483647 w 276"/>
                <a:gd name="T47" fmla="*/ 2147483647 h 570"/>
                <a:gd name="T48" fmla="*/ 2147483647 w 276"/>
                <a:gd name="T49" fmla="*/ 2147483647 h 570"/>
                <a:gd name="T50" fmla="*/ 2147483647 w 276"/>
                <a:gd name="T51" fmla="*/ 2147483647 h 570"/>
                <a:gd name="T52" fmla="*/ 2147483647 w 276"/>
                <a:gd name="T53" fmla="*/ 2147483647 h 570"/>
                <a:gd name="T54" fmla="*/ 2147483647 w 276"/>
                <a:gd name="T55" fmla="*/ 2147483647 h 570"/>
                <a:gd name="T56" fmla="*/ 2147483647 w 276"/>
                <a:gd name="T57" fmla="*/ 2147483647 h 570"/>
                <a:gd name="T58" fmla="*/ 2147483647 w 276"/>
                <a:gd name="T59" fmla="*/ 2147483647 h 570"/>
                <a:gd name="T60" fmla="*/ 2147483647 w 276"/>
                <a:gd name="T61" fmla="*/ 2147483647 h 570"/>
                <a:gd name="T62" fmla="*/ 2147483647 w 276"/>
                <a:gd name="T63" fmla="*/ 2147483647 h 570"/>
                <a:gd name="T64" fmla="*/ 2147483647 w 276"/>
                <a:gd name="T65" fmla="*/ 2147483647 h 570"/>
                <a:gd name="T66" fmla="*/ 2147483647 w 276"/>
                <a:gd name="T67" fmla="*/ 2147483647 h 570"/>
                <a:gd name="T68" fmla="*/ 2147483647 w 276"/>
                <a:gd name="T69" fmla="*/ 2147483647 h 570"/>
                <a:gd name="T70" fmla="*/ 2147483647 w 276"/>
                <a:gd name="T71" fmla="*/ 2147483647 h 570"/>
                <a:gd name="T72" fmla="*/ 2147483647 w 276"/>
                <a:gd name="T73" fmla="*/ 2147483647 h 570"/>
                <a:gd name="T74" fmla="*/ 2147483647 w 276"/>
                <a:gd name="T75" fmla="*/ 2147483647 h 570"/>
                <a:gd name="T76" fmla="*/ 2147483647 w 276"/>
                <a:gd name="T77" fmla="*/ 2147483647 h 570"/>
                <a:gd name="T78" fmla="*/ 2147483647 w 276"/>
                <a:gd name="T79" fmla="*/ 2147483647 h 570"/>
                <a:gd name="T80" fmla="*/ 2147483647 w 276"/>
                <a:gd name="T81" fmla="*/ 2147483647 h 570"/>
                <a:gd name="T82" fmla="*/ 2147483647 w 276"/>
                <a:gd name="T83" fmla="*/ 2147483647 h 570"/>
                <a:gd name="T84" fmla="*/ 2147483647 w 276"/>
                <a:gd name="T85" fmla="*/ 2147483647 h 570"/>
                <a:gd name="T86" fmla="*/ 2147483647 w 276"/>
                <a:gd name="T87" fmla="*/ 2147483647 h 570"/>
                <a:gd name="T88" fmla="*/ 2147483647 w 276"/>
                <a:gd name="T89" fmla="*/ 0 h 570"/>
                <a:gd name="T90" fmla="*/ 2147483647 w 276"/>
                <a:gd name="T91" fmla="*/ 2147483647 h 570"/>
                <a:gd name="T92" fmla="*/ 2147483647 w 276"/>
                <a:gd name="T93" fmla="*/ 2147483647 h 570"/>
                <a:gd name="T94" fmla="*/ 2147483647 w 276"/>
                <a:gd name="T95" fmla="*/ 2147483647 h 57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76"/>
                <a:gd name="T145" fmla="*/ 0 h 570"/>
                <a:gd name="T146" fmla="*/ 276 w 276"/>
                <a:gd name="T147" fmla="*/ 570 h 57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76" h="570">
                  <a:moveTo>
                    <a:pt x="42" y="60"/>
                  </a:moveTo>
                  <a:lnTo>
                    <a:pt x="60" y="66"/>
                  </a:lnTo>
                  <a:lnTo>
                    <a:pt x="60" y="78"/>
                  </a:lnTo>
                  <a:lnTo>
                    <a:pt x="54" y="90"/>
                  </a:lnTo>
                  <a:lnTo>
                    <a:pt x="54" y="126"/>
                  </a:lnTo>
                  <a:lnTo>
                    <a:pt x="60" y="138"/>
                  </a:lnTo>
                  <a:lnTo>
                    <a:pt x="60" y="180"/>
                  </a:lnTo>
                  <a:lnTo>
                    <a:pt x="54" y="192"/>
                  </a:lnTo>
                  <a:lnTo>
                    <a:pt x="54" y="204"/>
                  </a:lnTo>
                  <a:lnTo>
                    <a:pt x="48" y="210"/>
                  </a:lnTo>
                  <a:lnTo>
                    <a:pt x="48" y="216"/>
                  </a:lnTo>
                  <a:lnTo>
                    <a:pt x="24" y="234"/>
                  </a:lnTo>
                  <a:lnTo>
                    <a:pt x="0" y="258"/>
                  </a:lnTo>
                  <a:lnTo>
                    <a:pt x="0" y="300"/>
                  </a:lnTo>
                  <a:lnTo>
                    <a:pt x="12" y="300"/>
                  </a:lnTo>
                  <a:lnTo>
                    <a:pt x="12" y="330"/>
                  </a:lnTo>
                  <a:lnTo>
                    <a:pt x="24" y="330"/>
                  </a:lnTo>
                  <a:lnTo>
                    <a:pt x="42" y="336"/>
                  </a:lnTo>
                  <a:lnTo>
                    <a:pt x="54" y="348"/>
                  </a:lnTo>
                  <a:lnTo>
                    <a:pt x="54" y="390"/>
                  </a:lnTo>
                  <a:lnTo>
                    <a:pt x="60" y="390"/>
                  </a:lnTo>
                  <a:lnTo>
                    <a:pt x="66" y="396"/>
                  </a:lnTo>
                  <a:lnTo>
                    <a:pt x="90" y="408"/>
                  </a:lnTo>
                  <a:lnTo>
                    <a:pt x="96" y="420"/>
                  </a:lnTo>
                  <a:lnTo>
                    <a:pt x="102" y="426"/>
                  </a:lnTo>
                  <a:lnTo>
                    <a:pt x="108" y="450"/>
                  </a:lnTo>
                  <a:lnTo>
                    <a:pt x="114" y="492"/>
                  </a:lnTo>
                  <a:lnTo>
                    <a:pt x="126" y="540"/>
                  </a:lnTo>
                  <a:lnTo>
                    <a:pt x="138" y="570"/>
                  </a:lnTo>
                  <a:lnTo>
                    <a:pt x="144" y="564"/>
                  </a:lnTo>
                  <a:lnTo>
                    <a:pt x="156" y="564"/>
                  </a:lnTo>
                  <a:lnTo>
                    <a:pt x="186" y="534"/>
                  </a:lnTo>
                  <a:lnTo>
                    <a:pt x="186" y="510"/>
                  </a:lnTo>
                  <a:lnTo>
                    <a:pt x="174" y="486"/>
                  </a:lnTo>
                  <a:lnTo>
                    <a:pt x="174" y="468"/>
                  </a:lnTo>
                  <a:lnTo>
                    <a:pt x="192" y="450"/>
                  </a:lnTo>
                  <a:lnTo>
                    <a:pt x="198" y="450"/>
                  </a:lnTo>
                  <a:lnTo>
                    <a:pt x="204" y="438"/>
                  </a:lnTo>
                  <a:lnTo>
                    <a:pt x="210" y="432"/>
                  </a:lnTo>
                  <a:lnTo>
                    <a:pt x="216" y="420"/>
                  </a:lnTo>
                  <a:lnTo>
                    <a:pt x="222" y="414"/>
                  </a:lnTo>
                  <a:lnTo>
                    <a:pt x="234" y="408"/>
                  </a:lnTo>
                  <a:lnTo>
                    <a:pt x="246" y="408"/>
                  </a:lnTo>
                  <a:lnTo>
                    <a:pt x="270" y="396"/>
                  </a:lnTo>
                  <a:lnTo>
                    <a:pt x="276" y="390"/>
                  </a:lnTo>
                  <a:lnTo>
                    <a:pt x="276" y="384"/>
                  </a:lnTo>
                  <a:lnTo>
                    <a:pt x="264" y="372"/>
                  </a:lnTo>
                  <a:lnTo>
                    <a:pt x="258" y="372"/>
                  </a:lnTo>
                  <a:lnTo>
                    <a:pt x="264" y="330"/>
                  </a:lnTo>
                  <a:lnTo>
                    <a:pt x="252" y="330"/>
                  </a:lnTo>
                  <a:lnTo>
                    <a:pt x="240" y="300"/>
                  </a:lnTo>
                  <a:lnTo>
                    <a:pt x="228" y="294"/>
                  </a:lnTo>
                  <a:lnTo>
                    <a:pt x="222" y="306"/>
                  </a:lnTo>
                  <a:lnTo>
                    <a:pt x="216" y="294"/>
                  </a:lnTo>
                  <a:lnTo>
                    <a:pt x="198" y="294"/>
                  </a:lnTo>
                  <a:lnTo>
                    <a:pt x="186" y="288"/>
                  </a:lnTo>
                  <a:lnTo>
                    <a:pt x="180" y="282"/>
                  </a:lnTo>
                  <a:lnTo>
                    <a:pt x="168" y="276"/>
                  </a:lnTo>
                  <a:lnTo>
                    <a:pt x="168" y="246"/>
                  </a:lnTo>
                  <a:lnTo>
                    <a:pt x="174" y="240"/>
                  </a:lnTo>
                  <a:lnTo>
                    <a:pt x="180" y="240"/>
                  </a:lnTo>
                  <a:lnTo>
                    <a:pt x="234" y="186"/>
                  </a:lnTo>
                  <a:lnTo>
                    <a:pt x="240" y="174"/>
                  </a:lnTo>
                  <a:lnTo>
                    <a:pt x="240" y="156"/>
                  </a:lnTo>
                  <a:lnTo>
                    <a:pt x="234" y="144"/>
                  </a:lnTo>
                  <a:lnTo>
                    <a:pt x="216" y="126"/>
                  </a:lnTo>
                  <a:lnTo>
                    <a:pt x="204" y="120"/>
                  </a:lnTo>
                  <a:lnTo>
                    <a:pt x="198" y="120"/>
                  </a:lnTo>
                  <a:lnTo>
                    <a:pt x="198" y="102"/>
                  </a:lnTo>
                  <a:lnTo>
                    <a:pt x="204" y="90"/>
                  </a:lnTo>
                  <a:lnTo>
                    <a:pt x="204" y="78"/>
                  </a:lnTo>
                  <a:lnTo>
                    <a:pt x="210" y="72"/>
                  </a:lnTo>
                  <a:lnTo>
                    <a:pt x="222" y="66"/>
                  </a:lnTo>
                  <a:lnTo>
                    <a:pt x="228" y="60"/>
                  </a:lnTo>
                  <a:lnTo>
                    <a:pt x="234" y="48"/>
                  </a:lnTo>
                  <a:lnTo>
                    <a:pt x="234" y="36"/>
                  </a:lnTo>
                  <a:lnTo>
                    <a:pt x="240" y="30"/>
                  </a:lnTo>
                  <a:lnTo>
                    <a:pt x="240" y="18"/>
                  </a:lnTo>
                  <a:lnTo>
                    <a:pt x="228" y="18"/>
                  </a:lnTo>
                  <a:lnTo>
                    <a:pt x="222" y="30"/>
                  </a:lnTo>
                  <a:lnTo>
                    <a:pt x="210" y="36"/>
                  </a:lnTo>
                  <a:lnTo>
                    <a:pt x="204" y="48"/>
                  </a:lnTo>
                  <a:lnTo>
                    <a:pt x="192" y="60"/>
                  </a:lnTo>
                  <a:lnTo>
                    <a:pt x="186" y="60"/>
                  </a:lnTo>
                  <a:lnTo>
                    <a:pt x="174" y="54"/>
                  </a:lnTo>
                  <a:lnTo>
                    <a:pt x="162" y="42"/>
                  </a:lnTo>
                  <a:lnTo>
                    <a:pt x="174" y="30"/>
                  </a:lnTo>
                  <a:lnTo>
                    <a:pt x="174" y="24"/>
                  </a:lnTo>
                  <a:lnTo>
                    <a:pt x="180" y="12"/>
                  </a:lnTo>
                  <a:lnTo>
                    <a:pt x="168" y="0"/>
                  </a:lnTo>
                  <a:lnTo>
                    <a:pt x="138" y="0"/>
                  </a:lnTo>
                  <a:lnTo>
                    <a:pt x="126" y="6"/>
                  </a:lnTo>
                  <a:lnTo>
                    <a:pt x="108" y="12"/>
                  </a:lnTo>
                  <a:lnTo>
                    <a:pt x="96" y="18"/>
                  </a:lnTo>
                  <a:lnTo>
                    <a:pt x="84" y="30"/>
                  </a:lnTo>
                  <a:lnTo>
                    <a:pt x="84" y="42"/>
                  </a:lnTo>
                  <a:lnTo>
                    <a:pt x="42" y="60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80" name="Thailand" descr="© INSCALE GmbH, 05.05.2010&#10;http://www.presentationload.com/">
              <a:extLst>
                <a:ext uri="{FF2B5EF4-FFF2-40B4-BE49-F238E27FC236}">
                  <a16:creationId xmlns:a16="http://schemas.microsoft.com/office/drawing/2014/main" id="{8EE04537-720C-4864-B071-62B57229735C}"/>
                </a:ext>
              </a:extLst>
            </p:cNvPr>
            <p:cNvSpPr>
              <a:spLocks/>
            </p:cNvSpPr>
            <p:nvPr/>
          </p:nvSpPr>
          <p:spPr bwMode="gray">
            <a:xfrm>
              <a:off x="5995010" y="2461225"/>
              <a:ext cx="204203" cy="390464"/>
            </a:xfrm>
            <a:custGeom>
              <a:avLst/>
              <a:gdLst>
                <a:gd name="T0" fmla="*/ 2147483647 w 618"/>
                <a:gd name="T1" fmla="*/ 2147483647 h 1188"/>
                <a:gd name="T2" fmla="*/ 2147483647 w 618"/>
                <a:gd name="T3" fmla="*/ 2147483647 h 1188"/>
                <a:gd name="T4" fmla="*/ 2147483647 w 618"/>
                <a:gd name="T5" fmla="*/ 2147483647 h 1188"/>
                <a:gd name="T6" fmla="*/ 2147483647 w 618"/>
                <a:gd name="T7" fmla="*/ 2147483647 h 1188"/>
                <a:gd name="T8" fmla="*/ 2147483647 w 618"/>
                <a:gd name="T9" fmla="*/ 2147483647 h 1188"/>
                <a:gd name="T10" fmla="*/ 2147483647 w 618"/>
                <a:gd name="T11" fmla="*/ 2147483647 h 1188"/>
                <a:gd name="T12" fmla="*/ 2147483647 w 618"/>
                <a:gd name="T13" fmla="*/ 2147483647 h 1188"/>
                <a:gd name="T14" fmla="*/ 2147483647 w 618"/>
                <a:gd name="T15" fmla="*/ 2147483647 h 1188"/>
                <a:gd name="T16" fmla="*/ 2147483647 w 618"/>
                <a:gd name="T17" fmla="*/ 2147483647 h 1188"/>
                <a:gd name="T18" fmla="*/ 2147483647 w 618"/>
                <a:gd name="T19" fmla="*/ 2147483647 h 1188"/>
                <a:gd name="T20" fmla="*/ 2147483647 w 618"/>
                <a:gd name="T21" fmla="*/ 2147483647 h 1188"/>
                <a:gd name="T22" fmla="*/ 2147483647 w 618"/>
                <a:gd name="T23" fmla="*/ 2147483647 h 1188"/>
                <a:gd name="T24" fmla="*/ 2147483647 w 618"/>
                <a:gd name="T25" fmla="*/ 0 h 1188"/>
                <a:gd name="T26" fmla="*/ 2147483647 w 618"/>
                <a:gd name="T27" fmla="*/ 2147483647 h 1188"/>
                <a:gd name="T28" fmla="*/ 2147483647 w 618"/>
                <a:gd name="T29" fmla="*/ 2147483647 h 1188"/>
                <a:gd name="T30" fmla="*/ 2147483647 w 618"/>
                <a:gd name="T31" fmla="*/ 2147483647 h 1188"/>
                <a:gd name="T32" fmla="*/ 0 w 618"/>
                <a:gd name="T33" fmla="*/ 2147483647 h 1188"/>
                <a:gd name="T34" fmla="*/ 2147483647 w 618"/>
                <a:gd name="T35" fmla="*/ 2147483647 h 1188"/>
                <a:gd name="T36" fmla="*/ 2147483647 w 618"/>
                <a:gd name="T37" fmla="*/ 2147483647 h 1188"/>
                <a:gd name="T38" fmla="*/ 2147483647 w 618"/>
                <a:gd name="T39" fmla="*/ 2147483647 h 1188"/>
                <a:gd name="T40" fmla="*/ 2147483647 w 618"/>
                <a:gd name="T41" fmla="*/ 2147483647 h 1188"/>
                <a:gd name="T42" fmla="*/ 2147483647 w 618"/>
                <a:gd name="T43" fmla="*/ 2147483647 h 1188"/>
                <a:gd name="T44" fmla="*/ 2147483647 w 618"/>
                <a:gd name="T45" fmla="*/ 2147483647 h 1188"/>
                <a:gd name="T46" fmla="*/ 2147483647 w 618"/>
                <a:gd name="T47" fmla="*/ 2147483647 h 1188"/>
                <a:gd name="T48" fmla="*/ 2147483647 w 618"/>
                <a:gd name="T49" fmla="*/ 2147483647 h 1188"/>
                <a:gd name="T50" fmla="*/ 2147483647 w 618"/>
                <a:gd name="T51" fmla="*/ 2147483647 h 1188"/>
                <a:gd name="T52" fmla="*/ 2147483647 w 618"/>
                <a:gd name="T53" fmla="*/ 2147483647 h 1188"/>
                <a:gd name="T54" fmla="*/ 2147483647 w 618"/>
                <a:gd name="T55" fmla="*/ 2147483647 h 1188"/>
                <a:gd name="T56" fmla="*/ 2147483647 w 618"/>
                <a:gd name="T57" fmla="*/ 2147483647 h 1188"/>
                <a:gd name="T58" fmla="*/ 2147483647 w 618"/>
                <a:gd name="T59" fmla="*/ 2147483647 h 1188"/>
                <a:gd name="T60" fmla="*/ 2147483647 w 618"/>
                <a:gd name="T61" fmla="*/ 2147483647 h 1188"/>
                <a:gd name="T62" fmla="*/ 2147483647 w 618"/>
                <a:gd name="T63" fmla="*/ 2147483647 h 1188"/>
                <a:gd name="T64" fmla="*/ 2147483647 w 618"/>
                <a:gd name="T65" fmla="*/ 2147483647 h 1188"/>
                <a:gd name="T66" fmla="*/ 2147483647 w 618"/>
                <a:gd name="T67" fmla="*/ 2147483647 h 1188"/>
                <a:gd name="T68" fmla="*/ 2147483647 w 618"/>
                <a:gd name="T69" fmla="*/ 2147483647 h 1188"/>
                <a:gd name="T70" fmla="*/ 2147483647 w 618"/>
                <a:gd name="T71" fmla="*/ 2147483647 h 1188"/>
                <a:gd name="T72" fmla="*/ 2147483647 w 618"/>
                <a:gd name="T73" fmla="*/ 2147483647 h 1188"/>
                <a:gd name="T74" fmla="*/ 2147483647 w 618"/>
                <a:gd name="T75" fmla="*/ 2147483647 h 1188"/>
                <a:gd name="T76" fmla="*/ 2147483647 w 618"/>
                <a:gd name="T77" fmla="*/ 2147483647 h 1188"/>
                <a:gd name="T78" fmla="*/ 2147483647 w 618"/>
                <a:gd name="T79" fmla="*/ 2147483647 h 1188"/>
                <a:gd name="T80" fmla="*/ 2147483647 w 618"/>
                <a:gd name="T81" fmla="*/ 2147483647 h 1188"/>
                <a:gd name="T82" fmla="*/ 2147483647 w 618"/>
                <a:gd name="T83" fmla="*/ 2147483647 h 1188"/>
                <a:gd name="T84" fmla="*/ 2147483647 w 618"/>
                <a:gd name="T85" fmla="*/ 2147483647 h 1188"/>
                <a:gd name="T86" fmla="*/ 2147483647 w 618"/>
                <a:gd name="T87" fmla="*/ 2147483647 h 1188"/>
                <a:gd name="T88" fmla="*/ 2147483647 w 618"/>
                <a:gd name="T89" fmla="*/ 2147483647 h 1188"/>
                <a:gd name="T90" fmla="*/ 2147483647 w 618"/>
                <a:gd name="T91" fmla="*/ 2147483647 h 1188"/>
                <a:gd name="T92" fmla="*/ 2147483647 w 618"/>
                <a:gd name="T93" fmla="*/ 2147483647 h 1188"/>
                <a:gd name="T94" fmla="*/ 2147483647 w 618"/>
                <a:gd name="T95" fmla="*/ 2147483647 h 1188"/>
                <a:gd name="T96" fmla="*/ 2147483647 w 618"/>
                <a:gd name="T97" fmla="*/ 2147483647 h 1188"/>
                <a:gd name="T98" fmla="*/ 2147483647 w 618"/>
                <a:gd name="T99" fmla="*/ 2147483647 h 1188"/>
                <a:gd name="T100" fmla="*/ 2147483647 w 618"/>
                <a:gd name="T101" fmla="*/ 2147483647 h 1188"/>
                <a:gd name="T102" fmla="*/ 2147483647 w 618"/>
                <a:gd name="T103" fmla="*/ 2147483647 h 1188"/>
                <a:gd name="T104" fmla="*/ 2147483647 w 618"/>
                <a:gd name="T105" fmla="*/ 2147483647 h 1188"/>
                <a:gd name="T106" fmla="*/ 2147483647 w 618"/>
                <a:gd name="T107" fmla="*/ 2147483647 h 1188"/>
                <a:gd name="T108" fmla="*/ 2147483647 w 618"/>
                <a:gd name="T109" fmla="*/ 2147483647 h 1188"/>
                <a:gd name="T110" fmla="*/ 2147483647 w 618"/>
                <a:gd name="T111" fmla="*/ 2147483647 h 1188"/>
                <a:gd name="T112" fmla="*/ 2147483647 w 618"/>
                <a:gd name="T113" fmla="*/ 2147483647 h 1188"/>
                <a:gd name="T114" fmla="*/ 2147483647 w 618"/>
                <a:gd name="T115" fmla="*/ 2147483647 h 1188"/>
                <a:gd name="T116" fmla="*/ 2147483647 w 618"/>
                <a:gd name="T117" fmla="*/ 2147483647 h 118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18"/>
                <a:gd name="T178" fmla="*/ 0 h 1188"/>
                <a:gd name="T179" fmla="*/ 618 w 618"/>
                <a:gd name="T180" fmla="*/ 1188 h 118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18" h="1188">
                  <a:moveTo>
                    <a:pt x="588" y="426"/>
                  </a:moveTo>
                  <a:lnTo>
                    <a:pt x="588" y="420"/>
                  </a:lnTo>
                  <a:lnTo>
                    <a:pt x="594" y="414"/>
                  </a:lnTo>
                  <a:lnTo>
                    <a:pt x="606" y="390"/>
                  </a:lnTo>
                  <a:lnTo>
                    <a:pt x="594" y="378"/>
                  </a:lnTo>
                  <a:lnTo>
                    <a:pt x="594" y="372"/>
                  </a:lnTo>
                  <a:lnTo>
                    <a:pt x="588" y="378"/>
                  </a:lnTo>
                  <a:lnTo>
                    <a:pt x="588" y="366"/>
                  </a:lnTo>
                  <a:lnTo>
                    <a:pt x="582" y="360"/>
                  </a:lnTo>
                  <a:lnTo>
                    <a:pt x="582" y="354"/>
                  </a:lnTo>
                  <a:lnTo>
                    <a:pt x="546" y="318"/>
                  </a:lnTo>
                  <a:lnTo>
                    <a:pt x="534" y="294"/>
                  </a:lnTo>
                  <a:lnTo>
                    <a:pt x="534" y="282"/>
                  </a:lnTo>
                  <a:lnTo>
                    <a:pt x="528" y="240"/>
                  </a:lnTo>
                  <a:lnTo>
                    <a:pt x="510" y="222"/>
                  </a:lnTo>
                  <a:lnTo>
                    <a:pt x="498" y="216"/>
                  </a:lnTo>
                  <a:lnTo>
                    <a:pt x="480" y="204"/>
                  </a:lnTo>
                  <a:lnTo>
                    <a:pt x="468" y="192"/>
                  </a:lnTo>
                  <a:lnTo>
                    <a:pt x="468" y="180"/>
                  </a:lnTo>
                  <a:lnTo>
                    <a:pt x="462" y="174"/>
                  </a:lnTo>
                  <a:lnTo>
                    <a:pt x="438" y="174"/>
                  </a:lnTo>
                  <a:lnTo>
                    <a:pt x="426" y="168"/>
                  </a:lnTo>
                  <a:lnTo>
                    <a:pt x="420" y="162"/>
                  </a:lnTo>
                  <a:lnTo>
                    <a:pt x="402" y="162"/>
                  </a:lnTo>
                  <a:lnTo>
                    <a:pt x="396" y="168"/>
                  </a:lnTo>
                  <a:lnTo>
                    <a:pt x="396" y="180"/>
                  </a:lnTo>
                  <a:lnTo>
                    <a:pt x="378" y="198"/>
                  </a:lnTo>
                  <a:lnTo>
                    <a:pt x="360" y="198"/>
                  </a:lnTo>
                  <a:lnTo>
                    <a:pt x="336" y="186"/>
                  </a:lnTo>
                  <a:lnTo>
                    <a:pt x="330" y="180"/>
                  </a:lnTo>
                  <a:lnTo>
                    <a:pt x="318" y="180"/>
                  </a:lnTo>
                  <a:lnTo>
                    <a:pt x="312" y="186"/>
                  </a:lnTo>
                  <a:lnTo>
                    <a:pt x="306" y="198"/>
                  </a:lnTo>
                  <a:lnTo>
                    <a:pt x="294" y="210"/>
                  </a:lnTo>
                  <a:lnTo>
                    <a:pt x="294" y="216"/>
                  </a:lnTo>
                  <a:lnTo>
                    <a:pt x="288" y="222"/>
                  </a:lnTo>
                  <a:lnTo>
                    <a:pt x="264" y="234"/>
                  </a:lnTo>
                  <a:lnTo>
                    <a:pt x="246" y="234"/>
                  </a:lnTo>
                  <a:lnTo>
                    <a:pt x="246" y="222"/>
                  </a:lnTo>
                  <a:lnTo>
                    <a:pt x="270" y="174"/>
                  </a:lnTo>
                  <a:lnTo>
                    <a:pt x="270" y="162"/>
                  </a:lnTo>
                  <a:lnTo>
                    <a:pt x="264" y="156"/>
                  </a:lnTo>
                  <a:lnTo>
                    <a:pt x="252" y="156"/>
                  </a:lnTo>
                  <a:lnTo>
                    <a:pt x="264" y="144"/>
                  </a:lnTo>
                  <a:lnTo>
                    <a:pt x="270" y="132"/>
                  </a:lnTo>
                  <a:lnTo>
                    <a:pt x="270" y="120"/>
                  </a:lnTo>
                  <a:lnTo>
                    <a:pt x="264" y="108"/>
                  </a:lnTo>
                  <a:lnTo>
                    <a:pt x="258" y="102"/>
                  </a:lnTo>
                  <a:lnTo>
                    <a:pt x="264" y="96"/>
                  </a:lnTo>
                  <a:lnTo>
                    <a:pt x="264" y="66"/>
                  </a:lnTo>
                  <a:lnTo>
                    <a:pt x="252" y="60"/>
                  </a:lnTo>
                  <a:lnTo>
                    <a:pt x="246" y="60"/>
                  </a:lnTo>
                  <a:lnTo>
                    <a:pt x="240" y="66"/>
                  </a:lnTo>
                  <a:lnTo>
                    <a:pt x="228" y="66"/>
                  </a:lnTo>
                  <a:lnTo>
                    <a:pt x="228" y="78"/>
                  </a:lnTo>
                  <a:lnTo>
                    <a:pt x="210" y="78"/>
                  </a:lnTo>
                  <a:lnTo>
                    <a:pt x="204" y="72"/>
                  </a:lnTo>
                  <a:lnTo>
                    <a:pt x="198" y="60"/>
                  </a:lnTo>
                  <a:lnTo>
                    <a:pt x="198" y="36"/>
                  </a:lnTo>
                  <a:lnTo>
                    <a:pt x="204" y="30"/>
                  </a:lnTo>
                  <a:lnTo>
                    <a:pt x="204" y="18"/>
                  </a:lnTo>
                  <a:lnTo>
                    <a:pt x="198" y="12"/>
                  </a:lnTo>
                  <a:lnTo>
                    <a:pt x="186" y="12"/>
                  </a:lnTo>
                  <a:lnTo>
                    <a:pt x="174" y="6"/>
                  </a:lnTo>
                  <a:lnTo>
                    <a:pt x="168" y="0"/>
                  </a:lnTo>
                  <a:lnTo>
                    <a:pt x="138" y="0"/>
                  </a:lnTo>
                  <a:lnTo>
                    <a:pt x="132" y="6"/>
                  </a:lnTo>
                  <a:lnTo>
                    <a:pt x="126" y="6"/>
                  </a:lnTo>
                  <a:lnTo>
                    <a:pt x="120" y="30"/>
                  </a:lnTo>
                  <a:lnTo>
                    <a:pt x="96" y="30"/>
                  </a:lnTo>
                  <a:lnTo>
                    <a:pt x="96" y="36"/>
                  </a:lnTo>
                  <a:lnTo>
                    <a:pt x="90" y="42"/>
                  </a:lnTo>
                  <a:lnTo>
                    <a:pt x="84" y="54"/>
                  </a:lnTo>
                  <a:lnTo>
                    <a:pt x="78" y="60"/>
                  </a:lnTo>
                  <a:lnTo>
                    <a:pt x="66" y="60"/>
                  </a:lnTo>
                  <a:lnTo>
                    <a:pt x="54" y="54"/>
                  </a:lnTo>
                  <a:lnTo>
                    <a:pt x="24" y="54"/>
                  </a:lnTo>
                  <a:lnTo>
                    <a:pt x="24" y="102"/>
                  </a:lnTo>
                  <a:lnTo>
                    <a:pt x="18" y="108"/>
                  </a:lnTo>
                  <a:lnTo>
                    <a:pt x="12" y="108"/>
                  </a:lnTo>
                  <a:lnTo>
                    <a:pt x="6" y="114"/>
                  </a:lnTo>
                  <a:lnTo>
                    <a:pt x="6" y="120"/>
                  </a:lnTo>
                  <a:lnTo>
                    <a:pt x="24" y="138"/>
                  </a:lnTo>
                  <a:lnTo>
                    <a:pt x="24" y="156"/>
                  </a:lnTo>
                  <a:lnTo>
                    <a:pt x="0" y="156"/>
                  </a:lnTo>
                  <a:lnTo>
                    <a:pt x="0" y="162"/>
                  </a:lnTo>
                  <a:lnTo>
                    <a:pt x="24" y="186"/>
                  </a:lnTo>
                  <a:lnTo>
                    <a:pt x="36" y="192"/>
                  </a:lnTo>
                  <a:lnTo>
                    <a:pt x="30" y="216"/>
                  </a:lnTo>
                  <a:lnTo>
                    <a:pt x="36" y="216"/>
                  </a:lnTo>
                  <a:lnTo>
                    <a:pt x="36" y="222"/>
                  </a:lnTo>
                  <a:lnTo>
                    <a:pt x="42" y="234"/>
                  </a:lnTo>
                  <a:lnTo>
                    <a:pt x="60" y="252"/>
                  </a:lnTo>
                  <a:lnTo>
                    <a:pt x="72" y="258"/>
                  </a:lnTo>
                  <a:lnTo>
                    <a:pt x="84" y="270"/>
                  </a:lnTo>
                  <a:lnTo>
                    <a:pt x="96" y="276"/>
                  </a:lnTo>
                  <a:lnTo>
                    <a:pt x="102" y="282"/>
                  </a:lnTo>
                  <a:lnTo>
                    <a:pt x="102" y="288"/>
                  </a:lnTo>
                  <a:lnTo>
                    <a:pt x="96" y="288"/>
                  </a:lnTo>
                  <a:lnTo>
                    <a:pt x="96" y="306"/>
                  </a:lnTo>
                  <a:lnTo>
                    <a:pt x="102" y="318"/>
                  </a:lnTo>
                  <a:lnTo>
                    <a:pt x="108" y="324"/>
                  </a:lnTo>
                  <a:lnTo>
                    <a:pt x="114" y="324"/>
                  </a:lnTo>
                  <a:lnTo>
                    <a:pt x="120" y="318"/>
                  </a:lnTo>
                  <a:lnTo>
                    <a:pt x="126" y="324"/>
                  </a:lnTo>
                  <a:lnTo>
                    <a:pt x="126" y="342"/>
                  </a:lnTo>
                  <a:lnTo>
                    <a:pt x="120" y="348"/>
                  </a:lnTo>
                  <a:lnTo>
                    <a:pt x="108" y="348"/>
                  </a:lnTo>
                  <a:lnTo>
                    <a:pt x="114" y="360"/>
                  </a:lnTo>
                  <a:lnTo>
                    <a:pt x="114" y="384"/>
                  </a:lnTo>
                  <a:lnTo>
                    <a:pt x="108" y="396"/>
                  </a:lnTo>
                  <a:lnTo>
                    <a:pt x="102" y="402"/>
                  </a:lnTo>
                  <a:lnTo>
                    <a:pt x="84" y="438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96" y="456"/>
                  </a:lnTo>
                  <a:lnTo>
                    <a:pt x="102" y="468"/>
                  </a:lnTo>
                  <a:lnTo>
                    <a:pt x="108" y="474"/>
                  </a:lnTo>
                  <a:lnTo>
                    <a:pt x="114" y="486"/>
                  </a:lnTo>
                  <a:lnTo>
                    <a:pt x="156" y="528"/>
                  </a:lnTo>
                  <a:lnTo>
                    <a:pt x="162" y="540"/>
                  </a:lnTo>
                  <a:lnTo>
                    <a:pt x="162" y="570"/>
                  </a:lnTo>
                  <a:lnTo>
                    <a:pt x="168" y="588"/>
                  </a:lnTo>
                  <a:lnTo>
                    <a:pt x="168" y="612"/>
                  </a:lnTo>
                  <a:lnTo>
                    <a:pt x="192" y="636"/>
                  </a:lnTo>
                  <a:lnTo>
                    <a:pt x="192" y="660"/>
                  </a:lnTo>
                  <a:lnTo>
                    <a:pt x="198" y="672"/>
                  </a:lnTo>
                  <a:lnTo>
                    <a:pt x="198" y="702"/>
                  </a:lnTo>
                  <a:lnTo>
                    <a:pt x="192" y="714"/>
                  </a:lnTo>
                  <a:lnTo>
                    <a:pt x="192" y="732"/>
                  </a:lnTo>
                  <a:lnTo>
                    <a:pt x="174" y="768"/>
                  </a:lnTo>
                  <a:lnTo>
                    <a:pt x="156" y="786"/>
                  </a:lnTo>
                  <a:lnTo>
                    <a:pt x="156" y="798"/>
                  </a:lnTo>
                  <a:lnTo>
                    <a:pt x="162" y="804"/>
                  </a:lnTo>
                  <a:lnTo>
                    <a:pt x="162" y="816"/>
                  </a:lnTo>
                  <a:lnTo>
                    <a:pt x="156" y="828"/>
                  </a:lnTo>
                  <a:lnTo>
                    <a:pt x="150" y="834"/>
                  </a:lnTo>
                  <a:lnTo>
                    <a:pt x="144" y="846"/>
                  </a:lnTo>
                  <a:lnTo>
                    <a:pt x="144" y="852"/>
                  </a:lnTo>
                  <a:lnTo>
                    <a:pt x="138" y="858"/>
                  </a:lnTo>
                  <a:lnTo>
                    <a:pt x="132" y="876"/>
                  </a:lnTo>
                  <a:lnTo>
                    <a:pt x="126" y="888"/>
                  </a:lnTo>
                  <a:lnTo>
                    <a:pt x="126" y="906"/>
                  </a:lnTo>
                  <a:lnTo>
                    <a:pt x="120" y="918"/>
                  </a:lnTo>
                  <a:lnTo>
                    <a:pt x="120" y="966"/>
                  </a:lnTo>
                  <a:lnTo>
                    <a:pt x="126" y="978"/>
                  </a:lnTo>
                  <a:lnTo>
                    <a:pt x="126" y="1008"/>
                  </a:lnTo>
                  <a:lnTo>
                    <a:pt x="132" y="1014"/>
                  </a:lnTo>
                  <a:lnTo>
                    <a:pt x="132" y="1020"/>
                  </a:lnTo>
                  <a:lnTo>
                    <a:pt x="138" y="1020"/>
                  </a:lnTo>
                  <a:lnTo>
                    <a:pt x="138" y="1002"/>
                  </a:lnTo>
                  <a:lnTo>
                    <a:pt x="144" y="990"/>
                  </a:lnTo>
                  <a:lnTo>
                    <a:pt x="144" y="978"/>
                  </a:lnTo>
                  <a:lnTo>
                    <a:pt x="150" y="972"/>
                  </a:lnTo>
                  <a:lnTo>
                    <a:pt x="150" y="996"/>
                  </a:lnTo>
                  <a:lnTo>
                    <a:pt x="162" y="996"/>
                  </a:lnTo>
                  <a:lnTo>
                    <a:pt x="186" y="1020"/>
                  </a:lnTo>
                  <a:lnTo>
                    <a:pt x="192" y="1032"/>
                  </a:lnTo>
                  <a:lnTo>
                    <a:pt x="198" y="1038"/>
                  </a:lnTo>
                  <a:lnTo>
                    <a:pt x="198" y="1044"/>
                  </a:lnTo>
                  <a:lnTo>
                    <a:pt x="228" y="1074"/>
                  </a:lnTo>
                  <a:lnTo>
                    <a:pt x="228" y="1098"/>
                  </a:lnTo>
                  <a:lnTo>
                    <a:pt x="234" y="1110"/>
                  </a:lnTo>
                  <a:lnTo>
                    <a:pt x="246" y="1128"/>
                  </a:lnTo>
                  <a:lnTo>
                    <a:pt x="264" y="1146"/>
                  </a:lnTo>
                  <a:lnTo>
                    <a:pt x="270" y="1140"/>
                  </a:lnTo>
                  <a:lnTo>
                    <a:pt x="276" y="1128"/>
                  </a:lnTo>
                  <a:lnTo>
                    <a:pt x="270" y="1122"/>
                  </a:lnTo>
                  <a:lnTo>
                    <a:pt x="270" y="1110"/>
                  </a:lnTo>
                  <a:lnTo>
                    <a:pt x="276" y="1104"/>
                  </a:lnTo>
                  <a:lnTo>
                    <a:pt x="288" y="1104"/>
                  </a:lnTo>
                  <a:lnTo>
                    <a:pt x="294" y="1116"/>
                  </a:lnTo>
                  <a:lnTo>
                    <a:pt x="294" y="1122"/>
                  </a:lnTo>
                  <a:lnTo>
                    <a:pt x="312" y="1122"/>
                  </a:lnTo>
                  <a:lnTo>
                    <a:pt x="324" y="1128"/>
                  </a:lnTo>
                  <a:lnTo>
                    <a:pt x="330" y="1134"/>
                  </a:lnTo>
                  <a:lnTo>
                    <a:pt x="330" y="1146"/>
                  </a:lnTo>
                  <a:lnTo>
                    <a:pt x="342" y="1146"/>
                  </a:lnTo>
                  <a:lnTo>
                    <a:pt x="342" y="1158"/>
                  </a:lnTo>
                  <a:lnTo>
                    <a:pt x="330" y="1170"/>
                  </a:lnTo>
                  <a:lnTo>
                    <a:pt x="330" y="1176"/>
                  </a:lnTo>
                  <a:lnTo>
                    <a:pt x="336" y="1182"/>
                  </a:lnTo>
                  <a:lnTo>
                    <a:pt x="354" y="1182"/>
                  </a:lnTo>
                  <a:lnTo>
                    <a:pt x="354" y="1176"/>
                  </a:lnTo>
                  <a:lnTo>
                    <a:pt x="366" y="1176"/>
                  </a:lnTo>
                  <a:lnTo>
                    <a:pt x="372" y="1170"/>
                  </a:lnTo>
                  <a:lnTo>
                    <a:pt x="378" y="1170"/>
                  </a:lnTo>
                  <a:lnTo>
                    <a:pt x="396" y="1188"/>
                  </a:lnTo>
                  <a:lnTo>
                    <a:pt x="402" y="1182"/>
                  </a:lnTo>
                  <a:lnTo>
                    <a:pt x="402" y="1176"/>
                  </a:lnTo>
                  <a:lnTo>
                    <a:pt x="408" y="1164"/>
                  </a:lnTo>
                  <a:lnTo>
                    <a:pt x="414" y="1158"/>
                  </a:lnTo>
                  <a:lnTo>
                    <a:pt x="420" y="1146"/>
                  </a:lnTo>
                  <a:lnTo>
                    <a:pt x="396" y="1134"/>
                  </a:lnTo>
                  <a:lnTo>
                    <a:pt x="390" y="1128"/>
                  </a:lnTo>
                  <a:lnTo>
                    <a:pt x="390" y="1116"/>
                  </a:lnTo>
                  <a:lnTo>
                    <a:pt x="384" y="1104"/>
                  </a:lnTo>
                  <a:lnTo>
                    <a:pt x="384" y="1092"/>
                  </a:lnTo>
                  <a:lnTo>
                    <a:pt x="378" y="1080"/>
                  </a:lnTo>
                  <a:lnTo>
                    <a:pt x="372" y="1074"/>
                  </a:lnTo>
                  <a:lnTo>
                    <a:pt x="354" y="1074"/>
                  </a:lnTo>
                  <a:lnTo>
                    <a:pt x="342" y="1080"/>
                  </a:lnTo>
                  <a:lnTo>
                    <a:pt x="336" y="1086"/>
                  </a:lnTo>
                  <a:lnTo>
                    <a:pt x="318" y="1086"/>
                  </a:lnTo>
                  <a:lnTo>
                    <a:pt x="312" y="1080"/>
                  </a:lnTo>
                  <a:lnTo>
                    <a:pt x="306" y="1068"/>
                  </a:lnTo>
                  <a:lnTo>
                    <a:pt x="306" y="1056"/>
                  </a:lnTo>
                  <a:lnTo>
                    <a:pt x="294" y="1032"/>
                  </a:lnTo>
                  <a:lnTo>
                    <a:pt x="288" y="1032"/>
                  </a:lnTo>
                  <a:lnTo>
                    <a:pt x="288" y="1050"/>
                  </a:lnTo>
                  <a:lnTo>
                    <a:pt x="282" y="1056"/>
                  </a:lnTo>
                  <a:lnTo>
                    <a:pt x="276" y="1056"/>
                  </a:lnTo>
                  <a:lnTo>
                    <a:pt x="270" y="1044"/>
                  </a:lnTo>
                  <a:lnTo>
                    <a:pt x="264" y="1038"/>
                  </a:lnTo>
                  <a:lnTo>
                    <a:pt x="258" y="1026"/>
                  </a:lnTo>
                  <a:lnTo>
                    <a:pt x="258" y="1014"/>
                  </a:lnTo>
                  <a:lnTo>
                    <a:pt x="270" y="1002"/>
                  </a:lnTo>
                  <a:lnTo>
                    <a:pt x="270" y="1008"/>
                  </a:lnTo>
                  <a:lnTo>
                    <a:pt x="276" y="1008"/>
                  </a:lnTo>
                  <a:lnTo>
                    <a:pt x="276" y="1014"/>
                  </a:lnTo>
                  <a:lnTo>
                    <a:pt x="282" y="1014"/>
                  </a:lnTo>
                  <a:lnTo>
                    <a:pt x="288" y="1008"/>
                  </a:lnTo>
                  <a:lnTo>
                    <a:pt x="282" y="1002"/>
                  </a:lnTo>
                  <a:lnTo>
                    <a:pt x="282" y="990"/>
                  </a:lnTo>
                  <a:lnTo>
                    <a:pt x="276" y="978"/>
                  </a:lnTo>
                  <a:lnTo>
                    <a:pt x="270" y="972"/>
                  </a:lnTo>
                  <a:lnTo>
                    <a:pt x="270" y="960"/>
                  </a:lnTo>
                  <a:lnTo>
                    <a:pt x="258" y="948"/>
                  </a:lnTo>
                  <a:lnTo>
                    <a:pt x="246" y="948"/>
                  </a:lnTo>
                  <a:lnTo>
                    <a:pt x="246" y="894"/>
                  </a:lnTo>
                  <a:lnTo>
                    <a:pt x="192" y="906"/>
                  </a:lnTo>
                  <a:lnTo>
                    <a:pt x="192" y="864"/>
                  </a:lnTo>
                  <a:lnTo>
                    <a:pt x="186" y="828"/>
                  </a:lnTo>
                  <a:lnTo>
                    <a:pt x="186" y="804"/>
                  </a:lnTo>
                  <a:lnTo>
                    <a:pt x="180" y="792"/>
                  </a:lnTo>
                  <a:lnTo>
                    <a:pt x="174" y="786"/>
                  </a:lnTo>
                  <a:lnTo>
                    <a:pt x="180" y="786"/>
                  </a:lnTo>
                  <a:lnTo>
                    <a:pt x="192" y="774"/>
                  </a:lnTo>
                  <a:lnTo>
                    <a:pt x="198" y="762"/>
                  </a:lnTo>
                  <a:lnTo>
                    <a:pt x="204" y="744"/>
                  </a:lnTo>
                  <a:lnTo>
                    <a:pt x="204" y="678"/>
                  </a:lnTo>
                  <a:lnTo>
                    <a:pt x="210" y="678"/>
                  </a:lnTo>
                  <a:lnTo>
                    <a:pt x="216" y="672"/>
                  </a:lnTo>
                  <a:lnTo>
                    <a:pt x="222" y="660"/>
                  </a:lnTo>
                  <a:lnTo>
                    <a:pt x="228" y="654"/>
                  </a:lnTo>
                  <a:lnTo>
                    <a:pt x="228" y="612"/>
                  </a:lnTo>
                  <a:lnTo>
                    <a:pt x="222" y="600"/>
                  </a:lnTo>
                  <a:lnTo>
                    <a:pt x="222" y="594"/>
                  </a:lnTo>
                  <a:lnTo>
                    <a:pt x="216" y="588"/>
                  </a:lnTo>
                  <a:lnTo>
                    <a:pt x="222" y="558"/>
                  </a:lnTo>
                  <a:lnTo>
                    <a:pt x="234" y="558"/>
                  </a:lnTo>
                  <a:lnTo>
                    <a:pt x="234" y="552"/>
                  </a:lnTo>
                  <a:lnTo>
                    <a:pt x="240" y="546"/>
                  </a:lnTo>
                  <a:lnTo>
                    <a:pt x="264" y="546"/>
                  </a:lnTo>
                  <a:lnTo>
                    <a:pt x="270" y="552"/>
                  </a:lnTo>
                  <a:lnTo>
                    <a:pt x="294" y="564"/>
                  </a:lnTo>
                  <a:lnTo>
                    <a:pt x="300" y="570"/>
                  </a:lnTo>
                  <a:lnTo>
                    <a:pt x="288" y="576"/>
                  </a:lnTo>
                  <a:lnTo>
                    <a:pt x="288" y="588"/>
                  </a:lnTo>
                  <a:lnTo>
                    <a:pt x="282" y="594"/>
                  </a:lnTo>
                  <a:lnTo>
                    <a:pt x="282" y="612"/>
                  </a:lnTo>
                  <a:lnTo>
                    <a:pt x="288" y="624"/>
                  </a:lnTo>
                  <a:lnTo>
                    <a:pt x="306" y="624"/>
                  </a:lnTo>
                  <a:lnTo>
                    <a:pt x="330" y="612"/>
                  </a:lnTo>
                  <a:lnTo>
                    <a:pt x="342" y="612"/>
                  </a:lnTo>
                  <a:lnTo>
                    <a:pt x="354" y="606"/>
                  </a:lnTo>
                  <a:lnTo>
                    <a:pt x="360" y="600"/>
                  </a:lnTo>
                  <a:lnTo>
                    <a:pt x="366" y="600"/>
                  </a:lnTo>
                  <a:lnTo>
                    <a:pt x="396" y="684"/>
                  </a:lnTo>
                  <a:lnTo>
                    <a:pt x="402" y="678"/>
                  </a:lnTo>
                  <a:lnTo>
                    <a:pt x="414" y="672"/>
                  </a:lnTo>
                  <a:lnTo>
                    <a:pt x="426" y="672"/>
                  </a:lnTo>
                  <a:lnTo>
                    <a:pt x="426" y="642"/>
                  </a:lnTo>
                  <a:lnTo>
                    <a:pt x="414" y="630"/>
                  </a:lnTo>
                  <a:lnTo>
                    <a:pt x="414" y="600"/>
                  </a:lnTo>
                  <a:lnTo>
                    <a:pt x="402" y="588"/>
                  </a:lnTo>
                  <a:lnTo>
                    <a:pt x="396" y="552"/>
                  </a:lnTo>
                  <a:lnTo>
                    <a:pt x="426" y="522"/>
                  </a:lnTo>
                  <a:lnTo>
                    <a:pt x="426" y="516"/>
                  </a:lnTo>
                  <a:lnTo>
                    <a:pt x="432" y="504"/>
                  </a:lnTo>
                  <a:lnTo>
                    <a:pt x="438" y="498"/>
                  </a:lnTo>
                  <a:lnTo>
                    <a:pt x="450" y="492"/>
                  </a:lnTo>
                  <a:lnTo>
                    <a:pt x="468" y="486"/>
                  </a:lnTo>
                  <a:lnTo>
                    <a:pt x="504" y="486"/>
                  </a:lnTo>
                  <a:lnTo>
                    <a:pt x="510" y="492"/>
                  </a:lnTo>
                  <a:lnTo>
                    <a:pt x="522" y="492"/>
                  </a:lnTo>
                  <a:lnTo>
                    <a:pt x="534" y="486"/>
                  </a:lnTo>
                  <a:lnTo>
                    <a:pt x="564" y="486"/>
                  </a:lnTo>
                  <a:lnTo>
                    <a:pt x="576" y="492"/>
                  </a:lnTo>
                  <a:lnTo>
                    <a:pt x="582" y="498"/>
                  </a:lnTo>
                  <a:lnTo>
                    <a:pt x="588" y="498"/>
                  </a:lnTo>
                  <a:lnTo>
                    <a:pt x="594" y="492"/>
                  </a:lnTo>
                  <a:lnTo>
                    <a:pt x="600" y="480"/>
                  </a:lnTo>
                  <a:lnTo>
                    <a:pt x="618" y="462"/>
                  </a:lnTo>
                  <a:lnTo>
                    <a:pt x="618" y="450"/>
                  </a:lnTo>
                  <a:lnTo>
                    <a:pt x="612" y="444"/>
                  </a:lnTo>
                  <a:lnTo>
                    <a:pt x="600" y="438"/>
                  </a:lnTo>
                  <a:lnTo>
                    <a:pt x="588" y="426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81" name="Turkmen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64748870-14D0-4B45-91CD-07D56954D6B3}"/>
                </a:ext>
              </a:extLst>
            </p:cNvPr>
            <p:cNvSpPr>
              <a:spLocks/>
            </p:cNvSpPr>
            <p:nvPr/>
          </p:nvSpPr>
          <p:spPr bwMode="gray">
            <a:xfrm>
              <a:off x="4879653" y="1870393"/>
              <a:ext cx="333443" cy="199085"/>
            </a:xfrm>
            <a:custGeom>
              <a:avLst/>
              <a:gdLst>
                <a:gd name="T0" fmla="*/ 2147483647 w 1008"/>
                <a:gd name="T1" fmla="*/ 2147483647 h 606"/>
                <a:gd name="T2" fmla="*/ 2147483647 w 1008"/>
                <a:gd name="T3" fmla="*/ 2147483647 h 606"/>
                <a:gd name="T4" fmla="*/ 2147483647 w 1008"/>
                <a:gd name="T5" fmla="*/ 2147483647 h 606"/>
                <a:gd name="T6" fmla="*/ 2147483647 w 1008"/>
                <a:gd name="T7" fmla="*/ 2147483647 h 606"/>
                <a:gd name="T8" fmla="*/ 2147483647 w 1008"/>
                <a:gd name="T9" fmla="*/ 2147483647 h 606"/>
                <a:gd name="T10" fmla="*/ 2147483647 w 1008"/>
                <a:gd name="T11" fmla="*/ 2147483647 h 606"/>
                <a:gd name="T12" fmla="*/ 2147483647 w 1008"/>
                <a:gd name="T13" fmla="*/ 2147483647 h 606"/>
                <a:gd name="T14" fmla="*/ 2147483647 w 1008"/>
                <a:gd name="T15" fmla="*/ 2147483647 h 606"/>
                <a:gd name="T16" fmla="*/ 2147483647 w 1008"/>
                <a:gd name="T17" fmla="*/ 2147483647 h 606"/>
                <a:gd name="T18" fmla="*/ 2147483647 w 1008"/>
                <a:gd name="T19" fmla="*/ 2147483647 h 606"/>
                <a:gd name="T20" fmla="*/ 2147483647 w 1008"/>
                <a:gd name="T21" fmla="*/ 2147483647 h 606"/>
                <a:gd name="T22" fmla="*/ 2147483647 w 1008"/>
                <a:gd name="T23" fmla="*/ 2147483647 h 606"/>
                <a:gd name="T24" fmla="*/ 2147483647 w 1008"/>
                <a:gd name="T25" fmla="*/ 2147483647 h 606"/>
                <a:gd name="T26" fmla="*/ 2147483647 w 1008"/>
                <a:gd name="T27" fmla="*/ 2147483647 h 606"/>
                <a:gd name="T28" fmla="*/ 2147483647 w 1008"/>
                <a:gd name="T29" fmla="*/ 2147483647 h 606"/>
                <a:gd name="T30" fmla="*/ 2147483647 w 1008"/>
                <a:gd name="T31" fmla="*/ 2147483647 h 606"/>
                <a:gd name="T32" fmla="*/ 2147483647 w 1008"/>
                <a:gd name="T33" fmla="*/ 2147483647 h 606"/>
                <a:gd name="T34" fmla="*/ 2147483647 w 1008"/>
                <a:gd name="T35" fmla="*/ 2147483647 h 606"/>
                <a:gd name="T36" fmla="*/ 2147483647 w 1008"/>
                <a:gd name="T37" fmla="*/ 2147483647 h 606"/>
                <a:gd name="T38" fmla="*/ 2147483647 w 1008"/>
                <a:gd name="T39" fmla="*/ 2147483647 h 606"/>
                <a:gd name="T40" fmla="*/ 2147483647 w 1008"/>
                <a:gd name="T41" fmla="*/ 2147483647 h 606"/>
                <a:gd name="T42" fmla="*/ 2147483647 w 1008"/>
                <a:gd name="T43" fmla="*/ 2147483647 h 606"/>
                <a:gd name="T44" fmla="*/ 2147483647 w 1008"/>
                <a:gd name="T45" fmla="*/ 2147483647 h 606"/>
                <a:gd name="T46" fmla="*/ 2147483647 w 1008"/>
                <a:gd name="T47" fmla="*/ 2147483647 h 606"/>
                <a:gd name="T48" fmla="*/ 2147483647 w 1008"/>
                <a:gd name="T49" fmla="*/ 2147483647 h 606"/>
                <a:gd name="T50" fmla="*/ 2147483647 w 1008"/>
                <a:gd name="T51" fmla="*/ 2147483647 h 606"/>
                <a:gd name="T52" fmla="*/ 2147483647 w 1008"/>
                <a:gd name="T53" fmla="*/ 2147483647 h 606"/>
                <a:gd name="T54" fmla="*/ 2147483647 w 1008"/>
                <a:gd name="T55" fmla="*/ 2147483647 h 606"/>
                <a:gd name="T56" fmla="*/ 2147483647 w 1008"/>
                <a:gd name="T57" fmla="*/ 2147483647 h 606"/>
                <a:gd name="T58" fmla="*/ 2147483647 w 1008"/>
                <a:gd name="T59" fmla="*/ 2147483647 h 606"/>
                <a:gd name="T60" fmla="*/ 2147483647 w 1008"/>
                <a:gd name="T61" fmla="*/ 2147483647 h 606"/>
                <a:gd name="T62" fmla="*/ 2147483647 w 1008"/>
                <a:gd name="T63" fmla="*/ 2147483647 h 606"/>
                <a:gd name="T64" fmla="*/ 2147483647 w 1008"/>
                <a:gd name="T65" fmla="*/ 2147483647 h 606"/>
                <a:gd name="T66" fmla="*/ 2147483647 w 1008"/>
                <a:gd name="T67" fmla="*/ 2147483647 h 606"/>
                <a:gd name="T68" fmla="*/ 2147483647 w 1008"/>
                <a:gd name="T69" fmla="*/ 2147483647 h 606"/>
                <a:gd name="T70" fmla="*/ 2147483647 w 1008"/>
                <a:gd name="T71" fmla="*/ 2147483647 h 606"/>
                <a:gd name="T72" fmla="*/ 2147483647 w 1008"/>
                <a:gd name="T73" fmla="*/ 2147483647 h 606"/>
                <a:gd name="T74" fmla="*/ 2147483647 w 1008"/>
                <a:gd name="T75" fmla="*/ 2147483647 h 606"/>
                <a:gd name="T76" fmla="*/ 2147483647 w 1008"/>
                <a:gd name="T77" fmla="*/ 2147483647 h 606"/>
                <a:gd name="T78" fmla="*/ 2147483647 w 1008"/>
                <a:gd name="T79" fmla="*/ 2147483647 h 606"/>
                <a:gd name="T80" fmla="*/ 2147483647 w 1008"/>
                <a:gd name="T81" fmla="*/ 2147483647 h 606"/>
                <a:gd name="T82" fmla="*/ 2147483647 w 1008"/>
                <a:gd name="T83" fmla="*/ 2147483647 h 606"/>
                <a:gd name="T84" fmla="*/ 2147483647 w 1008"/>
                <a:gd name="T85" fmla="*/ 2147483647 h 606"/>
                <a:gd name="T86" fmla="*/ 2147483647 w 1008"/>
                <a:gd name="T87" fmla="*/ 2147483647 h 606"/>
                <a:gd name="T88" fmla="*/ 2147483647 w 1008"/>
                <a:gd name="T89" fmla="*/ 2147483647 h 606"/>
                <a:gd name="T90" fmla="*/ 2147483647 w 1008"/>
                <a:gd name="T91" fmla="*/ 2147483647 h 606"/>
                <a:gd name="T92" fmla="*/ 2147483647 w 1008"/>
                <a:gd name="T93" fmla="*/ 2147483647 h 606"/>
                <a:gd name="T94" fmla="*/ 2147483647 w 1008"/>
                <a:gd name="T95" fmla="*/ 2147483647 h 606"/>
                <a:gd name="T96" fmla="*/ 2147483647 w 1008"/>
                <a:gd name="T97" fmla="*/ 2147483647 h 606"/>
                <a:gd name="T98" fmla="*/ 2147483647 w 1008"/>
                <a:gd name="T99" fmla="*/ 2147483647 h 606"/>
                <a:gd name="T100" fmla="*/ 2147483647 w 1008"/>
                <a:gd name="T101" fmla="*/ 2147483647 h 606"/>
                <a:gd name="T102" fmla="*/ 2147483647 w 1008"/>
                <a:gd name="T103" fmla="*/ 2147483647 h 606"/>
                <a:gd name="T104" fmla="*/ 0 w 1008"/>
                <a:gd name="T105" fmla="*/ 2147483647 h 606"/>
                <a:gd name="T106" fmla="*/ 2147483647 w 1008"/>
                <a:gd name="T107" fmla="*/ 2147483647 h 606"/>
                <a:gd name="T108" fmla="*/ 2147483647 w 1008"/>
                <a:gd name="T109" fmla="*/ 2147483647 h 60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008"/>
                <a:gd name="T166" fmla="*/ 0 h 606"/>
                <a:gd name="T167" fmla="*/ 1008 w 1008"/>
                <a:gd name="T168" fmla="*/ 606 h 60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008" h="606">
                  <a:moveTo>
                    <a:pt x="48" y="150"/>
                  </a:moveTo>
                  <a:lnTo>
                    <a:pt x="48" y="156"/>
                  </a:lnTo>
                  <a:lnTo>
                    <a:pt x="42" y="162"/>
                  </a:lnTo>
                  <a:lnTo>
                    <a:pt x="36" y="174"/>
                  </a:lnTo>
                  <a:lnTo>
                    <a:pt x="36" y="186"/>
                  </a:lnTo>
                  <a:lnTo>
                    <a:pt x="42" y="198"/>
                  </a:lnTo>
                  <a:lnTo>
                    <a:pt x="48" y="204"/>
                  </a:lnTo>
                  <a:lnTo>
                    <a:pt x="54" y="216"/>
                  </a:lnTo>
                  <a:lnTo>
                    <a:pt x="60" y="222"/>
                  </a:lnTo>
                  <a:lnTo>
                    <a:pt x="60" y="228"/>
                  </a:lnTo>
                  <a:lnTo>
                    <a:pt x="90" y="222"/>
                  </a:lnTo>
                  <a:lnTo>
                    <a:pt x="90" y="246"/>
                  </a:lnTo>
                  <a:lnTo>
                    <a:pt x="114" y="258"/>
                  </a:lnTo>
                  <a:lnTo>
                    <a:pt x="90" y="258"/>
                  </a:lnTo>
                  <a:lnTo>
                    <a:pt x="78" y="264"/>
                  </a:lnTo>
                  <a:lnTo>
                    <a:pt x="72" y="264"/>
                  </a:lnTo>
                  <a:lnTo>
                    <a:pt x="72" y="270"/>
                  </a:lnTo>
                  <a:lnTo>
                    <a:pt x="78" y="276"/>
                  </a:lnTo>
                  <a:lnTo>
                    <a:pt x="90" y="276"/>
                  </a:lnTo>
                  <a:lnTo>
                    <a:pt x="96" y="282"/>
                  </a:lnTo>
                  <a:lnTo>
                    <a:pt x="114" y="282"/>
                  </a:lnTo>
                  <a:lnTo>
                    <a:pt x="120" y="288"/>
                  </a:lnTo>
                  <a:lnTo>
                    <a:pt x="126" y="300"/>
                  </a:lnTo>
                  <a:lnTo>
                    <a:pt x="132" y="306"/>
                  </a:lnTo>
                  <a:lnTo>
                    <a:pt x="138" y="354"/>
                  </a:lnTo>
                  <a:lnTo>
                    <a:pt x="150" y="360"/>
                  </a:lnTo>
                  <a:lnTo>
                    <a:pt x="150" y="372"/>
                  </a:lnTo>
                  <a:lnTo>
                    <a:pt x="144" y="378"/>
                  </a:lnTo>
                  <a:lnTo>
                    <a:pt x="144" y="402"/>
                  </a:lnTo>
                  <a:lnTo>
                    <a:pt x="150" y="414"/>
                  </a:lnTo>
                  <a:lnTo>
                    <a:pt x="150" y="426"/>
                  </a:lnTo>
                  <a:lnTo>
                    <a:pt x="156" y="432"/>
                  </a:lnTo>
                  <a:lnTo>
                    <a:pt x="156" y="438"/>
                  </a:lnTo>
                  <a:lnTo>
                    <a:pt x="186" y="438"/>
                  </a:lnTo>
                  <a:lnTo>
                    <a:pt x="198" y="426"/>
                  </a:lnTo>
                  <a:lnTo>
                    <a:pt x="210" y="420"/>
                  </a:lnTo>
                  <a:lnTo>
                    <a:pt x="210" y="408"/>
                  </a:lnTo>
                  <a:lnTo>
                    <a:pt x="216" y="402"/>
                  </a:lnTo>
                  <a:lnTo>
                    <a:pt x="228" y="396"/>
                  </a:lnTo>
                  <a:lnTo>
                    <a:pt x="246" y="378"/>
                  </a:lnTo>
                  <a:lnTo>
                    <a:pt x="258" y="372"/>
                  </a:lnTo>
                  <a:lnTo>
                    <a:pt x="294" y="372"/>
                  </a:lnTo>
                  <a:lnTo>
                    <a:pt x="306" y="378"/>
                  </a:lnTo>
                  <a:lnTo>
                    <a:pt x="312" y="372"/>
                  </a:lnTo>
                  <a:lnTo>
                    <a:pt x="312" y="366"/>
                  </a:lnTo>
                  <a:lnTo>
                    <a:pt x="372" y="366"/>
                  </a:lnTo>
                  <a:lnTo>
                    <a:pt x="384" y="378"/>
                  </a:lnTo>
                  <a:lnTo>
                    <a:pt x="384" y="390"/>
                  </a:lnTo>
                  <a:lnTo>
                    <a:pt x="414" y="390"/>
                  </a:lnTo>
                  <a:lnTo>
                    <a:pt x="420" y="396"/>
                  </a:lnTo>
                  <a:lnTo>
                    <a:pt x="432" y="402"/>
                  </a:lnTo>
                  <a:lnTo>
                    <a:pt x="438" y="408"/>
                  </a:lnTo>
                  <a:lnTo>
                    <a:pt x="450" y="414"/>
                  </a:lnTo>
                  <a:lnTo>
                    <a:pt x="450" y="408"/>
                  </a:lnTo>
                  <a:lnTo>
                    <a:pt x="468" y="408"/>
                  </a:lnTo>
                  <a:lnTo>
                    <a:pt x="480" y="414"/>
                  </a:lnTo>
                  <a:lnTo>
                    <a:pt x="498" y="414"/>
                  </a:lnTo>
                  <a:lnTo>
                    <a:pt x="510" y="420"/>
                  </a:lnTo>
                  <a:lnTo>
                    <a:pt x="516" y="420"/>
                  </a:lnTo>
                  <a:lnTo>
                    <a:pt x="522" y="426"/>
                  </a:lnTo>
                  <a:lnTo>
                    <a:pt x="522" y="432"/>
                  </a:lnTo>
                  <a:lnTo>
                    <a:pt x="528" y="444"/>
                  </a:lnTo>
                  <a:lnTo>
                    <a:pt x="534" y="450"/>
                  </a:lnTo>
                  <a:lnTo>
                    <a:pt x="540" y="450"/>
                  </a:lnTo>
                  <a:lnTo>
                    <a:pt x="546" y="456"/>
                  </a:lnTo>
                  <a:lnTo>
                    <a:pt x="558" y="456"/>
                  </a:lnTo>
                  <a:lnTo>
                    <a:pt x="570" y="468"/>
                  </a:lnTo>
                  <a:lnTo>
                    <a:pt x="582" y="474"/>
                  </a:lnTo>
                  <a:lnTo>
                    <a:pt x="588" y="486"/>
                  </a:lnTo>
                  <a:lnTo>
                    <a:pt x="594" y="492"/>
                  </a:lnTo>
                  <a:lnTo>
                    <a:pt x="660" y="486"/>
                  </a:lnTo>
                  <a:lnTo>
                    <a:pt x="660" y="522"/>
                  </a:lnTo>
                  <a:lnTo>
                    <a:pt x="672" y="522"/>
                  </a:lnTo>
                  <a:lnTo>
                    <a:pt x="666" y="546"/>
                  </a:lnTo>
                  <a:lnTo>
                    <a:pt x="678" y="576"/>
                  </a:lnTo>
                  <a:lnTo>
                    <a:pt x="684" y="582"/>
                  </a:lnTo>
                  <a:lnTo>
                    <a:pt x="696" y="582"/>
                  </a:lnTo>
                  <a:lnTo>
                    <a:pt x="702" y="588"/>
                  </a:lnTo>
                  <a:lnTo>
                    <a:pt x="714" y="588"/>
                  </a:lnTo>
                  <a:lnTo>
                    <a:pt x="720" y="582"/>
                  </a:lnTo>
                  <a:lnTo>
                    <a:pt x="726" y="582"/>
                  </a:lnTo>
                  <a:lnTo>
                    <a:pt x="750" y="606"/>
                  </a:lnTo>
                  <a:lnTo>
                    <a:pt x="774" y="606"/>
                  </a:lnTo>
                  <a:lnTo>
                    <a:pt x="786" y="600"/>
                  </a:lnTo>
                  <a:lnTo>
                    <a:pt x="792" y="594"/>
                  </a:lnTo>
                  <a:lnTo>
                    <a:pt x="804" y="570"/>
                  </a:lnTo>
                  <a:lnTo>
                    <a:pt x="804" y="558"/>
                  </a:lnTo>
                  <a:lnTo>
                    <a:pt x="816" y="558"/>
                  </a:lnTo>
                  <a:lnTo>
                    <a:pt x="852" y="540"/>
                  </a:lnTo>
                  <a:lnTo>
                    <a:pt x="858" y="528"/>
                  </a:lnTo>
                  <a:lnTo>
                    <a:pt x="870" y="522"/>
                  </a:lnTo>
                  <a:lnTo>
                    <a:pt x="882" y="522"/>
                  </a:lnTo>
                  <a:lnTo>
                    <a:pt x="882" y="462"/>
                  </a:lnTo>
                  <a:lnTo>
                    <a:pt x="888" y="450"/>
                  </a:lnTo>
                  <a:lnTo>
                    <a:pt x="900" y="444"/>
                  </a:lnTo>
                  <a:lnTo>
                    <a:pt x="936" y="444"/>
                  </a:lnTo>
                  <a:lnTo>
                    <a:pt x="936" y="420"/>
                  </a:lnTo>
                  <a:lnTo>
                    <a:pt x="948" y="420"/>
                  </a:lnTo>
                  <a:lnTo>
                    <a:pt x="960" y="426"/>
                  </a:lnTo>
                  <a:lnTo>
                    <a:pt x="966" y="432"/>
                  </a:lnTo>
                  <a:lnTo>
                    <a:pt x="978" y="438"/>
                  </a:lnTo>
                  <a:lnTo>
                    <a:pt x="1008" y="438"/>
                  </a:lnTo>
                  <a:lnTo>
                    <a:pt x="1008" y="426"/>
                  </a:lnTo>
                  <a:lnTo>
                    <a:pt x="996" y="414"/>
                  </a:lnTo>
                  <a:lnTo>
                    <a:pt x="996" y="396"/>
                  </a:lnTo>
                  <a:lnTo>
                    <a:pt x="1002" y="390"/>
                  </a:lnTo>
                  <a:lnTo>
                    <a:pt x="954" y="360"/>
                  </a:lnTo>
                  <a:lnTo>
                    <a:pt x="930" y="366"/>
                  </a:lnTo>
                  <a:lnTo>
                    <a:pt x="924" y="366"/>
                  </a:lnTo>
                  <a:lnTo>
                    <a:pt x="912" y="354"/>
                  </a:lnTo>
                  <a:lnTo>
                    <a:pt x="900" y="354"/>
                  </a:lnTo>
                  <a:lnTo>
                    <a:pt x="888" y="342"/>
                  </a:lnTo>
                  <a:lnTo>
                    <a:pt x="876" y="336"/>
                  </a:lnTo>
                  <a:lnTo>
                    <a:pt x="870" y="330"/>
                  </a:lnTo>
                  <a:lnTo>
                    <a:pt x="846" y="318"/>
                  </a:lnTo>
                  <a:lnTo>
                    <a:pt x="828" y="306"/>
                  </a:lnTo>
                  <a:lnTo>
                    <a:pt x="804" y="306"/>
                  </a:lnTo>
                  <a:lnTo>
                    <a:pt x="774" y="288"/>
                  </a:lnTo>
                  <a:lnTo>
                    <a:pt x="768" y="282"/>
                  </a:lnTo>
                  <a:lnTo>
                    <a:pt x="762" y="270"/>
                  </a:lnTo>
                  <a:lnTo>
                    <a:pt x="750" y="258"/>
                  </a:lnTo>
                  <a:lnTo>
                    <a:pt x="744" y="258"/>
                  </a:lnTo>
                  <a:lnTo>
                    <a:pt x="732" y="252"/>
                  </a:lnTo>
                  <a:lnTo>
                    <a:pt x="714" y="252"/>
                  </a:lnTo>
                  <a:lnTo>
                    <a:pt x="702" y="246"/>
                  </a:lnTo>
                  <a:lnTo>
                    <a:pt x="690" y="234"/>
                  </a:lnTo>
                  <a:lnTo>
                    <a:pt x="672" y="198"/>
                  </a:lnTo>
                  <a:lnTo>
                    <a:pt x="666" y="192"/>
                  </a:lnTo>
                  <a:lnTo>
                    <a:pt x="666" y="186"/>
                  </a:lnTo>
                  <a:lnTo>
                    <a:pt x="648" y="168"/>
                  </a:lnTo>
                  <a:lnTo>
                    <a:pt x="630" y="138"/>
                  </a:lnTo>
                  <a:lnTo>
                    <a:pt x="594" y="120"/>
                  </a:lnTo>
                  <a:lnTo>
                    <a:pt x="594" y="126"/>
                  </a:lnTo>
                  <a:lnTo>
                    <a:pt x="540" y="120"/>
                  </a:lnTo>
                  <a:lnTo>
                    <a:pt x="510" y="120"/>
                  </a:lnTo>
                  <a:lnTo>
                    <a:pt x="492" y="102"/>
                  </a:lnTo>
                  <a:lnTo>
                    <a:pt x="492" y="90"/>
                  </a:lnTo>
                  <a:lnTo>
                    <a:pt x="504" y="78"/>
                  </a:lnTo>
                  <a:lnTo>
                    <a:pt x="492" y="72"/>
                  </a:lnTo>
                  <a:lnTo>
                    <a:pt x="492" y="60"/>
                  </a:lnTo>
                  <a:lnTo>
                    <a:pt x="486" y="48"/>
                  </a:lnTo>
                  <a:lnTo>
                    <a:pt x="480" y="42"/>
                  </a:lnTo>
                  <a:lnTo>
                    <a:pt x="444" y="42"/>
                  </a:lnTo>
                  <a:lnTo>
                    <a:pt x="432" y="36"/>
                  </a:lnTo>
                  <a:lnTo>
                    <a:pt x="432" y="24"/>
                  </a:lnTo>
                  <a:lnTo>
                    <a:pt x="408" y="24"/>
                  </a:lnTo>
                  <a:lnTo>
                    <a:pt x="390" y="0"/>
                  </a:lnTo>
                  <a:lnTo>
                    <a:pt x="384" y="12"/>
                  </a:lnTo>
                  <a:lnTo>
                    <a:pt x="354" y="6"/>
                  </a:lnTo>
                  <a:lnTo>
                    <a:pt x="384" y="36"/>
                  </a:lnTo>
                  <a:lnTo>
                    <a:pt x="378" y="30"/>
                  </a:lnTo>
                  <a:lnTo>
                    <a:pt x="366" y="30"/>
                  </a:lnTo>
                  <a:lnTo>
                    <a:pt x="360" y="24"/>
                  </a:lnTo>
                  <a:lnTo>
                    <a:pt x="354" y="24"/>
                  </a:lnTo>
                  <a:lnTo>
                    <a:pt x="348" y="30"/>
                  </a:lnTo>
                  <a:lnTo>
                    <a:pt x="348" y="42"/>
                  </a:lnTo>
                  <a:lnTo>
                    <a:pt x="342" y="42"/>
                  </a:lnTo>
                  <a:lnTo>
                    <a:pt x="336" y="48"/>
                  </a:lnTo>
                  <a:lnTo>
                    <a:pt x="324" y="48"/>
                  </a:lnTo>
                  <a:lnTo>
                    <a:pt x="312" y="54"/>
                  </a:lnTo>
                  <a:lnTo>
                    <a:pt x="294" y="72"/>
                  </a:lnTo>
                  <a:lnTo>
                    <a:pt x="294" y="84"/>
                  </a:lnTo>
                  <a:lnTo>
                    <a:pt x="300" y="102"/>
                  </a:lnTo>
                  <a:lnTo>
                    <a:pt x="312" y="108"/>
                  </a:lnTo>
                  <a:lnTo>
                    <a:pt x="318" y="120"/>
                  </a:lnTo>
                  <a:lnTo>
                    <a:pt x="252" y="120"/>
                  </a:lnTo>
                  <a:lnTo>
                    <a:pt x="240" y="108"/>
                  </a:lnTo>
                  <a:lnTo>
                    <a:pt x="228" y="108"/>
                  </a:lnTo>
                  <a:lnTo>
                    <a:pt x="228" y="114"/>
                  </a:lnTo>
                  <a:lnTo>
                    <a:pt x="216" y="126"/>
                  </a:lnTo>
                  <a:lnTo>
                    <a:pt x="210" y="120"/>
                  </a:lnTo>
                  <a:lnTo>
                    <a:pt x="198" y="114"/>
                  </a:lnTo>
                  <a:lnTo>
                    <a:pt x="174" y="90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56" y="60"/>
                  </a:lnTo>
                  <a:lnTo>
                    <a:pt x="144" y="54"/>
                  </a:lnTo>
                  <a:lnTo>
                    <a:pt x="132" y="42"/>
                  </a:lnTo>
                  <a:lnTo>
                    <a:pt x="120" y="42"/>
                  </a:lnTo>
                  <a:lnTo>
                    <a:pt x="96" y="30"/>
                  </a:lnTo>
                  <a:lnTo>
                    <a:pt x="78" y="30"/>
                  </a:lnTo>
                  <a:lnTo>
                    <a:pt x="72" y="36"/>
                  </a:lnTo>
                  <a:lnTo>
                    <a:pt x="72" y="48"/>
                  </a:lnTo>
                  <a:lnTo>
                    <a:pt x="84" y="54"/>
                  </a:lnTo>
                  <a:lnTo>
                    <a:pt x="90" y="54"/>
                  </a:lnTo>
                  <a:lnTo>
                    <a:pt x="90" y="66"/>
                  </a:lnTo>
                  <a:lnTo>
                    <a:pt x="96" y="66"/>
                  </a:lnTo>
                  <a:lnTo>
                    <a:pt x="96" y="72"/>
                  </a:lnTo>
                  <a:lnTo>
                    <a:pt x="102" y="84"/>
                  </a:lnTo>
                  <a:lnTo>
                    <a:pt x="114" y="90"/>
                  </a:lnTo>
                  <a:lnTo>
                    <a:pt x="126" y="102"/>
                  </a:lnTo>
                  <a:lnTo>
                    <a:pt x="138" y="108"/>
                  </a:lnTo>
                  <a:lnTo>
                    <a:pt x="150" y="120"/>
                  </a:lnTo>
                  <a:lnTo>
                    <a:pt x="162" y="126"/>
                  </a:lnTo>
                  <a:lnTo>
                    <a:pt x="162" y="150"/>
                  </a:lnTo>
                  <a:lnTo>
                    <a:pt x="156" y="156"/>
                  </a:lnTo>
                  <a:lnTo>
                    <a:pt x="144" y="156"/>
                  </a:lnTo>
                  <a:lnTo>
                    <a:pt x="132" y="150"/>
                  </a:lnTo>
                  <a:lnTo>
                    <a:pt x="120" y="138"/>
                  </a:lnTo>
                  <a:lnTo>
                    <a:pt x="120" y="162"/>
                  </a:lnTo>
                  <a:lnTo>
                    <a:pt x="78" y="162"/>
                  </a:lnTo>
                  <a:lnTo>
                    <a:pt x="66" y="144"/>
                  </a:lnTo>
                  <a:lnTo>
                    <a:pt x="60" y="150"/>
                  </a:lnTo>
                  <a:lnTo>
                    <a:pt x="48" y="138"/>
                  </a:lnTo>
                  <a:lnTo>
                    <a:pt x="42" y="126"/>
                  </a:lnTo>
                  <a:lnTo>
                    <a:pt x="36" y="120"/>
                  </a:lnTo>
                  <a:lnTo>
                    <a:pt x="36" y="102"/>
                  </a:lnTo>
                  <a:lnTo>
                    <a:pt x="30" y="96"/>
                  </a:lnTo>
                  <a:lnTo>
                    <a:pt x="30" y="84"/>
                  </a:lnTo>
                  <a:lnTo>
                    <a:pt x="24" y="78"/>
                  </a:lnTo>
                  <a:lnTo>
                    <a:pt x="0" y="78"/>
                  </a:lnTo>
                  <a:lnTo>
                    <a:pt x="0" y="84"/>
                  </a:lnTo>
                  <a:lnTo>
                    <a:pt x="6" y="90"/>
                  </a:lnTo>
                  <a:lnTo>
                    <a:pt x="12" y="102"/>
                  </a:lnTo>
                  <a:lnTo>
                    <a:pt x="18" y="108"/>
                  </a:lnTo>
                  <a:lnTo>
                    <a:pt x="24" y="120"/>
                  </a:lnTo>
                  <a:lnTo>
                    <a:pt x="36" y="126"/>
                  </a:lnTo>
                  <a:lnTo>
                    <a:pt x="42" y="138"/>
                  </a:lnTo>
                  <a:lnTo>
                    <a:pt x="48" y="144"/>
                  </a:lnTo>
                  <a:lnTo>
                    <a:pt x="48" y="150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82" name="Turkey" descr="© INSCALE GmbH, 05.05.2010&#10;http://www.presentationload.com/">
              <a:extLst>
                <a:ext uri="{FF2B5EF4-FFF2-40B4-BE49-F238E27FC236}">
                  <a16:creationId xmlns:a16="http://schemas.microsoft.com/office/drawing/2014/main" id="{66A20A71-55C4-4862-B6EF-434908340DB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295474" y="1885805"/>
              <a:ext cx="439420" cy="166975"/>
            </a:xfrm>
            <a:custGeom>
              <a:avLst/>
              <a:gdLst>
                <a:gd name="T0" fmla="*/ 2147483647 w 1332"/>
                <a:gd name="T1" fmla="*/ 2147483647 h 510"/>
                <a:gd name="T2" fmla="*/ 2147483647 w 1332"/>
                <a:gd name="T3" fmla="*/ 2147483647 h 510"/>
                <a:gd name="T4" fmla="*/ 2147483647 w 1332"/>
                <a:gd name="T5" fmla="*/ 2147483647 h 510"/>
                <a:gd name="T6" fmla="*/ 2147483647 w 1332"/>
                <a:gd name="T7" fmla="*/ 2147483647 h 510"/>
                <a:gd name="T8" fmla="*/ 2147483647 w 1332"/>
                <a:gd name="T9" fmla="*/ 2147483647 h 510"/>
                <a:gd name="T10" fmla="*/ 2147483647 w 1332"/>
                <a:gd name="T11" fmla="*/ 2147483647 h 510"/>
                <a:gd name="T12" fmla="*/ 2147483647 w 1332"/>
                <a:gd name="T13" fmla="*/ 2147483647 h 510"/>
                <a:gd name="T14" fmla="*/ 2147483647 w 1332"/>
                <a:gd name="T15" fmla="*/ 2147483647 h 510"/>
                <a:gd name="T16" fmla="*/ 2147483647 w 1332"/>
                <a:gd name="T17" fmla="*/ 2147483647 h 510"/>
                <a:gd name="T18" fmla="*/ 2147483647 w 1332"/>
                <a:gd name="T19" fmla="*/ 2147483647 h 510"/>
                <a:gd name="T20" fmla="*/ 2147483647 w 1332"/>
                <a:gd name="T21" fmla="*/ 2147483647 h 510"/>
                <a:gd name="T22" fmla="*/ 2147483647 w 1332"/>
                <a:gd name="T23" fmla="*/ 2147483647 h 510"/>
                <a:gd name="T24" fmla="*/ 2147483647 w 1332"/>
                <a:gd name="T25" fmla="*/ 2147483647 h 510"/>
                <a:gd name="T26" fmla="*/ 2147483647 w 1332"/>
                <a:gd name="T27" fmla="*/ 2147483647 h 510"/>
                <a:gd name="T28" fmla="*/ 2147483647 w 1332"/>
                <a:gd name="T29" fmla="*/ 2147483647 h 510"/>
                <a:gd name="T30" fmla="*/ 2147483647 w 1332"/>
                <a:gd name="T31" fmla="*/ 2147483647 h 510"/>
                <a:gd name="T32" fmla="*/ 2147483647 w 1332"/>
                <a:gd name="T33" fmla="*/ 2147483647 h 510"/>
                <a:gd name="T34" fmla="*/ 2147483647 w 1332"/>
                <a:gd name="T35" fmla="*/ 2147483647 h 510"/>
                <a:gd name="T36" fmla="*/ 2147483647 w 1332"/>
                <a:gd name="T37" fmla="*/ 2147483647 h 510"/>
                <a:gd name="T38" fmla="*/ 2147483647 w 1332"/>
                <a:gd name="T39" fmla="*/ 2147483647 h 510"/>
                <a:gd name="T40" fmla="*/ 2147483647 w 1332"/>
                <a:gd name="T41" fmla="*/ 2147483647 h 510"/>
                <a:gd name="T42" fmla="*/ 2147483647 w 1332"/>
                <a:gd name="T43" fmla="*/ 2147483647 h 510"/>
                <a:gd name="T44" fmla="*/ 2147483647 w 1332"/>
                <a:gd name="T45" fmla="*/ 2147483647 h 510"/>
                <a:gd name="T46" fmla="*/ 2147483647 w 1332"/>
                <a:gd name="T47" fmla="*/ 2147483647 h 510"/>
                <a:gd name="T48" fmla="*/ 2147483647 w 1332"/>
                <a:gd name="T49" fmla="*/ 2147483647 h 510"/>
                <a:gd name="T50" fmla="*/ 2147483647 w 1332"/>
                <a:gd name="T51" fmla="*/ 2147483647 h 510"/>
                <a:gd name="T52" fmla="*/ 2147483647 w 1332"/>
                <a:gd name="T53" fmla="*/ 2147483647 h 510"/>
                <a:gd name="T54" fmla="*/ 2147483647 w 1332"/>
                <a:gd name="T55" fmla="*/ 2147483647 h 510"/>
                <a:gd name="T56" fmla="*/ 2147483647 w 1332"/>
                <a:gd name="T57" fmla="*/ 2147483647 h 510"/>
                <a:gd name="T58" fmla="*/ 2147483647 w 1332"/>
                <a:gd name="T59" fmla="*/ 2147483647 h 510"/>
                <a:gd name="T60" fmla="*/ 2147483647 w 1332"/>
                <a:gd name="T61" fmla="*/ 2147483647 h 510"/>
                <a:gd name="T62" fmla="*/ 2147483647 w 1332"/>
                <a:gd name="T63" fmla="*/ 2147483647 h 510"/>
                <a:gd name="T64" fmla="*/ 2147483647 w 1332"/>
                <a:gd name="T65" fmla="*/ 2147483647 h 510"/>
                <a:gd name="T66" fmla="*/ 2147483647 w 1332"/>
                <a:gd name="T67" fmla="*/ 2147483647 h 510"/>
                <a:gd name="T68" fmla="*/ 2147483647 w 1332"/>
                <a:gd name="T69" fmla="*/ 2147483647 h 510"/>
                <a:gd name="T70" fmla="*/ 2147483647 w 1332"/>
                <a:gd name="T71" fmla="*/ 2147483647 h 510"/>
                <a:gd name="T72" fmla="*/ 2147483647 w 1332"/>
                <a:gd name="T73" fmla="*/ 2147483647 h 510"/>
                <a:gd name="T74" fmla="*/ 2147483647 w 1332"/>
                <a:gd name="T75" fmla="*/ 2147483647 h 510"/>
                <a:gd name="T76" fmla="*/ 2147483647 w 1332"/>
                <a:gd name="T77" fmla="*/ 2147483647 h 510"/>
                <a:gd name="T78" fmla="*/ 2147483647 w 1332"/>
                <a:gd name="T79" fmla="*/ 2147483647 h 510"/>
                <a:gd name="T80" fmla="*/ 2147483647 w 1332"/>
                <a:gd name="T81" fmla="*/ 2147483647 h 510"/>
                <a:gd name="T82" fmla="*/ 2147483647 w 1332"/>
                <a:gd name="T83" fmla="*/ 2147483647 h 510"/>
                <a:gd name="T84" fmla="*/ 2147483647 w 1332"/>
                <a:gd name="T85" fmla="*/ 2147483647 h 510"/>
                <a:gd name="T86" fmla="*/ 2147483647 w 1332"/>
                <a:gd name="T87" fmla="*/ 2147483647 h 510"/>
                <a:gd name="T88" fmla="*/ 2147483647 w 1332"/>
                <a:gd name="T89" fmla="*/ 2147483647 h 510"/>
                <a:gd name="T90" fmla="*/ 2147483647 w 1332"/>
                <a:gd name="T91" fmla="*/ 2147483647 h 510"/>
                <a:gd name="T92" fmla="*/ 2147483647 w 1332"/>
                <a:gd name="T93" fmla="*/ 2147483647 h 510"/>
                <a:gd name="T94" fmla="*/ 2147483647 w 1332"/>
                <a:gd name="T95" fmla="*/ 2147483647 h 510"/>
                <a:gd name="T96" fmla="*/ 2147483647 w 1332"/>
                <a:gd name="T97" fmla="*/ 2147483647 h 510"/>
                <a:gd name="T98" fmla="*/ 2147483647 w 1332"/>
                <a:gd name="T99" fmla="*/ 2147483647 h 510"/>
                <a:gd name="T100" fmla="*/ 2147483647 w 1332"/>
                <a:gd name="T101" fmla="*/ 2147483647 h 510"/>
                <a:gd name="T102" fmla="*/ 2147483647 w 1332"/>
                <a:gd name="T103" fmla="*/ 2147483647 h 510"/>
                <a:gd name="T104" fmla="*/ 2147483647 w 1332"/>
                <a:gd name="T105" fmla="*/ 2147483647 h 510"/>
                <a:gd name="T106" fmla="*/ 2147483647 w 1332"/>
                <a:gd name="T107" fmla="*/ 2147483647 h 510"/>
                <a:gd name="T108" fmla="*/ 2147483647 w 1332"/>
                <a:gd name="T109" fmla="*/ 2147483647 h 510"/>
                <a:gd name="T110" fmla="*/ 2147483647 w 1332"/>
                <a:gd name="T111" fmla="*/ 2147483647 h 510"/>
                <a:gd name="T112" fmla="*/ 2147483647 w 1332"/>
                <a:gd name="T113" fmla="*/ 2147483647 h 510"/>
                <a:gd name="T114" fmla="*/ 2147483647 w 1332"/>
                <a:gd name="T115" fmla="*/ 2147483647 h 51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332"/>
                <a:gd name="T175" fmla="*/ 0 h 510"/>
                <a:gd name="T176" fmla="*/ 1332 w 1332"/>
                <a:gd name="T177" fmla="*/ 510 h 51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332" h="510">
                  <a:moveTo>
                    <a:pt x="6" y="192"/>
                  </a:moveTo>
                  <a:lnTo>
                    <a:pt x="24" y="186"/>
                  </a:lnTo>
                  <a:lnTo>
                    <a:pt x="30" y="174"/>
                  </a:lnTo>
                  <a:lnTo>
                    <a:pt x="0" y="174"/>
                  </a:lnTo>
                  <a:lnTo>
                    <a:pt x="6" y="192"/>
                  </a:lnTo>
                  <a:close/>
                  <a:moveTo>
                    <a:pt x="42" y="162"/>
                  </a:moveTo>
                  <a:lnTo>
                    <a:pt x="42" y="168"/>
                  </a:lnTo>
                  <a:lnTo>
                    <a:pt x="48" y="174"/>
                  </a:lnTo>
                  <a:lnTo>
                    <a:pt x="60" y="174"/>
                  </a:lnTo>
                  <a:lnTo>
                    <a:pt x="60" y="162"/>
                  </a:lnTo>
                  <a:lnTo>
                    <a:pt x="54" y="156"/>
                  </a:lnTo>
                  <a:lnTo>
                    <a:pt x="54" y="150"/>
                  </a:lnTo>
                  <a:lnTo>
                    <a:pt x="48" y="150"/>
                  </a:lnTo>
                  <a:lnTo>
                    <a:pt x="48" y="156"/>
                  </a:lnTo>
                  <a:lnTo>
                    <a:pt x="42" y="162"/>
                  </a:lnTo>
                  <a:close/>
                  <a:moveTo>
                    <a:pt x="96" y="138"/>
                  </a:moveTo>
                  <a:lnTo>
                    <a:pt x="66" y="138"/>
                  </a:lnTo>
                  <a:lnTo>
                    <a:pt x="66" y="174"/>
                  </a:lnTo>
                  <a:lnTo>
                    <a:pt x="78" y="150"/>
                  </a:lnTo>
                  <a:lnTo>
                    <a:pt x="96" y="138"/>
                  </a:lnTo>
                  <a:close/>
                  <a:moveTo>
                    <a:pt x="1332" y="402"/>
                  </a:moveTo>
                  <a:lnTo>
                    <a:pt x="1332" y="390"/>
                  </a:lnTo>
                  <a:lnTo>
                    <a:pt x="1308" y="384"/>
                  </a:lnTo>
                  <a:lnTo>
                    <a:pt x="1308" y="354"/>
                  </a:lnTo>
                  <a:lnTo>
                    <a:pt x="1272" y="336"/>
                  </a:lnTo>
                  <a:lnTo>
                    <a:pt x="1278" y="330"/>
                  </a:lnTo>
                  <a:lnTo>
                    <a:pt x="1284" y="318"/>
                  </a:lnTo>
                  <a:lnTo>
                    <a:pt x="1284" y="312"/>
                  </a:lnTo>
                  <a:lnTo>
                    <a:pt x="1290" y="306"/>
                  </a:lnTo>
                  <a:lnTo>
                    <a:pt x="1284" y="306"/>
                  </a:lnTo>
                  <a:lnTo>
                    <a:pt x="1278" y="300"/>
                  </a:lnTo>
                  <a:lnTo>
                    <a:pt x="1278" y="288"/>
                  </a:lnTo>
                  <a:lnTo>
                    <a:pt x="1266" y="276"/>
                  </a:lnTo>
                  <a:lnTo>
                    <a:pt x="1266" y="246"/>
                  </a:lnTo>
                  <a:lnTo>
                    <a:pt x="1248" y="222"/>
                  </a:lnTo>
                  <a:lnTo>
                    <a:pt x="1272" y="222"/>
                  </a:lnTo>
                  <a:lnTo>
                    <a:pt x="1272" y="216"/>
                  </a:lnTo>
                  <a:lnTo>
                    <a:pt x="1278" y="210"/>
                  </a:lnTo>
                  <a:lnTo>
                    <a:pt x="1272" y="198"/>
                  </a:lnTo>
                  <a:lnTo>
                    <a:pt x="1272" y="186"/>
                  </a:lnTo>
                  <a:lnTo>
                    <a:pt x="1266" y="180"/>
                  </a:lnTo>
                  <a:lnTo>
                    <a:pt x="1266" y="174"/>
                  </a:lnTo>
                  <a:lnTo>
                    <a:pt x="1260" y="174"/>
                  </a:lnTo>
                  <a:lnTo>
                    <a:pt x="1248" y="180"/>
                  </a:lnTo>
                  <a:lnTo>
                    <a:pt x="1236" y="180"/>
                  </a:lnTo>
                  <a:lnTo>
                    <a:pt x="1224" y="174"/>
                  </a:lnTo>
                  <a:lnTo>
                    <a:pt x="1218" y="168"/>
                  </a:lnTo>
                  <a:lnTo>
                    <a:pt x="1212" y="156"/>
                  </a:lnTo>
                  <a:lnTo>
                    <a:pt x="1212" y="144"/>
                  </a:lnTo>
                  <a:lnTo>
                    <a:pt x="1200" y="108"/>
                  </a:lnTo>
                  <a:lnTo>
                    <a:pt x="1194" y="96"/>
                  </a:lnTo>
                  <a:lnTo>
                    <a:pt x="1194" y="84"/>
                  </a:lnTo>
                  <a:lnTo>
                    <a:pt x="1188" y="78"/>
                  </a:lnTo>
                  <a:lnTo>
                    <a:pt x="1164" y="78"/>
                  </a:lnTo>
                  <a:lnTo>
                    <a:pt x="1164" y="72"/>
                  </a:lnTo>
                  <a:lnTo>
                    <a:pt x="1158" y="60"/>
                  </a:lnTo>
                  <a:lnTo>
                    <a:pt x="1152" y="54"/>
                  </a:lnTo>
                  <a:lnTo>
                    <a:pt x="1140" y="48"/>
                  </a:lnTo>
                  <a:lnTo>
                    <a:pt x="1128" y="48"/>
                  </a:lnTo>
                  <a:lnTo>
                    <a:pt x="1116" y="54"/>
                  </a:lnTo>
                  <a:lnTo>
                    <a:pt x="1110" y="60"/>
                  </a:lnTo>
                  <a:lnTo>
                    <a:pt x="1074" y="54"/>
                  </a:lnTo>
                  <a:lnTo>
                    <a:pt x="1062" y="66"/>
                  </a:lnTo>
                  <a:lnTo>
                    <a:pt x="1026" y="90"/>
                  </a:lnTo>
                  <a:lnTo>
                    <a:pt x="1014" y="96"/>
                  </a:lnTo>
                  <a:lnTo>
                    <a:pt x="930" y="96"/>
                  </a:lnTo>
                  <a:lnTo>
                    <a:pt x="876" y="108"/>
                  </a:lnTo>
                  <a:lnTo>
                    <a:pt x="810" y="84"/>
                  </a:lnTo>
                  <a:lnTo>
                    <a:pt x="786" y="96"/>
                  </a:lnTo>
                  <a:lnTo>
                    <a:pt x="786" y="90"/>
                  </a:lnTo>
                  <a:lnTo>
                    <a:pt x="780" y="84"/>
                  </a:lnTo>
                  <a:lnTo>
                    <a:pt x="774" y="72"/>
                  </a:lnTo>
                  <a:lnTo>
                    <a:pt x="768" y="66"/>
                  </a:lnTo>
                  <a:lnTo>
                    <a:pt x="756" y="66"/>
                  </a:lnTo>
                  <a:lnTo>
                    <a:pt x="744" y="72"/>
                  </a:lnTo>
                  <a:lnTo>
                    <a:pt x="738" y="78"/>
                  </a:lnTo>
                  <a:lnTo>
                    <a:pt x="708" y="60"/>
                  </a:lnTo>
                  <a:lnTo>
                    <a:pt x="708" y="36"/>
                  </a:lnTo>
                  <a:lnTo>
                    <a:pt x="660" y="48"/>
                  </a:lnTo>
                  <a:lnTo>
                    <a:pt x="636" y="30"/>
                  </a:lnTo>
                  <a:lnTo>
                    <a:pt x="630" y="12"/>
                  </a:lnTo>
                  <a:lnTo>
                    <a:pt x="624" y="12"/>
                  </a:lnTo>
                  <a:lnTo>
                    <a:pt x="618" y="18"/>
                  </a:lnTo>
                  <a:lnTo>
                    <a:pt x="600" y="18"/>
                  </a:lnTo>
                  <a:lnTo>
                    <a:pt x="588" y="24"/>
                  </a:lnTo>
                  <a:lnTo>
                    <a:pt x="558" y="24"/>
                  </a:lnTo>
                  <a:lnTo>
                    <a:pt x="534" y="18"/>
                  </a:lnTo>
                  <a:lnTo>
                    <a:pt x="504" y="18"/>
                  </a:lnTo>
                  <a:lnTo>
                    <a:pt x="492" y="24"/>
                  </a:lnTo>
                  <a:lnTo>
                    <a:pt x="456" y="36"/>
                  </a:lnTo>
                  <a:lnTo>
                    <a:pt x="444" y="42"/>
                  </a:lnTo>
                  <a:lnTo>
                    <a:pt x="438" y="48"/>
                  </a:lnTo>
                  <a:lnTo>
                    <a:pt x="426" y="54"/>
                  </a:lnTo>
                  <a:lnTo>
                    <a:pt x="414" y="66"/>
                  </a:lnTo>
                  <a:lnTo>
                    <a:pt x="408" y="66"/>
                  </a:lnTo>
                  <a:lnTo>
                    <a:pt x="396" y="90"/>
                  </a:lnTo>
                  <a:lnTo>
                    <a:pt x="378" y="90"/>
                  </a:lnTo>
                  <a:lnTo>
                    <a:pt x="354" y="84"/>
                  </a:lnTo>
                  <a:lnTo>
                    <a:pt x="294" y="84"/>
                  </a:lnTo>
                  <a:lnTo>
                    <a:pt x="282" y="78"/>
                  </a:lnTo>
                  <a:lnTo>
                    <a:pt x="264" y="78"/>
                  </a:lnTo>
                  <a:lnTo>
                    <a:pt x="252" y="72"/>
                  </a:lnTo>
                  <a:lnTo>
                    <a:pt x="240" y="72"/>
                  </a:lnTo>
                  <a:lnTo>
                    <a:pt x="234" y="66"/>
                  </a:lnTo>
                  <a:lnTo>
                    <a:pt x="198" y="66"/>
                  </a:lnTo>
                  <a:lnTo>
                    <a:pt x="186" y="54"/>
                  </a:lnTo>
                  <a:lnTo>
                    <a:pt x="180" y="36"/>
                  </a:lnTo>
                  <a:lnTo>
                    <a:pt x="180" y="24"/>
                  </a:lnTo>
                  <a:lnTo>
                    <a:pt x="168" y="24"/>
                  </a:lnTo>
                  <a:lnTo>
                    <a:pt x="156" y="18"/>
                  </a:lnTo>
                  <a:lnTo>
                    <a:pt x="144" y="18"/>
                  </a:lnTo>
                  <a:lnTo>
                    <a:pt x="132" y="0"/>
                  </a:lnTo>
                  <a:lnTo>
                    <a:pt x="120" y="18"/>
                  </a:lnTo>
                  <a:lnTo>
                    <a:pt x="90" y="12"/>
                  </a:lnTo>
                  <a:lnTo>
                    <a:pt x="72" y="36"/>
                  </a:lnTo>
                  <a:lnTo>
                    <a:pt x="78" y="42"/>
                  </a:lnTo>
                  <a:lnTo>
                    <a:pt x="90" y="42"/>
                  </a:lnTo>
                  <a:lnTo>
                    <a:pt x="90" y="48"/>
                  </a:lnTo>
                  <a:lnTo>
                    <a:pt x="96" y="54"/>
                  </a:lnTo>
                  <a:lnTo>
                    <a:pt x="96" y="66"/>
                  </a:lnTo>
                  <a:lnTo>
                    <a:pt x="78" y="66"/>
                  </a:lnTo>
                  <a:lnTo>
                    <a:pt x="72" y="72"/>
                  </a:lnTo>
                  <a:lnTo>
                    <a:pt x="72" y="78"/>
                  </a:lnTo>
                  <a:lnTo>
                    <a:pt x="78" y="84"/>
                  </a:lnTo>
                  <a:lnTo>
                    <a:pt x="78" y="96"/>
                  </a:lnTo>
                  <a:lnTo>
                    <a:pt x="72" y="108"/>
                  </a:lnTo>
                  <a:lnTo>
                    <a:pt x="72" y="114"/>
                  </a:lnTo>
                  <a:lnTo>
                    <a:pt x="66" y="120"/>
                  </a:lnTo>
                  <a:lnTo>
                    <a:pt x="66" y="132"/>
                  </a:lnTo>
                  <a:lnTo>
                    <a:pt x="72" y="132"/>
                  </a:lnTo>
                  <a:lnTo>
                    <a:pt x="90" y="126"/>
                  </a:lnTo>
                  <a:lnTo>
                    <a:pt x="102" y="126"/>
                  </a:lnTo>
                  <a:lnTo>
                    <a:pt x="108" y="120"/>
                  </a:lnTo>
                  <a:lnTo>
                    <a:pt x="114" y="120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6" y="126"/>
                  </a:lnTo>
                  <a:lnTo>
                    <a:pt x="138" y="120"/>
                  </a:lnTo>
                  <a:lnTo>
                    <a:pt x="162" y="96"/>
                  </a:lnTo>
                  <a:lnTo>
                    <a:pt x="168" y="96"/>
                  </a:lnTo>
                  <a:lnTo>
                    <a:pt x="174" y="90"/>
                  </a:lnTo>
                  <a:lnTo>
                    <a:pt x="186" y="90"/>
                  </a:lnTo>
                  <a:lnTo>
                    <a:pt x="204" y="84"/>
                  </a:lnTo>
                  <a:lnTo>
                    <a:pt x="216" y="84"/>
                  </a:lnTo>
                  <a:lnTo>
                    <a:pt x="252" y="102"/>
                  </a:lnTo>
                  <a:lnTo>
                    <a:pt x="270" y="108"/>
                  </a:lnTo>
                  <a:lnTo>
                    <a:pt x="282" y="108"/>
                  </a:lnTo>
                  <a:lnTo>
                    <a:pt x="288" y="114"/>
                  </a:lnTo>
                  <a:lnTo>
                    <a:pt x="294" y="114"/>
                  </a:lnTo>
                  <a:lnTo>
                    <a:pt x="270" y="114"/>
                  </a:lnTo>
                  <a:lnTo>
                    <a:pt x="258" y="120"/>
                  </a:lnTo>
                  <a:lnTo>
                    <a:pt x="246" y="120"/>
                  </a:lnTo>
                  <a:lnTo>
                    <a:pt x="246" y="132"/>
                  </a:lnTo>
                  <a:lnTo>
                    <a:pt x="240" y="138"/>
                  </a:lnTo>
                  <a:lnTo>
                    <a:pt x="186" y="144"/>
                  </a:lnTo>
                  <a:lnTo>
                    <a:pt x="138" y="138"/>
                  </a:lnTo>
                  <a:lnTo>
                    <a:pt x="120" y="138"/>
                  </a:lnTo>
                  <a:lnTo>
                    <a:pt x="96" y="150"/>
                  </a:lnTo>
                  <a:lnTo>
                    <a:pt x="84" y="162"/>
                  </a:lnTo>
                  <a:lnTo>
                    <a:pt x="84" y="174"/>
                  </a:lnTo>
                  <a:lnTo>
                    <a:pt x="78" y="192"/>
                  </a:lnTo>
                  <a:lnTo>
                    <a:pt x="78" y="204"/>
                  </a:lnTo>
                  <a:lnTo>
                    <a:pt x="72" y="210"/>
                  </a:lnTo>
                  <a:lnTo>
                    <a:pt x="72" y="216"/>
                  </a:lnTo>
                  <a:lnTo>
                    <a:pt x="114" y="216"/>
                  </a:lnTo>
                  <a:lnTo>
                    <a:pt x="114" y="240"/>
                  </a:lnTo>
                  <a:lnTo>
                    <a:pt x="120" y="246"/>
                  </a:lnTo>
                  <a:lnTo>
                    <a:pt x="126" y="258"/>
                  </a:lnTo>
                  <a:lnTo>
                    <a:pt x="132" y="264"/>
                  </a:lnTo>
                  <a:lnTo>
                    <a:pt x="126" y="282"/>
                  </a:lnTo>
                  <a:lnTo>
                    <a:pt x="138" y="300"/>
                  </a:lnTo>
                  <a:lnTo>
                    <a:pt x="126" y="318"/>
                  </a:lnTo>
                  <a:lnTo>
                    <a:pt x="162" y="354"/>
                  </a:lnTo>
                  <a:lnTo>
                    <a:pt x="156" y="390"/>
                  </a:lnTo>
                  <a:lnTo>
                    <a:pt x="210" y="414"/>
                  </a:lnTo>
                  <a:lnTo>
                    <a:pt x="216" y="444"/>
                  </a:lnTo>
                  <a:lnTo>
                    <a:pt x="216" y="438"/>
                  </a:lnTo>
                  <a:lnTo>
                    <a:pt x="222" y="438"/>
                  </a:lnTo>
                  <a:lnTo>
                    <a:pt x="222" y="432"/>
                  </a:lnTo>
                  <a:lnTo>
                    <a:pt x="228" y="432"/>
                  </a:lnTo>
                  <a:lnTo>
                    <a:pt x="252" y="444"/>
                  </a:lnTo>
                  <a:lnTo>
                    <a:pt x="258" y="444"/>
                  </a:lnTo>
                  <a:lnTo>
                    <a:pt x="264" y="450"/>
                  </a:lnTo>
                  <a:lnTo>
                    <a:pt x="270" y="462"/>
                  </a:lnTo>
                  <a:lnTo>
                    <a:pt x="282" y="468"/>
                  </a:lnTo>
                  <a:lnTo>
                    <a:pt x="294" y="468"/>
                  </a:lnTo>
                  <a:lnTo>
                    <a:pt x="312" y="474"/>
                  </a:lnTo>
                  <a:lnTo>
                    <a:pt x="372" y="474"/>
                  </a:lnTo>
                  <a:lnTo>
                    <a:pt x="372" y="450"/>
                  </a:lnTo>
                  <a:lnTo>
                    <a:pt x="378" y="438"/>
                  </a:lnTo>
                  <a:lnTo>
                    <a:pt x="390" y="426"/>
                  </a:lnTo>
                  <a:lnTo>
                    <a:pt x="408" y="426"/>
                  </a:lnTo>
                  <a:lnTo>
                    <a:pt x="432" y="432"/>
                  </a:lnTo>
                  <a:lnTo>
                    <a:pt x="468" y="444"/>
                  </a:lnTo>
                  <a:lnTo>
                    <a:pt x="474" y="450"/>
                  </a:lnTo>
                  <a:lnTo>
                    <a:pt x="480" y="450"/>
                  </a:lnTo>
                  <a:lnTo>
                    <a:pt x="480" y="456"/>
                  </a:lnTo>
                  <a:lnTo>
                    <a:pt x="486" y="468"/>
                  </a:lnTo>
                  <a:lnTo>
                    <a:pt x="486" y="474"/>
                  </a:lnTo>
                  <a:lnTo>
                    <a:pt x="492" y="480"/>
                  </a:lnTo>
                  <a:lnTo>
                    <a:pt x="504" y="486"/>
                  </a:lnTo>
                  <a:lnTo>
                    <a:pt x="564" y="486"/>
                  </a:lnTo>
                  <a:lnTo>
                    <a:pt x="576" y="480"/>
                  </a:lnTo>
                  <a:lnTo>
                    <a:pt x="594" y="474"/>
                  </a:lnTo>
                  <a:lnTo>
                    <a:pt x="606" y="462"/>
                  </a:lnTo>
                  <a:lnTo>
                    <a:pt x="618" y="456"/>
                  </a:lnTo>
                  <a:lnTo>
                    <a:pt x="630" y="444"/>
                  </a:lnTo>
                  <a:lnTo>
                    <a:pt x="648" y="438"/>
                  </a:lnTo>
                  <a:lnTo>
                    <a:pt x="660" y="432"/>
                  </a:lnTo>
                  <a:lnTo>
                    <a:pt x="672" y="432"/>
                  </a:lnTo>
                  <a:lnTo>
                    <a:pt x="684" y="438"/>
                  </a:lnTo>
                  <a:lnTo>
                    <a:pt x="690" y="444"/>
                  </a:lnTo>
                  <a:lnTo>
                    <a:pt x="696" y="444"/>
                  </a:lnTo>
                  <a:lnTo>
                    <a:pt x="702" y="450"/>
                  </a:lnTo>
                  <a:lnTo>
                    <a:pt x="714" y="450"/>
                  </a:lnTo>
                  <a:lnTo>
                    <a:pt x="726" y="444"/>
                  </a:lnTo>
                  <a:lnTo>
                    <a:pt x="732" y="432"/>
                  </a:lnTo>
                  <a:lnTo>
                    <a:pt x="744" y="420"/>
                  </a:lnTo>
                  <a:lnTo>
                    <a:pt x="756" y="432"/>
                  </a:lnTo>
                  <a:lnTo>
                    <a:pt x="756" y="444"/>
                  </a:lnTo>
                  <a:lnTo>
                    <a:pt x="750" y="450"/>
                  </a:lnTo>
                  <a:lnTo>
                    <a:pt x="744" y="462"/>
                  </a:lnTo>
                  <a:lnTo>
                    <a:pt x="744" y="468"/>
                  </a:lnTo>
                  <a:lnTo>
                    <a:pt x="738" y="474"/>
                  </a:lnTo>
                  <a:lnTo>
                    <a:pt x="738" y="486"/>
                  </a:lnTo>
                  <a:lnTo>
                    <a:pt x="744" y="492"/>
                  </a:lnTo>
                  <a:lnTo>
                    <a:pt x="744" y="498"/>
                  </a:lnTo>
                  <a:lnTo>
                    <a:pt x="756" y="510"/>
                  </a:lnTo>
                  <a:lnTo>
                    <a:pt x="768" y="510"/>
                  </a:lnTo>
                  <a:lnTo>
                    <a:pt x="768" y="504"/>
                  </a:lnTo>
                  <a:lnTo>
                    <a:pt x="774" y="498"/>
                  </a:lnTo>
                  <a:lnTo>
                    <a:pt x="774" y="480"/>
                  </a:lnTo>
                  <a:lnTo>
                    <a:pt x="780" y="486"/>
                  </a:lnTo>
                  <a:lnTo>
                    <a:pt x="792" y="486"/>
                  </a:lnTo>
                  <a:lnTo>
                    <a:pt x="792" y="462"/>
                  </a:lnTo>
                  <a:lnTo>
                    <a:pt x="786" y="462"/>
                  </a:lnTo>
                  <a:lnTo>
                    <a:pt x="786" y="432"/>
                  </a:lnTo>
                  <a:lnTo>
                    <a:pt x="810" y="432"/>
                  </a:lnTo>
                  <a:lnTo>
                    <a:pt x="804" y="438"/>
                  </a:lnTo>
                  <a:lnTo>
                    <a:pt x="804" y="444"/>
                  </a:lnTo>
                  <a:lnTo>
                    <a:pt x="840" y="444"/>
                  </a:lnTo>
                  <a:lnTo>
                    <a:pt x="858" y="438"/>
                  </a:lnTo>
                  <a:lnTo>
                    <a:pt x="864" y="432"/>
                  </a:lnTo>
                  <a:lnTo>
                    <a:pt x="870" y="432"/>
                  </a:lnTo>
                  <a:lnTo>
                    <a:pt x="888" y="414"/>
                  </a:lnTo>
                  <a:lnTo>
                    <a:pt x="894" y="414"/>
                  </a:lnTo>
                  <a:lnTo>
                    <a:pt x="900" y="420"/>
                  </a:lnTo>
                  <a:lnTo>
                    <a:pt x="912" y="426"/>
                  </a:lnTo>
                  <a:lnTo>
                    <a:pt x="924" y="438"/>
                  </a:lnTo>
                  <a:lnTo>
                    <a:pt x="942" y="438"/>
                  </a:lnTo>
                  <a:lnTo>
                    <a:pt x="954" y="444"/>
                  </a:lnTo>
                  <a:lnTo>
                    <a:pt x="966" y="444"/>
                  </a:lnTo>
                  <a:lnTo>
                    <a:pt x="978" y="438"/>
                  </a:lnTo>
                  <a:lnTo>
                    <a:pt x="996" y="438"/>
                  </a:lnTo>
                  <a:lnTo>
                    <a:pt x="1002" y="432"/>
                  </a:lnTo>
                  <a:lnTo>
                    <a:pt x="1014" y="426"/>
                  </a:lnTo>
                  <a:lnTo>
                    <a:pt x="1026" y="414"/>
                  </a:lnTo>
                  <a:lnTo>
                    <a:pt x="1038" y="408"/>
                  </a:lnTo>
                  <a:lnTo>
                    <a:pt x="1086" y="408"/>
                  </a:lnTo>
                  <a:lnTo>
                    <a:pt x="1092" y="414"/>
                  </a:lnTo>
                  <a:lnTo>
                    <a:pt x="1110" y="414"/>
                  </a:lnTo>
                  <a:lnTo>
                    <a:pt x="1122" y="402"/>
                  </a:lnTo>
                  <a:lnTo>
                    <a:pt x="1146" y="402"/>
                  </a:lnTo>
                  <a:lnTo>
                    <a:pt x="1152" y="390"/>
                  </a:lnTo>
                  <a:lnTo>
                    <a:pt x="1152" y="384"/>
                  </a:lnTo>
                  <a:lnTo>
                    <a:pt x="1158" y="384"/>
                  </a:lnTo>
                  <a:lnTo>
                    <a:pt x="1158" y="408"/>
                  </a:lnTo>
                  <a:lnTo>
                    <a:pt x="1164" y="414"/>
                  </a:lnTo>
                  <a:lnTo>
                    <a:pt x="1170" y="414"/>
                  </a:lnTo>
                  <a:lnTo>
                    <a:pt x="1182" y="408"/>
                  </a:lnTo>
                  <a:lnTo>
                    <a:pt x="1188" y="402"/>
                  </a:lnTo>
                  <a:lnTo>
                    <a:pt x="1188" y="390"/>
                  </a:lnTo>
                  <a:lnTo>
                    <a:pt x="1230" y="390"/>
                  </a:lnTo>
                  <a:lnTo>
                    <a:pt x="1242" y="402"/>
                  </a:lnTo>
                  <a:lnTo>
                    <a:pt x="1254" y="402"/>
                  </a:lnTo>
                  <a:lnTo>
                    <a:pt x="1260" y="396"/>
                  </a:lnTo>
                  <a:lnTo>
                    <a:pt x="1260" y="390"/>
                  </a:lnTo>
                  <a:lnTo>
                    <a:pt x="1284" y="390"/>
                  </a:lnTo>
                  <a:lnTo>
                    <a:pt x="1290" y="396"/>
                  </a:lnTo>
                  <a:lnTo>
                    <a:pt x="1290" y="414"/>
                  </a:lnTo>
                  <a:lnTo>
                    <a:pt x="1332" y="402"/>
                  </a:lnTo>
                  <a:close/>
                  <a:moveTo>
                    <a:pt x="102" y="282"/>
                  </a:moveTo>
                  <a:lnTo>
                    <a:pt x="96" y="282"/>
                  </a:lnTo>
                  <a:lnTo>
                    <a:pt x="96" y="312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14" y="324"/>
                  </a:lnTo>
                  <a:lnTo>
                    <a:pt x="114" y="318"/>
                  </a:lnTo>
                  <a:lnTo>
                    <a:pt x="120" y="312"/>
                  </a:lnTo>
                  <a:lnTo>
                    <a:pt x="120" y="300"/>
                  </a:lnTo>
                  <a:lnTo>
                    <a:pt x="102" y="282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83" name="Togo" descr="© INSCALE GmbH, 05.05.2010&#10;http://www.presentationload.com/">
              <a:extLst>
                <a:ext uri="{FF2B5EF4-FFF2-40B4-BE49-F238E27FC236}">
                  <a16:creationId xmlns:a16="http://schemas.microsoft.com/office/drawing/2014/main" id="{94EAAA8E-1C45-4611-90EF-9D9E4B82C3DA}"/>
                </a:ext>
              </a:extLst>
            </p:cNvPr>
            <p:cNvSpPr>
              <a:spLocks/>
            </p:cNvSpPr>
            <p:nvPr/>
          </p:nvSpPr>
          <p:spPr bwMode="gray">
            <a:xfrm>
              <a:off x="3729401" y="2709120"/>
              <a:ext cx="46528" cy="132297"/>
            </a:xfrm>
            <a:custGeom>
              <a:avLst/>
              <a:gdLst>
                <a:gd name="T0" fmla="*/ 2147483647 w 138"/>
                <a:gd name="T1" fmla="*/ 2147483647 h 402"/>
                <a:gd name="T2" fmla="*/ 2147483647 w 138"/>
                <a:gd name="T3" fmla="*/ 2147483647 h 402"/>
                <a:gd name="T4" fmla="*/ 2147483647 w 138"/>
                <a:gd name="T5" fmla="*/ 2147483647 h 402"/>
                <a:gd name="T6" fmla="*/ 2147483647 w 138"/>
                <a:gd name="T7" fmla="*/ 2147483647 h 402"/>
                <a:gd name="T8" fmla="*/ 2147483647 w 138"/>
                <a:gd name="T9" fmla="*/ 2147483647 h 402"/>
                <a:gd name="T10" fmla="*/ 2147483647 w 138"/>
                <a:gd name="T11" fmla="*/ 2147483647 h 402"/>
                <a:gd name="T12" fmla="*/ 2147483647 w 138"/>
                <a:gd name="T13" fmla="*/ 2147483647 h 402"/>
                <a:gd name="T14" fmla="*/ 2147483647 w 138"/>
                <a:gd name="T15" fmla="*/ 2147483647 h 402"/>
                <a:gd name="T16" fmla="*/ 2147483647 w 138"/>
                <a:gd name="T17" fmla="*/ 2147483647 h 402"/>
                <a:gd name="T18" fmla="*/ 2147483647 w 138"/>
                <a:gd name="T19" fmla="*/ 2147483647 h 402"/>
                <a:gd name="T20" fmla="*/ 2147483647 w 138"/>
                <a:gd name="T21" fmla="*/ 2147483647 h 402"/>
                <a:gd name="T22" fmla="*/ 2147483647 w 138"/>
                <a:gd name="T23" fmla="*/ 2147483647 h 402"/>
                <a:gd name="T24" fmla="*/ 2147483647 w 138"/>
                <a:gd name="T25" fmla="*/ 2147483647 h 402"/>
                <a:gd name="T26" fmla="*/ 2147483647 w 138"/>
                <a:gd name="T27" fmla="*/ 2147483647 h 402"/>
                <a:gd name="T28" fmla="*/ 2147483647 w 138"/>
                <a:gd name="T29" fmla="*/ 2147483647 h 402"/>
                <a:gd name="T30" fmla="*/ 2147483647 w 138"/>
                <a:gd name="T31" fmla="*/ 2147483647 h 402"/>
                <a:gd name="T32" fmla="*/ 2147483647 w 138"/>
                <a:gd name="T33" fmla="*/ 0 h 402"/>
                <a:gd name="T34" fmla="*/ 2147483647 w 138"/>
                <a:gd name="T35" fmla="*/ 0 h 402"/>
                <a:gd name="T36" fmla="*/ 2147483647 w 138"/>
                <a:gd name="T37" fmla="*/ 2147483647 h 402"/>
                <a:gd name="T38" fmla="*/ 0 w 138"/>
                <a:gd name="T39" fmla="*/ 2147483647 h 402"/>
                <a:gd name="T40" fmla="*/ 2147483647 w 138"/>
                <a:gd name="T41" fmla="*/ 2147483647 h 402"/>
                <a:gd name="T42" fmla="*/ 2147483647 w 138"/>
                <a:gd name="T43" fmla="*/ 2147483647 h 402"/>
                <a:gd name="T44" fmla="*/ 2147483647 w 138"/>
                <a:gd name="T45" fmla="*/ 2147483647 h 402"/>
                <a:gd name="T46" fmla="*/ 2147483647 w 138"/>
                <a:gd name="T47" fmla="*/ 2147483647 h 402"/>
                <a:gd name="T48" fmla="*/ 2147483647 w 138"/>
                <a:gd name="T49" fmla="*/ 2147483647 h 402"/>
                <a:gd name="T50" fmla="*/ 2147483647 w 138"/>
                <a:gd name="T51" fmla="*/ 2147483647 h 402"/>
                <a:gd name="T52" fmla="*/ 2147483647 w 138"/>
                <a:gd name="T53" fmla="*/ 2147483647 h 402"/>
                <a:gd name="T54" fmla="*/ 2147483647 w 138"/>
                <a:gd name="T55" fmla="*/ 2147483647 h 402"/>
                <a:gd name="T56" fmla="*/ 2147483647 w 138"/>
                <a:gd name="T57" fmla="*/ 2147483647 h 402"/>
                <a:gd name="T58" fmla="*/ 2147483647 w 138"/>
                <a:gd name="T59" fmla="*/ 2147483647 h 402"/>
                <a:gd name="T60" fmla="*/ 2147483647 w 138"/>
                <a:gd name="T61" fmla="*/ 2147483647 h 402"/>
                <a:gd name="T62" fmla="*/ 2147483647 w 138"/>
                <a:gd name="T63" fmla="*/ 2147483647 h 402"/>
                <a:gd name="T64" fmla="*/ 2147483647 w 138"/>
                <a:gd name="T65" fmla="*/ 2147483647 h 402"/>
                <a:gd name="T66" fmla="*/ 2147483647 w 138"/>
                <a:gd name="T67" fmla="*/ 2147483647 h 402"/>
                <a:gd name="T68" fmla="*/ 2147483647 w 138"/>
                <a:gd name="T69" fmla="*/ 2147483647 h 402"/>
                <a:gd name="T70" fmla="*/ 2147483647 w 138"/>
                <a:gd name="T71" fmla="*/ 2147483647 h 402"/>
                <a:gd name="T72" fmla="*/ 2147483647 w 138"/>
                <a:gd name="T73" fmla="*/ 2147483647 h 402"/>
                <a:gd name="T74" fmla="*/ 2147483647 w 138"/>
                <a:gd name="T75" fmla="*/ 2147483647 h 402"/>
                <a:gd name="T76" fmla="*/ 2147483647 w 138"/>
                <a:gd name="T77" fmla="*/ 2147483647 h 402"/>
                <a:gd name="T78" fmla="*/ 2147483647 w 138"/>
                <a:gd name="T79" fmla="*/ 2147483647 h 402"/>
                <a:gd name="T80" fmla="*/ 2147483647 w 138"/>
                <a:gd name="T81" fmla="*/ 2147483647 h 402"/>
                <a:gd name="T82" fmla="*/ 2147483647 w 138"/>
                <a:gd name="T83" fmla="*/ 2147483647 h 402"/>
                <a:gd name="T84" fmla="*/ 2147483647 w 138"/>
                <a:gd name="T85" fmla="*/ 2147483647 h 402"/>
                <a:gd name="T86" fmla="*/ 2147483647 w 138"/>
                <a:gd name="T87" fmla="*/ 2147483647 h 402"/>
                <a:gd name="T88" fmla="*/ 2147483647 w 138"/>
                <a:gd name="T89" fmla="*/ 2147483647 h 402"/>
                <a:gd name="T90" fmla="*/ 2147483647 w 138"/>
                <a:gd name="T91" fmla="*/ 2147483647 h 402"/>
                <a:gd name="T92" fmla="*/ 2147483647 w 138"/>
                <a:gd name="T93" fmla="*/ 2147483647 h 402"/>
                <a:gd name="T94" fmla="*/ 2147483647 w 138"/>
                <a:gd name="T95" fmla="*/ 2147483647 h 402"/>
                <a:gd name="T96" fmla="*/ 2147483647 w 138"/>
                <a:gd name="T97" fmla="*/ 2147483647 h 402"/>
                <a:gd name="T98" fmla="*/ 2147483647 w 138"/>
                <a:gd name="T99" fmla="*/ 2147483647 h 402"/>
                <a:gd name="T100" fmla="*/ 2147483647 w 138"/>
                <a:gd name="T101" fmla="*/ 2147483647 h 402"/>
                <a:gd name="T102" fmla="*/ 2147483647 w 138"/>
                <a:gd name="T103" fmla="*/ 2147483647 h 40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38"/>
                <a:gd name="T157" fmla="*/ 0 h 402"/>
                <a:gd name="T158" fmla="*/ 138 w 138"/>
                <a:gd name="T159" fmla="*/ 402 h 40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38" h="402">
                  <a:moveTo>
                    <a:pt x="126" y="354"/>
                  </a:moveTo>
                  <a:lnTo>
                    <a:pt x="120" y="288"/>
                  </a:lnTo>
                  <a:lnTo>
                    <a:pt x="132" y="282"/>
                  </a:lnTo>
                  <a:lnTo>
                    <a:pt x="120" y="270"/>
                  </a:lnTo>
                  <a:lnTo>
                    <a:pt x="120" y="210"/>
                  </a:lnTo>
                  <a:lnTo>
                    <a:pt x="132" y="198"/>
                  </a:lnTo>
                  <a:lnTo>
                    <a:pt x="126" y="186"/>
                  </a:lnTo>
                  <a:lnTo>
                    <a:pt x="126" y="156"/>
                  </a:lnTo>
                  <a:lnTo>
                    <a:pt x="120" y="144"/>
                  </a:lnTo>
                  <a:lnTo>
                    <a:pt x="108" y="132"/>
                  </a:lnTo>
                  <a:lnTo>
                    <a:pt x="108" y="90"/>
                  </a:lnTo>
                  <a:lnTo>
                    <a:pt x="78" y="60"/>
                  </a:lnTo>
                  <a:lnTo>
                    <a:pt x="66" y="54"/>
                  </a:lnTo>
                  <a:lnTo>
                    <a:pt x="66" y="24"/>
                  </a:lnTo>
                  <a:lnTo>
                    <a:pt x="72" y="6"/>
                  </a:lnTo>
                  <a:lnTo>
                    <a:pt x="54" y="6"/>
                  </a:lnTo>
                  <a:lnTo>
                    <a:pt x="30" y="0"/>
                  </a:lnTo>
                  <a:lnTo>
                    <a:pt x="12" y="0"/>
                  </a:lnTo>
                  <a:lnTo>
                    <a:pt x="12" y="18"/>
                  </a:lnTo>
                  <a:lnTo>
                    <a:pt x="0" y="30"/>
                  </a:lnTo>
                  <a:lnTo>
                    <a:pt x="36" y="54"/>
                  </a:lnTo>
                  <a:lnTo>
                    <a:pt x="24" y="132"/>
                  </a:lnTo>
                  <a:lnTo>
                    <a:pt x="36" y="120"/>
                  </a:lnTo>
                  <a:lnTo>
                    <a:pt x="42" y="120"/>
                  </a:lnTo>
                  <a:lnTo>
                    <a:pt x="48" y="126"/>
                  </a:lnTo>
                  <a:lnTo>
                    <a:pt x="48" y="150"/>
                  </a:lnTo>
                  <a:lnTo>
                    <a:pt x="42" y="162"/>
                  </a:lnTo>
                  <a:lnTo>
                    <a:pt x="54" y="174"/>
                  </a:lnTo>
                  <a:lnTo>
                    <a:pt x="54" y="180"/>
                  </a:lnTo>
                  <a:lnTo>
                    <a:pt x="48" y="180"/>
                  </a:lnTo>
                  <a:lnTo>
                    <a:pt x="36" y="192"/>
                  </a:lnTo>
                  <a:lnTo>
                    <a:pt x="42" y="198"/>
                  </a:lnTo>
                  <a:lnTo>
                    <a:pt x="54" y="204"/>
                  </a:lnTo>
                  <a:lnTo>
                    <a:pt x="60" y="210"/>
                  </a:lnTo>
                  <a:lnTo>
                    <a:pt x="60" y="222"/>
                  </a:lnTo>
                  <a:lnTo>
                    <a:pt x="54" y="228"/>
                  </a:lnTo>
                  <a:lnTo>
                    <a:pt x="54" y="270"/>
                  </a:lnTo>
                  <a:lnTo>
                    <a:pt x="48" y="276"/>
                  </a:lnTo>
                  <a:lnTo>
                    <a:pt x="48" y="294"/>
                  </a:lnTo>
                  <a:lnTo>
                    <a:pt x="54" y="294"/>
                  </a:lnTo>
                  <a:lnTo>
                    <a:pt x="60" y="300"/>
                  </a:lnTo>
                  <a:lnTo>
                    <a:pt x="60" y="312"/>
                  </a:lnTo>
                  <a:lnTo>
                    <a:pt x="54" y="324"/>
                  </a:lnTo>
                  <a:lnTo>
                    <a:pt x="54" y="336"/>
                  </a:lnTo>
                  <a:lnTo>
                    <a:pt x="66" y="378"/>
                  </a:lnTo>
                  <a:lnTo>
                    <a:pt x="96" y="402"/>
                  </a:lnTo>
                  <a:lnTo>
                    <a:pt x="108" y="396"/>
                  </a:lnTo>
                  <a:lnTo>
                    <a:pt x="120" y="384"/>
                  </a:lnTo>
                  <a:lnTo>
                    <a:pt x="138" y="384"/>
                  </a:lnTo>
                  <a:lnTo>
                    <a:pt x="138" y="372"/>
                  </a:lnTo>
                  <a:lnTo>
                    <a:pt x="126" y="360"/>
                  </a:lnTo>
                  <a:lnTo>
                    <a:pt x="126" y="354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84" name="Tanzania" descr="© INSCALE GmbH, 05.05.2010&#10;http://www.presentationload.com/">
              <a:extLst>
                <a:ext uri="{FF2B5EF4-FFF2-40B4-BE49-F238E27FC236}">
                  <a16:creationId xmlns:a16="http://schemas.microsoft.com/office/drawing/2014/main" id="{C90C57EB-A6D8-4FFD-9EE4-E36D29CC6B03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428599" y="3028942"/>
              <a:ext cx="253314" cy="285141"/>
            </a:xfrm>
            <a:custGeom>
              <a:avLst/>
              <a:gdLst>
                <a:gd name="T0" fmla="*/ 2147483647 w 768"/>
                <a:gd name="T1" fmla="*/ 2147483647 h 870"/>
                <a:gd name="T2" fmla="*/ 2147483647 w 768"/>
                <a:gd name="T3" fmla="*/ 2147483647 h 870"/>
                <a:gd name="T4" fmla="*/ 2147483647 w 768"/>
                <a:gd name="T5" fmla="*/ 2147483647 h 870"/>
                <a:gd name="T6" fmla="*/ 2147483647 w 768"/>
                <a:gd name="T7" fmla="*/ 2147483647 h 870"/>
                <a:gd name="T8" fmla="*/ 2147483647 w 768"/>
                <a:gd name="T9" fmla="*/ 2147483647 h 870"/>
                <a:gd name="T10" fmla="*/ 2147483647 w 768"/>
                <a:gd name="T11" fmla="*/ 2147483647 h 870"/>
                <a:gd name="T12" fmla="*/ 2147483647 w 768"/>
                <a:gd name="T13" fmla="*/ 2147483647 h 870"/>
                <a:gd name="T14" fmla="*/ 2147483647 w 768"/>
                <a:gd name="T15" fmla="*/ 2147483647 h 870"/>
                <a:gd name="T16" fmla="*/ 2147483647 w 768"/>
                <a:gd name="T17" fmla="*/ 2147483647 h 870"/>
                <a:gd name="T18" fmla="*/ 2147483647 w 768"/>
                <a:gd name="T19" fmla="*/ 2147483647 h 870"/>
                <a:gd name="T20" fmla="*/ 2147483647 w 768"/>
                <a:gd name="T21" fmla="*/ 2147483647 h 870"/>
                <a:gd name="T22" fmla="*/ 2147483647 w 768"/>
                <a:gd name="T23" fmla="*/ 2147483647 h 870"/>
                <a:gd name="T24" fmla="*/ 2147483647 w 768"/>
                <a:gd name="T25" fmla="*/ 2147483647 h 870"/>
                <a:gd name="T26" fmla="*/ 2147483647 w 768"/>
                <a:gd name="T27" fmla="*/ 2147483647 h 870"/>
                <a:gd name="T28" fmla="*/ 2147483647 w 768"/>
                <a:gd name="T29" fmla="*/ 2147483647 h 870"/>
                <a:gd name="T30" fmla="*/ 2147483647 w 768"/>
                <a:gd name="T31" fmla="*/ 2147483647 h 870"/>
                <a:gd name="T32" fmla="*/ 2147483647 w 768"/>
                <a:gd name="T33" fmla="*/ 2147483647 h 870"/>
                <a:gd name="T34" fmla="*/ 2147483647 w 768"/>
                <a:gd name="T35" fmla="*/ 2147483647 h 870"/>
                <a:gd name="T36" fmla="*/ 2147483647 w 768"/>
                <a:gd name="T37" fmla="*/ 2147483647 h 870"/>
                <a:gd name="T38" fmla="*/ 2147483647 w 768"/>
                <a:gd name="T39" fmla="*/ 2147483647 h 870"/>
                <a:gd name="T40" fmla="*/ 2147483647 w 768"/>
                <a:gd name="T41" fmla="*/ 2147483647 h 870"/>
                <a:gd name="T42" fmla="*/ 2147483647 w 768"/>
                <a:gd name="T43" fmla="*/ 2147483647 h 870"/>
                <a:gd name="T44" fmla="*/ 2147483647 w 768"/>
                <a:gd name="T45" fmla="*/ 2147483647 h 870"/>
                <a:gd name="T46" fmla="*/ 2147483647 w 768"/>
                <a:gd name="T47" fmla="*/ 2147483647 h 870"/>
                <a:gd name="T48" fmla="*/ 2147483647 w 768"/>
                <a:gd name="T49" fmla="*/ 2147483647 h 870"/>
                <a:gd name="T50" fmla="*/ 2147483647 w 768"/>
                <a:gd name="T51" fmla="*/ 2147483647 h 870"/>
                <a:gd name="T52" fmla="*/ 2147483647 w 768"/>
                <a:gd name="T53" fmla="*/ 2147483647 h 870"/>
                <a:gd name="T54" fmla="*/ 2147483647 w 768"/>
                <a:gd name="T55" fmla="*/ 2147483647 h 870"/>
                <a:gd name="T56" fmla="*/ 2147483647 w 768"/>
                <a:gd name="T57" fmla="*/ 2147483647 h 870"/>
                <a:gd name="T58" fmla="*/ 2147483647 w 768"/>
                <a:gd name="T59" fmla="*/ 2147483647 h 870"/>
                <a:gd name="T60" fmla="*/ 2147483647 w 768"/>
                <a:gd name="T61" fmla="*/ 2147483647 h 870"/>
                <a:gd name="T62" fmla="*/ 2147483647 w 768"/>
                <a:gd name="T63" fmla="*/ 2147483647 h 870"/>
                <a:gd name="T64" fmla="*/ 2147483647 w 768"/>
                <a:gd name="T65" fmla="*/ 2147483647 h 870"/>
                <a:gd name="T66" fmla="*/ 2147483647 w 768"/>
                <a:gd name="T67" fmla="*/ 2147483647 h 870"/>
                <a:gd name="T68" fmla="*/ 2147483647 w 768"/>
                <a:gd name="T69" fmla="*/ 2147483647 h 870"/>
                <a:gd name="T70" fmla="*/ 2147483647 w 768"/>
                <a:gd name="T71" fmla="*/ 2147483647 h 870"/>
                <a:gd name="T72" fmla="*/ 2147483647 w 768"/>
                <a:gd name="T73" fmla="*/ 2147483647 h 870"/>
                <a:gd name="T74" fmla="*/ 2147483647 w 768"/>
                <a:gd name="T75" fmla="*/ 2147483647 h 870"/>
                <a:gd name="T76" fmla="*/ 2147483647 w 768"/>
                <a:gd name="T77" fmla="*/ 2147483647 h 870"/>
                <a:gd name="T78" fmla="*/ 2147483647 w 768"/>
                <a:gd name="T79" fmla="*/ 2147483647 h 870"/>
                <a:gd name="T80" fmla="*/ 2147483647 w 768"/>
                <a:gd name="T81" fmla="*/ 2147483647 h 870"/>
                <a:gd name="T82" fmla="*/ 2147483647 w 768"/>
                <a:gd name="T83" fmla="*/ 2147483647 h 870"/>
                <a:gd name="T84" fmla="*/ 2147483647 w 768"/>
                <a:gd name="T85" fmla="*/ 2147483647 h 870"/>
                <a:gd name="T86" fmla="*/ 2147483647 w 768"/>
                <a:gd name="T87" fmla="*/ 2147483647 h 870"/>
                <a:gd name="T88" fmla="*/ 2147483647 w 768"/>
                <a:gd name="T89" fmla="*/ 2147483647 h 870"/>
                <a:gd name="T90" fmla="*/ 2147483647 w 768"/>
                <a:gd name="T91" fmla="*/ 2147483647 h 870"/>
                <a:gd name="T92" fmla="*/ 2147483647 w 768"/>
                <a:gd name="T93" fmla="*/ 2147483647 h 870"/>
                <a:gd name="T94" fmla="*/ 2147483647 w 768"/>
                <a:gd name="T95" fmla="*/ 2147483647 h 870"/>
                <a:gd name="T96" fmla="*/ 2147483647 w 768"/>
                <a:gd name="T97" fmla="*/ 2147483647 h 870"/>
                <a:gd name="T98" fmla="*/ 2147483647 w 768"/>
                <a:gd name="T99" fmla="*/ 2147483647 h 870"/>
                <a:gd name="T100" fmla="*/ 2147483647 w 768"/>
                <a:gd name="T101" fmla="*/ 2147483647 h 870"/>
                <a:gd name="T102" fmla="*/ 2147483647 w 768"/>
                <a:gd name="T103" fmla="*/ 2147483647 h 87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768"/>
                <a:gd name="T157" fmla="*/ 0 h 870"/>
                <a:gd name="T158" fmla="*/ 768 w 768"/>
                <a:gd name="T159" fmla="*/ 870 h 87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768" h="870">
                  <a:moveTo>
                    <a:pt x="762" y="744"/>
                  </a:moveTo>
                  <a:lnTo>
                    <a:pt x="750" y="744"/>
                  </a:lnTo>
                  <a:lnTo>
                    <a:pt x="744" y="738"/>
                  </a:lnTo>
                  <a:lnTo>
                    <a:pt x="732" y="732"/>
                  </a:lnTo>
                  <a:lnTo>
                    <a:pt x="720" y="720"/>
                  </a:lnTo>
                  <a:lnTo>
                    <a:pt x="720" y="708"/>
                  </a:lnTo>
                  <a:lnTo>
                    <a:pt x="714" y="690"/>
                  </a:lnTo>
                  <a:lnTo>
                    <a:pt x="714" y="654"/>
                  </a:lnTo>
                  <a:lnTo>
                    <a:pt x="690" y="612"/>
                  </a:lnTo>
                  <a:lnTo>
                    <a:pt x="702" y="564"/>
                  </a:lnTo>
                  <a:lnTo>
                    <a:pt x="684" y="540"/>
                  </a:lnTo>
                  <a:lnTo>
                    <a:pt x="690" y="528"/>
                  </a:lnTo>
                  <a:lnTo>
                    <a:pt x="696" y="522"/>
                  </a:lnTo>
                  <a:lnTo>
                    <a:pt x="708" y="498"/>
                  </a:lnTo>
                  <a:lnTo>
                    <a:pt x="708" y="480"/>
                  </a:lnTo>
                  <a:lnTo>
                    <a:pt x="702" y="474"/>
                  </a:lnTo>
                  <a:lnTo>
                    <a:pt x="690" y="468"/>
                  </a:lnTo>
                  <a:lnTo>
                    <a:pt x="672" y="456"/>
                  </a:lnTo>
                  <a:lnTo>
                    <a:pt x="660" y="450"/>
                  </a:lnTo>
                  <a:lnTo>
                    <a:pt x="654" y="438"/>
                  </a:lnTo>
                  <a:lnTo>
                    <a:pt x="654" y="426"/>
                  </a:lnTo>
                  <a:lnTo>
                    <a:pt x="660" y="414"/>
                  </a:lnTo>
                  <a:lnTo>
                    <a:pt x="666" y="396"/>
                  </a:lnTo>
                  <a:lnTo>
                    <a:pt x="666" y="384"/>
                  </a:lnTo>
                  <a:lnTo>
                    <a:pt x="672" y="366"/>
                  </a:lnTo>
                  <a:lnTo>
                    <a:pt x="678" y="354"/>
                  </a:lnTo>
                  <a:lnTo>
                    <a:pt x="678" y="330"/>
                  </a:lnTo>
                  <a:lnTo>
                    <a:pt x="684" y="318"/>
                  </a:lnTo>
                  <a:lnTo>
                    <a:pt x="684" y="300"/>
                  </a:lnTo>
                  <a:lnTo>
                    <a:pt x="570" y="192"/>
                  </a:lnTo>
                  <a:lnTo>
                    <a:pt x="576" y="186"/>
                  </a:lnTo>
                  <a:lnTo>
                    <a:pt x="582" y="186"/>
                  </a:lnTo>
                  <a:lnTo>
                    <a:pt x="588" y="180"/>
                  </a:lnTo>
                  <a:lnTo>
                    <a:pt x="588" y="174"/>
                  </a:lnTo>
                  <a:lnTo>
                    <a:pt x="576" y="162"/>
                  </a:lnTo>
                  <a:lnTo>
                    <a:pt x="324" y="6"/>
                  </a:lnTo>
                  <a:lnTo>
                    <a:pt x="312" y="6"/>
                  </a:lnTo>
                  <a:lnTo>
                    <a:pt x="312" y="18"/>
                  </a:lnTo>
                  <a:lnTo>
                    <a:pt x="318" y="24"/>
                  </a:lnTo>
                  <a:lnTo>
                    <a:pt x="318" y="36"/>
                  </a:lnTo>
                  <a:lnTo>
                    <a:pt x="294" y="48"/>
                  </a:lnTo>
                  <a:lnTo>
                    <a:pt x="276" y="66"/>
                  </a:lnTo>
                  <a:lnTo>
                    <a:pt x="264" y="84"/>
                  </a:lnTo>
                  <a:lnTo>
                    <a:pt x="264" y="90"/>
                  </a:lnTo>
                  <a:lnTo>
                    <a:pt x="270" y="96"/>
                  </a:lnTo>
                  <a:lnTo>
                    <a:pt x="294" y="96"/>
                  </a:lnTo>
                  <a:lnTo>
                    <a:pt x="306" y="90"/>
                  </a:lnTo>
                  <a:lnTo>
                    <a:pt x="312" y="90"/>
                  </a:lnTo>
                  <a:lnTo>
                    <a:pt x="306" y="96"/>
                  </a:lnTo>
                  <a:lnTo>
                    <a:pt x="294" y="102"/>
                  </a:lnTo>
                  <a:lnTo>
                    <a:pt x="276" y="120"/>
                  </a:lnTo>
                  <a:lnTo>
                    <a:pt x="270" y="120"/>
                  </a:lnTo>
                  <a:lnTo>
                    <a:pt x="264" y="114"/>
                  </a:lnTo>
                  <a:lnTo>
                    <a:pt x="252" y="108"/>
                  </a:lnTo>
                  <a:lnTo>
                    <a:pt x="246" y="108"/>
                  </a:lnTo>
                  <a:lnTo>
                    <a:pt x="234" y="120"/>
                  </a:lnTo>
                  <a:lnTo>
                    <a:pt x="234" y="138"/>
                  </a:lnTo>
                  <a:lnTo>
                    <a:pt x="246" y="150"/>
                  </a:lnTo>
                  <a:lnTo>
                    <a:pt x="216" y="150"/>
                  </a:lnTo>
                  <a:lnTo>
                    <a:pt x="216" y="138"/>
                  </a:lnTo>
                  <a:lnTo>
                    <a:pt x="222" y="132"/>
                  </a:lnTo>
                  <a:lnTo>
                    <a:pt x="222" y="126"/>
                  </a:lnTo>
                  <a:lnTo>
                    <a:pt x="228" y="114"/>
                  </a:lnTo>
                  <a:lnTo>
                    <a:pt x="210" y="120"/>
                  </a:lnTo>
                  <a:lnTo>
                    <a:pt x="192" y="102"/>
                  </a:lnTo>
                  <a:lnTo>
                    <a:pt x="186" y="102"/>
                  </a:lnTo>
                  <a:lnTo>
                    <a:pt x="174" y="114"/>
                  </a:lnTo>
                  <a:lnTo>
                    <a:pt x="174" y="132"/>
                  </a:lnTo>
                  <a:lnTo>
                    <a:pt x="168" y="138"/>
                  </a:lnTo>
                  <a:lnTo>
                    <a:pt x="162" y="138"/>
                  </a:lnTo>
                  <a:lnTo>
                    <a:pt x="156" y="132"/>
                  </a:lnTo>
                  <a:lnTo>
                    <a:pt x="156" y="48"/>
                  </a:lnTo>
                  <a:lnTo>
                    <a:pt x="162" y="36"/>
                  </a:lnTo>
                  <a:lnTo>
                    <a:pt x="162" y="24"/>
                  </a:lnTo>
                  <a:lnTo>
                    <a:pt x="168" y="12"/>
                  </a:lnTo>
                  <a:lnTo>
                    <a:pt x="168" y="6"/>
                  </a:lnTo>
                  <a:lnTo>
                    <a:pt x="78" y="0"/>
                  </a:lnTo>
                  <a:lnTo>
                    <a:pt x="72" y="24"/>
                  </a:lnTo>
                  <a:lnTo>
                    <a:pt x="78" y="30"/>
                  </a:lnTo>
                  <a:lnTo>
                    <a:pt x="84" y="42"/>
                  </a:lnTo>
                  <a:lnTo>
                    <a:pt x="90" y="48"/>
                  </a:lnTo>
                  <a:lnTo>
                    <a:pt x="90" y="66"/>
                  </a:lnTo>
                  <a:lnTo>
                    <a:pt x="96" y="72"/>
                  </a:lnTo>
                  <a:lnTo>
                    <a:pt x="96" y="96"/>
                  </a:lnTo>
                  <a:lnTo>
                    <a:pt x="78" y="114"/>
                  </a:lnTo>
                  <a:lnTo>
                    <a:pt x="66" y="114"/>
                  </a:lnTo>
                  <a:lnTo>
                    <a:pt x="66" y="126"/>
                  </a:lnTo>
                  <a:lnTo>
                    <a:pt x="60" y="138"/>
                  </a:lnTo>
                  <a:lnTo>
                    <a:pt x="60" y="156"/>
                  </a:lnTo>
                  <a:lnTo>
                    <a:pt x="66" y="156"/>
                  </a:lnTo>
                  <a:lnTo>
                    <a:pt x="72" y="162"/>
                  </a:lnTo>
                  <a:lnTo>
                    <a:pt x="90" y="162"/>
                  </a:lnTo>
                  <a:lnTo>
                    <a:pt x="90" y="180"/>
                  </a:lnTo>
                  <a:lnTo>
                    <a:pt x="78" y="186"/>
                  </a:lnTo>
                  <a:lnTo>
                    <a:pt x="84" y="198"/>
                  </a:lnTo>
                  <a:lnTo>
                    <a:pt x="72" y="198"/>
                  </a:lnTo>
                  <a:lnTo>
                    <a:pt x="54" y="216"/>
                  </a:lnTo>
                  <a:lnTo>
                    <a:pt x="48" y="228"/>
                  </a:lnTo>
                  <a:lnTo>
                    <a:pt x="48" y="246"/>
                  </a:lnTo>
                  <a:lnTo>
                    <a:pt x="42" y="258"/>
                  </a:lnTo>
                  <a:lnTo>
                    <a:pt x="30" y="270"/>
                  </a:lnTo>
                  <a:lnTo>
                    <a:pt x="6" y="282"/>
                  </a:lnTo>
                  <a:lnTo>
                    <a:pt x="0" y="294"/>
                  </a:lnTo>
                  <a:lnTo>
                    <a:pt x="6" y="306"/>
                  </a:lnTo>
                  <a:lnTo>
                    <a:pt x="18" y="318"/>
                  </a:lnTo>
                  <a:lnTo>
                    <a:pt x="18" y="330"/>
                  </a:lnTo>
                  <a:lnTo>
                    <a:pt x="12" y="342"/>
                  </a:lnTo>
                  <a:lnTo>
                    <a:pt x="12" y="348"/>
                  </a:lnTo>
                  <a:lnTo>
                    <a:pt x="18" y="354"/>
                  </a:lnTo>
                  <a:lnTo>
                    <a:pt x="18" y="366"/>
                  </a:lnTo>
                  <a:lnTo>
                    <a:pt x="24" y="378"/>
                  </a:lnTo>
                  <a:lnTo>
                    <a:pt x="24" y="396"/>
                  </a:lnTo>
                  <a:lnTo>
                    <a:pt x="18" y="402"/>
                  </a:lnTo>
                  <a:lnTo>
                    <a:pt x="18" y="432"/>
                  </a:lnTo>
                  <a:lnTo>
                    <a:pt x="30" y="444"/>
                  </a:lnTo>
                  <a:lnTo>
                    <a:pt x="36" y="444"/>
                  </a:lnTo>
                  <a:lnTo>
                    <a:pt x="48" y="450"/>
                  </a:lnTo>
                  <a:lnTo>
                    <a:pt x="72" y="474"/>
                  </a:lnTo>
                  <a:lnTo>
                    <a:pt x="78" y="486"/>
                  </a:lnTo>
                  <a:lnTo>
                    <a:pt x="78" y="546"/>
                  </a:lnTo>
                  <a:lnTo>
                    <a:pt x="84" y="558"/>
                  </a:lnTo>
                  <a:lnTo>
                    <a:pt x="114" y="594"/>
                  </a:lnTo>
                  <a:lnTo>
                    <a:pt x="114" y="600"/>
                  </a:lnTo>
                  <a:lnTo>
                    <a:pt x="108" y="612"/>
                  </a:lnTo>
                  <a:lnTo>
                    <a:pt x="108" y="618"/>
                  </a:lnTo>
                  <a:lnTo>
                    <a:pt x="126" y="618"/>
                  </a:lnTo>
                  <a:lnTo>
                    <a:pt x="138" y="612"/>
                  </a:lnTo>
                  <a:lnTo>
                    <a:pt x="138" y="630"/>
                  </a:lnTo>
                  <a:lnTo>
                    <a:pt x="144" y="636"/>
                  </a:lnTo>
                  <a:lnTo>
                    <a:pt x="162" y="636"/>
                  </a:lnTo>
                  <a:lnTo>
                    <a:pt x="180" y="654"/>
                  </a:lnTo>
                  <a:lnTo>
                    <a:pt x="192" y="654"/>
                  </a:lnTo>
                  <a:lnTo>
                    <a:pt x="204" y="648"/>
                  </a:lnTo>
                  <a:lnTo>
                    <a:pt x="204" y="666"/>
                  </a:lnTo>
                  <a:lnTo>
                    <a:pt x="222" y="666"/>
                  </a:lnTo>
                  <a:lnTo>
                    <a:pt x="240" y="678"/>
                  </a:lnTo>
                  <a:lnTo>
                    <a:pt x="264" y="678"/>
                  </a:lnTo>
                  <a:lnTo>
                    <a:pt x="270" y="696"/>
                  </a:lnTo>
                  <a:lnTo>
                    <a:pt x="300" y="696"/>
                  </a:lnTo>
                  <a:lnTo>
                    <a:pt x="300" y="690"/>
                  </a:lnTo>
                  <a:lnTo>
                    <a:pt x="312" y="678"/>
                  </a:lnTo>
                  <a:lnTo>
                    <a:pt x="318" y="684"/>
                  </a:lnTo>
                  <a:lnTo>
                    <a:pt x="330" y="690"/>
                  </a:lnTo>
                  <a:lnTo>
                    <a:pt x="336" y="702"/>
                  </a:lnTo>
                  <a:lnTo>
                    <a:pt x="348" y="714"/>
                  </a:lnTo>
                  <a:lnTo>
                    <a:pt x="348" y="774"/>
                  </a:lnTo>
                  <a:lnTo>
                    <a:pt x="354" y="774"/>
                  </a:lnTo>
                  <a:lnTo>
                    <a:pt x="360" y="780"/>
                  </a:lnTo>
                  <a:lnTo>
                    <a:pt x="360" y="792"/>
                  </a:lnTo>
                  <a:lnTo>
                    <a:pt x="354" y="798"/>
                  </a:lnTo>
                  <a:lnTo>
                    <a:pt x="354" y="804"/>
                  </a:lnTo>
                  <a:lnTo>
                    <a:pt x="348" y="810"/>
                  </a:lnTo>
                  <a:lnTo>
                    <a:pt x="348" y="816"/>
                  </a:lnTo>
                  <a:lnTo>
                    <a:pt x="366" y="834"/>
                  </a:lnTo>
                  <a:lnTo>
                    <a:pt x="378" y="840"/>
                  </a:lnTo>
                  <a:lnTo>
                    <a:pt x="372" y="858"/>
                  </a:lnTo>
                  <a:lnTo>
                    <a:pt x="408" y="858"/>
                  </a:lnTo>
                  <a:lnTo>
                    <a:pt x="414" y="852"/>
                  </a:lnTo>
                  <a:lnTo>
                    <a:pt x="420" y="852"/>
                  </a:lnTo>
                  <a:lnTo>
                    <a:pt x="432" y="840"/>
                  </a:lnTo>
                  <a:lnTo>
                    <a:pt x="444" y="840"/>
                  </a:lnTo>
                  <a:lnTo>
                    <a:pt x="456" y="846"/>
                  </a:lnTo>
                  <a:lnTo>
                    <a:pt x="462" y="858"/>
                  </a:lnTo>
                  <a:lnTo>
                    <a:pt x="474" y="864"/>
                  </a:lnTo>
                  <a:lnTo>
                    <a:pt x="480" y="870"/>
                  </a:lnTo>
                  <a:lnTo>
                    <a:pt x="492" y="870"/>
                  </a:lnTo>
                  <a:lnTo>
                    <a:pt x="510" y="852"/>
                  </a:lnTo>
                  <a:lnTo>
                    <a:pt x="516" y="852"/>
                  </a:lnTo>
                  <a:lnTo>
                    <a:pt x="522" y="858"/>
                  </a:lnTo>
                  <a:lnTo>
                    <a:pt x="534" y="864"/>
                  </a:lnTo>
                  <a:lnTo>
                    <a:pt x="552" y="864"/>
                  </a:lnTo>
                  <a:lnTo>
                    <a:pt x="564" y="852"/>
                  </a:lnTo>
                  <a:lnTo>
                    <a:pt x="576" y="846"/>
                  </a:lnTo>
                  <a:lnTo>
                    <a:pt x="582" y="834"/>
                  </a:lnTo>
                  <a:lnTo>
                    <a:pt x="588" y="828"/>
                  </a:lnTo>
                  <a:lnTo>
                    <a:pt x="612" y="828"/>
                  </a:lnTo>
                  <a:lnTo>
                    <a:pt x="618" y="834"/>
                  </a:lnTo>
                  <a:lnTo>
                    <a:pt x="618" y="840"/>
                  </a:lnTo>
                  <a:lnTo>
                    <a:pt x="630" y="840"/>
                  </a:lnTo>
                  <a:lnTo>
                    <a:pt x="642" y="834"/>
                  </a:lnTo>
                  <a:lnTo>
                    <a:pt x="654" y="822"/>
                  </a:lnTo>
                  <a:lnTo>
                    <a:pt x="660" y="822"/>
                  </a:lnTo>
                  <a:lnTo>
                    <a:pt x="690" y="816"/>
                  </a:lnTo>
                  <a:lnTo>
                    <a:pt x="768" y="762"/>
                  </a:lnTo>
                  <a:lnTo>
                    <a:pt x="762" y="744"/>
                  </a:lnTo>
                  <a:close/>
                  <a:moveTo>
                    <a:pt x="726" y="360"/>
                  </a:moveTo>
                  <a:lnTo>
                    <a:pt x="732" y="354"/>
                  </a:lnTo>
                  <a:lnTo>
                    <a:pt x="732" y="324"/>
                  </a:lnTo>
                  <a:lnTo>
                    <a:pt x="720" y="312"/>
                  </a:lnTo>
                  <a:lnTo>
                    <a:pt x="714" y="312"/>
                  </a:lnTo>
                  <a:lnTo>
                    <a:pt x="708" y="318"/>
                  </a:lnTo>
                  <a:lnTo>
                    <a:pt x="708" y="348"/>
                  </a:lnTo>
                  <a:lnTo>
                    <a:pt x="714" y="354"/>
                  </a:lnTo>
                  <a:lnTo>
                    <a:pt x="726" y="360"/>
                  </a:lnTo>
                  <a:close/>
                  <a:moveTo>
                    <a:pt x="678" y="420"/>
                  </a:moveTo>
                  <a:lnTo>
                    <a:pt x="690" y="426"/>
                  </a:lnTo>
                  <a:lnTo>
                    <a:pt x="696" y="438"/>
                  </a:lnTo>
                  <a:lnTo>
                    <a:pt x="708" y="444"/>
                  </a:lnTo>
                  <a:lnTo>
                    <a:pt x="720" y="444"/>
                  </a:lnTo>
                  <a:lnTo>
                    <a:pt x="726" y="438"/>
                  </a:lnTo>
                  <a:lnTo>
                    <a:pt x="720" y="432"/>
                  </a:lnTo>
                  <a:lnTo>
                    <a:pt x="720" y="426"/>
                  </a:lnTo>
                  <a:lnTo>
                    <a:pt x="708" y="414"/>
                  </a:lnTo>
                  <a:lnTo>
                    <a:pt x="708" y="390"/>
                  </a:lnTo>
                  <a:lnTo>
                    <a:pt x="702" y="378"/>
                  </a:lnTo>
                  <a:lnTo>
                    <a:pt x="684" y="378"/>
                  </a:lnTo>
                  <a:lnTo>
                    <a:pt x="678" y="384"/>
                  </a:lnTo>
                  <a:lnTo>
                    <a:pt x="678" y="420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85" name="Taji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01C88ACC-FE62-4866-818D-EF94414B147F}"/>
                </a:ext>
              </a:extLst>
            </p:cNvPr>
            <p:cNvSpPr>
              <a:spLocks/>
            </p:cNvSpPr>
            <p:nvPr/>
          </p:nvSpPr>
          <p:spPr bwMode="gray">
            <a:xfrm>
              <a:off x="5216974" y="1917913"/>
              <a:ext cx="182231" cy="114314"/>
            </a:xfrm>
            <a:custGeom>
              <a:avLst/>
              <a:gdLst>
                <a:gd name="T0" fmla="*/ 2147483647 w 552"/>
                <a:gd name="T1" fmla="*/ 2147483647 h 348"/>
                <a:gd name="T2" fmla="*/ 2147483647 w 552"/>
                <a:gd name="T3" fmla="*/ 2147483647 h 348"/>
                <a:gd name="T4" fmla="*/ 2147483647 w 552"/>
                <a:gd name="T5" fmla="*/ 2147483647 h 348"/>
                <a:gd name="T6" fmla="*/ 2147483647 w 552"/>
                <a:gd name="T7" fmla="*/ 2147483647 h 348"/>
                <a:gd name="T8" fmla="*/ 2147483647 w 552"/>
                <a:gd name="T9" fmla="*/ 2147483647 h 348"/>
                <a:gd name="T10" fmla="*/ 2147483647 w 552"/>
                <a:gd name="T11" fmla="*/ 2147483647 h 348"/>
                <a:gd name="T12" fmla="*/ 2147483647 w 552"/>
                <a:gd name="T13" fmla="*/ 2147483647 h 348"/>
                <a:gd name="T14" fmla="*/ 2147483647 w 552"/>
                <a:gd name="T15" fmla="*/ 2147483647 h 348"/>
                <a:gd name="T16" fmla="*/ 2147483647 w 552"/>
                <a:gd name="T17" fmla="*/ 2147483647 h 348"/>
                <a:gd name="T18" fmla="*/ 2147483647 w 552"/>
                <a:gd name="T19" fmla="*/ 2147483647 h 348"/>
                <a:gd name="T20" fmla="*/ 2147483647 w 552"/>
                <a:gd name="T21" fmla="*/ 2147483647 h 348"/>
                <a:gd name="T22" fmla="*/ 2147483647 w 552"/>
                <a:gd name="T23" fmla="*/ 2147483647 h 348"/>
                <a:gd name="T24" fmla="*/ 2147483647 w 552"/>
                <a:gd name="T25" fmla="*/ 2147483647 h 348"/>
                <a:gd name="T26" fmla="*/ 2147483647 w 552"/>
                <a:gd name="T27" fmla="*/ 2147483647 h 348"/>
                <a:gd name="T28" fmla="*/ 2147483647 w 552"/>
                <a:gd name="T29" fmla="*/ 2147483647 h 348"/>
                <a:gd name="T30" fmla="*/ 2147483647 w 552"/>
                <a:gd name="T31" fmla="*/ 2147483647 h 348"/>
                <a:gd name="T32" fmla="*/ 2147483647 w 552"/>
                <a:gd name="T33" fmla="*/ 2147483647 h 348"/>
                <a:gd name="T34" fmla="*/ 2147483647 w 552"/>
                <a:gd name="T35" fmla="*/ 2147483647 h 348"/>
                <a:gd name="T36" fmla="*/ 2147483647 w 552"/>
                <a:gd name="T37" fmla="*/ 2147483647 h 348"/>
                <a:gd name="T38" fmla="*/ 2147483647 w 552"/>
                <a:gd name="T39" fmla="*/ 0 h 348"/>
                <a:gd name="T40" fmla="*/ 2147483647 w 552"/>
                <a:gd name="T41" fmla="*/ 2147483647 h 348"/>
                <a:gd name="T42" fmla="*/ 2147483647 w 552"/>
                <a:gd name="T43" fmla="*/ 2147483647 h 348"/>
                <a:gd name="T44" fmla="*/ 2147483647 w 552"/>
                <a:gd name="T45" fmla="*/ 2147483647 h 348"/>
                <a:gd name="T46" fmla="*/ 2147483647 w 552"/>
                <a:gd name="T47" fmla="*/ 2147483647 h 348"/>
                <a:gd name="T48" fmla="*/ 2147483647 w 552"/>
                <a:gd name="T49" fmla="*/ 2147483647 h 348"/>
                <a:gd name="T50" fmla="*/ 2147483647 w 552"/>
                <a:gd name="T51" fmla="*/ 2147483647 h 348"/>
                <a:gd name="T52" fmla="*/ 2147483647 w 552"/>
                <a:gd name="T53" fmla="*/ 2147483647 h 348"/>
                <a:gd name="T54" fmla="*/ 2147483647 w 552"/>
                <a:gd name="T55" fmla="*/ 2147483647 h 348"/>
                <a:gd name="T56" fmla="*/ 2147483647 w 552"/>
                <a:gd name="T57" fmla="*/ 2147483647 h 348"/>
                <a:gd name="T58" fmla="*/ 2147483647 w 552"/>
                <a:gd name="T59" fmla="*/ 2147483647 h 348"/>
                <a:gd name="T60" fmla="*/ 2147483647 w 552"/>
                <a:gd name="T61" fmla="*/ 2147483647 h 348"/>
                <a:gd name="T62" fmla="*/ 2147483647 w 552"/>
                <a:gd name="T63" fmla="*/ 2147483647 h 348"/>
                <a:gd name="T64" fmla="*/ 2147483647 w 552"/>
                <a:gd name="T65" fmla="*/ 2147483647 h 348"/>
                <a:gd name="T66" fmla="*/ 2147483647 w 552"/>
                <a:gd name="T67" fmla="*/ 2147483647 h 348"/>
                <a:gd name="T68" fmla="*/ 2147483647 w 552"/>
                <a:gd name="T69" fmla="*/ 2147483647 h 348"/>
                <a:gd name="T70" fmla="*/ 2147483647 w 552"/>
                <a:gd name="T71" fmla="*/ 2147483647 h 348"/>
                <a:gd name="T72" fmla="*/ 2147483647 w 552"/>
                <a:gd name="T73" fmla="*/ 2147483647 h 348"/>
                <a:gd name="T74" fmla="*/ 2147483647 w 552"/>
                <a:gd name="T75" fmla="*/ 2147483647 h 348"/>
                <a:gd name="T76" fmla="*/ 2147483647 w 552"/>
                <a:gd name="T77" fmla="*/ 2147483647 h 348"/>
                <a:gd name="T78" fmla="*/ 2147483647 w 552"/>
                <a:gd name="T79" fmla="*/ 2147483647 h 348"/>
                <a:gd name="T80" fmla="*/ 2147483647 w 552"/>
                <a:gd name="T81" fmla="*/ 2147483647 h 348"/>
                <a:gd name="T82" fmla="*/ 2147483647 w 552"/>
                <a:gd name="T83" fmla="*/ 2147483647 h 348"/>
                <a:gd name="T84" fmla="*/ 2147483647 w 552"/>
                <a:gd name="T85" fmla="*/ 2147483647 h 348"/>
                <a:gd name="T86" fmla="*/ 2147483647 w 552"/>
                <a:gd name="T87" fmla="*/ 2147483647 h 348"/>
                <a:gd name="T88" fmla="*/ 2147483647 w 552"/>
                <a:gd name="T89" fmla="*/ 2147483647 h 348"/>
                <a:gd name="T90" fmla="*/ 2147483647 w 552"/>
                <a:gd name="T91" fmla="*/ 2147483647 h 348"/>
                <a:gd name="T92" fmla="*/ 2147483647 w 552"/>
                <a:gd name="T93" fmla="*/ 2147483647 h 348"/>
                <a:gd name="T94" fmla="*/ 2147483647 w 552"/>
                <a:gd name="T95" fmla="*/ 2147483647 h 348"/>
                <a:gd name="T96" fmla="*/ 2147483647 w 552"/>
                <a:gd name="T97" fmla="*/ 2147483647 h 348"/>
                <a:gd name="T98" fmla="*/ 2147483647 w 552"/>
                <a:gd name="T99" fmla="*/ 2147483647 h 34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52"/>
                <a:gd name="T151" fmla="*/ 0 h 348"/>
                <a:gd name="T152" fmla="*/ 552 w 552"/>
                <a:gd name="T153" fmla="*/ 348 h 34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52" h="348">
                  <a:moveTo>
                    <a:pt x="528" y="270"/>
                  </a:moveTo>
                  <a:lnTo>
                    <a:pt x="516" y="246"/>
                  </a:lnTo>
                  <a:lnTo>
                    <a:pt x="516" y="204"/>
                  </a:lnTo>
                  <a:lnTo>
                    <a:pt x="510" y="198"/>
                  </a:lnTo>
                  <a:lnTo>
                    <a:pt x="498" y="192"/>
                  </a:lnTo>
                  <a:lnTo>
                    <a:pt x="492" y="192"/>
                  </a:lnTo>
                  <a:lnTo>
                    <a:pt x="480" y="186"/>
                  </a:lnTo>
                  <a:lnTo>
                    <a:pt x="456" y="186"/>
                  </a:lnTo>
                  <a:lnTo>
                    <a:pt x="450" y="192"/>
                  </a:lnTo>
                  <a:lnTo>
                    <a:pt x="438" y="192"/>
                  </a:lnTo>
                  <a:lnTo>
                    <a:pt x="426" y="180"/>
                  </a:lnTo>
                  <a:lnTo>
                    <a:pt x="426" y="168"/>
                  </a:lnTo>
                  <a:lnTo>
                    <a:pt x="432" y="156"/>
                  </a:lnTo>
                  <a:lnTo>
                    <a:pt x="432" y="144"/>
                  </a:lnTo>
                  <a:lnTo>
                    <a:pt x="414" y="144"/>
                  </a:lnTo>
                  <a:lnTo>
                    <a:pt x="414" y="120"/>
                  </a:lnTo>
                  <a:lnTo>
                    <a:pt x="396" y="114"/>
                  </a:lnTo>
                  <a:lnTo>
                    <a:pt x="384" y="126"/>
                  </a:lnTo>
                  <a:lnTo>
                    <a:pt x="342" y="126"/>
                  </a:lnTo>
                  <a:lnTo>
                    <a:pt x="336" y="132"/>
                  </a:lnTo>
                  <a:lnTo>
                    <a:pt x="324" y="138"/>
                  </a:lnTo>
                  <a:lnTo>
                    <a:pt x="312" y="138"/>
                  </a:lnTo>
                  <a:lnTo>
                    <a:pt x="312" y="132"/>
                  </a:lnTo>
                  <a:lnTo>
                    <a:pt x="306" y="132"/>
                  </a:lnTo>
                  <a:lnTo>
                    <a:pt x="294" y="138"/>
                  </a:lnTo>
                  <a:lnTo>
                    <a:pt x="264" y="108"/>
                  </a:lnTo>
                  <a:lnTo>
                    <a:pt x="258" y="114"/>
                  </a:lnTo>
                  <a:lnTo>
                    <a:pt x="246" y="120"/>
                  </a:lnTo>
                  <a:lnTo>
                    <a:pt x="240" y="126"/>
                  </a:lnTo>
                  <a:lnTo>
                    <a:pt x="222" y="126"/>
                  </a:lnTo>
                  <a:lnTo>
                    <a:pt x="210" y="114"/>
                  </a:lnTo>
                  <a:lnTo>
                    <a:pt x="186" y="114"/>
                  </a:lnTo>
                  <a:lnTo>
                    <a:pt x="174" y="108"/>
                  </a:lnTo>
                  <a:lnTo>
                    <a:pt x="156" y="108"/>
                  </a:lnTo>
                  <a:lnTo>
                    <a:pt x="150" y="114"/>
                  </a:lnTo>
                  <a:lnTo>
                    <a:pt x="138" y="114"/>
                  </a:lnTo>
                  <a:lnTo>
                    <a:pt x="126" y="120"/>
                  </a:lnTo>
                  <a:lnTo>
                    <a:pt x="120" y="114"/>
                  </a:lnTo>
                  <a:lnTo>
                    <a:pt x="120" y="108"/>
                  </a:lnTo>
                  <a:lnTo>
                    <a:pt x="114" y="102"/>
                  </a:lnTo>
                  <a:lnTo>
                    <a:pt x="114" y="90"/>
                  </a:lnTo>
                  <a:lnTo>
                    <a:pt x="126" y="84"/>
                  </a:lnTo>
                  <a:lnTo>
                    <a:pt x="132" y="78"/>
                  </a:lnTo>
                  <a:lnTo>
                    <a:pt x="132" y="66"/>
                  </a:lnTo>
                  <a:lnTo>
                    <a:pt x="138" y="60"/>
                  </a:lnTo>
                  <a:lnTo>
                    <a:pt x="150" y="60"/>
                  </a:lnTo>
                  <a:lnTo>
                    <a:pt x="186" y="72"/>
                  </a:lnTo>
                  <a:lnTo>
                    <a:pt x="198" y="78"/>
                  </a:lnTo>
                  <a:lnTo>
                    <a:pt x="204" y="78"/>
                  </a:lnTo>
                  <a:lnTo>
                    <a:pt x="210" y="72"/>
                  </a:lnTo>
                  <a:lnTo>
                    <a:pt x="210" y="66"/>
                  </a:lnTo>
                  <a:lnTo>
                    <a:pt x="204" y="60"/>
                  </a:lnTo>
                  <a:lnTo>
                    <a:pt x="198" y="60"/>
                  </a:lnTo>
                  <a:lnTo>
                    <a:pt x="186" y="54"/>
                  </a:lnTo>
                  <a:lnTo>
                    <a:pt x="180" y="48"/>
                  </a:lnTo>
                  <a:lnTo>
                    <a:pt x="174" y="48"/>
                  </a:lnTo>
                  <a:lnTo>
                    <a:pt x="198" y="12"/>
                  </a:lnTo>
                  <a:lnTo>
                    <a:pt x="192" y="6"/>
                  </a:lnTo>
                  <a:lnTo>
                    <a:pt x="180" y="0"/>
                  </a:lnTo>
                  <a:lnTo>
                    <a:pt x="162" y="0"/>
                  </a:lnTo>
                  <a:lnTo>
                    <a:pt x="156" y="12"/>
                  </a:lnTo>
                  <a:lnTo>
                    <a:pt x="144" y="18"/>
                  </a:lnTo>
                  <a:lnTo>
                    <a:pt x="138" y="30"/>
                  </a:lnTo>
                  <a:lnTo>
                    <a:pt x="132" y="30"/>
                  </a:lnTo>
                  <a:lnTo>
                    <a:pt x="114" y="12"/>
                  </a:lnTo>
                  <a:lnTo>
                    <a:pt x="102" y="12"/>
                  </a:lnTo>
                  <a:lnTo>
                    <a:pt x="102" y="24"/>
                  </a:lnTo>
                  <a:lnTo>
                    <a:pt x="96" y="30"/>
                  </a:lnTo>
                  <a:lnTo>
                    <a:pt x="96" y="42"/>
                  </a:lnTo>
                  <a:lnTo>
                    <a:pt x="108" y="54"/>
                  </a:lnTo>
                  <a:lnTo>
                    <a:pt x="108" y="60"/>
                  </a:lnTo>
                  <a:lnTo>
                    <a:pt x="66" y="60"/>
                  </a:lnTo>
                  <a:lnTo>
                    <a:pt x="90" y="84"/>
                  </a:lnTo>
                  <a:lnTo>
                    <a:pt x="72" y="96"/>
                  </a:lnTo>
                  <a:lnTo>
                    <a:pt x="78" y="96"/>
                  </a:lnTo>
                  <a:lnTo>
                    <a:pt x="78" y="108"/>
                  </a:lnTo>
                  <a:lnTo>
                    <a:pt x="54" y="120"/>
                  </a:lnTo>
                  <a:lnTo>
                    <a:pt x="6" y="120"/>
                  </a:lnTo>
                  <a:lnTo>
                    <a:pt x="0" y="126"/>
                  </a:lnTo>
                  <a:lnTo>
                    <a:pt x="0" y="144"/>
                  </a:lnTo>
                  <a:lnTo>
                    <a:pt x="18" y="144"/>
                  </a:lnTo>
                  <a:lnTo>
                    <a:pt x="30" y="156"/>
                  </a:lnTo>
                  <a:lnTo>
                    <a:pt x="36" y="156"/>
                  </a:lnTo>
                  <a:lnTo>
                    <a:pt x="42" y="162"/>
                  </a:lnTo>
                  <a:lnTo>
                    <a:pt x="54" y="162"/>
                  </a:lnTo>
                  <a:lnTo>
                    <a:pt x="66" y="174"/>
                  </a:lnTo>
                  <a:lnTo>
                    <a:pt x="66" y="180"/>
                  </a:lnTo>
                  <a:lnTo>
                    <a:pt x="60" y="186"/>
                  </a:lnTo>
                  <a:lnTo>
                    <a:pt x="60" y="204"/>
                  </a:lnTo>
                  <a:lnTo>
                    <a:pt x="66" y="210"/>
                  </a:lnTo>
                  <a:lnTo>
                    <a:pt x="78" y="216"/>
                  </a:lnTo>
                  <a:lnTo>
                    <a:pt x="90" y="228"/>
                  </a:lnTo>
                  <a:lnTo>
                    <a:pt x="90" y="246"/>
                  </a:lnTo>
                  <a:lnTo>
                    <a:pt x="84" y="258"/>
                  </a:lnTo>
                  <a:lnTo>
                    <a:pt x="72" y="264"/>
                  </a:lnTo>
                  <a:lnTo>
                    <a:pt x="66" y="276"/>
                  </a:lnTo>
                  <a:lnTo>
                    <a:pt x="60" y="282"/>
                  </a:lnTo>
                  <a:lnTo>
                    <a:pt x="60" y="306"/>
                  </a:lnTo>
                  <a:lnTo>
                    <a:pt x="66" y="312"/>
                  </a:lnTo>
                  <a:lnTo>
                    <a:pt x="78" y="318"/>
                  </a:lnTo>
                  <a:lnTo>
                    <a:pt x="84" y="324"/>
                  </a:lnTo>
                  <a:lnTo>
                    <a:pt x="90" y="324"/>
                  </a:lnTo>
                  <a:lnTo>
                    <a:pt x="108" y="306"/>
                  </a:lnTo>
                  <a:lnTo>
                    <a:pt x="120" y="300"/>
                  </a:lnTo>
                  <a:lnTo>
                    <a:pt x="126" y="294"/>
                  </a:lnTo>
                  <a:lnTo>
                    <a:pt x="138" y="294"/>
                  </a:lnTo>
                  <a:lnTo>
                    <a:pt x="144" y="300"/>
                  </a:lnTo>
                  <a:lnTo>
                    <a:pt x="150" y="312"/>
                  </a:lnTo>
                  <a:lnTo>
                    <a:pt x="156" y="318"/>
                  </a:lnTo>
                  <a:lnTo>
                    <a:pt x="162" y="318"/>
                  </a:lnTo>
                  <a:lnTo>
                    <a:pt x="162" y="288"/>
                  </a:lnTo>
                  <a:lnTo>
                    <a:pt x="174" y="276"/>
                  </a:lnTo>
                  <a:lnTo>
                    <a:pt x="186" y="270"/>
                  </a:lnTo>
                  <a:lnTo>
                    <a:pt x="204" y="270"/>
                  </a:lnTo>
                  <a:lnTo>
                    <a:pt x="216" y="282"/>
                  </a:lnTo>
                  <a:lnTo>
                    <a:pt x="222" y="258"/>
                  </a:lnTo>
                  <a:lnTo>
                    <a:pt x="216" y="258"/>
                  </a:lnTo>
                  <a:lnTo>
                    <a:pt x="210" y="252"/>
                  </a:lnTo>
                  <a:lnTo>
                    <a:pt x="210" y="246"/>
                  </a:lnTo>
                  <a:lnTo>
                    <a:pt x="222" y="234"/>
                  </a:lnTo>
                  <a:lnTo>
                    <a:pt x="228" y="234"/>
                  </a:lnTo>
                  <a:lnTo>
                    <a:pt x="234" y="228"/>
                  </a:lnTo>
                  <a:lnTo>
                    <a:pt x="234" y="204"/>
                  </a:lnTo>
                  <a:lnTo>
                    <a:pt x="240" y="198"/>
                  </a:lnTo>
                  <a:lnTo>
                    <a:pt x="258" y="198"/>
                  </a:lnTo>
                  <a:lnTo>
                    <a:pt x="276" y="216"/>
                  </a:lnTo>
                  <a:lnTo>
                    <a:pt x="276" y="246"/>
                  </a:lnTo>
                  <a:lnTo>
                    <a:pt x="294" y="246"/>
                  </a:lnTo>
                  <a:lnTo>
                    <a:pt x="306" y="312"/>
                  </a:lnTo>
                  <a:lnTo>
                    <a:pt x="306" y="318"/>
                  </a:lnTo>
                  <a:lnTo>
                    <a:pt x="336" y="348"/>
                  </a:lnTo>
                  <a:lnTo>
                    <a:pt x="342" y="348"/>
                  </a:lnTo>
                  <a:lnTo>
                    <a:pt x="348" y="342"/>
                  </a:lnTo>
                  <a:lnTo>
                    <a:pt x="360" y="336"/>
                  </a:lnTo>
                  <a:lnTo>
                    <a:pt x="366" y="324"/>
                  </a:lnTo>
                  <a:lnTo>
                    <a:pt x="372" y="318"/>
                  </a:lnTo>
                  <a:lnTo>
                    <a:pt x="390" y="318"/>
                  </a:lnTo>
                  <a:lnTo>
                    <a:pt x="396" y="312"/>
                  </a:lnTo>
                  <a:lnTo>
                    <a:pt x="402" y="300"/>
                  </a:lnTo>
                  <a:lnTo>
                    <a:pt x="408" y="294"/>
                  </a:lnTo>
                  <a:lnTo>
                    <a:pt x="432" y="282"/>
                  </a:lnTo>
                  <a:lnTo>
                    <a:pt x="456" y="282"/>
                  </a:lnTo>
                  <a:lnTo>
                    <a:pt x="456" y="300"/>
                  </a:lnTo>
                  <a:lnTo>
                    <a:pt x="492" y="288"/>
                  </a:lnTo>
                  <a:lnTo>
                    <a:pt x="516" y="288"/>
                  </a:lnTo>
                  <a:lnTo>
                    <a:pt x="522" y="294"/>
                  </a:lnTo>
                  <a:lnTo>
                    <a:pt x="546" y="294"/>
                  </a:lnTo>
                  <a:lnTo>
                    <a:pt x="552" y="288"/>
                  </a:lnTo>
                  <a:lnTo>
                    <a:pt x="540" y="276"/>
                  </a:lnTo>
                  <a:lnTo>
                    <a:pt x="534" y="276"/>
                  </a:lnTo>
                  <a:lnTo>
                    <a:pt x="528" y="270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86" name="Taiwan" descr="© INSCALE GmbH, 05.05.2010&#10;http://www.presentationload.com/">
              <a:extLst>
                <a:ext uri="{FF2B5EF4-FFF2-40B4-BE49-F238E27FC236}">
                  <a16:creationId xmlns:a16="http://schemas.microsoft.com/office/drawing/2014/main" id="{19731719-964B-4E86-8E60-62D3341B8D46}"/>
                </a:ext>
              </a:extLst>
            </p:cNvPr>
            <p:cNvSpPr>
              <a:spLocks/>
            </p:cNvSpPr>
            <p:nvPr/>
          </p:nvSpPr>
          <p:spPr bwMode="gray">
            <a:xfrm>
              <a:off x="6493882" y="2331501"/>
              <a:ext cx="40066" cy="88626"/>
            </a:xfrm>
            <a:custGeom>
              <a:avLst/>
              <a:gdLst>
                <a:gd name="T0" fmla="*/ 2147483647 w 120"/>
                <a:gd name="T1" fmla="*/ 2147483647 h 270"/>
                <a:gd name="T2" fmla="*/ 2147483647 w 120"/>
                <a:gd name="T3" fmla="*/ 2147483647 h 270"/>
                <a:gd name="T4" fmla="*/ 2147483647 w 120"/>
                <a:gd name="T5" fmla="*/ 2147483647 h 270"/>
                <a:gd name="T6" fmla="*/ 2147483647 w 120"/>
                <a:gd name="T7" fmla="*/ 2147483647 h 270"/>
                <a:gd name="T8" fmla="*/ 2147483647 w 120"/>
                <a:gd name="T9" fmla="*/ 2147483647 h 270"/>
                <a:gd name="T10" fmla="*/ 2147483647 w 120"/>
                <a:gd name="T11" fmla="*/ 2147483647 h 270"/>
                <a:gd name="T12" fmla="*/ 2147483647 w 120"/>
                <a:gd name="T13" fmla="*/ 2147483647 h 270"/>
                <a:gd name="T14" fmla="*/ 2147483647 w 120"/>
                <a:gd name="T15" fmla="*/ 2147483647 h 270"/>
                <a:gd name="T16" fmla="*/ 2147483647 w 120"/>
                <a:gd name="T17" fmla="*/ 2147483647 h 270"/>
                <a:gd name="T18" fmla="*/ 2147483647 w 120"/>
                <a:gd name="T19" fmla="*/ 2147483647 h 270"/>
                <a:gd name="T20" fmla="*/ 2147483647 w 120"/>
                <a:gd name="T21" fmla="*/ 0 h 270"/>
                <a:gd name="T22" fmla="*/ 2147483647 w 120"/>
                <a:gd name="T23" fmla="*/ 2147483647 h 270"/>
                <a:gd name="T24" fmla="*/ 2147483647 w 120"/>
                <a:gd name="T25" fmla="*/ 2147483647 h 270"/>
                <a:gd name="T26" fmla="*/ 2147483647 w 120"/>
                <a:gd name="T27" fmla="*/ 2147483647 h 270"/>
                <a:gd name="T28" fmla="*/ 2147483647 w 120"/>
                <a:gd name="T29" fmla="*/ 2147483647 h 270"/>
                <a:gd name="T30" fmla="*/ 0 w 120"/>
                <a:gd name="T31" fmla="*/ 2147483647 h 270"/>
                <a:gd name="T32" fmla="*/ 0 w 120"/>
                <a:gd name="T33" fmla="*/ 2147483647 h 270"/>
                <a:gd name="T34" fmla="*/ 2147483647 w 120"/>
                <a:gd name="T35" fmla="*/ 2147483647 h 270"/>
                <a:gd name="T36" fmla="*/ 2147483647 w 120"/>
                <a:gd name="T37" fmla="*/ 2147483647 h 270"/>
                <a:gd name="T38" fmla="*/ 2147483647 w 120"/>
                <a:gd name="T39" fmla="*/ 2147483647 h 270"/>
                <a:gd name="T40" fmla="*/ 2147483647 w 120"/>
                <a:gd name="T41" fmla="*/ 2147483647 h 270"/>
                <a:gd name="T42" fmla="*/ 2147483647 w 120"/>
                <a:gd name="T43" fmla="*/ 2147483647 h 270"/>
                <a:gd name="T44" fmla="*/ 2147483647 w 120"/>
                <a:gd name="T45" fmla="*/ 2147483647 h 270"/>
                <a:gd name="T46" fmla="*/ 2147483647 w 120"/>
                <a:gd name="T47" fmla="*/ 2147483647 h 270"/>
                <a:gd name="T48" fmla="*/ 2147483647 w 120"/>
                <a:gd name="T49" fmla="*/ 2147483647 h 270"/>
                <a:gd name="T50" fmla="*/ 2147483647 w 120"/>
                <a:gd name="T51" fmla="*/ 2147483647 h 27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20"/>
                <a:gd name="T79" fmla="*/ 0 h 270"/>
                <a:gd name="T80" fmla="*/ 120 w 120"/>
                <a:gd name="T81" fmla="*/ 270 h 27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20" h="270">
                  <a:moveTo>
                    <a:pt x="84" y="270"/>
                  </a:moveTo>
                  <a:lnTo>
                    <a:pt x="84" y="222"/>
                  </a:lnTo>
                  <a:lnTo>
                    <a:pt x="90" y="216"/>
                  </a:lnTo>
                  <a:lnTo>
                    <a:pt x="102" y="192"/>
                  </a:lnTo>
                  <a:lnTo>
                    <a:pt x="102" y="102"/>
                  </a:lnTo>
                  <a:lnTo>
                    <a:pt x="108" y="96"/>
                  </a:lnTo>
                  <a:lnTo>
                    <a:pt x="114" y="84"/>
                  </a:lnTo>
                  <a:lnTo>
                    <a:pt x="114" y="54"/>
                  </a:lnTo>
                  <a:lnTo>
                    <a:pt x="120" y="36"/>
                  </a:lnTo>
                  <a:lnTo>
                    <a:pt x="120" y="24"/>
                  </a:lnTo>
                  <a:lnTo>
                    <a:pt x="72" y="0"/>
                  </a:lnTo>
                  <a:lnTo>
                    <a:pt x="48" y="30"/>
                  </a:lnTo>
                  <a:lnTo>
                    <a:pt x="42" y="42"/>
                  </a:lnTo>
                  <a:lnTo>
                    <a:pt x="30" y="78"/>
                  </a:lnTo>
                  <a:lnTo>
                    <a:pt x="12" y="114"/>
                  </a:lnTo>
                  <a:lnTo>
                    <a:pt x="0" y="150"/>
                  </a:lnTo>
                  <a:lnTo>
                    <a:pt x="0" y="168"/>
                  </a:lnTo>
                  <a:lnTo>
                    <a:pt x="6" y="180"/>
                  </a:lnTo>
                  <a:lnTo>
                    <a:pt x="18" y="192"/>
                  </a:lnTo>
                  <a:lnTo>
                    <a:pt x="24" y="204"/>
                  </a:lnTo>
                  <a:lnTo>
                    <a:pt x="36" y="210"/>
                  </a:lnTo>
                  <a:lnTo>
                    <a:pt x="42" y="222"/>
                  </a:lnTo>
                  <a:lnTo>
                    <a:pt x="42" y="228"/>
                  </a:lnTo>
                  <a:lnTo>
                    <a:pt x="48" y="234"/>
                  </a:lnTo>
                  <a:lnTo>
                    <a:pt x="60" y="258"/>
                  </a:lnTo>
                  <a:lnTo>
                    <a:pt x="84" y="270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87" name="Syria" descr="© INSCALE GmbH, 05.05.2010&#10;http://www.presentationload.com/">
              <a:extLst>
                <a:ext uri="{FF2B5EF4-FFF2-40B4-BE49-F238E27FC236}">
                  <a16:creationId xmlns:a16="http://schemas.microsoft.com/office/drawing/2014/main" id="{F92CEA56-C430-46AC-9E6E-C1CDD5A031E6}"/>
                </a:ext>
              </a:extLst>
            </p:cNvPr>
            <p:cNvSpPr>
              <a:spLocks/>
            </p:cNvSpPr>
            <p:nvPr/>
          </p:nvSpPr>
          <p:spPr bwMode="gray">
            <a:xfrm>
              <a:off x="4533286" y="2011678"/>
              <a:ext cx="148627" cy="136148"/>
            </a:xfrm>
            <a:custGeom>
              <a:avLst/>
              <a:gdLst>
                <a:gd name="T0" fmla="*/ 2147483647 w 450"/>
                <a:gd name="T1" fmla="*/ 2147483647 h 414"/>
                <a:gd name="T2" fmla="*/ 2147483647 w 450"/>
                <a:gd name="T3" fmla="*/ 2147483647 h 414"/>
                <a:gd name="T4" fmla="*/ 2147483647 w 450"/>
                <a:gd name="T5" fmla="*/ 2147483647 h 414"/>
                <a:gd name="T6" fmla="*/ 2147483647 w 450"/>
                <a:gd name="T7" fmla="*/ 0 h 414"/>
                <a:gd name="T8" fmla="*/ 2147483647 w 450"/>
                <a:gd name="T9" fmla="*/ 2147483647 h 414"/>
                <a:gd name="T10" fmla="*/ 2147483647 w 450"/>
                <a:gd name="T11" fmla="*/ 2147483647 h 414"/>
                <a:gd name="T12" fmla="*/ 2147483647 w 450"/>
                <a:gd name="T13" fmla="*/ 2147483647 h 414"/>
                <a:gd name="T14" fmla="*/ 2147483647 w 450"/>
                <a:gd name="T15" fmla="*/ 2147483647 h 414"/>
                <a:gd name="T16" fmla="*/ 2147483647 w 450"/>
                <a:gd name="T17" fmla="*/ 2147483647 h 414"/>
                <a:gd name="T18" fmla="*/ 2147483647 w 450"/>
                <a:gd name="T19" fmla="*/ 2147483647 h 414"/>
                <a:gd name="T20" fmla="*/ 2147483647 w 450"/>
                <a:gd name="T21" fmla="*/ 2147483647 h 414"/>
                <a:gd name="T22" fmla="*/ 2147483647 w 450"/>
                <a:gd name="T23" fmla="*/ 2147483647 h 414"/>
                <a:gd name="T24" fmla="*/ 2147483647 w 450"/>
                <a:gd name="T25" fmla="*/ 2147483647 h 414"/>
                <a:gd name="T26" fmla="*/ 2147483647 w 450"/>
                <a:gd name="T27" fmla="*/ 2147483647 h 414"/>
                <a:gd name="T28" fmla="*/ 2147483647 w 450"/>
                <a:gd name="T29" fmla="*/ 2147483647 h 414"/>
                <a:gd name="T30" fmla="*/ 2147483647 w 450"/>
                <a:gd name="T31" fmla="*/ 2147483647 h 414"/>
                <a:gd name="T32" fmla="*/ 2147483647 w 450"/>
                <a:gd name="T33" fmla="*/ 2147483647 h 414"/>
                <a:gd name="T34" fmla="*/ 2147483647 w 450"/>
                <a:gd name="T35" fmla="*/ 2147483647 h 414"/>
                <a:gd name="T36" fmla="*/ 2147483647 w 450"/>
                <a:gd name="T37" fmla="*/ 2147483647 h 414"/>
                <a:gd name="T38" fmla="*/ 2147483647 w 450"/>
                <a:gd name="T39" fmla="*/ 2147483647 h 414"/>
                <a:gd name="T40" fmla="*/ 2147483647 w 450"/>
                <a:gd name="T41" fmla="*/ 2147483647 h 414"/>
                <a:gd name="T42" fmla="*/ 2147483647 w 450"/>
                <a:gd name="T43" fmla="*/ 2147483647 h 414"/>
                <a:gd name="T44" fmla="*/ 2147483647 w 450"/>
                <a:gd name="T45" fmla="*/ 2147483647 h 414"/>
                <a:gd name="T46" fmla="*/ 2147483647 w 450"/>
                <a:gd name="T47" fmla="*/ 2147483647 h 414"/>
                <a:gd name="T48" fmla="*/ 2147483647 w 450"/>
                <a:gd name="T49" fmla="*/ 2147483647 h 414"/>
                <a:gd name="T50" fmla="*/ 2147483647 w 450"/>
                <a:gd name="T51" fmla="*/ 2147483647 h 414"/>
                <a:gd name="T52" fmla="*/ 2147483647 w 450"/>
                <a:gd name="T53" fmla="*/ 2147483647 h 414"/>
                <a:gd name="T54" fmla="*/ 2147483647 w 450"/>
                <a:gd name="T55" fmla="*/ 2147483647 h 414"/>
                <a:gd name="T56" fmla="*/ 2147483647 w 450"/>
                <a:gd name="T57" fmla="*/ 2147483647 h 414"/>
                <a:gd name="T58" fmla="*/ 2147483647 w 450"/>
                <a:gd name="T59" fmla="*/ 2147483647 h 414"/>
                <a:gd name="T60" fmla="*/ 2147483647 w 450"/>
                <a:gd name="T61" fmla="*/ 2147483647 h 414"/>
                <a:gd name="T62" fmla="*/ 2147483647 w 450"/>
                <a:gd name="T63" fmla="*/ 2147483647 h 414"/>
                <a:gd name="T64" fmla="*/ 2147483647 w 450"/>
                <a:gd name="T65" fmla="*/ 2147483647 h 414"/>
                <a:gd name="T66" fmla="*/ 2147483647 w 450"/>
                <a:gd name="T67" fmla="*/ 2147483647 h 414"/>
                <a:gd name="T68" fmla="*/ 2147483647 w 450"/>
                <a:gd name="T69" fmla="*/ 2147483647 h 414"/>
                <a:gd name="T70" fmla="*/ 2147483647 w 450"/>
                <a:gd name="T71" fmla="*/ 2147483647 h 414"/>
                <a:gd name="T72" fmla="*/ 2147483647 w 450"/>
                <a:gd name="T73" fmla="*/ 2147483647 h 414"/>
                <a:gd name="T74" fmla="*/ 2147483647 w 450"/>
                <a:gd name="T75" fmla="*/ 2147483647 h 414"/>
                <a:gd name="T76" fmla="*/ 2147483647 w 450"/>
                <a:gd name="T77" fmla="*/ 2147483647 h 414"/>
                <a:gd name="T78" fmla="*/ 2147483647 w 450"/>
                <a:gd name="T79" fmla="*/ 2147483647 h 414"/>
                <a:gd name="T80" fmla="*/ 2147483647 w 450"/>
                <a:gd name="T81" fmla="*/ 2147483647 h 414"/>
                <a:gd name="T82" fmla="*/ 2147483647 w 450"/>
                <a:gd name="T83" fmla="*/ 2147483647 h 414"/>
                <a:gd name="T84" fmla="*/ 2147483647 w 450"/>
                <a:gd name="T85" fmla="*/ 2147483647 h 414"/>
                <a:gd name="T86" fmla="*/ 2147483647 w 450"/>
                <a:gd name="T87" fmla="*/ 2147483647 h 414"/>
                <a:gd name="T88" fmla="*/ 2147483647 w 450"/>
                <a:gd name="T89" fmla="*/ 2147483647 h 414"/>
                <a:gd name="T90" fmla="*/ 2147483647 w 450"/>
                <a:gd name="T91" fmla="*/ 2147483647 h 414"/>
                <a:gd name="T92" fmla="*/ 2147483647 w 450"/>
                <a:gd name="T93" fmla="*/ 2147483647 h 414"/>
                <a:gd name="T94" fmla="*/ 2147483647 w 450"/>
                <a:gd name="T95" fmla="*/ 2147483647 h 414"/>
                <a:gd name="T96" fmla="*/ 2147483647 w 450"/>
                <a:gd name="T97" fmla="*/ 2147483647 h 41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50"/>
                <a:gd name="T148" fmla="*/ 0 h 414"/>
                <a:gd name="T149" fmla="*/ 450 w 450"/>
                <a:gd name="T150" fmla="*/ 414 h 41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50" h="414">
                  <a:moveTo>
                    <a:pt x="426" y="60"/>
                  </a:moveTo>
                  <a:lnTo>
                    <a:pt x="432" y="54"/>
                  </a:lnTo>
                  <a:lnTo>
                    <a:pt x="438" y="42"/>
                  </a:lnTo>
                  <a:lnTo>
                    <a:pt x="450" y="30"/>
                  </a:lnTo>
                  <a:lnTo>
                    <a:pt x="444" y="30"/>
                  </a:lnTo>
                  <a:lnTo>
                    <a:pt x="438" y="24"/>
                  </a:lnTo>
                  <a:lnTo>
                    <a:pt x="438" y="0"/>
                  </a:lnTo>
                  <a:lnTo>
                    <a:pt x="432" y="0"/>
                  </a:lnTo>
                  <a:lnTo>
                    <a:pt x="432" y="6"/>
                  </a:lnTo>
                  <a:lnTo>
                    <a:pt x="426" y="18"/>
                  </a:lnTo>
                  <a:lnTo>
                    <a:pt x="402" y="18"/>
                  </a:lnTo>
                  <a:lnTo>
                    <a:pt x="390" y="30"/>
                  </a:lnTo>
                  <a:lnTo>
                    <a:pt x="372" y="30"/>
                  </a:lnTo>
                  <a:lnTo>
                    <a:pt x="366" y="24"/>
                  </a:lnTo>
                  <a:lnTo>
                    <a:pt x="318" y="24"/>
                  </a:lnTo>
                  <a:lnTo>
                    <a:pt x="306" y="30"/>
                  </a:lnTo>
                  <a:lnTo>
                    <a:pt x="294" y="42"/>
                  </a:lnTo>
                  <a:lnTo>
                    <a:pt x="282" y="48"/>
                  </a:lnTo>
                  <a:lnTo>
                    <a:pt x="276" y="54"/>
                  </a:lnTo>
                  <a:lnTo>
                    <a:pt x="258" y="54"/>
                  </a:lnTo>
                  <a:lnTo>
                    <a:pt x="246" y="60"/>
                  </a:lnTo>
                  <a:lnTo>
                    <a:pt x="234" y="60"/>
                  </a:lnTo>
                  <a:lnTo>
                    <a:pt x="222" y="54"/>
                  </a:lnTo>
                  <a:lnTo>
                    <a:pt x="204" y="54"/>
                  </a:lnTo>
                  <a:lnTo>
                    <a:pt x="192" y="42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30"/>
                  </a:lnTo>
                  <a:lnTo>
                    <a:pt x="150" y="48"/>
                  </a:lnTo>
                  <a:lnTo>
                    <a:pt x="144" y="48"/>
                  </a:lnTo>
                  <a:lnTo>
                    <a:pt x="138" y="54"/>
                  </a:lnTo>
                  <a:lnTo>
                    <a:pt x="120" y="60"/>
                  </a:lnTo>
                  <a:lnTo>
                    <a:pt x="84" y="60"/>
                  </a:lnTo>
                  <a:lnTo>
                    <a:pt x="84" y="54"/>
                  </a:lnTo>
                  <a:lnTo>
                    <a:pt x="90" y="48"/>
                  </a:lnTo>
                  <a:lnTo>
                    <a:pt x="66" y="48"/>
                  </a:lnTo>
                  <a:lnTo>
                    <a:pt x="66" y="78"/>
                  </a:lnTo>
                  <a:lnTo>
                    <a:pt x="72" y="78"/>
                  </a:lnTo>
                  <a:lnTo>
                    <a:pt x="72" y="102"/>
                  </a:lnTo>
                  <a:lnTo>
                    <a:pt x="60" y="102"/>
                  </a:lnTo>
                  <a:lnTo>
                    <a:pt x="54" y="96"/>
                  </a:lnTo>
                  <a:lnTo>
                    <a:pt x="54" y="114"/>
                  </a:lnTo>
                  <a:lnTo>
                    <a:pt x="48" y="120"/>
                  </a:lnTo>
                  <a:lnTo>
                    <a:pt x="48" y="126"/>
                  </a:lnTo>
                  <a:lnTo>
                    <a:pt x="36" y="126"/>
                  </a:lnTo>
                  <a:lnTo>
                    <a:pt x="24" y="114"/>
                  </a:lnTo>
                  <a:lnTo>
                    <a:pt x="18" y="120"/>
                  </a:lnTo>
                  <a:lnTo>
                    <a:pt x="12" y="132"/>
                  </a:lnTo>
                  <a:lnTo>
                    <a:pt x="12" y="150"/>
                  </a:lnTo>
                  <a:lnTo>
                    <a:pt x="6" y="150"/>
                  </a:lnTo>
                  <a:lnTo>
                    <a:pt x="0" y="198"/>
                  </a:lnTo>
                  <a:lnTo>
                    <a:pt x="6" y="204"/>
                  </a:lnTo>
                  <a:lnTo>
                    <a:pt x="18" y="210"/>
                  </a:lnTo>
                  <a:lnTo>
                    <a:pt x="24" y="216"/>
                  </a:lnTo>
                  <a:lnTo>
                    <a:pt x="24" y="222"/>
                  </a:lnTo>
                  <a:lnTo>
                    <a:pt x="72" y="222"/>
                  </a:lnTo>
                  <a:lnTo>
                    <a:pt x="66" y="234"/>
                  </a:lnTo>
                  <a:lnTo>
                    <a:pt x="72" y="240"/>
                  </a:lnTo>
                  <a:lnTo>
                    <a:pt x="78" y="252"/>
                  </a:lnTo>
                  <a:lnTo>
                    <a:pt x="78" y="270"/>
                  </a:lnTo>
                  <a:lnTo>
                    <a:pt x="72" y="282"/>
                  </a:lnTo>
                  <a:lnTo>
                    <a:pt x="66" y="282"/>
                  </a:lnTo>
                  <a:lnTo>
                    <a:pt x="54" y="288"/>
                  </a:lnTo>
                  <a:lnTo>
                    <a:pt x="48" y="288"/>
                  </a:lnTo>
                  <a:lnTo>
                    <a:pt x="42" y="294"/>
                  </a:lnTo>
                  <a:lnTo>
                    <a:pt x="42" y="318"/>
                  </a:lnTo>
                  <a:lnTo>
                    <a:pt x="24" y="336"/>
                  </a:lnTo>
                  <a:lnTo>
                    <a:pt x="30" y="378"/>
                  </a:lnTo>
                  <a:lnTo>
                    <a:pt x="36" y="378"/>
                  </a:lnTo>
                  <a:lnTo>
                    <a:pt x="72" y="396"/>
                  </a:lnTo>
                  <a:lnTo>
                    <a:pt x="84" y="408"/>
                  </a:lnTo>
                  <a:lnTo>
                    <a:pt x="96" y="414"/>
                  </a:lnTo>
                  <a:lnTo>
                    <a:pt x="114" y="414"/>
                  </a:lnTo>
                  <a:lnTo>
                    <a:pt x="174" y="384"/>
                  </a:lnTo>
                  <a:lnTo>
                    <a:pt x="204" y="354"/>
                  </a:lnTo>
                  <a:lnTo>
                    <a:pt x="228" y="336"/>
                  </a:lnTo>
                  <a:lnTo>
                    <a:pt x="240" y="324"/>
                  </a:lnTo>
                  <a:lnTo>
                    <a:pt x="300" y="276"/>
                  </a:lnTo>
                  <a:lnTo>
                    <a:pt x="312" y="270"/>
                  </a:lnTo>
                  <a:lnTo>
                    <a:pt x="372" y="246"/>
                  </a:lnTo>
                  <a:lnTo>
                    <a:pt x="396" y="234"/>
                  </a:lnTo>
                  <a:lnTo>
                    <a:pt x="402" y="228"/>
                  </a:lnTo>
                  <a:lnTo>
                    <a:pt x="402" y="222"/>
                  </a:lnTo>
                  <a:lnTo>
                    <a:pt x="384" y="204"/>
                  </a:lnTo>
                  <a:lnTo>
                    <a:pt x="384" y="198"/>
                  </a:lnTo>
                  <a:lnTo>
                    <a:pt x="390" y="180"/>
                  </a:lnTo>
                  <a:lnTo>
                    <a:pt x="396" y="168"/>
                  </a:lnTo>
                  <a:lnTo>
                    <a:pt x="396" y="138"/>
                  </a:lnTo>
                  <a:lnTo>
                    <a:pt x="390" y="126"/>
                  </a:lnTo>
                  <a:lnTo>
                    <a:pt x="390" y="114"/>
                  </a:lnTo>
                  <a:lnTo>
                    <a:pt x="384" y="108"/>
                  </a:lnTo>
                  <a:lnTo>
                    <a:pt x="378" y="96"/>
                  </a:lnTo>
                  <a:lnTo>
                    <a:pt x="378" y="84"/>
                  </a:lnTo>
                  <a:lnTo>
                    <a:pt x="384" y="72"/>
                  </a:lnTo>
                  <a:lnTo>
                    <a:pt x="390" y="66"/>
                  </a:lnTo>
                  <a:lnTo>
                    <a:pt x="402" y="66"/>
                  </a:lnTo>
                  <a:lnTo>
                    <a:pt x="414" y="60"/>
                  </a:lnTo>
                  <a:lnTo>
                    <a:pt x="426" y="60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88" name="Switzerland" descr="© INSCALE GmbH, 05.05.2010&#10;http://www.presentationload.com/">
              <a:extLst>
                <a:ext uri="{FF2B5EF4-FFF2-40B4-BE49-F238E27FC236}">
                  <a16:creationId xmlns:a16="http://schemas.microsoft.com/office/drawing/2014/main" id="{C47637FF-D5A1-406A-B2DA-ED71F5DAFE02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884493" y="1738099"/>
              <a:ext cx="95639" cy="52661"/>
            </a:xfrm>
            <a:custGeom>
              <a:avLst/>
              <a:gdLst>
                <a:gd name="T0" fmla="*/ 2147483647 w 288"/>
                <a:gd name="T1" fmla="*/ 2147483647 h 162"/>
                <a:gd name="T2" fmla="*/ 2147483647 w 288"/>
                <a:gd name="T3" fmla="*/ 2147483647 h 162"/>
                <a:gd name="T4" fmla="*/ 2147483647 w 288"/>
                <a:gd name="T5" fmla="*/ 2147483647 h 162"/>
                <a:gd name="T6" fmla="*/ 2147483647 w 288"/>
                <a:gd name="T7" fmla="*/ 2147483647 h 162"/>
                <a:gd name="T8" fmla="*/ 2147483647 w 288"/>
                <a:gd name="T9" fmla="*/ 2147483647 h 162"/>
                <a:gd name="T10" fmla="*/ 2147483647 w 288"/>
                <a:gd name="T11" fmla="*/ 2147483647 h 162"/>
                <a:gd name="T12" fmla="*/ 2147483647 w 288"/>
                <a:gd name="T13" fmla="*/ 2147483647 h 162"/>
                <a:gd name="T14" fmla="*/ 0 w 288"/>
                <a:gd name="T15" fmla="*/ 2147483647 h 162"/>
                <a:gd name="T16" fmla="*/ 2147483647 w 288"/>
                <a:gd name="T17" fmla="*/ 2147483647 h 162"/>
                <a:gd name="T18" fmla="*/ 2147483647 w 288"/>
                <a:gd name="T19" fmla="*/ 2147483647 h 162"/>
                <a:gd name="T20" fmla="*/ 2147483647 w 288"/>
                <a:gd name="T21" fmla="*/ 2147483647 h 162"/>
                <a:gd name="T22" fmla="*/ 2147483647 w 288"/>
                <a:gd name="T23" fmla="*/ 2147483647 h 162"/>
                <a:gd name="T24" fmla="*/ 2147483647 w 288"/>
                <a:gd name="T25" fmla="*/ 2147483647 h 162"/>
                <a:gd name="T26" fmla="*/ 2147483647 w 288"/>
                <a:gd name="T27" fmla="*/ 2147483647 h 162"/>
                <a:gd name="T28" fmla="*/ 2147483647 w 288"/>
                <a:gd name="T29" fmla="*/ 2147483647 h 162"/>
                <a:gd name="T30" fmla="*/ 2147483647 w 288"/>
                <a:gd name="T31" fmla="*/ 2147483647 h 162"/>
                <a:gd name="T32" fmla="*/ 2147483647 w 288"/>
                <a:gd name="T33" fmla="*/ 2147483647 h 162"/>
                <a:gd name="T34" fmla="*/ 2147483647 w 288"/>
                <a:gd name="T35" fmla="*/ 2147483647 h 162"/>
                <a:gd name="T36" fmla="*/ 2147483647 w 288"/>
                <a:gd name="T37" fmla="*/ 2147483647 h 162"/>
                <a:gd name="T38" fmla="*/ 2147483647 w 288"/>
                <a:gd name="T39" fmla="*/ 2147483647 h 162"/>
                <a:gd name="T40" fmla="*/ 2147483647 w 288"/>
                <a:gd name="T41" fmla="*/ 2147483647 h 162"/>
                <a:gd name="T42" fmla="*/ 2147483647 w 288"/>
                <a:gd name="T43" fmla="*/ 2147483647 h 162"/>
                <a:gd name="T44" fmla="*/ 2147483647 w 288"/>
                <a:gd name="T45" fmla="*/ 2147483647 h 162"/>
                <a:gd name="T46" fmla="*/ 2147483647 w 288"/>
                <a:gd name="T47" fmla="*/ 2147483647 h 162"/>
                <a:gd name="T48" fmla="*/ 2147483647 w 288"/>
                <a:gd name="T49" fmla="*/ 2147483647 h 162"/>
                <a:gd name="T50" fmla="*/ 2147483647 w 288"/>
                <a:gd name="T51" fmla="*/ 2147483647 h 162"/>
                <a:gd name="T52" fmla="*/ 2147483647 w 288"/>
                <a:gd name="T53" fmla="*/ 2147483647 h 162"/>
                <a:gd name="T54" fmla="*/ 2147483647 w 288"/>
                <a:gd name="T55" fmla="*/ 2147483647 h 162"/>
                <a:gd name="T56" fmla="*/ 2147483647 w 288"/>
                <a:gd name="T57" fmla="*/ 2147483647 h 162"/>
                <a:gd name="T58" fmla="*/ 2147483647 w 288"/>
                <a:gd name="T59" fmla="*/ 2147483647 h 162"/>
                <a:gd name="T60" fmla="*/ 2147483647 w 288"/>
                <a:gd name="T61" fmla="*/ 2147483647 h 162"/>
                <a:gd name="T62" fmla="*/ 2147483647 w 288"/>
                <a:gd name="T63" fmla="*/ 2147483647 h 162"/>
                <a:gd name="T64" fmla="*/ 2147483647 w 288"/>
                <a:gd name="T65" fmla="*/ 2147483647 h 162"/>
                <a:gd name="T66" fmla="*/ 2147483647 w 288"/>
                <a:gd name="T67" fmla="*/ 0 h 162"/>
                <a:gd name="T68" fmla="*/ 2147483647 w 288"/>
                <a:gd name="T69" fmla="*/ 2147483647 h 162"/>
                <a:gd name="T70" fmla="*/ 2147483647 w 288"/>
                <a:gd name="T71" fmla="*/ 2147483647 h 162"/>
                <a:gd name="T72" fmla="*/ 2147483647 w 288"/>
                <a:gd name="T73" fmla="*/ 2147483647 h 16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88"/>
                <a:gd name="T112" fmla="*/ 0 h 162"/>
                <a:gd name="T113" fmla="*/ 288 w 288"/>
                <a:gd name="T114" fmla="*/ 162 h 162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88" h="162">
                  <a:moveTo>
                    <a:pt x="132" y="24"/>
                  </a:moveTo>
                  <a:lnTo>
                    <a:pt x="96" y="24"/>
                  </a:lnTo>
                  <a:lnTo>
                    <a:pt x="90" y="42"/>
                  </a:lnTo>
                  <a:lnTo>
                    <a:pt x="72" y="30"/>
                  </a:lnTo>
                  <a:lnTo>
                    <a:pt x="66" y="42"/>
                  </a:lnTo>
                  <a:lnTo>
                    <a:pt x="60" y="48"/>
                  </a:lnTo>
                  <a:lnTo>
                    <a:pt x="54" y="60"/>
                  </a:lnTo>
                  <a:lnTo>
                    <a:pt x="48" y="66"/>
                  </a:lnTo>
                  <a:lnTo>
                    <a:pt x="30" y="66"/>
                  </a:lnTo>
                  <a:lnTo>
                    <a:pt x="30" y="78"/>
                  </a:lnTo>
                  <a:lnTo>
                    <a:pt x="18" y="90"/>
                  </a:lnTo>
                  <a:lnTo>
                    <a:pt x="12" y="102"/>
                  </a:lnTo>
                  <a:lnTo>
                    <a:pt x="0" y="108"/>
                  </a:lnTo>
                  <a:lnTo>
                    <a:pt x="6" y="120"/>
                  </a:lnTo>
                  <a:lnTo>
                    <a:pt x="0" y="126"/>
                  </a:lnTo>
                  <a:lnTo>
                    <a:pt x="0" y="132"/>
                  </a:lnTo>
                  <a:lnTo>
                    <a:pt x="6" y="132"/>
                  </a:lnTo>
                  <a:lnTo>
                    <a:pt x="30" y="108"/>
                  </a:lnTo>
                  <a:lnTo>
                    <a:pt x="48" y="108"/>
                  </a:lnTo>
                  <a:lnTo>
                    <a:pt x="54" y="114"/>
                  </a:lnTo>
                  <a:lnTo>
                    <a:pt x="48" y="138"/>
                  </a:lnTo>
                  <a:lnTo>
                    <a:pt x="60" y="150"/>
                  </a:lnTo>
                  <a:lnTo>
                    <a:pt x="60" y="156"/>
                  </a:lnTo>
                  <a:lnTo>
                    <a:pt x="72" y="156"/>
                  </a:lnTo>
                  <a:lnTo>
                    <a:pt x="84" y="144"/>
                  </a:lnTo>
                  <a:lnTo>
                    <a:pt x="96" y="144"/>
                  </a:lnTo>
                  <a:lnTo>
                    <a:pt x="108" y="156"/>
                  </a:lnTo>
                  <a:lnTo>
                    <a:pt x="114" y="156"/>
                  </a:lnTo>
                  <a:lnTo>
                    <a:pt x="132" y="138"/>
                  </a:lnTo>
                  <a:lnTo>
                    <a:pt x="132" y="120"/>
                  </a:lnTo>
                  <a:lnTo>
                    <a:pt x="138" y="114"/>
                  </a:lnTo>
                  <a:lnTo>
                    <a:pt x="150" y="114"/>
                  </a:lnTo>
                  <a:lnTo>
                    <a:pt x="156" y="120"/>
                  </a:lnTo>
                  <a:lnTo>
                    <a:pt x="156" y="126"/>
                  </a:lnTo>
                  <a:lnTo>
                    <a:pt x="162" y="132"/>
                  </a:lnTo>
                  <a:lnTo>
                    <a:pt x="162" y="138"/>
                  </a:lnTo>
                  <a:lnTo>
                    <a:pt x="168" y="138"/>
                  </a:lnTo>
                  <a:lnTo>
                    <a:pt x="192" y="162"/>
                  </a:lnTo>
                  <a:lnTo>
                    <a:pt x="192" y="144"/>
                  </a:lnTo>
                  <a:lnTo>
                    <a:pt x="204" y="132"/>
                  </a:lnTo>
                  <a:lnTo>
                    <a:pt x="210" y="108"/>
                  </a:lnTo>
                  <a:lnTo>
                    <a:pt x="222" y="126"/>
                  </a:lnTo>
                  <a:lnTo>
                    <a:pt x="240" y="120"/>
                  </a:lnTo>
                  <a:lnTo>
                    <a:pt x="258" y="132"/>
                  </a:lnTo>
                  <a:lnTo>
                    <a:pt x="264" y="120"/>
                  </a:lnTo>
                  <a:lnTo>
                    <a:pt x="252" y="108"/>
                  </a:lnTo>
                  <a:lnTo>
                    <a:pt x="252" y="102"/>
                  </a:lnTo>
                  <a:lnTo>
                    <a:pt x="276" y="102"/>
                  </a:lnTo>
                  <a:lnTo>
                    <a:pt x="282" y="84"/>
                  </a:lnTo>
                  <a:lnTo>
                    <a:pt x="288" y="84"/>
                  </a:lnTo>
                  <a:lnTo>
                    <a:pt x="288" y="78"/>
                  </a:lnTo>
                  <a:lnTo>
                    <a:pt x="276" y="66"/>
                  </a:lnTo>
                  <a:lnTo>
                    <a:pt x="270" y="66"/>
                  </a:lnTo>
                  <a:lnTo>
                    <a:pt x="252" y="84"/>
                  </a:lnTo>
                  <a:lnTo>
                    <a:pt x="246" y="84"/>
                  </a:lnTo>
                  <a:lnTo>
                    <a:pt x="246" y="66"/>
                  </a:lnTo>
                  <a:lnTo>
                    <a:pt x="210" y="66"/>
                  </a:lnTo>
                  <a:lnTo>
                    <a:pt x="210" y="60"/>
                  </a:lnTo>
                  <a:lnTo>
                    <a:pt x="216" y="48"/>
                  </a:lnTo>
                  <a:lnTo>
                    <a:pt x="222" y="42"/>
                  </a:lnTo>
                  <a:lnTo>
                    <a:pt x="228" y="42"/>
                  </a:lnTo>
                  <a:lnTo>
                    <a:pt x="228" y="30"/>
                  </a:lnTo>
                  <a:lnTo>
                    <a:pt x="216" y="30"/>
                  </a:lnTo>
                  <a:lnTo>
                    <a:pt x="210" y="18"/>
                  </a:lnTo>
                  <a:lnTo>
                    <a:pt x="192" y="12"/>
                  </a:lnTo>
                  <a:lnTo>
                    <a:pt x="180" y="12"/>
                  </a:lnTo>
                  <a:lnTo>
                    <a:pt x="174" y="6"/>
                  </a:lnTo>
                  <a:lnTo>
                    <a:pt x="162" y="0"/>
                  </a:lnTo>
                  <a:lnTo>
                    <a:pt x="156" y="0"/>
                  </a:lnTo>
                  <a:lnTo>
                    <a:pt x="150" y="6"/>
                  </a:lnTo>
                  <a:lnTo>
                    <a:pt x="150" y="18"/>
                  </a:lnTo>
                  <a:lnTo>
                    <a:pt x="156" y="24"/>
                  </a:lnTo>
                  <a:lnTo>
                    <a:pt x="150" y="18"/>
                  </a:lnTo>
                  <a:lnTo>
                    <a:pt x="132" y="24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89" name="Sweden" descr="© INSCALE GmbH, 05.05.2010&#10;http://www.presentationload.com/">
              <a:extLst>
                <a:ext uri="{FF2B5EF4-FFF2-40B4-BE49-F238E27FC236}">
                  <a16:creationId xmlns:a16="http://schemas.microsoft.com/office/drawing/2014/main" id="{5DAF2087-8FF7-466D-BF6A-C2AD661ADE14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3993056" y="1221758"/>
              <a:ext cx="228758" cy="324959"/>
            </a:xfrm>
            <a:custGeom>
              <a:avLst/>
              <a:gdLst>
                <a:gd name="T0" fmla="*/ 2147483647 w 690"/>
                <a:gd name="T1" fmla="*/ 2147483647 h 990"/>
                <a:gd name="T2" fmla="*/ 2147483647 w 690"/>
                <a:gd name="T3" fmla="*/ 2147483647 h 990"/>
                <a:gd name="T4" fmla="*/ 2147483647 w 690"/>
                <a:gd name="T5" fmla="*/ 2147483647 h 990"/>
                <a:gd name="T6" fmla="*/ 2147483647 w 690"/>
                <a:gd name="T7" fmla="*/ 2147483647 h 990"/>
                <a:gd name="T8" fmla="*/ 2147483647 w 690"/>
                <a:gd name="T9" fmla="*/ 2147483647 h 990"/>
                <a:gd name="T10" fmla="*/ 2147483647 w 690"/>
                <a:gd name="T11" fmla="*/ 2147483647 h 990"/>
                <a:gd name="T12" fmla="*/ 2147483647 w 690"/>
                <a:gd name="T13" fmla="*/ 2147483647 h 990"/>
                <a:gd name="T14" fmla="*/ 2147483647 w 690"/>
                <a:gd name="T15" fmla="*/ 2147483647 h 990"/>
                <a:gd name="T16" fmla="*/ 2147483647 w 690"/>
                <a:gd name="T17" fmla="*/ 2147483647 h 990"/>
                <a:gd name="T18" fmla="*/ 2147483647 w 690"/>
                <a:gd name="T19" fmla="*/ 2147483647 h 990"/>
                <a:gd name="T20" fmla="*/ 2147483647 w 690"/>
                <a:gd name="T21" fmla="*/ 2147483647 h 990"/>
                <a:gd name="T22" fmla="*/ 2147483647 w 690"/>
                <a:gd name="T23" fmla="*/ 2147483647 h 990"/>
                <a:gd name="T24" fmla="*/ 2147483647 w 690"/>
                <a:gd name="T25" fmla="*/ 2147483647 h 990"/>
                <a:gd name="T26" fmla="*/ 2147483647 w 690"/>
                <a:gd name="T27" fmla="*/ 2147483647 h 990"/>
                <a:gd name="T28" fmla="*/ 2147483647 w 690"/>
                <a:gd name="T29" fmla="*/ 2147483647 h 990"/>
                <a:gd name="T30" fmla="*/ 2147483647 w 690"/>
                <a:gd name="T31" fmla="*/ 2147483647 h 990"/>
                <a:gd name="T32" fmla="*/ 2147483647 w 690"/>
                <a:gd name="T33" fmla="*/ 2147483647 h 990"/>
                <a:gd name="T34" fmla="*/ 2147483647 w 690"/>
                <a:gd name="T35" fmla="*/ 2147483647 h 990"/>
                <a:gd name="T36" fmla="*/ 2147483647 w 690"/>
                <a:gd name="T37" fmla="*/ 2147483647 h 990"/>
                <a:gd name="T38" fmla="*/ 2147483647 w 690"/>
                <a:gd name="T39" fmla="*/ 2147483647 h 990"/>
                <a:gd name="T40" fmla="*/ 2147483647 w 690"/>
                <a:gd name="T41" fmla="*/ 2147483647 h 990"/>
                <a:gd name="T42" fmla="*/ 2147483647 w 690"/>
                <a:gd name="T43" fmla="*/ 2147483647 h 990"/>
                <a:gd name="T44" fmla="*/ 2147483647 w 690"/>
                <a:gd name="T45" fmla="*/ 2147483647 h 990"/>
                <a:gd name="T46" fmla="*/ 0 w 690"/>
                <a:gd name="T47" fmla="*/ 2147483647 h 990"/>
                <a:gd name="T48" fmla="*/ 2147483647 w 690"/>
                <a:gd name="T49" fmla="*/ 2147483647 h 990"/>
                <a:gd name="T50" fmla="*/ 2147483647 w 690"/>
                <a:gd name="T51" fmla="*/ 2147483647 h 990"/>
                <a:gd name="T52" fmla="*/ 2147483647 w 690"/>
                <a:gd name="T53" fmla="*/ 2147483647 h 990"/>
                <a:gd name="T54" fmla="*/ 2147483647 w 690"/>
                <a:gd name="T55" fmla="*/ 2147483647 h 990"/>
                <a:gd name="T56" fmla="*/ 2147483647 w 690"/>
                <a:gd name="T57" fmla="*/ 2147483647 h 990"/>
                <a:gd name="T58" fmla="*/ 2147483647 w 690"/>
                <a:gd name="T59" fmla="*/ 2147483647 h 990"/>
                <a:gd name="T60" fmla="*/ 2147483647 w 690"/>
                <a:gd name="T61" fmla="*/ 2147483647 h 990"/>
                <a:gd name="T62" fmla="*/ 2147483647 w 690"/>
                <a:gd name="T63" fmla="*/ 2147483647 h 990"/>
                <a:gd name="T64" fmla="*/ 2147483647 w 690"/>
                <a:gd name="T65" fmla="*/ 2147483647 h 990"/>
                <a:gd name="T66" fmla="*/ 2147483647 w 690"/>
                <a:gd name="T67" fmla="*/ 2147483647 h 990"/>
                <a:gd name="T68" fmla="*/ 2147483647 w 690"/>
                <a:gd name="T69" fmla="*/ 2147483647 h 990"/>
                <a:gd name="T70" fmla="*/ 2147483647 w 690"/>
                <a:gd name="T71" fmla="*/ 2147483647 h 990"/>
                <a:gd name="T72" fmla="*/ 2147483647 w 690"/>
                <a:gd name="T73" fmla="*/ 2147483647 h 990"/>
                <a:gd name="T74" fmla="*/ 2147483647 w 690"/>
                <a:gd name="T75" fmla="*/ 2147483647 h 990"/>
                <a:gd name="T76" fmla="*/ 2147483647 w 690"/>
                <a:gd name="T77" fmla="*/ 2147483647 h 990"/>
                <a:gd name="T78" fmla="*/ 2147483647 w 690"/>
                <a:gd name="T79" fmla="*/ 2147483647 h 990"/>
                <a:gd name="T80" fmla="*/ 2147483647 w 690"/>
                <a:gd name="T81" fmla="*/ 2147483647 h 990"/>
                <a:gd name="T82" fmla="*/ 2147483647 w 690"/>
                <a:gd name="T83" fmla="*/ 2147483647 h 990"/>
                <a:gd name="T84" fmla="*/ 2147483647 w 690"/>
                <a:gd name="T85" fmla="*/ 2147483647 h 990"/>
                <a:gd name="T86" fmla="*/ 2147483647 w 690"/>
                <a:gd name="T87" fmla="*/ 2147483647 h 990"/>
                <a:gd name="T88" fmla="*/ 2147483647 w 690"/>
                <a:gd name="T89" fmla="*/ 2147483647 h 990"/>
                <a:gd name="T90" fmla="*/ 2147483647 w 690"/>
                <a:gd name="T91" fmla="*/ 2147483647 h 990"/>
                <a:gd name="T92" fmla="*/ 2147483647 w 690"/>
                <a:gd name="T93" fmla="*/ 2147483647 h 990"/>
                <a:gd name="T94" fmla="*/ 2147483647 w 690"/>
                <a:gd name="T95" fmla="*/ 2147483647 h 990"/>
                <a:gd name="T96" fmla="*/ 2147483647 w 690"/>
                <a:gd name="T97" fmla="*/ 2147483647 h 990"/>
                <a:gd name="T98" fmla="*/ 2147483647 w 690"/>
                <a:gd name="T99" fmla="*/ 2147483647 h 990"/>
                <a:gd name="T100" fmla="*/ 2147483647 w 690"/>
                <a:gd name="T101" fmla="*/ 2147483647 h 99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690"/>
                <a:gd name="T154" fmla="*/ 0 h 990"/>
                <a:gd name="T155" fmla="*/ 690 w 690"/>
                <a:gd name="T156" fmla="*/ 990 h 990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690" h="990">
                  <a:moveTo>
                    <a:pt x="678" y="204"/>
                  </a:moveTo>
                  <a:lnTo>
                    <a:pt x="672" y="198"/>
                  </a:lnTo>
                  <a:lnTo>
                    <a:pt x="660" y="192"/>
                  </a:lnTo>
                  <a:lnTo>
                    <a:pt x="648" y="180"/>
                  </a:lnTo>
                  <a:lnTo>
                    <a:pt x="648" y="174"/>
                  </a:lnTo>
                  <a:lnTo>
                    <a:pt x="654" y="162"/>
                  </a:lnTo>
                  <a:lnTo>
                    <a:pt x="660" y="156"/>
                  </a:lnTo>
                  <a:lnTo>
                    <a:pt x="666" y="144"/>
                  </a:lnTo>
                  <a:lnTo>
                    <a:pt x="642" y="132"/>
                  </a:lnTo>
                  <a:lnTo>
                    <a:pt x="648" y="108"/>
                  </a:lnTo>
                  <a:lnTo>
                    <a:pt x="636" y="102"/>
                  </a:lnTo>
                  <a:lnTo>
                    <a:pt x="636" y="96"/>
                  </a:lnTo>
                  <a:lnTo>
                    <a:pt x="642" y="90"/>
                  </a:lnTo>
                  <a:lnTo>
                    <a:pt x="642" y="66"/>
                  </a:lnTo>
                  <a:lnTo>
                    <a:pt x="636" y="66"/>
                  </a:lnTo>
                  <a:lnTo>
                    <a:pt x="630" y="60"/>
                  </a:lnTo>
                  <a:lnTo>
                    <a:pt x="618" y="60"/>
                  </a:lnTo>
                  <a:lnTo>
                    <a:pt x="588" y="42"/>
                  </a:lnTo>
                  <a:lnTo>
                    <a:pt x="552" y="42"/>
                  </a:lnTo>
                  <a:lnTo>
                    <a:pt x="540" y="30"/>
                  </a:lnTo>
                  <a:lnTo>
                    <a:pt x="534" y="30"/>
                  </a:lnTo>
                  <a:lnTo>
                    <a:pt x="528" y="24"/>
                  </a:lnTo>
                  <a:lnTo>
                    <a:pt x="516" y="24"/>
                  </a:lnTo>
                  <a:lnTo>
                    <a:pt x="504" y="18"/>
                  </a:lnTo>
                  <a:lnTo>
                    <a:pt x="498" y="12"/>
                  </a:lnTo>
                  <a:lnTo>
                    <a:pt x="486" y="6"/>
                  </a:lnTo>
                  <a:lnTo>
                    <a:pt x="456" y="0"/>
                  </a:lnTo>
                  <a:lnTo>
                    <a:pt x="456" y="24"/>
                  </a:lnTo>
                  <a:lnTo>
                    <a:pt x="444" y="24"/>
                  </a:lnTo>
                  <a:lnTo>
                    <a:pt x="444" y="30"/>
                  </a:lnTo>
                  <a:lnTo>
                    <a:pt x="456" y="42"/>
                  </a:lnTo>
                  <a:lnTo>
                    <a:pt x="462" y="42"/>
                  </a:lnTo>
                  <a:lnTo>
                    <a:pt x="456" y="48"/>
                  </a:lnTo>
                  <a:lnTo>
                    <a:pt x="444" y="48"/>
                  </a:lnTo>
                  <a:lnTo>
                    <a:pt x="438" y="42"/>
                  </a:lnTo>
                  <a:lnTo>
                    <a:pt x="414" y="42"/>
                  </a:lnTo>
                  <a:lnTo>
                    <a:pt x="390" y="36"/>
                  </a:lnTo>
                  <a:lnTo>
                    <a:pt x="366" y="42"/>
                  </a:lnTo>
                  <a:lnTo>
                    <a:pt x="366" y="30"/>
                  </a:lnTo>
                  <a:lnTo>
                    <a:pt x="360" y="24"/>
                  </a:lnTo>
                  <a:lnTo>
                    <a:pt x="348" y="36"/>
                  </a:lnTo>
                  <a:lnTo>
                    <a:pt x="348" y="66"/>
                  </a:lnTo>
                  <a:lnTo>
                    <a:pt x="342" y="72"/>
                  </a:lnTo>
                  <a:lnTo>
                    <a:pt x="324" y="72"/>
                  </a:lnTo>
                  <a:lnTo>
                    <a:pt x="282" y="78"/>
                  </a:lnTo>
                  <a:lnTo>
                    <a:pt x="264" y="96"/>
                  </a:lnTo>
                  <a:lnTo>
                    <a:pt x="252" y="102"/>
                  </a:lnTo>
                  <a:lnTo>
                    <a:pt x="246" y="102"/>
                  </a:lnTo>
                  <a:lnTo>
                    <a:pt x="246" y="114"/>
                  </a:lnTo>
                  <a:lnTo>
                    <a:pt x="258" y="120"/>
                  </a:lnTo>
                  <a:lnTo>
                    <a:pt x="264" y="126"/>
                  </a:lnTo>
                  <a:lnTo>
                    <a:pt x="258" y="144"/>
                  </a:lnTo>
                  <a:lnTo>
                    <a:pt x="252" y="144"/>
                  </a:lnTo>
                  <a:lnTo>
                    <a:pt x="240" y="150"/>
                  </a:lnTo>
                  <a:lnTo>
                    <a:pt x="234" y="156"/>
                  </a:lnTo>
                  <a:lnTo>
                    <a:pt x="234" y="162"/>
                  </a:lnTo>
                  <a:lnTo>
                    <a:pt x="228" y="168"/>
                  </a:lnTo>
                  <a:lnTo>
                    <a:pt x="210" y="168"/>
                  </a:lnTo>
                  <a:lnTo>
                    <a:pt x="216" y="174"/>
                  </a:lnTo>
                  <a:lnTo>
                    <a:pt x="216" y="180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16" y="192"/>
                  </a:lnTo>
                  <a:lnTo>
                    <a:pt x="210" y="198"/>
                  </a:lnTo>
                  <a:lnTo>
                    <a:pt x="204" y="198"/>
                  </a:lnTo>
                  <a:lnTo>
                    <a:pt x="192" y="204"/>
                  </a:lnTo>
                  <a:lnTo>
                    <a:pt x="174" y="192"/>
                  </a:lnTo>
                  <a:lnTo>
                    <a:pt x="174" y="228"/>
                  </a:lnTo>
                  <a:lnTo>
                    <a:pt x="168" y="270"/>
                  </a:lnTo>
                  <a:lnTo>
                    <a:pt x="138" y="300"/>
                  </a:lnTo>
                  <a:lnTo>
                    <a:pt x="132" y="300"/>
                  </a:lnTo>
                  <a:lnTo>
                    <a:pt x="120" y="306"/>
                  </a:lnTo>
                  <a:lnTo>
                    <a:pt x="132" y="312"/>
                  </a:lnTo>
                  <a:lnTo>
                    <a:pt x="150" y="330"/>
                  </a:lnTo>
                  <a:lnTo>
                    <a:pt x="150" y="336"/>
                  </a:lnTo>
                  <a:lnTo>
                    <a:pt x="144" y="342"/>
                  </a:lnTo>
                  <a:lnTo>
                    <a:pt x="102" y="342"/>
                  </a:lnTo>
                  <a:lnTo>
                    <a:pt x="90" y="348"/>
                  </a:lnTo>
                  <a:lnTo>
                    <a:pt x="84" y="354"/>
                  </a:lnTo>
                  <a:lnTo>
                    <a:pt x="72" y="360"/>
                  </a:lnTo>
                  <a:lnTo>
                    <a:pt x="30" y="402"/>
                  </a:lnTo>
                  <a:lnTo>
                    <a:pt x="36" y="408"/>
                  </a:lnTo>
                  <a:lnTo>
                    <a:pt x="42" y="408"/>
                  </a:lnTo>
                  <a:lnTo>
                    <a:pt x="48" y="414"/>
                  </a:lnTo>
                  <a:lnTo>
                    <a:pt x="48" y="420"/>
                  </a:lnTo>
                  <a:lnTo>
                    <a:pt x="42" y="426"/>
                  </a:lnTo>
                  <a:lnTo>
                    <a:pt x="36" y="426"/>
                  </a:lnTo>
                  <a:lnTo>
                    <a:pt x="30" y="432"/>
                  </a:lnTo>
                  <a:lnTo>
                    <a:pt x="30" y="444"/>
                  </a:lnTo>
                  <a:lnTo>
                    <a:pt x="54" y="468"/>
                  </a:lnTo>
                  <a:lnTo>
                    <a:pt x="54" y="480"/>
                  </a:lnTo>
                  <a:lnTo>
                    <a:pt x="48" y="492"/>
                  </a:lnTo>
                  <a:lnTo>
                    <a:pt x="48" y="510"/>
                  </a:lnTo>
                  <a:lnTo>
                    <a:pt x="60" y="522"/>
                  </a:lnTo>
                  <a:lnTo>
                    <a:pt x="66" y="522"/>
                  </a:lnTo>
                  <a:lnTo>
                    <a:pt x="84" y="540"/>
                  </a:lnTo>
                  <a:lnTo>
                    <a:pt x="84" y="552"/>
                  </a:lnTo>
                  <a:lnTo>
                    <a:pt x="72" y="564"/>
                  </a:lnTo>
                  <a:lnTo>
                    <a:pt x="48" y="570"/>
                  </a:lnTo>
                  <a:lnTo>
                    <a:pt x="54" y="576"/>
                  </a:lnTo>
                  <a:lnTo>
                    <a:pt x="60" y="588"/>
                  </a:lnTo>
                  <a:lnTo>
                    <a:pt x="60" y="594"/>
                  </a:lnTo>
                  <a:lnTo>
                    <a:pt x="66" y="600"/>
                  </a:lnTo>
                  <a:lnTo>
                    <a:pt x="66" y="606"/>
                  </a:lnTo>
                  <a:lnTo>
                    <a:pt x="72" y="618"/>
                  </a:lnTo>
                  <a:lnTo>
                    <a:pt x="66" y="618"/>
                  </a:lnTo>
                  <a:lnTo>
                    <a:pt x="66" y="642"/>
                  </a:lnTo>
                  <a:lnTo>
                    <a:pt x="60" y="648"/>
                  </a:lnTo>
                  <a:lnTo>
                    <a:pt x="24" y="648"/>
                  </a:lnTo>
                  <a:lnTo>
                    <a:pt x="30" y="660"/>
                  </a:lnTo>
                  <a:lnTo>
                    <a:pt x="30" y="666"/>
                  </a:lnTo>
                  <a:lnTo>
                    <a:pt x="24" y="666"/>
                  </a:lnTo>
                  <a:lnTo>
                    <a:pt x="18" y="672"/>
                  </a:lnTo>
                  <a:lnTo>
                    <a:pt x="18" y="678"/>
                  </a:lnTo>
                  <a:lnTo>
                    <a:pt x="30" y="690"/>
                  </a:lnTo>
                  <a:lnTo>
                    <a:pt x="30" y="708"/>
                  </a:lnTo>
                  <a:lnTo>
                    <a:pt x="24" y="714"/>
                  </a:lnTo>
                  <a:lnTo>
                    <a:pt x="18" y="726"/>
                  </a:lnTo>
                  <a:lnTo>
                    <a:pt x="0" y="708"/>
                  </a:lnTo>
                  <a:lnTo>
                    <a:pt x="0" y="768"/>
                  </a:lnTo>
                  <a:lnTo>
                    <a:pt x="6" y="762"/>
                  </a:lnTo>
                  <a:lnTo>
                    <a:pt x="24" y="762"/>
                  </a:lnTo>
                  <a:lnTo>
                    <a:pt x="36" y="774"/>
                  </a:lnTo>
                  <a:lnTo>
                    <a:pt x="36" y="780"/>
                  </a:lnTo>
                  <a:lnTo>
                    <a:pt x="30" y="780"/>
                  </a:lnTo>
                  <a:lnTo>
                    <a:pt x="30" y="774"/>
                  </a:lnTo>
                  <a:lnTo>
                    <a:pt x="24" y="774"/>
                  </a:lnTo>
                  <a:lnTo>
                    <a:pt x="24" y="834"/>
                  </a:lnTo>
                  <a:lnTo>
                    <a:pt x="30" y="840"/>
                  </a:lnTo>
                  <a:lnTo>
                    <a:pt x="36" y="840"/>
                  </a:lnTo>
                  <a:lnTo>
                    <a:pt x="48" y="846"/>
                  </a:lnTo>
                  <a:lnTo>
                    <a:pt x="54" y="858"/>
                  </a:lnTo>
                  <a:lnTo>
                    <a:pt x="60" y="864"/>
                  </a:lnTo>
                  <a:lnTo>
                    <a:pt x="66" y="876"/>
                  </a:lnTo>
                  <a:lnTo>
                    <a:pt x="90" y="900"/>
                  </a:lnTo>
                  <a:lnTo>
                    <a:pt x="96" y="900"/>
                  </a:lnTo>
                  <a:lnTo>
                    <a:pt x="96" y="912"/>
                  </a:lnTo>
                  <a:lnTo>
                    <a:pt x="78" y="912"/>
                  </a:lnTo>
                  <a:lnTo>
                    <a:pt x="78" y="942"/>
                  </a:lnTo>
                  <a:lnTo>
                    <a:pt x="90" y="954"/>
                  </a:lnTo>
                  <a:lnTo>
                    <a:pt x="102" y="960"/>
                  </a:lnTo>
                  <a:lnTo>
                    <a:pt x="96" y="966"/>
                  </a:lnTo>
                  <a:lnTo>
                    <a:pt x="96" y="984"/>
                  </a:lnTo>
                  <a:lnTo>
                    <a:pt x="102" y="984"/>
                  </a:lnTo>
                  <a:lnTo>
                    <a:pt x="108" y="990"/>
                  </a:lnTo>
                  <a:lnTo>
                    <a:pt x="174" y="990"/>
                  </a:lnTo>
                  <a:lnTo>
                    <a:pt x="180" y="984"/>
                  </a:lnTo>
                  <a:lnTo>
                    <a:pt x="180" y="948"/>
                  </a:lnTo>
                  <a:lnTo>
                    <a:pt x="198" y="942"/>
                  </a:lnTo>
                  <a:lnTo>
                    <a:pt x="198" y="924"/>
                  </a:lnTo>
                  <a:lnTo>
                    <a:pt x="264" y="930"/>
                  </a:lnTo>
                  <a:lnTo>
                    <a:pt x="276" y="936"/>
                  </a:lnTo>
                  <a:lnTo>
                    <a:pt x="300" y="876"/>
                  </a:lnTo>
                  <a:lnTo>
                    <a:pt x="300" y="864"/>
                  </a:lnTo>
                  <a:lnTo>
                    <a:pt x="306" y="852"/>
                  </a:lnTo>
                  <a:lnTo>
                    <a:pt x="306" y="816"/>
                  </a:lnTo>
                  <a:lnTo>
                    <a:pt x="300" y="810"/>
                  </a:lnTo>
                  <a:lnTo>
                    <a:pt x="294" y="798"/>
                  </a:lnTo>
                  <a:lnTo>
                    <a:pt x="312" y="798"/>
                  </a:lnTo>
                  <a:lnTo>
                    <a:pt x="324" y="786"/>
                  </a:lnTo>
                  <a:lnTo>
                    <a:pt x="324" y="780"/>
                  </a:lnTo>
                  <a:lnTo>
                    <a:pt x="306" y="762"/>
                  </a:lnTo>
                  <a:lnTo>
                    <a:pt x="294" y="762"/>
                  </a:lnTo>
                  <a:lnTo>
                    <a:pt x="312" y="756"/>
                  </a:lnTo>
                  <a:lnTo>
                    <a:pt x="300" y="750"/>
                  </a:lnTo>
                  <a:lnTo>
                    <a:pt x="324" y="750"/>
                  </a:lnTo>
                  <a:lnTo>
                    <a:pt x="336" y="744"/>
                  </a:lnTo>
                  <a:lnTo>
                    <a:pt x="348" y="744"/>
                  </a:lnTo>
                  <a:lnTo>
                    <a:pt x="354" y="738"/>
                  </a:lnTo>
                  <a:lnTo>
                    <a:pt x="360" y="726"/>
                  </a:lnTo>
                  <a:lnTo>
                    <a:pt x="360" y="714"/>
                  </a:lnTo>
                  <a:lnTo>
                    <a:pt x="366" y="708"/>
                  </a:lnTo>
                  <a:lnTo>
                    <a:pt x="384" y="726"/>
                  </a:lnTo>
                  <a:lnTo>
                    <a:pt x="390" y="726"/>
                  </a:lnTo>
                  <a:lnTo>
                    <a:pt x="396" y="720"/>
                  </a:lnTo>
                  <a:lnTo>
                    <a:pt x="408" y="696"/>
                  </a:lnTo>
                  <a:lnTo>
                    <a:pt x="402" y="690"/>
                  </a:lnTo>
                  <a:lnTo>
                    <a:pt x="402" y="684"/>
                  </a:lnTo>
                  <a:lnTo>
                    <a:pt x="414" y="684"/>
                  </a:lnTo>
                  <a:lnTo>
                    <a:pt x="420" y="678"/>
                  </a:lnTo>
                  <a:lnTo>
                    <a:pt x="432" y="672"/>
                  </a:lnTo>
                  <a:lnTo>
                    <a:pt x="432" y="660"/>
                  </a:lnTo>
                  <a:lnTo>
                    <a:pt x="420" y="636"/>
                  </a:lnTo>
                  <a:lnTo>
                    <a:pt x="408" y="630"/>
                  </a:lnTo>
                  <a:lnTo>
                    <a:pt x="408" y="618"/>
                  </a:lnTo>
                  <a:lnTo>
                    <a:pt x="372" y="600"/>
                  </a:lnTo>
                  <a:lnTo>
                    <a:pt x="360" y="606"/>
                  </a:lnTo>
                  <a:lnTo>
                    <a:pt x="354" y="606"/>
                  </a:lnTo>
                  <a:lnTo>
                    <a:pt x="342" y="600"/>
                  </a:lnTo>
                  <a:lnTo>
                    <a:pt x="330" y="576"/>
                  </a:lnTo>
                  <a:lnTo>
                    <a:pt x="330" y="558"/>
                  </a:lnTo>
                  <a:lnTo>
                    <a:pt x="324" y="546"/>
                  </a:lnTo>
                  <a:lnTo>
                    <a:pt x="324" y="528"/>
                  </a:lnTo>
                  <a:lnTo>
                    <a:pt x="336" y="516"/>
                  </a:lnTo>
                  <a:lnTo>
                    <a:pt x="342" y="504"/>
                  </a:lnTo>
                  <a:lnTo>
                    <a:pt x="342" y="486"/>
                  </a:lnTo>
                  <a:lnTo>
                    <a:pt x="336" y="474"/>
                  </a:lnTo>
                  <a:lnTo>
                    <a:pt x="330" y="468"/>
                  </a:lnTo>
                  <a:lnTo>
                    <a:pt x="330" y="462"/>
                  </a:lnTo>
                  <a:lnTo>
                    <a:pt x="348" y="462"/>
                  </a:lnTo>
                  <a:lnTo>
                    <a:pt x="354" y="456"/>
                  </a:lnTo>
                  <a:lnTo>
                    <a:pt x="354" y="438"/>
                  </a:lnTo>
                  <a:lnTo>
                    <a:pt x="348" y="426"/>
                  </a:lnTo>
                  <a:lnTo>
                    <a:pt x="354" y="432"/>
                  </a:lnTo>
                  <a:lnTo>
                    <a:pt x="378" y="432"/>
                  </a:lnTo>
                  <a:lnTo>
                    <a:pt x="384" y="426"/>
                  </a:lnTo>
                  <a:lnTo>
                    <a:pt x="396" y="420"/>
                  </a:lnTo>
                  <a:lnTo>
                    <a:pt x="408" y="408"/>
                  </a:lnTo>
                  <a:lnTo>
                    <a:pt x="438" y="414"/>
                  </a:lnTo>
                  <a:lnTo>
                    <a:pt x="450" y="390"/>
                  </a:lnTo>
                  <a:lnTo>
                    <a:pt x="480" y="390"/>
                  </a:lnTo>
                  <a:lnTo>
                    <a:pt x="498" y="384"/>
                  </a:lnTo>
                  <a:lnTo>
                    <a:pt x="510" y="378"/>
                  </a:lnTo>
                  <a:lnTo>
                    <a:pt x="522" y="354"/>
                  </a:lnTo>
                  <a:lnTo>
                    <a:pt x="540" y="336"/>
                  </a:lnTo>
                  <a:lnTo>
                    <a:pt x="546" y="324"/>
                  </a:lnTo>
                  <a:lnTo>
                    <a:pt x="528" y="300"/>
                  </a:lnTo>
                  <a:lnTo>
                    <a:pt x="558" y="264"/>
                  </a:lnTo>
                  <a:lnTo>
                    <a:pt x="540" y="246"/>
                  </a:lnTo>
                  <a:lnTo>
                    <a:pt x="576" y="234"/>
                  </a:lnTo>
                  <a:lnTo>
                    <a:pt x="594" y="216"/>
                  </a:lnTo>
                  <a:lnTo>
                    <a:pt x="672" y="222"/>
                  </a:lnTo>
                  <a:lnTo>
                    <a:pt x="684" y="240"/>
                  </a:lnTo>
                  <a:lnTo>
                    <a:pt x="690" y="240"/>
                  </a:lnTo>
                  <a:lnTo>
                    <a:pt x="678" y="204"/>
                  </a:lnTo>
                  <a:close/>
                  <a:moveTo>
                    <a:pt x="390" y="828"/>
                  </a:moveTo>
                  <a:lnTo>
                    <a:pt x="390" y="840"/>
                  </a:lnTo>
                  <a:lnTo>
                    <a:pt x="396" y="852"/>
                  </a:lnTo>
                  <a:lnTo>
                    <a:pt x="396" y="864"/>
                  </a:lnTo>
                  <a:lnTo>
                    <a:pt x="402" y="870"/>
                  </a:lnTo>
                  <a:lnTo>
                    <a:pt x="402" y="876"/>
                  </a:lnTo>
                  <a:lnTo>
                    <a:pt x="414" y="852"/>
                  </a:lnTo>
                  <a:lnTo>
                    <a:pt x="426" y="852"/>
                  </a:lnTo>
                  <a:lnTo>
                    <a:pt x="432" y="846"/>
                  </a:lnTo>
                  <a:lnTo>
                    <a:pt x="438" y="834"/>
                  </a:lnTo>
                  <a:lnTo>
                    <a:pt x="438" y="822"/>
                  </a:lnTo>
                  <a:lnTo>
                    <a:pt x="432" y="816"/>
                  </a:lnTo>
                  <a:lnTo>
                    <a:pt x="450" y="798"/>
                  </a:lnTo>
                  <a:lnTo>
                    <a:pt x="444" y="798"/>
                  </a:lnTo>
                  <a:lnTo>
                    <a:pt x="438" y="804"/>
                  </a:lnTo>
                  <a:lnTo>
                    <a:pt x="420" y="804"/>
                  </a:lnTo>
                  <a:lnTo>
                    <a:pt x="408" y="810"/>
                  </a:lnTo>
                  <a:lnTo>
                    <a:pt x="390" y="828"/>
                  </a:lnTo>
                  <a:close/>
                  <a:moveTo>
                    <a:pt x="300" y="900"/>
                  </a:moveTo>
                  <a:lnTo>
                    <a:pt x="300" y="912"/>
                  </a:lnTo>
                  <a:lnTo>
                    <a:pt x="294" y="924"/>
                  </a:lnTo>
                  <a:lnTo>
                    <a:pt x="300" y="918"/>
                  </a:lnTo>
                  <a:lnTo>
                    <a:pt x="312" y="912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24" y="888"/>
                  </a:lnTo>
                  <a:lnTo>
                    <a:pt x="324" y="882"/>
                  </a:lnTo>
                  <a:lnTo>
                    <a:pt x="342" y="858"/>
                  </a:lnTo>
                  <a:lnTo>
                    <a:pt x="336" y="840"/>
                  </a:lnTo>
                  <a:lnTo>
                    <a:pt x="330" y="852"/>
                  </a:lnTo>
                  <a:lnTo>
                    <a:pt x="312" y="870"/>
                  </a:lnTo>
                  <a:lnTo>
                    <a:pt x="300" y="894"/>
                  </a:lnTo>
                  <a:lnTo>
                    <a:pt x="300" y="900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90" name="Swaziland" descr="© INSCALE GmbH, 05.05.2010&#10;http://www.presentationload.com/">
              <a:extLst>
                <a:ext uri="{FF2B5EF4-FFF2-40B4-BE49-F238E27FC236}">
                  <a16:creationId xmlns:a16="http://schemas.microsoft.com/office/drawing/2014/main" id="{CF185F7C-0D98-43BA-992C-43C33411DB4B}"/>
                </a:ext>
              </a:extLst>
            </p:cNvPr>
            <p:cNvSpPr>
              <a:spLocks/>
            </p:cNvSpPr>
            <p:nvPr/>
          </p:nvSpPr>
          <p:spPr bwMode="gray">
            <a:xfrm>
              <a:off x="4444108" y="3682712"/>
              <a:ext cx="33602" cy="43670"/>
            </a:xfrm>
            <a:custGeom>
              <a:avLst/>
              <a:gdLst>
                <a:gd name="T0" fmla="*/ 2147483647 w 102"/>
                <a:gd name="T1" fmla="*/ 2147483647 h 132"/>
                <a:gd name="T2" fmla="*/ 2147483647 w 102"/>
                <a:gd name="T3" fmla="*/ 2147483647 h 132"/>
                <a:gd name="T4" fmla="*/ 2147483647 w 102"/>
                <a:gd name="T5" fmla="*/ 2147483647 h 132"/>
                <a:gd name="T6" fmla="*/ 2147483647 w 102"/>
                <a:gd name="T7" fmla="*/ 2147483647 h 132"/>
                <a:gd name="T8" fmla="*/ 2147483647 w 102"/>
                <a:gd name="T9" fmla="*/ 2147483647 h 132"/>
                <a:gd name="T10" fmla="*/ 2147483647 w 102"/>
                <a:gd name="T11" fmla="*/ 0 h 132"/>
                <a:gd name="T12" fmla="*/ 2147483647 w 102"/>
                <a:gd name="T13" fmla="*/ 0 h 132"/>
                <a:gd name="T14" fmla="*/ 2147483647 w 102"/>
                <a:gd name="T15" fmla="*/ 2147483647 h 132"/>
                <a:gd name="T16" fmla="*/ 2147483647 w 102"/>
                <a:gd name="T17" fmla="*/ 2147483647 h 132"/>
                <a:gd name="T18" fmla="*/ 2147483647 w 102"/>
                <a:gd name="T19" fmla="*/ 2147483647 h 132"/>
                <a:gd name="T20" fmla="*/ 2147483647 w 102"/>
                <a:gd name="T21" fmla="*/ 2147483647 h 132"/>
                <a:gd name="T22" fmla="*/ 0 w 102"/>
                <a:gd name="T23" fmla="*/ 2147483647 h 132"/>
                <a:gd name="T24" fmla="*/ 0 w 102"/>
                <a:gd name="T25" fmla="*/ 2147483647 h 132"/>
                <a:gd name="T26" fmla="*/ 2147483647 w 102"/>
                <a:gd name="T27" fmla="*/ 2147483647 h 132"/>
                <a:gd name="T28" fmla="*/ 2147483647 w 102"/>
                <a:gd name="T29" fmla="*/ 2147483647 h 132"/>
                <a:gd name="T30" fmla="*/ 2147483647 w 102"/>
                <a:gd name="T31" fmla="*/ 2147483647 h 132"/>
                <a:gd name="T32" fmla="*/ 2147483647 w 102"/>
                <a:gd name="T33" fmla="*/ 2147483647 h 132"/>
                <a:gd name="T34" fmla="*/ 2147483647 w 102"/>
                <a:gd name="T35" fmla="*/ 2147483647 h 132"/>
                <a:gd name="T36" fmla="*/ 2147483647 w 102"/>
                <a:gd name="T37" fmla="*/ 2147483647 h 132"/>
                <a:gd name="T38" fmla="*/ 2147483647 w 102"/>
                <a:gd name="T39" fmla="*/ 2147483647 h 132"/>
                <a:gd name="T40" fmla="*/ 2147483647 w 102"/>
                <a:gd name="T41" fmla="*/ 2147483647 h 132"/>
                <a:gd name="T42" fmla="*/ 2147483647 w 102"/>
                <a:gd name="T43" fmla="*/ 2147483647 h 132"/>
                <a:gd name="T44" fmla="*/ 2147483647 w 102"/>
                <a:gd name="T45" fmla="*/ 2147483647 h 132"/>
                <a:gd name="T46" fmla="*/ 2147483647 w 102"/>
                <a:gd name="T47" fmla="*/ 2147483647 h 132"/>
                <a:gd name="T48" fmla="*/ 2147483647 w 102"/>
                <a:gd name="T49" fmla="*/ 2147483647 h 13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02"/>
                <a:gd name="T76" fmla="*/ 0 h 132"/>
                <a:gd name="T77" fmla="*/ 102 w 102"/>
                <a:gd name="T78" fmla="*/ 132 h 132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02" h="132">
                  <a:moveTo>
                    <a:pt x="84" y="54"/>
                  </a:moveTo>
                  <a:lnTo>
                    <a:pt x="84" y="30"/>
                  </a:lnTo>
                  <a:lnTo>
                    <a:pt x="90" y="18"/>
                  </a:lnTo>
                  <a:lnTo>
                    <a:pt x="66" y="18"/>
                  </a:lnTo>
                  <a:lnTo>
                    <a:pt x="54" y="6"/>
                  </a:lnTo>
                  <a:lnTo>
                    <a:pt x="42" y="0"/>
                  </a:lnTo>
                  <a:lnTo>
                    <a:pt x="36" y="0"/>
                  </a:lnTo>
                  <a:lnTo>
                    <a:pt x="24" y="12"/>
                  </a:lnTo>
                  <a:lnTo>
                    <a:pt x="18" y="24"/>
                  </a:lnTo>
                  <a:lnTo>
                    <a:pt x="18" y="36"/>
                  </a:lnTo>
                  <a:lnTo>
                    <a:pt x="6" y="48"/>
                  </a:lnTo>
                  <a:lnTo>
                    <a:pt x="0" y="60"/>
                  </a:lnTo>
                  <a:lnTo>
                    <a:pt x="0" y="84"/>
                  </a:lnTo>
                  <a:lnTo>
                    <a:pt x="12" y="108"/>
                  </a:lnTo>
                  <a:lnTo>
                    <a:pt x="24" y="114"/>
                  </a:lnTo>
                  <a:lnTo>
                    <a:pt x="36" y="126"/>
                  </a:lnTo>
                  <a:lnTo>
                    <a:pt x="54" y="126"/>
                  </a:lnTo>
                  <a:lnTo>
                    <a:pt x="66" y="132"/>
                  </a:lnTo>
                  <a:lnTo>
                    <a:pt x="78" y="132"/>
                  </a:lnTo>
                  <a:lnTo>
                    <a:pt x="90" y="90"/>
                  </a:lnTo>
                  <a:lnTo>
                    <a:pt x="96" y="90"/>
                  </a:lnTo>
                  <a:lnTo>
                    <a:pt x="102" y="84"/>
                  </a:lnTo>
                  <a:lnTo>
                    <a:pt x="96" y="60"/>
                  </a:lnTo>
                  <a:lnTo>
                    <a:pt x="90" y="60"/>
                  </a:lnTo>
                  <a:lnTo>
                    <a:pt x="84" y="54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91" name="Suriname" descr="© INSCALE GmbH, 05.05.2010&#10;http://www.presentationload.com/">
              <a:extLst>
                <a:ext uri="{FF2B5EF4-FFF2-40B4-BE49-F238E27FC236}">
                  <a16:creationId xmlns:a16="http://schemas.microsoft.com/office/drawing/2014/main" id="{44DC8147-CA65-4DDD-BF6B-E1B4BFD14B72}"/>
                </a:ext>
              </a:extLst>
            </p:cNvPr>
            <p:cNvSpPr>
              <a:spLocks/>
            </p:cNvSpPr>
            <p:nvPr/>
          </p:nvSpPr>
          <p:spPr bwMode="gray">
            <a:xfrm>
              <a:off x="2367195" y="2843985"/>
              <a:ext cx="96933" cy="110461"/>
            </a:xfrm>
            <a:custGeom>
              <a:avLst/>
              <a:gdLst>
                <a:gd name="T0" fmla="*/ 2147483647 w 294"/>
                <a:gd name="T1" fmla="*/ 2147483647 h 336"/>
                <a:gd name="T2" fmla="*/ 2147483647 w 294"/>
                <a:gd name="T3" fmla="*/ 2147483647 h 336"/>
                <a:gd name="T4" fmla="*/ 2147483647 w 294"/>
                <a:gd name="T5" fmla="*/ 2147483647 h 336"/>
                <a:gd name="T6" fmla="*/ 0 w 294"/>
                <a:gd name="T7" fmla="*/ 2147483647 h 336"/>
                <a:gd name="T8" fmla="*/ 2147483647 w 294"/>
                <a:gd name="T9" fmla="*/ 2147483647 h 336"/>
                <a:gd name="T10" fmla="*/ 2147483647 w 294"/>
                <a:gd name="T11" fmla="*/ 2147483647 h 336"/>
                <a:gd name="T12" fmla="*/ 2147483647 w 294"/>
                <a:gd name="T13" fmla="*/ 2147483647 h 336"/>
                <a:gd name="T14" fmla="*/ 2147483647 w 294"/>
                <a:gd name="T15" fmla="*/ 2147483647 h 336"/>
                <a:gd name="T16" fmla="*/ 2147483647 w 294"/>
                <a:gd name="T17" fmla="*/ 2147483647 h 336"/>
                <a:gd name="T18" fmla="*/ 2147483647 w 294"/>
                <a:gd name="T19" fmla="*/ 2147483647 h 336"/>
                <a:gd name="T20" fmla="*/ 2147483647 w 294"/>
                <a:gd name="T21" fmla="*/ 2147483647 h 336"/>
                <a:gd name="T22" fmla="*/ 2147483647 w 294"/>
                <a:gd name="T23" fmla="*/ 2147483647 h 336"/>
                <a:gd name="T24" fmla="*/ 2147483647 w 294"/>
                <a:gd name="T25" fmla="*/ 2147483647 h 336"/>
                <a:gd name="T26" fmla="*/ 2147483647 w 294"/>
                <a:gd name="T27" fmla="*/ 2147483647 h 336"/>
                <a:gd name="T28" fmla="*/ 2147483647 w 294"/>
                <a:gd name="T29" fmla="*/ 2147483647 h 336"/>
                <a:gd name="T30" fmla="*/ 2147483647 w 294"/>
                <a:gd name="T31" fmla="*/ 2147483647 h 336"/>
                <a:gd name="T32" fmla="*/ 2147483647 w 294"/>
                <a:gd name="T33" fmla="*/ 2147483647 h 336"/>
                <a:gd name="T34" fmla="*/ 2147483647 w 294"/>
                <a:gd name="T35" fmla="*/ 2147483647 h 336"/>
                <a:gd name="T36" fmla="*/ 2147483647 w 294"/>
                <a:gd name="T37" fmla="*/ 2147483647 h 336"/>
                <a:gd name="T38" fmla="*/ 2147483647 w 294"/>
                <a:gd name="T39" fmla="*/ 2147483647 h 336"/>
                <a:gd name="T40" fmla="*/ 2147483647 w 294"/>
                <a:gd name="T41" fmla="*/ 2147483647 h 336"/>
                <a:gd name="T42" fmla="*/ 2147483647 w 294"/>
                <a:gd name="T43" fmla="*/ 2147483647 h 336"/>
                <a:gd name="T44" fmla="*/ 2147483647 w 294"/>
                <a:gd name="T45" fmla="*/ 2147483647 h 336"/>
                <a:gd name="T46" fmla="*/ 2147483647 w 294"/>
                <a:gd name="T47" fmla="*/ 2147483647 h 336"/>
                <a:gd name="T48" fmla="*/ 2147483647 w 294"/>
                <a:gd name="T49" fmla="*/ 2147483647 h 336"/>
                <a:gd name="T50" fmla="*/ 2147483647 w 294"/>
                <a:gd name="T51" fmla="*/ 2147483647 h 336"/>
                <a:gd name="T52" fmla="*/ 2147483647 w 294"/>
                <a:gd name="T53" fmla="*/ 2147483647 h 336"/>
                <a:gd name="T54" fmla="*/ 2147483647 w 294"/>
                <a:gd name="T55" fmla="*/ 2147483647 h 336"/>
                <a:gd name="T56" fmla="*/ 2147483647 w 294"/>
                <a:gd name="T57" fmla="*/ 2147483647 h 336"/>
                <a:gd name="T58" fmla="*/ 2147483647 w 294"/>
                <a:gd name="T59" fmla="*/ 2147483647 h 336"/>
                <a:gd name="T60" fmla="*/ 2147483647 w 294"/>
                <a:gd name="T61" fmla="*/ 2147483647 h 336"/>
                <a:gd name="T62" fmla="*/ 2147483647 w 294"/>
                <a:gd name="T63" fmla="*/ 2147483647 h 336"/>
                <a:gd name="T64" fmla="*/ 2147483647 w 294"/>
                <a:gd name="T65" fmla="*/ 2147483647 h 336"/>
                <a:gd name="T66" fmla="*/ 2147483647 w 294"/>
                <a:gd name="T67" fmla="*/ 2147483647 h 336"/>
                <a:gd name="T68" fmla="*/ 2147483647 w 294"/>
                <a:gd name="T69" fmla="*/ 2147483647 h 336"/>
                <a:gd name="T70" fmla="*/ 2147483647 w 294"/>
                <a:gd name="T71" fmla="*/ 0 h 336"/>
                <a:gd name="T72" fmla="*/ 2147483647 w 294"/>
                <a:gd name="T73" fmla="*/ 2147483647 h 336"/>
                <a:gd name="T74" fmla="*/ 2147483647 w 294"/>
                <a:gd name="T75" fmla="*/ 2147483647 h 336"/>
                <a:gd name="T76" fmla="*/ 2147483647 w 294"/>
                <a:gd name="T77" fmla="*/ 2147483647 h 336"/>
                <a:gd name="T78" fmla="*/ 2147483647 w 294"/>
                <a:gd name="T79" fmla="*/ 2147483647 h 336"/>
                <a:gd name="T80" fmla="*/ 2147483647 w 294"/>
                <a:gd name="T81" fmla="*/ 2147483647 h 336"/>
                <a:gd name="T82" fmla="*/ 2147483647 w 294"/>
                <a:gd name="T83" fmla="*/ 2147483647 h 3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94"/>
                <a:gd name="T127" fmla="*/ 0 h 336"/>
                <a:gd name="T128" fmla="*/ 294 w 294"/>
                <a:gd name="T129" fmla="*/ 336 h 3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94" h="336">
                  <a:moveTo>
                    <a:pt x="60" y="78"/>
                  </a:moveTo>
                  <a:lnTo>
                    <a:pt x="30" y="78"/>
                  </a:lnTo>
                  <a:lnTo>
                    <a:pt x="18" y="84"/>
                  </a:lnTo>
                  <a:lnTo>
                    <a:pt x="12" y="90"/>
                  </a:lnTo>
                  <a:lnTo>
                    <a:pt x="12" y="132"/>
                  </a:lnTo>
                  <a:lnTo>
                    <a:pt x="6" y="138"/>
                  </a:lnTo>
                  <a:lnTo>
                    <a:pt x="0" y="150"/>
                  </a:lnTo>
                  <a:lnTo>
                    <a:pt x="0" y="162"/>
                  </a:lnTo>
                  <a:lnTo>
                    <a:pt x="6" y="168"/>
                  </a:lnTo>
                  <a:lnTo>
                    <a:pt x="6" y="174"/>
                  </a:lnTo>
                  <a:lnTo>
                    <a:pt x="12" y="174"/>
                  </a:lnTo>
                  <a:lnTo>
                    <a:pt x="12" y="186"/>
                  </a:lnTo>
                  <a:lnTo>
                    <a:pt x="18" y="198"/>
                  </a:lnTo>
                  <a:lnTo>
                    <a:pt x="24" y="204"/>
                  </a:lnTo>
                  <a:lnTo>
                    <a:pt x="30" y="216"/>
                  </a:lnTo>
                  <a:lnTo>
                    <a:pt x="42" y="216"/>
                  </a:lnTo>
                  <a:lnTo>
                    <a:pt x="42" y="210"/>
                  </a:lnTo>
                  <a:lnTo>
                    <a:pt x="54" y="198"/>
                  </a:lnTo>
                  <a:lnTo>
                    <a:pt x="54" y="216"/>
                  </a:lnTo>
                  <a:lnTo>
                    <a:pt x="48" y="222"/>
                  </a:lnTo>
                  <a:lnTo>
                    <a:pt x="48" y="246"/>
                  </a:lnTo>
                  <a:lnTo>
                    <a:pt x="54" y="258"/>
                  </a:lnTo>
                  <a:lnTo>
                    <a:pt x="72" y="276"/>
                  </a:lnTo>
                  <a:lnTo>
                    <a:pt x="78" y="294"/>
                  </a:lnTo>
                  <a:lnTo>
                    <a:pt x="84" y="306"/>
                  </a:lnTo>
                  <a:lnTo>
                    <a:pt x="90" y="312"/>
                  </a:lnTo>
                  <a:lnTo>
                    <a:pt x="90" y="318"/>
                  </a:lnTo>
                  <a:lnTo>
                    <a:pt x="102" y="324"/>
                  </a:lnTo>
                  <a:lnTo>
                    <a:pt x="108" y="324"/>
                  </a:lnTo>
                  <a:lnTo>
                    <a:pt x="132" y="336"/>
                  </a:lnTo>
                  <a:lnTo>
                    <a:pt x="150" y="336"/>
                  </a:lnTo>
                  <a:lnTo>
                    <a:pt x="156" y="330"/>
                  </a:lnTo>
                  <a:lnTo>
                    <a:pt x="150" y="324"/>
                  </a:lnTo>
                  <a:lnTo>
                    <a:pt x="150" y="318"/>
                  </a:lnTo>
                  <a:lnTo>
                    <a:pt x="138" y="306"/>
                  </a:lnTo>
                  <a:lnTo>
                    <a:pt x="138" y="282"/>
                  </a:lnTo>
                  <a:lnTo>
                    <a:pt x="150" y="276"/>
                  </a:lnTo>
                  <a:lnTo>
                    <a:pt x="156" y="276"/>
                  </a:lnTo>
                  <a:lnTo>
                    <a:pt x="156" y="288"/>
                  </a:lnTo>
                  <a:lnTo>
                    <a:pt x="180" y="288"/>
                  </a:lnTo>
                  <a:lnTo>
                    <a:pt x="192" y="282"/>
                  </a:lnTo>
                  <a:lnTo>
                    <a:pt x="198" y="276"/>
                  </a:lnTo>
                  <a:lnTo>
                    <a:pt x="210" y="270"/>
                  </a:lnTo>
                  <a:lnTo>
                    <a:pt x="216" y="270"/>
                  </a:lnTo>
                  <a:lnTo>
                    <a:pt x="222" y="282"/>
                  </a:lnTo>
                  <a:lnTo>
                    <a:pt x="228" y="288"/>
                  </a:lnTo>
                  <a:lnTo>
                    <a:pt x="246" y="294"/>
                  </a:lnTo>
                  <a:lnTo>
                    <a:pt x="252" y="282"/>
                  </a:lnTo>
                  <a:lnTo>
                    <a:pt x="258" y="276"/>
                  </a:lnTo>
                  <a:lnTo>
                    <a:pt x="258" y="264"/>
                  </a:lnTo>
                  <a:lnTo>
                    <a:pt x="264" y="264"/>
                  </a:lnTo>
                  <a:lnTo>
                    <a:pt x="276" y="258"/>
                  </a:lnTo>
                  <a:lnTo>
                    <a:pt x="270" y="222"/>
                  </a:lnTo>
                  <a:lnTo>
                    <a:pt x="288" y="204"/>
                  </a:lnTo>
                  <a:lnTo>
                    <a:pt x="288" y="198"/>
                  </a:lnTo>
                  <a:lnTo>
                    <a:pt x="282" y="186"/>
                  </a:lnTo>
                  <a:lnTo>
                    <a:pt x="264" y="168"/>
                  </a:lnTo>
                  <a:lnTo>
                    <a:pt x="258" y="156"/>
                  </a:lnTo>
                  <a:lnTo>
                    <a:pt x="258" y="144"/>
                  </a:lnTo>
                  <a:lnTo>
                    <a:pt x="252" y="126"/>
                  </a:lnTo>
                  <a:lnTo>
                    <a:pt x="252" y="96"/>
                  </a:lnTo>
                  <a:lnTo>
                    <a:pt x="258" y="78"/>
                  </a:lnTo>
                  <a:lnTo>
                    <a:pt x="264" y="66"/>
                  </a:lnTo>
                  <a:lnTo>
                    <a:pt x="276" y="60"/>
                  </a:lnTo>
                  <a:lnTo>
                    <a:pt x="282" y="54"/>
                  </a:lnTo>
                  <a:lnTo>
                    <a:pt x="288" y="54"/>
                  </a:lnTo>
                  <a:lnTo>
                    <a:pt x="288" y="30"/>
                  </a:lnTo>
                  <a:lnTo>
                    <a:pt x="294" y="12"/>
                  </a:lnTo>
                  <a:lnTo>
                    <a:pt x="288" y="12"/>
                  </a:lnTo>
                  <a:lnTo>
                    <a:pt x="282" y="6"/>
                  </a:lnTo>
                  <a:lnTo>
                    <a:pt x="270" y="6"/>
                  </a:lnTo>
                  <a:lnTo>
                    <a:pt x="252" y="0"/>
                  </a:lnTo>
                  <a:lnTo>
                    <a:pt x="210" y="0"/>
                  </a:lnTo>
                  <a:lnTo>
                    <a:pt x="204" y="12"/>
                  </a:lnTo>
                  <a:lnTo>
                    <a:pt x="156" y="6"/>
                  </a:lnTo>
                  <a:lnTo>
                    <a:pt x="156" y="18"/>
                  </a:lnTo>
                  <a:lnTo>
                    <a:pt x="96" y="0"/>
                  </a:lnTo>
                  <a:lnTo>
                    <a:pt x="72" y="6"/>
                  </a:lnTo>
                  <a:lnTo>
                    <a:pt x="66" y="18"/>
                  </a:lnTo>
                  <a:lnTo>
                    <a:pt x="60" y="24"/>
                  </a:lnTo>
                  <a:lnTo>
                    <a:pt x="54" y="36"/>
                  </a:lnTo>
                  <a:lnTo>
                    <a:pt x="54" y="48"/>
                  </a:lnTo>
                  <a:lnTo>
                    <a:pt x="66" y="60"/>
                  </a:lnTo>
                  <a:lnTo>
                    <a:pt x="66" y="72"/>
                  </a:lnTo>
                  <a:lnTo>
                    <a:pt x="60" y="78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92" name="Sudan">
              <a:extLst>
                <a:ext uri="{FF2B5EF4-FFF2-40B4-BE49-F238E27FC236}">
                  <a16:creationId xmlns:a16="http://schemas.microsoft.com/office/drawing/2014/main" id="{8707FF68-0C84-4921-9838-7E3FFF5CC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555" y="2388319"/>
              <a:ext cx="394903" cy="385021"/>
            </a:xfrm>
            <a:custGeom>
              <a:avLst/>
              <a:gdLst/>
              <a:ahLst/>
              <a:cxnLst>
                <a:cxn ang="0">
                  <a:pos x="442" y="199"/>
                </a:cxn>
                <a:cxn ang="0">
                  <a:pos x="446" y="187"/>
                </a:cxn>
                <a:cxn ang="0">
                  <a:pos x="475" y="170"/>
                </a:cxn>
                <a:cxn ang="0">
                  <a:pos x="458" y="149"/>
                </a:cxn>
                <a:cxn ang="0">
                  <a:pos x="439" y="137"/>
                </a:cxn>
                <a:cxn ang="0">
                  <a:pos x="434" y="114"/>
                </a:cxn>
                <a:cxn ang="0">
                  <a:pos x="430" y="90"/>
                </a:cxn>
                <a:cxn ang="0">
                  <a:pos x="423" y="55"/>
                </a:cxn>
                <a:cxn ang="0">
                  <a:pos x="413" y="29"/>
                </a:cxn>
                <a:cxn ang="0">
                  <a:pos x="387" y="0"/>
                </a:cxn>
                <a:cxn ang="0">
                  <a:pos x="361" y="26"/>
                </a:cxn>
                <a:cxn ang="0">
                  <a:pos x="345" y="31"/>
                </a:cxn>
                <a:cxn ang="0">
                  <a:pos x="326" y="47"/>
                </a:cxn>
                <a:cxn ang="0">
                  <a:pos x="269" y="36"/>
                </a:cxn>
                <a:cxn ang="0">
                  <a:pos x="87" y="36"/>
                </a:cxn>
                <a:cxn ang="0">
                  <a:pos x="54" y="241"/>
                </a:cxn>
                <a:cxn ang="0">
                  <a:pos x="30" y="246"/>
                </a:cxn>
                <a:cxn ang="0">
                  <a:pos x="30" y="258"/>
                </a:cxn>
                <a:cxn ang="0">
                  <a:pos x="16" y="272"/>
                </a:cxn>
                <a:cxn ang="0">
                  <a:pos x="7" y="300"/>
                </a:cxn>
                <a:cxn ang="0">
                  <a:pos x="9" y="322"/>
                </a:cxn>
                <a:cxn ang="0">
                  <a:pos x="4" y="338"/>
                </a:cxn>
                <a:cxn ang="0">
                  <a:pos x="19" y="338"/>
                </a:cxn>
                <a:cxn ang="0">
                  <a:pos x="21" y="373"/>
                </a:cxn>
                <a:cxn ang="0">
                  <a:pos x="35" y="385"/>
                </a:cxn>
                <a:cxn ang="0">
                  <a:pos x="42" y="409"/>
                </a:cxn>
                <a:cxn ang="0">
                  <a:pos x="54" y="430"/>
                </a:cxn>
                <a:cxn ang="0">
                  <a:pos x="47" y="451"/>
                </a:cxn>
                <a:cxn ang="0">
                  <a:pos x="49" y="463"/>
                </a:cxn>
                <a:cxn ang="0">
                  <a:pos x="73" y="456"/>
                </a:cxn>
                <a:cxn ang="0">
                  <a:pos x="78" y="447"/>
                </a:cxn>
                <a:cxn ang="0">
                  <a:pos x="89" y="418"/>
                </a:cxn>
                <a:cxn ang="0">
                  <a:pos x="115" y="416"/>
                </a:cxn>
                <a:cxn ang="0">
                  <a:pos x="125" y="430"/>
                </a:cxn>
                <a:cxn ang="0">
                  <a:pos x="170" y="433"/>
                </a:cxn>
                <a:cxn ang="0">
                  <a:pos x="196" y="442"/>
                </a:cxn>
                <a:cxn ang="0">
                  <a:pos x="234" y="411"/>
                </a:cxn>
                <a:cxn ang="0">
                  <a:pos x="290" y="409"/>
                </a:cxn>
                <a:cxn ang="0">
                  <a:pos x="307" y="364"/>
                </a:cxn>
                <a:cxn ang="0">
                  <a:pos x="331" y="347"/>
                </a:cxn>
                <a:cxn ang="0">
                  <a:pos x="328" y="378"/>
                </a:cxn>
                <a:cxn ang="0">
                  <a:pos x="335" y="399"/>
                </a:cxn>
                <a:cxn ang="0">
                  <a:pos x="357" y="423"/>
                </a:cxn>
                <a:cxn ang="0">
                  <a:pos x="359" y="409"/>
                </a:cxn>
                <a:cxn ang="0">
                  <a:pos x="368" y="399"/>
                </a:cxn>
                <a:cxn ang="0">
                  <a:pos x="380" y="385"/>
                </a:cxn>
                <a:cxn ang="0">
                  <a:pos x="382" y="364"/>
                </a:cxn>
                <a:cxn ang="0">
                  <a:pos x="392" y="343"/>
                </a:cxn>
                <a:cxn ang="0">
                  <a:pos x="411" y="333"/>
                </a:cxn>
                <a:cxn ang="0">
                  <a:pos x="418" y="303"/>
                </a:cxn>
                <a:cxn ang="0">
                  <a:pos x="416" y="262"/>
                </a:cxn>
                <a:cxn ang="0">
                  <a:pos x="423" y="239"/>
                </a:cxn>
                <a:cxn ang="0">
                  <a:pos x="430" y="215"/>
                </a:cxn>
              </a:cxnLst>
              <a:rect l="0" t="0" r="r" b="b"/>
              <a:pathLst>
                <a:path w="475" h="466">
                  <a:moveTo>
                    <a:pt x="432" y="208"/>
                  </a:moveTo>
                  <a:lnTo>
                    <a:pt x="434" y="206"/>
                  </a:lnTo>
                  <a:lnTo>
                    <a:pt x="434" y="199"/>
                  </a:lnTo>
                  <a:lnTo>
                    <a:pt x="442" y="199"/>
                  </a:lnTo>
                  <a:lnTo>
                    <a:pt x="444" y="196"/>
                  </a:lnTo>
                  <a:lnTo>
                    <a:pt x="444" y="194"/>
                  </a:lnTo>
                  <a:lnTo>
                    <a:pt x="446" y="192"/>
                  </a:lnTo>
                  <a:lnTo>
                    <a:pt x="446" y="187"/>
                  </a:lnTo>
                  <a:lnTo>
                    <a:pt x="451" y="187"/>
                  </a:lnTo>
                  <a:lnTo>
                    <a:pt x="460" y="184"/>
                  </a:lnTo>
                  <a:lnTo>
                    <a:pt x="470" y="180"/>
                  </a:lnTo>
                  <a:lnTo>
                    <a:pt x="475" y="170"/>
                  </a:lnTo>
                  <a:lnTo>
                    <a:pt x="475" y="166"/>
                  </a:lnTo>
                  <a:lnTo>
                    <a:pt x="460" y="154"/>
                  </a:lnTo>
                  <a:lnTo>
                    <a:pt x="460" y="151"/>
                  </a:lnTo>
                  <a:lnTo>
                    <a:pt x="458" y="149"/>
                  </a:lnTo>
                  <a:lnTo>
                    <a:pt x="458" y="144"/>
                  </a:lnTo>
                  <a:lnTo>
                    <a:pt x="453" y="142"/>
                  </a:lnTo>
                  <a:lnTo>
                    <a:pt x="444" y="142"/>
                  </a:lnTo>
                  <a:lnTo>
                    <a:pt x="439" y="137"/>
                  </a:lnTo>
                  <a:lnTo>
                    <a:pt x="439" y="132"/>
                  </a:lnTo>
                  <a:lnTo>
                    <a:pt x="437" y="125"/>
                  </a:lnTo>
                  <a:lnTo>
                    <a:pt x="437" y="118"/>
                  </a:lnTo>
                  <a:lnTo>
                    <a:pt x="434" y="114"/>
                  </a:lnTo>
                  <a:lnTo>
                    <a:pt x="434" y="107"/>
                  </a:lnTo>
                  <a:lnTo>
                    <a:pt x="432" y="107"/>
                  </a:lnTo>
                  <a:lnTo>
                    <a:pt x="432" y="97"/>
                  </a:lnTo>
                  <a:lnTo>
                    <a:pt x="430" y="90"/>
                  </a:lnTo>
                  <a:lnTo>
                    <a:pt x="430" y="73"/>
                  </a:lnTo>
                  <a:lnTo>
                    <a:pt x="427" y="69"/>
                  </a:lnTo>
                  <a:lnTo>
                    <a:pt x="434" y="66"/>
                  </a:lnTo>
                  <a:lnTo>
                    <a:pt x="423" y="55"/>
                  </a:lnTo>
                  <a:lnTo>
                    <a:pt x="423" y="38"/>
                  </a:lnTo>
                  <a:lnTo>
                    <a:pt x="420" y="33"/>
                  </a:lnTo>
                  <a:lnTo>
                    <a:pt x="418" y="31"/>
                  </a:lnTo>
                  <a:lnTo>
                    <a:pt x="413" y="29"/>
                  </a:lnTo>
                  <a:lnTo>
                    <a:pt x="401" y="17"/>
                  </a:lnTo>
                  <a:lnTo>
                    <a:pt x="397" y="17"/>
                  </a:lnTo>
                  <a:lnTo>
                    <a:pt x="390" y="10"/>
                  </a:lnTo>
                  <a:lnTo>
                    <a:pt x="387" y="0"/>
                  </a:lnTo>
                  <a:lnTo>
                    <a:pt x="378" y="12"/>
                  </a:lnTo>
                  <a:lnTo>
                    <a:pt x="364" y="12"/>
                  </a:lnTo>
                  <a:lnTo>
                    <a:pt x="364" y="21"/>
                  </a:lnTo>
                  <a:lnTo>
                    <a:pt x="361" y="26"/>
                  </a:lnTo>
                  <a:lnTo>
                    <a:pt x="359" y="29"/>
                  </a:lnTo>
                  <a:lnTo>
                    <a:pt x="352" y="29"/>
                  </a:lnTo>
                  <a:lnTo>
                    <a:pt x="349" y="31"/>
                  </a:lnTo>
                  <a:lnTo>
                    <a:pt x="345" y="31"/>
                  </a:lnTo>
                  <a:lnTo>
                    <a:pt x="340" y="36"/>
                  </a:lnTo>
                  <a:lnTo>
                    <a:pt x="335" y="45"/>
                  </a:lnTo>
                  <a:lnTo>
                    <a:pt x="333" y="47"/>
                  </a:lnTo>
                  <a:lnTo>
                    <a:pt x="326" y="47"/>
                  </a:lnTo>
                  <a:lnTo>
                    <a:pt x="323" y="45"/>
                  </a:lnTo>
                  <a:lnTo>
                    <a:pt x="321" y="40"/>
                  </a:lnTo>
                  <a:lnTo>
                    <a:pt x="319" y="38"/>
                  </a:lnTo>
                  <a:lnTo>
                    <a:pt x="269" y="36"/>
                  </a:lnTo>
                  <a:lnTo>
                    <a:pt x="269" y="31"/>
                  </a:lnTo>
                  <a:lnTo>
                    <a:pt x="267" y="31"/>
                  </a:lnTo>
                  <a:lnTo>
                    <a:pt x="260" y="38"/>
                  </a:lnTo>
                  <a:lnTo>
                    <a:pt x="87" y="36"/>
                  </a:lnTo>
                  <a:lnTo>
                    <a:pt x="87" y="99"/>
                  </a:lnTo>
                  <a:lnTo>
                    <a:pt x="56" y="99"/>
                  </a:lnTo>
                  <a:lnTo>
                    <a:pt x="59" y="241"/>
                  </a:lnTo>
                  <a:lnTo>
                    <a:pt x="54" y="241"/>
                  </a:lnTo>
                  <a:lnTo>
                    <a:pt x="49" y="239"/>
                  </a:lnTo>
                  <a:lnTo>
                    <a:pt x="33" y="239"/>
                  </a:lnTo>
                  <a:lnTo>
                    <a:pt x="28" y="244"/>
                  </a:lnTo>
                  <a:lnTo>
                    <a:pt x="30" y="246"/>
                  </a:lnTo>
                  <a:lnTo>
                    <a:pt x="30" y="251"/>
                  </a:lnTo>
                  <a:lnTo>
                    <a:pt x="33" y="253"/>
                  </a:lnTo>
                  <a:lnTo>
                    <a:pt x="33" y="255"/>
                  </a:lnTo>
                  <a:lnTo>
                    <a:pt x="30" y="258"/>
                  </a:lnTo>
                  <a:lnTo>
                    <a:pt x="26" y="260"/>
                  </a:lnTo>
                  <a:lnTo>
                    <a:pt x="21" y="265"/>
                  </a:lnTo>
                  <a:lnTo>
                    <a:pt x="21" y="272"/>
                  </a:lnTo>
                  <a:lnTo>
                    <a:pt x="16" y="272"/>
                  </a:lnTo>
                  <a:lnTo>
                    <a:pt x="19" y="281"/>
                  </a:lnTo>
                  <a:lnTo>
                    <a:pt x="21" y="288"/>
                  </a:lnTo>
                  <a:lnTo>
                    <a:pt x="14" y="293"/>
                  </a:lnTo>
                  <a:lnTo>
                    <a:pt x="7" y="300"/>
                  </a:lnTo>
                  <a:lnTo>
                    <a:pt x="9" y="303"/>
                  </a:lnTo>
                  <a:lnTo>
                    <a:pt x="14" y="312"/>
                  </a:lnTo>
                  <a:lnTo>
                    <a:pt x="14" y="317"/>
                  </a:lnTo>
                  <a:lnTo>
                    <a:pt x="9" y="322"/>
                  </a:lnTo>
                  <a:lnTo>
                    <a:pt x="4" y="324"/>
                  </a:lnTo>
                  <a:lnTo>
                    <a:pt x="0" y="329"/>
                  </a:lnTo>
                  <a:lnTo>
                    <a:pt x="0" y="336"/>
                  </a:lnTo>
                  <a:lnTo>
                    <a:pt x="4" y="338"/>
                  </a:lnTo>
                  <a:lnTo>
                    <a:pt x="9" y="338"/>
                  </a:lnTo>
                  <a:lnTo>
                    <a:pt x="12" y="336"/>
                  </a:lnTo>
                  <a:lnTo>
                    <a:pt x="16" y="336"/>
                  </a:lnTo>
                  <a:lnTo>
                    <a:pt x="19" y="338"/>
                  </a:lnTo>
                  <a:lnTo>
                    <a:pt x="19" y="355"/>
                  </a:lnTo>
                  <a:lnTo>
                    <a:pt x="26" y="362"/>
                  </a:lnTo>
                  <a:lnTo>
                    <a:pt x="19" y="364"/>
                  </a:lnTo>
                  <a:lnTo>
                    <a:pt x="21" y="373"/>
                  </a:lnTo>
                  <a:lnTo>
                    <a:pt x="23" y="373"/>
                  </a:lnTo>
                  <a:lnTo>
                    <a:pt x="28" y="376"/>
                  </a:lnTo>
                  <a:lnTo>
                    <a:pt x="33" y="383"/>
                  </a:lnTo>
                  <a:lnTo>
                    <a:pt x="35" y="385"/>
                  </a:lnTo>
                  <a:lnTo>
                    <a:pt x="35" y="388"/>
                  </a:lnTo>
                  <a:lnTo>
                    <a:pt x="30" y="388"/>
                  </a:lnTo>
                  <a:lnTo>
                    <a:pt x="30" y="397"/>
                  </a:lnTo>
                  <a:lnTo>
                    <a:pt x="42" y="409"/>
                  </a:lnTo>
                  <a:lnTo>
                    <a:pt x="45" y="414"/>
                  </a:lnTo>
                  <a:lnTo>
                    <a:pt x="49" y="418"/>
                  </a:lnTo>
                  <a:lnTo>
                    <a:pt x="52" y="425"/>
                  </a:lnTo>
                  <a:lnTo>
                    <a:pt x="54" y="430"/>
                  </a:lnTo>
                  <a:lnTo>
                    <a:pt x="54" y="442"/>
                  </a:lnTo>
                  <a:lnTo>
                    <a:pt x="52" y="444"/>
                  </a:lnTo>
                  <a:lnTo>
                    <a:pt x="49" y="449"/>
                  </a:lnTo>
                  <a:lnTo>
                    <a:pt x="47" y="451"/>
                  </a:lnTo>
                  <a:lnTo>
                    <a:pt x="47" y="454"/>
                  </a:lnTo>
                  <a:lnTo>
                    <a:pt x="49" y="456"/>
                  </a:lnTo>
                  <a:lnTo>
                    <a:pt x="52" y="456"/>
                  </a:lnTo>
                  <a:lnTo>
                    <a:pt x="49" y="463"/>
                  </a:lnTo>
                  <a:lnTo>
                    <a:pt x="66" y="466"/>
                  </a:lnTo>
                  <a:lnTo>
                    <a:pt x="66" y="461"/>
                  </a:lnTo>
                  <a:lnTo>
                    <a:pt x="68" y="459"/>
                  </a:lnTo>
                  <a:lnTo>
                    <a:pt x="73" y="456"/>
                  </a:lnTo>
                  <a:lnTo>
                    <a:pt x="73" y="456"/>
                  </a:lnTo>
                  <a:lnTo>
                    <a:pt x="73" y="454"/>
                  </a:lnTo>
                  <a:lnTo>
                    <a:pt x="73" y="451"/>
                  </a:lnTo>
                  <a:lnTo>
                    <a:pt x="78" y="447"/>
                  </a:lnTo>
                  <a:lnTo>
                    <a:pt x="78" y="437"/>
                  </a:lnTo>
                  <a:lnTo>
                    <a:pt x="82" y="437"/>
                  </a:lnTo>
                  <a:lnTo>
                    <a:pt x="82" y="428"/>
                  </a:lnTo>
                  <a:lnTo>
                    <a:pt x="89" y="418"/>
                  </a:lnTo>
                  <a:lnTo>
                    <a:pt x="92" y="411"/>
                  </a:lnTo>
                  <a:lnTo>
                    <a:pt x="101" y="409"/>
                  </a:lnTo>
                  <a:lnTo>
                    <a:pt x="113" y="407"/>
                  </a:lnTo>
                  <a:lnTo>
                    <a:pt x="115" y="416"/>
                  </a:lnTo>
                  <a:lnTo>
                    <a:pt x="118" y="418"/>
                  </a:lnTo>
                  <a:lnTo>
                    <a:pt x="123" y="421"/>
                  </a:lnTo>
                  <a:lnTo>
                    <a:pt x="123" y="423"/>
                  </a:lnTo>
                  <a:lnTo>
                    <a:pt x="125" y="430"/>
                  </a:lnTo>
                  <a:lnTo>
                    <a:pt x="127" y="433"/>
                  </a:lnTo>
                  <a:lnTo>
                    <a:pt x="137" y="440"/>
                  </a:lnTo>
                  <a:lnTo>
                    <a:pt x="146" y="435"/>
                  </a:lnTo>
                  <a:lnTo>
                    <a:pt x="170" y="433"/>
                  </a:lnTo>
                  <a:lnTo>
                    <a:pt x="175" y="435"/>
                  </a:lnTo>
                  <a:lnTo>
                    <a:pt x="177" y="442"/>
                  </a:lnTo>
                  <a:lnTo>
                    <a:pt x="177" y="442"/>
                  </a:lnTo>
                  <a:lnTo>
                    <a:pt x="196" y="442"/>
                  </a:lnTo>
                  <a:lnTo>
                    <a:pt x="205" y="430"/>
                  </a:lnTo>
                  <a:lnTo>
                    <a:pt x="219" y="430"/>
                  </a:lnTo>
                  <a:lnTo>
                    <a:pt x="222" y="418"/>
                  </a:lnTo>
                  <a:lnTo>
                    <a:pt x="234" y="411"/>
                  </a:lnTo>
                  <a:lnTo>
                    <a:pt x="250" y="421"/>
                  </a:lnTo>
                  <a:lnTo>
                    <a:pt x="260" y="430"/>
                  </a:lnTo>
                  <a:lnTo>
                    <a:pt x="274" y="430"/>
                  </a:lnTo>
                  <a:lnTo>
                    <a:pt x="290" y="409"/>
                  </a:lnTo>
                  <a:lnTo>
                    <a:pt x="295" y="397"/>
                  </a:lnTo>
                  <a:lnTo>
                    <a:pt x="309" y="388"/>
                  </a:lnTo>
                  <a:lnTo>
                    <a:pt x="307" y="381"/>
                  </a:lnTo>
                  <a:lnTo>
                    <a:pt x="307" y="364"/>
                  </a:lnTo>
                  <a:lnTo>
                    <a:pt x="300" y="357"/>
                  </a:lnTo>
                  <a:lnTo>
                    <a:pt x="319" y="357"/>
                  </a:lnTo>
                  <a:lnTo>
                    <a:pt x="319" y="350"/>
                  </a:lnTo>
                  <a:lnTo>
                    <a:pt x="331" y="347"/>
                  </a:lnTo>
                  <a:lnTo>
                    <a:pt x="328" y="357"/>
                  </a:lnTo>
                  <a:lnTo>
                    <a:pt x="328" y="366"/>
                  </a:lnTo>
                  <a:lnTo>
                    <a:pt x="326" y="369"/>
                  </a:lnTo>
                  <a:lnTo>
                    <a:pt x="328" y="378"/>
                  </a:lnTo>
                  <a:lnTo>
                    <a:pt x="331" y="385"/>
                  </a:lnTo>
                  <a:lnTo>
                    <a:pt x="331" y="390"/>
                  </a:lnTo>
                  <a:lnTo>
                    <a:pt x="328" y="395"/>
                  </a:lnTo>
                  <a:lnTo>
                    <a:pt x="335" y="399"/>
                  </a:lnTo>
                  <a:lnTo>
                    <a:pt x="345" y="407"/>
                  </a:lnTo>
                  <a:lnTo>
                    <a:pt x="352" y="414"/>
                  </a:lnTo>
                  <a:lnTo>
                    <a:pt x="354" y="418"/>
                  </a:lnTo>
                  <a:lnTo>
                    <a:pt x="357" y="423"/>
                  </a:lnTo>
                  <a:lnTo>
                    <a:pt x="359" y="423"/>
                  </a:lnTo>
                  <a:lnTo>
                    <a:pt x="361" y="421"/>
                  </a:lnTo>
                  <a:lnTo>
                    <a:pt x="361" y="414"/>
                  </a:lnTo>
                  <a:lnTo>
                    <a:pt x="359" y="409"/>
                  </a:lnTo>
                  <a:lnTo>
                    <a:pt x="359" y="402"/>
                  </a:lnTo>
                  <a:lnTo>
                    <a:pt x="366" y="395"/>
                  </a:lnTo>
                  <a:lnTo>
                    <a:pt x="368" y="395"/>
                  </a:lnTo>
                  <a:lnTo>
                    <a:pt x="368" y="399"/>
                  </a:lnTo>
                  <a:lnTo>
                    <a:pt x="371" y="402"/>
                  </a:lnTo>
                  <a:lnTo>
                    <a:pt x="378" y="402"/>
                  </a:lnTo>
                  <a:lnTo>
                    <a:pt x="380" y="399"/>
                  </a:lnTo>
                  <a:lnTo>
                    <a:pt x="380" y="385"/>
                  </a:lnTo>
                  <a:lnTo>
                    <a:pt x="378" y="383"/>
                  </a:lnTo>
                  <a:lnTo>
                    <a:pt x="378" y="381"/>
                  </a:lnTo>
                  <a:lnTo>
                    <a:pt x="382" y="373"/>
                  </a:lnTo>
                  <a:lnTo>
                    <a:pt x="382" y="364"/>
                  </a:lnTo>
                  <a:lnTo>
                    <a:pt x="385" y="362"/>
                  </a:lnTo>
                  <a:lnTo>
                    <a:pt x="390" y="362"/>
                  </a:lnTo>
                  <a:lnTo>
                    <a:pt x="392" y="357"/>
                  </a:lnTo>
                  <a:lnTo>
                    <a:pt x="392" y="343"/>
                  </a:lnTo>
                  <a:lnTo>
                    <a:pt x="394" y="340"/>
                  </a:lnTo>
                  <a:lnTo>
                    <a:pt x="397" y="336"/>
                  </a:lnTo>
                  <a:lnTo>
                    <a:pt x="399" y="333"/>
                  </a:lnTo>
                  <a:lnTo>
                    <a:pt x="411" y="333"/>
                  </a:lnTo>
                  <a:lnTo>
                    <a:pt x="411" y="314"/>
                  </a:lnTo>
                  <a:lnTo>
                    <a:pt x="413" y="310"/>
                  </a:lnTo>
                  <a:lnTo>
                    <a:pt x="416" y="307"/>
                  </a:lnTo>
                  <a:lnTo>
                    <a:pt x="418" y="303"/>
                  </a:lnTo>
                  <a:lnTo>
                    <a:pt x="420" y="300"/>
                  </a:lnTo>
                  <a:lnTo>
                    <a:pt x="420" y="284"/>
                  </a:lnTo>
                  <a:lnTo>
                    <a:pt x="418" y="265"/>
                  </a:lnTo>
                  <a:lnTo>
                    <a:pt x="416" y="262"/>
                  </a:lnTo>
                  <a:lnTo>
                    <a:pt x="416" y="255"/>
                  </a:lnTo>
                  <a:lnTo>
                    <a:pt x="420" y="253"/>
                  </a:lnTo>
                  <a:lnTo>
                    <a:pt x="423" y="253"/>
                  </a:lnTo>
                  <a:lnTo>
                    <a:pt x="423" y="239"/>
                  </a:lnTo>
                  <a:lnTo>
                    <a:pt x="425" y="239"/>
                  </a:lnTo>
                  <a:lnTo>
                    <a:pt x="427" y="236"/>
                  </a:lnTo>
                  <a:lnTo>
                    <a:pt x="430" y="232"/>
                  </a:lnTo>
                  <a:lnTo>
                    <a:pt x="430" y="215"/>
                  </a:lnTo>
                  <a:lnTo>
                    <a:pt x="427" y="213"/>
                  </a:lnTo>
                  <a:lnTo>
                    <a:pt x="427" y="208"/>
                  </a:lnTo>
                  <a:lnTo>
                    <a:pt x="432" y="208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93" name="Sri Lanka" descr="© INSCALE GmbH, 05.05.2010&#10;http://www.presentationload.com/">
              <a:extLst>
                <a:ext uri="{FF2B5EF4-FFF2-40B4-BE49-F238E27FC236}">
                  <a16:creationId xmlns:a16="http://schemas.microsoft.com/office/drawing/2014/main" id="{F6906AA7-8D91-4492-BC6F-FF06ED8B1303}"/>
                </a:ext>
              </a:extLst>
            </p:cNvPr>
            <p:cNvSpPr>
              <a:spLocks/>
            </p:cNvSpPr>
            <p:nvPr/>
          </p:nvSpPr>
          <p:spPr bwMode="gray">
            <a:xfrm>
              <a:off x="5602115" y="2747653"/>
              <a:ext cx="56867" cy="100185"/>
            </a:xfrm>
            <a:custGeom>
              <a:avLst/>
              <a:gdLst>
                <a:gd name="T0" fmla="*/ 2147483647 w 174"/>
                <a:gd name="T1" fmla="*/ 2147483647 h 306"/>
                <a:gd name="T2" fmla="*/ 2147483647 w 174"/>
                <a:gd name="T3" fmla="*/ 0 h 306"/>
                <a:gd name="T4" fmla="*/ 2147483647 w 174"/>
                <a:gd name="T5" fmla="*/ 0 h 306"/>
                <a:gd name="T6" fmla="*/ 2147483647 w 174"/>
                <a:gd name="T7" fmla="*/ 2147483647 h 306"/>
                <a:gd name="T8" fmla="*/ 2147483647 w 174"/>
                <a:gd name="T9" fmla="*/ 2147483647 h 306"/>
                <a:gd name="T10" fmla="*/ 2147483647 w 174"/>
                <a:gd name="T11" fmla="*/ 2147483647 h 306"/>
                <a:gd name="T12" fmla="*/ 2147483647 w 174"/>
                <a:gd name="T13" fmla="*/ 2147483647 h 306"/>
                <a:gd name="T14" fmla="*/ 2147483647 w 174"/>
                <a:gd name="T15" fmla="*/ 2147483647 h 306"/>
                <a:gd name="T16" fmla="*/ 2147483647 w 174"/>
                <a:gd name="T17" fmla="*/ 2147483647 h 306"/>
                <a:gd name="T18" fmla="*/ 2147483647 w 174"/>
                <a:gd name="T19" fmla="*/ 2147483647 h 306"/>
                <a:gd name="T20" fmla="*/ 2147483647 w 174"/>
                <a:gd name="T21" fmla="*/ 2147483647 h 306"/>
                <a:gd name="T22" fmla="*/ 2147483647 w 174"/>
                <a:gd name="T23" fmla="*/ 2147483647 h 306"/>
                <a:gd name="T24" fmla="*/ 2147483647 w 174"/>
                <a:gd name="T25" fmla="*/ 2147483647 h 306"/>
                <a:gd name="T26" fmla="*/ 2147483647 w 174"/>
                <a:gd name="T27" fmla="*/ 2147483647 h 306"/>
                <a:gd name="T28" fmla="*/ 2147483647 w 174"/>
                <a:gd name="T29" fmla="*/ 2147483647 h 306"/>
                <a:gd name="T30" fmla="*/ 2147483647 w 174"/>
                <a:gd name="T31" fmla="*/ 2147483647 h 306"/>
                <a:gd name="T32" fmla="*/ 2147483647 w 174"/>
                <a:gd name="T33" fmla="*/ 2147483647 h 306"/>
                <a:gd name="T34" fmla="*/ 2147483647 w 174"/>
                <a:gd name="T35" fmla="*/ 2147483647 h 306"/>
                <a:gd name="T36" fmla="*/ 2147483647 w 174"/>
                <a:gd name="T37" fmla="*/ 2147483647 h 306"/>
                <a:gd name="T38" fmla="*/ 2147483647 w 174"/>
                <a:gd name="T39" fmla="*/ 2147483647 h 306"/>
                <a:gd name="T40" fmla="*/ 0 w 174"/>
                <a:gd name="T41" fmla="*/ 2147483647 h 306"/>
                <a:gd name="T42" fmla="*/ 0 w 174"/>
                <a:gd name="T43" fmla="*/ 2147483647 h 306"/>
                <a:gd name="T44" fmla="*/ 2147483647 w 174"/>
                <a:gd name="T45" fmla="*/ 2147483647 h 306"/>
                <a:gd name="T46" fmla="*/ 2147483647 w 174"/>
                <a:gd name="T47" fmla="*/ 2147483647 h 306"/>
                <a:gd name="T48" fmla="*/ 2147483647 w 174"/>
                <a:gd name="T49" fmla="*/ 2147483647 h 306"/>
                <a:gd name="T50" fmla="*/ 2147483647 w 174"/>
                <a:gd name="T51" fmla="*/ 2147483647 h 306"/>
                <a:gd name="T52" fmla="*/ 2147483647 w 174"/>
                <a:gd name="T53" fmla="*/ 2147483647 h 306"/>
                <a:gd name="T54" fmla="*/ 0 w 174"/>
                <a:gd name="T55" fmla="*/ 2147483647 h 306"/>
                <a:gd name="T56" fmla="*/ 2147483647 w 174"/>
                <a:gd name="T57" fmla="*/ 2147483647 h 306"/>
                <a:gd name="T58" fmla="*/ 2147483647 w 174"/>
                <a:gd name="T59" fmla="*/ 2147483647 h 30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74"/>
                <a:gd name="T91" fmla="*/ 0 h 306"/>
                <a:gd name="T92" fmla="*/ 174 w 174"/>
                <a:gd name="T93" fmla="*/ 306 h 30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74" h="306">
                  <a:moveTo>
                    <a:pt x="24" y="6"/>
                  </a:moveTo>
                  <a:lnTo>
                    <a:pt x="36" y="0"/>
                  </a:lnTo>
                  <a:lnTo>
                    <a:pt x="48" y="0"/>
                  </a:lnTo>
                  <a:lnTo>
                    <a:pt x="66" y="6"/>
                  </a:lnTo>
                  <a:lnTo>
                    <a:pt x="78" y="12"/>
                  </a:lnTo>
                  <a:lnTo>
                    <a:pt x="114" y="66"/>
                  </a:lnTo>
                  <a:lnTo>
                    <a:pt x="132" y="84"/>
                  </a:lnTo>
                  <a:lnTo>
                    <a:pt x="126" y="120"/>
                  </a:lnTo>
                  <a:lnTo>
                    <a:pt x="150" y="114"/>
                  </a:lnTo>
                  <a:lnTo>
                    <a:pt x="156" y="168"/>
                  </a:lnTo>
                  <a:lnTo>
                    <a:pt x="162" y="174"/>
                  </a:lnTo>
                  <a:lnTo>
                    <a:pt x="168" y="198"/>
                  </a:lnTo>
                  <a:lnTo>
                    <a:pt x="174" y="228"/>
                  </a:lnTo>
                  <a:lnTo>
                    <a:pt x="174" y="258"/>
                  </a:lnTo>
                  <a:lnTo>
                    <a:pt x="156" y="276"/>
                  </a:lnTo>
                  <a:lnTo>
                    <a:pt x="120" y="294"/>
                  </a:lnTo>
                  <a:lnTo>
                    <a:pt x="84" y="306"/>
                  </a:lnTo>
                  <a:lnTo>
                    <a:pt x="48" y="306"/>
                  </a:lnTo>
                  <a:lnTo>
                    <a:pt x="24" y="282"/>
                  </a:lnTo>
                  <a:lnTo>
                    <a:pt x="12" y="240"/>
                  </a:lnTo>
                  <a:lnTo>
                    <a:pt x="0" y="192"/>
                  </a:lnTo>
                  <a:lnTo>
                    <a:pt x="0" y="156"/>
                  </a:lnTo>
                  <a:lnTo>
                    <a:pt x="12" y="138"/>
                  </a:lnTo>
                  <a:lnTo>
                    <a:pt x="18" y="132"/>
                  </a:lnTo>
                  <a:lnTo>
                    <a:pt x="24" y="120"/>
                  </a:lnTo>
                  <a:lnTo>
                    <a:pt x="30" y="102"/>
                  </a:lnTo>
                  <a:lnTo>
                    <a:pt x="30" y="78"/>
                  </a:lnTo>
                  <a:lnTo>
                    <a:pt x="0" y="36"/>
                  </a:lnTo>
                  <a:lnTo>
                    <a:pt x="24" y="36"/>
                  </a:lnTo>
                  <a:lnTo>
                    <a:pt x="24" y="6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94" name="South Sudan">
              <a:extLst>
                <a:ext uri="{FF2B5EF4-FFF2-40B4-BE49-F238E27FC236}">
                  <a16:creationId xmlns:a16="http://schemas.microsoft.com/office/drawing/2014/main" id="{78D78E9C-099E-4D36-A2E0-9447A756C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430" y="2675033"/>
              <a:ext cx="284331" cy="236303"/>
            </a:xfrm>
            <a:custGeom>
              <a:avLst/>
              <a:gdLst/>
              <a:ahLst/>
              <a:cxnLst>
                <a:cxn ang="0">
                  <a:pos x="269" y="52"/>
                </a:cxn>
                <a:cxn ang="0">
                  <a:pos x="265" y="38"/>
                </a:cxn>
                <a:cxn ang="0">
                  <a:pos x="262" y="19"/>
                </a:cxn>
                <a:cxn ang="0">
                  <a:pos x="253" y="3"/>
                </a:cxn>
                <a:cxn ang="0">
                  <a:pos x="241" y="17"/>
                </a:cxn>
                <a:cxn ang="0">
                  <a:pos x="229" y="50"/>
                </a:cxn>
                <a:cxn ang="0">
                  <a:pos x="194" y="83"/>
                </a:cxn>
                <a:cxn ang="0">
                  <a:pos x="156" y="71"/>
                </a:cxn>
                <a:cxn ang="0">
                  <a:pos x="130" y="95"/>
                </a:cxn>
                <a:cxn ang="0">
                  <a:pos x="109" y="88"/>
                </a:cxn>
                <a:cxn ang="0">
                  <a:pos x="71" y="93"/>
                </a:cxn>
                <a:cxn ang="0">
                  <a:pos x="57" y="76"/>
                </a:cxn>
                <a:cxn ang="0">
                  <a:pos x="49" y="69"/>
                </a:cxn>
                <a:cxn ang="0">
                  <a:pos x="26" y="64"/>
                </a:cxn>
                <a:cxn ang="0">
                  <a:pos x="16" y="90"/>
                </a:cxn>
                <a:cxn ang="0">
                  <a:pos x="7" y="104"/>
                </a:cxn>
                <a:cxn ang="0">
                  <a:pos x="7" y="109"/>
                </a:cxn>
                <a:cxn ang="0">
                  <a:pos x="0" y="119"/>
                </a:cxn>
                <a:cxn ang="0">
                  <a:pos x="12" y="135"/>
                </a:cxn>
                <a:cxn ang="0">
                  <a:pos x="28" y="142"/>
                </a:cxn>
                <a:cxn ang="0">
                  <a:pos x="38" y="152"/>
                </a:cxn>
                <a:cxn ang="0">
                  <a:pos x="33" y="154"/>
                </a:cxn>
                <a:cxn ang="0">
                  <a:pos x="42" y="164"/>
                </a:cxn>
                <a:cxn ang="0">
                  <a:pos x="54" y="173"/>
                </a:cxn>
                <a:cxn ang="0">
                  <a:pos x="59" y="182"/>
                </a:cxn>
                <a:cxn ang="0">
                  <a:pos x="68" y="190"/>
                </a:cxn>
                <a:cxn ang="0">
                  <a:pos x="68" y="197"/>
                </a:cxn>
                <a:cxn ang="0">
                  <a:pos x="83" y="208"/>
                </a:cxn>
                <a:cxn ang="0">
                  <a:pos x="92" y="218"/>
                </a:cxn>
                <a:cxn ang="0">
                  <a:pos x="106" y="241"/>
                </a:cxn>
                <a:cxn ang="0">
                  <a:pos x="127" y="258"/>
                </a:cxn>
                <a:cxn ang="0">
                  <a:pos x="137" y="251"/>
                </a:cxn>
                <a:cxn ang="0">
                  <a:pos x="146" y="258"/>
                </a:cxn>
                <a:cxn ang="0">
                  <a:pos x="156" y="251"/>
                </a:cxn>
                <a:cxn ang="0">
                  <a:pos x="168" y="251"/>
                </a:cxn>
                <a:cxn ang="0">
                  <a:pos x="177" y="267"/>
                </a:cxn>
                <a:cxn ang="0">
                  <a:pos x="187" y="272"/>
                </a:cxn>
                <a:cxn ang="0">
                  <a:pos x="203" y="275"/>
                </a:cxn>
                <a:cxn ang="0">
                  <a:pos x="215" y="279"/>
                </a:cxn>
                <a:cxn ang="0">
                  <a:pos x="222" y="275"/>
                </a:cxn>
                <a:cxn ang="0">
                  <a:pos x="243" y="277"/>
                </a:cxn>
                <a:cxn ang="0">
                  <a:pos x="262" y="272"/>
                </a:cxn>
                <a:cxn ang="0">
                  <a:pos x="274" y="277"/>
                </a:cxn>
                <a:cxn ang="0">
                  <a:pos x="283" y="265"/>
                </a:cxn>
                <a:cxn ang="0">
                  <a:pos x="295" y="251"/>
                </a:cxn>
                <a:cxn ang="0">
                  <a:pos x="340" y="239"/>
                </a:cxn>
                <a:cxn ang="0">
                  <a:pos x="335" y="225"/>
                </a:cxn>
                <a:cxn ang="0">
                  <a:pos x="316" y="208"/>
                </a:cxn>
                <a:cxn ang="0">
                  <a:pos x="312" y="185"/>
                </a:cxn>
                <a:cxn ang="0">
                  <a:pos x="293" y="175"/>
                </a:cxn>
                <a:cxn ang="0">
                  <a:pos x="286" y="159"/>
                </a:cxn>
                <a:cxn ang="0">
                  <a:pos x="276" y="149"/>
                </a:cxn>
                <a:cxn ang="0">
                  <a:pos x="260" y="147"/>
                </a:cxn>
                <a:cxn ang="0">
                  <a:pos x="265" y="135"/>
                </a:cxn>
                <a:cxn ang="0">
                  <a:pos x="279" y="128"/>
                </a:cxn>
                <a:cxn ang="0">
                  <a:pos x="288" y="123"/>
                </a:cxn>
                <a:cxn ang="0">
                  <a:pos x="291" y="100"/>
                </a:cxn>
                <a:cxn ang="0">
                  <a:pos x="286" y="88"/>
                </a:cxn>
                <a:cxn ang="0">
                  <a:pos x="291" y="76"/>
                </a:cxn>
              </a:cxnLst>
              <a:rect l="0" t="0" r="r" b="b"/>
              <a:pathLst>
                <a:path w="342" h="286">
                  <a:moveTo>
                    <a:pt x="286" y="67"/>
                  </a:moveTo>
                  <a:lnTo>
                    <a:pt x="279" y="60"/>
                  </a:lnTo>
                  <a:lnTo>
                    <a:pt x="269" y="52"/>
                  </a:lnTo>
                  <a:lnTo>
                    <a:pt x="262" y="48"/>
                  </a:lnTo>
                  <a:lnTo>
                    <a:pt x="265" y="43"/>
                  </a:lnTo>
                  <a:lnTo>
                    <a:pt x="265" y="38"/>
                  </a:lnTo>
                  <a:lnTo>
                    <a:pt x="262" y="31"/>
                  </a:lnTo>
                  <a:lnTo>
                    <a:pt x="260" y="22"/>
                  </a:lnTo>
                  <a:lnTo>
                    <a:pt x="262" y="19"/>
                  </a:lnTo>
                  <a:lnTo>
                    <a:pt x="262" y="10"/>
                  </a:lnTo>
                  <a:lnTo>
                    <a:pt x="265" y="0"/>
                  </a:lnTo>
                  <a:lnTo>
                    <a:pt x="253" y="3"/>
                  </a:lnTo>
                  <a:lnTo>
                    <a:pt x="253" y="10"/>
                  </a:lnTo>
                  <a:lnTo>
                    <a:pt x="234" y="10"/>
                  </a:lnTo>
                  <a:lnTo>
                    <a:pt x="241" y="17"/>
                  </a:lnTo>
                  <a:lnTo>
                    <a:pt x="241" y="34"/>
                  </a:lnTo>
                  <a:lnTo>
                    <a:pt x="243" y="41"/>
                  </a:lnTo>
                  <a:lnTo>
                    <a:pt x="229" y="50"/>
                  </a:lnTo>
                  <a:lnTo>
                    <a:pt x="224" y="62"/>
                  </a:lnTo>
                  <a:lnTo>
                    <a:pt x="208" y="83"/>
                  </a:lnTo>
                  <a:lnTo>
                    <a:pt x="194" y="83"/>
                  </a:lnTo>
                  <a:lnTo>
                    <a:pt x="184" y="74"/>
                  </a:lnTo>
                  <a:lnTo>
                    <a:pt x="168" y="64"/>
                  </a:lnTo>
                  <a:lnTo>
                    <a:pt x="156" y="71"/>
                  </a:lnTo>
                  <a:lnTo>
                    <a:pt x="153" y="83"/>
                  </a:lnTo>
                  <a:lnTo>
                    <a:pt x="139" y="83"/>
                  </a:lnTo>
                  <a:lnTo>
                    <a:pt x="130" y="95"/>
                  </a:lnTo>
                  <a:lnTo>
                    <a:pt x="111" y="95"/>
                  </a:lnTo>
                  <a:lnTo>
                    <a:pt x="111" y="95"/>
                  </a:lnTo>
                  <a:lnTo>
                    <a:pt x="109" y="88"/>
                  </a:lnTo>
                  <a:lnTo>
                    <a:pt x="104" y="86"/>
                  </a:lnTo>
                  <a:lnTo>
                    <a:pt x="80" y="88"/>
                  </a:lnTo>
                  <a:lnTo>
                    <a:pt x="71" y="93"/>
                  </a:lnTo>
                  <a:lnTo>
                    <a:pt x="61" y="86"/>
                  </a:lnTo>
                  <a:lnTo>
                    <a:pt x="59" y="83"/>
                  </a:lnTo>
                  <a:lnTo>
                    <a:pt x="57" y="76"/>
                  </a:lnTo>
                  <a:lnTo>
                    <a:pt x="57" y="74"/>
                  </a:lnTo>
                  <a:lnTo>
                    <a:pt x="52" y="71"/>
                  </a:lnTo>
                  <a:lnTo>
                    <a:pt x="49" y="69"/>
                  </a:lnTo>
                  <a:lnTo>
                    <a:pt x="47" y="60"/>
                  </a:lnTo>
                  <a:lnTo>
                    <a:pt x="35" y="62"/>
                  </a:lnTo>
                  <a:lnTo>
                    <a:pt x="26" y="64"/>
                  </a:lnTo>
                  <a:lnTo>
                    <a:pt x="23" y="71"/>
                  </a:lnTo>
                  <a:lnTo>
                    <a:pt x="16" y="81"/>
                  </a:lnTo>
                  <a:lnTo>
                    <a:pt x="16" y="90"/>
                  </a:lnTo>
                  <a:lnTo>
                    <a:pt x="12" y="90"/>
                  </a:lnTo>
                  <a:lnTo>
                    <a:pt x="12" y="100"/>
                  </a:lnTo>
                  <a:lnTo>
                    <a:pt x="7" y="104"/>
                  </a:lnTo>
                  <a:lnTo>
                    <a:pt x="7" y="107"/>
                  </a:lnTo>
                  <a:lnTo>
                    <a:pt x="7" y="109"/>
                  </a:lnTo>
                  <a:lnTo>
                    <a:pt x="7" y="109"/>
                  </a:lnTo>
                  <a:lnTo>
                    <a:pt x="2" y="112"/>
                  </a:lnTo>
                  <a:lnTo>
                    <a:pt x="0" y="114"/>
                  </a:lnTo>
                  <a:lnTo>
                    <a:pt x="0" y="119"/>
                  </a:lnTo>
                  <a:lnTo>
                    <a:pt x="2" y="119"/>
                  </a:lnTo>
                  <a:lnTo>
                    <a:pt x="2" y="130"/>
                  </a:lnTo>
                  <a:lnTo>
                    <a:pt x="12" y="135"/>
                  </a:lnTo>
                  <a:lnTo>
                    <a:pt x="26" y="135"/>
                  </a:lnTo>
                  <a:lnTo>
                    <a:pt x="26" y="142"/>
                  </a:lnTo>
                  <a:lnTo>
                    <a:pt x="28" y="142"/>
                  </a:lnTo>
                  <a:lnTo>
                    <a:pt x="33" y="145"/>
                  </a:lnTo>
                  <a:lnTo>
                    <a:pt x="38" y="149"/>
                  </a:lnTo>
                  <a:lnTo>
                    <a:pt x="38" y="152"/>
                  </a:lnTo>
                  <a:lnTo>
                    <a:pt x="35" y="152"/>
                  </a:lnTo>
                  <a:lnTo>
                    <a:pt x="35" y="154"/>
                  </a:lnTo>
                  <a:lnTo>
                    <a:pt x="33" y="154"/>
                  </a:lnTo>
                  <a:lnTo>
                    <a:pt x="33" y="156"/>
                  </a:lnTo>
                  <a:lnTo>
                    <a:pt x="38" y="161"/>
                  </a:lnTo>
                  <a:lnTo>
                    <a:pt x="42" y="164"/>
                  </a:lnTo>
                  <a:lnTo>
                    <a:pt x="45" y="164"/>
                  </a:lnTo>
                  <a:lnTo>
                    <a:pt x="49" y="166"/>
                  </a:lnTo>
                  <a:lnTo>
                    <a:pt x="54" y="173"/>
                  </a:lnTo>
                  <a:lnTo>
                    <a:pt x="57" y="178"/>
                  </a:lnTo>
                  <a:lnTo>
                    <a:pt x="59" y="180"/>
                  </a:lnTo>
                  <a:lnTo>
                    <a:pt x="59" y="182"/>
                  </a:lnTo>
                  <a:lnTo>
                    <a:pt x="66" y="182"/>
                  </a:lnTo>
                  <a:lnTo>
                    <a:pt x="68" y="185"/>
                  </a:lnTo>
                  <a:lnTo>
                    <a:pt x="68" y="190"/>
                  </a:lnTo>
                  <a:lnTo>
                    <a:pt x="64" y="190"/>
                  </a:lnTo>
                  <a:lnTo>
                    <a:pt x="64" y="192"/>
                  </a:lnTo>
                  <a:lnTo>
                    <a:pt x="68" y="197"/>
                  </a:lnTo>
                  <a:lnTo>
                    <a:pt x="68" y="204"/>
                  </a:lnTo>
                  <a:lnTo>
                    <a:pt x="80" y="206"/>
                  </a:lnTo>
                  <a:lnTo>
                    <a:pt x="83" y="208"/>
                  </a:lnTo>
                  <a:lnTo>
                    <a:pt x="87" y="211"/>
                  </a:lnTo>
                  <a:lnTo>
                    <a:pt x="90" y="213"/>
                  </a:lnTo>
                  <a:lnTo>
                    <a:pt x="92" y="218"/>
                  </a:lnTo>
                  <a:lnTo>
                    <a:pt x="92" y="227"/>
                  </a:lnTo>
                  <a:lnTo>
                    <a:pt x="94" y="232"/>
                  </a:lnTo>
                  <a:lnTo>
                    <a:pt x="106" y="241"/>
                  </a:lnTo>
                  <a:lnTo>
                    <a:pt x="106" y="251"/>
                  </a:lnTo>
                  <a:lnTo>
                    <a:pt x="125" y="260"/>
                  </a:lnTo>
                  <a:lnTo>
                    <a:pt x="127" y="258"/>
                  </a:lnTo>
                  <a:lnTo>
                    <a:pt x="130" y="253"/>
                  </a:lnTo>
                  <a:lnTo>
                    <a:pt x="132" y="251"/>
                  </a:lnTo>
                  <a:lnTo>
                    <a:pt x="137" y="251"/>
                  </a:lnTo>
                  <a:lnTo>
                    <a:pt x="142" y="253"/>
                  </a:lnTo>
                  <a:lnTo>
                    <a:pt x="142" y="256"/>
                  </a:lnTo>
                  <a:lnTo>
                    <a:pt x="146" y="258"/>
                  </a:lnTo>
                  <a:lnTo>
                    <a:pt x="149" y="258"/>
                  </a:lnTo>
                  <a:lnTo>
                    <a:pt x="156" y="253"/>
                  </a:lnTo>
                  <a:lnTo>
                    <a:pt x="156" y="251"/>
                  </a:lnTo>
                  <a:lnTo>
                    <a:pt x="161" y="246"/>
                  </a:lnTo>
                  <a:lnTo>
                    <a:pt x="163" y="249"/>
                  </a:lnTo>
                  <a:lnTo>
                    <a:pt x="168" y="251"/>
                  </a:lnTo>
                  <a:lnTo>
                    <a:pt x="170" y="258"/>
                  </a:lnTo>
                  <a:lnTo>
                    <a:pt x="172" y="263"/>
                  </a:lnTo>
                  <a:lnTo>
                    <a:pt x="177" y="267"/>
                  </a:lnTo>
                  <a:lnTo>
                    <a:pt x="182" y="270"/>
                  </a:lnTo>
                  <a:lnTo>
                    <a:pt x="184" y="272"/>
                  </a:lnTo>
                  <a:lnTo>
                    <a:pt x="187" y="272"/>
                  </a:lnTo>
                  <a:lnTo>
                    <a:pt x="189" y="282"/>
                  </a:lnTo>
                  <a:lnTo>
                    <a:pt x="196" y="282"/>
                  </a:lnTo>
                  <a:lnTo>
                    <a:pt x="203" y="275"/>
                  </a:lnTo>
                  <a:lnTo>
                    <a:pt x="208" y="275"/>
                  </a:lnTo>
                  <a:lnTo>
                    <a:pt x="210" y="277"/>
                  </a:lnTo>
                  <a:lnTo>
                    <a:pt x="215" y="279"/>
                  </a:lnTo>
                  <a:lnTo>
                    <a:pt x="220" y="279"/>
                  </a:lnTo>
                  <a:lnTo>
                    <a:pt x="220" y="277"/>
                  </a:lnTo>
                  <a:lnTo>
                    <a:pt x="222" y="275"/>
                  </a:lnTo>
                  <a:lnTo>
                    <a:pt x="224" y="275"/>
                  </a:lnTo>
                  <a:lnTo>
                    <a:pt x="236" y="286"/>
                  </a:lnTo>
                  <a:lnTo>
                    <a:pt x="243" y="277"/>
                  </a:lnTo>
                  <a:lnTo>
                    <a:pt x="253" y="277"/>
                  </a:lnTo>
                  <a:lnTo>
                    <a:pt x="257" y="272"/>
                  </a:lnTo>
                  <a:lnTo>
                    <a:pt x="262" y="272"/>
                  </a:lnTo>
                  <a:lnTo>
                    <a:pt x="262" y="275"/>
                  </a:lnTo>
                  <a:lnTo>
                    <a:pt x="265" y="277"/>
                  </a:lnTo>
                  <a:lnTo>
                    <a:pt x="274" y="277"/>
                  </a:lnTo>
                  <a:lnTo>
                    <a:pt x="281" y="270"/>
                  </a:lnTo>
                  <a:lnTo>
                    <a:pt x="281" y="267"/>
                  </a:lnTo>
                  <a:lnTo>
                    <a:pt x="283" y="265"/>
                  </a:lnTo>
                  <a:lnTo>
                    <a:pt x="283" y="263"/>
                  </a:lnTo>
                  <a:lnTo>
                    <a:pt x="288" y="263"/>
                  </a:lnTo>
                  <a:lnTo>
                    <a:pt x="295" y="251"/>
                  </a:lnTo>
                  <a:lnTo>
                    <a:pt x="333" y="251"/>
                  </a:lnTo>
                  <a:lnTo>
                    <a:pt x="342" y="246"/>
                  </a:lnTo>
                  <a:lnTo>
                    <a:pt x="340" y="239"/>
                  </a:lnTo>
                  <a:lnTo>
                    <a:pt x="340" y="232"/>
                  </a:lnTo>
                  <a:lnTo>
                    <a:pt x="338" y="227"/>
                  </a:lnTo>
                  <a:lnTo>
                    <a:pt x="335" y="225"/>
                  </a:lnTo>
                  <a:lnTo>
                    <a:pt x="328" y="225"/>
                  </a:lnTo>
                  <a:lnTo>
                    <a:pt x="324" y="223"/>
                  </a:lnTo>
                  <a:lnTo>
                    <a:pt x="316" y="208"/>
                  </a:lnTo>
                  <a:lnTo>
                    <a:pt x="316" y="201"/>
                  </a:lnTo>
                  <a:lnTo>
                    <a:pt x="312" y="199"/>
                  </a:lnTo>
                  <a:lnTo>
                    <a:pt x="312" y="185"/>
                  </a:lnTo>
                  <a:lnTo>
                    <a:pt x="305" y="185"/>
                  </a:lnTo>
                  <a:lnTo>
                    <a:pt x="302" y="175"/>
                  </a:lnTo>
                  <a:lnTo>
                    <a:pt x="293" y="175"/>
                  </a:lnTo>
                  <a:lnTo>
                    <a:pt x="291" y="168"/>
                  </a:lnTo>
                  <a:lnTo>
                    <a:pt x="291" y="161"/>
                  </a:lnTo>
                  <a:lnTo>
                    <a:pt x="286" y="159"/>
                  </a:lnTo>
                  <a:lnTo>
                    <a:pt x="283" y="154"/>
                  </a:lnTo>
                  <a:lnTo>
                    <a:pt x="279" y="152"/>
                  </a:lnTo>
                  <a:lnTo>
                    <a:pt x="276" y="149"/>
                  </a:lnTo>
                  <a:lnTo>
                    <a:pt x="267" y="149"/>
                  </a:lnTo>
                  <a:lnTo>
                    <a:pt x="262" y="147"/>
                  </a:lnTo>
                  <a:lnTo>
                    <a:pt x="260" y="147"/>
                  </a:lnTo>
                  <a:lnTo>
                    <a:pt x="260" y="142"/>
                  </a:lnTo>
                  <a:lnTo>
                    <a:pt x="262" y="138"/>
                  </a:lnTo>
                  <a:lnTo>
                    <a:pt x="265" y="135"/>
                  </a:lnTo>
                  <a:lnTo>
                    <a:pt x="262" y="126"/>
                  </a:lnTo>
                  <a:lnTo>
                    <a:pt x="276" y="126"/>
                  </a:lnTo>
                  <a:lnTo>
                    <a:pt x="279" y="128"/>
                  </a:lnTo>
                  <a:lnTo>
                    <a:pt x="281" y="126"/>
                  </a:lnTo>
                  <a:lnTo>
                    <a:pt x="286" y="126"/>
                  </a:lnTo>
                  <a:lnTo>
                    <a:pt x="288" y="123"/>
                  </a:lnTo>
                  <a:lnTo>
                    <a:pt x="288" y="119"/>
                  </a:lnTo>
                  <a:lnTo>
                    <a:pt x="291" y="114"/>
                  </a:lnTo>
                  <a:lnTo>
                    <a:pt x="291" y="100"/>
                  </a:lnTo>
                  <a:lnTo>
                    <a:pt x="288" y="97"/>
                  </a:lnTo>
                  <a:lnTo>
                    <a:pt x="288" y="93"/>
                  </a:lnTo>
                  <a:lnTo>
                    <a:pt x="286" y="88"/>
                  </a:lnTo>
                  <a:lnTo>
                    <a:pt x="286" y="83"/>
                  </a:lnTo>
                  <a:lnTo>
                    <a:pt x="288" y="78"/>
                  </a:lnTo>
                  <a:lnTo>
                    <a:pt x="291" y="76"/>
                  </a:lnTo>
                  <a:lnTo>
                    <a:pt x="288" y="71"/>
                  </a:lnTo>
                  <a:lnTo>
                    <a:pt x="286" y="67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95" name="South Africa" descr="© INSCALE GmbH, 05.05.2010&#10;http://www.presentationload.com/">
              <a:extLst>
                <a:ext uri="{FF2B5EF4-FFF2-40B4-BE49-F238E27FC236}">
                  <a16:creationId xmlns:a16="http://schemas.microsoft.com/office/drawing/2014/main" id="{BFCDB8A9-19EC-4989-8912-5969022BDC6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114540" y="3588948"/>
              <a:ext cx="374801" cy="335236"/>
            </a:xfrm>
            <a:custGeom>
              <a:avLst/>
              <a:gdLst>
                <a:gd name="T0" fmla="*/ 2147483647 w 1134"/>
                <a:gd name="T1" fmla="*/ 2147483647 h 1020"/>
                <a:gd name="T2" fmla="*/ 2147483647 w 1134"/>
                <a:gd name="T3" fmla="*/ 2147483647 h 1020"/>
                <a:gd name="T4" fmla="*/ 2147483647 w 1134"/>
                <a:gd name="T5" fmla="*/ 2147483647 h 1020"/>
                <a:gd name="T6" fmla="*/ 2147483647 w 1134"/>
                <a:gd name="T7" fmla="*/ 2147483647 h 1020"/>
                <a:gd name="T8" fmla="*/ 2147483647 w 1134"/>
                <a:gd name="T9" fmla="*/ 2147483647 h 1020"/>
                <a:gd name="T10" fmla="*/ 2147483647 w 1134"/>
                <a:gd name="T11" fmla="*/ 2147483647 h 1020"/>
                <a:gd name="T12" fmla="*/ 2147483647 w 1134"/>
                <a:gd name="T13" fmla="*/ 2147483647 h 1020"/>
                <a:gd name="T14" fmla="*/ 2147483647 w 1134"/>
                <a:gd name="T15" fmla="*/ 2147483647 h 1020"/>
                <a:gd name="T16" fmla="*/ 2147483647 w 1134"/>
                <a:gd name="T17" fmla="*/ 2147483647 h 1020"/>
                <a:gd name="T18" fmla="*/ 2147483647 w 1134"/>
                <a:gd name="T19" fmla="*/ 2147483647 h 1020"/>
                <a:gd name="T20" fmla="*/ 2147483647 w 1134"/>
                <a:gd name="T21" fmla="*/ 2147483647 h 1020"/>
                <a:gd name="T22" fmla="*/ 2147483647 w 1134"/>
                <a:gd name="T23" fmla="*/ 2147483647 h 1020"/>
                <a:gd name="T24" fmla="*/ 2147483647 w 1134"/>
                <a:gd name="T25" fmla="*/ 2147483647 h 1020"/>
                <a:gd name="T26" fmla="*/ 2147483647 w 1134"/>
                <a:gd name="T27" fmla="*/ 2147483647 h 1020"/>
                <a:gd name="T28" fmla="*/ 2147483647 w 1134"/>
                <a:gd name="T29" fmla="*/ 2147483647 h 1020"/>
                <a:gd name="T30" fmla="*/ 2147483647 w 1134"/>
                <a:gd name="T31" fmla="*/ 2147483647 h 1020"/>
                <a:gd name="T32" fmla="*/ 2147483647 w 1134"/>
                <a:gd name="T33" fmla="*/ 2147483647 h 1020"/>
                <a:gd name="T34" fmla="*/ 2147483647 w 1134"/>
                <a:gd name="T35" fmla="*/ 2147483647 h 1020"/>
                <a:gd name="T36" fmla="*/ 2147483647 w 1134"/>
                <a:gd name="T37" fmla="*/ 2147483647 h 1020"/>
                <a:gd name="T38" fmla="*/ 2147483647 w 1134"/>
                <a:gd name="T39" fmla="*/ 2147483647 h 1020"/>
                <a:gd name="T40" fmla="*/ 2147483647 w 1134"/>
                <a:gd name="T41" fmla="*/ 2147483647 h 1020"/>
                <a:gd name="T42" fmla="*/ 2147483647 w 1134"/>
                <a:gd name="T43" fmla="*/ 2147483647 h 1020"/>
                <a:gd name="T44" fmla="*/ 2147483647 w 1134"/>
                <a:gd name="T45" fmla="*/ 2147483647 h 1020"/>
                <a:gd name="T46" fmla="*/ 2147483647 w 1134"/>
                <a:gd name="T47" fmla="*/ 2147483647 h 1020"/>
                <a:gd name="T48" fmla="*/ 2147483647 w 1134"/>
                <a:gd name="T49" fmla="*/ 2147483647 h 1020"/>
                <a:gd name="T50" fmla="*/ 2147483647 w 1134"/>
                <a:gd name="T51" fmla="*/ 2147483647 h 1020"/>
                <a:gd name="T52" fmla="*/ 2147483647 w 1134"/>
                <a:gd name="T53" fmla="*/ 2147483647 h 1020"/>
                <a:gd name="T54" fmla="*/ 2147483647 w 1134"/>
                <a:gd name="T55" fmla="*/ 2147483647 h 1020"/>
                <a:gd name="T56" fmla="*/ 2147483647 w 1134"/>
                <a:gd name="T57" fmla="*/ 2147483647 h 1020"/>
                <a:gd name="T58" fmla="*/ 2147483647 w 1134"/>
                <a:gd name="T59" fmla="*/ 2147483647 h 1020"/>
                <a:gd name="T60" fmla="*/ 2147483647 w 1134"/>
                <a:gd name="T61" fmla="*/ 2147483647 h 1020"/>
                <a:gd name="T62" fmla="*/ 0 w 1134"/>
                <a:gd name="T63" fmla="*/ 2147483647 h 1020"/>
                <a:gd name="T64" fmla="*/ 2147483647 w 1134"/>
                <a:gd name="T65" fmla="*/ 2147483647 h 1020"/>
                <a:gd name="T66" fmla="*/ 2147483647 w 1134"/>
                <a:gd name="T67" fmla="*/ 2147483647 h 1020"/>
                <a:gd name="T68" fmla="*/ 2147483647 w 1134"/>
                <a:gd name="T69" fmla="*/ 2147483647 h 1020"/>
                <a:gd name="T70" fmla="*/ 2147483647 w 1134"/>
                <a:gd name="T71" fmla="*/ 2147483647 h 1020"/>
                <a:gd name="T72" fmla="*/ 2147483647 w 1134"/>
                <a:gd name="T73" fmla="*/ 2147483647 h 1020"/>
                <a:gd name="T74" fmla="*/ 2147483647 w 1134"/>
                <a:gd name="T75" fmla="*/ 2147483647 h 1020"/>
                <a:gd name="T76" fmla="*/ 2147483647 w 1134"/>
                <a:gd name="T77" fmla="*/ 2147483647 h 1020"/>
                <a:gd name="T78" fmla="*/ 2147483647 w 1134"/>
                <a:gd name="T79" fmla="*/ 2147483647 h 1020"/>
                <a:gd name="T80" fmla="*/ 2147483647 w 1134"/>
                <a:gd name="T81" fmla="*/ 2147483647 h 1020"/>
                <a:gd name="T82" fmla="*/ 2147483647 w 1134"/>
                <a:gd name="T83" fmla="*/ 2147483647 h 1020"/>
                <a:gd name="T84" fmla="*/ 2147483647 w 1134"/>
                <a:gd name="T85" fmla="*/ 2147483647 h 1020"/>
                <a:gd name="T86" fmla="*/ 2147483647 w 1134"/>
                <a:gd name="T87" fmla="*/ 2147483647 h 1020"/>
                <a:gd name="T88" fmla="*/ 2147483647 w 1134"/>
                <a:gd name="T89" fmla="*/ 2147483647 h 1020"/>
                <a:gd name="T90" fmla="*/ 2147483647 w 1134"/>
                <a:gd name="T91" fmla="*/ 2147483647 h 1020"/>
                <a:gd name="T92" fmla="*/ 2147483647 w 1134"/>
                <a:gd name="T93" fmla="*/ 2147483647 h 1020"/>
                <a:gd name="T94" fmla="*/ 2147483647 w 1134"/>
                <a:gd name="T95" fmla="*/ 2147483647 h 1020"/>
                <a:gd name="T96" fmla="*/ 2147483647 w 1134"/>
                <a:gd name="T97" fmla="*/ 2147483647 h 1020"/>
                <a:gd name="T98" fmla="*/ 2147483647 w 1134"/>
                <a:gd name="T99" fmla="*/ 2147483647 h 1020"/>
                <a:gd name="T100" fmla="*/ 2147483647 w 1134"/>
                <a:gd name="T101" fmla="*/ 2147483647 h 1020"/>
                <a:gd name="T102" fmla="*/ 2147483647 w 1134"/>
                <a:gd name="T103" fmla="*/ 2147483647 h 1020"/>
                <a:gd name="T104" fmla="*/ 2147483647 w 1134"/>
                <a:gd name="T105" fmla="*/ 2147483647 h 1020"/>
                <a:gd name="T106" fmla="*/ 2147483647 w 1134"/>
                <a:gd name="T107" fmla="*/ 2147483647 h 1020"/>
                <a:gd name="T108" fmla="*/ 2147483647 w 1134"/>
                <a:gd name="T109" fmla="*/ 2147483647 h 1020"/>
                <a:gd name="T110" fmla="*/ 2147483647 w 1134"/>
                <a:gd name="T111" fmla="*/ 2147483647 h 1020"/>
                <a:gd name="T112" fmla="*/ 2147483647 w 1134"/>
                <a:gd name="T113" fmla="*/ 2147483647 h 1020"/>
                <a:gd name="T114" fmla="*/ 2147483647 w 1134"/>
                <a:gd name="T115" fmla="*/ 2147483647 h 1020"/>
                <a:gd name="T116" fmla="*/ 2147483647 w 1134"/>
                <a:gd name="T117" fmla="*/ 2147483647 h 1020"/>
                <a:gd name="T118" fmla="*/ 2147483647 w 1134"/>
                <a:gd name="T119" fmla="*/ 2147483647 h 1020"/>
                <a:gd name="T120" fmla="*/ 2147483647 w 1134"/>
                <a:gd name="T121" fmla="*/ 2147483647 h 1020"/>
                <a:gd name="T122" fmla="*/ 2147483647 w 1134"/>
                <a:gd name="T123" fmla="*/ 2147483647 h 1020"/>
                <a:gd name="T124" fmla="*/ 2147483647 w 1134"/>
                <a:gd name="T125" fmla="*/ 2147483647 h 102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134"/>
                <a:gd name="T190" fmla="*/ 0 h 1020"/>
                <a:gd name="T191" fmla="*/ 1134 w 1134"/>
                <a:gd name="T192" fmla="*/ 1020 h 102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134" h="1020">
                  <a:moveTo>
                    <a:pt x="1116" y="372"/>
                  </a:moveTo>
                  <a:lnTo>
                    <a:pt x="1098" y="372"/>
                  </a:lnTo>
                  <a:lnTo>
                    <a:pt x="1092" y="378"/>
                  </a:lnTo>
                  <a:lnTo>
                    <a:pt x="1086" y="378"/>
                  </a:lnTo>
                  <a:lnTo>
                    <a:pt x="1074" y="420"/>
                  </a:lnTo>
                  <a:lnTo>
                    <a:pt x="1062" y="420"/>
                  </a:lnTo>
                  <a:lnTo>
                    <a:pt x="1050" y="414"/>
                  </a:lnTo>
                  <a:lnTo>
                    <a:pt x="1032" y="414"/>
                  </a:lnTo>
                  <a:lnTo>
                    <a:pt x="1020" y="402"/>
                  </a:lnTo>
                  <a:lnTo>
                    <a:pt x="1008" y="396"/>
                  </a:lnTo>
                  <a:lnTo>
                    <a:pt x="996" y="372"/>
                  </a:lnTo>
                  <a:lnTo>
                    <a:pt x="996" y="348"/>
                  </a:lnTo>
                  <a:lnTo>
                    <a:pt x="1002" y="336"/>
                  </a:lnTo>
                  <a:lnTo>
                    <a:pt x="1014" y="324"/>
                  </a:lnTo>
                  <a:lnTo>
                    <a:pt x="1014" y="312"/>
                  </a:lnTo>
                  <a:lnTo>
                    <a:pt x="1020" y="300"/>
                  </a:lnTo>
                  <a:lnTo>
                    <a:pt x="1032" y="288"/>
                  </a:lnTo>
                  <a:lnTo>
                    <a:pt x="1038" y="288"/>
                  </a:lnTo>
                  <a:lnTo>
                    <a:pt x="1050" y="294"/>
                  </a:lnTo>
                  <a:lnTo>
                    <a:pt x="1062" y="306"/>
                  </a:lnTo>
                  <a:lnTo>
                    <a:pt x="1086" y="270"/>
                  </a:lnTo>
                  <a:lnTo>
                    <a:pt x="1086" y="180"/>
                  </a:lnTo>
                  <a:lnTo>
                    <a:pt x="1056" y="120"/>
                  </a:lnTo>
                  <a:lnTo>
                    <a:pt x="1056" y="102"/>
                  </a:lnTo>
                  <a:lnTo>
                    <a:pt x="1050" y="90"/>
                  </a:lnTo>
                  <a:lnTo>
                    <a:pt x="1050" y="72"/>
                  </a:lnTo>
                  <a:lnTo>
                    <a:pt x="1044" y="54"/>
                  </a:lnTo>
                  <a:lnTo>
                    <a:pt x="1044" y="24"/>
                  </a:lnTo>
                  <a:lnTo>
                    <a:pt x="1026" y="12"/>
                  </a:lnTo>
                  <a:lnTo>
                    <a:pt x="966" y="12"/>
                  </a:lnTo>
                  <a:lnTo>
                    <a:pt x="954" y="6"/>
                  </a:lnTo>
                  <a:lnTo>
                    <a:pt x="948" y="6"/>
                  </a:lnTo>
                  <a:lnTo>
                    <a:pt x="936" y="0"/>
                  </a:lnTo>
                  <a:lnTo>
                    <a:pt x="876" y="0"/>
                  </a:lnTo>
                  <a:lnTo>
                    <a:pt x="864" y="24"/>
                  </a:lnTo>
                  <a:lnTo>
                    <a:pt x="852" y="24"/>
                  </a:lnTo>
                  <a:lnTo>
                    <a:pt x="840" y="30"/>
                  </a:lnTo>
                  <a:lnTo>
                    <a:pt x="828" y="30"/>
                  </a:lnTo>
                  <a:lnTo>
                    <a:pt x="822" y="36"/>
                  </a:lnTo>
                  <a:lnTo>
                    <a:pt x="810" y="60"/>
                  </a:lnTo>
                  <a:lnTo>
                    <a:pt x="768" y="102"/>
                  </a:lnTo>
                  <a:lnTo>
                    <a:pt x="756" y="108"/>
                  </a:lnTo>
                  <a:lnTo>
                    <a:pt x="750" y="108"/>
                  </a:lnTo>
                  <a:lnTo>
                    <a:pt x="738" y="114"/>
                  </a:lnTo>
                  <a:lnTo>
                    <a:pt x="726" y="138"/>
                  </a:lnTo>
                  <a:lnTo>
                    <a:pt x="726" y="174"/>
                  </a:lnTo>
                  <a:lnTo>
                    <a:pt x="714" y="180"/>
                  </a:lnTo>
                  <a:lnTo>
                    <a:pt x="708" y="192"/>
                  </a:lnTo>
                  <a:lnTo>
                    <a:pt x="702" y="198"/>
                  </a:lnTo>
                  <a:lnTo>
                    <a:pt x="690" y="204"/>
                  </a:lnTo>
                  <a:lnTo>
                    <a:pt x="672" y="210"/>
                  </a:lnTo>
                  <a:lnTo>
                    <a:pt x="654" y="228"/>
                  </a:lnTo>
                  <a:lnTo>
                    <a:pt x="654" y="240"/>
                  </a:lnTo>
                  <a:lnTo>
                    <a:pt x="648" y="252"/>
                  </a:lnTo>
                  <a:lnTo>
                    <a:pt x="642" y="270"/>
                  </a:lnTo>
                  <a:lnTo>
                    <a:pt x="636" y="282"/>
                  </a:lnTo>
                  <a:lnTo>
                    <a:pt x="630" y="288"/>
                  </a:lnTo>
                  <a:lnTo>
                    <a:pt x="618" y="294"/>
                  </a:lnTo>
                  <a:lnTo>
                    <a:pt x="606" y="294"/>
                  </a:lnTo>
                  <a:lnTo>
                    <a:pt x="600" y="288"/>
                  </a:lnTo>
                  <a:lnTo>
                    <a:pt x="594" y="294"/>
                  </a:lnTo>
                  <a:lnTo>
                    <a:pt x="582" y="300"/>
                  </a:lnTo>
                  <a:lnTo>
                    <a:pt x="570" y="300"/>
                  </a:lnTo>
                  <a:lnTo>
                    <a:pt x="564" y="294"/>
                  </a:lnTo>
                  <a:lnTo>
                    <a:pt x="552" y="288"/>
                  </a:lnTo>
                  <a:lnTo>
                    <a:pt x="546" y="282"/>
                  </a:lnTo>
                  <a:lnTo>
                    <a:pt x="516" y="282"/>
                  </a:lnTo>
                  <a:lnTo>
                    <a:pt x="504" y="270"/>
                  </a:lnTo>
                  <a:lnTo>
                    <a:pt x="492" y="264"/>
                  </a:lnTo>
                  <a:lnTo>
                    <a:pt x="486" y="258"/>
                  </a:lnTo>
                  <a:lnTo>
                    <a:pt x="474" y="252"/>
                  </a:lnTo>
                  <a:lnTo>
                    <a:pt x="462" y="252"/>
                  </a:lnTo>
                  <a:lnTo>
                    <a:pt x="450" y="258"/>
                  </a:lnTo>
                  <a:lnTo>
                    <a:pt x="444" y="264"/>
                  </a:lnTo>
                  <a:lnTo>
                    <a:pt x="438" y="276"/>
                  </a:lnTo>
                  <a:lnTo>
                    <a:pt x="438" y="288"/>
                  </a:lnTo>
                  <a:lnTo>
                    <a:pt x="432" y="300"/>
                  </a:lnTo>
                  <a:lnTo>
                    <a:pt x="432" y="324"/>
                  </a:lnTo>
                  <a:lnTo>
                    <a:pt x="420" y="324"/>
                  </a:lnTo>
                  <a:lnTo>
                    <a:pt x="414" y="330"/>
                  </a:lnTo>
                  <a:lnTo>
                    <a:pt x="408" y="330"/>
                  </a:lnTo>
                  <a:lnTo>
                    <a:pt x="402" y="336"/>
                  </a:lnTo>
                  <a:lnTo>
                    <a:pt x="396" y="348"/>
                  </a:lnTo>
                  <a:lnTo>
                    <a:pt x="390" y="354"/>
                  </a:lnTo>
                  <a:lnTo>
                    <a:pt x="390" y="360"/>
                  </a:lnTo>
                  <a:lnTo>
                    <a:pt x="366" y="360"/>
                  </a:lnTo>
                  <a:lnTo>
                    <a:pt x="366" y="378"/>
                  </a:lnTo>
                  <a:lnTo>
                    <a:pt x="288" y="378"/>
                  </a:lnTo>
                  <a:lnTo>
                    <a:pt x="288" y="348"/>
                  </a:lnTo>
                  <a:lnTo>
                    <a:pt x="294" y="336"/>
                  </a:lnTo>
                  <a:lnTo>
                    <a:pt x="294" y="330"/>
                  </a:lnTo>
                  <a:lnTo>
                    <a:pt x="300" y="318"/>
                  </a:lnTo>
                  <a:lnTo>
                    <a:pt x="300" y="294"/>
                  </a:lnTo>
                  <a:lnTo>
                    <a:pt x="294" y="288"/>
                  </a:lnTo>
                  <a:lnTo>
                    <a:pt x="294" y="270"/>
                  </a:lnTo>
                  <a:lnTo>
                    <a:pt x="288" y="258"/>
                  </a:lnTo>
                  <a:lnTo>
                    <a:pt x="282" y="240"/>
                  </a:lnTo>
                  <a:lnTo>
                    <a:pt x="276" y="234"/>
                  </a:lnTo>
                  <a:lnTo>
                    <a:pt x="264" y="228"/>
                  </a:lnTo>
                  <a:lnTo>
                    <a:pt x="258" y="222"/>
                  </a:lnTo>
                  <a:lnTo>
                    <a:pt x="246" y="216"/>
                  </a:lnTo>
                  <a:lnTo>
                    <a:pt x="240" y="510"/>
                  </a:lnTo>
                  <a:lnTo>
                    <a:pt x="222" y="510"/>
                  </a:lnTo>
                  <a:lnTo>
                    <a:pt x="210" y="516"/>
                  </a:lnTo>
                  <a:lnTo>
                    <a:pt x="204" y="522"/>
                  </a:lnTo>
                  <a:lnTo>
                    <a:pt x="204" y="528"/>
                  </a:lnTo>
                  <a:lnTo>
                    <a:pt x="192" y="528"/>
                  </a:lnTo>
                  <a:lnTo>
                    <a:pt x="192" y="552"/>
                  </a:lnTo>
                  <a:lnTo>
                    <a:pt x="168" y="552"/>
                  </a:lnTo>
                  <a:lnTo>
                    <a:pt x="156" y="540"/>
                  </a:lnTo>
                  <a:lnTo>
                    <a:pt x="144" y="540"/>
                  </a:lnTo>
                  <a:lnTo>
                    <a:pt x="132" y="552"/>
                  </a:lnTo>
                  <a:lnTo>
                    <a:pt x="108" y="552"/>
                  </a:lnTo>
                  <a:lnTo>
                    <a:pt x="102" y="546"/>
                  </a:lnTo>
                  <a:lnTo>
                    <a:pt x="102" y="540"/>
                  </a:lnTo>
                  <a:lnTo>
                    <a:pt x="96" y="534"/>
                  </a:lnTo>
                  <a:lnTo>
                    <a:pt x="72" y="534"/>
                  </a:lnTo>
                  <a:lnTo>
                    <a:pt x="66" y="528"/>
                  </a:lnTo>
                  <a:lnTo>
                    <a:pt x="60" y="516"/>
                  </a:lnTo>
                  <a:lnTo>
                    <a:pt x="60" y="492"/>
                  </a:lnTo>
                  <a:lnTo>
                    <a:pt x="42" y="474"/>
                  </a:lnTo>
                  <a:lnTo>
                    <a:pt x="36" y="474"/>
                  </a:lnTo>
                  <a:lnTo>
                    <a:pt x="30" y="480"/>
                  </a:lnTo>
                  <a:lnTo>
                    <a:pt x="30" y="486"/>
                  </a:lnTo>
                  <a:lnTo>
                    <a:pt x="24" y="498"/>
                  </a:lnTo>
                  <a:lnTo>
                    <a:pt x="18" y="504"/>
                  </a:lnTo>
                  <a:lnTo>
                    <a:pt x="18" y="510"/>
                  </a:lnTo>
                  <a:lnTo>
                    <a:pt x="0" y="522"/>
                  </a:lnTo>
                  <a:lnTo>
                    <a:pt x="0" y="516"/>
                  </a:lnTo>
                  <a:lnTo>
                    <a:pt x="0" y="528"/>
                  </a:lnTo>
                  <a:lnTo>
                    <a:pt x="6" y="540"/>
                  </a:lnTo>
                  <a:lnTo>
                    <a:pt x="6" y="552"/>
                  </a:lnTo>
                  <a:lnTo>
                    <a:pt x="36" y="582"/>
                  </a:lnTo>
                  <a:lnTo>
                    <a:pt x="42" y="600"/>
                  </a:lnTo>
                  <a:lnTo>
                    <a:pt x="42" y="648"/>
                  </a:lnTo>
                  <a:lnTo>
                    <a:pt x="48" y="672"/>
                  </a:lnTo>
                  <a:lnTo>
                    <a:pt x="54" y="690"/>
                  </a:lnTo>
                  <a:lnTo>
                    <a:pt x="72" y="714"/>
                  </a:lnTo>
                  <a:lnTo>
                    <a:pt x="96" y="738"/>
                  </a:lnTo>
                  <a:lnTo>
                    <a:pt x="114" y="762"/>
                  </a:lnTo>
                  <a:lnTo>
                    <a:pt x="120" y="786"/>
                  </a:lnTo>
                  <a:lnTo>
                    <a:pt x="120" y="834"/>
                  </a:lnTo>
                  <a:lnTo>
                    <a:pt x="114" y="846"/>
                  </a:lnTo>
                  <a:lnTo>
                    <a:pt x="114" y="852"/>
                  </a:lnTo>
                  <a:lnTo>
                    <a:pt x="90" y="852"/>
                  </a:lnTo>
                  <a:lnTo>
                    <a:pt x="90" y="876"/>
                  </a:lnTo>
                  <a:lnTo>
                    <a:pt x="96" y="888"/>
                  </a:lnTo>
                  <a:lnTo>
                    <a:pt x="108" y="906"/>
                  </a:lnTo>
                  <a:lnTo>
                    <a:pt x="114" y="918"/>
                  </a:lnTo>
                  <a:lnTo>
                    <a:pt x="114" y="960"/>
                  </a:lnTo>
                  <a:lnTo>
                    <a:pt x="120" y="972"/>
                  </a:lnTo>
                  <a:lnTo>
                    <a:pt x="120" y="978"/>
                  </a:lnTo>
                  <a:lnTo>
                    <a:pt x="126" y="978"/>
                  </a:lnTo>
                  <a:lnTo>
                    <a:pt x="126" y="972"/>
                  </a:lnTo>
                  <a:lnTo>
                    <a:pt x="132" y="966"/>
                  </a:lnTo>
                  <a:lnTo>
                    <a:pt x="144" y="966"/>
                  </a:lnTo>
                  <a:lnTo>
                    <a:pt x="150" y="972"/>
                  </a:lnTo>
                  <a:lnTo>
                    <a:pt x="180" y="984"/>
                  </a:lnTo>
                  <a:lnTo>
                    <a:pt x="180" y="996"/>
                  </a:lnTo>
                  <a:lnTo>
                    <a:pt x="204" y="1020"/>
                  </a:lnTo>
                  <a:lnTo>
                    <a:pt x="216" y="1020"/>
                  </a:lnTo>
                  <a:lnTo>
                    <a:pt x="240" y="1008"/>
                  </a:lnTo>
                  <a:lnTo>
                    <a:pt x="246" y="996"/>
                  </a:lnTo>
                  <a:lnTo>
                    <a:pt x="252" y="990"/>
                  </a:lnTo>
                  <a:lnTo>
                    <a:pt x="264" y="984"/>
                  </a:lnTo>
                  <a:lnTo>
                    <a:pt x="294" y="984"/>
                  </a:lnTo>
                  <a:lnTo>
                    <a:pt x="306" y="990"/>
                  </a:lnTo>
                  <a:lnTo>
                    <a:pt x="354" y="990"/>
                  </a:lnTo>
                  <a:lnTo>
                    <a:pt x="354" y="984"/>
                  </a:lnTo>
                  <a:lnTo>
                    <a:pt x="360" y="978"/>
                  </a:lnTo>
                  <a:lnTo>
                    <a:pt x="360" y="966"/>
                  </a:lnTo>
                  <a:lnTo>
                    <a:pt x="366" y="960"/>
                  </a:lnTo>
                  <a:lnTo>
                    <a:pt x="378" y="954"/>
                  </a:lnTo>
                  <a:lnTo>
                    <a:pt x="408" y="954"/>
                  </a:lnTo>
                  <a:lnTo>
                    <a:pt x="420" y="960"/>
                  </a:lnTo>
                  <a:lnTo>
                    <a:pt x="432" y="960"/>
                  </a:lnTo>
                  <a:lnTo>
                    <a:pt x="438" y="966"/>
                  </a:lnTo>
                  <a:lnTo>
                    <a:pt x="444" y="960"/>
                  </a:lnTo>
                  <a:lnTo>
                    <a:pt x="456" y="960"/>
                  </a:lnTo>
                  <a:lnTo>
                    <a:pt x="468" y="954"/>
                  </a:lnTo>
                  <a:lnTo>
                    <a:pt x="504" y="954"/>
                  </a:lnTo>
                  <a:lnTo>
                    <a:pt x="522" y="960"/>
                  </a:lnTo>
                  <a:lnTo>
                    <a:pt x="534" y="966"/>
                  </a:lnTo>
                  <a:lnTo>
                    <a:pt x="552" y="966"/>
                  </a:lnTo>
                  <a:lnTo>
                    <a:pt x="558" y="960"/>
                  </a:lnTo>
                  <a:lnTo>
                    <a:pt x="570" y="954"/>
                  </a:lnTo>
                  <a:lnTo>
                    <a:pt x="606" y="954"/>
                  </a:lnTo>
                  <a:lnTo>
                    <a:pt x="618" y="948"/>
                  </a:lnTo>
                  <a:lnTo>
                    <a:pt x="624" y="942"/>
                  </a:lnTo>
                  <a:lnTo>
                    <a:pt x="636" y="936"/>
                  </a:lnTo>
                  <a:lnTo>
                    <a:pt x="684" y="936"/>
                  </a:lnTo>
                  <a:lnTo>
                    <a:pt x="708" y="924"/>
                  </a:lnTo>
                  <a:lnTo>
                    <a:pt x="720" y="912"/>
                  </a:lnTo>
                  <a:lnTo>
                    <a:pt x="738" y="900"/>
                  </a:lnTo>
                  <a:lnTo>
                    <a:pt x="774" y="864"/>
                  </a:lnTo>
                  <a:lnTo>
                    <a:pt x="786" y="858"/>
                  </a:lnTo>
                  <a:lnTo>
                    <a:pt x="804" y="846"/>
                  </a:lnTo>
                  <a:lnTo>
                    <a:pt x="900" y="750"/>
                  </a:lnTo>
                  <a:lnTo>
                    <a:pt x="918" y="750"/>
                  </a:lnTo>
                  <a:lnTo>
                    <a:pt x="924" y="744"/>
                  </a:lnTo>
                  <a:lnTo>
                    <a:pt x="960" y="696"/>
                  </a:lnTo>
                  <a:lnTo>
                    <a:pt x="972" y="672"/>
                  </a:lnTo>
                  <a:lnTo>
                    <a:pt x="984" y="654"/>
                  </a:lnTo>
                  <a:lnTo>
                    <a:pt x="990" y="642"/>
                  </a:lnTo>
                  <a:lnTo>
                    <a:pt x="1002" y="606"/>
                  </a:lnTo>
                  <a:lnTo>
                    <a:pt x="1014" y="588"/>
                  </a:lnTo>
                  <a:lnTo>
                    <a:pt x="1020" y="576"/>
                  </a:lnTo>
                  <a:lnTo>
                    <a:pt x="1026" y="570"/>
                  </a:lnTo>
                  <a:lnTo>
                    <a:pt x="1038" y="564"/>
                  </a:lnTo>
                  <a:lnTo>
                    <a:pt x="1050" y="552"/>
                  </a:lnTo>
                  <a:lnTo>
                    <a:pt x="1068" y="546"/>
                  </a:lnTo>
                  <a:lnTo>
                    <a:pt x="1086" y="534"/>
                  </a:lnTo>
                  <a:lnTo>
                    <a:pt x="1098" y="510"/>
                  </a:lnTo>
                  <a:lnTo>
                    <a:pt x="1098" y="498"/>
                  </a:lnTo>
                  <a:lnTo>
                    <a:pt x="1104" y="486"/>
                  </a:lnTo>
                  <a:lnTo>
                    <a:pt x="1110" y="468"/>
                  </a:lnTo>
                  <a:lnTo>
                    <a:pt x="1116" y="456"/>
                  </a:lnTo>
                  <a:lnTo>
                    <a:pt x="1122" y="450"/>
                  </a:lnTo>
                  <a:lnTo>
                    <a:pt x="1122" y="438"/>
                  </a:lnTo>
                  <a:lnTo>
                    <a:pt x="1128" y="432"/>
                  </a:lnTo>
                  <a:lnTo>
                    <a:pt x="1128" y="414"/>
                  </a:lnTo>
                  <a:lnTo>
                    <a:pt x="1134" y="396"/>
                  </a:lnTo>
                  <a:lnTo>
                    <a:pt x="1128" y="384"/>
                  </a:lnTo>
                  <a:lnTo>
                    <a:pt x="1116" y="372"/>
                  </a:lnTo>
                  <a:close/>
                  <a:moveTo>
                    <a:pt x="870" y="624"/>
                  </a:moveTo>
                  <a:lnTo>
                    <a:pt x="858" y="630"/>
                  </a:lnTo>
                  <a:lnTo>
                    <a:pt x="852" y="636"/>
                  </a:lnTo>
                  <a:lnTo>
                    <a:pt x="840" y="642"/>
                  </a:lnTo>
                  <a:lnTo>
                    <a:pt x="822" y="642"/>
                  </a:lnTo>
                  <a:lnTo>
                    <a:pt x="810" y="648"/>
                  </a:lnTo>
                  <a:lnTo>
                    <a:pt x="804" y="654"/>
                  </a:lnTo>
                  <a:lnTo>
                    <a:pt x="798" y="666"/>
                  </a:lnTo>
                  <a:lnTo>
                    <a:pt x="792" y="672"/>
                  </a:lnTo>
                  <a:lnTo>
                    <a:pt x="792" y="684"/>
                  </a:lnTo>
                  <a:lnTo>
                    <a:pt x="774" y="684"/>
                  </a:lnTo>
                  <a:lnTo>
                    <a:pt x="744" y="654"/>
                  </a:lnTo>
                  <a:lnTo>
                    <a:pt x="744" y="636"/>
                  </a:lnTo>
                  <a:lnTo>
                    <a:pt x="720" y="600"/>
                  </a:lnTo>
                  <a:lnTo>
                    <a:pt x="744" y="600"/>
                  </a:lnTo>
                  <a:lnTo>
                    <a:pt x="750" y="582"/>
                  </a:lnTo>
                  <a:lnTo>
                    <a:pt x="768" y="564"/>
                  </a:lnTo>
                  <a:lnTo>
                    <a:pt x="768" y="546"/>
                  </a:lnTo>
                  <a:lnTo>
                    <a:pt x="774" y="540"/>
                  </a:lnTo>
                  <a:lnTo>
                    <a:pt x="798" y="540"/>
                  </a:lnTo>
                  <a:lnTo>
                    <a:pt x="798" y="528"/>
                  </a:lnTo>
                  <a:lnTo>
                    <a:pt x="810" y="522"/>
                  </a:lnTo>
                  <a:lnTo>
                    <a:pt x="846" y="522"/>
                  </a:lnTo>
                  <a:lnTo>
                    <a:pt x="852" y="528"/>
                  </a:lnTo>
                  <a:lnTo>
                    <a:pt x="858" y="540"/>
                  </a:lnTo>
                  <a:lnTo>
                    <a:pt x="864" y="546"/>
                  </a:lnTo>
                  <a:lnTo>
                    <a:pt x="870" y="558"/>
                  </a:lnTo>
                  <a:lnTo>
                    <a:pt x="882" y="564"/>
                  </a:lnTo>
                  <a:lnTo>
                    <a:pt x="888" y="588"/>
                  </a:lnTo>
                  <a:lnTo>
                    <a:pt x="864" y="606"/>
                  </a:lnTo>
                  <a:lnTo>
                    <a:pt x="870" y="624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96" name="Spain" descr="© INSCALE GmbH, 05.05.2010&#10;http://www.presentationload.com/">
              <a:extLst>
                <a:ext uri="{FF2B5EF4-FFF2-40B4-BE49-F238E27FC236}">
                  <a16:creationId xmlns:a16="http://schemas.microsoft.com/office/drawing/2014/main" id="{A0FE6573-896C-4FF3-9866-05602A6AE9BE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554927" y="1844706"/>
              <a:ext cx="289503" cy="202938"/>
            </a:xfrm>
            <a:custGeom>
              <a:avLst/>
              <a:gdLst>
                <a:gd name="T0" fmla="*/ 2147483647 w 876"/>
                <a:gd name="T1" fmla="*/ 2147483647 h 618"/>
                <a:gd name="T2" fmla="*/ 2147483647 w 876"/>
                <a:gd name="T3" fmla="*/ 2147483647 h 618"/>
                <a:gd name="T4" fmla="*/ 2147483647 w 876"/>
                <a:gd name="T5" fmla="*/ 2147483647 h 618"/>
                <a:gd name="T6" fmla="*/ 2147483647 w 876"/>
                <a:gd name="T7" fmla="*/ 2147483647 h 618"/>
                <a:gd name="T8" fmla="*/ 2147483647 w 876"/>
                <a:gd name="T9" fmla="*/ 2147483647 h 618"/>
                <a:gd name="T10" fmla="*/ 2147483647 w 876"/>
                <a:gd name="T11" fmla="*/ 2147483647 h 618"/>
                <a:gd name="T12" fmla="*/ 2147483647 w 876"/>
                <a:gd name="T13" fmla="*/ 2147483647 h 618"/>
                <a:gd name="T14" fmla="*/ 2147483647 w 876"/>
                <a:gd name="T15" fmla="*/ 2147483647 h 618"/>
                <a:gd name="T16" fmla="*/ 2147483647 w 876"/>
                <a:gd name="T17" fmla="*/ 2147483647 h 618"/>
                <a:gd name="T18" fmla="*/ 2147483647 w 876"/>
                <a:gd name="T19" fmla="*/ 2147483647 h 618"/>
                <a:gd name="T20" fmla="*/ 2147483647 w 876"/>
                <a:gd name="T21" fmla="*/ 2147483647 h 618"/>
                <a:gd name="T22" fmla="*/ 2147483647 w 876"/>
                <a:gd name="T23" fmla="*/ 2147483647 h 618"/>
                <a:gd name="T24" fmla="*/ 2147483647 w 876"/>
                <a:gd name="T25" fmla="*/ 2147483647 h 618"/>
                <a:gd name="T26" fmla="*/ 2147483647 w 876"/>
                <a:gd name="T27" fmla="*/ 2147483647 h 618"/>
                <a:gd name="T28" fmla="*/ 2147483647 w 876"/>
                <a:gd name="T29" fmla="*/ 2147483647 h 618"/>
                <a:gd name="T30" fmla="*/ 2147483647 w 876"/>
                <a:gd name="T31" fmla="*/ 2147483647 h 618"/>
                <a:gd name="T32" fmla="*/ 2147483647 w 876"/>
                <a:gd name="T33" fmla="*/ 2147483647 h 618"/>
                <a:gd name="T34" fmla="*/ 2147483647 w 876"/>
                <a:gd name="T35" fmla="*/ 2147483647 h 618"/>
                <a:gd name="T36" fmla="*/ 2147483647 w 876"/>
                <a:gd name="T37" fmla="*/ 2147483647 h 618"/>
                <a:gd name="T38" fmla="*/ 2147483647 w 876"/>
                <a:gd name="T39" fmla="*/ 2147483647 h 618"/>
                <a:gd name="T40" fmla="*/ 2147483647 w 876"/>
                <a:gd name="T41" fmla="*/ 0 h 618"/>
                <a:gd name="T42" fmla="*/ 2147483647 w 876"/>
                <a:gd name="T43" fmla="*/ 2147483647 h 618"/>
                <a:gd name="T44" fmla="*/ 0 w 876"/>
                <a:gd name="T45" fmla="*/ 2147483647 h 618"/>
                <a:gd name="T46" fmla="*/ 2147483647 w 876"/>
                <a:gd name="T47" fmla="*/ 2147483647 h 618"/>
                <a:gd name="T48" fmla="*/ 2147483647 w 876"/>
                <a:gd name="T49" fmla="*/ 2147483647 h 618"/>
                <a:gd name="T50" fmla="*/ 2147483647 w 876"/>
                <a:gd name="T51" fmla="*/ 2147483647 h 618"/>
                <a:gd name="T52" fmla="*/ 2147483647 w 876"/>
                <a:gd name="T53" fmla="*/ 2147483647 h 618"/>
                <a:gd name="T54" fmla="*/ 2147483647 w 876"/>
                <a:gd name="T55" fmla="*/ 2147483647 h 618"/>
                <a:gd name="T56" fmla="*/ 2147483647 w 876"/>
                <a:gd name="T57" fmla="*/ 2147483647 h 618"/>
                <a:gd name="T58" fmla="*/ 2147483647 w 876"/>
                <a:gd name="T59" fmla="*/ 2147483647 h 618"/>
                <a:gd name="T60" fmla="*/ 2147483647 w 876"/>
                <a:gd name="T61" fmla="*/ 2147483647 h 618"/>
                <a:gd name="T62" fmla="*/ 2147483647 w 876"/>
                <a:gd name="T63" fmla="*/ 2147483647 h 618"/>
                <a:gd name="T64" fmla="*/ 2147483647 w 876"/>
                <a:gd name="T65" fmla="*/ 2147483647 h 618"/>
                <a:gd name="T66" fmla="*/ 2147483647 w 876"/>
                <a:gd name="T67" fmla="*/ 2147483647 h 618"/>
                <a:gd name="T68" fmla="*/ 2147483647 w 876"/>
                <a:gd name="T69" fmla="*/ 2147483647 h 618"/>
                <a:gd name="T70" fmla="*/ 2147483647 w 876"/>
                <a:gd name="T71" fmla="*/ 2147483647 h 618"/>
                <a:gd name="T72" fmla="*/ 2147483647 w 876"/>
                <a:gd name="T73" fmla="*/ 2147483647 h 618"/>
                <a:gd name="T74" fmla="*/ 2147483647 w 876"/>
                <a:gd name="T75" fmla="*/ 2147483647 h 618"/>
                <a:gd name="T76" fmla="*/ 2147483647 w 876"/>
                <a:gd name="T77" fmla="*/ 2147483647 h 618"/>
                <a:gd name="T78" fmla="*/ 2147483647 w 876"/>
                <a:gd name="T79" fmla="*/ 2147483647 h 618"/>
                <a:gd name="T80" fmla="*/ 2147483647 w 876"/>
                <a:gd name="T81" fmla="*/ 2147483647 h 618"/>
                <a:gd name="T82" fmla="*/ 2147483647 w 876"/>
                <a:gd name="T83" fmla="*/ 2147483647 h 618"/>
                <a:gd name="T84" fmla="*/ 2147483647 w 876"/>
                <a:gd name="T85" fmla="*/ 2147483647 h 618"/>
                <a:gd name="T86" fmla="*/ 2147483647 w 876"/>
                <a:gd name="T87" fmla="*/ 2147483647 h 618"/>
                <a:gd name="T88" fmla="*/ 2147483647 w 876"/>
                <a:gd name="T89" fmla="*/ 2147483647 h 618"/>
                <a:gd name="T90" fmla="*/ 2147483647 w 876"/>
                <a:gd name="T91" fmla="*/ 2147483647 h 618"/>
                <a:gd name="T92" fmla="*/ 2147483647 w 876"/>
                <a:gd name="T93" fmla="*/ 2147483647 h 618"/>
                <a:gd name="T94" fmla="*/ 2147483647 w 876"/>
                <a:gd name="T95" fmla="*/ 2147483647 h 618"/>
                <a:gd name="T96" fmla="*/ 2147483647 w 876"/>
                <a:gd name="T97" fmla="*/ 2147483647 h 618"/>
                <a:gd name="T98" fmla="*/ 2147483647 w 876"/>
                <a:gd name="T99" fmla="*/ 2147483647 h 618"/>
                <a:gd name="T100" fmla="*/ 2147483647 w 876"/>
                <a:gd name="T101" fmla="*/ 2147483647 h 618"/>
                <a:gd name="T102" fmla="*/ 2147483647 w 876"/>
                <a:gd name="T103" fmla="*/ 2147483647 h 618"/>
                <a:gd name="T104" fmla="*/ 2147483647 w 876"/>
                <a:gd name="T105" fmla="*/ 2147483647 h 618"/>
                <a:gd name="T106" fmla="*/ 2147483647 w 876"/>
                <a:gd name="T107" fmla="*/ 2147483647 h 618"/>
                <a:gd name="T108" fmla="*/ 2147483647 w 876"/>
                <a:gd name="T109" fmla="*/ 2147483647 h 61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876"/>
                <a:gd name="T166" fmla="*/ 0 h 618"/>
                <a:gd name="T167" fmla="*/ 876 w 876"/>
                <a:gd name="T168" fmla="*/ 618 h 61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876" h="618">
                  <a:moveTo>
                    <a:pt x="804" y="318"/>
                  </a:moveTo>
                  <a:lnTo>
                    <a:pt x="798" y="312"/>
                  </a:lnTo>
                  <a:lnTo>
                    <a:pt x="798" y="306"/>
                  </a:lnTo>
                  <a:lnTo>
                    <a:pt x="786" y="306"/>
                  </a:lnTo>
                  <a:lnTo>
                    <a:pt x="762" y="318"/>
                  </a:lnTo>
                  <a:lnTo>
                    <a:pt x="750" y="330"/>
                  </a:lnTo>
                  <a:lnTo>
                    <a:pt x="750" y="336"/>
                  </a:lnTo>
                  <a:lnTo>
                    <a:pt x="756" y="342"/>
                  </a:lnTo>
                  <a:lnTo>
                    <a:pt x="768" y="342"/>
                  </a:lnTo>
                  <a:lnTo>
                    <a:pt x="774" y="348"/>
                  </a:lnTo>
                  <a:lnTo>
                    <a:pt x="774" y="354"/>
                  </a:lnTo>
                  <a:lnTo>
                    <a:pt x="804" y="354"/>
                  </a:lnTo>
                  <a:lnTo>
                    <a:pt x="816" y="342"/>
                  </a:lnTo>
                  <a:lnTo>
                    <a:pt x="816" y="324"/>
                  </a:lnTo>
                  <a:lnTo>
                    <a:pt x="810" y="318"/>
                  </a:lnTo>
                  <a:lnTo>
                    <a:pt x="804" y="318"/>
                  </a:lnTo>
                  <a:close/>
                  <a:moveTo>
                    <a:pt x="672" y="390"/>
                  </a:moveTo>
                  <a:lnTo>
                    <a:pt x="678" y="396"/>
                  </a:lnTo>
                  <a:lnTo>
                    <a:pt x="684" y="396"/>
                  </a:lnTo>
                  <a:lnTo>
                    <a:pt x="690" y="390"/>
                  </a:lnTo>
                  <a:lnTo>
                    <a:pt x="690" y="372"/>
                  </a:lnTo>
                  <a:lnTo>
                    <a:pt x="684" y="372"/>
                  </a:lnTo>
                  <a:lnTo>
                    <a:pt x="672" y="384"/>
                  </a:lnTo>
                  <a:lnTo>
                    <a:pt x="672" y="390"/>
                  </a:lnTo>
                  <a:close/>
                  <a:moveTo>
                    <a:pt x="840" y="300"/>
                  </a:moveTo>
                  <a:lnTo>
                    <a:pt x="840" y="306"/>
                  </a:lnTo>
                  <a:lnTo>
                    <a:pt x="852" y="318"/>
                  </a:lnTo>
                  <a:lnTo>
                    <a:pt x="870" y="318"/>
                  </a:lnTo>
                  <a:lnTo>
                    <a:pt x="876" y="312"/>
                  </a:lnTo>
                  <a:lnTo>
                    <a:pt x="864" y="300"/>
                  </a:lnTo>
                  <a:lnTo>
                    <a:pt x="852" y="300"/>
                  </a:lnTo>
                  <a:lnTo>
                    <a:pt x="846" y="294"/>
                  </a:lnTo>
                  <a:lnTo>
                    <a:pt x="840" y="300"/>
                  </a:lnTo>
                  <a:close/>
                  <a:moveTo>
                    <a:pt x="804" y="150"/>
                  </a:moveTo>
                  <a:lnTo>
                    <a:pt x="798" y="138"/>
                  </a:lnTo>
                  <a:lnTo>
                    <a:pt x="798" y="132"/>
                  </a:lnTo>
                  <a:lnTo>
                    <a:pt x="810" y="120"/>
                  </a:lnTo>
                  <a:lnTo>
                    <a:pt x="798" y="114"/>
                  </a:lnTo>
                  <a:lnTo>
                    <a:pt x="792" y="108"/>
                  </a:lnTo>
                  <a:lnTo>
                    <a:pt x="792" y="102"/>
                  </a:lnTo>
                  <a:lnTo>
                    <a:pt x="780" y="102"/>
                  </a:lnTo>
                  <a:lnTo>
                    <a:pt x="780" y="108"/>
                  </a:lnTo>
                  <a:lnTo>
                    <a:pt x="774" y="114"/>
                  </a:lnTo>
                  <a:lnTo>
                    <a:pt x="756" y="114"/>
                  </a:lnTo>
                  <a:lnTo>
                    <a:pt x="750" y="108"/>
                  </a:lnTo>
                  <a:lnTo>
                    <a:pt x="726" y="108"/>
                  </a:lnTo>
                  <a:lnTo>
                    <a:pt x="726" y="102"/>
                  </a:lnTo>
                  <a:lnTo>
                    <a:pt x="708" y="102"/>
                  </a:lnTo>
                  <a:lnTo>
                    <a:pt x="696" y="108"/>
                  </a:lnTo>
                  <a:lnTo>
                    <a:pt x="690" y="84"/>
                  </a:lnTo>
                  <a:lnTo>
                    <a:pt x="672" y="84"/>
                  </a:lnTo>
                  <a:lnTo>
                    <a:pt x="672" y="78"/>
                  </a:lnTo>
                  <a:lnTo>
                    <a:pt x="666" y="72"/>
                  </a:lnTo>
                  <a:lnTo>
                    <a:pt x="648" y="72"/>
                  </a:lnTo>
                  <a:lnTo>
                    <a:pt x="642" y="78"/>
                  </a:lnTo>
                  <a:lnTo>
                    <a:pt x="642" y="90"/>
                  </a:lnTo>
                  <a:lnTo>
                    <a:pt x="624" y="96"/>
                  </a:lnTo>
                  <a:lnTo>
                    <a:pt x="624" y="84"/>
                  </a:lnTo>
                  <a:lnTo>
                    <a:pt x="594" y="84"/>
                  </a:lnTo>
                  <a:lnTo>
                    <a:pt x="582" y="72"/>
                  </a:lnTo>
                  <a:lnTo>
                    <a:pt x="570" y="72"/>
                  </a:lnTo>
                  <a:lnTo>
                    <a:pt x="564" y="78"/>
                  </a:lnTo>
                  <a:lnTo>
                    <a:pt x="546" y="60"/>
                  </a:lnTo>
                  <a:lnTo>
                    <a:pt x="510" y="60"/>
                  </a:lnTo>
                  <a:lnTo>
                    <a:pt x="516" y="54"/>
                  </a:lnTo>
                  <a:lnTo>
                    <a:pt x="516" y="48"/>
                  </a:lnTo>
                  <a:lnTo>
                    <a:pt x="504" y="36"/>
                  </a:lnTo>
                  <a:lnTo>
                    <a:pt x="498" y="36"/>
                  </a:lnTo>
                  <a:lnTo>
                    <a:pt x="492" y="42"/>
                  </a:lnTo>
                  <a:lnTo>
                    <a:pt x="486" y="36"/>
                  </a:lnTo>
                  <a:lnTo>
                    <a:pt x="450" y="36"/>
                  </a:lnTo>
                  <a:lnTo>
                    <a:pt x="390" y="24"/>
                  </a:lnTo>
                  <a:lnTo>
                    <a:pt x="378" y="24"/>
                  </a:lnTo>
                  <a:lnTo>
                    <a:pt x="348" y="36"/>
                  </a:lnTo>
                  <a:lnTo>
                    <a:pt x="294" y="30"/>
                  </a:lnTo>
                  <a:lnTo>
                    <a:pt x="258" y="12"/>
                  </a:lnTo>
                  <a:lnTo>
                    <a:pt x="234" y="12"/>
                  </a:lnTo>
                  <a:lnTo>
                    <a:pt x="216" y="18"/>
                  </a:lnTo>
                  <a:lnTo>
                    <a:pt x="162" y="18"/>
                  </a:lnTo>
                  <a:lnTo>
                    <a:pt x="150" y="12"/>
                  </a:lnTo>
                  <a:lnTo>
                    <a:pt x="138" y="12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108" y="0"/>
                  </a:lnTo>
                  <a:lnTo>
                    <a:pt x="96" y="6"/>
                  </a:lnTo>
                  <a:lnTo>
                    <a:pt x="72" y="30"/>
                  </a:lnTo>
                  <a:lnTo>
                    <a:pt x="60" y="30"/>
                  </a:lnTo>
                  <a:lnTo>
                    <a:pt x="48" y="36"/>
                  </a:lnTo>
                  <a:lnTo>
                    <a:pt x="30" y="36"/>
                  </a:lnTo>
                  <a:lnTo>
                    <a:pt x="6" y="48"/>
                  </a:lnTo>
                  <a:lnTo>
                    <a:pt x="0" y="60"/>
                  </a:lnTo>
                  <a:lnTo>
                    <a:pt x="0" y="72"/>
                  </a:lnTo>
                  <a:lnTo>
                    <a:pt x="6" y="78"/>
                  </a:lnTo>
                  <a:lnTo>
                    <a:pt x="12" y="90"/>
                  </a:lnTo>
                  <a:lnTo>
                    <a:pt x="24" y="96"/>
                  </a:lnTo>
                  <a:lnTo>
                    <a:pt x="30" y="102"/>
                  </a:lnTo>
                  <a:lnTo>
                    <a:pt x="18" y="138"/>
                  </a:lnTo>
                  <a:lnTo>
                    <a:pt x="24" y="144"/>
                  </a:lnTo>
                  <a:lnTo>
                    <a:pt x="24" y="150"/>
                  </a:lnTo>
                  <a:lnTo>
                    <a:pt x="30" y="144"/>
                  </a:lnTo>
                  <a:lnTo>
                    <a:pt x="54" y="132"/>
                  </a:lnTo>
                  <a:lnTo>
                    <a:pt x="78" y="132"/>
                  </a:lnTo>
                  <a:lnTo>
                    <a:pt x="78" y="138"/>
                  </a:lnTo>
                  <a:lnTo>
                    <a:pt x="66" y="150"/>
                  </a:lnTo>
                  <a:lnTo>
                    <a:pt x="60" y="150"/>
                  </a:lnTo>
                  <a:lnTo>
                    <a:pt x="60" y="156"/>
                  </a:lnTo>
                  <a:lnTo>
                    <a:pt x="72" y="156"/>
                  </a:lnTo>
                  <a:lnTo>
                    <a:pt x="78" y="150"/>
                  </a:lnTo>
                  <a:lnTo>
                    <a:pt x="96" y="150"/>
                  </a:lnTo>
                  <a:lnTo>
                    <a:pt x="102" y="156"/>
                  </a:lnTo>
                  <a:lnTo>
                    <a:pt x="114" y="156"/>
                  </a:lnTo>
                  <a:lnTo>
                    <a:pt x="120" y="150"/>
                  </a:lnTo>
                  <a:lnTo>
                    <a:pt x="120" y="144"/>
                  </a:lnTo>
                  <a:lnTo>
                    <a:pt x="174" y="144"/>
                  </a:lnTo>
                  <a:lnTo>
                    <a:pt x="174" y="162"/>
                  </a:lnTo>
                  <a:lnTo>
                    <a:pt x="180" y="162"/>
                  </a:lnTo>
                  <a:lnTo>
                    <a:pt x="192" y="168"/>
                  </a:lnTo>
                  <a:lnTo>
                    <a:pt x="192" y="174"/>
                  </a:lnTo>
                  <a:lnTo>
                    <a:pt x="168" y="198"/>
                  </a:lnTo>
                  <a:lnTo>
                    <a:pt x="144" y="210"/>
                  </a:lnTo>
                  <a:lnTo>
                    <a:pt x="138" y="216"/>
                  </a:lnTo>
                  <a:lnTo>
                    <a:pt x="138" y="222"/>
                  </a:lnTo>
                  <a:lnTo>
                    <a:pt x="144" y="222"/>
                  </a:lnTo>
                  <a:lnTo>
                    <a:pt x="150" y="228"/>
                  </a:lnTo>
                  <a:lnTo>
                    <a:pt x="150" y="240"/>
                  </a:lnTo>
                  <a:lnTo>
                    <a:pt x="144" y="258"/>
                  </a:lnTo>
                  <a:lnTo>
                    <a:pt x="144" y="276"/>
                  </a:lnTo>
                  <a:lnTo>
                    <a:pt x="138" y="276"/>
                  </a:lnTo>
                  <a:lnTo>
                    <a:pt x="132" y="282"/>
                  </a:lnTo>
                  <a:lnTo>
                    <a:pt x="132" y="294"/>
                  </a:lnTo>
                  <a:lnTo>
                    <a:pt x="138" y="300"/>
                  </a:lnTo>
                  <a:lnTo>
                    <a:pt x="138" y="312"/>
                  </a:lnTo>
                  <a:lnTo>
                    <a:pt x="126" y="324"/>
                  </a:lnTo>
                  <a:lnTo>
                    <a:pt x="90" y="324"/>
                  </a:lnTo>
                  <a:lnTo>
                    <a:pt x="114" y="348"/>
                  </a:lnTo>
                  <a:lnTo>
                    <a:pt x="114" y="360"/>
                  </a:lnTo>
                  <a:lnTo>
                    <a:pt x="120" y="366"/>
                  </a:lnTo>
                  <a:lnTo>
                    <a:pt x="132" y="372"/>
                  </a:lnTo>
                  <a:lnTo>
                    <a:pt x="132" y="378"/>
                  </a:lnTo>
                  <a:lnTo>
                    <a:pt x="120" y="390"/>
                  </a:lnTo>
                  <a:lnTo>
                    <a:pt x="108" y="396"/>
                  </a:lnTo>
                  <a:lnTo>
                    <a:pt x="96" y="408"/>
                  </a:lnTo>
                  <a:lnTo>
                    <a:pt x="96" y="414"/>
                  </a:lnTo>
                  <a:lnTo>
                    <a:pt x="102" y="420"/>
                  </a:lnTo>
                  <a:lnTo>
                    <a:pt x="102" y="426"/>
                  </a:lnTo>
                  <a:lnTo>
                    <a:pt x="108" y="438"/>
                  </a:lnTo>
                  <a:lnTo>
                    <a:pt x="114" y="444"/>
                  </a:lnTo>
                  <a:lnTo>
                    <a:pt x="126" y="444"/>
                  </a:lnTo>
                  <a:lnTo>
                    <a:pt x="126" y="450"/>
                  </a:lnTo>
                  <a:lnTo>
                    <a:pt x="114" y="462"/>
                  </a:lnTo>
                  <a:lnTo>
                    <a:pt x="102" y="462"/>
                  </a:lnTo>
                  <a:lnTo>
                    <a:pt x="96" y="474"/>
                  </a:lnTo>
                  <a:lnTo>
                    <a:pt x="90" y="480"/>
                  </a:lnTo>
                  <a:lnTo>
                    <a:pt x="90" y="528"/>
                  </a:lnTo>
                  <a:lnTo>
                    <a:pt x="120" y="528"/>
                  </a:lnTo>
                  <a:lnTo>
                    <a:pt x="144" y="546"/>
                  </a:lnTo>
                  <a:lnTo>
                    <a:pt x="162" y="546"/>
                  </a:lnTo>
                  <a:lnTo>
                    <a:pt x="156" y="576"/>
                  </a:lnTo>
                  <a:lnTo>
                    <a:pt x="162" y="576"/>
                  </a:lnTo>
                  <a:lnTo>
                    <a:pt x="162" y="594"/>
                  </a:lnTo>
                  <a:lnTo>
                    <a:pt x="168" y="606"/>
                  </a:lnTo>
                  <a:lnTo>
                    <a:pt x="174" y="612"/>
                  </a:lnTo>
                  <a:lnTo>
                    <a:pt x="192" y="612"/>
                  </a:lnTo>
                  <a:lnTo>
                    <a:pt x="198" y="618"/>
                  </a:lnTo>
                  <a:lnTo>
                    <a:pt x="204" y="618"/>
                  </a:lnTo>
                  <a:lnTo>
                    <a:pt x="210" y="612"/>
                  </a:lnTo>
                  <a:lnTo>
                    <a:pt x="222" y="606"/>
                  </a:lnTo>
                  <a:lnTo>
                    <a:pt x="240" y="588"/>
                  </a:lnTo>
                  <a:lnTo>
                    <a:pt x="252" y="582"/>
                  </a:lnTo>
                  <a:lnTo>
                    <a:pt x="264" y="582"/>
                  </a:lnTo>
                  <a:lnTo>
                    <a:pt x="294" y="564"/>
                  </a:lnTo>
                  <a:lnTo>
                    <a:pt x="360" y="564"/>
                  </a:lnTo>
                  <a:lnTo>
                    <a:pt x="366" y="558"/>
                  </a:lnTo>
                  <a:lnTo>
                    <a:pt x="378" y="558"/>
                  </a:lnTo>
                  <a:lnTo>
                    <a:pt x="390" y="570"/>
                  </a:lnTo>
                  <a:lnTo>
                    <a:pt x="396" y="570"/>
                  </a:lnTo>
                  <a:lnTo>
                    <a:pt x="408" y="564"/>
                  </a:lnTo>
                  <a:lnTo>
                    <a:pt x="420" y="564"/>
                  </a:lnTo>
                  <a:lnTo>
                    <a:pt x="426" y="558"/>
                  </a:lnTo>
                  <a:lnTo>
                    <a:pt x="432" y="558"/>
                  </a:lnTo>
                  <a:lnTo>
                    <a:pt x="432" y="570"/>
                  </a:lnTo>
                  <a:lnTo>
                    <a:pt x="438" y="570"/>
                  </a:lnTo>
                  <a:lnTo>
                    <a:pt x="450" y="558"/>
                  </a:lnTo>
                  <a:lnTo>
                    <a:pt x="462" y="534"/>
                  </a:lnTo>
                  <a:lnTo>
                    <a:pt x="462" y="522"/>
                  </a:lnTo>
                  <a:lnTo>
                    <a:pt x="498" y="492"/>
                  </a:lnTo>
                  <a:lnTo>
                    <a:pt x="528" y="492"/>
                  </a:lnTo>
                  <a:lnTo>
                    <a:pt x="534" y="474"/>
                  </a:lnTo>
                  <a:lnTo>
                    <a:pt x="534" y="468"/>
                  </a:lnTo>
                  <a:lnTo>
                    <a:pt x="540" y="462"/>
                  </a:lnTo>
                  <a:lnTo>
                    <a:pt x="540" y="450"/>
                  </a:lnTo>
                  <a:lnTo>
                    <a:pt x="546" y="444"/>
                  </a:lnTo>
                  <a:lnTo>
                    <a:pt x="552" y="432"/>
                  </a:lnTo>
                  <a:lnTo>
                    <a:pt x="552" y="426"/>
                  </a:lnTo>
                  <a:lnTo>
                    <a:pt x="570" y="426"/>
                  </a:lnTo>
                  <a:lnTo>
                    <a:pt x="594" y="414"/>
                  </a:lnTo>
                  <a:lnTo>
                    <a:pt x="600" y="408"/>
                  </a:lnTo>
                  <a:lnTo>
                    <a:pt x="594" y="396"/>
                  </a:lnTo>
                  <a:lnTo>
                    <a:pt x="588" y="390"/>
                  </a:lnTo>
                  <a:lnTo>
                    <a:pt x="582" y="378"/>
                  </a:lnTo>
                  <a:lnTo>
                    <a:pt x="576" y="372"/>
                  </a:lnTo>
                  <a:lnTo>
                    <a:pt x="570" y="372"/>
                  </a:lnTo>
                  <a:lnTo>
                    <a:pt x="570" y="336"/>
                  </a:lnTo>
                  <a:lnTo>
                    <a:pt x="582" y="312"/>
                  </a:lnTo>
                  <a:lnTo>
                    <a:pt x="594" y="306"/>
                  </a:lnTo>
                  <a:lnTo>
                    <a:pt x="600" y="294"/>
                  </a:lnTo>
                  <a:lnTo>
                    <a:pt x="612" y="282"/>
                  </a:lnTo>
                  <a:lnTo>
                    <a:pt x="618" y="270"/>
                  </a:lnTo>
                  <a:lnTo>
                    <a:pt x="630" y="258"/>
                  </a:lnTo>
                  <a:lnTo>
                    <a:pt x="642" y="258"/>
                  </a:lnTo>
                  <a:lnTo>
                    <a:pt x="654" y="246"/>
                  </a:lnTo>
                  <a:lnTo>
                    <a:pt x="654" y="240"/>
                  </a:lnTo>
                  <a:lnTo>
                    <a:pt x="648" y="240"/>
                  </a:lnTo>
                  <a:lnTo>
                    <a:pt x="648" y="228"/>
                  </a:lnTo>
                  <a:lnTo>
                    <a:pt x="654" y="222"/>
                  </a:lnTo>
                  <a:lnTo>
                    <a:pt x="726" y="198"/>
                  </a:lnTo>
                  <a:lnTo>
                    <a:pt x="750" y="186"/>
                  </a:lnTo>
                  <a:lnTo>
                    <a:pt x="756" y="174"/>
                  </a:lnTo>
                  <a:lnTo>
                    <a:pt x="768" y="168"/>
                  </a:lnTo>
                  <a:lnTo>
                    <a:pt x="774" y="168"/>
                  </a:lnTo>
                  <a:lnTo>
                    <a:pt x="786" y="156"/>
                  </a:lnTo>
                  <a:lnTo>
                    <a:pt x="798" y="156"/>
                  </a:lnTo>
                  <a:lnTo>
                    <a:pt x="804" y="150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97" name="Somalia" descr="© INSCALE GmbH, 05.05.2010&#10;http://www.presentationload.com/">
              <a:extLst>
                <a:ext uri="{FF2B5EF4-FFF2-40B4-BE49-F238E27FC236}">
                  <a16:creationId xmlns:a16="http://schemas.microsoft.com/office/drawing/2014/main" id="{4509BC8A-4581-4FEA-AA5C-3F484022C25E}"/>
                </a:ext>
              </a:extLst>
            </p:cNvPr>
            <p:cNvSpPr>
              <a:spLocks/>
            </p:cNvSpPr>
            <p:nvPr/>
          </p:nvSpPr>
          <p:spPr bwMode="gray">
            <a:xfrm>
              <a:off x="4697423" y="2683432"/>
              <a:ext cx="236512" cy="363493"/>
            </a:xfrm>
            <a:custGeom>
              <a:avLst/>
              <a:gdLst>
                <a:gd name="T0" fmla="*/ 2147483647 w 714"/>
                <a:gd name="T1" fmla="*/ 2147483647 h 1104"/>
                <a:gd name="T2" fmla="*/ 2147483647 w 714"/>
                <a:gd name="T3" fmla="*/ 2147483647 h 1104"/>
                <a:gd name="T4" fmla="*/ 2147483647 w 714"/>
                <a:gd name="T5" fmla="*/ 2147483647 h 1104"/>
                <a:gd name="T6" fmla="*/ 2147483647 w 714"/>
                <a:gd name="T7" fmla="*/ 2147483647 h 1104"/>
                <a:gd name="T8" fmla="*/ 2147483647 w 714"/>
                <a:gd name="T9" fmla="*/ 2147483647 h 1104"/>
                <a:gd name="T10" fmla="*/ 2147483647 w 714"/>
                <a:gd name="T11" fmla="*/ 2147483647 h 1104"/>
                <a:gd name="T12" fmla="*/ 2147483647 w 714"/>
                <a:gd name="T13" fmla="*/ 2147483647 h 1104"/>
                <a:gd name="T14" fmla="*/ 2147483647 w 714"/>
                <a:gd name="T15" fmla="*/ 2147483647 h 1104"/>
                <a:gd name="T16" fmla="*/ 2147483647 w 714"/>
                <a:gd name="T17" fmla="*/ 2147483647 h 1104"/>
                <a:gd name="T18" fmla="*/ 2147483647 w 714"/>
                <a:gd name="T19" fmla="*/ 2147483647 h 1104"/>
                <a:gd name="T20" fmla="*/ 2147483647 w 714"/>
                <a:gd name="T21" fmla="*/ 2147483647 h 1104"/>
                <a:gd name="T22" fmla="*/ 2147483647 w 714"/>
                <a:gd name="T23" fmla="*/ 2147483647 h 1104"/>
                <a:gd name="T24" fmla="*/ 0 w 714"/>
                <a:gd name="T25" fmla="*/ 2147483647 h 1104"/>
                <a:gd name="T26" fmla="*/ 2147483647 w 714"/>
                <a:gd name="T27" fmla="*/ 2147483647 h 1104"/>
                <a:gd name="T28" fmla="*/ 2147483647 w 714"/>
                <a:gd name="T29" fmla="*/ 2147483647 h 1104"/>
                <a:gd name="T30" fmla="*/ 2147483647 w 714"/>
                <a:gd name="T31" fmla="*/ 2147483647 h 1104"/>
                <a:gd name="T32" fmla="*/ 2147483647 w 714"/>
                <a:gd name="T33" fmla="*/ 2147483647 h 1104"/>
                <a:gd name="T34" fmla="*/ 2147483647 w 714"/>
                <a:gd name="T35" fmla="*/ 2147483647 h 1104"/>
                <a:gd name="T36" fmla="*/ 2147483647 w 714"/>
                <a:gd name="T37" fmla="*/ 2147483647 h 1104"/>
                <a:gd name="T38" fmla="*/ 2147483647 w 714"/>
                <a:gd name="T39" fmla="*/ 2147483647 h 1104"/>
                <a:gd name="T40" fmla="*/ 2147483647 w 714"/>
                <a:gd name="T41" fmla="*/ 2147483647 h 1104"/>
                <a:gd name="T42" fmla="*/ 2147483647 w 714"/>
                <a:gd name="T43" fmla="*/ 2147483647 h 1104"/>
                <a:gd name="T44" fmla="*/ 2147483647 w 714"/>
                <a:gd name="T45" fmla="*/ 2147483647 h 1104"/>
                <a:gd name="T46" fmla="*/ 2147483647 w 714"/>
                <a:gd name="T47" fmla="*/ 2147483647 h 1104"/>
                <a:gd name="T48" fmla="*/ 2147483647 w 714"/>
                <a:gd name="T49" fmla="*/ 2147483647 h 1104"/>
                <a:gd name="T50" fmla="*/ 2147483647 w 714"/>
                <a:gd name="T51" fmla="*/ 2147483647 h 1104"/>
                <a:gd name="T52" fmla="*/ 2147483647 w 714"/>
                <a:gd name="T53" fmla="*/ 2147483647 h 1104"/>
                <a:gd name="T54" fmla="*/ 2147483647 w 714"/>
                <a:gd name="T55" fmla="*/ 2147483647 h 1104"/>
                <a:gd name="T56" fmla="*/ 2147483647 w 714"/>
                <a:gd name="T57" fmla="*/ 2147483647 h 1104"/>
                <a:gd name="T58" fmla="*/ 2147483647 w 714"/>
                <a:gd name="T59" fmla="*/ 2147483647 h 1104"/>
                <a:gd name="T60" fmla="*/ 2147483647 w 714"/>
                <a:gd name="T61" fmla="*/ 2147483647 h 1104"/>
                <a:gd name="T62" fmla="*/ 2147483647 w 714"/>
                <a:gd name="T63" fmla="*/ 2147483647 h 1104"/>
                <a:gd name="T64" fmla="*/ 2147483647 w 714"/>
                <a:gd name="T65" fmla="*/ 2147483647 h 1104"/>
                <a:gd name="T66" fmla="*/ 2147483647 w 714"/>
                <a:gd name="T67" fmla="*/ 2147483647 h 1104"/>
                <a:gd name="T68" fmla="*/ 2147483647 w 714"/>
                <a:gd name="T69" fmla="*/ 2147483647 h 1104"/>
                <a:gd name="T70" fmla="*/ 2147483647 w 714"/>
                <a:gd name="T71" fmla="*/ 2147483647 h 1104"/>
                <a:gd name="T72" fmla="*/ 2147483647 w 714"/>
                <a:gd name="T73" fmla="*/ 2147483647 h 1104"/>
                <a:gd name="T74" fmla="*/ 2147483647 w 714"/>
                <a:gd name="T75" fmla="*/ 2147483647 h 1104"/>
                <a:gd name="T76" fmla="*/ 2147483647 w 714"/>
                <a:gd name="T77" fmla="*/ 2147483647 h 1104"/>
                <a:gd name="T78" fmla="*/ 2147483647 w 714"/>
                <a:gd name="T79" fmla="*/ 2147483647 h 1104"/>
                <a:gd name="T80" fmla="*/ 2147483647 w 714"/>
                <a:gd name="T81" fmla="*/ 2147483647 h 1104"/>
                <a:gd name="T82" fmla="*/ 2147483647 w 714"/>
                <a:gd name="T83" fmla="*/ 2147483647 h 1104"/>
                <a:gd name="T84" fmla="*/ 2147483647 w 714"/>
                <a:gd name="T85" fmla="*/ 2147483647 h 1104"/>
                <a:gd name="T86" fmla="*/ 2147483647 w 714"/>
                <a:gd name="T87" fmla="*/ 2147483647 h 110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714"/>
                <a:gd name="T133" fmla="*/ 0 h 1104"/>
                <a:gd name="T134" fmla="*/ 714 w 714"/>
                <a:gd name="T135" fmla="*/ 1104 h 110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714" h="1104">
                  <a:moveTo>
                    <a:pt x="108" y="114"/>
                  </a:moveTo>
                  <a:lnTo>
                    <a:pt x="120" y="126"/>
                  </a:lnTo>
                  <a:lnTo>
                    <a:pt x="120" y="138"/>
                  </a:lnTo>
                  <a:lnTo>
                    <a:pt x="126" y="150"/>
                  </a:lnTo>
                  <a:lnTo>
                    <a:pt x="132" y="156"/>
                  </a:lnTo>
                  <a:lnTo>
                    <a:pt x="138" y="168"/>
                  </a:lnTo>
                  <a:lnTo>
                    <a:pt x="144" y="174"/>
                  </a:lnTo>
                  <a:lnTo>
                    <a:pt x="156" y="198"/>
                  </a:lnTo>
                  <a:lnTo>
                    <a:pt x="162" y="204"/>
                  </a:lnTo>
                  <a:lnTo>
                    <a:pt x="162" y="210"/>
                  </a:lnTo>
                  <a:lnTo>
                    <a:pt x="186" y="210"/>
                  </a:lnTo>
                  <a:lnTo>
                    <a:pt x="192" y="222"/>
                  </a:lnTo>
                  <a:lnTo>
                    <a:pt x="198" y="228"/>
                  </a:lnTo>
                  <a:lnTo>
                    <a:pt x="204" y="240"/>
                  </a:lnTo>
                  <a:lnTo>
                    <a:pt x="240" y="258"/>
                  </a:lnTo>
                  <a:lnTo>
                    <a:pt x="312" y="282"/>
                  </a:lnTo>
                  <a:lnTo>
                    <a:pt x="336" y="288"/>
                  </a:lnTo>
                  <a:lnTo>
                    <a:pt x="348" y="294"/>
                  </a:lnTo>
                  <a:lnTo>
                    <a:pt x="366" y="300"/>
                  </a:lnTo>
                  <a:lnTo>
                    <a:pt x="378" y="312"/>
                  </a:lnTo>
                  <a:lnTo>
                    <a:pt x="414" y="330"/>
                  </a:lnTo>
                  <a:lnTo>
                    <a:pt x="486" y="324"/>
                  </a:lnTo>
                  <a:lnTo>
                    <a:pt x="276" y="570"/>
                  </a:lnTo>
                  <a:lnTo>
                    <a:pt x="192" y="570"/>
                  </a:lnTo>
                  <a:lnTo>
                    <a:pt x="186" y="576"/>
                  </a:lnTo>
                  <a:lnTo>
                    <a:pt x="174" y="576"/>
                  </a:lnTo>
                  <a:lnTo>
                    <a:pt x="162" y="582"/>
                  </a:lnTo>
                  <a:lnTo>
                    <a:pt x="156" y="588"/>
                  </a:lnTo>
                  <a:lnTo>
                    <a:pt x="144" y="594"/>
                  </a:lnTo>
                  <a:lnTo>
                    <a:pt x="144" y="606"/>
                  </a:lnTo>
                  <a:lnTo>
                    <a:pt x="126" y="624"/>
                  </a:lnTo>
                  <a:lnTo>
                    <a:pt x="102" y="624"/>
                  </a:lnTo>
                  <a:lnTo>
                    <a:pt x="90" y="630"/>
                  </a:lnTo>
                  <a:lnTo>
                    <a:pt x="78" y="630"/>
                  </a:lnTo>
                  <a:lnTo>
                    <a:pt x="66" y="642"/>
                  </a:lnTo>
                  <a:lnTo>
                    <a:pt x="66" y="654"/>
                  </a:lnTo>
                  <a:lnTo>
                    <a:pt x="60" y="660"/>
                  </a:lnTo>
                  <a:lnTo>
                    <a:pt x="42" y="696"/>
                  </a:lnTo>
                  <a:lnTo>
                    <a:pt x="0" y="738"/>
                  </a:lnTo>
                  <a:lnTo>
                    <a:pt x="0" y="1038"/>
                  </a:lnTo>
                  <a:lnTo>
                    <a:pt x="42" y="1104"/>
                  </a:lnTo>
                  <a:lnTo>
                    <a:pt x="48" y="1086"/>
                  </a:lnTo>
                  <a:lnTo>
                    <a:pt x="84" y="1032"/>
                  </a:lnTo>
                  <a:lnTo>
                    <a:pt x="96" y="1008"/>
                  </a:lnTo>
                  <a:lnTo>
                    <a:pt x="114" y="996"/>
                  </a:lnTo>
                  <a:lnTo>
                    <a:pt x="144" y="966"/>
                  </a:lnTo>
                  <a:lnTo>
                    <a:pt x="150" y="954"/>
                  </a:lnTo>
                  <a:lnTo>
                    <a:pt x="162" y="936"/>
                  </a:lnTo>
                  <a:lnTo>
                    <a:pt x="192" y="906"/>
                  </a:lnTo>
                  <a:lnTo>
                    <a:pt x="216" y="876"/>
                  </a:lnTo>
                  <a:lnTo>
                    <a:pt x="246" y="846"/>
                  </a:lnTo>
                  <a:lnTo>
                    <a:pt x="264" y="840"/>
                  </a:lnTo>
                  <a:lnTo>
                    <a:pt x="276" y="828"/>
                  </a:lnTo>
                  <a:lnTo>
                    <a:pt x="294" y="816"/>
                  </a:lnTo>
                  <a:lnTo>
                    <a:pt x="318" y="804"/>
                  </a:lnTo>
                  <a:lnTo>
                    <a:pt x="336" y="786"/>
                  </a:lnTo>
                  <a:lnTo>
                    <a:pt x="372" y="756"/>
                  </a:lnTo>
                  <a:lnTo>
                    <a:pt x="420" y="708"/>
                  </a:lnTo>
                  <a:lnTo>
                    <a:pt x="438" y="684"/>
                  </a:lnTo>
                  <a:lnTo>
                    <a:pt x="462" y="654"/>
                  </a:lnTo>
                  <a:lnTo>
                    <a:pt x="492" y="618"/>
                  </a:lnTo>
                  <a:lnTo>
                    <a:pt x="516" y="570"/>
                  </a:lnTo>
                  <a:lnTo>
                    <a:pt x="528" y="540"/>
                  </a:lnTo>
                  <a:lnTo>
                    <a:pt x="546" y="516"/>
                  </a:lnTo>
                  <a:lnTo>
                    <a:pt x="558" y="498"/>
                  </a:lnTo>
                  <a:lnTo>
                    <a:pt x="564" y="492"/>
                  </a:lnTo>
                  <a:lnTo>
                    <a:pt x="570" y="480"/>
                  </a:lnTo>
                  <a:lnTo>
                    <a:pt x="576" y="474"/>
                  </a:lnTo>
                  <a:lnTo>
                    <a:pt x="576" y="450"/>
                  </a:lnTo>
                  <a:lnTo>
                    <a:pt x="582" y="432"/>
                  </a:lnTo>
                  <a:lnTo>
                    <a:pt x="588" y="420"/>
                  </a:lnTo>
                  <a:lnTo>
                    <a:pt x="588" y="402"/>
                  </a:lnTo>
                  <a:lnTo>
                    <a:pt x="594" y="390"/>
                  </a:lnTo>
                  <a:lnTo>
                    <a:pt x="606" y="378"/>
                  </a:lnTo>
                  <a:lnTo>
                    <a:pt x="612" y="366"/>
                  </a:lnTo>
                  <a:lnTo>
                    <a:pt x="624" y="354"/>
                  </a:lnTo>
                  <a:lnTo>
                    <a:pt x="624" y="324"/>
                  </a:lnTo>
                  <a:lnTo>
                    <a:pt x="636" y="318"/>
                  </a:lnTo>
                  <a:lnTo>
                    <a:pt x="642" y="306"/>
                  </a:lnTo>
                  <a:lnTo>
                    <a:pt x="660" y="252"/>
                  </a:lnTo>
                  <a:lnTo>
                    <a:pt x="672" y="252"/>
                  </a:lnTo>
                  <a:lnTo>
                    <a:pt x="672" y="246"/>
                  </a:lnTo>
                  <a:lnTo>
                    <a:pt x="684" y="234"/>
                  </a:lnTo>
                  <a:lnTo>
                    <a:pt x="684" y="138"/>
                  </a:lnTo>
                  <a:lnTo>
                    <a:pt x="708" y="126"/>
                  </a:lnTo>
                  <a:lnTo>
                    <a:pt x="702" y="54"/>
                  </a:lnTo>
                  <a:lnTo>
                    <a:pt x="708" y="42"/>
                  </a:lnTo>
                  <a:lnTo>
                    <a:pt x="708" y="36"/>
                  </a:lnTo>
                  <a:lnTo>
                    <a:pt x="714" y="24"/>
                  </a:lnTo>
                  <a:lnTo>
                    <a:pt x="714" y="12"/>
                  </a:lnTo>
                  <a:lnTo>
                    <a:pt x="690" y="0"/>
                  </a:lnTo>
                  <a:lnTo>
                    <a:pt x="672" y="0"/>
                  </a:lnTo>
                  <a:lnTo>
                    <a:pt x="666" y="12"/>
                  </a:lnTo>
                  <a:lnTo>
                    <a:pt x="654" y="18"/>
                  </a:lnTo>
                  <a:lnTo>
                    <a:pt x="648" y="30"/>
                  </a:lnTo>
                  <a:lnTo>
                    <a:pt x="624" y="42"/>
                  </a:lnTo>
                  <a:lnTo>
                    <a:pt x="612" y="42"/>
                  </a:lnTo>
                  <a:lnTo>
                    <a:pt x="594" y="48"/>
                  </a:lnTo>
                  <a:lnTo>
                    <a:pt x="582" y="54"/>
                  </a:lnTo>
                  <a:lnTo>
                    <a:pt x="564" y="54"/>
                  </a:lnTo>
                  <a:lnTo>
                    <a:pt x="546" y="48"/>
                  </a:lnTo>
                  <a:lnTo>
                    <a:pt x="534" y="42"/>
                  </a:lnTo>
                  <a:lnTo>
                    <a:pt x="516" y="48"/>
                  </a:lnTo>
                  <a:lnTo>
                    <a:pt x="510" y="54"/>
                  </a:lnTo>
                  <a:lnTo>
                    <a:pt x="498" y="60"/>
                  </a:lnTo>
                  <a:lnTo>
                    <a:pt x="492" y="72"/>
                  </a:lnTo>
                  <a:lnTo>
                    <a:pt x="486" y="78"/>
                  </a:lnTo>
                  <a:lnTo>
                    <a:pt x="474" y="78"/>
                  </a:lnTo>
                  <a:lnTo>
                    <a:pt x="462" y="72"/>
                  </a:lnTo>
                  <a:lnTo>
                    <a:pt x="456" y="60"/>
                  </a:lnTo>
                  <a:lnTo>
                    <a:pt x="444" y="60"/>
                  </a:lnTo>
                  <a:lnTo>
                    <a:pt x="438" y="66"/>
                  </a:lnTo>
                  <a:lnTo>
                    <a:pt x="426" y="72"/>
                  </a:lnTo>
                  <a:lnTo>
                    <a:pt x="396" y="102"/>
                  </a:lnTo>
                  <a:lnTo>
                    <a:pt x="384" y="108"/>
                  </a:lnTo>
                  <a:lnTo>
                    <a:pt x="372" y="108"/>
                  </a:lnTo>
                  <a:lnTo>
                    <a:pt x="360" y="102"/>
                  </a:lnTo>
                  <a:lnTo>
                    <a:pt x="354" y="96"/>
                  </a:lnTo>
                  <a:lnTo>
                    <a:pt x="342" y="90"/>
                  </a:lnTo>
                  <a:lnTo>
                    <a:pt x="330" y="90"/>
                  </a:lnTo>
                  <a:lnTo>
                    <a:pt x="306" y="102"/>
                  </a:lnTo>
                  <a:lnTo>
                    <a:pt x="294" y="114"/>
                  </a:lnTo>
                  <a:lnTo>
                    <a:pt x="270" y="126"/>
                  </a:lnTo>
                  <a:lnTo>
                    <a:pt x="210" y="126"/>
                  </a:lnTo>
                  <a:lnTo>
                    <a:pt x="192" y="108"/>
                  </a:lnTo>
                  <a:lnTo>
                    <a:pt x="186" y="96"/>
                  </a:lnTo>
                  <a:lnTo>
                    <a:pt x="174" y="90"/>
                  </a:lnTo>
                  <a:lnTo>
                    <a:pt x="168" y="78"/>
                  </a:lnTo>
                  <a:lnTo>
                    <a:pt x="168" y="66"/>
                  </a:lnTo>
                  <a:lnTo>
                    <a:pt x="156" y="54"/>
                  </a:lnTo>
                  <a:lnTo>
                    <a:pt x="150" y="54"/>
                  </a:lnTo>
                  <a:lnTo>
                    <a:pt x="126" y="78"/>
                  </a:lnTo>
                  <a:lnTo>
                    <a:pt x="108" y="114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98" name="Solomon Islands" descr="© INSCALE GmbH, 05.05.2010&#10;http://www.presentationload.com/">
              <a:extLst>
                <a:ext uri="{FF2B5EF4-FFF2-40B4-BE49-F238E27FC236}">
                  <a16:creationId xmlns:a16="http://schemas.microsoft.com/office/drawing/2014/main" id="{A3719CAA-2618-4F6E-94C1-4BFB0465F1B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410207" y="3179219"/>
              <a:ext cx="122779" cy="114314"/>
            </a:xfrm>
            <a:custGeom>
              <a:avLst/>
              <a:gdLst>
                <a:gd name="T0" fmla="*/ 2147483647 w 372"/>
                <a:gd name="T1" fmla="*/ 0 h 348"/>
                <a:gd name="T2" fmla="*/ 2147483647 w 372"/>
                <a:gd name="T3" fmla="*/ 2147483647 h 348"/>
                <a:gd name="T4" fmla="*/ 0 w 372"/>
                <a:gd name="T5" fmla="*/ 2147483647 h 348"/>
                <a:gd name="T6" fmla="*/ 2147483647 w 372"/>
                <a:gd name="T7" fmla="*/ 2147483647 h 348"/>
                <a:gd name="T8" fmla="*/ 0 w 372"/>
                <a:gd name="T9" fmla="*/ 2147483647 h 348"/>
                <a:gd name="T10" fmla="*/ 2147483647 w 372"/>
                <a:gd name="T11" fmla="*/ 2147483647 h 348"/>
                <a:gd name="T12" fmla="*/ 2147483647 w 372"/>
                <a:gd name="T13" fmla="*/ 2147483647 h 348"/>
                <a:gd name="T14" fmla="*/ 2147483647 w 372"/>
                <a:gd name="T15" fmla="*/ 2147483647 h 348"/>
                <a:gd name="T16" fmla="*/ 2147483647 w 372"/>
                <a:gd name="T17" fmla="*/ 2147483647 h 348"/>
                <a:gd name="T18" fmla="*/ 2147483647 w 372"/>
                <a:gd name="T19" fmla="*/ 2147483647 h 348"/>
                <a:gd name="T20" fmla="*/ 2147483647 w 372"/>
                <a:gd name="T21" fmla="*/ 2147483647 h 348"/>
                <a:gd name="T22" fmla="*/ 2147483647 w 372"/>
                <a:gd name="T23" fmla="*/ 2147483647 h 348"/>
                <a:gd name="T24" fmla="*/ 2147483647 w 372"/>
                <a:gd name="T25" fmla="*/ 2147483647 h 348"/>
                <a:gd name="T26" fmla="*/ 2147483647 w 372"/>
                <a:gd name="T27" fmla="*/ 2147483647 h 348"/>
                <a:gd name="T28" fmla="*/ 2147483647 w 372"/>
                <a:gd name="T29" fmla="*/ 2147483647 h 348"/>
                <a:gd name="T30" fmla="*/ 2147483647 w 372"/>
                <a:gd name="T31" fmla="*/ 2147483647 h 348"/>
                <a:gd name="T32" fmla="*/ 2147483647 w 372"/>
                <a:gd name="T33" fmla="*/ 2147483647 h 348"/>
                <a:gd name="T34" fmla="*/ 2147483647 w 372"/>
                <a:gd name="T35" fmla="*/ 2147483647 h 348"/>
                <a:gd name="T36" fmla="*/ 2147483647 w 372"/>
                <a:gd name="T37" fmla="*/ 2147483647 h 348"/>
                <a:gd name="T38" fmla="*/ 2147483647 w 372"/>
                <a:gd name="T39" fmla="*/ 2147483647 h 348"/>
                <a:gd name="T40" fmla="*/ 2147483647 w 372"/>
                <a:gd name="T41" fmla="*/ 2147483647 h 348"/>
                <a:gd name="T42" fmla="*/ 2147483647 w 372"/>
                <a:gd name="T43" fmla="*/ 2147483647 h 348"/>
                <a:gd name="T44" fmla="*/ 2147483647 w 372"/>
                <a:gd name="T45" fmla="*/ 2147483647 h 348"/>
                <a:gd name="T46" fmla="*/ 2147483647 w 372"/>
                <a:gd name="T47" fmla="*/ 2147483647 h 348"/>
                <a:gd name="T48" fmla="*/ 2147483647 w 372"/>
                <a:gd name="T49" fmla="*/ 2147483647 h 348"/>
                <a:gd name="T50" fmla="*/ 2147483647 w 372"/>
                <a:gd name="T51" fmla="*/ 2147483647 h 348"/>
                <a:gd name="T52" fmla="*/ 2147483647 w 372"/>
                <a:gd name="T53" fmla="*/ 2147483647 h 348"/>
                <a:gd name="T54" fmla="*/ 2147483647 w 372"/>
                <a:gd name="T55" fmla="*/ 2147483647 h 348"/>
                <a:gd name="T56" fmla="*/ 2147483647 w 372"/>
                <a:gd name="T57" fmla="*/ 2147483647 h 348"/>
                <a:gd name="T58" fmla="*/ 2147483647 w 372"/>
                <a:gd name="T59" fmla="*/ 2147483647 h 348"/>
                <a:gd name="T60" fmla="*/ 2147483647 w 372"/>
                <a:gd name="T61" fmla="*/ 2147483647 h 348"/>
                <a:gd name="T62" fmla="*/ 2147483647 w 372"/>
                <a:gd name="T63" fmla="*/ 2147483647 h 34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72"/>
                <a:gd name="T97" fmla="*/ 0 h 348"/>
                <a:gd name="T98" fmla="*/ 372 w 372"/>
                <a:gd name="T99" fmla="*/ 348 h 34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72" h="348">
                  <a:moveTo>
                    <a:pt x="30" y="18"/>
                  </a:moveTo>
                  <a:lnTo>
                    <a:pt x="12" y="0"/>
                  </a:lnTo>
                  <a:lnTo>
                    <a:pt x="6" y="24"/>
                  </a:lnTo>
                  <a:lnTo>
                    <a:pt x="24" y="48"/>
                  </a:lnTo>
                  <a:lnTo>
                    <a:pt x="30" y="18"/>
                  </a:lnTo>
                  <a:close/>
                  <a:moveTo>
                    <a:pt x="0" y="126"/>
                  </a:moveTo>
                  <a:lnTo>
                    <a:pt x="18" y="132"/>
                  </a:lnTo>
                  <a:lnTo>
                    <a:pt x="36" y="102"/>
                  </a:lnTo>
                  <a:lnTo>
                    <a:pt x="0" y="102"/>
                  </a:lnTo>
                  <a:lnTo>
                    <a:pt x="0" y="126"/>
                  </a:lnTo>
                  <a:close/>
                  <a:moveTo>
                    <a:pt x="78" y="120"/>
                  </a:moveTo>
                  <a:lnTo>
                    <a:pt x="36" y="120"/>
                  </a:lnTo>
                  <a:lnTo>
                    <a:pt x="42" y="144"/>
                  </a:lnTo>
                  <a:lnTo>
                    <a:pt x="78" y="132"/>
                  </a:lnTo>
                  <a:lnTo>
                    <a:pt x="78" y="120"/>
                  </a:lnTo>
                  <a:close/>
                  <a:moveTo>
                    <a:pt x="60" y="186"/>
                  </a:moveTo>
                  <a:lnTo>
                    <a:pt x="96" y="186"/>
                  </a:lnTo>
                  <a:lnTo>
                    <a:pt x="48" y="150"/>
                  </a:lnTo>
                  <a:lnTo>
                    <a:pt x="60" y="186"/>
                  </a:lnTo>
                  <a:close/>
                  <a:moveTo>
                    <a:pt x="246" y="222"/>
                  </a:moveTo>
                  <a:lnTo>
                    <a:pt x="222" y="210"/>
                  </a:lnTo>
                  <a:lnTo>
                    <a:pt x="192" y="210"/>
                  </a:lnTo>
                  <a:lnTo>
                    <a:pt x="192" y="228"/>
                  </a:lnTo>
                  <a:lnTo>
                    <a:pt x="198" y="234"/>
                  </a:lnTo>
                  <a:lnTo>
                    <a:pt x="204" y="246"/>
                  </a:lnTo>
                  <a:lnTo>
                    <a:pt x="216" y="252"/>
                  </a:lnTo>
                  <a:lnTo>
                    <a:pt x="252" y="264"/>
                  </a:lnTo>
                  <a:lnTo>
                    <a:pt x="264" y="264"/>
                  </a:lnTo>
                  <a:lnTo>
                    <a:pt x="276" y="258"/>
                  </a:lnTo>
                  <a:lnTo>
                    <a:pt x="276" y="252"/>
                  </a:lnTo>
                  <a:lnTo>
                    <a:pt x="270" y="246"/>
                  </a:lnTo>
                  <a:lnTo>
                    <a:pt x="264" y="234"/>
                  </a:lnTo>
                  <a:lnTo>
                    <a:pt x="246" y="222"/>
                  </a:lnTo>
                  <a:close/>
                  <a:moveTo>
                    <a:pt x="312" y="288"/>
                  </a:moveTo>
                  <a:lnTo>
                    <a:pt x="360" y="348"/>
                  </a:lnTo>
                  <a:lnTo>
                    <a:pt x="372" y="318"/>
                  </a:lnTo>
                  <a:lnTo>
                    <a:pt x="312" y="288"/>
                  </a:lnTo>
                  <a:close/>
                  <a:moveTo>
                    <a:pt x="288" y="126"/>
                  </a:moveTo>
                  <a:lnTo>
                    <a:pt x="288" y="132"/>
                  </a:lnTo>
                  <a:lnTo>
                    <a:pt x="282" y="138"/>
                  </a:lnTo>
                  <a:lnTo>
                    <a:pt x="282" y="150"/>
                  </a:lnTo>
                  <a:lnTo>
                    <a:pt x="276" y="162"/>
                  </a:lnTo>
                  <a:lnTo>
                    <a:pt x="276" y="192"/>
                  </a:lnTo>
                  <a:lnTo>
                    <a:pt x="312" y="228"/>
                  </a:lnTo>
                  <a:lnTo>
                    <a:pt x="324" y="234"/>
                  </a:lnTo>
                  <a:lnTo>
                    <a:pt x="330" y="240"/>
                  </a:lnTo>
                  <a:lnTo>
                    <a:pt x="288" y="126"/>
                  </a:lnTo>
                  <a:close/>
                  <a:moveTo>
                    <a:pt x="120" y="60"/>
                  </a:moveTo>
                  <a:lnTo>
                    <a:pt x="120" y="66"/>
                  </a:lnTo>
                  <a:lnTo>
                    <a:pt x="126" y="78"/>
                  </a:lnTo>
                  <a:lnTo>
                    <a:pt x="138" y="90"/>
                  </a:lnTo>
                  <a:lnTo>
                    <a:pt x="150" y="108"/>
                  </a:lnTo>
                  <a:lnTo>
                    <a:pt x="168" y="120"/>
                  </a:lnTo>
                  <a:lnTo>
                    <a:pt x="192" y="144"/>
                  </a:lnTo>
                  <a:lnTo>
                    <a:pt x="204" y="150"/>
                  </a:lnTo>
                  <a:lnTo>
                    <a:pt x="216" y="150"/>
                  </a:lnTo>
                  <a:lnTo>
                    <a:pt x="210" y="138"/>
                  </a:lnTo>
                  <a:lnTo>
                    <a:pt x="204" y="132"/>
                  </a:lnTo>
                  <a:lnTo>
                    <a:pt x="198" y="120"/>
                  </a:lnTo>
                  <a:lnTo>
                    <a:pt x="186" y="108"/>
                  </a:lnTo>
                  <a:lnTo>
                    <a:pt x="174" y="90"/>
                  </a:lnTo>
                  <a:lnTo>
                    <a:pt x="156" y="78"/>
                  </a:lnTo>
                  <a:lnTo>
                    <a:pt x="144" y="66"/>
                  </a:lnTo>
                  <a:lnTo>
                    <a:pt x="132" y="60"/>
                  </a:lnTo>
                  <a:lnTo>
                    <a:pt x="120" y="60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99" name="Slovenia" descr="© INSCALE GmbH, 05.05.2010&#10;http://www.presentationload.com/">
              <a:extLst>
                <a:ext uri="{FF2B5EF4-FFF2-40B4-BE49-F238E27FC236}">
                  <a16:creationId xmlns:a16="http://schemas.microsoft.com/office/drawing/2014/main" id="{B1E695F5-B3BA-4006-9996-B8846775618C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036996" y="1761216"/>
              <a:ext cx="69791" cy="39817"/>
            </a:xfrm>
            <a:custGeom>
              <a:avLst/>
              <a:gdLst>
                <a:gd name="T0" fmla="*/ 2147483647 w 210"/>
                <a:gd name="T1" fmla="*/ 2147483647 h 120"/>
                <a:gd name="T2" fmla="*/ 2147483647 w 210"/>
                <a:gd name="T3" fmla="*/ 2147483647 h 120"/>
                <a:gd name="T4" fmla="*/ 2147483647 w 210"/>
                <a:gd name="T5" fmla="*/ 2147483647 h 120"/>
                <a:gd name="T6" fmla="*/ 2147483647 w 210"/>
                <a:gd name="T7" fmla="*/ 2147483647 h 120"/>
                <a:gd name="T8" fmla="*/ 2147483647 w 210"/>
                <a:gd name="T9" fmla="*/ 2147483647 h 120"/>
                <a:gd name="T10" fmla="*/ 2147483647 w 210"/>
                <a:gd name="T11" fmla="*/ 2147483647 h 120"/>
                <a:gd name="T12" fmla="*/ 2147483647 w 210"/>
                <a:gd name="T13" fmla="*/ 2147483647 h 120"/>
                <a:gd name="T14" fmla="*/ 2147483647 w 210"/>
                <a:gd name="T15" fmla="*/ 2147483647 h 120"/>
                <a:gd name="T16" fmla="*/ 2147483647 w 210"/>
                <a:gd name="T17" fmla="*/ 2147483647 h 120"/>
                <a:gd name="T18" fmla="*/ 2147483647 w 210"/>
                <a:gd name="T19" fmla="*/ 2147483647 h 120"/>
                <a:gd name="T20" fmla="*/ 2147483647 w 210"/>
                <a:gd name="T21" fmla="*/ 2147483647 h 120"/>
                <a:gd name="T22" fmla="*/ 2147483647 w 210"/>
                <a:gd name="T23" fmla="*/ 2147483647 h 120"/>
                <a:gd name="T24" fmla="*/ 2147483647 w 210"/>
                <a:gd name="T25" fmla="*/ 2147483647 h 120"/>
                <a:gd name="T26" fmla="*/ 2147483647 w 210"/>
                <a:gd name="T27" fmla="*/ 2147483647 h 120"/>
                <a:gd name="T28" fmla="*/ 2147483647 w 210"/>
                <a:gd name="T29" fmla="*/ 2147483647 h 120"/>
                <a:gd name="T30" fmla="*/ 2147483647 w 210"/>
                <a:gd name="T31" fmla="*/ 2147483647 h 120"/>
                <a:gd name="T32" fmla="*/ 2147483647 w 210"/>
                <a:gd name="T33" fmla="*/ 2147483647 h 120"/>
                <a:gd name="T34" fmla="*/ 2147483647 w 210"/>
                <a:gd name="T35" fmla="*/ 2147483647 h 120"/>
                <a:gd name="T36" fmla="*/ 2147483647 w 210"/>
                <a:gd name="T37" fmla="*/ 2147483647 h 120"/>
                <a:gd name="T38" fmla="*/ 2147483647 w 210"/>
                <a:gd name="T39" fmla="*/ 2147483647 h 120"/>
                <a:gd name="T40" fmla="*/ 2147483647 w 210"/>
                <a:gd name="T41" fmla="*/ 2147483647 h 120"/>
                <a:gd name="T42" fmla="*/ 2147483647 w 210"/>
                <a:gd name="T43" fmla="*/ 0 h 120"/>
                <a:gd name="T44" fmla="*/ 2147483647 w 210"/>
                <a:gd name="T45" fmla="*/ 2147483647 h 120"/>
                <a:gd name="T46" fmla="*/ 2147483647 w 210"/>
                <a:gd name="T47" fmla="*/ 2147483647 h 120"/>
                <a:gd name="T48" fmla="*/ 2147483647 w 210"/>
                <a:gd name="T49" fmla="*/ 2147483647 h 120"/>
                <a:gd name="T50" fmla="*/ 2147483647 w 210"/>
                <a:gd name="T51" fmla="*/ 2147483647 h 120"/>
                <a:gd name="T52" fmla="*/ 2147483647 w 210"/>
                <a:gd name="T53" fmla="*/ 2147483647 h 120"/>
                <a:gd name="T54" fmla="*/ 2147483647 w 210"/>
                <a:gd name="T55" fmla="*/ 2147483647 h 120"/>
                <a:gd name="T56" fmla="*/ 2147483647 w 210"/>
                <a:gd name="T57" fmla="*/ 2147483647 h 120"/>
                <a:gd name="T58" fmla="*/ 2147483647 w 210"/>
                <a:gd name="T59" fmla="*/ 2147483647 h 120"/>
                <a:gd name="T60" fmla="*/ 2147483647 w 210"/>
                <a:gd name="T61" fmla="*/ 2147483647 h 120"/>
                <a:gd name="T62" fmla="*/ 2147483647 w 210"/>
                <a:gd name="T63" fmla="*/ 2147483647 h 120"/>
                <a:gd name="T64" fmla="*/ 2147483647 w 210"/>
                <a:gd name="T65" fmla="*/ 2147483647 h 120"/>
                <a:gd name="T66" fmla="*/ 2147483647 w 210"/>
                <a:gd name="T67" fmla="*/ 2147483647 h 120"/>
                <a:gd name="T68" fmla="*/ 0 w 210"/>
                <a:gd name="T69" fmla="*/ 2147483647 h 120"/>
                <a:gd name="T70" fmla="*/ 2147483647 w 210"/>
                <a:gd name="T71" fmla="*/ 2147483647 h 120"/>
                <a:gd name="T72" fmla="*/ 2147483647 w 210"/>
                <a:gd name="T73" fmla="*/ 2147483647 h 120"/>
                <a:gd name="T74" fmla="*/ 2147483647 w 210"/>
                <a:gd name="T75" fmla="*/ 2147483647 h 120"/>
                <a:gd name="T76" fmla="*/ 2147483647 w 210"/>
                <a:gd name="T77" fmla="*/ 2147483647 h 120"/>
                <a:gd name="T78" fmla="*/ 2147483647 w 210"/>
                <a:gd name="T79" fmla="*/ 2147483647 h 120"/>
                <a:gd name="T80" fmla="*/ 2147483647 w 210"/>
                <a:gd name="T81" fmla="*/ 2147483647 h 120"/>
                <a:gd name="T82" fmla="*/ 2147483647 w 210"/>
                <a:gd name="T83" fmla="*/ 2147483647 h 120"/>
                <a:gd name="T84" fmla="*/ 2147483647 w 210"/>
                <a:gd name="T85" fmla="*/ 2147483647 h 120"/>
                <a:gd name="T86" fmla="*/ 2147483647 w 210"/>
                <a:gd name="T87" fmla="*/ 2147483647 h 1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10"/>
                <a:gd name="T133" fmla="*/ 0 h 120"/>
                <a:gd name="T134" fmla="*/ 210 w 210"/>
                <a:gd name="T135" fmla="*/ 120 h 12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10" h="120">
                  <a:moveTo>
                    <a:pt x="24" y="120"/>
                  </a:moveTo>
                  <a:lnTo>
                    <a:pt x="42" y="120"/>
                  </a:lnTo>
                  <a:lnTo>
                    <a:pt x="42" y="108"/>
                  </a:lnTo>
                  <a:lnTo>
                    <a:pt x="54" y="114"/>
                  </a:lnTo>
                  <a:lnTo>
                    <a:pt x="72" y="114"/>
                  </a:lnTo>
                  <a:lnTo>
                    <a:pt x="78" y="102"/>
                  </a:lnTo>
                  <a:lnTo>
                    <a:pt x="78" y="108"/>
                  </a:lnTo>
                  <a:lnTo>
                    <a:pt x="84" y="114"/>
                  </a:lnTo>
                  <a:lnTo>
                    <a:pt x="126" y="114"/>
                  </a:lnTo>
                  <a:lnTo>
                    <a:pt x="126" y="96"/>
                  </a:lnTo>
                  <a:lnTo>
                    <a:pt x="138" y="90"/>
                  </a:lnTo>
                  <a:lnTo>
                    <a:pt x="150" y="78"/>
                  </a:lnTo>
                  <a:lnTo>
                    <a:pt x="150" y="72"/>
                  </a:lnTo>
                  <a:lnTo>
                    <a:pt x="144" y="66"/>
                  </a:lnTo>
                  <a:lnTo>
                    <a:pt x="144" y="54"/>
                  </a:lnTo>
                  <a:lnTo>
                    <a:pt x="174" y="54"/>
                  </a:lnTo>
                  <a:lnTo>
                    <a:pt x="186" y="48"/>
                  </a:lnTo>
                  <a:lnTo>
                    <a:pt x="186" y="36"/>
                  </a:lnTo>
                  <a:lnTo>
                    <a:pt x="210" y="36"/>
                  </a:lnTo>
                  <a:lnTo>
                    <a:pt x="192" y="24"/>
                  </a:lnTo>
                  <a:lnTo>
                    <a:pt x="186" y="6"/>
                  </a:lnTo>
                  <a:lnTo>
                    <a:pt x="180" y="0"/>
                  </a:lnTo>
                  <a:lnTo>
                    <a:pt x="174" y="12"/>
                  </a:lnTo>
                  <a:lnTo>
                    <a:pt x="168" y="30"/>
                  </a:lnTo>
                  <a:lnTo>
                    <a:pt x="144" y="24"/>
                  </a:lnTo>
                  <a:lnTo>
                    <a:pt x="132" y="30"/>
                  </a:lnTo>
                  <a:lnTo>
                    <a:pt x="84" y="30"/>
                  </a:lnTo>
                  <a:lnTo>
                    <a:pt x="84" y="42"/>
                  </a:lnTo>
                  <a:lnTo>
                    <a:pt x="54" y="42"/>
                  </a:lnTo>
                  <a:lnTo>
                    <a:pt x="48" y="36"/>
                  </a:lnTo>
                  <a:lnTo>
                    <a:pt x="30" y="36"/>
                  </a:lnTo>
                  <a:lnTo>
                    <a:pt x="24" y="42"/>
                  </a:lnTo>
                  <a:lnTo>
                    <a:pt x="6" y="42"/>
                  </a:lnTo>
                  <a:lnTo>
                    <a:pt x="6" y="48"/>
                  </a:lnTo>
                  <a:lnTo>
                    <a:pt x="0" y="54"/>
                  </a:lnTo>
                  <a:lnTo>
                    <a:pt x="12" y="60"/>
                  </a:lnTo>
                  <a:lnTo>
                    <a:pt x="6" y="96"/>
                  </a:lnTo>
                  <a:lnTo>
                    <a:pt x="18" y="96"/>
                  </a:lnTo>
                  <a:lnTo>
                    <a:pt x="30" y="102"/>
                  </a:lnTo>
                  <a:lnTo>
                    <a:pt x="36" y="102"/>
                  </a:lnTo>
                  <a:lnTo>
                    <a:pt x="36" y="108"/>
                  </a:lnTo>
                  <a:lnTo>
                    <a:pt x="30" y="108"/>
                  </a:lnTo>
                  <a:lnTo>
                    <a:pt x="30" y="114"/>
                  </a:lnTo>
                  <a:lnTo>
                    <a:pt x="24" y="120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00" name="Slovakia" descr="© INSCALE GmbH, 05.05.2010&#10;http://www.presentationload.com/">
              <a:extLst>
                <a:ext uri="{FF2B5EF4-FFF2-40B4-BE49-F238E27FC236}">
                  <a16:creationId xmlns:a16="http://schemas.microsoft.com/office/drawing/2014/main" id="{F5FB974C-F920-40DA-AD7C-83AC769A89E0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108080" y="1694426"/>
              <a:ext cx="117610" cy="47524"/>
            </a:xfrm>
            <a:custGeom>
              <a:avLst/>
              <a:gdLst>
                <a:gd name="T0" fmla="*/ 2147483647 w 354"/>
                <a:gd name="T1" fmla="*/ 2147483647 h 144"/>
                <a:gd name="T2" fmla="*/ 2147483647 w 354"/>
                <a:gd name="T3" fmla="*/ 2147483647 h 144"/>
                <a:gd name="T4" fmla="*/ 2147483647 w 354"/>
                <a:gd name="T5" fmla="*/ 2147483647 h 144"/>
                <a:gd name="T6" fmla="*/ 2147483647 w 354"/>
                <a:gd name="T7" fmla="*/ 2147483647 h 144"/>
                <a:gd name="T8" fmla="*/ 2147483647 w 354"/>
                <a:gd name="T9" fmla="*/ 2147483647 h 144"/>
                <a:gd name="T10" fmla="*/ 2147483647 w 354"/>
                <a:gd name="T11" fmla="*/ 2147483647 h 144"/>
                <a:gd name="T12" fmla="*/ 2147483647 w 354"/>
                <a:gd name="T13" fmla="*/ 2147483647 h 144"/>
                <a:gd name="T14" fmla="*/ 2147483647 w 354"/>
                <a:gd name="T15" fmla="*/ 0 h 144"/>
                <a:gd name="T16" fmla="*/ 2147483647 w 354"/>
                <a:gd name="T17" fmla="*/ 2147483647 h 144"/>
                <a:gd name="T18" fmla="*/ 2147483647 w 354"/>
                <a:gd name="T19" fmla="*/ 0 h 144"/>
                <a:gd name="T20" fmla="*/ 2147483647 w 354"/>
                <a:gd name="T21" fmla="*/ 2147483647 h 144"/>
                <a:gd name="T22" fmla="*/ 2147483647 w 354"/>
                <a:gd name="T23" fmla="*/ 2147483647 h 144"/>
                <a:gd name="T24" fmla="*/ 2147483647 w 354"/>
                <a:gd name="T25" fmla="*/ 2147483647 h 144"/>
                <a:gd name="T26" fmla="*/ 2147483647 w 354"/>
                <a:gd name="T27" fmla="*/ 2147483647 h 144"/>
                <a:gd name="T28" fmla="*/ 2147483647 w 354"/>
                <a:gd name="T29" fmla="*/ 2147483647 h 144"/>
                <a:gd name="T30" fmla="*/ 0 w 354"/>
                <a:gd name="T31" fmla="*/ 2147483647 h 144"/>
                <a:gd name="T32" fmla="*/ 2147483647 w 354"/>
                <a:gd name="T33" fmla="*/ 2147483647 h 144"/>
                <a:gd name="T34" fmla="*/ 2147483647 w 354"/>
                <a:gd name="T35" fmla="*/ 2147483647 h 144"/>
                <a:gd name="T36" fmla="*/ 2147483647 w 354"/>
                <a:gd name="T37" fmla="*/ 2147483647 h 144"/>
                <a:gd name="T38" fmla="*/ 2147483647 w 354"/>
                <a:gd name="T39" fmla="*/ 2147483647 h 144"/>
                <a:gd name="T40" fmla="*/ 2147483647 w 354"/>
                <a:gd name="T41" fmla="*/ 2147483647 h 144"/>
                <a:gd name="T42" fmla="*/ 2147483647 w 354"/>
                <a:gd name="T43" fmla="*/ 2147483647 h 144"/>
                <a:gd name="T44" fmla="*/ 2147483647 w 354"/>
                <a:gd name="T45" fmla="*/ 2147483647 h 144"/>
                <a:gd name="T46" fmla="*/ 2147483647 w 354"/>
                <a:gd name="T47" fmla="*/ 2147483647 h 144"/>
                <a:gd name="T48" fmla="*/ 2147483647 w 354"/>
                <a:gd name="T49" fmla="*/ 2147483647 h 144"/>
                <a:gd name="T50" fmla="*/ 2147483647 w 354"/>
                <a:gd name="T51" fmla="*/ 2147483647 h 144"/>
                <a:gd name="T52" fmla="*/ 2147483647 w 354"/>
                <a:gd name="T53" fmla="*/ 2147483647 h 144"/>
                <a:gd name="T54" fmla="*/ 2147483647 w 354"/>
                <a:gd name="T55" fmla="*/ 2147483647 h 144"/>
                <a:gd name="T56" fmla="*/ 2147483647 w 354"/>
                <a:gd name="T57" fmla="*/ 2147483647 h 144"/>
                <a:gd name="T58" fmla="*/ 2147483647 w 354"/>
                <a:gd name="T59" fmla="*/ 2147483647 h 144"/>
                <a:gd name="T60" fmla="*/ 2147483647 w 354"/>
                <a:gd name="T61" fmla="*/ 2147483647 h 144"/>
                <a:gd name="T62" fmla="*/ 2147483647 w 354"/>
                <a:gd name="T63" fmla="*/ 2147483647 h 144"/>
                <a:gd name="T64" fmla="*/ 2147483647 w 354"/>
                <a:gd name="T65" fmla="*/ 2147483647 h 144"/>
                <a:gd name="T66" fmla="*/ 2147483647 w 354"/>
                <a:gd name="T67" fmla="*/ 2147483647 h 144"/>
                <a:gd name="T68" fmla="*/ 2147483647 w 354"/>
                <a:gd name="T69" fmla="*/ 2147483647 h 14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54"/>
                <a:gd name="T106" fmla="*/ 0 h 144"/>
                <a:gd name="T107" fmla="*/ 354 w 354"/>
                <a:gd name="T108" fmla="*/ 144 h 14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54" h="144">
                  <a:moveTo>
                    <a:pt x="348" y="30"/>
                  </a:moveTo>
                  <a:lnTo>
                    <a:pt x="324" y="30"/>
                  </a:lnTo>
                  <a:lnTo>
                    <a:pt x="300" y="6"/>
                  </a:lnTo>
                  <a:lnTo>
                    <a:pt x="276" y="6"/>
                  </a:lnTo>
                  <a:lnTo>
                    <a:pt x="270" y="12"/>
                  </a:lnTo>
                  <a:lnTo>
                    <a:pt x="258" y="18"/>
                  </a:lnTo>
                  <a:lnTo>
                    <a:pt x="246" y="18"/>
                  </a:lnTo>
                  <a:lnTo>
                    <a:pt x="240" y="12"/>
                  </a:lnTo>
                  <a:lnTo>
                    <a:pt x="210" y="12"/>
                  </a:lnTo>
                  <a:lnTo>
                    <a:pt x="210" y="18"/>
                  </a:lnTo>
                  <a:lnTo>
                    <a:pt x="204" y="24"/>
                  </a:lnTo>
                  <a:lnTo>
                    <a:pt x="192" y="24"/>
                  </a:lnTo>
                  <a:lnTo>
                    <a:pt x="186" y="18"/>
                  </a:lnTo>
                  <a:lnTo>
                    <a:pt x="186" y="12"/>
                  </a:lnTo>
                  <a:lnTo>
                    <a:pt x="180" y="12"/>
                  </a:lnTo>
                  <a:lnTo>
                    <a:pt x="168" y="0"/>
                  </a:lnTo>
                  <a:lnTo>
                    <a:pt x="156" y="0"/>
                  </a:lnTo>
                  <a:lnTo>
                    <a:pt x="144" y="12"/>
                  </a:lnTo>
                  <a:lnTo>
                    <a:pt x="138" y="12"/>
                  </a:lnTo>
                  <a:lnTo>
                    <a:pt x="126" y="0"/>
                  </a:lnTo>
                  <a:lnTo>
                    <a:pt x="108" y="12"/>
                  </a:lnTo>
                  <a:lnTo>
                    <a:pt x="84" y="18"/>
                  </a:lnTo>
                  <a:lnTo>
                    <a:pt x="84" y="42"/>
                  </a:lnTo>
                  <a:lnTo>
                    <a:pt x="72" y="48"/>
                  </a:lnTo>
                  <a:lnTo>
                    <a:pt x="66" y="54"/>
                  </a:lnTo>
                  <a:lnTo>
                    <a:pt x="54" y="60"/>
                  </a:lnTo>
                  <a:lnTo>
                    <a:pt x="36" y="60"/>
                  </a:lnTo>
                  <a:lnTo>
                    <a:pt x="36" y="54"/>
                  </a:lnTo>
                  <a:lnTo>
                    <a:pt x="30" y="60"/>
                  </a:lnTo>
                  <a:lnTo>
                    <a:pt x="12" y="60"/>
                  </a:lnTo>
                  <a:lnTo>
                    <a:pt x="6" y="66"/>
                  </a:lnTo>
                  <a:lnTo>
                    <a:pt x="0" y="90"/>
                  </a:lnTo>
                  <a:lnTo>
                    <a:pt x="0" y="102"/>
                  </a:lnTo>
                  <a:lnTo>
                    <a:pt x="6" y="102"/>
                  </a:lnTo>
                  <a:lnTo>
                    <a:pt x="6" y="114"/>
                  </a:lnTo>
                  <a:lnTo>
                    <a:pt x="12" y="114"/>
                  </a:lnTo>
                  <a:lnTo>
                    <a:pt x="12" y="126"/>
                  </a:lnTo>
                  <a:lnTo>
                    <a:pt x="6" y="132"/>
                  </a:lnTo>
                  <a:lnTo>
                    <a:pt x="18" y="138"/>
                  </a:lnTo>
                  <a:lnTo>
                    <a:pt x="30" y="120"/>
                  </a:lnTo>
                  <a:lnTo>
                    <a:pt x="36" y="126"/>
                  </a:lnTo>
                  <a:lnTo>
                    <a:pt x="42" y="138"/>
                  </a:lnTo>
                  <a:lnTo>
                    <a:pt x="48" y="144"/>
                  </a:lnTo>
                  <a:lnTo>
                    <a:pt x="90" y="144"/>
                  </a:lnTo>
                  <a:lnTo>
                    <a:pt x="108" y="138"/>
                  </a:lnTo>
                  <a:lnTo>
                    <a:pt x="120" y="138"/>
                  </a:lnTo>
                  <a:lnTo>
                    <a:pt x="132" y="114"/>
                  </a:lnTo>
                  <a:lnTo>
                    <a:pt x="168" y="120"/>
                  </a:lnTo>
                  <a:lnTo>
                    <a:pt x="174" y="108"/>
                  </a:lnTo>
                  <a:lnTo>
                    <a:pt x="198" y="108"/>
                  </a:lnTo>
                  <a:lnTo>
                    <a:pt x="210" y="102"/>
                  </a:lnTo>
                  <a:lnTo>
                    <a:pt x="216" y="102"/>
                  </a:lnTo>
                  <a:lnTo>
                    <a:pt x="228" y="90"/>
                  </a:lnTo>
                  <a:lnTo>
                    <a:pt x="234" y="78"/>
                  </a:lnTo>
                  <a:lnTo>
                    <a:pt x="258" y="78"/>
                  </a:lnTo>
                  <a:lnTo>
                    <a:pt x="258" y="90"/>
                  </a:lnTo>
                  <a:lnTo>
                    <a:pt x="276" y="96"/>
                  </a:lnTo>
                  <a:lnTo>
                    <a:pt x="276" y="78"/>
                  </a:lnTo>
                  <a:lnTo>
                    <a:pt x="288" y="78"/>
                  </a:lnTo>
                  <a:lnTo>
                    <a:pt x="288" y="90"/>
                  </a:lnTo>
                  <a:lnTo>
                    <a:pt x="300" y="90"/>
                  </a:lnTo>
                  <a:lnTo>
                    <a:pt x="312" y="84"/>
                  </a:lnTo>
                  <a:lnTo>
                    <a:pt x="336" y="84"/>
                  </a:lnTo>
                  <a:lnTo>
                    <a:pt x="336" y="90"/>
                  </a:lnTo>
                  <a:lnTo>
                    <a:pt x="336" y="72"/>
                  </a:lnTo>
                  <a:lnTo>
                    <a:pt x="342" y="72"/>
                  </a:lnTo>
                  <a:lnTo>
                    <a:pt x="348" y="66"/>
                  </a:lnTo>
                  <a:lnTo>
                    <a:pt x="348" y="60"/>
                  </a:lnTo>
                  <a:lnTo>
                    <a:pt x="354" y="54"/>
                  </a:lnTo>
                  <a:lnTo>
                    <a:pt x="354" y="30"/>
                  </a:lnTo>
                  <a:lnTo>
                    <a:pt x="348" y="30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01" name="Sierra Leone" descr="© INSCALE GmbH, 05.05.2010&#10;http://www.presentationload.com/">
              <a:extLst>
                <a:ext uri="{FF2B5EF4-FFF2-40B4-BE49-F238E27FC236}">
                  <a16:creationId xmlns:a16="http://schemas.microsoft.com/office/drawing/2014/main" id="{E3F5F725-ED92-4898-BBA5-C8223F9641E8}"/>
                </a:ext>
              </a:extLst>
            </p:cNvPr>
            <p:cNvSpPr>
              <a:spLocks/>
            </p:cNvSpPr>
            <p:nvPr/>
          </p:nvSpPr>
          <p:spPr bwMode="gray">
            <a:xfrm>
              <a:off x="3423099" y="2734809"/>
              <a:ext cx="68499" cy="88626"/>
            </a:xfrm>
            <a:custGeom>
              <a:avLst/>
              <a:gdLst>
                <a:gd name="T0" fmla="*/ 2147483647 w 210"/>
                <a:gd name="T1" fmla="*/ 2147483647 h 270"/>
                <a:gd name="T2" fmla="*/ 2147483647 w 210"/>
                <a:gd name="T3" fmla="*/ 2147483647 h 270"/>
                <a:gd name="T4" fmla="*/ 2147483647 w 210"/>
                <a:gd name="T5" fmla="*/ 2147483647 h 270"/>
                <a:gd name="T6" fmla="*/ 2147483647 w 210"/>
                <a:gd name="T7" fmla="*/ 2147483647 h 270"/>
                <a:gd name="T8" fmla="*/ 2147483647 w 210"/>
                <a:gd name="T9" fmla="*/ 2147483647 h 270"/>
                <a:gd name="T10" fmla="*/ 2147483647 w 210"/>
                <a:gd name="T11" fmla="*/ 2147483647 h 270"/>
                <a:gd name="T12" fmla="*/ 2147483647 w 210"/>
                <a:gd name="T13" fmla="*/ 2147483647 h 270"/>
                <a:gd name="T14" fmla="*/ 2147483647 w 210"/>
                <a:gd name="T15" fmla="*/ 2147483647 h 270"/>
                <a:gd name="T16" fmla="*/ 2147483647 w 210"/>
                <a:gd name="T17" fmla="*/ 2147483647 h 270"/>
                <a:gd name="T18" fmla="*/ 2147483647 w 210"/>
                <a:gd name="T19" fmla="*/ 2147483647 h 270"/>
                <a:gd name="T20" fmla="*/ 2147483647 w 210"/>
                <a:gd name="T21" fmla="*/ 2147483647 h 270"/>
                <a:gd name="T22" fmla="*/ 2147483647 w 210"/>
                <a:gd name="T23" fmla="*/ 0 h 270"/>
                <a:gd name="T24" fmla="*/ 2147483647 w 210"/>
                <a:gd name="T25" fmla="*/ 0 h 270"/>
                <a:gd name="T26" fmla="*/ 2147483647 w 210"/>
                <a:gd name="T27" fmla="*/ 2147483647 h 270"/>
                <a:gd name="T28" fmla="*/ 2147483647 w 210"/>
                <a:gd name="T29" fmla="*/ 2147483647 h 270"/>
                <a:gd name="T30" fmla="*/ 2147483647 w 210"/>
                <a:gd name="T31" fmla="*/ 2147483647 h 270"/>
                <a:gd name="T32" fmla="*/ 2147483647 w 210"/>
                <a:gd name="T33" fmla="*/ 2147483647 h 270"/>
                <a:gd name="T34" fmla="*/ 2147483647 w 210"/>
                <a:gd name="T35" fmla="*/ 2147483647 h 270"/>
                <a:gd name="T36" fmla="*/ 2147483647 w 210"/>
                <a:gd name="T37" fmla="*/ 2147483647 h 270"/>
                <a:gd name="T38" fmla="*/ 2147483647 w 210"/>
                <a:gd name="T39" fmla="*/ 2147483647 h 270"/>
                <a:gd name="T40" fmla="*/ 2147483647 w 210"/>
                <a:gd name="T41" fmla="*/ 2147483647 h 270"/>
                <a:gd name="T42" fmla="*/ 2147483647 w 210"/>
                <a:gd name="T43" fmla="*/ 2147483647 h 270"/>
                <a:gd name="T44" fmla="*/ 0 w 210"/>
                <a:gd name="T45" fmla="*/ 2147483647 h 270"/>
                <a:gd name="T46" fmla="*/ 2147483647 w 210"/>
                <a:gd name="T47" fmla="*/ 2147483647 h 270"/>
                <a:gd name="T48" fmla="*/ 2147483647 w 210"/>
                <a:gd name="T49" fmla="*/ 2147483647 h 270"/>
                <a:gd name="T50" fmla="*/ 0 w 210"/>
                <a:gd name="T51" fmla="*/ 2147483647 h 270"/>
                <a:gd name="T52" fmla="*/ 0 w 210"/>
                <a:gd name="T53" fmla="*/ 2147483647 h 270"/>
                <a:gd name="T54" fmla="*/ 2147483647 w 210"/>
                <a:gd name="T55" fmla="*/ 2147483647 h 270"/>
                <a:gd name="T56" fmla="*/ 2147483647 w 210"/>
                <a:gd name="T57" fmla="*/ 2147483647 h 270"/>
                <a:gd name="T58" fmla="*/ 2147483647 w 210"/>
                <a:gd name="T59" fmla="*/ 2147483647 h 270"/>
                <a:gd name="T60" fmla="*/ 2147483647 w 210"/>
                <a:gd name="T61" fmla="*/ 2147483647 h 270"/>
                <a:gd name="T62" fmla="*/ 2147483647 w 210"/>
                <a:gd name="T63" fmla="*/ 2147483647 h 270"/>
                <a:gd name="T64" fmla="*/ 2147483647 w 210"/>
                <a:gd name="T65" fmla="*/ 2147483647 h 270"/>
                <a:gd name="T66" fmla="*/ 2147483647 w 210"/>
                <a:gd name="T67" fmla="*/ 2147483647 h 270"/>
                <a:gd name="T68" fmla="*/ 2147483647 w 210"/>
                <a:gd name="T69" fmla="*/ 2147483647 h 270"/>
                <a:gd name="T70" fmla="*/ 2147483647 w 210"/>
                <a:gd name="T71" fmla="*/ 2147483647 h 270"/>
                <a:gd name="T72" fmla="*/ 2147483647 w 210"/>
                <a:gd name="T73" fmla="*/ 2147483647 h 270"/>
                <a:gd name="T74" fmla="*/ 2147483647 w 210"/>
                <a:gd name="T75" fmla="*/ 2147483647 h 270"/>
                <a:gd name="T76" fmla="*/ 2147483647 w 210"/>
                <a:gd name="T77" fmla="*/ 2147483647 h 270"/>
                <a:gd name="T78" fmla="*/ 2147483647 w 210"/>
                <a:gd name="T79" fmla="*/ 2147483647 h 270"/>
                <a:gd name="T80" fmla="*/ 2147483647 w 210"/>
                <a:gd name="T81" fmla="*/ 2147483647 h 270"/>
                <a:gd name="T82" fmla="*/ 2147483647 w 210"/>
                <a:gd name="T83" fmla="*/ 2147483647 h 270"/>
                <a:gd name="T84" fmla="*/ 2147483647 w 210"/>
                <a:gd name="T85" fmla="*/ 2147483647 h 270"/>
                <a:gd name="T86" fmla="*/ 2147483647 w 210"/>
                <a:gd name="T87" fmla="*/ 2147483647 h 27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10"/>
                <a:gd name="T133" fmla="*/ 0 h 270"/>
                <a:gd name="T134" fmla="*/ 210 w 210"/>
                <a:gd name="T135" fmla="*/ 270 h 27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10" h="270">
                  <a:moveTo>
                    <a:pt x="186" y="180"/>
                  </a:moveTo>
                  <a:lnTo>
                    <a:pt x="186" y="162"/>
                  </a:lnTo>
                  <a:lnTo>
                    <a:pt x="210" y="156"/>
                  </a:lnTo>
                  <a:lnTo>
                    <a:pt x="204" y="132"/>
                  </a:lnTo>
                  <a:lnTo>
                    <a:pt x="174" y="144"/>
                  </a:lnTo>
                  <a:lnTo>
                    <a:pt x="180" y="126"/>
                  </a:lnTo>
                  <a:lnTo>
                    <a:pt x="186" y="120"/>
                  </a:lnTo>
                  <a:lnTo>
                    <a:pt x="192" y="108"/>
                  </a:lnTo>
                  <a:lnTo>
                    <a:pt x="192" y="90"/>
                  </a:lnTo>
                  <a:lnTo>
                    <a:pt x="180" y="78"/>
                  </a:lnTo>
                  <a:lnTo>
                    <a:pt x="180" y="60"/>
                  </a:lnTo>
                  <a:lnTo>
                    <a:pt x="138" y="0"/>
                  </a:lnTo>
                  <a:lnTo>
                    <a:pt x="102" y="0"/>
                  </a:lnTo>
                  <a:lnTo>
                    <a:pt x="96" y="18"/>
                  </a:lnTo>
                  <a:lnTo>
                    <a:pt x="60" y="18"/>
                  </a:lnTo>
                  <a:lnTo>
                    <a:pt x="60" y="24"/>
                  </a:lnTo>
                  <a:lnTo>
                    <a:pt x="54" y="30"/>
                  </a:lnTo>
                  <a:lnTo>
                    <a:pt x="48" y="42"/>
                  </a:lnTo>
                  <a:lnTo>
                    <a:pt x="36" y="54"/>
                  </a:lnTo>
                  <a:lnTo>
                    <a:pt x="30" y="66"/>
                  </a:lnTo>
                  <a:lnTo>
                    <a:pt x="18" y="72"/>
                  </a:lnTo>
                  <a:lnTo>
                    <a:pt x="12" y="78"/>
                  </a:lnTo>
                  <a:lnTo>
                    <a:pt x="0" y="84"/>
                  </a:lnTo>
                  <a:lnTo>
                    <a:pt x="12" y="96"/>
                  </a:lnTo>
                  <a:lnTo>
                    <a:pt x="6" y="102"/>
                  </a:lnTo>
                  <a:lnTo>
                    <a:pt x="0" y="114"/>
                  </a:lnTo>
                  <a:lnTo>
                    <a:pt x="0" y="132"/>
                  </a:lnTo>
                  <a:lnTo>
                    <a:pt x="6" y="138"/>
                  </a:lnTo>
                  <a:lnTo>
                    <a:pt x="18" y="144"/>
                  </a:lnTo>
                  <a:lnTo>
                    <a:pt x="24" y="150"/>
                  </a:lnTo>
                  <a:lnTo>
                    <a:pt x="18" y="180"/>
                  </a:lnTo>
                  <a:lnTo>
                    <a:pt x="42" y="198"/>
                  </a:lnTo>
                  <a:lnTo>
                    <a:pt x="42" y="204"/>
                  </a:lnTo>
                  <a:lnTo>
                    <a:pt x="48" y="210"/>
                  </a:lnTo>
                  <a:lnTo>
                    <a:pt x="54" y="222"/>
                  </a:lnTo>
                  <a:lnTo>
                    <a:pt x="78" y="234"/>
                  </a:lnTo>
                  <a:lnTo>
                    <a:pt x="96" y="234"/>
                  </a:lnTo>
                  <a:lnTo>
                    <a:pt x="126" y="270"/>
                  </a:lnTo>
                  <a:lnTo>
                    <a:pt x="126" y="234"/>
                  </a:lnTo>
                  <a:lnTo>
                    <a:pt x="144" y="216"/>
                  </a:lnTo>
                  <a:lnTo>
                    <a:pt x="156" y="210"/>
                  </a:lnTo>
                  <a:lnTo>
                    <a:pt x="168" y="198"/>
                  </a:lnTo>
                  <a:lnTo>
                    <a:pt x="180" y="192"/>
                  </a:lnTo>
                  <a:lnTo>
                    <a:pt x="186" y="180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02" name="Singapore" descr="© INSCALE GmbH, 05.05.2010&#10;http://www.presentationload.com/">
              <a:extLst>
                <a:ext uri="{FF2B5EF4-FFF2-40B4-BE49-F238E27FC236}">
                  <a16:creationId xmlns:a16="http://schemas.microsoft.com/office/drawing/2014/main" id="{5D4A30AD-F12B-4A05-8B95-9F0A56F67E28}"/>
                </a:ext>
              </a:extLst>
            </p:cNvPr>
            <p:cNvSpPr>
              <a:spLocks/>
            </p:cNvSpPr>
            <p:nvPr/>
          </p:nvSpPr>
          <p:spPr bwMode="gray">
            <a:xfrm>
              <a:off x="6164590" y="2953525"/>
              <a:ext cx="17820" cy="13767"/>
            </a:xfrm>
            <a:custGeom>
              <a:avLst/>
              <a:gdLst/>
              <a:ahLst/>
              <a:cxnLst/>
              <a:rect l="l" t="t" r="r" b="b"/>
              <a:pathLst>
                <a:path w="17820" h="13865">
                  <a:moveTo>
                    <a:pt x="17820" y="0"/>
                  </a:moveTo>
                  <a:lnTo>
                    <a:pt x="17820" y="3941"/>
                  </a:lnTo>
                  <a:lnTo>
                    <a:pt x="15844" y="7911"/>
                  </a:lnTo>
                  <a:lnTo>
                    <a:pt x="15844" y="11880"/>
                  </a:lnTo>
                  <a:lnTo>
                    <a:pt x="30" y="13865"/>
                  </a:lnTo>
                  <a:lnTo>
                    <a:pt x="0" y="13819"/>
                  </a:lnTo>
                  <a:cubicBezTo>
                    <a:pt x="1713" y="5486"/>
                    <a:pt x="9076" y="11"/>
                    <a:pt x="17820" y="0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03" name="Saudi Arabia" descr="© INSCALE GmbH, 05.05.2010&#10;http://www.presentationload.com/">
              <a:extLst>
                <a:ext uri="{FF2B5EF4-FFF2-40B4-BE49-F238E27FC236}">
                  <a16:creationId xmlns:a16="http://schemas.microsoft.com/office/drawing/2014/main" id="{2759D896-45E2-4B2A-8CFD-658B045153E7}"/>
                </a:ext>
              </a:extLst>
            </p:cNvPr>
            <p:cNvSpPr>
              <a:spLocks/>
            </p:cNvSpPr>
            <p:nvPr/>
          </p:nvSpPr>
          <p:spPr bwMode="gray">
            <a:xfrm>
              <a:off x="4529408" y="2150396"/>
              <a:ext cx="491118" cy="418724"/>
            </a:xfrm>
            <a:custGeom>
              <a:avLst/>
              <a:gdLst>
                <a:gd name="T0" fmla="*/ 2147483647 w 1488"/>
                <a:gd name="T1" fmla="*/ 2147483647 h 1278"/>
                <a:gd name="T2" fmla="*/ 2147483647 w 1488"/>
                <a:gd name="T3" fmla="*/ 2147483647 h 1278"/>
                <a:gd name="T4" fmla="*/ 2147483647 w 1488"/>
                <a:gd name="T5" fmla="*/ 2147483647 h 1278"/>
                <a:gd name="T6" fmla="*/ 2147483647 w 1488"/>
                <a:gd name="T7" fmla="*/ 2147483647 h 1278"/>
                <a:gd name="T8" fmla="*/ 2147483647 w 1488"/>
                <a:gd name="T9" fmla="*/ 2147483647 h 1278"/>
                <a:gd name="T10" fmla="*/ 2147483647 w 1488"/>
                <a:gd name="T11" fmla="*/ 2147483647 h 1278"/>
                <a:gd name="T12" fmla="*/ 2147483647 w 1488"/>
                <a:gd name="T13" fmla="*/ 2147483647 h 1278"/>
                <a:gd name="T14" fmla="*/ 2147483647 w 1488"/>
                <a:gd name="T15" fmla="*/ 2147483647 h 1278"/>
                <a:gd name="T16" fmla="*/ 2147483647 w 1488"/>
                <a:gd name="T17" fmla="*/ 2147483647 h 1278"/>
                <a:gd name="T18" fmla="*/ 2147483647 w 1488"/>
                <a:gd name="T19" fmla="*/ 2147483647 h 1278"/>
                <a:gd name="T20" fmla="*/ 2147483647 w 1488"/>
                <a:gd name="T21" fmla="*/ 2147483647 h 1278"/>
                <a:gd name="T22" fmla="*/ 2147483647 w 1488"/>
                <a:gd name="T23" fmla="*/ 2147483647 h 1278"/>
                <a:gd name="T24" fmla="*/ 2147483647 w 1488"/>
                <a:gd name="T25" fmla="*/ 2147483647 h 1278"/>
                <a:gd name="T26" fmla="*/ 2147483647 w 1488"/>
                <a:gd name="T27" fmla="*/ 2147483647 h 1278"/>
                <a:gd name="T28" fmla="*/ 2147483647 w 1488"/>
                <a:gd name="T29" fmla="*/ 2147483647 h 1278"/>
                <a:gd name="T30" fmla="*/ 2147483647 w 1488"/>
                <a:gd name="T31" fmla="*/ 2147483647 h 1278"/>
                <a:gd name="T32" fmla="*/ 2147483647 w 1488"/>
                <a:gd name="T33" fmla="*/ 2147483647 h 1278"/>
                <a:gd name="T34" fmla="*/ 2147483647 w 1488"/>
                <a:gd name="T35" fmla="*/ 2147483647 h 1278"/>
                <a:gd name="T36" fmla="*/ 2147483647 w 1488"/>
                <a:gd name="T37" fmla="*/ 2147483647 h 1278"/>
                <a:gd name="T38" fmla="*/ 2147483647 w 1488"/>
                <a:gd name="T39" fmla="*/ 0 h 1278"/>
                <a:gd name="T40" fmla="*/ 2147483647 w 1488"/>
                <a:gd name="T41" fmla="*/ 2147483647 h 1278"/>
                <a:gd name="T42" fmla="*/ 2147483647 w 1488"/>
                <a:gd name="T43" fmla="*/ 2147483647 h 1278"/>
                <a:gd name="T44" fmla="*/ 2147483647 w 1488"/>
                <a:gd name="T45" fmla="*/ 2147483647 h 1278"/>
                <a:gd name="T46" fmla="*/ 2147483647 w 1488"/>
                <a:gd name="T47" fmla="*/ 2147483647 h 1278"/>
                <a:gd name="T48" fmla="*/ 2147483647 w 1488"/>
                <a:gd name="T49" fmla="*/ 2147483647 h 1278"/>
                <a:gd name="T50" fmla="*/ 2147483647 w 1488"/>
                <a:gd name="T51" fmla="*/ 2147483647 h 1278"/>
                <a:gd name="T52" fmla="*/ 2147483647 w 1488"/>
                <a:gd name="T53" fmla="*/ 2147483647 h 1278"/>
                <a:gd name="T54" fmla="*/ 2147483647 w 1488"/>
                <a:gd name="T55" fmla="*/ 2147483647 h 1278"/>
                <a:gd name="T56" fmla="*/ 2147483647 w 1488"/>
                <a:gd name="T57" fmla="*/ 2147483647 h 1278"/>
                <a:gd name="T58" fmla="*/ 2147483647 w 1488"/>
                <a:gd name="T59" fmla="*/ 2147483647 h 1278"/>
                <a:gd name="T60" fmla="*/ 2147483647 w 1488"/>
                <a:gd name="T61" fmla="*/ 2147483647 h 1278"/>
                <a:gd name="T62" fmla="*/ 0 w 1488"/>
                <a:gd name="T63" fmla="*/ 2147483647 h 1278"/>
                <a:gd name="T64" fmla="*/ 2147483647 w 1488"/>
                <a:gd name="T65" fmla="*/ 2147483647 h 1278"/>
                <a:gd name="T66" fmla="*/ 2147483647 w 1488"/>
                <a:gd name="T67" fmla="*/ 2147483647 h 1278"/>
                <a:gd name="T68" fmla="*/ 2147483647 w 1488"/>
                <a:gd name="T69" fmla="*/ 2147483647 h 1278"/>
                <a:gd name="T70" fmla="*/ 2147483647 w 1488"/>
                <a:gd name="T71" fmla="*/ 2147483647 h 1278"/>
                <a:gd name="T72" fmla="*/ 2147483647 w 1488"/>
                <a:gd name="T73" fmla="*/ 2147483647 h 1278"/>
                <a:gd name="T74" fmla="*/ 2147483647 w 1488"/>
                <a:gd name="T75" fmla="*/ 2147483647 h 1278"/>
                <a:gd name="T76" fmla="*/ 2147483647 w 1488"/>
                <a:gd name="T77" fmla="*/ 2147483647 h 1278"/>
                <a:gd name="T78" fmla="*/ 2147483647 w 1488"/>
                <a:gd name="T79" fmla="*/ 2147483647 h 1278"/>
                <a:gd name="T80" fmla="*/ 2147483647 w 1488"/>
                <a:gd name="T81" fmla="*/ 2147483647 h 1278"/>
                <a:gd name="T82" fmla="*/ 2147483647 w 1488"/>
                <a:gd name="T83" fmla="*/ 2147483647 h 1278"/>
                <a:gd name="T84" fmla="*/ 2147483647 w 1488"/>
                <a:gd name="T85" fmla="*/ 2147483647 h 1278"/>
                <a:gd name="T86" fmla="*/ 2147483647 w 1488"/>
                <a:gd name="T87" fmla="*/ 2147483647 h 1278"/>
                <a:gd name="T88" fmla="*/ 2147483647 w 1488"/>
                <a:gd name="T89" fmla="*/ 2147483647 h 1278"/>
                <a:gd name="T90" fmla="*/ 2147483647 w 1488"/>
                <a:gd name="T91" fmla="*/ 2147483647 h 1278"/>
                <a:gd name="T92" fmla="*/ 2147483647 w 1488"/>
                <a:gd name="T93" fmla="*/ 2147483647 h 1278"/>
                <a:gd name="T94" fmla="*/ 2147483647 w 1488"/>
                <a:gd name="T95" fmla="*/ 2147483647 h 1278"/>
                <a:gd name="T96" fmla="*/ 2147483647 w 1488"/>
                <a:gd name="T97" fmla="*/ 2147483647 h 1278"/>
                <a:gd name="T98" fmla="*/ 2147483647 w 1488"/>
                <a:gd name="T99" fmla="*/ 2147483647 h 1278"/>
                <a:gd name="T100" fmla="*/ 2147483647 w 1488"/>
                <a:gd name="T101" fmla="*/ 2147483647 h 1278"/>
                <a:gd name="T102" fmla="*/ 2147483647 w 1488"/>
                <a:gd name="T103" fmla="*/ 2147483647 h 1278"/>
                <a:gd name="T104" fmla="*/ 2147483647 w 1488"/>
                <a:gd name="T105" fmla="*/ 2147483647 h 1278"/>
                <a:gd name="T106" fmla="*/ 2147483647 w 1488"/>
                <a:gd name="T107" fmla="*/ 2147483647 h 1278"/>
                <a:gd name="T108" fmla="*/ 2147483647 w 1488"/>
                <a:gd name="T109" fmla="*/ 2147483647 h 1278"/>
                <a:gd name="T110" fmla="*/ 2147483647 w 1488"/>
                <a:gd name="T111" fmla="*/ 2147483647 h 1278"/>
                <a:gd name="T112" fmla="*/ 2147483647 w 1488"/>
                <a:gd name="T113" fmla="*/ 2147483647 h 1278"/>
                <a:gd name="T114" fmla="*/ 2147483647 w 1488"/>
                <a:gd name="T115" fmla="*/ 2147483647 h 1278"/>
                <a:gd name="T116" fmla="*/ 2147483647 w 1488"/>
                <a:gd name="T117" fmla="*/ 2147483647 h 127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488"/>
                <a:gd name="T178" fmla="*/ 0 h 1278"/>
                <a:gd name="T179" fmla="*/ 1488 w 1488"/>
                <a:gd name="T180" fmla="*/ 1278 h 127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488" h="1278">
                  <a:moveTo>
                    <a:pt x="1464" y="792"/>
                  </a:moveTo>
                  <a:lnTo>
                    <a:pt x="1464" y="780"/>
                  </a:lnTo>
                  <a:lnTo>
                    <a:pt x="1458" y="774"/>
                  </a:lnTo>
                  <a:lnTo>
                    <a:pt x="1416" y="768"/>
                  </a:lnTo>
                  <a:lnTo>
                    <a:pt x="1320" y="756"/>
                  </a:lnTo>
                  <a:lnTo>
                    <a:pt x="1284" y="750"/>
                  </a:lnTo>
                  <a:lnTo>
                    <a:pt x="1266" y="750"/>
                  </a:lnTo>
                  <a:lnTo>
                    <a:pt x="1260" y="738"/>
                  </a:lnTo>
                  <a:lnTo>
                    <a:pt x="1248" y="732"/>
                  </a:lnTo>
                  <a:lnTo>
                    <a:pt x="1242" y="720"/>
                  </a:lnTo>
                  <a:lnTo>
                    <a:pt x="1218" y="696"/>
                  </a:lnTo>
                  <a:lnTo>
                    <a:pt x="1206" y="672"/>
                  </a:lnTo>
                  <a:lnTo>
                    <a:pt x="1188" y="654"/>
                  </a:lnTo>
                  <a:lnTo>
                    <a:pt x="1188" y="642"/>
                  </a:lnTo>
                  <a:lnTo>
                    <a:pt x="1182" y="636"/>
                  </a:lnTo>
                  <a:lnTo>
                    <a:pt x="1182" y="618"/>
                  </a:lnTo>
                  <a:lnTo>
                    <a:pt x="1176" y="624"/>
                  </a:lnTo>
                  <a:lnTo>
                    <a:pt x="1164" y="612"/>
                  </a:lnTo>
                  <a:lnTo>
                    <a:pt x="1146" y="612"/>
                  </a:lnTo>
                  <a:lnTo>
                    <a:pt x="1140" y="600"/>
                  </a:lnTo>
                  <a:lnTo>
                    <a:pt x="1134" y="594"/>
                  </a:lnTo>
                  <a:lnTo>
                    <a:pt x="1128" y="582"/>
                  </a:lnTo>
                  <a:lnTo>
                    <a:pt x="1122" y="564"/>
                  </a:lnTo>
                  <a:lnTo>
                    <a:pt x="1116" y="552"/>
                  </a:lnTo>
                  <a:lnTo>
                    <a:pt x="1116" y="540"/>
                  </a:lnTo>
                  <a:lnTo>
                    <a:pt x="1110" y="534"/>
                  </a:lnTo>
                  <a:lnTo>
                    <a:pt x="1098" y="528"/>
                  </a:lnTo>
                  <a:lnTo>
                    <a:pt x="1086" y="516"/>
                  </a:lnTo>
                  <a:lnTo>
                    <a:pt x="1074" y="510"/>
                  </a:lnTo>
                  <a:lnTo>
                    <a:pt x="1068" y="498"/>
                  </a:lnTo>
                  <a:lnTo>
                    <a:pt x="1068" y="462"/>
                  </a:lnTo>
                  <a:lnTo>
                    <a:pt x="1062" y="450"/>
                  </a:lnTo>
                  <a:lnTo>
                    <a:pt x="1062" y="438"/>
                  </a:lnTo>
                  <a:lnTo>
                    <a:pt x="1050" y="426"/>
                  </a:lnTo>
                  <a:lnTo>
                    <a:pt x="1002" y="402"/>
                  </a:lnTo>
                  <a:lnTo>
                    <a:pt x="996" y="396"/>
                  </a:lnTo>
                  <a:lnTo>
                    <a:pt x="990" y="384"/>
                  </a:lnTo>
                  <a:lnTo>
                    <a:pt x="990" y="360"/>
                  </a:lnTo>
                  <a:lnTo>
                    <a:pt x="972" y="342"/>
                  </a:lnTo>
                  <a:lnTo>
                    <a:pt x="966" y="330"/>
                  </a:lnTo>
                  <a:lnTo>
                    <a:pt x="960" y="324"/>
                  </a:lnTo>
                  <a:lnTo>
                    <a:pt x="960" y="300"/>
                  </a:lnTo>
                  <a:lnTo>
                    <a:pt x="954" y="300"/>
                  </a:lnTo>
                  <a:lnTo>
                    <a:pt x="948" y="294"/>
                  </a:lnTo>
                  <a:lnTo>
                    <a:pt x="882" y="294"/>
                  </a:lnTo>
                  <a:lnTo>
                    <a:pt x="876" y="288"/>
                  </a:lnTo>
                  <a:lnTo>
                    <a:pt x="876" y="252"/>
                  </a:lnTo>
                  <a:lnTo>
                    <a:pt x="852" y="246"/>
                  </a:lnTo>
                  <a:lnTo>
                    <a:pt x="804" y="246"/>
                  </a:lnTo>
                  <a:lnTo>
                    <a:pt x="750" y="240"/>
                  </a:lnTo>
                  <a:lnTo>
                    <a:pt x="684" y="240"/>
                  </a:lnTo>
                  <a:lnTo>
                    <a:pt x="492" y="96"/>
                  </a:lnTo>
                  <a:lnTo>
                    <a:pt x="480" y="90"/>
                  </a:lnTo>
                  <a:lnTo>
                    <a:pt x="474" y="84"/>
                  </a:lnTo>
                  <a:lnTo>
                    <a:pt x="426" y="60"/>
                  </a:lnTo>
                  <a:lnTo>
                    <a:pt x="414" y="48"/>
                  </a:lnTo>
                  <a:lnTo>
                    <a:pt x="402" y="42"/>
                  </a:lnTo>
                  <a:lnTo>
                    <a:pt x="372" y="12"/>
                  </a:lnTo>
                  <a:lnTo>
                    <a:pt x="306" y="12"/>
                  </a:lnTo>
                  <a:lnTo>
                    <a:pt x="294" y="0"/>
                  </a:lnTo>
                  <a:lnTo>
                    <a:pt x="288" y="6"/>
                  </a:lnTo>
                  <a:lnTo>
                    <a:pt x="276" y="12"/>
                  </a:lnTo>
                  <a:lnTo>
                    <a:pt x="270" y="12"/>
                  </a:lnTo>
                  <a:lnTo>
                    <a:pt x="264" y="18"/>
                  </a:lnTo>
                  <a:lnTo>
                    <a:pt x="252" y="24"/>
                  </a:lnTo>
                  <a:lnTo>
                    <a:pt x="210" y="24"/>
                  </a:lnTo>
                  <a:lnTo>
                    <a:pt x="198" y="48"/>
                  </a:lnTo>
                  <a:lnTo>
                    <a:pt x="132" y="48"/>
                  </a:lnTo>
                  <a:lnTo>
                    <a:pt x="120" y="54"/>
                  </a:lnTo>
                  <a:lnTo>
                    <a:pt x="108" y="54"/>
                  </a:lnTo>
                  <a:lnTo>
                    <a:pt x="108" y="60"/>
                  </a:lnTo>
                  <a:lnTo>
                    <a:pt x="132" y="60"/>
                  </a:lnTo>
                  <a:lnTo>
                    <a:pt x="144" y="66"/>
                  </a:lnTo>
                  <a:lnTo>
                    <a:pt x="156" y="66"/>
                  </a:lnTo>
                  <a:lnTo>
                    <a:pt x="180" y="90"/>
                  </a:lnTo>
                  <a:lnTo>
                    <a:pt x="192" y="114"/>
                  </a:lnTo>
                  <a:lnTo>
                    <a:pt x="198" y="120"/>
                  </a:lnTo>
                  <a:lnTo>
                    <a:pt x="198" y="132"/>
                  </a:lnTo>
                  <a:lnTo>
                    <a:pt x="192" y="138"/>
                  </a:lnTo>
                  <a:lnTo>
                    <a:pt x="192" y="150"/>
                  </a:lnTo>
                  <a:lnTo>
                    <a:pt x="186" y="156"/>
                  </a:lnTo>
                  <a:lnTo>
                    <a:pt x="180" y="168"/>
                  </a:lnTo>
                  <a:lnTo>
                    <a:pt x="174" y="174"/>
                  </a:lnTo>
                  <a:lnTo>
                    <a:pt x="162" y="180"/>
                  </a:lnTo>
                  <a:lnTo>
                    <a:pt x="150" y="180"/>
                  </a:lnTo>
                  <a:lnTo>
                    <a:pt x="138" y="186"/>
                  </a:lnTo>
                  <a:lnTo>
                    <a:pt x="132" y="186"/>
                  </a:lnTo>
                  <a:lnTo>
                    <a:pt x="120" y="198"/>
                  </a:lnTo>
                  <a:lnTo>
                    <a:pt x="120" y="210"/>
                  </a:lnTo>
                  <a:lnTo>
                    <a:pt x="108" y="234"/>
                  </a:lnTo>
                  <a:lnTo>
                    <a:pt x="96" y="246"/>
                  </a:lnTo>
                  <a:lnTo>
                    <a:pt x="60" y="246"/>
                  </a:lnTo>
                  <a:lnTo>
                    <a:pt x="36" y="234"/>
                  </a:lnTo>
                  <a:lnTo>
                    <a:pt x="6" y="234"/>
                  </a:lnTo>
                  <a:lnTo>
                    <a:pt x="6" y="264"/>
                  </a:lnTo>
                  <a:lnTo>
                    <a:pt x="0" y="306"/>
                  </a:lnTo>
                  <a:lnTo>
                    <a:pt x="0" y="348"/>
                  </a:lnTo>
                  <a:lnTo>
                    <a:pt x="6" y="372"/>
                  </a:lnTo>
                  <a:lnTo>
                    <a:pt x="24" y="378"/>
                  </a:lnTo>
                  <a:lnTo>
                    <a:pt x="36" y="390"/>
                  </a:lnTo>
                  <a:lnTo>
                    <a:pt x="54" y="390"/>
                  </a:lnTo>
                  <a:lnTo>
                    <a:pt x="72" y="408"/>
                  </a:lnTo>
                  <a:lnTo>
                    <a:pt x="90" y="438"/>
                  </a:lnTo>
                  <a:lnTo>
                    <a:pt x="102" y="474"/>
                  </a:lnTo>
                  <a:lnTo>
                    <a:pt x="120" y="504"/>
                  </a:lnTo>
                  <a:lnTo>
                    <a:pt x="132" y="516"/>
                  </a:lnTo>
                  <a:lnTo>
                    <a:pt x="150" y="528"/>
                  </a:lnTo>
                  <a:lnTo>
                    <a:pt x="162" y="540"/>
                  </a:lnTo>
                  <a:lnTo>
                    <a:pt x="174" y="558"/>
                  </a:lnTo>
                  <a:lnTo>
                    <a:pt x="180" y="570"/>
                  </a:lnTo>
                  <a:lnTo>
                    <a:pt x="186" y="594"/>
                  </a:lnTo>
                  <a:lnTo>
                    <a:pt x="192" y="612"/>
                  </a:lnTo>
                  <a:lnTo>
                    <a:pt x="198" y="636"/>
                  </a:lnTo>
                  <a:lnTo>
                    <a:pt x="210" y="648"/>
                  </a:lnTo>
                  <a:lnTo>
                    <a:pt x="234" y="660"/>
                  </a:lnTo>
                  <a:lnTo>
                    <a:pt x="264" y="660"/>
                  </a:lnTo>
                  <a:lnTo>
                    <a:pt x="282" y="666"/>
                  </a:lnTo>
                  <a:lnTo>
                    <a:pt x="294" y="678"/>
                  </a:lnTo>
                  <a:lnTo>
                    <a:pt x="312" y="708"/>
                  </a:lnTo>
                  <a:lnTo>
                    <a:pt x="330" y="756"/>
                  </a:lnTo>
                  <a:lnTo>
                    <a:pt x="336" y="804"/>
                  </a:lnTo>
                  <a:lnTo>
                    <a:pt x="342" y="840"/>
                  </a:lnTo>
                  <a:lnTo>
                    <a:pt x="348" y="870"/>
                  </a:lnTo>
                  <a:lnTo>
                    <a:pt x="366" y="906"/>
                  </a:lnTo>
                  <a:lnTo>
                    <a:pt x="384" y="924"/>
                  </a:lnTo>
                  <a:lnTo>
                    <a:pt x="390" y="936"/>
                  </a:lnTo>
                  <a:lnTo>
                    <a:pt x="414" y="936"/>
                  </a:lnTo>
                  <a:lnTo>
                    <a:pt x="438" y="948"/>
                  </a:lnTo>
                  <a:lnTo>
                    <a:pt x="456" y="972"/>
                  </a:lnTo>
                  <a:lnTo>
                    <a:pt x="480" y="1008"/>
                  </a:lnTo>
                  <a:lnTo>
                    <a:pt x="504" y="1056"/>
                  </a:lnTo>
                  <a:lnTo>
                    <a:pt x="552" y="1128"/>
                  </a:lnTo>
                  <a:lnTo>
                    <a:pt x="582" y="1170"/>
                  </a:lnTo>
                  <a:lnTo>
                    <a:pt x="606" y="1206"/>
                  </a:lnTo>
                  <a:lnTo>
                    <a:pt x="618" y="1236"/>
                  </a:lnTo>
                  <a:lnTo>
                    <a:pt x="618" y="1266"/>
                  </a:lnTo>
                  <a:lnTo>
                    <a:pt x="612" y="1278"/>
                  </a:lnTo>
                  <a:lnTo>
                    <a:pt x="624" y="1266"/>
                  </a:lnTo>
                  <a:lnTo>
                    <a:pt x="630" y="1254"/>
                  </a:lnTo>
                  <a:lnTo>
                    <a:pt x="636" y="1248"/>
                  </a:lnTo>
                  <a:lnTo>
                    <a:pt x="636" y="1200"/>
                  </a:lnTo>
                  <a:lnTo>
                    <a:pt x="642" y="1188"/>
                  </a:lnTo>
                  <a:lnTo>
                    <a:pt x="648" y="1182"/>
                  </a:lnTo>
                  <a:lnTo>
                    <a:pt x="654" y="1182"/>
                  </a:lnTo>
                  <a:lnTo>
                    <a:pt x="672" y="1200"/>
                  </a:lnTo>
                  <a:lnTo>
                    <a:pt x="696" y="1194"/>
                  </a:lnTo>
                  <a:lnTo>
                    <a:pt x="702" y="1188"/>
                  </a:lnTo>
                  <a:lnTo>
                    <a:pt x="792" y="1188"/>
                  </a:lnTo>
                  <a:lnTo>
                    <a:pt x="804" y="1194"/>
                  </a:lnTo>
                  <a:lnTo>
                    <a:pt x="810" y="1200"/>
                  </a:lnTo>
                  <a:lnTo>
                    <a:pt x="888" y="1200"/>
                  </a:lnTo>
                  <a:lnTo>
                    <a:pt x="894" y="1206"/>
                  </a:lnTo>
                  <a:lnTo>
                    <a:pt x="900" y="1218"/>
                  </a:lnTo>
                  <a:lnTo>
                    <a:pt x="912" y="1224"/>
                  </a:lnTo>
                  <a:lnTo>
                    <a:pt x="924" y="1224"/>
                  </a:lnTo>
                  <a:lnTo>
                    <a:pt x="930" y="1212"/>
                  </a:lnTo>
                  <a:lnTo>
                    <a:pt x="936" y="1206"/>
                  </a:lnTo>
                  <a:lnTo>
                    <a:pt x="936" y="1188"/>
                  </a:lnTo>
                  <a:lnTo>
                    <a:pt x="942" y="1176"/>
                  </a:lnTo>
                  <a:lnTo>
                    <a:pt x="948" y="1170"/>
                  </a:lnTo>
                  <a:lnTo>
                    <a:pt x="954" y="1158"/>
                  </a:lnTo>
                  <a:lnTo>
                    <a:pt x="966" y="1146"/>
                  </a:lnTo>
                  <a:lnTo>
                    <a:pt x="972" y="1134"/>
                  </a:lnTo>
                  <a:lnTo>
                    <a:pt x="990" y="1116"/>
                  </a:lnTo>
                  <a:lnTo>
                    <a:pt x="1020" y="1098"/>
                  </a:lnTo>
                  <a:lnTo>
                    <a:pt x="1050" y="1092"/>
                  </a:lnTo>
                  <a:lnTo>
                    <a:pt x="1068" y="1086"/>
                  </a:lnTo>
                  <a:lnTo>
                    <a:pt x="1092" y="1086"/>
                  </a:lnTo>
                  <a:lnTo>
                    <a:pt x="1140" y="1080"/>
                  </a:lnTo>
                  <a:lnTo>
                    <a:pt x="1188" y="1068"/>
                  </a:lnTo>
                  <a:lnTo>
                    <a:pt x="1230" y="1062"/>
                  </a:lnTo>
                  <a:lnTo>
                    <a:pt x="1248" y="1062"/>
                  </a:lnTo>
                  <a:lnTo>
                    <a:pt x="1452" y="990"/>
                  </a:lnTo>
                  <a:lnTo>
                    <a:pt x="1488" y="816"/>
                  </a:lnTo>
                  <a:lnTo>
                    <a:pt x="1482" y="810"/>
                  </a:lnTo>
                  <a:lnTo>
                    <a:pt x="1470" y="804"/>
                  </a:lnTo>
                  <a:lnTo>
                    <a:pt x="1464" y="798"/>
                  </a:lnTo>
                  <a:lnTo>
                    <a:pt x="1464" y="792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04" name="Serbia" descr="© INSCALE GmbH, 05.05.2010&#10;http://www.presentationload.com/">
              <a:extLst>
                <a:ext uri="{FF2B5EF4-FFF2-40B4-BE49-F238E27FC236}">
                  <a16:creationId xmlns:a16="http://schemas.microsoft.com/office/drawing/2014/main" id="{9FEDA927-06CA-40E5-850D-558E53634717}"/>
                </a:ext>
              </a:extLst>
            </p:cNvPr>
            <p:cNvSpPr>
              <a:spLocks/>
            </p:cNvSpPr>
            <p:nvPr/>
          </p:nvSpPr>
          <p:spPr bwMode="gray">
            <a:xfrm>
              <a:off x="4153319" y="1781758"/>
              <a:ext cx="90469" cy="98575"/>
            </a:xfrm>
            <a:custGeom>
              <a:avLst/>
              <a:gdLst/>
              <a:ahLst/>
              <a:cxnLst>
                <a:cxn ang="0">
                  <a:pos x="464" y="374"/>
                </a:cxn>
                <a:cxn ang="0">
                  <a:pos x="453" y="310"/>
                </a:cxn>
                <a:cxn ang="0">
                  <a:pos x="453" y="235"/>
                </a:cxn>
                <a:cxn ang="0">
                  <a:pos x="378" y="224"/>
                </a:cxn>
                <a:cxn ang="0">
                  <a:pos x="302" y="171"/>
                </a:cxn>
                <a:cxn ang="0">
                  <a:pos x="291" y="118"/>
                </a:cxn>
                <a:cxn ang="0">
                  <a:pos x="259" y="128"/>
                </a:cxn>
                <a:cxn ang="0">
                  <a:pos x="216" y="53"/>
                </a:cxn>
                <a:cxn ang="0">
                  <a:pos x="87" y="0"/>
                </a:cxn>
                <a:cxn ang="0">
                  <a:pos x="0" y="43"/>
                </a:cxn>
                <a:cxn ang="0">
                  <a:pos x="32" y="96"/>
                </a:cxn>
                <a:cxn ang="0">
                  <a:pos x="65" y="139"/>
                </a:cxn>
                <a:cxn ang="0">
                  <a:pos x="54" y="150"/>
                </a:cxn>
                <a:cxn ang="0">
                  <a:pos x="32" y="181"/>
                </a:cxn>
                <a:cxn ang="0">
                  <a:pos x="32" y="192"/>
                </a:cxn>
                <a:cxn ang="0">
                  <a:pos x="76" y="203"/>
                </a:cxn>
                <a:cxn ang="0">
                  <a:pos x="87" y="267"/>
                </a:cxn>
                <a:cxn ang="0">
                  <a:pos x="65" y="310"/>
                </a:cxn>
                <a:cxn ang="0">
                  <a:pos x="98" y="363"/>
                </a:cxn>
                <a:cxn ang="0">
                  <a:pos x="119" y="395"/>
                </a:cxn>
                <a:cxn ang="0">
                  <a:pos x="157" y="442"/>
                </a:cxn>
                <a:cxn ang="0">
                  <a:pos x="173" y="438"/>
                </a:cxn>
                <a:cxn ang="0">
                  <a:pos x="180" y="444"/>
                </a:cxn>
                <a:cxn ang="0">
                  <a:pos x="230" y="446"/>
                </a:cxn>
                <a:cxn ang="0">
                  <a:pos x="237" y="431"/>
                </a:cxn>
                <a:cxn ang="0">
                  <a:pos x="258" y="416"/>
                </a:cxn>
                <a:cxn ang="0">
                  <a:pos x="266" y="418"/>
                </a:cxn>
                <a:cxn ang="0">
                  <a:pos x="268" y="407"/>
                </a:cxn>
                <a:cxn ang="0">
                  <a:pos x="267" y="399"/>
                </a:cxn>
                <a:cxn ang="0">
                  <a:pos x="254" y="388"/>
                </a:cxn>
                <a:cxn ang="0">
                  <a:pos x="262" y="387"/>
                </a:cxn>
                <a:cxn ang="0">
                  <a:pos x="279" y="380"/>
                </a:cxn>
                <a:cxn ang="0">
                  <a:pos x="288" y="372"/>
                </a:cxn>
                <a:cxn ang="0">
                  <a:pos x="298" y="389"/>
                </a:cxn>
                <a:cxn ang="0">
                  <a:pos x="292" y="399"/>
                </a:cxn>
                <a:cxn ang="0">
                  <a:pos x="309" y="402"/>
                </a:cxn>
                <a:cxn ang="0">
                  <a:pos x="321" y="404"/>
                </a:cxn>
                <a:cxn ang="0">
                  <a:pos x="326" y="408"/>
                </a:cxn>
                <a:cxn ang="0">
                  <a:pos x="328" y="433"/>
                </a:cxn>
                <a:cxn ang="0">
                  <a:pos x="334" y="429"/>
                </a:cxn>
                <a:cxn ang="0">
                  <a:pos x="335" y="448"/>
                </a:cxn>
                <a:cxn ang="0">
                  <a:pos x="348" y="452"/>
                </a:cxn>
                <a:cxn ang="0">
                  <a:pos x="356" y="467"/>
                </a:cxn>
                <a:cxn ang="0">
                  <a:pos x="354" y="478"/>
                </a:cxn>
                <a:cxn ang="0">
                  <a:pos x="356" y="482"/>
                </a:cxn>
                <a:cxn ang="0">
                  <a:pos x="369" y="485"/>
                </a:cxn>
                <a:cxn ang="0">
                  <a:pos x="381" y="492"/>
                </a:cxn>
                <a:cxn ang="0">
                  <a:pos x="390" y="496"/>
                </a:cxn>
                <a:cxn ang="0">
                  <a:pos x="399" y="501"/>
                </a:cxn>
                <a:cxn ang="0">
                  <a:pos x="392" y="513"/>
                </a:cxn>
                <a:cxn ang="0">
                  <a:pos x="384" y="528"/>
                </a:cxn>
                <a:cxn ang="0">
                  <a:pos x="376" y="542"/>
                </a:cxn>
                <a:cxn ang="0">
                  <a:pos x="453" y="492"/>
                </a:cxn>
                <a:cxn ang="0">
                  <a:pos x="486" y="470"/>
                </a:cxn>
                <a:cxn ang="0">
                  <a:pos x="486" y="406"/>
                </a:cxn>
              </a:cxnLst>
              <a:rect l="0" t="0" r="r" b="b"/>
              <a:pathLst>
                <a:path w="496" h="542">
                  <a:moveTo>
                    <a:pt x="486" y="406"/>
                  </a:moveTo>
                  <a:cubicBezTo>
                    <a:pt x="453" y="395"/>
                    <a:pt x="453" y="395"/>
                    <a:pt x="453" y="395"/>
                  </a:cubicBezTo>
                  <a:cubicBezTo>
                    <a:pt x="464" y="374"/>
                    <a:pt x="464" y="374"/>
                    <a:pt x="464" y="374"/>
                  </a:cubicBezTo>
                  <a:cubicBezTo>
                    <a:pt x="432" y="363"/>
                    <a:pt x="432" y="363"/>
                    <a:pt x="432" y="363"/>
                  </a:cubicBezTo>
                  <a:cubicBezTo>
                    <a:pt x="432" y="331"/>
                    <a:pt x="432" y="331"/>
                    <a:pt x="432" y="331"/>
                  </a:cubicBezTo>
                  <a:cubicBezTo>
                    <a:pt x="453" y="310"/>
                    <a:pt x="453" y="310"/>
                    <a:pt x="453" y="310"/>
                  </a:cubicBezTo>
                  <a:cubicBezTo>
                    <a:pt x="453" y="267"/>
                    <a:pt x="453" y="267"/>
                    <a:pt x="453" y="267"/>
                  </a:cubicBezTo>
                  <a:cubicBezTo>
                    <a:pt x="442" y="256"/>
                    <a:pt x="442" y="256"/>
                    <a:pt x="442" y="256"/>
                  </a:cubicBezTo>
                  <a:cubicBezTo>
                    <a:pt x="453" y="235"/>
                    <a:pt x="453" y="235"/>
                    <a:pt x="453" y="235"/>
                  </a:cubicBezTo>
                  <a:cubicBezTo>
                    <a:pt x="464" y="224"/>
                    <a:pt x="464" y="224"/>
                    <a:pt x="464" y="224"/>
                  </a:cubicBezTo>
                  <a:cubicBezTo>
                    <a:pt x="421" y="213"/>
                    <a:pt x="421" y="213"/>
                    <a:pt x="421" y="213"/>
                  </a:cubicBezTo>
                  <a:cubicBezTo>
                    <a:pt x="378" y="224"/>
                    <a:pt x="378" y="224"/>
                    <a:pt x="378" y="224"/>
                  </a:cubicBezTo>
                  <a:cubicBezTo>
                    <a:pt x="367" y="213"/>
                    <a:pt x="367" y="213"/>
                    <a:pt x="367" y="213"/>
                  </a:cubicBezTo>
                  <a:cubicBezTo>
                    <a:pt x="324" y="203"/>
                    <a:pt x="324" y="203"/>
                    <a:pt x="324" y="203"/>
                  </a:cubicBezTo>
                  <a:cubicBezTo>
                    <a:pt x="302" y="171"/>
                    <a:pt x="302" y="171"/>
                    <a:pt x="302" y="171"/>
                  </a:cubicBezTo>
                  <a:cubicBezTo>
                    <a:pt x="313" y="160"/>
                    <a:pt x="313" y="160"/>
                    <a:pt x="313" y="160"/>
                  </a:cubicBezTo>
                  <a:cubicBezTo>
                    <a:pt x="313" y="128"/>
                    <a:pt x="313" y="128"/>
                    <a:pt x="313" y="128"/>
                  </a:cubicBezTo>
                  <a:cubicBezTo>
                    <a:pt x="291" y="118"/>
                    <a:pt x="291" y="118"/>
                    <a:pt x="291" y="118"/>
                  </a:cubicBezTo>
                  <a:cubicBezTo>
                    <a:pt x="280" y="118"/>
                    <a:pt x="280" y="118"/>
                    <a:pt x="280" y="118"/>
                  </a:cubicBezTo>
                  <a:cubicBezTo>
                    <a:pt x="270" y="128"/>
                    <a:pt x="270" y="128"/>
                    <a:pt x="270" y="128"/>
                  </a:cubicBezTo>
                  <a:cubicBezTo>
                    <a:pt x="259" y="128"/>
                    <a:pt x="259" y="128"/>
                    <a:pt x="259" y="128"/>
                  </a:cubicBezTo>
                  <a:cubicBezTo>
                    <a:pt x="249" y="118"/>
                    <a:pt x="249" y="118"/>
                    <a:pt x="249" y="118"/>
                  </a:cubicBezTo>
                  <a:cubicBezTo>
                    <a:pt x="227" y="53"/>
                    <a:pt x="227" y="53"/>
                    <a:pt x="227" y="53"/>
                  </a:cubicBezTo>
                  <a:cubicBezTo>
                    <a:pt x="216" y="53"/>
                    <a:pt x="216" y="53"/>
                    <a:pt x="216" y="53"/>
                  </a:cubicBezTo>
                  <a:cubicBezTo>
                    <a:pt x="173" y="21"/>
                    <a:pt x="173" y="21"/>
                    <a:pt x="173" y="21"/>
                  </a:cubicBezTo>
                  <a:cubicBezTo>
                    <a:pt x="129" y="0"/>
                    <a:pt x="129" y="0"/>
                    <a:pt x="129" y="0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54" y="32"/>
                    <a:pt x="54" y="32"/>
                    <a:pt x="54" y="32"/>
                  </a:cubicBezTo>
                  <a:cubicBezTo>
                    <a:pt x="11" y="32"/>
                    <a:pt x="11" y="32"/>
                    <a:pt x="11" y="32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22" y="96"/>
                    <a:pt x="22" y="96"/>
                    <a:pt x="22" y="96"/>
                  </a:cubicBezTo>
                  <a:cubicBezTo>
                    <a:pt x="32" y="96"/>
                    <a:pt x="32" y="96"/>
                    <a:pt x="32" y="96"/>
                  </a:cubicBezTo>
                  <a:cubicBezTo>
                    <a:pt x="22" y="128"/>
                    <a:pt x="22" y="128"/>
                    <a:pt x="22" y="128"/>
                  </a:cubicBezTo>
                  <a:cubicBezTo>
                    <a:pt x="43" y="128"/>
                    <a:pt x="43" y="128"/>
                    <a:pt x="43" y="128"/>
                  </a:cubicBezTo>
                  <a:cubicBezTo>
                    <a:pt x="65" y="139"/>
                    <a:pt x="65" y="139"/>
                    <a:pt x="65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65" y="150"/>
                    <a:pt x="65" y="150"/>
                    <a:pt x="65" y="150"/>
                  </a:cubicBezTo>
                  <a:cubicBezTo>
                    <a:pt x="54" y="150"/>
                    <a:pt x="54" y="150"/>
                    <a:pt x="54" y="150"/>
                  </a:cubicBezTo>
                  <a:cubicBezTo>
                    <a:pt x="43" y="160"/>
                    <a:pt x="43" y="160"/>
                    <a:pt x="43" y="160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2" y="181"/>
                    <a:pt x="32" y="181"/>
                    <a:pt x="32" y="181"/>
                  </a:cubicBezTo>
                  <a:cubicBezTo>
                    <a:pt x="22" y="181"/>
                    <a:pt x="22" y="181"/>
                    <a:pt x="22" y="181"/>
                  </a:cubicBezTo>
                  <a:cubicBezTo>
                    <a:pt x="22" y="192"/>
                    <a:pt x="22" y="192"/>
                    <a:pt x="22" y="192"/>
                  </a:cubicBezTo>
                  <a:cubicBezTo>
                    <a:pt x="32" y="192"/>
                    <a:pt x="32" y="192"/>
                    <a:pt x="32" y="192"/>
                  </a:cubicBezTo>
                  <a:cubicBezTo>
                    <a:pt x="54" y="181"/>
                    <a:pt x="54" y="181"/>
                    <a:pt x="54" y="181"/>
                  </a:cubicBezTo>
                  <a:cubicBezTo>
                    <a:pt x="76" y="181"/>
                    <a:pt x="76" y="181"/>
                    <a:pt x="76" y="181"/>
                  </a:cubicBezTo>
                  <a:cubicBezTo>
                    <a:pt x="76" y="203"/>
                    <a:pt x="76" y="203"/>
                    <a:pt x="76" y="203"/>
                  </a:cubicBezTo>
                  <a:cubicBezTo>
                    <a:pt x="43" y="235"/>
                    <a:pt x="43" y="235"/>
                    <a:pt x="43" y="235"/>
                  </a:cubicBezTo>
                  <a:cubicBezTo>
                    <a:pt x="43" y="267"/>
                    <a:pt x="43" y="267"/>
                    <a:pt x="43" y="267"/>
                  </a:cubicBezTo>
                  <a:cubicBezTo>
                    <a:pt x="87" y="267"/>
                    <a:pt x="87" y="267"/>
                    <a:pt x="87" y="267"/>
                  </a:cubicBezTo>
                  <a:cubicBezTo>
                    <a:pt x="98" y="278"/>
                    <a:pt x="98" y="278"/>
                    <a:pt x="98" y="278"/>
                  </a:cubicBezTo>
                  <a:cubicBezTo>
                    <a:pt x="108" y="299"/>
                    <a:pt x="108" y="299"/>
                    <a:pt x="108" y="299"/>
                  </a:cubicBezTo>
                  <a:cubicBezTo>
                    <a:pt x="65" y="310"/>
                    <a:pt x="65" y="310"/>
                    <a:pt x="65" y="310"/>
                  </a:cubicBezTo>
                  <a:cubicBezTo>
                    <a:pt x="87" y="331"/>
                    <a:pt x="87" y="331"/>
                    <a:pt x="87" y="331"/>
                  </a:cubicBezTo>
                  <a:cubicBezTo>
                    <a:pt x="98" y="353"/>
                    <a:pt x="98" y="353"/>
                    <a:pt x="98" y="353"/>
                  </a:cubicBezTo>
                  <a:cubicBezTo>
                    <a:pt x="98" y="363"/>
                    <a:pt x="98" y="363"/>
                    <a:pt x="98" y="363"/>
                  </a:cubicBezTo>
                  <a:cubicBezTo>
                    <a:pt x="87" y="363"/>
                    <a:pt x="87" y="363"/>
                    <a:pt x="87" y="363"/>
                  </a:cubicBezTo>
                  <a:cubicBezTo>
                    <a:pt x="87" y="374"/>
                    <a:pt x="87" y="374"/>
                    <a:pt x="87" y="374"/>
                  </a:cubicBezTo>
                  <a:cubicBezTo>
                    <a:pt x="119" y="395"/>
                    <a:pt x="119" y="395"/>
                    <a:pt x="119" y="395"/>
                  </a:cubicBezTo>
                  <a:cubicBezTo>
                    <a:pt x="140" y="417"/>
                    <a:pt x="140" y="417"/>
                    <a:pt x="140" y="417"/>
                  </a:cubicBezTo>
                  <a:cubicBezTo>
                    <a:pt x="157" y="442"/>
                    <a:pt x="157" y="442"/>
                    <a:pt x="157" y="442"/>
                  </a:cubicBezTo>
                  <a:cubicBezTo>
                    <a:pt x="157" y="442"/>
                    <a:pt x="157" y="442"/>
                    <a:pt x="157" y="442"/>
                  </a:cubicBezTo>
                  <a:cubicBezTo>
                    <a:pt x="159" y="442"/>
                    <a:pt x="161" y="443"/>
                    <a:pt x="166" y="444"/>
                  </a:cubicBezTo>
                  <a:cubicBezTo>
                    <a:pt x="166" y="444"/>
                    <a:pt x="166" y="444"/>
                    <a:pt x="167" y="444"/>
                  </a:cubicBezTo>
                  <a:cubicBezTo>
                    <a:pt x="173" y="438"/>
                    <a:pt x="173" y="438"/>
                    <a:pt x="173" y="438"/>
                  </a:cubicBezTo>
                  <a:cubicBezTo>
                    <a:pt x="173" y="447"/>
                    <a:pt x="173" y="447"/>
                    <a:pt x="173" y="447"/>
                  </a:cubicBezTo>
                  <a:cubicBezTo>
                    <a:pt x="174" y="448"/>
                    <a:pt x="175" y="448"/>
                    <a:pt x="176" y="449"/>
                  </a:cubicBezTo>
                  <a:cubicBezTo>
                    <a:pt x="176" y="449"/>
                    <a:pt x="176" y="449"/>
                    <a:pt x="180" y="444"/>
                  </a:cubicBezTo>
                  <a:cubicBezTo>
                    <a:pt x="180" y="444"/>
                    <a:pt x="180" y="444"/>
                    <a:pt x="199" y="447"/>
                  </a:cubicBezTo>
                  <a:cubicBezTo>
                    <a:pt x="199" y="447"/>
                    <a:pt x="199" y="447"/>
                    <a:pt x="212" y="446"/>
                  </a:cubicBezTo>
                  <a:cubicBezTo>
                    <a:pt x="212" y="446"/>
                    <a:pt x="212" y="446"/>
                    <a:pt x="230" y="446"/>
                  </a:cubicBezTo>
                  <a:cubicBezTo>
                    <a:pt x="230" y="446"/>
                    <a:pt x="230" y="446"/>
                    <a:pt x="240" y="443"/>
                  </a:cubicBezTo>
                  <a:cubicBezTo>
                    <a:pt x="240" y="443"/>
                    <a:pt x="240" y="443"/>
                    <a:pt x="239" y="437"/>
                  </a:cubicBezTo>
                  <a:cubicBezTo>
                    <a:pt x="239" y="437"/>
                    <a:pt x="239" y="437"/>
                    <a:pt x="237" y="431"/>
                  </a:cubicBezTo>
                  <a:cubicBezTo>
                    <a:pt x="237" y="431"/>
                    <a:pt x="237" y="431"/>
                    <a:pt x="245" y="425"/>
                  </a:cubicBezTo>
                  <a:cubicBezTo>
                    <a:pt x="245" y="425"/>
                    <a:pt x="245" y="425"/>
                    <a:pt x="255" y="417"/>
                  </a:cubicBezTo>
                  <a:cubicBezTo>
                    <a:pt x="255" y="417"/>
                    <a:pt x="255" y="417"/>
                    <a:pt x="258" y="416"/>
                  </a:cubicBezTo>
                  <a:cubicBezTo>
                    <a:pt x="258" y="416"/>
                    <a:pt x="258" y="416"/>
                    <a:pt x="258" y="421"/>
                  </a:cubicBezTo>
                  <a:cubicBezTo>
                    <a:pt x="258" y="421"/>
                    <a:pt x="258" y="421"/>
                    <a:pt x="262" y="419"/>
                  </a:cubicBezTo>
                  <a:cubicBezTo>
                    <a:pt x="262" y="419"/>
                    <a:pt x="262" y="419"/>
                    <a:pt x="266" y="418"/>
                  </a:cubicBezTo>
                  <a:cubicBezTo>
                    <a:pt x="266" y="418"/>
                    <a:pt x="266" y="418"/>
                    <a:pt x="263" y="414"/>
                  </a:cubicBezTo>
                  <a:cubicBezTo>
                    <a:pt x="263" y="414"/>
                    <a:pt x="263" y="414"/>
                    <a:pt x="267" y="412"/>
                  </a:cubicBezTo>
                  <a:cubicBezTo>
                    <a:pt x="267" y="412"/>
                    <a:pt x="267" y="412"/>
                    <a:pt x="268" y="407"/>
                  </a:cubicBezTo>
                  <a:cubicBezTo>
                    <a:pt x="268" y="407"/>
                    <a:pt x="268" y="407"/>
                    <a:pt x="264" y="405"/>
                  </a:cubicBezTo>
                  <a:cubicBezTo>
                    <a:pt x="264" y="405"/>
                    <a:pt x="264" y="405"/>
                    <a:pt x="264" y="402"/>
                  </a:cubicBezTo>
                  <a:cubicBezTo>
                    <a:pt x="264" y="402"/>
                    <a:pt x="264" y="402"/>
                    <a:pt x="267" y="399"/>
                  </a:cubicBezTo>
                  <a:cubicBezTo>
                    <a:pt x="267" y="399"/>
                    <a:pt x="267" y="399"/>
                    <a:pt x="266" y="396"/>
                  </a:cubicBezTo>
                  <a:cubicBezTo>
                    <a:pt x="266" y="396"/>
                    <a:pt x="266" y="396"/>
                    <a:pt x="258" y="394"/>
                  </a:cubicBezTo>
                  <a:cubicBezTo>
                    <a:pt x="258" y="394"/>
                    <a:pt x="258" y="394"/>
                    <a:pt x="254" y="388"/>
                  </a:cubicBezTo>
                  <a:cubicBezTo>
                    <a:pt x="254" y="388"/>
                    <a:pt x="254" y="388"/>
                    <a:pt x="256" y="385"/>
                  </a:cubicBezTo>
                  <a:cubicBezTo>
                    <a:pt x="256" y="385"/>
                    <a:pt x="256" y="385"/>
                    <a:pt x="259" y="389"/>
                  </a:cubicBezTo>
                  <a:cubicBezTo>
                    <a:pt x="259" y="389"/>
                    <a:pt x="259" y="389"/>
                    <a:pt x="262" y="387"/>
                  </a:cubicBezTo>
                  <a:cubicBezTo>
                    <a:pt x="262" y="387"/>
                    <a:pt x="262" y="387"/>
                    <a:pt x="267" y="388"/>
                  </a:cubicBezTo>
                  <a:cubicBezTo>
                    <a:pt x="267" y="388"/>
                    <a:pt x="267" y="388"/>
                    <a:pt x="271" y="385"/>
                  </a:cubicBezTo>
                  <a:cubicBezTo>
                    <a:pt x="271" y="385"/>
                    <a:pt x="271" y="385"/>
                    <a:pt x="279" y="380"/>
                  </a:cubicBezTo>
                  <a:cubicBezTo>
                    <a:pt x="279" y="380"/>
                    <a:pt x="279" y="380"/>
                    <a:pt x="282" y="378"/>
                  </a:cubicBezTo>
                  <a:cubicBezTo>
                    <a:pt x="282" y="378"/>
                    <a:pt x="282" y="378"/>
                    <a:pt x="283" y="374"/>
                  </a:cubicBezTo>
                  <a:cubicBezTo>
                    <a:pt x="283" y="374"/>
                    <a:pt x="283" y="374"/>
                    <a:pt x="288" y="372"/>
                  </a:cubicBezTo>
                  <a:cubicBezTo>
                    <a:pt x="288" y="372"/>
                    <a:pt x="288" y="372"/>
                    <a:pt x="293" y="377"/>
                  </a:cubicBezTo>
                  <a:cubicBezTo>
                    <a:pt x="293" y="377"/>
                    <a:pt x="293" y="377"/>
                    <a:pt x="297" y="384"/>
                  </a:cubicBezTo>
                  <a:cubicBezTo>
                    <a:pt x="297" y="384"/>
                    <a:pt x="297" y="384"/>
                    <a:pt x="298" y="389"/>
                  </a:cubicBezTo>
                  <a:cubicBezTo>
                    <a:pt x="298" y="389"/>
                    <a:pt x="298" y="389"/>
                    <a:pt x="298" y="392"/>
                  </a:cubicBezTo>
                  <a:cubicBezTo>
                    <a:pt x="298" y="392"/>
                    <a:pt x="298" y="392"/>
                    <a:pt x="291" y="396"/>
                  </a:cubicBezTo>
                  <a:cubicBezTo>
                    <a:pt x="291" y="396"/>
                    <a:pt x="291" y="396"/>
                    <a:pt x="292" y="399"/>
                  </a:cubicBezTo>
                  <a:cubicBezTo>
                    <a:pt x="292" y="399"/>
                    <a:pt x="292" y="399"/>
                    <a:pt x="299" y="400"/>
                  </a:cubicBezTo>
                  <a:cubicBezTo>
                    <a:pt x="299" y="400"/>
                    <a:pt x="299" y="400"/>
                    <a:pt x="303" y="404"/>
                  </a:cubicBezTo>
                  <a:cubicBezTo>
                    <a:pt x="303" y="404"/>
                    <a:pt x="303" y="404"/>
                    <a:pt x="309" y="402"/>
                  </a:cubicBezTo>
                  <a:cubicBezTo>
                    <a:pt x="309" y="402"/>
                    <a:pt x="309" y="402"/>
                    <a:pt x="314" y="404"/>
                  </a:cubicBezTo>
                  <a:cubicBezTo>
                    <a:pt x="314" y="404"/>
                    <a:pt x="314" y="404"/>
                    <a:pt x="319" y="401"/>
                  </a:cubicBezTo>
                  <a:cubicBezTo>
                    <a:pt x="319" y="401"/>
                    <a:pt x="319" y="401"/>
                    <a:pt x="321" y="404"/>
                  </a:cubicBezTo>
                  <a:cubicBezTo>
                    <a:pt x="321" y="404"/>
                    <a:pt x="321" y="404"/>
                    <a:pt x="318" y="408"/>
                  </a:cubicBezTo>
                  <a:cubicBezTo>
                    <a:pt x="318" y="408"/>
                    <a:pt x="318" y="408"/>
                    <a:pt x="324" y="407"/>
                  </a:cubicBezTo>
                  <a:cubicBezTo>
                    <a:pt x="324" y="407"/>
                    <a:pt x="324" y="407"/>
                    <a:pt x="326" y="408"/>
                  </a:cubicBezTo>
                  <a:cubicBezTo>
                    <a:pt x="326" y="408"/>
                    <a:pt x="326" y="408"/>
                    <a:pt x="324" y="425"/>
                  </a:cubicBezTo>
                  <a:cubicBezTo>
                    <a:pt x="324" y="425"/>
                    <a:pt x="324" y="425"/>
                    <a:pt x="324" y="432"/>
                  </a:cubicBezTo>
                  <a:cubicBezTo>
                    <a:pt x="324" y="432"/>
                    <a:pt x="324" y="432"/>
                    <a:pt x="328" y="433"/>
                  </a:cubicBezTo>
                  <a:cubicBezTo>
                    <a:pt x="328" y="433"/>
                    <a:pt x="328" y="433"/>
                    <a:pt x="330" y="431"/>
                  </a:cubicBezTo>
                  <a:cubicBezTo>
                    <a:pt x="330" y="431"/>
                    <a:pt x="330" y="431"/>
                    <a:pt x="331" y="428"/>
                  </a:cubicBezTo>
                  <a:cubicBezTo>
                    <a:pt x="331" y="428"/>
                    <a:pt x="331" y="428"/>
                    <a:pt x="334" y="429"/>
                  </a:cubicBezTo>
                  <a:cubicBezTo>
                    <a:pt x="334" y="429"/>
                    <a:pt x="334" y="429"/>
                    <a:pt x="336" y="433"/>
                  </a:cubicBezTo>
                  <a:cubicBezTo>
                    <a:pt x="336" y="433"/>
                    <a:pt x="336" y="433"/>
                    <a:pt x="336" y="443"/>
                  </a:cubicBezTo>
                  <a:cubicBezTo>
                    <a:pt x="336" y="443"/>
                    <a:pt x="336" y="443"/>
                    <a:pt x="335" y="448"/>
                  </a:cubicBezTo>
                  <a:cubicBezTo>
                    <a:pt x="335" y="448"/>
                    <a:pt x="335" y="448"/>
                    <a:pt x="339" y="450"/>
                  </a:cubicBezTo>
                  <a:cubicBezTo>
                    <a:pt x="339" y="450"/>
                    <a:pt x="339" y="450"/>
                    <a:pt x="344" y="450"/>
                  </a:cubicBezTo>
                  <a:cubicBezTo>
                    <a:pt x="344" y="450"/>
                    <a:pt x="344" y="450"/>
                    <a:pt x="348" y="452"/>
                  </a:cubicBezTo>
                  <a:cubicBezTo>
                    <a:pt x="348" y="452"/>
                    <a:pt x="348" y="452"/>
                    <a:pt x="353" y="456"/>
                  </a:cubicBezTo>
                  <a:cubicBezTo>
                    <a:pt x="353" y="456"/>
                    <a:pt x="353" y="456"/>
                    <a:pt x="357" y="457"/>
                  </a:cubicBezTo>
                  <a:cubicBezTo>
                    <a:pt x="357" y="457"/>
                    <a:pt x="357" y="457"/>
                    <a:pt x="356" y="467"/>
                  </a:cubicBezTo>
                  <a:cubicBezTo>
                    <a:pt x="356" y="467"/>
                    <a:pt x="356" y="467"/>
                    <a:pt x="356" y="472"/>
                  </a:cubicBezTo>
                  <a:cubicBezTo>
                    <a:pt x="356" y="472"/>
                    <a:pt x="356" y="472"/>
                    <a:pt x="352" y="473"/>
                  </a:cubicBezTo>
                  <a:cubicBezTo>
                    <a:pt x="352" y="473"/>
                    <a:pt x="352" y="473"/>
                    <a:pt x="354" y="478"/>
                  </a:cubicBezTo>
                  <a:cubicBezTo>
                    <a:pt x="354" y="478"/>
                    <a:pt x="354" y="478"/>
                    <a:pt x="351" y="482"/>
                  </a:cubicBezTo>
                  <a:cubicBezTo>
                    <a:pt x="351" y="482"/>
                    <a:pt x="351" y="482"/>
                    <a:pt x="353" y="483"/>
                  </a:cubicBezTo>
                  <a:cubicBezTo>
                    <a:pt x="353" y="483"/>
                    <a:pt x="353" y="483"/>
                    <a:pt x="356" y="482"/>
                  </a:cubicBezTo>
                  <a:cubicBezTo>
                    <a:pt x="356" y="482"/>
                    <a:pt x="356" y="482"/>
                    <a:pt x="361" y="485"/>
                  </a:cubicBezTo>
                  <a:cubicBezTo>
                    <a:pt x="361" y="485"/>
                    <a:pt x="361" y="485"/>
                    <a:pt x="364" y="483"/>
                  </a:cubicBezTo>
                  <a:cubicBezTo>
                    <a:pt x="364" y="483"/>
                    <a:pt x="364" y="483"/>
                    <a:pt x="369" y="485"/>
                  </a:cubicBezTo>
                  <a:cubicBezTo>
                    <a:pt x="369" y="485"/>
                    <a:pt x="369" y="485"/>
                    <a:pt x="372" y="485"/>
                  </a:cubicBezTo>
                  <a:cubicBezTo>
                    <a:pt x="372" y="485"/>
                    <a:pt x="372" y="485"/>
                    <a:pt x="377" y="489"/>
                  </a:cubicBezTo>
                  <a:cubicBezTo>
                    <a:pt x="377" y="489"/>
                    <a:pt x="377" y="489"/>
                    <a:pt x="381" y="492"/>
                  </a:cubicBezTo>
                  <a:cubicBezTo>
                    <a:pt x="381" y="492"/>
                    <a:pt x="381" y="492"/>
                    <a:pt x="383" y="496"/>
                  </a:cubicBezTo>
                  <a:cubicBezTo>
                    <a:pt x="383" y="496"/>
                    <a:pt x="383" y="496"/>
                    <a:pt x="385" y="499"/>
                  </a:cubicBezTo>
                  <a:cubicBezTo>
                    <a:pt x="385" y="499"/>
                    <a:pt x="385" y="499"/>
                    <a:pt x="390" y="496"/>
                  </a:cubicBezTo>
                  <a:cubicBezTo>
                    <a:pt x="390" y="496"/>
                    <a:pt x="390" y="496"/>
                    <a:pt x="394" y="494"/>
                  </a:cubicBezTo>
                  <a:cubicBezTo>
                    <a:pt x="394" y="494"/>
                    <a:pt x="394" y="494"/>
                    <a:pt x="398" y="496"/>
                  </a:cubicBezTo>
                  <a:cubicBezTo>
                    <a:pt x="398" y="496"/>
                    <a:pt x="398" y="496"/>
                    <a:pt x="399" y="501"/>
                  </a:cubicBezTo>
                  <a:cubicBezTo>
                    <a:pt x="399" y="501"/>
                    <a:pt x="399" y="501"/>
                    <a:pt x="395" y="505"/>
                  </a:cubicBezTo>
                  <a:cubicBezTo>
                    <a:pt x="395" y="505"/>
                    <a:pt x="395" y="505"/>
                    <a:pt x="395" y="509"/>
                  </a:cubicBezTo>
                  <a:cubicBezTo>
                    <a:pt x="395" y="509"/>
                    <a:pt x="395" y="509"/>
                    <a:pt x="392" y="513"/>
                  </a:cubicBezTo>
                  <a:cubicBezTo>
                    <a:pt x="392" y="513"/>
                    <a:pt x="392" y="513"/>
                    <a:pt x="392" y="516"/>
                  </a:cubicBezTo>
                  <a:cubicBezTo>
                    <a:pt x="392" y="516"/>
                    <a:pt x="392" y="516"/>
                    <a:pt x="386" y="519"/>
                  </a:cubicBezTo>
                  <a:cubicBezTo>
                    <a:pt x="386" y="519"/>
                    <a:pt x="386" y="519"/>
                    <a:pt x="384" y="528"/>
                  </a:cubicBezTo>
                  <a:cubicBezTo>
                    <a:pt x="384" y="528"/>
                    <a:pt x="384" y="528"/>
                    <a:pt x="379" y="531"/>
                  </a:cubicBezTo>
                  <a:cubicBezTo>
                    <a:pt x="379" y="531"/>
                    <a:pt x="379" y="531"/>
                    <a:pt x="376" y="535"/>
                  </a:cubicBezTo>
                  <a:cubicBezTo>
                    <a:pt x="376" y="535"/>
                    <a:pt x="376" y="535"/>
                    <a:pt x="376" y="542"/>
                  </a:cubicBezTo>
                  <a:cubicBezTo>
                    <a:pt x="432" y="535"/>
                    <a:pt x="432" y="535"/>
                    <a:pt x="432" y="535"/>
                  </a:cubicBezTo>
                  <a:cubicBezTo>
                    <a:pt x="453" y="535"/>
                    <a:pt x="453" y="535"/>
                    <a:pt x="453" y="535"/>
                  </a:cubicBezTo>
                  <a:cubicBezTo>
                    <a:pt x="453" y="492"/>
                    <a:pt x="453" y="492"/>
                    <a:pt x="453" y="492"/>
                  </a:cubicBezTo>
                  <a:cubicBezTo>
                    <a:pt x="442" y="481"/>
                    <a:pt x="442" y="481"/>
                    <a:pt x="442" y="481"/>
                  </a:cubicBezTo>
                  <a:cubicBezTo>
                    <a:pt x="442" y="470"/>
                    <a:pt x="442" y="470"/>
                    <a:pt x="442" y="470"/>
                  </a:cubicBezTo>
                  <a:cubicBezTo>
                    <a:pt x="486" y="470"/>
                    <a:pt x="486" y="470"/>
                    <a:pt x="486" y="470"/>
                  </a:cubicBezTo>
                  <a:cubicBezTo>
                    <a:pt x="496" y="460"/>
                    <a:pt x="496" y="460"/>
                    <a:pt x="496" y="460"/>
                  </a:cubicBezTo>
                  <a:cubicBezTo>
                    <a:pt x="496" y="417"/>
                    <a:pt x="496" y="417"/>
                    <a:pt x="496" y="417"/>
                  </a:cubicBezTo>
                  <a:lnTo>
                    <a:pt x="486" y="406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05" name="Senegal" descr="© INSCALE GmbH, 05.05.2010&#10;http://www.presentationload.com/">
              <a:extLst>
                <a:ext uri="{FF2B5EF4-FFF2-40B4-BE49-F238E27FC236}">
                  <a16:creationId xmlns:a16="http://schemas.microsoft.com/office/drawing/2014/main" id="{6F3FB255-E6EF-4518-9FA8-9DF896110B17}"/>
                </a:ext>
              </a:extLst>
            </p:cNvPr>
            <p:cNvSpPr>
              <a:spLocks/>
            </p:cNvSpPr>
            <p:nvPr/>
          </p:nvSpPr>
          <p:spPr bwMode="gray">
            <a:xfrm>
              <a:off x="3330792" y="2556273"/>
              <a:ext cx="136997" cy="120737"/>
            </a:xfrm>
            <a:custGeom>
              <a:avLst/>
              <a:gdLst>
                <a:gd name="T0" fmla="*/ 2147483647 w 414"/>
                <a:gd name="T1" fmla="*/ 2147483647 h 366"/>
                <a:gd name="T2" fmla="*/ 2147483647 w 414"/>
                <a:gd name="T3" fmla="*/ 2147483647 h 366"/>
                <a:gd name="T4" fmla="*/ 2147483647 w 414"/>
                <a:gd name="T5" fmla="*/ 2147483647 h 366"/>
                <a:gd name="T6" fmla="*/ 2147483647 w 414"/>
                <a:gd name="T7" fmla="*/ 2147483647 h 366"/>
                <a:gd name="T8" fmla="*/ 2147483647 w 414"/>
                <a:gd name="T9" fmla="*/ 2147483647 h 366"/>
                <a:gd name="T10" fmla="*/ 2147483647 w 414"/>
                <a:gd name="T11" fmla="*/ 2147483647 h 366"/>
                <a:gd name="T12" fmla="*/ 2147483647 w 414"/>
                <a:gd name="T13" fmla="*/ 2147483647 h 366"/>
                <a:gd name="T14" fmla="*/ 2147483647 w 414"/>
                <a:gd name="T15" fmla="*/ 2147483647 h 366"/>
                <a:gd name="T16" fmla="*/ 2147483647 w 414"/>
                <a:gd name="T17" fmla="*/ 2147483647 h 366"/>
                <a:gd name="T18" fmla="*/ 2147483647 w 414"/>
                <a:gd name="T19" fmla="*/ 2147483647 h 366"/>
                <a:gd name="T20" fmla="*/ 2147483647 w 414"/>
                <a:gd name="T21" fmla="*/ 2147483647 h 366"/>
                <a:gd name="T22" fmla="*/ 2147483647 w 414"/>
                <a:gd name="T23" fmla="*/ 2147483647 h 366"/>
                <a:gd name="T24" fmla="*/ 2147483647 w 414"/>
                <a:gd name="T25" fmla="*/ 2147483647 h 366"/>
                <a:gd name="T26" fmla="*/ 2147483647 w 414"/>
                <a:gd name="T27" fmla="*/ 2147483647 h 366"/>
                <a:gd name="T28" fmla="*/ 2147483647 w 414"/>
                <a:gd name="T29" fmla="*/ 0 h 366"/>
                <a:gd name="T30" fmla="*/ 2147483647 w 414"/>
                <a:gd name="T31" fmla="*/ 2147483647 h 366"/>
                <a:gd name="T32" fmla="*/ 2147483647 w 414"/>
                <a:gd name="T33" fmla="*/ 2147483647 h 366"/>
                <a:gd name="T34" fmla="*/ 2147483647 w 414"/>
                <a:gd name="T35" fmla="*/ 2147483647 h 366"/>
                <a:gd name="T36" fmla="*/ 2147483647 w 414"/>
                <a:gd name="T37" fmla="*/ 2147483647 h 366"/>
                <a:gd name="T38" fmla="*/ 2147483647 w 414"/>
                <a:gd name="T39" fmla="*/ 2147483647 h 366"/>
                <a:gd name="T40" fmla="*/ 2147483647 w 414"/>
                <a:gd name="T41" fmla="*/ 2147483647 h 366"/>
                <a:gd name="T42" fmla="*/ 0 w 414"/>
                <a:gd name="T43" fmla="*/ 2147483647 h 366"/>
                <a:gd name="T44" fmla="*/ 2147483647 w 414"/>
                <a:gd name="T45" fmla="*/ 2147483647 h 366"/>
                <a:gd name="T46" fmla="*/ 2147483647 w 414"/>
                <a:gd name="T47" fmla="*/ 2147483647 h 366"/>
                <a:gd name="T48" fmla="*/ 2147483647 w 414"/>
                <a:gd name="T49" fmla="*/ 2147483647 h 366"/>
                <a:gd name="T50" fmla="*/ 2147483647 w 414"/>
                <a:gd name="T51" fmla="*/ 2147483647 h 366"/>
                <a:gd name="T52" fmla="*/ 2147483647 w 414"/>
                <a:gd name="T53" fmla="*/ 2147483647 h 366"/>
                <a:gd name="T54" fmla="*/ 2147483647 w 414"/>
                <a:gd name="T55" fmla="*/ 2147483647 h 366"/>
                <a:gd name="T56" fmla="*/ 2147483647 w 414"/>
                <a:gd name="T57" fmla="*/ 2147483647 h 366"/>
                <a:gd name="T58" fmla="*/ 2147483647 w 414"/>
                <a:gd name="T59" fmla="*/ 2147483647 h 366"/>
                <a:gd name="T60" fmla="*/ 2147483647 w 414"/>
                <a:gd name="T61" fmla="*/ 2147483647 h 366"/>
                <a:gd name="T62" fmla="*/ 2147483647 w 414"/>
                <a:gd name="T63" fmla="*/ 2147483647 h 366"/>
                <a:gd name="T64" fmla="*/ 2147483647 w 414"/>
                <a:gd name="T65" fmla="*/ 2147483647 h 366"/>
                <a:gd name="T66" fmla="*/ 2147483647 w 414"/>
                <a:gd name="T67" fmla="*/ 2147483647 h 366"/>
                <a:gd name="T68" fmla="*/ 2147483647 w 414"/>
                <a:gd name="T69" fmla="*/ 2147483647 h 366"/>
                <a:gd name="T70" fmla="*/ 2147483647 w 414"/>
                <a:gd name="T71" fmla="*/ 2147483647 h 366"/>
                <a:gd name="T72" fmla="*/ 2147483647 w 414"/>
                <a:gd name="T73" fmla="*/ 2147483647 h 366"/>
                <a:gd name="T74" fmla="*/ 2147483647 w 414"/>
                <a:gd name="T75" fmla="*/ 2147483647 h 366"/>
                <a:gd name="T76" fmla="*/ 2147483647 w 414"/>
                <a:gd name="T77" fmla="*/ 2147483647 h 366"/>
                <a:gd name="T78" fmla="*/ 2147483647 w 414"/>
                <a:gd name="T79" fmla="*/ 2147483647 h 366"/>
                <a:gd name="T80" fmla="*/ 2147483647 w 414"/>
                <a:gd name="T81" fmla="*/ 2147483647 h 366"/>
                <a:gd name="T82" fmla="*/ 2147483647 w 414"/>
                <a:gd name="T83" fmla="*/ 2147483647 h 366"/>
                <a:gd name="T84" fmla="*/ 2147483647 w 414"/>
                <a:gd name="T85" fmla="*/ 2147483647 h 366"/>
                <a:gd name="T86" fmla="*/ 2147483647 w 414"/>
                <a:gd name="T87" fmla="*/ 2147483647 h 366"/>
                <a:gd name="T88" fmla="*/ 2147483647 w 414"/>
                <a:gd name="T89" fmla="*/ 2147483647 h 366"/>
                <a:gd name="T90" fmla="*/ 2147483647 w 414"/>
                <a:gd name="T91" fmla="*/ 2147483647 h 366"/>
                <a:gd name="T92" fmla="*/ 2147483647 w 414"/>
                <a:gd name="T93" fmla="*/ 2147483647 h 366"/>
                <a:gd name="T94" fmla="*/ 2147483647 w 414"/>
                <a:gd name="T95" fmla="*/ 2147483647 h 366"/>
                <a:gd name="T96" fmla="*/ 2147483647 w 414"/>
                <a:gd name="T97" fmla="*/ 2147483647 h 366"/>
                <a:gd name="T98" fmla="*/ 2147483647 w 414"/>
                <a:gd name="T99" fmla="*/ 2147483647 h 366"/>
                <a:gd name="T100" fmla="*/ 2147483647 w 414"/>
                <a:gd name="T101" fmla="*/ 2147483647 h 366"/>
                <a:gd name="T102" fmla="*/ 2147483647 w 414"/>
                <a:gd name="T103" fmla="*/ 2147483647 h 366"/>
                <a:gd name="T104" fmla="*/ 2147483647 w 414"/>
                <a:gd name="T105" fmla="*/ 2147483647 h 36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14"/>
                <a:gd name="T160" fmla="*/ 0 h 366"/>
                <a:gd name="T161" fmla="*/ 414 w 414"/>
                <a:gd name="T162" fmla="*/ 366 h 36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14" h="366">
                  <a:moveTo>
                    <a:pt x="402" y="270"/>
                  </a:moveTo>
                  <a:lnTo>
                    <a:pt x="396" y="270"/>
                  </a:lnTo>
                  <a:lnTo>
                    <a:pt x="396" y="276"/>
                  </a:lnTo>
                  <a:lnTo>
                    <a:pt x="384" y="276"/>
                  </a:lnTo>
                  <a:lnTo>
                    <a:pt x="378" y="270"/>
                  </a:lnTo>
                  <a:lnTo>
                    <a:pt x="378" y="246"/>
                  </a:lnTo>
                  <a:lnTo>
                    <a:pt x="384" y="240"/>
                  </a:lnTo>
                  <a:lnTo>
                    <a:pt x="384" y="222"/>
                  </a:lnTo>
                  <a:lnTo>
                    <a:pt x="372" y="210"/>
                  </a:lnTo>
                  <a:lnTo>
                    <a:pt x="372" y="204"/>
                  </a:lnTo>
                  <a:lnTo>
                    <a:pt x="360" y="186"/>
                  </a:lnTo>
                  <a:lnTo>
                    <a:pt x="360" y="162"/>
                  </a:lnTo>
                  <a:lnTo>
                    <a:pt x="348" y="138"/>
                  </a:lnTo>
                  <a:lnTo>
                    <a:pt x="318" y="132"/>
                  </a:lnTo>
                  <a:lnTo>
                    <a:pt x="318" y="108"/>
                  </a:lnTo>
                  <a:lnTo>
                    <a:pt x="312" y="102"/>
                  </a:lnTo>
                  <a:lnTo>
                    <a:pt x="294" y="102"/>
                  </a:lnTo>
                  <a:lnTo>
                    <a:pt x="294" y="72"/>
                  </a:lnTo>
                  <a:lnTo>
                    <a:pt x="288" y="60"/>
                  </a:lnTo>
                  <a:lnTo>
                    <a:pt x="288" y="54"/>
                  </a:lnTo>
                  <a:lnTo>
                    <a:pt x="282" y="48"/>
                  </a:lnTo>
                  <a:lnTo>
                    <a:pt x="264" y="48"/>
                  </a:lnTo>
                  <a:lnTo>
                    <a:pt x="252" y="54"/>
                  </a:lnTo>
                  <a:lnTo>
                    <a:pt x="246" y="42"/>
                  </a:lnTo>
                  <a:lnTo>
                    <a:pt x="234" y="30"/>
                  </a:lnTo>
                  <a:lnTo>
                    <a:pt x="228" y="18"/>
                  </a:lnTo>
                  <a:lnTo>
                    <a:pt x="222" y="18"/>
                  </a:lnTo>
                  <a:lnTo>
                    <a:pt x="210" y="12"/>
                  </a:lnTo>
                  <a:lnTo>
                    <a:pt x="186" y="12"/>
                  </a:lnTo>
                  <a:lnTo>
                    <a:pt x="162" y="0"/>
                  </a:lnTo>
                  <a:lnTo>
                    <a:pt x="162" y="18"/>
                  </a:lnTo>
                  <a:lnTo>
                    <a:pt x="132" y="12"/>
                  </a:lnTo>
                  <a:lnTo>
                    <a:pt x="120" y="18"/>
                  </a:lnTo>
                  <a:lnTo>
                    <a:pt x="114" y="18"/>
                  </a:lnTo>
                  <a:lnTo>
                    <a:pt x="108" y="12"/>
                  </a:lnTo>
                  <a:lnTo>
                    <a:pt x="102" y="12"/>
                  </a:lnTo>
                  <a:lnTo>
                    <a:pt x="90" y="18"/>
                  </a:lnTo>
                  <a:lnTo>
                    <a:pt x="84" y="24"/>
                  </a:lnTo>
                  <a:lnTo>
                    <a:pt x="66" y="60"/>
                  </a:lnTo>
                  <a:lnTo>
                    <a:pt x="60" y="66"/>
                  </a:lnTo>
                  <a:lnTo>
                    <a:pt x="60" y="90"/>
                  </a:lnTo>
                  <a:lnTo>
                    <a:pt x="48" y="96"/>
                  </a:lnTo>
                  <a:lnTo>
                    <a:pt x="30" y="132"/>
                  </a:lnTo>
                  <a:lnTo>
                    <a:pt x="0" y="162"/>
                  </a:lnTo>
                  <a:lnTo>
                    <a:pt x="6" y="168"/>
                  </a:lnTo>
                  <a:lnTo>
                    <a:pt x="12" y="168"/>
                  </a:lnTo>
                  <a:lnTo>
                    <a:pt x="18" y="174"/>
                  </a:lnTo>
                  <a:lnTo>
                    <a:pt x="24" y="186"/>
                  </a:lnTo>
                  <a:lnTo>
                    <a:pt x="24" y="204"/>
                  </a:lnTo>
                  <a:lnTo>
                    <a:pt x="42" y="222"/>
                  </a:lnTo>
                  <a:lnTo>
                    <a:pt x="42" y="246"/>
                  </a:lnTo>
                  <a:lnTo>
                    <a:pt x="48" y="252"/>
                  </a:lnTo>
                  <a:lnTo>
                    <a:pt x="126" y="252"/>
                  </a:lnTo>
                  <a:lnTo>
                    <a:pt x="126" y="240"/>
                  </a:lnTo>
                  <a:lnTo>
                    <a:pt x="180" y="240"/>
                  </a:lnTo>
                  <a:lnTo>
                    <a:pt x="180" y="252"/>
                  </a:lnTo>
                  <a:lnTo>
                    <a:pt x="192" y="246"/>
                  </a:lnTo>
                  <a:lnTo>
                    <a:pt x="198" y="252"/>
                  </a:lnTo>
                  <a:lnTo>
                    <a:pt x="204" y="264"/>
                  </a:lnTo>
                  <a:lnTo>
                    <a:pt x="216" y="264"/>
                  </a:lnTo>
                  <a:lnTo>
                    <a:pt x="222" y="258"/>
                  </a:lnTo>
                  <a:lnTo>
                    <a:pt x="246" y="258"/>
                  </a:lnTo>
                  <a:lnTo>
                    <a:pt x="252" y="264"/>
                  </a:lnTo>
                  <a:lnTo>
                    <a:pt x="252" y="270"/>
                  </a:lnTo>
                  <a:lnTo>
                    <a:pt x="246" y="276"/>
                  </a:lnTo>
                  <a:lnTo>
                    <a:pt x="234" y="282"/>
                  </a:lnTo>
                  <a:lnTo>
                    <a:pt x="228" y="288"/>
                  </a:lnTo>
                  <a:lnTo>
                    <a:pt x="204" y="288"/>
                  </a:lnTo>
                  <a:lnTo>
                    <a:pt x="186" y="282"/>
                  </a:lnTo>
                  <a:lnTo>
                    <a:pt x="180" y="270"/>
                  </a:lnTo>
                  <a:lnTo>
                    <a:pt x="168" y="264"/>
                  </a:lnTo>
                  <a:lnTo>
                    <a:pt x="162" y="258"/>
                  </a:lnTo>
                  <a:lnTo>
                    <a:pt x="156" y="264"/>
                  </a:lnTo>
                  <a:lnTo>
                    <a:pt x="150" y="276"/>
                  </a:lnTo>
                  <a:lnTo>
                    <a:pt x="126" y="276"/>
                  </a:lnTo>
                  <a:lnTo>
                    <a:pt x="120" y="282"/>
                  </a:lnTo>
                  <a:lnTo>
                    <a:pt x="108" y="282"/>
                  </a:lnTo>
                  <a:lnTo>
                    <a:pt x="108" y="294"/>
                  </a:lnTo>
                  <a:lnTo>
                    <a:pt x="36" y="294"/>
                  </a:lnTo>
                  <a:lnTo>
                    <a:pt x="36" y="318"/>
                  </a:lnTo>
                  <a:lnTo>
                    <a:pt x="30" y="324"/>
                  </a:lnTo>
                  <a:lnTo>
                    <a:pt x="30" y="336"/>
                  </a:lnTo>
                  <a:lnTo>
                    <a:pt x="36" y="342"/>
                  </a:lnTo>
                  <a:lnTo>
                    <a:pt x="42" y="354"/>
                  </a:lnTo>
                  <a:lnTo>
                    <a:pt x="48" y="360"/>
                  </a:lnTo>
                  <a:lnTo>
                    <a:pt x="60" y="366"/>
                  </a:lnTo>
                  <a:lnTo>
                    <a:pt x="66" y="366"/>
                  </a:lnTo>
                  <a:lnTo>
                    <a:pt x="72" y="360"/>
                  </a:lnTo>
                  <a:lnTo>
                    <a:pt x="78" y="360"/>
                  </a:lnTo>
                  <a:lnTo>
                    <a:pt x="90" y="348"/>
                  </a:lnTo>
                  <a:lnTo>
                    <a:pt x="126" y="348"/>
                  </a:lnTo>
                  <a:lnTo>
                    <a:pt x="156" y="324"/>
                  </a:lnTo>
                  <a:lnTo>
                    <a:pt x="294" y="330"/>
                  </a:lnTo>
                  <a:lnTo>
                    <a:pt x="294" y="336"/>
                  </a:lnTo>
                  <a:lnTo>
                    <a:pt x="300" y="348"/>
                  </a:lnTo>
                  <a:lnTo>
                    <a:pt x="318" y="348"/>
                  </a:lnTo>
                  <a:lnTo>
                    <a:pt x="324" y="342"/>
                  </a:lnTo>
                  <a:lnTo>
                    <a:pt x="330" y="348"/>
                  </a:lnTo>
                  <a:lnTo>
                    <a:pt x="336" y="360"/>
                  </a:lnTo>
                  <a:lnTo>
                    <a:pt x="342" y="366"/>
                  </a:lnTo>
                  <a:lnTo>
                    <a:pt x="354" y="366"/>
                  </a:lnTo>
                  <a:lnTo>
                    <a:pt x="366" y="360"/>
                  </a:lnTo>
                  <a:lnTo>
                    <a:pt x="372" y="354"/>
                  </a:lnTo>
                  <a:lnTo>
                    <a:pt x="414" y="354"/>
                  </a:lnTo>
                  <a:lnTo>
                    <a:pt x="414" y="288"/>
                  </a:lnTo>
                  <a:lnTo>
                    <a:pt x="408" y="276"/>
                  </a:lnTo>
                  <a:lnTo>
                    <a:pt x="402" y="270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06" name="Rwanda" descr="© INSCALE GmbH, 05.05.2010&#10;http://www.presentationload.com/">
              <a:extLst>
                <a:ext uri="{FF2B5EF4-FFF2-40B4-BE49-F238E27FC236}">
                  <a16:creationId xmlns:a16="http://schemas.microsoft.com/office/drawing/2014/main" id="{FBC1F174-DF67-4682-B632-F3AF220A34AD}"/>
                </a:ext>
              </a:extLst>
            </p:cNvPr>
            <p:cNvSpPr>
              <a:spLocks/>
            </p:cNvSpPr>
            <p:nvPr/>
          </p:nvSpPr>
          <p:spPr bwMode="gray">
            <a:xfrm>
              <a:off x="4410505" y="3028942"/>
              <a:ext cx="49113" cy="48807"/>
            </a:xfrm>
            <a:custGeom>
              <a:avLst/>
              <a:gdLst>
                <a:gd name="T0" fmla="*/ 2147483647 w 150"/>
                <a:gd name="T1" fmla="*/ 2147483647 h 150"/>
                <a:gd name="T2" fmla="*/ 2147483647 w 150"/>
                <a:gd name="T3" fmla="*/ 2147483647 h 150"/>
                <a:gd name="T4" fmla="*/ 2147483647 w 150"/>
                <a:gd name="T5" fmla="*/ 2147483647 h 150"/>
                <a:gd name="T6" fmla="*/ 2147483647 w 150"/>
                <a:gd name="T7" fmla="*/ 2147483647 h 150"/>
                <a:gd name="T8" fmla="*/ 2147483647 w 150"/>
                <a:gd name="T9" fmla="*/ 2147483647 h 150"/>
                <a:gd name="T10" fmla="*/ 2147483647 w 150"/>
                <a:gd name="T11" fmla="*/ 2147483647 h 150"/>
                <a:gd name="T12" fmla="*/ 2147483647 w 150"/>
                <a:gd name="T13" fmla="*/ 2147483647 h 150"/>
                <a:gd name="T14" fmla="*/ 2147483647 w 150"/>
                <a:gd name="T15" fmla="*/ 2147483647 h 150"/>
                <a:gd name="T16" fmla="*/ 2147483647 w 150"/>
                <a:gd name="T17" fmla="*/ 2147483647 h 150"/>
                <a:gd name="T18" fmla="*/ 2147483647 w 150"/>
                <a:gd name="T19" fmla="*/ 2147483647 h 150"/>
                <a:gd name="T20" fmla="*/ 2147483647 w 150"/>
                <a:gd name="T21" fmla="*/ 2147483647 h 150"/>
                <a:gd name="T22" fmla="*/ 2147483647 w 150"/>
                <a:gd name="T23" fmla="*/ 2147483647 h 150"/>
                <a:gd name="T24" fmla="*/ 2147483647 w 150"/>
                <a:gd name="T25" fmla="*/ 2147483647 h 150"/>
                <a:gd name="T26" fmla="*/ 2147483647 w 150"/>
                <a:gd name="T27" fmla="*/ 0 h 150"/>
                <a:gd name="T28" fmla="*/ 2147483647 w 150"/>
                <a:gd name="T29" fmla="*/ 2147483647 h 150"/>
                <a:gd name="T30" fmla="*/ 2147483647 w 150"/>
                <a:gd name="T31" fmla="*/ 2147483647 h 150"/>
                <a:gd name="T32" fmla="*/ 2147483647 w 150"/>
                <a:gd name="T33" fmla="*/ 2147483647 h 150"/>
                <a:gd name="T34" fmla="*/ 2147483647 w 150"/>
                <a:gd name="T35" fmla="*/ 2147483647 h 150"/>
                <a:gd name="T36" fmla="*/ 2147483647 w 150"/>
                <a:gd name="T37" fmla="*/ 2147483647 h 150"/>
                <a:gd name="T38" fmla="*/ 2147483647 w 150"/>
                <a:gd name="T39" fmla="*/ 2147483647 h 150"/>
                <a:gd name="T40" fmla="*/ 2147483647 w 150"/>
                <a:gd name="T41" fmla="*/ 2147483647 h 150"/>
                <a:gd name="T42" fmla="*/ 2147483647 w 150"/>
                <a:gd name="T43" fmla="*/ 2147483647 h 150"/>
                <a:gd name="T44" fmla="*/ 2147483647 w 150"/>
                <a:gd name="T45" fmla="*/ 2147483647 h 150"/>
                <a:gd name="T46" fmla="*/ 2147483647 w 150"/>
                <a:gd name="T47" fmla="*/ 2147483647 h 150"/>
                <a:gd name="T48" fmla="*/ 2147483647 w 150"/>
                <a:gd name="T49" fmla="*/ 2147483647 h 150"/>
                <a:gd name="T50" fmla="*/ 2147483647 w 150"/>
                <a:gd name="T51" fmla="*/ 2147483647 h 150"/>
                <a:gd name="T52" fmla="*/ 2147483647 w 150"/>
                <a:gd name="T53" fmla="*/ 2147483647 h 150"/>
                <a:gd name="T54" fmla="*/ 2147483647 w 150"/>
                <a:gd name="T55" fmla="*/ 2147483647 h 150"/>
                <a:gd name="T56" fmla="*/ 2147483647 w 150"/>
                <a:gd name="T57" fmla="*/ 2147483647 h 150"/>
                <a:gd name="T58" fmla="*/ 2147483647 w 150"/>
                <a:gd name="T59" fmla="*/ 2147483647 h 150"/>
                <a:gd name="T60" fmla="*/ 0 w 150"/>
                <a:gd name="T61" fmla="*/ 2147483647 h 150"/>
                <a:gd name="T62" fmla="*/ 0 w 150"/>
                <a:gd name="T63" fmla="*/ 2147483647 h 150"/>
                <a:gd name="T64" fmla="*/ 2147483647 w 150"/>
                <a:gd name="T65" fmla="*/ 2147483647 h 150"/>
                <a:gd name="T66" fmla="*/ 2147483647 w 150"/>
                <a:gd name="T67" fmla="*/ 2147483647 h 150"/>
                <a:gd name="T68" fmla="*/ 2147483647 w 150"/>
                <a:gd name="T69" fmla="*/ 2147483647 h 150"/>
                <a:gd name="T70" fmla="*/ 2147483647 w 150"/>
                <a:gd name="T71" fmla="*/ 2147483647 h 150"/>
                <a:gd name="T72" fmla="*/ 2147483647 w 150"/>
                <a:gd name="T73" fmla="*/ 2147483647 h 15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50"/>
                <a:gd name="T112" fmla="*/ 0 h 150"/>
                <a:gd name="T113" fmla="*/ 150 w 150"/>
                <a:gd name="T114" fmla="*/ 150 h 15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50" h="150">
                  <a:moveTo>
                    <a:pt x="48" y="150"/>
                  </a:moveTo>
                  <a:lnTo>
                    <a:pt x="54" y="150"/>
                  </a:lnTo>
                  <a:lnTo>
                    <a:pt x="60" y="144"/>
                  </a:lnTo>
                  <a:lnTo>
                    <a:pt x="72" y="138"/>
                  </a:lnTo>
                  <a:lnTo>
                    <a:pt x="78" y="114"/>
                  </a:lnTo>
                  <a:lnTo>
                    <a:pt x="138" y="114"/>
                  </a:lnTo>
                  <a:lnTo>
                    <a:pt x="150" y="102"/>
                  </a:lnTo>
                  <a:lnTo>
                    <a:pt x="150" y="72"/>
                  </a:lnTo>
                  <a:lnTo>
                    <a:pt x="144" y="66"/>
                  </a:lnTo>
                  <a:lnTo>
                    <a:pt x="144" y="48"/>
                  </a:lnTo>
                  <a:lnTo>
                    <a:pt x="138" y="42"/>
                  </a:lnTo>
                  <a:lnTo>
                    <a:pt x="132" y="30"/>
                  </a:lnTo>
                  <a:lnTo>
                    <a:pt x="126" y="24"/>
                  </a:lnTo>
                  <a:lnTo>
                    <a:pt x="132" y="0"/>
                  </a:lnTo>
                  <a:lnTo>
                    <a:pt x="108" y="6"/>
                  </a:lnTo>
                  <a:lnTo>
                    <a:pt x="108" y="12"/>
                  </a:lnTo>
                  <a:lnTo>
                    <a:pt x="102" y="18"/>
                  </a:lnTo>
                  <a:lnTo>
                    <a:pt x="90" y="42"/>
                  </a:lnTo>
                  <a:lnTo>
                    <a:pt x="84" y="42"/>
                  </a:lnTo>
                  <a:lnTo>
                    <a:pt x="72" y="30"/>
                  </a:lnTo>
                  <a:lnTo>
                    <a:pt x="54" y="30"/>
                  </a:lnTo>
                  <a:lnTo>
                    <a:pt x="48" y="36"/>
                  </a:lnTo>
                  <a:lnTo>
                    <a:pt x="24" y="48"/>
                  </a:lnTo>
                  <a:lnTo>
                    <a:pt x="18" y="54"/>
                  </a:lnTo>
                  <a:lnTo>
                    <a:pt x="18" y="60"/>
                  </a:lnTo>
                  <a:lnTo>
                    <a:pt x="24" y="72"/>
                  </a:lnTo>
                  <a:lnTo>
                    <a:pt x="30" y="78"/>
                  </a:lnTo>
                  <a:lnTo>
                    <a:pt x="30" y="90"/>
                  </a:lnTo>
                  <a:lnTo>
                    <a:pt x="18" y="102"/>
                  </a:lnTo>
                  <a:lnTo>
                    <a:pt x="6" y="108"/>
                  </a:lnTo>
                  <a:lnTo>
                    <a:pt x="0" y="120"/>
                  </a:lnTo>
                  <a:lnTo>
                    <a:pt x="0" y="126"/>
                  </a:lnTo>
                  <a:lnTo>
                    <a:pt x="6" y="132"/>
                  </a:lnTo>
                  <a:lnTo>
                    <a:pt x="30" y="132"/>
                  </a:lnTo>
                  <a:lnTo>
                    <a:pt x="36" y="144"/>
                  </a:lnTo>
                  <a:lnTo>
                    <a:pt x="42" y="150"/>
                  </a:lnTo>
                  <a:lnTo>
                    <a:pt x="48" y="150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07" name="Russia (Urup,Simushir)" descr="© INSCALE GmbH, 05.05.2010&#10;http://www.presentationload.com/">
              <a:extLst>
                <a:ext uri="{FF2B5EF4-FFF2-40B4-BE49-F238E27FC236}">
                  <a16:creationId xmlns:a16="http://schemas.microsoft.com/office/drawing/2014/main" id="{56ACB57D-9333-4851-A947-56030C5340B1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845419" y="1451668"/>
              <a:ext cx="99517" cy="393033"/>
            </a:xfrm>
            <a:custGeom>
              <a:avLst/>
              <a:gdLst>
                <a:gd name="T0" fmla="*/ 0 w 300"/>
                <a:gd name="T1" fmla="*/ 2147483647 h 1194"/>
                <a:gd name="T2" fmla="*/ 2147483647 w 300"/>
                <a:gd name="T3" fmla="*/ 2147483647 h 1194"/>
                <a:gd name="T4" fmla="*/ 2147483647 w 300"/>
                <a:gd name="T5" fmla="*/ 2147483647 h 1194"/>
                <a:gd name="T6" fmla="*/ 2147483647 w 300"/>
                <a:gd name="T7" fmla="*/ 2147483647 h 1194"/>
                <a:gd name="T8" fmla="*/ 0 w 300"/>
                <a:gd name="T9" fmla="*/ 2147483647 h 1194"/>
                <a:gd name="T10" fmla="*/ 2147483647 w 300"/>
                <a:gd name="T11" fmla="*/ 2147483647 h 1194"/>
                <a:gd name="T12" fmla="*/ 2147483647 w 300"/>
                <a:gd name="T13" fmla="*/ 2147483647 h 1194"/>
                <a:gd name="T14" fmla="*/ 2147483647 w 300"/>
                <a:gd name="T15" fmla="*/ 2147483647 h 1194"/>
                <a:gd name="T16" fmla="*/ 2147483647 w 300"/>
                <a:gd name="T17" fmla="*/ 2147483647 h 1194"/>
                <a:gd name="T18" fmla="*/ 2147483647 w 300"/>
                <a:gd name="T19" fmla="*/ 2147483647 h 1194"/>
                <a:gd name="T20" fmla="*/ 2147483647 w 300"/>
                <a:gd name="T21" fmla="*/ 2147483647 h 1194"/>
                <a:gd name="T22" fmla="*/ 2147483647 w 300"/>
                <a:gd name="T23" fmla="*/ 2147483647 h 1194"/>
                <a:gd name="T24" fmla="*/ 2147483647 w 300"/>
                <a:gd name="T25" fmla="*/ 2147483647 h 1194"/>
                <a:gd name="T26" fmla="*/ 2147483647 w 300"/>
                <a:gd name="T27" fmla="*/ 2147483647 h 1194"/>
                <a:gd name="T28" fmla="*/ 2147483647 w 300"/>
                <a:gd name="T29" fmla="*/ 2147483647 h 1194"/>
                <a:gd name="T30" fmla="*/ 2147483647 w 300"/>
                <a:gd name="T31" fmla="*/ 2147483647 h 1194"/>
                <a:gd name="T32" fmla="*/ 2147483647 w 300"/>
                <a:gd name="T33" fmla="*/ 2147483647 h 1194"/>
                <a:gd name="T34" fmla="*/ 2147483647 w 300"/>
                <a:gd name="T35" fmla="*/ 2147483647 h 1194"/>
                <a:gd name="T36" fmla="*/ 2147483647 w 300"/>
                <a:gd name="T37" fmla="*/ 2147483647 h 1194"/>
                <a:gd name="T38" fmla="*/ 2147483647 w 300"/>
                <a:gd name="T39" fmla="*/ 2147483647 h 1194"/>
                <a:gd name="T40" fmla="*/ 2147483647 w 300"/>
                <a:gd name="T41" fmla="*/ 2147483647 h 1194"/>
                <a:gd name="T42" fmla="*/ 2147483647 w 300"/>
                <a:gd name="T43" fmla="*/ 2147483647 h 1194"/>
                <a:gd name="T44" fmla="*/ 2147483647 w 300"/>
                <a:gd name="T45" fmla="*/ 2147483647 h 1194"/>
                <a:gd name="T46" fmla="*/ 2147483647 w 300"/>
                <a:gd name="T47" fmla="*/ 2147483647 h 1194"/>
                <a:gd name="T48" fmla="*/ 2147483647 w 300"/>
                <a:gd name="T49" fmla="*/ 2147483647 h 1194"/>
                <a:gd name="T50" fmla="*/ 2147483647 w 300"/>
                <a:gd name="T51" fmla="*/ 2147483647 h 1194"/>
                <a:gd name="T52" fmla="*/ 2147483647 w 300"/>
                <a:gd name="T53" fmla="*/ 2147483647 h 1194"/>
                <a:gd name="T54" fmla="*/ 2147483647 w 300"/>
                <a:gd name="T55" fmla="*/ 2147483647 h 1194"/>
                <a:gd name="T56" fmla="*/ 2147483647 w 300"/>
                <a:gd name="T57" fmla="*/ 2147483647 h 1194"/>
                <a:gd name="T58" fmla="*/ 2147483647 w 300"/>
                <a:gd name="T59" fmla="*/ 2147483647 h 1194"/>
                <a:gd name="T60" fmla="*/ 2147483647 w 300"/>
                <a:gd name="T61" fmla="*/ 2147483647 h 1194"/>
                <a:gd name="T62" fmla="*/ 2147483647 w 300"/>
                <a:gd name="T63" fmla="*/ 2147483647 h 1194"/>
                <a:gd name="T64" fmla="*/ 2147483647 w 300"/>
                <a:gd name="T65" fmla="*/ 2147483647 h 1194"/>
                <a:gd name="T66" fmla="*/ 2147483647 w 300"/>
                <a:gd name="T67" fmla="*/ 2147483647 h 1194"/>
                <a:gd name="T68" fmla="*/ 2147483647 w 300"/>
                <a:gd name="T69" fmla="*/ 2147483647 h 1194"/>
                <a:gd name="T70" fmla="*/ 2147483647 w 300"/>
                <a:gd name="T71" fmla="*/ 2147483647 h 1194"/>
                <a:gd name="T72" fmla="*/ 2147483647 w 300"/>
                <a:gd name="T73" fmla="*/ 2147483647 h 1194"/>
                <a:gd name="T74" fmla="*/ 2147483647 w 300"/>
                <a:gd name="T75" fmla="*/ 2147483647 h 1194"/>
                <a:gd name="T76" fmla="*/ 2147483647 w 300"/>
                <a:gd name="T77" fmla="*/ 2147483647 h 1194"/>
                <a:gd name="T78" fmla="*/ 2147483647 w 300"/>
                <a:gd name="T79" fmla="*/ 2147483647 h 1194"/>
                <a:gd name="T80" fmla="*/ 2147483647 w 300"/>
                <a:gd name="T81" fmla="*/ 2147483647 h 1194"/>
                <a:gd name="T82" fmla="*/ 2147483647 w 300"/>
                <a:gd name="T83" fmla="*/ 2147483647 h 1194"/>
                <a:gd name="T84" fmla="*/ 2147483647 w 300"/>
                <a:gd name="T85" fmla="*/ 2147483647 h 1194"/>
                <a:gd name="T86" fmla="*/ 2147483647 w 300"/>
                <a:gd name="T87" fmla="*/ 2147483647 h 1194"/>
                <a:gd name="T88" fmla="*/ 2147483647 w 300"/>
                <a:gd name="T89" fmla="*/ 2147483647 h 1194"/>
                <a:gd name="T90" fmla="*/ 2147483647 w 300"/>
                <a:gd name="T91" fmla="*/ 2147483647 h 1194"/>
                <a:gd name="T92" fmla="*/ 2147483647 w 300"/>
                <a:gd name="T93" fmla="*/ 2147483647 h 1194"/>
                <a:gd name="T94" fmla="*/ 2147483647 w 300"/>
                <a:gd name="T95" fmla="*/ 2147483647 h 1194"/>
                <a:gd name="T96" fmla="*/ 2147483647 w 300"/>
                <a:gd name="T97" fmla="*/ 2147483647 h 1194"/>
                <a:gd name="T98" fmla="*/ 2147483647 w 300"/>
                <a:gd name="T99" fmla="*/ 0 h 1194"/>
                <a:gd name="T100" fmla="*/ 2147483647 w 300"/>
                <a:gd name="T101" fmla="*/ 2147483647 h 1194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300"/>
                <a:gd name="T154" fmla="*/ 0 h 1194"/>
                <a:gd name="T155" fmla="*/ 300 w 300"/>
                <a:gd name="T156" fmla="*/ 1194 h 1194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300" h="1194">
                  <a:moveTo>
                    <a:pt x="0" y="1194"/>
                  </a:moveTo>
                  <a:lnTo>
                    <a:pt x="12" y="1188"/>
                  </a:lnTo>
                  <a:lnTo>
                    <a:pt x="36" y="1146"/>
                  </a:lnTo>
                  <a:lnTo>
                    <a:pt x="18" y="1134"/>
                  </a:lnTo>
                  <a:lnTo>
                    <a:pt x="0" y="1194"/>
                  </a:lnTo>
                  <a:close/>
                  <a:moveTo>
                    <a:pt x="114" y="1068"/>
                  </a:moveTo>
                  <a:lnTo>
                    <a:pt x="72" y="1062"/>
                  </a:lnTo>
                  <a:lnTo>
                    <a:pt x="54" y="1134"/>
                  </a:lnTo>
                  <a:lnTo>
                    <a:pt x="66" y="1134"/>
                  </a:lnTo>
                  <a:lnTo>
                    <a:pt x="84" y="1104"/>
                  </a:lnTo>
                  <a:lnTo>
                    <a:pt x="132" y="1074"/>
                  </a:lnTo>
                  <a:lnTo>
                    <a:pt x="120" y="1050"/>
                  </a:lnTo>
                  <a:lnTo>
                    <a:pt x="114" y="1068"/>
                  </a:lnTo>
                  <a:close/>
                  <a:moveTo>
                    <a:pt x="192" y="1008"/>
                  </a:moveTo>
                  <a:lnTo>
                    <a:pt x="186" y="1008"/>
                  </a:lnTo>
                  <a:lnTo>
                    <a:pt x="180" y="1020"/>
                  </a:lnTo>
                  <a:lnTo>
                    <a:pt x="174" y="1026"/>
                  </a:lnTo>
                  <a:lnTo>
                    <a:pt x="168" y="1038"/>
                  </a:lnTo>
                  <a:lnTo>
                    <a:pt x="168" y="1044"/>
                  </a:lnTo>
                  <a:lnTo>
                    <a:pt x="174" y="1050"/>
                  </a:lnTo>
                  <a:lnTo>
                    <a:pt x="180" y="1050"/>
                  </a:lnTo>
                  <a:lnTo>
                    <a:pt x="198" y="1032"/>
                  </a:lnTo>
                  <a:lnTo>
                    <a:pt x="198" y="1014"/>
                  </a:lnTo>
                  <a:lnTo>
                    <a:pt x="192" y="1008"/>
                  </a:lnTo>
                  <a:close/>
                  <a:moveTo>
                    <a:pt x="282" y="636"/>
                  </a:moveTo>
                  <a:lnTo>
                    <a:pt x="264" y="654"/>
                  </a:lnTo>
                  <a:lnTo>
                    <a:pt x="276" y="678"/>
                  </a:lnTo>
                  <a:lnTo>
                    <a:pt x="258" y="678"/>
                  </a:lnTo>
                  <a:lnTo>
                    <a:pt x="258" y="702"/>
                  </a:lnTo>
                  <a:lnTo>
                    <a:pt x="282" y="702"/>
                  </a:lnTo>
                  <a:lnTo>
                    <a:pt x="294" y="684"/>
                  </a:lnTo>
                  <a:lnTo>
                    <a:pt x="282" y="654"/>
                  </a:lnTo>
                  <a:lnTo>
                    <a:pt x="300" y="654"/>
                  </a:lnTo>
                  <a:lnTo>
                    <a:pt x="282" y="636"/>
                  </a:lnTo>
                  <a:close/>
                  <a:moveTo>
                    <a:pt x="276" y="768"/>
                  </a:moveTo>
                  <a:lnTo>
                    <a:pt x="294" y="750"/>
                  </a:lnTo>
                  <a:lnTo>
                    <a:pt x="270" y="732"/>
                  </a:lnTo>
                  <a:lnTo>
                    <a:pt x="276" y="768"/>
                  </a:lnTo>
                  <a:close/>
                  <a:moveTo>
                    <a:pt x="258" y="954"/>
                  </a:moveTo>
                  <a:lnTo>
                    <a:pt x="258" y="924"/>
                  </a:lnTo>
                  <a:lnTo>
                    <a:pt x="240" y="948"/>
                  </a:lnTo>
                  <a:lnTo>
                    <a:pt x="258" y="954"/>
                  </a:lnTo>
                  <a:close/>
                  <a:moveTo>
                    <a:pt x="252" y="858"/>
                  </a:moveTo>
                  <a:lnTo>
                    <a:pt x="270" y="858"/>
                  </a:lnTo>
                  <a:lnTo>
                    <a:pt x="252" y="840"/>
                  </a:lnTo>
                  <a:lnTo>
                    <a:pt x="252" y="858"/>
                  </a:lnTo>
                  <a:close/>
                  <a:moveTo>
                    <a:pt x="126" y="24"/>
                  </a:moveTo>
                  <a:lnTo>
                    <a:pt x="144" y="60"/>
                  </a:lnTo>
                  <a:lnTo>
                    <a:pt x="174" y="24"/>
                  </a:lnTo>
                  <a:lnTo>
                    <a:pt x="162" y="0"/>
                  </a:lnTo>
                  <a:lnTo>
                    <a:pt x="126" y="24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08" name="Russia" descr="© INSCALE GmbH, 05.05.2010&#10;http://www.presentationload.com/">
              <a:extLst>
                <a:ext uri="{FF2B5EF4-FFF2-40B4-BE49-F238E27FC236}">
                  <a16:creationId xmlns:a16="http://schemas.microsoft.com/office/drawing/2014/main" id="{3BBDAF51-B646-4355-8AE0-AEA66D45D87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162362" y="964874"/>
              <a:ext cx="2990655" cy="946623"/>
            </a:xfrm>
            <a:custGeom>
              <a:avLst/>
              <a:gdLst>
                <a:gd name="T0" fmla="*/ 2147483647 w 9048"/>
                <a:gd name="T1" fmla="*/ 2147483647 h 2880"/>
                <a:gd name="T2" fmla="*/ 2147483647 w 9048"/>
                <a:gd name="T3" fmla="*/ 2147483647 h 2880"/>
                <a:gd name="T4" fmla="*/ 2147483647 w 9048"/>
                <a:gd name="T5" fmla="*/ 2147483647 h 2880"/>
                <a:gd name="T6" fmla="*/ 2147483647 w 9048"/>
                <a:gd name="T7" fmla="*/ 2147483647 h 2880"/>
                <a:gd name="T8" fmla="*/ 2147483647 w 9048"/>
                <a:gd name="T9" fmla="*/ 2147483647 h 2880"/>
                <a:gd name="T10" fmla="*/ 2147483647 w 9048"/>
                <a:gd name="T11" fmla="*/ 2147483647 h 2880"/>
                <a:gd name="T12" fmla="*/ 2147483647 w 9048"/>
                <a:gd name="T13" fmla="*/ 2147483647 h 2880"/>
                <a:gd name="T14" fmla="*/ 2147483647 w 9048"/>
                <a:gd name="T15" fmla="*/ 2147483647 h 2880"/>
                <a:gd name="T16" fmla="*/ 2147483647 w 9048"/>
                <a:gd name="T17" fmla="*/ 2147483647 h 2880"/>
                <a:gd name="T18" fmla="*/ 2147483647 w 9048"/>
                <a:gd name="T19" fmla="*/ 2147483647 h 2880"/>
                <a:gd name="T20" fmla="*/ 2147483647 w 9048"/>
                <a:gd name="T21" fmla="*/ 2147483647 h 2880"/>
                <a:gd name="T22" fmla="*/ 2147483647 w 9048"/>
                <a:gd name="T23" fmla="*/ 2147483647 h 2880"/>
                <a:gd name="T24" fmla="*/ 2147483647 w 9048"/>
                <a:gd name="T25" fmla="*/ 2147483647 h 2880"/>
                <a:gd name="T26" fmla="*/ 2147483647 w 9048"/>
                <a:gd name="T27" fmla="*/ 2147483647 h 2880"/>
                <a:gd name="T28" fmla="*/ 2147483647 w 9048"/>
                <a:gd name="T29" fmla="*/ 2147483647 h 2880"/>
                <a:gd name="T30" fmla="*/ 2147483647 w 9048"/>
                <a:gd name="T31" fmla="*/ 2147483647 h 2880"/>
                <a:gd name="T32" fmla="*/ 2147483647 w 9048"/>
                <a:gd name="T33" fmla="*/ 2147483647 h 2880"/>
                <a:gd name="T34" fmla="*/ 2147483647 w 9048"/>
                <a:gd name="T35" fmla="*/ 2147483647 h 2880"/>
                <a:gd name="T36" fmla="*/ 2147483647 w 9048"/>
                <a:gd name="T37" fmla="*/ 2147483647 h 2880"/>
                <a:gd name="T38" fmla="*/ 2147483647 w 9048"/>
                <a:gd name="T39" fmla="*/ 2147483647 h 2880"/>
                <a:gd name="T40" fmla="*/ 2147483647 w 9048"/>
                <a:gd name="T41" fmla="*/ 2147483647 h 2880"/>
                <a:gd name="T42" fmla="*/ 2147483647 w 9048"/>
                <a:gd name="T43" fmla="*/ 2147483647 h 2880"/>
                <a:gd name="T44" fmla="*/ 2147483647 w 9048"/>
                <a:gd name="T45" fmla="*/ 2147483647 h 2880"/>
                <a:gd name="T46" fmla="*/ 2147483647 w 9048"/>
                <a:gd name="T47" fmla="*/ 2147483647 h 2880"/>
                <a:gd name="T48" fmla="*/ 2147483647 w 9048"/>
                <a:gd name="T49" fmla="*/ 2147483647 h 2880"/>
                <a:gd name="T50" fmla="*/ 2147483647 w 9048"/>
                <a:gd name="T51" fmla="*/ 2147483647 h 2880"/>
                <a:gd name="T52" fmla="*/ 2147483647 w 9048"/>
                <a:gd name="T53" fmla="*/ 2147483647 h 2880"/>
                <a:gd name="T54" fmla="*/ 2147483647 w 9048"/>
                <a:gd name="T55" fmla="*/ 2147483647 h 2880"/>
                <a:gd name="T56" fmla="*/ 2147483647 w 9048"/>
                <a:gd name="T57" fmla="*/ 2147483647 h 2880"/>
                <a:gd name="T58" fmla="*/ 2147483647 w 9048"/>
                <a:gd name="T59" fmla="*/ 2147483647 h 2880"/>
                <a:gd name="T60" fmla="*/ 2147483647 w 9048"/>
                <a:gd name="T61" fmla="*/ 2147483647 h 2880"/>
                <a:gd name="T62" fmla="*/ 2147483647 w 9048"/>
                <a:gd name="T63" fmla="*/ 2147483647 h 2880"/>
                <a:gd name="T64" fmla="*/ 2147483647 w 9048"/>
                <a:gd name="T65" fmla="*/ 2147483647 h 2880"/>
                <a:gd name="T66" fmla="*/ 2147483647 w 9048"/>
                <a:gd name="T67" fmla="*/ 2147483647 h 2880"/>
                <a:gd name="T68" fmla="*/ 2147483647 w 9048"/>
                <a:gd name="T69" fmla="*/ 2147483647 h 2880"/>
                <a:gd name="T70" fmla="*/ 2147483647 w 9048"/>
                <a:gd name="T71" fmla="*/ 2147483647 h 2880"/>
                <a:gd name="T72" fmla="*/ 2147483647 w 9048"/>
                <a:gd name="T73" fmla="*/ 2147483647 h 2880"/>
                <a:gd name="T74" fmla="*/ 2147483647 w 9048"/>
                <a:gd name="T75" fmla="*/ 2147483647 h 2880"/>
                <a:gd name="T76" fmla="*/ 2147483647 w 9048"/>
                <a:gd name="T77" fmla="*/ 2147483647 h 2880"/>
                <a:gd name="T78" fmla="*/ 2147483647 w 9048"/>
                <a:gd name="T79" fmla="*/ 2147483647 h 2880"/>
                <a:gd name="T80" fmla="*/ 2147483647 w 9048"/>
                <a:gd name="T81" fmla="*/ 2147483647 h 2880"/>
                <a:gd name="T82" fmla="*/ 2147483647 w 9048"/>
                <a:gd name="T83" fmla="*/ 2147483647 h 2880"/>
                <a:gd name="T84" fmla="*/ 2147483647 w 9048"/>
                <a:gd name="T85" fmla="*/ 2147483647 h 2880"/>
                <a:gd name="T86" fmla="*/ 2147483647 w 9048"/>
                <a:gd name="T87" fmla="*/ 2147483647 h 2880"/>
                <a:gd name="T88" fmla="*/ 2147483647 w 9048"/>
                <a:gd name="T89" fmla="*/ 2147483647 h 2880"/>
                <a:gd name="T90" fmla="*/ 2147483647 w 9048"/>
                <a:gd name="T91" fmla="*/ 2147483647 h 2880"/>
                <a:gd name="T92" fmla="*/ 2147483647 w 9048"/>
                <a:gd name="T93" fmla="*/ 2147483647 h 2880"/>
                <a:gd name="T94" fmla="*/ 2147483647 w 9048"/>
                <a:gd name="T95" fmla="*/ 2147483647 h 2880"/>
                <a:gd name="T96" fmla="*/ 2147483647 w 9048"/>
                <a:gd name="T97" fmla="*/ 2147483647 h 2880"/>
                <a:gd name="T98" fmla="*/ 2147483647 w 9048"/>
                <a:gd name="T99" fmla="*/ 2147483647 h 2880"/>
                <a:gd name="T100" fmla="*/ 2147483647 w 9048"/>
                <a:gd name="T101" fmla="*/ 2147483647 h 2880"/>
                <a:gd name="T102" fmla="*/ 2147483647 w 9048"/>
                <a:gd name="T103" fmla="*/ 2147483647 h 2880"/>
                <a:gd name="T104" fmla="*/ 2147483647 w 9048"/>
                <a:gd name="T105" fmla="*/ 2147483647 h 2880"/>
                <a:gd name="T106" fmla="*/ 2147483647 w 9048"/>
                <a:gd name="T107" fmla="*/ 2147483647 h 2880"/>
                <a:gd name="T108" fmla="*/ 2147483647 w 9048"/>
                <a:gd name="T109" fmla="*/ 2147483647 h 2880"/>
                <a:gd name="T110" fmla="*/ 2147483647 w 9048"/>
                <a:gd name="T111" fmla="*/ 2147483647 h 2880"/>
                <a:gd name="T112" fmla="*/ 2147483647 w 9048"/>
                <a:gd name="T113" fmla="*/ 2147483647 h 2880"/>
                <a:gd name="T114" fmla="*/ 2147483647 w 9048"/>
                <a:gd name="T115" fmla="*/ 2147483647 h 2880"/>
                <a:gd name="T116" fmla="*/ 2147483647 w 9048"/>
                <a:gd name="T117" fmla="*/ 2147483647 h 2880"/>
                <a:gd name="T118" fmla="*/ 2147483647 w 9048"/>
                <a:gd name="T119" fmla="*/ 2147483647 h 2880"/>
                <a:gd name="T120" fmla="*/ 2147483647 w 9048"/>
                <a:gd name="T121" fmla="*/ 2147483647 h 2880"/>
                <a:gd name="T122" fmla="*/ 2147483647 w 9048"/>
                <a:gd name="T123" fmla="*/ 2147483647 h 2880"/>
                <a:gd name="T124" fmla="*/ 2147483647 w 9048"/>
                <a:gd name="T125" fmla="*/ 2147483647 h 288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9048"/>
                <a:gd name="T190" fmla="*/ 0 h 2880"/>
                <a:gd name="T191" fmla="*/ 9048 w 9048"/>
                <a:gd name="T192" fmla="*/ 2880 h 288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9048" h="2880">
                  <a:moveTo>
                    <a:pt x="2790" y="546"/>
                  </a:moveTo>
                  <a:lnTo>
                    <a:pt x="2760" y="540"/>
                  </a:lnTo>
                  <a:lnTo>
                    <a:pt x="2736" y="558"/>
                  </a:lnTo>
                  <a:lnTo>
                    <a:pt x="2778" y="570"/>
                  </a:lnTo>
                  <a:lnTo>
                    <a:pt x="2790" y="546"/>
                  </a:lnTo>
                  <a:close/>
                  <a:moveTo>
                    <a:pt x="2832" y="522"/>
                  </a:moveTo>
                  <a:lnTo>
                    <a:pt x="2820" y="516"/>
                  </a:lnTo>
                  <a:lnTo>
                    <a:pt x="2814" y="510"/>
                  </a:lnTo>
                  <a:lnTo>
                    <a:pt x="2808" y="510"/>
                  </a:lnTo>
                  <a:lnTo>
                    <a:pt x="2808" y="528"/>
                  </a:lnTo>
                  <a:lnTo>
                    <a:pt x="2820" y="534"/>
                  </a:lnTo>
                  <a:lnTo>
                    <a:pt x="2832" y="534"/>
                  </a:lnTo>
                  <a:lnTo>
                    <a:pt x="2844" y="540"/>
                  </a:lnTo>
                  <a:lnTo>
                    <a:pt x="2850" y="540"/>
                  </a:lnTo>
                  <a:lnTo>
                    <a:pt x="2850" y="534"/>
                  </a:lnTo>
                  <a:lnTo>
                    <a:pt x="2844" y="528"/>
                  </a:lnTo>
                  <a:lnTo>
                    <a:pt x="2832" y="522"/>
                  </a:lnTo>
                  <a:close/>
                  <a:moveTo>
                    <a:pt x="1704" y="18"/>
                  </a:moveTo>
                  <a:lnTo>
                    <a:pt x="1710" y="18"/>
                  </a:lnTo>
                  <a:lnTo>
                    <a:pt x="1716" y="12"/>
                  </a:lnTo>
                  <a:lnTo>
                    <a:pt x="1728" y="6"/>
                  </a:lnTo>
                  <a:lnTo>
                    <a:pt x="1734" y="0"/>
                  </a:lnTo>
                  <a:lnTo>
                    <a:pt x="1644" y="0"/>
                  </a:lnTo>
                  <a:lnTo>
                    <a:pt x="1638" y="12"/>
                  </a:lnTo>
                  <a:lnTo>
                    <a:pt x="1680" y="12"/>
                  </a:lnTo>
                  <a:lnTo>
                    <a:pt x="1686" y="18"/>
                  </a:lnTo>
                  <a:lnTo>
                    <a:pt x="1704" y="18"/>
                  </a:lnTo>
                  <a:close/>
                  <a:moveTo>
                    <a:pt x="1740" y="60"/>
                  </a:moveTo>
                  <a:lnTo>
                    <a:pt x="1746" y="60"/>
                  </a:lnTo>
                  <a:lnTo>
                    <a:pt x="1758" y="48"/>
                  </a:lnTo>
                  <a:lnTo>
                    <a:pt x="1764" y="48"/>
                  </a:lnTo>
                  <a:lnTo>
                    <a:pt x="1770" y="54"/>
                  </a:lnTo>
                  <a:lnTo>
                    <a:pt x="1782" y="54"/>
                  </a:lnTo>
                  <a:lnTo>
                    <a:pt x="1788" y="60"/>
                  </a:lnTo>
                  <a:lnTo>
                    <a:pt x="1800" y="60"/>
                  </a:lnTo>
                  <a:lnTo>
                    <a:pt x="1812" y="48"/>
                  </a:lnTo>
                  <a:lnTo>
                    <a:pt x="1812" y="36"/>
                  </a:lnTo>
                  <a:lnTo>
                    <a:pt x="1806" y="30"/>
                  </a:lnTo>
                  <a:lnTo>
                    <a:pt x="1794" y="24"/>
                  </a:lnTo>
                  <a:lnTo>
                    <a:pt x="1758" y="24"/>
                  </a:lnTo>
                  <a:lnTo>
                    <a:pt x="1710" y="48"/>
                  </a:lnTo>
                  <a:lnTo>
                    <a:pt x="1716" y="54"/>
                  </a:lnTo>
                  <a:lnTo>
                    <a:pt x="1728" y="60"/>
                  </a:lnTo>
                  <a:lnTo>
                    <a:pt x="1740" y="60"/>
                  </a:lnTo>
                  <a:close/>
                  <a:moveTo>
                    <a:pt x="2382" y="510"/>
                  </a:moveTo>
                  <a:lnTo>
                    <a:pt x="2400" y="504"/>
                  </a:lnTo>
                  <a:lnTo>
                    <a:pt x="2412" y="498"/>
                  </a:lnTo>
                  <a:lnTo>
                    <a:pt x="2412" y="486"/>
                  </a:lnTo>
                  <a:lnTo>
                    <a:pt x="2406" y="486"/>
                  </a:lnTo>
                  <a:lnTo>
                    <a:pt x="2400" y="480"/>
                  </a:lnTo>
                  <a:lnTo>
                    <a:pt x="2346" y="480"/>
                  </a:lnTo>
                  <a:lnTo>
                    <a:pt x="2346" y="492"/>
                  </a:lnTo>
                  <a:lnTo>
                    <a:pt x="2358" y="504"/>
                  </a:lnTo>
                  <a:lnTo>
                    <a:pt x="2370" y="510"/>
                  </a:lnTo>
                  <a:lnTo>
                    <a:pt x="2382" y="510"/>
                  </a:lnTo>
                  <a:close/>
                  <a:moveTo>
                    <a:pt x="1590" y="30"/>
                  </a:moveTo>
                  <a:lnTo>
                    <a:pt x="1548" y="24"/>
                  </a:lnTo>
                  <a:lnTo>
                    <a:pt x="1554" y="36"/>
                  </a:lnTo>
                  <a:lnTo>
                    <a:pt x="1590" y="30"/>
                  </a:lnTo>
                  <a:close/>
                  <a:moveTo>
                    <a:pt x="1890" y="696"/>
                  </a:moveTo>
                  <a:lnTo>
                    <a:pt x="1896" y="708"/>
                  </a:lnTo>
                  <a:lnTo>
                    <a:pt x="1920" y="720"/>
                  </a:lnTo>
                  <a:lnTo>
                    <a:pt x="1950" y="738"/>
                  </a:lnTo>
                  <a:lnTo>
                    <a:pt x="1974" y="744"/>
                  </a:lnTo>
                  <a:lnTo>
                    <a:pt x="1992" y="738"/>
                  </a:lnTo>
                  <a:lnTo>
                    <a:pt x="1980" y="720"/>
                  </a:lnTo>
                  <a:lnTo>
                    <a:pt x="1950" y="702"/>
                  </a:lnTo>
                  <a:lnTo>
                    <a:pt x="1914" y="696"/>
                  </a:lnTo>
                  <a:lnTo>
                    <a:pt x="1890" y="696"/>
                  </a:lnTo>
                  <a:close/>
                  <a:moveTo>
                    <a:pt x="3108" y="126"/>
                  </a:moveTo>
                  <a:lnTo>
                    <a:pt x="3120" y="108"/>
                  </a:lnTo>
                  <a:lnTo>
                    <a:pt x="3030" y="108"/>
                  </a:lnTo>
                  <a:lnTo>
                    <a:pt x="3108" y="126"/>
                  </a:lnTo>
                  <a:close/>
                  <a:moveTo>
                    <a:pt x="1560" y="102"/>
                  </a:moveTo>
                  <a:lnTo>
                    <a:pt x="1632" y="102"/>
                  </a:lnTo>
                  <a:lnTo>
                    <a:pt x="1608" y="84"/>
                  </a:lnTo>
                  <a:lnTo>
                    <a:pt x="1560" y="102"/>
                  </a:lnTo>
                  <a:close/>
                  <a:moveTo>
                    <a:pt x="1572" y="60"/>
                  </a:moveTo>
                  <a:lnTo>
                    <a:pt x="1584" y="66"/>
                  </a:lnTo>
                  <a:lnTo>
                    <a:pt x="1596" y="78"/>
                  </a:lnTo>
                  <a:lnTo>
                    <a:pt x="1620" y="66"/>
                  </a:lnTo>
                  <a:lnTo>
                    <a:pt x="1620" y="72"/>
                  </a:lnTo>
                  <a:lnTo>
                    <a:pt x="1644" y="72"/>
                  </a:lnTo>
                  <a:lnTo>
                    <a:pt x="1668" y="60"/>
                  </a:lnTo>
                  <a:lnTo>
                    <a:pt x="1674" y="54"/>
                  </a:lnTo>
                  <a:lnTo>
                    <a:pt x="1680" y="54"/>
                  </a:lnTo>
                  <a:lnTo>
                    <a:pt x="1626" y="48"/>
                  </a:lnTo>
                  <a:lnTo>
                    <a:pt x="1614" y="54"/>
                  </a:lnTo>
                  <a:lnTo>
                    <a:pt x="1608" y="54"/>
                  </a:lnTo>
                  <a:lnTo>
                    <a:pt x="1602" y="48"/>
                  </a:lnTo>
                  <a:lnTo>
                    <a:pt x="1584" y="48"/>
                  </a:lnTo>
                  <a:lnTo>
                    <a:pt x="1572" y="60"/>
                  </a:lnTo>
                  <a:close/>
                  <a:moveTo>
                    <a:pt x="1662" y="36"/>
                  </a:moveTo>
                  <a:lnTo>
                    <a:pt x="1602" y="36"/>
                  </a:lnTo>
                  <a:lnTo>
                    <a:pt x="1650" y="48"/>
                  </a:lnTo>
                  <a:lnTo>
                    <a:pt x="1662" y="36"/>
                  </a:lnTo>
                  <a:close/>
                  <a:moveTo>
                    <a:pt x="1542" y="522"/>
                  </a:moveTo>
                  <a:lnTo>
                    <a:pt x="1500" y="528"/>
                  </a:lnTo>
                  <a:lnTo>
                    <a:pt x="1512" y="552"/>
                  </a:lnTo>
                  <a:lnTo>
                    <a:pt x="1542" y="534"/>
                  </a:lnTo>
                  <a:lnTo>
                    <a:pt x="1524" y="558"/>
                  </a:lnTo>
                  <a:lnTo>
                    <a:pt x="1518" y="558"/>
                  </a:lnTo>
                  <a:lnTo>
                    <a:pt x="1512" y="564"/>
                  </a:lnTo>
                  <a:lnTo>
                    <a:pt x="1506" y="564"/>
                  </a:lnTo>
                  <a:lnTo>
                    <a:pt x="1494" y="570"/>
                  </a:lnTo>
                  <a:lnTo>
                    <a:pt x="1488" y="576"/>
                  </a:lnTo>
                  <a:lnTo>
                    <a:pt x="1488" y="582"/>
                  </a:lnTo>
                  <a:lnTo>
                    <a:pt x="1500" y="594"/>
                  </a:lnTo>
                  <a:lnTo>
                    <a:pt x="1524" y="606"/>
                  </a:lnTo>
                  <a:lnTo>
                    <a:pt x="1566" y="606"/>
                  </a:lnTo>
                  <a:lnTo>
                    <a:pt x="1590" y="612"/>
                  </a:lnTo>
                  <a:lnTo>
                    <a:pt x="1608" y="618"/>
                  </a:lnTo>
                  <a:lnTo>
                    <a:pt x="1614" y="624"/>
                  </a:lnTo>
                  <a:lnTo>
                    <a:pt x="1620" y="636"/>
                  </a:lnTo>
                  <a:lnTo>
                    <a:pt x="1620" y="648"/>
                  </a:lnTo>
                  <a:lnTo>
                    <a:pt x="1626" y="654"/>
                  </a:lnTo>
                  <a:lnTo>
                    <a:pt x="1626" y="660"/>
                  </a:lnTo>
                  <a:lnTo>
                    <a:pt x="1644" y="660"/>
                  </a:lnTo>
                  <a:lnTo>
                    <a:pt x="1662" y="666"/>
                  </a:lnTo>
                  <a:lnTo>
                    <a:pt x="1674" y="666"/>
                  </a:lnTo>
                  <a:lnTo>
                    <a:pt x="1692" y="672"/>
                  </a:lnTo>
                  <a:lnTo>
                    <a:pt x="1704" y="672"/>
                  </a:lnTo>
                  <a:lnTo>
                    <a:pt x="1818" y="666"/>
                  </a:lnTo>
                  <a:lnTo>
                    <a:pt x="1806" y="666"/>
                  </a:lnTo>
                  <a:lnTo>
                    <a:pt x="1734" y="642"/>
                  </a:lnTo>
                  <a:lnTo>
                    <a:pt x="1704" y="618"/>
                  </a:lnTo>
                  <a:lnTo>
                    <a:pt x="1692" y="600"/>
                  </a:lnTo>
                  <a:lnTo>
                    <a:pt x="1686" y="588"/>
                  </a:lnTo>
                  <a:lnTo>
                    <a:pt x="1674" y="582"/>
                  </a:lnTo>
                  <a:lnTo>
                    <a:pt x="1674" y="570"/>
                  </a:lnTo>
                  <a:lnTo>
                    <a:pt x="1668" y="564"/>
                  </a:lnTo>
                  <a:lnTo>
                    <a:pt x="1692" y="516"/>
                  </a:lnTo>
                  <a:lnTo>
                    <a:pt x="1686" y="510"/>
                  </a:lnTo>
                  <a:lnTo>
                    <a:pt x="1686" y="504"/>
                  </a:lnTo>
                  <a:lnTo>
                    <a:pt x="1674" y="504"/>
                  </a:lnTo>
                  <a:lnTo>
                    <a:pt x="1710" y="498"/>
                  </a:lnTo>
                  <a:lnTo>
                    <a:pt x="1698" y="480"/>
                  </a:lnTo>
                  <a:lnTo>
                    <a:pt x="1734" y="480"/>
                  </a:lnTo>
                  <a:lnTo>
                    <a:pt x="1710" y="468"/>
                  </a:lnTo>
                  <a:lnTo>
                    <a:pt x="1734" y="474"/>
                  </a:lnTo>
                  <a:lnTo>
                    <a:pt x="1740" y="462"/>
                  </a:lnTo>
                  <a:lnTo>
                    <a:pt x="1722" y="450"/>
                  </a:lnTo>
                  <a:lnTo>
                    <a:pt x="1764" y="450"/>
                  </a:lnTo>
                  <a:lnTo>
                    <a:pt x="1770" y="444"/>
                  </a:lnTo>
                  <a:lnTo>
                    <a:pt x="1752" y="426"/>
                  </a:lnTo>
                  <a:lnTo>
                    <a:pt x="1782" y="432"/>
                  </a:lnTo>
                  <a:lnTo>
                    <a:pt x="1782" y="402"/>
                  </a:lnTo>
                  <a:lnTo>
                    <a:pt x="1788" y="408"/>
                  </a:lnTo>
                  <a:lnTo>
                    <a:pt x="1800" y="414"/>
                  </a:lnTo>
                  <a:lnTo>
                    <a:pt x="1812" y="414"/>
                  </a:lnTo>
                  <a:lnTo>
                    <a:pt x="1830" y="408"/>
                  </a:lnTo>
                  <a:lnTo>
                    <a:pt x="1842" y="402"/>
                  </a:lnTo>
                  <a:lnTo>
                    <a:pt x="1860" y="390"/>
                  </a:lnTo>
                  <a:lnTo>
                    <a:pt x="1878" y="372"/>
                  </a:lnTo>
                  <a:lnTo>
                    <a:pt x="1896" y="372"/>
                  </a:lnTo>
                  <a:lnTo>
                    <a:pt x="1938" y="366"/>
                  </a:lnTo>
                  <a:lnTo>
                    <a:pt x="1992" y="354"/>
                  </a:lnTo>
                  <a:lnTo>
                    <a:pt x="2046" y="348"/>
                  </a:lnTo>
                  <a:lnTo>
                    <a:pt x="2094" y="336"/>
                  </a:lnTo>
                  <a:lnTo>
                    <a:pt x="2124" y="330"/>
                  </a:lnTo>
                  <a:lnTo>
                    <a:pt x="2136" y="324"/>
                  </a:lnTo>
                  <a:lnTo>
                    <a:pt x="2154" y="318"/>
                  </a:lnTo>
                  <a:lnTo>
                    <a:pt x="2160" y="312"/>
                  </a:lnTo>
                  <a:lnTo>
                    <a:pt x="2166" y="300"/>
                  </a:lnTo>
                  <a:lnTo>
                    <a:pt x="2166" y="294"/>
                  </a:lnTo>
                  <a:lnTo>
                    <a:pt x="2154" y="282"/>
                  </a:lnTo>
                  <a:lnTo>
                    <a:pt x="2136" y="276"/>
                  </a:lnTo>
                  <a:lnTo>
                    <a:pt x="2088" y="270"/>
                  </a:lnTo>
                  <a:lnTo>
                    <a:pt x="2046" y="276"/>
                  </a:lnTo>
                  <a:lnTo>
                    <a:pt x="2016" y="288"/>
                  </a:lnTo>
                  <a:lnTo>
                    <a:pt x="1980" y="300"/>
                  </a:lnTo>
                  <a:lnTo>
                    <a:pt x="1938" y="318"/>
                  </a:lnTo>
                  <a:lnTo>
                    <a:pt x="1860" y="318"/>
                  </a:lnTo>
                  <a:lnTo>
                    <a:pt x="1842" y="312"/>
                  </a:lnTo>
                  <a:lnTo>
                    <a:pt x="1824" y="312"/>
                  </a:lnTo>
                  <a:lnTo>
                    <a:pt x="1806" y="336"/>
                  </a:lnTo>
                  <a:lnTo>
                    <a:pt x="1782" y="318"/>
                  </a:lnTo>
                  <a:lnTo>
                    <a:pt x="1728" y="342"/>
                  </a:lnTo>
                  <a:lnTo>
                    <a:pt x="1698" y="342"/>
                  </a:lnTo>
                  <a:lnTo>
                    <a:pt x="1668" y="366"/>
                  </a:lnTo>
                  <a:lnTo>
                    <a:pt x="1692" y="372"/>
                  </a:lnTo>
                  <a:lnTo>
                    <a:pt x="1644" y="372"/>
                  </a:lnTo>
                  <a:lnTo>
                    <a:pt x="1614" y="378"/>
                  </a:lnTo>
                  <a:lnTo>
                    <a:pt x="1614" y="396"/>
                  </a:lnTo>
                  <a:lnTo>
                    <a:pt x="1638" y="378"/>
                  </a:lnTo>
                  <a:lnTo>
                    <a:pt x="1644" y="396"/>
                  </a:lnTo>
                  <a:lnTo>
                    <a:pt x="1668" y="396"/>
                  </a:lnTo>
                  <a:lnTo>
                    <a:pt x="1662" y="408"/>
                  </a:lnTo>
                  <a:lnTo>
                    <a:pt x="1620" y="408"/>
                  </a:lnTo>
                  <a:lnTo>
                    <a:pt x="1614" y="420"/>
                  </a:lnTo>
                  <a:lnTo>
                    <a:pt x="1644" y="426"/>
                  </a:lnTo>
                  <a:lnTo>
                    <a:pt x="1596" y="432"/>
                  </a:lnTo>
                  <a:lnTo>
                    <a:pt x="1632" y="438"/>
                  </a:lnTo>
                  <a:lnTo>
                    <a:pt x="1584" y="444"/>
                  </a:lnTo>
                  <a:lnTo>
                    <a:pt x="1584" y="462"/>
                  </a:lnTo>
                  <a:lnTo>
                    <a:pt x="1554" y="474"/>
                  </a:lnTo>
                  <a:lnTo>
                    <a:pt x="1560" y="486"/>
                  </a:lnTo>
                  <a:lnTo>
                    <a:pt x="1602" y="468"/>
                  </a:lnTo>
                  <a:lnTo>
                    <a:pt x="1590" y="498"/>
                  </a:lnTo>
                  <a:lnTo>
                    <a:pt x="1554" y="498"/>
                  </a:lnTo>
                  <a:lnTo>
                    <a:pt x="1542" y="504"/>
                  </a:lnTo>
                  <a:lnTo>
                    <a:pt x="1542" y="522"/>
                  </a:lnTo>
                  <a:close/>
                  <a:moveTo>
                    <a:pt x="5778" y="498"/>
                  </a:moveTo>
                  <a:lnTo>
                    <a:pt x="5850" y="486"/>
                  </a:lnTo>
                  <a:lnTo>
                    <a:pt x="5958" y="504"/>
                  </a:lnTo>
                  <a:lnTo>
                    <a:pt x="5952" y="492"/>
                  </a:lnTo>
                  <a:lnTo>
                    <a:pt x="5940" y="486"/>
                  </a:lnTo>
                  <a:lnTo>
                    <a:pt x="5928" y="474"/>
                  </a:lnTo>
                  <a:lnTo>
                    <a:pt x="5904" y="462"/>
                  </a:lnTo>
                  <a:lnTo>
                    <a:pt x="5844" y="462"/>
                  </a:lnTo>
                  <a:lnTo>
                    <a:pt x="5808" y="468"/>
                  </a:lnTo>
                  <a:lnTo>
                    <a:pt x="5796" y="468"/>
                  </a:lnTo>
                  <a:lnTo>
                    <a:pt x="5778" y="498"/>
                  </a:lnTo>
                  <a:close/>
                  <a:moveTo>
                    <a:pt x="5784" y="378"/>
                  </a:moveTo>
                  <a:lnTo>
                    <a:pt x="5838" y="384"/>
                  </a:lnTo>
                  <a:lnTo>
                    <a:pt x="5844" y="378"/>
                  </a:lnTo>
                  <a:lnTo>
                    <a:pt x="5850" y="366"/>
                  </a:lnTo>
                  <a:lnTo>
                    <a:pt x="5838" y="354"/>
                  </a:lnTo>
                  <a:lnTo>
                    <a:pt x="5802" y="354"/>
                  </a:lnTo>
                  <a:lnTo>
                    <a:pt x="5742" y="342"/>
                  </a:lnTo>
                  <a:lnTo>
                    <a:pt x="5724" y="342"/>
                  </a:lnTo>
                  <a:lnTo>
                    <a:pt x="5718" y="348"/>
                  </a:lnTo>
                  <a:lnTo>
                    <a:pt x="5730" y="354"/>
                  </a:lnTo>
                  <a:lnTo>
                    <a:pt x="5742" y="366"/>
                  </a:lnTo>
                  <a:lnTo>
                    <a:pt x="5754" y="372"/>
                  </a:lnTo>
                  <a:lnTo>
                    <a:pt x="5772" y="372"/>
                  </a:lnTo>
                  <a:lnTo>
                    <a:pt x="5778" y="378"/>
                  </a:lnTo>
                  <a:lnTo>
                    <a:pt x="5784" y="378"/>
                  </a:lnTo>
                  <a:close/>
                  <a:moveTo>
                    <a:pt x="5724" y="432"/>
                  </a:moveTo>
                  <a:lnTo>
                    <a:pt x="5712" y="444"/>
                  </a:lnTo>
                  <a:lnTo>
                    <a:pt x="5712" y="456"/>
                  </a:lnTo>
                  <a:lnTo>
                    <a:pt x="5724" y="462"/>
                  </a:lnTo>
                  <a:lnTo>
                    <a:pt x="5772" y="462"/>
                  </a:lnTo>
                  <a:lnTo>
                    <a:pt x="5778" y="456"/>
                  </a:lnTo>
                  <a:lnTo>
                    <a:pt x="5778" y="450"/>
                  </a:lnTo>
                  <a:lnTo>
                    <a:pt x="5766" y="438"/>
                  </a:lnTo>
                  <a:lnTo>
                    <a:pt x="5742" y="426"/>
                  </a:lnTo>
                  <a:lnTo>
                    <a:pt x="5730" y="426"/>
                  </a:lnTo>
                  <a:lnTo>
                    <a:pt x="5724" y="432"/>
                  </a:lnTo>
                  <a:close/>
                  <a:moveTo>
                    <a:pt x="3072" y="96"/>
                  </a:moveTo>
                  <a:lnTo>
                    <a:pt x="3192" y="96"/>
                  </a:lnTo>
                  <a:lnTo>
                    <a:pt x="3204" y="90"/>
                  </a:lnTo>
                  <a:lnTo>
                    <a:pt x="3228" y="90"/>
                  </a:lnTo>
                  <a:lnTo>
                    <a:pt x="3240" y="84"/>
                  </a:lnTo>
                  <a:lnTo>
                    <a:pt x="3240" y="72"/>
                  </a:lnTo>
                  <a:lnTo>
                    <a:pt x="3222" y="60"/>
                  </a:lnTo>
                  <a:lnTo>
                    <a:pt x="3192" y="42"/>
                  </a:lnTo>
                  <a:lnTo>
                    <a:pt x="3156" y="30"/>
                  </a:lnTo>
                  <a:lnTo>
                    <a:pt x="3132" y="24"/>
                  </a:lnTo>
                  <a:lnTo>
                    <a:pt x="3120" y="18"/>
                  </a:lnTo>
                  <a:lnTo>
                    <a:pt x="3108" y="18"/>
                  </a:lnTo>
                  <a:lnTo>
                    <a:pt x="3096" y="12"/>
                  </a:lnTo>
                  <a:lnTo>
                    <a:pt x="3060" y="12"/>
                  </a:lnTo>
                  <a:lnTo>
                    <a:pt x="3048" y="18"/>
                  </a:lnTo>
                  <a:lnTo>
                    <a:pt x="3036" y="18"/>
                  </a:lnTo>
                  <a:lnTo>
                    <a:pt x="3030" y="30"/>
                  </a:lnTo>
                  <a:lnTo>
                    <a:pt x="3030" y="42"/>
                  </a:lnTo>
                  <a:lnTo>
                    <a:pt x="3036" y="54"/>
                  </a:lnTo>
                  <a:lnTo>
                    <a:pt x="3048" y="66"/>
                  </a:lnTo>
                  <a:lnTo>
                    <a:pt x="3054" y="78"/>
                  </a:lnTo>
                  <a:lnTo>
                    <a:pt x="3072" y="96"/>
                  </a:lnTo>
                  <a:close/>
                  <a:moveTo>
                    <a:pt x="6138" y="408"/>
                  </a:moveTo>
                  <a:lnTo>
                    <a:pt x="6144" y="402"/>
                  </a:lnTo>
                  <a:lnTo>
                    <a:pt x="6132" y="396"/>
                  </a:lnTo>
                  <a:lnTo>
                    <a:pt x="6102" y="390"/>
                  </a:lnTo>
                  <a:lnTo>
                    <a:pt x="6036" y="390"/>
                  </a:lnTo>
                  <a:lnTo>
                    <a:pt x="6012" y="366"/>
                  </a:lnTo>
                  <a:lnTo>
                    <a:pt x="6000" y="360"/>
                  </a:lnTo>
                  <a:lnTo>
                    <a:pt x="5970" y="360"/>
                  </a:lnTo>
                  <a:lnTo>
                    <a:pt x="5958" y="366"/>
                  </a:lnTo>
                  <a:lnTo>
                    <a:pt x="5910" y="366"/>
                  </a:lnTo>
                  <a:lnTo>
                    <a:pt x="5946" y="390"/>
                  </a:lnTo>
                  <a:lnTo>
                    <a:pt x="5964" y="396"/>
                  </a:lnTo>
                  <a:lnTo>
                    <a:pt x="6000" y="402"/>
                  </a:lnTo>
                  <a:lnTo>
                    <a:pt x="6054" y="414"/>
                  </a:lnTo>
                  <a:lnTo>
                    <a:pt x="6102" y="414"/>
                  </a:lnTo>
                  <a:lnTo>
                    <a:pt x="6138" y="408"/>
                  </a:lnTo>
                  <a:close/>
                  <a:moveTo>
                    <a:pt x="7602" y="744"/>
                  </a:moveTo>
                  <a:lnTo>
                    <a:pt x="7596" y="732"/>
                  </a:lnTo>
                  <a:lnTo>
                    <a:pt x="7572" y="726"/>
                  </a:lnTo>
                  <a:lnTo>
                    <a:pt x="7512" y="714"/>
                  </a:lnTo>
                  <a:lnTo>
                    <a:pt x="7500" y="714"/>
                  </a:lnTo>
                  <a:lnTo>
                    <a:pt x="7512" y="726"/>
                  </a:lnTo>
                  <a:lnTo>
                    <a:pt x="7548" y="738"/>
                  </a:lnTo>
                  <a:lnTo>
                    <a:pt x="7584" y="744"/>
                  </a:lnTo>
                  <a:lnTo>
                    <a:pt x="7602" y="744"/>
                  </a:lnTo>
                  <a:close/>
                  <a:moveTo>
                    <a:pt x="3162" y="120"/>
                  </a:moveTo>
                  <a:lnTo>
                    <a:pt x="3216" y="138"/>
                  </a:lnTo>
                  <a:lnTo>
                    <a:pt x="3246" y="144"/>
                  </a:lnTo>
                  <a:lnTo>
                    <a:pt x="3264" y="144"/>
                  </a:lnTo>
                  <a:lnTo>
                    <a:pt x="3312" y="138"/>
                  </a:lnTo>
                  <a:lnTo>
                    <a:pt x="3372" y="156"/>
                  </a:lnTo>
                  <a:lnTo>
                    <a:pt x="3432" y="156"/>
                  </a:lnTo>
                  <a:lnTo>
                    <a:pt x="3426" y="138"/>
                  </a:lnTo>
                  <a:lnTo>
                    <a:pt x="3402" y="102"/>
                  </a:lnTo>
                  <a:lnTo>
                    <a:pt x="3384" y="96"/>
                  </a:lnTo>
                  <a:lnTo>
                    <a:pt x="3372" y="90"/>
                  </a:lnTo>
                  <a:lnTo>
                    <a:pt x="3354" y="96"/>
                  </a:lnTo>
                  <a:lnTo>
                    <a:pt x="3318" y="114"/>
                  </a:lnTo>
                  <a:lnTo>
                    <a:pt x="3294" y="90"/>
                  </a:lnTo>
                  <a:lnTo>
                    <a:pt x="3282" y="90"/>
                  </a:lnTo>
                  <a:lnTo>
                    <a:pt x="3210" y="102"/>
                  </a:lnTo>
                  <a:lnTo>
                    <a:pt x="3174" y="114"/>
                  </a:lnTo>
                  <a:lnTo>
                    <a:pt x="3162" y="120"/>
                  </a:lnTo>
                  <a:close/>
                  <a:moveTo>
                    <a:pt x="3582" y="198"/>
                  </a:moveTo>
                  <a:lnTo>
                    <a:pt x="3744" y="192"/>
                  </a:lnTo>
                  <a:lnTo>
                    <a:pt x="3702" y="168"/>
                  </a:lnTo>
                  <a:lnTo>
                    <a:pt x="3696" y="168"/>
                  </a:lnTo>
                  <a:lnTo>
                    <a:pt x="3690" y="162"/>
                  </a:lnTo>
                  <a:lnTo>
                    <a:pt x="3666" y="150"/>
                  </a:lnTo>
                  <a:lnTo>
                    <a:pt x="3648" y="144"/>
                  </a:lnTo>
                  <a:lnTo>
                    <a:pt x="3636" y="138"/>
                  </a:lnTo>
                  <a:lnTo>
                    <a:pt x="3618" y="138"/>
                  </a:lnTo>
                  <a:lnTo>
                    <a:pt x="3606" y="144"/>
                  </a:lnTo>
                  <a:lnTo>
                    <a:pt x="3600" y="150"/>
                  </a:lnTo>
                  <a:lnTo>
                    <a:pt x="3588" y="156"/>
                  </a:lnTo>
                  <a:lnTo>
                    <a:pt x="3588" y="150"/>
                  </a:lnTo>
                  <a:lnTo>
                    <a:pt x="3582" y="144"/>
                  </a:lnTo>
                  <a:lnTo>
                    <a:pt x="3576" y="132"/>
                  </a:lnTo>
                  <a:lnTo>
                    <a:pt x="3570" y="126"/>
                  </a:lnTo>
                  <a:lnTo>
                    <a:pt x="3546" y="114"/>
                  </a:lnTo>
                  <a:lnTo>
                    <a:pt x="3522" y="126"/>
                  </a:lnTo>
                  <a:lnTo>
                    <a:pt x="3504" y="162"/>
                  </a:lnTo>
                  <a:lnTo>
                    <a:pt x="3498" y="192"/>
                  </a:lnTo>
                  <a:lnTo>
                    <a:pt x="3492" y="210"/>
                  </a:lnTo>
                  <a:lnTo>
                    <a:pt x="3516" y="222"/>
                  </a:lnTo>
                  <a:lnTo>
                    <a:pt x="3534" y="216"/>
                  </a:lnTo>
                  <a:lnTo>
                    <a:pt x="3546" y="216"/>
                  </a:lnTo>
                  <a:lnTo>
                    <a:pt x="3582" y="198"/>
                  </a:lnTo>
                  <a:close/>
                  <a:moveTo>
                    <a:pt x="5622" y="420"/>
                  </a:moveTo>
                  <a:lnTo>
                    <a:pt x="5640" y="390"/>
                  </a:lnTo>
                  <a:lnTo>
                    <a:pt x="5754" y="390"/>
                  </a:lnTo>
                  <a:lnTo>
                    <a:pt x="5688" y="360"/>
                  </a:lnTo>
                  <a:lnTo>
                    <a:pt x="5700" y="336"/>
                  </a:lnTo>
                  <a:lnTo>
                    <a:pt x="5610" y="318"/>
                  </a:lnTo>
                  <a:lnTo>
                    <a:pt x="5628" y="348"/>
                  </a:lnTo>
                  <a:lnTo>
                    <a:pt x="5616" y="342"/>
                  </a:lnTo>
                  <a:lnTo>
                    <a:pt x="5592" y="336"/>
                  </a:lnTo>
                  <a:lnTo>
                    <a:pt x="5556" y="330"/>
                  </a:lnTo>
                  <a:lnTo>
                    <a:pt x="5514" y="318"/>
                  </a:lnTo>
                  <a:lnTo>
                    <a:pt x="5454" y="318"/>
                  </a:lnTo>
                  <a:lnTo>
                    <a:pt x="5448" y="330"/>
                  </a:lnTo>
                  <a:lnTo>
                    <a:pt x="5460" y="354"/>
                  </a:lnTo>
                  <a:lnTo>
                    <a:pt x="5496" y="372"/>
                  </a:lnTo>
                  <a:lnTo>
                    <a:pt x="5538" y="390"/>
                  </a:lnTo>
                  <a:lnTo>
                    <a:pt x="5574" y="408"/>
                  </a:lnTo>
                  <a:lnTo>
                    <a:pt x="5610" y="414"/>
                  </a:lnTo>
                  <a:lnTo>
                    <a:pt x="5622" y="420"/>
                  </a:lnTo>
                  <a:close/>
                  <a:moveTo>
                    <a:pt x="4320" y="432"/>
                  </a:moveTo>
                  <a:lnTo>
                    <a:pt x="4368" y="444"/>
                  </a:lnTo>
                  <a:lnTo>
                    <a:pt x="4380" y="444"/>
                  </a:lnTo>
                  <a:lnTo>
                    <a:pt x="4392" y="438"/>
                  </a:lnTo>
                  <a:lnTo>
                    <a:pt x="4398" y="438"/>
                  </a:lnTo>
                  <a:lnTo>
                    <a:pt x="4404" y="432"/>
                  </a:lnTo>
                  <a:lnTo>
                    <a:pt x="4404" y="426"/>
                  </a:lnTo>
                  <a:lnTo>
                    <a:pt x="4398" y="426"/>
                  </a:lnTo>
                  <a:lnTo>
                    <a:pt x="4362" y="414"/>
                  </a:lnTo>
                  <a:lnTo>
                    <a:pt x="4344" y="420"/>
                  </a:lnTo>
                  <a:lnTo>
                    <a:pt x="4332" y="420"/>
                  </a:lnTo>
                  <a:lnTo>
                    <a:pt x="4320" y="432"/>
                  </a:lnTo>
                  <a:close/>
                  <a:moveTo>
                    <a:pt x="5424" y="354"/>
                  </a:moveTo>
                  <a:lnTo>
                    <a:pt x="5370" y="336"/>
                  </a:lnTo>
                  <a:lnTo>
                    <a:pt x="5394" y="366"/>
                  </a:lnTo>
                  <a:lnTo>
                    <a:pt x="5424" y="354"/>
                  </a:lnTo>
                  <a:close/>
                  <a:moveTo>
                    <a:pt x="7986" y="666"/>
                  </a:moveTo>
                  <a:lnTo>
                    <a:pt x="8034" y="654"/>
                  </a:lnTo>
                  <a:lnTo>
                    <a:pt x="8088" y="654"/>
                  </a:lnTo>
                  <a:lnTo>
                    <a:pt x="8100" y="648"/>
                  </a:lnTo>
                  <a:lnTo>
                    <a:pt x="8106" y="642"/>
                  </a:lnTo>
                  <a:lnTo>
                    <a:pt x="8106" y="636"/>
                  </a:lnTo>
                  <a:lnTo>
                    <a:pt x="8100" y="630"/>
                  </a:lnTo>
                  <a:lnTo>
                    <a:pt x="8088" y="630"/>
                  </a:lnTo>
                  <a:lnTo>
                    <a:pt x="8052" y="618"/>
                  </a:lnTo>
                  <a:lnTo>
                    <a:pt x="8028" y="612"/>
                  </a:lnTo>
                  <a:lnTo>
                    <a:pt x="8010" y="606"/>
                  </a:lnTo>
                  <a:lnTo>
                    <a:pt x="7968" y="606"/>
                  </a:lnTo>
                  <a:lnTo>
                    <a:pt x="7944" y="618"/>
                  </a:lnTo>
                  <a:lnTo>
                    <a:pt x="7938" y="630"/>
                  </a:lnTo>
                  <a:lnTo>
                    <a:pt x="7938" y="654"/>
                  </a:lnTo>
                  <a:lnTo>
                    <a:pt x="7944" y="666"/>
                  </a:lnTo>
                  <a:lnTo>
                    <a:pt x="7950" y="666"/>
                  </a:lnTo>
                  <a:lnTo>
                    <a:pt x="7962" y="672"/>
                  </a:lnTo>
                  <a:lnTo>
                    <a:pt x="7968" y="672"/>
                  </a:lnTo>
                  <a:lnTo>
                    <a:pt x="7980" y="666"/>
                  </a:lnTo>
                  <a:lnTo>
                    <a:pt x="7986" y="666"/>
                  </a:lnTo>
                  <a:close/>
                  <a:moveTo>
                    <a:pt x="162" y="1788"/>
                  </a:moveTo>
                  <a:lnTo>
                    <a:pt x="150" y="1788"/>
                  </a:lnTo>
                  <a:lnTo>
                    <a:pt x="138" y="1794"/>
                  </a:lnTo>
                  <a:lnTo>
                    <a:pt x="114" y="1794"/>
                  </a:lnTo>
                  <a:lnTo>
                    <a:pt x="108" y="1788"/>
                  </a:lnTo>
                  <a:lnTo>
                    <a:pt x="96" y="1788"/>
                  </a:lnTo>
                  <a:lnTo>
                    <a:pt x="96" y="1782"/>
                  </a:lnTo>
                  <a:lnTo>
                    <a:pt x="84" y="1782"/>
                  </a:lnTo>
                  <a:lnTo>
                    <a:pt x="84" y="1788"/>
                  </a:lnTo>
                  <a:lnTo>
                    <a:pt x="72" y="1800"/>
                  </a:lnTo>
                  <a:lnTo>
                    <a:pt x="12" y="1800"/>
                  </a:lnTo>
                  <a:lnTo>
                    <a:pt x="0" y="1812"/>
                  </a:lnTo>
                  <a:lnTo>
                    <a:pt x="0" y="1818"/>
                  </a:lnTo>
                  <a:lnTo>
                    <a:pt x="12" y="1830"/>
                  </a:lnTo>
                  <a:lnTo>
                    <a:pt x="6" y="1842"/>
                  </a:lnTo>
                  <a:lnTo>
                    <a:pt x="12" y="1848"/>
                  </a:lnTo>
                  <a:lnTo>
                    <a:pt x="18" y="1848"/>
                  </a:lnTo>
                  <a:lnTo>
                    <a:pt x="24" y="1842"/>
                  </a:lnTo>
                  <a:lnTo>
                    <a:pt x="48" y="1842"/>
                  </a:lnTo>
                  <a:lnTo>
                    <a:pt x="54" y="1848"/>
                  </a:lnTo>
                  <a:lnTo>
                    <a:pt x="66" y="1848"/>
                  </a:lnTo>
                  <a:lnTo>
                    <a:pt x="72" y="1854"/>
                  </a:lnTo>
                  <a:lnTo>
                    <a:pt x="162" y="1854"/>
                  </a:lnTo>
                  <a:lnTo>
                    <a:pt x="162" y="1848"/>
                  </a:lnTo>
                  <a:lnTo>
                    <a:pt x="168" y="1848"/>
                  </a:lnTo>
                  <a:lnTo>
                    <a:pt x="162" y="1830"/>
                  </a:lnTo>
                  <a:lnTo>
                    <a:pt x="174" y="1818"/>
                  </a:lnTo>
                  <a:lnTo>
                    <a:pt x="174" y="1800"/>
                  </a:lnTo>
                  <a:lnTo>
                    <a:pt x="168" y="1788"/>
                  </a:lnTo>
                  <a:lnTo>
                    <a:pt x="162" y="1788"/>
                  </a:lnTo>
                  <a:close/>
                  <a:moveTo>
                    <a:pt x="1038" y="90"/>
                  </a:moveTo>
                  <a:lnTo>
                    <a:pt x="1062" y="72"/>
                  </a:lnTo>
                  <a:lnTo>
                    <a:pt x="1032" y="72"/>
                  </a:lnTo>
                  <a:lnTo>
                    <a:pt x="1032" y="84"/>
                  </a:lnTo>
                  <a:lnTo>
                    <a:pt x="1038" y="90"/>
                  </a:lnTo>
                  <a:close/>
                  <a:moveTo>
                    <a:pt x="990" y="72"/>
                  </a:moveTo>
                  <a:lnTo>
                    <a:pt x="1074" y="54"/>
                  </a:lnTo>
                  <a:lnTo>
                    <a:pt x="1044" y="42"/>
                  </a:lnTo>
                  <a:lnTo>
                    <a:pt x="996" y="54"/>
                  </a:lnTo>
                  <a:lnTo>
                    <a:pt x="948" y="54"/>
                  </a:lnTo>
                  <a:lnTo>
                    <a:pt x="966" y="66"/>
                  </a:lnTo>
                  <a:lnTo>
                    <a:pt x="990" y="72"/>
                  </a:lnTo>
                  <a:close/>
                  <a:moveTo>
                    <a:pt x="1122" y="90"/>
                  </a:moveTo>
                  <a:lnTo>
                    <a:pt x="1128" y="78"/>
                  </a:lnTo>
                  <a:lnTo>
                    <a:pt x="1152" y="78"/>
                  </a:lnTo>
                  <a:lnTo>
                    <a:pt x="1164" y="66"/>
                  </a:lnTo>
                  <a:lnTo>
                    <a:pt x="1218" y="66"/>
                  </a:lnTo>
                  <a:lnTo>
                    <a:pt x="1218" y="60"/>
                  </a:lnTo>
                  <a:lnTo>
                    <a:pt x="1206" y="54"/>
                  </a:lnTo>
                  <a:lnTo>
                    <a:pt x="1182" y="54"/>
                  </a:lnTo>
                  <a:lnTo>
                    <a:pt x="1182" y="48"/>
                  </a:lnTo>
                  <a:lnTo>
                    <a:pt x="1176" y="48"/>
                  </a:lnTo>
                  <a:lnTo>
                    <a:pt x="1164" y="42"/>
                  </a:lnTo>
                  <a:lnTo>
                    <a:pt x="1140" y="42"/>
                  </a:lnTo>
                  <a:lnTo>
                    <a:pt x="1134" y="48"/>
                  </a:lnTo>
                  <a:lnTo>
                    <a:pt x="1128" y="60"/>
                  </a:lnTo>
                  <a:lnTo>
                    <a:pt x="1128" y="66"/>
                  </a:lnTo>
                  <a:lnTo>
                    <a:pt x="1122" y="66"/>
                  </a:lnTo>
                  <a:lnTo>
                    <a:pt x="1116" y="72"/>
                  </a:lnTo>
                  <a:lnTo>
                    <a:pt x="1104" y="72"/>
                  </a:lnTo>
                  <a:lnTo>
                    <a:pt x="1086" y="78"/>
                  </a:lnTo>
                  <a:lnTo>
                    <a:pt x="1080" y="78"/>
                  </a:lnTo>
                  <a:lnTo>
                    <a:pt x="1074" y="84"/>
                  </a:lnTo>
                  <a:lnTo>
                    <a:pt x="1080" y="84"/>
                  </a:lnTo>
                  <a:lnTo>
                    <a:pt x="1092" y="90"/>
                  </a:lnTo>
                  <a:lnTo>
                    <a:pt x="1122" y="90"/>
                  </a:lnTo>
                  <a:close/>
                  <a:moveTo>
                    <a:pt x="1176" y="78"/>
                  </a:moveTo>
                  <a:lnTo>
                    <a:pt x="1158" y="90"/>
                  </a:lnTo>
                  <a:lnTo>
                    <a:pt x="1176" y="102"/>
                  </a:lnTo>
                  <a:lnTo>
                    <a:pt x="1194" y="108"/>
                  </a:lnTo>
                  <a:lnTo>
                    <a:pt x="1248" y="102"/>
                  </a:lnTo>
                  <a:lnTo>
                    <a:pt x="1242" y="90"/>
                  </a:lnTo>
                  <a:lnTo>
                    <a:pt x="1212" y="90"/>
                  </a:lnTo>
                  <a:lnTo>
                    <a:pt x="1176" y="78"/>
                  </a:lnTo>
                  <a:close/>
                  <a:moveTo>
                    <a:pt x="7812" y="2436"/>
                  </a:moveTo>
                  <a:lnTo>
                    <a:pt x="7782" y="2400"/>
                  </a:lnTo>
                  <a:lnTo>
                    <a:pt x="7776" y="2400"/>
                  </a:lnTo>
                  <a:lnTo>
                    <a:pt x="7770" y="2394"/>
                  </a:lnTo>
                  <a:lnTo>
                    <a:pt x="7752" y="2388"/>
                  </a:lnTo>
                  <a:lnTo>
                    <a:pt x="7728" y="2364"/>
                  </a:lnTo>
                  <a:lnTo>
                    <a:pt x="7722" y="2352"/>
                  </a:lnTo>
                  <a:lnTo>
                    <a:pt x="7704" y="2298"/>
                  </a:lnTo>
                  <a:lnTo>
                    <a:pt x="7698" y="2286"/>
                  </a:lnTo>
                  <a:lnTo>
                    <a:pt x="7698" y="2274"/>
                  </a:lnTo>
                  <a:lnTo>
                    <a:pt x="7674" y="2250"/>
                  </a:lnTo>
                  <a:lnTo>
                    <a:pt x="7680" y="2244"/>
                  </a:lnTo>
                  <a:lnTo>
                    <a:pt x="7698" y="2244"/>
                  </a:lnTo>
                  <a:lnTo>
                    <a:pt x="7770" y="2268"/>
                  </a:lnTo>
                  <a:lnTo>
                    <a:pt x="7800" y="2280"/>
                  </a:lnTo>
                  <a:lnTo>
                    <a:pt x="7812" y="2286"/>
                  </a:lnTo>
                  <a:lnTo>
                    <a:pt x="7740" y="2232"/>
                  </a:lnTo>
                  <a:lnTo>
                    <a:pt x="7734" y="2226"/>
                  </a:lnTo>
                  <a:lnTo>
                    <a:pt x="7722" y="2202"/>
                  </a:lnTo>
                  <a:lnTo>
                    <a:pt x="7710" y="2196"/>
                  </a:lnTo>
                  <a:lnTo>
                    <a:pt x="7704" y="2184"/>
                  </a:lnTo>
                  <a:lnTo>
                    <a:pt x="7698" y="2178"/>
                  </a:lnTo>
                  <a:lnTo>
                    <a:pt x="7674" y="2166"/>
                  </a:lnTo>
                  <a:lnTo>
                    <a:pt x="7668" y="2160"/>
                  </a:lnTo>
                  <a:lnTo>
                    <a:pt x="7656" y="2154"/>
                  </a:lnTo>
                  <a:lnTo>
                    <a:pt x="7578" y="2070"/>
                  </a:lnTo>
                  <a:lnTo>
                    <a:pt x="7554" y="2070"/>
                  </a:lnTo>
                  <a:lnTo>
                    <a:pt x="7542" y="2040"/>
                  </a:lnTo>
                  <a:lnTo>
                    <a:pt x="7524" y="2040"/>
                  </a:lnTo>
                  <a:lnTo>
                    <a:pt x="7512" y="2028"/>
                  </a:lnTo>
                  <a:lnTo>
                    <a:pt x="7500" y="2004"/>
                  </a:lnTo>
                  <a:lnTo>
                    <a:pt x="7500" y="1980"/>
                  </a:lnTo>
                  <a:lnTo>
                    <a:pt x="7470" y="1944"/>
                  </a:lnTo>
                  <a:lnTo>
                    <a:pt x="7446" y="1950"/>
                  </a:lnTo>
                  <a:lnTo>
                    <a:pt x="7434" y="1920"/>
                  </a:lnTo>
                  <a:lnTo>
                    <a:pt x="7392" y="1890"/>
                  </a:lnTo>
                  <a:lnTo>
                    <a:pt x="7380" y="1866"/>
                  </a:lnTo>
                  <a:lnTo>
                    <a:pt x="7368" y="1860"/>
                  </a:lnTo>
                  <a:lnTo>
                    <a:pt x="7362" y="1854"/>
                  </a:lnTo>
                  <a:lnTo>
                    <a:pt x="7344" y="1854"/>
                  </a:lnTo>
                  <a:lnTo>
                    <a:pt x="7344" y="1860"/>
                  </a:lnTo>
                  <a:lnTo>
                    <a:pt x="7392" y="1908"/>
                  </a:lnTo>
                  <a:lnTo>
                    <a:pt x="7392" y="1914"/>
                  </a:lnTo>
                  <a:lnTo>
                    <a:pt x="7386" y="1914"/>
                  </a:lnTo>
                  <a:lnTo>
                    <a:pt x="7380" y="1908"/>
                  </a:lnTo>
                  <a:lnTo>
                    <a:pt x="7368" y="1908"/>
                  </a:lnTo>
                  <a:lnTo>
                    <a:pt x="7362" y="1914"/>
                  </a:lnTo>
                  <a:lnTo>
                    <a:pt x="7362" y="1926"/>
                  </a:lnTo>
                  <a:lnTo>
                    <a:pt x="7374" y="1950"/>
                  </a:lnTo>
                  <a:lnTo>
                    <a:pt x="7386" y="1962"/>
                  </a:lnTo>
                  <a:lnTo>
                    <a:pt x="7392" y="1974"/>
                  </a:lnTo>
                  <a:lnTo>
                    <a:pt x="7404" y="1980"/>
                  </a:lnTo>
                  <a:lnTo>
                    <a:pt x="7404" y="1992"/>
                  </a:lnTo>
                  <a:lnTo>
                    <a:pt x="7416" y="2016"/>
                  </a:lnTo>
                  <a:lnTo>
                    <a:pt x="7422" y="2022"/>
                  </a:lnTo>
                  <a:lnTo>
                    <a:pt x="7440" y="2034"/>
                  </a:lnTo>
                  <a:lnTo>
                    <a:pt x="7470" y="2052"/>
                  </a:lnTo>
                  <a:lnTo>
                    <a:pt x="7500" y="2076"/>
                  </a:lnTo>
                  <a:lnTo>
                    <a:pt x="7518" y="2100"/>
                  </a:lnTo>
                  <a:lnTo>
                    <a:pt x="7524" y="2112"/>
                  </a:lnTo>
                  <a:lnTo>
                    <a:pt x="7536" y="2130"/>
                  </a:lnTo>
                  <a:lnTo>
                    <a:pt x="7536" y="2142"/>
                  </a:lnTo>
                  <a:lnTo>
                    <a:pt x="7548" y="2154"/>
                  </a:lnTo>
                  <a:lnTo>
                    <a:pt x="7554" y="2166"/>
                  </a:lnTo>
                  <a:lnTo>
                    <a:pt x="7572" y="2184"/>
                  </a:lnTo>
                  <a:lnTo>
                    <a:pt x="7590" y="2208"/>
                  </a:lnTo>
                  <a:lnTo>
                    <a:pt x="7608" y="2238"/>
                  </a:lnTo>
                  <a:lnTo>
                    <a:pt x="7620" y="2262"/>
                  </a:lnTo>
                  <a:lnTo>
                    <a:pt x="7626" y="2268"/>
                  </a:lnTo>
                  <a:lnTo>
                    <a:pt x="7626" y="2280"/>
                  </a:lnTo>
                  <a:lnTo>
                    <a:pt x="7632" y="2292"/>
                  </a:lnTo>
                  <a:lnTo>
                    <a:pt x="7644" y="2304"/>
                  </a:lnTo>
                  <a:lnTo>
                    <a:pt x="7656" y="2304"/>
                  </a:lnTo>
                  <a:lnTo>
                    <a:pt x="7668" y="2310"/>
                  </a:lnTo>
                  <a:lnTo>
                    <a:pt x="7674" y="2322"/>
                  </a:lnTo>
                  <a:lnTo>
                    <a:pt x="7686" y="2334"/>
                  </a:lnTo>
                  <a:lnTo>
                    <a:pt x="7698" y="2358"/>
                  </a:lnTo>
                  <a:lnTo>
                    <a:pt x="7698" y="2376"/>
                  </a:lnTo>
                  <a:lnTo>
                    <a:pt x="7740" y="2412"/>
                  </a:lnTo>
                  <a:lnTo>
                    <a:pt x="7752" y="2466"/>
                  </a:lnTo>
                  <a:lnTo>
                    <a:pt x="7794" y="2508"/>
                  </a:lnTo>
                  <a:lnTo>
                    <a:pt x="7794" y="2502"/>
                  </a:lnTo>
                  <a:lnTo>
                    <a:pt x="7788" y="2496"/>
                  </a:lnTo>
                  <a:lnTo>
                    <a:pt x="7788" y="2484"/>
                  </a:lnTo>
                  <a:lnTo>
                    <a:pt x="7782" y="2472"/>
                  </a:lnTo>
                  <a:lnTo>
                    <a:pt x="7782" y="2460"/>
                  </a:lnTo>
                  <a:lnTo>
                    <a:pt x="7776" y="2448"/>
                  </a:lnTo>
                  <a:lnTo>
                    <a:pt x="7782" y="2442"/>
                  </a:lnTo>
                  <a:lnTo>
                    <a:pt x="7788" y="2442"/>
                  </a:lnTo>
                  <a:lnTo>
                    <a:pt x="7800" y="2454"/>
                  </a:lnTo>
                  <a:lnTo>
                    <a:pt x="7830" y="2454"/>
                  </a:lnTo>
                  <a:lnTo>
                    <a:pt x="7866" y="2496"/>
                  </a:lnTo>
                  <a:lnTo>
                    <a:pt x="7866" y="2472"/>
                  </a:lnTo>
                  <a:lnTo>
                    <a:pt x="7836" y="2430"/>
                  </a:lnTo>
                  <a:lnTo>
                    <a:pt x="7812" y="2436"/>
                  </a:lnTo>
                  <a:close/>
                  <a:moveTo>
                    <a:pt x="1344" y="84"/>
                  </a:moveTo>
                  <a:lnTo>
                    <a:pt x="1350" y="72"/>
                  </a:lnTo>
                  <a:lnTo>
                    <a:pt x="1308" y="66"/>
                  </a:lnTo>
                  <a:lnTo>
                    <a:pt x="1284" y="78"/>
                  </a:lnTo>
                  <a:lnTo>
                    <a:pt x="1290" y="90"/>
                  </a:lnTo>
                  <a:lnTo>
                    <a:pt x="1344" y="84"/>
                  </a:lnTo>
                  <a:close/>
                  <a:moveTo>
                    <a:pt x="9048" y="996"/>
                  </a:moveTo>
                  <a:lnTo>
                    <a:pt x="9036" y="984"/>
                  </a:lnTo>
                  <a:lnTo>
                    <a:pt x="9024" y="978"/>
                  </a:lnTo>
                  <a:lnTo>
                    <a:pt x="9006" y="972"/>
                  </a:lnTo>
                  <a:lnTo>
                    <a:pt x="8994" y="966"/>
                  </a:lnTo>
                  <a:lnTo>
                    <a:pt x="8982" y="966"/>
                  </a:lnTo>
                  <a:lnTo>
                    <a:pt x="8940" y="948"/>
                  </a:lnTo>
                  <a:lnTo>
                    <a:pt x="8898" y="948"/>
                  </a:lnTo>
                  <a:lnTo>
                    <a:pt x="8868" y="930"/>
                  </a:lnTo>
                  <a:lnTo>
                    <a:pt x="8778" y="924"/>
                  </a:lnTo>
                  <a:lnTo>
                    <a:pt x="8736" y="906"/>
                  </a:lnTo>
                  <a:lnTo>
                    <a:pt x="8700" y="906"/>
                  </a:lnTo>
                  <a:lnTo>
                    <a:pt x="8754" y="942"/>
                  </a:lnTo>
                  <a:lnTo>
                    <a:pt x="8808" y="966"/>
                  </a:lnTo>
                  <a:lnTo>
                    <a:pt x="8796" y="966"/>
                  </a:lnTo>
                  <a:lnTo>
                    <a:pt x="8784" y="972"/>
                  </a:lnTo>
                  <a:lnTo>
                    <a:pt x="8754" y="972"/>
                  </a:lnTo>
                  <a:lnTo>
                    <a:pt x="8730" y="960"/>
                  </a:lnTo>
                  <a:lnTo>
                    <a:pt x="8676" y="906"/>
                  </a:lnTo>
                  <a:lnTo>
                    <a:pt x="8580" y="870"/>
                  </a:lnTo>
                  <a:lnTo>
                    <a:pt x="8496" y="846"/>
                  </a:lnTo>
                  <a:lnTo>
                    <a:pt x="8442" y="834"/>
                  </a:lnTo>
                  <a:lnTo>
                    <a:pt x="8370" y="822"/>
                  </a:lnTo>
                  <a:lnTo>
                    <a:pt x="8280" y="804"/>
                  </a:lnTo>
                  <a:lnTo>
                    <a:pt x="8190" y="780"/>
                  </a:lnTo>
                  <a:lnTo>
                    <a:pt x="8112" y="762"/>
                  </a:lnTo>
                  <a:lnTo>
                    <a:pt x="8052" y="750"/>
                  </a:lnTo>
                  <a:lnTo>
                    <a:pt x="7998" y="738"/>
                  </a:lnTo>
                  <a:lnTo>
                    <a:pt x="7956" y="732"/>
                  </a:lnTo>
                  <a:lnTo>
                    <a:pt x="7758" y="732"/>
                  </a:lnTo>
                  <a:lnTo>
                    <a:pt x="7746" y="714"/>
                  </a:lnTo>
                  <a:lnTo>
                    <a:pt x="7698" y="720"/>
                  </a:lnTo>
                  <a:lnTo>
                    <a:pt x="7680" y="708"/>
                  </a:lnTo>
                  <a:lnTo>
                    <a:pt x="7626" y="708"/>
                  </a:lnTo>
                  <a:lnTo>
                    <a:pt x="7650" y="726"/>
                  </a:lnTo>
                  <a:lnTo>
                    <a:pt x="7644" y="744"/>
                  </a:lnTo>
                  <a:lnTo>
                    <a:pt x="7656" y="744"/>
                  </a:lnTo>
                  <a:lnTo>
                    <a:pt x="7680" y="756"/>
                  </a:lnTo>
                  <a:lnTo>
                    <a:pt x="7716" y="762"/>
                  </a:lnTo>
                  <a:lnTo>
                    <a:pt x="7740" y="774"/>
                  </a:lnTo>
                  <a:lnTo>
                    <a:pt x="7758" y="786"/>
                  </a:lnTo>
                  <a:lnTo>
                    <a:pt x="7752" y="798"/>
                  </a:lnTo>
                  <a:lnTo>
                    <a:pt x="7728" y="804"/>
                  </a:lnTo>
                  <a:lnTo>
                    <a:pt x="7698" y="804"/>
                  </a:lnTo>
                  <a:lnTo>
                    <a:pt x="7686" y="798"/>
                  </a:lnTo>
                  <a:lnTo>
                    <a:pt x="7680" y="792"/>
                  </a:lnTo>
                  <a:lnTo>
                    <a:pt x="7656" y="774"/>
                  </a:lnTo>
                  <a:lnTo>
                    <a:pt x="7584" y="774"/>
                  </a:lnTo>
                  <a:lnTo>
                    <a:pt x="7530" y="738"/>
                  </a:lnTo>
                  <a:lnTo>
                    <a:pt x="7524" y="738"/>
                  </a:lnTo>
                  <a:lnTo>
                    <a:pt x="7518" y="744"/>
                  </a:lnTo>
                  <a:lnTo>
                    <a:pt x="7506" y="744"/>
                  </a:lnTo>
                  <a:lnTo>
                    <a:pt x="7500" y="750"/>
                  </a:lnTo>
                  <a:lnTo>
                    <a:pt x="7446" y="750"/>
                  </a:lnTo>
                  <a:lnTo>
                    <a:pt x="7440" y="738"/>
                  </a:lnTo>
                  <a:lnTo>
                    <a:pt x="7344" y="744"/>
                  </a:lnTo>
                  <a:lnTo>
                    <a:pt x="7320" y="726"/>
                  </a:lnTo>
                  <a:lnTo>
                    <a:pt x="7314" y="732"/>
                  </a:lnTo>
                  <a:lnTo>
                    <a:pt x="7212" y="732"/>
                  </a:lnTo>
                  <a:lnTo>
                    <a:pt x="7206" y="738"/>
                  </a:lnTo>
                  <a:lnTo>
                    <a:pt x="7212" y="744"/>
                  </a:lnTo>
                  <a:lnTo>
                    <a:pt x="7218" y="756"/>
                  </a:lnTo>
                  <a:lnTo>
                    <a:pt x="7254" y="792"/>
                  </a:lnTo>
                  <a:lnTo>
                    <a:pt x="7248" y="792"/>
                  </a:lnTo>
                  <a:lnTo>
                    <a:pt x="7242" y="786"/>
                  </a:lnTo>
                  <a:lnTo>
                    <a:pt x="7230" y="780"/>
                  </a:lnTo>
                  <a:lnTo>
                    <a:pt x="7218" y="768"/>
                  </a:lnTo>
                  <a:lnTo>
                    <a:pt x="7206" y="762"/>
                  </a:lnTo>
                  <a:lnTo>
                    <a:pt x="7194" y="750"/>
                  </a:lnTo>
                  <a:lnTo>
                    <a:pt x="7176" y="744"/>
                  </a:lnTo>
                  <a:lnTo>
                    <a:pt x="7104" y="732"/>
                  </a:lnTo>
                  <a:lnTo>
                    <a:pt x="7086" y="732"/>
                  </a:lnTo>
                  <a:lnTo>
                    <a:pt x="7086" y="726"/>
                  </a:lnTo>
                  <a:lnTo>
                    <a:pt x="7056" y="696"/>
                  </a:lnTo>
                  <a:lnTo>
                    <a:pt x="7032" y="684"/>
                  </a:lnTo>
                  <a:lnTo>
                    <a:pt x="6990" y="666"/>
                  </a:lnTo>
                  <a:lnTo>
                    <a:pt x="6948" y="660"/>
                  </a:lnTo>
                  <a:lnTo>
                    <a:pt x="6912" y="654"/>
                  </a:lnTo>
                  <a:lnTo>
                    <a:pt x="6882" y="654"/>
                  </a:lnTo>
                  <a:lnTo>
                    <a:pt x="6864" y="648"/>
                  </a:lnTo>
                  <a:lnTo>
                    <a:pt x="6834" y="648"/>
                  </a:lnTo>
                  <a:lnTo>
                    <a:pt x="6786" y="636"/>
                  </a:lnTo>
                  <a:lnTo>
                    <a:pt x="6774" y="642"/>
                  </a:lnTo>
                  <a:lnTo>
                    <a:pt x="6714" y="642"/>
                  </a:lnTo>
                  <a:lnTo>
                    <a:pt x="6696" y="660"/>
                  </a:lnTo>
                  <a:lnTo>
                    <a:pt x="6684" y="666"/>
                  </a:lnTo>
                  <a:lnTo>
                    <a:pt x="6648" y="666"/>
                  </a:lnTo>
                  <a:lnTo>
                    <a:pt x="6630" y="660"/>
                  </a:lnTo>
                  <a:lnTo>
                    <a:pt x="6594" y="660"/>
                  </a:lnTo>
                  <a:lnTo>
                    <a:pt x="6582" y="654"/>
                  </a:lnTo>
                  <a:lnTo>
                    <a:pt x="6576" y="648"/>
                  </a:lnTo>
                  <a:lnTo>
                    <a:pt x="6552" y="636"/>
                  </a:lnTo>
                  <a:lnTo>
                    <a:pt x="6534" y="630"/>
                  </a:lnTo>
                  <a:lnTo>
                    <a:pt x="6522" y="624"/>
                  </a:lnTo>
                  <a:lnTo>
                    <a:pt x="6498" y="624"/>
                  </a:lnTo>
                  <a:lnTo>
                    <a:pt x="6486" y="630"/>
                  </a:lnTo>
                  <a:lnTo>
                    <a:pt x="6474" y="612"/>
                  </a:lnTo>
                  <a:lnTo>
                    <a:pt x="6438" y="612"/>
                  </a:lnTo>
                  <a:lnTo>
                    <a:pt x="6372" y="606"/>
                  </a:lnTo>
                  <a:lnTo>
                    <a:pt x="6408" y="594"/>
                  </a:lnTo>
                  <a:lnTo>
                    <a:pt x="6372" y="570"/>
                  </a:lnTo>
                  <a:lnTo>
                    <a:pt x="6360" y="570"/>
                  </a:lnTo>
                  <a:lnTo>
                    <a:pt x="6324" y="564"/>
                  </a:lnTo>
                  <a:lnTo>
                    <a:pt x="6282" y="558"/>
                  </a:lnTo>
                  <a:lnTo>
                    <a:pt x="6246" y="558"/>
                  </a:lnTo>
                  <a:lnTo>
                    <a:pt x="6228" y="564"/>
                  </a:lnTo>
                  <a:lnTo>
                    <a:pt x="6228" y="594"/>
                  </a:lnTo>
                  <a:lnTo>
                    <a:pt x="6222" y="600"/>
                  </a:lnTo>
                  <a:lnTo>
                    <a:pt x="6192" y="600"/>
                  </a:lnTo>
                  <a:lnTo>
                    <a:pt x="6180" y="594"/>
                  </a:lnTo>
                  <a:lnTo>
                    <a:pt x="6168" y="594"/>
                  </a:lnTo>
                  <a:lnTo>
                    <a:pt x="6186" y="582"/>
                  </a:lnTo>
                  <a:lnTo>
                    <a:pt x="6168" y="570"/>
                  </a:lnTo>
                  <a:lnTo>
                    <a:pt x="6096" y="570"/>
                  </a:lnTo>
                  <a:lnTo>
                    <a:pt x="6114" y="558"/>
                  </a:lnTo>
                  <a:lnTo>
                    <a:pt x="6156" y="558"/>
                  </a:lnTo>
                  <a:lnTo>
                    <a:pt x="6216" y="588"/>
                  </a:lnTo>
                  <a:lnTo>
                    <a:pt x="6216" y="564"/>
                  </a:lnTo>
                  <a:lnTo>
                    <a:pt x="6162" y="540"/>
                  </a:lnTo>
                  <a:lnTo>
                    <a:pt x="6048" y="546"/>
                  </a:lnTo>
                  <a:lnTo>
                    <a:pt x="6048" y="534"/>
                  </a:lnTo>
                  <a:lnTo>
                    <a:pt x="5928" y="540"/>
                  </a:lnTo>
                  <a:lnTo>
                    <a:pt x="5880" y="522"/>
                  </a:lnTo>
                  <a:lnTo>
                    <a:pt x="5862" y="522"/>
                  </a:lnTo>
                  <a:lnTo>
                    <a:pt x="5898" y="546"/>
                  </a:lnTo>
                  <a:lnTo>
                    <a:pt x="5850" y="546"/>
                  </a:lnTo>
                  <a:lnTo>
                    <a:pt x="5838" y="552"/>
                  </a:lnTo>
                  <a:lnTo>
                    <a:pt x="5832" y="552"/>
                  </a:lnTo>
                  <a:lnTo>
                    <a:pt x="5832" y="558"/>
                  </a:lnTo>
                  <a:lnTo>
                    <a:pt x="5844" y="564"/>
                  </a:lnTo>
                  <a:lnTo>
                    <a:pt x="5850" y="570"/>
                  </a:lnTo>
                  <a:lnTo>
                    <a:pt x="5862" y="576"/>
                  </a:lnTo>
                  <a:lnTo>
                    <a:pt x="5892" y="576"/>
                  </a:lnTo>
                  <a:lnTo>
                    <a:pt x="5892" y="582"/>
                  </a:lnTo>
                  <a:lnTo>
                    <a:pt x="5952" y="618"/>
                  </a:lnTo>
                  <a:lnTo>
                    <a:pt x="5904" y="618"/>
                  </a:lnTo>
                  <a:lnTo>
                    <a:pt x="5898" y="612"/>
                  </a:lnTo>
                  <a:lnTo>
                    <a:pt x="5886" y="606"/>
                  </a:lnTo>
                  <a:lnTo>
                    <a:pt x="5874" y="606"/>
                  </a:lnTo>
                  <a:lnTo>
                    <a:pt x="5862" y="600"/>
                  </a:lnTo>
                  <a:lnTo>
                    <a:pt x="5844" y="618"/>
                  </a:lnTo>
                  <a:lnTo>
                    <a:pt x="5868" y="636"/>
                  </a:lnTo>
                  <a:lnTo>
                    <a:pt x="5814" y="630"/>
                  </a:lnTo>
                  <a:lnTo>
                    <a:pt x="5808" y="630"/>
                  </a:lnTo>
                  <a:lnTo>
                    <a:pt x="5802" y="624"/>
                  </a:lnTo>
                  <a:lnTo>
                    <a:pt x="5784" y="618"/>
                  </a:lnTo>
                  <a:lnTo>
                    <a:pt x="5766" y="618"/>
                  </a:lnTo>
                  <a:lnTo>
                    <a:pt x="5754" y="612"/>
                  </a:lnTo>
                  <a:lnTo>
                    <a:pt x="5736" y="606"/>
                  </a:lnTo>
                  <a:lnTo>
                    <a:pt x="5724" y="606"/>
                  </a:lnTo>
                  <a:lnTo>
                    <a:pt x="5712" y="612"/>
                  </a:lnTo>
                  <a:lnTo>
                    <a:pt x="5700" y="612"/>
                  </a:lnTo>
                  <a:lnTo>
                    <a:pt x="5688" y="618"/>
                  </a:lnTo>
                  <a:lnTo>
                    <a:pt x="5682" y="624"/>
                  </a:lnTo>
                  <a:lnTo>
                    <a:pt x="5676" y="624"/>
                  </a:lnTo>
                  <a:lnTo>
                    <a:pt x="5610" y="618"/>
                  </a:lnTo>
                  <a:lnTo>
                    <a:pt x="5604" y="618"/>
                  </a:lnTo>
                  <a:lnTo>
                    <a:pt x="5598" y="612"/>
                  </a:lnTo>
                  <a:lnTo>
                    <a:pt x="5562" y="594"/>
                  </a:lnTo>
                  <a:lnTo>
                    <a:pt x="5556" y="594"/>
                  </a:lnTo>
                  <a:lnTo>
                    <a:pt x="5550" y="588"/>
                  </a:lnTo>
                  <a:lnTo>
                    <a:pt x="5538" y="588"/>
                  </a:lnTo>
                  <a:lnTo>
                    <a:pt x="5538" y="606"/>
                  </a:lnTo>
                  <a:lnTo>
                    <a:pt x="5544" y="612"/>
                  </a:lnTo>
                  <a:lnTo>
                    <a:pt x="5550" y="624"/>
                  </a:lnTo>
                  <a:lnTo>
                    <a:pt x="5556" y="630"/>
                  </a:lnTo>
                  <a:lnTo>
                    <a:pt x="5562" y="642"/>
                  </a:lnTo>
                  <a:lnTo>
                    <a:pt x="5562" y="660"/>
                  </a:lnTo>
                  <a:lnTo>
                    <a:pt x="5556" y="666"/>
                  </a:lnTo>
                  <a:lnTo>
                    <a:pt x="5532" y="660"/>
                  </a:lnTo>
                  <a:lnTo>
                    <a:pt x="5424" y="624"/>
                  </a:lnTo>
                  <a:lnTo>
                    <a:pt x="5412" y="618"/>
                  </a:lnTo>
                  <a:lnTo>
                    <a:pt x="5406" y="618"/>
                  </a:lnTo>
                  <a:lnTo>
                    <a:pt x="5400" y="612"/>
                  </a:lnTo>
                  <a:lnTo>
                    <a:pt x="5394" y="600"/>
                  </a:lnTo>
                  <a:lnTo>
                    <a:pt x="5382" y="594"/>
                  </a:lnTo>
                  <a:lnTo>
                    <a:pt x="5376" y="588"/>
                  </a:lnTo>
                  <a:lnTo>
                    <a:pt x="5376" y="606"/>
                  </a:lnTo>
                  <a:lnTo>
                    <a:pt x="5322" y="588"/>
                  </a:lnTo>
                  <a:lnTo>
                    <a:pt x="5292" y="570"/>
                  </a:lnTo>
                  <a:lnTo>
                    <a:pt x="5298" y="570"/>
                  </a:lnTo>
                  <a:lnTo>
                    <a:pt x="5304" y="576"/>
                  </a:lnTo>
                  <a:lnTo>
                    <a:pt x="5328" y="576"/>
                  </a:lnTo>
                  <a:lnTo>
                    <a:pt x="5340" y="582"/>
                  </a:lnTo>
                  <a:lnTo>
                    <a:pt x="5352" y="582"/>
                  </a:lnTo>
                  <a:lnTo>
                    <a:pt x="5358" y="576"/>
                  </a:lnTo>
                  <a:lnTo>
                    <a:pt x="5358" y="570"/>
                  </a:lnTo>
                  <a:lnTo>
                    <a:pt x="5346" y="564"/>
                  </a:lnTo>
                  <a:lnTo>
                    <a:pt x="5334" y="552"/>
                  </a:lnTo>
                  <a:lnTo>
                    <a:pt x="5292" y="552"/>
                  </a:lnTo>
                  <a:lnTo>
                    <a:pt x="5304" y="540"/>
                  </a:lnTo>
                  <a:lnTo>
                    <a:pt x="5298" y="534"/>
                  </a:lnTo>
                  <a:lnTo>
                    <a:pt x="5286" y="528"/>
                  </a:lnTo>
                  <a:lnTo>
                    <a:pt x="5256" y="528"/>
                  </a:lnTo>
                  <a:lnTo>
                    <a:pt x="5268" y="510"/>
                  </a:lnTo>
                  <a:lnTo>
                    <a:pt x="5262" y="510"/>
                  </a:lnTo>
                  <a:lnTo>
                    <a:pt x="5256" y="504"/>
                  </a:lnTo>
                  <a:lnTo>
                    <a:pt x="5232" y="504"/>
                  </a:lnTo>
                  <a:lnTo>
                    <a:pt x="5220" y="498"/>
                  </a:lnTo>
                  <a:lnTo>
                    <a:pt x="5208" y="498"/>
                  </a:lnTo>
                  <a:lnTo>
                    <a:pt x="5202" y="492"/>
                  </a:lnTo>
                  <a:lnTo>
                    <a:pt x="5190" y="492"/>
                  </a:lnTo>
                  <a:lnTo>
                    <a:pt x="5184" y="486"/>
                  </a:lnTo>
                  <a:lnTo>
                    <a:pt x="5142" y="486"/>
                  </a:lnTo>
                  <a:lnTo>
                    <a:pt x="5130" y="492"/>
                  </a:lnTo>
                  <a:lnTo>
                    <a:pt x="5094" y="492"/>
                  </a:lnTo>
                  <a:lnTo>
                    <a:pt x="5076" y="486"/>
                  </a:lnTo>
                  <a:lnTo>
                    <a:pt x="5070" y="480"/>
                  </a:lnTo>
                  <a:lnTo>
                    <a:pt x="5064" y="480"/>
                  </a:lnTo>
                  <a:lnTo>
                    <a:pt x="5040" y="486"/>
                  </a:lnTo>
                  <a:lnTo>
                    <a:pt x="5040" y="474"/>
                  </a:lnTo>
                  <a:lnTo>
                    <a:pt x="4992" y="468"/>
                  </a:lnTo>
                  <a:lnTo>
                    <a:pt x="4980" y="456"/>
                  </a:lnTo>
                  <a:lnTo>
                    <a:pt x="4974" y="474"/>
                  </a:lnTo>
                  <a:lnTo>
                    <a:pt x="4956" y="480"/>
                  </a:lnTo>
                  <a:lnTo>
                    <a:pt x="4986" y="498"/>
                  </a:lnTo>
                  <a:lnTo>
                    <a:pt x="5010" y="528"/>
                  </a:lnTo>
                  <a:lnTo>
                    <a:pt x="4962" y="522"/>
                  </a:lnTo>
                  <a:lnTo>
                    <a:pt x="4956" y="516"/>
                  </a:lnTo>
                  <a:lnTo>
                    <a:pt x="4890" y="522"/>
                  </a:lnTo>
                  <a:lnTo>
                    <a:pt x="4872" y="528"/>
                  </a:lnTo>
                  <a:lnTo>
                    <a:pt x="4872" y="516"/>
                  </a:lnTo>
                  <a:lnTo>
                    <a:pt x="4824" y="522"/>
                  </a:lnTo>
                  <a:lnTo>
                    <a:pt x="4818" y="510"/>
                  </a:lnTo>
                  <a:lnTo>
                    <a:pt x="4764" y="510"/>
                  </a:lnTo>
                  <a:lnTo>
                    <a:pt x="4728" y="504"/>
                  </a:lnTo>
                  <a:lnTo>
                    <a:pt x="4746" y="480"/>
                  </a:lnTo>
                  <a:lnTo>
                    <a:pt x="4620" y="480"/>
                  </a:lnTo>
                  <a:lnTo>
                    <a:pt x="4608" y="468"/>
                  </a:lnTo>
                  <a:lnTo>
                    <a:pt x="4602" y="474"/>
                  </a:lnTo>
                  <a:lnTo>
                    <a:pt x="4590" y="468"/>
                  </a:lnTo>
                  <a:lnTo>
                    <a:pt x="4542" y="474"/>
                  </a:lnTo>
                  <a:lnTo>
                    <a:pt x="4548" y="486"/>
                  </a:lnTo>
                  <a:lnTo>
                    <a:pt x="4488" y="480"/>
                  </a:lnTo>
                  <a:lnTo>
                    <a:pt x="4476" y="486"/>
                  </a:lnTo>
                  <a:lnTo>
                    <a:pt x="4506" y="498"/>
                  </a:lnTo>
                  <a:lnTo>
                    <a:pt x="4464" y="492"/>
                  </a:lnTo>
                  <a:lnTo>
                    <a:pt x="4464" y="474"/>
                  </a:lnTo>
                  <a:lnTo>
                    <a:pt x="4434" y="456"/>
                  </a:lnTo>
                  <a:lnTo>
                    <a:pt x="4416" y="456"/>
                  </a:lnTo>
                  <a:lnTo>
                    <a:pt x="4428" y="474"/>
                  </a:lnTo>
                  <a:lnTo>
                    <a:pt x="4374" y="474"/>
                  </a:lnTo>
                  <a:lnTo>
                    <a:pt x="4368" y="468"/>
                  </a:lnTo>
                  <a:lnTo>
                    <a:pt x="4356" y="468"/>
                  </a:lnTo>
                  <a:lnTo>
                    <a:pt x="4350" y="456"/>
                  </a:lnTo>
                  <a:lnTo>
                    <a:pt x="4320" y="456"/>
                  </a:lnTo>
                  <a:lnTo>
                    <a:pt x="4296" y="444"/>
                  </a:lnTo>
                  <a:lnTo>
                    <a:pt x="4266" y="468"/>
                  </a:lnTo>
                  <a:lnTo>
                    <a:pt x="4320" y="474"/>
                  </a:lnTo>
                  <a:lnTo>
                    <a:pt x="4332" y="474"/>
                  </a:lnTo>
                  <a:lnTo>
                    <a:pt x="4326" y="480"/>
                  </a:lnTo>
                  <a:lnTo>
                    <a:pt x="4314" y="486"/>
                  </a:lnTo>
                  <a:lnTo>
                    <a:pt x="4308" y="492"/>
                  </a:lnTo>
                  <a:lnTo>
                    <a:pt x="4272" y="492"/>
                  </a:lnTo>
                  <a:lnTo>
                    <a:pt x="4266" y="498"/>
                  </a:lnTo>
                  <a:lnTo>
                    <a:pt x="4254" y="504"/>
                  </a:lnTo>
                  <a:lnTo>
                    <a:pt x="4182" y="504"/>
                  </a:lnTo>
                  <a:lnTo>
                    <a:pt x="4146" y="510"/>
                  </a:lnTo>
                  <a:lnTo>
                    <a:pt x="4134" y="534"/>
                  </a:lnTo>
                  <a:lnTo>
                    <a:pt x="4110" y="528"/>
                  </a:lnTo>
                  <a:lnTo>
                    <a:pt x="4110" y="516"/>
                  </a:lnTo>
                  <a:lnTo>
                    <a:pt x="4116" y="504"/>
                  </a:lnTo>
                  <a:lnTo>
                    <a:pt x="4122" y="498"/>
                  </a:lnTo>
                  <a:lnTo>
                    <a:pt x="4134" y="492"/>
                  </a:lnTo>
                  <a:lnTo>
                    <a:pt x="4152" y="492"/>
                  </a:lnTo>
                  <a:lnTo>
                    <a:pt x="4164" y="480"/>
                  </a:lnTo>
                  <a:lnTo>
                    <a:pt x="4206" y="474"/>
                  </a:lnTo>
                  <a:lnTo>
                    <a:pt x="4248" y="438"/>
                  </a:lnTo>
                  <a:lnTo>
                    <a:pt x="4248" y="426"/>
                  </a:lnTo>
                  <a:lnTo>
                    <a:pt x="4254" y="420"/>
                  </a:lnTo>
                  <a:lnTo>
                    <a:pt x="4266" y="414"/>
                  </a:lnTo>
                  <a:lnTo>
                    <a:pt x="4278" y="414"/>
                  </a:lnTo>
                  <a:lnTo>
                    <a:pt x="4290" y="408"/>
                  </a:lnTo>
                  <a:lnTo>
                    <a:pt x="4302" y="408"/>
                  </a:lnTo>
                  <a:lnTo>
                    <a:pt x="4320" y="402"/>
                  </a:lnTo>
                  <a:lnTo>
                    <a:pt x="4332" y="402"/>
                  </a:lnTo>
                  <a:lnTo>
                    <a:pt x="4344" y="396"/>
                  </a:lnTo>
                  <a:lnTo>
                    <a:pt x="4350" y="390"/>
                  </a:lnTo>
                  <a:lnTo>
                    <a:pt x="4356" y="378"/>
                  </a:lnTo>
                  <a:lnTo>
                    <a:pt x="4350" y="366"/>
                  </a:lnTo>
                  <a:lnTo>
                    <a:pt x="4344" y="360"/>
                  </a:lnTo>
                  <a:lnTo>
                    <a:pt x="4332" y="354"/>
                  </a:lnTo>
                  <a:lnTo>
                    <a:pt x="4326" y="348"/>
                  </a:lnTo>
                  <a:lnTo>
                    <a:pt x="4290" y="348"/>
                  </a:lnTo>
                  <a:lnTo>
                    <a:pt x="4320" y="336"/>
                  </a:lnTo>
                  <a:lnTo>
                    <a:pt x="4314" y="330"/>
                  </a:lnTo>
                  <a:lnTo>
                    <a:pt x="4302" y="324"/>
                  </a:lnTo>
                  <a:lnTo>
                    <a:pt x="4290" y="312"/>
                  </a:lnTo>
                  <a:lnTo>
                    <a:pt x="4284" y="312"/>
                  </a:lnTo>
                  <a:lnTo>
                    <a:pt x="4278" y="318"/>
                  </a:lnTo>
                  <a:lnTo>
                    <a:pt x="4254" y="318"/>
                  </a:lnTo>
                  <a:lnTo>
                    <a:pt x="4248" y="312"/>
                  </a:lnTo>
                  <a:lnTo>
                    <a:pt x="4242" y="300"/>
                  </a:lnTo>
                  <a:lnTo>
                    <a:pt x="4236" y="294"/>
                  </a:lnTo>
                  <a:lnTo>
                    <a:pt x="4194" y="294"/>
                  </a:lnTo>
                  <a:lnTo>
                    <a:pt x="4188" y="300"/>
                  </a:lnTo>
                  <a:lnTo>
                    <a:pt x="4182" y="300"/>
                  </a:lnTo>
                  <a:lnTo>
                    <a:pt x="4128" y="288"/>
                  </a:lnTo>
                  <a:lnTo>
                    <a:pt x="3990" y="282"/>
                  </a:lnTo>
                  <a:lnTo>
                    <a:pt x="3990" y="300"/>
                  </a:lnTo>
                  <a:lnTo>
                    <a:pt x="3924" y="300"/>
                  </a:lnTo>
                  <a:lnTo>
                    <a:pt x="3942" y="282"/>
                  </a:lnTo>
                  <a:lnTo>
                    <a:pt x="3942" y="276"/>
                  </a:lnTo>
                  <a:lnTo>
                    <a:pt x="3936" y="270"/>
                  </a:lnTo>
                  <a:lnTo>
                    <a:pt x="3912" y="264"/>
                  </a:lnTo>
                  <a:lnTo>
                    <a:pt x="3882" y="264"/>
                  </a:lnTo>
                  <a:lnTo>
                    <a:pt x="3852" y="270"/>
                  </a:lnTo>
                  <a:lnTo>
                    <a:pt x="3840" y="270"/>
                  </a:lnTo>
                  <a:lnTo>
                    <a:pt x="3780" y="264"/>
                  </a:lnTo>
                  <a:lnTo>
                    <a:pt x="3792" y="264"/>
                  </a:lnTo>
                  <a:lnTo>
                    <a:pt x="3810" y="258"/>
                  </a:lnTo>
                  <a:lnTo>
                    <a:pt x="3822" y="258"/>
                  </a:lnTo>
                  <a:lnTo>
                    <a:pt x="3834" y="252"/>
                  </a:lnTo>
                  <a:lnTo>
                    <a:pt x="3840" y="252"/>
                  </a:lnTo>
                  <a:lnTo>
                    <a:pt x="3840" y="246"/>
                  </a:lnTo>
                  <a:lnTo>
                    <a:pt x="3834" y="240"/>
                  </a:lnTo>
                  <a:lnTo>
                    <a:pt x="3822" y="240"/>
                  </a:lnTo>
                  <a:lnTo>
                    <a:pt x="3804" y="234"/>
                  </a:lnTo>
                  <a:lnTo>
                    <a:pt x="3762" y="234"/>
                  </a:lnTo>
                  <a:lnTo>
                    <a:pt x="3720" y="228"/>
                  </a:lnTo>
                  <a:lnTo>
                    <a:pt x="3714" y="240"/>
                  </a:lnTo>
                  <a:lnTo>
                    <a:pt x="3684" y="240"/>
                  </a:lnTo>
                  <a:lnTo>
                    <a:pt x="3672" y="246"/>
                  </a:lnTo>
                  <a:lnTo>
                    <a:pt x="3660" y="246"/>
                  </a:lnTo>
                  <a:lnTo>
                    <a:pt x="3648" y="252"/>
                  </a:lnTo>
                  <a:lnTo>
                    <a:pt x="3648" y="258"/>
                  </a:lnTo>
                  <a:lnTo>
                    <a:pt x="3654" y="270"/>
                  </a:lnTo>
                  <a:lnTo>
                    <a:pt x="3678" y="282"/>
                  </a:lnTo>
                  <a:lnTo>
                    <a:pt x="3696" y="294"/>
                  </a:lnTo>
                  <a:lnTo>
                    <a:pt x="3708" y="294"/>
                  </a:lnTo>
                  <a:lnTo>
                    <a:pt x="3714" y="300"/>
                  </a:lnTo>
                  <a:lnTo>
                    <a:pt x="3720" y="300"/>
                  </a:lnTo>
                  <a:lnTo>
                    <a:pt x="3576" y="294"/>
                  </a:lnTo>
                  <a:lnTo>
                    <a:pt x="3630" y="312"/>
                  </a:lnTo>
                  <a:lnTo>
                    <a:pt x="3576" y="324"/>
                  </a:lnTo>
                  <a:lnTo>
                    <a:pt x="3564" y="330"/>
                  </a:lnTo>
                  <a:lnTo>
                    <a:pt x="3534" y="336"/>
                  </a:lnTo>
                  <a:lnTo>
                    <a:pt x="3498" y="342"/>
                  </a:lnTo>
                  <a:lnTo>
                    <a:pt x="3474" y="342"/>
                  </a:lnTo>
                  <a:lnTo>
                    <a:pt x="3468" y="336"/>
                  </a:lnTo>
                  <a:lnTo>
                    <a:pt x="3474" y="324"/>
                  </a:lnTo>
                  <a:lnTo>
                    <a:pt x="3486" y="312"/>
                  </a:lnTo>
                  <a:lnTo>
                    <a:pt x="3420" y="312"/>
                  </a:lnTo>
                  <a:lnTo>
                    <a:pt x="3408" y="318"/>
                  </a:lnTo>
                  <a:lnTo>
                    <a:pt x="3390" y="318"/>
                  </a:lnTo>
                  <a:lnTo>
                    <a:pt x="3378" y="324"/>
                  </a:lnTo>
                  <a:lnTo>
                    <a:pt x="3366" y="336"/>
                  </a:lnTo>
                  <a:lnTo>
                    <a:pt x="3348" y="336"/>
                  </a:lnTo>
                  <a:lnTo>
                    <a:pt x="3318" y="342"/>
                  </a:lnTo>
                  <a:lnTo>
                    <a:pt x="3276" y="342"/>
                  </a:lnTo>
                  <a:lnTo>
                    <a:pt x="3246" y="348"/>
                  </a:lnTo>
                  <a:lnTo>
                    <a:pt x="3234" y="354"/>
                  </a:lnTo>
                  <a:lnTo>
                    <a:pt x="3216" y="354"/>
                  </a:lnTo>
                  <a:lnTo>
                    <a:pt x="3204" y="360"/>
                  </a:lnTo>
                  <a:lnTo>
                    <a:pt x="3186" y="360"/>
                  </a:lnTo>
                  <a:lnTo>
                    <a:pt x="3180" y="366"/>
                  </a:lnTo>
                  <a:lnTo>
                    <a:pt x="3174" y="366"/>
                  </a:lnTo>
                  <a:lnTo>
                    <a:pt x="3132" y="396"/>
                  </a:lnTo>
                  <a:lnTo>
                    <a:pt x="3114" y="396"/>
                  </a:lnTo>
                  <a:lnTo>
                    <a:pt x="3108" y="402"/>
                  </a:lnTo>
                  <a:lnTo>
                    <a:pt x="3102" y="402"/>
                  </a:lnTo>
                  <a:lnTo>
                    <a:pt x="3096" y="408"/>
                  </a:lnTo>
                  <a:lnTo>
                    <a:pt x="3102" y="414"/>
                  </a:lnTo>
                  <a:lnTo>
                    <a:pt x="3120" y="426"/>
                  </a:lnTo>
                  <a:lnTo>
                    <a:pt x="3132" y="438"/>
                  </a:lnTo>
                  <a:lnTo>
                    <a:pt x="3150" y="444"/>
                  </a:lnTo>
                  <a:lnTo>
                    <a:pt x="3156" y="450"/>
                  </a:lnTo>
                  <a:lnTo>
                    <a:pt x="3162" y="450"/>
                  </a:lnTo>
                  <a:lnTo>
                    <a:pt x="3120" y="462"/>
                  </a:lnTo>
                  <a:lnTo>
                    <a:pt x="3096" y="474"/>
                  </a:lnTo>
                  <a:lnTo>
                    <a:pt x="2994" y="474"/>
                  </a:lnTo>
                  <a:lnTo>
                    <a:pt x="2988" y="480"/>
                  </a:lnTo>
                  <a:lnTo>
                    <a:pt x="2952" y="468"/>
                  </a:lnTo>
                  <a:lnTo>
                    <a:pt x="2934" y="474"/>
                  </a:lnTo>
                  <a:lnTo>
                    <a:pt x="2880" y="474"/>
                  </a:lnTo>
                  <a:lnTo>
                    <a:pt x="2874" y="480"/>
                  </a:lnTo>
                  <a:lnTo>
                    <a:pt x="2874" y="498"/>
                  </a:lnTo>
                  <a:lnTo>
                    <a:pt x="2880" y="510"/>
                  </a:lnTo>
                  <a:lnTo>
                    <a:pt x="2892" y="522"/>
                  </a:lnTo>
                  <a:lnTo>
                    <a:pt x="2898" y="522"/>
                  </a:lnTo>
                  <a:lnTo>
                    <a:pt x="2904" y="528"/>
                  </a:lnTo>
                  <a:lnTo>
                    <a:pt x="2910" y="540"/>
                  </a:lnTo>
                  <a:lnTo>
                    <a:pt x="2916" y="546"/>
                  </a:lnTo>
                  <a:lnTo>
                    <a:pt x="2922" y="546"/>
                  </a:lnTo>
                  <a:lnTo>
                    <a:pt x="2928" y="552"/>
                  </a:lnTo>
                  <a:lnTo>
                    <a:pt x="2940" y="552"/>
                  </a:lnTo>
                  <a:lnTo>
                    <a:pt x="2952" y="558"/>
                  </a:lnTo>
                  <a:lnTo>
                    <a:pt x="2964" y="558"/>
                  </a:lnTo>
                  <a:lnTo>
                    <a:pt x="2976" y="564"/>
                  </a:lnTo>
                  <a:lnTo>
                    <a:pt x="2994" y="564"/>
                  </a:lnTo>
                  <a:lnTo>
                    <a:pt x="3012" y="570"/>
                  </a:lnTo>
                  <a:lnTo>
                    <a:pt x="3024" y="570"/>
                  </a:lnTo>
                  <a:lnTo>
                    <a:pt x="3036" y="576"/>
                  </a:lnTo>
                  <a:lnTo>
                    <a:pt x="3042" y="576"/>
                  </a:lnTo>
                  <a:lnTo>
                    <a:pt x="3054" y="588"/>
                  </a:lnTo>
                  <a:lnTo>
                    <a:pt x="3054" y="594"/>
                  </a:lnTo>
                  <a:lnTo>
                    <a:pt x="3060" y="600"/>
                  </a:lnTo>
                  <a:lnTo>
                    <a:pt x="3030" y="600"/>
                  </a:lnTo>
                  <a:lnTo>
                    <a:pt x="3012" y="606"/>
                  </a:lnTo>
                  <a:lnTo>
                    <a:pt x="3000" y="606"/>
                  </a:lnTo>
                  <a:lnTo>
                    <a:pt x="2964" y="588"/>
                  </a:lnTo>
                  <a:lnTo>
                    <a:pt x="2928" y="576"/>
                  </a:lnTo>
                  <a:lnTo>
                    <a:pt x="2904" y="570"/>
                  </a:lnTo>
                  <a:lnTo>
                    <a:pt x="2886" y="564"/>
                  </a:lnTo>
                  <a:lnTo>
                    <a:pt x="2862" y="564"/>
                  </a:lnTo>
                  <a:lnTo>
                    <a:pt x="2844" y="558"/>
                  </a:lnTo>
                  <a:lnTo>
                    <a:pt x="2802" y="558"/>
                  </a:lnTo>
                  <a:lnTo>
                    <a:pt x="2796" y="564"/>
                  </a:lnTo>
                  <a:lnTo>
                    <a:pt x="2796" y="576"/>
                  </a:lnTo>
                  <a:lnTo>
                    <a:pt x="2802" y="582"/>
                  </a:lnTo>
                  <a:lnTo>
                    <a:pt x="2808" y="582"/>
                  </a:lnTo>
                  <a:lnTo>
                    <a:pt x="2820" y="594"/>
                  </a:lnTo>
                  <a:lnTo>
                    <a:pt x="2784" y="594"/>
                  </a:lnTo>
                  <a:lnTo>
                    <a:pt x="2772" y="582"/>
                  </a:lnTo>
                  <a:lnTo>
                    <a:pt x="2754" y="582"/>
                  </a:lnTo>
                  <a:lnTo>
                    <a:pt x="2748" y="576"/>
                  </a:lnTo>
                  <a:lnTo>
                    <a:pt x="2724" y="576"/>
                  </a:lnTo>
                  <a:lnTo>
                    <a:pt x="2724" y="582"/>
                  </a:lnTo>
                  <a:lnTo>
                    <a:pt x="2730" y="600"/>
                  </a:lnTo>
                  <a:lnTo>
                    <a:pt x="2736" y="612"/>
                  </a:lnTo>
                  <a:lnTo>
                    <a:pt x="2748" y="618"/>
                  </a:lnTo>
                  <a:lnTo>
                    <a:pt x="2766" y="624"/>
                  </a:lnTo>
                  <a:lnTo>
                    <a:pt x="2802" y="624"/>
                  </a:lnTo>
                  <a:lnTo>
                    <a:pt x="2820" y="630"/>
                  </a:lnTo>
                  <a:lnTo>
                    <a:pt x="2844" y="630"/>
                  </a:lnTo>
                  <a:lnTo>
                    <a:pt x="2856" y="636"/>
                  </a:lnTo>
                  <a:lnTo>
                    <a:pt x="2862" y="648"/>
                  </a:lnTo>
                  <a:lnTo>
                    <a:pt x="2874" y="654"/>
                  </a:lnTo>
                  <a:lnTo>
                    <a:pt x="2844" y="654"/>
                  </a:lnTo>
                  <a:lnTo>
                    <a:pt x="2838" y="648"/>
                  </a:lnTo>
                  <a:lnTo>
                    <a:pt x="2826" y="642"/>
                  </a:lnTo>
                  <a:lnTo>
                    <a:pt x="2772" y="642"/>
                  </a:lnTo>
                  <a:lnTo>
                    <a:pt x="2760" y="636"/>
                  </a:lnTo>
                  <a:lnTo>
                    <a:pt x="2730" y="636"/>
                  </a:lnTo>
                  <a:lnTo>
                    <a:pt x="2724" y="624"/>
                  </a:lnTo>
                  <a:lnTo>
                    <a:pt x="2700" y="624"/>
                  </a:lnTo>
                  <a:lnTo>
                    <a:pt x="2694" y="606"/>
                  </a:lnTo>
                  <a:lnTo>
                    <a:pt x="2664" y="594"/>
                  </a:lnTo>
                  <a:lnTo>
                    <a:pt x="2670" y="588"/>
                  </a:lnTo>
                  <a:lnTo>
                    <a:pt x="2682" y="582"/>
                  </a:lnTo>
                  <a:lnTo>
                    <a:pt x="2688" y="576"/>
                  </a:lnTo>
                  <a:lnTo>
                    <a:pt x="2688" y="564"/>
                  </a:lnTo>
                  <a:lnTo>
                    <a:pt x="2658" y="534"/>
                  </a:lnTo>
                  <a:lnTo>
                    <a:pt x="2646" y="528"/>
                  </a:lnTo>
                  <a:lnTo>
                    <a:pt x="2616" y="528"/>
                  </a:lnTo>
                  <a:lnTo>
                    <a:pt x="2628" y="534"/>
                  </a:lnTo>
                  <a:lnTo>
                    <a:pt x="2652" y="558"/>
                  </a:lnTo>
                  <a:lnTo>
                    <a:pt x="2640" y="570"/>
                  </a:lnTo>
                  <a:lnTo>
                    <a:pt x="2616" y="582"/>
                  </a:lnTo>
                  <a:lnTo>
                    <a:pt x="2604" y="582"/>
                  </a:lnTo>
                  <a:lnTo>
                    <a:pt x="2586" y="624"/>
                  </a:lnTo>
                  <a:lnTo>
                    <a:pt x="2658" y="660"/>
                  </a:lnTo>
                  <a:lnTo>
                    <a:pt x="2676" y="660"/>
                  </a:lnTo>
                  <a:lnTo>
                    <a:pt x="2676" y="696"/>
                  </a:lnTo>
                  <a:lnTo>
                    <a:pt x="2670" y="708"/>
                  </a:lnTo>
                  <a:lnTo>
                    <a:pt x="2670" y="720"/>
                  </a:lnTo>
                  <a:lnTo>
                    <a:pt x="2676" y="738"/>
                  </a:lnTo>
                  <a:lnTo>
                    <a:pt x="2712" y="744"/>
                  </a:lnTo>
                  <a:lnTo>
                    <a:pt x="2712" y="768"/>
                  </a:lnTo>
                  <a:lnTo>
                    <a:pt x="2772" y="780"/>
                  </a:lnTo>
                  <a:lnTo>
                    <a:pt x="2778" y="780"/>
                  </a:lnTo>
                  <a:lnTo>
                    <a:pt x="2784" y="774"/>
                  </a:lnTo>
                  <a:lnTo>
                    <a:pt x="2796" y="774"/>
                  </a:lnTo>
                  <a:lnTo>
                    <a:pt x="2814" y="768"/>
                  </a:lnTo>
                  <a:lnTo>
                    <a:pt x="2850" y="768"/>
                  </a:lnTo>
                  <a:lnTo>
                    <a:pt x="2868" y="774"/>
                  </a:lnTo>
                  <a:lnTo>
                    <a:pt x="2874" y="780"/>
                  </a:lnTo>
                  <a:lnTo>
                    <a:pt x="2886" y="786"/>
                  </a:lnTo>
                  <a:lnTo>
                    <a:pt x="2904" y="786"/>
                  </a:lnTo>
                  <a:lnTo>
                    <a:pt x="2916" y="792"/>
                  </a:lnTo>
                  <a:lnTo>
                    <a:pt x="2952" y="804"/>
                  </a:lnTo>
                  <a:lnTo>
                    <a:pt x="2976" y="828"/>
                  </a:lnTo>
                  <a:lnTo>
                    <a:pt x="2976" y="834"/>
                  </a:lnTo>
                  <a:lnTo>
                    <a:pt x="2964" y="834"/>
                  </a:lnTo>
                  <a:lnTo>
                    <a:pt x="2958" y="840"/>
                  </a:lnTo>
                  <a:lnTo>
                    <a:pt x="2946" y="840"/>
                  </a:lnTo>
                  <a:lnTo>
                    <a:pt x="2940" y="846"/>
                  </a:lnTo>
                  <a:lnTo>
                    <a:pt x="2946" y="852"/>
                  </a:lnTo>
                  <a:lnTo>
                    <a:pt x="2958" y="858"/>
                  </a:lnTo>
                  <a:lnTo>
                    <a:pt x="2976" y="876"/>
                  </a:lnTo>
                  <a:lnTo>
                    <a:pt x="3024" y="876"/>
                  </a:lnTo>
                  <a:lnTo>
                    <a:pt x="3012" y="882"/>
                  </a:lnTo>
                  <a:lnTo>
                    <a:pt x="3006" y="882"/>
                  </a:lnTo>
                  <a:lnTo>
                    <a:pt x="2994" y="888"/>
                  </a:lnTo>
                  <a:lnTo>
                    <a:pt x="2970" y="888"/>
                  </a:lnTo>
                  <a:lnTo>
                    <a:pt x="2958" y="882"/>
                  </a:lnTo>
                  <a:lnTo>
                    <a:pt x="2952" y="876"/>
                  </a:lnTo>
                  <a:lnTo>
                    <a:pt x="2940" y="870"/>
                  </a:lnTo>
                  <a:lnTo>
                    <a:pt x="2940" y="858"/>
                  </a:lnTo>
                  <a:lnTo>
                    <a:pt x="2928" y="834"/>
                  </a:lnTo>
                  <a:lnTo>
                    <a:pt x="2916" y="822"/>
                  </a:lnTo>
                  <a:lnTo>
                    <a:pt x="2892" y="810"/>
                  </a:lnTo>
                  <a:lnTo>
                    <a:pt x="2886" y="804"/>
                  </a:lnTo>
                  <a:lnTo>
                    <a:pt x="2880" y="804"/>
                  </a:lnTo>
                  <a:lnTo>
                    <a:pt x="2874" y="798"/>
                  </a:lnTo>
                  <a:lnTo>
                    <a:pt x="2874" y="786"/>
                  </a:lnTo>
                  <a:lnTo>
                    <a:pt x="2868" y="780"/>
                  </a:lnTo>
                  <a:lnTo>
                    <a:pt x="2844" y="780"/>
                  </a:lnTo>
                  <a:lnTo>
                    <a:pt x="2832" y="786"/>
                  </a:lnTo>
                  <a:lnTo>
                    <a:pt x="2814" y="786"/>
                  </a:lnTo>
                  <a:lnTo>
                    <a:pt x="2802" y="792"/>
                  </a:lnTo>
                  <a:lnTo>
                    <a:pt x="2778" y="792"/>
                  </a:lnTo>
                  <a:lnTo>
                    <a:pt x="2760" y="810"/>
                  </a:lnTo>
                  <a:lnTo>
                    <a:pt x="2766" y="816"/>
                  </a:lnTo>
                  <a:lnTo>
                    <a:pt x="2772" y="828"/>
                  </a:lnTo>
                  <a:lnTo>
                    <a:pt x="2784" y="834"/>
                  </a:lnTo>
                  <a:lnTo>
                    <a:pt x="2802" y="852"/>
                  </a:lnTo>
                  <a:lnTo>
                    <a:pt x="2814" y="858"/>
                  </a:lnTo>
                  <a:lnTo>
                    <a:pt x="2814" y="864"/>
                  </a:lnTo>
                  <a:lnTo>
                    <a:pt x="2790" y="888"/>
                  </a:lnTo>
                  <a:lnTo>
                    <a:pt x="2784" y="888"/>
                  </a:lnTo>
                  <a:lnTo>
                    <a:pt x="2778" y="930"/>
                  </a:lnTo>
                  <a:lnTo>
                    <a:pt x="2736" y="948"/>
                  </a:lnTo>
                  <a:lnTo>
                    <a:pt x="2736" y="954"/>
                  </a:lnTo>
                  <a:lnTo>
                    <a:pt x="2730" y="966"/>
                  </a:lnTo>
                  <a:lnTo>
                    <a:pt x="2724" y="972"/>
                  </a:lnTo>
                  <a:lnTo>
                    <a:pt x="2694" y="972"/>
                  </a:lnTo>
                  <a:lnTo>
                    <a:pt x="2682" y="966"/>
                  </a:lnTo>
                  <a:lnTo>
                    <a:pt x="2652" y="966"/>
                  </a:lnTo>
                  <a:lnTo>
                    <a:pt x="2592" y="960"/>
                  </a:lnTo>
                  <a:lnTo>
                    <a:pt x="2586" y="960"/>
                  </a:lnTo>
                  <a:lnTo>
                    <a:pt x="2580" y="954"/>
                  </a:lnTo>
                  <a:lnTo>
                    <a:pt x="2568" y="948"/>
                  </a:lnTo>
                  <a:lnTo>
                    <a:pt x="2556" y="948"/>
                  </a:lnTo>
                  <a:lnTo>
                    <a:pt x="2544" y="936"/>
                  </a:lnTo>
                  <a:lnTo>
                    <a:pt x="2598" y="936"/>
                  </a:lnTo>
                  <a:lnTo>
                    <a:pt x="2616" y="942"/>
                  </a:lnTo>
                  <a:lnTo>
                    <a:pt x="2640" y="924"/>
                  </a:lnTo>
                  <a:lnTo>
                    <a:pt x="2652" y="924"/>
                  </a:lnTo>
                  <a:lnTo>
                    <a:pt x="2664" y="930"/>
                  </a:lnTo>
                  <a:lnTo>
                    <a:pt x="2682" y="930"/>
                  </a:lnTo>
                  <a:lnTo>
                    <a:pt x="2694" y="924"/>
                  </a:lnTo>
                  <a:lnTo>
                    <a:pt x="2694" y="906"/>
                  </a:lnTo>
                  <a:lnTo>
                    <a:pt x="2700" y="894"/>
                  </a:lnTo>
                  <a:lnTo>
                    <a:pt x="2700" y="882"/>
                  </a:lnTo>
                  <a:lnTo>
                    <a:pt x="2724" y="876"/>
                  </a:lnTo>
                  <a:lnTo>
                    <a:pt x="2724" y="852"/>
                  </a:lnTo>
                  <a:lnTo>
                    <a:pt x="2712" y="852"/>
                  </a:lnTo>
                  <a:lnTo>
                    <a:pt x="2718" y="846"/>
                  </a:lnTo>
                  <a:lnTo>
                    <a:pt x="2724" y="834"/>
                  </a:lnTo>
                  <a:lnTo>
                    <a:pt x="2724" y="822"/>
                  </a:lnTo>
                  <a:lnTo>
                    <a:pt x="2718" y="816"/>
                  </a:lnTo>
                  <a:lnTo>
                    <a:pt x="2712" y="816"/>
                  </a:lnTo>
                  <a:lnTo>
                    <a:pt x="2700" y="810"/>
                  </a:lnTo>
                  <a:lnTo>
                    <a:pt x="2682" y="810"/>
                  </a:lnTo>
                  <a:lnTo>
                    <a:pt x="2664" y="804"/>
                  </a:lnTo>
                  <a:lnTo>
                    <a:pt x="2652" y="804"/>
                  </a:lnTo>
                  <a:lnTo>
                    <a:pt x="2634" y="786"/>
                  </a:lnTo>
                  <a:lnTo>
                    <a:pt x="2634" y="744"/>
                  </a:lnTo>
                  <a:lnTo>
                    <a:pt x="2628" y="732"/>
                  </a:lnTo>
                  <a:lnTo>
                    <a:pt x="2616" y="720"/>
                  </a:lnTo>
                  <a:lnTo>
                    <a:pt x="2604" y="714"/>
                  </a:lnTo>
                  <a:lnTo>
                    <a:pt x="2598" y="702"/>
                  </a:lnTo>
                  <a:lnTo>
                    <a:pt x="2592" y="696"/>
                  </a:lnTo>
                  <a:lnTo>
                    <a:pt x="2586" y="660"/>
                  </a:lnTo>
                  <a:lnTo>
                    <a:pt x="2520" y="624"/>
                  </a:lnTo>
                  <a:lnTo>
                    <a:pt x="2532" y="612"/>
                  </a:lnTo>
                  <a:lnTo>
                    <a:pt x="2544" y="588"/>
                  </a:lnTo>
                  <a:lnTo>
                    <a:pt x="2544" y="576"/>
                  </a:lnTo>
                  <a:lnTo>
                    <a:pt x="2538" y="564"/>
                  </a:lnTo>
                  <a:lnTo>
                    <a:pt x="2514" y="540"/>
                  </a:lnTo>
                  <a:lnTo>
                    <a:pt x="2496" y="540"/>
                  </a:lnTo>
                  <a:lnTo>
                    <a:pt x="2484" y="534"/>
                  </a:lnTo>
                  <a:lnTo>
                    <a:pt x="2472" y="534"/>
                  </a:lnTo>
                  <a:lnTo>
                    <a:pt x="2340" y="522"/>
                  </a:lnTo>
                  <a:lnTo>
                    <a:pt x="2328" y="552"/>
                  </a:lnTo>
                  <a:lnTo>
                    <a:pt x="2346" y="570"/>
                  </a:lnTo>
                  <a:lnTo>
                    <a:pt x="2334" y="600"/>
                  </a:lnTo>
                  <a:lnTo>
                    <a:pt x="2280" y="624"/>
                  </a:lnTo>
                  <a:lnTo>
                    <a:pt x="2268" y="654"/>
                  </a:lnTo>
                  <a:lnTo>
                    <a:pt x="2304" y="660"/>
                  </a:lnTo>
                  <a:lnTo>
                    <a:pt x="2334" y="708"/>
                  </a:lnTo>
                  <a:lnTo>
                    <a:pt x="2322" y="726"/>
                  </a:lnTo>
                  <a:lnTo>
                    <a:pt x="2352" y="750"/>
                  </a:lnTo>
                  <a:lnTo>
                    <a:pt x="2388" y="744"/>
                  </a:lnTo>
                  <a:lnTo>
                    <a:pt x="2394" y="750"/>
                  </a:lnTo>
                  <a:lnTo>
                    <a:pt x="2400" y="762"/>
                  </a:lnTo>
                  <a:lnTo>
                    <a:pt x="2412" y="768"/>
                  </a:lnTo>
                  <a:lnTo>
                    <a:pt x="2418" y="774"/>
                  </a:lnTo>
                  <a:lnTo>
                    <a:pt x="2430" y="780"/>
                  </a:lnTo>
                  <a:lnTo>
                    <a:pt x="2472" y="780"/>
                  </a:lnTo>
                  <a:lnTo>
                    <a:pt x="2466" y="840"/>
                  </a:lnTo>
                  <a:lnTo>
                    <a:pt x="2448" y="816"/>
                  </a:lnTo>
                  <a:lnTo>
                    <a:pt x="2430" y="828"/>
                  </a:lnTo>
                  <a:lnTo>
                    <a:pt x="2418" y="822"/>
                  </a:lnTo>
                  <a:lnTo>
                    <a:pt x="2388" y="804"/>
                  </a:lnTo>
                  <a:lnTo>
                    <a:pt x="2352" y="792"/>
                  </a:lnTo>
                  <a:lnTo>
                    <a:pt x="2328" y="780"/>
                  </a:lnTo>
                  <a:lnTo>
                    <a:pt x="2268" y="780"/>
                  </a:lnTo>
                  <a:lnTo>
                    <a:pt x="2250" y="762"/>
                  </a:lnTo>
                  <a:lnTo>
                    <a:pt x="2244" y="780"/>
                  </a:lnTo>
                  <a:lnTo>
                    <a:pt x="2220" y="756"/>
                  </a:lnTo>
                  <a:lnTo>
                    <a:pt x="2214" y="756"/>
                  </a:lnTo>
                  <a:lnTo>
                    <a:pt x="2208" y="750"/>
                  </a:lnTo>
                  <a:lnTo>
                    <a:pt x="2196" y="744"/>
                  </a:lnTo>
                  <a:lnTo>
                    <a:pt x="2178" y="744"/>
                  </a:lnTo>
                  <a:lnTo>
                    <a:pt x="2154" y="732"/>
                  </a:lnTo>
                  <a:lnTo>
                    <a:pt x="2130" y="732"/>
                  </a:lnTo>
                  <a:lnTo>
                    <a:pt x="2118" y="738"/>
                  </a:lnTo>
                  <a:lnTo>
                    <a:pt x="2088" y="738"/>
                  </a:lnTo>
                  <a:lnTo>
                    <a:pt x="2076" y="732"/>
                  </a:lnTo>
                  <a:lnTo>
                    <a:pt x="2022" y="732"/>
                  </a:lnTo>
                  <a:lnTo>
                    <a:pt x="2016" y="738"/>
                  </a:lnTo>
                  <a:lnTo>
                    <a:pt x="2010" y="738"/>
                  </a:lnTo>
                  <a:lnTo>
                    <a:pt x="2004" y="744"/>
                  </a:lnTo>
                  <a:lnTo>
                    <a:pt x="2004" y="750"/>
                  </a:lnTo>
                  <a:lnTo>
                    <a:pt x="2016" y="762"/>
                  </a:lnTo>
                  <a:lnTo>
                    <a:pt x="2028" y="768"/>
                  </a:lnTo>
                  <a:lnTo>
                    <a:pt x="2040" y="780"/>
                  </a:lnTo>
                  <a:lnTo>
                    <a:pt x="2046" y="780"/>
                  </a:lnTo>
                  <a:lnTo>
                    <a:pt x="2022" y="810"/>
                  </a:lnTo>
                  <a:lnTo>
                    <a:pt x="2010" y="798"/>
                  </a:lnTo>
                  <a:lnTo>
                    <a:pt x="2010" y="828"/>
                  </a:lnTo>
                  <a:lnTo>
                    <a:pt x="1998" y="828"/>
                  </a:lnTo>
                  <a:lnTo>
                    <a:pt x="1986" y="822"/>
                  </a:lnTo>
                  <a:lnTo>
                    <a:pt x="1980" y="822"/>
                  </a:lnTo>
                  <a:lnTo>
                    <a:pt x="1974" y="816"/>
                  </a:lnTo>
                  <a:lnTo>
                    <a:pt x="1974" y="786"/>
                  </a:lnTo>
                  <a:lnTo>
                    <a:pt x="1968" y="780"/>
                  </a:lnTo>
                  <a:lnTo>
                    <a:pt x="1950" y="780"/>
                  </a:lnTo>
                  <a:lnTo>
                    <a:pt x="1938" y="786"/>
                  </a:lnTo>
                  <a:lnTo>
                    <a:pt x="1920" y="792"/>
                  </a:lnTo>
                  <a:lnTo>
                    <a:pt x="1908" y="804"/>
                  </a:lnTo>
                  <a:lnTo>
                    <a:pt x="1884" y="816"/>
                  </a:lnTo>
                  <a:lnTo>
                    <a:pt x="1866" y="816"/>
                  </a:lnTo>
                  <a:lnTo>
                    <a:pt x="1842" y="804"/>
                  </a:lnTo>
                  <a:lnTo>
                    <a:pt x="1824" y="804"/>
                  </a:lnTo>
                  <a:lnTo>
                    <a:pt x="1800" y="810"/>
                  </a:lnTo>
                  <a:lnTo>
                    <a:pt x="1782" y="816"/>
                  </a:lnTo>
                  <a:lnTo>
                    <a:pt x="1764" y="828"/>
                  </a:lnTo>
                  <a:lnTo>
                    <a:pt x="1752" y="834"/>
                  </a:lnTo>
                  <a:lnTo>
                    <a:pt x="1746" y="840"/>
                  </a:lnTo>
                  <a:lnTo>
                    <a:pt x="1680" y="840"/>
                  </a:lnTo>
                  <a:lnTo>
                    <a:pt x="1692" y="816"/>
                  </a:lnTo>
                  <a:lnTo>
                    <a:pt x="1692" y="780"/>
                  </a:lnTo>
                  <a:lnTo>
                    <a:pt x="1680" y="780"/>
                  </a:lnTo>
                  <a:lnTo>
                    <a:pt x="1668" y="786"/>
                  </a:lnTo>
                  <a:lnTo>
                    <a:pt x="1650" y="792"/>
                  </a:lnTo>
                  <a:lnTo>
                    <a:pt x="1638" y="792"/>
                  </a:lnTo>
                  <a:lnTo>
                    <a:pt x="1626" y="804"/>
                  </a:lnTo>
                  <a:lnTo>
                    <a:pt x="1626" y="816"/>
                  </a:lnTo>
                  <a:lnTo>
                    <a:pt x="1632" y="822"/>
                  </a:lnTo>
                  <a:lnTo>
                    <a:pt x="1632" y="828"/>
                  </a:lnTo>
                  <a:lnTo>
                    <a:pt x="1608" y="834"/>
                  </a:lnTo>
                  <a:lnTo>
                    <a:pt x="1608" y="810"/>
                  </a:lnTo>
                  <a:lnTo>
                    <a:pt x="1584" y="816"/>
                  </a:lnTo>
                  <a:lnTo>
                    <a:pt x="1530" y="822"/>
                  </a:lnTo>
                  <a:lnTo>
                    <a:pt x="1488" y="852"/>
                  </a:lnTo>
                  <a:lnTo>
                    <a:pt x="1440" y="858"/>
                  </a:lnTo>
                  <a:lnTo>
                    <a:pt x="1452" y="876"/>
                  </a:lnTo>
                  <a:lnTo>
                    <a:pt x="1440" y="876"/>
                  </a:lnTo>
                  <a:lnTo>
                    <a:pt x="1428" y="870"/>
                  </a:lnTo>
                  <a:lnTo>
                    <a:pt x="1422" y="870"/>
                  </a:lnTo>
                  <a:lnTo>
                    <a:pt x="1410" y="876"/>
                  </a:lnTo>
                  <a:lnTo>
                    <a:pt x="1404" y="882"/>
                  </a:lnTo>
                  <a:lnTo>
                    <a:pt x="1404" y="924"/>
                  </a:lnTo>
                  <a:lnTo>
                    <a:pt x="1332" y="930"/>
                  </a:lnTo>
                  <a:lnTo>
                    <a:pt x="1326" y="924"/>
                  </a:lnTo>
                  <a:lnTo>
                    <a:pt x="1314" y="918"/>
                  </a:lnTo>
                  <a:lnTo>
                    <a:pt x="1308" y="912"/>
                  </a:lnTo>
                  <a:lnTo>
                    <a:pt x="1266" y="912"/>
                  </a:lnTo>
                  <a:lnTo>
                    <a:pt x="1260" y="906"/>
                  </a:lnTo>
                  <a:lnTo>
                    <a:pt x="1260" y="876"/>
                  </a:lnTo>
                  <a:lnTo>
                    <a:pt x="1266" y="870"/>
                  </a:lnTo>
                  <a:lnTo>
                    <a:pt x="1266" y="864"/>
                  </a:lnTo>
                  <a:lnTo>
                    <a:pt x="1272" y="858"/>
                  </a:lnTo>
                  <a:lnTo>
                    <a:pt x="1284" y="864"/>
                  </a:lnTo>
                  <a:lnTo>
                    <a:pt x="1344" y="864"/>
                  </a:lnTo>
                  <a:lnTo>
                    <a:pt x="1332" y="858"/>
                  </a:lnTo>
                  <a:lnTo>
                    <a:pt x="1326" y="846"/>
                  </a:lnTo>
                  <a:lnTo>
                    <a:pt x="1314" y="840"/>
                  </a:lnTo>
                  <a:lnTo>
                    <a:pt x="1302" y="828"/>
                  </a:lnTo>
                  <a:lnTo>
                    <a:pt x="1290" y="822"/>
                  </a:lnTo>
                  <a:lnTo>
                    <a:pt x="1278" y="810"/>
                  </a:lnTo>
                  <a:lnTo>
                    <a:pt x="1152" y="810"/>
                  </a:lnTo>
                  <a:lnTo>
                    <a:pt x="1164" y="822"/>
                  </a:lnTo>
                  <a:lnTo>
                    <a:pt x="1188" y="822"/>
                  </a:lnTo>
                  <a:lnTo>
                    <a:pt x="1200" y="828"/>
                  </a:lnTo>
                  <a:lnTo>
                    <a:pt x="1200" y="846"/>
                  </a:lnTo>
                  <a:lnTo>
                    <a:pt x="1194" y="864"/>
                  </a:lnTo>
                  <a:lnTo>
                    <a:pt x="1194" y="876"/>
                  </a:lnTo>
                  <a:lnTo>
                    <a:pt x="1188" y="894"/>
                  </a:lnTo>
                  <a:lnTo>
                    <a:pt x="1188" y="918"/>
                  </a:lnTo>
                  <a:lnTo>
                    <a:pt x="1194" y="918"/>
                  </a:lnTo>
                  <a:lnTo>
                    <a:pt x="1206" y="924"/>
                  </a:lnTo>
                  <a:lnTo>
                    <a:pt x="1230" y="924"/>
                  </a:lnTo>
                  <a:lnTo>
                    <a:pt x="1236" y="930"/>
                  </a:lnTo>
                  <a:lnTo>
                    <a:pt x="1242" y="930"/>
                  </a:lnTo>
                  <a:lnTo>
                    <a:pt x="1236" y="966"/>
                  </a:lnTo>
                  <a:lnTo>
                    <a:pt x="1248" y="996"/>
                  </a:lnTo>
                  <a:lnTo>
                    <a:pt x="1212" y="972"/>
                  </a:lnTo>
                  <a:lnTo>
                    <a:pt x="1194" y="996"/>
                  </a:lnTo>
                  <a:lnTo>
                    <a:pt x="1188" y="966"/>
                  </a:lnTo>
                  <a:lnTo>
                    <a:pt x="1116" y="948"/>
                  </a:lnTo>
                  <a:lnTo>
                    <a:pt x="1086" y="984"/>
                  </a:lnTo>
                  <a:lnTo>
                    <a:pt x="1062" y="984"/>
                  </a:lnTo>
                  <a:lnTo>
                    <a:pt x="1056" y="996"/>
                  </a:lnTo>
                  <a:lnTo>
                    <a:pt x="1044" y="1002"/>
                  </a:lnTo>
                  <a:lnTo>
                    <a:pt x="1038" y="1008"/>
                  </a:lnTo>
                  <a:lnTo>
                    <a:pt x="1026" y="1014"/>
                  </a:lnTo>
                  <a:lnTo>
                    <a:pt x="1014" y="1014"/>
                  </a:lnTo>
                  <a:lnTo>
                    <a:pt x="1002" y="1020"/>
                  </a:lnTo>
                  <a:lnTo>
                    <a:pt x="1002" y="1032"/>
                  </a:lnTo>
                  <a:lnTo>
                    <a:pt x="1008" y="1038"/>
                  </a:lnTo>
                  <a:lnTo>
                    <a:pt x="1020" y="1044"/>
                  </a:lnTo>
                  <a:lnTo>
                    <a:pt x="1032" y="1056"/>
                  </a:lnTo>
                  <a:lnTo>
                    <a:pt x="1044" y="1062"/>
                  </a:lnTo>
                  <a:lnTo>
                    <a:pt x="1050" y="1068"/>
                  </a:lnTo>
                  <a:lnTo>
                    <a:pt x="1062" y="1074"/>
                  </a:lnTo>
                  <a:lnTo>
                    <a:pt x="1080" y="1104"/>
                  </a:lnTo>
                  <a:lnTo>
                    <a:pt x="1050" y="1086"/>
                  </a:lnTo>
                  <a:lnTo>
                    <a:pt x="1038" y="1092"/>
                  </a:lnTo>
                  <a:lnTo>
                    <a:pt x="1032" y="1098"/>
                  </a:lnTo>
                  <a:lnTo>
                    <a:pt x="1020" y="1098"/>
                  </a:lnTo>
                  <a:lnTo>
                    <a:pt x="1008" y="1092"/>
                  </a:lnTo>
                  <a:lnTo>
                    <a:pt x="996" y="1092"/>
                  </a:lnTo>
                  <a:lnTo>
                    <a:pt x="978" y="1086"/>
                  </a:lnTo>
                  <a:lnTo>
                    <a:pt x="966" y="1080"/>
                  </a:lnTo>
                  <a:lnTo>
                    <a:pt x="948" y="1080"/>
                  </a:lnTo>
                  <a:lnTo>
                    <a:pt x="936" y="1074"/>
                  </a:lnTo>
                  <a:lnTo>
                    <a:pt x="924" y="1074"/>
                  </a:lnTo>
                  <a:lnTo>
                    <a:pt x="918" y="1068"/>
                  </a:lnTo>
                  <a:lnTo>
                    <a:pt x="918" y="1056"/>
                  </a:lnTo>
                  <a:lnTo>
                    <a:pt x="906" y="1050"/>
                  </a:lnTo>
                  <a:lnTo>
                    <a:pt x="888" y="1050"/>
                  </a:lnTo>
                  <a:lnTo>
                    <a:pt x="864" y="1062"/>
                  </a:lnTo>
                  <a:lnTo>
                    <a:pt x="858" y="1068"/>
                  </a:lnTo>
                  <a:lnTo>
                    <a:pt x="840" y="1068"/>
                  </a:lnTo>
                  <a:lnTo>
                    <a:pt x="882" y="1104"/>
                  </a:lnTo>
                  <a:lnTo>
                    <a:pt x="900" y="1104"/>
                  </a:lnTo>
                  <a:lnTo>
                    <a:pt x="912" y="1110"/>
                  </a:lnTo>
                  <a:lnTo>
                    <a:pt x="924" y="1110"/>
                  </a:lnTo>
                  <a:lnTo>
                    <a:pt x="936" y="1116"/>
                  </a:lnTo>
                  <a:lnTo>
                    <a:pt x="942" y="1116"/>
                  </a:lnTo>
                  <a:lnTo>
                    <a:pt x="942" y="1122"/>
                  </a:lnTo>
                  <a:lnTo>
                    <a:pt x="936" y="1134"/>
                  </a:lnTo>
                  <a:lnTo>
                    <a:pt x="924" y="1140"/>
                  </a:lnTo>
                  <a:lnTo>
                    <a:pt x="918" y="1146"/>
                  </a:lnTo>
                  <a:lnTo>
                    <a:pt x="852" y="1128"/>
                  </a:lnTo>
                  <a:lnTo>
                    <a:pt x="840" y="1122"/>
                  </a:lnTo>
                  <a:lnTo>
                    <a:pt x="834" y="1116"/>
                  </a:lnTo>
                  <a:lnTo>
                    <a:pt x="822" y="1110"/>
                  </a:lnTo>
                  <a:lnTo>
                    <a:pt x="762" y="1110"/>
                  </a:lnTo>
                  <a:lnTo>
                    <a:pt x="756" y="1104"/>
                  </a:lnTo>
                  <a:lnTo>
                    <a:pt x="756" y="1056"/>
                  </a:lnTo>
                  <a:lnTo>
                    <a:pt x="738" y="1044"/>
                  </a:lnTo>
                  <a:lnTo>
                    <a:pt x="750" y="1032"/>
                  </a:lnTo>
                  <a:lnTo>
                    <a:pt x="756" y="1020"/>
                  </a:lnTo>
                  <a:lnTo>
                    <a:pt x="756" y="1002"/>
                  </a:lnTo>
                  <a:lnTo>
                    <a:pt x="738" y="990"/>
                  </a:lnTo>
                  <a:lnTo>
                    <a:pt x="702" y="978"/>
                  </a:lnTo>
                  <a:lnTo>
                    <a:pt x="672" y="972"/>
                  </a:lnTo>
                  <a:lnTo>
                    <a:pt x="660" y="966"/>
                  </a:lnTo>
                  <a:lnTo>
                    <a:pt x="630" y="948"/>
                  </a:lnTo>
                  <a:lnTo>
                    <a:pt x="606" y="930"/>
                  </a:lnTo>
                  <a:lnTo>
                    <a:pt x="594" y="912"/>
                  </a:lnTo>
                  <a:lnTo>
                    <a:pt x="630" y="912"/>
                  </a:lnTo>
                  <a:lnTo>
                    <a:pt x="630" y="924"/>
                  </a:lnTo>
                  <a:lnTo>
                    <a:pt x="642" y="924"/>
                  </a:lnTo>
                  <a:lnTo>
                    <a:pt x="654" y="930"/>
                  </a:lnTo>
                  <a:lnTo>
                    <a:pt x="672" y="930"/>
                  </a:lnTo>
                  <a:lnTo>
                    <a:pt x="690" y="936"/>
                  </a:lnTo>
                  <a:lnTo>
                    <a:pt x="720" y="936"/>
                  </a:lnTo>
                  <a:lnTo>
                    <a:pt x="732" y="942"/>
                  </a:lnTo>
                  <a:lnTo>
                    <a:pt x="738" y="954"/>
                  </a:lnTo>
                  <a:lnTo>
                    <a:pt x="762" y="966"/>
                  </a:lnTo>
                  <a:lnTo>
                    <a:pt x="816" y="966"/>
                  </a:lnTo>
                  <a:lnTo>
                    <a:pt x="846" y="972"/>
                  </a:lnTo>
                  <a:lnTo>
                    <a:pt x="858" y="972"/>
                  </a:lnTo>
                  <a:lnTo>
                    <a:pt x="870" y="978"/>
                  </a:lnTo>
                  <a:lnTo>
                    <a:pt x="894" y="984"/>
                  </a:lnTo>
                  <a:lnTo>
                    <a:pt x="930" y="990"/>
                  </a:lnTo>
                  <a:lnTo>
                    <a:pt x="978" y="984"/>
                  </a:lnTo>
                  <a:lnTo>
                    <a:pt x="1026" y="972"/>
                  </a:lnTo>
                  <a:lnTo>
                    <a:pt x="1062" y="954"/>
                  </a:lnTo>
                  <a:lnTo>
                    <a:pt x="1080" y="936"/>
                  </a:lnTo>
                  <a:lnTo>
                    <a:pt x="1074" y="912"/>
                  </a:lnTo>
                  <a:lnTo>
                    <a:pt x="1032" y="870"/>
                  </a:lnTo>
                  <a:lnTo>
                    <a:pt x="1014" y="858"/>
                  </a:lnTo>
                  <a:lnTo>
                    <a:pt x="996" y="852"/>
                  </a:lnTo>
                  <a:lnTo>
                    <a:pt x="948" y="840"/>
                  </a:lnTo>
                  <a:lnTo>
                    <a:pt x="900" y="822"/>
                  </a:lnTo>
                  <a:lnTo>
                    <a:pt x="828" y="798"/>
                  </a:lnTo>
                  <a:lnTo>
                    <a:pt x="792" y="780"/>
                  </a:lnTo>
                  <a:lnTo>
                    <a:pt x="756" y="774"/>
                  </a:lnTo>
                  <a:lnTo>
                    <a:pt x="624" y="774"/>
                  </a:lnTo>
                  <a:lnTo>
                    <a:pt x="612" y="756"/>
                  </a:lnTo>
                  <a:lnTo>
                    <a:pt x="588" y="762"/>
                  </a:lnTo>
                  <a:lnTo>
                    <a:pt x="552" y="744"/>
                  </a:lnTo>
                  <a:lnTo>
                    <a:pt x="588" y="738"/>
                  </a:lnTo>
                  <a:lnTo>
                    <a:pt x="606" y="726"/>
                  </a:lnTo>
                  <a:lnTo>
                    <a:pt x="600" y="726"/>
                  </a:lnTo>
                  <a:lnTo>
                    <a:pt x="594" y="720"/>
                  </a:lnTo>
                  <a:lnTo>
                    <a:pt x="582" y="720"/>
                  </a:lnTo>
                  <a:lnTo>
                    <a:pt x="564" y="714"/>
                  </a:lnTo>
                  <a:lnTo>
                    <a:pt x="546" y="714"/>
                  </a:lnTo>
                  <a:lnTo>
                    <a:pt x="534" y="708"/>
                  </a:lnTo>
                  <a:lnTo>
                    <a:pt x="522" y="720"/>
                  </a:lnTo>
                  <a:lnTo>
                    <a:pt x="522" y="726"/>
                  </a:lnTo>
                  <a:lnTo>
                    <a:pt x="516" y="732"/>
                  </a:lnTo>
                  <a:lnTo>
                    <a:pt x="498" y="732"/>
                  </a:lnTo>
                  <a:lnTo>
                    <a:pt x="486" y="744"/>
                  </a:lnTo>
                  <a:lnTo>
                    <a:pt x="450" y="744"/>
                  </a:lnTo>
                  <a:lnTo>
                    <a:pt x="444" y="756"/>
                  </a:lnTo>
                  <a:lnTo>
                    <a:pt x="420" y="762"/>
                  </a:lnTo>
                  <a:lnTo>
                    <a:pt x="420" y="768"/>
                  </a:lnTo>
                  <a:lnTo>
                    <a:pt x="414" y="780"/>
                  </a:lnTo>
                  <a:lnTo>
                    <a:pt x="390" y="780"/>
                  </a:lnTo>
                  <a:lnTo>
                    <a:pt x="384" y="792"/>
                  </a:lnTo>
                  <a:lnTo>
                    <a:pt x="396" y="804"/>
                  </a:lnTo>
                  <a:lnTo>
                    <a:pt x="396" y="810"/>
                  </a:lnTo>
                  <a:lnTo>
                    <a:pt x="378" y="810"/>
                  </a:lnTo>
                  <a:lnTo>
                    <a:pt x="378" y="822"/>
                  </a:lnTo>
                  <a:lnTo>
                    <a:pt x="384" y="834"/>
                  </a:lnTo>
                  <a:lnTo>
                    <a:pt x="384" y="840"/>
                  </a:lnTo>
                  <a:lnTo>
                    <a:pt x="390" y="846"/>
                  </a:lnTo>
                  <a:lnTo>
                    <a:pt x="396" y="846"/>
                  </a:lnTo>
                  <a:lnTo>
                    <a:pt x="402" y="840"/>
                  </a:lnTo>
                  <a:lnTo>
                    <a:pt x="420" y="840"/>
                  </a:lnTo>
                  <a:lnTo>
                    <a:pt x="468" y="888"/>
                  </a:lnTo>
                  <a:lnTo>
                    <a:pt x="468" y="900"/>
                  </a:lnTo>
                  <a:lnTo>
                    <a:pt x="462" y="900"/>
                  </a:lnTo>
                  <a:lnTo>
                    <a:pt x="450" y="906"/>
                  </a:lnTo>
                  <a:lnTo>
                    <a:pt x="444" y="906"/>
                  </a:lnTo>
                  <a:lnTo>
                    <a:pt x="444" y="918"/>
                  </a:lnTo>
                  <a:lnTo>
                    <a:pt x="438" y="918"/>
                  </a:lnTo>
                  <a:lnTo>
                    <a:pt x="426" y="924"/>
                  </a:lnTo>
                  <a:lnTo>
                    <a:pt x="420" y="930"/>
                  </a:lnTo>
                  <a:lnTo>
                    <a:pt x="438" y="948"/>
                  </a:lnTo>
                  <a:lnTo>
                    <a:pt x="450" y="954"/>
                  </a:lnTo>
                  <a:lnTo>
                    <a:pt x="456" y="966"/>
                  </a:lnTo>
                  <a:lnTo>
                    <a:pt x="468" y="972"/>
                  </a:lnTo>
                  <a:lnTo>
                    <a:pt x="492" y="996"/>
                  </a:lnTo>
                  <a:lnTo>
                    <a:pt x="504" y="1002"/>
                  </a:lnTo>
                  <a:lnTo>
                    <a:pt x="510" y="1008"/>
                  </a:lnTo>
                  <a:lnTo>
                    <a:pt x="510" y="1014"/>
                  </a:lnTo>
                  <a:lnTo>
                    <a:pt x="504" y="1020"/>
                  </a:lnTo>
                  <a:lnTo>
                    <a:pt x="492" y="1020"/>
                  </a:lnTo>
                  <a:lnTo>
                    <a:pt x="480" y="1014"/>
                  </a:lnTo>
                  <a:lnTo>
                    <a:pt x="474" y="1014"/>
                  </a:lnTo>
                  <a:lnTo>
                    <a:pt x="468" y="1044"/>
                  </a:lnTo>
                  <a:lnTo>
                    <a:pt x="480" y="1056"/>
                  </a:lnTo>
                  <a:lnTo>
                    <a:pt x="480" y="1068"/>
                  </a:lnTo>
                  <a:lnTo>
                    <a:pt x="492" y="1068"/>
                  </a:lnTo>
                  <a:lnTo>
                    <a:pt x="498" y="1074"/>
                  </a:lnTo>
                  <a:lnTo>
                    <a:pt x="504" y="1074"/>
                  </a:lnTo>
                  <a:lnTo>
                    <a:pt x="510" y="1080"/>
                  </a:lnTo>
                  <a:lnTo>
                    <a:pt x="510" y="1086"/>
                  </a:lnTo>
                  <a:lnTo>
                    <a:pt x="504" y="1092"/>
                  </a:lnTo>
                  <a:lnTo>
                    <a:pt x="498" y="1104"/>
                  </a:lnTo>
                  <a:lnTo>
                    <a:pt x="522" y="1110"/>
                  </a:lnTo>
                  <a:lnTo>
                    <a:pt x="534" y="1116"/>
                  </a:lnTo>
                  <a:lnTo>
                    <a:pt x="540" y="1122"/>
                  </a:lnTo>
                  <a:lnTo>
                    <a:pt x="540" y="1128"/>
                  </a:lnTo>
                  <a:lnTo>
                    <a:pt x="516" y="1152"/>
                  </a:lnTo>
                  <a:lnTo>
                    <a:pt x="510" y="1152"/>
                  </a:lnTo>
                  <a:lnTo>
                    <a:pt x="582" y="1188"/>
                  </a:lnTo>
                  <a:lnTo>
                    <a:pt x="588" y="1200"/>
                  </a:lnTo>
                  <a:lnTo>
                    <a:pt x="594" y="1206"/>
                  </a:lnTo>
                  <a:lnTo>
                    <a:pt x="600" y="1218"/>
                  </a:lnTo>
                  <a:lnTo>
                    <a:pt x="600" y="1230"/>
                  </a:lnTo>
                  <a:lnTo>
                    <a:pt x="594" y="1236"/>
                  </a:lnTo>
                  <a:lnTo>
                    <a:pt x="588" y="1248"/>
                  </a:lnTo>
                  <a:lnTo>
                    <a:pt x="552" y="1284"/>
                  </a:lnTo>
                  <a:lnTo>
                    <a:pt x="546" y="1284"/>
                  </a:lnTo>
                  <a:lnTo>
                    <a:pt x="486" y="1344"/>
                  </a:lnTo>
                  <a:lnTo>
                    <a:pt x="426" y="1374"/>
                  </a:lnTo>
                  <a:lnTo>
                    <a:pt x="432" y="1386"/>
                  </a:lnTo>
                  <a:lnTo>
                    <a:pt x="462" y="1368"/>
                  </a:lnTo>
                  <a:lnTo>
                    <a:pt x="468" y="1386"/>
                  </a:lnTo>
                  <a:lnTo>
                    <a:pt x="480" y="1398"/>
                  </a:lnTo>
                  <a:lnTo>
                    <a:pt x="492" y="1404"/>
                  </a:lnTo>
                  <a:lnTo>
                    <a:pt x="498" y="1410"/>
                  </a:lnTo>
                  <a:lnTo>
                    <a:pt x="546" y="1410"/>
                  </a:lnTo>
                  <a:lnTo>
                    <a:pt x="558" y="1428"/>
                  </a:lnTo>
                  <a:lnTo>
                    <a:pt x="546" y="1428"/>
                  </a:lnTo>
                  <a:lnTo>
                    <a:pt x="534" y="1422"/>
                  </a:lnTo>
                  <a:lnTo>
                    <a:pt x="504" y="1422"/>
                  </a:lnTo>
                  <a:lnTo>
                    <a:pt x="492" y="1434"/>
                  </a:lnTo>
                  <a:lnTo>
                    <a:pt x="492" y="1440"/>
                  </a:lnTo>
                  <a:lnTo>
                    <a:pt x="456" y="1440"/>
                  </a:lnTo>
                  <a:lnTo>
                    <a:pt x="450" y="1470"/>
                  </a:lnTo>
                  <a:lnTo>
                    <a:pt x="438" y="1470"/>
                  </a:lnTo>
                  <a:lnTo>
                    <a:pt x="432" y="1482"/>
                  </a:lnTo>
                  <a:lnTo>
                    <a:pt x="438" y="1494"/>
                  </a:lnTo>
                  <a:lnTo>
                    <a:pt x="432" y="1500"/>
                  </a:lnTo>
                  <a:lnTo>
                    <a:pt x="426" y="1500"/>
                  </a:lnTo>
                  <a:lnTo>
                    <a:pt x="414" y="1512"/>
                  </a:lnTo>
                  <a:lnTo>
                    <a:pt x="414" y="1530"/>
                  </a:lnTo>
                  <a:lnTo>
                    <a:pt x="432" y="1536"/>
                  </a:lnTo>
                  <a:lnTo>
                    <a:pt x="420" y="1560"/>
                  </a:lnTo>
                  <a:lnTo>
                    <a:pt x="432" y="1566"/>
                  </a:lnTo>
                  <a:lnTo>
                    <a:pt x="444" y="1584"/>
                  </a:lnTo>
                  <a:lnTo>
                    <a:pt x="426" y="1596"/>
                  </a:lnTo>
                  <a:lnTo>
                    <a:pt x="426" y="1608"/>
                  </a:lnTo>
                  <a:lnTo>
                    <a:pt x="432" y="1608"/>
                  </a:lnTo>
                  <a:lnTo>
                    <a:pt x="444" y="1620"/>
                  </a:lnTo>
                  <a:lnTo>
                    <a:pt x="456" y="1626"/>
                  </a:lnTo>
                  <a:lnTo>
                    <a:pt x="462" y="1632"/>
                  </a:lnTo>
                  <a:lnTo>
                    <a:pt x="462" y="1638"/>
                  </a:lnTo>
                  <a:lnTo>
                    <a:pt x="444" y="1638"/>
                  </a:lnTo>
                  <a:lnTo>
                    <a:pt x="438" y="1656"/>
                  </a:lnTo>
                  <a:lnTo>
                    <a:pt x="462" y="1662"/>
                  </a:lnTo>
                  <a:lnTo>
                    <a:pt x="468" y="1668"/>
                  </a:lnTo>
                  <a:lnTo>
                    <a:pt x="474" y="1680"/>
                  </a:lnTo>
                  <a:lnTo>
                    <a:pt x="486" y="1692"/>
                  </a:lnTo>
                  <a:lnTo>
                    <a:pt x="486" y="1716"/>
                  </a:lnTo>
                  <a:lnTo>
                    <a:pt x="510" y="1716"/>
                  </a:lnTo>
                  <a:lnTo>
                    <a:pt x="516" y="1722"/>
                  </a:lnTo>
                  <a:lnTo>
                    <a:pt x="516" y="1728"/>
                  </a:lnTo>
                  <a:lnTo>
                    <a:pt x="528" y="1722"/>
                  </a:lnTo>
                  <a:lnTo>
                    <a:pt x="564" y="1728"/>
                  </a:lnTo>
                  <a:lnTo>
                    <a:pt x="570" y="1746"/>
                  </a:lnTo>
                  <a:lnTo>
                    <a:pt x="600" y="1728"/>
                  </a:lnTo>
                  <a:lnTo>
                    <a:pt x="606" y="1728"/>
                  </a:lnTo>
                  <a:lnTo>
                    <a:pt x="612" y="1734"/>
                  </a:lnTo>
                  <a:lnTo>
                    <a:pt x="648" y="1752"/>
                  </a:lnTo>
                  <a:lnTo>
                    <a:pt x="654" y="1758"/>
                  </a:lnTo>
                  <a:lnTo>
                    <a:pt x="654" y="1770"/>
                  </a:lnTo>
                  <a:lnTo>
                    <a:pt x="648" y="1776"/>
                  </a:lnTo>
                  <a:lnTo>
                    <a:pt x="660" y="1794"/>
                  </a:lnTo>
                  <a:lnTo>
                    <a:pt x="654" y="1812"/>
                  </a:lnTo>
                  <a:lnTo>
                    <a:pt x="660" y="1818"/>
                  </a:lnTo>
                  <a:lnTo>
                    <a:pt x="672" y="1824"/>
                  </a:lnTo>
                  <a:lnTo>
                    <a:pt x="690" y="1842"/>
                  </a:lnTo>
                  <a:lnTo>
                    <a:pt x="690" y="1854"/>
                  </a:lnTo>
                  <a:lnTo>
                    <a:pt x="720" y="1866"/>
                  </a:lnTo>
                  <a:lnTo>
                    <a:pt x="720" y="1890"/>
                  </a:lnTo>
                  <a:lnTo>
                    <a:pt x="756" y="1890"/>
                  </a:lnTo>
                  <a:lnTo>
                    <a:pt x="762" y="1896"/>
                  </a:lnTo>
                  <a:lnTo>
                    <a:pt x="768" y="1896"/>
                  </a:lnTo>
                  <a:lnTo>
                    <a:pt x="768" y="1902"/>
                  </a:lnTo>
                  <a:lnTo>
                    <a:pt x="762" y="1908"/>
                  </a:lnTo>
                  <a:lnTo>
                    <a:pt x="786" y="1920"/>
                  </a:lnTo>
                  <a:lnTo>
                    <a:pt x="774" y="1926"/>
                  </a:lnTo>
                  <a:lnTo>
                    <a:pt x="768" y="1938"/>
                  </a:lnTo>
                  <a:lnTo>
                    <a:pt x="744" y="1950"/>
                  </a:lnTo>
                  <a:lnTo>
                    <a:pt x="738" y="1950"/>
                  </a:lnTo>
                  <a:lnTo>
                    <a:pt x="732" y="1944"/>
                  </a:lnTo>
                  <a:lnTo>
                    <a:pt x="726" y="1944"/>
                  </a:lnTo>
                  <a:lnTo>
                    <a:pt x="726" y="1938"/>
                  </a:lnTo>
                  <a:lnTo>
                    <a:pt x="702" y="1938"/>
                  </a:lnTo>
                  <a:lnTo>
                    <a:pt x="696" y="1944"/>
                  </a:lnTo>
                  <a:lnTo>
                    <a:pt x="696" y="1950"/>
                  </a:lnTo>
                  <a:lnTo>
                    <a:pt x="720" y="1974"/>
                  </a:lnTo>
                  <a:lnTo>
                    <a:pt x="720" y="1992"/>
                  </a:lnTo>
                  <a:lnTo>
                    <a:pt x="726" y="1998"/>
                  </a:lnTo>
                  <a:lnTo>
                    <a:pt x="732" y="2010"/>
                  </a:lnTo>
                  <a:lnTo>
                    <a:pt x="732" y="2028"/>
                  </a:lnTo>
                  <a:lnTo>
                    <a:pt x="720" y="2028"/>
                  </a:lnTo>
                  <a:lnTo>
                    <a:pt x="714" y="2022"/>
                  </a:lnTo>
                  <a:lnTo>
                    <a:pt x="708" y="2022"/>
                  </a:lnTo>
                  <a:lnTo>
                    <a:pt x="720" y="2028"/>
                  </a:lnTo>
                  <a:lnTo>
                    <a:pt x="768" y="2028"/>
                  </a:lnTo>
                  <a:lnTo>
                    <a:pt x="774" y="2022"/>
                  </a:lnTo>
                  <a:lnTo>
                    <a:pt x="774" y="2010"/>
                  </a:lnTo>
                  <a:lnTo>
                    <a:pt x="804" y="2010"/>
                  </a:lnTo>
                  <a:lnTo>
                    <a:pt x="816" y="2004"/>
                  </a:lnTo>
                  <a:lnTo>
                    <a:pt x="864" y="2004"/>
                  </a:lnTo>
                  <a:lnTo>
                    <a:pt x="870" y="2022"/>
                  </a:lnTo>
                  <a:lnTo>
                    <a:pt x="876" y="2022"/>
                  </a:lnTo>
                  <a:lnTo>
                    <a:pt x="882" y="2028"/>
                  </a:lnTo>
                  <a:lnTo>
                    <a:pt x="894" y="2034"/>
                  </a:lnTo>
                  <a:lnTo>
                    <a:pt x="900" y="2034"/>
                  </a:lnTo>
                  <a:lnTo>
                    <a:pt x="900" y="2046"/>
                  </a:lnTo>
                  <a:lnTo>
                    <a:pt x="894" y="2052"/>
                  </a:lnTo>
                  <a:lnTo>
                    <a:pt x="888" y="2052"/>
                  </a:lnTo>
                  <a:lnTo>
                    <a:pt x="894" y="2070"/>
                  </a:lnTo>
                  <a:lnTo>
                    <a:pt x="894" y="2088"/>
                  </a:lnTo>
                  <a:lnTo>
                    <a:pt x="930" y="2088"/>
                  </a:lnTo>
                  <a:lnTo>
                    <a:pt x="972" y="2106"/>
                  </a:lnTo>
                  <a:lnTo>
                    <a:pt x="984" y="2154"/>
                  </a:lnTo>
                  <a:lnTo>
                    <a:pt x="990" y="2154"/>
                  </a:lnTo>
                  <a:lnTo>
                    <a:pt x="1014" y="2148"/>
                  </a:lnTo>
                  <a:lnTo>
                    <a:pt x="1020" y="2154"/>
                  </a:lnTo>
                  <a:lnTo>
                    <a:pt x="1032" y="2154"/>
                  </a:lnTo>
                  <a:lnTo>
                    <a:pt x="1038" y="2160"/>
                  </a:lnTo>
                  <a:lnTo>
                    <a:pt x="1086" y="2160"/>
                  </a:lnTo>
                  <a:lnTo>
                    <a:pt x="1092" y="2166"/>
                  </a:lnTo>
                  <a:lnTo>
                    <a:pt x="1092" y="2160"/>
                  </a:lnTo>
                  <a:lnTo>
                    <a:pt x="1098" y="2154"/>
                  </a:lnTo>
                  <a:lnTo>
                    <a:pt x="1110" y="2154"/>
                  </a:lnTo>
                  <a:lnTo>
                    <a:pt x="1116" y="2166"/>
                  </a:lnTo>
                  <a:lnTo>
                    <a:pt x="1140" y="2190"/>
                  </a:lnTo>
                  <a:lnTo>
                    <a:pt x="1152" y="2184"/>
                  </a:lnTo>
                  <a:lnTo>
                    <a:pt x="1170" y="2184"/>
                  </a:lnTo>
                  <a:lnTo>
                    <a:pt x="1176" y="2190"/>
                  </a:lnTo>
                  <a:lnTo>
                    <a:pt x="1188" y="2196"/>
                  </a:lnTo>
                  <a:lnTo>
                    <a:pt x="1230" y="2196"/>
                  </a:lnTo>
                  <a:lnTo>
                    <a:pt x="1230" y="2202"/>
                  </a:lnTo>
                  <a:lnTo>
                    <a:pt x="1236" y="2208"/>
                  </a:lnTo>
                  <a:lnTo>
                    <a:pt x="1254" y="2220"/>
                  </a:lnTo>
                  <a:lnTo>
                    <a:pt x="1278" y="2220"/>
                  </a:lnTo>
                  <a:lnTo>
                    <a:pt x="1284" y="2226"/>
                  </a:lnTo>
                  <a:lnTo>
                    <a:pt x="1284" y="2250"/>
                  </a:lnTo>
                  <a:lnTo>
                    <a:pt x="1266" y="2262"/>
                  </a:lnTo>
                  <a:lnTo>
                    <a:pt x="1272" y="2262"/>
                  </a:lnTo>
                  <a:lnTo>
                    <a:pt x="1278" y="2268"/>
                  </a:lnTo>
                  <a:lnTo>
                    <a:pt x="1284" y="2268"/>
                  </a:lnTo>
                  <a:lnTo>
                    <a:pt x="1290" y="2274"/>
                  </a:lnTo>
                  <a:lnTo>
                    <a:pt x="1284" y="2280"/>
                  </a:lnTo>
                  <a:lnTo>
                    <a:pt x="1266" y="2280"/>
                  </a:lnTo>
                  <a:lnTo>
                    <a:pt x="1260" y="2286"/>
                  </a:lnTo>
                  <a:lnTo>
                    <a:pt x="1272" y="2298"/>
                  </a:lnTo>
                  <a:lnTo>
                    <a:pt x="1284" y="2304"/>
                  </a:lnTo>
                  <a:lnTo>
                    <a:pt x="1284" y="2316"/>
                  </a:lnTo>
                  <a:lnTo>
                    <a:pt x="1290" y="2328"/>
                  </a:lnTo>
                  <a:lnTo>
                    <a:pt x="1290" y="2334"/>
                  </a:lnTo>
                  <a:lnTo>
                    <a:pt x="1278" y="2346"/>
                  </a:lnTo>
                  <a:lnTo>
                    <a:pt x="1266" y="2346"/>
                  </a:lnTo>
                  <a:lnTo>
                    <a:pt x="1254" y="2352"/>
                  </a:lnTo>
                  <a:lnTo>
                    <a:pt x="1224" y="2352"/>
                  </a:lnTo>
                  <a:lnTo>
                    <a:pt x="1212" y="2364"/>
                  </a:lnTo>
                  <a:lnTo>
                    <a:pt x="1212" y="2370"/>
                  </a:lnTo>
                  <a:lnTo>
                    <a:pt x="1206" y="2376"/>
                  </a:lnTo>
                  <a:lnTo>
                    <a:pt x="1188" y="2376"/>
                  </a:lnTo>
                  <a:lnTo>
                    <a:pt x="1188" y="2412"/>
                  </a:lnTo>
                  <a:lnTo>
                    <a:pt x="1194" y="2412"/>
                  </a:lnTo>
                  <a:lnTo>
                    <a:pt x="1200" y="2406"/>
                  </a:lnTo>
                  <a:lnTo>
                    <a:pt x="1212" y="2406"/>
                  </a:lnTo>
                  <a:lnTo>
                    <a:pt x="1224" y="2400"/>
                  </a:lnTo>
                  <a:lnTo>
                    <a:pt x="1254" y="2400"/>
                  </a:lnTo>
                  <a:lnTo>
                    <a:pt x="1254" y="2412"/>
                  </a:lnTo>
                  <a:lnTo>
                    <a:pt x="1248" y="2418"/>
                  </a:lnTo>
                  <a:lnTo>
                    <a:pt x="1242" y="2430"/>
                  </a:lnTo>
                  <a:lnTo>
                    <a:pt x="1230" y="2436"/>
                  </a:lnTo>
                  <a:lnTo>
                    <a:pt x="1224" y="2442"/>
                  </a:lnTo>
                  <a:lnTo>
                    <a:pt x="1170" y="2454"/>
                  </a:lnTo>
                  <a:lnTo>
                    <a:pt x="1218" y="2490"/>
                  </a:lnTo>
                  <a:lnTo>
                    <a:pt x="1212" y="2490"/>
                  </a:lnTo>
                  <a:lnTo>
                    <a:pt x="1206" y="2496"/>
                  </a:lnTo>
                  <a:lnTo>
                    <a:pt x="1194" y="2496"/>
                  </a:lnTo>
                  <a:lnTo>
                    <a:pt x="1188" y="2502"/>
                  </a:lnTo>
                  <a:lnTo>
                    <a:pt x="1176" y="2526"/>
                  </a:lnTo>
                  <a:lnTo>
                    <a:pt x="1176" y="2544"/>
                  </a:lnTo>
                  <a:lnTo>
                    <a:pt x="1164" y="2550"/>
                  </a:lnTo>
                  <a:lnTo>
                    <a:pt x="1158" y="2556"/>
                  </a:lnTo>
                  <a:lnTo>
                    <a:pt x="1146" y="2556"/>
                  </a:lnTo>
                  <a:lnTo>
                    <a:pt x="1140" y="2550"/>
                  </a:lnTo>
                  <a:lnTo>
                    <a:pt x="1128" y="2544"/>
                  </a:lnTo>
                  <a:lnTo>
                    <a:pt x="1122" y="2538"/>
                  </a:lnTo>
                  <a:lnTo>
                    <a:pt x="1116" y="2556"/>
                  </a:lnTo>
                  <a:lnTo>
                    <a:pt x="1122" y="2562"/>
                  </a:lnTo>
                  <a:lnTo>
                    <a:pt x="1128" y="2574"/>
                  </a:lnTo>
                  <a:lnTo>
                    <a:pt x="1134" y="2580"/>
                  </a:lnTo>
                  <a:lnTo>
                    <a:pt x="1146" y="2580"/>
                  </a:lnTo>
                  <a:lnTo>
                    <a:pt x="1146" y="2586"/>
                  </a:lnTo>
                  <a:lnTo>
                    <a:pt x="1152" y="2598"/>
                  </a:lnTo>
                  <a:lnTo>
                    <a:pt x="1158" y="2604"/>
                  </a:lnTo>
                  <a:lnTo>
                    <a:pt x="1194" y="2604"/>
                  </a:lnTo>
                  <a:lnTo>
                    <a:pt x="1200" y="2610"/>
                  </a:lnTo>
                  <a:lnTo>
                    <a:pt x="1212" y="2616"/>
                  </a:lnTo>
                  <a:lnTo>
                    <a:pt x="1218" y="2628"/>
                  </a:lnTo>
                  <a:lnTo>
                    <a:pt x="1224" y="2634"/>
                  </a:lnTo>
                  <a:lnTo>
                    <a:pt x="1254" y="2634"/>
                  </a:lnTo>
                  <a:lnTo>
                    <a:pt x="1272" y="2652"/>
                  </a:lnTo>
                  <a:lnTo>
                    <a:pt x="1278" y="2664"/>
                  </a:lnTo>
                  <a:lnTo>
                    <a:pt x="1290" y="2670"/>
                  </a:lnTo>
                  <a:lnTo>
                    <a:pt x="1314" y="2694"/>
                  </a:lnTo>
                  <a:lnTo>
                    <a:pt x="1320" y="2694"/>
                  </a:lnTo>
                  <a:lnTo>
                    <a:pt x="1332" y="2700"/>
                  </a:lnTo>
                  <a:lnTo>
                    <a:pt x="1338" y="2700"/>
                  </a:lnTo>
                  <a:lnTo>
                    <a:pt x="1350" y="2706"/>
                  </a:lnTo>
                  <a:lnTo>
                    <a:pt x="1344" y="2706"/>
                  </a:lnTo>
                  <a:lnTo>
                    <a:pt x="1368" y="2688"/>
                  </a:lnTo>
                  <a:lnTo>
                    <a:pt x="1380" y="2688"/>
                  </a:lnTo>
                  <a:lnTo>
                    <a:pt x="1398" y="2694"/>
                  </a:lnTo>
                  <a:lnTo>
                    <a:pt x="1410" y="2700"/>
                  </a:lnTo>
                  <a:lnTo>
                    <a:pt x="1428" y="2706"/>
                  </a:lnTo>
                  <a:lnTo>
                    <a:pt x="1488" y="2718"/>
                  </a:lnTo>
                  <a:lnTo>
                    <a:pt x="1524" y="2718"/>
                  </a:lnTo>
                  <a:lnTo>
                    <a:pt x="1530" y="2724"/>
                  </a:lnTo>
                  <a:lnTo>
                    <a:pt x="1536" y="2724"/>
                  </a:lnTo>
                  <a:lnTo>
                    <a:pt x="1584" y="2754"/>
                  </a:lnTo>
                  <a:lnTo>
                    <a:pt x="1584" y="2760"/>
                  </a:lnTo>
                  <a:lnTo>
                    <a:pt x="1590" y="2760"/>
                  </a:lnTo>
                  <a:lnTo>
                    <a:pt x="1602" y="2766"/>
                  </a:lnTo>
                  <a:lnTo>
                    <a:pt x="1626" y="2766"/>
                  </a:lnTo>
                  <a:lnTo>
                    <a:pt x="1632" y="2760"/>
                  </a:lnTo>
                  <a:lnTo>
                    <a:pt x="1644" y="2760"/>
                  </a:lnTo>
                  <a:lnTo>
                    <a:pt x="1644" y="2754"/>
                  </a:lnTo>
                  <a:lnTo>
                    <a:pt x="1674" y="2754"/>
                  </a:lnTo>
                  <a:lnTo>
                    <a:pt x="1686" y="2760"/>
                  </a:lnTo>
                  <a:lnTo>
                    <a:pt x="1698" y="2772"/>
                  </a:lnTo>
                  <a:lnTo>
                    <a:pt x="1728" y="2778"/>
                  </a:lnTo>
                  <a:lnTo>
                    <a:pt x="1728" y="2790"/>
                  </a:lnTo>
                  <a:lnTo>
                    <a:pt x="1722" y="2796"/>
                  </a:lnTo>
                  <a:lnTo>
                    <a:pt x="1722" y="2802"/>
                  </a:lnTo>
                  <a:lnTo>
                    <a:pt x="1740" y="2802"/>
                  </a:lnTo>
                  <a:lnTo>
                    <a:pt x="1752" y="2814"/>
                  </a:lnTo>
                  <a:lnTo>
                    <a:pt x="1764" y="2820"/>
                  </a:lnTo>
                  <a:lnTo>
                    <a:pt x="1776" y="2832"/>
                  </a:lnTo>
                  <a:lnTo>
                    <a:pt x="1788" y="2826"/>
                  </a:lnTo>
                  <a:lnTo>
                    <a:pt x="1794" y="2826"/>
                  </a:lnTo>
                  <a:lnTo>
                    <a:pt x="1818" y="2838"/>
                  </a:lnTo>
                  <a:lnTo>
                    <a:pt x="1836" y="2856"/>
                  </a:lnTo>
                  <a:lnTo>
                    <a:pt x="1842" y="2868"/>
                  </a:lnTo>
                  <a:lnTo>
                    <a:pt x="1854" y="2874"/>
                  </a:lnTo>
                  <a:lnTo>
                    <a:pt x="1860" y="2880"/>
                  </a:lnTo>
                  <a:lnTo>
                    <a:pt x="1884" y="2880"/>
                  </a:lnTo>
                  <a:lnTo>
                    <a:pt x="1890" y="2874"/>
                  </a:lnTo>
                  <a:lnTo>
                    <a:pt x="1890" y="2862"/>
                  </a:lnTo>
                  <a:lnTo>
                    <a:pt x="1908" y="2862"/>
                  </a:lnTo>
                  <a:lnTo>
                    <a:pt x="1914" y="2856"/>
                  </a:lnTo>
                  <a:lnTo>
                    <a:pt x="1914" y="2826"/>
                  </a:lnTo>
                  <a:lnTo>
                    <a:pt x="1908" y="2820"/>
                  </a:lnTo>
                  <a:lnTo>
                    <a:pt x="1908" y="2814"/>
                  </a:lnTo>
                  <a:lnTo>
                    <a:pt x="1896" y="2802"/>
                  </a:lnTo>
                  <a:lnTo>
                    <a:pt x="1890" y="2790"/>
                  </a:lnTo>
                  <a:lnTo>
                    <a:pt x="1884" y="2784"/>
                  </a:lnTo>
                  <a:lnTo>
                    <a:pt x="1872" y="2778"/>
                  </a:lnTo>
                  <a:lnTo>
                    <a:pt x="1866" y="2772"/>
                  </a:lnTo>
                  <a:lnTo>
                    <a:pt x="1854" y="2772"/>
                  </a:lnTo>
                  <a:lnTo>
                    <a:pt x="1854" y="2748"/>
                  </a:lnTo>
                  <a:lnTo>
                    <a:pt x="1848" y="2742"/>
                  </a:lnTo>
                  <a:lnTo>
                    <a:pt x="1836" y="2736"/>
                  </a:lnTo>
                  <a:lnTo>
                    <a:pt x="1830" y="2724"/>
                  </a:lnTo>
                  <a:lnTo>
                    <a:pt x="1824" y="2718"/>
                  </a:lnTo>
                  <a:lnTo>
                    <a:pt x="1824" y="2706"/>
                  </a:lnTo>
                  <a:lnTo>
                    <a:pt x="1830" y="2694"/>
                  </a:lnTo>
                  <a:lnTo>
                    <a:pt x="1830" y="2682"/>
                  </a:lnTo>
                  <a:lnTo>
                    <a:pt x="1818" y="2658"/>
                  </a:lnTo>
                  <a:lnTo>
                    <a:pt x="1812" y="2652"/>
                  </a:lnTo>
                  <a:lnTo>
                    <a:pt x="1806" y="2640"/>
                  </a:lnTo>
                  <a:lnTo>
                    <a:pt x="1794" y="2634"/>
                  </a:lnTo>
                  <a:lnTo>
                    <a:pt x="1788" y="2628"/>
                  </a:lnTo>
                  <a:lnTo>
                    <a:pt x="1776" y="2628"/>
                  </a:lnTo>
                  <a:lnTo>
                    <a:pt x="1758" y="2622"/>
                  </a:lnTo>
                  <a:lnTo>
                    <a:pt x="1758" y="2604"/>
                  </a:lnTo>
                  <a:lnTo>
                    <a:pt x="1794" y="2568"/>
                  </a:lnTo>
                  <a:lnTo>
                    <a:pt x="1800" y="2556"/>
                  </a:lnTo>
                  <a:lnTo>
                    <a:pt x="1806" y="2550"/>
                  </a:lnTo>
                  <a:lnTo>
                    <a:pt x="1806" y="2544"/>
                  </a:lnTo>
                  <a:lnTo>
                    <a:pt x="1800" y="2532"/>
                  </a:lnTo>
                  <a:lnTo>
                    <a:pt x="1788" y="2520"/>
                  </a:lnTo>
                  <a:lnTo>
                    <a:pt x="1800" y="2520"/>
                  </a:lnTo>
                  <a:lnTo>
                    <a:pt x="1812" y="2526"/>
                  </a:lnTo>
                  <a:lnTo>
                    <a:pt x="1830" y="2526"/>
                  </a:lnTo>
                  <a:lnTo>
                    <a:pt x="1842" y="2514"/>
                  </a:lnTo>
                  <a:lnTo>
                    <a:pt x="1872" y="2514"/>
                  </a:lnTo>
                  <a:lnTo>
                    <a:pt x="1878" y="2508"/>
                  </a:lnTo>
                  <a:lnTo>
                    <a:pt x="1860" y="2490"/>
                  </a:lnTo>
                  <a:lnTo>
                    <a:pt x="1890" y="2490"/>
                  </a:lnTo>
                  <a:lnTo>
                    <a:pt x="1890" y="2472"/>
                  </a:lnTo>
                  <a:lnTo>
                    <a:pt x="1878" y="2472"/>
                  </a:lnTo>
                  <a:lnTo>
                    <a:pt x="1854" y="2460"/>
                  </a:lnTo>
                  <a:lnTo>
                    <a:pt x="1842" y="2448"/>
                  </a:lnTo>
                  <a:lnTo>
                    <a:pt x="1842" y="2442"/>
                  </a:lnTo>
                  <a:lnTo>
                    <a:pt x="1878" y="2442"/>
                  </a:lnTo>
                  <a:lnTo>
                    <a:pt x="1878" y="2430"/>
                  </a:lnTo>
                  <a:lnTo>
                    <a:pt x="1866" y="2418"/>
                  </a:lnTo>
                  <a:lnTo>
                    <a:pt x="1860" y="2406"/>
                  </a:lnTo>
                  <a:lnTo>
                    <a:pt x="1812" y="2358"/>
                  </a:lnTo>
                  <a:lnTo>
                    <a:pt x="1800" y="2358"/>
                  </a:lnTo>
                  <a:lnTo>
                    <a:pt x="1788" y="2364"/>
                  </a:lnTo>
                  <a:lnTo>
                    <a:pt x="1746" y="2364"/>
                  </a:lnTo>
                  <a:lnTo>
                    <a:pt x="1740" y="2358"/>
                  </a:lnTo>
                  <a:lnTo>
                    <a:pt x="1740" y="2328"/>
                  </a:lnTo>
                  <a:lnTo>
                    <a:pt x="1734" y="2322"/>
                  </a:lnTo>
                  <a:lnTo>
                    <a:pt x="1710" y="2322"/>
                  </a:lnTo>
                  <a:lnTo>
                    <a:pt x="1704" y="2316"/>
                  </a:lnTo>
                  <a:lnTo>
                    <a:pt x="1698" y="2316"/>
                  </a:lnTo>
                  <a:lnTo>
                    <a:pt x="1698" y="2286"/>
                  </a:lnTo>
                  <a:lnTo>
                    <a:pt x="1710" y="2262"/>
                  </a:lnTo>
                  <a:lnTo>
                    <a:pt x="1710" y="2238"/>
                  </a:lnTo>
                  <a:lnTo>
                    <a:pt x="1704" y="2232"/>
                  </a:lnTo>
                  <a:lnTo>
                    <a:pt x="1698" y="2196"/>
                  </a:lnTo>
                  <a:lnTo>
                    <a:pt x="1722" y="2196"/>
                  </a:lnTo>
                  <a:lnTo>
                    <a:pt x="1722" y="2172"/>
                  </a:lnTo>
                  <a:lnTo>
                    <a:pt x="1716" y="2166"/>
                  </a:lnTo>
                  <a:lnTo>
                    <a:pt x="1716" y="2154"/>
                  </a:lnTo>
                  <a:lnTo>
                    <a:pt x="1722" y="2148"/>
                  </a:lnTo>
                  <a:lnTo>
                    <a:pt x="1734" y="2148"/>
                  </a:lnTo>
                  <a:lnTo>
                    <a:pt x="1746" y="2154"/>
                  </a:lnTo>
                  <a:lnTo>
                    <a:pt x="1758" y="2166"/>
                  </a:lnTo>
                  <a:lnTo>
                    <a:pt x="1770" y="2172"/>
                  </a:lnTo>
                  <a:lnTo>
                    <a:pt x="1776" y="2184"/>
                  </a:lnTo>
                  <a:lnTo>
                    <a:pt x="1788" y="2190"/>
                  </a:lnTo>
                  <a:lnTo>
                    <a:pt x="1800" y="2190"/>
                  </a:lnTo>
                  <a:lnTo>
                    <a:pt x="1806" y="2184"/>
                  </a:lnTo>
                  <a:lnTo>
                    <a:pt x="1812" y="2172"/>
                  </a:lnTo>
                  <a:lnTo>
                    <a:pt x="1818" y="2166"/>
                  </a:lnTo>
                  <a:lnTo>
                    <a:pt x="1812" y="2154"/>
                  </a:lnTo>
                  <a:lnTo>
                    <a:pt x="1800" y="2142"/>
                  </a:lnTo>
                  <a:lnTo>
                    <a:pt x="1830" y="2130"/>
                  </a:lnTo>
                  <a:lnTo>
                    <a:pt x="1830" y="2106"/>
                  </a:lnTo>
                  <a:lnTo>
                    <a:pt x="1836" y="2106"/>
                  </a:lnTo>
                  <a:lnTo>
                    <a:pt x="1848" y="2100"/>
                  </a:lnTo>
                  <a:lnTo>
                    <a:pt x="1860" y="2100"/>
                  </a:lnTo>
                  <a:lnTo>
                    <a:pt x="1872" y="2094"/>
                  </a:lnTo>
                  <a:lnTo>
                    <a:pt x="1884" y="2082"/>
                  </a:lnTo>
                  <a:lnTo>
                    <a:pt x="1884" y="2064"/>
                  </a:lnTo>
                  <a:lnTo>
                    <a:pt x="1878" y="2058"/>
                  </a:lnTo>
                  <a:lnTo>
                    <a:pt x="1878" y="2052"/>
                  </a:lnTo>
                  <a:lnTo>
                    <a:pt x="1908" y="2052"/>
                  </a:lnTo>
                  <a:lnTo>
                    <a:pt x="1920" y="2058"/>
                  </a:lnTo>
                  <a:lnTo>
                    <a:pt x="1926" y="2058"/>
                  </a:lnTo>
                  <a:lnTo>
                    <a:pt x="1926" y="2064"/>
                  </a:lnTo>
                  <a:lnTo>
                    <a:pt x="1932" y="2070"/>
                  </a:lnTo>
                  <a:lnTo>
                    <a:pt x="1962" y="2070"/>
                  </a:lnTo>
                  <a:lnTo>
                    <a:pt x="1974" y="2058"/>
                  </a:lnTo>
                  <a:lnTo>
                    <a:pt x="1986" y="2052"/>
                  </a:lnTo>
                  <a:lnTo>
                    <a:pt x="2004" y="2052"/>
                  </a:lnTo>
                  <a:lnTo>
                    <a:pt x="2010" y="2058"/>
                  </a:lnTo>
                  <a:lnTo>
                    <a:pt x="2016" y="2070"/>
                  </a:lnTo>
                  <a:lnTo>
                    <a:pt x="2076" y="2070"/>
                  </a:lnTo>
                  <a:lnTo>
                    <a:pt x="2082" y="2076"/>
                  </a:lnTo>
                  <a:lnTo>
                    <a:pt x="2082" y="2082"/>
                  </a:lnTo>
                  <a:lnTo>
                    <a:pt x="2088" y="2094"/>
                  </a:lnTo>
                  <a:lnTo>
                    <a:pt x="2124" y="2094"/>
                  </a:lnTo>
                  <a:lnTo>
                    <a:pt x="2136" y="2124"/>
                  </a:lnTo>
                  <a:lnTo>
                    <a:pt x="2136" y="2130"/>
                  </a:lnTo>
                  <a:lnTo>
                    <a:pt x="2148" y="2142"/>
                  </a:lnTo>
                  <a:lnTo>
                    <a:pt x="2160" y="2142"/>
                  </a:lnTo>
                  <a:lnTo>
                    <a:pt x="2160" y="2124"/>
                  </a:lnTo>
                  <a:lnTo>
                    <a:pt x="2148" y="2112"/>
                  </a:lnTo>
                  <a:lnTo>
                    <a:pt x="2148" y="2106"/>
                  </a:lnTo>
                  <a:lnTo>
                    <a:pt x="2160" y="2106"/>
                  </a:lnTo>
                  <a:lnTo>
                    <a:pt x="2232" y="2142"/>
                  </a:lnTo>
                  <a:lnTo>
                    <a:pt x="2238" y="2136"/>
                  </a:lnTo>
                  <a:lnTo>
                    <a:pt x="2244" y="2124"/>
                  </a:lnTo>
                  <a:lnTo>
                    <a:pt x="2256" y="2118"/>
                  </a:lnTo>
                  <a:lnTo>
                    <a:pt x="2268" y="2106"/>
                  </a:lnTo>
                  <a:lnTo>
                    <a:pt x="2280" y="2100"/>
                  </a:lnTo>
                  <a:lnTo>
                    <a:pt x="2286" y="2100"/>
                  </a:lnTo>
                  <a:lnTo>
                    <a:pt x="2322" y="2118"/>
                  </a:lnTo>
                  <a:lnTo>
                    <a:pt x="2334" y="2118"/>
                  </a:lnTo>
                  <a:lnTo>
                    <a:pt x="2352" y="2112"/>
                  </a:lnTo>
                  <a:lnTo>
                    <a:pt x="2364" y="2106"/>
                  </a:lnTo>
                  <a:lnTo>
                    <a:pt x="2370" y="2100"/>
                  </a:lnTo>
                  <a:lnTo>
                    <a:pt x="2382" y="2100"/>
                  </a:lnTo>
                  <a:lnTo>
                    <a:pt x="2388" y="2106"/>
                  </a:lnTo>
                  <a:lnTo>
                    <a:pt x="2400" y="2112"/>
                  </a:lnTo>
                  <a:lnTo>
                    <a:pt x="2406" y="2124"/>
                  </a:lnTo>
                  <a:lnTo>
                    <a:pt x="2430" y="2136"/>
                  </a:lnTo>
                  <a:lnTo>
                    <a:pt x="2454" y="2136"/>
                  </a:lnTo>
                  <a:lnTo>
                    <a:pt x="2466" y="2142"/>
                  </a:lnTo>
                  <a:lnTo>
                    <a:pt x="2478" y="2142"/>
                  </a:lnTo>
                  <a:lnTo>
                    <a:pt x="2490" y="2118"/>
                  </a:lnTo>
                  <a:lnTo>
                    <a:pt x="2496" y="2124"/>
                  </a:lnTo>
                  <a:lnTo>
                    <a:pt x="2508" y="2124"/>
                  </a:lnTo>
                  <a:lnTo>
                    <a:pt x="2514" y="2130"/>
                  </a:lnTo>
                  <a:lnTo>
                    <a:pt x="2526" y="2136"/>
                  </a:lnTo>
                  <a:lnTo>
                    <a:pt x="2562" y="2136"/>
                  </a:lnTo>
                  <a:lnTo>
                    <a:pt x="2568" y="2130"/>
                  </a:lnTo>
                  <a:lnTo>
                    <a:pt x="2574" y="2118"/>
                  </a:lnTo>
                  <a:lnTo>
                    <a:pt x="2574" y="2106"/>
                  </a:lnTo>
                  <a:lnTo>
                    <a:pt x="2568" y="2088"/>
                  </a:lnTo>
                  <a:lnTo>
                    <a:pt x="2544" y="2064"/>
                  </a:lnTo>
                  <a:lnTo>
                    <a:pt x="2532" y="2058"/>
                  </a:lnTo>
                  <a:lnTo>
                    <a:pt x="2514" y="2052"/>
                  </a:lnTo>
                  <a:lnTo>
                    <a:pt x="2490" y="2052"/>
                  </a:lnTo>
                  <a:lnTo>
                    <a:pt x="2460" y="2022"/>
                  </a:lnTo>
                  <a:lnTo>
                    <a:pt x="2472" y="2022"/>
                  </a:lnTo>
                  <a:lnTo>
                    <a:pt x="2484" y="2016"/>
                  </a:lnTo>
                  <a:lnTo>
                    <a:pt x="2496" y="2016"/>
                  </a:lnTo>
                  <a:lnTo>
                    <a:pt x="2508" y="2004"/>
                  </a:lnTo>
                  <a:lnTo>
                    <a:pt x="2508" y="1992"/>
                  </a:lnTo>
                  <a:lnTo>
                    <a:pt x="2502" y="1986"/>
                  </a:lnTo>
                  <a:lnTo>
                    <a:pt x="2496" y="1974"/>
                  </a:lnTo>
                  <a:lnTo>
                    <a:pt x="2490" y="1968"/>
                  </a:lnTo>
                  <a:lnTo>
                    <a:pt x="2502" y="1956"/>
                  </a:lnTo>
                  <a:lnTo>
                    <a:pt x="2556" y="1956"/>
                  </a:lnTo>
                  <a:lnTo>
                    <a:pt x="2544" y="1944"/>
                  </a:lnTo>
                  <a:lnTo>
                    <a:pt x="2532" y="1944"/>
                  </a:lnTo>
                  <a:lnTo>
                    <a:pt x="2508" y="1932"/>
                  </a:lnTo>
                  <a:lnTo>
                    <a:pt x="2496" y="1932"/>
                  </a:lnTo>
                  <a:lnTo>
                    <a:pt x="2508" y="1914"/>
                  </a:lnTo>
                  <a:lnTo>
                    <a:pt x="2484" y="1914"/>
                  </a:lnTo>
                  <a:lnTo>
                    <a:pt x="2484" y="1908"/>
                  </a:lnTo>
                  <a:lnTo>
                    <a:pt x="2478" y="1902"/>
                  </a:lnTo>
                  <a:lnTo>
                    <a:pt x="2478" y="1896"/>
                  </a:lnTo>
                  <a:lnTo>
                    <a:pt x="2490" y="1884"/>
                  </a:lnTo>
                  <a:lnTo>
                    <a:pt x="2526" y="1872"/>
                  </a:lnTo>
                  <a:lnTo>
                    <a:pt x="2586" y="1866"/>
                  </a:lnTo>
                  <a:lnTo>
                    <a:pt x="2640" y="1866"/>
                  </a:lnTo>
                  <a:lnTo>
                    <a:pt x="2646" y="1848"/>
                  </a:lnTo>
                  <a:lnTo>
                    <a:pt x="2712" y="1848"/>
                  </a:lnTo>
                  <a:lnTo>
                    <a:pt x="2712" y="1830"/>
                  </a:lnTo>
                  <a:lnTo>
                    <a:pt x="2718" y="1824"/>
                  </a:lnTo>
                  <a:lnTo>
                    <a:pt x="2808" y="1824"/>
                  </a:lnTo>
                  <a:lnTo>
                    <a:pt x="2862" y="1806"/>
                  </a:lnTo>
                  <a:lnTo>
                    <a:pt x="2874" y="1806"/>
                  </a:lnTo>
                  <a:lnTo>
                    <a:pt x="2874" y="1794"/>
                  </a:lnTo>
                  <a:lnTo>
                    <a:pt x="2886" y="1782"/>
                  </a:lnTo>
                  <a:lnTo>
                    <a:pt x="2898" y="1776"/>
                  </a:lnTo>
                  <a:lnTo>
                    <a:pt x="2916" y="1770"/>
                  </a:lnTo>
                  <a:lnTo>
                    <a:pt x="2940" y="1770"/>
                  </a:lnTo>
                  <a:lnTo>
                    <a:pt x="2958" y="1776"/>
                  </a:lnTo>
                  <a:lnTo>
                    <a:pt x="2976" y="1776"/>
                  </a:lnTo>
                  <a:lnTo>
                    <a:pt x="2988" y="1788"/>
                  </a:lnTo>
                  <a:lnTo>
                    <a:pt x="3000" y="1788"/>
                  </a:lnTo>
                  <a:lnTo>
                    <a:pt x="3012" y="1776"/>
                  </a:lnTo>
                  <a:lnTo>
                    <a:pt x="3018" y="1776"/>
                  </a:lnTo>
                  <a:lnTo>
                    <a:pt x="3036" y="1794"/>
                  </a:lnTo>
                  <a:lnTo>
                    <a:pt x="3042" y="1806"/>
                  </a:lnTo>
                  <a:lnTo>
                    <a:pt x="3048" y="1812"/>
                  </a:lnTo>
                  <a:lnTo>
                    <a:pt x="3060" y="1812"/>
                  </a:lnTo>
                  <a:lnTo>
                    <a:pt x="3066" y="1818"/>
                  </a:lnTo>
                  <a:lnTo>
                    <a:pt x="3066" y="1860"/>
                  </a:lnTo>
                  <a:lnTo>
                    <a:pt x="3072" y="1866"/>
                  </a:lnTo>
                  <a:lnTo>
                    <a:pt x="3090" y="1866"/>
                  </a:lnTo>
                  <a:lnTo>
                    <a:pt x="3102" y="1860"/>
                  </a:lnTo>
                  <a:lnTo>
                    <a:pt x="3120" y="1860"/>
                  </a:lnTo>
                  <a:lnTo>
                    <a:pt x="3132" y="1842"/>
                  </a:lnTo>
                  <a:lnTo>
                    <a:pt x="3156" y="1878"/>
                  </a:lnTo>
                  <a:lnTo>
                    <a:pt x="3180" y="1866"/>
                  </a:lnTo>
                  <a:lnTo>
                    <a:pt x="3204" y="1878"/>
                  </a:lnTo>
                  <a:lnTo>
                    <a:pt x="3210" y="1872"/>
                  </a:lnTo>
                  <a:lnTo>
                    <a:pt x="3216" y="1872"/>
                  </a:lnTo>
                  <a:lnTo>
                    <a:pt x="3228" y="1878"/>
                  </a:lnTo>
                  <a:lnTo>
                    <a:pt x="3228" y="1902"/>
                  </a:lnTo>
                  <a:lnTo>
                    <a:pt x="3222" y="1908"/>
                  </a:lnTo>
                  <a:lnTo>
                    <a:pt x="3222" y="1914"/>
                  </a:lnTo>
                  <a:lnTo>
                    <a:pt x="3228" y="1914"/>
                  </a:lnTo>
                  <a:lnTo>
                    <a:pt x="3234" y="1908"/>
                  </a:lnTo>
                  <a:lnTo>
                    <a:pt x="3240" y="1908"/>
                  </a:lnTo>
                  <a:lnTo>
                    <a:pt x="3246" y="1902"/>
                  </a:lnTo>
                  <a:lnTo>
                    <a:pt x="3252" y="1902"/>
                  </a:lnTo>
                  <a:lnTo>
                    <a:pt x="3258" y="1908"/>
                  </a:lnTo>
                  <a:lnTo>
                    <a:pt x="3270" y="1914"/>
                  </a:lnTo>
                  <a:lnTo>
                    <a:pt x="3276" y="1920"/>
                  </a:lnTo>
                  <a:lnTo>
                    <a:pt x="3288" y="1926"/>
                  </a:lnTo>
                  <a:lnTo>
                    <a:pt x="3300" y="1914"/>
                  </a:lnTo>
                  <a:lnTo>
                    <a:pt x="3300" y="1896"/>
                  </a:lnTo>
                  <a:lnTo>
                    <a:pt x="3306" y="1890"/>
                  </a:lnTo>
                  <a:lnTo>
                    <a:pt x="3318" y="1884"/>
                  </a:lnTo>
                  <a:lnTo>
                    <a:pt x="3330" y="1884"/>
                  </a:lnTo>
                  <a:lnTo>
                    <a:pt x="3342" y="1866"/>
                  </a:lnTo>
                  <a:lnTo>
                    <a:pt x="3378" y="1854"/>
                  </a:lnTo>
                  <a:lnTo>
                    <a:pt x="3396" y="1836"/>
                  </a:lnTo>
                  <a:lnTo>
                    <a:pt x="3402" y="1836"/>
                  </a:lnTo>
                  <a:lnTo>
                    <a:pt x="3408" y="1842"/>
                  </a:lnTo>
                  <a:lnTo>
                    <a:pt x="3408" y="1860"/>
                  </a:lnTo>
                  <a:lnTo>
                    <a:pt x="3396" y="1872"/>
                  </a:lnTo>
                  <a:lnTo>
                    <a:pt x="3390" y="1872"/>
                  </a:lnTo>
                  <a:lnTo>
                    <a:pt x="3426" y="1890"/>
                  </a:lnTo>
                  <a:lnTo>
                    <a:pt x="3456" y="1902"/>
                  </a:lnTo>
                  <a:lnTo>
                    <a:pt x="3486" y="1920"/>
                  </a:lnTo>
                  <a:lnTo>
                    <a:pt x="3498" y="1926"/>
                  </a:lnTo>
                  <a:lnTo>
                    <a:pt x="3516" y="1938"/>
                  </a:lnTo>
                  <a:lnTo>
                    <a:pt x="3546" y="1968"/>
                  </a:lnTo>
                  <a:lnTo>
                    <a:pt x="3618" y="2028"/>
                  </a:lnTo>
                  <a:lnTo>
                    <a:pt x="3636" y="2052"/>
                  </a:lnTo>
                  <a:lnTo>
                    <a:pt x="3672" y="2088"/>
                  </a:lnTo>
                  <a:lnTo>
                    <a:pt x="3684" y="2106"/>
                  </a:lnTo>
                  <a:lnTo>
                    <a:pt x="3696" y="2118"/>
                  </a:lnTo>
                  <a:lnTo>
                    <a:pt x="3708" y="2124"/>
                  </a:lnTo>
                  <a:lnTo>
                    <a:pt x="3720" y="2124"/>
                  </a:lnTo>
                  <a:lnTo>
                    <a:pt x="3732" y="2118"/>
                  </a:lnTo>
                  <a:lnTo>
                    <a:pt x="3744" y="2106"/>
                  </a:lnTo>
                  <a:lnTo>
                    <a:pt x="3744" y="2094"/>
                  </a:lnTo>
                  <a:lnTo>
                    <a:pt x="3750" y="2088"/>
                  </a:lnTo>
                  <a:lnTo>
                    <a:pt x="3750" y="2082"/>
                  </a:lnTo>
                  <a:lnTo>
                    <a:pt x="3762" y="2082"/>
                  </a:lnTo>
                  <a:lnTo>
                    <a:pt x="3768" y="2088"/>
                  </a:lnTo>
                  <a:lnTo>
                    <a:pt x="3768" y="2100"/>
                  </a:lnTo>
                  <a:lnTo>
                    <a:pt x="3774" y="2106"/>
                  </a:lnTo>
                  <a:lnTo>
                    <a:pt x="3774" y="2112"/>
                  </a:lnTo>
                  <a:lnTo>
                    <a:pt x="3804" y="2112"/>
                  </a:lnTo>
                  <a:lnTo>
                    <a:pt x="3816" y="2118"/>
                  </a:lnTo>
                  <a:lnTo>
                    <a:pt x="3822" y="2130"/>
                  </a:lnTo>
                  <a:lnTo>
                    <a:pt x="3834" y="2136"/>
                  </a:lnTo>
                  <a:lnTo>
                    <a:pt x="3858" y="2136"/>
                  </a:lnTo>
                  <a:lnTo>
                    <a:pt x="3864" y="2124"/>
                  </a:lnTo>
                  <a:lnTo>
                    <a:pt x="3876" y="2118"/>
                  </a:lnTo>
                  <a:lnTo>
                    <a:pt x="3894" y="2112"/>
                  </a:lnTo>
                  <a:lnTo>
                    <a:pt x="3906" y="2106"/>
                  </a:lnTo>
                  <a:lnTo>
                    <a:pt x="3924" y="2106"/>
                  </a:lnTo>
                  <a:lnTo>
                    <a:pt x="3948" y="2118"/>
                  </a:lnTo>
                  <a:lnTo>
                    <a:pt x="3972" y="2142"/>
                  </a:lnTo>
                  <a:lnTo>
                    <a:pt x="3984" y="2148"/>
                  </a:lnTo>
                  <a:lnTo>
                    <a:pt x="3990" y="2160"/>
                  </a:lnTo>
                  <a:lnTo>
                    <a:pt x="4002" y="2160"/>
                  </a:lnTo>
                  <a:lnTo>
                    <a:pt x="4014" y="2166"/>
                  </a:lnTo>
                  <a:lnTo>
                    <a:pt x="4026" y="2166"/>
                  </a:lnTo>
                  <a:lnTo>
                    <a:pt x="4038" y="2172"/>
                  </a:lnTo>
                  <a:lnTo>
                    <a:pt x="4044" y="2172"/>
                  </a:lnTo>
                  <a:lnTo>
                    <a:pt x="4044" y="2178"/>
                  </a:lnTo>
                  <a:lnTo>
                    <a:pt x="4050" y="2190"/>
                  </a:lnTo>
                  <a:lnTo>
                    <a:pt x="4056" y="2196"/>
                  </a:lnTo>
                  <a:lnTo>
                    <a:pt x="4062" y="2208"/>
                  </a:lnTo>
                  <a:lnTo>
                    <a:pt x="4068" y="2214"/>
                  </a:lnTo>
                  <a:lnTo>
                    <a:pt x="4068" y="2220"/>
                  </a:lnTo>
                  <a:lnTo>
                    <a:pt x="4140" y="2226"/>
                  </a:lnTo>
                  <a:lnTo>
                    <a:pt x="4152" y="2190"/>
                  </a:lnTo>
                  <a:lnTo>
                    <a:pt x="4176" y="2214"/>
                  </a:lnTo>
                  <a:lnTo>
                    <a:pt x="4212" y="2256"/>
                  </a:lnTo>
                  <a:lnTo>
                    <a:pt x="4254" y="2256"/>
                  </a:lnTo>
                  <a:lnTo>
                    <a:pt x="4266" y="2244"/>
                  </a:lnTo>
                  <a:lnTo>
                    <a:pt x="4266" y="2226"/>
                  </a:lnTo>
                  <a:lnTo>
                    <a:pt x="4326" y="2226"/>
                  </a:lnTo>
                  <a:lnTo>
                    <a:pt x="4320" y="2214"/>
                  </a:lnTo>
                  <a:lnTo>
                    <a:pt x="4344" y="2214"/>
                  </a:lnTo>
                  <a:lnTo>
                    <a:pt x="4338" y="2208"/>
                  </a:lnTo>
                  <a:lnTo>
                    <a:pt x="4338" y="2202"/>
                  </a:lnTo>
                  <a:lnTo>
                    <a:pt x="4374" y="2166"/>
                  </a:lnTo>
                  <a:lnTo>
                    <a:pt x="4392" y="2166"/>
                  </a:lnTo>
                  <a:lnTo>
                    <a:pt x="4404" y="2148"/>
                  </a:lnTo>
                  <a:lnTo>
                    <a:pt x="4428" y="2148"/>
                  </a:lnTo>
                  <a:lnTo>
                    <a:pt x="4428" y="2142"/>
                  </a:lnTo>
                  <a:lnTo>
                    <a:pt x="4434" y="2136"/>
                  </a:lnTo>
                  <a:lnTo>
                    <a:pt x="4434" y="2130"/>
                  </a:lnTo>
                  <a:lnTo>
                    <a:pt x="4440" y="2124"/>
                  </a:lnTo>
                  <a:lnTo>
                    <a:pt x="4458" y="2124"/>
                  </a:lnTo>
                  <a:lnTo>
                    <a:pt x="4464" y="2130"/>
                  </a:lnTo>
                  <a:lnTo>
                    <a:pt x="4482" y="2124"/>
                  </a:lnTo>
                  <a:lnTo>
                    <a:pt x="4482" y="2130"/>
                  </a:lnTo>
                  <a:lnTo>
                    <a:pt x="4518" y="2130"/>
                  </a:lnTo>
                  <a:lnTo>
                    <a:pt x="4524" y="2148"/>
                  </a:lnTo>
                  <a:lnTo>
                    <a:pt x="4548" y="2148"/>
                  </a:lnTo>
                  <a:lnTo>
                    <a:pt x="4566" y="2142"/>
                  </a:lnTo>
                  <a:lnTo>
                    <a:pt x="4608" y="2142"/>
                  </a:lnTo>
                  <a:lnTo>
                    <a:pt x="4608" y="2148"/>
                  </a:lnTo>
                  <a:lnTo>
                    <a:pt x="4614" y="2154"/>
                  </a:lnTo>
                  <a:lnTo>
                    <a:pt x="4614" y="2166"/>
                  </a:lnTo>
                  <a:lnTo>
                    <a:pt x="4620" y="2172"/>
                  </a:lnTo>
                  <a:lnTo>
                    <a:pt x="4638" y="2178"/>
                  </a:lnTo>
                  <a:lnTo>
                    <a:pt x="4668" y="2178"/>
                  </a:lnTo>
                  <a:lnTo>
                    <a:pt x="4674" y="2190"/>
                  </a:lnTo>
                  <a:lnTo>
                    <a:pt x="4698" y="2184"/>
                  </a:lnTo>
                  <a:lnTo>
                    <a:pt x="4704" y="2196"/>
                  </a:lnTo>
                  <a:lnTo>
                    <a:pt x="4704" y="2190"/>
                  </a:lnTo>
                  <a:lnTo>
                    <a:pt x="4710" y="2184"/>
                  </a:lnTo>
                  <a:lnTo>
                    <a:pt x="4752" y="2184"/>
                  </a:lnTo>
                  <a:lnTo>
                    <a:pt x="4752" y="2196"/>
                  </a:lnTo>
                  <a:lnTo>
                    <a:pt x="4800" y="2190"/>
                  </a:lnTo>
                  <a:lnTo>
                    <a:pt x="4800" y="2202"/>
                  </a:lnTo>
                  <a:lnTo>
                    <a:pt x="4806" y="2208"/>
                  </a:lnTo>
                  <a:lnTo>
                    <a:pt x="4830" y="2196"/>
                  </a:lnTo>
                  <a:lnTo>
                    <a:pt x="4836" y="2190"/>
                  </a:lnTo>
                  <a:lnTo>
                    <a:pt x="4836" y="2184"/>
                  </a:lnTo>
                  <a:lnTo>
                    <a:pt x="4854" y="2184"/>
                  </a:lnTo>
                  <a:lnTo>
                    <a:pt x="4854" y="2160"/>
                  </a:lnTo>
                  <a:lnTo>
                    <a:pt x="4848" y="2148"/>
                  </a:lnTo>
                  <a:lnTo>
                    <a:pt x="4842" y="2142"/>
                  </a:lnTo>
                  <a:lnTo>
                    <a:pt x="4836" y="2142"/>
                  </a:lnTo>
                  <a:lnTo>
                    <a:pt x="4812" y="2106"/>
                  </a:lnTo>
                  <a:lnTo>
                    <a:pt x="4806" y="2088"/>
                  </a:lnTo>
                  <a:lnTo>
                    <a:pt x="4794" y="2076"/>
                  </a:lnTo>
                  <a:lnTo>
                    <a:pt x="4794" y="2064"/>
                  </a:lnTo>
                  <a:lnTo>
                    <a:pt x="4812" y="2064"/>
                  </a:lnTo>
                  <a:lnTo>
                    <a:pt x="4806" y="2052"/>
                  </a:lnTo>
                  <a:lnTo>
                    <a:pt x="4812" y="2052"/>
                  </a:lnTo>
                  <a:lnTo>
                    <a:pt x="4824" y="2046"/>
                  </a:lnTo>
                  <a:lnTo>
                    <a:pt x="4830" y="2034"/>
                  </a:lnTo>
                  <a:lnTo>
                    <a:pt x="4830" y="2016"/>
                  </a:lnTo>
                  <a:lnTo>
                    <a:pt x="4890" y="2046"/>
                  </a:lnTo>
                  <a:lnTo>
                    <a:pt x="4902" y="2046"/>
                  </a:lnTo>
                  <a:lnTo>
                    <a:pt x="4926" y="2052"/>
                  </a:lnTo>
                  <a:lnTo>
                    <a:pt x="4962" y="2052"/>
                  </a:lnTo>
                  <a:lnTo>
                    <a:pt x="4974" y="2058"/>
                  </a:lnTo>
                  <a:lnTo>
                    <a:pt x="4980" y="2064"/>
                  </a:lnTo>
                  <a:lnTo>
                    <a:pt x="5004" y="2076"/>
                  </a:lnTo>
                  <a:lnTo>
                    <a:pt x="5010" y="2076"/>
                  </a:lnTo>
                  <a:lnTo>
                    <a:pt x="5022" y="2070"/>
                  </a:lnTo>
                  <a:lnTo>
                    <a:pt x="5040" y="2070"/>
                  </a:lnTo>
                  <a:lnTo>
                    <a:pt x="5052" y="2076"/>
                  </a:lnTo>
                  <a:lnTo>
                    <a:pt x="5058" y="2082"/>
                  </a:lnTo>
                  <a:lnTo>
                    <a:pt x="5064" y="2094"/>
                  </a:lnTo>
                  <a:lnTo>
                    <a:pt x="5076" y="2106"/>
                  </a:lnTo>
                  <a:lnTo>
                    <a:pt x="5088" y="2130"/>
                  </a:lnTo>
                  <a:lnTo>
                    <a:pt x="5094" y="2136"/>
                  </a:lnTo>
                  <a:lnTo>
                    <a:pt x="5094" y="2142"/>
                  </a:lnTo>
                  <a:lnTo>
                    <a:pt x="5118" y="2136"/>
                  </a:lnTo>
                  <a:lnTo>
                    <a:pt x="5118" y="2142"/>
                  </a:lnTo>
                  <a:lnTo>
                    <a:pt x="5136" y="2160"/>
                  </a:lnTo>
                  <a:lnTo>
                    <a:pt x="5166" y="2160"/>
                  </a:lnTo>
                  <a:lnTo>
                    <a:pt x="5172" y="2166"/>
                  </a:lnTo>
                  <a:lnTo>
                    <a:pt x="5184" y="2166"/>
                  </a:lnTo>
                  <a:lnTo>
                    <a:pt x="5196" y="2172"/>
                  </a:lnTo>
                  <a:lnTo>
                    <a:pt x="5208" y="2172"/>
                  </a:lnTo>
                  <a:lnTo>
                    <a:pt x="5220" y="2166"/>
                  </a:lnTo>
                  <a:lnTo>
                    <a:pt x="5274" y="2148"/>
                  </a:lnTo>
                  <a:lnTo>
                    <a:pt x="5322" y="2148"/>
                  </a:lnTo>
                  <a:lnTo>
                    <a:pt x="5334" y="2154"/>
                  </a:lnTo>
                  <a:lnTo>
                    <a:pt x="5340" y="2154"/>
                  </a:lnTo>
                  <a:lnTo>
                    <a:pt x="5346" y="2160"/>
                  </a:lnTo>
                  <a:lnTo>
                    <a:pt x="5382" y="2160"/>
                  </a:lnTo>
                  <a:lnTo>
                    <a:pt x="5406" y="2184"/>
                  </a:lnTo>
                  <a:lnTo>
                    <a:pt x="5466" y="2184"/>
                  </a:lnTo>
                  <a:lnTo>
                    <a:pt x="5472" y="2190"/>
                  </a:lnTo>
                  <a:lnTo>
                    <a:pt x="5472" y="2196"/>
                  </a:lnTo>
                  <a:lnTo>
                    <a:pt x="5484" y="2208"/>
                  </a:lnTo>
                  <a:lnTo>
                    <a:pt x="5484" y="2214"/>
                  </a:lnTo>
                  <a:lnTo>
                    <a:pt x="5502" y="2214"/>
                  </a:lnTo>
                  <a:lnTo>
                    <a:pt x="5514" y="2220"/>
                  </a:lnTo>
                  <a:lnTo>
                    <a:pt x="5514" y="2232"/>
                  </a:lnTo>
                  <a:lnTo>
                    <a:pt x="5520" y="2238"/>
                  </a:lnTo>
                  <a:lnTo>
                    <a:pt x="5586" y="2238"/>
                  </a:lnTo>
                  <a:lnTo>
                    <a:pt x="5592" y="2244"/>
                  </a:lnTo>
                  <a:lnTo>
                    <a:pt x="5598" y="2244"/>
                  </a:lnTo>
                  <a:lnTo>
                    <a:pt x="5610" y="2250"/>
                  </a:lnTo>
                  <a:lnTo>
                    <a:pt x="5634" y="2250"/>
                  </a:lnTo>
                  <a:lnTo>
                    <a:pt x="5646" y="2244"/>
                  </a:lnTo>
                  <a:lnTo>
                    <a:pt x="5664" y="2244"/>
                  </a:lnTo>
                  <a:lnTo>
                    <a:pt x="5670" y="2250"/>
                  </a:lnTo>
                  <a:lnTo>
                    <a:pt x="5670" y="2256"/>
                  </a:lnTo>
                  <a:lnTo>
                    <a:pt x="5676" y="2256"/>
                  </a:lnTo>
                  <a:lnTo>
                    <a:pt x="5694" y="2238"/>
                  </a:lnTo>
                  <a:lnTo>
                    <a:pt x="5694" y="2232"/>
                  </a:lnTo>
                  <a:lnTo>
                    <a:pt x="5742" y="2232"/>
                  </a:lnTo>
                  <a:lnTo>
                    <a:pt x="5754" y="2220"/>
                  </a:lnTo>
                  <a:lnTo>
                    <a:pt x="5790" y="2220"/>
                  </a:lnTo>
                  <a:lnTo>
                    <a:pt x="5802" y="2208"/>
                  </a:lnTo>
                  <a:lnTo>
                    <a:pt x="5802" y="2196"/>
                  </a:lnTo>
                  <a:lnTo>
                    <a:pt x="5832" y="2166"/>
                  </a:lnTo>
                  <a:lnTo>
                    <a:pt x="5850" y="2166"/>
                  </a:lnTo>
                  <a:lnTo>
                    <a:pt x="5862" y="2172"/>
                  </a:lnTo>
                  <a:lnTo>
                    <a:pt x="5898" y="2172"/>
                  </a:lnTo>
                  <a:lnTo>
                    <a:pt x="5916" y="2190"/>
                  </a:lnTo>
                  <a:lnTo>
                    <a:pt x="5928" y="2196"/>
                  </a:lnTo>
                  <a:lnTo>
                    <a:pt x="5952" y="2196"/>
                  </a:lnTo>
                  <a:lnTo>
                    <a:pt x="5964" y="2190"/>
                  </a:lnTo>
                  <a:lnTo>
                    <a:pt x="5970" y="2184"/>
                  </a:lnTo>
                  <a:lnTo>
                    <a:pt x="5994" y="2190"/>
                  </a:lnTo>
                  <a:lnTo>
                    <a:pt x="6012" y="2190"/>
                  </a:lnTo>
                  <a:lnTo>
                    <a:pt x="6048" y="2214"/>
                  </a:lnTo>
                  <a:lnTo>
                    <a:pt x="6084" y="2214"/>
                  </a:lnTo>
                  <a:lnTo>
                    <a:pt x="6090" y="2220"/>
                  </a:lnTo>
                  <a:lnTo>
                    <a:pt x="6102" y="2220"/>
                  </a:lnTo>
                  <a:lnTo>
                    <a:pt x="6120" y="2202"/>
                  </a:lnTo>
                  <a:lnTo>
                    <a:pt x="6120" y="2190"/>
                  </a:lnTo>
                  <a:lnTo>
                    <a:pt x="6144" y="2190"/>
                  </a:lnTo>
                  <a:lnTo>
                    <a:pt x="6156" y="2184"/>
                  </a:lnTo>
                  <a:lnTo>
                    <a:pt x="6162" y="2178"/>
                  </a:lnTo>
                  <a:lnTo>
                    <a:pt x="6162" y="2166"/>
                  </a:lnTo>
                  <a:lnTo>
                    <a:pt x="6150" y="2166"/>
                  </a:lnTo>
                  <a:lnTo>
                    <a:pt x="6144" y="2160"/>
                  </a:lnTo>
                  <a:lnTo>
                    <a:pt x="6138" y="2118"/>
                  </a:lnTo>
                  <a:lnTo>
                    <a:pt x="6138" y="2046"/>
                  </a:lnTo>
                  <a:lnTo>
                    <a:pt x="6156" y="2028"/>
                  </a:lnTo>
                  <a:lnTo>
                    <a:pt x="6156" y="2016"/>
                  </a:lnTo>
                  <a:lnTo>
                    <a:pt x="6150" y="2010"/>
                  </a:lnTo>
                  <a:lnTo>
                    <a:pt x="6138" y="2004"/>
                  </a:lnTo>
                  <a:lnTo>
                    <a:pt x="6126" y="1992"/>
                  </a:lnTo>
                  <a:lnTo>
                    <a:pt x="6114" y="1992"/>
                  </a:lnTo>
                  <a:lnTo>
                    <a:pt x="6108" y="1986"/>
                  </a:lnTo>
                  <a:lnTo>
                    <a:pt x="6096" y="1986"/>
                  </a:lnTo>
                  <a:lnTo>
                    <a:pt x="6078" y="1980"/>
                  </a:lnTo>
                  <a:lnTo>
                    <a:pt x="6072" y="1980"/>
                  </a:lnTo>
                  <a:lnTo>
                    <a:pt x="6072" y="1968"/>
                  </a:lnTo>
                  <a:lnTo>
                    <a:pt x="6078" y="1968"/>
                  </a:lnTo>
                  <a:lnTo>
                    <a:pt x="6120" y="1926"/>
                  </a:lnTo>
                  <a:lnTo>
                    <a:pt x="6156" y="1920"/>
                  </a:lnTo>
                  <a:lnTo>
                    <a:pt x="6162" y="1908"/>
                  </a:lnTo>
                  <a:lnTo>
                    <a:pt x="6204" y="1914"/>
                  </a:lnTo>
                  <a:lnTo>
                    <a:pt x="6258" y="1902"/>
                  </a:lnTo>
                  <a:lnTo>
                    <a:pt x="6294" y="1920"/>
                  </a:lnTo>
                  <a:lnTo>
                    <a:pt x="6330" y="1944"/>
                  </a:lnTo>
                  <a:lnTo>
                    <a:pt x="6402" y="1944"/>
                  </a:lnTo>
                  <a:lnTo>
                    <a:pt x="6408" y="1950"/>
                  </a:lnTo>
                  <a:lnTo>
                    <a:pt x="6420" y="1956"/>
                  </a:lnTo>
                  <a:lnTo>
                    <a:pt x="6426" y="1962"/>
                  </a:lnTo>
                  <a:lnTo>
                    <a:pt x="6438" y="1968"/>
                  </a:lnTo>
                  <a:lnTo>
                    <a:pt x="6438" y="1980"/>
                  </a:lnTo>
                  <a:lnTo>
                    <a:pt x="6444" y="1980"/>
                  </a:lnTo>
                  <a:lnTo>
                    <a:pt x="6456" y="1992"/>
                  </a:lnTo>
                  <a:lnTo>
                    <a:pt x="6468" y="1998"/>
                  </a:lnTo>
                  <a:lnTo>
                    <a:pt x="6480" y="2010"/>
                  </a:lnTo>
                  <a:lnTo>
                    <a:pt x="6492" y="2010"/>
                  </a:lnTo>
                  <a:lnTo>
                    <a:pt x="6498" y="2016"/>
                  </a:lnTo>
                  <a:lnTo>
                    <a:pt x="6504" y="2016"/>
                  </a:lnTo>
                  <a:lnTo>
                    <a:pt x="6510" y="2046"/>
                  </a:lnTo>
                  <a:lnTo>
                    <a:pt x="6558" y="2070"/>
                  </a:lnTo>
                  <a:lnTo>
                    <a:pt x="6570" y="2100"/>
                  </a:lnTo>
                  <a:lnTo>
                    <a:pt x="6582" y="2100"/>
                  </a:lnTo>
                  <a:lnTo>
                    <a:pt x="6630" y="2124"/>
                  </a:lnTo>
                  <a:lnTo>
                    <a:pt x="6636" y="2136"/>
                  </a:lnTo>
                  <a:lnTo>
                    <a:pt x="6654" y="2154"/>
                  </a:lnTo>
                  <a:lnTo>
                    <a:pt x="6660" y="2166"/>
                  </a:lnTo>
                  <a:lnTo>
                    <a:pt x="6672" y="2166"/>
                  </a:lnTo>
                  <a:lnTo>
                    <a:pt x="6678" y="2190"/>
                  </a:lnTo>
                  <a:lnTo>
                    <a:pt x="6684" y="2190"/>
                  </a:lnTo>
                  <a:lnTo>
                    <a:pt x="6690" y="2196"/>
                  </a:lnTo>
                  <a:lnTo>
                    <a:pt x="6714" y="2208"/>
                  </a:lnTo>
                  <a:lnTo>
                    <a:pt x="6720" y="2214"/>
                  </a:lnTo>
                  <a:lnTo>
                    <a:pt x="6732" y="2220"/>
                  </a:lnTo>
                  <a:lnTo>
                    <a:pt x="6780" y="2220"/>
                  </a:lnTo>
                  <a:lnTo>
                    <a:pt x="6792" y="2226"/>
                  </a:lnTo>
                  <a:lnTo>
                    <a:pt x="6798" y="2232"/>
                  </a:lnTo>
                  <a:lnTo>
                    <a:pt x="6810" y="2238"/>
                  </a:lnTo>
                  <a:lnTo>
                    <a:pt x="6822" y="2226"/>
                  </a:lnTo>
                  <a:lnTo>
                    <a:pt x="6834" y="2226"/>
                  </a:lnTo>
                  <a:lnTo>
                    <a:pt x="6852" y="2244"/>
                  </a:lnTo>
                  <a:lnTo>
                    <a:pt x="6864" y="2250"/>
                  </a:lnTo>
                  <a:lnTo>
                    <a:pt x="6882" y="2268"/>
                  </a:lnTo>
                  <a:lnTo>
                    <a:pt x="6924" y="2268"/>
                  </a:lnTo>
                  <a:lnTo>
                    <a:pt x="6942" y="2298"/>
                  </a:lnTo>
                  <a:lnTo>
                    <a:pt x="6960" y="2298"/>
                  </a:lnTo>
                  <a:lnTo>
                    <a:pt x="6966" y="2304"/>
                  </a:lnTo>
                  <a:lnTo>
                    <a:pt x="6966" y="2310"/>
                  </a:lnTo>
                  <a:lnTo>
                    <a:pt x="6972" y="2322"/>
                  </a:lnTo>
                  <a:lnTo>
                    <a:pt x="6972" y="2334"/>
                  </a:lnTo>
                  <a:lnTo>
                    <a:pt x="7014" y="2364"/>
                  </a:lnTo>
                  <a:lnTo>
                    <a:pt x="7038" y="2358"/>
                  </a:lnTo>
                  <a:lnTo>
                    <a:pt x="7050" y="2370"/>
                  </a:lnTo>
                  <a:lnTo>
                    <a:pt x="7068" y="2370"/>
                  </a:lnTo>
                  <a:lnTo>
                    <a:pt x="7068" y="2358"/>
                  </a:lnTo>
                  <a:lnTo>
                    <a:pt x="7098" y="2364"/>
                  </a:lnTo>
                  <a:lnTo>
                    <a:pt x="7098" y="2346"/>
                  </a:lnTo>
                  <a:lnTo>
                    <a:pt x="7104" y="2340"/>
                  </a:lnTo>
                  <a:lnTo>
                    <a:pt x="7110" y="2340"/>
                  </a:lnTo>
                  <a:lnTo>
                    <a:pt x="7122" y="2334"/>
                  </a:lnTo>
                  <a:lnTo>
                    <a:pt x="7152" y="2334"/>
                  </a:lnTo>
                  <a:lnTo>
                    <a:pt x="7158" y="2310"/>
                  </a:lnTo>
                  <a:lnTo>
                    <a:pt x="7200" y="2310"/>
                  </a:lnTo>
                  <a:lnTo>
                    <a:pt x="7212" y="2316"/>
                  </a:lnTo>
                  <a:lnTo>
                    <a:pt x="7218" y="2328"/>
                  </a:lnTo>
                  <a:lnTo>
                    <a:pt x="7218" y="2346"/>
                  </a:lnTo>
                  <a:lnTo>
                    <a:pt x="7242" y="2358"/>
                  </a:lnTo>
                  <a:lnTo>
                    <a:pt x="7242" y="2388"/>
                  </a:lnTo>
                  <a:lnTo>
                    <a:pt x="7224" y="2394"/>
                  </a:lnTo>
                  <a:lnTo>
                    <a:pt x="7236" y="2412"/>
                  </a:lnTo>
                  <a:lnTo>
                    <a:pt x="7236" y="2430"/>
                  </a:lnTo>
                  <a:lnTo>
                    <a:pt x="7248" y="2442"/>
                  </a:lnTo>
                  <a:lnTo>
                    <a:pt x="7248" y="2466"/>
                  </a:lnTo>
                  <a:lnTo>
                    <a:pt x="7266" y="2472"/>
                  </a:lnTo>
                  <a:lnTo>
                    <a:pt x="7260" y="2502"/>
                  </a:lnTo>
                  <a:lnTo>
                    <a:pt x="7266" y="2526"/>
                  </a:lnTo>
                  <a:lnTo>
                    <a:pt x="7260" y="2532"/>
                  </a:lnTo>
                  <a:lnTo>
                    <a:pt x="7254" y="2532"/>
                  </a:lnTo>
                  <a:lnTo>
                    <a:pt x="7254" y="2550"/>
                  </a:lnTo>
                  <a:lnTo>
                    <a:pt x="7260" y="2562"/>
                  </a:lnTo>
                  <a:lnTo>
                    <a:pt x="7260" y="2574"/>
                  </a:lnTo>
                  <a:lnTo>
                    <a:pt x="7254" y="2580"/>
                  </a:lnTo>
                  <a:lnTo>
                    <a:pt x="7248" y="2580"/>
                  </a:lnTo>
                  <a:lnTo>
                    <a:pt x="7236" y="2574"/>
                  </a:lnTo>
                  <a:lnTo>
                    <a:pt x="7224" y="2574"/>
                  </a:lnTo>
                  <a:lnTo>
                    <a:pt x="7206" y="2568"/>
                  </a:lnTo>
                  <a:lnTo>
                    <a:pt x="7194" y="2562"/>
                  </a:lnTo>
                  <a:lnTo>
                    <a:pt x="7170" y="2562"/>
                  </a:lnTo>
                  <a:lnTo>
                    <a:pt x="7164" y="2568"/>
                  </a:lnTo>
                  <a:lnTo>
                    <a:pt x="7170" y="2574"/>
                  </a:lnTo>
                  <a:lnTo>
                    <a:pt x="7170" y="2586"/>
                  </a:lnTo>
                  <a:lnTo>
                    <a:pt x="7146" y="2586"/>
                  </a:lnTo>
                  <a:lnTo>
                    <a:pt x="7146" y="2598"/>
                  </a:lnTo>
                  <a:lnTo>
                    <a:pt x="7152" y="2610"/>
                  </a:lnTo>
                  <a:lnTo>
                    <a:pt x="7158" y="2610"/>
                  </a:lnTo>
                  <a:lnTo>
                    <a:pt x="7170" y="2622"/>
                  </a:lnTo>
                  <a:lnTo>
                    <a:pt x="7182" y="2628"/>
                  </a:lnTo>
                  <a:lnTo>
                    <a:pt x="7194" y="2646"/>
                  </a:lnTo>
                  <a:lnTo>
                    <a:pt x="7206" y="2658"/>
                  </a:lnTo>
                  <a:lnTo>
                    <a:pt x="7212" y="2676"/>
                  </a:lnTo>
                  <a:lnTo>
                    <a:pt x="7212" y="2688"/>
                  </a:lnTo>
                  <a:lnTo>
                    <a:pt x="7224" y="2700"/>
                  </a:lnTo>
                  <a:lnTo>
                    <a:pt x="7230" y="2712"/>
                  </a:lnTo>
                  <a:lnTo>
                    <a:pt x="7236" y="2748"/>
                  </a:lnTo>
                  <a:lnTo>
                    <a:pt x="7206" y="2742"/>
                  </a:lnTo>
                  <a:lnTo>
                    <a:pt x="7200" y="2766"/>
                  </a:lnTo>
                  <a:lnTo>
                    <a:pt x="7224" y="2778"/>
                  </a:lnTo>
                  <a:lnTo>
                    <a:pt x="7260" y="2778"/>
                  </a:lnTo>
                  <a:lnTo>
                    <a:pt x="7260" y="2718"/>
                  </a:lnTo>
                  <a:lnTo>
                    <a:pt x="7266" y="2712"/>
                  </a:lnTo>
                  <a:lnTo>
                    <a:pt x="7272" y="2712"/>
                  </a:lnTo>
                  <a:lnTo>
                    <a:pt x="7284" y="2718"/>
                  </a:lnTo>
                  <a:lnTo>
                    <a:pt x="7290" y="2724"/>
                  </a:lnTo>
                  <a:lnTo>
                    <a:pt x="7302" y="2712"/>
                  </a:lnTo>
                  <a:lnTo>
                    <a:pt x="7308" y="2724"/>
                  </a:lnTo>
                  <a:lnTo>
                    <a:pt x="7314" y="2730"/>
                  </a:lnTo>
                  <a:lnTo>
                    <a:pt x="7320" y="2742"/>
                  </a:lnTo>
                  <a:lnTo>
                    <a:pt x="7332" y="2754"/>
                  </a:lnTo>
                  <a:lnTo>
                    <a:pt x="7344" y="2754"/>
                  </a:lnTo>
                  <a:lnTo>
                    <a:pt x="7356" y="2748"/>
                  </a:lnTo>
                  <a:lnTo>
                    <a:pt x="7368" y="2748"/>
                  </a:lnTo>
                  <a:lnTo>
                    <a:pt x="7374" y="2742"/>
                  </a:lnTo>
                  <a:lnTo>
                    <a:pt x="7380" y="2742"/>
                  </a:lnTo>
                  <a:lnTo>
                    <a:pt x="7380" y="2760"/>
                  </a:lnTo>
                  <a:lnTo>
                    <a:pt x="7386" y="2760"/>
                  </a:lnTo>
                  <a:lnTo>
                    <a:pt x="7392" y="2754"/>
                  </a:lnTo>
                  <a:lnTo>
                    <a:pt x="7404" y="2748"/>
                  </a:lnTo>
                  <a:lnTo>
                    <a:pt x="7422" y="2742"/>
                  </a:lnTo>
                  <a:lnTo>
                    <a:pt x="7440" y="2730"/>
                  </a:lnTo>
                  <a:lnTo>
                    <a:pt x="7452" y="2724"/>
                  </a:lnTo>
                  <a:lnTo>
                    <a:pt x="7464" y="2700"/>
                  </a:lnTo>
                  <a:lnTo>
                    <a:pt x="7464" y="2682"/>
                  </a:lnTo>
                  <a:lnTo>
                    <a:pt x="7470" y="2664"/>
                  </a:lnTo>
                  <a:lnTo>
                    <a:pt x="7470" y="2628"/>
                  </a:lnTo>
                  <a:lnTo>
                    <a:pt x="7494" y="2622"/>
                  </a:lnTo>
                  <a:lnTo>
                    <a:pt x="7494" y="2562"/>
                  </a:lnTo>
                  <a:lnTo>
                    <a:pt x="7500" y="2550"/>
                  </a:lnTo>
                  <a:lnTo>
                    <a:pt x="7506" y="2544"/>
                  </a:lnTo>
                  <a:lnTo>
                    <a:pt x="7518" y="2520"/>
                  </a:lnTo>
                  <a:lnTo>
                    <a:pt x="7518" y="2490"/>
                  </a:lnTo>
                  <a:lnTo>
                    <a:pt x="7524" y="2472"/>
                  </a:lnTo>
                  <a:lnTo>
                    <a:pt x="7524" y="2454"/>
                  </a:lnTo>
                  <a:lnTo>
                    <a:pt x="7518" y="2442"/>
                  </a:lnTo>
                  <a:lnTo>
                    <a:pt x="7518" y="2424"/>
                  </a:lnTo>
                  <a:lnTo>
                    <a:pt x="7512" y="2418"/>
                  </a:lnTo>
                  <a:lnTo>
                    <a:pt x="7512" y="2412"/>
                  </a:lnTo>
                  <a:lnTo>
                    <a:pt x="7518" y="2400"/>
                  </a:lnTo>
                  <a:lnTo>
                    <a:pt x="7524" y="2394"/>
                  </a:lnTo>
                  <a:lnTo>
                    <a:pt x="7524" y="2382"/>
                  </a:lnTo>
                  <a:lnTo>
                    <a:pt x="7530" y="2376"/>
                  </a:lnTo>
                  <a:lnTo>
                    <a:pt x="7530" y="2364"/>
                  </a:lnTo>
                  <a:lnTo>
                    <a:pt x="7524" y="2358"/>
                  </a:lnTo>
                  <a:lnTo>
                    <a:pt x="7518" y="2346"/>
                  </a:lnTo>
                  <a:lnTo>
                    <a:pt x="7524" y="2334"/>
                  </a:lnTo>
                  <a:lnTo>
                    <a:pt x="7530" y="2328"/>
                  </a:lnTo>
                  <a:lnTo>
                    <a:pt x="7536" y="2316"/>
                  </a:lnTo>
                  <a:lnTo>
                    <a:pt x="7536" y="2298"/>
                  </a:lnTo>
                  <a:lnTo>
                    <a:pt x="7530" y="2292"/>
                  </a:lnTo>
                  <a:lnTo>
                    <a:pt x="7530" y="2280"/>
                  </a:lnTo>
                  <a:lnTo>
                    <a:pt x="7518" y="2256"/>
                  </a:lnTo>
                  <a:lnTo>
                    <a:pt x="7512" y="2250"/>
                  </a:lnTo>
                  <a:lnTo>
                    <a:pt x="7512" y="2238"/>
                  </a:lnTo>
                  <a:lnTo>
                    <a:pt x="7506" y="2232"/>
                  </a:lnTo>
                  <a:lnTo>
                    <a:pt x="7506" y="2220"/>
                  </a:lnTo>
                  <a:lnTo>
                    <a:pt x="7500" y="2214"/>
                  </a:lnTo>
                  <a:lnTo>
                    <a:pt x="7500" y="2202"/>
                  </a:lnTo>
                  <a:lnTo>
                    <a:pt x="7494" y="2196"/>
                  </a:lnTo>
                  <a:lnTo>
                    <a:pt x="7482" y="2190"/>
                  </a:lnTo>
                  <a:lnTo>
                    <a:pt x="7476" y="2184"/>
                  </a:lnTo>
                  <a:lnTo>
                    <a:pt x="7482" y="2178"/>
                  </a:lnTo>
                  <a:lnTo>
                    <a:pt x="7476" y="2178"/>
                  </a:lnTo>
                  <a:lnTo>
                    <a:pt x="7470" y="2172"/>
                  </a:lnTo>
                  <a:lnTo>
                    <a:pt x="7458" y="2166"/>
                  </a:lnTo>
                  <a:lnTo>
                    <a:pt x="7446" y="2154"/>
                  </a:lnTo>
                  <a:lnTo>
                    <a:pt x="7440" y="2142"/>
                  </a:lnTo>
                  <a:lnTo>
                    <a:pt x="7434" y="2124"/>
                  </a:lnTo>
                  <a:lnTo>
                    <a:pt x="7434" y="2112"/>
                  </a:lnTo>
                  <a:lnTo>
                    <a:pt x="7428" y="2106"/>
                  </a:lnTo>
                  <a:lnTo>
                    <a:pt x="7428" y="2100"/>
                  </a:lnTo>
                  <a:lnTo>
                    <a:pt x="7416" y="2094"/>
                  </a:lnTo>
                  <a:lnTo>
                    <a:pt x="7416" y="2082"/>
                  </a:lnTo>
                  <a:lnTo>
                    <a:pt x="7422" y="2070"/>
                  </a:lnTo>
                  <a:lnTo>
                    <a:pt x="7422" y="2040"/>
                  </a:lnTo>
                  <a:lnTo>
                    <a:pt x="7410" y="2028"/>
                  </a:lnTo>
                  <a:lnTo>
                    <a:pt x="7404" y="2016"/>
                  </a:lnTo>
                  <a:lnTo>
                    <a:pt x="7398" y="2010"/>
                  </a:lnTo>
                  <a:lnTo>
                    <a:pt x="7380" y="2004"/>
                  </a:lnTo>
                  <a:lnTo>
                    <a:pt x="7380" y="1998"/>
                  </a:lnTo>
                  <a:lnTo>
                    <a:pt x="7374" y="1992"/>
                  </a:lnTo>
                  <a:lnTo>
                    <a:pt x="7368" y="1980"/>
                  </a:lnTo>
                  <a:lnTo>
                    <a:pt x="7356" y="1968"/>
                  </a:lnTo>
                  <a:lnTo>
                    <a:pt x="7344" y="1968"/>
                  </a:lnTo>
                  <a:lnTo>
                    <a:pt x="7332" y="1956"/>
                  </a:lnTo>
                  <a:lnTo>
                    <a:pt x="7326" y="1956"/>
                  </a:lnTo>
                  <a:lnTo>
                    <a:pt x="7308" y="1950"/>
                  </a:lnTo>
                  <a:lnTo>
                    <a:pt x="7302" y="1938"/>
                  </a:lnTo>
                  <a:lnTo>
                    <a:pt x="7308" y="1938"/>
                  </a:lnTo>
                  <a:lnTo>
                    <a:pt x="7314" y="1944"/>
                  </a:lnTo>
                  <a:lnTo>
                    <a:pt x="7326" y="1944"/>
                  </a:lnTo>
                  <a:lnTo>
                    <a:pt x="7332" y="1950"/>
                  </a:lnTo>
                  <a:lnTo>
                    <a:pt x="7344" y="1950"/>
                  </a:lnTo>
                  <a:lnTo>
                    <a:pt x="7350" y="1944"/>
                  </a:lnTo>
                  <a:lnTo>
                    <a:pt x="7350" y="1938"/>
                  </a:lnTo>
                  <a:lnTo>
                    <a:pt x="7344" y="1938"/>
                  </a:lnTo>
                  <a:lnTo>
                    <a:pt x="7332" y="1932"/>
                  </a:lnTo>
                  <a:lnTo>
                    <a:pt x="7326" y="1926"/>
                  </a:lnTo>
                  <a:lnTo>
                    <a:pt x="7320" y="1926"/>
                  </a:lnTo>
                  <a:lnTo>
                    <a:pt x="7242" y="1890"/>
                  </a:lnTo>
                  <a:lnTo>
                    <a:pt x="7236" y="1890"/>
                  </a:lnTo>
                  <a:lnTo>
                    <a:pt x="7230" y="1884"/>
                  </a:lnTo>
                  <a:lnTo>
                    <a:pt x="7218" y="1878"/>
                  </a:lnTo>
                  <a:lnTo>
                    <a:pt x="7206" y="1866"/>
                  </a:lnTo>
                  <a:lnTo>
                    <a:pt x="7194" y="1860"/>
                  </a:lnTo>
                  <a:lnTo>
                    <a:pt x="7188" y="1854"/>
                  </a:lnTo>
                  <a:lnTo>
                    <a:pt x="7170" y="1854"/>
                  </a:lnTo>
                  <a:lnTo>
                    <a:pt x="7164" y="1860"/>
                  </a:lnTo>
                  <a:lnTo>
                    <a:pt x="7152" y="1866"/>
                  </a:lnTo>
                  <a:lnTo>
                    <a:pt x="7116" y="1854"/>
                  </a:lnTo>
                  <a:lnTo>
                    <a:pt x="7152" y="1896"/>
                  </a:lnTo>
                  <a:lnTo>
                    <a:pt x="7146" y="1920"/>
                  </a:lnTo>
                  <a:lnTo>
                    <a:pt x="7134" y="1920"/>
                  </a:lnTo>
                  <a:lnTo>
                    <a:pt x="7134" y="1890"/>
                  </a:lnTo>
                  <a:lnTo>
                    <a:pt x="7116" y="1878"/>
                  </a:lnTo>
                  <a:lnTo>
                    <a:pt x="7116" y="1908"/>
                  </a:lnTo>
                  <a:lnTo>
                    <a:pt x="7068" y="1908"/>
                  </a:lnTo>
                  <a:lnTo>
                    <a:pt x="7074" y="1902"/>
                  </a:lnTo>
                  <a:lnTo>
                    <a:pt x="7074" y="1884"/>
                  </a:lnTo>
                  <a:lnTo>
                    <a:pt x="7068" y="1878"/>
                  </a:lnTo>
                  <a:lnTo>
                    <a:pt x="7044" y="1878"/>
                  </a:lnTo>
                  <a:lnTo>
                    <a:pt x="7038" y="1890"/>
                  </a:lnTo>
                  <a:lnTo>
                    <a:pt x="7014" y="1890"/>
                  </a:lnTo>
                  <a:lnTo>
                    <a:pt x="7002" y="1854"/>
                  </a:lnTo>
                  <a:lnTo>
                    <a:pt x="6996" y="1854"/>
                  </a:lnTo>
                  <a:lnTo>
                    <a:pt x="6984" y="1830"/>
                  </a:lnTo>
                  <a:lnTo>
                    <a:pt x="6912" y="1836"/>
                  </a:lnTo>
                  <a:lnTo>
                    <a:pt x="6906" y="1824"/>
                  </a:lnTo>
                  <a:lnTo>
                    <a:pt x="6882" y="1824"/>
                  </a:lnTo>
                  <a:lnTo>
                    <a:pt x="6870" y="1818"/>
                  </a:lnTo>
                  <a:lnTo>
                    <a:pt x="6864" y="1812"/>
                  </a:lnTo>
                  <a:lnTo>
                    <a:pt x="6864" y="1794"/>
                  </a:lnTo>
                  <a:lnTo>
                    <a:pt x="6876" y="1788"/>
                  </a:lnTo>
                  <a:lnTo>
                    <a:pt x="6888" y="1776"/>
                  </a:lnTo>
                  <a:lnTo>
                    <a:pt x="6900" y="1776"/>
                  </a:lnTo>
                  <a:lnTo>
                    <a:pt x="6900" y="1752"/>
                  </a:lnTo>
                  <a:lnTo>
                    <a:pt x="6906" y="1752"/>
                  </a:lnTo>
                  <a:lnTo>
                    <a:pt x="6918" y="1746"/>
                  </a:lnTo>
                  <a:lnTo>
                    <a:pt x="6930" y="1734"/>
                  </a:lnTo>
                  <a:lnTo>
                    <a:pt x="6930" y="1728"/>
                  </a:lnTo>
                  <a:lnTo>
                    <a:pt x="6936" y="1716"/>
                  </a:lnTo>
                  <a:lnTo>
                    <a:pt x="6936" y="1710"/>
                  </a:lnTo>
                  <a:lnTo>
                    <a:pt x="6942" y="1698"/>
                  </a:lnTo>
                  <a:lnTo>
                    <a:pt x="6930" y="1686"/>
                  </a:lnTo>
                  <a:lnTo>
                    <a:pt x="6942" y="1662"/>
                  </a:lnTo>
                  <a:lnTo>
                    <a:pt x="6930" y="1650"/>
                  </a:lnTo>
                  <a:lnTo>
                    <a:pt x="6948" y="1632"/>
                  </a:lnTo>
                  <a:lnTo>
                    <a:pt x="6972" y="1626"/>
                  </a:lnTo>
                  <a:lnTo>
                    <a:pt x="6960" y="1596"/>
                  </a:lnTo>
                  <a:lnTo>
                    <a:pt x="6984" y="1590"/>
                  </a:lnTo>
                  <a:lnTo>
                    <a:pt x="6960" y="1554"/>
                  </a:lnTo>
                  <a:lnTo>
                    <a:pt x="6990" y="1542"/>
                  </a:lnTo>
                  <a:lnTo>
                    <a:pt x="6990" y="1500"/>
                  </a:lnTo>
                  <a:lnTo>
                    <a:pt x="6996" y="1488"/>
                  </a:lnTo>
                  <a:lnTo>
                    <a:pt x="7002" y="1482"/>
                  </a:lnTo>
                  <a:lnTo>
                    <a:pt x="7020" y="1470"/>
                  </a:lnTo>
                  <a:lnTo>
                    <a:pt x="7032" y="1464"/>
                  </a:lnTo>
                  <a:lnTo>
                    <a:pt x="7050" y="1464"/>
                  </a:lnTo>
                  <a:lnTo>
                    <a:pt x="7068" y="1470"/>
                  </a:lnTo>
                  <a:lnTo>
                    <a:pt x="7188" y="1470"/>
                  </a:lnTo>
                  <a:lnTo>
                    <a:pt x="7206" y="1488"/>
                  </a:lnTo>
                  <a:lnTo>
                    <a:pt x="7224" y="1482"/>
                  </a:lnTo>
                  <a:lnTo>
                    <a:pt x="7218" y="1464"/>
                  </a:lnTo>
                  <a:lnTo>
                    <a:pt x="7290" y="1482"/>
                  </a:lnTo>
                  <a:lnTo>
                    <a:pt x="7320" y="1464"/>
                  </a:lnTo>
                  <a:lnTo>
                    <a:pt x="7350" y="1488"/>
                  </a:lnTo>
                  <a:lnTo>
                    <a:pt x="7356" y="1452"/>
                  </a:lnTo>
                  <a:lnTo>
                    <a:pt x="7434" y="1452"/>
                  </a:lnTo>
                  <a:lnTo>
                    <a:pt x="7446" y="1458"/>
                  </a:lnTo>
                  <a:lnTo>
                    <a:pt x="7452" y="1470"/>
                  </a:lnTo>
                  <a:lnTo>
                    <a:pt x="7458" y="1470"/>
                  </a:lnTo>
                  <a:lnTo>
                    <a:pt x="7464" y="1464"/>
                  </a:lnTo>
                  <a:lnTo>
                    <a:pt x="7476" y="1464"/>
                  </a:lnTo>
                  <a:lnTo>
                    <a:pt x="7482" y="1458"/>
                  </a:lnTo>
                  <a:lnTo>
                    <a:pt x="7494" y="1452"/>
                  </a:lnTo>
                  <a:lnTo>
                    <a:pt x="7518" y="1470"/>
                  </a:lnTo>
                  <a:lnTo>
                    <a:pt x="7560" y="1476"/>
                  </a:lnTo>
                  <a:lnTo>
                    <a:pt x="7506" y="1488"/>
                  </a:lnTo>
                  <a:lnTo>
                    <a:pt x="7506" y="1494"/>
                  </a:lnTo>
                  <a:lnTo>
                    <a:pt x="7512" y="1500"/>
                  </a:lnTo>
                  <a:lnTo>
                    <a:pt x="7524" y="1506"/>
                  </a:lnTo>
                  <a:lnTo>
                    <a:pt x="7530" y="1512"/>
                  </a:lnTo>
                  <a:lnTo>
                    <a:pt x="7542" y="1512"/>
                  </a:lnTo>
                  <a:lnTo>
                    <a:pt x="7548" y="1506"/>
                  </a:lnTo>
                  <a:lnTo>
                    <a:pt x="7560" y="1506"/>
                  </a:lnTo>
                  <a:lnTo>
                    <a:pt x="7572" y="1500"/>
                  </a:lnTo>
                  <a:lnTo>
                    <a:pt x="7578" y="1494"/>
                  </a:lnTo>
                  <a:lnTo>
                    <a:pt x="7584" y="1494"/>
                  </a:lnTo>
                  <a:lnTo>
                    <a:pt x="7614" y="1506"/>
                  </a:lnTo>
                  <a:lnTo>
                    <a:pt x="7638" y="1488"/>
                  </a:lnTo>
                  <a:lnTo>
                    <a:pt x="7644" y="1488"/>
                  </a:lnTo>
                  <a:lnTo>
                    <a:pt x="7650" y="1494"/>
                  </a:lnTo>
                  <a:lnTo>
                    <a:pt x="7686" y="1494"/>
                  </a:lnTo>
                  <a:lnTo>
                    <a:pt x="7692" y="1488"/>
                  </a:lnTo>
                  <a:lnTo>
                    <a:pt x="7692" y="1476"/>
                  </a:lnTo>
                  <a:lnTo>
                    <a:pt x="7728" y="1482"/>
                  </a:lnTo>
                  <a:lnTo>
                    <a:pt x="7680" y="1452"/>
                  </a:lnTo>
                  <a:lnTo>
                    <a:pt x="7650" y="1464"/>
                  </a:lnTo>
                  <a:lnTo>
                    <a:pt x="7644" y="1446"/>
                  </a:lnTo>
                  <a:lnTo>
                    <a:pt x="7638" y="1434"/>
                  </a:lnTo>
                  <a:lnTo>
                    <a:pt x="7632" y="1428"/>
                  </a:lnTo>
                  <a:lnTo>
                    <a:pt x="7626" y="1416"/>
                  </a:lnTo>
                  <a:lnTo>
                    <a:pt x="7626" y="1398"/>
                  </a:lnTo>
                  <a:lnTo>
                    <a:pt x="7650" y="1374"/>
                  </a:lnTo>
                  <a:lnTo>
                    <a:pt x="7644" y="1344"/>
                  </a:lnTo>
                  <a:lnTo>
                    <a:pt x="7662" y="1332"/>
                  </a:lnTo>
                  <a:lnTo>
                    <a:pt x="7650" y="1326"/>
                  </a:lnTo>
                  <a:lnTo>
                    <a:pt x="7638" y="1314"/>
                  </a:lnTo>
                  <a:lnTo>
                    <a:pt x="7638" y="1302"/>
                  </a:lnTo>
                  <a:lnTo>
                    <a:pt x="7644" y="1296"/>
                  </a:lnTo>
                  <a:lnTo>
                    <a:pt x="7662" y="1290"/>
                  </a:lnTo>
                  <a:lnTo>
                    <a:pt x="7698" y="1290"/>
                  </a:lnTo>
                  <a:lnTo>
                    <a:pt x="7710" y="1296"/>
                  </a:lnTo>
                  <a:lnTo>
                    <a:pt x="7728" y="1296"/>
                  </a:lnTo>
                  <a:lnTo>
                    <a:pt x="7746" y="1278"/>
                  </a:lnTo>
                  <a:lnTo>
                    <a:pt x="7782" y="1308"/>
                  </a:lnTo>
                  <a:lnTo>
                    <a:pt x="7806" y="1290"/>
                  </a:lnTo>
                  <a:lnTo>
                    <a:pt x="7812" y="1302"/>
                  </a:lnTo>
                  <a:lnTo>
                    <a:pt x="7818" y="1308"/>
                  </a:lnTo>
                  <a:lnTo>
                    <a:pt x="7830" y="1332"/>
                  </a:lnTo>
                  <a:lnTo>
                    <a:pt x="7830" y="1338"/>
                  </a:lnTo>
                  <a:lnTo>
                    <a:pt x="7836" y="1344"/>
                  </a:lnTo>
                  <a:lnTo>
                    <a:pt x="7878" y="1344"/>
                  </a:lnTo>
                  <a:lnTo>
                    <a:pt x="7878" y="1362"/>
                  </a:lnTo>
                  <a:lnTo>
                    <a:pt x="7884" y="1374"/>
                  </a:lnTo>
                  <a:lnTo>
                    <a:pt x="7890" y="1380"/>
                  </a:lnTo>
                  <a:lnTo>
                    <a:pt x="7896" y="1380"/>
                  </a:lnTo>
                  <a:lnTo>
                    <a:pt x="7914" y="1362"/>
                  </a:lnTo>
                  <a:lnTo>
                    <a:pt x="7932" y="1326"/>
                  </a:lnTo>
                  <a:lnTo>
                    <a:pt x="7938" y="1320"/>
                  </a:lnTo>
                  <a:lnTo>
                    <a:pt x="7938" y="1314"/>
                  </a:lnTo>
                  <a:lnTo>
                    <a:pt x="7962" y="1302"/>
                  </a:lnTo>
                  <a:lnTo>
                    <a:pt x="7992" y="1314"/>
                  </a:lnTo>
                  <a:lnTo>
                    <a:pt x="7986" y="1302"/>
                  </a:lnTo>
                  <a:lnTo>
                    <a:pt x="7962" y="1284"/>
                  </a:lnTo>
                  <a:lnTo>
                    <a:pt x="7956" y="1278"/>
                  </a:lnTo>
                  <a:lnTo>
                    <a:pt x="7932" y="1266"/>
                  </a:lnTo>
                  <a:lnTo>
                    <a:pt x="7926" y="1254"/>
                  </a:lnTo>
                  <a:lnTo>
                    <a:pt x="7914" y="1248"/>
                  </a:lnTo>
                  <a:lnTo>
                    <a:pt x="7908" y="1242"/>
                  </a:lnTo>
                  <a:lnTo>
                    <a:pt x="7908" y="1230"/>
                  </a:lnTo>
                  <a:lnTo>
                    <a:pt x="7962" y="1230"/>
                  </a:lnTo>
                  <a:lnTo>
                    <a:pt x="7992" y="1236"/>
                  </a:lnTo>
                  <a:lnTo>
                    <a:pt x="8052" y="1236"/>
                  </a:lnTo>
                  <a:lnTo>
                    <a:pt x="8052" y="1254"/>
                  </a:lnTo>
                  <a:lnTo>
                    <a:pt x="8040" y="1254"/>
                  </a:lnTo>
                  <a:lnTo>
                    <a:pt x="8028" y="1248"/>
                  </a:lnTo>
                  <a:lnTo>
                    <a:pt x="7992" y="1248"/>
                  </a:lnTo>
                  <a:lnTo>
                    <a:pt x="7992" y="1266"/>
                  </a:lnTo>
                  <a:lnTo>
                    <a:pt x="8016" y="1290"/>
                  </a:lnTo>
                  <a:lnTo>
                    <a:pt x="8028" y="1296"/>
                  </a:lnTo>
                  <a:lnTo>
                    <a:pt x="8034" y="1320"/>
                  </a:lnTo>
                  <a:lnTo>
                    <a:pt x="8064" y="1326"/>
                  </a:lnTo>
                  <a:lnTo>
                    <a:pt x="8058" y="1344"/>
                  </a:lnTo>
                  <a:lnTo>
                    <a:pt x="8076" y="1362"/>
                  </a:lnTo>
                  <a:lnTo>
                    <a:pt x="8046" y="1368"/>
                  </a:lnTo>
                  <a:lnTo>
                    <a:pt x="8040" y="1380"/>
                  </a:lnTo>
                  <a:lnTo>
                    <a:pt x="8022" y="1386"/>
                  </a:lnTo>
                  <a:lnTo>
                    <a:pt x="8028" y="1398"/>
                  </a:lnTo>
                  <a:lnTo>
                    <a:pt x="8028" y="1404"/>
                  </a:lnTo>
                  <a:lnTo>
                    <a:pt x="8034" y="1416"/>
                  </a:lnTo>
                  <a:lnTo>
                    <a:pt x="8034" y="1440"/>
                  </a:lnTo>
                  <a:lnTo>
                    <a:pt x="8028" y="1452"/>
                  </a:lnTo>
                  <a:lnTo>
                    <a:pt x="8016" y="1464"/>
                  </a:lnTo>
                  <a:lnTo>
                    <a:pt x="8004" y="1488"/>
                  </a:lnTo>
                  <a:lnTo>
                    <a:pt x="8004" y="1506"/>
                  </a:lnTo>
                  <a:lnTo>
                    <a:pt x="8010" y="1506"/>
                  </a:lnTo>
                  <a:lnTo>
                    <a:pt x="8016" y="1512"/>
                  </a:lnTo>
                  <a:lnTo>
                    <a:pt x="8022" y="1524"/>
                  </a:lnTo>
                  <a:lnTo>
                    <a:pt x="8016" y="1530"/>
                  </a:lnTo>
                  <a:lnTo>
                    <a:pt x="8010" y="1542"/>
                  </a:lnTo>
                  <a:lnTo>
                    <a:pt x="7986" y="1566"/>
                  </a:lnTo>
                  <a:lnTo>
                    <a:pt x="7974" y="1572"/>
                  </a:lnTo>
                  <a:lnTo>
                    <a:pt x="7968" y="1578"/>
                  </a:lnTo>
                  <a:lnTo>
                    <a:pt x="7962" y="1578"/>
                  </a:lnTo>
                  <a:lnTo>
                    <a:pt x="7962" y="1596"/>
                  </a:lnTo>
                  <a:lnTo>
                    <a:pt x="7944" y="1596"/>
                  </a:lnTo>
                  <a:lnTo>
                    <a:pt x="7950" y="1596"/>
                  </a:lnTo>
                  <a:lnTo>
                    <a:pt x="7956" y="1602"/>
                  </a:lnTo>
                  <a:lnTo>
                    <a:pt x="7968" y="1608"/>
                  </a:lnTo>
                  <a:lnTo>
                    <a:pt x="7980" y="1632"/>
                  </a:lnTo>
                  <a:lnTo>
                    <a:pt x="7974" y="1650"/>
                  </a:lnTo>
                  <a:lnTo>
                    <a:pt x="7974" y="1662"/>
                  </a:lnTo>
                  <a:lnTo>
                    <a:pt x="7968" y="1674"/>
                  </a:lnTo>
                  <a:lnTo>
                    <a:pt x="7968" y="1686"/>
                  </a:lnTo>
                  <a:lnTo>
                    <a:pt x="7974" y="1704"/>
                  </a:lnTo>
                  <a:lnTo>
                    <a:pt x="7992" y="1722"/>
                  </a:lnTo>
                  <a:lnTo>
                    <a:pt x="8016" y="1752"/>
                  </a:lnTo>
                  <a:lnTo>
                    <a:pt x="8046" y="1776"/>
                  </a:lnTo>
                  <a:lnTo>
                    <a:pt x="8070" y="1800"/>
                  </a:lnTo>
                  <a:lnTo>
                    <a:pt x="8082" y="1806"/>
                  </a:lnTo>
                  <a:lnTo>
                    <a:pt x="8142" y="1872"/>
                  </a:lnTo>
                  <a:lnTo>
                    <a:pt x="8154" y="1866"/>
                  </a:lnTo>
                  <a:lnTo>
                    <a:pt x="8238" y="1962"/>
                  </a:lnTo>
                  <a:lnTo>
                    <a:pt x="8286" y="1980"/>
                  </a:lnTo>
                  <a:lnTo>
                    <a:pt x="8310" y="2004"/>
                  </a:lnTo>
                  <a:lnTo>
                    <a:pt x="8316" y="2016"/>
                  </a:lnTo>
                  <a:lnTo>
                    <a:pt x="8328" y="2022"/>
                  </a:lnTo>
                  <a:lnTo>
                    <a:pt x="8334" y="2034"/>
                  </a:lnTo>
                  <a:lnTo>
                    <a:pt x="8388" y="2088"/>
                  </a:lnTo>
                  <a:lnTo>
                    <a:pt x="8406" y="2088"/>
                  </a:lnTo>
                  <a:lnTo>
                    <a:pt x="8406" y="2106"/>
                  </a:lnTo>
                  <a:lnTo>
                    <a:pt x="8418" y="2106"/>
                  </a:lnTo>
                  <a:lnTo>
                    <a:pt x="8430" y="2100"/>
                  </a:lnTo>
                  <a:lnTo>
                    <a:pt x="8436" y="2094"/>
                  </a:lnTo>
                  <a:lnTo>
                    <a:pt x="8442" y="2082"/>
                  </a:lnTo>
                  <a:lnTo>
                    <a:pt x="8442" y="2076"/>
                  </a:lnTo>
                  <a:lnTo>
                    <a:pt x="8430" y="2064"/>
                  </a:lnTo>
                  <a:lnTo>
                    <a:pt x="8436" y="2058"/>
                  </a:lnTo>
                  <a:lnTo>
                    <a:pt x="8442" y="2046"/>
                  </a:lnTo>
                  <a:lnTo>
                    <a:pt x="8448" y="2040"/>
                  </a:lnTo>
                  <a:lnTo>
                    <a:pt x="8448" y="2022"/>
                  </a:lnTo>
                  <a:lnTo>
                    <a:pt x="8430" y="2004"/>
                  </a:lnTo>
                  <a:lnTo>
                    <a:pt x="8418" y="1998"/>
                  </a:lnTo>
                  <a:lnTo>
                    <a:pt x="8406" y="1974"/>
                  </a:lnTo>
                  <a:lnTo>
                    <a:pt x="8406" y="1962"/>
                  </a:lnTo>
                  <a:lnTo>
                    <a:pt x="8412" y="1950"/>
                  </a:lnTo>
                  <a:lnTo>
                    <a:pt x="8430" y="1932"/>
                  </a:lnTo>
                  <a:lnTo>
                    <a:pt x="8442" y="1932"/>
                  </a:lnTo>
                  <a:lnTo>
                    <a:pt x="8454" y="1938"/>
                  </a:lnTo>
                  <a:lnTo>
                    <a:pt x="8460" y="1938"/>
                  </a:lnTo>
                  <a:lnTo>
                    <a:pt x="8466" y="1944"/>
                  </a:lnTo>
                  <a:lnTo>
                    <a:pt x="8472" y="1944"/>
                  </a:lnTo>
                  <a:lnTo>
                    <a:pt x="8466" y="1938"/>
                  </a:lnTo>
                  <a:lnTo>
                    <a:pt x="8460" y="1926"/>
                  </a:lnTo>
                  <a:lnTo>
                    <a:pt x="8448" y="1920"/>
                  </a:lnTo>
                  <a:lnTo>
                    <a:pt x="8442" y="1908"/>
                  </a:lnTo>
                  <a:lnTo>
                    <a:pt x="8424" y="1890"/>
                  </a:lnTo>
                  <a:lnTo>
                    <a:pt x="8412" y="1890"/>
                  </a:lnTo>
                  <a:lnTo>
                    <a:pt x="8406" y="1884"/>
                  </a:lnTo>
                  <a:lnTo>
                    <a:pt x="8400" y="1872"/>
                  </a:lnTo>
                  <a:lnTo>
                    <a:pt x="8400" y="1860"/>
                  </a:lnTo>
                  <a:lnTo>
                    <a:pt x="8406" y="1848"/>
                  </a:lnTo>
                  <a:lnTo>
                    <a:pt x="8412" y="1842"/>
                  </a:lnTo>
                  <a:lnTo>
                    <a:pt x="8424" y="1836"/>
                  </a:lnTo>
                  <a:lnTo>
                    <a:pt x="8430" y="1830"/>
                  </a:lnTo>
                  <a:lnTo>
                    <a:pt x="8442" y="1836"/>
                  </a:lnTo>
                  <a:lnTo>
                    <a:pt x="8466" y="1836"/>
                  </a:lnTo>
                  <a:lnTo>
                    <a:pt x="8472" y="1830"/>
                  </a:lnTo>
                  <a:lnTo>
                    <a:pt x="8472" y="1812"/>
                  </a:lnTo>
                  <a:lnTo>
                    <a:pt x="8454" y="1794"/>
                  </a:lnTo>
                  <a:lnTo>
                    <a:pt x="8436" y="1788"/>
                  </a:lnTo>
                  <a:lnTo>
                    <a:pt x="8424" y="1782"/>
                  </a:lnTo>
                  <a:lnTo>
                    <a:pt x="8406" y="1770"/>
                  </a:lnTo>
                  <a:lnTo>
                    <a:pt x="8394" y="1758"/>
                  </a:lnTo>
                  <a:lnTo>
                    <a:pt x="8388" y="1740"/>
                  </a:lnTo>
                  <a:lnTo>
                    <a:pt x="8376" y="1716"/>
                  </a:lnTo>
                  <a:lnTo>
                    <a:pt x="8376" y="1704"/>
                  </a:lnTo>
                  <a:lnTo>
                    <a:pt x="8370" y="1698"/>
                  </a:lnTo>
                  <a:lnTo>
                    <a:pt x="8370" y="1692"/>
                  </a:lnTo>
                  <a:lnTo>
                    <a:pt x="8382" y="1686"/>
                  </a:lnTo>
                  <a:lnTo>
                    <a:pt x="8406" y="1710"/>
                  </a:lnTo>
                  <a:lnTo>
                    <a:pt x="8418" y="1716"/>
                  </a:lnTo>
                  <a:lnTo>
                    <a:pt x="8430" y="1716"/>
                  </a:lnTo>
                  <a:lnTo>
                    <a:pt x="8430" y="1710"/>
                  </a:lnTo>
                  <a:lnTo>
                    <a:pt x="8424" y="1704"/>
                  </a:lnTo>
                  <a:lnTo>
                    <a:pt x="8418" y="1692"/>
                  </a:lnTo>
                  <a:lnTo>
                    <a:pt x="8412" y="1686"/>
                  </a:lnTo>
                  <a:lnTo>
                    <a:pt x="8406" y="1674"/>
                  </a:lnTo>
                  <a:lnTo>
                    <a:pt x="8400" y="1668"/>
                  </a:lnTo>
                  <a:lnTo>
                    <a:pt x="8364" y="1668"/>
                  </a:lnTo>
                  <a:lnTo>
                    <a:pt x="8316" y="1626"/>
                  </a:lnTo>
                  <a:lnTo>
                    <a:pt x="8316" y="1596"/>
                  </a:lnTo>
                  <a:lnTo>
                    <a:pt x="8310" y="1590"/>
                  </a:lnTo>
                  <a:lnTo>
                    <a:pt x="8298" y="1584"/>
                  </a:lnTo>
                  <a:lnTo>
                    <a:pt x="8280" y="1578"/>
                  </a:lnTo>
                  <a:lnTo>
                    <a:pt x="8268" y="1572"/>
                  </a:lnTo>
                  <a:lnTo>
                    <a:pt x="8256" y="1572"/>
                  </a:lnTo>
                  <a:lnTo>
                    <a:pt x="8256" y="1590"/>
                  </a:lnTo>
                  <a:lnTo>
                    <a:pt x="8250" y="1590"/>
                  </a:lnTo>
                  <a:lnTo>
                    <a:pt x="8244" y="1584"/>
                  </a:lnTo>
                  <a:lnTo>
                    <a:pt x="8232" y="1584"/>
                  </a:lnTo>
                  <a:lnTo>
                    <a:pt x="8214" y="1572"/>
                  </a:lnTo>
                  <a:lnTo>
                    <a:pt x="8202" y="1566"/>
                  </a:lnTo>
                  <a:lnTo>
                    <a:pt x="8196" y="1560"/>
                  </a:lnTo>
                  <a:lnTo>
                    <a:pt x="8190" y="1548"/>
                  </a:lnTo>
                  <a:lnTo>
                    <a:pt x="8190" y="1536"/>
                  </a:lnTo>
                  <a:lnTo>
                    <a:pt x="8196" y="1524"/>
                  </a:lnTo>
                  <a:lnTo>
                    <a:pt x="8196" y="1500"/>
                  </a:lnTo>
                  <a:lnTo>
                    <a:pt x="8184" y="1476"/>
                  </a:lnTo>
                  <a:lnTo>
                    <a:pt x="8166" y="1458"/>
                  </a:lnTo>
                  <a:lnTo>
                    <a:pt x="8154" y="1452"/>
                  </a:lnTo>
                  <a:lnTo>
                    <a:pt x="8154" y="1434"/>
                  </a:lnTo>
                  <a:lnTo>
                    <a:pt x="8160" y="1428"/>
                  </a:lnTo>
                  <a:lnTo>
                    <a:pt x="8172" y="1428"/>
                  </a:lnTo>
                  <a:lnTo>
                    <a:pt x="8184" y="1434"/>
                  </a:lnTo>
                  <a:lnTo>
                    <a:pt x="8196" y="1416"/>
                  </a:lnTo>
                  <a:lnTo>
                    <a:pt x="8232" y="1446"/>
                  </a:lnTo>
                  <a:lnTo>
                    <a:pt x="8238" y="1440"/>
                  </a:lnTo>
                  <a:lnTo>
                    <a:pt x="8226" y="1428"/>
                  </a:lnTo>
                  <a:lnTo>
                    <a:pt x="8226" y="1422"/>
                  </a:lnTo>
                  <a:lnTo>
                    <a:pt x="8232" y="1416"/>
                  </a:lnTo>
                  <a:lnTo>
                    <a:pt x="8232" y="1404"/>
                  </a:lnTo>
                  <a:lnTo>
                    <a:pt x="8238" y="1392"/>
                  </a:lnTo>
                  <a:lnTo>
                    <a:pt x="8250" y="1386"/>
                  </a:lnTo>
                  <a:lnTo>
                    <a:pt x="8256" y="1386"/>
                  </a:lnTo>
                  <a:lnTo>
                    <a:pt x="8274" y="1404"/>
                  </a:lnTo>
                  <a:lnTo>
                    <a:pt x="8280" y="1416"/>
                  </a:lnTo>
                  <a:lnTo>
                    <a:pt x="8292" y="1428"/>
                  </a:lnTo>
                  <a:lnTo>
                    <a:pt x="8304" y="1434"/>
                  </a:lnTo>
                  <a:lnTo>
                    <a:pt x="8310" y="1446"/>
                  </a:lnTo>
                  <a:lnTo>
                    <a:pt x="8322" y="1398"/>
                  </a:lnTo>
                  <a:lnTo>
                    <a:pt x="8334" y="1398"/>
                  </a:lnTo>
                  <a:lnTo>
                    <a:pt x="8364" y="1392"/>
                  </a:lnTo>
                  <a:lnTo>
                    <a:pt x="8400" y="1386"/>
                  </a:lnTo>
                  <a:lnTo>
                    <a:pt x="8430" y="1386"/>
                  </a:lnTo>
                  <a:lnTo>
                    <a:pt x="8478" y="1410"/>
                  </a:lnTo>
                  <a:lnTo>
                    <a:pt x="8484" y="1416"/>
                  </a:lnTo>
                  <a:lnTo>
                    <a:pt x="8490" y="1416"/>
                  </a:lnTo>
                  <a:lnTo>
                    <a:pt x="8532" y="1434"/>
                  </a:lnTo>
                  <a:lnTo>
                    <a:pt x="8502" y="1374"/>
                  </a:lnTo>
                  <a:lnTo>
                    <a:pt x="8526" y="1374"/>
                  </a:lnTo>
                  <a:lnTo>
                    <a:pt x="8538" y="1368"/>
                  </a:lnTo>
                  <a:lnTo>
                    <a:pt x="8550" y="1356"/>
                  </a:lnTo>
                  <a:lnTo>
                    <a:pt x="8550" y="1332"/>
                  </a:lnTo>
                  <a:lnTo>
                    <a:pt x="8544" y="1326"/>
                  </a:lnTo>
                  <a:lnTo>
                    <a:pt x="8538" y="1314"/>
                  </a:lnTo>
                  <a:lnTo>
                    <a:pt x="8562" y="1314"/>
                  </a:lnTo>
                  <a:lnTo>
                    <a:pt x="8562" y="1290"/>
                  </a:lnTo>
                  <a:lnTo>
                    <a:pt x="8574" y="1290"/>
                  </a:lnTo>
                  <a:lnTo>
                    <a:pt x="8586" y="1296"/>
                  </a:lnTo>
                  <a:lnTo>
                    <a:pt x="8616" y="1296"/>
                  </a:lnTo>
                  <a:lnTo>
                    <a:pt x="8628" y="1290"/>
                  </a:lnTo>
                  <a:lnTo>
                    <a:pt x="8634" y="1284"/>
                  </a:lnTo>
                  <a:lnTo>
                    <a:pt x="8640" y="1272"/>
                  </a:lnTo>
                  <a:lnTo>
                    <a:pt x="8652" y="1260"/>
                  </a:lnTo>
                  <a:lnTo>
                    <a:pt x="8658" y="1248"/>
                  </a:lnTo>
                  <a:lnTo>
                    <a:pt x="8664" y="1242"/>
                  </a:lnTo>
                  <a:lnTo>
                    <a:pt x="8670" y="1242"/>
                  </a:lnTo>
                  <a:lnTo>
                    <a:pt x="8652" y="1218"/>
                  </a:lnTo>
                  <a:lnTo>
                    <a:pt x="8682" y="1218"/>
                  </a:lnTo>
                  <a:lnTo>
                    <a:pt x="8688" y="1236"/>
                  </a:lnTo>
                  <a:lnTo>
                    <a:pt x="8748" y="1242"/>
                  </a:lnTo>
                  <a:lnTo>
                    <a:pt x="8760" y="1242"/>
                  </a:lnTo>
                  <a:lnTo>
                    <a:pt x="8772" y="1248"/>
                  </a:lnTo>
                  <a:lnTo>
                    <a:pt x="8808" y="1248"/>
                  </a:lnTo>
                  <a:lnTo>
                    <a:pt x="8808" y="1230"/>
                  </a:lnTo>
                  <a:lnTo>
                    <a:pt x="8802" y="1218"/>
                  </a:lnTo>
                  <a:lnTo>
                    <a:pt x="8766" y="1218"/>
                  </a:lnTo>
                  <a:lnTo>
                    <a:pt x="8760" y="1194"/>
                  </a:lnTo>
                  <a:lnTo>
                    <a:pt x="8754" y="1194"/>
                  </a:lnTo>
                  <a:lnTo>
                    <a:pt x="8748" y="1188"/>
                  </a:lnTo>
                  <a:lnTo>
                    <a:pt x="8736" y="1188"/>
                  </a:lnTo>
                  <a:lnTo>
                    <a:pt x="8712" y="1176"/>
                  </a:lnTo>
                  <a:lnTo>
                    <a:pt x="8700" y="1176"/>
                  </a:lnTo>
                  <a:lnTo>
                    <a:pt x="8688" y="1170"/>
                  </a:lnTo>
                  <a:lnTo>
                    <a:pt x="8658" y="1170"/>
                  </a:lnTo>
                  <a:lnTo>
                    <a:pt x="8664" y="1152"/>
                  </a:lnTo>
                  <a:lnTo>
                    <a:pt x="8592" y="1104"/>
                  </a:lnTo>
                  <a:lnTo>
                    <a:pt x="8574" y="1122"/>
                  </a:lnTo>
                  <a:lnTo>
                    <a:pt x="8568" y="1122"/>
                  </a:lnTo>
                  <a:lnTo>
                    <a:pt x="8562" y="1116"/>
                  </a:lnTo>
                  <a:lnTo>
                    <a:pt x="8550" y="1116"/>
                  </a:lnTo>
                  <a:lnTo>
                    <a:pt x="8538" y="1110"/>
                  </a:lnTo>
                  <a:lnTo>
                    <a:pt x="8532" y="1110"/>
                  </a:lnTo>
                  <a:lnTo>
                    <a:pt x="8520" y="1104"/>
                  </a:lnTo>
                  <a:lnTo>
                    <a:pt x="8508" y="1092"/>
                  </a:lnTo>
                  <a:lnTo>
                    <a:pt x="8502" y="1092"/>
                  </a:lnTo>
                  <a:lnTo>
                    <a:pt x="8466" y="1098"/>
                  </a:lnTo>
                  <a:lnTo>
                    <a:pt x="8442" y="1092"/>
                  </a:lnTo>
                  <a:lnTo>
                    <a:pt x="8430" y="1086"/>
                  </a:lnTo>
                  <a:lnTo>
                    <a:pt x="8412" y="1068"/>
                  </a:lnTo>
                  <a:lnTo>
                    <a:pt x="8406" y="1068"/>
                  </a:lnTo>
                  <a:lnTo>
                    <a:pt x="8412" y="1062"/>
                  </a:lnTo>
                  <a:lnTo>
                    <a:pt x="8436" y="1062"/>
                  </a:lnTo>
                  <a:lnTo>
                    <a:pt x="8460" y="1074"/>
                  </a:lnTo>
                  <a:lnTo>
                    <a:pt x="8478" y="1074"/>
                  </a:lnTo>
                  <a:lnTo>
                    <a:pt x="8496" y="1080"/>
                  </a:lnTo>
                  <a:lnTo>
                    <a:pt x="8514" y="1080"/>
                  </a:lnTo>
                  <a:lnTo>
                    <a:pt x="8526" y="1086"/>
                  </a:lnTo>
                  <a:lnTo>
                    <a:pt x="8544" y="1086"/>
                  </a:lnTo>
                  <a:lnTo>
                    <a:pt x="8550" y="1080"/>
                  </a:lnTo>
                  <a:lnTo>
                    <a:pt x="8562" y="1080"/>
                  </a:lnTo>
                  <a:lnTo>
                    <a:pt x="8580" y="1074"/>
                  </a:lnTo>
                  <a:lnTo>
                    <a:pt x="8604" y="1062"/>
                  </a:lnTo>
                  <a:lnTo>
                    <a:pt x="8616" y="1050"/>
                  </a:lnTo>
                  <a:lnTo>
                    <a:pt x="8604" y="1038"/>
                  </a:lnTo>
                  <a:lnTo>
                    <a:pt x="8592" y="1032"/>
                  </a:lnTo>
                  <a:lnTo>
                    <a:pt x="8586" y="1026"/>
                  </a:lnTo>
                  <a:lnTo>
                    <a:pt x="8574" y="1020"/>
                  </a:lnTo>
                  <a:lnTo>
                    <a:pt x="8568" y="1014"/>
                  </a:lnTo>
                  <a:lnTo>
                    <a:pt x="8562" y="1014"/>
                  </a:lnTo>
                  <a:lnTo>
                    <a:pt x="8556" y="1008"/>
                  </a:lnTo>
                  <a:lnTo>
                    <a:pt x="8520" y="990"/>
                  </a:lnTo>
                  <a:lnTo>
                    <a:pt x="8508" y="978"/>
                  </a:lnTo>
                  <a:lnTo>
                    <a:pt x="8514" y="972"/>
                  </a:lnTo>
                  <a:lnTo>
                    <a:pt x="8538" y="972"/>
                  </a:lnTo>
                  <a:lnTo>
                    <a:pt x="8556" y="978"/>
                  </a:lnTo>
                  <a:lnTo>
                    <a:pt x="8562" y="984"/>
                  </a:lnTo>
                  <a:lnTo>
                    <a:pt x="8574" y="990"/>
                  </a:lnTo>
                  <a:lnTo>
                    <a:pt x="8580" y="990"/>
                  </a:lnTo>
                  <a:lnTo>
                    <a:pt x="8586" y="996"/>
                  </a:lnTo>
                  <a:lnTo>
                    <a:pt x="8610" y="1008"/>
                  </a:lnTo>
                  <a:lnTo>
                    <a:pt x="8628" y="1020"/>
                  </a:lnTo>
                  <a:lnTo>
                    <a:pt x="8652" y="1032"/>
                  </a:lnTo>
                  <a:lnTo>
                    <a:pt x="8664" y="1032"/>
                  </a:lnTo>
                  <a:lnTo>
                    <a:pt x="8676" y="1026"/>
                  </a:lnTo>
                  <a:lnTo>
                    <a:pt x="8682" y="1026"/>
                  </a:lnTo>
                  <a:lnTo>
                    <a:pt x="8688" y="1020"/>
                  </a:lnTo>
                  <a:lnTo>
                    <a:pt x="8730" y="1020"/>
                  </a:lnTo>
                  <a:lnTo>
                    <a:pt x="8754" y="1026"/>
                  </a:lnTo>
                  <a:lnTo>
                    <a:pt x="8808" y="1044"/>
                  </a:lnTo>
                  <a:lnTo>
                    <a:pt x="8850" y="1062"/>
                  </a:lnTo>
                  <a:lnTo>
                    <a:pt x="8880" y="1068"/>
                  </a:lnTo>
                  <a:lnTo>
                    <a:pt x="8886" y="1074"/>
                  </a:lnTo>
                  <a:lnTo>
                    <a:pt x="8898" y="1074"/>
                  </a:lnTo>
                  <a:lnTo>
                    <a:pt x="8934" y="1086"/>
                  </a:lnTo>
                  <a:lnTo>
                    <a:pt x="8946" y="1086"/>
                  </a:lnTo>
                  <a:lnTo>
                    <a:pt x="8952" y="1092"/>
                  </a:lnTo>
                  <a:lnTo>
                    <a:pt x="8958" y="1092"/>
                  </a:lnTo>
                  <a:lnTo>
                    <a:pt x="8970" y="1098"/>
                  </a:lnTo>
                  <a:lnTo>
                    <a:pt x="8976" y="1104"/>
                  </a:lnTo>
                  <a:lnTo>
                    <a:pt x="8988" y="1110"/>
                  </a:lnTo>
                  <a:lnTo>
                    <a:pt x="9000" y="1110"/>
                  </a:lnTo>
                  <a:lnTo>
                    <a:pt x="9018" y="1116"/>
                  </a:lnTo>
                  <a:lnTo>
                    <a:pt x="9024" y="1122"/>
                  </a:lnTo>
                  <a:lnTo>
                    <a:pt x="9042" y="1122"/>
                  </a:lnTo>
                  <a:lnTo>
                    <a:pt x="9042" y="1116"/>
                  </a:lnTo>
                  <a:lnTo>
                    <a:pt x="9036" y="1098"/>
                  </a:lnTo>
                  <a:lnTo>
                    <a:pt x="9012" y="1074"/>
                  </a:lnTo>
                  <a:lnTo>
                    <a:pt x="9006" y="1074"/>
                  </a:lnTo>
                  <a:lnTo>
                    <a:pt x="9024" y="1056"/>
                  </a:lnTo>
                  <a:lnTo>
                    <a:pt x="8976" y="1038"/>
                  </a:lnTo>
                  <a:lnTo>
                    <a:pt x="8988" y="1032"/>
                  </a:lnTo>
                  <a:lnTo>
                    <a:pt x="8940" y="1008"/>
                  </a:lnTo>
                  <a:lnTo>
                    <a:pt x="8994" y="1020"/>
                  </a:lnTo>
                  <a:lnTo>
                    <a:pt x="8988" y="996"/>
                  </a:lnTo>
                  <a:lnTo>
                    <a:pt x="9000" y="996"/>
                  </a:lnTo>
                  <a:lnTo>
                    <a:pt x="9012" y="1002"/>
                  </a:lnTo>
                  <a:lnTo>
                    <a:pt x="9048" y="1002"/>
                  </a:lnTo>
                  <a:lnTo>
                    <a:pt x="9048" y="996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09" name="Romania" descr="© INSCALE GmbH, 05.05.2010&#10;http://www.presentationload.com/">
              <a:extLst>
                <a:ext uri="{FF2B5EF4-FFF2-40B4-BE49-F238E27FC236}">
                  <a16:creationId xmlns:a16="http://schemas.microsoft.com/office/drawing/2014/main" id="{CBE7B99C-3494-4DCD-AB60-F0B5BD7B6088}"/>
                </a:ext>
              </a:extLst>
            </p:cNvPr>
            <p:cNvSpPr>
              <a:spLocks/>
            </p:cNvSpPr>
            <p:nvPr/>
          </p:nvSpPr>
          <p:spPr bwMode="gray">
            <a:xfrm>
              <a:off x="4181748" y="1727820"/>
              <a:ext cx="202910" cy="120737"/>
            </a:xfrm>
            <a:custGeom>
              <a:avLst/>
              <a:gdLst>
                <a:gd name="T0" fmla="*/ 2147483647 w 612"/>
                <a:gd name="T1" fmla="*/ 2147483647 h 366"/>
                <a:gd name="T2" fmla="*/ 2147483647 w 612"/>
                <a:gd name="T3" fmla="*/ 2147483647 h 366"/>
                <a:gd name="T4" fmla="*/ 2147483647 w 612"/>
                <a:gd name="T5" fmla="*/ 2147483647 h 366"/>
                <a:gd name="T6" fmla="*/ 2147483647 w 612"/>
                <a:gd name="T7" fmla="*/ 2147483647 h 366"/>
                <a:gd name="T8" fmla="*/ 2147483647 w 612"/>
                <a:gd name="T9" fmla="*/ 2147483647 h 366"/>
                <a:gd name="T10" fmla="*/ 2147483647 w 612"/>
                <a:gd name="T11" fmla="*/ 2147483647 h 366"/>
                <a:gd name="T12" fmla="*/ 2147483647 w 612"/>
                <a:gd name="T13" fmla="*/ 2147483647 h 366"/>
                <a:gd name="T14" fmla="*/ 2147483647 w 612"/>
                <a:gd name="T15" fmla="*/ 2147483647 h 366"/>
                <a:gd name="T16" fmla="*/ 2147483647 w 612"/>
                <a:gd name="T17" fmla="*/ 2147483647 h 366"/>
                <a:gd name="T18" fmla="*/ 2147483647 w 612"/>
                <a:gd name="T19" fmla="*/ 2147483647 h 366"/>
                <a:gd name="T20" fmla="*/ 2147483647 w 612"/>
                <a:gd name="T21" fmla="*/ 2147483647 h 366"/>
                <a:gd name="T22" fmla="*/ 2147483647 w 612"/>
                <a:gd name="T23" fmla="*/ 2147483647 h 366"/>
                <a:gd name="T24" fmla="*/ 2147483647 w 612"/>
                <a:gd name="T25" fmla="*/ 2147483647 h 366"/>
                <a:gd name="T26" fmla="*/ 2147483647 w 612"/>
                <a:gd name="T27" fmla="*/ 0 h 366"/>
                <a:gd name="T28" fmla="*/ 2147483647 w 612"/>
                <a:gd name="T29" fmla="*/ 2147483647 h 366"/>
                <a:gd name="T30" fmla="*/ 2147483647 w 612"/>
                <a:gd name="T31" fmla="*/ 2147483647 h 366"/>
                <a:gd name="T32" fmla="*/ 2147483647 w 612"/>
                <a:gd name="T33" fmla="*/ 2147483647 h 366"/>
                <a:gd name="T34" fmla="*/ 2147483647 w 612"/>
                <a:gd name="T35" fmla="*/ 2147483647 h 366"/>
                <a:gd name="T36" fmla="*/ 2147483647 w 612"/>
                <a:gd name="T37" fmla="*/ 2147483647 h 366"/>
                <a:gd name="T38" fmla="*/ 2147483647 w 612"/>
                <a:gd name="T39" fmla="*/ 2147483647 h 366"/>
                <a:gd name="T40" fmla="*/ 2147483647 w 612"/>
                <a:gd name="T41" fmla="*/ 2147483647 h 366"/>
                <a:gd name="T42" fmla="*/ 2147483647 w 612"/>
                <a:gd name="T43" fmla="*/ 2147483647 h 366"/>
                <a:gd name="T44" fmla="*/ 2147483647 w 612"/>
                <a:gd name="T45" fmla="*/ 2147483647 h 366"/>
                <a:gd name="T46" fmla="*/ 2147483647 w 612"/>
                <a:gd name="T47" fmla="*/ 2147483647 h 366"/>
                <a:gd name="T48" fmla="*/ 0 w 612"/>
                <a:gd name="T49" fmla="*/ 2147483647 h 366"/>
                <a:gd name="T50" fmla="*/ 2147483647 w 612"/>
                <a:gd name="T51" fmla="*/ 2147483647 h 366"/>
                <a:gd name="T52" fmla="*/ 2147483647 w 612"/>
                <a:gd name="T53" fmla="*/ 2147483647 h 366"/>
                <a:gd name="T54" fmla="*/ 2147483647 w 612"/>
                <a:gd name="T55" fmla="*/ 2147483647 h 366"/>
                <a:gd name="T56" fmla="*/ 2147483647 w 612"/>
                <a:gd name="T57" fmla="*/ 2147483647 h 366"/>
                <a:gd name="T58" fmla="*/ 2147483647 w 612"/>
                <a:gd name="T59" fmla="*/ 2147483647 h 366"/>
                <a:gd name="T60" fmla="*/ 2147483647 w 612"/>
                <a:gd name="T61" fmla="*/ 2147483647 h 366"/>
                <a:gd name="T62" fmla="*/ 2147483647 w 612"/>
                <a:gd name="T63" fmla="*/ 2147483647 h 366"/>
                <a:gd name="T64" fmla="*/ 2147483647 w 612"/>
                <a:gd name="T65" fmla="*/ 2147483647 h 366"/>
                <a:gd name="T66" fmla="*/ 2147483647 w 612"/>
                <a:gd name="T67" fmla="*/ 2147483647 h 366"/>
                <a:gd name="T68" fmla="*/ 2147483647 w 612"/>
                <a:gd name="T69" fmla="*/ 2147483647 h 366"/>
                <a:gd name="T70" fmla="*/ 2147483647 w 612"/>
                <a:gd name="T71" fmla="*/ 2147483647 h 366"/>
                <a:gd name="T72" fmla="*/ 2147483647 w 612"/>
                <a:gd name="T73" fmla="*/ 2147483647 h 366"/>
                <a:gd name="T74" fmla="*/ 2147483647 w 612"/>
                <a:gd name="T75" fmla="*/ 2147483647 h 366"/>
                <a:gd name="T76" fmla="*/ 2147483647 w 612"/>
                <a:gd name="T77" fmla="*/ 2147483647 h 366"/>
                <a:gd name="T78" fmla="*/ 2147483647 w 612"/>
                <a:gd name="T79" fmla="*/ 2147483647 h 366"/>
                <a:gd name="T80" fmla="*/ 2147483647 w 612"/>
                <a:gd name="T81" fmla="*/ 2147483647 h 366"/>
                <a:gd name="T82" fmla="*/ 2147483647 w 612"/>
                <a:gd name="T83" fmla="*/ 2147483647 h 366"/>
                <a:gd name="T84" fmla="*/ 2147483647 w 612"/>
                <a:gd name="T85" fmla="*/ 2147483647 h 36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12"/>
                <a:gd name="T130" fmla="*/ 0 h 366"/>
                <a:gd name="T131" fmla="*/ 612 w 612"/>
                <a:gd name="T132" fmla="*/ 366 h 36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12" h="366">
                  <a:moveTo>
                    <a:pt x="516" y="354"/>
                  </a:moveTo>
                  <a:lnTo>
                    <a:pt x="522" y="360"/>
                  </a:lnTo>
                  <a:lnTo>
                    <a:pt x="540" y="360"/>
                  </a:lnTo>
                  <a:lnTo>
                    <a:pt x="540" y="318"/>
                  </a:lnTo>
                  <a:lnTo>
                    <a:pt x="546" y="312"/>
                  </a:lnTo>
                  <a:lnTo>
                    <a:pt x="558" y="294"/>
                  </a:lnTo>
                  <a:lnTo>
                    <a:pt x="564" y="282"/>
                  </a:lnTo>
                  <a:lnTo>
                    <a:pt x="570" y="276"/>
                  </a:lnTo>
                  <a:lnTo>
                    <a:pt x="606" y="276"/>
                  </a:lnTo>
                  <a:lnTo>
                    <a:pt x="612" y="270"/>
                  </a:lnTo>
                  <a:lnTo>
                    <a:pt x="612" y="258"/>
                  </a:lnTo>
                  <a:lnTo>
                    <a:pt x="600" y="222"/>
                  </a:lnTo>
                  <a:lnTo>
                    <a:pt x="600" y="216"/>
                  </a:lnTo>
                  <a:lnTo>
                    <a:pt x="594" y="216"/>
                  </a:lnTo>
                  <a:lnTo>
                    <a:pt x="588" y="222"/>
                  </a:lnTo>
                  <a:lnTo>
                    <a:pt x="570" y="222"/>
                  </a:lnTo>
                  <a:lnTo>
                    <a:pt x="564" y="228"/>
                  </a:lnTo>
                  <a:lnTo>
                    <a:pt x="558" y="228"/>
                  </a:lnTo>
                  <a:lnTo>
                    <a:pt x="552" y="234"/>
                  </a:lnTo>
                  <a:lnTo>
                    <a:pt x="522" y="234"/>
                  </a:lnTo>
                  <a:lnTo>
                    <a:pt x="510" y="222"/>
                  </a:lnTo>
                  <a:lnTo>
                    <a:pt x="510" y="198"/>
                  </a:lnTo>
                  <a:lnTo>
                    <a:pt x="504" y="192"/>
                  </a:lnTo>
                  <a:lnTo>
                    <a:pt x="498" y="180"/>
                  </a:lnTo>
                  <a:lnTo>
                    <a:pt x="498" y="168"/>
                  </a:lnTo>
                  <a:lnTo>
                    <a:pt x="504" y="162"/>
                  </a:lnTo>
                  <a:lnTo>
                    <a:pt x="504" y="150"/>
                  </a:lnTo>
                  <a:lnTo>
                    <a:pt x="510" y="144"/>
                  </a:lnTo>
                  <a:lnTo>
                    <a:pt x="504" y="144"/>
                  </a:lnTo>
                  <a:lnTo>
                    <a:pt x="504" y="102"/>
                  </a:lnTo>
                  <a:lnTo>
                    <a:pt x="498" y="96"/>
                  </a:lnTo>
                  <a:lnTo>
                    <a:pt x="480" y="96"/>
                  </a:lnTo>
                  <a:lnTo>
                    <a:pt x="474" y="78"/>
                  </a:lnTo>
                  <a:lnTo>
                    <a:pt x="462" y="78"/>
                  </a:lnTo>
                  <a:lnTo>
                    <a:pt x="456" y="54"/>
                  </a:lnTo>
                  <a:lnTo>
                    <a:pt x="432" y="42"/>
                  </a:lnTo>
                  <a:lnTo>
                    <a:pt x="432" y="30"/>
                  </a:lnTo>
                  <a:lnTo>
                    <a:pt x="426" y="24"/>
                  </a:lnTo>
                  <a:lnTo>
                    <a:pt x="420" y="12"/>
                  </a:lnTo>
                  <a:lnTo>
                    <a:pt x="414" y="6"/>
                  </a:lnTo>
                  <a:lnTo>
                    <a:pt x="396" y="0"/>
                  </a:lnTo>
                  <a:lnTo>
                    <a:pt x="384" y="0"/>
                  </a:lnTo>
                  <a:lnTo>
                    <a:pt x="378" y="6"/>
                  </a:lnTo>
                  <a:lnTo>
                    <a:pt x="378" y="12"/>
                  </a:lnTo>
                  <a:lnTo>
                    <a:pt x="366" y="24"/>
                  </a:lnTo>
                  <a:lnTo>
                    <a:pt x="348" y="24"/>
                  </a:lnTo>
                  <a:lnTo>
                    <a:pt x="342" y="18"/>
                  </a:lnTo>
                  <a:lnTo>
                    <a:pt x="336" y="30"/>
                  </a:lnTo>
                  <a:lnTo>
                    <a:pt x="312" y="24"/>
                  </a:lnTo>
                  <a:lnTo>
                    <a:pt x="312" y="30"/>
                  </a:lnTo>
                  <a:lnTo>
                    <a:pt x="300" y="42"/>
                  </a:lnTo>
                  <a:lnTo>
                    <a:pt x="288" y="42"/>
                  </a:lnTo>
                  <a:lnTo>
                    <a:pt x="264" y="18"/>
                  </a:lnTo>
                  <a:lnTo>
                    <a:pt x="258" y="18"/>
                  </a:lnTo>
                  <a:lnTo>
                    <a:pt x="246" y="24"/>
                  </a:lnTo>
                  <a:lnTo>
                    <a:pt x="240" y="24"/>
                  </a:lnTo>
                  <a:lnTo>
                    <a:pt x="228" y="30"/>
                  </a:lnTo>
                  <a:lnTo>
                    <a:pt x="222" y="24"/>
                  </a:lnTo>
                  <a:lnTo>
                    <a:pt x="198" y="24"/>
                  </a:lnTo>
                  <a:lnTo>
                    <a:pt x="192" y="18"/>
                  </a:lnTo>
                  <a:lnTo>
                    <a:pt x="168" y="18"/>
                  </a:lnTo>
                  <a:lnTo>
                    <a:pt x="150" y="36"/>
                  </a:lnTo>
                  <a:lnTo>
                    <a:pt x="120" y="36"/>
                  </a:lnTo>
                  <a:lnTo>
                    <a:pt x="108" y="48"/>
                  </a:lnTo>
                  <a:lnTo>
                    <a:pt x="108" y="90"/>
                  </a:lnTo>
                  <a:lnTo>
                    <a:pt x="90" y="108"/>
                  </a:lnTo>
                  <a:lnTo>
                    <a:pt x="78" y="114"/>
                  </a:lnTo>
                  <a:lnTo>
                    <a:pt x="72" y="120"/>
                  </a:lnTo>
                  <a:lnTo>
                    <a:pt x="72" y="138"/>
                  </a:lnTo>
                  <a:lnTo>
                    <a:pt x="66" y="144"/>
                  </a:lnTo>
                  <a:lnTo>
                    <a:pt x="54" y="150"/>
                  </a:lnTo>
                  <a:lnTo>
                    <a:pt x="48" y="156"/>
                  </a:lnTo>
                  <a:lnTo>
                    <a:pt x="30" y="150"/>
                  </a:lnTo>
                  <a:lnTo>
                    <a:pt x="30" y="168"/>
                  </a:lnTo>
                  <a:lnTo>
                    <a:pt x="0" y="174"/>
                  </a:lnTo>
                  <a:lnTo>
                    <a:pt x="6" y="174"/>
                  </a:lnTo>
                  <a:lnTo>
                    <a:pt x="30" y="192"/>
                  </a:lnTo>
                  <a:lnTo>
                    <a:pt x="36" y="192"/>
                  </a:lnTo>
                  <a:lnTo>
                    <a:pt x="48" y="228"/>
                  </a:lnTo>
                  <a:lnTo>
                    <a:pt x="54" y="234"/>
                  </a:lnTo>
                  <a:lnTo>
                    <a:pt x="60" y="234"/>
                  </a:lnTo>
                  <a:lnTo>
                    <a:pt x="66" y="228"/>
                  </a:lnTo>
                  <a:lnTo>
                    <a:pt x="72" y="228"/>
                  </a:lnTo>
                  <a:lnTo>
                    <a:pt x="84" y="234"/>
                  </a:lnTo>
                  <a:lnTo>
                    <a:pt x="84" y="252"/>
                  </a:lnTo>
                  <a:lnTo>
                    <a:pt x="78" y="258"/>
                  </a:lnTo>
                  <a:lnTo>
                    <a:pt x="90" y="276"/>
                  </a:lnTo>
                  <a:lnTo>
                    <a:pt x="114" y="282"/>
                  </a:lnTo>
                  <a:lnTo>
                    <a:pt x="120" y="288"/>
                  </a:lnTo>
                  <a:lnTo>
                    <a:pt x="144" y="282"/>
                  </a:lnTo>
                  <a:lnTo>
                    <a:pt x="168" y="288"/>
                  </a:lnTo>
                  <a:lnTo>
                    <a:pt x="162" y="294"/>
                  </a:lnTo>
                  <a:lnTo>
                    <a:pt x="156" y="306"/>
                  </a:lnTo>
                  <a:lnTo>
                    <a:pt x="162" y="312"/>
                  </a:lnTo>
                  <a:lnTo>
                    <a:pt x="162" y="324"/>
                  </a:lnTo>
                  <a:lnTo>
                    <a:pt x="186" y="324"/>
                  </a:lnTo>
                  <a:lnTo>
                    <a:pt x="192" y="330"/>
                  </a:lnTo>
                  <a:lnTo>
                    <a:pt x="186" y="336"/>
                  </a:lnTo>
                  <a:lnTo>
                    <a:pt x="186" y="342"/>
                  </a:lnTo>
                  <a:lnTo>
                    <a:pt x="180" y="348"/>
                  </a:lnTo>
                  <a:lnTo>
                    <a:pt x="186" y="354"/>
                  </a:lnTo>
                  <a:lnTo>
                    <a:pt x="204" y="354"/>
                  </a:lnTo>
                  <a:lnTo>
                    <a:pt x="216" y="342"/>
                  </a:lnTo>
                  <a:lnTo>
                    <a:pt x="240" y="354"/>
                  </a:lnTo>
                  <a:lnTo>
                    <a:pt x="252" y="354"/>
                  </a:lnTo>
                  <a:lnTo>
                    <a:pt x="258" y="360"/>
                  </a:lnTo>
                  <a:lnTo>
                    <a:pt x="282" y="360"/>
                  </a:lnTo>
                  <a:lnTo>
                    <a:pt x="288" y="354"/>
                  </a:lnTo>
                  <a:lnTo>
                    <a:pt x="288" y="348"/>
                  </a:lnTo>
                  <a:lnTo>
                    <a:pt x="306" y="354"/>
                  </a:lnTo>
                  <a:lnTo>
                    <a:pt x="330" y="354"/>
                  </a:lnTo>
                  <a:lnTo>
                    <a:pt x="336" y="360"/>
                  </a:lnTo>
                  <a:lnTo>
                    <a:pt x="348" y="366"/>
                  </a:lnTo>
                  <a:lnTo>
                    <a:pt x="366" y="366"/>
                  </a:lnTo>
                  <a:lnTo>
                    <a:pt x="372" y="360"/>
                  </a:lnTo>
                  <a:lnTo>
                    <a:pt x="372" y="348"/>
                  </a:lnTo>
                  <a:lnTo>
                    <a:pt x="378" y="342"/>
                  </a:lnTo>
                  <a:lnTo>
                    <a:pt x="384" y="342"/>
                  </a:lnTo>
                  <a:lnTo>
                    <a:pt x="396" y="336"/>
                  </a:lnTo>
                  <a:lnTo>
                    <a:pt x="402" y="336"/>
                  </a:lnTo>
                  <a:lnTo>
                    <a:pt x="402" y="330"/>
                  </a:lnTo>
                  <a:lnTo>
                    <a:pt x="432" y="336"/>
                  </a:lnTo>
                  <a:lnTo>
                    <a:pt x="432" y="324"/>
                  </a:lnTo>
                  <a:lnTo>
                    <a:pt x="438" y="324"/>
                  </a:lnTo>
                  <a:lnTo>
                    <a:pt x="450" y="330"/>
                  </a:lnTo>
                  <a:lnTo>
                    <a:pt x="462" y="330"/>
                  </a:lnTo>
                  <a:lnTo>
                    <a:pt x="474" y="336"/>
                  </a:lnTo>
                  <a:lnTo>
                    <a:pt x="498" y="336"/>
                  </a:lnTo>
                  <a:lnTo>
                    <a:pt x="516" y="354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10" name="Qatar" descr="© INSCALE GmbH, 05.05.2010&#10;http://www.presentationload.com/">
              <a:extLst>
                <a:ext uri="{FF2B5EF4-FFF2-40B4-BE49-F238E27FC236}">
                  <a16:creationId xmlns:a16="http://schemas.microsoft.com/office/drawing/2014/main" id="{25943F78-0414-40D5-9024-C9EA2F6AEE10}"/>
                </a:ext>
              </a:extLst>
            </p:cNvPr>
            <p:cNvSpPr>
              <a:spLocks/>
            </p:cNvSpPr>
            <p:nvPr/>
          </p:nvSpPr>
          <p:spPr bwMode="gray">
            <a:xfrm>
              <a:off x="4905502" y="2307098"/>
              <a:ext cx="21972" cy="47524"/>
            </a:xfrm>
            <a:custGeom>
              <a:avLst/>
              <a:gdLst>
                <a:gd name="T0" fmla="*/ 2147483647 w 66"/>
                <a:gd name="T1" fmla="*/ 2147483647 h 144"/>
                <a:gd name="T2" fmla="*/ 2147483647 w 66"/>
                <a:gd name="T3" fmla="*/ 2147483647 h 144"/>
                <a:gd name="T4" fmla="*/ 2147483647 w 66"/>
                <a:gd name="T5" fmla="*/ 2147483647 h 144"/>
                <a:gd name="T6" fmla="*/ 2147483647 w 66"/>
                <a:gd name="T7" fmla="*/ 2147483647 h 144"/>
                <a:gd name="T8" fmla="*/ 2147483647 w 66"/>
                <a:gd name="T9" fmla="*/ 2147483647 h 144"/>
                <a:gd name="T10" fmla="*/ 2147483647 w 66"/>
                <a:gd name="T11" fmla="*/ 2147483647 h 144"/>
                <a:gd name="T12" fmla="*/ 2147483647 w 66"/>
                <a:gd name="T13" fmla="*/ 2147483647 h 144"/>
                <a:gd name="T14" fmla="*/ 2147483647 w 66"/>
                <a:gd name="T15" fmla="*/ 2147483647 h 144"/>
                <a:gd name="T16" fmla="*/ 2147483647 w 66"/>
                <a:gd name="T17" fmla="*/ 2147483647 h 144"/>
                <a:gd name="T18" fmla="*/ 2147483647 w 66"/>
                <a:gd name="T19" fmla="*/ 0 h 144"/>
                <a:gd name="T20" fmla="*/ 2147483647 w 66"/>
                <a:gd name="T21" fmla="*/ 0 h 144"/>
                <a:gd name="T22" fmla="*/ 2147483647 w 66"/>
                <a:gd name="T23" fmla="*/ 2147483647 h 144"/>
                <a:gd name="T24" fmla="*/ 2147483647 w 66"/>
                <a:gd name="T25" fmla="*/ 2147483647 h 144"/>
                <a:gd name="T26" fmla="*/ 2147483647 w 66"/>
                <a:gd name="T27" fmla="*/ 2147483647 h 144"/>
                <a:gd name="T28" fmla="*/ 2147483647 w 66"/>
                <a:gd name="T29" fmla="*/ 2147483647 h 144"/>
                <a:gd name="T30" fmla="*/ 0 w 66"/>
                <a:gd name="T31" fmla="*/ 2147483647 h 144"/>
                <a:gd name="T32" fmla="*/ 2147483647 w 66"/>
                <a:gd name="T33" fmla="*/ 2147483647 h 144"/>
                <a:gd name="T34" fmla="*/ 2147483647 w 66"/>
                <a:gd name="T35" fmla="*/ 2147483647 h 14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6"/>
                <a:gd name="T55" fmla="*/ 0 h 144"/>
                <a:gd name="T56" fmla="*/ 66 w 66"/>
                <a:gd name="T57" fmla="*/ 144 h 144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6" h="144">
                  <a:moveTo>
                    <a:pt x="24" y="132"/>
                  </a:moveTo>
                  <a:lnTo>
                    <a:pt x="36" y="144"/>
                  </a:lnTo>
                  <a:lnTo>
                    <a:pt x="48" y="132"/>
                  </a:lnTo>
                  <a:lnTo>
                    <a:pt x="54" y="114"/>
                  </a:lnTo>
                  <a:lnTo>
                    <a:pt x="60" y="102"/>
                  </a:lnTo>
                  <a:lnTo>
                    <a:pt x="66" y="84"/>
                  </a:lnTo>
                  <a:lnTo>
                    <a:pt x="66" y="30"/>
                  </a:lnTo>
                  <a:lnTo>
                    <a:pt x="54" y="18"/>
                  </a:lnTo>
                  <a:lnTo>
                    <a:pt x="48" y="6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24" y="6"/>
                  </a:lnTo>
                  <a:lnTo>
                    <a:pt x="18" y="18"/>
                  </a:lnTo>
                  <a:lnTo>
                    <a:pt x="12" y="36"/>
                  </a:lnTo>
                  <a:lnTo>
                    <a:pt x="12" y="108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24" y="132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11" name="Puerto Rico" descr="© INSCALE GmbH, 05.05.2010&#10;http://www.presentationload.com/">
              <a:extLst>
                <a:ext uri="{FF2B5EF4-FFF2-40B4-BE49-F238E27FC236}">
                  <a16:creationId xmlns:a16="http://schemas.microsoft.com/office/drawing/2014/main" id="{DCEF5E45-1C39-45A0-8AA7-F0FA7C2B0F34}"/>
                </a:ext>
              </a:extLst>
            </p:cNvPr>
            <p:cNvSpPr>
              <a:spLocks/>
            </p:cNvSpPr>
            <p:nvPr/>
          </p:nvSpPr>
          <p:spPr bwMode="gray">
            <a:xfrm>
              <a:off x="2179794" y="2515177"/>
              <a:ext cx="45235" cy="19267"/>
            </a:xfrm>
            <a:custGeom>
              <a:avLst/>
              <a:gdLst>
                <a:gd name="T0" fmla="*/ 2147483647 w 138"/>
                <a:gd name="T1" fmla="*/ 2147483647 h 60"/>
                <a:gd name="T2" fmla="*/ 2147483647 w 138"/>
                <a:gd name="T3" fmla="*/ 2147483647 h 60"/>
                <a:gd name="T4" fmla="*/ 2147483647 w 138"/>
                <a:gd name="T5" fmla="*/ 0 h 60"/>
                <a:gd name="T6" fmla="*/ 2147483647 w 138"/>
                <a:gd name="T7" fmla="*/ 0 h 60"/>
                <a:gd name="T8" fmla="*/ 2147483647 w 138"/>
                <a:gd name="T9" fmla="*/ 2147483647 h 60"/>
                <a:gd name="T10" fmla="*/ 0 w 138"/>
                <a:gd name="T11" fmla="*/ 2147483647 h 60"/>
                <a:gd name="T12" fmla="*/ 0 w 138"/>
                <a:gd name="T13" fmla="*/ 2147483647 h 60"/>
                <a:gd name="T14" fmla="*/ 2147483647 w 138"/>
                <a:gd name="T15" fmla="*/ 2147483647 h 60"/>
                <a:gd name="T16" fmla="*/ 2147483647 w 138"/>
                <a:gd name="T17" fmla="*/ 2147483647 h 60"/>
                <a:gd name="T18" fmla="*/ 2147483647 w 138"/>
                <a:gd name="T19" fmla="*/ 2147483647 h 60"/>
                <a:gd name="T20" fmla="*/ 2147483647 w 138"/>
                <a:gd name="T21" fmla="*/ 2147483647 h 60"/>
                <a:gd name="T22" fmla="*/ 2147483647 w 138"/>
                <a:gd name="T23" fmla="*/ 2147483647 h 60"/>
                <a:gd name="T24" fmla="*/ 2147483647 w 138"/>
                <a:gd name="T25" fmla="*/ 2147483647 h 60"/>
                <a:gd name="T26" fmla="*/ 2147483647 w 138"/>
                <a:gd name="T27" fmla="*/ 2147483647 h 60"/>
                <a:gd name="T28" fmla="*/ 2147483647 w 138"/>
                <a:gd name="T29" fmla="*/ 2147483647 h 60"/>
                <a:gd name="T30" fmla="*/ 2147483647 w 138"/>
                <a:gd name="T31" fmla="*/ 2147483647 h 60"/>
                <a:gd name="T32" fmla="*/ 2147483647 w 138"/>
                <a:gd name="T33" fmla="*/ 2147483647 h 60"/>
                <a:gd name="T34" fmla="*/ 2147483647 w 138"/>
                <a:gd name="T35" fmla="*/ 2147483647 h 6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38"/>
                <a:gd name="T55" fmla="*/ 0 h 60"/>
                <a:gd name="T56" fmla="*/ 138 w 138"/>
                <a:gd name="T57" fmla="*/ 60 h 60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38" h="60">
                  <a:moveTo>
                    <a:pt x="84" y="12"/>
                  </a:moveTo>
                  <a:lnTo>
                    <a:pt x="72" y="12"/>
                  </a:lnTo>
                  <a:lnTo>
                    <a:pt x="36" y="0"/>
                  </a:lnTo>
                  <a:lnTo>
                    <a:pt x="12" y="0"/>
                  </a:lnTo>
                  <a:lnTo>
                    <a:pt x="6" y="12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36" y="60"/>
                  </a:lnTo>
                  <a:lnTo>
                    <a:pt x="48" y="48"/>
                  </a:lnTo>
                  <a:lnTo>
                    <a:pt x="102" y="48"/>
                  </a:lnTo>
                  <a:lnTo>
                    <a:pt x="120" y="36"/>
                  </a:lnTo>
                  <a:lnTo>
                    <a:pt x="132" y="30"/>
                  </a:lnTo>
                  <a:lnTo>
                    <a:pt x="138" y="18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114" y="6"/>
                  </a:lnTo>
                  <a:lnTo>
                    <a:pt x="102" y="12"/>
                  </a:lnTo>
                  <a:lnTo>
                    <a:pt x="84" y="12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12" name="Portugal" descr="© INSCALE GmbH, 05.05.2010&#10;http://www.presentationload.com/">
              <a:extLst>
                <a:ext uri="{FF2B5EF4-FFF2-40B4-BE49-F238E27FC236}">
                  <a16:creationId xmlns:a16="http://schemas.microsoft.com/office/drawing/2014/main" id="{5FE86EF4-00FD-46BE-9905-07CB919A51BD}"/>
                </a:ext>
              </a:extLst>
            </p:cNvPr>
            <p:cNvSpPr>
              <a:spLocks/>
            </p:cNvSpPr>
            <p:nvPr/>
          </p:nvSpPr>
          <p:spPr bwMode="gray">
            <a:xfrm>
              <a:off x="3543294" y="1888375"/>
              <a:ext cx="74961" cy="134866"/>
            </a:xfrm>
            <a:custGeom>
              <a:avLst/>
              <a:gdLst>
                <a:gd name="T0" fmla="*/ 2147483647 w 228"/>
                <a:gd name="T1" fmla="*/ 2147483647 h 414"/>
                <a:gd name="T2" fmla="*/ 2147483647 w 228"/>
                <a:gd name="T3" fmla="*/ 2147483647 h 414"/>
                <a:gd name="T4" fmla="*/ 2147483647 w 228"/>
                <a:gd name="T5" fmla="*/ 2147483647 h 414"/>
                <a:gd name="T6" fmla="*/ 2147483647 w 228"/>
                <a:gd name="T7" fmla="*/ 2147483647 h 414"/>
                <a:gd name="T8" fmla="*/ 2147483647 w 228"/>
                <a:gd name="T9" fmla="*/ 2147483647 h 414"/>
                <a:gd name="T10" fmla="*/ 2147483647 w 228"/>
                <a:gd name="T11" fmla="*/ 2147483647 h 414"/>
                <a:gd name="T12" fmla="*/ 2147483647 w 228"/>
                <a:gd name="T13" fmla="*/ 0 h 414"/>
                <a:gd name="T14" fmla="*/ 2147483647 w 228"/>
                <a:gd name="T15" fmla="*/ 2147483647 h 414"/>
                <a:gd name="T16" fmla="*/ 2147483647 w 228"/>
                <a:gd name="T17" fmla="*/ 2147483647 h 414"/>
                <a:gd name="T18" fmla="*/ 2147483647 w 228"/>
                <a:gd name="T19" fmla="*/ 2147483647 h 414"/>
                <a:gd name="T20" fmla="*/ 2147483647 w 228"/>
                <a:gd name="T21" fmla="*/ 2147483647 h 414"/>
                <a:gd name="T22" fmla="*/ 2147483647 w 228"/>
                <a:gd name="T23" fmla="*/ 2147483647 h 414"/>
                <a:gd name="T24" fmla="*/ 2147483647 w 228"/>
                <a:gd name="T25" fmla="*/ 2147483647 h 414"/>
                <a:gd name="T26" fmla="*/ 0 w 228"/>
                <a:gd name="T27" fmla="*/ 2147483647 h 414"/>
                <a:gd name="T28" fmla="*/ 2147483647 w 228"/>
                <a:gd name="T29" fmla="*/ 2147483647 h 414"/>
                <a:gd name="T30" fmla="*/ 2147483647 w 228"/>
                <a:gd name="T31" fmla="*/ 2147483647 h 414"/>
                <a:gd name="T32" fmla="*/ 2147483647 w 228"/>
                <a:gd name="T33" fmla="*/ 2147483647 h 414"/>
                <a:gd name="T34" fmla="*/ 2147483647 w 228"/>
                <a:gd name="T35" fmla="*/ 2147483647 h 414"/>
                <a:gd name="T36" fmla="*/ 2147483647 w 228"/>
                <a:gd name="T37" fmla="*/ 2147483647 h 414"/>
                <a:gd name="T38" fmla="*/ 2147483647 w 228"/>
                <a:gd name="T39" fmla="*/ 2147483647 h 414"/>
                <a:gd name="T40" fmla="*/ 2147483647 w 228"/>
                <a:gd name="T41" fmla="*/ 2147483647 h 414"/>
                <a:gd name="T42" fmla="*/ 2147483647 w 228"/>
                <a:gd name="T43" fmla="*/ 2147483647 h 414"/>
                <a:gd name="T44" fmla="*/ 2147483647 w 228"/>
                <a:gd name="T45" fmla="*/ 2147483647 h 414"/>
                <a:gd name="T46" fmla="*/ 2147483647 w 228"/>
                <a:gd name="T47" fmla="*/ 2147483647 h 414"/>
                <a:gd name="T48" fmla="*/ 2147483647 w 228"/>
                <a:gd name="T49" fmla="*/ 2147483647 h 414"/>
                <a:gd name="T50" fmla="*/ 2147483647 w 228"/>
                <a:gd name="T51" fmla="*/ 2147483647 h 414"/>
                <a:gd name="T52" fmla="*/ 2147483647 w 228"/>
                <a:gd name="T53" fmla="*/ 2147483647 h 414"/>
                <a:gd name="T54" fmla="*/ 2147483647 w 228"/>
                <a:gd name="T55" fmla="*/ 2147483647 h 414"/>
                <a:gd name="T56" fmla="*/ 2147483647 w 228"/>
                <a:gd name="T57" fmla="*/ 2147483647 h 414"/>
                <a:gd name="T58" fmla="*/ 2147483647 w 228"/>
                <a:gd name="T59" fmla="*/ 2147483647 h 414"/>
                <a:gd name="T60" fmla="*/ 2147483647 w 228"/>
                <a:gd name="T61" fmla="*/ 2147483647 h 414"/>
                <a:gd name="T62" fmla="*/ 2147483647 w 228"/>
                <a:gd name="T63" fmla="*/ 2147483647 h 414"/>
                <a:gd name="T64" fmla="*/ 2147483647 w 228"/>
                <a:gd name="T65" fmla="*/ 2147483647 h 414"/>
                <a:gd name="T66" fmla="*/ 2147483647 w 228"/>
                <a:gd name="T67" fmla="*/ 2147483647 h 414"/>
                <a:gd name="T68" fmla="*/ 2147483647 w 228"/>
                <a:gd name="T69" fmla="*/ 2147483647 h 414"/>
                <a:gd name="T70" fmla="*/ 2147483647 w 228"/>
                <a:gd name="T71" fmla="*/ 2147483647 h 414"/>
                <a:gd name="T72" fmla="*/ 2147483647 w 228"/>
                <a:gd name="T73" fmla="*/ 2147483647 h 414"/>
                <a:gd name="T74" fmla="*/ 2147483647 w 228"/>
                <a:gd name="T75" fmla="*/ 2147483647 h 414"/>
                <a:gd name="T76" fmla="*/ 2147483647 w 228"/>
                <a:gd name="T77" fmla="*/ 2147483647 h 414"/>
                <a:gd name="T78" fmla="*/ 2147483647 w 228"/>
                <a:gd name="T79" fmla="*/ 2147483647 h 414"/>
                <a:gd name="T80" fmla="*/ 2147483647 w 228"/>
                <a:gd name="T81" fmla="*/ 2147483647 h 414"/>
                <a:gd name="T82" fmla="*/ 2147483647 w 228"/>
                <a:gd name="T83" fmla="*/ 2147483647 h 41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28"/>
                <a:gd name="T127" fmla="*/ 0 h 414"/>
                <a:gd name="T128" fmla="*/ 228 w 228"/>
                <a:gd name="T129" fmla="*/ 414 h 41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28" h="414">
                  <a:moveTo>
                    <a:pt x="210" y="30"/>
                  </a:moveTo>
                  <a:lnTo>
                    <a:pt x="210" y="12"/>
                  </a:lnTo>
                  <a:lnTo>
                    <a:pt x="156" y="12"/>
                  </a:lnTo>
                  <a:lnTo>
                    <a:pt x="156" y="18"/>
                  </a:lnTo>
                  <a:lnTo>
                    <a:pt x="150" y="24"/>
                  </a:lnTo>
                  <a:lnTo>
                    <a:pt x="138" y="24"/>
                  </a:lnTo>
                  <a:lnTo>
                    <a:pt x="132" y="18"/>
                  </a:lnTo>
                  <a:lnTo>
                    <a:pt x="114" y="18"/>
                  </a:lnTo>
                  <a:lnTo>
                    <a:pt x="108" y="24"/>
                  </a:lnTo>
                  <a:lnTo>
                    <a:pt x="96" y="24"/>
                  </a:lnTo>
                  <a:lnTo>
                    <a:pt x="96" y="18"/>
                  </a:lnTo>
                  <a:lnTo>
                    <a:pt x="102" y="18"/>
                  </a:lnTo>
                  <a:lnTo>
                    <a:pt x="114" y="6"/>
                  </a:lnTo>
                  <a:lnTo>
                    <a:pt x="114" y="0"/>
                  </a:lnTo>
                  <a:lnTo>
                    <a:pt x="90" y="0"/>
                  </a:lnTo>
                  <a:lnTo>
                    <a:pt x="66" y="12"/>
                  </a:lnTo>
                  <a:lnTo>
                    <a:pt x="60" y="18"/>
                  </a:lnTo>
                  <a:lnTo>
                    <a:pt x="60" y="36"/>
                  </a:lnTo>
                  <a:lnTo>
                    <a:pt x="66" y="60"/>
                  </a:lnTo>
                  <a:lnTo>
                    <a:pt x="66" y="78"/>
                  </a:lnTo>
                  <a:lnTo>
                    <a:pt x="60" y="108"/>
                  </a:lnTo>
                  <a:lnTo>
                    <a:pt x="48" y="138"/>
                  </a:lnTo>
                  <a:lnTo>
                    <a:pt x="30" y="174"/>
                  </a:lnTo>
                  <a:lnTo>
                    <a:pt x="12" y="222"/>
                  </a:lnTo>
                  <a:lnTo>
                    <a:pt x="6" y="234"/>
                  </a:lnTo>
                  <a:lnTo>
                    <a:pt x="6" y="240"/>
                  </a:lnTo>
                  <a:lnTo>
                    <a:pt x="0" y="252"/>
                  </a:lnTo>
                  <a:lnTo>
                    <a:pt x="0" y="264"/>
                  </a:lnTo>
                  <a:lnTo>
                    <a:pt x="18" y="282"/>
                  </a:lnTo>
                  <a:lnTo>
                    <a:pt x="30" y="288"/>
                  </a:lnTo>
                  <a:lnTo>
                    <a:pt x="42" y="342"/>
                  </a:lnTo>
                  <a:lnTo>
                    <a:pt x="42" y="348"/>
                  </a:lnTo>
                  <a:lnTo>
                    <a:pt x="36" y="354"/>
                  </a:lnTo>
                  <a:lnTo>
                    <a:pt x="36" y="366"/>
                  </a:lnTo>
                  <a:lnTo>
                    <a:pt x="30" y="384"/>
                  </a:lnTo>
                  <a:lnTo>
                    <a:pt x="24" y="396"/>
                  </a:lnTo>
                  <a:lnTo>
                    <a:pt x="24" y="408"/>
                  </a:lnTo>
                  <a:lnTo>
                    <a:pt x="48" y="408"/>
                  </a:lnTo>
                  <a:lnTo>
                    <a:pt x="60" y="402"/>
                  </a:lnTo>
                  <a:lnTo>
                    <a:pt x="72" y="402"/>
                  </a:lnTo>
                  <a:lnTo>
                    <a:pt x="84" y="414"/>
                  </a:lnTo>
                  <a:lnTo>
                    <a:pt x="96" y="414"/>
                  </a:lnTo>
                  <a:lnTo>
                    <a:pt x="108" y="408"/>
                  </a:lnTo>
                  <a:lnTo>
                    <a:pt x="114" y="402"/>
                  </a:lnTo>
                  <a:lnTo>
                    <a:pt x="120" y="402"/>
                  </a:lnTo>
                  <a:lnTo>
                    <a:pt x="126" y="396"/>
                  </a:lnTo>
                  <a:lnTo>
                    <a:pt x="126" y="348"/>
                  </a:lnTo>
                  <a:lnTo>
                    <a:pt x="132" y="342"/>
                  </a:lnTo>
                  <a:lnTo>
                    <a:pt x="138" y="330"/>
                  </a:lnTo>
                  <a:lnTo>
                    <a:pt x="150" y="330"/>
                  </a:lnTo>
                  <a:lnTo>
                    <a:pt x="162" y="318"/>
                  </a:lnTo>
                  <a:lnTo>
                    <a:pt x="162" y="312"/>
                  </a:lnTo>
                  <a:lnTo>
                    <a:pt x="150" y="312"/>
                  </a:lnTo>
                  <a:lnTo>
                    <a:pt x="144" y="306"/>
                  </a:lnTo>
                  <a:lnTo>
                    <a:pt x="138" y="294"/>
                  </a:lnTo>
                  <a:lnTo>
                    <a:pt x="138" y="288"/>
                  </a:lnTo>
                  <a:lnTo>
                    <a:pt x="132" y="282"/>
                  </a:lnTo>
                  <a:lnTo>
                    <a:pt x="132" y="276"/>
                  </a:lnTo>
                  <a:lnTo>
                    <a:pt x="144" y="264"/>
                  </a:lnTo>
                  <a:lnTo>
                    <a:pt x="156" y="258"/>
                  </a:lnTo>
                  <a:lnTo>
                    <a:pt x="168" y="246"/>
                  </a:lnTo>
                  <a:lnTo>
                    <a:pt x="168" y="240"/>
                  </a:lnTo>
                  <a:lnTo>
                    <a:pt x="156" y="234"/>
                  </a:lnTo>
                  <a:lnTo>
                    <a:pt x="150" y="228"/>
                  </a:lnTo>
                  <a:lnTo>
                    <a:pt x="150" y="216"/>
                  </a:lnTo>
                  <a:lnTo>
                    <a:pt x="126" y="192"/>
                  </a:lnTo>
                  <a:lnTo>
                    <a:pt x="162" y="192"/>
                  </a:lnTo>
                  <a:lnTo>
                    <a:pt x="174" y="180"/>
                  </a:lnTo>
                  <a:lnTo>
                    <a:pt x="174" y="168"/>
                  </a:lnTo>
                  <a:lnTo>
                    <a:pt x="168" y="162"/>
                  </a:lnTo>
                  <a:lnTo>
                    <a:pt x="168" y="150"/>
                  </a:lnTo>
                  <a:lnTo>
                    <a:pt x="174" y="144"/>
                  </a:lnTo>
                  <a:lnTo>
                    <a:pt x="180" y="144"/>
                  </a:lnTo>
                  <a:lnTo>
                    <a:pt x="180" y="126"/>
                  </a:lnTo>
                  <a:lnTo>
                    <a:pt x="186" y="108"/>
                  </a:lnTo>
                  <a:lnTo>
                    <a:pt x="186" y="96"/>
                  </a:lnTo>
                  <a:lnTo>
                    <a:pt x="180" y="90"/>
                  </a:lnTo>
                  <a:lnTo>
                    <a:pt x="174" y="90"/>
                  </a:lnTo>
                  <a:lnTo>
                    <a:pt x="174" y="84"/>
                  </a:lnTo>
                  <a:lnTo>
                    <a:pt x="180" y="78"/>
                  </a:lnTo>
                  <a:lnTo>
                    <a:pt x="204" y="66"/>
                  </a:lnTo>
                  <a:lnTo>
                    <a:pt x="228" y="42"/>
                  </a:lnTo>
                  <a:lnTo>
                    <a:pt x="228" y="36"/>
                  </a:lnTo>
                  <a:lnTo>
                    <a:pt x="216" y="30"/>
                  </a:lnTo>
                  <a:lnTo>
                    <a:pt x="210" y="30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13" name="Poland" descr="© INSCALE GmbH, 05.05.2010&#10;http://www.presentationload.com/">
              <a:extLst>
                <a:ext uri="{FF2B5EF4-FFF2-40B4-BE49-F238E27FC236}">
                  <a16:creationId xmlns:a16="http://schemas.microsoft.com/office/drawing/2014/main" id="{7C8D8258-CAE6-41DF-AEBD-A7727CAD0CE7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051213" y="1560848"/>
              <a:ext cx="206788" cy="147708"/>
            </a:xfrm>
            <a:custGeom>
              <a:avLst/>
              <a:gdLst>
                <a:gd name="T0" fmla="*/ 2147483647 w 624"/>
                <a:gd name="T1" fmla="*/ 2147483647 h 450"/>
                <a:gd name="T2" fmla="*/ 2147483647 w 624"/>
                <a:gd name="T3" fmla="*/ 2147483647 h 450"/>
                <a:gd name="T4" fmla="*/ 2147483647 w 624"/>
                <a:gd name="T5" fmla="*/ 2147483647 h 450"/>
                <a:gd name="T6" fmla="*/ 2147483647 w 624"/>
                <a:gd name="T7" fmla="*/ 2147483647 h 450"/>
                <a:gd name="T8" fmla="*/ 2147483647 w 624"/>
                <a:gd name="T9" fmla="*/ 2147483647 h 450"/>
                <a:gd name="T10" fmla="*/ 2147483647 w 624"/>
                <a:gd name="T11" fmla="*/ 2147483647 h 450"/>
                <a:gd name="T12" fmla="*/ 2147483647 w 624"/>
                <a:gd name="T13" fmla="*/ 2147483647 h 450"/>
                <a:gd name="T14" fmla="*/ 2147483647 w 624"/>
                <a:gd name="T15" fmla="*/ 2147483647 h 450"/>
                <a:gd name="T16" fmla="*/ 2147483647 w 624"/>
                <a:gd name="T17" fmla="*/ 2147483647 h 450"/>
                <a:gd name="T18" fmla="*/ 2147483647 w 624"/>
                <a:gd name="T19" fmla="*/ 2147483647 h 450"/>
                <a:gd name="T20" fmla="*/ 2147483647 w 624"/>
                <a:gd name="T21" fmla="*/ 2147483647 h 450"/>
                <a:gd name="T22" fmla="*/ 2147483647 w 624"/>
                <a:gd name="T23" fmla="*/ 2147483647 h 450"/>
                <a:gd name="T24" fmla="*/ 2147483647 w 624"/>
                <a:gd name="T25" fmla="*/ 2147483647 h 450"/>
                <a:gd name="T26" fmla="*/ 2147483647 w 624"/>
                <a:gd name="T27" fmla="*/ 2147483647 h 450"/>
                <a:gd name="T28" fmla="*/ 2147483647 w 624"/>
                <a:gd name="T29" fmla="*/ 2147483647 h 450"/>
                <a:gd name="T30" fmla="*/ 2147483647 w 624"/>
                <a:gd name="T31" fmla="*/ 2147483647 h 450"/>
                <a:gd name="T32" fmla="*/ 2147483647 w 624"/>
                <a:gd name="T33" fmla="*/ 2147483647 h 450"/>
                <a:gd name="T34" fmla="*/ 2147483647 w 624"/>
                <a:gd name="T35" fmla="*/ 2147483647 h 450"/>
                <a:gd name="T36" fmla="*/ 2147483647 w 624"/>
                <a:gd name="T37" fmla="*/ 2147483647 h 450"/>
                <a:gd name="T38" fmla="*/ 2147483647 w 624"/>
                <a:gd name="T39" fmla="*/ 2147483647 h 450"/>
                <a:gd name="T40" fmla="*/ 2147483647 w 624"/>
                <a:gd name="T41" fmla="*/ 2147483647 h 450"/>
                <a:gd name="T42" fmla="*/ 2147483647 w 624"/>
                <a:gd name="T43" fmla="*/ 2147483647 h 450"/>
                <a:gd name="T44" fmla="*/ 2147483647 w 624"/>
                <a:gd name="T45" fmla="*/ 2147483647 h 450"/>
                <a:gd name="T46" fmla="*/ 2147483647 w 624"/>
                <a:gd name="T47" fmla="*/ 2147483647 h 450"/>
                <a:gd name="T48" fmla="*/ 2147483647 w 624"/>
                <a:gd name="T49" fmla="*/ 2147483647 h 450"/>
                <a:gd name="T50" fmla="*/ 2147483647 w 624"/>
                <a:gd name="T51" fmla="*/ 2147483647 h 450"/>
                <a:gd name="T52" fmla="*/ 2147483647 w 624"/>
                <a:gd name="T53" fmla="*/ 2147483647 h 450"/>
                <a:gd name="T54" fmla="*/ 2147483647 w 624"/>
                <a:gd name="T55" fmla="*/ 2147483647 h 450"/>
                <a:gd name="T56" fmla="*/ 2147483647 w 624"/>
                <a:gd name="T57" fmla="*/ 2147483647 h 450"/>
                <a:gd name="T58" fmla="*/ 0 w 624"/>
                <a:gd name="T59" fmla="*/ 2147483647 h 450"/>
                <a:gd name="T60" fmla="*/ 2147483647 w 624"/>
                <a:gd name="T61" fmla="*/ 2147483647 h 450"/>
                <a:gd name="T62" fmla="*/ 2147483647 w 624"/>
                <a:gd name="T63" fmla="*/ 2147483647 h 450"/>
                <a:gd name="T64" fmla="*/ 2147483647 w 624"/>
                <a:gd name="T65" fmla="*/ 2147483647 h 450"/>
                <a:gd name="T66" fmla="*/ 2147483647 w 624"/>
                <a:gd name="T67" fmla="*/ 2147483647 h 450"/>
                <a:gd name="T68" fmla="*/ 2147483647 w 624"/>
                <a:gd name="T69" fmla="*/ 2147483647 h 450"/>
                <a:gd name="T70" fmla="*/ 2147483647 w 624"/>
                <a:gd name="T71" fmla="*/ 2147483647 h 450"/>
                <a:gd name="T72" fmla="*/ 2147483647 w 624"/>
                <a:gd name="T73" fmla="*/ 2147483647 h 450"/>
                <a:gd name="T74" fmla="*/ 2147483647 w 624"/>
                <a:gd name="T75" fmla="*/ 2147483647 h 450"/>
                <a:gd name="T76" fmla="*/ 2147483647 w 624"/>
                <a:gd name="T77" fmla="*/ 2147483647 h 450"/>
                <a:gd name="T78" fmla="*/ 2147483647 w 624"/>
                <a:gd name="T79" fmla="*/ 2147483647 h 450"/>
                <a:gd name="T80" fmla="*/ 2147483647 w 624"/>
                <a:gd name="T81" fmla="*/ 2147483647 h 450"/>
                <a:gd name="T82" fmla="*/ 2147483647 w 624"/>
                <a:gd name="T83" fmla="*/ 2147483647 h 450"/>
                <a:gd name="T84" fmla="*/ 2147483647 w 624"/>
                <a:gd name="T85" fmla="*/ 2147483647 h 450"/>
                <a:gd name="T86" fmla="*/ 2147483647 w 624"/>
                <a:gd name="T87" fmla="*/ 2147483647 h 450"/>
                <a:gd name="T88" fmla="*/ 2147483647 w 624"/>
                <a:gd name="T89" fmla="*/ 2147483647 h 450"/>
                <a:gd name="T90" fmla="*/ 2147483647 w 624"/>
                <a:gd name="T91" fmla="*/ 2147483647 h 450"/>
                <a:gd name="T92" fmla="*/ 2147483647 w 624"/>
                <a:gd name="T93" fmla="*/ 2147483647 h 450"/>
                <a:gd name="T94" fmla="*/ 2147483647 w 624"/>
                <a:gd name="T95" fmla="*/ 2147483647 h 450"/>
                <a:gd name="T96" fmla="*/ 2147483647 w 624"/>
                <a:gd name="T97" fmla="*/ 2147483647 h 450"/>
                <a:gd name="T98" fmla="*/ 2147483647 w 624"/>
                <a:gd name="T99" fmla="*/ 2147483647 h 450"/>
                <a:gd name="T100" fmla="*/ 2147483647 w 624"/>
                <a:gd name="T101" fmla="*/ 2147483647 h 450"/>
                <a:gd name="T102" fmla="*/ 2147483647 w 624"/>
                <a:gd name="T103" fmla="*/ 2147483647 h 450"/>
                <a:gd name="T104" fmla="*/ 2147483647 w 624"/>
                <a:gd name="T105" fmla="*/ 2147483647 h 450"/>
                <a:gd name="T106" fmla="*/ 2147483647 w 624"/>
                <a:gd name="T107" fmla="*/ 2147483647 h 45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624"/>
                <a:gd name="T163" fmla="*/ 0 h 450"/>
                <a:gd name="T164" fmla="*/ 624 w 624"/>
                <a:gd name="T165" fmla="*/ 450 h 45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624" h="450">
                  <a:moveTo>
                    <a:pt x="426" y="426"/>
                  </a:moveTo>
                  <a:lnTo>
                    <a:pt x="432" y="426"/>
                  </a:lnTo>
                  <a:lnTo>
                    <a:pt x="444" y="420"/>
                  </a:lnTo>
                  <a:lnTo>
                    <a:pt x="450" y="414"/>
                  </a:lnTo>
                  <a:lnTo>
                    <a:pt x="474" y="414"/>
                  </a:lnTo>
                  <a:lnTo>
                    <a:pt x="498" y="438"/>
                  </a:lnTo>
                  <a:lnTo>
                    <a:pt x="528" y="438"/>
                  </a:lnTo>
                  <a:lnTo>
                    <a:pt x="528" y="450"/>
                  </a:lnTo>
                  <a:lnTo>
                    <a:pt x="552" y="450"/>
                  </a:lnTo>
                  <a:lnTo>
                    <a:pt x="540" y="438"/>
                  </a:lnTo>
                  <a:lnTo>
                    <a:pt x="540" y="396"/>
                  </a:lnTo>
                  <a:lnTo>
                    <a:pt x="594" y="348"/>
                  </a:lnTo>
                  <a:lnTo>
                    <a:pt x="606" y="348"/>
                  </a:lnTo>
                  <a:lnTo>
                    <a:pt x="612" y="342"/>
                  </a:lnTo>
                  <a:lnTo>
                    <a:pt x="618" y="342"/>
                  </a:lnTo>
                  <a:lnTo>
                    <a:pt x="624" y="336"/>
                  </a:lnTo>
                  <a:lnTo>
                    <a:pt x="618" y="330"/>
                  </a:lnTo>
                  <a:lnTo>
                    <a:pt x="618" y="324"/>
                  </a:lnTo>
                  <a:lnTo>
                    <a:pt x="612" y="318"/>
                  </a:lnTo>
                  <a:lnTo>
                    <a:pt x="618" y="306"/>
                  </a:lnTo>
                  <a:lnTo>
                    <a:pt x="612" y="300"/>
                  </a:lnTo>
                  <a:lnTo>
                    <a:pt x="600" y="294"/>
                  </a:lnTo>
                  <a:lnTo>
                    <a:pt x="600" y="288"/>
                  </a:lnTo>
                  <a:lnTo>
                    <a:pt x="582" y="270"/>
                  </a:lnTo>
                  <a:lnTo>
                    <a:pt x="576" y="252"/>
                  </a:lnTo>
                  <a:lnTo>
                    <a:pt x="582" y="252"/>
                  </a:lnTo>
                  <a:lnTo>
                    <a:pt x="576" y="240"/>
                  </a:lnTo>
                  <a:lnTo>
                    <a:pt x="576" y="210"/>
                  </a:lnTo>
                  <a:lnTo>
                    <a:pt x="564" y="198"/>
                  </a:lnTo>
                  <a:lnTo>
                    <a:pt x="558" y="198"/>
                  </a:lnTo>
                  <a:lnTo>
                    <a:pt x="552" y="192"/>
                  </a:lnTo>
                  <a:lnTo>
                    <a:pt x="552" y="186"/>
                  </a:lnTo>
                  <a:lnTo>
                    <a:pt x="564" y="186"/>
                  </a:lnTo>
                  <a:lnTo>
                    <a:pt x="564" y="168"/>
                  </a:lnTo>
                  <a:lnTo>
                    <a:pt x="588" y="162"/>
                  </a:lnTo>
                  <a:lnTo>
                    <a:pt x="588" y="150"/>
                  </a:lnTo>
                  <a:lnTo>
                    <a:pt x="594" y="144"/>
                  </a:lnTo>
                  <a:lnTo>
                    <a:pt x="594" y="138"/>
                  </a:lnTo>
                  <a:lnTo>
                    <a:pt x="588" y="132"/>
                  </a:lnTo>
                  <a:lnTo>
                    <a:pt x="576" y="108"/>
                  </a:lnTo>
                  <a:lnTo>
                    <a:pt x="570" y="102"/>
                  </a:lnTo>
                  <a:lnTo>
                    <a:pt x="570" y="90"/>
                  </a:lnTo>
                  <a:lnTo>
                    <a:pt x="564" y="84"/>
                  </a:lnTo>
                  <a:lnTo>
                    <a:pt x="558" y="72"/>
                  </a:lnTo>
                  <a:lnTo>
                    <a:pt x="558" y="48"/>
                  </a:lnTo>
                  <a:lnTo>
                    <a:pt x="546" y="42"/>
                  </a:lnTo>
                  <a:lnTo>
                    <a:pt x="540" y="42"/>
                  </a:lnTo>
                  <a:lnTo>
                    <a:pt x="522" y="36"/>
                  </a:lnTo>
                  <a:lnTo>
                    <a:pt x="498" y="36"/>
                  </a:lnTo>
                  <a:lnTo>
                    <a:pt x="498" y="42"/>
                  </a:lnTo>
                  <a:lnTo>
                    <a:pt x="408" y="42"/>
                  </a:lnTo>
                  <a:lnTo>
                    <a:pt x="402" y="36"/>
                  </a:lnTo>
                  <a:lnTo>
                    <a:pt x="390" y="36"/>
                  </a:lnTo>
                  <a:lnTo>
                    <a:pt x="384" y="30"/>
                  </a:lnTo>
                  <a:lnTo>
                    <a:pt x="360" y="30"/>
                  </a:lnTo>
                  <a:lnTo>
                    <a:pt x="354" y="36"/>
                  </a:lnTo>
                  <a:lnTo>
                    <a:pt x="348" y="36"/>
                  </a:lnTo>
                  <a:lnTo>
                    <a:pt x="342" y="30"/>
                  </a:lnTo>
                  <a:lnTo>
                    <a:pt x="312" y="30"/>
                  </a:lnTo>
                  <a:lnTo>
                    <a:pt x="300" y="36"/>
                  </a:lnTo>
                  <a:lnTo>
                    <a:pt x="282" y="36"/>
                  </a:lnTo>
                  <a:lnTo>
                    <a:pt x="276" y="30"/>
                  </a:lnTo>
                  <a:lnTo>
                    <a:pt x="270" y="18"/>
                  </a:lnTo>
                  <a:lnTo>
                    <a:pt x="264" y="12"/>
                  </a:lnTo>
                  <a:lnTo>
                    <a:pt x="264" y="6"/>
                  </a:lnTo>
                  <a:lnTo>
                    <a:pt x="258" y="6"/>
                  </a:lnTo>
                  <a:lnTo>
                    <a:pt x="252" y="0"/>
                  </a:lnTo>
                  <a:lnTo>
                    <a:pt x="210" y="0"/>
                  </a:lnTo>
                  <a:lnTo>
                    <a:pt x="192" y="6"/>
                  </a:lnTo>
                  <a:lnTo>
                    <a:pt x="180" y="12"/>
                  </a:lnTo>
                  <a:lnTo>
                    <a:pt x="162" y="12"/>
                  </a:lnTo>
                  <a:lnTo>
                    <a:pt x="150" y="18"/>
                  </a:lnTo>
                  <a:lnTo>
                    <a:pt x="144" y="24"/>
                  </a:lnTo>
                  <a:lnTo>
                    <a:pt x="138" y="24"/>
                  </a:lnTo>
                  <a:lnTo>
                    <a:pt x="120" y="42"/>
                  </a:lnTo>
                  <a:lnTo>
                    <a:pt x="60" y="48"/>
                  </a:lnTo>
                  <a:lnTo>
                    <a:pt x="54" y="48"/>
                  </a:lnTo>
                  <a:lnTo>
                    <a:pt x="48" y="54"/>
                  </a:lnTo>
                  <a:lnTo>
                    <a:pt x="24" y="66"/>
                  </a:lnTo>
                  <a:lnTo>
                    <a:pt x="18" y="66"/>
                  </a:lnTo>
                  <a:lnTo>
                    <a:pt x="12" y="72"/>
                  </a:lnTo>
                  <a:lnTo>
                    <a:pt x="18" y="78"/>
                  </a:lnTo>
                  <a:lnTo>
                    <a:pt x="18" y="96"/>
                  </a:lnTo>
                  <a:lnTo>
                    <a:pt x="6" y="90"/>
                  </a:lnTo>
                  <a:lnTo>
                    <a:pt x="6" y="108"/>
                  </a:lnTo>
                  <a:lnTo>
                    <a:pt x="12" y="108"/>
                  </a:lnTo>
                  <a:lnTo>
                    <a:pt x="18" y="114"/>
                  </a:lnTo>
                  <a:lnTo>
                    <a:pt x="18" y="132"/>
                  </a:lnTo>
                  <a:lnTo>
                    <a:pt x="6" y="144"/>
                  </a:lnTo>
                  <a:lnTo>
                    <a:pt x="0" y="144"/>
                  </a:lnTo>
                  <a:lnTo>
                    <a:pt x="0" y="156"/>
                  </a:lnTo>
                  <a:lnTo>
                    <a:pt x="6" y="162"/>
                  </a:lnTo>
                  <a:lnTo>
                    <a:pt x="12" y="162"/>
                  </a:lnTo>
                  <a:lnTo>
                    <a:pt x="18" y="168"/>
                  </a:lnTo>
                  <a:lnTo>
                    <a:pt x="30" y="168"/>
                  </a:lnTo>
                  <a:lnTo>
                    <a:pt x="30" y="186"/>
                  </a:lnTo>
                  <a:lnTo>
                    <a:pt x="24" y="186"/>
                  </a:lnTo>
                  <a:lnTo>
                    <a:pt x="24" y="198"/>
                  </a:lnTo>
                  <a:lnTo>
                    <a:pt x="36" y="198"/>
                  </a:lnTo>
                  <a:lnTo>
                    <a:pt x="36" y="204"/>
                  </a:lnTo>
                  <a:lnTo>
                    <a:pt x="30" y="210"/>
                  </a:lnTo>
                  <a:lnTo>
                    <a:pt x="36" y="210"/>
                  </a:lnTo>
                  <a:lnTo>
                    <a:pt x="42" y="216"/>
                  </a:lnTo>
                  <a:lnTo>
                    <a:pt x="36" y="222"/>
                  </a:lnTo>
                  <a:lnTo>
                    <a:pt x="24" y="228"/>
                  </a:lnTo>
                  <a:lnTo>
                    <a:pt x="24" y="234"/>
                  </a:lnTo>
                  <a:lnTo>
                    <a:pt x="30" y="240"/>
                  </a:lnTo>
                  <a:lnTo>
                    <a:pt x="36" y="240"/>
                  </a:lnTo>
                  <a:lnTo>
                    <a:pt x="42" y="246"/>
                  </a:lnTo>
                  <a:lnTo>
                    <a:pt x="42" y="264"/>
                  </a:lnTo>
                  <a:lnTo>
                    <a:pt x="48" y="258"/>
                  </a:lnTo>
                  <a:lnTo>
                    <a:pt x="54" y="258"/>
                  </a:lnTo>
                  <a:lnTo>
                    <a:pt x="54" y="270"/>
                  </a:lnTo>
                  <a:lnTo>
                    <a:pt x="48" y="276"/>
                  </a:lnTo>
                  <a:lnTo>
                    <a:pt x="60" y="276"/>
                  </a:lnTo>
                  <a:lnTo>
                    <a:pt x="60" y="282"/>
                  </a:lnTo>
                  <a:lnTo>
                    <a:pt x="54" y="282"/>
                  </a:lnTo>
                  <a:lnTo>
                    <a:pt x="54" y="294"/>
                  </a:lnTo>
                  <a:lnTo>
                    <a:pt x="72" y="294"/>
                  </a:lnTo>
                  <a:lnTo>
                    <a:pt x="78" y="312"/>
                  </a:lnTo>
                  <a:lnTo>
                    <a:pt x="96" y="312"/>
                  </a:lnTo>
                  <a:lnTo>
                    <a:pt x="108" y="318"/>
                  </a:lnTo>
                  <a:lnTo>
                    <a:pt x="114" y="318"/>
                  </a:lnTo>
                  <a:lnTo>
                    <a:pt x="114" y="324"/>
                  </a:lnTo>
                  <a:lnTo>
                    <a:pt x="138" y="324"/>
                  </a:lnTo>
                  <a:lnTo>
                    <a:pt x="144" y="330"/>
                  </a:lnTo>
                  <a:lnTo>
                    <a:pt x="132" y="336"/>
                  </a:lnTo>
                  <a:lnTo>
                    <a:pt x="144" y="342"/>
                  </a:lnTo>
                  <a:lnTo>
                    <a:pt x="144" y="354"/>
                  </a:lnTo>
                  <a:lnTo>
                    <a:pt x="150" y="354"/>
                  </a:lnTo>
                  <a:lnTo>
                    <a:pt x="156" y="360"/>
                  </a:lnTo>
                  <a:lnTo>
                    <a:pt x="174" y="360"/>
                  </a:lnTo>
                  <a:lnTo>
                    <a:pt x="174" y="354"/>
                  </a:lnTo>
                  <a:lnTo>
                    <a:pt x="180" y="354"/>
                  </a:lnTo>
                  <a:lnTo>
                    <a:pt x="192" y="348"/>
                  </a:lnTo>
                  <a:lnTo>
                    <a:pt x="210" y="348"/>
                  </a:lnTo>
                  <a:lnTo>
                    <a:pt x="204" y="354"/>
                  </a:lnTo>
                  <a:lnTo>
                    <a:pt x="222" y="354"/>
                  </a:lnTo>
                  <a:lnTo>
                    <a:pt x="228" y="360"/>
                  </a:lnTo>
                  <a:lnTo>
                    <a:pt x="234" y="372"/>
                  </a:lnTo>
                  <a:lnTo>
                    <a:pt x="240" y="378"/>
                  </a:lnTo>
                  <a:lnTo>
                    <a:pt x="246" y="366"/>
                  </a:lnTo>
                  <a:lnTo>
                    <a:pt x="252" y="372"/>
                  </a:lnTo>
                  <a:lnTo>
                    <a:pt x="252" y="378"/>
                  </a:lnTo>
                  <a:lnTo>
                    <a:pt x="270" y="378"/>
                  </a:lnTo>
                  <a:lnTo>
                    <a:pt x="282" y="384"/>
                  </a:lnTo>
                  <a:lnTo>
                    <a:pt x="282" y="390"/>
                  </a:lnTo>
                  <a:lnTo>
                    <a:pt x="288" y="402"/>
                  </a:lnTo>
                  <a:lnTo>
                    <a:pt x="306" y="420"/>
                  </a:lnTo>
                  <a:lnTo>
                    <a:pt x="318" y="420"/>
                  </a:lnTo>
                  <a:lnTo>
                    <a:pt x="330" y="408"/>
                  </a:lnTo>
                  <a:lnTo>
                    <a:pt x="342" y="408"/>
                  </a:lnTo>
                  <a:lnTo>
                    <a:pt x="354" y="420"/>
                  </a:lnTo>
                  <a:lnTo>
                    <a:pt x="360" y="420"/>
                  </a:lnTo>
                  <a:lnTo>
                    <a:pt x="360" y="426"/>
                  </a:lnTo>
                  <a:lnTo>
                    <a:pt x="366" y="432"/>
                  </a:lnTo>
                  <a:lnTo>
                    <a:pt x="378" y="432"/>
                  </a:lnTo>
                  <a:lnTo>
                    <a:pt x="384" y="426"/>
                  </a:lnTo>
                  <a:lnTo>
                    <a:pt x="384" y="420"/>
                  </a:lnTo>
                  <a:lnTo>
                    <a:pt x="414" y="420"/>
                  </a:lnTo>
                  <a:lnTo>
                    <a:pt x="420" y="426"/>
                  </a:lnTo>
                  <a:lnTo>
                    <a:pt x="426" y="426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14" name="Philippines" descr="© INSCALE GmbH, 05.05.2010&#10;http://www.presentationload.com/">
              <a:extLst>
                <a:ext uri="{FF2B5EF4-FFF2-40B4-BE49-F238E27FC236}">
                  <a16:creationId xmlns:a16="http://schemas.microsoft.com/office/drawing/2014/main" id="{F24E933F-913D-49CF-B275-25CA349BB7B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482250" y="2506182"/>
              <a:ext cx="236512" cy="394318"/>
            </a:xfrm>
            <a:custGeom>
              <a:avLst/>
              <a:gdLst>
                <a:gd name="T0" fmla="*/ 2147483647 w 714"/>
                <a:gd name="T1" fmla="*/ 2147483647 h 1200"/>
                <a:gd name="T2" fmla="*/ 2147483647 w 714"/>
                <a:gd name="T3" fmla="*/ 2147483647 h 1200"/>
                <a:gd name="T4" fmla="*/ 2147483647 w 714"/>
                <a:gd name="T5" fmla="*/ 2147483647 h 1200"/>
                <a:gd name="T6" fmla="*/ 2147483647 w 714"/>
                <a:gd name="T7" fmla="*/ 2147483647 h 1200"/>
                <a:gd name="T8" fmla="*/ 2147483647 w 714"/>
                <a:gd name="T9" fmla="*/ 2147483647 h 1200"/>
                <a:gd name="T10" fmla="*/ 2147483647 w 714"/>
                <a:gd name="T11" fmla="*/ 2147483647 h 1200"/>
                <a:gd name="T12" fmla="*/ 2147483647 w 714"/>
                <a:gd name="T13" fmla="*/ 2147483647 h 1200"/>
                <a:gd name="T14" fmla="*/ 2147483647 w 714"/>
                <a:gd name="T15" fmla="*/ 2147483647 h 1200"/>
                <a:gd name="T16" fmla="*/ 2147483647 w 714"/>
                <a:gd name="T17" fmla="*/ 2147483647 h 1200"/>
                <a:gd name="T18" fmla="*/ 2147483647 w 714"/>
                <a:gd name="T19" fmla="*/ 2147483647 h 1200"/>
                <a:gd name="T20" fmla="*/ 2147483647 w 714"/>
                <a:gd name="T21" fmla="*/ 2147483647 h 1200"/>
                <a:gd name="T22" fmla="*/ 2147483647 w 714"/>
                <a:gd name="T23" fmla="*/ 2147483647 h 1200"/>
                <a:gd name="T24" fmla="*/ 2147483647 w 714"/>
                <a:gd name="T25" fmla="*/ 2147483647 h 1200"/>
                <a:gd name="T26" fmla="*/ 2147483647 w 714"/>
                <a:gd name="T27" fmla="*/ 2147483647 h 1200"/>
                <a:gd name="T28" fmla="*/ 2147483647 w 714"/>
                <a:gd name="T29" fmla="*/ 2147483647 h 1200"/>
                <a:gd name="T30" fmla="*/ 2147483647 w 714"/>
                <a:gd name="T31" fmla="*/ 2147483647 h 1200"/>
                <a:gd name="T32" fmla="*/ 2147483647 w 714"/>
                <a:gd name="T33" fmla="*/ 2147483647 h 1200"/>
                <a:gd name="T34" fmla="*/ 2147483647 w 714"/>
                <a:gd name="T35" fmla="*/ 2147483647 h 1200"/>
                <a:gd name="T36" fmla="*/ 2147483647 w 714"/>
                <a:gd name="T37" fmla="*/ 2147483647 h 1200"/>
                <a:gd name="T38" fmla="*/ 2147483647 w 714"/>
                <a:gd name="T39" fmla="*/ 2147483647 h 1200"/>
                <a:gd name="T40" fmla="*/ 2147483647 w 714"/>
                <a:gd name="T41" fmla="*/ 2147483647 h 1200"/>
                <a:gd name="T42" fmla="*/ 2147483647 w 714"/>
                <a:gd name="T43" fmla="*/ 2147483647 h 1200"/>
                <a:gd name="T44" fmla="*/ 2147483647 w 714"/>
                <a:gd name="T45" fmla="*/ 2147483647 h 1200"/>
                <a:gd name="T46" fmla="*/ 2147483647 w 714"/>
                <a:gd name="T47" fmla="*/ 2147483647 h 1200"/>
                <a:gd name="T48" fmla="*/ 2147483647 w 714"/>
                <a:gd name="T49" fmla="*/ 2147483647 h 1200"/>
                <a:gd name="T50" fmla="*/ 2147483647 w 714"/>
                <a:gd name="T51" fmla="*/ 2147483647 h 1200"/>
                <a:gd name="T52" fmla="*/ 2147483647 w 714"/>
                <a:gd name="T53" fmla="*/ 2147483647 h 1200"/>
                <a:gd name="T54" fmla="*/ 2147483647 w 714"/>
                <a:gd name="T55" fmla="*/ 2147483647 h 1200"/>
                <a:gd name="T56" fmla="*/ 2147483647 w 714"/>
                <a:gd name="T57" fmla="*/ 2147483647 h 1200"/>
                <a:gd name="T58" fmla="*/ 2147483647 w 714"/>
                <a:gd name="T59" fmla="*/ 2147483647 h 1200"/>
                <a:gd name="T60" fmla="*/ 2147483647 w 714"/>
                <a:gd name="T61" fmla="*/ 2147483647 h 1200"/>
                <a:gd name="T62" fmla="*/ 2147483647 w 714"/>
                <a:gd name="T63" fmla="*/ 2147483647 h 1200"/>
                <a:gd name="T64" fmla="*/ 2147483647 w 714"/>
                <a:gd name="T65" fmla="*/ 2147483647 h 1200"/>
                <a:gd name="T66" fmla="*/ 2147483647 w 714"/>
                <a:gd name="T67" fmla="*/ 2147483647 h 1200"/>
                <a:gd name="T68" fmla="*/ 2147483647 w 714"/>
                <a:gd name="T69" fmla="*/ 2147483647 h 1200"/>
                <a:gd name="T70" fmla="*/ 2147483647 w 714"/>
                <a:gd name="T71" fmla="*/ 2147483647 h 1200"/>
                <a:gd name="T72" fmla="*/ 2147483647 w 714"/>
                <a:gd name="T73" fmla="*/ 2147483647 h 1200"/>
                <a:gd name="T74" fmla="*/ 2147483647 w 714"/>
                <a:gd name="T75" fmla="*/ 2147483647 h 1200"/>
                <a:gd name="T76" fmla="*/ 2147483647 w 714"/>
                <a:gd name="T77" fmla="*/ 2147483647 h 1200"/>
                <a:gd name="T78" fmla="*/ 2147483647 w 714"/>
                <a:gd name="T79" fmla="*/ 0 h 1200"/>
                <a:gd name="T80" fmla="*/ 2147483647 w 714"/>
                <a:gd name="T81" fmla="*/ 2147483647 h 1200"/>
                <a:gd name="T82" fmla="*/ 2147483647 w 714"/>
                <a:gd name="T83" fmla="*/ 2147483647 h 1200"/>
                <a:gd name="T84" fmla="*/ 2147483647 w 714"/>
                <a:gd name="T85" fmla="*/ 2147483647 h 1200"/>
                <a:gd name="T86" fmla="*/ 2147483647 w 714"/>
                <a:gd name="T87" fmla="*/ 2147483647 h 1200"/>
                <a:gd name="T88" fmla="*/ 2147483647 w 714"/>
                <a:gd name="T89" fmla="*/ 2147483647 h 1200"/>
                <a:gd name="T90" fmla="*/ 2147483647 w 714"/>
                <a:gd name="T91" fmla="*/ 2147483647 h 1200"/>
                <a:gd name="T92" fmla="*/ 2147483647 w 714"/>
                <a:gd name="T93" fmla="*/ 2147483647 h 1200"/>
                <a:gd name="T94" fmla="*/ 2147483647 w 714"/>
                <a:gd name="T95" fmla="*/ 2147483647 h 1200"/>
                <a:gd name="T96" fmla="*/ 2147483647 w 714"/>
                <a:gd name="T97" fmla="*/ 2147483647 h 1200"/>
                <a:gd name="T98" fmla="*/ 2147483647 w 714"/>
                <a:gd name="T99" fmla="*/ 2147483647 h 1200"/>
                <a:gd name="T100" fmla="*/ 2147483647 w 714"/>
                <a:gd name="T101" fmla="*/ 2147483647 h 1200"/>
                <a:gd name="T102" fmla="*/ 2147483647 w 714"/>
                <a:gd name="T103" fmla="*/ 2147483647 h 1200"/>
                <a:gd name="T104" fmla="*/ 2147483647 w 714"/>
                <a:gd name="T105" fmla="*/ 2147483647 h 1200"/>
                <a:gd name="T106" fmla="*/ 2147483647 w 714"/>
                <a:gd name="T107" fmla="*/ 2147483647 h 1200"/>
                <a:gd name="T108" fmla="*/ 2147483647 w 714"/>
                <a:gd name="T109" fmla="*/ 2147483647 h 1200"/>
                <a:gd name="T110" fmla="*/ 2147483647 w 714"/>
                <a:gd name="T111" fmla="*/ 2147483647 h 1200"/>
                <a:gd name="T112" fmla="*/ 2147483647 w 714"/>
                <a:gd name="T113" fmla="*/ 2147483647 h 1200"/>
                <a:gd name="T114" fmla="*/ 2147483647 w 714"/>
                <a:gd name="T115" fmla="*/ 2147483647 h 1200"/>
                <a:gd name="T116" fmla="*/ 2147483647 w 714"/>
                <a:gd name="T117" fmla="*/ 2147483647 h 120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14"/>
                <a:gd name="T178" fmla="*/ 0 h 1200"/>
                <a:gd name="T179" fmla="*/ 714 w 714"/>
                <a:gd name="T180" fmla="*/ 1200 h 120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14" h="1200">
                  <a:moveTo>
                    <a:pt x="702" y="1140"/>
                  </a:moveTo>
                  <a:lnTo>
                    <a:pt x="690" y="1170"/>
                  </a:lnTo>
                  <a:lnTo>
                    <a:pt x="696" y="1200"/>
                  </a:lnTo>
                  <a:lnTo>
                    <a:pt x="714" y="1182"/>
                  </a:lnTo>
                  <a:lnTo>
                    <a:pt x="714" y="1140"/>
                  </a:lnTo>
                  <a:lnTo>
                    <a:pt x="702" y="1140"/>
                  </a:lnTo>
                  <a:close/>
                  <a:moveTo>
                    <a:pt x="582" y="1176"/>
                  </a:moveTo>
                  <a:lnTo>
                    <a:pt x="600" y="1140"/>
                  </a:lnTo>
                  <a:lnTo>
                    <a:pt x="576" y="1134"/>
                  </a:lnTo>
                  <a:lnTo>
                    <a:pt x="582" y="1176"/>
                  </a:lnTo>
                  <a:close/>
                  <a:moveTo>
                    <a:pt x="246" y="1038"/>
                  </a:moveTo>
                  <a:lnTo>
                    <a:pt x="264" y="1050"/>
                  </a:lnTo>
                  <a:lnTo>
                    <a:pt x="282" y="1020"/>
                  </a:lnTo>
                  <a:lnTo>
                    <a:pt x="258" y="1008"/>
                  </a:lnTo>
                  <a:lnTo>
                    <a:pt x="246" y="1038"/>
                  </a:lnTo>
                  <a:close/>
                  <a:moveTo>
                    <a:pt x="504" y="558"/>
                  </a:moveTo>
                  <a:lnTo>
                    <a:pt x="540" y="576"/>
                  </a:lnTo>
                  <a:lnTo>
                    <a:pt x="540" y="582"/>
                  </a:lnTo>
                  <a:lnTo>
                    <a:pt x="534" y="588"/>
                  </a:lnTo>
                  <a:lnTo>
                    <a:pt x="504" y="588"/>
                  </a:lnTo>
                  <a:lnTo>
                    <a:pt x="570" y="642"/>
                  </a:lnTo>
                  <a:lnTo>
                    <a:pt x="570" y="618"/>
                  </a:lnTo>
                  <a:lnTo>
                    <a:pt x="600" y="624"/>
                  </a:lnTo>
                  <a:lnTo>
                    <a:pt x="576" y="588"/>
                  </a:lnTo>
                  <a:lnTo>
                    <a:pt x="576" y="582"/>
                  </a:lnTo>
                  <a:lnTo>
                    <a:pt x="570" y="576"/>
                  </a:lnTo>
                  <a:lnTo>
                    <a:pt x="570" y="558"/>
                  </a:lnTo>
                  <a:lnTo>
                    <a:pt x="564" y="546"/>
                  </a:lnTo>
                  <a:lnTo>
                    <a:pt x="534" y="516"/>
                  </a:lnTo>
                  <a:lnTo>
                    <a:pt x="522" y="510"/>
                  </a:lnTo>
                  <a:lnTo>
                    <a:pt x="504" y="504"/>
                  </a:lnTo>
                  <a:lnTo>
                    <a:pt x="492" y="498"/>
                  </a:lnTo>
                  <a:lnTo>
                    <a:pt x="474" y="498"/>
                  </a:lnTo>
                  <a:lnTo>
                    <a:pt x="468" y="504"/>
                  </a:lnTo>
                  <a:lnTo>
                    <a:pt x="468" y="528"/>
                  </a:lnTo>
                  <a:lnTo>
                    <a:pt x="492" y="552"/>
                  </a:lnTo>
                  <a:lnTo>
                    <a:pt x="504" y="558"/>
                  </a:lnTo>
                  <a:close/>
                  <a:moveTo>
                    <a:pt x="462" y="666"/>
                  </a:moveTo>
                  <a:lnTo>
                    <a:pt x="474" y="750"/>
                  </a:lnTo>
                  <a:lnTo>
                    <a:pt x="486" y="672"/>
                  </a:lnTo>
                  <a:lnTo>
                    <a:pt x="462" y="618"/>
                  </a:lnTo>
                  <a:lnTo>
                    <a:pt x="438" y="618"/>
                  </a:lnTo>
                  <a:lnTo>
                    <a:pt x="462" y="666"/>
                  </a:lnTo>
                  <a:close/>
                  <a:moveTo>
                    <a:pt x="492" y="738"/>
                  </a:moveTo>
                  <a:lnTo>
                    <a:pt x="522" y="738"/>
                  </a:lnTo>
                  <a:lnTo>
                    <a:pt x="528" y="708"/>
                  </a:lnTo>
                  <a:lnTo>
                    <a:pt x="498" y="702"/>
                  </a:lnTo>
                  <a:lnTo>
                    <a:pt x="492" y="738"/>
                  </a:lnTo>
                  <a:close/>
                  <a:moveTo>
                    <a:pt x="570" y="660"/>
                  </a:moveTo>
                  <a:lnTo>
                    <a:pt x="546" y="648"/>
                  </a:lnTo>
                  <a:lnTo>
                    <a:pt x="528" y="630"/>
                  </a:lnTo>
                  <a:lnTo>
                    <a:pt x="528" y="624"/>
                  </a:lnTo>
                  <a:lnTo>
                    <a:pt x="522" y="618"/>
                  </a:lnTo>
                  <a:lnTo>
                    <a:pt x="486" y="618"/>
                  </a:lnTo>
                  <a:lnTo>
                    <a:pt x="492" y="660"/>
                  </a:lnTo>
                  <a:lnTo>
                    <a:pt x="510" y="654"/>
                  </a:lnTo>
                  <a:lnTo>
                    <a:pt x="522" y="678"/>
                  </a:lnTo>
                  <a:lnTo>
                    <a:pt x="570" y="714"/>
                  </a:lnTo>
                  <a:lnTo>
                    <a:pt x="570" y="660"/>
                  </a:lnTo>
                  <a:close/>
                  <a:moveTo>
                    <a:pt x="162" y="600"/>
                  </a:moveTo>
                  <a:lnTo>
                    <a:pt x="144" y="582"/>
                  </a:lnTo>
                  <a:lnTo>
                    <a:pt x="138" y="606"/>
                  </a:lnTo>
                  <a:lnTo>
                    <a:pt x="132" y="618"/>
                  </a:lnTo>
                  <a:lnTo>
                    <a:pt x="126" y="624"/>
                  </a:lnTo>
                  <a:lnTo>
                    <a:pt x="120" y="642"/>
                  </a:lnTo>
                  <a:lnTo>
                    <a:pt x="120" y="654"/>
                  </a:lnTo>
                  <a:lnTo>
                    <a:pt x="126" y="660"/>
                  </a:lnTo>
                  <a:lnTo>
                    <a:pt x="138" y="666"/>
                  </a:lnTo>
                  <a:lnTo>
                    <a:pt x="150" y="678"/>
                  </a:lnTo>
                  <a:lnTo>
                    <a:pt x="144" y="684"/>
                  </a:lnTo>
                  <a:lnTo>
                    <a:pt x="120" y="696"/>
                  </a:lnTo>
                  <a:lnTo>
                    <a:pt x="114" y="702"/>
                  </a:lnTo>
                  <a:lnTo>
                    <a:pt x="102" y="708"/>
                  </a:lnTo>
                  <a:lnTo>
                    <a:pt x="96" y="732"/>
                  </a:lnTo>
                  <a:lnTo>
                    <a:pt x="72" y="750"/>
                  </a:lnTo>
                  <a:lnTo>
                    <a:pt x="72" y="762"/>
                  </a:lnTo>
                  <a:lnTo>
                    <a:pt x="60" y="774"/>
                  </a:lnTo>
                  <a:lnTo>
                    <a:pt x="48" y="780"/>
                  </a:lnTo>
                  <a:lnTo>
                    <a:pt x="42" y="786"/>
                  </a:lnTo>
                  <a:lnTo>
                    <a:pt x="30" y="792"/>
                  </a:lnTo>
                  <a:lnTo>
                    <a:pt x="24" y="798"/>
                  </a:lnTo>
                  <a:lnTo>
                    <a:pt x="18" y="798"/>
                  </a:lnTo>
                  <a:lnTo>
                    <a:pt x="18" y="804"/>
                  </a:lnTo>
                  <a:lnTo>
                    <a:pt x="12" y="810"/>
                  </a:lnTo>
                  <a:lnTo>
                    <a:pt x="0" y="834"/>
                  </a:lnTo>
                  <a:lnTo>
                    <a:pt x="0" y="864"/>
                  </a:lnTo>
                  <a:lnTo>
                    <a:pt x="30" y="834"/>
                  </a:lnTo>
                  <a:lnTo>
                    <a:pt x="30" y="816"/>
                  </a:lnTo>
                  <a:lnTo>
                    <a:pt x="36" y="810"/>
                  </a:lnTo>
                  <a:lnTo>
                    <a:pt x="42" y="810"/>
                  </a:lnTo>
                  <a:lnTo>
                    <a:pt x="78" y="798"/>
                  </a:lnTo>
                  <a:lnTo>
                    <a:pt x="84" y="792"/>
                  </a:lnTo>
                  <a:lnTo>
                    <a:pt x="84" y="762"/>
                  </a:lnTo>
                  <a:lnTo>
                    <a:pt x="90" y="750"/>
                  </a:lnTo>
                  <a:lnTo>
                    <a:pt x="96" y="744"/>
                  </a:lnTo>
                  <a:lnTo>
                    <a:pt x="114" y="738"/>
                  </a:lnTo>
                  <a:lnTo>
                    <a:pt x="126" y="732"/>
                  </a:lnTo>
                  <a:lnTo>
                    <a:pt x="144" y="720"/>
                  </a:lnTo>
                  <a:lnTo>
                    <a:pt x="162" y="714"/>
                  </a:lnTo>
                  <a:lnTo>
                    <a:pt x="168" y="702"/>
                  </a:lnTo>
                  <a:lnTo>
                    <a:pt x="174" y="696"/>
                  </a:lnTo>
                  <a:lnTo>
                    <a:pt x="174" y="684"/>
                  </a:lnTo>
                  <a:lnTo>
                    <a:pt x="156" y="648"/>
                  </a:lnTo>
                  <a:lnTo>
                    <a:pt x="156" y="624"/>
                  </a:lnTo>
                  <a:lnTo>
                    <a:pt x="162" y="612"/>
                  </a:lnTo>
                  <a:lnTo>
                    <a:pt x="162" y="600"/>
                  </a:lnTo>
                  <a:close/>
                  <a:moveTo>
                    <a:pt x="330" y="1026"/>
                  </a:moveTo>
                  <a:lnTo>
                    <a:pt x="372" y="1056"/>
                  </a:lnTo>
                  <a:lnTo>
                    <a:pt x="372" y="1020"/>
                  </a:lnTo>
                  <a:lnTo>
                    <a:pt x="348" y="1002"/>
                  </a:lnTo>
                  <a:lnTo>
                    <a:pt x="330" y="1026"/>
                  </a:lnTo>
                  <a:close/>
                  <a:moveTo>
                    <a:pt x="660" y="840"/>
                  </a:moveTo>
                  <a:lnTo>
                    <a:pt x="660" y="816"/>
                  </a:lnTo>
                  <a:lnTo>
                    <a:pt x="654" y="804"/>
                  </a:lnTo>
                  <a:lnTo>
                    <a:pt x="654" y="792"/>
                  </a:lnTo>
                  <a:lnTo>
                    <a:pt x="642" y="780"/>
                  </a:lnTo>
                  <a:lnTo>
                    <a:pt x="630" y="774"/>
                  </a:lnTo>
                  <a:lnTo>
                    <a:pt x="600" y="744"/>
                  </a:lnTo>
                  <a:lnTo>
                    <a:pt x="588" y="738"/>
                  </a:lnTo>
                  <a:lnTo>
                    <a:pt x="582" y="738"/>
                  </a:lnTo>
                  <a:lnTo>
                    <a:pt x="576" y="744"/>
                  </a:lnTo>
                  <a:lnTo>
                    <a:pt x="582" y="750"/>
                  </a:lnTo>
                  <a:lnTo>
                    <a:pt x="588" y="762"/>
                  </a:lnTo>
                  <a:lnTo>
                    <a:pt x="594" y="768"/>
                  </a:lnTo>
                  <a:lnTo>
                    <a:pt x="606" y="774"/>
                  </a:lnTo>
                  <a:lnTo>
                    <a:pt x="606" y="786"/>
                  </a:lnTo>
                  <a:lnTo>
                    <a:pt x="600" y="786"/>
                  </a:lnTo>
                  <a:lnTo>
                    <a:pt x="588" y="792"/>
                  </a:lnTo>
                  <a:lnTo>
                    <a:pt x="570" y="792"/>
                  </a:lnTo>
                  <a:lnTo>
                    <a:pt x="558" y="798"/>
                  </a:lnTo>
                  <a:lnTo>
                    <a:pt x="546" y="798"/>
                  </a:lnTo>
                  <a:lnTo>
                    <a:pt x="546" y="828"/>
                  </a:lnTo>
                  <a:lnTo>
                    <a:pt x="528" y="828"/>
                  </a:lnTo>
                  <a:lnTo>
                    <a:pt x="522" y="846"/>
                  </a:lnTo>
                  <a:lnTo>
                    <a:pt x="498" y="864"/>
                  </a:lnTo>
                  <a:lnTo>
                    <a:pt x="492" y="864"/>
                  </a:lnTo>
                  <a:lnTo>
                    <a:pt x="486" y="858"/>
                  </a:lnTo>
                  <a:lnTo>
                    <a:pt x="474" y="852"/>
                  </a:lnTo>
                  <a:lnTo>
                    <a:pt x="462" y="852"/>
                  </a:lnTo>
                  <a:lnTo>
                    <a:pt x="450" y="846"/>
                  </a:lnTo>
                  <a:lnTo>
                    <a:pt x="438" y="858"/>
                  </a:lnTo>
                  <a:lnTo>
                    <a:pt x="432" y="870"/>
                  </a:lnTo>
                  <a:lnTo>
                    <a:pt x="420" y="882"/>
                  </a:lnTo>
                  <a:lnTo>
                    <a:pt x="414" y="894"/>
                  </a:lnTo>
                  <a:lnTo>
                    <a:pt x="408" y="900"/>
                  </a:lnTo>
                  <a:lnTo>
                    <a:pt x="408" y="906"/>
                  </a:lnTo>
                  <a:lnTo>
                    <a:pt x="408" y="900"/>
                  </a:lnTo>
                  <a:lnTo>
                    <a:pt x="396" y="888"/>
                  </a:lnTo>
                  <a:lnTo>
                    <a:pt x="384" y="888"/>
                  </a:lnTo>
                  <a:lnTo>
                    <a:pt x="378" y="900"/>
                  </a:lnTo>
                  <a:lnTo>
                    <a:pt x="378" y="912"/>
                  </a:lnTo>
                  <a:lnTo>
                    <a:pt x="372" y="924"/>
                  </a:lnTo>
                  <a:lnTo>
                    <a:pt x="366" y="930"/>
                  </a:lnTo>
                  <a:lnTo>
                    <a:pt x="360" y="942"/>
                  </a:lnTo>
                  <a:lnTo>
                    <a:pt x="384" y="960"/>
                  </a:lnTo>
                  <a:lnTo>
                    <a:pt x="402" y="942"/>
                  </a:lnTo>
                  <a:lnTo>
                    <a:pt x="414" y="966"/>
                  </a:lnTo>
                  <a:lnTo>
                    <a:pt x="420" y="960"/>
                  </a:lnTo>
                  <a:lnTo>
                    <a:pt x="432" y="954"/>
                  </a:lnTo>
                  <a:lnTo>
                    <a:pt x="450" y="936"/>
                  </a:lnTo>
                  <a:lnTo>
                    <a:pt x="462" y="930"/>
                  </a:lnTo>
                  <a:lnTo>
                    <a:pt x="474" y="930"/>
                  </a:lnTo>
                  <a:lnTo>
                    <a:pt x="498" y="954"/>
                  </a:lnTo>
                  <a:lnTo>
                    <a:pt x="510" y="960"/>
                  </a:lnTo>
                  <a:lnTo>
                    <a:pt x="492" y="978"/>
                  </a:lnTo>
                  <a:lnTo>
                    <a:pt x="492" y="990"/>
                  </a:lnTo>
                  <a:lnTo>
                    <a:pt x="510" y="1026"/>
                  </a:lnTo>
                  <a:lnTo>
                    <a:pt x="522" y="1044"/>
                  </a:lnTo>
                  <a:lnTo>
                    <a:pt x="534" y="1056"/>
                  </a:lnTo>
                  <a:lnTo>
                    <a:pt x="546" y="1062"/>
                  </a:lnTo>
                  <a:lnTo>
                    <a:pt x="558" y="1062"/>
                  </a:lnTo>
                  <a:lnTo>
                    <a:pt x="570" y="1068"/>
                  </a:lnTo>
                  <a:lnTo>
                    <a:pt x="582" y="1068"/>
                  </a:lnTo>
                  <a:lnTo>
                    <a:pt x="606" y="1050"/>
                  </a:lnTo>
                  <a:lnTo>
                    <a:pt x="606" y="1074"/>
                  </a:lnTo>
                  <a:lnTo>
                    <a:pt x="630" y="1074"/>
                  </a:lnTo>
                  <a:lnTo>
                    <a:pt x="630" y="1038"/>
                  </a:lnTo>
                  <a:lnTo>
                    <a:pt x="624" y="1032"/>
                  </a:lnTo>
                  <a:lnTo>
                    <a:pt x="606" y="996"/>
                  </a:lnTo>
                  <a:lnTo>
                    <a:pt x="606" y="984"/>
                  </a:lnTo>
                  <a:lnTo>
                    <a:pt x="612" y="972"/>
                  </a:lnTo>
                  <a:lnTo>
                    <a:pt x="624" y="960"/>
                  </a:lnTo>
                  <a:lnTo>
                    <a:pt x="654" y="1014"/>
                  </a:lnTo>
                  <a:lnTo>
                    <a:pt x="654" y="1008"/>
                  </a:lnTo>
                  <a:lnTo>
                    <a:pt x="660" y="1002"/>
                  </a:lnTo>
                  <a:lnTo>
                    <a:pt x="672" y="978"/>
                  </a:lnTo>
                  <a:lnTo>
                    <a:pt x="678" y="960"/>
                  </a:lnTo>
                  <a:lnTo>
                    <a:pt x="678" y="936"/>
                  </a:lnTo>
                  <a:lnTo>
                    <a:pt x="672" y="918"/>
                  </a:lnTo>
                  <a:lnTo>
                    <a:pt x="666" y="912"/>
                  </a:lnTo>
                  <a:lnTo>
                    <a:pt x="660" y="900"/>
                  </a:lnTo>
                  <a:lnTo>
                    <a:pt x="660" y="840"/>
                  </a:lnTo>
                  <a:close/>
                  <a:moveTo>
                    <a:pt x="330" y="384"/>
                  </a:moveTo>
                  <a:lnTo>
                    <a:pt x="348" y="384"/>
                  </a:lnTo>
                  <a:lnTo>
                    <a:pt x="354" y="390"/>
                  </a:lnTo>
                  <a:lnTo>
                    <a:pt x="366" y="396"/>
                  </a:lnTo>
                  <a:lnTo>
                    <a:pt x="366" y="408"/>
                  </a:lnTo>
                  <a:lnTo>
                    <a:pt x="372" y="420"/>
                  </a:lnTo>
                  <a:lnTo>
                    <a:pt x="384" y="438"/>
                  </a:lnTo>
                  <a:lnTo>
                    <a:pt x="396" y="450"/>
                  </a:lnTo>
                  <a:lnTo>
                    <a:pt x="414" y="462"/>
                  </a:lnTo>
                  <a:lnTo>
                    <a:pt x="432" y="462"/>
                  </a:lnTo>
                  <a:lnTo>
                    <a:pt x="444" y="438"/>
                  </a:lnTo>
                  <a:lnTo>
                    <a:pt x="444" y="426"/>
                  </a:lnTo>
                  <a:lnTo>
                    <a:pt x="432" y="402"/>
                  </a:lnTo>
                  <a:lnTo>
                    <a:pt x="420" y="396"/>
                  </a:lnTo>
                  <a:lnTo>
                    <a:pt x="408" y="396"/>
                  </a:lnTo>
                  <a:lnTo>
                    <a:pt x="408" y="390"/>
                  </a:lnTo>
                  <a:lnTo>
                    <a:pt x="414" y="384"/>
                  </a:lnTo>
                  <a:lnTo>
                    <a:pt x="414" y="378"/>
                  </a:lnTo>
                  <a:lnTo>
                    <a:pt x="420" y="372"/>
                  </a:lnTo>
                  <a:lnTo>
                    <a:pt x="408" y="372"/>
                  </a:lnTo>
                  <a:lnTo>
                    <a:pt x="396" y="366"/>
                  </a:lnTo>
                  <a:lnTo>
                    <a:pt x="390" y="360"/>
                  </a:lnTo>
                  <a:lnTo>
                    <a:pt x="372" y="360"/>
                  </a:lnTo>
                  <a:lnTo>
                    <a:pt x="366" y="366"/>
                  </a:lnTo>
                  <a:lnTo>
                    <a:pt x="354" y="372"/>
                  </a:lnTo>
                  <a:lnTo>
                    <a:pt x="342" y="360"/>
                  </a:lnTo>
                  <a:lnTo>
                    <a:pt x="330" y="354"/>
                  </a:lnTo>
                  <a:lnTo>
                    <a:pt x="312" y="354"/>
                  </a:lnTo>
                  <a:lnTo>
                    <a:pt x="300" y="366"/>
                  </a:lnTo>
                  <a:lnTo>
                    <a:pt x="288" y="372"/>
                  </a:lnTo>
                  <a:lnTo>
                    <a:pt x="282" y="372"/>
                  </a:lnTo>
                  <a:lnTo>
                    <a:pt x="264" y="354"/>
                  </a:lnTo>
                  <a:lnTo>
                    <a:pt x="258" y="342"/>
                  </a:lnTo>
                  <a:lnTo>
                    <a:pt x="258" y="252"/>
                  </a:lnTo>
                  <a:lnTo>
                    <a:pt x="270" y="228"/>
                  </a:lnTo>
                  <a:lnTo>
                    <a:pt x="270" y="222"/>
                  </a:lnTo>
                  <a:lnTo>
                    <a:pt x="288" y="204"/>
                  </a:lnTo>
                  <a:lnTo>
                    <a:pt x="288" y="174"/>
                  </a:lnTo>
                  <a:lnTo>
                    <a:pt x="276" y="150"/>
                  </a:lnTo>
                  <a:lnTo>
                    <a:pt x="276" y="126"/>
                  </a:lnTo>
                  <a:lnTo>
                    <a:pt x="282" y="108"/>
                  </a:lnTo>
                  <a:lnTo>
                    <a:pt x="282" y="72"/>
                  </a:lnTo>
                  <a:lnTo>
                    <a:pt x="264" y="54"/>
                  </a:lnTo>
                  <a:lnTo>
                    <a:pt x="264" y="36"/>
                  </a:lnTo>
                  <a:lnTo>
                    <a:pt x="258" y="30"/>
                  </a:lnTo>
                  <a:lnTo>
                    <a:pt x="258" y="6"/>
                  </a:lnTo>
                  <a:lnTo>
                    <a:pt x="252" y="0"/>
                  </a:lnTo>
                  <a:lnTo>
                    <a:pt x="240" y="0"/>
                  </a:lnTo>
                  <a:lnTo>
                    <a:pt x="234" y="6"/>
                  </a:lnTo>
                  <a:lnTo>
                    <a:pt x="234" y="12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204" y="24"/>
                  </a:lnTo>
                  <a:lnTo>
                    <a:pt x="192" y="18"/>
                  </a:lnTo>
                  <a:lnTo>
                    <a:pt x="186" y="12"/>
                  </a:lnTo>
                  <a:lnTo>
                    <a:pt x="174" y="12"/>
                  </a:lnTo>
                  <a:lnTo>
                    <a:pt x="162" y="18"/>
                  </a:lnTo>
                  <a:lnTo>
                    <a:pt x="162" y="36"/>
                  </a:lnTo>
                  <a:lnTo>
                    <a:pt x="156" y="42"/>
                  </a:lnTo>
                  <a:lnTo>
                    <a:pt x="156" y="48"/>
                  </a:lnTo>
                  <a:lnTo>
                    <a:pt x="144" y="72"/>
                  </a:lnTo>
                  <a:lnTo>
                    <a:pt x="132" y="84"/>
                  </a:lnTo>
                  <a:lnTo>
                    <a:pt x="132" y="96"/>
                  </a:lnTo>
                  <a:lnTo>
                    <a:pt x="138" y="102"/>
                  </a:lnTo>
                  <a:lnTo>
                    <a:pt x="144" y="114"/>
                  </a:lnTo>
                  <a:lnTo>
                    <a:pt x="150" y="132"/>
                  </a:lnTo>
                  <a:lnTo>
                    <a:pt x="156" y="138"/>
                  </a:lnTo>
                  <a:lnTo>
                    <a:pt x="156" y="150"/>
                  </a:lnTo>
                  <a:lnTo>
                    <a:pt x="150" y="162"/>
                  </a:lnTo>
                  <a:lnTo>
                    <a:pt x="150" y="168"/>
                  </a:lnTo>
                  <a:lnTo>
                    <a:pt x="144" y="174"/>
                  </a:lnTo>
                  <a:lnTo>
                    <a:pt x="138" y="186"/>
                  </a:lnTo>
                  <a:lnTo>
                    <a:pt x="138" y="198"/>
                  </a:lnTo>
                  <a:lnTo>
                    <a:pt x="150" y="210"/>
                  </a:lnTo>
                  <a:lnTo>
                    <a:pt x="150" y="216"/>
                  </a:lnTo>
                  <a:lnTo>
                    <a:pt x="144" y="222"/>
                  </a:lnTo>
                  <a:lnTo>
                    <a:pt x="138" y="222"/>
                  </a:lnTo>
                  <a:lnTo>
                    <a:pt x="126" y="228"/>
                  </a:lnTo>
                  <a:lnTo>
                    <a:pt x="120" y="228"/>
                  </a:lnTo>
                  <a:lnTo>
                    <a:pt x="120" y="210"/>
                  </a:lnTo>
                  <a:lnTo>
                    <a:pt x="114" y="204"/>
                  </a:lnTo>
                  <a:lnTo>
                    <a:pt x="114" y="252"/>
                  </a:lnTo>
                  <a:lnTo>
                    <a:pt x="150" y="306"/>
                  </a:lnTo>
                  <a:lnTo>
                    <a:pt x="174" y="330"/>
                  </a:lnTo>
                  <a:lnTo>
                    <a:pt x="186" y="348"/>
                  </a:lnTo>
                  <a:lnTo>
                    <a:pt x="204" y="384"/>
                  </a:lnTo>
                  <a:lnTo>
                    <a:pt x="216" y="402"/>
                  </a:lnTo>
                  <a:lnTo>
                    <a:pt x="228" y="408"/>
                  </a:lnTo>
                  <a:lnTo>
                    <a:pt x="252" y="408"/>
                  </a:lnTo>
                  <a:lnTo>
                    <a:pt x="258" y="396"/>
                  </a:lnTo>
                  <a:lnTo>
                    <a:pt x="270" y="390"/>
                  </a:lnTo>
                  <a:lnTo>
                    <a:pt x="276" y="384"/>
                  </a:lnTo>
                  <a:lnTo>
                    <a:pt x="288" y="384"/>
                  </a:lnTo>
                  <a:lnTo>
                    <a:pt x="294" y="396"/>
                  </a:lnTo>
                  <a:lnTo>
                    <a:pt x="306" y="402"/>
                  </a:lnTo>
                  <a:lnTo>
                    <a:pt x="324" y="420"/>
                  </a:lnTo>
                  <a:lnTo>
                    <a:pt x="342" y="420"/>
                  </a:lnTo>
                  <a:lnTo>
                    <a:pt x="342" y="402"/>
                  </a:lnTo>
                  <a:lnTo>
                    <a:pt x="336" y="396"/>
                  </a:lnTo>
                  <a:lnTo>
                    <a:pt x="330" y="384"/>
                  </a:lnTo>
                  <a:close/>
                  <a:moveTo>
                    <a:pt x="258" y="432"/>
                  </a:moveTo>
                  <a:lnTo>
                    <a:pt x="246" y="426"/>
                  </a:lnTo>
                  <a:lnTo>
                    <a:pt x="204" y="426"/>
                  </a:lnTo>
                  <a:lnTo>
                    <a:pt x="234" y="468"/>
                  </a:lnTo>
                  <a:lnTo>
                    <a:pt x="258" y="534"/>
                  </a:lnTo>
                  <a:lnTo>
                    <a:pt x="270" y="528"/>
                  </a:lnTo>
                  <a:lnTo>
                    <a:pt x="276" y="516"/>
                  </a:lnTo>
                  <a:lnTo>
                    <a:pt x="282" y="510"/>
                  </a:lnTo>
                  <a:lnTo>
                    <a:pt x="282" y="486"/>
                  </a:lnTo>
                  <a:lnTo>
                    <a:pt x="276" y="480"/>
                  </a:lnTo>
                  <a:lnTo>
                    <a:pt x="270" y="468"/>
                  </a:lnTo>
                  <a:lnTo>
                    <a:pt x="270" y="450"/>
                  </a:lnTo>
                  <a:lnTo>
                    <a:pt x="264" y="438"/>
                  </a:lnTo>
                  <a:lnTo>
                    <a:pt x="258" y="432"/>
                  </a:lnTo>
                  <a:close/>
                  <a:moveTo>
                    <a:pt x="330" y="648"/>
                  </a:moveTo>
                  <a:lnTo>
                    <a:pt x="336" y="660"/>
                  </a:lnTo>
                  <a:lnTo>
                    <a:pt x="354" y="678"/>
                  </a:lnTo>
                  <a:lnTo>
                    <a:pt x="360" y="672"/>
                  </a:lnTo>
                  <a:lnTo>
                    <a:pt x="372" y="666"/>
                  </a:lnTo>
                  <a:lnTo>
                    <a:pt x="378" y="660"/>
                  </a:lnTo>
                  <a:lnTo>
                    <a:pt x="384" y="660"/>
                  </a:lnTo>
                  <a:lnTo>
                    <a:pt x="390" y="666"/>
                  </a:lnTo>
                  <a:lnTo>
                    <a:pt x="390" y="696"/>
                  </a:lnTo>
                  <a:lnTo>
                    <a:pt x="402" y="708"/>
                  </a:lnTo>
                  <a:lnTo>
                    <a:pt x="396" y="720"/>
                  </a:lnTo>
                  <a:lnTo>
                    <a:pt x="390" y="726"/>
                  </a:lnTo>
                  <a:lnTo>
                    <a:pt x="372" y="762"/>
                  </a:lnTo>
                  <a:lnTo>
                    <a:pt x="372" y="786"/>
                  </a:lnTo>
                  <a:lnTo>
                    <a:pt x="378" y="792"/>
                  </a:lnTo>
                  <a:lnTo>
                    <a:pt x="384" y="804"/>
                  </a:lnTo>
                  <a:lnTo>
                    <a:pt x="396" y="804"/>
                  </a:lnTo>
                  <a:lnTo>
                    <a:pt x="408" y="798"/>
                  </a:lnTo>
                  <a:lnTo>
                    <a:pt x="420" y="798"/>
                  </a:lnTo>
                  <a:lnTo>
                    <a:pt x="432" y="792"/>
                  </a:lnTo>
                  <a:lnTo>
                    <a:pt x="438" y="786"/>
                  </a:lnTo>
                  <a:lnTo>
                    <a:pt x="438" y="768"/>
                  </a:lnTo>
                  <a:lnTo>
                    <a:pt x="432" y="756"/>
                  </a:lnTo>
                  <a:lnTo>
                    <a:pt x="426" y="738"/>
                  </a:lnTo>
                  <a:lnTo>
                    <a:pt x="426" y="726"/>
                  </a:lnTo>
                  <a:lnTo>
                    <a:pt x="432" y="714"/>
                  </a:lnTo>
                  <a:lnTo>
                    <a:pt x="444" y="678"/>
                  </a:lnTo>
                  <a:lnTo>
                    <a:pt x="444" y="660"/>
                  </a:lnTo>
                  <a:lnTo>
                    <a:pt x="438" y="648"/>
                  </a:lnTo>
                  <a:lnTo>
                    <a:pt x="432" y="642"/>
                  </a:lnTo>
                  <a:lnTo>
                    <a:pt x="426" y="642"/>
                  </a:lnTo>
                  <a:lnTo>
                    <a:pt x="414" y="654"/>
                  </a:lnTo>
                  <a:lnTo>
                    <a:pt x="402" y="660"/>
                  </a:lnTo>
                  <a:lnTo>
                    <a:pt x="396" y="660"/>
                  </a:lnTo>
                  <a:lnTo>
                    <a:pt x="396" y="648"/>
                  </a:lnTo>
                  <a:lnTo>
                    <a:pt x="408" y="624"/>
                  </a:lnTo>
                  <a:lnTo>
                    <a:pt x="408" y="612"/>
                  </a:lnTo>
                  <a:lnTo>
                    <a:pt x="414" y="600"/>
                  </a:lnTo>
                  <a:lnTo>
                    <a:pt x="414" y="594"/>
                  </a:lnTo>
                  <a:lnTo>
                    <a:pt x="408" y="588"/>
                  </a:lnTo>
                  <a:lnTo>
                    <a:pt x="372" y="570"/>
                  </a:lnTo>
                  <a:lnTo>
                    <a:pt x="366" y="564"/>
                  </a:lnTo>
                  <a:lnTo>
                    <a:pt x="330" y="564"/>
                  </a:lnTo>
                  <a:lnTo>
                    <a:pt x="324" y="570"/>
                  </a:lnTo>
                  <a:lnTo>
                    <a:pt x="324" y="576"/>
                  </a:lnTo>
                  <a:lnTo>
                    <a:pt x="330" y="582"/>
                  </a:lnTo>
                  <a:lnTo>
                    <a:pt x="336" y="582"/>
                  </a:lnTo>
                  <a:lnTo>
                    <a:pt x="342" y="594"/>
                  </a:lnTo>
                  <a:lnTo>
                    <a:pt x="342" y="600"/>
                  </a:lnTo>
                  <a:lnTo>
                    <a:pt x="336" y="606"/>
                  </a:lnTo>
                  <a:lnTo>
                    <a:pt x="336" y="618"/>
                  </a:lnTo>
                  <a:lnTo>
                    <a:pt x="330" y="630"/>
                  </a:lnTo>
                  <a:lnTo>
                    <a:pt x="330" y="648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15" name="Peru" descr="© INSCALE GmbH, 05.05.2010&#10;http://www.presentationload.com/">
              <a:extLst>
                <a:ext uri="{FF2B5EF4-FFF2-40B4-BE49-F238E27FC236}">
                  <a16:creationId xmlns:a16="http://schemas.microsoft.com/office/drawing/2014/main" id="{A0D73C04-F07F-4EA6-85E2-66B5B7F57652}"/>
                </a:ext>
              </a:extLst>
            </p:cNvPr>
            <p:cNvSpPr>
              <a:spLocks/>
            </p:cNvSpPr>
            <p:nvPr/>
          </p:nvSpPr>
          <p:spPr bwMode="gray">
            <a:xfrm>
              <a:off x="1820503" y="3000686"/>
              <a:ext cx="311473" cy="489366"/>
            </a:xfrm>
            <a:custGeom>
              <a:avLst/>
              <a:gdLst>
                <a:gd name="T0" fmla="*/ 2147483647 w 942"/>
                <a:gd name="T1" fmla="*/ 2147483647 h 1488"/>
                <a:gd name="T2" fmla="*/ 2147483647 w 942"/>
                <a:gd name="T3" fmla="*/ 2147483647 h 1488"/>
                <a:gd name="T4" fmla="*/ 2147483647 w 942"/>
                <a:gd name="T5" fmla="*/ 2147483647 h 1488"/>
                <a:gd name="T6" fmla="*/ 2147483647 w 942"/>
                <a:gd name="T7" fmla="*/ 2147483647 h 1488"/>
                <a:gd name="T8" fmla="*/ 2147483647 w 942"/>
                <a:gd name="T9" fmla="*/ 2147483647 h 1488"/>
                <a:gd name="T10" fmla="*/ 2147483647 w 942"/>
                <a:gd name="T11" fmla="*/ 2147483647 h 1488"/>
                <a:gd name="T12" fmla="*/ 2147483647 w 942"/>
                <a:gd name="T13" fmla="*/ 2147483647 h 1488"/>
                <a:gd name="T14" fmla="*/ 2147483647 w 942"/>
                <a:gd name="T15" fmla="*/ 2147483647 h 1488"/>
                <a:gd name="T16" fmla="*/ 2147483647 w 942"/>
                <a:gd name="T17" fmla="*/ 2147483647 h 1488"/>
                <a:gd name="T18" fmla="*/ 2147483647 w 942"/>
                <a:gd name="T19" fmla="*/ 2147483647 h 1488"/>
                <a:gd name="T20" fmla="*/ 2147483647 w 942"/>
                <a:gd name="T21" fmla="*/ 2147483647 h 1488"/>
                <a:gd name="T22" fmla="*/ 2147483647 w 942"/>
                <a:gd name="T23" fmla="*/ 2147483647 h 1488"/>
                <a:gd name="T24" fmla="*/ 2147483647 w 942"/>
                <a:gd name="T25" fmla="*/ 2147483647 h 1488"/>
                <a:gd name="T26" fmla="*/ 2147483647 w 942"/>
                <a:gd name="T27" fmla="*/ 2147483647 h 1488"/>
                <a:gd name="T28" fmla="*/ 2147483647 w 942"/>
                <a:gd name="T29" fmla="*/ 2147483647 h 1488"/>
                <a:gd name="T30" fmla="*/ 2147483647 w 942"/>
                <a:gd name="T31" fmla="*/ 2147483647 h 1488"/>
                <a:gd name="T32" fmla="*/ 2147483647 w 942"/>
                <a:gd name="T33" fmla="*/ 2147483647 h 1488"/>
                <a:gd name="T34" fmla="*/ 2147483647 w 942"/>
                <a:gd name="T35" fmla="*/ 2147483647 h 1488"/>
                <a:gd name="T36" fmla="*/ 2147483647 w 942"/>
                <a:gd name="T37" fmla="*/ 2147483647 h 1488"/>
                <a:gd name="T38" fmla="*/ 2147483647 w 942"/>
                <a:gd name="T39" fmla="*/ 2147483647 h 1488"/>
                <a:gd name="T40" fmla="*/ 2147483647 w 942"/>
                <a:gd name="T41" fmla="*/ 2147483647 h 1488"/>
                <a:gd name="T42" fmla="*/ 2147483647 w 942"/>
                <a:gd name="T43" fmla="*/ 2147483647 h 1488"/>
                <a:gd name="T44" fmla="*/ 2147483647 w 942"/>
                <a:gd name="T45" fmla="*/ 2147483647 h 1488"/>
                <a:gd name="T46" fmla="*/ 2147483647 w 942"/>
                <a:gd name="T47" fmla="*/ 2147483647 h 1488"/>
                <a:gd name="T48" fmla="*/ 2147483647 w 942"/>
                <a:gd name="T49" fmla="*/ 2147483647 h 1488"/>
                <a:gd name="T50" fmla="*/ 2147483647 w 942"/>
                <a:gd name="T51" fmla="*/ 2147483647 h 1488"/>
                <a:gd name="T52" fmla="*/ 2147483647 w 942"/>
                <a:gd name="T53" fmla="*/ 2147483647 h 1488"/>
                <a:gd name="T54" fmla="*/ 2147483647 w 942"/>
                <a:gd name="T55" fmla="*/ 2147483647 h 1488"/>
                <a:gd name="T56" fmla="*/ 2147483647 w 942"/>
                <a:gd name="T57" fmla="*/ 2147483647 h 1488"/>
                <a:gd name="T58" fmla="*/ 2147483647 w 942"/>
                <a:gd name="T59" fmla="*/ 2147483647 h 1488"/>
                <a:gd name="T60" fmla="*/ 2147483647 w 942"/>
                <a:gd name="T61" fmla="*/ 2147483647 h 1488"/>
                <a:gd name="T62" fmla="*/ 2147483647 w 942"/>
                <a:gd name="T63" fmla="*/ 0 h 1488"/>
                <a:gd name="T64" fmla="*/ 2147483647 w 942"/>
                <a:gd name="T65" fmla="*/ 2147483647 h 1488"/>
                <a:gd name="T66" fmla="*/ 2147483647 w 942"/>
                <a:gd name="T67" fmla="*/ 2147483647 h 1488"/>
                <a:gd name="T68" fmla="*/ 2147483647 w 942"/>
                <a:gd name="T69" fmla="*/ 2147483647 h 1488"/>
                <a:gd name="T70" fmla="*/ 2147483647 w 942"/>
                <a:gd name="T71" fmla="*/ 2147483647 h 1488"/>
                <a:gd name="T72" fmla="*/ 2147483647 w 942"/>
                <a:gd name="T73" fmla="*/ 2147483647 h 1488"/>
                <a:gd name="T74" fmla="*/ 2147483647 w 942"/>
                <a:gd name="T75" fmla="*/ 2147483647 h 1488"/>
                <a:gd name="T76" fmla="*/ 2147483647 w 942"/>
                <a:gd name="T77" fmla="*/ 2147483647 h 1488"/>
                <a:gd name="T78" fmla="*/ 2147483647 w 942"/>
                <a:gd name="T79" fmla="*/ 2147483647 h 1488"/>
                <a:gd name="T80" fmla="*/ 2147483647 w 942"/>
                <a:gd name="T81" fmla="*/ 2147483647 h 1488"/>
                <a:gd name="T82" fmla="*/ 2147483647 w 942"/>
                <a:gd name="T83" fmla="*/ 2147483647 h 1488"/>
                <a:gd name="T84" fmla="*/ 0 w 942"/>
                <a:gd name="T85" fmla="*/ 2147483647 h 1488"/>
                <a:gd name="T86" fmla="*/ 2147483647 w 942"/>
                <a:gd name="T87" fmla="*/ 2147483647 h 1488"/>
                <a:gd name="T88" fmla="*/ 2147483647 w 942"/>
                <a:gd name="T89" fmla="*/ 2147483647 h 1488"/>
                <a:gd name="T90" fmla="*/ 2147483647 w 942"/>
                <a:gd name="T91" fmla="*/ 2147483647 h 1488"/>
                <a:gd name="T92" fmla="*/ 2147483647 w 942"/>
                <a:gd name="T93" fmla="*/ 2147483647 h 1488"/>
                <a:gd name="T94" fmla="*/ 2147483647 w 942"/>
                <a:gd name="T95" fmla="*/ 2147483647 h 1488"/>
                <a:gd name="T96" fmla="*/ 2147483647 w 942"/>
                <a:gd name="T97" fmla="*/ 2147483647 h 1488"/>
                <a:gd name="T98" fmla="*/ 2147483647 w 942"/>
                <a:gd name="T99" fmla="*/ 2147483647 h 1488"/>
                <a:gd name="T100" fmla="*/ 2147483647 w 942"/>
                <a:gd name="T101" fmla="*/ 2147483647 h 1488"/>
                <a:gd name="T102" fmla="*/ 2147483647 w 942"/>
                <a:gd name="T103" fmla="*/ 2147483647 h 1488"/>
                <a:gd name="T104" fmla="*/ 2147483647 w 942"/>
                <a:gd name="T105" fmla="*/ 2147483647 h 1488"/>
                <a:gd name="T106" fmla="*/ 2147483647 w 942"/>
                <a:gd name="T107" fmla="*/ 2147483647 h 1488"/>
                <a:gd name="T108" fmla="*/ 2147483647 w 942"/>
                <a:gd name="T109" fmla="*/ 2147483647 h 1488"/>
                <a:gd name="T110" fmla="*/ 2147483647 w 942"/>
                <a:gd name="T111" fmla="*/ 2147483647 h 1488"/>
                <a:gd name="T112" fmla="*/ 2147483647 w 942"/>
                <a:gd name="T113" fmla="*/ 2147483647 h 1488"/>
                <a:gd name="T114" fmla="*/ 2147483647 w 942"/>
                <a:gd name="T115" fmla="*/ 2147483647 h 1488"/>
                <a:gd name="T116" fmla="*/ 2147483647 w 942"/>
                <a:gd name="T117" fmla="*/ 2147483647 h 1488"/>
                <a:gd name="T118" fmla="*/ 2147483647 w 942"/>
                <a:gd name="T119" fmla="*/ 2147483647 h 1488"/>
                <a:gd name="T120" fmla="*/ 2147483647 w 942"/>
                <a:gd name="T121" fmla="*/ 2147483647 h 148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942"/>
                <a:gd name="T184" fmla="*/ 0 h 1488"/>
                <a:gd name="T185" fmla="*/ 942 w 942"/>
                <a:gd name="T186" fmla="*/ 1488 h 148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942" h="1488">
                  <a:moveTo>
                    <a:pt x="930" y="1320"/>
                  </a:moveTo>
                  <a:lnTo>
                    <a:pt x="924" y="1314"/>
                  </a:lnTo>
                  <a:lnTo>
                    <a:pt x="912" y="1308"/>
                  </a:lnTo>
                  <a:lnTo>
                    <a:pt x="888" y="1284"/>
                  </a:lnTo>
                  <a:lnTo>
                    <a:pt x="864" y="1284"/>
                  </a:lnTo>
                  <a:lnTo>
                    <a:pt x="858" y="1278"/>
                  </a:lnTo>
                  <a:lnTo>
                    <a:pt x="870" y="1260"/>
                  </a:lnTo>
                  <a:lnTo>
                    <a:pt x="870" y="1230"/>
                  </a:lnTo>
                  <a:lnTo>
                    <a:pt x="882" y="1230"/>
                  </a:lnTo>
                  <a:lnTo>
                    <a:pt x="906" y="1254"/>
                  </a:lnTo>
                  <a:lnTo>
                    <a:pt x="918" y="1236"/>
                  </a:lnTo>
                  <a:lnTo>
                    <a:pt x="918" y="1230"/>
                  </a:lnTo>
                  <a:lnTo>
                    <a:pt x="912" y="1224"/>
                  </a:lnTo>
                  <a:lnTo>
                    <a:pt x="906" y="1212"/>
                  </a:lnTo>
                  <a:lnTo>
                    <a:pt x="900" y="1194"/>
                  </a:lnTo>
                  <a:lnTo>
                    <a:pt x="912" y="1170"/>
                  </a:lnTo>
                  <a:lnTo>
                    <a:pt x="924" y="1158"/>
                  </a:lnTo>
                  <a:lnTo>
                    <a:pt x="930" y="1146"/>
                  </a:lnTo>
                  <a:lnTo>
                    <a:pt x="930" y="1140"/>
                  </a:lnTo>
                  <a:lnTo>
                    <a:pt x="924" y="1128"/>
                  </a:lnTo>
                  <a:lnTo>
                    <a:pt x="912" y="1116"/>
                  </a:lnTo>
                  <a:lnTo>
                    <a:pt x="906" y="1116"/>
                  </a:lnTo>
                  <a:lnTo>
                    <a:pt x="924" y="1086"/>
                  </a:lnTo>
                  <a:lnTo>
                    <a:pt x="912" y="1038"/>
                  </a:lnTo>
                  <a:lnTo>
                    <a:pt x="918" y="1032"/>
                  </a:lnTo>
                  <a:lnTo>
                    <a:pt x="924" y="1020"/>
                  </a:lnTo>
                  <a:lnTo>
                    <a:pt x="930" y="1014"/>
                  </a:lnTo>
                  <a:lnTo>
                    <a:pt x="930" y="1002"/>
                  </a:lnTo>
                  <a:lnTo>
                    <a:pt x="918" y="978"/>
                  </a:lnTo>
                  <a:lnTo>
                    <a:pt x="906" y="960"/>
                  </a:lnTo>
                  <a:lnTo>
                    <a:pt x="894" y="948"/>
                  </a:lnTo>
                  <a:lnTo>
                    <a:pt x="882" y="930"/>
                  </a:lnTo>
                  <a:lnTo>
                    <a:pt x="870" y="918"/>
                  </a:lnTo>
                  <a:lnTo>
                    <a:pt x="864" y="900"/>
                  </a:lnTo>
                  <a:lnTo>
                    <a:pt x="864" y="882"/>
                  </a:lnTo>
                  <a:lnTo>
                    <a:pt x="828" y="882"/>
                  </a:lnTo>
                  <a:lnTo>
                    <a:pt x="822" y="888"/>
                  </a:lnTo>
                  <a:lnTo>
                    <a:pt x="816" y="888"/>
                  </a:lnTo>
                  <a:lnTo>
                    <a:pt x="816" y="894"/>
                  </a:lnTo>
                  <a:lnTo>
                    <a:pt x="804" y="894"/>
                  </a:lnTo>
                  <a:lnTo>
                    <a:pt x="798" y="888"/>
                  </a:lnTo>
                  <a:lnTo>
                    <a:pt x="798" y="882"/>
                  </a:lnTo>
                  <a:lnTo>
                    <a:pt x="786" y="888"/>
                  </a:lnTo>
                  <a:lnTo>
                    <a:pt x="786" y="858"/>
                  </a:lnTo>
                  <a:lnTo>
                    <a:pt x="780" y="840"/>
                  </a:lnTo>
                  <a:lnTo>
                    <a:pt x="780" y="828"/>
                  </a:lnTo>
                  <a:lnTo>
                    <a:pt x="786" y="816"/>
                  </a:lnTo>
                  <a:lnTo>
                    <a:pt x="786" y="804"/>
                  </a:lnTo>
                  <a:lnTo>
                    <a:pt x="792" y="798"/>
                  </a:lnTo>
                  <a:lnTo>
                    <a:pt x="792" y="780"/>
                  </a:lnTo>
                  <a:lnTo>
                    <a:pt x="786" y="768"/>
                  </a:lnTo>
                  <a:lnTo>
                    <a:pt x="786" y="756"/>
                  </a:lnTo>
                  <a:lnTo>
                    <a:pt x="732" y="804"/>
                  </a:lnTo>
                  <a:lnTo>
                    <a:pt x="672" y="810"/>
                  </a:lnTo>
                  <a:lnTo>
                    <a:pt x="672" y="804"/>
                  </a:lnTo>
                  <a:lnTo>
                    <a:pt x="666" y="798"/>
                  </a:lnTo>
                  <a:lnTo>
                    <a:pt x="660" y="786"/>
                  </a:lnTo>
                  <a:lnTo>
                    <a:pt x="660" y="774"/>
                  </a:lnTo>
                  <a:lnTo>
                    <a:pt x="654" y="768"/>
                  </a:lnTo>
                  <a:lnTo>
                    <a:pt x="648" y="768"/>
                  </a:lnTo>
                  <a:lnTo>
                    <a:pt x="636" y="762"/>
                  </a:lnTo>
                  <a:lnTo>
                    <a:pt x="594" y="762"/>
                  </a:lnTo>
                  <a:lnTo>
                    <a:pt x="600" y="756"/>
                  </a:lnTo>
                  <a:lnTo>
                    <a:pt x="612" y="750"/>
                  </a:lnTo>
                  <a:lnTo>
                    <a:pt x="618" y="738"/>
                  </a:lnTo>
                  <a:lnTo>
                    <a:pt x="624" y="732"/>
                  </a:lnTo>
                  <a:lnTo>
                    <a:pt x="600" y="708"/>
                  </a:lnTo>
                  <a:lnTo>
                    <a:pt x="588" y="702"/>
                  </a:lnTo>
                  <a:lnTo>
                    <a:pt x="576" y="690"/>
                  </a:lnTo>
                  <a:lnTo>
                    <a:pt x="564" y="666"/>
                  </a:lnTo>
                  <a:lnTo>
                    <a:pt x="558" y="660"/>
                  </a:lnTo>
                  <a:lnTo>
                    <a:pt x="558" y="654"/>
                  </a:lnTo>
                  <a:lnTo>
                    <a:pt x="552" y="630"/>
                  </a:lnTo>
                  <a:lnTo>
                    <a:pt x="540" y="624"/>
                  </a:lnTo>
                  <a:lnTo>
                    <a:pt x="534" y="618"/>
                  </a:lnTo>
                  <a:lnTo>
                    <a:pt x="534" y="606"/>
                  </a:lnTo>
                  <a:lnTo>
                    <a:pt x="540" y="600"/>
                  </a:lnTo>
                  <a:lnTo>
                    <a:pt x="552" y="594"/>
                  </a:lnTo>
                  <a:lnTo>
                    <a:pt x="546" y="588"/>
                  </a:lnTo>
                  <a:lnTo>
                    <a:pt x="546" y="564"/>
                  </a:lnTo>
                  <a:lnTo>
                    <a:pt x="552" y="552"/>
                  </a:lnTo>
                  <a:lnTo>
                    <a:pt x="582" y="522"/>
                  </a:lnTo>
                  <a:lnTo>
                    <a:pt x="588" y="528"/>
                  </a:lnTo>
                  <a:lnTo>
                    <a:pt x="594" y="528"/>
                  </a:lnTo>
                  <a:lnTo>
                    <a:pt x="588" y="522"/>
                  </a:lnTo>
                  <a:lnTo>
                    <a:pt x="588" y="504"/>
                  </a:lnTo>
                  <a:lnTo>
                    <a:pt x="582" y="498"/>
                  </a:lnTo>
                  <a:lnTo>
                    <a:pt x="582" y="486"/>
                  </a:lnTo>
                  <a:lnTo>
                    <a:pt x="600" y="468"/>
                  </a:lnTo>
                  <a:lnTo>
                    <a:pt x="600" y="414"/>
                  </a:lnTo>
                  <a:lnTo>
                    <a:pt x="624" y="414"/>
                  </a:lnTo>
                  <a:lnTo>
                    <a:pt x="624" y="408"/>
                  </a:lnTo>
                  <a:lnTo>
                    <a:pt x="630" y="402"/>
                  </a:lnTo>
                  <a:lnTo>
                    <a:pt x="630" y="396"/>
                  </a:lnTo>
                  <a:lnTo>
                    <a:pt x="642" y="384"/>
                  </a:lnTo>
                  <a:lnTo>
                    <a:pt x="654" y="378"/>
                  </a:lnTo>
                  <a:lnTo>
                    <a:pt x="660" y="372"/>
                  </a:lnTo>
                  <a:lnTo>
                    <a:pt x="672" y="366"/>
                  </a:lnTo>
                  <a:lnTo>
                    <a:pt x="702" y="366"/>
                  </a:lnTo>
                  <a:lnTo>
                    <a:pt x="708" y="354"/>
                  </a:lnTo>
                  <a:lnTo>
                    <a:pt x="738" y="360"/>
                  </a:lnTo>
                  <a:lnTo>
                    <a:pt x="744" y="354"/>
                  </a:lnTo>
                  <a:lnTo>
                    <a:pt x="750" y="342"/>
                  </a:lnTo>
                  <a:lnTo>
                    <a:pt x="756" y="336"/>
                  </a:lnTo>
                  <a:lnTo>
                    <a:pt x="774" y="336"/>
                  </a:lnTo>
                  <a:lnTo>
                    <a:pt x="786" y="348"/>
                  </a:lnTo>
                  <a:lnTo>
                    <a:pt x="786" y="354"/>
                  </a:lnTo>
                  <a:lnTo>
                    <a:pt x="804" y="354"/>
                  </a:lnTo>
                  <a:lnTo>
                    <a:pt x="816" y="342"/>
                  </a:lnTo>
                  <a:lnTo>
                    <a:pt x="798" y="330"/>
                  </a:lnTo>
                  <a:lnTo>
                    <a:pt x="786" y="312"/>
                  </a:lnTo>
                  <a:lnTo>
                    <a:pt x="768" y="312"/>
                  </a:lnTo>
                  <a:lnTo>
                    <a:pt x="762" y="306"/>
                  </a:lnTo>
                  <a:lnTo>
                    <a:pt x="762" y="288"/>
                  </a:lnTo>
                  <a:lnTo>
                    <a:pt x="774" y="264"/>
                  </a:lnTo>
                  <a:lnTo>
                    <a:pt x="774" y="258"/>
                  </a:lnTo>
                  <a:lnTo>
                    <a:pt x="780" y="252"/>
                  </a:lnTo>
                  <a:lnTo>
                    <a:pt x="786" y="252"/>
                  </a:lnTo>
                  <a:lnTo>
                    <a:pt x="792" y="246"/>
                  </a:lnTo>
                  <a:lnTo>
                    <a:pt x="798" y="234"/>
                  </a:lnTo>
                  <a:lnTo>
                    <a:pt x="798" y="216"/>
                  </a:lnTo>
                  <a:lnTo>
                    <a:pt x="792" y="210"/>
                  </a:lnTo>
                  <a:lnTo>
                    <a:pt x="780" y="204"/>
                  </a:lnTo>
                  <a:lnTo>
                    <a:pt x="756" y="204"/>
                  </a:lnTo>
                  <a:lnTo>
                    <a:pt x="750" y="198"/>
                  </a:lnTo>
                  <a:lnTo>
                    <a:pt x="744" y="186"/>
                  </a:lnTo>
                  <a:lnTo>
                    <a:pt x="744" y="180"/>
                  </a:lnTo>
                  <a:lnTo>
                    <a:pt x="732" y="180"/>
                  </a:lnTo>
                  <a:lnTo>
                    <a:pt x="726" y="186"/>
                  </a:lnTo>
                  <a:lnTo>
                    <a:pt x="714" y="192"/>
                  </a:lnTo>
                  <a:lnTo>
                    <a:pt x="702" y="192"/>
                  </a:lnTo>
                  <a:lnTo>
                    <a:pt x="696" y="186"/>
                  </a:lnTo>
                  <a:lnTo>
                    <a:pt x="690" y="186"/>
                  </a:lnTo>
                  <a:lnTo>
                    <a:pt x="684" y="180"/>
                  </a:lnTo>
                  <a:lnTo>
                    <a:pt x="660" y="180"/>
                  </a:lnTo>
                  <a:lnTo>
                    <a:pt x="648" y="192"/>
                  </a:lnTo>
                  <a:lnTo>
                    <a:pt x="648" y="204"/>
                  </a:lnTo>
                  <a:lnTo>
                    <a:pt x="612" y="204"/>
                  </a:lnTo>
                  <a:lnTo>
                    <a:pt x="588" y="198"/>
                  </a:lnTo>
                  <a:lnTo>
                    <a:pt x="576" y="192"/>
                  </a:lnTo>
                  <a:lnTo>
                    <a:pt x="576" y="168"/>
                  </a:lnTo>
                  <a:lnTo>
                    <a:pt x="582" y="162"/>
                  </a:lnTo>
                  <a:lnTo>
                    <a:pt x="582" y="156"/>
                  </a:lnTo>
                  <a:lnTo>
                    <a:pt x="576" y="150"/>
                  </a:lnTo>
                  <a:lnTo>
                    <a:pt x="564" y="144"/>
                  </a:lnTo>
                  <a:lnTo>
                    <a:pt x="552" y="144"/>
                  </a:lnTo>
                  <a:lnTo>
                    <a:pt x="552" y="138"/>
                  </a:lnTo>
                  <a:lnTo>
                    <a:pt x="546" y="132"/>
                  </a:lnTo>
                  <a:lnTo>
                    <a:pt x="546" y="108"/>
                  </a:lnTo>
                  <a:lnTo>
                    <a:pt x="540" y="102"/>
                  </a:lnTo>
                  <a:lnTo>
                    <a:pt x="528" y="102"/>
                  </a:lnTo>
                  <a:lnTo>
                    <a:pt x="516" y="84"/>
                  </a:lnTo>
                  <a:lnTo>
                    <a:pt x="498" y="84"/>
                  </a:lnTo>
                  <a:lnTo>
                    <a:pt x="486" y="48"/>
                  </a:lnTo>
                  <a:lnTo>
                    <a:pt x="480" y="42"/>
                  </a:lnTo>
                  <a:lnTo>
                    <a:pt x="468" y="36"/>
                  </a:lnTo>
                  <a:lnTo>
                    <a:pt x="450" y="18"/>
                  </a:lnTo>
                  <a:lnTo>
                    <a:pt x="438" y="12"/>
                  </a:lnTo>
                  <a:lnTo>
                    <a:pt x="426" y="0"/>
                  </a:lnTo>
                  <a:lnTo>
                    <a:pt x="396" y="0"/>
                  </a:lnTo>
                  <a:lnTo>
                    <a:pt x="414" y="0"/>
                  </a:lnTo>
                  <a:lnTo>
                    <a:pt x="414" y="24"/>
                  </a:lnTo>
                  <a:lnTo>
                    <a:pt x="408" y="24"/>
                  </a:lnTo>
                  <a:lnTo>
                    <a:pt x="408" y="30"/>
                  </a:lnTo>
                  <a:lnTo>
                    <a:pt x="402" y="30"/>
                  </a:lnTo>
                  <a:lnTo>
                    <a:pt x="426" y="48"/>
                  </a:lnTo>
                  <a:lnTo>
                    <a:pt x="426" y="78"/>
                  </a:lnTo>
                  <a:lnTo>
                    <a:pt x="414" y="84"/>
                  </a:lnTo>
                  <a:lnTo>
                    <a:pt x="402" y="126"/>
                  </a:lnTo>
                  <a:lnTo>
                    <a:pt x="396" y="138"/>
                  </a:lnTo>
                  <a:lnTo>
                    <a:pt x="384" y="150"/>
                  </a:lnTo>
                  <a:lnTo>
                    <a:pt x="378" y="162"/>
                  </a:lnTo>
                  <a:lnTo>
                    <a:pt x="366" y="174"/>
                  </a:lnTo>
                  <a:lnTo>
                    <a:pt x="354" y="192"/>
                  </a:lnTo>
                  <a:lnTo>
                    <a:pt x="336" y="204"/>
                  </a:lnTo>
                  <a:lnTo>
                    <a:pt x="276" y="234"/>
                  </a:lnTo>
                  <a:lnTo>
                    <a:pt x="258" y="240"/>
                  </a:lnTo>
                  <a:lnTo>
                    <a:pt x="240" y="252"/>
                  </a:lnTo>
                  <a:lnTo>
                    <a:pt x="222" y="270"/>
                  </a:lnTo>
                  <a:lnTo>
                    <a:pt x="222" y="276"/>
                  </a:lnTo>
                  <a:lnTo>
                    <a:pt x="210" y="282"/>
                  </a:lnTo>
                  <a:lnTo>
                    <a:pt x="210" y="300"/>
                  </a:lnTo>
                  <a:lnTo>
                    <a:pt x="198" y="312"/>
                  </a:lnTo>
                  <a:lnTo>
                    <a:pt x="198" y="336"/>
                  </a:lnTo>
                  <a:lnTo>
                    <a:pt x="192" y="348"/>
                  </a:lnTo>
                  <a:lnTo>
                    <a:pt x="192" y="378"/>
                  </a:lnTo>
                  <a:lnTo>
                    <a:pt x="174" y="378"/>
                  </a:lnTo>
                  <a:lnTo>
                    <a:pt x="168" y="384"/>
                  </a:lnTo>
                  <a:lnTo>
                    <a:pt x="168" y="390"/>
                  </a:lnTo>
                  <a:lnTo>
                    <a:pt x="162" y="396"/>
                  </a:lnTo>
                  <a:lnTo>
                    <a:pt x="162" y="402"/>
                  </a:lnTo>
                  <a:lnTo>
                    <a:pt x="144" y="402"/>
                  </a:lnTo>
                  <a:lnTo>
                    <a:pt x="138" y="390"/>
                  </a:lnTo>
                  <a:lnTo>
                    <a:pt x="138" y="372"/>
                  </a:lnTo>
                  <a:lnTo>
                    <a:pt x="132" y="366"/>
                  </a:lnTo>
                  <a:lnTo>
                    <a:pt x="132" y="360"/>
                  </a:lnTo>
                  <a:lnTo>
                    <a:pt x="102" y="360"/>
                  </a:lnTo>
                  <a:lnTo>
                    <a:pt x="90" y="348"/>
                  </a:lnTo>
                  <a:lnTo>
                    <a:pt x="78" y="360"/>
                  </a:lnTo>
                  <a:lnTo>
                    <a:pt x="66" y="366"/>
                  </a:lnTo>
                  <a:lnTo>
                    <a:pt x="60" y="366"/>
                  </a:lnTo>
                  <a:lnTo>
                    <a:pt x="54" y="360"/>
                  </a:lnTo>
                  <a:lnTo>
                    <a:pt x="66" y="348"/>
                  </a:lnTo>
                  <a:lnTo>
                    <a:pt x="54" y="336"/>
                  </a:lnTo>
                  <a:lnTo>
                    <a:pt x="60" y="330"/>
                  </a:lnTo>
                  <a:lnTo>
                    <a:pt x="66" y="318"/>
                  </a:lnTo>
                  <a:lnTo>
                    <a:pt x="78" y="312"/>
                  </a:lnTo>
                  <a:lnTo>
                    <a:pt x="84" y="300"/>
                  </a:lnTo>
                  <a:lnTo>
                    <a:pt x="90" y="294"/>
                  </a:lnTo>
                  <a:lnTo>
                    <a:pt x="90" y="288"/>
                  </a:lnTo>
                  <a:lnTo>
                    <a:pt x="84" y="288"/>
                  </a:lnTo>
                  <a:lnTo>
                    <a:pt x="72" y="282"/>
                  </a:lnTo>
                  <a:lnTo>
                    <a:pt x="66" y="282"/>
                  </a:lnTo>
                  <a:lnTo>
                    <a:pt x="6" y="342"/>
                  </a:lnTo>
                  <a:lnTo>
                    <a:pt x="0" y="354"/>
                  </a:lnTo>
                  <a:lnTo>
                    <a:pt x="0" y="390"/>
                  </a:lnTo>
                  <a:lnTo>
                    <a:pt x="6" y="396"/>
                  </a:lnTo>
                  <a:lnTo>
                    <a:pt x="18" y="396"/>
                  </a:lnTo>
                  <a:lnTo>
                    <a:pt x="12" y="420"/>
                  </a:lnTo>
                  <a:lnTo>
                    <a:pt x="36" y="444"/>
                  </a:lnTo>
                  <a:lnTo>
                    <a:pt x="36" y="462"/>
                  </a:lnTo>
                  <a:lnTo>
                    <a:pt x="12" y="486"/>
                  </a:lnTo>
                  <a:lnTo>
                    <a:pt x="12" y="492"/>
                  </a:lnTo>
                  <a:lnTo>
                    <a:pt x="18" y="504"/>
                  </a:lnTo>
                  <a:lnTo>
                    <a:pt x="24" y="510"/>
                  </a:lnTo>
                  <a:lnTo>
                    <a:pt x="36" y="516"/>
                  </a:lnTo>
                  <a:lnTo>
                    <a:pt x="54" y="522"/>
                  </a:lnTo>
                  <a:lnTo>
                    <a:pt x="66" y="522"/>
                  </a:lnTo>
                  <a:lnTo>
                    <a:pt x="108" y="564"/>
                  </a:lnTo>
                  <a:lnTo>
                    <a:pt x="114" y="576"/>
                  </a:lnTo>
                  <a:lnTo>
                    <a:pt x="132" y="594"/>
                  </a:lnTo>
                  <a:lnTo>
                    <a:pt x="138" y="612"/>
                  </a:lnTo>
                  <a:lnTo>
                    <a:pt x="144" y="624"/>
                  </a:lnTo>
                  <a:lnTo>
                    <a:pt x="144" y="642"/>
                  </a:lnTo>
                  <a:lnTo>
                    <a:pt x="150" y="648"/>
                  </a:lnTo>
                  <a:lnTo>
                    <a:pt x="156" y="660"/>
                  </a:lnTo>
                  <a:lnTo>
                    <a:pt x="168" y="666"/>
                  </a:lnTo>
                  <a:lnTo>
                    <a:pt x="174" y="678"/>
                  </a:lnTo>
                  <a:lnTo>
                    <a:pt x="192" y="696"/>
                  </a:lnTo>
                  <a:lnTo>
                    <a:pt x="204" y="720"/>
                  </a:lnTo>
                  <a:lnTo>
                    <a:pt x="216" y="732"/>
                  </a:lnTo>
                  <a:lnTo>
                    <a:pt x="222" y="744"/>
                  </a:lnTo>
                  <a:lnTo>
                    <a:pt x="234" y="762"/>
                  </a:lnTo>
                  <a:lnTo>
                    <a:pt x="240" y="768"/>
                  </a:lnTo>
                  <a:lnTo>
                    <a:pt x="246" y="780"/>
                  </a:lnTo>
                  <a:lnTo>
                    <a:pt x="252" y="822"/>
                  </a:lnTo>
                  <a:lnTo>
                    <a:pt x="252" y="828"/>
                  </a:lnTo>
                  <a:lnTo>
                    <a:pt x="258" y="834"/>
                  </a:lnTo>
                  <a:lnTo>
                    <a:pt x="264" y="846"/>
                  </a:lnTo>
                  <a:lnTo>
                    <a:pt x="270" y="864"/>
                  </a:lnTo>
                  <a:lnTo>
                    <a:pt x="282" y="876"/>
                  </a:lnTo>
                  <a:lnTo>
                    <a:pt x="288" y="894"/>
                  </a:lnTo>
                  <a:lnTo>
                    <a:pt x="294" y="906"/>
                  </a:lnTo>
                  <a:lnTo>
                    <a:pt x="294" y="918"/>
                  </a:lnTo>
                  <a:lnTo>
                    <a:pt x="300" y="924"/>
                  </a:lnTo>
                  <a:lnTo>
                    <a:pt x="312" y="924"/>
                  </a:lnTo>
                  <a:lnTo>
                    <a:pt x="324" y="936"/>
                  </a:lnTo>
                  <a:lnTo>
                    <a:pt x="324" y="948"/>
                  </a:lnTo>
                  <a:lnTo>
                    <a:pt x="330" y="954"/>
                  </a:lnTo>
                  <a:lnTo>
                    <a:pt x="330" y="966"/>
                  </a:lnTo>
                  <a:lnTo>
                    <a:pt x="336" y="984"/>
                  </a:lnTo>
                  <a:lnTo>
                    <a:pt x="360" y="1014"/>
                  </a:lnTo>
                  <a:lnTo>
                    <a:pt x="378" y="1050"/>
                  </a:lnTo>
                  <a:lnTo>
                    <a:pt x="396" y="1074"/>
                  </a:lnTo>
                  <a:lnTo>
                    <a:pt x="402" y="1086"/>
                  </a:lnTo>
                  <a:lnTo>
                    <a:pt x="408" y="1104"/>
                  </a:lnTo>
                  <a:lnTo>
                    <a:pt x="408" y="1116"/>
                  </a:lnTo>
                  <a:lnTo>
                    <a:pt x="402" y="1128"/>
                  </a:lnTo>
                  <a:lnTo>
                    <a:pt x="402" y="1146"/>
                  </a:lnTo>
                  <a:lnTo>
                    <a:pt x="414" y="1158"/>
                  </a:lnTo>
                  <a:lnTo>
                    <a:pt x="420" y="1170"/>
                  </a:lnTo>
                  <a:lnTo>
                    <a:pt x="444" y="1194"/>
                  </a:lnTo>
                  <a:lnTo>
                    <a:pt x="456" y="1200"/>
                  </a:lnTo>
                  <a:lnTo>
                    <a:pt x="468" y="1212"/>
                  </a:lnTo>
                  <a:lnTo>
                    <a:pt x="474" y="1224"/>
                  </a:lnTo>
                  <a:lnTo>
                    <a:pt x="498" y="1248"/>
                  </a:lnTo>
                  <a:lnTo>
                    <a:pt x="516" y="1260"/>
                  </a:lnTo>
                  <a:lnTo>
                    <a:pt x="546" y="1278"/>
                  </a:lnTo>
                  <a:lnTo>
                    <a:pt x="576" y="1290"/>
                  </a:lnTo>
                  <a:lnTo>
                    <a:pt x="600" y="1302"/>
                  </a:lnTo>
                  <a:lnTo>
                    <a:pt x="642" y="1320"/>
                  </a:lnTo>
                  <a:lnTo>
                    <a:pt x="696" y="1350"/>
                  </a:lnTo>
                  <a:lnTo>
                    <a:pt x="708" y="1362"/>
                  </a:lnTo>
                  <a:lnTo>
                    <a:pt x="726" y="1374"/>
                  </a:lnTo>
                  <a:lnTo>
                    <a:pt x="738" y="1380"/>
                  </a:lnTo>
                  <a:lnTo>
                    <a:pt x="750" y="1392"/>
                  </a:lnTo>
                  <a:lnTo>
                    <a:pt x="774" y="1404"/>
                  </a:lnTo>
                  <a:lnTo>
                    <a:pt x="780" y="1428"/>
                  </a:lnTo>
                  <a:lnTo>
                    <a:pt x="792" y="1434"/>
                  </a:lnTo>
                  <a:lnTo>
                    <a:pt x="798" y="1446"/>
                  </a:lnTo>
                  <a:lnTo>
                    <a:pt x="810" y="1452"/>
                  </a:lnTo>
                  <a:lnTo>
                    <a:pt x="816" y="1458"/>
                  </a:lnTo>
                  <a:lnTo>
                    <a:pt x="840" y="1470"/>
                  </a:lnTo>
                  <a:lnTo>
                    <a:pt x="846" y="1482"/>
                  </a:lnTo>
                  <a:lnTo>
                    <a:pt x="858" y="1488"/>
                  </a:lnTo>
                  <a:lnTo>
                    <a:pt x="894" y="1464"/>
                  </a:lnTo>
                  <a:lnTo>
                    <a:pt x="900" y="1458"/>
                  </a:lnTo>
                  <a:lnTo>
                    <a:pt x="900" y="1440"/>
                  </a:lnTo>
                  <a:lnTo>
                    <a:pt x="894" y="1428"/>
                  </a:lnTo>
                  <a:lnTo>
                    <a:pt x="912" y="1416"/>
                  </a:lnTo>
                  <a:lnTo>
                    <a:pt x="900" y="1392"/>
                  </a:lnTo>
                  <a:lnTo>
                    <a:pt x="918" y="1374"/>
                  </a:lnTo>
                  <a:lnTo>
                    <a:pt x="930" y="1368"/>
                  </a:lnTo>
                  <a:lnTo>
                    <a:pt x="942" y="1344"/>
                  </a:lnTo>
                  <a:lnTo>
                    <a:pt x="942" y="1332"/>
                  </a:lnTo>
                  <a:lnTo>
                    <a:pt x="930" y="1320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16" name="Papua New 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9D80BDC7-7909-44B8-B8BC-CEFF6ACC6A5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035404" y="3050777"/>
              <a:ext cx="359290" cy="238904"/>
            </a:xfrm>
            <a:custGeom>
              <a:avLst/>
              <a:gdLst>
                <a:gd name="T0" fmla="*/ 2147483647 w 1086"/>
                <a:gd name="T1" fmla="*/ 2147483647 h 726"/>
                <a:gd name="T2" fmla="*/ 2147483647 w 1086"/>
                <a:gd name="T3" fmla="*/ 2147483647 h 726"/>
                <a:gd name="T4" fmla="*/ 2147483647 w 1086"/>
                <a:gd name="T5" fmla="*/ 2147483647 h 726"/>
                <a:gd name="T6" fmla="*/ 2147483647 w 1086"/>
                <a:gd name="T7" fmla="*/ 2147483647 h 726"/>
                <a:gd name="T8" fmla="*/ 2147483647 w 1086"/>
                <a:gd name="T9" fmla="*/ 2147483647 h 726"/>
                <a:gd name="T10" fmla="*/ 2147483647 w 1086"/>
                <a:gd name="T11" fmla="*/ 2147483647 h 726"/>
                <a:gd name="T12" fmla="*/ 2147483647 w 1086"/>
                <a:gd name="T13" fmla="*/ 2147483647 h 726"/>
                <a:gd name="T14" fmla="*/ 2147483647 w 1086"/>
                <a:gd name="T15" fmla="*/ 2147483647 h 726"/>
                <a:gd name="T16" fmla="*/ 2147483647 w 1086"/>
                <a:gd name="T17" fmla="*/ 2147483647 h 726"/>
                <a:gd name="T18" fmla="*/ 2147483647 w 1086"/>
                <a:gd name="T19" fmla="*/ 2147483647 h 726"/>
                <a:gd name="T20" fmla="*/ 2147483647 w 1086"/>
                <a:gd name="T21" fmla="*/ 2147483647 h 726"/>
                <a:gd name="T22" fmla="*/ 2147483647 w 1086"/>
                <a:gd name="T23" fmla="*/ 2147483647 h 726"/>
                <a:gd name="T24" fmla="*/ 2147483647 w 1086"/>
                <a:gd name="T25" fmla="*/ 2147483647 h 726"/>
                <a:gd name="T26" fmla="*/ 2147483647 w 1086"/>
                <a:gd name="T27" fmla="*/ 2147483647 h 726"/>
                <a:gd name="T28" fmla="*/ 2147483647 w 1086"/>
                <a:gd name="T29" fmla="*/ 2147483647 h 726"/>
                <a:gd name="T30" fmla="*/ 2147483647 w 1086"/>
                <a:gd name="T31" fmla="*/ 2147483647 h 726"/>
                <a:gd name="T32" fmla="*/ 2147483647 w 1086"/>
                <a:gd name="T33" fmla="*/ 2147483647 h 726"/>
                <a:gd name="T34" fmla="*/ 2147483647 w 1086"/>
                <a:gd name="T35" fmla="*/ 2147483647 h 726"/>
                <a:gd name="T36" fmla="*/ 2147483647 w 1086"/>
                <a:gd name="T37" fmla="*/ 2147483647 h 726"/>
                <a:gd name="T38" fmla="*/ 2147483647 w 1086"/>
                <a:gd name="T39" fmla="*/ 2147483647 h 726"/>
                <a:gd name="T40" fmla="*/ 2147483647 w 1086"/>
                <a:gd name="T41" fmla="*/ 2147483647 h 726"/>
                <a:gd name="T42" fmla="*/ 2147483647 w 1086"/>
                <a:gd name="T43" fmla="*/ 2147483647 h 726"/>
                <a:gd name="T44" fmla="*/ 2147483647 w 1086"/>
                <a:gd name="T45" fmla="*/ 2147483647 h 726"/>
                <a:gd name="T46" fmla="*/ 2147483647 w 1086"/>
                <a:gd name="T47" fmla="*/ 2147483647 h 726"/>
                <a:gd name="T48" fmla="*/ 2147483647 w 1086"/>
                <a:gd name="T49" fmla="*/ 2147483647 h 726"/>
                <a:gd name="T50" fmla="*/ 2147483647 w 1086"/>
                <a:gd name="T51" fmla="*/ 2147483647 h 726"/>
                <a:gd name="T52" fmla="*/ 2147483647 w 1086"/>
                <a:gd name="T53" fmla="*/ 2147483647 h 726"/>
                <a:gd name="T54" fmla="*/ 2147483647 w 1086"/>
                <a:gd name="T55" fmla="*/ 2147483647 h 726"/>
                <a:gd name="T56" fmla="*/ 2147483647 w 1086"/>
                <a:gd name="T57" fmla="*/ 2147483647 h 726"/>
                <a:gd name="T58" fmla="*/ 2147483647 w 1086"/>
                <a:gd name="T59" fmla="*/ 2147483647 h 726"/>
                <a:gd name="T60" fmla="*/ 2147483647 w 1086"/>
                <a:gd name="T61" fmla="*/ 2147483647 h 726"/>
                <a:gd name="T62" fmla="*/ 2147483647 w 1086"/>
                <a:gd name="T63" fmla="*/ 2147483647 h 726"/>
                <a:gd name="T64" fmla="*/ 2147483647 w 1086"/>
                <a:gd name="T65" fmla="*/ 2147483647 h 726"/>
                <a:gd name="T66" fmla="*/ 2147483647 w 1086"/>
                <a:gd name="T67" fmla="*/ 2147483647 h 726"/>
                <a:gd name="T68" fmla="*/ 2147483647 w 1086"/>
                <a:gd name="T69" fmla="*/ 2147483647 h 726"/>
                <a:gd name="T70" fmla="*/ 2147483647 w 1086"/>
                <a:gd name="T71" fmla="*/ 2147483647 h 726"/>
                <a:gd name="T72" fmla="*/ 2147483647 w 1086"/>
                <a:gd name="T73" fmla="*/ 2147483647 h 726"/>
                <a:gd name="T74" fmla="*/ 2147483647 w 1086"/>
                <a:gd name="T75" fmla="*/ 2147483647 h 726"/>
                <a:gd name="T76" fmla="*/ 2147483647 w 1086"/>
                <a:gd name="T77" fmla="*/ 2147483647 h 726"/>
                <a:gd name="T78" fmla="*/ 2147483647 w 1086"/>
                <a:gd name="T79" fmla="*/ 2147483647 h 726"/>
                <a:gd name="T80" fmla="*/ 2147483647 w 1086"/>
                <a:gd name="T81" fmla="*/ 2147483647 h 726"/>
                <a:gd name="T82" fmla="*/ 2147483647 w 1086"/>
                <a:gd name="T83" fmla="*/ 2147483647 h 726"/>
                <a:gd name="T84" fmla="*/ 2147483647 w 1086"/>
                <a:gd name="T85" fmla="*/ 2147483647 h 726"/>
                <a:gd name="T86" fmla="*/ 2147483647 w 1086"/>
                <a:gd name="T87" fmla="*/ 2147483647 h 726"/>
                <a:gd name="T88" fmla="*/ 2147483647 w 1086"/>
                <a:gd name="T89" fmla="*/ 2147483647 h 726"/>
                <a:gd name="T90" fmla="*/ 2147483647 w 1086"/>
                <a:gd name="T91" fmla="*/ 2147483647 h 726"/>
                <a:gd name="T92" fmla="*/ 2147483647 w 1086"/>
                <a:gd name="T93" fmla="*/ 2147483647 h 726"/>
                <a:gd name="T94" fmla="*/ 2147483647 w 1086"/>
                <a:gd name="T95" fmla="*/ 2147483647 h 726"/>
                <a:gd name="T96" fmla="*/ 2147483647 w 1086"/>
                <a:gd name="T97" fmla="*/ 2147483647 h 726"/>
                <a:gd name="T98" fmla="*/ 2147483647 w 1086"/>
                <a:gd name="T99" fmla="*/ 2147483647 h 726"/>
                <a:gd name="T100" fmla="*/ 2147483647 w 1086"/>
                <a:gd name="T101" fmla="*/ 2147483647 h 726"/>
                <a:gd name="T102" fmla="*/ 2147483647 w 1086"/>
                <a:gd name="T103" fmla="*/ 2147483647 h 726"/>
                <a:gd name="T104" fmla="*/ 2147483647 w 1086"/>
                <a:gd name="T105" fmla="*/ 2147483647 h 726"/>
                <a:gd name="T106" fmla="*/ 2147483647 w 1086"/>
                <a:gd name="T107" fmla="*/ 2147483647 h 726"/>
                <a:gd name="T108" fmla="*/ 2147483647 w 1086"/>
                <a:gd name="T109" fmla="*/ 2147483647 h 726"/>
                <a:gd name="T110" fmla="*/ 2147483647 w 1086"/>
                <a:gd name="T111" fmla="*/ 2147483647 h 726"/>
                <a:gd name="T112" fmla="*/ 2147483647 w 1086"/>
                <a:gd name="T113" fmla="*/ 2147483647 h 72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86"/>
                <a:gd name="T172" fmla="*/ 0 h 726"/>
                <a:gd name="T173" fmla="*/ 1086 w 1086"/>
                <a:gd name="T174" fmla="*/ 726 h 72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86" h="726">
                  <a:moveTo>
                    <a:pt x="486" y="0"/>
                  </a:moveTo>
                  <a:lnTo>
                    <a:pt x="462" y="0"/>
                  </a:lnTo>
                  <a:lnTo>
                    <a:pt x="450" y="6"/>
                  </a:lnTo>
                  <a:lnTo>
                    <a:pt x="444" y="12"/>
                  </a:lnTo>
                  <a:lnTo>
                    <a:pt x="432" y="18"/>
                  </a:lnTo>
                  <a:lnTo>
                    <a:pt x="462" y="36"/>
                  </a:lnTo>
                  <a:lnTo>
                    <a:pt x="474" y="36"/>
                  </a:lnTo>
                  <a:lnTo>
                    <a:pt x="486" y="30"/>
                  </a:lnTo>
                  <a:lnTo>
                    <a:pt x="498" y="18"/>
                  </a:lnTo>
                  <a:lnTo>
                    <a:pt x="492" y="6"/>
                  </a:lnTo>
                  <a:lnTo>
                    <a:pt x="486" y="0"/>
                  </a:lnTo>
                  <a:close/>
                  <a:moveTo>
                    <a:pt x="756" y="216"/>
                  </a:moveTo>
                  <a:lnTo>
                    <a:pt x="750" y="222"/>
                  </a:lnTo>
                  <a:lnTo>
                    <a:pt x="750" y="228"/>
                  </a:lnTo>
                  <a:lnTo>
                    <a:pt x="756" y="234"/>
                  </a:lnTo>
                  <a:lnTo>
                    <a:pt x="768" y="240"/>
                  </a:lnTo>
                  <a:lnTo>
                    <a:pt x="774" y="246"/>
                  </a:lnTo>
                  <a:lnTo>
                    <a:pt x="774" y="264"/>
                  </a:lnTo>
                  <a:lnTo>
                    <a:pt x="702" y="300"/>
                  </a:lnTo>
                  <a:lnTo>
                    <a:pt x="666" y="300"/>
                  </a:lnTo>
                  <a:lnTo>
                    <a:pt x="630" y="312"/>
                  </a:lnTo>
                  <a:lnTo>
                    <a:pt x="594" y="330"/>
                  </a:lnTo>
                  <a:lnTo>
                    <a:pt x="588" y="336"/>
                  </a:lnTo>
                  <a:lnTo>
                    <a:pt x="570" y="336"/>
                  </a:lnTo>
                  <a:lnTo>
                    <a:pt x="564" y="342"/>
                  </a:lnTo>
                  <a:lnTo>
                    <a:pt x="588" y="378"/>
                  </a:lnTo>
                  <a:lnTo>
                    <a:pt x="684" y="378"/>
                  </a:lnTo>
                  <a:lnTo>
                    <a:pt x="702" y="366"/>
                  </a:lnTo>
                  <a:lnTo>
                    <a:pt x="738" y="366"/>
                  </a:lnTo>
                  <a:lnTo>
                    <a:pt x="750" y="360"/>
                  </a:lnTo>
                  <a:lnTo>
                    <a:pt x="774" y="336"/>
                  </a:lnTo>
                  <a:lnTo>
                    <a:pt x="774" y="330"/>
                  </a:lnTo>
                  <a:lnTo>
                    <a:pt x="804" y="324"/>
                  </a:lnTo>
                  <a:lnTo>
                    <a:pt x="798" y="300"/>
                  </a:lnTo>
                  <a:lnTo>
                    <a:pt x="822" y="300"/>
                  </a:lnTo>
                  <a:lnTo>
                    <a:pt x="822" y="288"/>
                  </a:lnTo>
                  <a:lnTo>
                    <a:pt x="828" y="258"/>
                  </a:lnTo>
                  <a:lnTo>
                    <a:pt x="828" y="228"/>
                  </a:lnTo>
                  <a:lnTo>
                    <a:pt x="822" y="198"/>
                  </a:lnTo>
                  <a:lnTo>
                    <a:pt x="816" y="192"/>
                  </a:lnTo>
                  <a:lnTo>
                    <a:pt x="804" y="186"/>
                  </a:lnTo>
                  <a:lnTo>
                    <a:pt x="792" y="192"/>
                  </a:lnTo>
                  <a:lnTo>
                    <a:pt x="786" y="198"/>
                  </a:lnTo>
                  <a:lnTo>
                    <a:pt x="762" y="210"/>
                  </a:lnTo>
                  <a:lnTo>
                    <a:pt x="756" y="216"/>
                  </a:lnTo>
                  <a:close/>
                  <a:moveTo>
                    <a:pt x="834" y="132"/>
                  </a:moveTo>
                  <a:lnTo>
                    <a:pt x="822" y="132"/>
                  </a:lnTo>
                  <a:lnTo>
                    <a:pt x="816" y="120"/>
                  </a:lnTo>
                  <a:lnTo>
                    <a:pt x="804" y="108"/>
                  </a:lnTo>
                  <a:lnTo>
                    <a:pt x="792" y="102"/>
                  </a:lnTo>
                  <a:lnTo>
                    <a:pt x="786" y="90"/>
                  </a:lnTo>
                  <a:lnTo>
                    <a:pt x="774" y="78"/>
                  </a:lnTo>
                  <a:lnTo>
                    <a:pt x="768" y="78"/>
                  </a:lnTo>
                  <a:lnTo>
                    <a:pt x="762" y="72"/>
                  </a:lnTo>
                  <a:lnTo>
                    <a:pt x="756" y="72"/>
                  </a:lnTo>
                  <a:lnTo>
                    <a:pt x="732" y="36"/>
                  </a:lnTo>
                  <a:lnTo>
                    <a:pt x="720" y="84"/>
                  </a:lnTo>
                  <a:lnTo>
                    <a:pt x="762" y="96"/>
                  </a:lnTo>
                  <a:lnTo>
                    <a:pt x="816" y="150"/>
                  </a:lnTo>
                  <a:lnTo>
                    <a:pt x="828" y="150"/>
                  </a:lnTo>
                  <a:lnTo>
                    <a:pt x="834" y="156"/>
                  </a:lnTo>
                  <a:lnTo>
                    <a:pt x="846" y="162"/>
                  </a:lnTo>
                  <a:lnTo>
                    <a:pt x="852" y="174"/>
                  </a:lnTo>
                  <a:lnTo>
                    <a:pt x="852" y="180"/>
                  </a:lnTo>
                  <a:lnTo>
                    <a:pt x="858" y="192"/>
                  </a:lnTo>
                  <a:lnTo>
                    <a:pt x="852" y="204"/>
                  </a:lnTo>
                  <a:lnTo>
                    <a:pt x="852" y="240"/>
                  </a:lnTo>
                  <a:lnTo>
                    <a:pt x="858" y="252"/>
                  </a:lnTo>
                  <a:lnTo>
                    <a:pt x="864" y="258"/>
                  </a:lnTo>
                  <a:lnTo>
                    <a:pt x="882" y="258"/>
                  </a:lnTo>
                  <a:lnTo>
                    <a:pt x="894" y="246"/>
                  </a:lnTo>
                  <a:lnTo>
                    <a:pt x="900" y="234"/>
                  </a:lnTo>
                  <a:lnTo>
                    <a:pt x="900" y="222"/>
                  </a:lnTo>
                  <a:lnTo>
                    <a:pt x="888" y="186"/>
                  </a:lnTo>
                  <a:lnTo>
                    <a:pt x="876" y="174"/>
                  </a:lnTo>
                  <a:lnTo>
                    <a:pt x="864" y="156"/>
                  </a:lnTo>
                  <a:lnTo>
                    <a:pt x="852" y="150"/>
                  </a:lnTo>
                  <a:lnTo>
                    <a:pt x="846" y="138"/>
                  </a:lnTo>
                  <a:lnTo>
                    <a:pt x="834" y="132"/>
                  </a:lnTo>
                  <a:close/>
                  <a:moveTo>
                    <a:pt x="1086" y="360"/>
                  </a:moveTo>
                  <a:lnTo>
                    <a:pt x="1020" y="294"/>
                  </a:lnTo>
                  <a:lnTo>
                    <a:pt x="1020" y="288"/>
                  </a:lnTo>
                  <a:lnTo>
                    <a:pt x="1002" y="270"/>
                  </a:lnTo>
                  <a:lnTo>
                    <a:pt x="984" y="270"/>
                  </a:lnTo>
                  <a:lnTo>
                    <a:pt x="978" y="276"/>
                  </a:lnTo>
                  <a:lnTo>
                    <a:pt x="978" y="300"/>
                  </a:lnTo>
                  <a:lnTo>
                    <a:pt x="996" y="330"/>
                  </a:lnTo>
                  <a:lnTo>
                    <a:pt x="1020" y="378"/>
                  </a:lnTo>
                  <a:lnTo>
                    <a:pt x="1086" y="438"/>
                  </a:lnTo>
                  <a:lnTo>
                    <a:pt x="1086" y="360"/>
                  </a:lnTo>
                  <a:close/>
                  <a:moveTo>
                    <a:pt x="672" y="672"/>
                  </a:moveTo>
                  <a:lnTo>
                    <a:pt x="630" y="642"/>
                  </a:lnTo>
                  <a:lnTo>
                    <a:pt x="648" y="630"/>
                  </a:lnTo>
                  <a:lnTo>
                    <a:pt x="636" y="630"/>
                  </a:lnTo>
                  <a:lnTo>
                    <a:pt x="624" y="624"/>
                  </a:lnTo>
                  <a:lnTo>
                    <a:pt x="612" y="624"/>
                  </a:lnTo>
                  <a:lnTo>
                    <a:pt x="600" y="618"/>
                  </a:lnTo>
                  <a:lnTo>
                    <a:pt x="594" y="606"/>
                  </a:lnTo>
                  <a:lnTo>
                    <a:pt x="594" y="594"/>
                  </a:lnTo>
                  <a:lnTo>
                    <a:pt x="600" y="582"/>
                  </a:lnTo>
                  <a:lnTo>
                    <a:pt x="600" y="564"/>
                  </a:lnTo>
                  <a:lnTo>
                    <a:pt x="588" y="570"/>
                  </a:lnTo>
                  <a:lnTo>
                    <a:pt x="582" y="570"/>
                  </a:lnTo>
                  <a:lnTo>
                    <a:pt x="570" y="576"/>
                  </a:lnTo>
                  <a:lnTo>
                    <a:pt x="564" y="576"/>
                  </a:lnTo>
                  <a:lnTo>
                    <a:pt x="552" y="582"/>
                  </a:lnTo>
                  <a:lnTo>
                    <a:pt x="552" y="552"/>
                  </a:lnTo>
                  <a:lnTo>
                    <a:pt x="528" y="540"/>
                  </a:lnTo>
                  <a:lnTo>
                    <a:pt x="528" y="492"/>
                  </a:lnTo>
                  <a:lnTo>
                    <a:pt x="474" y="456"/>
                  </a:lnTo>
                  <a:lnTo>
                    <a:pt x="450" y="402"/>
                  </a:lnTo>
                  <a:lnTo>
                    <a:pt x="474" y="390"/>
                  </a:lnTo>
                  <a:lnTo>
                    <a:pt x="480" y="384"/>
                  </a:lnTo>
                  <a:lnTo>
                    <a:pt x="492" y="378"/>
                  </a:lnTo>
                  <a:lnTo>
                    <a:pt x="504" y="366"/>
                  </a:lnTo>
                  <a:lnTo>
                    <a:pt x="504" y="360"/>
                  </a:lnTo>
                  <a:lnTo>
                    <a:pt x="492" y="336"/>
                  </a:lnTo>
                  <a:lnTo>
                    <a:pt x="468" y="324"/>
                  </a:lnTo>
                  <a:lnTo>
                    <a:pt x="462" y="318"/>
                  </a:lnTo>
                  <a:lnTo>
                    <a:pt x="456" y="318"/>
                  </a:lnTo>
                  <a:lnTo>
                    <a:pt x="450" y="312"/>
                  </a:lnTo>
                  <a:lnTo>
                    <a:pt x="438" y="312"/>
                  </a:lnTo>
                  <a:lnTo>
                    <a:pt x="402" y="300"/>
                  </a:lnTo>
                  <a:lnTo>
                    <a:pt x="390" y="300"/>
                  </a:lnTo>
                  <a:lnTo>
                    <a:pt x="378" y="294"/>
                  </a:lnTo>
                  <a:lnTo>
                    <a:pt x="372" y="294"/>
                  </a:lnTo>
                  <a:lnTo>
                    <a:pt x="372" y="234"/>
                  </a:lnTo>
                  <a:lnTo>
                    <a:pt x="366" y="222"/>
                  </a:lnTo>
                  <a:lnTo>
                    <a:pt x="354" y="210"/>
                  </a:lnTo>
                  <a:lnTo>
                    <a:pt x="342" y="210"/>
                  </a:lnTo>
                  <a:lnTo>
                    <a:pt x="288" y="156"/>
                  </a:lnTo>
                  <a:lnTo>
                    <a:pt x="252" y="162"/>
                  </a:lnTo>
                  <a:lnTo>
                    <a:pt x="216" y="126"/>
                  </a:lnTo>
                  <a:lnTo>
                    <a:pt x="186" y="120"/>
                  </a:lnTo>
                  <a:lnTo>
                    <a:pt x="66" y="60"/>
                  </a:lnTo>
                  <a:lnTo>
                    <a:pt x="42" y="72"/>
                  </a:lnTo>
                  <a:lnTo>
                    <a:pt x="0" y="42"/>
                  </a:lnTo>
                  <a:lnTo>
                    <a:pt x="42" y="72"/>
                  </a:lnTo>
                  <a:lnTo>
                    <a:pt x="36" y="102"/>
                  </a:lnTo>
                  <a:lnTo>
                    <a:pt x="36" y="240"/>
                  </a:lnTo>
                  <a:lnTo>
                    <a:pt x="30" y="258"/>
                  </a:lnTo>
                  <a:lnTo>
                    <a:pt x="30" y="372"/>
                  </a:lnTo>
                  <a:lnTo>
                    <a:pt x="24" y="378"/>
                  </a:lnTo>
                  <a:lnTo>
                    <a:pt x="12" y="384"/>
                  </a:lnTo>
                  <a:lnTo>
                    <a:pt x="0" y="396"/>
                  </a:lnTo>
                  <a:lnTo>
                    <a:pt x="0" y="402"/>
                  </a:lnTo>
                  <a:lnTo>
                    <a:pt x="6" y="408"/>
                  </a:lnTo>
                  <a:lnTo>
                    <a:pt x="18" y="414"/>
                  </a:lnTo>
                  <a:lnTo>
                    <a:pt x="30" y="414"/>
                  </a:lnTo>
                  <a:lnTo>
                    <a:pt x="30" y="444"/>
                  </a:lnTo>
                  <a:lnTo>
                    <a:pt x="24" y="456"/>
                  </a:lnTo>
                  <a:lnTo>
                    <a:pt x="24" y="480"/>
                  </a:lnTo>
                  <a:lnTo>
                    <a:pt x="18" y="492"/>
                  </a:lnTo>
                  <a:lnTo>
                    <a:pt x="18" y="504"/>
                  </a:lnTo>
                  <a:lnTo>
                    <a:pt x="12" y="510"/>
                  </a:lnTo>
                  <a:lnTo>
                    <a:pt x="12" y="516"/>
                  </a:lnTo>
                  <a:lnTo>
                    <a:pt x="18" y="540"/>
                  </a:lnTo>
                  <a:lnTo>
                    <a:pt x="18" y="588"/>
                  </a:lnTo>
                  <a:lnTo>
                    <a:pt x="30" y="594"/>
                  </a:lnTo>
                  <a:lnTo>
                    <a:pt x="48" y="594"/>
                  </a:lnTo>
                  <a:lnTo>
                    <a:pt x="60" y="588"/>
                  </a:lnTo>
                  <a:lnTo>
                    <a:pt x="90" y="588"/>
                  </a:lnTo>
                  <a:lnTo>
                    <a:pt x="96" y="582"/>
                  </a:lnTo>
                  <a:lnTo>
                    <a:pt x="102" y="582"/>
                  </a:lnTo>
                  <a:lnTo>
                    <a:pt x="126" y="600"/>
                  </a:lnTo>
                  <a:lnTo>
                    <a:pt x="132" y="600"/>
                  </a:lnTo>
                  <a:lnTo>
                    <a:pt x="138" y="594"/>
                  </a:lnTo>
                  <a:lnTo>
                    <a:pt x="156" y="588"/>
                  </a:lnTo>
                  <a:lnTo>
                    <a:pt x="168" y="582"/>
                  </a:lnTo>
                  <a:lnTo>
                    <a:pt x="180" y="570"/>
                  </a:lnTo>
                  <a:lnTo>
                    <a:pt x="180" y="564"/>
                  </a:lnTo>
                  <a:lnTo>
                    <a:pt x="168" y="552"/>
                  </a:lnTo>
                  <a:lnTo>
                    <a:pt x="150" y="540"/>
                  </a:lnTo>
                  <a:lnTo>
                    <a:pt x="138" y="534"/>
                  </a:lnTo>
                  <a:lnTo>
                    <a:pt x="120" y="522"/>
                  </a:lnTo>
                  <a:lnTo>
                    <a:pt x="108" y="516"/>
                  </a:lnTo>
                  <a:lnTo>
                    <a:pt x="102" y="510"/>
                  </a:lnTo>
                  <a:lnTo>
                    <a:pt x="96" y="510"/>
                  </a:lnTo>
                  <a:lnTo>
                    <a:pt x="108" y="510"/>
                  </a:lnTo>
                  <a:lnTo>
                    <a:pt x="138" y="516"/>
                  </a:lnTo>
                  <a:lnTo>
                    <a:pt x="204" y="516"/>
                  </a:lnTo>
                  <a:lnTo>
                    <a:pt x="204" y="510"/>
                  </a:lnTo>
                  <a:lnTo>
                    <a:pt x="198" y="504"/>
                  </a:lnTo>
                  <a:lnTo>
                    <a:pt x="198" y="498"/>
                  </a:lnTo>
                  <a:lnTo>
                    <a:pt x="186" y="486"/>
                  </a:lnTo>
                  <a:lnTo>
                    <a:pt x="192" y="492"/>
                  </a:lnTo>
                  <a:lnTo>
                    <a:pt x="204" y="492"/>
                  </a:lnTo>
                  <a:lnTo>
                    <a:pt x="210" y="498"/>
                  </a:lnTo>
                  <a:lnTo>
                    <a:pt x="216" y="498"/>
                  </a:lnTo>
                  <a:lnTo>
                    <a:pt x="222" y="492"/>
                  </a:lnTo>
                  <a:lnTo>
                    <a:pt x="222" y="486"/>
                  </a:lnTo>
                  <a:lnTo>
                    <a:pt x="216" y="480"/>
                  </a:lnTo>
                  <a:lnTo>
                    <a:pt x="216" y="468"/>
                  </a:lnTo>
                  <a:lnTo>
                    <a:pt x="210" y="462"/>
                  </a:lnTo>
                  <a:lnTo>
                    <a:pt x="222" y="468"/>
                  </a:lnTo>
                  <a:lnTo>
                    <a:pt x="228" y="474"/>
                  </a:lnTo>
                  <a:lnTo>
                    <a:pt x="246" y="474"/>
                  </a:lnTo>
                  <a:lnTo>
                    <a:pt x="252" y="468"/>
                  </a:lnTo>
                  <a:lnTo>
                    <a:pt x="264" y="462"/>
                  </a:lnTo>
                  <a:lnTo>
                    <a:pt x="270" y="456"/>
                  </a:lnTo>
                  <a:lnTo>
                    <a:pt x="288" y="474"/>
                  </a:lnTo>
                  <a:lnTo>
                    <a:pt x="300" y="480"/>
                  </a:lnTo>
                  <a:lnTo>
                    <a:pt x="306" y="486"/>
                  </a:lnTo>
                  <a:lnTo>
                    <a:pt x="312" y="486"/>
                  </a:lnTo>
                  <a:lnTo>
                    <a:pt x="330" y="492"/>
                  </a:lnTo>
                  <a:lnTo>
                    <a:pt x="342" y="492"/>
                  </a:lnTo>
                  <a:lnTo>
                    <a:pt x="378" y="504"/>
                  </a:lnTo>
                  <a:lnTo>
                    <a:pt x="390" y="510"/>
                  </a:lnTo>
                  <a:lnTo>
                    <a:pt x="402" y="534"/>
                  </a:lnTo>
                  <a:lnTo>
                    <a:pt x="402" y="558"/>
                  </a:lnTo>
                  <a:lnTo>
                    <a:pt x="408" y="570"/>
                  </a:lnTo>
                  <a:lnTo>
                    <a:pt x="420" y="582"/>
                  </a:lnTo>
                  <a:lnTo>
                    <a:pt x="438" y="582"/>
                  </a:lnTo>
                  <a:lnTo>
                    <a:pt x="450" y="594"/>
                  </a:lnTo>
                  <a:lnTo>
                    <a:pt x="450" y="606"/>
                  </a:lnTo>
                  <a:lnTo>
                    <a:pt x="456" y="618"/>
                  </a:lnTo>
                  <a:lnTo>
                    <a:pt x="468" y="654"/>
                  </a:lnTo>
                  <a:lnTo>
                    <a:pt x="486" y="672"/>
                  </a:lnTo>
                  <a:lnTo>
                    <a:pt x="516" y="678"/>
                  </a:lnTo>
                  <a:lnTo>
                    <a:pt x="558" y="684"/>
                  </a:lnTo>
                  <a:lnTo>
                    <a:pt x="618" y="684"/>
                  </a:lnTo>
                  <a:lnTo>
                    <a:pt x="630" y="690"/>
                  </a:lnTo>
                  <a:lnTo>
                    <a:pt x="654" y="714"/>
                  </a:lnTo>
                  <a:lnTo>
                    <a:pt x="678" y="726"/>
                  </a:lnTo>
                  <a:lnTo>
                    <a:pt x="684" y="726"/>
                  </a:lnTo>
                  <a:lnTo>
                    <a:pt x="684" y="720"/>
                  </a:lnTo>
                  <a:lnTo>
                    <a:pt x="678" y="708"/>
                  </a:lnTo>
                  <a:lnTo>
                    <a:pt x="678" y="702"/>
                  </a:lnTo>
                  <a:lnTo>
                    <a:pt x="672" y="690"/>
                  </a:lnTo>
                  <a:lnTo>
                    <a:pt x="666" y="684"/>
                  </a:lnTo>
                  <a:lnTo>
                    <a:pt x="672" y="672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17" name="Panama" descr="© INSCALE GmbH, 05.05.2010&#10;http://www.presentationload.com/">
              <a:extLst>
                <a:ext uri="{FF2B5EF4-FFF2-40B4-BE49-F238E27FC236}">
                  <a16:creationId xmlns:a16="http://schemas.microsoft.com/office/drawing/2014/main" id="{DADC8DF7-4AB8-455A-B167-BA8FADE630D5}"/>
                </a:ext>
              </a:extLst>
            </p:cNvPr>
            <p:cNvSpPr>
              <a:spLocks/>
            </p:cNvSpPr>
            <p:nvPr/>
          </p:nvSpPr>
          <p:spPr bwMode="gray">
            <a:xfrm>
              <a:off x="1786898" y="2747656"/>
              <a:ext cx="134412" cy="64221"/>
            </a:xfrm>
            <a:custGeom>
              <a:avLst/>
              <a:gdLst>
                <a:gd name="T0" fmla="*/ 2147483647 w 408"/>
                <a:gd name="T1" fmla="*/ 2147483647 h 198"/>
                <a:gd name="T2" fmla="*/ 2147483647 w 408"/>
                <a:gd name="T3" fmla="*/ 2147483647 h 198"/>
                <a:gd name="T4" fmla="*/ 2147483647 w 408"/>
                <a:gd name="T5" fmla="*/ 2147483647 h 198"/>
                <a:gd name="T6" fmla="*/ 2147483647 w 408"/>
                <a:gd name="T7" fmla="*/ 2147483647 h 198"/>
                <a:gd name="T8" fmla="*/ 2147483647 w 408"/>
                <a:gd name="T9" fmla="*/ 2147483647 h 198"/>
                <a:gd name="T10" fmla="*/ 2147483647 w 408"/>
                <a:gd name="T11" fmla="*/ 2147483647 h 198"/>
                <a:gd name="T12" fmla="*/ 2147483647 w 408"/>
                <a:gd name="T13" fmla="*/ 2147483647 h 198"/>
                <a:gd name="T14" fmla="*/ 2147483647 w 408"/>
                <a:gd name="T15" fmla="*/ 2147483647 h 198"/>
                <a:gd name="T16" fmla="*/ 2147483647 w 408"/>
                <a:gd name="T17" fmla="*/ 2147483647 h 198"/>
                <a:gd name="T18" fmla="*/ 2147483647 w 408"/>
                <a:gd name="T19" fmla="*/ 2147483647 h 198"/>
                <a:gd name="T20" fmla="*/ 2147483647 w 408"/>
                <a:gd name="T21" fmla="*/ 2147483647 h 198"/>
                <a:gd name="T22" fmla="*/ 2147483647 w 408"/>
                <a:gd name="T23" fmla="*/ 2147483647 h 198"/>
                <a:gd name="T24" fmla="*/ 2147483647 w 408"/>
                <a:gd name="T25" fmla="*/ 2147483647 h 198"/>
                <a:gd name="T26" fmla="*/ 2147483647 w 408"/>
                <a:gd name="T27" fmla="*/ 2147483647 h 198"/>
                <a:gd name="T28" fmla="*/ 2147483647 w 408"/>
                <a:gd name="T29" fmla="*/ 2147483647 h 198"/>
                <a:gd name="T30" fmla="*/ 2147483647 w 408"/>
                <a:gd name="T31" fmla="*/ 2147483647 h 198"/>
                <a:gd name="T32" fmla="*/ 2147483647 w 408"/>
                <a:gd name="T33" fmla="*/ 0 h 198"/>
                <a:gd name="T34" fmla="*/ 2147483647 w 408"/>
                <a:gd name="T35" fmla="*/ 2147483647 h 198"/>
                <a:gd name="T36" fmla="*/ 2147483647 w 408"/>
                <a:gd name="T37" fmla="*/ 2147483647 h 198"/>
                <a:gd name="T38" fmla="*/ 2147483647 w 408"/>
                <a:gd name="T39" fmla="*/ 2147483647 h 198"/>
                <a:gd name="T40" fmla="*/ 2147483647 w 408"/>
                <a:gd name="T41" fmla="*/ 2147483647 h 198"/>
                <a:gd name="T42" fmla="*/ 2147483647 w 408"/>
                <a:gd name="T43" fmla="*/ 2147483647 h 198"/>
                <a:gd name="T44" fmla="*/ 2147483647 w 408"/>
                <a:gd name="T45" fmla="*/ 2147483647 h 198"/>
                <a:gd name="T46" fmla="*/ 2147483647 w 408"/>
                <a:gd name="T47" fmla="*/ 2147483647 h 198"/>
                <a:gd name="T48" fmla="*/ 2147483647 w 408"/>
                <a:gd name="T49" fmla="*/ 2147483647 h 198"/>
                <a:gd name="T50" fmla="*/ 2147483647 w 408"/>
                <a:gd name="T51" fmla="*/ 2147483647 h 198"/>
                <a:gd name="T52" fmla="*/ 2147483647 w 408"/>
                <a:gd name="T53" fmla="*/ 2147483647 h 198"/>
                <a:gd name="T54" fmla="*/ 2147483647 w 408"/>
                <a:gd name="T55" fmla="*/ 2147483647 h 198"/>
                <a:gd name="T56" fmla="*/ 0 w 408"/>
                <a:gd name="T57" fmla="*/ 2147483647 h 198"/>
                <a:gd name="T58" fmla="*/ 2147483647 w 408"/>
                <a:gd name="T59" fmla="*/ 2147483647 h 198"/>
                <a:gd name="T60" fmla="*/ 2147483647 w 408"/>
                <a:gd name="T61" fmla="*/ 2147483647 h 198"/>
                <a:gd name="T62" fmla="*/ 2147483647 w 408"/>
                <a:gd name="T63" fmla="*/ 2147483647 h 198"/>
                <a:gd name="T64" fmla="*/ 0 w 408"/>
                <a:gd name="T65" fmla="*/ 2147483647 h 198"/>
                <a:gd name="T66" fmla="*/ 2147483647 w 408"/>
                <a:gd name="T67" fmla="*/ 2147483647 h 198"/>
                <a:gd name="T68" fmla="*/ 2147483647 w 408"/>
                <a:gd name="T69" fmla="*/ 2147483647 h 198"/>
                <a:gd name="T70" fmla="*/ 2147483647 w 408"/>
                <a:gd name="T71" fmla="*/ 2147483647 h 198"/>
                <a:gd name="T72" fmla="*/ 2147483647 w 408"/>
                <a:gd name="T73" fmla="*/ 2147483647 h 198"/>
                <a:gd name="T74" fmla="*/ 2147483647 w 408"/>
                <a:gd name="T75" fmla="*/ 2147483647 h 198"/>
                <a:gd name="T76" fmla="*/ 2147483647 w 408"/>
                <a:gd name="T77" fmla="*/ 2147483647 h 198"/>
                <a:gd name="T78" fmla="*/ 2147483647 w 408"/>
                <a:gd name="T79" fmla="*/ 2147483647 h 198"/>
                <a:gd name="T80" fmla="*/ 2147483647 w 408"/>
                <a:gd name="T81" fmla="*/ 2147483647 h 198"/>
                <a:gd name="T82" fmla="*/ 2147483647 w 408"/>
                <a:gd name="T83" fmla="*/ 2147483647 h 198"/>
                <a:gd name="T84" fmla="*/ 2147483647 w 408"/>
                <a:gd name="T85" fmla="*/ 2147483647 h 198"/>
                <a:gd name="T86" fmla="*/ 2147483647 w 408"/>
                <a:gd name="T87" fmla="*/ 2147483647 h 198"/>
                <a:gd name="T88" fmla="*/ 2147483647 w 408"/>
                <a:gd name="T89" fmla="*/ 2147483647 h 198"/>
                <a:gd name="T90" fmla="*/ 2147483647 w 408"/>
                <a:gd name="T91" fmla="*/ 2147483647 h 198"/>
                <a:gd name="T92" fmla="*/ 2147483647 w 408"/>
                <a:gd name="T93" fmla="*/ 2147483647 h 198"/>
                <a:gd name="T94" fmla="*/ 2147483647 w 408"/>
                <a:gd name="T95" fmla="*/ 2147483647 h 198"/>
                <a:gd name="T96" fmla="*/ 2147483647 w 408"/>
                <a:gd name="T97" fmla="*/ 2147483647 h 198"/>
                <a:gd name="T98" fmla="*/ 2147483647 w 408"/>
                <a:gd name="T99" fmla="*/ 2147483647 h 198"/>
                <a:gd name="T100" fmla="*/ 2147483647 w 408"/>
                <a:gd name="T101" fmla="*/ 2147483647 h 19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408"/>
                <a:gd name="T154" fmla="*/ 0 h 198"/>
                <a:gd name="T155" fmla="*/ 408 w 408"/>
                <a:gd name="T156" fmla="*/ 198 h 198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408" h="198">
                  <a:moveTo>
                    <a:pt x="306" y="66"/>
                  </a:moveTo>
                  <a:lnTo>
                    <a:pt x="318" y="78"/>
                  </a:lnTo>
                  <a:lnTo>
                    <a:pt x="324" y="90"/>
                  </a:lnTo>
                  <a:lnTo>
                    <a:pt x="330" y="96"/>
                  </a:lnTo>
                  <a:lnTo>
                    <a:pt x="342" y="90"/>
                  </a:lnTo>
                  <a:lnTo>
                    <a:pt x="372" y="120"/>
                  </a:lnTo>
                  <a:lnTo>
                    <a:pt x="342" y="102"/>
                  </a:lnTo>
                  <a:lnTo>
                    <a:pt x="342" y="120"/>
                  </a:lnTo>
                  <a:lnTo>
                    <a:pt x="336" y="132"/>
                  </a:lnTo>
                  <a:lnTo>
                    <a:pt x="336" y="162"/>
                  </a:lnTo>
                  <a:lnTo>
                    <a:pt x="342" y="168"/>
                  </a:lnTo>
                  <a:lnTo>
                    <a:pt x="348" y="180"/>
                  </a:lnTo>
                  <a:lnTo>
                    <a:pt x="354" y="186"/>
                  </a:lnTo>
                  <a:lnTo>
                    <a:pt x="360" y="186"/>
                  </a:lnTo>
                  <a:lnTo>
                    <a:pt x="372" y="156"/>
                  </a:lnTo>
                  <a:lnTo>
                    <a:pt x="378" y="162"/>
                  </a:lnTo>
                  <a:lnTo>
                    <a:pt x="390" y="168"/>
                  </a:lnTo>
                  <a:lnTo>
                    <a:pt x="396" y="162"/>
                  </a:lnTo>
                  <a:lnTo>
                    <a:pt x="408" y="138"/>
                  </a:lnTo>
                  <a:lnTo>
                    <a:pt x="408" y="126"/>
                  </a:lnTo>
                  <a:lnTo>
                    <a:pt x="396" y="120"/>
                  </a:lnTo>
                  <a:lnTo>
                    <a:pt x="390" y="108"/>
                  </a:lnTo>
                  <a:lnTo>
                    <a:pt x="390" y="90"/>
                  </a:lnTo>
                  <a:lnTo>
                    <a:pt x="396" y="84"/>
                  </a:lnTo>
                  <a:lnTo>
                    <a:pt x="372" y="66"/>
                  </a:lnTo>
                  <a:lnTo>
                    <a:pt x="372" y="60"/>
                  </a:lnTo>
                  <a:lnTo>
                    <a:pt x="366" y="54"/>
                  </a:lnTo>
                  <a:lnTo>
                    <a:pt x="366" y="42"/>
                  </a:lnTo>
                  <a:lnTo>
                    <a:pt x="360" y="30"/>
                  </a:lnTo>
                  <a:lnTo>
                    <a:pt x="348" y="24"/>
                  </a:lnTo>
                  <a:lnTo>
                    <a:pt x="330" y="18"/>
                  </a:lnTo>
                  <a:lnTo>
                    <a:pt x="288" y="18"/>
                  </a:lnTo>
                  <a:lnTo>
                    <a:pt x="282" y="0"/>
                  </a:lnTo>
                  <a:lnTo>
                    <a:pt x="246" y="0"/>
                  </a:lnTo>
                  <a:lnTo>
                    <a:pt x="234" y="6"/>
                  </a:lnTo>
                  <a:lnTo>
                    <a:pt x="228" y="12"/>
                  </a:lnTo>
                  <a:lnTo>
                    <a:pt x="222" y="24"/>
                  </a:lnTo>
                  <a:lnTo>
                    <a:pt x="210" y="36"/>
                  </a:lnTo>
                  <a:lnTo>
                    <a:pt x="204" y="36"/>
                  </a:lnTo>
                  <a:lnTo>
                    <a:pt x="198" y="30"/>
                  </a:lnTo>
                  <a:lnTo>
                    <a:pt x="192" y="30"/>
                  </a:lnTo>
                  <a:lnTo>
                    <a:pt x="168" y="42"/>
                  </a:lnTo>
                  <a:lnTo>
                    <a:pt x="144" y="66"/>
                  </a:lnTo>
                  <a:lnTo>
                    <a:pt x="132" y="72"/>
                  </a:lnTo>
                  <a:lnTo>
                    <a:pt x="120" y="72"/>
                  </a:lnTo>
                  <a:lnTo>
                    <a:pt x="114" y="66"/>
                  </a:lnTo>
                  <a:lnTo>
                    <a:pt x="102" y="60"/>
                  </a:lnTo>
                  <a:lnTo>
                    <a:pt x="90" y="42"/>
                  </a:lnTo>
                  <a:lnTo>
                    <a:pt x="78" y="54"/>
                  </a:lnTo>
                  <a:lnTo>
                    <a:pt x="60" y="54"/>
                  </a:lnTo>
                  <a:lnTo>
                    <a:pt x="48" y="42"/>
                  </a:lnTo>
                  <a:lnTo>
                    <a:pt x="48" y="18"/>
                  </a:lnTo>
                  <a:lnTo>
                    <a:pt x="36" y="6"/>
                  </a:lnTo>
                  <a:lnTo>
                    <a:pt x="24" y="6"/>
                  </a:lnTo>
                  <a:lnTo>
                    <a:pt x="18" y="12"/>
                  </a:lnTo>
                  <a:lnTo>
                    <a:pt x="6" y="12"/>
                  </a:lnTo>
                  <a:lnTo>
                    <a:pt x="0" y="18"/>
                  </a:lnTo>
                  <a:lnTo>
                    <a:pt x="0" y="36"/>
                  </a:lnTo>
                  <a:lnTo>
                    <a:pt x="6" y="42"/>
                  </a:lnTo>
                  <a:lnTo>
                    <a:pt x="6" y="48"/>
                  </a:lnTo>
                  <a:lnTo>
                    <a:pt x="24" y="48"/>
                  </a:lnTo>
                  <a:lnTo>
                    <a:pt x="30" y="54"/>
                  </a:lnTo>
                  <a:lnTo>
                    <a:pt x="12" y="72"/>
                  </a:lnTo>
                  <a:lnTo>
                    <a:pt x="6" y="72"/>
                  </a:lnTo>
                  <a:lnTo>
                    <a:pt x="6" y="96"/>
                  </a:lnTo>
                  <a:lnTo>
                    <a:pt x="0" y="102"/>
                  </a:lnTo>
                  <a:lnTo>
                    <a:pt x="6" y="108"/>
                  </a:lnTo>
                  <a:lnTo>
                    <a:pt x="48" y="102"/>
                  </a:lnTo>
                  <a:lnTo>
                    <a:pt x="60" y="120"/>
                  </a:lnTo>
                  <a:lnTo>
                    <a:pt x="90" y="114"/>
                  </a:lnTo>
                  <a:lnTo>
                    <a:pt x="90" y="126"/>
                  </a:lnTo>
                  <a:lnTo>
                    <a:pt x="84" y="132"/>
                  </a:lnTo>
                  <a:lnTo>
                    <a:pt x="84" y="150"/>
                  </a:lnTo>
                  <a:lnTo>
                    <a:pt x="90" y="156"/>
                  </a:lnTo>
                  <a:lnTo>
                    <a:pt x="108" y="156"/>
                  </a:lnTo>
                  <a:lnTo>
                    <a:pt x="114" y="150"/>
                  </a:lnTo>
                  <a:lnTo>
                    <a:pt x="120" y="150"/>
                  </a:lnTo>
                  <a:lnTo>
                    <a:pt x="120" y="132"/>
                  </a:lnTo>
                  <a:lnTo>
                    <a:pt x="138" y="126"/>
                  </a:lnTo>
                  <a:lnTo>
                    <a:pt x="138" y="150"/>
                  </a:lnTo>
                  <a:lnTo>
                    <a:pt x="144" y="168"/>
                  </a:lnTo>
                  <a:lnTo>
                    <a:pt x="144" y="180"/>
                  </a:lnTo>
                  <a:lnTo>
                    <a:pt x="150" y="192"/>
                  </a:lnTo>
                  <a:lnTo>
                    <a:pt x="156" y="198"/>
                  </a:lnTo>
                  <a:lnTo>
                    <a:pt x="162" y="198"/>
                  </a:lnTo>
                  <a:lnTo>
                    <a:pt x="180" y="192"/>
                  </a:lnTo>
                  <a:lnTo>
                    <a:pt x="198" y="174"/>
                  </a:lnTo>
                  <a:lnTo>
                    <a:pt x="204" y="174"/>
                  </a:lnTo>
                  <a:lnTo>
                    <a:pt x="198" y="168"/>
                  </a:lnTo>
                  <a:lnTo>
                    <a:pt x="186" y="162"/>
                  </a:lnTo>
                  <a:lnTo>
                    <a:pt x="180" y="150"/>
                  </a:lnTo>
                  <a:lnTo>
                    <a:pt x="174" y="144"/>
                  </a:lnTo>
                  <a:lnTo>
                    <a:pt x="168" y="132"/>
                  </a:lnTo>
                  <a:lnTo>
                    <a:pt x="162" y="126"/>
                  </a:lnTo>
                  <a:lnTo>
                    <a:pt x="186" y="102"/>
                  </a:lnTo>
                  <a:lnTo>
                    <a:pt x="222" y="84"/>
                  </a:lnTo>
                  <a:lnTo>
                    <a:pt x="228" y="72"/>
                  </a:lnTo>
                  <a:lnTo>
                    <a:pt x="246" y="54"/>
                  </a:lnTo>
                  <a:lnTo>
                    <a:pt x="258" y="48"/>
                  </a:lnTo>
                  <a:lnTo>
                    <a:pt x="276" y="54"/>
                  </a:lnTo>
                  <a:lnTo>
                    <a:pt x="288" y="60"/>
                  </a:lnTo>
                  <a:lnTo>
                    <a:pt x="306" y="66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18" name="Paraguay" descr="© INSCALE GmbH, 05.05.2010&#10;http://www.presentationload.com/">
              <a:extLst>
                <a:ext uri="{FF2B5EF4-FFF2-40B4-BE49-F238E27FC236}">
                  <a16:creationId xmlns:a16="http://schemas.microsoft.com/office/drawing/2014/main" id="{78A883BF-7E1F-40E5-92E6-F60261D11CD5}"/>
                </a:ext>
              </a:extLst>
            </p:cNvPr>
            <p:cNvSpPr>
              <a:spLocks/>
            </p:cNvSpPr>
            <p:nvPr/>
          </p:nvSpPr>
          <p:spPr bwMode="gray">
            <a:xfrm>
              <a:off x="2296110" y="3511885"/>
              <a:ext cx="197740" cy="222205"/>
            </a:xfrm>
            <a:custGeom>
              <a:avLst/>
              <a:gdLst>
                <a:gd name="T0" fmla="*/ 2147483647 w 600"/>
                <a:gd name="T1" fmla="*/ 2147483647 h 678"/>
                <a:gd name="T2" fmla="*/ 2147483647 w 600"/>
                <a:gd name="T3" fmla="*/ 2147483647 h 678"/>
                <a:gd name="T4" fmla="*/ 2147483647 w 600"/>
                <a:gd name="T5" fmla="*/ 2147483647 h 678"/>
                <a:gd name="T6" fmla="*/ 2147483647 w 600"/>
                <a:gd name="T7" fmla="*/ 2147483647 h 678"/>
                <a:gd name="T8" fmla="*/ 2147483647 w 600"/>
                <a:gd name="T9" fmla="*/ 2147483647 h 678"/>
                <a:gd name="T10" fmla="*/ 2147483647 w 600"/>
                <a:gd name="T11" fmla="*/ 2147483647 h 678"/>
                <a:gd name="T12" fmla="*/ 2147483647 w 600"/>
                <a:gd name="T13" fmla="*/ 2147483647 h 678"/>
                <a:gd name="T14" fmla="*/ 2147483647 w 600"/>
                <a:gd name="T15" fmla="*/ 2147483647 h 678"/>
                <a:gd name="T16" fmla="*/ 2147483647 w 600"/>
                <a:gd name="T17" fmla="*/ 2147483647 h 678"/>
                <a:gd name="T18" fmla="*/ 2147483647 w 600"/>
                <a:gd name="T19" fmla="*/ 2147483647 h 678"/>
                <a:gd name="T20" fmla="*/ 2147483647 w 600"/>
                <a:gd name="T21" fmla="*/ 2147483647 h 678"/>
                <a:gd name="T22" fmla="*/ 2147483647 w 600"/>
                <a:gd name="T23" fmla="*/ 2147483647 h 678"/>
                <a:gd name="T24" fmla="*/ 2147483647 w 600"/>
                <a:gd name="T25" fmla="*/ 2147483647 h 678"/>
                <a:gd name="T26" fmla="*/ 2147483647 w 600"/>
                <a:gd name="T27" fmla="*/ 2147483647 h 678"/>
                <a:gd name="T28" fmla="*/ 2147483647 w 600"/>
                <a:gd name="T29" fmla="*/ 2147483647 h 678"/>
                <a:gd name="T30" fmla="*/ 2147483647 w 600"/>
                <a:gd name="T31" fmla="*/ 2147483647 h 678"/>
                <a:gd name="T32" fmla="*/ 2147483647 w 600"/>
                <a:gd name="T33" fmla="*/ 2147483647 h 678"/>
                <a:gd name="T34" fmla="*/ 2147483647 w 600"/>
                <a:gd name="T35" fmla="*/ 2147483647 h 678"/>
                <a:gd name="T36" fmla="*/ 2147483647 w 600"/>
                <a:gd name="T37" fmla="*/ 2147483647 h 678"/>
                <a:gd name="T38" fmla="*/ 2147483647 w 600"/>
                <a:gd name="T39" fmla="*/ 2147483647 h 678"/>
                <a:gd name="T40" fmla="*/ 2147483647 w 600"/>
                <a:gd name="T41" fmla="*/ 2147483647 h 678"/>
                <a:gd name="T42" fmla="*/ 2147483647 w 600"/>
                <a:gd name="T43" fmla="*/ 2147483647 h 678"/>
                <a:gd name="T44" fmla="*/ 2147483647 w 600"/>
                <a:gd name="T45" fmla="*/ 2147483647 h 678"/>
                <a:gd name="T46" fmla="*/ 2147483647 w 600"/>
                <a:gd name="T47" fmla="*/ 2147483647 h 678"/>
                <a:gd name="T48" fmla="*/ 2147483647 w 600"/>
                <a:gd name="T49" fmla="*/ 2147483647 h 678"/>
                <a:gd name="T50" fmla="*/ 2147483647 w 600"/>
                <a:gd name="T51" fmla="*/ 2147483647 h 678"/>
                <a:gd name="T52" fmla="*/ 2147483647 w 600"/>
                <a:gd name="T53" fmla="*/ 0 h 678"/>
                <a:gd name="T54" fmla="*/ 2147483647 w 600"/>
                <a:gd name="T55" fmla="*/ 2147483647 h 678"/>
                <a:gd name="T56" fmla="*/ 2147483647 w 600"/>
                <a:gd name="T57" fmla="*/ 2147483647 h 678"/>
                <a:gd name="T58" fmla="*/ 0 w 600"/>
                <a:gd name="T59" fmla="*/ 2147483647 h 678"/>
                <a:gd name="T60" fmla="*/ 2147483647 w 600"/>
                <a:gd name="T61" fmla="*/ 2147483647 h 678"/>
                <a:gd name="T62" fmla="*/ 2147483647 w 600"/>
                <a:gd name="T63" fmla="*/ 2147483647 h 678"/>
                <a:gd name="T64" fmla="*/ 2147483647 w 600"/>
                <a:gd name="T65" fmla="*/ 2147483647 h 678"/>
                <a:gd name="T66" fmla="*/ 2147483647 w 600"/>
                <a:gd name="T67" fmla="*/ 2147483647 h 678"/>
                <a:gd name="T68" fmla="*/ 2147483647 w 600"/>
                <a:gd name="T69" fmla="*/ 2147483647 h 678"/>
                <a:gd name="T70" fmla="*/ 2147483647 w 600"/>
                <a:gd name="T71" fmla="*/ 2147483647 h 678"/>
                <a:gd name="T72" fmla="*/ 2147483647 w 600"/>
                <a:gd name="T73" fmla="*/ 2147483647 h 678"/>
                <a:gd name="T74" fmla="*/ 2147483647 w 600"/>
                <a:gd name="T75" fmla="*/ 2147483647 h 678"/>
                <a:gd name="T76" fmla="*/ 2147483647 w 600"/>
                <a:gd name="T77" fmla="*/ 2147483647 h 678"/>
                <a:gd name="T78" fmla="*/ 2147483647 w 600"/>
                <a:gd name="T79" fmla="*/ 2147483647 h 678"/>
                <a:gd name="T80" fmla="*/ 2147483647 w 600"/>
                <a:gd name="T81" fmla="*/ 2147483647 h 678"/>
                <a:gd name="T82" fmla="*/ 2147483647 w 600"/>
                <a:gd name="T83" fmla="*/ 2147483647 h 678"/>
                <a:gd name="T84" fmla="*/ 2147483647 w 600"/>
                <a:gd name="T85" fmla="*/ 2147483647 h 678"/>
                <a:gd name="T86" fmla="*/ 2147483647 w 600"/>
                <a:gd name="T87" fmla="*/ 2147483647 h 678"/>
                <a:gd name="T88" fmla="*/ 2147483647 w 600"/>
                <a:gd name="T89" fmla="*/ 2147483647 h 678"/>
                <a:gd name="T90" fmla="*/ 2147483647 w 600"/>
                <a:gd name="T91" fmla="*/ 2147483647 h 678"/>
                <a:gd name="T92" fmla="*/ 2147483647 w 600"/>
                <a:gd name="T93" fmla="*/ 2147483647 h 678"/>
                <a:gd name="T94" fmla="*/ 2147483647 w 600"/>
                <a:gd name="T95" fmla="*/ 2147483647 h 678"/>
                <a:gd name="T96" fmla="*/ 2147483647 w 600"/>
                <a:gd name="T97" fmla="*/ 2147483647 h 678"/>
                <a:gd name="T98" fmla="*/ 2147483647 w 600"/>
                <a:gd name="T99" fmla="*/ 2147483647 h 678"/>
                <a:gd name="T100" fmla="*/ 2147483647 w 600"/>
                <a:gd name="T101" fmla="*/ 2147483647 h 678"/>
                <a:gd name="T102" fmla="*/ 2147483647 w 600"/>
                <a:gd name="T103" fmla="*/ 2147483647 h 678"/>
                <a:gd name="T104" fmla="*/ 2147483647 w 600"/>
                <a:gd name="T105" fmla="*/ 2147483647 h 678"/>
                <a:gd name="T106" fmla="*/ 2147483647 w 600"/>
                <a:gd name="T107" fmla="*/ 2147483647 h 678"/>
                <a:gd name="T108" fmla="*/ 2147483647 w 600"/>
                <a:gd name="T109" fmla="*/ 2147483647 h 678"/>
                <a:gd name="T110" fmla="*/ 2147483647 w 600"/>
                <a:gd name="T111" fmla="*/ 2147483647 h 678"/>
                <a:gd name="T112" fmla="*/ 2147483647 w 600"/>
                <a:gd name="T113" fmla="*/ 2147483647 h 678"/>
                <a:gd name="T114" fmla="*/ 2147483647 w 600"/>
                <a:gd name="T115" fmla="*/ 2147483647 h 678"/>
                <a:gd name="T116" fmla="*/ 2147483647 w 600"/>
                <a:gd name="T117" fmla="*/ 2147483647 h 678"/>
                <a:gd name="T118" fmla="*/ 2147483647 w 600"/>
                <a:gd name="T119" fmla="*/ 2147483647 h 67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600"/>
                <a:gd name="T181" fmla="*/ 0 h 678"/>
                <a:gd name="T182" fmla="*/ 600 w 600"/>
                <a:gd name="T183" fmla="*/ 678 h 67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600" h="678">
                  <a:moveTo>
                    <a:pt x="480" y="660"/>
                  </a:moveTo>
                  <a:lnTo>
                    <a:pt x="492" y="678"/>
                  </a:lnTo>
                  <a:lnTo>
                    <a:pt x="492" y="660"/>
                  </a:lnTo>
                  <a:lnTo>
                    <a:pt x="498" y="654"/>
                  </a:lnTo>
                  <a:lnTo>
                    <a:pt x="510" y="654"/>
                  </a:lnTo>
                  <a:lnTo>
                    <a:pt x="516" y="660"/>
                  </a:lnTo>
                  <a:lnTo>
                    <a:pt x="516" y="666"/>
                  </a:lnTo>
                  <a:lnTo>
                    <a:pt x="522" y="660"/>
                  </a:lnTo>
                  <a:lnTo>
                    <a:pt x="534" y="636"/>
                  </a:lnTo>
                  <a:lnTo>
                    <a:pt x="546" y="624"/>
                  </a:lnTo>
                  <a:lnTo>
                    <a:pt x="552" y="624"/>
                  </a:lnTo>
                  <a:lnTo>
                    <a:pt x="558" y="618"/>
                  </a:lnTo>
                  <a:lnTo>
                    <a:pt x="570" y="612"/>
                  </a:lnTo>
                  <a:lnTo>
                    <a:pt x="576" y="600"/>
                  </a:lnTo>
                  <a:lnTo>
                    <a:pt x="588" y="594"/>
                  </a:lnTo>
                  <a:lnTo>
                    <a:pt x="588" y="516"/>
                  </a:lnTo>
                  <a:lnTo>
                    <a:pt x="582" y="498"/>
                  </a:lnTo>
                  <a:lnTo>
                    <a:pt x="582" y="486"/>
                  </a:lnTo>
                  <a:lnTo>
                    <a:pt x="588" y="474"/>
                  </a:lnTo>
                  <a:lnTo>
                    <a:pt x="588" y="468"/>
                  </a:lnTo>
                  <a:lnTo>
                    <a:pt x="594" y="462"/>
                  </a:lnTo>
                  <a:lnTo>
                    <a:pt x="594" y="432"/>
                  </a:lnTo>
                  <a:lnTo>
                    <a:pt x="600" y="414"/>
                  </a:lnTo>
                  <a:lnTo>
                    <a:pt x="600" y="396"/>
                  </a:lnTo>
                  <a:lnTo>
                    <a:pt x="594" y="384"/>
                  </a:lnTo>
                  <a:lnTo>
                    <a:pt x="582" y="372"/>
                  </a:lnTo>
                  <a:lnTo>
                    <a:pt x="570" y="366"/>
                  </a:lnTo>
                  <a:lnTo>
                    <a:pt x="558" y="366"/>
                  </a:lnTo>
                  <a:lnTo>
                    <a:pt x="540" y="384"/>
                  </a:lnTo>
                  <a:lnTo>
                    <a:pt x="528" y="384"/>
                  </a:lnTo>
                  <a:lnTo>
                    <a:pt x="516" y="378"/>
                  </a:lnTo>
                  <a:lnTo>
                    <a:pt x="504" y="354"/>
                  </a:lnTo>
                  <a:lnTo>
                    <a:pt x="504" y="336"/>
                  </a:lnTo>
                  <a:lnTo>
                    <a:pt x="498" y="318"/>
                  </a:lnTo>
                  <a:lnTo>
                    <a:pt x="498" y="294"/>
                  </a:lnTo>
                  <a:lnTo>
                    <a:pt x="492" y="276"/>
                  </a:lnTo>
                  <a:lnTo>
                    <a:pt x="492" y="252"/>
                  </a:lnTo>
                  <a:lnTo>
                    <a:pt x="486" y="246"/>
                  </a:lnTo>
                  <a:lnTo>
                    <a:pt x="474" y="240"/>
                  </a:lnTo>
                  <a:lnTo>
                    <a:pt x="402" y="240"/>
                  </a:lnTo>
                  <a:lnTo>
                    <a:pt x="360" y="234"/>
                  </a:lnTo>
                  <a:lnTo>
                    <a:pt x="324" y="222"/>
                  </a:lnTo>
                  <a:lnTo>
                    <a:pt x="318" y="216"/>
                  </a:lnTo>
                  <a:lnTo>
                    <a:pt x="312" y="204"/>
                  </a:lnTo>
                  <a:lnTo>
                    <a:pt x="312" y="162"/>
                  </a:lnTo>
                  <a:lnTo>
                    <a:pt x="318" y="150"/>
                  </a:lnTo>
                  <a:lnTo>
                    <a:pt x="318" y="132"/>
                  </a:lnTo>
                  <a:lnTo>
                    <a:pt x="306" y="132"/>
                  </a:lnTo>
                  <a:lnTo>
                    <a:pt x="306" y="96"/>
                  </a:lnTo>
                  <a:lnTo>
                    <a:pt x="294" y="90"/>
                  </a:lnTo>
                  <a:lnTo>
                    <a:pt x="288" y="84"/>
                  </a:lnTo>
                  <a:lnTo>
                    <a:pt x="288" y="78"/>
                  </a:lnTo>
                  <a:lnTo>
                    <a:pt x="270" y="42"/>
                  </a:lnTo>
                  <a:lnTo>
                    <a:pt x="216" y="0"/>
                  </a:lnTo>
                  <a:lnTo>
                    <a:pt x="138" y="12"/>
                  </a:lnTo>
                  <a:lnTo>
                    <a:pt x="36" y="30"/>
                  </a:lnTo>
                  <a:lnTo>
                    <a:pt x="30" y="60"/>
                  </a:lnTo>
                  <a:lnTo>
                    <a:pt x="18" y="72"/>
                  </a:lnTo>
                  <a:lnTo>
                    <a:pt x="6" y="78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12" y="120"/>
                  </a:lnTo>
                  <a:lnTo>
                    <a:pt x="12" y="126"/>
                  </a:lnTo>
                  <a:lnTo>
                    <a:pt x="18" y="132"/>
                  </a:lnTo>
                  <a:lnTo>
                    <a:pt x="18" y="156"/>
                  </a:lnTo>
                  <a:lnTo>
                    <a:pt x="6" y="228"/>
                  </a:lnTo>
                  <a:lnTo>
                    <a:pt x="6" y="246"/>
                  </a:lnTo>
                  <a:lnTo>
                    <a:pt x="24" y="264"/>
                  </a:lnTo>
                  <a:lnTo>
                    <a:pt x="24" y="270"/>
                  </a:lnTo>
                  <a:lnTo>
                    <a:pt x="30" y="276"/>
                  </a:lnTo>
                  <a:lnTo>
                    <a:pt x="36" y="288"/>
                  </a:lnTo>
                  <a:lnTo>
                    <a:pt x="48" y="294"/>
                  </a:lnTo>
                  <a:lnTo>
                    <a:pt x="54" y="306"/>
                  </a:lnTo>
                  <a:lnTo>
                    <a:pt x="60" y="312"/>
                  </a:lnTo>
                  <a:lnTo>
                    <a:pt x="84" y="324"/>
                  </a:lnTo>
                  <a:lnTo>
                    <a:pt x="102" y="342"/>
                  </a:lnTo>
                  <a:lnTo>
                    <a:pt x="114" y="348"/>
                  </a:lnTo>
                  <a:lnTo>
                    <a:pt x="120" y="366"/>
                  </a:lnTo>
                  <a:lnTo>
                    <a:pt x="126" y="366"/>
                  </a:lnTo>
                  <a:lnTo>
                    <a:pt x="132" y="372"/>
                  </a:lnTo>
                  <a:lnTo>
                    <a:pt x="168" y="390"/>
                  </a:lnTo>
                  <a:lnTo>
                    <a:pt x="198" y="390"/>
                  </a:lnTo>
                  <a:lnTo>
                    <a:pt x="210" y="396"/>
                  </a:lnTo>
                  <a:lnTo>
                    <a:pt x="216" y="402"/>
                  </a:lnTo>
                  <a:lnTo>
                    <a:pt x="228" y="408"/>
                  </a:lnTo>
                  <a:lnTo>
                    <a:pt x="234" y="414"/>
                  </a:lnTo>
                  <a:lnTo>
                    <a:pt x="240" y="414"/>
                  </a:lnTo>
                  <a:lnTo>
                    <a:pt x="246" y="420"/>
                  </a:lnTo>
                  <a:lnTo>
                    <a:pt x="258" y="426"/>
                  </a:lnTo>
                  <a:lnTo>
                    <a:pt x="276" y="438"/>
                  </a:lnTo>
                  <a:lnTo>
                    <a:pt x="312" y="456"/>
                  </a:lnTo>
                  <a:lnTo>
                    <a:pt x="318" y="462"/>
                  </a:lnTo>
                  <a:lnTo>
                    <a:pt x="330" y="462"/>
                  </a:lnTo>
                  <a:lnTo>
                    <a:pt x="342" y="468"/>
                  </a:lnTo>
                  <a:lnTo>
                    <a:pt x="360" y="474"/>
                  </a:lnTo>
                  <a:lnTo>
                    <a:pt x="372" y="480"/>
                  </a:lnTo>
                  <a:lnTo>
                    <a:pt x="378" y="486"/>
                  </a:lnTo>
                  <a:lnTo>
                    <a:pt x="372" y="492"/>
                  </a:lnTo>
                  <a:lnTo>
                    <a:pt x="372" y="504"/>
                  </a:lnTo>
                  <a:lnTo>
                    <a:pt x="366" y="510"/>
                  </a:lnTo>
                  <a:lnTo>
                    <a:pt x="360" y="522"/>
                  </a:lnTo>
                  <a:lnTo>
                    <a:pt x="366" y="528"/>
                  </a:lnTo>
                  <a:lnTo>
                    <a:pt x="372" y="540"/>
                  </a:lnTo>
                  <a:lnTo>
                    <a:pt x="372" y="546"/>
                  </a:lnTo>
                  <a:lnTo>
                    <a:pt x="366" y="552"/>
                  </a:lnTo>
                  <a:lnTo>
                    <a:pt x="348" y="552"/>
                  </a:lnTo>
                  <a:lnTo>
                    <a:pt x="348" y="588"/>
                  </a:lnTo>
                  <a:lnTo>
                    <a:pt x="342" y="594"/>
                  </a:lnTo>
                  <a:lnTo>
                    <a:pt x="336" y="606"/>
                  </a:lnTo>
                  <a:lnTo>
                    <a:pt x="330" y="612"/>
                  </a:lnTo>
                  <a:lnTo>
                    <a:pt x="324" y="624"/>
                  </a:lnTo>
                  <a:lnTo>
                    <a:pt x="324" y="636"/>
                  </a:lnTo>
                  <a:lnTo>
                    <a:pt x="330" y="642"/>
                  </a:lnTo>
                  <a:lnTo>
                    <a:pt x="354" y="642"/>
                  </a:lnTo>
                  <a:lnTo>
                    <a:pt x="366" y="636"/>
                  </a:lnTo>
                  <a:lnTo>
                    <a:pt x="372" y="636"/>
                  </a:lnTo>
                  <a:lnTo>
                    <a:pt x="384" y="642"/>
                  </a:lnTo>
                  <a:lnTo>
                    <a:pt x="390" y="648"/>
                  </a:lnTo>
                  <a:lnTo>
                    <a:pt x="402" y="654"/>
                  </a:lnTo>
                  <a:lnTo>
                    <a:pt x="420" y="660"/>
                  </a:lnTo>
                  <a:lnTo>
                    <a:pt x="480" y="660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19" name="Pa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609C349B-138E-418F-864E-B4552F58A66E}"/>
                </a:ext>
              </a:extLst>
            </p:cNvPr>
            <p:cNvSpPr>
              <a:spLocks/>
            </p:cNvSpPr>
            <p:nvPr/>
          </p:nvSpPr>
          <p:spPr bwMode="gray">
            <a:xfrm>
              <a:off x="5120044" y="2021952"/>
              <a:ext cx="347661" cy="346794"/>
            </a:xfrm>
            <a:custGeom>
              <a:avLst/>
              <a:gdLst>
                <a:gd name="T0" fmla="*/ 2147483647 w 1050"/>
                <a:gd name="T1" fmla="*/ 2147483647 h 1056"/>
                <a:gd name="T2" fmla="*/ 2147483647 w 1050"/>
                <a:gd name="T3" fmla="*/ 2147483647 h 1056"/>
                <a:gd name="T4" fmla="*/ 2147483647 w 1050"/>
                <a:gd name="T5" fmla="*/ 2147483647 h 1056"/>
                <a:gd name="T6" fmla="*/ 2147483647 w 1050"/>
                <a:gd name="T7" fmla="*/ 2147483647 h 1056"/>
                <a:gd name="T8" fmla="*/ 2147483647 w 1050"/>
                <a:gd name="T9" fmla="*/ 2147483647 h 1056"/>
                <a:gd name="T10" fmla="*/ 2147483647 w 1050"/>
                <a:gd name="T11" fmla="*/ 2147483647 h 1056"/>
                <a:gd name="T12" fmla="*/ 2147483647 w 1050"/>
                <a:gd name="T13" fmla="*/ 2147483647 h 1056"/>
                <a:gd name="T14" fmla="*/ 2147483647 w 1050"/>
                <a:gd name="T15" fmla="*/ 2147483647 h 1056"/>
                <a:gd name="T16" fmla="*/ 2147483647 w 1050"/>
                <a:gd name="T17" fmla="*/ 2147483647 h 1056"/>
                <a:gd name="T18" fmla="*/ 2147483647 w 1050"/>
                <a:gd name="T19" fmla="*/ 2147483647 h 1056"/>
                <a:gd name="T20" fmla="*/ 2147483647 w 1050"/>
                <a:gd name="T21" fmla="*/ 2147483647 h 1056"/>
                <a:gd name="T22" fmla="*/ 2147483647 w 1050"/>
                <a:gd name="T23" fmla="*/ 2147483647 h 1056"/>
                <a:gd name="T24" fmla="*/ 2147483647 w 1050"/>
                <a:gd name="T25" fmla="*/ 2147483647 h 1056"/>
                <a:gd name="T26" fmla="*/ 2147483647 w 1050"/>
                <a:gd name="T27" fmla="*/ 2147483647 h 1056"/>
                <a:gd name="T28" fmla="*/ 2147483647 w 1050"/>
                <a:gd name="T29" fmla="*/ 2147483647 h 1056"/>
                <a:gd name="T30" fmla="*/ 2147483647 w 1050"/>
                <a:gd name="T31" fmla="*/ 2147483647 h 1056"/>
                <a:gd name="T32" fmla="*/ 2147483647 w 1050"/>
                <a:gd name="T33" fmla="*/ 2147483647 h 1056"/>
                <a:gd name="T34" fmla="*/ 2147483647 w 1050"/>
                <a:gd name="T35" fmla="*/ 2147483647 h 1056"/>
                <a:gd name="T36" fmla="*/ 2147483647 w 1050"/>
                <a:gd name="T37" fmla="*/ 2147483647 h 1056"/>
                <a:gd name="T38" fmla="*/ 2147483647 w 1050"/>
                <a:gd name="T39" fmla="*/ 2147483647 h 1056"/>
                <a:gd name="T40" fmla="*/ 2147483647 w 1050"/>
                <a:gd name="T41" fmla="*/ 2147483647 h 1056"/>
                <a:gd name="T42" fmla="*/ 2147483647 w 1050"/>
                <a:gd name="T43" fmla="*/ 2147483647 h 1056"/>
                <a:gd name="T44" fmla="*/ 0 w 1050"/>
                <a:gd name="T45" fmla="*/ 2147483647 h 1056"/>
                <a:gd name="T46" fmla="*/ 2147483647 w 1050"/>
                <a:gd name="T47" fmla="*/ 2147483647 h 1056"/>
                <a:gd name="T48" fmla="*/ 2147483647 w 1050"/>
                <a:gd name="T49" fmla="*/ 2147483647 h 1056"/>
                <a:gd name="T50" fmla="*/ 2147483647 w 1050"/>
                <a:gd name="T51" fmla="*/ 2147483647 h 1056"/>
                <a:gd name="T52" fmla="*/ 2147483647 w 1050"/>
                <a:gd name="T53" fmla="*/ 2147483647 h 1056"/>
                <a:gd name="T54" fmla="*/ 2147483647 w 1050"/>
                <a:gd name="T55" fmla="*/ 2147483647 h 1056"/>
                <a:gd name="T56" fmla="*/ 2147483647 w 1050"/>
                <a:gd name="T57" fmla="*/ 2147483647 h 1056"/>
                <a:gd name="T58" fmla="*/ 2147483647 w 1050"/>
                <a:gd name="T59" fmla="*/ 2147483647 h 1056"/>
                <a:gd name="T60" fmla="*/ 2147483647 w 1050"/>
                <a:gd name="T61" fmla="*/ 2147483647 h 1056"/>
                <a:gd name="T62" fmla="*/ 2147483647 w 1050"/>
                <a:gd name="T63" fmla="*/ 2147483647 h 1056"/>
                <a:gd name="T64" fmla="*/ 2147483647 w 1050"/>
                <a:gd name="T65" fmla="*/ 2147483647 h 1056"/>
                <a:gd name="T66" fmla="*/ 2147483647 w 1050"/>
                <a:gd name="T67" fmla="*/ 2147483647 h 1056"/>
                <a:gd name="T68" fmla="*/ 2147483647 w 1050"/>
                <a:gd name="T69" fmla="*/ 2147483647 h 1056"/>
                <a:gd name="T70" fmla="*/ 2147483647 w 1050"/>
                <a:gd name="T71" fmla="*/ 2147483647 h 1056"/>
                <a:gd name="T72" fmla="*/ 2147483647 w 1050"/>
                <a:gd name="T73" fmla="*/ 2147483647 h 1056"/>
                <a:gd name="T74" fmla="*/ 2147483647 w 1050"/>
                <a:gd name="T75" fmla="*/ 2147483647 h 1056"/>
                <a:gd name="T76" fmla="*/ 2147483647 w 1050"/>
                <a:gd name="T77" fmla="*/ 2147483647 h 1056"/>
                <a:gd name="T78" fmla="*/ 2147483647 w 1050"/>
                <a:gd name="T79" fmla="*/ 2147483647 h 1056"/>
                <a:gd name="T80" fmla="*/ 2147483647 w 1050"/>
                <a:gd name="T81" fmla="*/ 2147483647 h 1056"/>
                <a:gd name="T82" fmla="*/ 2147483647 w 1050"/>
                <a:gd name="T83" fmla="*/ 2147483647 h 1056"/>
                <a:gd name="T84" fmla="*/ 2147483647 w 1050"/>
                <a:gd name="T85" fmla="*/ 2147483647 h 1056"/>
                <a:gd name="T86" fmla="*/ 2147483647 w 1050"/>
                <a:gd name="T87" fmla="*/ 2147483647 h 1056"/>
                <a:gd name="T88" fmla="*/ 2147483647 w 1050"/>
                <a:gd name="T89" fmla="*/ 2147483647 h 1056"/>
                <a:gd name="T90" fmla="*/ 2147483647 w 1050"/>
                <a:gd name="T91" fmla="*/ 2147483647 h 1056"/>
                <a:gd name="T92" fmla="*/ 2147483647 w 1050"/>
                <a:gd name="T93" fmla="*/ 2147483647 h 1056"/>
                <a:gd name="T94" fmla="*/ 2147483647 w 1050"/>
                <a:gd name="T95" fmla="*/ 2147483647 h 1056"/>
                <a:gd name="T96" fmla="*/ 2147483647 w 1050"/>
                <a:gd name="T97" fmla="*/ 2147483647 h 1056"/>
                <a:gd name="T98" fmla="*/ 2147483647 w 1050"/>
                <a:gd name="T99" fmla="*/ 2147483647 h 1056"/>
                <a:gd name="T100" fmla="*/ 2147483647 w 1050"/>
                <a:gd name="T101" fmla="*/ 2147483647 h 1056"/>
                <a:gd name="T102" fmla="*/ 2147483647 w 1050"/>
                <a:gd name="T103" fmla="*/ 2147483647 h 1056"/>
                <a:gd name="T104" fmla="*/ 2147483647 w 1050"/>
                <a:gd name="T105" fmla="*/ 2147483647 h 1056"/>
                <a:gd name="T106" fmla="*/ 2147483647 w 1050"/>
                <a:gd name="T107" fmla="*/ 2147483647 h 1056"/>
                <a:gd name="T108" fmla="*/ 2147483647 w 1050"/>
                <a:gd name="T109" fmla="*/ 2147483647 h 1056"/>
                <a:gd name="T110" fmla="*/ 2147483647 w 1050"/>
                <a:gd name="T111" fmla="*/ 2147483647 h 1056"/>
                <a:gd name="T112" fmla="*/ 2147483647 w 1050"/>
                <a:gd name="T113" fmla="*/ 2147483647 h 1056"/>
                <a:gd name="T114" fmla="*/ 2147483647 w 1050"/>
                <a:gd name="T115" fmla="*/ 2147483647 h 1056"/>
                <a:gd name="T116" fmla="*/ 2147483647 w 1050"/>
                <a:gd name="T117" fmla="*/ 2147483647 h 1056"/>
                <a:gd name="T118" fmla="*/ 2147483647 w 1050"/>
                <a:gd name="T119" fmla="*/ 2147483647 h 1056"/>
                <a:gd name="T120" fmla="*/ 2147483647 w 1050"/>
                <a:gd name="T121" fmla="*/ 2147483647 h 1056"/>
                <a:gd name="T122" fmla="*/ 2147483647 w 1050"/>
                <a:gd name="T123" fmla="*/ 2147483647 h 105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50"/>
                <a:gd name="T187" fmla="*/ 0 h 1056"/>
                <a:gd name="T188" fmla="*/ 1050 w 1050"/>
                <a:gd name="T189" fmla="*/ 1056 h 105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50" h="1056">
                  <a:moveTo>
                    <a:pt x="1008" y="120"/>
                  </a:moveTo>
                  <a:lnTo>
                    <a:pt x="996" y="120"/>
                  </a:lnTo>
                  <a:lnTo>
                    <a:pt x="984" y="114"/>
                  </a:lnTo>
                  <a:lnTo>
                    <a:pt x="978" y="102"/>
                  </a:lnTo>
                  <a:lnTo>
                    <a:pt x="972" y="96"/>
                  </a:lnTo>
                  <a:lnTo>
                    <a:pt x="972" y="90"/>
                  </a:lnTo>
                  <a:lnTo>
                    <a:pt x="960" y="96"/>
                  </a:lnTo>
                  <a:lnTo>
                    <a:pt x="924" y="84"/>
                  </a:lnTo>
                  <a:lnTo>
                    <a:pt x="924" y="60"/>
                  </a:lnTo>
                  <a:lnTo>
                    <a:pt x="912" y="36"/>
                  </a:lnTo>
                  <a:lnTo>
                    <a:pt x="900" y="24"/>
                  </a:lnTo>
                  <a:lnTo>
                    <a:pt x="888" y="18"/>
                  </a:lnTo>
                  <a:lnTo>
                    <a:pt x="876" y="18"/>
                  </a:lnTo>
                  <a:lnTo>
                    <a:pt x="870" y="6"/>
                  </a:lnTo>
                  <a:lnTo>
                    <a:pt x="822" y="6"/>
                  </a:lnTo>
                  <a:lnTo>
                    <a:pt x="810" y="0"/>
                  </a:lnTo>
                  <a:lnTo>
                    <a:pt x="804" y="6"/>
                  </a:lnTo>
                  <a:lnTo>
                    <a:pt x="792" y="6"/>
                  </a:lnTo>
                  <a:lnTo>
                    <a:pt x="786" y="12"/>
                  </a:lnTo>
                  <a:lnTo>
                    <a:pt x="774" y="12"/>
                  </a:lnTo>
                  <a:lnTo>
                    <a:pt x="762" y="6"/>
                  </a:lnTo>
                  <a:lnTo>
                    <a:pt x="738" y="6"/>
                  </a:lnTo>
                  <a:lnTo>
                    <a:pt x="732" y="12"/>
                  </a:lnTo>
                  <a:lnTo>
                    <a:pt x="690" y="12"/>
                  </a:lnTo>
                  <a:lnTo>
                    <a:pt x="684" y="18"/>
                  </a:lnTo>
                  <a:lnTo>
                    <a:pt x="678" y="18"/>
                  </a:lnTo>
                  <a:lnTo>
                    <a:pt x="654" y="30"/>
                  </a:lnTo>
                  <a:lnTo>
                    <a:pt x="648" y="36"/>
                  </a:lnTo>
                  <a:lnTo>
                    <a:pt x="624" y="48"/>
                  </a:lnTo>
                  <a:lnTo>
                    <a:pt x="618" y="54"/>
                  </a:lnTo>
                  <a:lnTo>
                    <a:pt x="612" y="66"/>
                  </a:lnTo>
                  <a:lnTo>
                    <a:pt x="606" y="72"/>
                  </a:lnTo>
                  <a:lnTo>
                    <a:pt x="606" y="78"/>
                  </a:lnTo>
                  <a:lnTo>
                    <a:pt x="636" y="108"/>
                  </a:lnTo>
                  <a:lnTo>
                    <a:pt x="636" y="138"/>
                  </a:lnTo>
                  <a:lnTo>
                    <a:pt x="642" y="144"/>
                  </a:lnTo>
                  <a:lnTo>
                    <a:pt x="648" y="156"/>
                  </a:lnTo>
                  <a:lnTo>
                    <a:pt x="648" y="162"/>
                  </a:lnTo>
                  <a:lnTo>
                    <a:pt x="624" y="186"/>
                  </a:lnTo>
                  <a:lnTo>
                    <a:pt x="618" y="198"/>
                  </a:lnTo>
                  <a:lnTo>
                    <a:pt x="618" y="210"/>
                  </a:lnTo>
                  <a:lnTo>
                    <a:pt x="624" y="216"/>
                  </a:lnTo>
                  <a:lnTo>
                    <a:pt x="624" y="246"/>
                  </a:lnTo>
                  <a:lnTo>
                    <a:pt x="606" y="246"/>
                  </a:lnTo>
                  <a:lnTo>
                    <a:pt x="600" y="252"/>
                  </a:lnTo>
                  <a:lnTo>
                    <a:pt x="594" y="252"/>
                  </a:lnTo>
                  <a:lnTo>
                    <a:pt x="576" y="246"/>
                  </a:lnTo>
                  <a:lnTo>
                    <a:pt x="570" y="240"/>
                  </a:lnTo>
                  <a:lnTo>
                    <a:pt x="552" y="240"/>
                  </a:lnTo>
                  <a:lnTo>
                    <a:pt x="552" y="252"/>
                  </a:lnTo>
                  <a:lnTo>
                    <a:pt x="564" y="264"/>
                  </a:lnTo>
                  <a:lnTo>
                    <a:pt x="576" y="270"/>
                  </a:lnTo>
                  <a:lnTo>
                    <a:pt x="576" y="276"/>
                  </a:lnTo>
                  <a:lnTo>
                    <a:pt x="582" y="282"/>
                  </a:lnTo>
                  <a:lnTo>
                    <a:pt x="582" y="288"/>
                  </a:lnTo>
                  <a:lnTo>
                    <a:pt x="594" y="294"/>
                  </a:lnTo>
                  <a:lnTo>
                    <a:pt x="600" y="294"/>
                  </a:lnTo>
                  <a:lnTo>
                    <a:pt x="570" y="312"/>
                  </a:lnTo>
                  <a:lnTo>
                    <a:pt x="552" y="312"/>
                  </a:lnTo>
                  <a:lnTo>
                    <a:pt x="546" y="318"/>
                  </a:lnTo>
                  <a:lnTo>
                    <a:pt x="546" y="354"/>
                  </a:lnTo>
                  <a:lnTo>
                    <a:pt x="540" y="354"/>
                  </a:lnTo>
                  <a:lnTo>
                    <a:pt x="534" y="360"/>
                  </a:lnTo>
                  <a:lnTo>
                    <a:pt x="534" y="378"/>
                  </a:lnTo>
                  <a:lnTo>
                    <a:pt x="540" y="390"/>
                  </a:lnTo>
                  <a:lnTo>
                    <a:pt x="540" y="402"/>
                  </a:lnTo>
                  <a:lnTo>
                    <a:pt x="546" y="408"/>
                  </a:lnTo>
                  <a:lnTo>
                    <a:pt x="546" y="414"/>
                  </a:lnTo>
                  <a:lnTo>
                    <a:pt x="540" y="420"/>
                  </a:lnTo>
                  <a:lnTo>
                    <a:pt x="534" y="432"/>
                  </a:lnTo>
                  <a:lnTo>
                    <a:pt x="522" y="438"/>
                  </a:lnTo>
                  <a:lnTo>
                    <a:pt x="510" y="438"/>
                  </a:lnTo>
                  <a:lnTo>
                    <a:pt x="504" y="432"/>
                  </a:lnTo>
                  <a:lnTo>
                    <a:pt x="504" y="420"/>
                  </a:lnTo>
                  <a:lnTo>
                    <a:pt x="474" y="420"/>
                  </a:lnTo>
                  <a:lnTo>
                    <a:pt x="462" y="426"/>
                  </a:lnTo>
                  <a:lnTo>
                    <a:pt x="456" y="432"/>
                  </a:lnTo>
                  <a:lnTo>
                    <a:pt x="444" y="438"/>
                  </a:lnTo>
                  <a:lnTo>
                    <a:pt x="438" y="438"/>
                  </a:lnTo>
                  <a:lnTo>
                    <a:pt x="432" y="444"/>
                  </a:lnTo>
                  <a:lnTo>
                    <a:pt x="432" y="450"/>
                  </a:lnTo>
                  <a:lnTo>
                    <a:pt x="438" y="450"/>
                  </a:lnTo>
                  <a:lnTo>
                    <a:pt x="444" y="456"/>
                  </a:lnTo>
                  <a:lnTo>
                    <a:pt x="444" y="462"/>
                  </a:lnTo>
                  <a:lnTo>
                    <a:pt x="438" y="468"/>
                  </a:lnTo>
                  <a:lnTo>
                    <a:pt x="396" y="468"/>
                  </a:lnTo>
                  <a:lnTo>
                    <a:pt x="396" y="456"/>
                  </a:lnTo>
                  <a:lnTo>
                    <a:pt x="378" y="456"/>
                  </a:lnTo>
                  <a:lnTo>
                    <a:pt x="372" y="468"/>
                  </a:lnTo>
                  <a:lnTo>
                    <a:pt x="360" y="474"/>
                  </a:lnTo>
                  <a:lnTo>
                    <a:pt x="354" y="486"/>
                  </a:lnTo>
                  <a:lnTo>
                    <a:pt x="354" y="504"/>
                  </a:lnTo>
                  <a:lnTo>
                    <a:pt x="360" y="516"/>
                  </a:lnTo>
                  <a:lnTo>
                    <a:pt x="360" y="534"/>
                  </a:lnTo>
                  <a:lnTo>
                    <a:pt x="366" y="540"/>
                  </a:lnTo>
                  <a:lnTo>
                    <a:pt x="366" y="570"/>
                  </a:lnTo>
                  <a:lnTo>
                    <a:pt x="360" y="576"/>
                  </a:lnTo>
                  <a:lnTo>
                    <a:pt x="354" y="576"/>
                  </a:lnTo>
                  <a:lnTo>
                    <a:pt x="306" y="600"/>
                  </a:lnTo>
                  <a:lnTo>
                    <a:pt x="276" y="600"/>
                  </a:lnTo>
                  <a:lnTo>
                    <a:pt x="258" y="606"/>
                  </a:lnTo>
                  <a:lnTo>
                    <a:pt x="234" y="606"/>
                  </a:lnTo>
                  <a:lnTo>
                    <a:pt x="228" y="612"/>
                  </a:lnTo>
                  <a:lnTo>
                    <a:pt x="204" y="612"/>
                  </a:lnTo>
                  <a:lnTo>
                    <a:pt x="204" y="606"/>
                  </a:lnTo>
                  <a:lnTo>
                    <a:pt x="150" y="606"/>
                  </a:lnTo>
                  <a:lnTo>
                    <a:pt x="144" y="612"/>
                  </a:lnTo>
                  <a:lnTo>
                    <a:pt x="138" y="612"/>
                  </a:lnTo>
                  <a:lnTo>
                    <a:pt x="120" y="618"/>
                  </a:lnTo>
                  <a:lnTo>
                    <a:pt x="102" y="618"/>
                  </a:lnTo>
                  <a:lnTo>
                    <a:pt x="78" y="606"/>
                  </a:lnTo>
                  <a:lnTo>
                    <a:pt x="60" y="600"/>
                  </a:lnTo>
                  <a:lnTo>
                    <a:pt x="42" y="588"/>
                  </a:lnTo>
                  <a:lnTo>
                    <a:pt x="30" y="582"/>
                  </a:lnTo>
                  <a:lnTo>
                    <a:pt x="0" y="582"/>
                  </a:lnTo>
                  <a:lnTo>
                    <a:pt x="24" y="606"/>
                  </a:lnTo>
                  <a:lnTo>
                    <a:pt x="30" y="618"/>
                  </a:lnTo>
                  <a:lnTo>
                    <a:pt x="36" y="624"/>
                  </a:lnTo>
                  <a:lnTo>
                    <a:pt x="48" y="642"/>
                  </a:lnTo>
                  <a:lnTo>
                    <a:pt x="60" y="654"/>
                  </a:lnTo>
                  <a:lnTo>
                    <a:pt x="66" y="672"/>
                  </a:lnTo>
                  <a:lnTo>
                    <a:pt x="78" y="690"/>
                  </a:lnTo>
                  <a:lnTo>
                    <a:pt x="84" y="696"/>
                  </a:lnTo>
                  <a:lnTo>
                    <a:pt x="102" y="696"/>
                  </a:lnTo>
                  <a:lnTo>
                    <a:pt x="114" y="690"/>
                  </a:lnTo>
                  <a:lnTo>
                    <a:pt x="126" y="708"/>
                  </a:lnTo>
                  <a:lnTo>
                    <a:pt x="150" y="708"/>
                  </a:lnTo>
                  <a:lnTo>
                    <a:pt x="144" y="738"/>
                  </a:lnTo>
                  <a:lnTo>
                    <a:pt x="150" y="738"/>
                  </a:lnTo>
                  <a:lnTo>
                    <a:pt x="150" y="762"/>
                  </a:lnTo>
                  <a:lnTo>
                    <a:pt x="156" y="774"/>
                  </a:lnTo>
                  <a:lnTo>
                    <a:pt x="156" y="786"/>
                  </a:lnTo>
                  <a:lnTo>
                    <a:pt x="174" y="786"/>
                  </a:lnTo>
                  <a:lnTo>
                    <a:pt x="180" y="792"/>
                  </a:lnTo>
                  <a:lnTo>
                    <a:pt x="186" y="804"/>
                  </a:lnTo>
                  <a:lnTo>
                    <a:pt x="192" y="822"/>
                  </a:lnTo>
                  <a:lnTo>
                    <a:pt x="192" y="834"/>
                  </a:lnTo>
                  <a:lnTo>
                    <a:pt x="186" y="840"/>
                  </a:lnTo>
                  <a:lnTo>
                    <a:pt x="180" y="840"/>
                  </a:lnTo>
                  <a:lnTo>
                    <a:pt x="180" y="834"/>
                  </a:lnTo>
                  <a:lnTo>
                    <a:pt x="150" y="834"/>
                  </a:lnTo>
                  <a:lnTo>
                    <a:pt x="138" y="840"/>
                  </a:lnTo>
                  <a:lnTo>
                    <a:pt x="132" y="846"/>
                  </a:lnTo>
                  <a:lnTo>
                    <a:pt x="132" y="852"/>
                  </a:lnTo>
                  <a:lnTo>
                    <a:pt x="126" y="852"/>
                  </a:lnTo>
                  <a:lnTo>
                    <a:pt x="126" y="858"/>
                  </a:lnTo>
                  <a:lnTo>
                    <a:pt x="120" y="864"/>
                  </a:lnTo>
                  <a:lnTo>
                    <a:pt x="108" y="864"/>
                  </a:lnTo>
                  <a:lnTo>
                    <a:pt x="102" y="882"/>
                  </a:lnTo>
                  <a:lnTo>
                    <a:pt x="96" y="888"/>
                  </a:lnTo>
                  <a:lnTo>
                    <a:pt x="96" y="894"/>
                  </a:lnTo>
                  <a:lnTo>
                    <a:pt x="84" y="906"/>
                  </a:lnTo>
                  <a:lnTo>
                    <a:pt x="84" y="936"/>
                  </a:lnTo>
                  <a:lnTo>
                    <a:pt x="90" y="948"/>
                  </a:lnTo>
                  <a:lnTo>
                    <a:pt x="90" y="954"/>
                  </a:lnTo>
                  <a:lnTo>
                    <a:pt x="96" y="948"/>
                  </a:lnTo>
                  <a:lnTo>
                    <a:pt x="108" y="948"/>
                  </a:lnTo>
                  <a:lnTo>
                    <a:pt x="114" y="942"/>
                  </a:lnTo>
                  <a:lnTo>
                    <a:pt x="120" y="942"/>
                  </a:lnTo>
                  <a:lnTo>
                    <a:pt x="126" y="948"/>
                  </a:lnTo>
                  <a:lnTo>
                    <a:pt x="138" y="948"/>
                  </a:lnTo>
                  <a:lnTo>
                    <a:pt x="150" y="954"/>
                  </a:lnTo>
                  <a:lnTo>
                    <a:pt x="174" y="954"/>
                  </a:lnTo>
                  <a:lnTo>
                    <a:pt x="210" y="936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34" y="936"/>
                  </a:lnTo>
                  <a:lnTo>
                    <a:pt x="276" y="936"/>
                  </a:lnTo>
                  <a:lnTo>
                    <a:pt x="288" y="930"/>
                  </a:lnTo>
                  <a:lnTo>
                    <a:pt x="300" y="930"/>
                  </a:lnTo>
                  <a:lnTo>
                    <a:pt x="306" y="924"/>
                  </a:lnTo>
                  <a:lnTo>
                    <a:pt x="312" y="924"/>
                  </a:lnTo>
                  <a:lnTo>
                    <a:pt x="348" y="930"/>
                  </a:lnTo>
                  <a:lnTo>
                    <a:pt x="354" y="924"/>
                  </a:lnTo>
                  <a:lnTo>
                    <a:pt x="366" y="918"/>
                  </a:lnTo>
                  <a:lnTo>
                    <a:pt x="372" y="912"/>
                  </a:lnTo>
                  <a:lnTo>
                    <a:pt x="384" y="912"/>
                  </a:lnTo>
                  <a:lnTo>
                    <a:pt x="396" y="918"/>
                  </a:lnTo>
                  <a:lnTo>
                    <a:pt x="408" y="930"/>
                  </a:lnTo>
                  <a:lnTo>
                    <a:pt x="432" y="978"/>
                  </a:lnTo>
                  <a:lnTo>
                    <a:pt x="444" y="984"/>
                  </a:lnTo>
                  <a:lnTo>
                    <a:pt x="450" y="990"/>
                  </a:lnTo>
                  <a:lnTo>
                    <a:pt x="468" y="996"/>
                  </a:lnTo>
                  <a:lnTo>
                    <a:pt x="486" y="996"/>
                  </a:lnTo>
                  <a:lnTo>
                    <a:pt x="522" y="1008"/>
                  </a:lnTo>
                  <a:lnTo>
                    <a:pt x="540" y="1044"/>
                  </a:lnTo>
                  <a:lnTo>
                    <a:pt x="552" y="1056"/>
                  </a:lnTo>
                  <a:lnTo>
                    <a:pt x="570" y="1056"/>
                  </a:lnTo>
                  <a:lnTo>
                    <a:pt x="588" y="1050"/>
                  </a:lnTo>
                  <a:lnTo>
                    <a:pt x="582" y="1044"/>
                  </a:lnTo>
                  <a:lnTo>
                    <a:pt x="582" y="1032"/>
                  </a:lnTo>
                  <a:lnTo>
                    <a:pt x="594" y="1020"/>
                  </a:lnTo>
                  <a:lnTo>
                    <a:pt x="606" y="1020"/>
                  </a:lnTo>
                  <a:lnTo>
                    <a:pt x="618" y="1026"/>
                  </a:lnTo>
                  <a:lnTo>
                    <a:pt x="624" y="1032"/>
                  </a:lnTo>
                  <a:lnTo>
                    <a:pt x="648" y="1020"/>
                  </a:lnTo>
                  <a:lnTo>
                    <a:pt x="648" y="1026"/>
                  </a:lnTo>
                  <a:lnTo>
                    <a:pt x="654" y="1032"/>
                  </a:lnTo>
                  <a:lnTo>
                    <a:pt x="678" y="1032"/>
                  </a:lnTo>
                  <a:lnTo>
                    <a:pt x="690" y="1020"/>
                  </a:lnTo>
                  <a:lnTo>
                    <a:pt x="702" y="1014"/>
                  </a:lnTo>
                  <a:lnTo>
                    <a:pt x="708" y="1014"/>
                  </a:lnTo>
                  <a:lnTo>
                    <a:pt x="708" y="1026"/>
                  </a:lnTo>
                  <a:lnTo>
                    <a:pt x="714" y="1032"/>
                  </a:lnTo>
                  <a:lnTo>
                    <a:pt x="732" y="1032"/>
                  </a:lnTo>
                  <a:lnTo>
                    <a:pt x="738" y="1026"/>
                  </a:lnTo>
                  <a:lnTo>
                    <a:pt x="750" y="1020"/>
                  </a:lnTo>
                  <a:lnTo>
                    <a:pt x="750" y="996"/>
                  </a:lnTo>
                  <a:lnTo>
                    <a:pt x="744" y="990"/>
                  </a:lnTo>
                  <a:lnTo>
                    <a:pt x="738" y="978"/>
                  </a:lnTo>
                  <a:lnTo>
                    <a:pt x="714" y="936"/>
                  </a:lnTo>
                  <a:lnTo>
                    <a:pt x="714" y="912"/>
                  </a:lnTo>
                  <a:lnTo>
                    <a:pt x="690" y="912"/>
                  </a:lnTo>
                  <a:lnTo>
                    <a:pt x="678" y="900"/>
                  </a:lnTo>
                  <a:lnTo>
                    <a:pt x="672" y="888"/>
                  </a:lnTo>
                  <a:lnTo>
                    <a:pt x="666" y="882"/>
                  </a:lnTo>
                  <a:lnTo>
                    <a:pt x="672" y="852"/>
                  </a:lnTo>
                  <a:lnTo>
                    <a:pt x="672" y="834"/>
                  </a:lnTo>
                  <a:lnTo>
                    <a:pt x="642" y="840"/>
                  </a:lnTo>
                  <a:lnTo>
                    <a:pt x="636" y="840"/>
                  </a:lnTo>
                  <a:lnTo>
                    <a:pt x="624" y="834"/>
                  </a:lnTo>
                  <a:lnTo>
                    <a:pt x="618" y="828"/>
                  </a:lnTo>
                  <a:lnTo>
                    <a:pt x="618" y="804"/>
                  </a:lnTo>
                  <a:lnTo>
                    <a:pt x="624" y="792"/>
                  </a:lnTo>
                  <a:lnTo>
                    <a:pt x="636" y="780"/>
                  </a:lnTo>
                  <a:lnTo>
                    <a:pt x="642" y="768"/>
                  </a:lnTo>
                  <a:lnTo>
                    <a:pt x="648" y="762"/>
                  </a:lnTo>
                  <a:lnTo>
                    <a:pt x="654" y="750"/>
                  </a:lnTo>
                  <a:lnTo>
                    <a:pt x="654" y="744"/>
                  </a:lnTo>
                  <a:lnTo>
                    <a:pt x="666" y="732"/>
                  </a:lnTo>
                  <a:lnTo>
                    <a:pt x="678" y="726"/>
                  </a:lnTo>
                  <a:lnTo>
                    <a:pt x="684" y="726"/>
                  </a:lnTo>
                  <a:lnTo>
                    <a:pt x="690" y="732"/>
                  </a:lnTo>
                  <a:lnTo>
                    <a:pt x="690" y="744"/>
                  </a:lnTo>
                  <a:lnTo>
                    <a:pt x="696" y="750"/>
                  </a:lnTo>
                  <a:lnTo>
                    <a:pt x="702" y="750"/>
                  </a:lnTo>
                  <a:lnTo>
                    <a:pt x="726" y="738"/>
                  </a:lnTo>
                  <a:lnTo>
                    <a:pt x="732" y="732"/>
                  </a:lnTo>
                  <a:lnTo>
                    <a:pt x="738" y="738"/>
                  </a:lnTo>
                  <a:lnTo>
                    <a:pt x="756" y="738"/>
                  </a:lnTo>
                  <a:lnTo>
                    <a:pt x="762" y="732"/>
                  </a:lnTo>
                  <a:lnTo>
                    <a:pt x="768" y="720"/>
                  </a:lnTo>
                  <a:lnTo>
                    <a:pt x="774" y="714"/>
                  </a:lnTo>
                  <a:lnTo>
                    <a:pt x="774" y="708"/>
                  </a:lnTo>
                  <a:lnTo>
                    <a:pt x="792" y="696"/>
                  </a:lnTo>
                  <a:lnTo>
                    <a:pt x="792" y="678"/>
                  </a:lnTo>
                  <a:lnTo>
                    <a:pt x="798" y="672"/>
                  </a:lnTo>
                  <a:lnTo>
                    <a:pt x="798" y="666"/>
                  </a:lnTo>
                  <a:lnTo>
                    <a:pt x="804" y="660"/>
                  </a:lnTo>
                  <a:lnTo>
                    <a:pt x="828" y="648"/>
                  </a:lnTo>
                  <a:lnTo>
                    <a:pt x="840" y="636"/>
                  </a:lnTo>
                  <a:lnTo>
                    <a:pt x="846" y="618"/>
                  </a:lnTo>
                  <a:lnTo>
                    <a:pt x="846" y="606"/>
                  </a:lnTo>
                  <a:lnTo>
                    <a:pt x="852" y="588"/>
                  </a:lnTo>
                  <a:lnTo>
                    <a:pt x="852" y="576"/>
                  </a:lnTo>
                  <a:lnTo>
                    <a:pt x="858" y="570"/>
                  </a:lnTo>
                  <a:lnTo>
                    <a:pt x="870" y="564"/>
                  </a:lnTo>
                  <a:lnTo>
                    <a:pt x="876" y="558"/>
                  </a:lnTo>
                  <a:lnTo>
                    <a:pt x="888" y="558"/>
                  </a:lnTo>
                  <a:lnTo>
                    <a:pt x="870" y="534"/>
                  </a:lnTo>
                  <a:lnTo>
                    <a:pt x="894" y="498"/>
                  </a:lnTo>
                  <a:lnTo>
                    <a:pt x="924" y="480"/>
                  </a:lnTo>
                  <a:lnTo>
                    <a:pt x="924" y="474"/>
                  </a:lnTo>
                  <a:lnTo>
                    <a:pt x="912" y="462"/>
                  </a:lnTo>
                  <a:lnTo>
                    <a:pt x="906" y="450"/>
                  </a:lnTo>
                  <a:lnTo>
                    <a:pt x="906" y="414"/>
                  </a:lnTo>
                  <a:lnTo>
                    <a:pt x="912" y="408"/>
                  </a:lnTo>
                  <a:lnTo>
                    <a:pt x="924" y="408"/>
                  </a:lnTo>
                  <a:lnTo>
                    <a:pt x="948" y="396"/>
                  </a:lnTo>
                  <a:lnTo>
                    <a:pt x="954" y="390"/>
                  </a:lnTo>
                  <a:lnTo>
                    <a:pt x="954" y="384"/>
                  </a:lnTo>
                  <a:lnTo>
                    <a:pt x="948" y="378"/>
                  </a:lnTo>
                  <a:lnTo>
                    <a:pt x="936" y="372"/>
                  </a:lnTo>
                  <a:lnTo>
                    <a:pt x="900" y="372"/>
                  </a:lnTo>
                  <a:lnTo>
                    <a:pt x="894" y="336"/>
                  </a:lnTo>
                  <a:lnTo>
                    <a:pt x="876" y="336"/>
                  </a:lnTo>
                  <a:lnTo>
                    <a:pt x="864" y="318"/>
                  </a:lnTo>
                  <a:lnTo>
                    <a:pt x="846" y="318"/>
                  </a:lnTo>
                  <a:lnTo>
                    <a:pt x="846" y="306"/>
                  </a:lnTo>
                  <a:lnTo>
                    <a:pt x="852" y="294"/>
                  </a:lnTo>
                  <a:lnTo>
                    <a:pt x="852" y="288"/>
                  </a:lnTo>
                  <a:lnTo>
                    <a:pt x="846" y="288"/>
                  </a:lnTo>
                  <a:lnTo>
                    <a:pt x="834" y="276"/>
                  </a:lnTo>
                  <a:lnTo>
                    <a:pt x="834" y="270"/>
                  </a:lnTo>
                  <a:lnTo>
                    <a:pt x="840" y="264"/>
                  </a:lnTo>
                  <a:lnTo>
                    <a:pt x="846" y="252"/>
                  </a:lnTo>
                  <a:lnTo>
                    <a:pt x="852" y="246"/>
                  </a:lnTo>
                  <a:lnTo>
                    <a:pt x="822" y="240"/>
                  </a:lnTo>
                  <a:lnTo>
                    <a:pt x="828" y="228"/>
                  </a:lnTo>
                  <a:lnTo>
                    <a:pt x="804" y="210"/>
                  </a:lnTo>
                  <a:lnTo>
                    <a:pt x="804" y="204"/>
                  </a:lnTo>
                  <a:lnTo>
                    <a:pt x="810" y="192"/>
                  </a:lnTo>
                  <a:lnTo>
                    <a:pt x="834" y="180"/>
                  </a:lnTo>
                  <a:lnTo>
                    <a:pt x="876" y="180"/>
                  </a:lnTo>
                  <a:lnTo>
                    <a:pt x="894" y="186"/>
                  </a:lnTo>
                  <a:lnTo>
                    <a:pt x="912" y="186"/>
                  </a:lnTo>
                  <a:lnTo>
                    <a:pt x="918" y="192"/>
                  </a:lnTo>
                  <a:lnTo>
                    <a:pt x="918" y="204"/>
                  </a:lnTo>
                  <a:lnTo>
                    <a:pt x="930" y="204"/>
                  </a:lnTo>
                  <a:lnTo>
                    <a:pt x="942" y="198"/>
                  </a:lnTo>
                  <a:lnTo>
                    <a:pt x="948" y="192"/>
                  </a:lnTo>
                  <a:lnTo>
                    <a:pt x="960" y="186"/>
                  </a:lnTo>
                  <a:lnTo>
                    <a:pt x="966" y="180"/>
                  </a:lnTo>
                  <a:lnTo>
                    <a:pt x="972" y="186"/>
                  </a:lnTo>
                  <a:lnTo>
                    <a:pt x="978" y="180"/>
                  </a:lnTo>
                  <a:lnTo>
                    <a:pt x="1002" y="180"/>
                  </a:lnTo>
                  <a:lnTo>
                    <a:pt x="1002" y="162"/>
                  </a:lnTo>
                  <a:lnTo>
                    <a:pt x="1026" y="156"/>
                  </a:lnTo>
                  <a:lnTo>
                    <a:pt x="1050" y="120"/>
                  </a:lnTo>
                  <a:lnTo>
                    <a:pt x="1008" y="120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20" name="Parcel Islands" descr="© INSCALE GmbH, 05.05.2010&#10;http://www.presentationload.com/">
              <a:extLst>
                <a:ext uri="{FF2B5EF4-FFF2-40B4-BE49-F238E27FC236}">
                  <a16:creationId xmlns:a16="http://schemas.microsoft.com/office/drawing/2014/main" id="{93F17254-4B03-4038-8E1F-2BB30BACF277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321991" y="2544713"/>
              <a:ext cx="31018" cy="20551"/>
            </a:xfrm>
            <a:custGeom>
              <a:avLst/>
              <a:gdLst>
                <a:gd name="T0" fmla="*/ 2147483647 w 96"/>
                <a:gd name="T1" fmla="*/ 2147483647 h 66"/>
                <a:gd name="T2" fmla="*/ 2147483647 w 96"/>
                <a:gd name="T3" fmla="*/ 2147483647 h 66"/>
                <a:gd name="T4" fmla="*/ 0 w 96"/>
                <a:gd name="T5" fmla="*/ 2147483647 h 66"/>
                <a:gd name="T6" fmla="*/ 0 w 96"/>
                <a:gd name="T7" fmla="*/ 2147483647 h 66"/>
                <a:gd name="T8" fmla="*/ 2147483647 w 96"/>
                <a:gd name="T9" fmla="*/ 2147483647 h 66"/>
                <a:gd name="T10" fmla="*/ 2147483647 w 96"/>
                <a:gd name="T11" fmla="*/ 2147483647 h 66"/>
                <a:gd name="T12" fmla="*/ 2147483647 w 96"/>
                <a:gd name="T13" fmla="*/ 2147483647 h 66"/>
                <a:gd name="T14" fmla="*/ 2147483647 w 96"/>
                <a:gd name="T15" fmla="*/ 2147483647 h 66"/>
                <a:gd name="T16" fmla="*/ 2147483647 w 96"/>
                <a:gd name="T17" fmla="*/ 2147483647 h 66"/>
                <a:gd name="T18" fmla="*/ 2147483647 w 96"/>
                <a:gd name="T19" fmla="*/ 0 h 66"/>
                <a:gd name="T20" fmla="*/ 2147483647 w 96"/>
                <a:gd name="T21" fmla="*/ 2147483647 h 66"/>
                <a:gd name="T22" fmla="*/ 2147483647 w 96"/>
                <a:gd name="T23" fmla="*/ 2147483647 h 66"/>
                <a:gd name="T24" fmla="*/ 2147483647 w 96"/>
                <a:gd name="T25" fmla="*/ 2147483647 h 66"/>
                <a:gd name="T26" fmla="*/ 2147483647 w 96"/>
                <a:gd name="T27" fmla="*/ 2147483647 h 66"/>
                <a:gd name="T28" fmla="*/ 2147483647 w 96"/>
                <a:gd name="T29" fmla="*/ 0 h 66"/>
                <a:gd name="T30" fmla="*/ 2147483647 w 96"/>
                <a:gd name="T31" fmla="*/ 0 h 66"/>
                <a:gd name="T32" fmla="*/ 2147483647 w 96"/>
                <a:gd name="T33" fmla="*/ 2147483647 h 66"/>
                <a:gd name="T34" fmla="*/ 2147483647 w 96"/>
                <a:gd name="T35" fmla="*/ 2147483647 h 66"/>
                <a:gd name="T36" fmla="*/ 2147483647 w 96"/>
                <a:gd name="T37" fmla="*/ 2147483647 h 66"/>
                <a:gd name="T38" fmla="*/ 2147483647 w 96"/>
                <a:gd name="T39" fmla="*/ 2147483647 h 66"/>
                <a:gd name="T40" fmla="*/ 2147483647 w 96"/>
                <a:gd name="T41" fmla="*/ 2147483647 h 66"/>
                <a:gd name="T42" fmla="*/ 2147483647 w 96"/>
                <a:gd name="T43" fmla="*/ 2147483647 h 66"/>
                <a:gd name="T44" fmla="*/ 2147483647 w 96"/>
                <a:gd name="T45" fmla="*/ 2147483647 h 6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96"/>
                <a:gd name="T70" fmla="*/ 0 h 66"/>
                <a:gd name="T71" fmla="*/ 96 w 96"/>
                <a:gd name="T72" fmla="*/ 66 h 6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96" h="66">
                  <a:moveTo>
                    <a:pt x="12" y="42"/>
                  </a:moveTo>
                  <a:lnTo>
                    <a:pt x="6" y="42"/>
                  </a:lnTo>
                  <a:lnTo>
                    <a:pt x="0" y="48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24" y="54"/>
                  </a:lnTo>
                  <a:lnTo>
                    <a:pt x="24" y="42"/>
                  </a:lnTo>
                  <a:lnTo>
                    <a:pt x="12" y="42"/>
                  </a:lnTo>
                  <a:close/>
                  <a:moveTo>
                    <a:pt x="42" y="0"/>
                  </a:moveTo>
                  <a:lnTo>
                    <a:pt x="42" y="18"/>
                  </a:lnTo>
                  <a:lnTo>
                    <a:pt x="54" y="30"/>
                  </a:lnTo>
                  <a:lnTo>
                    <a:pt x="60" y="30"/>
                  </a:lnTo>
                  <a:lnTo>
                    <a:pt x="72" y="24"/>
                  </a:lnTo>
                  <a:lnTo>
                    <a:pt x="48" y="0"/>
                  </a:lnTo>
                  <a:lnTo>
                    <a:pt x="42" y="0"/>
                  </a:lnTo>
                  <a:close/>
                  <a:moveTo>
                    <a:pt x="96" y="36"/>
                  </a:moveTo>
                  <a:lnTo>
                    <a:pt x="78" y="36"/>
                  </a:lnTo>
                  <a:lnTo>
                    <a:pt x="72" y="42"/>
                  </a:lnTo>
                  <a:lnTo>
                    <a:pt x="72" y="54"/>
                  </a:lnTo>
                  <a:lnTo>
                    <a:pt x="84" y="60"/>
                  </a:lnTo>
                  <a:lnTo>
                    <a:pt x="96" y="48"/>
                  </a:lnTo>
                  <a:lnTo>
                    <a:pt x="96" y="36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21" name="Oman" descr="© INSCALE GmbH, 05.05.2010&#10;http://www.presentationload.com/">
              <a:extLst>
                <a:ext uri="{FF2B5EF4-FFF2-40B4-BE49-F238E27FC236}">
                  <a16:creationId xmlns:a16="http://schemas.microsoft.com/office/drawing/2014/main" id="{7A1402E6-E345-4DF5-A058-F739CEE5EE49}"/>
                </a:ext>
              </a:extLst>
            </p:cNvPr>
            <p:cNvSpPr>
              <a:spLocks/>
            </p:cNvSpPr>
            <p:nvPr/>
          </p:nvSpPr>
          <p:spPr bwMode="gray">
            <a:xfrm>
              <a:off x="4941689" y="2339208"/>
              <a:ext cx="178354" cy="220920"/>
            </a:xfrm>
            <a:custGeom>
              <a:avLst/>
              <a:gdLst>
                <a:gd name="T0" fmla="*/ 2147483647 w 540"/>
                <a:gd name="T1" fmla="*/ 2147483647 h 672"/>
                <a:gd name="T2" fmla="*/ 2147483647 w 540"/>
                <a:gd name="T3" fmla="*/ 2147483647 h 672"/>
                <a:gd name="T4" fmla="*/ 2147483647 w 540"/>
                <a:gd name="T5" fmla="*/ 2147483647 h 672"/>
                <a:gd name="T6" fmla="*/ 2147483647 w 540"/>
                <a:gd name="T7" fmla="*/ 2147483647 h 672"/>
                <a:gd name="T8" fmla="*/ 2147483647 w 540"/>
                <a:gd name="T9" fmla="*/ 2147483647 h 672"/>
                <a:gd name="T10" fmla="*/ 2147483647 w 540"/>
                <a:gd name="T11" fmla="*/ 2147483647 h 672"/>
                <a:gd name="T12" fmla="*/ 2147483647 w 540"/>
                <a:gd name="T13" fmla="*/ 2147483647 h 672"/>
                <a:gd name="T14" fmla="*/ 2147483647 w 540"/>
                <a:gd name="T15" fmla="*/ 2147483647 h 672"/>
                <a:gd name="T16" fmla="*/ 2147483647 w 540"/>
                <a:gd name="T17" fmla="*/ 2147483647 h 672"/>
                <a:gd name="T18" fmla="*/ 2147483647 w 540"/>
                <a:gd name="T19" fmla="*/ 2147483647 h 672"/>
                <a:gd name="T20" fmla="*/ 2147483647 w 540"/>
                <a:gd name="T21" fmla="*/ 2147483647 h 672"/>
                <a:gd name="T22" fmla="*/ 2147483647 w 540"/>
                <a:gd name="T23" fmla="*/ 2147483647 h 672"/>
                <a:gd name="T24" fmla="*/ 2147483647 w 540"/>
                <a:gd name="T25" fmla="*/ 2147483647 h 672"/>
                <a:gd name="T26" fmla="*/ 2147483647 w 540"/>
                <a:gd name="T27" fmla="*/ 2147483647 h 672"/>
                <a:gd name="T28" fmla="*/ 2147483647 w 540"/>
                <a:gd name="T29" fmla="*/ 2147483647 h 672"/>
                <a:gd name="T30" fmla="*/ 2147483647 w 540"/>
                <a:gd name="T31" fmla="*/ 2147483647 h 672"/>
                <a:gd name="T32" fmla="*/ 2147483647 w 540"/>
                <a:gd name="T33" fmla="*/ 2147483647 h 672"/>
                <a:gd name="T34" fmla="*/ 2147483647 w 540"/>
                <a:gd name="T35" fmla="*/ 2147483647 h 672"/>
                <a:gd name="T36" fmla="*/ 2147483647 w 540"/>
                <a:gd name="T37" fmla="*/ 2147483647 h 672"/>
                <a:gd name="T38" fmla="*/ 2147483647 w 540"/>
                <a:gd name="T39" fmla="*/ 2147483647 h 672"/>
                <a:gd name="T40" fmla="*/ 2147483647 w 540"/>
                <a:gd name="T41" fmla="*/ 2147483647 h 672"/>
                <a:gd name="T42" fmla="*/ 2147483647 w 540"/>
                <a:gd name="T43" fmla="*/ 2147483647 h 672"/>
                <a:gd name="T44" fmla="*/ 2147483647 w 540"/>
                <a:gd name="T45" fmla="*/ 2147483647 h 672"/>
                <a:gd name="T46" fmla="*/ 2147483647 w 540"/>
                <a:gd name="T47" fmla="*/ 2147483647 h 672"/>
                <a:gd name="T48" fmla="*/ 2147483647 w 540"/>
                <a:gd name="T49" fmla="*/ 2147483647 h 672"/>
                <a:gd name="T50" fmla="*/ 2147483647 w 540"/>
                <a:gd name="T51" fmla="*/ 0 h 672"/>
                <a:gd name="T52" fmla="*/ 2147483647 w 540"/>
                <a:gd name="T53" fmla="*/ 2147483647 h 672"/>
                <a:gd name="T54" fmla="*/ 2147483647 w 540"/>
                <a:gd name="T55" fmla="*/ 2147483647 h 672"/>
                <a:gd name="T56" fmla="*/ 2147483647 w 540"/>
                <a:gd name="T57" fmla="*/ 2147483647 h 672"/>
                <a:gd name="T58" fmla="*/ 2147483647 w 540"/>
                <a:gd name="T59" fmla="*/ 2147483647 h 672"/>
                <a:gd name="T60" fmla="*/ 2147483647 w 540"/>
                <a:gd name="T61" fmla="*/ 2147483647 h 672"/>
                <a:gd name="T62" fmla="*/ 2147483647 w 540"/>
                <a:gd name="T63" fmla="*/ 2147483647 h 672"/>
                <a:gd name="T64" fmla="*/ 2147483647 w 540"/>
                <a:gd name="T65" fmla="*/ 2147483647 h 672"/>
                <a:gd name="T66" fmla="*/ 2147483647 w 540"/>
                <a:gd name="T67" fmla="*/ 2147483647 h 672"/>
                <a:gd name="T68" fmla="*/ 2147483647 w 540"/>
                <a:gd name="T69" fmla="*/ 2147483647 h 672"/>
                <a:gd name="T70" fmla="*/ 2147483647 w 540"/>
                <a:gd name="T71" fmla="*/ 2147483647 h 672"/>
                <a:gd name="T72" fmla="*/ 2147483647 w 540"/>
                <a:gd name="T73" fmla="*/ 2147483647 h 672"/>
                <a:gd name="T74" fmla="*/ 2147483647 w 540"/>
                <a:gd name="T75" fmla="*/ 2147483647 h 672"/>
                <a:gd name="T76" fmla="*/ 2147483647 w 540"/>
                <a:gd name="T77" fmla="*/ 2147483647 h 672"/>
                <a:gd name="T78" fmla="*/ 2147483647 w 540"/>
                <a:gd name="T79" fmla="*/ 2147483647 h 672"/>
                <a:gd name="T80" fmla="*/ 2147483647 w 540"/>
                <a:gd name="T81" fmla="*/ 2147483647 h 672"/>
                <a:gd name="T82" fmla="*/ 2147483647 w 540"/>
                <a:gd name="T83" fmla="*/ 2147483647 h 672"/>
                <a:gd name="T84" fmla="*/ 2147483647 w 540"/>
                <a:gd name="T85" fmla="*/ 2147483647 h 672"/>
                <a:gd name="T86" fmla="*/ 2147483647 w 540"/>
                <a:gd name="T87" fmla="*/ 2147483647 h 67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40"/>
                <a:gd name="T133" fmla="*/ 0 h 672"/>
                <a:gd name="T134" fmla="*/ 540 w 540"/>
                <a:gd name="T135" fmla="*/ 672 h 67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40" h="672">
                  <a:moveTo>
                    <a:pt x="258" y="564"/>
                  </a:moveTo>
                  <a:lnTo>
                    <a:pt x="276" y="564"/>
                  </a:lnTo>
                  <a:lnTo>
                    <a:pt x="288" y="558"/>
                  </a:lnTo>
                  <a:lnTo>
                    <a:pt x="306" y="552"/>
                  </a:lnTo>
                  <a:lnTo>
                    <a:pt x="330" y="540"/>
                  </a:lnTo>
                  <a:lnTo>
                    <a:pt x="336" y="528"/>
                  </a:lnTo>
                  <a:lnTo>
                    <a:pt x="342" y="510"/>
                  </a:lnTo>
                  <a:lnTo>
                    <a:pt x="342" y="498"/>
                  </a:lnTo>
                  <a:lnTo>
                    <a:pt x="348" y="498"/>
                  </a:lnTo>
                  <a:lnTo>
                    <a:pt x="354" y="492"/>
                  </a:lnTo>
                  <a:lnTo>
                    <a:pt x="366" y="486"/>
                  </a:lnTo>
                  <a:lnTo>
                    <a:pt x="384" y="480"/>
                  </a:lnTo>
                  <a:lnTo>
                    <a:pt x="408" y="456"/>
                  </a:lnTo>
                  <a:lnTo>
                    <a:pt x="414" y="444"/>
                  </a:lnTo>
                  <a:lnTo>
                    <a:pt x="414" y="426"/>
                  </a:lnTo>
                  <a:lnTo>
                    <a:pt x="420" y="408"/>
                  </a:lnTo>
                  <a:lnTo>
                    <a:pt x="420" y="378"/>
                  </a:lnTo>
                  <a:lnTo>
                    <a:pt x="426" y="372"/>
                  </a:lnTo>
                  <a:lnTo>
                    <a:pt x="432" y="372"/>
                  </a:lnTo>
                  <a:lnTo>
                    <a:pt x="444" y="378"/>
                  </a:lnTo>
                  <a:lnTo>
                    <a:pt x="450" y="384"/>
                  </a:lnTo>
                  <a:lnTo>
                    <a:pt x="462" y="384"/>
                  </a:lnTo>
                  <a:lnTo>
                    <a:pt x="468" y="378"/>
                  </a:lnTo>
                  <a:lnTo>
                    <a:pt x="480" y="354"/>
                  </a:lnTo>
                  <a:lnTo>
                    <a:pt x="480" y="330"/>
                  </a:lnTo>
                  <a:lnTo>
                    <a:pt x="534" y="276"/>
                  </a:lnTo>
                  <a:lnTo>
                    <a:pt x="534" y="264"/>
                  </a:lnTo>
                  <a:lnTo>
                    <a:pt x="540" y="252"/>
                  </a:lnTo>
                  <a:lnTo>
                    <a:pt x="540" y="204"/>
                  </a:lnTo>
                  <a:lnTo>
                    <a:pt x="528" y="192"/>
                  </a:lnTo>
                  <a:lnTo>
                    <a:pt x="510" y="192"/>
                  </a:lnTo>
                  <a:lnTo>
                    <a:pt x="510" y="186"/>
                  </a:lnTo>
                  <a:lnTo>
                    <a:pt x="492" y="168"/>
                  </a:lnTo>
                  <a:lnTo>
                    <a:pt x="486" y="150"/>
                  </a:lnTo>
                  <a:lnTo>
                    <a:pt x="462" y="126"/>
                  </a:lnTo>
                  <a:lnTo>
                    <a:pt x="456" y="114"/>
                  </a:lnTo>
                  <a:lnTo>
                    <a:pt x="432" y="96"/>
                  </a:lnTo>
                  <a:lnTo>
                    <a:pt x="396" y="84"/>
                  </a:lnTo>
                  <a:lnTo>
                    <a:pt x="366" y="78"/>
                  </a:lnTo>
                  <a:lnTo>
                    <a:pt x="348" y="78"/>
                  </a:lnTo>
                  <a:lnTo>
                    <a:pt x="342" y="72"/>
                  </a:lnTo>
                  <a:lnTo>
                    <a:pt x="330" y="72"/>
                  </a:lnTo>
                  <a:lnTo>
                    <a:pt x="318" y="60"/>
                  </a:lnTo>
                  <a:lnTo>
                    <a:pt x="294" y="48"/>
                  </a:lnTo>
                  <a:lnTo>
                    <a:pt x="288" y="36"/>
                  </a:lnTo>
                  <a:lnTo>
                    <a:pt x="288" y="30"/>
                  </a:lnTo>
                  <a:lnTo>
                    <a:pt x="282" y="18"/>
                  </a:lnTo>
                  <a:lnTo>
                    <a:pt x="276" y="12"/>
                  </a:lnTo>
                  <a:lnTo>
                    <a:pt x="252" y="18"/>
                  </a:lnTo>
                  <a:lnTo>
                    <a:pt x="246" y="6"/>
                  </a:lnTo>
                  <a:lnTo>
                    <a:pt x="246" y="0"/>
                  </a:lnTo>
                  <a:lnTo>
                    <a:pt x="240" y="0"/>
                  </a:lnTo>
                  <a:lnTo>
                    <a:pt x="234" y="6"/>
                  </a:lnTo>
                  <a:lnTo>
                    <a:pt x="234" y="12"/>
                  </a:lnTo>
                  <a:lnTo>
                    <a:pt x="228" y="24"/>
                  </a:lnTo>
                  <a:lnTo>
                    <a:pt x="228" y="54"/>
                  </a:lnTo>
                  <a:lnTo>
                    <a:pt x="246" y="72"/>
                  </a:lnTo>
                  <a:lnTo>
                    <a:pt x="246" y="78"/>
                  </a:lnTo>
                  <a:lnTo>
                    <a:pt x="240" y="78"/>
                  </a:lnTo>
                  <a:lnTo>
                    <a:pt x="240" y="72"/>
                  </a:lnTo>
                  <a:lnTo>
                    <a:pt x="228" y="72"/>
                  </a:lnTo>
                  <a:lnTo>
                    <a:pt x="228" y="78"/>
                  </a:lnTo>
                  <a:lnTo>
                    <a:pt x="222" y="84"/>
                  </a:lnTo>
                  <a:lnTo>
                    <a:pt x="222" y="96"/>
                  </a:lnTo>
                  <a:lnTo>
                    <a:pt x="216" y="108"/>
                  </a:lnTo>
                  <a:lnTo>
                    <a:pt x="216" y="120"/>
                  </a:lnTo>
                  <a:lnTo>
                    <a:pt x="210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2" y="156"/>
                  </a:lnTo>
                  <a:lnTo>
                    <a:pt x="192" y="168"/>
                  </a:lnTo>
                  <a:lnTo>
                    <a:pt x="210" y="204"/>
                  </a:lnTo>
                  <a:lnTo>
                    <a:pt x="216" y="210"/>
                  </a:lnTo>
                  <a:lnTo>
                    <a:pt x="216" y="222"/>
                  </a:lnTo>
                  <a:lnTo>
                    <a:pt x="222" y="228"/>
                  </a:lnTo>
                  <a:lnTo>
                    <a:pt x="234" y="234"/>
                  </a:lnTo>
                  <a:lnTo>
                    <a:pt x="240" y="240"/>
                  </a:lnTo>
                  <a:lnTo>
                    <a:pt x="204" y="414"/>
                  </a:lnTo>
                  <a:lnTo>
                    <a:pt x="0" y="486"/>
                  </a:lnTo>
                  <a:lnTo>
                    <a:pt x="84" y="672"/>
                  </a:lnTo>
                  <a:lnTo>
                    <a:pt x="114" y="660"/>
                  </a:lnTo>
                  <a:lnTo>
                    <a:pt x="198" y="636"/>
                  </a:lnTo>
                  <a:lnTo>
                    <a:pt x="228" y="624"/>
                  </a:lnTo>
                  <a:lnTo>
                    <a:pt x="246" y="618"/>
                  </a:lnTo>
                  <a:lnTo>
                    <a:pt x="252" y="606"/>
                  </a:lnTo>
                  <a:lnTo>
                    <a:pt x="252" y="594"/>
                  </a:lnTo>
                  <a:lnTo>
                    <a:pt x="258" y="582"/>
                  </a:lnTo>
                  <a:lnTo>
                    <a:pt x="258" y="564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22" name="Norway" descr="© INSCALE GmbH, 05.05.2010&#10;http://www.presentationload.com/">
              <a:extLst>
                <a:ext uri="{FF2B5EF4-FFF2-40B4-BE49-F238E27FC236}">
                  <a16:creationId xmlns:a16="http://schemas.microsoft.com/office/drawing/2014/main" id="{42F601CA-8916-4890-BFD1-BB3CD8099B31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3876738" y="989278"/>
              <a:ext cx="449762" cy="491935"/>
            </a:xfrm>
            <a:custGeom>
              <a:avLst/>
              <a:gdLst>
                <a:gd name="T0" fmla="*/ 2147483647 w 1362"/>
                <a:gd name="T1" fmla="*/ 2147483647 h 1500"/>
                <a:gd name="T2" fmla="*/ 2147483647 w 1362"/>
                <a:gd name="T3" fmla="*/ 2147483647 h 1500"/>
                <a:gd name="T4" fmla="*/ 2147483647 w 1362"/>
                <a:gd name="T5" fmla="*/ 2147483647 h 1500"/>
                <a:gd name="T6" fmla="*/ 2147483647 w 1362"/>
                <a:gd name="T7" fmla="*/ 2147483647 h 1500"/>
                <a:gd name="T8" fmla="*/ 2147483647 w 1362"/>
                <a:gd name="T9" fmla="*/ 0 h 1500"/>
                <a:gd name="T10" fmla="*/ 2147483647 w 1362"/>
                <a:gd name="T11" fmla="*/ 2147483647 h 1500"/>
                <a:gd name="T12" fmla="*/ 2147483647 w 1362"/>
                <a:gd name="T13" fmla="*/ 2147483647 h 1500"/>
                <a:gd name="T14" fmla="*/ 2147483647 w 1362"/>
                <a:gd name="T15" fmla="*/ 2147483647 h 1500"/>
                <a:gd name="T16" fmla="*/ 2147483647 w 1362"/>
                <a:gd name="T17" fmla="*/ 2147483647 h 1500"/>
                <a:gd name="T18" fmla="*/ 2147483647 w 1362"/>
                <a:gd name="T19" fmla="*/ 2147483647 h 1500"/>
                <a:gd name="T20" fmla="*/ 2147483647 w 1362"/>
                <a:gd name="T21" fmla="*/ 2147483647 h 1500"/>
                <a:gd name="T22" fmla="*/ 2147483647 w 1362"/>
                <a:gd name="T23" fmla="*/ 2147483647 h 1500"/>
                <a:gd name="T24" fmla="*/ 2147483647 w 1362"/>
                <a:gd name="T25" fmla="*/ 2147483647 h 1500"/>
                <a:gd name="T26" fmla="*/ 2147483647 w 1362"/>
                <a:gd name="T27" fmla="*/ 2147483647 h 1500"/>
                <a:gd name="T28" fmla="*/ 2147483647 w 1362"/>
                <a:gd name="T29" fmla="*/ 2147483647 h 1500"/>
                <a:gd name="T30" fmla="*/ 2147483647 w 1362"/>
                <a:gd name="T31" fmla="*/ 2147483647 h 1500"/>
                <a:gd name="T32" fmla="*/ 2147483647 w 1362"/>
                <a:gd name="T33" fmla="*/ 2147483647 h 1500"/>
                <a:gd name="T34" fmla="*/ 2147483647 w 1362"/>
                <a:gd name="T35" fmla="*/ 2147483647 h 1500"/>
                <a:gd name="T36" fmla="*/ 2147483647 w 1362"/>
                <a:gd name="T37" fmla="*/ 2147483647 h 1500"/>
                <a:gd name="T38" fmla="*/ 2147483647 w 1362"/>
                <a:gd name="T39" fmla="*/ 2147483647 h 1500"/>
                <a:gd name="T40" fmla="*/ 2147483647 w 1362"/>
                <a:gd name="T41" fmla="*/ 2147483647 h 1500"/>
                <a:gd name="T42" fmla="*/ 2147483647 w 1362"/>
                <a:gd name="T43" fmla="*/ 2147483647 h 1500"/>
                <a:gd name="T44" fmla="*/ 2147483647 w 1362"/>
                <a:gd name="T45" fmla="*/ 2147483647 h 1500"/>
                <a:gd name="T46" fmla="*/ 2147483647 w 1362"/>
                <a:gd name="T47" fmla="*/ 2147483647 h 1500"/>
                <a:gd name="T48" fmla="*/ 2147483647 w 1362"/>
                <a:gd name="T49" fmla="*/ 2147483647 h 1500"/>
                <a:gd name="T50" fmla="*/ 2147483647 w 1362"/>
                <a:gd name="T51" fmla="*/ 2147483647 h 1500"/>
                <a:gd name="T52" fmla="*/ 2147483647 w 1362"/>
                <a:gd name="T53" fmla="*/ 2147483647 h 1500"/>
                <a:gd name="T54" fmla="*/ 2147483647 w 1362"/>
                <a:gd name="T55" fmla="*/ 2147483647 h 1500"/>
                <a:gd name="T56" fmla="*/ 2147483647 w 1362"/>
                <a:gd name="T57" fmla="*/ 2147483647 h 1500"/>
                <a:gd name="T58" fmla="*/ 2147483647 w 1362"/>
                <a:gd name="T59" fmla="*/ 2147483647 h 1500"/>
                <a:gd name="T60" fmla="*/ 2147483647 w 1362"/>
                <a:gd name="T61" fmla="*/ 2147483647 h 1500"/>
                <a:gd name="T62" fmla="*/ 2147483647 w 1362"/>
                <a:gd name="T63" fmla="*/ 2147483647 h 1500"/>
                <a:gd name="T64" fmla="*/ 2147483647 w 1362"/>
                <a:gd name="T65" fmla="*/ 2147483647 h 1500"/>
                <a:gd name="T66" fmla="*/ 2147483647 w 1362"/>
                <a:gd name="T67" fmla="*/ 2147483647 h 1500"/>
                <a:gd name="T68" fmla="*/ 2147483647 w 1362"/>
                <a:gd name="T69" fmla="*/ 2147483647 h 1500"/>
                <a:gd name="T70" fmla="*/ 2147483647 w 1362"/>
                <a:gd name="T71" fmla="*/ 2147483647 h 1500"/>
                <a:gd name="T72" fmla="*/ 2147483647 w 1362"/>
                <a:gd name="T73" fmla="*/ 2147483647 h 1500"/>
                <a:gd name="T74" fmla="*/ 2147483647 w 1362"/>
                <a:gd name="T75" fmla="*/ 2147483647 h 1500"/>
                <a:gd name="T76" fmla="*/ 2147483647 w 1362"/>
                <a:gd name="T77" fmla="*/ 2147483647 h 1500"/>
                <a:gd name="T78" fmla="*/ 2147483647 w 1362"/>
                <a:gd name="T79" fmla="*/ 2147483647 h 1500"/>
                <a:gd name="T80" fmla="*/ 2147483647 w 1362"/>
                <a:gd name="T81" fmla="*/ 2147483647 h 1500"/>
                <a:gd name="T82" fmla="*/ 2147483647 w 1362"/>
                <a:gd name="T83" fmla="*/ 2147483647 h 1500"/>
                <a:gd name="T84" fmla="*/ 2147483647 w 1362"/>
                <a:gd name="T85" fmla="*/ 2147483647 h 1500"/>
                <a:gd name="T86" fmla="*/ 2147483647 w 1362"/>
                <a:gd name="T87" fmla="*/ 2147483647 h 1500"/>
                <a:gd name="T88" fmla="*/ 2147483647 w 1362"/>
                <a:gd name="T89" fmla="*/ 2147483647 h 1500"/>
                <a:gd name="T90" fmla="*/ 2147483647 w 1362"/>
                <a:gd name="T91" fmla="*/ 2147483647 h 1500"/>
                <a:gd name="T92" fmla="*/ 2147483647 w 1362"/>
                <a:gd name="T93" fmla="*/ 2147483647 h 1500"/>
                <a:gd name="T94" fmla="*/ 2147483647 w 1362"/>
                <a:gd name="T95" fmla="*/ 2147483647 h 1500"/>
                <a:gd name="T96" fmla="*/ 2147483647 w 1362"/>
                <a:gd name="T97" fmla="*/ 2147483647 h 1500"/>
                <a:gd name="T98" fmla="*/ 2147483647 w 1362"/>
                <a:gd name="T99" fmla="*/ 2147483647 h 1500"/>
                <a:gd name="T100" fmla="*/ 2147483647 w 1362"/>
                <a:gd name="T101" fmla="*/ 2147483647 h 1500"/>
                <a:gd name="T102" fmla="*/ 2147483647 w 1362"/>
                <a:gd name="T103" fmla="*/ 2147483647 h 1500"/>
                <a:gd name="T104" fmla="*/ 2147483647 w 1362"/>
                <a:gd name="T105" fmla="*/ 2147483647 h 1500"/>
                <a:gd name="T106" fmla="*/ 2147483647 w 1362"/>
                <a:gd name="T107" fmla="*/ 2147483647 h 1500"/>
                <a:gd name="T108" fmla="*/ 2147483647 w 1362"/>
                <a:gd name="T109" fmla="*/ 2147483647 h 1500"/>
                <a:gd name="T110" fmla="*/ 2147483647 w 1362"/>
                <a:gd name="T111" fmla="*/ 2147483647 h 1500"/>
                <a:gd name="T112" fmla="*/ 2147483647 w 1362"/>
                <a:gd name="T113" fmla="*/ 2147483647 h 1500"/>
                <a:gd name="T114" fmla="*/ 2147483647 w 1362"/>
                <a:gd name="T115" fmla="*/ 2147483647 h 150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362"/>
                <a:gd name="T175" fmla="*/ 0 h 1500"/>
                <a:gd name="T176" fmla="*/ 1362 w 1362"/>
                <a:gd name="T177" fmla="*/ 1500 h 150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362" h="1500">
                  <a:moveTo>
                    <a:pt x="324" y="120"/>
                  </a:moveTo>
                  <a:lnTo>
                    <a:pt x="336" y="126"/>
                  </a:lnTo>
                  <a:lnTo>
                    <a:pt x="354" y="132"/>
                  </a:lnTo>
                  <a:lnTo>
                    <a:pt x="378" y="132"/>
                  </a:lnTo>
                  <a:lnTo>
                    <a:pt x="294" y="90"/>
                  </a:lnTo>
                  <a:lnTo>
                    <a:pt x="294" y="102"/>
                  </a:lnTo>
                  <a:lnTo>
                    <a:pt x="306" y="108"/>
                  </a:lnTo>
                  <a:lnTo>
                    <a:pt x="312" y="114"/>
                  </a:lnTo>
                  <a:lnTo>
                    <a:pt x="324" y="120"/>
                  </a:lnTo>
                  <a:close/>
                  <a:moveTo>
                    <a:pt x="684" y="48"/>
                  </a:moveTo>
                  <a:lnTo>
                    <a:pt x="732" y="48"/>
                  </a:lnTo>
                  <a:lnTo>
                    <a:pt x="738" y="54"/>
                  </a:lnTo>
                  <a:lnTo>
                    <a:pt x="750" y="54"/>
                  </a:lnTo>
                  <a:lnTo>
                    <a:pt x="774" y="66"/>
                  </a:lnTo>
                  <a:lnTo>
                    <a:pt x="786" y="66"/>
                  </a:lnTo>
                  <a:lnTo>
                    <a:pt x="798" y="60"/>
                  </a:lnTo>
                  <a:lnTo>
                    <a:pt x="804" y="60"/>
                  </a:lnTo>
                  <a:lnTo>
                    <a:pt x="816" y="54"/>
                  </a:lnTo>
                  <a:lnTo>
                    <a:pt x="828" y="54"/>
                  </a:lnTo>
                  <a:lnTo>
                    <a:pt x="840" y="60"/>
                  </a:lnTo>
                  <a:lnTo>
                    <a:pt x="876" y="72"/>
                  </a:lnTo>
                  <a:lnTo>
                    <a:pt x="888" y="78"/>
                  </a:lnTo>
                  <a:lnTo>
                    <a:pt x="894" y="84"/>
                  </a:lnTo>
                  <a:lnTo>
                    <a:pt x="900" y="84"/>
                  </a:lnTo>
                  <a:lnTo>
                    <a:pt x="924" y="60"/>
                  </a:lnTo>
                  <a:lnTo>
                    <a:pt x="984" y="66"/>
                  </a:lnTo>
                  <a:lnTo>
                    <a:pt x="984" y="42"/>
                  </a:lnTo>
                  <a:lnTo>
                    <a:pt x="1014" y="42"/>
                  </a:lnTo>
                  <a:lnTo>
                    <a:pt x="1026" y="36"/>
                  </a:lnTo>
                  <a:lnTo>
                    <a:pt x="1032" y="24"/>
                  </a:lnTo>
                  <a:lnTo>
                    <a:pt x="1038" y="18"/>
                  </a:lnTo>
                  <a:lnTo>
                    <a:pt x="1032" y="12"/>
                  </a:lnTo>
                  <a:lnTo>
                    <a:pt x="1002" y="12"/>
                  </a:lnTo>
                  <a:lnTo>
                    <a:pt x="990" y="18"/>
                  </a:lnTo>
                  <a:lnTo>
                    <a:pt x="984" y="18"/>
                  </a:lnTo>
                  <a:lnTo>
                    <a:pt x="972" y="6"/>
                  </a:lnTo>
                  <a:lnTo>
                    <a:pt x="960" y="0"/>
                  </a:lnTo>
                  <a:lnTo>
                    <a:pt x="918" y="0"/>
                  </a:lnTo>
                  <a:lnTo>
                    <a:pt x="900" y="6"/>
                  </a:lnTo>
                  <a:lnTo>
                    <a:pt x="882" y="18"/>
                  </a:lnTo>
                  <a:lnTo>
                    <a:pt x="870" y="18"/>
                  </a:lnTo>
                  <a:lnTo>
                    <a:pt x="864" y="12"/>
                  </a:lnTo>
                  <a:lnTo>
                    <a:pt x="864" y="6"/>
                  </a:lnTo>
                  <a:lnTo>
                    <a:pt x="858" y="6"/>
                  </a:lnTo>
                  <a:lnTo>
                    <a:pt x="852" y="0"/>
                  </a:lnTo>
                  <a:lnTo>
                    <a:pt x="822" y="0"/>
                  </a:lnTo>
                  <a:lnTo>
                    <a:pt x="804" y="18"/>
                  </a:lnTo>
                  <a:lnTo>
                    <a:pt x="738" y="0"/>
                  </a:lnTo>
                  <a:lnTo>
                    <a:pt x="726" y="0"/>
                  </a:lnTo>
                  <a:lnTo>
                    <a:pt x="708" y="6"/>
                  </a:lnTo>
                  <a:lnTo>
                    <a:pt x="690" y="6"/>
                  </a:lnTo>
                  <a:lnTo>
                    <a:pt x="672" y="12"/>
                  </a:lnTo>
                  <a:lnTo>
                    <a:pt x="660" y="12"/>
                  </a:lnTo>
                  <a:lnTo>
                    <a:pt x="660" y="6"/>
                  </a:lnTo>
                  <a:lnTo>
                    <a:pt x="666" y="0"/>
                  </a:lnTo>
                  <a:lnTo>
                    <a:pt x="630" y="12"/>
                  </a:lnTo>
                  <a:lnTo>
                    <a:pt x="648" y="36"/>
                  </a:lnTo>
                  <a:lnTo>
                    <a:pt x="684" y="48"/>
                  </a:lnTo>
                  <a:close/>
                  <a:moveTo>
                    <a:pt x="324" y="66"/>
                  </a:moveTo>
                  <a:lnTo>
                    <a:pt x="342" y="66"/>
                  </a:lnTo>
                  <a:lnTo>
                    <a:pt x="348" y="72"/>
                  </a:lnTo>
                  <a:lnTo>
                    <a:pt x="360" y="72"/>
                  </a:lnTo>
                  <a:lnTo>
                    <a:pt x="360" y="78"/>
                  </a:lnTo>
                  <a:lnTo>
                    <a:pt x="342" y="96"/>
                  </a:lnTo>
                  <a:lnTo>
                    <a:pt x="336" y="96"/>
                  </a:lnTo>
                  <a:lnTo>
                    <a:pt x="378" y="114"/>
                  </a:lnTo>
                  <a:lnTo>
                    <a:pt x="390" y="120"/>
                  </a:lnTo>
                  <a:lnTo>
                    <a:pt x="396" y="126"/>
                  </a:lnTo>
                  <a:lnTo>
                    <a:pt x="414" y="126"/>
                  </a:lnTo>
                  <a:lnTo>
                    <a:pt x="426" y="132"/>
                  </a:lnTo>
                  <a:lnTo>
                    <a:pt x="438" y="132"/>
                  </a:lnTo>
                  <a:lnTo>
                    <a:pt x="462" y="108"/>
                  </a:lnTo>
                  <a:lnTo>
                    <a:pt x="504" y="96"/>
                  </a:lnTo>
                  <a:lnTo>
                    <a:pt x="534" y="120"/>
                  </a:lnTo>
                  <a:lnTo>
                    <a:pt x="528" y="120"/>
                  </a:lnTo>
                  <a:lnTo>
                    <a:pt x="516" y="126"/>
                  </a:lnTo>
                  <a:lnTo>
                    <a:pt x="504" y="126"/>
                  </a:lnTo>
                  <a:lnTo>
                    <a:pt x="480" y="132"/>
                  </a:lnTo>
                  <a:lnTo>
                    <a:pt x="468" y="138"/>
                  </a:lnTo>
                  <a:lnTo>
                    <a:pt x="456" y="150"/>
                  </a:lnTo>
                  <a:lnTo>
                    <a:pt x="486" y="150"/>
                  </a:lnTo>
                  <a:lnTo>
                    <a:pt x="498" y="156"/>
                  </a:lnTo>
                  <a:lnTo>
                    <a:pt x="522" y="156"/>
                  </a:lnTo>
                  <a:lnTo>
                    <a:pt x="516" y="162"/>
                  </a:lnTo>
                  <a:lnTo>
                    <a:pt x="504" y="162"/>
                  </a:lnTo>
                  <a:lnTo>
                    <a:pt x="486" y="168"/>
                  </a:lnTo>
                  <a:lnTo>
                    <a:pt x="474" y="174"/>
                  </a:lnTo>
                  <a:lnTo>
                    <a:pt x="468" y="180"/>
                  </a:lnTo>
                  <a:lnTo>
                    <a:pt x="462" y="180"/>
                  </a:lnTo>
                  <a:lnTo>
                    <a:pt x="516" y="198"/>
                  </a:lnTo>
                  <a:lnTo>
                    <a:pt x="522" y="198"/>
                  </a:lnTo>
                  <a:lnTo>
                    <a:pt x="528" y="204"/>
                  </a:lnTo>
                  <a:lnTo>
                    <a:pt x="540" y="210"/>
                  </a:lnTo>
                  <a:lnTo>
                    <a:pt x="558" y="210"/>
                  </a:lnTo>
                  <a:lnTo>
                    <a:pt x="576" y="216"/>
                  </a:lnTo>
                  <a:lnTo>
                    <a:pt x="594" y="210"/>
                  </a:lnTo>
                  <a:lnTo>
                    <a:pt x="606" y="204"/>
                  </a:lnTo>
                  <a:lnTo>
                    <a:pt x="612" y="204"/>
                  </a:lnTo>
                  <a:lnTo>
                    <a:pt x="618" y="198"/>
                  </a:lnTo>
                  <a:lnTo>
                    <a:pt x="612" y="192"/>
                  </a:lnTo>
                  <a:lnTo>
                    <a:pt x="612" y="186"/>
                  </a:lnTo>
                  <a:lnTo>
                    <a:pt x="606" y="180"/>
                  </a:lnTo>
                  <a:lnTo>
                    <a:pt x="606" y="174"/>
                  </a:lnTo>
                  <a:lnTo>
                    <a:pt x="612" y="168"/>
                  </a:lnTo>
                  <a:lnTo>
                    <a:pt x="618" y="168"/>
                  </a:lnTo>
                  <a:lnTo>
                    <a:pt x="630" y="162"/>
                  </a:lnTo>
                  <a:lnTo>
                    <a:pt x="648" y="162"/>
                  </a:lnTo>
                  <a:lnTo>
                    <a:pt x="648" y="144"/>
                  </a:lnTo>
                  <a:lnTo>
                    <a:pt x="678" y="132"/>
                  </a:lnTo>
                  <a:lnTo>
                    <a:pt x="690" y="102"/>
                  </a:lnTo>
                  <a:lnTo>
                    <a:pt x="714" y="114"/>
                  </a:lnTo>
                  <a:lnTo>
                    <a:pt x="738" y="102"/>
                  </a:lnTo>
                  <a:lnTo>
                    <a:pt x="750" y="114"/>
                  </a:lnTo>
                  <a:lnTo>
                    <a:pt x="762" y="120"/>
                  </a:lnTo>
                  <a:lnTo>
                    <a:pt x="780" y="126"/>
                  </a:lnTo>
                  <a:lnTo>
                    <a:pt x="792" y="138"/>
                  </a:lnTo>
                  <a:lnTo>
                    <a:pt x="792" y="144"/>
                  </a:lnTo>
                  <a:lnTo>
                    <a:pt x="786" y="150"/>
                  </a:lnTo>
                  <a:lnTo>
                    <a:pt x="786" y="162"/>
                  </a:lnTo>
                  <a:lnTo>
                    <a:pt x="774" y="174"/>
                  </a:lnTo>
                  <a:lnTo>
                    <a:pt x="828" y="174"/>
                  </a:lnTo>
                  <a:lnTo>
                    <a:pt x="834" y="180"/>
                  </a:lnTo>
                  <a:lnTo>
                    <a:pt x="846" y="186"/>
                  </a:lnTo>
                  <a:lnTo>
                    <a:pt x="852" y="192"/>
                  </a:lnTo>
                  <a:lnTo>
                    <a:pt x="858" y="192"/>
                  </a:lnTo>
                  <a:lnTo>
                    <a:pt x="864" y="186"/>
                  </a:lnTo>
                  <a:lnTo>
                    <a:pt x="876" y="186"/>
                  </a:lnTo>
                  <a:lnTo>
                    <a:pt x="894" y="174"/>
                  </a:lnTo>
                  <a:lnTo>
                    <a:pt x="906" y="168"/>
                  </a:lnTo>
                  <a:lnTo>
                    <a:pt x="924" y="162"/>
                  </a:lnTo>
                  <a:lnTo>
                    <a:pt x="936" y="156"/>
                  </a:lnTo>
                  <a:lnTo>
                    <a:pt x="942" y="150"/>
                  </a:lnTo>
                  <a:lnTo>
                    <a:pt x="942" y="144"/>
                  </a:lnTo>
                  <a:lnTo>
                    <a:pt x="936" y="144"/>
                  </a:lnTo>
                  <a:lnTo>
                    <a:pt x="924" y="138"/>
                  </a:lnTo>
                  <a:lnTo>
                    <a:pt x="888" y="138"/>
                  </a:lnTo>
                  <a:lnTo>
                    <a:pt x="882" y="120"/>
                  </a:lnTo>
                  <a:lnTo>
                    <a:pt x="828" y="114"/>
                  </a:lnTo>
                  <a:lnTo>
                    <a:pt x="828" y="96"/>
                  </a:lnTo>
                  <a:lnTo>
                    <a:pt x="798" y="102"/>
                  </a:lnTo>
                  <a:lnTo>
                    <a:pt x="798" y="84"/>
                  </a:lnTo>
                  <a:lnTo>
                    <a:pt x="726" y="84"/>
                  </a:lnTo>
                  <a:lnTo>
                    <a:pt x="720" y="72"/>
                  </a:lnTo>
                  <a:lnTo>
                    <a:pt x="684" y="72"/>
                  </a:lnTo>
                  <a:lnTo>
                    <a:pt x="678" y="60"/>
                  </a:lnTo>
                  <a:lnTo>
                    <a:pt x="654" y="48"/>
                  </a:lnTo>
                  <a:lnTo>
                    <a:pt x="624" y="48"/>
                  </a:lnTo>
                  <a:lnTo>
                    <a:pt x="624" y="30"/>
                  </a:lnTo>
                  <a:lnTo>
                    <a:pt x="618" y="30"/>
                  </a:lnTo>
                  <a:lnTo>
                    <a:pt x="612" y="24"/>
                  </a:lnTo>
                  <a:lnTo>
                    <a:pt x="540" y="24"/>
                  </a:lnTo>
                  <a:lnTo>
                    <a:pt x="534" y="30"/>
                  </a:lnTo>
                  <a:lnTo>
                    <a:pt x="534" y="36"/>
                  </a:lnTo>
                  <a:lnTo>
                    <a:pt x="540" y="42"/>
                  </a:lnTo>
                  <a:lnTo>
                    <a:pt x="546" y="54"/>
                  </a:lnTo>
                  <a:lnTo>
                    <a:pt x="564" y="72"/>
                  </a:lnTo>
                  <a:lnTo>
                    <a:pt x="552" y="66"/>
                  </a:lnTo>
                  <a:lnTo>
                    <a:pt x="546" y="60"/>
                  </a:lnTo>
                  <a:lnTo>
                    <a:pt x="528" y="48"/>
                  </a:lnTo>
                  <a:lnTo>
                    <a:pt x="492" y="30"/>
                  </a:lnTo>
                  <a:lnTo>
                    <a:pt x="480" y="30"/>
                  </a:lnTo>
                  <a:lnTo>
                    <a:pt x="474" y="36"/>
                  </a:lnTo>
                  <a:lnTo>
                    <a:pt x="468" y="48"/>
                  </a:lnTo>
                  <a:lnTo>
                    <a:pt x="462" y="54"/>
                  </a:lnTo>
                  <a:lnTo>
                    <a:pt x="450" y="54"/>
                  </a:lnTo>
                  <a:lnTo>
                    <a:pt x="438" y="48"/>
                  </a:lnTo>
                  <a:lnTo>
                    <a:pt x="420" y="48"/>
                  </a:lnTo>
                  <a:lnTo>
                    <a:pt x="420" y="42"/>
                  </a:lnTo>
                  <a:lnTo>
                    <a:pt x="426" y="42"/>
                  </a:lnTo>
                  <a:lnTo>
                    <a:pt x="438" y="30"/>
                  </a:lnTo>
                  <a:lnTo>
                    <a:pt x="384" y="30"/>
                  </a:lnTo>
                  <a:lnTo>
                    <a:pt x="372" y="42"/>
                  </a:lnTo>
                  <a:lnTo>
                    <a:pt x="366" y="30"/>
                  </a:lnTo>
                  <a:lnTo>
                    <a:pt x="354" y="30"/>
                  </a:lnTo>
                  <a:lnTo>
                    <a:pt x="318" y="48"/>
                  </a:lnTo>
                  <a:lnTo>
                    <a:pt x="318" y="60"/>
                  </a:lnTo>
                  <a:lnTo>
                    <a:pt x="324" y="66"/>
                  </a:lnTo>
                  <a:close/>
                  <a:moveTo>
                    <a:pt x="642" y="708"/>
                  </a:moveTo>
                  <a:lnTo>
                    <a:pt x="666" y="696"/>
                  </a:lnTo>
                  <a:lnTo>
                    <a:pt x="666" y="690"/>
                  </a:lnTo>
                  <a:lnTo>
                    <a:pt x="678" y="690"/>
                  </a:lnTo>
                  <a:lnTo>
                    <a:pt x="678" y="678"/>
                  </a:lnTo>
                  <a:lnTo>
                    <a:pt x="672" y="672"/>
                  </a:lnTo>
                  <a:lnTo>
                    <a:pt x="630" y="690"/>
                  </a:lnTo>
                  <a:lnTo>
                    <a:pt x="642" y="708"/>
                  </a:lnTo>
                  <a:close/>
                  <a:moveTo>
                    <a:pt x="774" y="648"/>
                  </a:moveTo>
                  <a:lnTo>
                    <a:pt x="780" y="642"/>
                  </a:lnTo>
                  <a:lnTo>
                    <a:pt x="786" y="642"/>
                  </a:lnTo>
                  <a:lnTo>
                    <a:pt x="792" y="636"/>
                  </a:lnTo>
                  <a:lnTo>
                    <a:pt x="792" y="630"/>
                  </a:lnTo>
                  <a:lnTo>
                    <a:pt x="786" y="624"/>
                  </a:lnTo>
                  <a:lnTo>
                    <a:pt x="774" y="624"/>
                  </a:lnTo>
                  <a:lnTo>
                    <a:pt x="768" y="630"/>
                  </a:lnTo>
                  <a:lnTo>
                    <a:pt x="768" y="642"/>
                  </a:lnTo>
                  <a:lnTo>
                    <a:pt x="774" y="648"/>
                  </a:lnTo>
                  <a:close/>
                  <a:moveTo>
                    <a:pt x="594" y="696"/>
                  </a:moveTo>
                  <a:lnTo>
                    <a:pt x="576" y="696"/>
                  </a:lnTo>
                  <a:lnTo>
                    <a:pt x="552" y="708"/>
                  </a:lnTo>
                  <a:lnTo>
                    <a:pt x="546" y="714"/>
                  </a:lnTo>
                  <a:lnTo>
                    <a:pt x="570" y="720"/>
                  </a:lnTo>
                  <a:lnTo>
                    <a:pt x="576" y="714"/>
                  </a:lnTo>
                  <a:lnTo>
                    <a:pt x="588" y="714"/>
                  </a:lnTo>
                  <a:lnTo>
                    <a:pt x="600" y="702"/>
                  </a:lnTo>
                  <a:lnTo>
                    <a:pt x="594" y="696"/>
                  </a:lnTo>
                  <a:close/>
                  <a:moveTo>
                    <a:pt x="918" y="612"/>
                  </a:moveTo>
                  <a:lnTo>
                    <a:pt x="936" y="618"/>
                  </a:lnTo>
                  <a:lnTo>
                    <a:pt x="942" y="606"/>
                  </a:lnTo>
                  <a:lnTo>
                    <a:pt x="948" y="600"/>
                  </a:lnTo>
                  <a:lnTo>
                    <a:pt x="948" y="594"/>
                  </a:lnTo>
                  <a:lnTo>
                    <a:pt x="918" y="594"/>
                  </a:lnTo>
                  <a:lnTo>
                    <a:pt x="918" y="612"/>
                  </a:lnTo>
                  <a:close/>
                  <a:moveTo>
                    <a:pt x="486" y="756"/>
                  </a:moveTo>
                  <a:lnTo>
                    <a:pt x="474" y="756"/>
                  </a:lnTo>
                  <a:lnTo>
                    <a:pt x="438" y="774"/>
                  </a:lnTo>
                  <a:lnTo>
                    <a:pt x="432" y="780"/>
                  </a:lnTo>
                  <a:lnTo>
                    <a:pt x="432" y="786"/>
                  </a:lnTo>
                  <a:lnTo>
                    <a:pt x="444" y="786"/>
                  </a:lnTo>
                  <a:lnTo>
                    <a:pt x="456" y="780"/>
                  </a:lnTo>
                  <a:lnTo>
                    <a:pt x="462" y="774"/>
                  </a:lnTo>
                  <a:lnTo>
                    <a:pt x="474" y="768"/>
                  </a:lnTo>
                  <a:lnTo>
                    <a:pt x="510" y="768"/>
                  </a:lnTo>
                  <a:lnTo>
                    <a:pt x="510" y="762"/>
                  </a:lnTo>
                  <a:lnTo>
                    <a:pt x="504" y="762"/>
                  </a:lnTo>
                  <a:lnTo>
                    <a:pt x="504" y="756"/>
                  </a:lnTo>
                  <a:lnTo>
                    <a:pt x="486" y="756"/>
                  </a:lnTo>
                  <a:close/>
                  <a:moveTo>
                    <a:pt x="1356" y="660"/>
                  </a:moveTo>
                  <a:lnTo>
                    <a:pt x="1326" y="666"/>
                  </a:lnTo>
                  <a:lnTo>
                    <a:pt x="1290" y="654"/>
                  </a:lnTo>
                  <a:lnTo>
                    <a:pt x="1260" y="642"/>
                  </a:lnTo>
                  <a:lnTo>
                    <a:pt x="1302" y="642"/>
                  </a:lnTo>
                  <a:lnTo>
                    <a:pt x="1326" y="630"/>
                  </a:lnTo>
                  <a:lnTo>
                    <a:pt x="1344" y="630"/>
                  </a:lnTo>
                  <a:lnTo>
                    <a:pt x="1350" y="624"/>
                  </a:lnTo>
                  <a:lnTo>
                    <a:pt x="1356" y="624"/>
                  </a:lnTo>
                  <a:lnTo>
                    <a:pt x="1344" y="618"/>
                  </a:lnTo>
                  <a:lnTo>
                    <a:pt x="1338" y="612"/>
                  </a:lnTo>
                  <a:lnTo>
                    <a:pt x="1320" y="606"/>
                  </a:lnTo>
                  <a:lnTo>
                    <a:pt x="1308" y="600"/>
                  </a:lnTo>
                  <a:lnTo>
                    <a:pt x="1284" y="600"/>
                  </a:lnTo>
                  <a:lnTo>
                    <a:pt x="1260" y="588"/>
                  </a:lnTo>
                  <a:lnTo>
                    <a:pt x="1254" y="588"/>
                  </a:lnTo>
                  <a:lnTo>
                    <a:pt x="1242" y="582"/>
                  </a:lnTo>
                  <a:lnTo>
                    <a:pt x="1242" y="588"/>
                  </a:lnTo>
                  <a:lnTo>
                    <a:pt x="1236" y="594"/>
                  </a:lnTo>
                  <a:lnTo>
                    <a:pt x="1236" y="600"/>
                  </a:lnTo>
                  <a:lnTo>
                    <a:pt x="1218" y="618"/>
                  </a:lnTo>
                  <a:lnTo>
                    <a:pt x="1206" y="618"/>
                  </a:lnTo>
                  <a:lnTo>
                    <a:pt x="1200" y="612"/>
                  </a:lnTo>
                  <a:lnTo>
                    <a:pt x="1224" y="588"/>
                  </a:lnTo>
                  <a:lnTo>
                    <a:pt x="1158" y="564"/>
                  </a:lnTo>
                  <a:lnTo>
                    <a:pt x="1158" y="576"/>
                  </a:lnTo>
                  <a:lnTo>
                    <a:pt x="1152" y="594"/>
                  </a:lnTo>
                  <a:lnTo>
                    <a:pt x="1134" y="630"/>
                  </a:lnTo>
                  <a:lnTo>
                    <a:pt x="1128" y="630"/>
                  </a:lnTo>
                  <a:lnTo>
                    <a:pt x="1122" y="624"/>
                  </a:lnTo>
                  <a:lnTo>
                    <a:pt x="1116" y="612"/>
                  </a:lnTo>
                  <a:lnTo>
                    <a:pt x="1116" y="594"/>
                  </a:lnTo>
                  <a:lnTo>
                    <a:pt x="1122" y="582"/>
                  </a:lnTo>
                  <a:lnTo>
                    <a:pt x="1116" y="594"/>
                  </a:lnTo>
                  <a:lnTo>
                    <a:pt x="1104" y="600"/>
                  </a:lnTo>
                  <a:lnTo>
                    <a:pt x="1080" y="624"/>
                  </a:lnTo>
                  <a:lnTo>
                    <a:pt x="1056" y="636"/>
                  </a:lnTo>
                  <a:lnTo>
                    <a:pt x="1050" y="636"/>
                  </a:lnTo>
                  <a:lnTo>
                    <a:pt x="1050" y="630"/>
                  </a:lnTo>
                  <a:lnTo>
                    <a:pt x="1056" y="618"/>
                  </a:lnTo>
                  <a:lnTo>
                    <a:pt x="1086" y="588"/>
                  </a:lnTo>
                  <a:lnTo>
                    <a:pt x="1092" y="576"/>
                  </a:lnTo>
                  <a:lnTo>
                    <a:pt x="1104" y="570"/>
                  </a:lnTo>
                  <a:lnTo>
                    <a:pt x="1068" y="570"/>
                  </a:lnTo>
                  <a:lnTo>
                    <a:pt x="1050" y="582"/>
                  </a:lnTo>
                  <a:lnTo>
                    <a:pt x="1026" y="582"/>
                  </a:lnTo>
                  <a:lnTo>
                    <a:pt x="984" y="606"/>
                  </a:lnTo>
                  <a:lnTo>
                    <a:pt x="960" y="606"/>
                  </a:lnTo>
                  <a:lnTo>
                    <a:pt x="954" y="636"/>
                  </a:lnTo>
                  <a:lnTo>
                    <a:pt x="918" y="624"/>
                  </a:lnTo>
                  <a:lnTo>
                    <a:pt x="882" y="630"/>
                  </a:lnTo>
                  <a:lnTo>
                    <a:pt x="894" y="660"/>
                  </a:lnTo>
                  <a:lnTo>
                    <a:pt x="846" y="648"/>
                  </a:lnTo>
                  <a:lnTo>
                    <a:pt x="828" y="654"/>
                  </a:lnTo>
                  <a:lnTo>
                    <a:pt x="834" y="678"/>
                  </a:lnTo>
                  <a:lnTo>
                    <a:pt x="792" y="690"/>
                  </a:lnTo>
                  <a:lnTo>
                    <a:pt x="792" y="654"/>
                  </a:lnTo>
                  <a:lnTo>
                    <a:pt x="762" y="654"/>
                  </a:lnTo>
                  <a:lnTo>
                    <a:pt x="774" y="678"/>
                  </a:lnTo>
                  <a:lnTo>
                    <a:pt x="750" y="660"/>
                  </a:lnTo>
                  <a:lnTo>
                    <a:pt x="750" y="690"/>
                  </a:lnTo>
                  <a:lnTo>
                    <a:pt x="726" y="690"/>
                  </a:lnTo>
                  <a:lnTo>
                    <a:pt x="726" y="660"/>
                  </a:lnTo>
                  <a:lnTo>
                    <a:pt x="738" y="654"/>
                  </a:lnTo>
                  <a:lnTo>
                    <a:pt x="744" y="648"/>
                  </a:lnTo>
                  <a:lnTo>
                    <a:pt x="708" y="642"/>
                  </a:lnTo>
                  <a:lnTo>
                    <a:pt x="708" y="684"/>
                  </a:lnTo>
                  <a:lnTo>
                    <a:pt x="678" y="696"/>
                  </a:lnTo>
                  <a:lnTo>
                    <a:pt x="696" y="708"/>
                  </a:lnTo>
                  <a:lnTo>
                    <a:pt x="660" y="714"/>
                  </a:lnTo>
                  <a:lnTo>
                    <a:pt x="672" y="726"/>
                  </a:lnTo>
                  <a:lnTo>
                    <a:pt x="630" y="726"/>
                  </a:lnTo>
                  <a:lnTo>
                    <a:pt x="630" y="738"/>
                  </a:lnTo>
                  <a:lnTo>
                    <a:pt x="660" y="750"/>
                  </a:lnTo>
                  <a:lnTo>
                    <a:pt x="654" y="762"/>
                  </a:lnTo>
                  <a:lnTo>
                    <a:pt x="618" y="744"/>
                  </a:lnTo>
                  <a:lnTo>
                    <a:pt x="600" y="750"/>
                  </a:lnTo>
                  <a:lnTo>
                    <a:pt x="624" y="762"/>
                  </a:lnTo>
                  <a:lnTo>
                    <a:pt x="606" y="780"/>
                  </a:lnTo>
                  <a:lnTo>
                    <a:pt x="594" y="762"/>
                  </a:lnTo>
                  <a:lnTo>
                    <a:pt x="576" y="768"/>
                  </a:lnTo>
                  <a:lnTo>
                    <a:pt x="576" y="780"/>
                  </a:lnTo>
                  <a:lnTo>
                    <a:pt x="546" y="780"/>
                  </a:lnTo>
                  <a:lnTo>
                    <a:pt x="540" y="792"/>
                  </a:lnTo>
                  <a:lnTo>
                    <a:pt x="564" y="804"/>
                  </a:lnTo>
                  <a:lnTo>
                    <a:pt x="564" y="822"/>
                  </a:lnTo>
                  <a:lnTo>
                    <a:pt x="528" y="810"/>
                  </a:lnTo>
                  <a:lnTo>
                    <a:pt x="522" y="822"/>
                  </a:lnTo>
                  <a:lnTo>
                    <a:pt x="552" y="834"/>
                  </a:lnTo>
                  <a:lnTo>
                    <a:pt x="504" y="834"/>
                  </a:lnTo>
                  <a:lnTo>
                    <a:pt x="504" y="852"/>
                  </a:lnTo>
                  <a:lnTo>
                    <a:pt x="492" y="846"/>
                  </a:lnTo>
                  <a:lnTo>
                    <a:pt x="486" y="846"/>
                  </a:lnTo>
                  <a:lnTo>
                    <a:pt x="474" y="852"/>
                  </a:lnTo>
                  <a:lnTo>
                    <a:pt x="468" y="858"/>
                  </a:lnTo>
                  <a:lnTo>
                    <a:pt x="456" y="858"/>
                  </a:lnTo>
                  <a:lnTo>
                    <a:pt x="456" y="870"/>
                  </a:lnTo>
                  <a:lnTo>
                    <a:pt x="462" y="876"/>
                  </a:lnTo>
                  <a:lnTo>
                    <a:pt x="456" y="876"/>
                  </a:lnTo>
                  <a:lnTo>
                    <a:pt x="450" y="882"/>
                  </a:lnTo>
                  <a:lnTo>
                    <a:pt x="444" y="882"/>
                  </a:lnTo>
                  <a:lnTo>
                    <a:pt x="444" y="900"/>
                  </a:lnTo>
                  <a:lnTo>
                    <a:pt x="480" y="900"/>
                  </a:lnTo>
                  <a:lnTo>
                    <a:pt x="468" y="912"/>
                  </a:lnTo>
                  <a:lnTo>
                    <a:pt x="432" y="906"/>
                  </a:lnTo>
                  <a:lnTo>
                    <a:pt x="420" y="912"/>
                  </a:lnTo>
                  <a:lnTo>
                    <a:pt x="414" y="918"/>
                  </a:lnTo>
                  <a:lnTo>
                    <a:pt x="414" y="930"/>
                  </a:lnTo>
                  <a:lnTo>
                    <a:pt x="420" y="936"/>
                  </a:lnTo>
                  <a:lnTo>
                    <a:pt x="420" y="948"/>
                  </a:lnTo>
                  <a:lnTo>
                    <a:pt x="408" y="954"/>
                  </a:lnTo>
                  <a:lnTo>
                    <a:pt x="390" y="954"/>
                  </a:lnTo>
                  <a:lnTo>
                    <a:pt x="390" y="972"/>
                  </a:lnTo>
                  <a:lnTo>
                    <a:pt x="408" y="990"/>
                  </a:lnTo>
                  <a:lnTo>
                    <a:pt x="408" y="996"/>
                  </a:lnTo>
                  <a:lnTo>
                    <a:pt x="402" y="1002"/>
                  </a:lnTo>
                  <a:lnTo>
                    <a:pt x="366" y="1002"/>
                  </a:lnTo>
                  <a:lnTo>
                    <a:pt x="360" y="1008"/>
                  </a:lnTo>
                  <a:lnTo>
                    <a:pt x="360" y="1026"/>
                  </a:lnTo>
                  <a:lnTo>
                    <a:pt x="354" y="1032"/>
                  </a:lnTo>
                  <a:lnTo>
                    <a:pt x="342" y="1032"/>
                  </a:lnTo>
                  <a:lnTo>
                    <a:pt x="336" y="1026"/>
                  </a:lnTo>
                  <a:lnTo>
                    <a:pt x="318" y="1026"/>
                  </a:lnTo>
                  <a:lnTo>
                    <a:pt x="294" y="1050"/>
                  </a:lnTo>
                  <a:lnTo>
                    <a:pt x="282" y="1050"/>
                  </a:lnTo>
                  <a:lnTo>
                    <a:pt x="270" y="1062"/>
                  </a:lnTo>
                  <a:lnTo>
                    <a:pt x="270" y="1068"/>
                  </a:lnTo>
                  <a:lnTo>
                    <a:pt x="276" y="1074"/>
                  </a:lnTo>
                  <a:lnTo>
                    <a:pt x="276" y="1080"/>
                  </a:lnTo>
                  <a:lnTo>
                    <a:pt x="264" y="1092"/>
                  </a:lnTo>
                  <a:lnTo>
                    <a:pt x="252" y="1092"/>
                  </a:lnTo>
                  <a:lnTo>
                    <a:pt x="246" y="1086"/>
                  </a:lnTo>
                  <a:lnTo>
                    <a:pt x="234" y="1080"/>
                  </a:lnTo>
                  <a:lnTo>
                    <a:pt x="234" y="1074"/>
                  </a:lnTo>
                  <a:lnTo>
                    <a:pt x="228" y="1074"/>
                  </a:lnTo>
                  <a:lnTo>
                    <a:pt x="204" y="1086"/>
                  </a:lnTo>
                  <a:lnTo>
                    <a:pt x="198" y="1092"/>
                  </a:lnTo>
                  <a:lnTo>
                    <a:pt x="180" y="1092"/>
                  </a:lnTo>
                  <a:lnTo>
                    <a:pt x="180" y="1110"/>
                  </a:lnTo>
                  <a:lnTo>
                    <a:pt x="186" y="1116"/>
                  </a:lnTo>
                  <a:lnTo>
                    <a:pt x="192" y="1116"/>
                  </a:lnTo>
                  <a:lnTo>
                    <a:pt x="192" y="1128"/>
                  </a:lnTo>
                  <a:lnTo>
                    <a:pt x="186" y="1128"/>
                  </a:lnTo>
                  <a:lnTo>
                    <a:pt x="174" y="1116"/>
                  </a:lnTo>
                  <a:lnTo>
                    <a:pt x="162" y="1116"/>
                  </a:lnTo>
                  <a:lnTo>
                    <a:pt x="156" y="1122"/>
                  </a:lnTo>
                  <a:lnTo>
                    <a:pt x="156" y="1134"/>
                  </a:lnTo>
                  <a:lnTo>
                    <a:pt x="168" y="1134"/>
                  </a:lnTo>
                  <a:lnTo>
                    <a:pt x="174" y="1140"/>
                  </a:lnTo>
                  <a:lnTo>
                    <a:pt x="180" y="1140"/>
                  </a:lnTo>
                  <a:lnTo>
                    <a:pt x="180" y="1152"/>
                  </a:lnTo>
                  <a:lnTo>
                    <a:pt x="138" y="1152"/>
                  </a:lnTo>
                  <a:lnTo>
                    <a:pt x="138" y="1146"/>
                  </a:lnTo>
                  <a:lnTo>
                    <a:pt x="132" y="1146"/>
                  </a:lnTo>
                  <a:lnTo>
                    <a:pt x="126" y="1158"/>
                  </a:lnTo>
                  <a:lnTo>
                    <a:pt x="126" y="1170"/>
                  </a:lnTo>
                  <a:lnTo>
                    <a:pt x="120" y="1164"/>
                  </a:lnTo>
                  <a:lnTo>
                    <a:pt x="102" y="1164"/>
                  </a:lnTo>
                  <a:lnTo>
                    <a:pt x="96" y="1158"/>
                  </a:lnTo>
                  <a:lnTo>
                    <a:pt x="90" y="1158"/>
                  </a:lnTo>
                  <a:lnTo>
                    <a:pt x="90" y="1164"/>
                  </a:lnTo>
                  <a:lnTo>
                    <a:pt x="96" y="1170"/>
                  </a:lnTo>
                  <a:lnTo>
                    <a:pt x="120" y="1182"/>
                  </a:lnTo>
                  <a:lnTo>
                    <a:pt x="132" y="1182"/>
                  </a:lnTo>
                  <a:lnTo>
                    <a:pt x="108" y="1200"/>
                  </a:lnTo>
                  <a:lnTo>
                    <a:pt x="108" y="1188"/>
                  </a:lnTo>
                  <a:lnTo>
                    <a:pt x="90" y="1188"/>
                  </a:lnTo>
                  <a:lnTo>
                    <a:pt x="84" y="1194"/>
                  </a:lnTo>
                  <a:lnTo>
                    <a:pt x="60" y="1182"/>
                  </a:lnTo>
                  <a:lnTo>
                    <a:pt x="54" y="1194"/>
                  </a:lnTo>
                  <a:lnTo>
                    <a:pt x="66" y="1200"/>
                  </a:lnTo>
                  <a:lnTo>
                    <a:pt x="30" y="1194"/>
                  </a:lnTo>
                  <a:lnTo>
                    <a:pt x="30" y="1212"/>
                  </a:lnTo>
                  <a:lnTo>
                    <a:pt x="78" y="1212"/>
                  </a:lnTo>
                  <a:lnTo>
                    <a:pt x="54" y="1218"/>
                  </a:lnTo>
                  <a:lnTo>
                    <a:pt x="18" y="1212"/>
                  </a:lnTo>
                  <a:lnTo>
                    <a:pt x="6" y="1224"/>
                  </a:lnTo>
                  <a:lnTo>
                    <a:pt x="6" y="1230"/>
                  </a:lnTo>
                  <a:lnTo>
                    <a:pt x="18" y="1242"/>
                  </a:lnTo>
                  <a:lnTo>
                    <a:pt x="36" y="1242"/>
                  </a:lnTo>
                  <a:lnTo>
                    <a:pt x="18" y="1248"/>
                  </a:lnTo>
                  <a:lnTo>
                    <a:pt x="12" y="1254"/>
                  </a:lnTo>
                  <a:lnTo>
                    <a:pt x="12" y="1260"/>
                  </a:lnTo>
                  <a:lnTo>
                    <a:pt x="66" y="1260"/>
                  </a:lnTo>
                  <a:lnTo>
                    <a:pt x="78" y="1272"/>
                  </a:lnTo>
                  <a:lnTo>
                    <a:pt x="96" y="1260"/>
                  </a:lnTo>
                  <a:lnTo>
                    <a:pt x="108" y="1272"/>
                  </a:lnTo>
                  <a:lnTo>
                    <a:pt x="138" y="1260"/>
                  </a:lnTo>
                  <a:lnTo>
                    <a:pt x="132" y="1266"/>
                  </a:lnTo>
                  <a:lnTo>
                    <a:pt x="126" y="1278"/>
                  </a:lnTo>
                  <a:lnTo>
                    <a:pt x="60" y="1278"/>
                  </a:lnTo>
                  <a:lnTo>
                    <a:pt x="54" y="1272"/>
                  </a:lnTo>
                  <a:lnTo>
                    <a:pt x="24" y="1272"/>
                  </a:lnTo>
                  <a:lnTo>
                    <a:pt x="12" y="1278"/>
                  </a:lnTo>
                  <a:lnTo>
                    <a:pt x="0" y="1278"/>
                  </a:lnTo>
                  <a:lnTo>
                    <a:pt x="6" y="1284"/>
                  </a:lnTo>
                  <a:lnTo>
                    <a:pt x="6" y="1296"/>
                  </a:lnTo>
                  <a:lnTo>
                    <a:pt x="12" y="1296"/>
                  </a:lnTo>
                  <a:lnTo>
                    <a:pt x="18" y="1302"/>
                  </a:lnTo>
                  <a:lnTo>
                    <a:pt x="30" y="1302"/>
                  </a:lnTo>
                  <a:lnTo>
                    <a:pt x="24" y="1308"/>
                  </a:lnTo>
                  <a:lnTo>
                    <a:pt x="18" y="1320"/>
                  </a:lnTo>
                  <a:lnTo>
                    <a:pt x="36" y="1338"/>
                  </a:lnTo>
                  <a:lnTo>
                    <a:pt x="48" y="1338"/>
                  </a:lnTo>
                  <a:lnTo>
                    <a:pt x="72" y="1320"/>
                  </a:lnTo>
                  <a:lnTo>
                    <a:pt x="102" y="1314"/>
                  </a:lnTo>
                  <a:lnTo>
                    <a:pt x="90" y="1338"/>
                  </a:lnTo>
                  <a:lnTo>
                    <a:pt x="78" y="1332"/>
                  </a:lnTo>
                  <a:lnTo>
                    <a:pt x="66" y="1350"/>
                  </a:lnTo>
                  <a:lnTo>
                    <a:pt x="30" y="1350"/>
                  </a:lnTo>
                  <a:lnTo>
                    <a:pt x="48" y="1368"/>
                  </a:lnTo>
                  <a:lnTo>
                    <a:pt x="24" y="1380"/>
                  </a:lnTo>
                  <a:lnTo>
                    <a:pt x="6" y="1380"/>
                  </a:lnTo>
                  <a:lnTo>
                    <a:pt x="6" y="1398"/>
                  </a:lnTo>
                  <a:lnTo>
                    <a:pt x="66" y="1398"/>
                  </a:lnTo>
                  <a:lnTo>
                    <a:pt x="54" y="1422"/>
                  </a:lnTo>
                  <a:lnTo>
                    <a:pt x="66" y="1422"/>
                  </a:lnTo>
                  <a:lnTo>
                    <a:pt x="54" y="1440"/>
                  </a:lnTo>
                  <a:lnTo>
                    <a:pt x="42" y="1434"/>
                  </a:lnTo>
                  <a:lnTo>
                    <a:pt x="36" y="1434"/>
                  </a:lnTo>
                  <a:lnTo>
                    <a:pt x="30" y="1428"/>
                  </a:lnTo>
                  <a:lnTo>
                    <a:pt x="18" y="1428"/>
                  </a:lnTo>
                  <a:lnTo>
                    <a:pt x="18" y="1440"/>
                  </a:lnTo>
                  <a:lnTo>
                    <a:pt x="24" y="1452"/>
                  </a:lnTo>
                  <a:lnTo>
                    <a:pt x="36" y="1464"/>
                  </a:lnTo>
                  <a:lnTo>
                    <a:pt x="84" y="1482"/>
                  </a:lnTo>
                  <a:lnTo>
                    <a:pt x="78" y="1488"/>
                  </a:lnTo>
                  <a:lnTo>
                    <a:pt x="84" y="1494"/>
                  </a:lnTo>
                  <a:lnTo>
                    <a:pt x="126" y="1494"/>
                  </a:lnTo>
                  <a:lnTo>
                    <a:pt x="132" y="1500"/>
                  </a:lnTo>
                  <a:lnTo>
                    <a:pt x="144" y="1500"/>
                  </a:lnTo>
                  <a:lnTo>
                    <a:pt x="192" y="1476"/>
                  </a:lnTo>
                  <a:lnTo>
                    <a:pt x="204" y="1464"/>
                  </a:lnTo>
                  <a:lnTo>
                    <a:pt x="216" y="1458"/>
                  </a:lnTo>
                  <a:lnTo>
                    <a:pt x="222" y="1452"/>
                  </a:lnTo>
                  <a:lnTo>
                    <a:pt x="258" y="1422"/>
                  </a:lnTo>
                  <a:lnTo>
                    <a:pt x="282" y="1422"/>
                  </a:lnTo>
                  <a:lnTo>
                    <a:pt x="294" y="1416"/>
                  </a:lnTo>
                  <a:lnTo>
                    <a:pt x="300" y="1410"/>
                  </a:lnTo>
                  <a:lnTo>
                    <a:pt x="300" y="1386"/>
                  </a:lnTo>
                  <a:lnTo>
                    <a:pt x="294" y="1380"/>
                  </a:lnTo>
                  <a:lnTo>
                    <a:pt x="294" y="1374"/>
                  </a:lnTo>
                  <a:lnTo>
                    <a:pt x="312" y="1368"/>
                  </a:lnTo>
                  <a:lnTo>
                    <a:pt x="306" y="1374"/>
                  </a:lnTo>
                  <a:lnTo>
                    <a:pt x="306" y="1380"/>
                  </a:lnTo>
                  <a:lnTo>
                    <a:pt x="300" y="1386"/>
                  </a:lnTo>
                  <a:lnTo>
                    <a:pt x="300" y="1392"/>
                  </a:lnTo>
                  <a:lnTo>
                    <a:pt x="312" y="1404"/>
                  </a:lnTo>
                  <a:lnTo>
                    <a:pt x="330" y="1410"/>
                  </a:lnTo>
                  <a:lnTo>
                    <a:pt x="342" y="1410"/>
                  </a:lnTo>
                  <a:lnTo>
                    <a:pt x="348" y="1416"/>
                  </a:lnTo>
                  <a:lnTo>
                    <a:pt x="354" y="1416"/>
                  </a:lnTo>
                  <a:lnTo>
                    <a:pt x="372" y="1434"/>
                  </a:lnTo>
                  <a:lnTo>
                    <a:pt x="378" y="1422"/>
                  </a:lnTo>
                  <a:lnTo>
                    <a:pt x="384" y="1416"/>
                  </a:lnTo>
                  <a:lnTo>
                    <a:pt x="384" y="1398"/>
                  </a:lnTo>
                  <a:lnTo>
                    <a:pt x="372" y="1386"/>
                  </a:lnTo>
                  <a:lnTo>
                    <a:pt x="372" y="1380"/>
                  </a:lnTo>
                  <a:lnTo>
                    <a:pt x="378" y="1374"/>
                  </a:lnTo>
                  <a:lnTo>
                    <a:pt x="384" y="1374"/>
                  </a:lnTo>
                  <a:lnTo>
                    <a:pt x="384" y="1368"/>
                  </a:lnTo>
                  <a:lnTo>
                    <a:pt x="378" y="1356"/>
                  </a:lnTo>
                  <a:lnTo>
                    <a:pt x="414" y="1356"/>
                  </a:lnTo>
                  <a:lnTo>
                    <a:pt x="420" y="1350"/>
                  </a:lnTo>
                  <a:lnTo>
                    <a:pt x="420" y="1326"/>
                  </a:lnTo>
                  <a:lnTo>
                    <a:pt x="426" y="1326"/>
                  </a:lnTo>
                  <a:lnTo>
                    <a:pt x="420" y="1314"/>
                  </a:lnTo>
                  <a:lnTo>
                    <a:pt x="420" y="1308"/>
                  </a:lnTo>
                  <a:lnTo>
                    <a:pt x="414" y="1302"/>
                  </a:lnTo>
                  <a:lnTo>
                    <a:pt x="414" y="1296"/>
                  </a:lnTo>
                  <a:lnTo>
                    <a:pt x="408" y="1284"/>
                  </a:lnTo>
                  <a:lnTo>
                    <a:pt x="402" y="1278"/>
                  </a:lnTo>
                  <a:lnTo>
                    <a:pt x="426" y="1272"/>
                  </a:lnTo>
                  <a:lnTo>
                    <a:pt x="438" y="1260"/>
                  </a:lnTo>
                  <a:lnTo>
                    <a:pt x="438" y="1248"/>
                  </a:lnTo>
                  <a:lnTo>
                    <a:pt x="420" y="1230"/>
                  </a:lnTo>
                  <a:lnTo>
                    <a:pt x="414" y="1230"/>
                  </a:lnTo>
                  <a:lnTo>
                    <a:pt x="402" y="1218"/>
                  </a:lnTo>
                  <a:lnTo>
                    <a:pt x="402" y="1200"/>
                  </a:lnTo>
                  <a:lnTo>
                    <a:pt x="408" y="1188"/>
                  </a:lnTo>
                  <a:lnTo>
                    <a:pt x="408" y="1176"/>
                  </a:lnTo>
                  <a:lnTo>
                    <a:pt x="384" y="1152"/>
                  </a:lnTo>
                  <a:lnTo>
                    <a:pt x="384" y="1140"/>
                  </a:lnTo>
                  <a:lnTo>
                    <a:pt x="390" y="1134"/>
                  </a:lnTo>
                  <a:lnTo>
                    <a:pt x="396" y="1134"/>
                  </a:lnTo>
                  <a:lnTo>
                    <a:pt x="402" y="1128"/>
                  </a:lnTo>
                  <a:lnTo>
                    <a:pt x="402" y="1122"/>
                  </a:lnTo>
                  <a:lnTo>
                    <a:pt x="396" y="1116"/>
                  </a:lnTo>
                  <a:lnTo>
                    <a:pt x="390" y="1116"/>
                  </a:lnTo>
                  <a:lnTo>
                    <a:pt x="384" y="1110"/>
                  </a:lnTo>
                  <a:lnTo>
                    <a:pt x="426" y="1068"/>
                  </a:lnTo>
                  <a:lnTo>
                    <a:pt x="438" y="1062"/>
                  </a:lnTo>
                  <a:lnTo>
                    <a:pt x="444" y="1056"/>
                  </a:lnTo>
                  <a:lnTo>
                    <a:pt x="456" y="1050"/>
                  </a:lnTo>
                  <a:lnTo>
                    <a:pt x="498" y="1050"/>
                  </a:lnTo>
                  <a:lnTo>
                    <a:pt x="504" y="1044"/>
                  </a:lnTo>
                  <a:lnTo>
                    <a:pt x="504" y="1038"/>
                  </a:lnTo>
                  <a:lnTo>
                    <a:pt x="486" y="1020"/>
                  </a:lnTo>
                  <a:lnTo>
                    <a:pt x="474" y="1014"/>
                  </a:lnTo>
                  <a:lnTo>
                    <a:pt x="486" y="1008"/>
                  </a:lnTo>
                  <a:lnTo>
                    <a:pt x="492" y="1008"/>
                  </a:lnTo>
                  <a:lnTo>
                    <a:pt x="522" y="978"/>
                  </a:lnTo>
                  <a:lnTo>
                    <a:pt x="528" y="936"/>
                  </a:lnTo>
                  <a:lnTo>
                    <a:pt x="528" y="900"/>
                  </a:lnTo>
                  <a:lnTo>
                    <a:pt x="546" y="912"/>
                  </a:lnTo>
                  <a:lnTo>
                    <a:pt x="558" y="906"/>
                  </a:lnTo>
                  <a:lnTo>
                    <a:pt x="564" y="906"/>
                  </a:lnTo>
                  <a:lnTo>
                    <a:pt x="570" y="900"/>
                  </a:lnTo>
                  <a:lnTo>
                    <a:pt x="576" y="900"/>
                  </a:lnTo>
                  <a:lnTo>
                    <a:pt x="576" y="894"/>
                  </a:lnTo>
                  <a:lnTo>
                    <a:pt x="570" y="888"/>
                  </a:lnTo>
                  <a:lnTo>
                    <a:pt x="570" y="882"/>
                  </a:lnTo>
                  <a:lnTo>
                    <a:pt x="564" y="876"/>
                  </a:lnTo>
                  <a:lnTo>
                    <a:pt x="582" y="876"/>
                  </a:lnTo>
                  <a:lnTo>
                    <a:pt x="588" y="870"/>
                  </a:lnTo>
                  <a:lnTo>
                    <a:pt x="588" y="864"/>
                  </a:lnTo>
                  <a:lnTo>
                    <a:pt x="594" y="858"/>
                  </a:lnTo>
                  <a:lnTo>
                    <a:pt x="606" y="852"/>
                  </a:lnTo>
                  <a:lnTo>
                    <a:pt x="612" y="852"/>
                  </a:lnTo>
                  <a:lnTo>
                    <a:pt x="618" y="834"/>
                  </a:lnTo>
                  <a:lnTo>
                    <a:pt x="612" y="828"/>
                  </a:lnTo>
                  <a:lnTo>
                    <a:pt x="600" y="822"/>
                  </a:lnTo>
                  <a:lnTo>
                    <a:pt x="600" y="810"/>
                  </a:lnTo>
                  <a:lnTo>
                    <a:pt x="606" y="810"/>
                  </a:lnTo>
                  <a:lnTo>
                    <a:pt x="618" y="804"/>
                  </a:lnTo>
                  <a:lnTo>
                    <a:pt x="636" y="786"/>
                  </a:lnTo>
                  <a:lnTo>
                    <a:pt x="678" y="780"/>
                  </a:lnTo>
                  <a:lnTo>
                    <a:pt x="696" y="780"/>
                  </a:lnTo>
                  <a:lnTo>
                    <a:pt x="702" y="774"/>
                  </a:lnTo>
                  <a:lnTo>
                    <a:pt x="702" y="744"/>
                  </a:lnTo>
                  <a:lnTo>
                    <a:pt x="714" y="732"/>
                  </a:lnTo>
                  <a:lnTo>
                    <a:pt x="720" y="738"/>
                  </a:lnTo>
                  <a:lnTo>
                    <a:pt x="720" y="750"/>
                  </a:lnTo>
                  <a:lnTo>
                    <a:pt x="744" y="744"/>
                  </a:lnTo>
                  <a:lnTo>
                    <a:pt x="768" y="750"/>
                  </a:lnTo>
                  <a:lnTo>
                    <a:pt x="792" y="750"/>
                  </a:lnTo>
                  <a:lnTo>
                    <a:pt x="798" y="756"/>
                  </a:lnTo>
                  <a:lnTo>
                    <a:pt x="810" y="756"/>
                  </a:lnTo>
                  <a:lnTo>
                    <a:pt x="816" y="750"/>
                  </a:lnTo>
                  <a:lnTo>
                    <a:pt x="810" y="750"/>
                  </a:lnTo>
                  <a:lnTo>
                    <a:pt x="798" y="738"/>
                  </a:lnTo>
                  <a:lnTo>
                    <a:pt x="798" y="732"/>
                  </a:lnTo>
                  <a:lnTo>
                    <a:pt x="810" y="732"/>
                  </a:lnTo>
                  <a:lnTo>
                    <a:pt x="810" y="708"/>
                  </a:lnTo>
                  <a:lnTo>
                    <a:pt x="840" y="714"/>
                  </a:lnTo>
                  <a:lnTo>
                    <a:pt x="834" y="708"/>
                  </a:lnTo>
                  <a:lnTo>
                    <a:pt x="840" y="702"/>
                  </a:lnTo>
                  <a:lnTo>
                    <a:pt x="858" y="708"/>
                  </a:lnTo>
                  <a:lnTo>
                    <a:pt x="858" y="696"/>
                  </a:lnTo>
                  <a:lnTo>
                    <a:pt x="864" y="690"/>
                  </a:lnTo>
                  <a:lnTo>
                    <a:pt x="882" y="690"/>
                  </a:lnTo>
                  <a:lnTo>
                    <a:pt x="888" y="696"/>
                  </a:lnTo>
                  <a:lnTo>
                    <a:pt x="894" y="708"/>
                  </a:lnTo>
                  <a:lnTo>
                    <a:pt x="906" y="714"/>
                  </a:lnTo>
                  <a:lnTo>
                    <a:pt x="918" y="726"/>
                  </a:lnTo>
                  <a:lnTo>
                    <a:pt x="930" y="726"/>
                  </a:lnTo>
                  <a:lnTo>
                    <a:pt x="942" y="732"/>
                  </a:lnTo>
                  <a:lnTo>
                    <a:pt x="960" y="732"/>
                  </a:lnTo>
                  <a:lnTo>
                    <a:pt x="966" y="738"/>
                  </a:lnTo>
                  <a:lnTo>
                    <a:pt x="978" y="738"/>
                  </a:lnTo>
                  <a:lnTo>
                    <a:pt x="990" y="732"/>
                  </a:lnTo>
                  <a:lnTo>
                    <a:pt x="996" y="726"/>
                  </a:lnTo>
                  <a:lnTo>
                    <a:pt x="1026" y="726"/>
                  </a:lnTo>
                  <a:lnTo>
                    <a:pt x="1038" y="732"/>
                  </a:lnTo>
                  <a:lnTo>
                    <a:pt x="1044" y="738"/>
                  </a:lnTo>
                  <a:lnTo>
                    <a:pt x="1062" y="738"/>
                  </a:lnTo>
                  <a:lnTo>
                    <a:pt x="1062" y="726"/>
                  </a:lnTo>
                  <a:lnTo>
                    <a:pt x="1068" y="720"/>
                  </a:lnTo>
                  <a:lnTo>
                    <a:pt x="1068" y="714"/>
                  </a:lnTo>
                  <a:lnTo>
                    <a:pt x="1092" y="714"/>
                  </a:lnTo>
                  <a:lnTo>
                    <a:pt x="1092" y="678"/>
                  </a:lnTo>
                  <a:lnTo>
                    <a:pt x="1098" y="672"/>
                  </a:lnTo>
                  <a:lnTo>
                    <a:pt x="1098" y="660"/>
                  </a:lnTo>
                  <a:lnTo>
                    <a:pt x="1110" y="654"/>
                  </a:lnTo>
                  <a:lnTo>
                    <a:pt x="1116" y="654"/>
                  </a:lnTo>
                  <a:lnTo>
                    <a:pt x="1128" y="648"/>
                  </a:lnTo>
                  <a:lnTo>
                    <a:pt x="1158" y="648"/>
                  </a:lnTo>
                  <a:lnTo>
                    <a:pt x="1170" y="642"/>
                  </a:lnTo>
                  <a:lnTo>
                    <a:pt x="1206" y="642"/>
                  </a:lnTo>
                  <a:lnTo>
                    <a:pt x="1206" y="654"/>
                  </a:lnTo>
                  <a:lnTo>
                    <a:pt x="1242" y="660"/>
                  </a:lnTo>
                  <a:lnTo>
                    <a:pt x="1248" y="660"/>
                  </a:lnTo>
                  <a:lnTo>
                    <a:pt x="1260" y="672"/>
                  </a:lnTo>
                  <a:lnTo>
                    <a:pt x="1266" y="684"/>
                  </a:lnTo>
                  <a:lnTo>
                    <a:pt x="1266" y="702"/>
                  </a:lnTo>
                  <a:lnTo>
                    <a:pt x="1260" y="702"/>
                  </a:lnTo>
                  <a:lnTo>
                    <a:pt x="1260" y="696"/>
                  </a:lnTo>
                  <a:lnTo>
                    <a:pt x="1254" y="696"/>
                  </a:lnTo>
                  <a:lnTo>
                    <a:pt x="1254" y="708"/>
                  </a:lnTo>
                  <a:lnTo>
                    <a:pt x="1278" y="708"/>
                  </a:lnTo>
                  <a:lnTo>
                    <a:pt x="1284" y="696"/>
                  </a:lnTo>
                  <a:lnTo>
                    <a:pt x="1284" y="690"/>
                  </a:lnTo>
                  <a:lnTo>
                    <a:pt x="1308" y="684"/>
                  </a:lnTo>
                  <a:lnTo>
                    <a:pt x="1314" y="672"/>
                  </a:lnTo>
                  <a:lnTo>
                    <a:pt x="1350" y="672"/>
                  </a:lnTo>
                  <a:lnTo>
                    <a:pt x="1362" y="660"/>
                  </a:lnTo>
                  <a:lnTo>
                    <a:pt x="1356" y="660"/>
                  </a:lnTo>
                  <a:close/>
                  <a:moveTo>
                    <a:pt x="564" y="726"/>
                  </a:moveTo>
                  <a:lnTo>
                    <a:pt x="540" y="738"/>
                  </a:lnTo>
                  <a:lnTo>
                    <a:pt x="546" y="756"/>
                  </a:lnTo>
                  <a:lnTo>
                    <a:pt x="576" y="756"/>
                  </a:lnTo>
                  <a:lnTo>
                    <a:pt x="570" y="738"/>
                  </a:lnTo>
                  <a:lnTo>
                    <a:pt x="564" y="726"/>
                  </a:lnTo>
                  <a:close/>
                  <a:moveTo>
                    <a:pt x="522" y="714"/>
                  </a:moveTo>
                  <a:lnTo>
                    <a:pt x="516" y="720"/>
                  </a:lnTo>
                  <a:lnTo>
                    <a:pt x="510" y="732"/>
                  </a:lnTo>
                  <a:lnTo>
                    <a:pt x="510" y="750"/>
                  </a:lnTo>
                  <a:lnTo>
                    <a:pt x="528" y="768"/>
                  </a:lnTo>
                  <a:lnTo>
                    <a:pt x="528" y="756"/>
                  </a:lnTo>
                  <a:lnTo>
                    <a:pt x="534" y="744"/>
                  </a:lnTo>
                  <a:lnTo>
                    <a:pt x="534" y="720"/>
                  </a:lnTo>
                  <a:lnTo>
                    <a:pt x="528" y="714"/>
                  </a:lnTo>
                  <a:lnTo>
                    <a:pt x="522" y="714"/>
                  </a:lnTo>
                  <a:close/>
                  <a:moveTo>
                    <a:pt x="606" y="738"/>
                  </a:moveTo>
                  <a:lnTo>
                    <a:pt x="618" y="732"/>
                  </a:lnTo>
                  <a:lnTo>
                    <a:pt x="624" y="732"/>
                  </a:lnTo>
                  <a:lnTo>
                    <a:pt x="630" y="726"/>
                  </a:lnTo>
                  <a:lnTo>
                    <a:pt x="618" y="720"/>
                  </a:lnTo>
                  <a:lnTo>
                    <a:pt x="588" y="720"/>
                  </a:lnTo>
                  <a:lnTo>
                    <a:pt x="576" y="732"/>
                  </a:lnTo>
                  <a:lnTo>
                    <a:pt x="582" y="744"/>
                  </a:lnTo>
                  <a:lnTo>
                    <a:pt x="606" y="738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23" name="Nigeria" descr="© INSCALE GmbH, 05.05.2010&#10;http://www.presentationload.com/">
              <a:extLst>
                <a:ext uri="{FF2B5EF4-FFF2-40B4-BE49-F238E27FC236}">
                  <a16:creationId xmlns:a16="http://schemas.microsoft.com/office/drawing/2014/main" id="{34235009-82D5-4CA8-A45E-D11EF64A430F}"/>
                </a:ext>
              </a:extLst>
            </p:cNvPr>
            <p:cNvSpPr>
              <a:spLocks/>
            </p:cNvSpPr>
            <p:nvPr/>
          </p:nvSpPr>
          <p:spPr bwMode="gray">
            <a:xfrm>
              <a:off x="3797900" y="2634624"/>
              <a:ext cx="276576" cy="253033"/>
            </a:xfrm>
            <a:custGeom>
              <a:avLst/>
              <a:gdLst>
                <a:gd name="T0" fmla="*/ 2147483647 w 840"/>
                <a:gd name="T1" fmla="*/ 2147483647 h 768"/>
                <a:gd name="T2" fmla="*/ 2147483647 w 840"/>
                <a:gd name="T3" fmla="*/ 2147483647 h 768"/>
                <a:gd name="T4" fmla="*/ 2147483647 w 840"/>
                <a:gd name="T5" fmla="*/ 2147483647 h 768"/>
                <a:gd name="T6" fmla="*/ 2147483647 w 840"/>
                <a:gd name="T7" fmla="*/ 2147483647 h 768"/>
                <a:gd name="T8" fmla="*/ 2147483647 w 840"/>
                <a:gd name="T9" fmla="*/ 2147483647 h 768"/>
                <a:gd name="T10" fmla="*/ 2147483647 w 840"/>
                <a:gd name="T11" fmla="*/ 2147483647 h 768"/>
                <a:gd name="T12" fmla="*/ 2147483647 w 840"/>
                <a:gd name="T13" fmla="*/ 2147483647 h 768"/>
                <a:gd name="T14" fmla="*/ 2147483647 w 840"/>
                <a:gd name="T15" fmla="*/ 2147483647 h 768"/>
                <a:gd name="T16" fmla="*/ 2147483647 w 840"/>
                <a:gd name="T17" fmla="*/ 2147483647 h 768"/>
                <a:gd name="T18" fmla="*/ 2147483647 w 840"/>
                <a:gd name="T19" fmla="*/ 2147483647 h 768"/>
                <a:gd name="T20" fmla="*/ 2147483647 w 840"/>
                <a:gd name="T21" fmla="*/ 2147483647 h 768"/>
                <a:gd name="T22" fmla="*/ 2147483647 w 840"/>
                <a:gd name="T23" fmla="*/ 2147483647 h 768"/>
                <a:gd name="T24" fmla="*/ 2147483647 w 840"/>
                <a:gd name="T25" fmla="*/ 2147483647 h 768"/>
                <a:gd name="T26" fmla="*/ 2147483647 w 840"/>
                <a:gd name="T27" fmla="*/ 2147483647 h 768"/>
                <a:gd name="T28" fmla="*/ 2147483647 w 840"/>
                <a:gd name="T29" fmla="*/ 2147483647 h 768"/>
                <a:gd name="T30" fmla="*/ 2147483647 w 840"/>
                <a:gd name="T31" fmla="*/ 2147483647 h 768"/>
                <a:gd name="T32" fmla="*/ 2147483647 w 840"/>
                <a:gd name="T33" fmla="*/ 2147483647 h 768"/>
                <a:gd name="T34" fmla="*/ 2147483647 w 840"/>
                <a:gd name="T35" fmla="*/ 2147483647 h 768"/>
                <a:gd name="T36" fmla="*/ 2147483647 w 840"/>
                <a:gd name="T37" fmla="*/ 2147483647 h 768"/>
                <a:gd name="T38" fmla="*/ 2147483647 w 840"/>
                <a:gd name="T39" fmla="*/ 2147483647 h 768"/>
                <a:gd name="T40" fmla="*/ 2147483647 w 840"/>
                <a:gd name="T41" fmla="*/ 2147483647 h 768"/>
                <a:gd name="T42" fmla="*/ 2147483647 w 840"/>
                <a:gd name="T43" fmla="*/ 2147483647 h 768"/>
                <a:gd name="T44" fmla="*/ 2147483647 w 840"/>
                <a:gd name="T45" fmla="*/ 2147483647 h 768"/>
                <a:gd name="T46" fmla="*/ 2147483647 w 840"/>
                <a:gd name="T47" fmla="*/ 2147483647 h 768"/>
                <a:gd name="T48" fmla="*/ 2147483647 w 840"/>
                <a:gd name="T49" fmla="*/ 2147483647 h 768"/>
                <a:gd name="T50" fmla="*/ 2147483647 w 840"/>
                <a:gd name="T51" fmla="*/ 2147483647 h 768"/>
                <a:gd name="T52" fmla="*/ 2147483647 w 840"/>
                <a:gd name="T53" fmla="*/ 2147483647 h 768"/>
                <a:gd name="T54" fmla="*/ 2147483647 w 840"/>
                <a:gd name="T55" fmla="*/ 2147483647 h 768"/>
                <a:gd name="T56" fmla="*/ 2147483647 w 840"/>
                <a:gd name="T57" fmla="*/ 2147483647 h 768"/>
                <a:gd name="T58" fmla="*/ 2147483647 w 840"/>
                <a:gd name="T59" fmla="*/ 2147483647 h 768"/>
                <a:gd name="T60" fmla="*/ 2147483647 w 840"/>
                <a:gd name="T61" fmla="*/ 2147483647 h 768"/>
                <a:gd name="T62" fmla="*/ 2147483647 w 840"/>
                <a:gd name="T63" fmla="*/ 2147483647 h 768"/>
                <a:gd name="T64" fmla="*/ 2147483647 w 840"/>
                <a:gd name="T65" fmla="*/ 2147483647 h 768"/>
                <a:gd name="T66" fmla="*/ 2147483647 w 840"/>
                <a:gd name="T67" fmla="*/ 2147483647 h 768"/>
                <a:gd name="T68" fmla="*/ 2147483647 w 840"/>
                <a:gd name="T69" fmla="*/ 2147483647 h 768"/>
                <a:gd name="T70" fmla="*/ 2147483647 w 840"/>
                <a:gd name="T71" fmla="*/ 2147483647 h 768"/>
                <a:gd name="T72" fmla="*/ 2147483647 w 840"/>
                <a:gd name="T73" fmla="*/ 2147483647 h 768"/>
                <a:gd name="T74" fmla="*/ 2147483647 w 840"/>
                <a:gd name="T75" fmla="*/ 2147483647 h 768"/>
                <a:gd name="T76" fmla="*/ 2147483647 w 840"/>
                <a:gd name="T77" fmla="*/ 2147483647 h 768"/>
                <a:gd name="T78" fmla="*/ 2147483647 w 840"/>
                <a:gd name="T79" fmla="*/ 2147483647 h 768"/>
                <a:gd name="T80" fmla="*/ 2147483647 w 840"/>
                <a:gd name="T81" fmla="*/ 2147483647 h 768"/>
                <a:gd name="T82" fmla="*/ 2147483647 w 840"/>
                <a:gd name="T83" fmla="*/ 2147483647 h 768"/>
                <a:gd name="T84" fmla="*/ 2147483647 w 840"/>
                <a:gd name="T85" fmla="*/ 2147483647 h 768"/>
                <a:gd name="T86" fmla="*/ 2147483647 w 840"/>
                <a:gd name="T87" fmla="*/ 2147483647 h 768"/>
                <a:gd name="T88" fmla="*/ 2147483647 w 840"/>
                <a:gd name="T89" fmla="*/ 2147483647 h 768"/>
                <a:gd name="T90" fmla="*/ 2147483647 w 840"/>
                <a:gd name="T91" fmla="*/ 2147483647 h 768"/>
                <a:gd name="T92" fmla="*/ 2147483647 w 840"/>
                <a:gd name="T93" fmla="*/ 2147483647 h 768"/>
                <a:gd name="T94" fmla="*/ 2147483647 w 840"/>
                <a:gd name="T95" fmla="*/ 2147483647 h 768"/>
                <a:gd name="T96" fmla="*/ 2147483647 w 840"/>
                <a:gd name="T97" fmla="*/ 2147483647 h 768"/>
                <a:gd name="T98" fmla="*/ 2147483647 w 840"/>
                <a:gd name="T99" fmla="*/ 2147483647 h 768"/>
                <a:gd name="T100" fmla="*/ 2147483647 w 840"/>
                <a:gd name="T101" fmla="*/ 2147483647 h 768"/>
                <a:gd name="T102" fmla="*/ 2147483647 w 840"/>
                <a:gd name="T103" fmla="*/ 2147483647 h 768"/>
                <a:gd name="T104" fmla="*/ 2147483647 w 840"/>
                <a:gd name="T105" fmla="*/ 2147483647 h 768"/>
                <a:gd name="T106" fmla="*/ 2147483647 w 840"/>
                <a:gd name="T107" fmla="*/ 2147483647 h 768"/>
                <a:gd name="T108" fmla="*/ 2147483647 w 840"/>
                <a:gd name="T109" fmla="*/ 2147483647 h 768"/>
                <a:gd name="T110" fmla="*/ 2147483647 w 840"/>
                <a:gd name="T111" fmla="*/ 2147483647 h 768"/>
                <a:gd name="T112" fmla="*/ 2147483647 w 840"/>
                <a:gd name="T113" fmla="*/ 2147483647 h 768"/>
                <a:gd name="T114" fmla="*/ 2147483647 w 840"/>
                <a:gd name="T115" fmla="*/ 2147483647 h 768"/>
                <a:gd name="T116" fmla="*/ 2147483647 w 840"/>
                <a:gd name="T117" fmla="*/ 2147483647 h 768"/>
                <a:gd name="T118" fmla="*/ 2147483647 w 840"/>
                <a:gd name="T119" fmla="*/ 2147483647 h 76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840"/>
                <a:gd name="T181" fmla="*/ 0 h 768"/>
                <a:gd name="T182" fmla="*/ 840 w 840"/>
                <a:gd name="T183" fmla="*/ 768 h 76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840" h="768">
                  <a:moveTo>
                    <a:pt x="420" y="738"/>
                  </a:moveTo>
                  <a:lnTo>
                    <a:pt x="420" y="732"/>
                  </a:lnTo>
                  <a:lnTo>
                    <a:pt x="426" y="726"/>
                  </a:lnTo>
                  <a:lnTo>
                    <a:pt x="426" y="714"/>
                  </a:lnTo>
                  <a:lnTo>
                    <a:pt x="432" y="702"/>
                  </a:lnTo>
                  <a:lnTo>
                    <a:pt x="432" y="648"/>
                  </a:lnTo>
                  <a:lnTo>
                    <a:pt x="498" y="594"/>
                  </a:lnTo>
                  <a:lnTo>
                    <a:pt x="498" y="588"/>
                  </a:lnTo>
                  <a:lnTo>
                    <a:pt x="504" y="582"/>
                  </a:lnTo>
                  <a:lnTo>
                    <a:pt x="516" y="558"/>
                  </a:lnTo>
                  <a:lnTo>
                    <a:pt x="522" y="552"/>
                  </a:lnTo>
                  <a:lnTo>
                    <a:pt x="528" y="552"/>
                  </a:lnTo>
                  <a:lnTo>
                    <a:pt x="534" y="558"/>
                  </a:lnTo>
                  <a:lnTo>
                    <a:pt x="546" y="564"/>
                  </a:lnTo>
                  <a:lnTo>
                    <a:pt x="552" y="564"/>
                  </a:lnTo>
                  <a:lnTo>
                    <a:pt x="558" y="558"/>
                  </a:lnTo>
                  <a:lnTo>
                    <a:pt x="558" y="546"/>
                  </a:lnTo>
                  <a:lnTo>
                    <a:pt x="552" y="540"/>
                  </a:lnTo>
                  <a:lnTo>
                    <a:pt x="564" y="540"/>
                  </a:lnTo>
                  <a:lnTo>
                    <a:pt x="570" y="552"/>
                  </a:lnTo>
                  <a:lnTo>
                    <a:pt x="582" y="564"/>
                  </a:lnTo>
                  <a:lnTo>
                    <a:pt x="588" y="576"/>
                  </a:lnTo>
                  <a:lnTo>
                    <a:pt x="588" y="582"/>
                  </a:lnTo>
                  <a:lnTo>
                    <a:pt x="594" y="594"/>
                  </a:lnTo>
                  <a:lnTo>
                    <a:pt x="600" y="600"/>
                  </a:lnTo>
                  <a:lnTo>
                    <a:pt x="606" y="600"/>
                  </a:lnTo>
                  <a:lnTo>
                    <a:pt x="624" y="582"/>
                  </a:lnTo>
                  <a:lnTo>
                    <a:pt x="624" y="570"/>
                  </a:lnTo>
                  <a:lnTo>
                    <a:pt x="630" y="558"/>
                  </a:lnTo>
                  <a:lnTo>
                    <a:pt x="642" y="552"/>
                  </a:lnTo>
                  <a:lnTo>
                    <a:pt x="648" y="546"/>
                  </a:lnTo>
                  <a:lnTo>
                    <a:pt x="648" y="516"/>
                  </a:lnTo>
                  <a:lnTo>
                    <a:pt x="672" y="486"/>
                  </a:lnTo>
                  <a:lnTo>
                    <a:pt x="684" y="438"/>
                  </a:lnTo>
                  <a:lnTo>
                    <a:pt x="696" y="432"/>
                  </a:lnTo>
                  <a:lnTo>
                    <a:pt x="702" y="426"/>
                  </a:lnTo>
                  <a:lnTo>
                    <a:pt x="714" y="420"/>
                  </a:lnTo>
                  <a:lnTo>
                    <a:pt x="720" y="414"/>
                  </a:lnTo>
                  <a:lnTo>
                    <a:pt x="720" y="402"/>
                  </a:lnTo>
                  <a:lnTo>
                    <a:pt x="726" y="384"/>
                  </a:lnTo>
                  <a:lnTo>
                    <a:pt x="726" y="354"/>
                  </a:lnTo>
                  <a:lnTo>
                    <a:pt x="744" y="354"/>
                  </a:lnTo>
                  <a:lnTo>
                    <a:pt x="750" y="348"/>
                  </a:lnTo>
                  <a:lnTo>
                    <a:pt x="756" y="330"/>
                  </a:lnTo>
                  <a:lnTo>
                    <a:pt x="756" y="300"/>
                  </a:lnTo>
                  <a:lnTo>
                    <a:pt x="762" y="294"/>
                  </a:lnTo>
                  <a:lnTo>
                    <a:pt x="768" y="264"/>
                  </a:lnTo>
                  <a:lnTo>
                    <a:pt x="774" y="252"/>
                  </a:lnTo>
                  <a:lnTo>
                    <a:pt x="786" y="240"/>
                  </a:lnTo>
                  <a:lnTo>
                    <a:pt x="786" y="234"/>
                  </a:lnTo>
                  <a:lnTo>
                    <a:pt x="792" y="228"/>
                  </a:lnTo>
                  <a:lnTo>
                    <a:pt x="792" y="222"/>
                  </a:lnTo>
                  <a:lnTo>
                    <a:pt x="798" y="216"/>
                  </a:lnTo>
                  <a:lnTo>
                    <a:pt x="798" y="210"/>
                  </a:lnTo>
                  <a:lnTo>
                    <a:pt x="810" y="210"/>
                  </a:lnTo>
                  <a:lnTo>
                    <a:pt x="822" y="204"/>
                  </a:lnTo>
                  <a:lnTo>
                    <a:pt x="840" y="186"/>
                  </a:lnTo>
                  <a:lnTo>
                    <a:pt x="840" y="174"/>
                  </a:lnTo>
                  <a:lnTo>
                    <a:pt x="834" y="168"/>
                  </a:lnTo>
                  <a:lnTo>
                    <a:pt x="834" y="162"/>
                  </a:lnTo>
                  <a:lnTo>
                    <a:pt x="840" y="156"/>
                  </a:lnTo>
                  <a:lnTo>
                    <a:pt x="840" y="126"/>
                  </a:lnTo>
                  <a:lnTo>
                    <a:pt x="810" y="126"/>
                  </a:lnTo>
                  <a:lnTo>
                    <a:pt x="810" y="120"/>
                  </a:lnTo>
                  <a:lnTo>
                    <a:pt x="804" y="108"/>
                  </a:lnTo>
                  <a:lnTo>
                    <a:pt x="804" y="60"/>
                  </a:lnTo>
                  <a:lnTo>
                    <a:pt x="774" y="12"/>
                  </a:lnTo>
                  <a:lnTo>
                    <a:pt x="756" y="12"/>
                  </a:lnTo>
                  <a:lnTo>
                    <a:pt x="750" y="18"/>
                  </a:lnTo>
                  <a:lnTo>
                    <a:pt x="750" y="24"/>
                  </a:lnTo>
                  <a:lnTo>
                    <a:pt x="744" y="30"/>
                  </a:lnTo>
                  <a:lnTo>
                    <a:pt x="744" y="36"/>
                  </a:lnTo>
                  <a:lnTo>
                    <a:pt x="720" y="36"/>
                  </a:lnTo>
                  <a:lnTo>
                    <a:pt x="714" y="42"/>
                  </a:lnTo>
                  <a:lnTo>
                    <a:pt x="702" y="48"/>
                  </a:lnTo>
                  <a:lnTo>
                    <a:pt x="696" y="54"/>
                  </a:lnTo>
                  <a:lnTo>
                    <a:pt x="684" y="60"/>
                  </a:lnTo>
                  <a:lnTo>
                    <a:pt x="654" y="60"/>
                  </a:lnTo>
                  <a:lnTo>
                    <a:pt x="648" y="54"/>
                  </a:lnTo>
                  <a:lnTo>
                    <a:pt x="636" y="48"/>
                  </a:lnTo>
                  <a:lnTo>
                    <a:pt x="600" y="36"/>
                  </a:lnTo>
                  <a:lnTo>
                    <a:pt x="546" y="36"/>
                  </a:lnTo>
                  <a:lnTo>
                    <a:pt x="528" y="42"/>
                  </a:lnTo>
                  <a:lnTo>
                    <a:pt x="516" y="54"/>
                  </a:lnTo>
                  <a:lnTo>
                    <a:pt x="504" y="60"/>
                  </a:lnTo>
                  <a:lnTo>
                    <a:pt x="492" y="84"/>
                  </a:lnTo>
                  <a:lnTo>
                    <a:pt x="486" y="90"/>
                  </a:lnTo>
                  <a:lnTo>
                    <a:pt x="480" y="90"/>
                  </a:lnTo>
                  <a:lnTo>
                    <a:pt x="468" y="84"/>
                  </a:lnTo>
                  <a:lnTo>
                    <a:pt x="438" y="84"/>
                  </a:lnTo>
                  <a:lnTo>
                    <a:pt x="414" y="72"/>
                  </a:lnTo>
                  <a:lnTo>
                    <a:pt x="402" y="60"/>
                  </a:lnTo>
                  <a:lnTo>
                    <a:pt x="390" y="54"/>
                  </a:lnTo>
                  <a:lnTo>
                    <a:pt x="384" y="48"/>
                  </a:lnTo>
                  <a:lnTo>
                    <a:pt x="372" y="42"/>
                  </a:lnTo>
                  <a:lnTo>
                    <a:pt x="360" y="42"/>
                  </a:lnTo>
                  <a:lnTo>
                    <a:pt x="336" y="54"/>
                  </a:lnTo>
                  <a:lnTo>
                    <a:pt x="324" y="66"/>
                  </a:lnTo>
                  <a:lnTo>
                    <a:pt x="312" y="72"/>
                  </a:lnTo>
                  <a:lnTo>
                    <a:pt x="306" y="72"/>
                  </a:lnTo>
                  <a:lnTo>
                    <a:pt x="294" y="66"/>
                  </a:lnTo>
                  <a:lnTo>
                    <a:pt x="288" y="60"/>
                  </a:lnTo>
                  <a:lnTo>
                    <a:pt x="288" y="54"/>
                  </a:lnTo>
                  <a:lnTo>
                    <a:pt x="282" y="48"/>
                  </a:lnTo>
                  <a:lnTo>
                    <a:pt x="282" y="42"/>
                  </a:lnTo>
                  <a:lnTo>
                    <a:pt x="258" y="18"/>
                  </a:lnTo>
                  <a:lnTo>
                    <a:pt x="222" y="18"/>
                  </a:lnTo>
                  <a:lnTo>
                    <a:pt x="222" y="12"/>
                  </a:lnTo>
                  <a:lnTo>
                    <a:pt x="210" y="0"/>
                  </a:lnTo>
                  <a:lnTo>
                    <a:pt x="198" y="0"/>
                  </a:lnTo>
                  <a:lnTo>
                    <a:pt x="186" y="6"/>
                  </a:lnTo>
                  <a:lnTo>
                    <a:pt x="180" y="6"/>
                  </a:lnTo>
                  <a:lnTo>
                    <a:pt x="180" y="12"/>
                  </a:lnTo>
                  <a:lnTo>
                    <a:pt x="126" y="12"/>
                  </a:lnTo>
                  <a:lnTo>
                    <a:pt x="102" y="36"/>
                  </a:lnTo>
                  <a:lnTo>
                    <a:pt x="102" y="60"/>
                  </a:lnTo>
                  <a:lnTo>
                    <a:pt x="96" y="78"/>
                  </a:lnTo>
                  <a:lnTo>
                    <a:pt x="90" y="90"/>
                  </a:lnTo>
                  <a:lnTo>
                    <a:pt x="84" y="96"/>
                  </a:lnTo>
                  <a:lnTo>
                    <a:pt x="78" y="108"/>
                  </a:lnTo>
                  <a:lnTo>
                    <a:pt x="72" y="114"/>
                  </a:lnTo>
                  <a:lnTo>
                    <a:pt x="66" y="114"/>
                  </a:lnTo>
                  <a:lnTo>
                    <a:pt x="66" y="168"/>
                  </a:lnTo>
                  <a:lnTo>
                    <a:pt x="60" y="180"/>
                  </a:lnTo>
                  <a:lnTo>
                    <a:pt x="60" y="186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72" y="222"/>
                  </a:lnTo>
                  <a:lnTo>
                    <a:pt x="78" y="234"/>
                  </a:lnTo>
                  <a:lnTo>
                    <a:pt x="78" y="246"/>
                  </a:lnTo>
                  <a:lnTo>
                    <a:pt x="84" y="252"/>
                  </a:lnTo>
                  <a:lnTo>
                    <a:pt x="84" y="264"/>
                  </a:lnTo>
                  <a:lnTo>
                    <a:pt x="78" y="270"/>
                  </a:lnTo>
                  <a:lnTo>
                    <a:pt x="72" y="270"/>
                  </a:lnTo>
                  <a:lnTo>
                    <a:pt x="60" y="276"/>
                  </a:lnTo>
                  <a:lnTo>
                    <a:pt x="60" y="318"/>
                  </a:lnTo>
                  <a:lnTo>
                    <a:pt x="48" y="324"/>
                  </a:lnTo>
                  <a:lnTo>
                    <a:pt x="42" y="336"/>
                  </a:lnTo>
                  <a:lnTo>
                    <a:pt x="36" y="342"/>
                  </a:lnTo>
                  <a:lnTo>
                    <a:pt x="36" y="372"/>
                  </a:lnTo>
                  <a:lnTo>
                    <a:pt x="24" y="396"/>
                  </a:lnTo>
                  <a:lnTo>
                    <a:pt x="6" y="396"/>
                  </a:lnTo>
                  <a:lnTo>
                    <a:pt x="0" y="426"/>
                  </a:lnTo>
                  <a:lnTo>
                    <a:pt x="6" y="462"/>
                  </a:lnTo>
                  <a:lnTo>
                    <a:pt x="0" y="492"/>
                  </a:lnTo>
                  <a:lnTo>
                    <a:pt x="0" y="606"/>
                  </a:lnTo>
                  <a:lnTo>
                    <a:pt x="6" y="612"/>
                  </a:lnTo>
                  <a:lnTo>
                    <a:pt x="30" y="612"/>
                  </a:lnTo>
                  <a:lnTo>
                    <a:pt x="54" y="600"/>
                  </a:lnTo>
                  <a:lnTo>
                    <a:pt x="60" y="594"/>
                  </a:lnTo>
                  <a:lnTo>
                    <a:pt x="66" y="600"/>
                  </a:lnTo>
                  <a:lnTo>
                    <a:pt x="108" y="600"/>
                  </a:lnTo>
                  <a:lnTo>
                    <a:pt x="126" y="606"/>
                  </a:lnTo>
                  <a:lnTo>
                    <a:pt x="138" y="618"/>
                  </a:lnTo>
                  <a:lnTo>
                    <a:pt x="150" y="636"/>
                  </a:lnTo>
                  <a:lnTo>
                    <a:pt x="156" y="648"/>
                  </a:lnTo>
                  <a:lnTo>
                    <a:pt x="168" y="660"/>
                  </a:lnTo>
                  <a:lnTo>
                    <a:pt x="186" y="660"/>
                  </a:lnTo>
                  <a:lnTo>
                    <a:pt x="180" y="666"/>
                  </a:lnTo>
                  <a:lnTo>
                    <a:pt x="180" y="678"/>
                  </a:lnTo>
                  <a:lnTo>
                    <a:pt x="174" y="684"/>
                  </a:lnTo>
                  <a:lnTo>
                    <a:pt x="186" y="684"/>
                  </a:lnTo>
                  <a:lnTo>
                    <a:pt x="198" y="678"/>
                  </a:lnTo>
                  <a:lnTo>
                    <a:pt x="198" y="684"/>
                  </a:lnTo>
                  <a:lnTo>
                    <a:pt x="192" y="690"/>
                  </a:lnTo>
                  <a:lnTo>
                    <a:pt x="186" y="702"/>
                  </a:lnTo>
                  <a:lnTo>
                    <a:pt x="186" y="714"/>
                  </a:lnTo>
                  <a:lnTo>
                    <a:pt x="204" y="750"/>
                  </a:lnTo>
                  <a:lnTo>
                    <a:pt x="216" y="762"/>
                  </a:lnTo>
                  <a:lnTo>
                    <a:pt x="234" y="768"/>
                  </a:lnTo>
                  <a:lnTo>
                    <a:pt x="270" y="768"/>
                  </a:lnTo>
                  <a:lnTo>
                    <a:pt x="276" y="762"/>
                  </a:lnTo>
                  <a:lnTo>
                    <a:pt x="282" y="762"/>
                  </a:lnTo>
                  <a:lnTo>
                    <a:pt x="288" y="738"/>
                  </a:lnTo>
                  <a:lnTo>
                    <a:pt x="312" y="750"/>
                  </a:lnTo>
                  <a:lnTo>
                    <a:pt x="336" y="744"/>
                  </a:lnTo>
                  <a:lnTo>
                    <a:pt x="354" y="756"/>
                  </a:lnTo>
                  <a:lnTo>
                    <a:pt x="396" y="756"/>
                  </a:lnTo>
                  <a:lnTo>
                    <a:pt x="396" y="732"/>
                  </a:lnTo>
                  <a:lnTo>
                    <a:pt x="420" y="732"/>
                  </a:lnTo>
                  <a:lnTo>
                    <a:pt x="420" y="738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24" name="Niger" descr="© INSCALE GmbH, 05.05.2010&#10;http://www.presentationload.com/">
              <a:extLst>
                <a:ext uri="{FF2B5EF4-FFF2-40B4-BE49-F238E27FC236}">
                  <a16:creationId xmlns:a16="http://schemas.microsoft.com/office/drawing/2014/main" id="{F6A906DC-558B-4411-9C27-538B63FCFD88}"/>
                </a:ext>
              </a:extLst>
            </p:cNvPr>
            <p:cNvSpPr>
              <a:spLocks/>
            </p:cNvSpPr>
            <p:nvPr/>
          </p:nvSpPr>
          <p:spPr bwMode="gray">
            <a:xfrm>
              <a:off x="3739740" y="2380308"/>
              <a:ext cx="367048" cy="309547"/>
            </a:xfrm>
            <a:custGeom>
              <a:avLst/>
              <a:gdLst>
                <a:gd name="T0" fmla="*/ 2147483647 w 1110"/>
                <a:gd name="T1" fmla="*/ 2147483647 h 942"/>
                <a:gd name="T2" fmla="*/ 2147483647 w 1110"/>
                <a:gd name="T3" fmla="*/ 2147483647 h 942"/>
                <a:gd name="T4" fmla="*/ 2147483647 w 1110"/>
                <a:gd name="T5" fmla="*/ 2147483647 h 942"/>
                <a:gd name="T6" fmla="*/ 2147483647 w 1110"/>
                <a:gd name="T7" fmla="*/ 2147483647 h 942"/>
                <a:gd name="T8" fmla="*/ 2147483647 w 1110"/>
                <a:gd name="T9" fmla="*/ 2147483647 h 942"/>
                <a:gd name="T10" fmla="*/ 2147483647 w 1110"/>
                <a:gd name="T11" fmla="*/ 2147483647 h 942"/>
                <a:gd name="T12" fmla="*/ 2147483647 w 1110"/>
                <a:gd name="T13" fmla="*/ 2147483647 h 942"/>
                <a:gd name="T14" fmla="*/ 2147483647 w 1110"/>
                <a:gd name="T15" fmla="*/ 2147483647 h 942"/>
                <a:gd name="T16" fmla="*/ 2147483647 w 1110"/>
                <a:gd name="T17" fmla="*/ 2147483647 h 942"/>
                <a:gd name="T18" fmla="*/ 2147483647 w 1110"/>
                <a:gd name="T19" fmla="*/ 2147483647 h 942"/>
                <a:gd name="T20" fmla="*/ 2147483647 w 1110"/>
                <a:gd name="T21" fmla="*/ 2147483647 h 942"/>
                <a:gd name="T22" fmla="*/ 2147483647 w 1110"/>
                <a:gd name="T23" fmla="*/ 2147483647 h 942"/>
                <a:gd name="T24" fmla="*/ 2147483647 w 1110"/>
                <a:gd name="T25" fmla="*/ 2147483647 h 942"/>
                <a:gd name="T26" fmla="*/ 2147483647 w 1110"/>
                <a:gd name="T27" fmla="*/ 2147483647 h 942"/>
                <a:gd name="T28" fmla="*/ 2147483647 w 1110"/>
                <a:gd name="T29" fmla="*/ 2147483647 h 942"/>
                <a:gd name="T30" fmla="*/ 2147483647 w 1110"/>
                <a:gd name="T31" fmla="*/ 2147483647 h 942"/>
                <a:gd name="T32" fmla="*/ 2147483647 w 1110"/>
                <a:gd name="T33" fmla="*/ 2147483647 h 942"/>
                <a:gd name="T34" fmla="*/ 2147483647 w 1110"/>
                <a:gd name="T35" fmla="*/ 2147483647 h 942"/>
                <a:gd name="T36" fmla="*/ 2147483647 w 1110"/>
                <a:gd name="T37" fmla="*/ 2147483647 h 942"/>
                <a:gd name="T38" fmla="*/ 2147483647 w 1110"/>
                <a:gd name="T39" fmla="*/ 2147483647 h 942"/>
                <a:gd name="T40" fmla="*/ 2147483647 w 1110"/>
                <a:gd name="T41" fmla="*/ 2147483647 h 942"/>
                <a:gd name="T42" fmla="*/ 2147483647 w 1110"/>
                <a:gd name="T43" fmla="*/ 2147483647 h 942"/>
                <a:gd name="T44" fmla="*/ 2147483647 w 1110"/>
                <a:gd name="T45" fmla="*/ 2147483647 h 942"/>
                <a:gd name="T46" fmla="*/ 2147483647 w 1110"/>
                <a:gd name="T47" fmla="*/ 2147483647 h 942"/>
                <a:gd name="T48" fmla="*/ 2147483647 w 1110"/>
                <a:gd name="T49" fmla="*/ 2147483647 h 942"/>
                <a:gd name="T50" fmla="*/ 2147483647 w 1110"/>
                <a:gd name="T51" fmla="*/ 2147483647 h 942"/>
                <a:gd name="T52" fmla="*/ 2147483647 w 1110"/>
                <a:gd name="T53" fmla="*/ 2147483647 h 942"/>
                <a:gd name="T54" fmla="*/ 2147483647 w 1110"/>
                <a:gd name="T55" fmla="*/ 2147483647 h 942"/>
                <a:gd name="T56" fmla="*/ 2147483647 w 1110"/>
                <a:gd name="T57" fmla="*/ 2147483647 h 942"/>
                <a:gd name="T58" fmla="*/ 2147483647 w 1110"/>
                <a:gd name="T59" fmla="*/ 2147483647 h 942"/>
                <a:gd name="T60" fmla="*/ 2147483647 w 1110"/>
                <a:gd name="T61" fmla="*/ 2147483647 h 942"/>
                <a:gd name="T62" fmla="*/ 2147483647 w 1110"/>
                <a:gd name="T63" fmla="*/ 2147483647 h 942"/>
                <a:gd name="T64" fmla="*/ 2147483647 w 1110"/>
                <a:gd name="T65" fmla="*/ 2147483647 h 942"/>
                <a:gd name="T66" fmla="*/ 2147483647 w 1110"/>
                <a:gd name="T67" fmla="*/ 2147483647 h 942"/>
                <a:gd name="T68" fmla="*/ 2147483647 w 1110"/>
                <a:gd name="T69" fmla="*/ 2147483647 h 942"/>
                <a:gd name="T70" fmla="*/ 2147483647 w 1110"/>
                <a:gd name="T71" fmla="*/ 2147483647 h 942"/>
                <a:gd name="T72" fmla="*/ 2147483647 w 1110"/>
                <a:gd name="T73" fmla="*/ 2147483647 h 942"/>
                <a:gd name="T74" fmla="*/ 2147483647 w 1110"/>
                <a:gd name="T75" fmla="*/ 2147483647 h 942"/>
                <a:gd name="T76" fmla="*/ 2147483647 w 1110"/>
                <a:gd name="T77" fmla="*/ 2147483647 h 942"/>
                <a:gd name="T78" fmla="*/ 2147483647 w 1110"/>
                <a:gd name="T79" fmla="*/ 2147483647 h 942"/>
                <a:gd name="T80" fmla="*/ 2147483647 w 1110"/>
                <a:gd name="T81" fmla="*/ 2147483647 h 942"/>
                <a:gd name="T82" fmla="*/ 2147483647 w 1110"/>
                <a:gd name="T83" fmla="*/ 2147483647 h 942"/>
                <a:gd name="T84" fmla="*/ 2147483647 w 1110"/>
                <a:gd name="T85" fmla="*/ 2147483647 h 942"/>
                <a:gd name="T86" fmla="*/ 2147483647 w 1110"/>
                <a:gd name="T87" fmla="*/ 2147483647 h 942"/>
                <a:gd name="T88" fmla="*/ 2147483647 w 1110"/>
                <a:gd name="T89" fmla="*/ 2147483647 h 942"/>
                <a:gd name="T90" fmla="*/ 2147483647 w 1110"/>
                <a:gd name="T91" fmla="*/ 2147483647 h 942"/>
                <a:gd name="T92" fmla="*/ 2147483647 w 1110"/>
                <a:gd name="T93" fmla="*/ 2147483647 h 942"/>
                <a:gd name="T94" fmla="*/ 2147483647 w 1110"/>
                <a:gd name="T95" fmla="*/ 2147483647 h 942"/>
                <a:gd name="T96" fmla="*/ 2147483647 w 1110"/>
                <a:gd name="T97" fmla="*/ 2147483647 h 942"/>
                <a:gd name="T98" fmla="*/ 0 w 1110"/>
                <a:gd name="T99" fmla="*/ 2147483647 h 942"/>
                <a:gd name="T100" fmla="*/ 2147483647 w 1110"/>
                <a:gd name="T101" fmla="*/ 2147483647 h 94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110"/>
                <a:gd name="T154" fmla="*/ 0 h 942"/>
                <a:gd name="T155" fmla="*/ 1110 w 1110"/>
                <a:gd name="T156" fmla="*/ 942 h 94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110" h="942">
                  <a:moveTo>
                    <a:pt x="54" y="792"/>
                  </a:moveTo>
                  <a:lnTo>
                    <a:pt x="54" y="810"/>
                  </a:lnTo>
                  <a:lnTo>
                    <a:pt x="66" y="810"/>
                  </a:lnTo>
                  <a:lnTo>
                    <a:pt x="48" y="828"/>
                  </a:lnTo>
                  <a:lnTo>
                    <a:pt x="48" y="834"/>
                  </a:lnTo>
                  <a:lnTo>
                    <a:pt x="72" y="858"/>
                  </a:lnTo>
                  <a:lnTo>
                    <a:pt x="84" y="864"/>
                  </a:lnTo>
                  <a:lnTo>
                    <a:pt x="90" y="876"/>
                  </a:lnTo>
                  <a:lnTo>
                    <a:pt x="108" y="876"/>
                  </a:lnTo>
                  <a:lnTo>
                    <a:pt x="120" y="864"/>
                  </a:lnTo>
                  <a:lnTo>
                    <a:pt x="132" y="864"/>
                  </a:lnTo>
                  <a:lnTo>
                    <a:pt x="144" y="876"/>
                  </a:lnTo>
                  <a:lnTo>
                    <a:pt x="150" y="888"/>
                  </a:lnTo>
                  <a:lnTo>
                    <a:pt x="126" y="894"/>
                  </a:lnTo>
                  <a:lnTo>
                    <a:pt x="150" y="930"/>
                  </a:lnTo>
                  <a:lnTo>
                    <a:pt x="150" y="906"/>
                  </a:lnTo>
                  <a:lnTo>
                    <a:pt x="180" y="894"/>
                  </a:lnTo>
                  <a:lnTo>
                    <a:pt x="192" y="906"/>
                  </a:lnTo>
                  <a:lnTo>
                    <a:pt x="198" y="918"/>
                  </a:lnTo>
                  <a:lnTo>
                    <a:pt x="204" y="924"/>
                  </a:lnTo>
                  <a:lnTo>
                    <a:pt x="210" y="924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34" y="936"/>
                  </a:lnTo>
                  <a:lnTo>
                    <a:pt x="240" y="942"/>
                  </a:lnTo>
                  <a:lnTo>
                    <a:pt x="240" y="888"/>
                  </a:lnTo>
                  <a:lnTo>
                    <a:pt x="246" y="888"/>
                  </a:lnTo>
                  <a:lnTo>
                    <a:pt x="252" y="882"/>
                  </a:lnTo>
                  <a:lnTo>
                    <a:pt x="258" y="870"/>
                  </a:lnTo>
                  <a:lnTo>
                    <a:pt x="264" y="864"/>
                  </a:lnTo>
                  <a:lnTo>
                    <a:pt x="270" y="852"/>
                  </a:lnTo>
                  <a:lnTo>
                    <a:pt x="276" y="834"/>
                  </a:lnTo>
                  <a:lnTo>
                    <a:pt x="276" y="810"/>
                  </a:lnTo>
                  <a:lnTo>
                    <a:pt x="300" y="786"/>
                  </a:lnTo>
                  <a:lnTo>
                    <a:pt x="354" y="786"/>
                  </a:lnTo>
                  <a:lnTo>
                    <a:pt x="354" y="780"/>
                  </a:lnTo>
                  <a:lnTo>
                    <a:pt x="360" y="780"/>
                  </a:lnTo>
                  <a:lnTo>
                    <a:pt x="372" y="774"/>
                  </a:lnTo>
                  <a:lnTo>
                    <a:pt x="384" y="774"/>
                  </a:lnTo>
                  <a:lnTo>
                    <a:pt x="396" y="786"/>
                  </a:lnTo>
                  <a:lnTo>
                    <a:pt x="396" y="792"/>
                  </a:lnTo>
                  <a:lnTo>
                    <a:pt x="432" y="792"/>
                  </a:lnTo>
                  <a:lnTo>
                    <a:pt x="456" y="816"/>
                  </a:lnTo>
                  <a:lnTo>
                    <a:pt x="456" y="822"/>
                  </a:lnTo>
                  <a:lnTo>
                    <a:pt x="462" y="828"/>
                  </a:lnTo>
                  <a:lnTo>
                    <a:pt x="462" y="834"/>
                  </a:lnTo>
                  <a:lnTo>
                    <a:pt x="468" y="840"/>
                  </a:lnTo>
                  <a:lnTo>
                    <a:pt x="480" y="846"/>
                  </a:lnTo>
                  <a:lnTo>
                    <a:pt x="486" y="846"/>
                  </a:lnTo>
                  <a:lnTo>
                    <a:pt x="498" y="840"/>
                  </a:lnTo>
                  <a:lnTo>
                    <a:pt x="510" y="828"/>
                  </a:lnTo>
                  <a:lnTo>
                    <a:pt x="534" y="816"/>
                  </a:lnTo>
                  <a:lnTo>
                    <a:pt x="546" y="816"/>
                  </a:lnTo>
                  <a:lnTo>
                    <a:pt x="558" y="822"/>
                  </a:lnTo>
                  <a:lnTo>
                    <a:pt x="564" y="828"/>
                  </a:lnTo>
                  <a:lnTo>
                    <a:pt x="576" y="834"/>
                  </a:lnTo>
                  <a:lnTo>
                    <a:pt x="588" y="846"/>
                  </a:lnTo>
                  <a:lnTo>
                    <a:pt x="612" y="858"/>
                  </a:lnTo>
                  <a:lnTo>
                    <a:pt x="642" y="858"/>
                  </a:lnTo>
                  <a:lnTo>
                    <a:pt x="654" y="864"/>
                  </a:lnTo>
                  <a:lnTo>
                    <a:pt x="660" y="864"/>
                  </a:lnTo>
                  <a:lnTo>
                    <a:pt x="666" y="858"/>
                  </a:lnTo>
                  <a:lnTo>
                    <a:pt x="678" y="834"/>
                  </a:lnTo>
                  <a:lnTo>
                    <a:pt x="690" y="828"/>
                  </a:lnTo>
                  <a:lnTo>
                    <a:pt x="702" y="816"/>
                  </a:lnTo>
                  <a:lnTo>
                    <a:pt x="720" y="810"/>
                  </a:lnTo>
                  <a:lnTo>
                    <a:pt x="774" y="810"/>
                  </a:lnTo>
                  <a:lnTo>
                    <a:pt x="810" y="822"/>
                  </a:lnTo>
                  <a:lnTo>
                    <a:pt x="822" y="828"/>
                  </a:lnTo>
                  <a:lnTo>
                    <a:pt x="828" y="834"/>
                  </a:lnTo>
                  <a:lnTo>
                    <a:pt x="858" y="834"/>
                  </a:lnTo>
                  <a:lnTo>
                    <a:pt x="870" y="828"/>
                  </a:lnTo>
                  <a:lnTo>
                    <a:pt x="876" y="822"/>
                  </a:lnTo>
                  <a:lnTo>
                    <a:pt x="888" y="816"/>
                  </a:lnTo>
                  <a:lnTo>
                    <a:pt x="894" y="810"/>
                  </a:lnTo>
                  <a:lnTo>
                    <a:pt x="918" y="810"/>
                  </a:lnTo>
                  <a:lnTo>
                    <a:pt x="918" y="804"/>
                  </a:lnTo>
                  <a:lnTo>
                    <a:pt x="924" y="798"/>
                  </a:lnTo>
                  <a:lnTo>
                    <a:pt x="924" y="792"/>
                  </a:lnTo>
                  <a:lnTo>
                    <a:pt x="930" y="786"/>
                  </a:lnTo>
                  <a:lnTo>
                    <a:pt x="936" y="786"/>
                  </a:lnTo>
                  <a:lnTo>
                    <a:pt x="930" y="726"/>
                  </a:lnTo>
                  <a:lnTo>
                    <a:pt x="948" y="720"/>
                  </a:lnTo>
                  <a:lnTo>
                    <a:pt x="948" y="714"/>
                  </a:lnTo>
                  <a:lnTo>
                    <a:pt x="954" y="708"/>
                  </a:lnTo>
                  <a:lnTo>
                    <a:pt x="954" y="696"/>
                  </a:lnTo>
                  <a:lnTo>
                    <a:pt x="960" y="678"/>
                  </a:lnTo>
                  <a:lnTo>
                    <a:pt x="966" y="666"/>
                  </a:lnTo>
                  <a:lnTo>
                    <a:pt x="978" y="648"/>
                  </a:lnTo>
                  <a:lnTo>
                    <a:pt x="984" y="636"/>
                  </a:lnTo>
                  <a:lnTo>
                    <a:pt x="1002" y="618"/>
                  </a:lnTo>
                  <a:lnTo>
                    <a:pt x="1026" y="588"/>
                  </a:lnTo>
                  <a:lnTo>
                    <a:pt x="1050" y="564"/>
                  </a:lnTo>
                  <a:lnTo>
                    <a:pt x="1068" y="540"/>
                  </a:lnTo>
                  <a:lnTo>
                    <a:pt x="1074" y="534"/>
                  </a:lnTo>
                  <a:lnTo>
                    <a:pt x="1092" y="288"/>
                  </a:lnTo>
                  <a:lnTo>
                    <a:pt x="1110" y="252"/>
                  </a:lnTo>
                  <a:lnTo>
                    <a:pt x="1080" y="216"/>
                  </a:lnTo>
                  <a:lnTo>
                    <a:pt x="1074" y="192"/>
                  </a:lnTo>
                  <a:lnTo>
                    <a:pt x="1044" y="156"/>
                  </a:lnTo>
                  <a:lnTo>
                    <a:pt x="1056" y="108"/>
                  </a:lnTo>
                  <a:lnTo>
                    <a:pt x="1038" y="42"/>
                  </a:lnTo>
                  <a:lnTo>
                    <a:pt x="1020" y="48"/>
                  </a:lnTo>
                  <a:lnTo>
                    <a:pt x="1002" y="60"/>
                  </a:lnTo>
                  <a:lnTo>
                    <a:pt x="990" y="66"/>
                  </a:lnTo>
                  <a:lnTo>
                    <a:pt x="984" y="66"/>
                  </a:lnTo>
                  <a:lnTo>
                    <a:pt x="978" y="60"/>
                  </a:lnTo>
                  <a:lnTo>
                    <a:pt x="966" y="54"/>
                  </a:lnTo>
                  <a:lnTo>
                    <a:pt x="960" y="42"/>
                  </a:lnTo>
                  <a:lnTo>
                    <a:pt x="954" y="36"/>
                  </a:lnTo>
                  <a:lnTo>
                    <a:pt x="942" y="30"/>
                  </a:lnTo>
                  <a:lnTo>
                    <a:pt x="936" y="24"/>
                  </a:lnTo>
                  <a:lnTo>
                    <a:pt x="930" y="24"/>
                  </a:lnTo>
                  <a:lnTo>
                    <a:pt x="918" y="18"/>
                  </a:lnTo>
                  <a:lnTo>
                    <a:pt x="900" y="12"/>
                  </a:lnTo>
                  <a:lnTo>
                    <a:pt x="888" y="12"/>
                  </a:lnTo>
                  <a:lnTo>
                    <a:pt x="876" y="6"/>
                  </a:lnTo>
                  <a:lnTo>
                    <a:pt x="864" y="6"/>
                  </a:lnTo>
                  <a:lnTo>
                    <a:pt x="828" y="0"/>
                  </a:lnTo>
                  <a:lnTo>
                    <a:pt x="816" y="6"/>
                  </a:lnTo>
                  <a:lnTo>
                    <a:pt x="786" y="30"/>
                  </a:lnTo>
                  <a:lnTo>
                    <a:pt x="738" y="66"/>
                  </a:lnTo>
                  <a:lnTo>
                    <a:pt x="684" y="102"/>
                  </a:lnTo>
                  <a:lnTo>
                    <a:pt x="624" y="144"/>
                  </a:lnTo>
                  <a:lnTo>
                    <a:pt x="576" y="180"/>
                  </a:lnTo>
                  <a:lnTo>
                    <a:pt x="534" y="210"/>
                  </a:lnTo>
                  <a:lnTo>
                    <a:pt x="510" y="222"/>
                  </a:lnTo>
                  <a:lnTo>
                    <a:pt x="480" y="246"/>
                  </a:lnTo>
                  <a:lnTo>
                    <a:pt x="450" y="282"/>
                  </a:lnTo>
                  <a:lnTo>
                    <a:pt x="414" y="312"/>
                  </a:lnTo>
                  <a:lnTo>
                    <a:pt x="390" y="330"/>
                  </a:lnTo>
                  <a:lnTo>
                    <a:pt x="366" y="336"/>
                  </a:lnTo>
                  <a:lnTo>
                    <a:pt x="324" y="342"/>
                  </a:lnTo>
                  <a:lnTo>
                    <a:pt x="282" y="354"/>
                  </a:lnTo>
                  <a:lnTo>
                    <a:pt x="282" y="558"/>
                  </a:lnTo>
                  <a:lnTo>
                    <a:pt x="264" y="582"/>
                  </a:lnTo>
                  <a:lnTo>
                    <a:pt x="264" y="594"/>
                  </a:lnTo>
                  <a:lnTo>
                    <a:pt x="258" y="606"/>
                  </a:lnTo>
                  <a:lnTo>
                    <a:pt x="258" y="624"/>
                  </a:lnTo>
                  <a:lnTo>
                    <a:pt x="252" y="636"/>
                  </a:lnTo>
                  <a:lnTo>
                    <a:pt x="240" y="642"/>
                  </a:lnTo>
                  <a:lnTo>
                    <a:pt x="222" y="648"/>
                  </a:lnTo>
                  <a:lnTo>
                    <a:pt x="198" y="648"/>
                  </a:lnTo>
                  <a:lnTo>
                    <a:pt x="186" y="654"/>
                  </a:lnTo>
                  <a:lnTo>
                    <a:pt x="138" y="648"/>
                  </a:lnTo>
                  <a:lnTo>
                    <a:pt x="138" y="666"/>
                  </a:lnTo>
                  <a:lnTo>
                    <a:pt x="72" y="660"/>
                  </a:lnTo>
                  <a:lnTo>
                    <a:pt x="48" y="678"/>
                  </a:lnTo>
                  <a:lnTo>
                    <a:pt x="0" y="690"/>
                  </a:lnTo>
                  <a:lnTo>
                    <a:pt x="0" y="726"/>
                  </a:lnTo>
                  <a:lnTo>
                    <a:pt x="6" y="738"/>
                  </a:lnTo>
                  <a:lnTo>
                    <a:pt x="6" y="762"/>
                  </a:lnTo>
                  <a:lnTo>
                    <a:pt x="18" y="786"/>
                  </a:lnTo>
                  <a:lnTo>
                    <a:pt x="30" y="792"/>
                  </a:lnTo>
                  <a:lnTo>
                    <a:pt x="54" y="792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25" name="Nicaragua" descr="© INSCALE GmbH, 05.05.2010&#10;http://www.presentationload.com/">
              <a:extLst>
                <a:ext uri="{FF2B5EF4-FFF2-40B4-BE49-F238E27FC236}">
                  <a16:creationId xmlns:a16="http://schemas.microsoft.com/office/drawing/2014/main" id="{D0786051-3573-41A8-B32E-F33EA0EC2642}"/>
                </a:ext>
              </a:extLst>
            </p:cNvPr>
            <p:cNvSpPr>
              <a:spLocks/>
            </p:cNvSpPr>
            <p:nvPr/>
          </p:nvSpPr>
          <p:spPr bwMode="gray">
            <a:xfrm>
              <a:off x="1687383" y="2608933"/>
              <a:ext cx="107272" cy="109177"/>
            </a:xfrm>
            <a:custGeom>
              <a:avLst/>
              <a:gdLst>
                <a:gd name="T0" fmla="*/ 2147483647 w 324"/>
                <a:gd name="T1" fmla="*/ 2147483647 h 330"/>
                <a:gd name="T2" fmla="*/ 2147483647 w 324"/>
                <a:gd name="T3" fmla="*/ 0 h 330"/>
                <a:gd name="T4" fmla="*/ 2147483647 w 324"/>
                <a:gd name="T5" fmla="*/ 2147483647 h 330"/>
                <a:gd name="T6" fmla="*/ 2147483647 w 324"/>
                <a:gd name="T7" fmla="*/ 2147483647 h 330"/>
                <a:gd name="T8" fmla="*/ 2147483647 w 324"/>
                <a:gd name="T9" fmla="*/ 0 h 330"/>
                <a:gd name="T10" fmla="*/ 2147483647 w 324"/>
                <a:gd name="T11" fmla="*/ 2147483647 h 330"/>
                <a:gd name="T12" fmla="*/ 2147483647 w 324"/>
                <a:gd name="T13" fmla="*/ 2147483647 h 330"/>
                <a:gd name="T14" fmla="*/ 2147483647 w 324"/>
                <a:gd name="T15" fmla="*/ 2147483647 h 330"/>
                <a:gd name="T16" fmla="*/ 2147483647 w 324"/>
                <a:gd name="T17" fmla="*/ 2147483647 h 330"/>
                <a:gd name="T18" fmla="*/ 2147483647 w 324"/>
                <a:gd name="T19" fmla="*/ 2147483647 h 330"/>
                <a:gd name="T20" fmla="*/ 2147483647 w 324"/>
                <a:gd name="T21" fmla="*/ 2147483647 h 330"/>
                <a:gd name="T22" fmla="*/ 2147483647 w 324"/>
                <a:gd name="T23" fmla="*/ 2147483647 h 330"/>
                <a:gd name="T24" fmla="*/ 2147483647 w 324"/>
                <a:gd name="T25" fmla="*/ 2147483647 h 330"/>
                <a:gd name="T26" fmla="*/ 2147483647 w 324"/>
                <a:gd name="T27" fmla="*/ 2147483647 h 330"/>
                <a:gd name="T28" fmla="*/ 2147483647 w 324"/>
                <a:gd name="T29" fmla="*/ 2147483647 h 330"/>
                <a:gd name="T30" fmla="*/ 2147483647 w 324"/>
                <a:gd name="T31" fmla="*/ 2147483647 h 330"/>
                <a:gd name="T32" fmla="*/ 2147483647 w 324"/>
                <a:gd name="T33" fmla="*/ 2147483647 h 330"/>
                <a:gd name="T34" fmla="*/ 2147483647 w 324"/>
                <a:gd name="T35" fmla="*/ 2147483647 h 330"/>
                <a:gd name="T36" fmla="*/ 2147483647 w 324"/>
                <a:gd name="T37" fmla="*/ 2147483647 h 330"/>
                <a:gd name="T38" fmla="*/ 2147483647 w 324"/>
                <a:gd name="T39" fmla="*/ 2147483647 h 330"/>
                <a:gd name="T40" fmla="*/ 2147483647 w 324"/>
                <a:gd name="T41" fmla="*/ 2147483647 h 330"/>
                <a:gd name="T42" fmla="*/ 2147483647 w 324"/>
                <a:gd name="T43" fmla="*/ 2147483647 h 330"/>
                <a:gd name="T44" fmla="*/ 2147483647 w 324"/>
                <a:gd name="T45" fmla="*/ 2147483647 h 330"/>
                <a:gd name="T46" fmla="*/ 2147483647 w 324"/>
                <a:gd name="T47" fmla="*/ 2147483647 h 330"/>
                <a:gd name="T48" fmla="*/ 2147483647 w 324"/>
                <a:gd name="T49" fmla="*/ 2147483647 h 330"/>
                <a:gd name="T50" fmla="*/ 2147483647 w 324"/>
                <a:gd name="T51" fmla="*/ 2147483647 h 330"/>
                <a:gd name="T52" fmla="*/ 2147483647 w 324"/>
                <a:gd name="T53" fmla="*/ 2147483647 h 330"/>
                <a:gd name="T54" fmla="*/ 2147483647 w 324"/>
                <a:gd name="T55" fmla="*/ 2147483647 h 330"/>
                <a:gd name="T56" fmla="*/ 2147483647 w 324"/>
                <a:gd name="T57" fmla="*/ 2147483647 h 330"/>
                <a:gd name="T58" fmla="*/ 2147483647 w 324"/>
                <a:gd name="T59" fmla="*/ 2147483647 h 330"/>
                <a:gd name="T60" fmla="*/ 2147483647 w 324"/>
                <a:gd name="T61" fmla="*/ 2147483647 h 330"/>
                <a:gd name="T62" fmla="*/ 2147483647 w 324"/>
                <a:gd name="T63" fmla="*/ 2147483647 h 330"/>
                <a:gd name="T64" fmla="*/ 2147483647 w 324"/>
                <a:gd name="T65" fmla="*/ 2147483647 h 330"/>
                <a:gd name="T66" fmla="*/ 2147483647 w 324"/>
                <a:gd name="T67" fmla="*/ 2147483647 h 330"/>
                <a:gd name="T68" fmla="*/ 2147483647 w 324"/>
                <a:gd name="T69" fmla="*/ 2147483647 h 330"/>
                <a:gd name="T70" fmla="*/ 2147483647 w 324"/>
                <a:gd name="T71" fmla="*/ 2147483647 h 330"/>
                <a:gd name="T72" fmla="*/ 2147483647 w 324"/>
                <a:gd name="T73" fmla="*/ 2147483647 h 330"/>
                <a:gd name="T74" fmla="*/ 2147483647 w 324"/>
                <a:gd name="T75" fmla="*/ 2147483647 h 330"/>
                <a:gd name="T76" fmla="*/ 2147483647 w 324"/>
                <a:gd name="T77" fmla="*/ 2147483647 h 330"/>
                <a:gd name="T78" fmla="*/ 2147483647 w 324"/>
                <a:gd name="T79" fmla="*/ 2147483647 h 330"/>
                <a:gd name="T80" fmla="*/ 2147483647 w 324"/>
                <a:gd name="T81" fmla="*/ 2147483647 h 33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24"/>
                <a:gd name="T124" fmla="*/ 0 h 330"/>
                <a:gd name="T125" fmla="*/ 324 w 324"/>
                <a:gd name="T126" fmla="*/ 330 h 33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24" h="330">
                  <a:moveTo>
                    <a:pt x="324" y="18"/>
                  </a:moveTo>
                  <a:lnTo>
                    <a:pt x="318" y="12"/>
                  </a:lnTo>
                  <a:lnTo>
                    <a:pt x="318" y="6"/>
                  </a:lnTo>
                  <a:lnTo>
                    <a:pt x="312" y="0"/>
                  </a:lnTo>
                  <a:lnTo>
                    <a:pt x="264" y="0"/>
                  </a:lnTo>
                  <a:lnTo>
                    <a:pt x="264" y="6"/>
                  </a:lnTo>
                  <a:lnTo>
                    <a:pt x="252" y="18"/>
                  </a:lnTo>
                  <a:lnTo>
                    <a:pt x="240" y="18"/>
                  </a:lnTo>
                  <a:lnTo>
                    <a:pt x="222" y="0"/>
                  </a:lnTo>
                  <a:lnTo>
                    <a:pt x="210" y="0"/>
                  </a:lnTo>
                  <a:lnTo>
                    <a:pt x="198" y="12"/>
                  </a:lnTo>
                  <a:lnTo>
                    <a:pt x="198" y="30"/>
                  </a:lnTo>
                  <a:lnTo>
                    <a:pt x="180" y="30"/>
                  </a:lnTo>
                  <a:lnTo>
                    <a:pt x="168" y="54"/>
                  </a:lnTo>
                  <a:lnTo>
                    <a:pt x="144" y="78"/>
                  </a:lnTo>
                  <a:lnTo>
                    <a:pt x="126" y="78"/>
                  </a:lnTo>
                  <a:lnTo>
                    <a:pt x="120" y="72"/>
                  </a:lnTo>
                  <a:lnTo>
                    <a:pt x="120" y="66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96" y="84"/>
                  </a:lnTo>
                  <a:lnTo>
                    <a:pt x="60" y="84"/>
                  </a:lnTo>
                  <a:lnTo>
                    <a:pt x="54" y="90"/>
                  </a:lnTo>
                  <a:lnTo>
                    <a:pt x="54" y="102"/>
                  </a:lnTo>
                  <a:lnTo>
                    <a:pt x="60" y="108"/>
                  </a:lnTo>
                  <a:lnTo>
                    <a:pt x="60" y="120"/>
                  </a:lnTo>
                  <a:lnTo>
                    <a:pt x="66" y="126"/>
                  </a:lnTo>
                  <a:lnTo>
                    <a:pt x="48" y="126"/>
                  </a:lnTo>
                  <a:lnTo>
                    <a:pt x="48" y="144"/>
                  </a:lnTo>
                  <a:lnTo>
                    <a:pt x="36" y="150"/>
                  </a:lnTo>
                  <a:lnTo>
                    <a:pt x="0" y="150"/>
                  </a:lnTo>
                  <a:lnTo>
                    <a:pt x="48" y="204"/>
                  </a:lnTo>
                  <a:lnTo>
                    <a:pt x="48" y="210"/>
                  </a:lnTo>
                  <a:lnTo>
                    <a:pt x="54" y="216"/>
                  </a:lnTo>
                  <a:lnTo>
                    <a:pt x="54" y="228"/>
                  </a:lnTo>
                  <a:lnTo>
                    <a:pt x="66" y="252"/>
                  </a:lnTo>
                  <a:lnTo>
                    <a:pt x="72" y="258"/>
                  </a:lnTo>
                  <a:lnTo>
                    <a:pt x="96" y="270"/>
                  </a:lnTo>
                  <a:lnTo>
                    <a:pt x="108" y="282"/>
                  </a:lnTo>
                  <a:lnTo>
                    <a:pt x="114" y="294"/>
                  </a:lnTo>
                  <a:lnTo>
                    <a:pt x="138" y="294"/>
                  </a:lnTo>
                  <a:lnTo>
                    <a:pt x="132" y="294"/>
                  </a:lnTo>
                  <a:lnTo>
                    <a:pt x="120" y="282"/>
                  </a:lnTo>
                  <a:lnTo>
                    <a:pt x="120" y="276"/>
                  </a:lnTo>
                  <a:lnTo>
                    <a:pt x="126" y="270"/>
                  </a:lnTo>
                  <a:lnTo>
                    <a:pt x="138" y="270"/>
                  </a:lnTo>
                  <a:lnTo>
                    <a:pt x="138" y="264"/>
                  </a:lnTo>
                  <a:lnTo>
                    <a:pt x="132" y="258"/>
                  </a:lnTo>
                  <a:lnTo>
                    <a:pt x="126" y="258"/>
                  </a:lnTo>
                  <a:lnTo>
                    <a:pt x="120" y="264"/>
                  </a:lnTo>
                  <a:lnTo>
                    <a:pt x="114" y="264"/>
                  </a:lnTo>
                  <a:lnTo>
                    <a:pt x="114" y="222"/>
                  </a:lnTo>
                  <a:lnTo>
                    <a:pt x="120" y="222"/>
                  </a:lnTo>
                  <a:lnTo>
                    <a:pt x="132" y="228"/>
                  </a:lnTo>
                  <a:lnTo>
                    <a:pt x="144" y="240"/>
                  </a:lnTo>
                  <a:lnTo>
                    <a:pt x="156" y="246"/>
                  </a:lnTo>
                  <a:lnTo>
                    <a:pt x="180" y="270"/>
                  </a:lnTo>
                  <a:lnTo>
                    <a:pt x="192" y="306"/>
                  </a:lnTo>
                  <a:lnTo>
                    <a:pt x="210" y="306"/>
                  </a:lnTo>
                  <a:lnTo>
                    <a:pt x="216" y="312"/>
                  </a:lnTo>
                  <a:lnTo>
                    <a:pt x="222" y="312"/>
                  </a:lnTo>
                  <a:lnTo>
                    <a:pt x="222" y="318"/>
                  </a:lnTo>
                  <a:lnTo>
                    <a:pt x="234" y="330"/>
                  </a:lnTo>
                  <a:lnTo>
                    <a:pt x="270" y="330"/>
                  </a:lnTo>
                  <a:lnTo>
                    <a:pt x="270" y="324"/>
                  </a:lnTo>
                  <a:lnTo>
                    <a:pt x="258" y="312"/>
                  </a:lnTo>
                  <a:lnTo>
                    <a:pt x="252" y="300"/>
                  </a:lnTo>
                  <a:lnTo>
                    <a:pt x="252" y="276"/>
                  </a:lnTo>
                  <a:lnTo>
                    <a:pt x="264" y="264"/>
                  </a:lnTo>
                  <a:lnTo>
                    <a:pt x="270" y="264"/>
                  </a:lnTo>
                  <a:lnTo>
                    <a:pt x="270" y="246"/>
                  </a:lnTo>
                  <a:lnTo>
                    <a:pt x="264" y="234"/>
                  </a:lnTo>
                  <a:lnTo>
                    <a:pt x="264" y="222"/>
                  </a:lnTo>
                  <a:lnTo>
                    <a:pt x="270" y="174"/>
                  </a:lnTo>
                  <a:lnTo>
                    <a:pt x="282" y="192"/>
                  </a:lnTo>
                  <a:lnTo>
                    <a:pt x="288" y="108"/>
                  </a:lnTo>
                  <a:lnTo>
                    <a:pt x="288" y="102"/>
                  </a:lnTo>
                  <a:lnTo>
                    <a:pt x="294" y="96"/>
                  </a:lnTo>
                  <a:lnTo>
                    <a:pt x="306" y="72"/>
                  </a:lnTo>
                  <a:lnTo>
                    <a:pt x="312" y="66"/>
                  </a:lnTo>
                  <a:lnTo>
                    <a:pt x="324" y="42"/>
                  </a:lnTo>
                  <a:lnTo>
                    <a:pt x="324" y="18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26" name="Newfoundland" descr="© INSCALE GmbH, 05.05.2010&#10;http://www.presentationload.com/">
              <a:extLst>
                <a:ext uri="{FF2B5EF4-FFF2-40B4-BE49-F238E27FC236}">
                  <a16:creationId xmlns:a16="http://schemas.microsoft.com/office/drawing/2014/main" id="{3546F272-D358-42D5-ADC8-A22009CBD850}"/>
                </a:ext>
              </a:extLst>
            </p:cNvPr>
            <p:cNvSpPr>
              <a:spLocks/>
            </p:cNvSpPr>
            <p:nvPr/>
          </p:nvSpPr>
          <p:spPr bwMode="gray">
            <a:xfrm>
              <a:off x="2530040" y="1645614"/>
              <a:ext cx="140873" cy="125874"/>
            </a:xfrm>
            <a:custGeom>
              <a:avLst/>
              <a:gdLst>
                <a:gd name="T0" fmla="*/ 2147483647 w 426"/>
                <a:gd name="T1" fmla="*/ 2147483647 h 384"/>
                <a:gd name="T2" fmla="*/ 2147483647 w 426"/>
                <a:gd name="T3" fmla="*/ 2147483647 h 384"/>
                <a:gd name="T4" fmla="*/ 2147483647 w 426"/>
                <a:gd name="T5" fmla="*/ 0 h 384"/>
                <a:gd name="T6" fmla="*/ 2147483647 w 426"/>
                <a:gd name="T7" fmla="*/ 2147483647 h 384"/>
                <a:gd name="T8" fmla="*/ 2147483647 w 426"/>
                <a:gd name="T9" fmla="*/ 2147483647 h 384"/>
                <a:gd name="T10" fmla="*/ 2147483647 w 426"/>
                <a:gd name="T11" fmla="*/ 2147483647 h 384"/>
                <a:gd name="T12" fmla="*/ 2147483647 w 426"/>
                <a:gd name="T13" fmla="*/ 2147483647 h 384"/>
                <a:gd name="T14" fmla="*/ 2147483647 w 426"/>
                <a:gd name="T15" fmla="*/ 2147483647 h 384"/>
                <a:gd name="T16" fmla="*/ 2147483647 w 426"/>
                <a:gd name="T17" fmla="*/ 2147483647 h 384"/>
                <a:gd name="T18" fmla="*/ 2147483647 w 426"/>
                <a:gd name="T19" fmla="*/ 2147483647 h 384"/>
                <a:gd name="T20" fmla="*/ 2147483647 w 426"/>
                <a:gd name="T21" fmla="*/ 2147483647 h 384"/>
                <a:gd name="T22" fmla="*/ 2147483647 w 426"/>
                <a:gd name="T23" fmla="*/ 2147483647 h 384"/>
                <a:gd name="T24" fmla="*/ 2147483647 w 426"/>
                <a:gd name="T25" fmla="*/ 2147483647 h 384"/>
                <a:gd name="T26" fmla="*/ 2147483647 w 426"/>
                <a:gd name="T27" fmla="*/ 2147483647 h 384"/>
                <a:gd name="T28" fmla="*/ 2147483647 w 426"/>
                <a:gd name="T29" fmla="*/ 2147483647 h 384"/>
                <a:gd name="T30" fmla="*/ 2147483647 w 426"/>
                <a:gd name="T31" fmla="*/ 2147483647 h 384"/>
                <a:gd name="T32" fmla="*/ 2147483647 w 426"/>
                <a:gd name="T33" fmla="*/ 2147483647 h 384"/>
                <a:gd name="T34" fmla="*/ 2147483647 w 426"/>
                <a:gd name="T35" fmla="*/ 2147483647 h 384"/>
                <a:gd name="T36" fmla="*/ 2147483647 w 426"/>
                <a:gd name="T37" fmla="*/ 2147483647 h 384"/>
                <a:gd name="T38" fmla="*/ 2147483647 w 426"/>
                <a:gd name="T39" fmla="*/ 2147483647 h 384"/>
                <a:gd name="T40" fmla="*/ 2147483647 w 426"/>
                <a:gd name="T41" fmla="*/ 2147483647 h 384"/>
                <a:gd name="T42" fmla="*/ 2147483647 w 426"/>
                <a:gd name="T43" fmla="*/ 2147483647 h 384"/>
                <a:gd name="T44" fmla="*/ 2147483647 w 426"/>
                <a:gd name="T45" fmla="*/ 2147483647 h 384"/>
                <a:gd name="T46" fmla="*/ 2147483647 w 426"/>
                <a:gd name="T47" fmla="*/ 2147483647 h 384"/>
                <a:gd name="T48" fmla="*/ 2147483647 w 426"/>
                <a:gd name="T49" fmla="*/ 2147483647 h 384"/>
                <a:gd name="T50" fmla="*/ 2147483647 w 426"/>
                <a:gd name="T51" fmla="*/ 2147483647 h 384"/>
                <a:gd name="T52" fmla="*/ 2147483647 w 426"/>
                <a:gd name="T53" fmla="*/ 2147483647 h 384"/>
                <a:gd name="T54" fmla="*/ 2147483647 w 426"/>
                <a:gd name="T55" fmla="*/ 2147483647 h 384"/>
                <a:gd name="T56" fmla="*/ 2147483647 w 426"/>
                <a:gd name="T57" fmla="*/ 2147483647 h 384"/>
                <a:gd name="T58" fmla="*/ 2147483647 w 426"/>
                <a:gd name="T59" fmla="*/ 2147483647 h 384"/>
                <a:gd name="T60" fmla="*/ 2147483647 w 426"/>
                <a:gd name="T61" fmla="*/ 2147483647 h 384"/>
                <a:gd name="T62" fmla="*/ 2147483647 w 426"/>
                <a:gd name="T63" fmla="*/ 2147483647 h 384"/>
                <a:gd name="T64" fmla="*/ 2147483647 w 426"/>
                <a:gd name="T65" fmla="*/ 2147483647 h 384"/>
                <a:gd name="T66" fmla="*/ 2147483647 w 426"/>
                <a:gd name="T67" fmla="*/ 2147483647 h 384"/>
                <a:gd name="T68" fmla="*/ 2147483647 w 426"/>
                <a:gd name="T69" fmla="*/ 2147483647 h 384"/>
                <a:gd name="T70" fmla="*/ 2147483647 w 426"/>
                <a:gd name="T71" fmla="*/ 2147483647 h 384"/>
                <a:gd name="T72" fmla="*/ 2147483647 w 426"/>
                <a:gd name="T73" fmla="*/ 2147483647 h 384"/>
                <a:gd name="T74" fmla="*/ 2147483647 w 426"/>
                <a:gd name="T75" fmla="*/ 2147483647 h 384"/>
                <a:gd name="T76" fmla="*/ 2147483647 w 426"/>
                <a:gd name="T77" fmla="*/ 2147483647 h 384"/>
                <a:gd name="T78" fmla="*/ 2147483647 w 426"/>
                <a:gd name="T79" fmla="*/ 2147483647 h 384"/>
                <a:gd name="T80" fmla="*/ 2147483647 w 426"/>
                <a:gd name="T81" fmla="*/ 2147483647 h 384"/>
                <a:gd name="T82" fmla="*/ 2147483647 w 426"/>
                <a:gd name="T83" fmla="*/ 2147483647 h 38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26"/>
                <a:gd name="T127" fmla="*/ 0 h 384"/>
                <a:gd name="T128" fmla="*/ 426 w 426"/>
                <a:gd name="T129" fmla="*/ 384 h 38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26" h="384">
                  <a:moveTo>
                    <a:pt x="258" y="18"/>
                  </a:moveTo>
                  <a:lnTo>
                    <a:pt x="270" y="12"/>
                  </a:lnTo>
                  <a:lnTo>
                    <a:pt x="276" y="12"/>
                  </a:lnTo>
                  <a:lnTo>
                    <a:pt x="294" y="6"/>
                  </a:lnTo>
                  <a:lnTo>
                    <a:pt x="306" y="0"/>
                  </a:lnTo>
                  <a:lnTo>
                    <a:pt x="330" y="0"/>
                  </a:lnTo>
                  <a:lnTo>
                    <a:pt x="342" y="6"/>
                  </a:lnTo>
                  <a:lnTo>
                    <a:pt x="342" y="18"/>
                  </a:lnTo>
                  <a:lnTo>
                    <a:pt x="336" y="24"/>
                  </a:lnTo>
                  <a:lnTo>
                    <a:pt x="312" y="42"/>
                  </a:lnTo>
                  <a:lnTo>
                    <a:pt x="312" y="48"/>
                  </a:lnTo>
                  <a:lnTo>
                    <a:pt x="306" y="54"/>
                  </a:lnTo>
                  <a:lnTo>
                    <a:pt x="300" y="72"/>
                  </a:lnTo>
                  <a:lnTo>
                    <a:pt x="276" y="96"/>
                  </a:lnTo>
                  <a:lnTo>
                    <a:pt x="258" y="102"/>
                  </a:lnTo>
                  <a:lnTo>
                    <a:pt x="246" y="102"/>
                  </a:lnTo>
                  <a:lnTo>
                    <a:pt x="210" y="150"/>
                  </a:lnTo>
                  <a:lnTo>
                    <a:pt x="210" y="174"/>
                  </a:lnTo>
                  <a:lnTo>
                    <a:pt x="234" y="156"/>
                  </a:lnTo>
                  <a:lnTo>
                    <a:pt x="264" y="108"/>
                  </a:lnTo>
                  <a:lnTo>
                    <a:pt x="282" y="126"/>
                  </a:lnTo>
                  <a:lnTo>
                    <a:pt x="306" y="138"/>
                  </a:lnTo>
                  <a:lnTo>
                    <a:pt x="294" y="168"/>
                  </a:lnTo>
                  <a:lnTo>
                    <a:pt x="324" y="168"/>
                  </a:lnTo>
                  <a:lnTo>
                    <a:pt x="330" y="192"/>
                  </a:lnTo>
                  <a:lnTo>
                    <a:pt x="384" y="162"/>
                  </a:lnTo>
                  <a:lnTo>
                    <a:pt x="402" y="174"/>
                  </a:lnTo>
                  <a:lnTo>
                    <a:pt x="396" y="180"/>
                  </a:lnTo>
                  <a:lnTo>
                    <a:pt x="390" y="192"/>
                  </a:lnTo>
                  <a:lnTo>
                    <a:pt x="378" y="204"/>
                  </a:lnTo>
                  <a:lnTo>
                    <a:pt x="372" y="204"/>
                  </a:lnTo>
                  <a:lnTo>
                    <a:pt x="384" y="204"/>
                  </a:lnTo>
                  <a:lnTo>
                    <a:pt x="396" y="210"/>
                  </a:lnTo>
                  <a:lnTo>
                    <a:pt x="408" y="210"/>
                  </a:lnTo>
                  <a:lnTo>
                    <a:pt x="408" y="216"/>
                  </a:lnTo>
                  <a:lnTo>
                    <a:pt x="396" y="240"/>
                  </a:lnTo>
                  <a:lnTo>
                    <a:pt x="384" y="252"/>
                  </a:lnTo>
                  <a:lnTo>
                    <a:pt x="378" y="264"/>
                  </a:lnTo>
                  <a:lnTo>
                    <a:pt x="366" y="276"/>
                  </a:lnTo>
                  <a:lnTo>
                    <a:pt x="360" y="288"/>
                  </a:lnTo>
                  <a:lnTo>
                    <a:pt x="354" y="294"/>
                  </a:lnTo>
                  <a:lnTo>
                    <a:pt x="390" y="294"/>
                  </a:lnTo>
                  <a:lnTo>
                    <a:pt x="354" y="312"/>
                  </a:lnTo>
                  <a:lnTo>
                    <a:pt x="384" y="312"/>
                  </a:lnTo>
                  <a:lnTo>
                    <a:pt x="420" y="300"/>
                  </a:lnTo>
                  <a:lnTo>
                    <a:pt x="426" y="324"/>
                  </a:lnTo>
                  <a:lnTo>
                    <a:pt x="360" y="384"/>
                  </a:lnTo>
                  <a:lnTo>
                    <a:pt x="318" y="378"/>
                  </a:lnTo>
                  <a:lnTo>
                    <a:pt x="336" y="354"/>
                  </a:lnTo>
                  <a:lnTo>
                    <a:pt x="306" y="360"/>
                  </a:lnTo>
                  <a:lnTo>
                    <a:pt x="300" y="348"/>
                  </a:lnTo>
                  <a:lnTo>
                    <a:pt x="228" y="360"/>
                  </a:lnTo>
                  <a:lnTo>
                    <a:pt x="192" y="354"/>
                  </a:lnTo>
                  <a:lnTo>
                    <a:pt x="186" y="348"/>
                  </a:lnTo>
                  <a:lnTo>
                    <a:pt x="228" y="336"/>
                  </a:lnTo>
                  <a:lnTo>
                    <a:pt x="234" y="330"/>
                  </a:lnTo>
                  <a:lnTo>
                    <a:pt x="234" y="324"/>
                  </a:lnTo>
                  <a:lnTo>
                    <a:pt x="228" y="324"/>
                  </a:lnTo>
                  <a:lnTo>
                    <a:pt x="222" y="318"/>
                  </a:lnTo>
                  <a:lnTo>
                    <a:pt x="198" y="318"/>
                  </a:lnTo>
                  <a:lnTo>
                    <a:pt x="162" y="312"/>
                  </a:lnTo>
                  <a:lnTo>
                    <a:pt x="126" y="300"/>
                  </a:lnTo>
                  <a:lnTo>
                    <a:pt x="96" y="294"/>
                  </a:lnTo>
                  <a:lnTo>
                    <a:pt x="78" y="294"/>
                  </a:lnTo>
                  <a:lnTo>
                    <a:pt x="72" y="300"/>
                  </a:lnTo>
                  <a:lnTo>
                    <a:pt x="48" y="300"/>
                  </a:lnTo>
                  <a:lnTo>
                    <a:pt x="36" y="306"/>
                  </a:lnTo>
                  <a:lnTo>
                    <a:pt x="24" y="306"/>
                  </a:lnTo>
                  <a:lnTo>
                    <a:pt x="12" y="300"/>
                  </a:lnTo>
                  <a:lnTo>
                    <a:pt x="6" y="294"/>
                  </a:lnTo>
                  <a:lnTo>
                    <a:pt x="18" y="282"/>
                  </a:lnTo>
                  <a:lnTo>
                    <a:pt x="24" y="282"/>
                  </a:lnTo>
                  <a:lnTo>
                    <a:pt x="30" y="276"/>
                  </a:lnTo>
                  <a:lnTo>
                    <a:pt x="42" y="276"/>
                  </a:lnTo>
                  <a:lnTo>
                    <a:pt x="30" y="276"/>
                  </a:lnTo>
                  <a:lnTo>
                    <a:pt x="12" y="270"/>
                  </a:lnTo>
                  <a:lnTo>
                    <a:pt x="0" y="258"/>
                  </a:lnTo>
                  <a:lnTo>
                    <a:pt x="6" y="252"/>
                  </a:lnTo>
                  <a:lnTo>
                    <a:pt x="18" y="252"/>
                  </a:lnTo>
                  <a:lnTo>
                    <a:pt x="54" y="234"/>
                  </a:lnTo>
                  <a:lnTo>
                    <a:pt x="60" y="228"/>
                  </a:lnTo>
                  <a:lnTo>
                    <a:pt x="66" y="228"/>
                  </a:lnTo>
                  <a:lnTo>
                    <a:pt x="204" y="90"/>
                  </a:lnTo>
                  <a:lnTo>
                    <a:pt x="258" y="18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27" name="New Zealand" descr="© INSCALE GmbH, 05.05.2010&#10;http://www.presentationload.com/">
              <a:extLst>
                <a:ext uri="{FF2B5EF4-FFF2-40B4-BE49-F238E27FC236}">
                  <a16:creationId xmlns:a16="http://schemas.microsoft.com/office/drawing/2014/main" id="{3AF4CA9E-803A-437F-A7AA-5245CDEF18D2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242194" y="3910062"/>
              <a:ext cx="420034" cy="322391"/>
            </a:xfrm>
            <a:custGeom>
              <a:avLst/>
              <a:gdLst>
                <a:gd name="T0" fmla="*/ 2147483647 w 1272"/>
                <a:gd name="T1" fmla="*/ 2147483647 h 984"/>
                <a:gd name="T2" fmla="*/ 2147483647 w 1272"/>
                <a:gd name="T3" fmla="*/ 2147483647 h 984"/>
                <a:gd name="T4" fmla="*/ 2147483647 w 1272"/>
                <a:gd name="T5" fmla="*/ 2147483647 h 984"/>
                <a:gd name="T6" fmla="*/ 2147483647 w 1272"/>
                <a:gd name="T7" fmla="*/ 2147483647 h 984"/>
                <a:gd name="T8" fmla="*/ 2147483647 w 1272"/>
                <a:gd name="T9" fmla="*/ 2147483647 h 984"/>
                <a:gd name="T10" fmla="*/ 2147483647 w 1272"/>
                <a:gd name="T11" fmla="*/ 2147483647 h 984"/>
                <a:gd name="T12" fmla="*/ 2147483647 w 1272"/>
                <a:gd name="T13" fmla="*/ 2147483647 h 984"/>
                <a:gd name="T14" fmla="*/ 2147483647 w 1272"/>
                <a:gd name="T15" fmla="*/ 2147483647 h 984"/>
                <a:gd name="T16" fmla="*/ 2147483647 w 1272"/>
                <a:gd name="T17" fmla="*/ 2147483647 h 984"/>
                <a:gd name="T18" fmla="*/ 2147483647 w 1272"/>
                <a:gd name="T19" fmla="*/ 2147483647 h 984"/>
                <a:gd name="T20" fmla="*/ 2147483647 w 1272"/>
                <a:gd name="T21" fmla="*/ 2147483647 h 984"/>
                <a:gd name="T22" fmla="*/ 2147483647 w 1272"/>
                <a:gd name="T23" fmla="*/ 2147483647 h 984"/>
                <a:gd name="T24" fmla="*/ 2147483647 w 1272"/>
                <a:gd name="T25" fmla="*/ 2147483647 h 984"/>
                <a:gd name="T26" fmla="*/ 2147483647 w 1272"/>
                <a:gd name="T27" fmla="*/ 2147483647 h 984"/>
                <a:gd name="T28" fmla="*/ 2147483647 w 1272"/>
                <a:gd name="T29" fmla="*/ 2147483647 h 984"/>
                <a:gd name="T30" fmla="*/ 2147483647 w 1272"/>
                <a:gd name="T31" fmla="*/ 2147483647 h 984"/>
                <a:gd name="T32" fmla="*/ 2147483647 w 1272"/>
                <a:gd name="T33" fmla="*/ 2147483647 h 984"/>
                <a:gd name="T34" fmla="*/ 2147483647 w 1272"/>
                <a:gd name="T35" fmla="*/ 2147483647 h 984"/>
                <a:gd name="T36" fmla="*/ 2147483647 w 1272"/>
                <a:gd name="T37" fmla="*/ 2147483647 h 984"/>
                <a:gd name="T38" fmla="*/ 2147483647 w 1272"/>
                <a:gd name="T39" fmla="*/ 2147483647 h 984"/>
                <a:gd name="T40" fmla="*/ 2147483647 w 1272"/>
                <a:gd name="T41" fmla="*/ 2147483647 h 984"/>
                <a:gd name="T42" fmla="*/ 2147483647 w 1272"/>
                <a:gd name="T43" fmla="*/ 2147483647 h 984"/>
                <a:gd name="T44" fmla="*/ 2147483647 w 1272"/>
                <a:gd name="T45" fmla="*/ 2147483647 h 984"/>
                <a:gd name="T46" fmla="*/ 2147483647 w 1272"/>
                <a:gd name="T47" fmla="*/ 2147483647 h 984"/>
                <a:gd name="T48" fmla="*/ 2147483647 w 1272"/>
                <a:gd name="T49" fmla="*/ 2147483647 h 984"/>
                <a:gd name="T50" fmla="*/ 2147483647 w 1272"/>
                <a:gd name="T51" fmla="*/ 2147483647 h 984"/>
                <a:gd name="T52" fmla="*/ 2147483647 w 1272"/>
                <a:gd name="T53" fmla="*/ 2147483647 h 984"/>
                <a:gd name="T54" fmla="*/ 2147483647 w 1272"/>
                <a:gd name="T55" fmla="*/ 2147483647 h 984"/>
                <a:gd name="T56" fmla="*/ 2147483647 w 1272"/>
                <a:gd name="T57" fmla="*/ 2147483647 h 984"/>
                <a:gd name="T58" fmla="*/ 2147483647 w 1272"/>
                <a:gd name="T59" fmla="*/ 2147483647 h 984"/>
                <a:gd name="T60" fmla="*/ 2147483647 w 1272"/>
                <a:gd name="T61" fmla="*/ 2147483647 h 984"/>
                <a:gd name="T62" fmla="*/ 2147483647 w 1272"/>
                <a:gd name="T63" fmla="*/ 2147483647 h 984"/>
                <a:gd name="T64" fmla="*/ 2147483647 w 1272"/>
                <a:gd name="T65" fmla="*/ 2147483647 h 984"/>
                <a:gd name="T66" fmla="*/ 2147483647 w 1272"/>
                <a:gd name="T67" fmla="*/ 2147483647 h 984"/>
                <a:gd name="T68" fmla="*/ 2147483647 w 1272"/>
                <a:gd name="T69" fmla="*/ 2147483647 h 984"/>
                <a:gd name="T70" fmla="*/ 2147483647 w 1272"/>
                <a:gd name="T71" fmla="*/ 2147483647 h 984"/>
                <a:gd name="T72" fmla="*/ 2147483647 w 1272"/>
                <a:gd name="T73" fmla="*/ 2147483647 h 984"/>
                <a:gd name="T74" fmla="*/ 2147483647 w 1272"/>
                <a:gd name="T75" fmla="*/ 2147483647 h 984"/>
                <a:gd name="T76" fmla="*/ 2147483647 w 1272"/>
                <a:gd name="T77" fmla="*/ 2147483647 h 984"/>
                <a:gd name="T78" fmla="*/ 2147483647 w 1272"/>
                <a:gd name="T79" fmla="*/ 2147483647 h 984"/>
                <a:gd name="T80" fmla="*/ 2147483647 w 1272"/>
                <a:gd name="T81" fmla="*/ 2147483647 h 984"/>
                <a:gd name="T82" fmla="*/ 2147483647 w 1272"/>
                <a:gd name="T83" fmla="*/ 2147483647 h 984"/>
                <a:gd name="T84" fmla="*/ 2147483647 w 1272"/>
                <a:gd name="T85" fmla="*/ 2147483647 h 984"/>
                <a:gd name="T86" fmla="*/ 2147483647 w 1272"/>
                <a:gd name="T87" fmla="*/ 2147483647 h 984"/>
                <a:gd name="T88" fmla="*/ 2147483647 w 1272"/>
                <a:gd name="T89" fmla="*/ 2147483647 h 984"/>
                <a:gd name="T90" fmla="*/ 2147483647 w 1272"/>
                <a:gd name="T91" fmla="*/ 2147483647 h 984"/>
                <a:gd name="T92" fmla="*/ 2147483647 w 1272"/>
                <a:gd name="T93" fmla="*/ 2147483647 h 984"/>
                <a:gd name="T94" fmla="*/ 2147483647 w 1272"/>
                <a:gd name="T95" fmla="*/ 2147483647 h 984"/>
                <a:gd name="T96" fmla="*/ 2147483647 w 1272"/>
                <a:gd name="T97" fmla="*/ 2147483647 h 984"/>
                <a:gd name="T98" fmla="*/ 2147483647 w 1272"/>
                <a:gd name="T99" fmla="*/ 2147483647 h 984"/>
                <a:gd name="T100" fmla="*/ 2147483647 w 1272"/>
                <a:gd name="T101" fmla="*/ 2147483647 h 984"/>
                <a:gd name="T102" fmla="*/ 2147483647 w 1272"/>
                <a:gd name="T103" fmla="*/ 2147483647 h 984"/>
                <a:gd name="T104" fmla="*/ 2147483647 w 1272"/>
                <a:gd name="T105" fmla="*/ 2147483647 h 984"/>
                <a:gd name="T106" fmla="*/ 2147483647 w 1272"/>
                <a:gd name="T107" fmla="*/ 2147483647 h 984"/>
                <a:gd name="T108" fmla="*/ 2147483647 w 1272"/>
                <a:gd name="T109" fmla="*/ 2147483647 h 984"/>
                <a:gd name="T110" fmla="*/ 2147483647 w 1272"/>
                <a:gd name="T111" fmla="*/ 2147483647 h 984"/>
                <a:gd name="T112" fmla="*/ 2147483647 w 1272"/>
                <a:gd name="T113" fmla="*/ 2147483647 h 984"/>
                <a:gd name="T114" fmla="*/ 2147483647 w 1272"/>
                <a:gd name="T115" fmla="*/ 2147483647 h 984"/>
                <a:gd name="T116" fmla="*/ 2147483647 w 1272"/>
                <a:gd name="T117" fmla="*/ 2147483647 h 984"/>
                <a:gd name="T118" fmla="*/ 2147483647 w 1272"/>
                <a:gd name="T119" fmla="*/ 2147483647 h 984"/>
                <a:gd name="T120" fmla="*/ 2147483647 w 1272"/>
                <a:gd name="T121" fmla="*/ 2147483647 h 98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72"/>
                <a:gd name="T184" fmla="*/ 0 h 984"/>
                <a:gd name="T185" fmla="*/ 1272 w 1272"/>
                <a:gd name="T186" fmla="*/ 984 h 98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72" h="984">
                  <a:moveTo>
                    <a:pt x="750" y="564"/>
                  </a:moveTo>
                  <a:lnTo>
                    <a:pt x="738" y="564"/>
                  </a:lnTo>
                  <a:lnTo>
                    <a:pt x="744" y="528"/>
                  </a:lnTo>
                  <a:lnTo>
                    <a:pt x="720" y="546"/>
                  </a:lnTo>
                  <a:lnTo>
                    <a:pt x="726" y="540"/>
                  </a:lnTo>
                  <a:lnTo>
                    <a:pt x="726" y="504"/>
                  </a:lnTo>
                  <a:lnTo>
                    <a:pt x="708" y="504"/>
                  </a:lnTo>
                  <a:lnTo>
                    <a:pt x="702" y="510"/>
                  </a:lnTo>
                  <a:lnTo>
                    <a:pt x="696" y="522"/>
                  </a:lnTo>
                  <a:lnTo>
                    <a:pt x="690" y="528"/>
                  </a:lnTo>
                  <a:lnTo>
                    <a:pt x="672" y="540"/>
                  </a:lnTo>
                  <a:lnTo>
                    <a:pt x="660" y="546"/>
                  </a:lnTo>
                  <a:lnTo>
                    <a:pt x="654" y="558"/>
                  </a:lnTo>
                  <a:lnTo>
                    <a:pt x="642" y="570"/>
                  </a:lnTo>
                  <a:lnTo>
                    <a:pt x="630" y="576"/>
                  </a:lnTo>
                  <a:lnTo>
                    <a:pt x="618" y="588"/>
                  </a:lnTo>
                  <a:lnTo>
                    <a:pt x="606" y="588"/>
                  </a:lnTo>
                  <a:lnTo>
                    <a:pt x="588" y="600"/>
                  </a:lnTo>
                  <a:lnTo>
                    <a:pt x="576" y="606"/>
                  </a:lnTo>
                  <a:lnTo>
                    <a:pt x="546" y="636"/>
                  </a:lnTo>
                  <a:lnTo>
                    <a:pt x="540" y="648"/>
                  </a:lnTo>
                  <a:lnTo>
                    <a:pt x="534" y="648"/>
                  </a:lnTo>
                  <a:lnTo>
                    <a:pt x="528" y="654"/>
                  </a:lnTo>
                  <a:lnTo>
                    <a:pt x="510" y="660"/>
                  </a:lnTo>
                  <a:lnTo>
                    <a:pt x="498" y="666"/>
                  </a:lnTo>
                  <a:lnTo>
                    <a:pt x="462" y="678"/>
                  </a:lnTo>
                  <a:lnTo>
                    <a:pt x="438" y="690"/>
                  </a:lnTo>
                  <a:lnTo>
                    <a:pt x="426" y="702"/>
                  </a:lnTo>
                  <a:lnTo>
                    <a:pt x="414" y="708"/>
                  </a:lnTo>
                  <a:lnTo>
                    <a:pt x="408" y="720"/>
                  </a:lnTo>
                  <a:lnTo>
                    <a:pt x="396" y="726"/>
                  </a:lnTo>
                  <a:lnTo>
                    <a:pt x="378" y="726"/>
                  </a:lnTo>
                  <a:lnTo>
                    <a:pt x="366" y="732"/>
                  </a:lnTo>
                  <a:lnTo>
                    <a:pt x="312" y="750"/>
                  </a:lnTo>
                  <a:lnTo>
                    <a:pt x="288" y="762"/>
                  </a:lnTo>
                  <a:lnTo>
                    <a:pt x="270" y="774"/>
                  </a:lnTo>
                  <a:lnTo>
                    <a:pt x="246" y="786"/>
                  </a:lnTo>
                  <a:lnTo>
                    <a:pt x="222" y="792"/>
                  </a:lnTo>
                  <a:lnTo>
                    <a:pt x="198" y="804"/>
                  </a:lnTo>
                  <a:lnTo>
                    <a:pt x="180" y="810"/>
                  </a:lnTo>
                  <a:lnTo>
                    <a:pt x="174" y="816"/>
                  </a:lnTo>
                  <a:lnTo>
                    <a:pt x="168" y="828"/>
                  </a:lnTo>
                  <a:lnTo>
                    <a:pt x="168" y="846"/>
                  </a:lnTo>
                  <a:lnTo>
                    <a:pt x="156" y="834"/>
                  </a:lnTo>
                  <a:lnTo>
                    <a:pt x="150" y="834"/>
                  </a:lnTo>
                  <a:lnTo>
                    <a:pt x="144" y="840"/>
                  </a:lnTo>
                  <a:lnTo>
                    <a:pt x="120" y="852"/>
                  </a:lnTo>
                  <a:lnTo>
                    <a:pt x="108" y="864"/>
                  </a:lnTo>
                  <a:lnTo>
                    <a:pt x="72" y="882"/>
                  </a:lnTo>
                  <a:lnTo>
                    <a:pt x="66" y="882"/>
                  </a:lnTo>
                  <a:lnTo>
                    <a:pt x="54" y="888"/>
                  </a:lnTo>
                  <a:lnTo>
                    <a:pt x="36" y="888"/>
                  </a:lnTo>
                  <a:lnTo>
                    <a:pt x="18" y="894"/>
                  </a:lnTo>
                  <a:lnTo>
                    <a:pt x="12" y="906"/>
                  </a:lnTo>
                  <a:lnTo>
                    <a:pt x="0" y="912"/>
                  </a:lnTo>
                  <a:lnTo>
                    <a:pt x="18" y="912"/>
                  </a:lnTo>
                  <a:lnTo>
                    <a:pt x="24" y="918"/>
                  </a:lnTo>
                  <a:lnTo>
                    <a:pt x="30" y="918"/>
                  </a:lnTo>
                  <a:lnTo>
                    <a:pt x="24" y="924"/>
                  </a:lnTo>
                  <a:lnTo>
                    <a:pt x="24" y="942"/>
                  </a:lnTo>
                  <a:lnTo>
                    <a:pt x="30" y="948"/>
                  </a:lnTo>
                  <a:lnTo>
                    <a:pt x="42" y="948"/>
                  </a:lnTo>
                  <a:lnTo>
                    <a:pt x="54" y="942"/>
                  </a:lnTo>
                  <a:lnTo>
                    <a:pt x="60" y="936"/>
                  </a:lnTo>
                  <a:lnTo>
                    <a:pt x="72" y="948"/>
                  </a:lnTo>
                  <a:lnTo>
                    <a:pt x="96" y="948"/>
                  </a:lnTo>
                  <a:lnTo>
                    <a:pt x="102" y="954"/>
                  </a:lnTo>
                  <a:lnTo>
                    <a:pt x="132" y="954"/>
                  </a:lnTo>
                  <a:lnTo>
                    <a:pt x="150" y="972"/>
                  </a:lnTo>
                  <a:lnTo>
                    <a:pt x="180" y="966"/>
                  </a:lnTo>
                  <a:lnTo>
                    <a:pt x="192" y="972"/>
                  </a:lnTo>
                  <a:lnTo>
                    <a:pt x="198" y="978"/>
                  </a:lnTo>
                  <a:lnTo>
                    <a:pt x="216" y="984"/>
                  </a:lnTo>
                  <a:lnTo>
                    <a:pt x="228" y="984"/>
                  </a:lnTo>
                  <a:lnTo>
                    <a:pt x="252" y="972"/>
                  </a:lnTo>
                  <a:lnTo>
                    <a:pt x="264" y="948"/>
                  </a:lnTo>
                  <a:lnTo>
                    <a:pt x="288" y="936"/>
                  </a:lnTo>
                  <a:lnTo>
                    <a:pt x="312" y="936"/>
                  </a:lnTo>
                  <a:lnTo>
                    <a:pt x="336" y="924"/>
                  </a:lnTo>
                  <a:lnTo>
                    <a:pt x="342" y="912"/>
                  </a:lnTo>
                  <a:lnTo>
                    <a:pt x="342" y="894"/>
                  </a:lnTo>
                  <a:lnTo>
                    <a:pt x="348" y="882"/>
                  </a:lnTo>
                  <a:lnTo>
                    <a:pt x="372" y="870"/>
                  </a:lnTo>
                  <a:lnTo>
                    <a:pt x="396" y="870"/>
                  </a:lnTo>
                  <a:lnTo>
                    <a:pt x="408" y="858"/>
                  </a:lnTo>
                  <a:lnTo>
                    <a:pt x="408" y="846"/>
                  </a:lnTo>
                  <a:lnTo>
                    <a:pt x="402" y="840"/>
                  </a:lnTo>
                  <a:lnTo>
                    <a:pt x="420" y="840"/>
                  </a:lnTo>
                  <a:lnTo>
                    <a:pt x="480" y="792"/>
                  </a:lnTo>
                  <a:lnTo>
                    <a:pt x="462" y="774"/>
                  </a:lnTo>
                  <a:lnTo>
                    <a:pt x="504" y="792"/>
                  </a:lnTo>
                  <a:lnTo>
                    <a:pt x="504" y="774"/>
                  </a:lnTo>
                  <a:lnTo>
                    <a:pt x="510" y="768"/>
                  </a:lnTo>
                  <a:lnTo>
                    <a:pt x="540" y="768"/>
                  </a:lnTo>
                  <a:lnTo>
                    <a:pt x="546" y="774"/>
                  </a:lnTo>
                  <a:lnTo>
                    <a:pt x="558" y="780"/>
                  </a:lnTo>
                  <a:lnTo>
                    <a:pt x="570" y="780"/>
                  </a:lnTo>
                  <a:lnTo>
                    <a:pt x="576" y="774"/>
                  </a:lnTo>
                  <a:lnTo>
                    <a:pt x="576" y="768"/>
                  </a:lnTo>
                  <a:lnTo>
                    <a:pt x="582" y="762"/>
                  </a:lnTo>
                  <a:lnTo>
                    <a:pt x="582" y="756"/>
                  </a:lnTo>
                  <a:lnTo>
                    <a:pt x="570" y="744"/>
                  </a:lnTo>
                  <a:lnTo>
                    <a:pt x="612" y="702"/>
                  </a:lnTo>
                  <a:lnTo>
                    <a:pt x="618" y="702"/>
                  </a:lnTo>
                  <a:lnTo>
                    <a:pt x="624" y="696"/>
                  </a:lnTo>
                  <a:lnTo>
                    <a:pt x="660" y="678"/>
                  </a:lnTo>
                  <a:lnTo>
                    <a:pt x="666" y="666"/>
                  </a:lnTo>
                  <a:lnTo>
                    <a:pt x="672" y="660"/>
                  </a:lnTo>
                  <a:lnTo>
                    <a:pt x="672" y="654"/>
                  </a:lnTo>
                  <a:lnTo>
                    <a:pt x="696" y="654"/>
                  </a:lnTo>
                  <a:lnTo>
                    <a:pt x="708" y="648"/>
                  </a:lnTo>
                  <a:lnTo>
                    <a:pt x="738" y="618"/>
                  </a:lnTo>
                  <a:lnTo>
                    <a:pt x="738" y="612"/>
                  </a:lnTo>
                  <a:lnTo>
                    <a:pt x="744" y="612"/>
                  </a:lnTo>
                  <a:lnTo>
                    <a:pt x="750" y="606"/>
                  </a:lnTo>
                  <a:lnTo>
                    <a:pt x="768" y="594"/>
                  </a:lnTo>
                  <a:lnTo>
                    <a:pt x="780" y="582"/>
                  </a:lnTo>
                  <a:lnTo>
                    <a:pt x="786" y="570"/>
                  </a:lnTo>
                  <a:lnTo>
                    <a:pt x="786" y="546"/>
                  </a:lnTo>
                  <a:lnTo>
                    <a:pt x="780" y="540"/>
                  </a:lnTo>
                  <a:lnTo>
                    <a:pt x="780" y="534"/>
                  </a:lnTo>
                  <a:lnTo>
                    <a:pt x="750" y="564"/>
                  </a:lnTo>
                  <a:close/>
                  <a:moveTo>
                    <a:pt x="1224" y="324"/>
                  </a:moveTo>
                  <a:lnTo>
                    <a:pt x="1236" y="318"/>
                  </a:lnTo>
                  <a:lnTo>
                    <a:pt x="1242" y="318"/>
                  </a:lnTo>
                  <a:lnTo>
                    <a:pt x="1266" y="306"/>
                  </a:lnTo>
                  <a:lnTo>
                    <a:pt x="1272" y="300"/>
                  </a:lnTo>
                  <a:lnTo>
                    <a:pt x="1272" y="282"/>
                  </a:lnTo>
                  <a:lnTo>
                    <a:pt x="1266" y="270"/>
                  </a:lnTo>
                  <a:lnTo>
                    <a:pt x="1260" y="264"/>
                  </a:lnTo>
                  <a:lnTo>
                    <a:pt x="1248" y="264"/>
                  </a:lnTo>
                  <a:lnTo>
                    <a:pt x="1236" y="276"/>
                  </a:lnTo>
                  <a:lnTo>
                    <a:pt x="1236" y="282"/>
                  </a:lnTo>
                  <a:lnTo>
                    <a:pt x="1224" y="282"/>
                  </a:lnTo>
                  <a:lnTo>
                    <a:pt x="1212" y="276"/>
                  </a:lnTo>
                  <a:lnTo>
                    <a:pt x="1200" y="276"/>
                  </a:lnTo>
                  <a:lnTo>
                    <a:pt x="1194" y="282"/>
                  </a:lnTo>
                  <a:lnTo>
                    <a:pt x="1176" y="288"/>
                  </a:lnTo>
                  <a:lnTo>
                    <a:pt x="1158" y="288"/>
                  </a:lnTo>
                  <a:lnTo>
                    <a:pt x="1146" y="276"/>
                  </a:lnTo>
                  <a:lnTo>
                    <a:pt x="1146" y="222"/>
                  </a:lnTo>
                  <a:lnTo>
                    <a:pt x="1170" y="180"/>
                  </a:lnTo>
                  <a:lnTo>
                    <a:pt x="1170" y="174"/>
                  </a:lnTo>
                  <a:lnTo>
                    <a:pt x="1164" y="162"/>
                  </a:lnTo>
                  <a:lnTo>
                    <a:pt x="1158" y="156"/>
                  </a:lnTo>
                  <a:lnTo>
                    <a:pt x="1146" y="156"/>
                  </a:lnTo>
                  <a:lnTo>
                    <a:pt x="1140" y="168"/>
                  </a:lnTo>
                  <a:lnTo>
                    <a:pt x="1134" y="174"/>
                  </a:lnTo>
                  <a:lnTo>
                    <a:pt x="1134" y="204"/>
                  </a:lnTo>
                  <a:lnTo>
                    <a:pt x="1128" y="216"/>
                  </a:lnTo>
                  <a:lnTo>
                    <a:pt x="1116" y="222"/>
                  </a:lnTo>
                  <a:lnTo>
                    <a:pt x="1116" y="192"/>
                  </a:lnTo>
                  <a:lnTo>
                    <a:pt x="1092" y="174"/>
                  </a:lnTo>
                  <a:lnTo>
                    <a:pt x="1104" y="150"/>
                  </a:lnTo>
                  <a:lnTo>
                    <a:pt x="1116" y="138"/>
                  </a:lnTo>
                  <a:lnTo>
                    <a:pt x="1122" y="126"/>
                  </a:lnTo>
                  <a:lnTo>
                    <a:pt x="1128" y="108"/>
                  </a:lnTo>
                  <a:lnTo>
                    <a:pt x="1128" y="84"/>
                  </a:lnTo>
                  <a:lnTo>
                    <a:pt x="1116" y="78"/>
                  </a:lnTo>
                  <a:lnTo>
                    <a:pt x="1110" y="72"/>
                  </a:lnTo>
                  <a:lnTo>
                    <a:pt x="1098" y="66"/>
                  </a:lnTo>
                  <a:lnTo>
                    <a:pt x="1092" y="60"/>
                  </a:lnTo>
                  <a:lnTo>
                    <a:pt x="1080" y="60"/>
                  </a:lnTo>
                  <a:lnTo>
                    <a:pt x="1086" y="42"/>
                  </a:lnTo>
                  <a:lnTo>
                    <a:pt x="1062" y="42"/>
                  </a:lnTo>
                  <a:lnTo>
                    <a:pt x="1044" y="18"/>
                  </a:lnTo>
                  <a:lnTo>
                    <a:pt x="1050" y="0"/>
                  </a:lnTo>
                  <a:lnTo>
                    <a:pt x="1020" y="18"/>
                  </a:lnTo>
                  <a:lnTo>
                    <a:pt x="1044" y="54"/>
                  </a:lnTo>
                  <a:lnTo>
                    <a:pt x="1032" y="90"/>
                  </a:lnTo>
                  <a:lnTo>
                    <a:pt x="1056" y="102"/>
                  </a:lnTo>
                  <a:lnTo>
                    <a:pt x="1044" y="108"/>
                  </a:lnTo>
                  <a:lnTo>
                    <a:pt x="1044" y="126"/>
                  </a:lnTo>
                  <a:lnTo>
                    <a:pt x="1068" y="132"/>
                  </a:lnTo>
                  <a:lnTo>
                    <a:pt x="1044" y="150"/>
                  </a:lnTo>
                  <a:lnTo>
                    <a:pt x="1062" y="156"/>
                  </a:lnTo>
                  <a:lnTo>
                    <a:pt x="1062" y="168"/>
                  </a:lnTo>
                  <a:lnTo>
                    <a:pt x="1056" y="174"/>
                  </a:lnTo>
                  <a:lnTo>
                    <a:pt x="1056" y="192"/>
                  </a:lnTo>
                  <a:lnTo>
                    <a:pt x="1068" y="198"/>
                  </a:lnTo>
                  <a:lnTo>
                    <a:pt x="1074" y="204"/>
                  </a:lnTo>
                  <a:lnTo>
                    <a:pt x="1056" y="210"/>
                  </a:lnTo>
                  <a:lnTo>
                    <a:pt x="1044" y="222"/>
                  </a:lnTo>
                  <a:lnTo>
                    <a:pt x="1062" y="234"/>
                  </a:lnTo>
                  <a:lnTo>
                    <a:pt x="1038" y="258"/>
                  </a:lnTo>
                  <a:lnTo>
                    <a:pt x="1032" y="270"/>
                  </a:lnTo>
                  <a:lnTo>
                    <a:pt x="1026" y="276"/>
                  </a:lnTo>
                  <a:lnTo>
                    <a:pt x="1026" y="288"/>
                  </a:lnTo>
                  <a:lnTo>
                    <a:pt x="1038" y="300"/>
                  </a:lnTo>
                  <a:lnTo>
                    <a:pt x="1026" y="300"/>
                  </a:lnTo>
                  <a:lnTo>
                    <a:pt x="1014" y="306"/>
                  </a:lnTo>
                  <a:lnTo>
                    <a:pt x="1002" y="306"/>
                  </a:lnTo>
                  <a:lnTo>
                    <a:pt x="978" y="318"/>
                  </a:lnTo>
                  <a:lnTo>
                    <a:pt x="948" y="348"/>
                  </a:lnTo>
                  <a:lnTo>
                    <a:pt x="930" y="360"/>
                  </a:lnTo>
                  <a:lnTo>
                    <a:pt x="894" y="372"/>
                  </a:lnTo>
                  <a:lnTo>
                    <a:pt x="870" y="384"/>
                  </a:lnTo>
                  <a:lnTo>
                    <a:pt x="858" y="396"/>
                  </a:lnTo>
                  <a:lnTo>
                    <a:pt x="858" y="432"/>
                  </a:lnTo>
                  <a:lnTo>
                    <a:pt x="864" y="444"/>
                  </a:lnTo>
                  <a:lnTo>
                    <a:pt x="870" y="450"/>
                  </a:lnTo>
                  <a:lnTo>
                    <a:pt x="870" y="456"/>
                  </a:lnTo>
                  <a:lnTo>
                    <a:pt x="924" y="456"/>
                  </a:lnTo>
                  <a:lnTo>
                    <a:pt x="924" y="474"/>
                  </a:lnTo>
                  <a:lnTo>
                    <a:pt x="918" y="486"/>
                  </a:lnTo>
                  <a:lnTo>
                    <a:pt x="918" y="522"/>
                  </a:lnTo>
                  <a:lnTo>
                    <a:pt x="894" y="534"/>
                  </a:lnTo>
                  <a:lnTo>
                    <a:pt x="882" y="534"/>
                  </a:lnTo>
                  <a:lnTo>
                    <a:pt x="864" y="540"/>
                  </a:lnTo>
                  <a:lnTo>
                    <a:pt x="852" y="546"/>
                  </a:lnTo>
                  <a:lnTo>
                    <a:pt x="852" y="558"/>
                  </a:lnTo>
                  <a:lnTo>
                    <a:pt x="840" y="570"/>
                  </a:lnTo>
                  <a:lnTo>
                    <a:pt x="852" y="576"/>
                  </a:lnTo>
                  <a:lnTo>
                    <a:pt x="858" y="582"/>
                  </a:lnTo>
                  <a:lnTo>
                    <a:pt x="876" y="588"/>
                  </a:lnTo>
                  <a:lnTo>
                    <a:pt x="888" y="588"/>
                  </a:lnTo>
                  <a:lnTo>
                    <a:pt x="912" y="576"/>
                  </a:lnTo>
                  <a:lnTo>
                    <a:pt x="924" y="558"/>
                  </a:lnTo>
                  <a:lnTo>
                    <a:pt x="972" y="510"/>
                  </a:lnTo>
                  <a:lnTo>
                    <a:pt x="996" y="498"/>
                  </a:lnTo>
                  <a:lnTo>
                    <a:pt x="1014" y="492"/>
                  </a:lnTo>
                  <a:lnTo>
                    <a:pt x="1026" y="486"/>
                  </a:lnTo>
                  <a:lnTo>
                    <a:pt x="1032" y="480"/>
                  </a:lnTo>
                  <a:lnTo>
                    <a:pt x="1038" y="480"/>
                  </a:lnTo>
                  <a:lnTo>
                    <a:pt x="1044" y="474"/>
                  </a:lnTo>
                  <a:lnTo>
                    <a:pt x="1050" y="462"/>
                  </a:lnTo>
                  <a:lnTo>
                    <a:pt x="1056" y="462"/>
                  </a:lnTo>
                  <a:lnTo>
                    <a:pt x="1062" y="456"/>
                  </a:lnTo>
                  <a:lnTo>
                    <a:pt x="1074" y="450"/>
                  </a:lnTo>
                  <a:lnTo>
                    <a:pt x="1080" y="444"/>
                  </a:lnTo>
                  <a:lnTo>
                    <a:pt x="1080" y="420"/>
                  </a:lnTo>
                  <a:lnTo>
                    <a:pt x="1074" y="414"/>
                  </a:lnTo>
                  <a:lnTo>
                    <a:pt x="1080" y="414"/>
                  </a:lnTo>
                  <a:lnTo>
                    <a:pt x="1086" y="408"/>
                  </a:lnTo>
                  <a:lnTo>
                    <a:pt x="1110" y="396"/>
                  </a:lnTo>
                  <a:lnTo>
                    <a:pt x="1140" y="396"/>
                  </a:lnTo>
                  <a:lnTo>
                    <a:pt x="1152" y="402"/>
                  </a:lnTo>
                  <a:lnTo>
                    <a:pt x="1164" y="402"/>
                  </a:lnTo>
                  <a:lnTo>
                    <a:pt x="1176" y="390"/>
                  </a:lnTo>
                  <a:lnTo>
                    <a:pt x="1176" y="360"/>
                  </a:lnTo>
                  <a:lnTo>
                    <a:pt x="1200" y="360"/>
                  </a:lnTo>
                  <a:lnTo>
                    <a:pt x="1212" y="354"/>
                  </a:lnTo>
                  <a:lnTo>
                    <a:pt x="1218" y="354"/>
                  </a:lnTo>
                  <a:lnTo>
                    <a:pt x="1224" y="348"/>
                  </a:lnTo>
                  <a:lnTo>
                    <a:pt x="1224" y="324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28" name="Netherlands" descr="© INSCALE GmbH, 05.05.2010&#10;http://www.presentationload.com/">
              <a:extLst>
                <a:ext uri="{FF2B5EF4-FFF2-40B4-BE49-F238E27FC236}">
                  <a16:creationId xmlns:a16="http://schemas.microsoft.com/office/drawing/2014/main" id="{E2ABF245-C1A7-4ACE-B31F-0C683830D950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825041" y="1595528"/>
              <a:ext cx="89177" cy="69359"/>
            </a:xfrm>
            <a:custGeom>
              <a:avLst/>
              <a:gdLst>
                <a:gd name="T0" fmla="*/ 0 w 270"/>
                <a:gd name="T1" fmla="*/ 2147483647 h 210"/>
                <a:gd name="T2" fmla="*/ 2147483647 w 270"/>
                <a:gd name="T3" fmla="*/ 2147483647 h 210"/>
                <a:gd name="T4" fmla="*/ 2147483647 w 270"/>
                <a:gd name="T5" fmla="*/ 2147483647 h 210"/>
                <a:gd name="T6" fmla="*/ 2147483647 w 270"/>
                <a:gd name="T7" fmla="*/ 2147483647 h 210"/>
                <a:gd name="T8" fmla="*/ 2147483647 w 270"/>
                <a:gd name="T9" fmla="*/ 2147483647 h 210"/>
                <a:gd name="T10" fmla="*/ 2147483647 w 270"/>
                <a:gd name="T11" fmla="*/ 2147483647 h 210"/>
                <a:gd name="T12" fmla="*/ 2147483647 w 270"/>
                <a:gd name="T13" fmla="*/ 2147483647 h 210"/>
                <a:gd name="T14" fmla="*/ 2147483647 w 270"/>
                <a:gd name="T15" fmla="*/ 2147483647 h 210"/>
                <a:gd name="T16" fmla="*/ 2147483647 w 270"/>
                <a:gd name="T17" fmla="*/ 2147483647 h 210"/>
                <a:gd name="T18" fmla="*/ 2147483647 w 270"/>
                <a:gd name="T19" fmla="*/ 2147483647 h 210"/>
                <a:gd name="T20" fmla="*/ 2147483647 w 270"/>
                <a:gd name="T21" fmla="*/ 2147483647 h 210"/>
                <a:gd name="T22" fmla="*/ 2147483647 w 270"/>
                <a:gd name="T23" fmla="*/ 2147483647 h 210"/>
                <a:gd name="T24" fmla="*/ 2147483647 w 270"/>
                <a:gd name="T25" fmla="*/ 2147483647 h 210"/>
                <a:gd name="T26" fmla="*/ 2147483647 w 270"/>
                <a:gd name="T27" fmla="*/ 2147483647 h 210"/>
                <a:gd name="T28" fmla="*/ 2147483647 w 270"/>
                <a:gd name="T29" fmla="*/ 2147483647 h 210"/>
                <a:gd name="T30" fmla="*/ 2147483647 w 270"/>
                <a:gd name="T31" fmla="*/ 2147483647 h 210"/>
                <a:gd name="T32" fmla="*/ 2147483647 w 270"/>
                <a:gd name="T33" fmla="*/ 2147483647 h 210"/>
                <a:gd name="T34" fmla="*/ 2147483647 w 270"/>
                <a:gd name="T35" fmla="*/ 2147483647 h 210"/>
                <a:gd name="T36" fmla="*/ 2147483647 w 270"/>
                <a:gd name="T37" fmla="*/ 2147483647 h 210"/>
                <a:gd name="T38" fmla="*/ 2147483647 w 270"/>
                <a:gd name="T39" fmla="*/ 2147483647 h 210"/>
                <a:gd name="T40" fmla="*/ 2147483647 w 270"/>
                <a:gd name="T41" fmla="*/ 2147483647 h 210"/>
                <a:gd name="T42" fmla="*/ 2147483647 w 270"/>
                <a:gd name="T43" fmla="*/ 2147483647 h 210"/>
                <a:gd name="T44" fmla="*/ 2147483647 w 270"/>
                <a:gd name="T45" fmla="*/ 2147483647 h 210"/>
                <a:gd name="T46" fmla="*/ 2147483647 w 270"/>
                <a:gd name="T47" fmla="*/ 2147483647 h 210"/>
                <a:gd name="T48" fmla="*/ 2147483647 w 270"/>
                <a:gd name="T49" fmla="*/ 2147483647 h 210"/>
                <a:gd name="T50" fmla="*/ 2147483647 w 270"/>
                <a:gd name="T51" fmla="*/ 2147483647 h 210"/>
                <a:gd name="T52" fmla="*/ 2147483647 w 270"/>
                <a:gd name="T53" fmla="*/ 2147483647 h 210"/>
                <a:gd name="T54" fmla="*/ 2147483647 w 270"/>
                <a:gd name="T55" fmla="*/ 2147483647 h 210"/>
                <a:gd name="T56" fmla="*/ 2147483647 w 270"/>
                <a:gd name="T57" fmla="*/ 2147483647 h 210"/>
                <a:gd name="T58" fmla="*/ 2147483647 w 270"/>
                <a:gd name="T59" fmla="*/ 0 h 210"/>
                <a:gd name="T60" fmla="*/ 2147483647 w 270"/>
                <a:gd name="T61" fmla="*/ 2147483647 h 210"/>
                <a:gd name="T62" fmla="*/ 2147483647 w 270"/>
                <a:gd name="T63" fmla="*/ 2147483647 h 210"/>
                <a:gd name="T64" fmla="*/ 2147483647 w 270"/>
                <a:gd name="T65" fmla="*/ 2147483647 h 210"/>
                <a:gd name="T66" fmla="*/ 2147483647 w 270"/>
                <a:gd name="T67" fmla="*/ 2147483647 h 210"/>
                <a:gd name="T68" fmla="*/ 2147483647 w 270"/>
                <a:gd name="T69" fmla="*/ 2147483647 h 210"/>
                <a:gd name="T70" fmla="*/ 2147483647 w 270"/>
                <a:gd name="T71" fmla="*/ 2147483647 h 210"/>
                <a:gd name="T72" fmla="*/ 2147483647 w 270"/>
                <a:gd name="T73" fmla="*/ 2147483647 h 210"/>
                <a:gd name="T74" fmla="*/ 2147483647 w 270"/>
                <a:gd name="T75" fmla="*/ 2147483647 h 210"/>
                <a:gd name="T76" fmla="*/ 2147483647 w 270"/>
                <a:gd name="T77" fmla="*/ 2147483647 h 210"/>
                <a:gd name="T78" fmla="*/ 2147483647 w 270"/>
                <a:gd name="T79" fmla="*/ 2147483647 h 210"/>
                <a:gd name="T80" fmla="*/ 2147483647 w 270"/>
                <a:gd name="T81" fmla="*/ 2147483647 h 210"/>
                <a:gd name="T82" fmla="*/ 2147483647 w 270"/>
                <a:gd name="T83" fmla="*/ 2147483647 h 210"/>
                <a:gd name="T84" fmla="*/ 2147483647 w 270"/>
                <a:gd name="T85" fmla="*/ 2147483647 h 210"/>
                <a:gd name="T86" fmla="*/ 2147483647 w 270"/>
                <a:gd name="T87" fmla="*/ 2147483647 h 210"/>
                <a:gd name="T88" fmla="*/ 2147483647 w 270"/>
                <a:gd name="T89" fmla="*/ 2147483647 h 21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70"/>
                <a:gd name="T136" fmla="*/ 0 h 210"/>
                <a:gd name="T137" fmla="*/ 270 w 270"/>
                <a:gd name="T138" fmla="*/ 210 h 21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70" h="210">
                  <a:moveTo>
                    <a:pt x="18" y="156"/>
                  </a:moveTo>
                  <a:lnTo>
                    <a:pt x="0" y="174"/>
                  </a:lnTo>
                  <a:lnTo>
                    <a:pt x="12" y="162"/>
                  </a:lnTo>
                  <a:lnTo>
                    <a:pt x="24" y="162"/>
                  </a:lnTo>
                  <a:lnTo>
                    <a:pt x="30" y="168"/>
                  </a:lnTo>
                  <a:lnTo>
                    <a:pt x="54" y="168"/>
                  </a:lnTo>
                  <a:lnTo>
                    <a:pt x="60" y="174"/>
                  </a:lnTo>
                  <a:lnTo>
                    <a:pt x="66" y="162"/>
                  </a:lnTo>
                  <a:lnTo>
                    <a:pt x="84" y="168"/>
                  </a:lnTo>
                  <a:lnTo>
                    <a:pt x="84" y="156"/>
                  </a:lnTo>
                  <a:lnTo>
                    <a:pt x="96" y="162"/>
                  </a:lnTo>
                  <a:lnTo>
                    <a:pt x="96" y="156"/>
                  </a:lnTo>
                  <a:lnTo>
                    <a:pt x="132" y="156"/>
                  </a:lnTo>
                  <a:lnTo>
                    <a:pt x="132" y="168"/>
                  </a:lnTo>
                  <a:lnTo>
                    <a:pt x="138" y="174"/>
                  </a:lnTo>
                  <a:lnTo>
                    <a:pt x="150" y="174"/>
                  </a:lnTo>
                  <a:lnTo>
                    <a:pt x="162" y="168"/>
                  </a:lnTo>
                  <a:lnTo>
                    <a:pt x="168" y="168"/>
                  </a:lnTo>
                  <a:lnTo>
                    <a:pt x="174" y="174"/>
                  </a:lnTo>
                  <a:lnTo>
                    <a:pt x="174" y="192"/>
                  </a:lnTo>
                  <a:lnTo>
                    <a:pt x="168" y="198"/>
                  </a:lnTo>
                  <a:lnTo>
                    <a:pt x="168" y="210"/>
                  </a:lnTo>
                  <a:lnTo>
                    <a:pt x="180" y="210"/>
                  </a:lnTo>
                  <a:lnTo>
                    <a:pt x="180" y="198"/>
                  </a:lnTo>
                  <a:lnTo>
                    <a:pt x="186" y="192"/>
                  </a:lnTo>
                  <a:lnTo>
                    <a:pt x="186" y="180"/>
                  </a:lnTo>
                  <a:lnTo>
                    <a:pt x="180" y="174"/>
                  </a:lnTo>
                  <a:lnTo>
                    <a:pt x="186" y="168"/>
                  </a:lnTo>
                  <a:lnTo>
                    <a:pt x="198" y="162"/>
                  </a:lnTo>
                  <a:lnTo>
                    <a:pt x="198" y="156"/>
                  </a:lnTo>
                  <a:lnTo>
                    <a:pt x="192" y="150"/>
                  </a:lnTo>
                  <a:lnTo>
                    <a:pt x="192" y="144"/>
                  </a:lnTo>
                  <a:lnTo>
                    <a:pt x="186" y="120"/>
                  </a:lnTo>
                  <a:lnTo>
                    <a:pt x="192" y="120"/>
                  </a:lnTo>
                  <a:lnTo>
                    <a:pt x="198" y="126"/>
                  </a:lnTo>
                  <a:lnTo>
                    <a:pt x="222" y="126"/>
                  </a:lnTo>
                  <a:lnTo>
                    <a:pt x="222" y="120"/>
                  </a:lnTo>
                  <a:lnTo>
                    <a:pt x="228" y="114"/>
                  </a:lnTo>
                  <a:lnTo>
                    <a:pt x="234" y="114"/>
                  </a:lnTo>
                  <a:lnTo>
                    <a:pt x="240" y="102"/>
                  </a:lnTo>
                  <a:lnTo>
                    <a:pt x="246" y="96"/>
                  </a:lnTo>
                  <a:lnTo>
                    <a:pt x="252" y="96"/>
                  </a:lnTo>
                  <a:lnTo>
                    <a:pt x="252" y="90"/>
                  </a:lnTo>
                  <a:lnTo>
                    <a:pt x="240" y="78"/>
                  </a:lnTo>
                  <a:lnTo>
                    <a:pt x="234" y="78"/>
                  </a:lnTo>
                  <a:lnTo>
                    <a:pt x="228" y="72"/>
                  </a:lnTo>
                  <a:lnTo>
                    <a:pt x="228" y="66"/>
                  </a:lnTo>
                  <a:lnTo>
                    <a:pt x="234" y="66"/>
                  </a:lnTo>
                  <a:lnTo>
                    <a:pt x="246" y="60"/>
                  </a:lnTo>
                  <a:lnTo>
                    <a:pt x="258" y="60"/>
                  </a:lnTo>
                  <a:lnTo>
                    <a:pt x="252" y="54"/>
                  </a:lnTo>
                  <a:lnTo>
                    <a:pt x="252" y="36"/>
                  </a:lnTo>
                  <a:lnTo>
                    <a:pt x="258" y="36"/>
                  </a:lnTo>
                  <a:lnTo>
                    <a:pt x="270" y="30"/>
                  </a:lnTo>
                  <a:lnTo>
                    <a:pt x="264" y="18"/>
                  </a:lnTo>
                  <a:lnTo>
                    <a:pt x="270" y="12"/>
                  </a:lnTo>
                  <a:lnTo>
                    <a:pt x="264" y="12"/>
                  </a:lnTo>
                  <a:lnTo>
                    <a:pt x="252" y="6"/>
                  </a:lnTo>
                  <a:lnTo>
                    <a:pt x="246" y="6"/>
                  </a:lnTo>
                  <a:lnTo>
                    <a:pt x="234" y="0"/>
                  </a:lnTo>
                  <a:lnTo>
                    <a:pt x="180" y="0"/>
                  </a:lnTo>
                  <a:lnTo>
                    <a:pt x="168" y="12"/>
                  </a:lnTo>
                  <a:lnTo>
                    <a:pt x="156" y="18"/>
                  </a:lnTo>
                  <a:lnTo>
                    <a:pt x="156" y="30"/>
                  </a:lnTo>
                  <a:lnTo>
                    <a:pt x="162" y="36"/>
                  </a:lnTo>
                  <a:lnTo>
                    <a:pt x="162" y="54"/>
                  </a:lnTo>
                  <a:lnTo>
                    <a:pt x="168" y="60"/>
                  </a:lnTo>
                  <a:lnTo>
                    <a:pt x="174" y="60"/>
                  </a:lnTo>
                  <a:lnTo>
                    <a:pt x="180" y="66"/>
                  </a:lnTo>
                  <a:lnTo>
                    <a:pt x="180" y="78"/>
                  </a:lnTo>
                  <a:lnTo>
                    <a:pt x="168" y="84"/>
                  </a:lnTo>
                  <a:lnTo>
                    <a:pt x="162" y="90"/>
                  </a:lnTo>
                  <a:lnTo>
                    <a:pt x="144" y="90"/>
                  </a:lnTo>
                  <a:lnTo>
                    <a:pt x="138" y="84"/>
                  </a:lnTo>
                  <a:lnTo>
                    <a:pt x="138" y="66"/>
                  </a:lnTo>
                  <a:lnTo>
                    <a:pt x="150" y="54"/>
                  </a:lnTo>
                  <a:lnTo>
                    <a:pt x="150" y="36"/>
                  </a:lnTo>
                  <a:lnTo>
                    <a:pt x="144" y="30"/>
                  </a:lnTo>
                  <a:lnTo>
                    <a:pt x="144" y="24"/>
                  </a:lnTo>
                  <a:lnTo>
                    <a:pt x="132" y="36"/>
                  </a:lnTo>
                  <a:lnTo>
                    <a:pt x="120" y="42"/>
                  </a:lnTo>
                  <a:lnTo>
                    <a:pt x="114" y="48"/>
                  </a:lnTo>
                  <a:lnTo>
                    <a:pt x="102" y="54"/>
                  </a:lnTo>
                  <a:lnTo>
                    <a:pt x="96" y="66"/>
                  </a:lnTo>
                  <a:lnTo>
                    <a:pt x="96" y="84"/>
                  </a:lnTo>
                  <a:lnTo>
                    <a:pt x="90" y="90"/>
                  </a:lnTo>
                  <a:lnTo>
                    <a:pt x="90" y="102"/>
                  </a:lnTo>
                  <a:lnTo>
                    <a:pt x="60" y="132"/>
                  </a:lnTo>
                  <a:lnTo>
                    <a:pt x="72" y="144"/>
                  </a:lnTo>
                  <a:lnTo>
                    <a:pt x="42" y="144"/>
                  </a:lnTo>
                  <a:lnTo>
                    <a:pt x="18" y="156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29" name="Nepal" descr="© INSCALE GmbH, 05.05.2010&#10;http://www.presentationload.com/">
              <a:extLst>
                <a:ext uri="{FF2B5EF4-FFF2-40B4-BE49-F238E27FC236}">
                  <a16:creationId xmlns:a16="http://schemas.microsoft.com/office/drawing/2014/main" id="{88E28545-DF92-4454-B2C1-E83FE2E73BD0}"/>
                </a:ext>
              </a:extLst>
            </p:cNvPr>
            <p:cNvSpPr>
              <a:spLocks/>
            </p:cNvSpPr>
            <p:nvPr/>
          </p:nvSpPr>
          <p:spPr bwMode="gray">
            <a:xfrm>
              <a:off x="5556881" y="2195351"/>
              <a:ext cx="193863" cy="107892"/>
            </a:xfrm>
            <a:custGeom>
              <a:avLst/>
              <a:gdLst>
                <a:gd name="T0" fmla="*/ 2147483647 w 588"/>
                <a:gd name="T1" fmla="*/ 2147483647 h 330"/>
                <a:gd name="T2" fmla="*/ 2147483647 w 588"/>
                <a:gd name="T3" fmla="*/ 2147483647 h 330"/>
                <a:gd name="T4" fmla="*/ 2147483647 w 588"/>
                <a:gd name="T5" fmla="*/ 2147483647 h 330"/>
                <a:gd name="T6" fmla="*/ 2147483647 w 588"/>
                <a:gd name="T7" fmla="*/ 2147483647 h 330"/>
                <a:gd name="T8" fmla="*/ 2147483647 w 588"/>
                <a:gd name="T9" fmla="*/ 2147483647 h 330"/>
                <a:gd name="T10" fmla="*/ 2147483647 w 588"/>
                <a:gd name="T11" fmla="*/ 2147483647 h 330"/>
                <a:gd name="T12" fmla="*/ 2147483647 w 588"/>
                <a:gd name="T13" fmla="*/ 2147483647 h 330"/>
                <a:gd name="T14" fmla="*/ 2147483647 w 588"/>
                <a:gd name="T15" fmla="*/ 2147483647 h 330"/>
                <a:gd name="T16" fmla="*/ 2147483647 w 588"/>
                <a:gd name="T17" fmla="*/ 2147483647 h 330"/>
                <a:gd name="T18" fmla="*/ 2147483647 w 588"/>
                <a:gd name="T19" fmla="*/ 2147483647 h 330"/>
                <a:gd name="T20" fmla="*/ 2147483647 w 588"/>
                <a:gd name="T21" fmla="*/ 2147483647 h 330"/>
                <a:gd name="T22" fmla="*/ 2147483647 w 588"/>
                <a:gd name="T23" fmla="*/ 2147483647 h 330"/>
                <a:gd name="T24" fmla="*/ 2147483647 w 588"/>
                <a:gd name="T25" fmla="*/ 2147483647 h 330"/>
                <a:gd name="T26" fmla="*/ 2147483647 w 588"/>
                <a:gd name="T27" fmla="*/ 2147483647 h 330"/>
                <a:gd name="T28" fmla="*/ 2147483647 w 588"/>
                <a:gd name="T29" fmla="*/ 2147483647 h 330"/>
                <a:gd name="T30" fmla="*/ 2147483647 w 588"/>
                <a:gd name="T31" fmla="*/ 2147483647 h 330"/>
                <a:gd name="T32" fmla="*/ 2147483647 w 588"/>
                <a:gd name="T33" fmla="*/ 2147483647 h 330"/>
                <a:gd name="T34" fmla="*/ 2147483647 w 588"/>
                <a:gd name="T35" fmla="*/ 2147483647 h 330"/>
                <a:gd name="T36" fmla="*/ 2147483647 w 588"/>
                <a:gd name="T37" fmla="*/ 2147483647 h 330"/>
                <a:gd name="T38" fmla="*/ 2147483647 w 588"/>
                <a:gd name="T39" fmla="*/ 2147483647 h 330"/>
                <a:gd name="T40" fmla="*/ 2147483647 w 588"/>
                <a:gd name="T41" fmla="*/ 2147483647 h 330"/>
                <a:gd name="T42" fmla="*/ 2147483647 w 588"/>
                <a:gd name="T43" fmla="*/ 2147483647 h 330"/>
                <a:gd name="T44" fmla="*/ 2147483647 w 588"/>
                <a:gd name="T45" fmla="*/ 2147483647 h 330"/>
                <a:gd name="T46" fmla="*/ 2147483647 w 588"/>
                <a:gd name="T47" fmla="*/ 2147483647 h 330"/>
                <a:gd name="T48" fmla="*/ 2147483647 w 588"/>
                <a:gd name="T49" fmla="*/ 2147483647 h 330"/>
                <a:gd name="T50" fmla="*/ 2147483647 w 588"/>
                <a:gd name="T51" fmla="*/ 2147483647 h 330"/>
                <a:gd name="T52" fmla="*/ 2147483647 w 588"/>
                <a:gd name="T53" fmla="*/ 2147483647 h 330"/>
                <a:gd name="T54" fmla="*/ 2147483647 w 588"/>
                <a:gd name="T55" fmla="*/ 2147483647 h 330"/>
                <a:gd name="T56" fmla="*/ 2147483647 w 588"/>
                <a:gd name="T57" fmla="*/ 2147483647 h 330"/>
                <a:gd name="T58" fmla="*/ 2147483647 w 588"/>
                <a:gd name="T59" fmla="*/ 2147483647 h 330"/>
                <a:gd name="T60" fmla="*/ 2147483647 w 588"/>
                <a:gd name="T61" fmla="*/ 2147483647 h 330"/>
                <a:gd name="T62" fmla="*/ 2147483647 w 588"/>
                <a:gd name="T63" fmla="*/ 2147483647 h 330"/>
                <a:gd name="T64" fmla="*/ 2147483647 w 588"/>
                <a:gd name="T65" fmla="*/ 2147483647 h 330"/>
                <a:gd name="T66" fmla="*/ 2147483647 w 588"/>
                <a:gd name="T67" fmla="*/ 2147483647 h 330"/>
                <a:gd name="T68" fmla="*/ 2147483647 w 588"/>
                <a:gd name="T69" fmla="*/ 2147483647 h 330"/>
                <a:gd name="T70" fmla="*/ 2147483647 w 588"/>
                <a:gd name="T71" fmla="*/ 0 h 330"/>
                <a:gd name="T72" fmla="*/ 2147483647 w 588"/>
                <a:gd name="T73" fmla="*/ 2147483647 h 330"/>
                <a:gd name="T74" fmla="*/ 2147483647 w 588"/>
                <a:gd name="T75" fmla="*/ 2147483647 h 330"/>
                <a:gd name="T76" fmla="*/ 2147483647 w 588"/>
                <a:gd name="T77" fmla="*/ 2147483647 h 330"/>
                <a:gd name="T78" fmla="*/ 2147483647 w 588"/>
                <a:gd name="T79" fmla="*/ 2147483647 h 330"/>
                <a:gd name="T80" fmla="*/ 2147483647 w 588"/>
                <a:gd name="T81" fmla="*/ 2147483647 h 330"/>
                <a:gd name="T82" fmla="*/ 2147483647 w 588"/>
                <a:gd name="T83" fmla="*/ 2147483647 h 330"/>
                <a:gd name="T84" fmla="*/ 0 w 588"/>
                <a:gd name="T85" fmla="*/ 2147483647 h 330"/>
                <a:gd name="T86" fmla="*/ 2147483647 w 588"/>
                <a:gd name="T87" fmla="*/ 2147483647 h 330"/>
                <a:gd name="T88" fmla="*/ 2147483647 w 588"/>
                <a:gd name="T89" fmla="*/ 2147483647 h 330"/>
                <a:gd name="T90" fmla="*/ 2147483647 w 588"/>
                <a:gd name="T91" fmla="*/ 2147483647 h 330"/>
                <a:gd name="T92" fmla="*/ 2147483647 w 588"/>
                <a:gd name="T93" fmla="*/ 2147483647 h 330"/>
                <a:gd name="T94" fmla="*/ 2147483647 w 588"/>
                <a:gd name="T95" fmla="*/ 2147483647 h 330"/>
                <a:gd name="T96" fmla="*/ 2147483647 w 588"/>
                <a:gd name="T97" fmla="*/ 2147483647 h 330"/>
                <a:gd name="T98" fmla="*/ 2147483647 w 588"/>
                <a:gd name="T99" fmla="*/ 2147483647 h 330"/>
                <a:gd name="T100" fmla="*/ 2147483647 w 588"/>
                <a:gd name="T101" fmla="*/ 2147483647 h 330"/>
                <a:gd name="T102" fmla="*/ 2147483647 w 588"/>
                <a:gd name="T103" fmla="*/ 2147483647 h 330"/>
                <a:gd name="T104" fmla="*/ 2147483647 w 588"/>
                <a:gd name="T105" fmla="*/ 2147483647 h 330"/>
                <a:gd name="T106" fmla="*/ 2147483647 w 588"/>
                <a:gd name="T107" fmla="*/ 2147483647 h 330"/>
                <a:gd name="T108" fmla="*/ 2147483647 w 588"/>
                <a:gd name="T109" fmla="*/ 2147483647 h 33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88"/>
                <a:gd name="T166" fmla="*/ 0 h 330"/>
                <a:gd name="T167" fmla="*/ 588 w 588"/>
                <a:gd name="T168" fmla="*/ 330 h 33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88" h="330">
                  <a:moveTo>
                    <a:pt x="294" y="234"/>
                  </a:moveTo>
                  <a:lnTo>
                    <a:pt x="306" y="246"/>
                  </a:lnTo>
                  <a:lnTo>
                    <a:pt x="306" y="252"/>
                  </a:lnTo>
                  <a:lnTo>
                    <a:pt x="330" y="252"/>
                  </a:lnTo>
                  <a:lnTo>
                    <a:pt x="384" y="306"/>
                  </a:lnTo>
                  <a:lnTo>
                    <a:pt x="402" y="294"/>
                  </a:lnTo>
                  <a:lnTo>
                    <a:pt x="432" y="312"/>
                  </a:lnTo>
                  <a:lnTo>
                    <a:pt x="438" y="306"/>
                  </a:lnTo>
                  <a:lnTo>
                    <a:pt x="456" y="306"/>
                  </a:lnTo>
                  <a:lnTo>
                    <a:pt x="474" y="312"/>
                  </a:lnTo>
                  <a:lnTo>
                    <a:pt x="486" y="318"/>
                  </a:lnTo>
                  <a:lnTo>
                    <a:pt x="492" y="330"/>
                  </a:lnTo>
                  <a:lnTo>
                    <a:pt x="498" y="318"/>
                  </a:lnTo>
                  <a:lnTo>
                    <a:pt x="510" y="312"/>
                  </a:lnTo>
                  <a:lnTo>
                    <a:pt x="516" y="312"/>
                  </a:lnTo>
                  <a:lnTo>
                    <a:pt x="522" y="318"/>
                  </a:lnTo>
                  <a:lnTo>
                    <a:pt x="522" y="330"/>
                  </a:lnTo>
                  <a:lnTo>
                    <a:pt x="588" y="330"/>
                  </a:lnTo>
                  <a:lnTo>
                    <a:pt x="588" y="294"/>
                  </a:lnTo>
                  <a:lnTo>
                    <a:pt x="576" y="270"/>
                  </a:lnTo>
                  <a:lnTo>
                    <a:pt x="576" y="222"/>
                  </a:lnTo>
                  <a:lnTo>
                    <a:pt x="564" y="204"/>
                  </a:lnTo>
                  <a:lnTo>
                    <a:pt x="540" y="216"/>
                  </a:lnTo>
                  <a:lnTo>
                    <a:pt x="522" y="216"/>
                  </a:lnTo>
                  <a:lnTo>
                    <a:pt x="498" y="204"/>
                  </a:lnTo>
                  <a:lnTo>
                    <a:pt x="480" y="198"/>
                  </a:lnTo>
                  <a:lnTo>
                    <a:pt x="474" y="192"/>
                  </a:lnTo>
                  <a:lnTo>
                    <a:pt x="462" y="186"/>
                  </a:lnTo>
                  <a:lnTo>
                    <a:pt x="462" y="192"/>
                  </a:lnTo>
                  <a:lnTo>
                    <a:pt x="456" y="198"/>
                  </a:lnTo>
                  <a:lnTo>
                    <a:pt x="438" y="198"/>
                  </a:lnTo>
                  <a:lnTo>
                    <a:pt x="432" y="192"/>
                  </a:lnTo>
                  <a:lnTo>
                    <a:pt x="432" y="180"/>
                  </a:lnTo>
                  <a:lnTo>
                    <a:pt x="432" y="186"/>
                  </a:lnTo>
                  <a:lnTo>
                    <a:pt x="420" y="198"/>
                  </a:lnTo>
                  <a:lnTo>
                    <a:pt x="408" y="198"/>
                  </a:lnTo>
                  <a:lnTo>
                    <a:pt x="402" y="192"/>
                  </a:lnTo>
                  <a:lnTo>
                    <a:pt x="402" y="174"/>
                  </a:lnTo>
                  <a:lnTo>
                    <a:pt x="396" y="174"/>
                  </a:lnTo>
                  <a:lnTo>
                    <a:pt x="390" y="180"/>
                  </a:lnTo>
                  <a:lnTo>
                    <a:pt x="378" y="180"/>
                  </a:lnTo>
                  <a:lnTo>
                    <a:pt x="360" y="174"/>
                  </a:lnTo>
                  <a:lnTo>
                    <a:pt x="354" y="168"/>
                  </a:lnTo>
                  <a:lnTo>
                    <a:pt x="348" y="168"/>
                  </a:lnTo>
                  <a:lnTo>
                    <a:pt x="348" y="162"/>
                  </a:lnTo>
                  <a:lnTo>
                    <a:pt x="354" y="156"/>
                  </a:lnTo>
                  <a:lnTo>
                    <a:pt x="354" y="150"/>
                  </a:lnTo>
                  <a:lnTo>
                    <a:pt x="348" y="144"/>
                  </a:lnTo>
                  <a:lnTo>
                    <a:pt x="342" y="144"/>
                  </a:lnTo>
                  <a:lnTo>
                    <a:pt x="330" y="150"/>
                  </a:lnTo>
                  <a:lnTo>
                    <a:pt x="324" y="156"/>
                  </a:lnTo>
                  <a:lnTo>
                    <a:pt x="312" y="150"/>
                  </a:lnTo>
                  <a:lnTo>
                    <a:pt x="282" y="120"/>
                  </a:lnTo>
                  <a:lnTo>
                    <a:pt x="282" y="102"/>
                  </a:lnTo>
                  <a:lnTo>
                    <a:pt x="276" y="90"/>
                  </a:lnTo>
                  <a:lnTo>
                    <a:pt x="270" y="84"/>
                  </a:lnTo>
                  <a:lnTo>
                    <a:pt x="258" y="84"/>
                  </a:lnTo>
                  <a:lnTo>
                    <a:pt x="252" y="96"/>
                  </a:lnTo>
                  <a:lnTo>
                    <a:pt x="246" y="102"/>
                  </a:lnTo>
                  <a:lnTo>
                    <a:pt x="246" y="108"/>
                  </a:lnTo>
                  <a:lnTo>
                    <a:pt x="234" y="108"/>
                  </a:lnTo>
                  <a:lnTo>
                    <a:pt x="234" y="96"/>
                  </a:lnTo>
                  <a:lnTo>
                    <a:pt x="228" y="90"/>
                  </a:lnTo>
                  <a:lnTo>
                    <a:pt x="222" y="78"/>
                  </a:lnTo>
                  <a:lnTo>
                    <a:pt x="216" y="72"/>
                  </a:lnTo>
                  <a:lnTo>
                    <a:pt x="210" y="60"/>
                  </a:lnTo>
                  <a:lnTo>
                    <a:pt x="168" y="54"/>
                  </a:lnTo>
                  <a:lnTo>
                    <a:pt x="150" y="36"/>
                  </a:lnTo>
                  <a:lnTo>
                    <a:pt x="138" y="30"/>
                  </a:lnTo>
                  <a:lnTo>
                    <a:pt x="132" y="18"/>
                  </a:lnTo>
                  <a:lnTo>
                    <a:pt x="120" y="6"/>
                  </a:lnTo>
                  <a:lnTo>
                    <a:pt x="108" y="0"/>
                  </a:lnTo>
                  <a:lnTo>
                    <a:pt x="96" y="0"/>
                  </a:lnTo>
                  <a:lnTo>
                    <a:pt x="84" y="6"/>
                  </a:lnTo>
                  <a:lnTo>
                    <a:pt x="78" y="12"/>
                  </a:lnTo>
                  <a:lnTo>
                    <a:pt x="54" y="30"/>
                  </a:lnTo>
                  <a:lnTo>
                    <a:pt x="36" y="12"/>
                  </a:lnTo>
                  <a:lnTo>
                    <a:pt x="30" y="36"/>
                  </a:lnTo>
                  <a:lnTo>
                    <a:pt x="6" y="60"/>
                  </a:lnTo>
                  <a:lnTo>
                    <a:pt x="12" y="72"/>
                  </a:lnTo>
                  <a:lnTo>
                    <a:pt x="6" y="78"/>
                  </a:lnTo>
                  <a:lnTo>
                    <a:pt x="6" y="84"/>
                  </a:lnTo>
                  <a:lnTo>
                    <a:pt x="18" y="96"/>
                  </a:lnTo>
                  <a:lnTo>
                    <a:pt x="12" y="96"/>
                  </a:lnTo>
                  <a:lnTo>
                    <a:pt x="0" y="108"/>
                  </a:lnTo>
                  <a:lnTo>
                    <a:pt x="0" y="120"/>
                  </a:lnTo>
                  <a:lnTo>
                    <a:pt x="30" y="150"/>
                  </a:lnTo>
                  <a:lnTo>
                    <a:pt x="42" y="144"/>
                  </a:lnTo>
                  <a:lnTo>
                    <a:pt x="60" y="168"/>
                  </a:lnTo>
                  <a:lnTo>
                    <a:pt x="84" y="168"/>
                  </a:lnTo>
                  <a:lnTo>
                    <a:pt x="96" y="186"/>
                  </a:lnTo>
                  <a:lnTo>
                    <a:pt x="138" y="204"/>
                  </a:lnTo>
                  <a:lnTo>
                    <a:pt x="150" y="204"/>
                  </a:lnTo>
                  <a:lnTo>
                    <a:pt x="156" y="210"/>
                  </a:lnTo>
                  <a:lnTo>
                    <a:pt x="162" y="222"/>
                  </a:lnTo>
                  <a:lnTo>
                    <a:pt x="168" y="228"/>
                  </a:lnTo>
                  <a:lnTo>
                    <a:pt x="186" y="228"/>
                  </a:lnTo>
                  <a:lnTo>
                    <a:pt x="192" y="222"/>
                  </a:lnTo>
                  <a:lnTo>
                    <a:pt x="204" y="222"/>
                  </a:lnTo>
                  <a:lnTo>
                    <a:pt x="204" y="234"/>
                  </a:lnTo>
                  <a:lnTo>
                    <a:pt x="210" y="240"/>
                  </a:lnTo>
                  <a:lnTo>
                    <a:pt x="234" y="240"/>
                  </a:lnTo>
                  <a:lnTo>
                    <a:pt x="240" y="246"/>
                  </a:lnTo>
                  <a:lnTo>
                    <a:pt x="246" y="258"/>
                  </a:lnTo>
                  <a:lnTo>
                    <a:pt x="258" y="246"/>
                  </a:lnTo>
                  <a:lnTo>
                    <a:pt x="276" y="246"/>
                  </a:lnTo>
                  <a:lnTo>
                    <a:pt x="282" y="252"/>
                  </a:lnTo>
                  <a:lnTo>
                    <a:pt x="282" y="258"/>
                  </a:lnTo>
                  <a:lnTo>
                    <a:pt x="282" y="240"/>
                  </a:lnTo>
                  <a:lnTo>
                    <a:pt x="288" y="234"/>
                  </a:lnTo>
                  <a:lnTo>
                    <a:pt x="294" y="234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30" name="Namibia" descr="© INSCALE GmbH, 05.05.2010&#10;http://www.presentationload.com/">
              <a:extLst>
                <a:ext uri="{FF2B5EF4-FFF2-40B4-BE49-F238E27FC236}">
                  <a16:creationId xmlns:a16="http://schemas.microsoft.com/office/drawing/2014/main" id="{B228622E-D906-440D-968A-ED918D742892}"/>
                </a:ext>
              </a:extLst>
            </p:cNvPr>
            <p:cNvSpPr>
              <a:spLocks/>
            </p:cNvSpPr>
            <p:nvPr/>
          </p:nvSpPr>
          <p:spPr bwMode="gray">
            <a:xfrm>
              <a:off x="4005981" y="3450233"/>
              <a:ext cx="315351" cy="319822"/>
            </a:xfrm>
            <a:custGeom>
              <a:avLst/>
              <a:gdLst>
                <a:gd name="T0" fmla="*/ 2147483647 w 954"/>
                <a:gd name="T1" fmla="*/ 2147483647 h 972"/>
                <a:gd name="T2" fmla="*/ 2147483647 w 954"/>
                <a:gd name="T3" fmla="*/ 2147483647 h 972"/>
                <a:gd name="T4" fmla="*/ 2147483647 w 954"/>
                <a:gd name="T5" fmla="*/ 2147483647 h 972"/>
                <a:gd name="T6" fmla="*/ 2147483647 w 954"/>
                <a:gd name="T7" fmla="*/ 2147483647 h 972"/>
                <a:gd name="T8" fmla="*/ 2147483647 w 954"/>
                <a:gd name="T9" fmla="*/ 2147483647 h 972"/>
                <a:gd name="T10" fmla="*/ 2147483647 w 954"/>
                <a:gd name="T11" fmla="*/ 2147483647 h 972"/>
                <a:gd name="T12" fmla="*/ 2147483647 w 954"/>
                <a:gd name="T13" fmla="*/ 2147483647 h 972"/>
                <a:gd name="T14" fmla="*/ 2147483647 w 954"/>
                <a:gd name="T15" fmla="*/ 2147483647 h 972"/>
                <a:gd name="T16" fmla="*/ 2147483647 w 954"/>
                <a:gd name="T17" fmla="*/ 2147483647 h 972"/>
                <a:gd name="T18" fmla="*/ 2147483647 w 954"/>
                <a:gd name="T19" fmla="*/ 2147483647 h 972"/>
                <a:gd name="T20" fmla="*/ 2147483647 w 954"/>
                <a:gd name="T21" fmla="*/ 2147483647 h 972"/>
                <a:gd name="T22" fmla="*/ 2147483647 w 954"/>
                <a:gd name="T23" fmla="*/ 2147483647 h 972"/>
                <a:gd name="T24" fmla="*/ 2147483647 w 954"/>
                <a:gd name="T25" fmla="*/ 2147483647 h 972"/>
                <a:gd name="T26" fmla="*/ 2147483647 w 954"/>
                <a:gd name="T27" fmla="*/ 2147483647 h 972"/>
                <a:gd name="T28" fmla="*/ 2147483647 w 954"/>
                <a:gd name="T29" fmla="*/ 2147483647 h 972"/>
                <a:gd name="T30" fmla="*/ 2147483647 w 954"/>
                <a:gd name="T31" fmla="*/ 2147483647 h 972"/>
                <a:gd name="T32" fmla="*/ 2147483647 w 954"/>
                <a:gd name="T33" fmla="*/ 2147483647 h 972"/>
                <a:gd name="T34" fmla="*/ 2147483647 w 954"/>
                <a:gd name="T35" fmla="*/ 2147483647 h 972"/>
                <a:gd name="T36" fmla="*/ 2147483647 w 954"/>
                <a:gd name="T37" fmla="*/ 2147483647 h 972"/>
                <a:gd name="T38" fmla="*/ 2147483647 w 954"/>
                <a:gd name="T39" fmla="*/ 2147483647 h 972"/>
                <a:gd name="T40" fmla="*/ 2147483647 w 954"/>
                <a:gd name="T41" fmla="*/ 2147483647 h 972"/>
                <a:gd name="T42" fmla="*/ 2147483647 w 954"/>
                <a:gd name="T43" fmla="*/ 2147483647 h 972"/>
                <a:gd name="T44" fmla="*/ 2147483647 w 954"/>
                <a:gd name="T45" fmla="*/ 2147483647 h 972"/>
                <a:gd name="T46" fmla="*/ 2147483647 w 954"/>
                <a:gd name="T47" fmla="*/ 2147483647 h 972"/>
                <a:gd name="T48" fmla="*/ 2147483647 w 954"/>
                <a:gd name="T49" fmla="*/ 2147483647 h 972"/>
                <a:gd name="T50" fmla="*/ 2147483647 w 954"/>
                <a:gd name="T51" fmla="*/ 2147483647 h 972"/>
                <a:gd name="T52" fmla="*/ 2147483647 w 954"/>
                <a:gd name="T53" fmla="*/ 2147483647 h 972"/>
                <a:gd name="T54" fmla="*/ 2147483647 w 954"/>
                <a:gd name="T55" fmla="*/ 2147483647 h 972"/>
                <a:gd name="T56" fmla="*/ 2147483647 w 954"/>
                <a:gd name="T57" fmla="*/ 2147483647 h 972"/>
                <a:gd name="T58" fmla="*/ 2147483647 w 954"/>
                <a:gd name="T59" fmla="*/ 2147483647 h 972"/>
                <a:gd name="T60" fmla="*/ 2147483647 w 954"/>
                <a:gd name="T61" fmla="*/ 2147483647 h 972"/>
                <a:gd name="T62" fmla="*/ 2147483647 w 954"/>
                <a:gd name="T63" fmla="*/ 2147483647 h 972"/>
                <a:gd name="T64" fmla="*/ 2147483647 w 954"/>
                <a:gd name="T65" fmla="*/ 2147483647 h 972"/>
                <a:gd name="T66" fmla="*/ 2147483647 w 954"/>
                <a:gd name="T67" fmla="*/ 0 h 972"/>
                <a:gd name="T68" fmla="*/ 2147483647 w 954"/>
                <a:gd name="T69" fmla="*/ 2147483647 h 972"/>
                <a:gd name="T70" fmla="*/ 2147483647 w 954"/>
                <a:gd name="T71" fmla="*/ 2147483647 h 972"/>
                <a:gd name="T72" fmla="*/ 0 w 954"/>
                <a:gd name="T73" fmla="*/ 2147483647 h 972"/>
                <a:gd name="T74" fmla="*/ 2147483647 w 954"/>
                <a:gd name="T75" fmla="*/ 2147483647 h 972"/>
                <a:gd name="T76" fmla="*/ 2147483647 w 954"/>
                <a:gd name="T77" fmla="*/ 2147483647 h 972"/>
                <a:gd name="T78" fmla="*/ 2147483647 w 954"/>
                <a:gd name="T79" fmla="*/ 2147483647 h 972"/>
                <a:gd name="T80" fmla="*/ 2147483647 w 954"/>
                <a:gd name="T81" fmla="*/ 2147483647 h 972"/>
                <a:gd name="T82" fmla="*/ 2147483647 w 954"/>
                <a:gd name="T83" fmla="*/ 2147483647 h 972"/>
                <a:gd name="T84" fmla="*/ 2147483647 w 954"/>
                <a:gd name="T85" fmla="*/ 2147483647 h 972"/>
                <a:gd name="T86" fmla="*/ 2147483647 w 954"/>
                <a:gd name="T87" fmla="*/ 2147483647 h 972"/>
                <a:gd name="T88" fmla="*/ 2147483647 w 954"/>
                <a:gd name="T89" fmla="*/ 2147483647 h 972"/>
                <a:gd name="T90" fmla="*/ 2147483647 w 954"/>
                <a:gd name="T91" fmla="*/ 2147483647 h 972"/>
                <a:gd name="T92" fmla="*/ 2147483647 w 954"/>
                <a:gd name="T93" fmla="*/ 2147483647 h 972"/>
                <a:gd name="T94" fmla="*/ 2147483647 w 954"/>
                <a:gd name="T95" fmla="*/ 2147483647 h 972"/>
                <a:gd name="T96" fmla="*/ 2147483647 w 954"/>
                <a:gd name="T97" fmla="*/ 2147483647 h 972"/>
                <a:gd name="T98" fmla="*/ 2147483647 w 954"/>
                <a:gd name="T99" fmla="*/ 2147483647 h 972"/>
                <a:gd name="T100" fmla="*/ 2147483647 w 954"/>
                <a:gd name="T101" fmla="*/ 2147483647 h 972"/>
                <a:gd name="T102" fmla="*/ 2147483647 w 954"/>
                <a:gd name="T103" fmla="*/ 2147483647 h 972"/>
                <a:gd name="T104" fmla="*/ 2147483647 w 954"/>
                <a:gd name="T105" fmla="*/ 2147483647 h 972"/>
                <a:gd name="T106" fmla="*/ 2147483647 w 954"/>
                <a:gd name="T107" fmla="*/ 2147483647 h 972"/>
                <a:gd name="T108" fmla="*/ 2147483647 w 954"/>
                <a:gd name="T109" fmla="*/ 2147483647 h 972"/>
                <a:gd name="T110" fmla="*/ 2147483647 w 954"/>
                <a:gd name="T111" fmla="*/ 2147483647 h 972"/>
                <a:gd name="T112" fmla="*/ 2147483647 w 954"/>
                <a:gd name="T113" fmla="*/ 2147483647 h 972"/>
                <a:gd name="T114" fmla="*/ 2147483647 w 954"/>
                <a:gd name="T115" fmla="*/ 2147483647 h 972"/>
                <a:gd name="T116" fmla="*/ 2147483647 w 954"/>
                <a:gd name="T117" fmla="*/ 2147483647 h 972"/>
                <a:gd name="T118" fmla="*/ 2147483647 w 954"/>
                <a:gd name="T119" fmla="*/ 2147483647 h 97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954"/>
                <a:gd name="T181" fmla="*/ 0 h 972"/>
                <a:gd name="T182" fmla="*/ 954 w 954"/>
                <a:gd name="T183" fmla="*/ 972 h 97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954" h="972">
                  <a:moveTo>
                    <a:pt x="366" y="894"/>
                  </a:moveTo>
                  <a:lnTo>
                    <a:pt x="372" y="894"/>
                  </a:lnTo>
                  <a:lnTo>
                    <a:pt x="390" y="912"/>
                  </a:lnTo>
                  <a:lnTo>
                    <a:pt x="390" y="936"/>
                  </a:lnTo>
                  <a:lnTo>
                    <a:pt x="396" y="948"/>
                  </a:lnTo>
                  <a:lnTo>
                    <a:pt x="402" y="954"/>
                  </a:lnTo>
                  <a:lnTo>
                    <a:pt x="426" y="954"/>
                  </a:lnTo>
                  <a:lnTo>
                    <a:pt x="432" y="960"/>
                  </a:lnTo>
                  <a:lnTo>
                    <a:pt x="432" y="966"/>
                  </a:lnTo>
                  <a:lnTo>
                    <a:pt x="438" y="972"/>
                  </a:lnTo>
                  <a:lnTo>
                    <a:pt x="462" y="972"/>
                  </a:lnTo>
                  <a:lnTo>
                    <a:pt x="474" y="960"/>
                  </a:lnTo>
                  <a:lnTo>
                    <a:pt x="486" y="960"/>
                  </a:lnTo>
                  <a:lnTo>
                    <a:pt x="498" y="972"/>
                  </a:lnTo>
                  <a:lnTo>
                    <a:pt x="522" y="972"/>
                  </a:lnTo>
                  <a:lnTo>
                    <a:pt x="522" y="948"/>
                  </a:lnTo>
                  <a:lnTo>
                    <a:pt x="534" y="948"/>
                  </a:lnTo>
                  <a:lnTo>
                    <a:pt x="534" y="942"/>
                  </a:lnTo>
                  <a:lnTo>
                    <a:pt x="540" y="936"/>
                  </a:lnTo>
                  <a:lnTo>
                    <a:pt x="552" y="930"/>
                  </a:lnTo>
                  <a:lnTo>
                    <a:pt x="570" y="930"/>
                  </a:lnTo>
                  <a:lnTo>
                    <a:pt x="582" y="414"/>
                  </a:lnTo>
                  <a:lnTo>
                    <a:pt x="654" y="414"/>
                  </a:lnTo>
                  <a:lnTo>
                    <a:pt x="648" y="288"/>
                  </a:lnTo>
                  <a:lnTo>
                    <a:pt x="654" y="282"/>
                  </a:lnTo>
                  <a:lnTo>
                    <a:pt x="654" y="108"/>
                  </a:lnTo>
                  <a:lnTo>
                    <a:pt x="690" y="108"/>
                  </a:lnTo>
                  <a:lnTo>
                    <a:pt x="708" y="102"/>
                  </a:lnTo>
                  <a:lnTo>
                    <a:pt x="744" y="102"/>
                  </a:lnTo>
                  <a:lnTo>
                    <a:pt x="792" y="90"/>
                  </a:lnTo>
                  <a:lnTo>
                    <a:pt x="804" y="84"/>
                  </a:lnTo>
                  <a:lnTo>
                    <a:pt x="822" y="84"/>
                  </a:lnTo>
                  <a:lnTo>
                    <a:pt x="828" y="90"/>
                  </a:lnTo>
                  <a:lnTo>
                    <a:pt x="828" y="108"/>
                  </a:lnTo>
                  <a:lnTo>
                    <a:pt x="834" y="108"/>
                  </a:lnTo>
                  <a:lnTo>
                    <a:pt x="834" y="126"/>
                  </a:lnTo>
                  <a:lnTo>
                    <a:pt x="840" y="126"/>
                  </a:lnTo>
                  <a:lnTo>
                    <a:pt x="882" y="84"/>
                  </a:lnTo>
                  <a:lnTo>
                    <a:pt x="906" y="84"/>
                  </a:lnTo>
                  <a:lnTo>
                    <a:pt x="918" y="72"/>
                  </a:lnTo>
                  <a:lnTo>
                    <a:pt x="954" y="66"/>
                  </a:lnTo>
                  <a:lnTo>
                    <a:pt x="936" y="48"/>
                  </a:lnTo>
                  <a:lnTo>
                    <a:pt x="906" y="54"/>
                  </a:lnTo>
                  <a:lnTo>
                    <a:pt x="906" y="48"/>
                  </a:lnTo>
                  <a:lnTo>
                    <a:pt x="900" y="42"/>
                  </a:lnTo>
                  <a:lnTo>
                    <a:pt x="882" y="42"/>
                  </a:lnTo>
                  <a:lnTo>
                    <a:pt x="876" y="48"/>
                  </a:lnTo>
                  <a:lnTo>
                    <a:pt x="870" y="48"/>
                  </a:lnTo>
                  <a:lnTo>
                    <a:pt x="846" y="60"/>
                  </a:lnTo>
                  <a:lnTo>
                    <a:pt x="828" y="54"/>
                  </a:lnTo>
                  <a:lnTo>
                    <a:pt x="816" y="60"/>
                  </a:lnTo>
                  <a:lnTo>
                    <a:pt x="780" y="72"/>
                  </a:lnTo>
                  <a:lnTo>
                    <a:pt x="732" y="78"/>
                  </a:lnTo>
                  <a:lnTo>
                    <a:pt x="696" y="84"/>
                  </a:lnTo>
                  <a:lnTo>
                    <a:pt x="624" y="84"/>
                  </a:lnTo>
                  <a:lnTo>
                    <a:pt x="618" y="72"/>
                  </a:lnTo>
                  <a:lnTo>
                    <a:pt x="546" y="78"/>
                  </a:lnTo>
                  <a:lnTo>
                    <a:pt x="540" y="66"/>
                  </a:lnTo>
                  <a:lnTo>
                    <a:pt x="504" y="66"/>
                  </a:lnTo>
                  <a:lnTo>
                    <a:pt x="480" y="42"/>
                  </a:lnTo>
                  <a:lnTo>
                    <a:pt x="480" y="36"/>
                  </a:lnTo>
                  <a:lnTo>
                    <a:pt x="174" y="36"/>
                  </a:lnTo>
                  <a:lnTo>
                    <a:pt x="168" y="30"/>
                  </a:lnTo>
                  <a:lnTo>
                    <a:pt x="156" y="30"/>
                  </a:lnTo>
                  <a:lnTo>
                    <a:pt x="132" y="18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90" y="0"/>
                  </a:lnTo>
                  <a:lnTo>
                    <a:pt x="90" y="6"/>
                  </a:lnTo>
                  <a:lnTo>
                    <a:pt x="72" y="24"/>
                  </a:lnTo>
                  <a:lnTo>
                    <a:pt x="42" y="24"/>
                  </a:lnTo>
                  <a:lnTo>
                    <a:pt x="36" y="18"/>
                  </a:lnTo>
                  <a:lnTo>
                    <a:pt x="18" y="24"/>
                  </a:lnTo>
                  <a:lnTo>
                    <a:pt x="0" y="24"/>
                  </a:lnTo>
                  <a:lnTo>
                    <a:pt x="6" y="96"/>
                  </a:lnTo>
                  <a:lnTo>
                    <a:pt x="12" y="108"/>
                  </a:lnTo>
                  <a:lnTo>
                    <a:pt x="30" y="126"/>
                  </a:lnTo>
                  <a:lnTo>
                    <a:pt x="36" y="138"/>
                  </a:lnTo>
                  <a:lnTo>
                    <a:pt x="54" y="162"/>
                  </a:lnTo>
                  <a:lnTo>
                    <a:pt x="72" y="192"/>
                  </a:lnTo>
                  <a:lnTo>
                    <a:pt x="96" y="228"/>
                  </a:lnTo>
                  <a:lnTo>
                    <a:pt x="102" y="258"/>
                  </a:lnTo>
                  <a:lnTo>
                    <a:pt x="102" y="276"/>
                  </a:lnTo>
                  <a:lnTo>
                    <a:pt x="114" y="294"/>
                  </a:lnTo>
                  <a:lnTo>
                    <a:pt x="120" y="312"/>
                  </a:lnTo>
                  <a:lnTo>
                    <a:pt x="138" y="348"/>
                  </a:lnTo>
                  <a:lnTo>
                    <a:pt x="156" y="366"/>
                  </a:lnTo>
                  <a:lnTo>
                    <a:pt x="156" y="390"/>
                  </a:lnTo>
                  <a:lnTo>
                    <a:pt x="162" y="396"/>
                  </a:lnTo>
                  <a:lnTo>
                    <a:pt x="174" y="402"/>
                  </a:lnTo>
                  <a:lnTo>
                    <a:pt x="180" y="414"/>
                  </a:lnTo>
                  <a:lnTo>
                    <a:pt x="192" y="420"/>
                  </a:lnTo>
                  <a:lnTo>
                    <a:pt x="198" y="432"/>
                  </a:lnTo>
                  <a:lnTo>
                    <a:pt x="198" y="582"/>
                  </a:lnTo>
                  <a:lnTo>
                    <a:pt x="222" y="630"/>
                  </a:lnTo>
                  <a:lnTo>
                    <a:pt x="222" y="678"/>
                  </a:lnTo>
                  <a:lnTo>
                    <a:pt x="216" y="678"/>
                  </a:lnTo>
                  <a:lnTo>
                    <a:pt x="228" y="726"/>
                  </a:lnTo>
                  <a:lnTo>
                    <a:pt x="228" y="762"/>
                  </a:lnTo>
                  <a:lnTo>
                    <a:pt x="240" y="762"/>
                  </a:lnTo>
                  <a:lnTo>
                    <a:pt x="240" y="804"/>
                  </a:lnTo>
                  <a:lnTo>
                    <a:pt x="252" y="810"/>
                  </a:lnTo>
                  <a:lnTo>
                    <a:pt x="258" y="816"/>
                  </a:lnTo>
                  <a:lnTo>
                    <a:pt x="258" y="846"/>
                  </a:lnTo>
                  <a:lnTo>
                    <a:pt x="264" y="858"/>
                  </a:lnTo>
                  <a:lnTo>
                    <a:pt x="270" y="864"/>
                  </a:lnTo>
                  <a:lnTo>
                    <a:pt x="276" y="876"/>
                  </a:lnTo>
                  <a:lnTo>
                    <a:pt x="282" y="894"/>
                  </a:lnTo>
                  <a:lnTo>
                    <a:pt x="282" y="900"/>
                  </a:lnTo>
                  <a:lnTo>
                    <a:pt x="288" y="912"/>
                  </a:lnTo>
                  <a:lnTo>
                    <a:pt x="294" y="918"/>
                  </a:lnTo>
                  <a:lnTo>
                    <a:pt x="318" y="930"/>
                  </a:lnTo>
                  <a:lnTo>
                    <a:pt x="324" y="936"/>
                  </a:lnTo>
                  <a:lnTo>
                    <a:pt x="330" y="936"/>
                  </a:lnTo>
                  <a:lnTo>
                    <a:pt x="330" y="942"/>
                  </a:lnTo>
                  <a:lnTo>
                    <a:pt x="348" y="930"/>
                  </a:lnTo>
                  <a:lnTo>
                    <a:pt x="348" y="924"/>
                  </a:lnTo>
                  <a:lnTo>
                    <a:pt x="354" y="918"/>
                  </a:lnTo>
                  <a:lnTo>
                    <a:pt x="360" y="906"/>
                  </a:lnTo>
                  <a:lnTo>
                    <a:pt x="360" y="900"/>
                  </a:lnTo>
                  <a:lnTo>
                    <a:pt x="366" y="894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31" name="Myanmar" descr="© INSCALE GmbH, 05.05.2010&#10;http://www.presentationload.com/">
              <a:extLst>
                <a:ext uri="{FF2B5EF4-FFF2-40B4-BE49-F238E27FC236}">
                  <a16:creationId xmlns:a16="http://schemas.microsoft.com/office/drawing/2014/main" id="{BA03C32E-2EFB-4098-91C7-511F3C23A546}"/>
                </a:ext>
              </a:extLst>
            </p:cNvPr>
            <p:cNvSpPr>
              <a:spLocks/>
            </p:cNvSpPr>
            <p:nvPr/>
          </p:nvSpPr>
          <p:spPr bwMode="gray">
            <a:xfrm>
              <a:off x="5861893" y="2246727"/>
              <a:ext cx="210664" cy="491935"/>
            </a:xfrm>
            <a:custGeom>
              <a:avLst/>
              <a:gdLst>
                <a:gd name="T0" fmla="*/ 2147483647 w 636"/>
                <a:gd name="T1" fmla="*/ 2147483647 h 1500"/>
                <a:gd name="T2" fmla="*/ 2147483647 w 636"/>
                <a:gd name="T3" fmla="*/ 2147483647 h 1500"/>
                <a:gd name="T4" fmla="*/ 2147483647 w 636"/>
                <a:gd name="T5" fmla="*/ 2147483647 h 1500"/>
                <a:gd name="T6" fmla="*/ 2147483647 w 636"/>
                <a:gd name="T7" fmla="*/ 2147483647 h 1500"/>
                <a:gd name="T8" fmla="*/ 2147483647 w 636"/>
                <a:gd name="T9" fmla="*/ 2147483647 h 1500"/>
                <a:gd name="T10" fmla="*/ 2147483647 w 636"/>
                <a:gd name="T11" fmla="*/ 2147483647 h 1500"/>
                <a:gd name="T12" fmla="*/ 2147483647 w 636"/>
                <a:gd name="T13" fmla="*/ 2147483647 h 1500"/>
                <a:gd name="T14" fmla="*/ 2147483647 w 636"/>
                <a:gd name="T15" fmla="*/ 2147483647 h 1500"/>
                <a:gd name="T16" fmla="*/ 2147483647 w 636"/>
                <a:gd name="T17" fmla="*/ 2147483647 h 1500"/>
                <a:gd name="T18" fmla="*/ 2147483647 w 636"/>
                <a:gd name="T19" fmla="*/ 2147483647 h 1500"/>
                <a:gd name="T20" fmla="*/ 2147483647 w 636"/>
                <a:gd name="T21" fmla="*/ 2147483647 h 1500"/>
                <a:gd name="T22" fmla="*/ 2147483647 w 636"/>
                <a:gd name="T23" fmla="*/ 2147483647 h 1500"/>
                <a:gd name="T24" fmla="*/ 2147483647 w 636"/>
                <a:gd name="T25" fmla="*/ 2147483647 h 1500"/>
                <a:gd name="T26" fmla="*/ 2147483647 w 636"/>
                <a:gd name="T27" fmla="*/ 2147483647 h 1500"/>
                <a:gd name="T28" fmla="*/ 2147483647 w 636"/>
                <a:gd name="T29" fmla="*/ 2147483647 h 1500"/>
                <a:gd name="T30" fmla="*/ 2147483647 w 636"/>
                <a:gd name="T31" fmla="*/ 2147483647 h 1500"/>
                <a:gd name="T32" fmla="*/ 2147483647 w 636"/>
                <a:gd name="T33" fmla="*/ 2147483647 h 1500"/>
                <a:gd name="T34" fmla="*/ 2147483647 w 636"/>
                <a:gd name="T35" fmla="*/ 2147483647 h 1500"/>
                <a:gd name="T36" fmla="*/ 2147483647 w 636"/>
                <a:gd name="T37" fmla="*/ 2147483647 h 1500"/>
                <a:gd name="T38" fmla="*/ 2147483647 w 636"/>
                <a:gd name="T39" fmla="*/ 2147483647 h 1500"/>
                <a:gd name="T40" fmla="*/ 2147483647 w 636"/>
                <a:gd name="T41" fmla="*/ 2147483647 h 1500"/>
                <a:gd name="T42" fmla="*/ 2147483647 w 636"/>
                <a:gd name="T43" fmla="*/ 2147483647 h 1500"/>
                <a:gd name="T44" fmla="*/ 2147483647 w 636"/>
                <a:gd name="T45" fmla="*/ 2147483647 h 1500"/>
                <a:gd name="T46" fmla="*/ 2147483647 w 636"/>
                <a:gd name="T47" fmla="*/ 2147483647 h 1500"/>
                <a:gd name="T48" fmla="*/ 2147483647 w 636"/>
                <a:gd name="T49" fmla="*/ 2147483647 h 1500"/>
                <a:gd name="T50" fmla="*/ 2147483647 w 636"/>
                <a:gd name="T51" fmla="*/ 2147483647 h 1500"/>
                <a:gd name="T52" fmla="*/ 2147483647 w 636"/>
                <a:gd name="T53" fmla="*/ 2147483647 h 1500"/>
                <a:gd name="T54" fmla="*/ 2147483647 w 636"/>
                <a:gd name="T55" fmla="*/ 2147483647 h 1500"/>
                <a:gd name="T56" fmla="*/ 2147483647 w 636"/>
                <a:gd name="T57" fmla="*/ 2147483647 h 1500"/>
                <a:gd name="T58" fmla="*/ 2147483647 w 636"/>
                <a:gd name="T59" fmla="*/ 2147483647 h 1500"/>
                <a:gd name="T60" fmla="*/ 2147483647 w 636"/>
                <a:gd name="T61" fmla="*/ 2147483647 h 1500"/>
                <a:gd name="T62" fmla="*/ 2147483647 w 636"/>
                <a:gd name="T63" fmla="*/ 2147483647 h 1500"/>
                <a:gd name="T64" fmla="*/ 2147483647 w 636"/>
                <a:gd name="T65" fmla="*/ 2147483647 h 1500"/>
                <a:gd name="T66" fmla="*/ 2147483647 w 636"/>
                <a:gd name="T67" fmla="*/ 2147483647 h 1500"/>
                <a:gd name="T68" fmla="*/ 2147483647 w 636"/>
                <a:gd name="T69" fmla="*/ 2147483647 h 1500"/>
                <a:gd name="T70" fmla="*/ 2147483647 w 636"/>
                <a:gd name="T71" fmla="*/ 2147483647 h 1500"/>
                <a:gd name="T72" fmla="*/ 2147483647 w 636"/>
                <a:gd name="T73" fmla="*/ 2147483647 h 1500"/>
                <a:gd name="T74" fmla="*/ 2147483647 w 636"/>
                <a:gd name="T75" fmla="*/ 2147483647 h 1500"/>
                <a:gd name="T76" fmla="*/ 2147483647 w 636"/>
                <a:gd name="T77" fmla="*/ 2147483647 h 1500"/>
                <a:gd name="T78" fmla="*/ 2147483647 w 636"/>
                <a:gd name="T79" fmla="*/ 2147483647 h 1500"/>
                <a:gd name="T80" fmla="*/ 2147483647 w 636"/>
                <a:gd name="T81" fmla="*/ 2147483647 h 1500"/>
                <a:gd name="T82" fmla="*/ 2147483647 w 636"/>
                <a:gd name="T83" fmla="*/ 2147483647 h 1500"/>
                <a:gd name="T84" fmla="*/ 2147483647 w 636"/>
                <a:gd name="T85" fmla="*/ 2147483647 h 1500"/>
                <a:gd name="T86" fmla="*/ 2147483647 w 636"/>
                <a:gd name="T87" fmla="*/ 0 h 1500"/>
                <a:gd name="T88" fmla="*/ 2147483647 w 636"/>
                <a:gd name="T89" fmla="*/ 2147483647 h 1500"/>
                <a:gd name="T90" fmla="*/ 2147483647 w 636"/>
                <a:gd name="T91" fmla="*/ 2147483647 h 1500"/>
                <a:gd name="T92" fmla="*/ 2147483647 w 636"/>
                <a:gd name="T93" fmla="*/ 2147483647 h 1500"/>
                <a:gd name="T94" fmla="*/ 2147483647 w 636"/>
                <a:gd name="T95" fmla="*/ 2147483647 h 1500"/>
                <a:gd name="T96" fmla="*/ 2147483647 w 636"/>
                <a:gd name="T97" fmla="*/ 2147483647 h 1500"/>
                <a:gd name="T98" fmla="*/ 2147483647 w 636"/>
                <a:gd name="T99" fmla="*/ 2147483647 h 1500"/>
                <a:gd name="T100" fmla="*/ 2147483647 w 636"/>
                <a:gd name="T101" fmla="*/ 2147483647 h 1500"/>
                <a:gd name="T102" fmla="*/ 2147483647 w 636"/>
                <a:gd name="T103" fmla="*/ 2147483647 h 1500"/>
                <a:gd name="T104" fmla="*/ 2147483647 w 636"/>
                <a:gd name="T105" fmla="*/ 2147483647 h 1500"/>
                <a:gd name="T106" fmla="*/ 2147483647 w 636"/>
                <a:gd name="T107" fmla="*/ 2147483647 h 1500"/>
                <a:gd name="T108" fmla="*/ 2147483647 w 636"/>
                <a:gd name="T109" fmla="*/ 2147483647 h 150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636"/>
                <a:gd name="T166" fmla="*/ 0 h 1500"/>
                <a:gd name="T167" fmla="*/ 636 w 636"/>
                <a:gd name="T168" fmla="*/ 1500 h 150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636" h="1500">
                  <a:moveTo>
                    <a:pt x="0" y="588"/>
                  </a:moveTo>
                  <a:lnTo>
                    <a:pt x="18" y="588"/>
                  </a:lnTo>
                  <a:lnTo>
                    <a:pt x="12" y="630"/>
                  </a:lnTo>
                  <a:lnTo>
                    <a:pt x="18" y="630"/>
                  </a:lnTo>
                  <a:lnTo>
                    <a:pt x="24" y="636"/>
                  </a:lnTo>
                  <a:lnTo>
                    <a:pt x="42" y="642"/>
                  </a:lnTo>
                  <a:lnTo>
                    <a:pt x="54" y="648"/>
                  </a:lnTo>
                  <a:lnTo>
                    <a:pt x="72" y="666"/>
                  </a:lnTo>
                  <a:lnTo>
                    <a:pt x="84" y="690"/>
                  </a:lnTo>
                  <a:lnTo>
                    <a:pt x="90" y="696"/>
                  </a:lnTo>
                  <a:lnTo>
                    <a:pt x="90" y="702"/>
                  </a:lnTo>
                  <a:lnTo>
                    <a:pt x="126" y="696"/>
                  </a:lnTo>
                  <a:lnTo>
                    <a:pt x="102" y="738"/>
                  </a:lnTo>
                  <a:lnTo>
                    <a:pt x="108" y="738"/>
                  </a:lnTo>
                  <a:lnTo>
                    <a:pt x="114" y="744"/>
                  </a:lnTo>
                  <a:lnTo>
                    <a:pt x="126" y="744"/>
                  </a:lnTo>
                  <a:lnTo>
                    <a:pt x="144" y="750"/>
                  </a:lnTo>
                  <a:lnTo>
                    <a:pt x="156" y="762"/>
                  </a:lnTo>
                  <a:lnTo>
                    <a:pt x="168" y="768"/>
                  </a:lnTo>
                  <a:lnTo>
                    <a:pt x="174" y="780"/>
                  </a:lnTo>
                  <a:lnTo>
                    <a:pt x="186" y="792"/>
                  </a:lnTo>
                  <a:lnTo>
                    <a:pt x="192" y="804"/>
                  </a:lnTo>
                  <a:lnTo>
                    <a:pt x="192" y="822"/>
                  </a:lnTo>
                  <a:lnTo>
                    <a:pt x="198" y="834"/>
                  </a:lnTo>
                  <a:lnTo>
                    <a:pt x="198" y="840"/>
                  </a:lnTo>
                  <a:lnTo>
                    <a:pt x="204" y="846"/>
                  </a:lnTo>
                  <a:lnTo>
                    <a:pt x="210" y="858"/>
                  </a:lnTo>
                  <a:lnTo>
                    <a:pt x="222" y="870"/>
                  </a:lnTo>
                  <a:lnTo>
                    <a:pt x="210" y="888"/>
                  </a:lnTo>
                  <a:lnTo>
                    <a:pt x="216" y="978"/>
                  </a:lnTo>
                  <a:lnTo>
                    <a:pt x="204" y="990"/>
                  </a:lnTo>
                  <a:lnTo>
                    <a:pt x="204" y="1002"/>
                  </a:lnTo>
                  <a:lnTo>
                    <a:pt x="222" y="1020"/>
                  </a:lnTo>
                  <a:lnTo>
                    <a:pt x="234" y="1020"/>
                  </a:lnTo>
                  <a:lnTo>
                    <a:pt x="246" y="1014"/>
                  </a:lnTo>
                  <a:lnTo>
                    <a:pt x="252" y="1008"/>
                  </a:lnTo>
                  <a:lnTo>
                    <a:pt x="258" y="1014"/>
                  </a:lnTo>
                  <a:lnTo>
                    <a:pt x="258" y="1020"/>
                  </a:lnTo>
                  <a:lnTo>
                    <a:pt x="276" y="1020"/>
                  </a:lnTo>
                  <a:lnTo>
                    <a:pt x="282" y="1014"/>
                  </a:lnTo>
                  <a:lnTo>
                    <a:pt x="294" y="1008"/>
                  </a:lnTo>
                  <a:lnTo>
                    <a:pt x="300" y="996"/>
                  </a:lnTo>
                  <a:lnTo>
                    <a:pt x="306" y="990"/>
                  </a:lnTo>
                  <a:lnTo>
                    <a:pt x="312" y="978"/>
                  </a:lnTo>
                  <a:lnTo>
                    <a:pt x="324" y="978"/>
                  </a:lnTo>
                  <a:lnTo>
                    <a:pt x="360" y="960"/>
                  </a:lnTo>
                  <a:lnTo>
                    <a:pt x="366" y="954"/>
                  </a:lnTo>
                  <a:lnTo>
                    <a:pt x="366" y="900"/>
                  </a:lnTo>
                  <a:lnTo>
                    <a:pt x="372" y="894"/>
                  </a:lnTo>
                  <a:lnTo>
                    <a:pt x="378" y="894"/>
                  </a:lnTo>
                  <a:lnTo>
                    <a:pt x="396" y="912"/>
                  </a:lnTo>
                  <a:lnTo>
                    <a:pt x="402" y="924"/>
                  </a:lnTo>
                  <a:lnTo>
                    <a:pt x="402" y="954"/>
                  </a:lnTo>
                  <a:lnTo>
                    <a:pt x="408" y="954"/>
                  </a:lnTo>
                  <a:lnTo>
                    <a:pt x="426" y="972"/>
                  </a:lnTo>
                  <a:lnTo>
                    <a:pt x="432" y="984"/>
                  </a:lnTo>
                  <a:lnTo>
                    <a:pt x="444" y="1014"/>
                  </a:lnTo>
                  <a:lnTo>
                    <a:pt x="450" y="1050"/>
                  </a:lnTo>
                  <a:lnTo>
                    <a:pt x="450" y="1074"/>
                  </a:lnTo>
                  <a:lnTo>
                    <a:pt x="456" y="1092"/>
                  </a:lnTo>
                  <a:lnTo>
                    <a:pt x="456" y="1128"/>
                  </a:lnTo>
                  <a:lnTo>
                    <a:pt x="462" y="1134"/>
                  </a:lnTo>
                  <a:lnTo>
                    <a:pt x="480" y="1170"/>
                  </a:lnTo>
                  <a:lnTo>
                    <a:pt x="486" y="1176"/>
                  </a:lnTo>
                  <a:lnTo>
                    <a:pt x="486" y="1182"/>
                  </a:lnTo>
                  <a:lnTo>
                    <a:pt x="528" y="1272"/>
                  </a:lnTo>
                  <a:lnTo>
                    <a:pt x="540" y="1320"/>
                  </a:lnTo>
                  <a:lnTo>
                    <a:pt x="522" y="1320"/>
                  </a:lnTo>
                  <a:lnTo>
                    <a:pt x="516" y="1326"/>
                  </a:lnTo>
                  <a:lnTo>
                    <a:pt x="516" y="1350"/>
                  </a:lnTo>
                  <a:lnTo>
                    <a:pt x="510" y="1362"/>
                  </a:lnTo>
                  <a:lnTo>
                    <a:pt x="510" y="1374"/>
                  </a:lnTo>
                  <a:lnTo>
                    <a:pt x="552" y="1362"/>
                  </a:lnTo>
                  <a:lnTo>
                    <a:pt x="540" y="1416"/>
                  </a:lnTo>
                  <a:lnTo>
                    <a:pt x="540" y="1428"/>
                  </a:lnTo>
                  <a:lnTo>
                    <a:pt x="534" y="1440"/>
                  </a:lnTo>
                  <a:lnTo>
                    <a:pt x="534" y="1464"/>
                  </a:lnTo>
                  <a:lnTo>
                    <a:pt x="540" y="1482"/>
                  </a:lnTo>
                  <a:lnTo>
                    <a:pt x="540" y="1488"/>
                  </a:lnTo>
                  <a:lnTo>
                    <a:pt x="546" y="1500"/>
                  </a:lnTo>
                  <a:lnTo>
                    <a:pt x="552" y="1488"/>
                  </a:lnTo>
                  <a:lnTo>
                    <a:pt x="558" y="1482"/>
                  </a:lnTo>
                  <a:lnTo>
                    <a:pt x="564" y="1470"/>
                  </a:lnTo>
                  <a:lnTo>
                    <a:pt x="564" y="1458"/>
                  </a:lnTo>
                  <a:lnTo>
                    <a:pt x="558" y="1452"/>
                  </a:lnTo>
                  <a:lnTo>
                    <a:pt x="558" y="1440"/>
                  </a:lnTo>
                  <a:lnTo>
                    <a:pt x="576" y="1422"/>
                  </a:lnTo>
                  <a:lnTo>
                    <a:pt x="594" y="1386"/>
                  </a:lnTo>
                  <a:lnTo>
                    <a:pt x="594" y="1368"/>
                  </a:lnTo>
                  <a:lnTo>
                    <a:pt x="600" y="1356"/>
                  </a:lnTo>
                  <a:lnTo>
                    <a:pt x="600" y="1326"/>
                  </a:lnTo>
                  <a:lnTo>
                    <a:pt x="594" y="1314"/>
                  </a:lnTo>
                  <a:lnTo>
                    <a:pt x="594" y="1290"/>
                  </a:lnTo>
                  <a:lnTo>
                    <a:pt x="570" y="1266"/>
                  </a:lnTo>
                  <a:lnTo>
                    <a:pt x="570" y="1242"/>
                  </a:lnTo>
                  <a:lnTo>
                    <a:pt x="564" y="1224"/>
                  </a:lnTo>
                  <a:lnTo>
                    <a:pt x="564" y="1194"/>
                  </a:lnTo>
                  <a:lnTo>
                    <a:pt x="558" y="1182"/>
                  </a:lnTo>
                  <a:lnTo>
                    <a:pt x="516" y="1140"/>
                  </a:lnTo>
                  <a:lnTo>
                    <a:pt x="510" y="1128"/>
                  </a:lnTo>
                  <a:lnTo>
                    <a:pt x="504" y="1122"/>
                  </a:lnTo>
                  <a:lnTo>
                    <a:pt x="498" y="1110"/>
                  </a:lnTo>
                  <a:lnTo>
                    <a:pt x="492" y="1104"/>
                  </a:lnTo>
                  <a:lnTo>
                    <a:pt x="492" y="1098"/>
                  </a:lnTo>
                  <a:lnTo>
                    <a:pt x="486" y="1092"/>
                  </a:lnTo>
                  <a:lnTo>
                    <a:pt x="504" y="1056"/>
                  </a:lnTo>
                  <a:lnTo>
                    <a:pt x="510" y="1050"/>
                  </a:lnTo>
                  <a:lnTo>
                    <a:pt x="516" y="1038"/>
                  </a:lnTo>
                  <a:lnTo>
                    <a:pt x="516" y="1014"/>
                  </a:lnTo>
                  <a:lnTo>
                    <a:pt x="510" y="1002"/>
                  </a:lnTo>
                  <a:lnTo>
                    <a:pt x="522" y="1002"/>
                  </a:lnTo>
                  <a:lnTo>
                    <a:pt x="528" y="996"/>
                  </a:lnTo>
                  <a:lnTo>
                    <a:pt x="528" y="978"/>
                  </a:lnTo>
                  <a:lnTo>
                    <a:pt x="522" y="972"/>
                  </a:lnTo>
                  <a:lnTo>
                    <a:pt x="516" y="978"/>
                  </a:lnTo>
                  <a:lnTo>
                    <a:pt x="510" y="978"/>
                  </a:lnTo>
                  <a:lnTo>
                    <a:pt x="504" y="972"/>
                  </a:lnTo>
                  <a:lnTo>
                    <a:pt x="498" y="960"/>
                  </a:lnTo>
                  <a:lnTo>
                    <a:pt x="498" y="942"/>
                  </a:lnTo>
                  <a:lnTo>
                    <a:pt x="504" y="942"/>
                  </a:lnTo>
                  <a:lnTo>
                    <a:pt x="504" y="936"/>
                  </a:lnTo>
                  <a:lnTo>
                    <a:pt x="498" y="930"/>
                  </a:lnTo>
                  <a:lnTo>
                    <a:pt x="486" y="924"/>
                  </a:lnTo>
                  <a:lnTo>
                    <a:pt x="474" y="912"/>
                  </a:lnTo>
                  <a:lnTo>
                    <a:pt x="462" y="906"/>
                  </a:lnTo>
                  <a:lnTo>
                    <a:pt x="444" y="888"/>
                  </a:lnTo>
                  <a:lnTo>
                    <a:pt x="438" y="876"/>
                  </a:lnTo>
                  <a:lnTo>
                    <a:pt x="438" y="870"/>
                  </a:lnTo>
                  <a:lnTo>
                    <a:pt x="432" y="870"/>
                  </a:lnTo>
                  <a:lnTo>
                    <a:pt x="438" y="846"/>
                  </a:lnTo>
                  <a:lnTo>
                    <a:pt x="426" y="840"/>
                  </a:lnTo>
                  <a:lnTo>
                    <a:pt x="402" y="816"/>
                  </a:lnTo>
                  <a:lnTo>
                    <a:pt x="402" y="810"/>
                  </a:lnTo>
                  <a:lnTo>
                    <a:pt x="426" y="810"/>
                  </a:lnTo>
                  <a:lnTo>
                    <a:pt x="426" y="792"/>
                  </a:lnTo>
                  <a:lnTo>
                    <a:pt x="408" y="774"/>
                  </a:lnTo>
                  <a:lnTo>
                    <a:pt x="408" y="768"/>
                  </a:lnTo>
                  <a:lnTo>
                    <a:pt x="414" y="762"/>
                  </a:lnTo>
                  <a:lnTo>
                    <a:pt x="420" y="762"/>
                  </a:lnTo>
                  <a:lnTo>
                    <a:pt x="426" y="756"/>
                  </a:lnTo>
                  <a:lnTo>
                    <a:pt x="426" y="708"/>
                  </a:lnTo>
                  <a:lnTo>
                    <a:pt x="456" y="708"/>
                  </a:lnTo>
                  <a:lnTo>
                    <a:pt x="468" y="714"/>
                  </a:lnTo>
                  <a:lnTo>
                    <a:pt x="480" y="714"/>
                  </a:lnTo>
                  <a:lnTo>
                    <a:pt x="486" y="708"/>
                  </a:lnTo>
                  <a:lnTo>
                    <a:pt x="492" y="696"/>
                  </a:lnTo>
                  <a:lnTo>
                    <a:pt x="498" y="690"/>
                  </a:lnTo>
                  <a:lnTo>
                    <a:pt x="498" y="684"/>
                  </a:lnTo>
                  <a:lnTo>
                    <a:pt x="522" y="684"/>
                  </a:lnTo>
                  <a:lnTo>
                    <a:pt x="528" y="660"/>
                  </a:lnTo>
                  <a:lnTo>
                    <a:pt x="534" y="660"/>
                  </a:lnTo>
                  <a:lnTo>
                    <a:pt x="540" y="654"/>
                  </a:lnTo>
                  <a:lnTo>
                    <a:pt x="564" y="654"/>
                  </a:lnTo>
                  <a:lnTo>
                    <a:pt x="564" y="642"/>
                  </a:lnTo>
                  <a:lnTo>
                    <a:pt x="582" y="624"/>
                  </a:lnTo>
                  <a:lnTo>
                    <a:pt x="594" y="624"/>
                  </a:lnTo>
                  <a:lnTo>
                    <a:pt x="600" y="618"/>
                  </a:lnTo>
                  <a:lnTo>
                    <a:pt x="594" y="612"/>
                  </a:lnTo>
                  <a:lnTo>
                    <a:pt x="600" y="600"/>
                  </a:lnTo>
                  <a:lnTo>
                    <a:pt x="600" y="588"/>
                  </a:lnTo>
                  <a:lnTo>
                    <a:pt x="636" y="570"/>
                  </a:lnTo>
                  <a:lnTo>
                    <a:pt x="636" y="552"/>
                  </a:lnTo>
                  <a:lnTo>
                    <a:pt x="630" y="546"/>
                  </a:lnTo>
                  <a:lnTo>
                    <a:pt x="618" y="546"/>
                  </a:lnTo>
                  <a:lnTo>
                    <a:pt x="600" y="564"/>
                  </a:lnTo>
                  <a:lnTo>
                    <a:pt x="600" y="570"/>
                  </a:lnTo>
                  <a:lnTo>
                    <a:pt x="558" y="570"/>
                  </a:lnTo>
                  <a:lnTo>
                    <a:pt x="558" y="552"/>
                  </a:lnTo>
                  <a:lnTo>
                    <a:pt x="546" y="552"/>
                  </a:lnTo>
                  <a:lnTo>
                    <a:pt x="534" y="522"/>
                  </a:lnTo>
                  <a:lnTo>
                    <a:pt x="480" y="516"/>
                  </a:lnTo>
                  <a:lnTo>
                    <a:pt x="486" y="504"/>
                  </a:lnTo>
                  <a:lnTo>
                    <a:pt x="486" y="498"/>
                  </a:lnTo>
                  <a:lnTo>
                    <a:pt x="492" y="492"/>
                  </a:lnTo>
                  <a:lnTo>
                    <a:pt x="492" y="480"/>
                  </a:lnTo>
                  <a:lnTo>
                    <a:pt x="480" y="468"/>
                  </a:lnTo>
                  <a:lnTo>
                    <a:pt x="486" y="462"/>
                  </a:lnTo>
                  <a:lnTo>
                    <a:pt x="498" y="462"/>
                  </a:lnTo>
                  <a:lnTo>
                    <a:pt x="504" y="456"/>
                  </a:lnTo>
                  <a:lnTo>
                    <a:pt x="504" y="450"/>
                  </a:lnTo>
                  <a:lnTo>
                    <a:pt x="498" y="444"/>
                  </a:lnTo>
                  <a:lnTo>
                    <a:pt x="486" y="438"/>
                  </a:lnTo>
                  <a:lnTo>
                    <a:pt x="456" y="438"/>
                  </a:lnTo>
                  <a:lnTo>
                    <a:pt x="444" y="396"/>
                  </a:lnTo>
                  <a:lnTo>
                    <a:pt x="420" y="378"/>
                  </a:lnTo>
                  <a:lnTo>
                    <a:pt x="450" y="354"/>
                  </a:lnTo>
                  <a:lnTo>
                    <a:pt x="390" y="354"/>
                  </a:lnTo>
                  <a:lnTo>
                    <a:pt x="384" y="360"/>
                  </a:lnTo>
                  <a:lnTo>
                    <a:pt x="372" y="360"/>
                  </a:lnTo>
                  <a:lnTo>
                    <a:pt x="366" y="366"/>
                  </a:lnTo>
                  <a:lnTo>
                    <a:pt x="354" y="372"/>
                  </a:lnTo>
                  <a:lnTo>
                    <a:pt x="366" y="354"/>
                  </a:lnTo>
                  <a:lnTo>
                    <a:pt x="360" y="342"/>
                  </a:lnTo>
                  <a:lnTo>
                    <a:pt x="342" y="324"/>
                  </a:lnTo>
                  <a:lnTo>
                    <a:pt x="342" y="306"/>
                  </a:lnTo>
                  <a:lnTo>
                    <a:pt x="354" y="306"/>
                  </a:lnTo>
                  <a:lnTo>
                    <a:pt x="348" y="276"/>
                  </a:lnTo>
                  <a:lnTo>
                    <a:pt x="360" y="276"/>
                  </a:lnTo>
                  <a:lnTo>
                    <a:pt x="366" y="270"/>
                  </a:lnTo>
                  <a:lnTo>
                    <a:pt x="366" y="234"/>
                  </a:lnTo>
                  <a:lnTo>
                    <a:pt x="372" y="240"/>
                  </a:lnTo>
                  <a:lnTo>
                    <a:pt x="384" y="240"/>
                  </a:lnTo>
                  <a:lnTo>
                    <a:pt x="390" y="234"/>
                  </a:lnTo>
                  <a:lnTo>
                    <a:pt x="396" y="222"/>
                  </a:lnTo>
                  <a:lnTo>
                    <a:pt x="396" y="216"/>
                  </a:lnTo>
                  <a:lnTo>
                    <a:pt x="378" y="198"/>
                  </a:lnTo>
                  <a:lnTo>
                    <a:pt x="390" y="198"/>
                  </a:lnTo>
                  <a:lnTo>
                    <a:pt x="396" y="192"/>
                  </a:lnTo>
                  <a:lnTo>
                    <a:pt x="408" y="192"/>
                  </a:lnTo>
                  <a:lnTo>
                    <a:pt x="396" y="132"/>
                  </a:lnTo>
                  <a:lnTo>
                    <a:pt x="384" y="108"/>
                  </a:lnTo>
                  <a:lnTo>
                    <a:pt x="384" y="78"/>
                  </a:lnTo>
                  <a:lnTo>
                    <a:pt x="378" y="72"/>
                  </a:lnTo>
                  <a:lnTo>
                    <a:pt x="342" y="72"/>
                  </a:lnTo>
                  <a:lnTo>
                    <a:pt x="342" y="66"/>
                  </a:lnTo>
                  <a:lnTo>
                    <a:pt x="336" y="60"/>
                  </a:lnTo>
                  <a:lnTo>
                    <a:pt x="318" y="24"/>
                  </a:lnTo>
                  <a:lnTo>
                    <a:pt x="306" y="18"/>
                  </a:lnTo>
                  <a:lnTo>
                    <a:pt x="300" y="6"/>
                  </a:lnTo>
                  <a:lnTo>
                    <a:pt x="294" y="0"/>
                  </a:lnTo>
                  <a:lnTo>
                    <a:pt x="288" y="0"/>
                  </a:lnTo>
                  <a:lnTo>
                    <a:pt x="282" y="18"/>
                  </a:lnTo>
                  <a:lnTo>
                    <a:pt x="282" y="48"/>
                  </a:lnTo>
                  <a:lnTo>
                    <a:pt x="276" y="48"/>
                  </a:lnTo>
                  <a:lnTo>
                    <a:pt x="270" y="54"/>
                  </a:lnTo>
                  <a:lnTo>
                    <a:pt x="258" y="60"/>
                  </a:lnTo>
                  <a:lnTo>
                    <a:pt x="246" y="72"/>
                  </a:lnTo>
                  <a:lnTo>
                    <a:pt x="252" y="84"/>
                  </a:lnTo>
                  <a:lnTo>
                    <a:pt x="258" y="90"/>
                  </a:lnTo>
                  <a:lnTo>
                    <a:pt x="270" y="96"/>
                  </a:lnTo>
                  <a:lnTo>
                    <a:pt x="276" y="102"/>
                  </a:lnTo>
                  <a:lnTo>
                    <a:pt x="276" y="108"/>
                  </a:lnTo>
                  <a:lnTo>
                    <a:pt x="258" y="108"/>
                  </a:lnTo>
                  <a:lnTo>
                    <a:pt x="252" y="102"/>
                  </a:lnTo>
                  <a:lnTo>
                    <a:pt x="216" y="102"/>
                  </a:lnTo>
                  <a:lnTo>
                    <a:pt x="204" y="108"/>
                  </a:lnTo>
                  <a:lnTo>
                    <a:pt x="198" y="108"/>
                  </a:lnTo>
                  <a:lnTo>
                    <a:pt x="198" y="126"/>
                  </a:lnTo>
                  <a:lnTo>
                    <a:pt x="186" y="138"/>
                  </a:lnTo>
                  <a:lnTo>
                    <a:pt x="174" y="144"/>
                  </a:lnTo>
                  <a:lnTo>
                    <a:pt x="162" y="144"/>
                  </a:lnTo>
                  <a:lnTo>
                    <a:pt x="156" y="150"/>
                  </a:lnTo>
                  <a:lnTo>
                    <a:pt x="150" y="150"/>
                  </a:lnTo>
                  <a:lnTo>
                    <a:pt x="150" y="174"/>
                  </a:lnTo>
                  <a:lnTo>
                    <a:pt x="156" y="180"/>
                  </a:lnTo>
                  <a:lnTo>
                    <a:pt x="156" y="186"/>
                  </a:lnTo>
                  <a:lnTo>
                    <a:pt x="162" y="192"/>
                  </a:lnTo>
                  <a:lnTo>
                    <a:pt x="162" y="204"/>
                  </a:lnTo>
                  <a:lnTo>
                    <a:pt x="144" y="234"/>
                  </a:lnTo>
                  <a:lnTo>
                    <a:pt x="138" y="240"/>
                  </a:lnTo>
                  <a:lnTo>
                    <a:pt x="126" y="246"/>
                  </a:lnTo>
                  <a:lnTo>
                    <a:pt x="126" y="264"/>
                  </a:lnTo>
                  <a:lnTo>
                    <a:pt x="132" y="276"/>
                  </a:lnTo>
                  <a:lnTo>
                    <a:pt x="138" y="282"/>
                  </a:lnTo>
                  <a:lnTo>
                    <a:pt x="120" y="336"/>
                  </a:lnTo>
                  <a:lnTo>
                    <a:pt x="120" y="372"/>
                  </a:lnTo>
                  <a:lnTo>
                    <a:pt x="108" y="372"/>
                  </a:lnTo>
                  <a:lnTo>
                    <a:pt x="96" y="366"/>
                  </a:lnTo>
                  <a:lnTo>
                    <a:pt x="42" y="366"/>
                  </a:lnTo>
                  <a:lnTo>
                    <a:pt x="48" y="366"/>
                  </a:lnTo>
                  <a:lnTo>
                    <a:pt x="66" y="384"/>
                  </a:lnTo>
                  <a:lnTo>
                    <a:pt x="72" y="432"/>
                  </a:lnTo>
                  <a:lnTo>
                    <a:pt x="66" y="432"/>
                  </a:lnTo>
                  <a:lnTo>
                    <a:pt x="48" y="450"/>
                  </a:lnTo>
                  <a:lnTo>
                    <a:pt x="54" y="462"/>
                  </a:lnTo>
                  <a:lnTo>
                    <a:pt x="54" y="486"/>
                  </a:lnTo>
                  <a:lnTo>
                    <a:pt x="72" y="504"/>
                  </a:lnTo>
                  <a:lnTo>
                    <a:pt x="72" y="516"/>
                  </a:lnTo>
                  <a:lnTo>
                    <a:pt x="60" y="516"/>
                  </a:lnTo>
                  <a:lnTo>
                    <a:pt x="54" y="510"/>
                  </a:lnTo>
                  <a:lnTo>
                    <a:pt x="48" y="510"/>
                  </a:lnTo>
                  <a:lnTo>
                    <a:pt x="48" y="534"/>
                  </a:lnTo>
                  <a:lnTo>
                    <a:pt x="30" y="516"/>
                  </a:lnTo>
                  <a:lnTo>
                    <a:pt x="42" y="576"/>
                  </a:lnTo>
                  <a:lnTo>
                    <a:pt x="6" y="570"/>
                  </a:lnTo>
                  <a:lnTo>
                    <a:pt x="6" y="576"/>
                  </a:lnTo>
                  <a:lnTo>
                    <a:pt x="0" y="588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32" name="Mexico" descr="© INSCALE GmbH, 05.05.2010&#10;http://www.presentationload.com/">
              <a:extLst>
                <a:ext uri="{FF2B5EF4-FFF2-40B4-BE49-F238E27FC236}">
                  <a16:creationId xmlns:a16="http://schemas.microsoft.com/office/drawing/2014/main" id="{41BB435F-2082-4608-8680-CE166A03CFC4}"/>
                </a:ext>
              </a:extLst>
            </p:cNvPr>
            <p:cNvSpPr>
              <a:spLocks/>
            </p:cNvSpPr>
            <p:nvPr/>
          </p:nvSpPr>
          <p:spPr bwMode="gray">
            <a:xfrm>
              <a:off x="1120011" y="2137552"/>
              <a:ext cx="615192" cy="479091"/>
            </a:xfrm>
            <a:custGeom>
              <a:avLst/>
              <a:gdLst>
                <a:gd name="T0" fmla="*/ 2147483647 w 1860"/>
                <a:gd name="T1" fmla="*/ 2147483647 h 1458"/>
                <a:gd name="T2" fmla="*/ 2147483647 w 1860"/>
                <a:gd name="T3" fmla="*/ 2147483647 h 1458"/>
                <a:gd name="T4" fmla="*/ 2147483647 w 1860"/>
                <a:gd name="T5" fmla="*/ 2147483647 h 1458"/>
                <a:gd name="T6" fmla="*/ 2147483647 w 1860"/>
                <a:gd name="T7" fmla="*/ 2147483647 h 1458"/>
                <a:gd name="T8" fmla="*/ 2147483647 w 1860"/>
                <a:gd name="T9" fmla="*/ 2147483647 h 1458"/>
                <a:gd name="T10" fmla="*/ 2147483647 w 1860"/>
                <a:gd name="T11" fmla="*/ 2147483647 h 1458"/>
                <a:gd name="T12" fmla="*/ 2147483647 w 1860"/>
                <a:gd name="T13" fmla="*/ 2147483647 h 1458"/>
                <a:gd name="T14" fmla="*/ 2147483647 w 1860"/>
                <a:gd name="T15" fmla="*/ 2147483647 h 1458"/>
                <a:gd name="T16" fmla="*/ 2147483647 w 1860"/>
                <a:gd name="T17" fmla="*/ 2147483647 h 1458"/>
                <a:gd name="T18" fmla="*/ 2147483647 w 1860"/>
                <a:gd name="T19" fmla="*/ 2147483647 h 1458"/>
                <a:gd name="T20" fmla="*/ 2147483647 w 1860"/>
                <a:gd name="T21" fmla="*/ 2147483647 h 1458"/>
                <a:gd name="T22" fmla="*/ 2147483647 w 1860"/>
                <a:gd name="T23" fmla="*/ 2147483647 h 1458"/>
                <a:gd name="T24" fmla="*/ 2147483647 w 1860"/>
                <a:gd name="T25" fmla="*/ 2147483647 h 1458"/>
                <a:gd name="T26" fmla="*/ 2147483647 w 1860"/>
                <a:gd name="T27" fmla="*/ 2147483647 h 1458"/>
                <a:gd name="T28" fmla="*/ 2147483647 w 1860"/>
                <a:gd name="T29" fmla="*/ 2147483647 h 1458"/>
                <a:gd name="T30" fmla="*/ 2147483647 w 1860"/>
                <a:gd name="T31" fmla="*/ 2147483647 h 1458"/>
                <a:gd name="T32" fmla="*/ 2147483647 w 1860"/>
                <a:gd name="T33" fmla="*/ 2147483647 h 1458"/>
                <a:gd name="T34" fmla="*/ 2147483647 w 1860"/>
                <a:gd name="T35" fmla="*/ 2147483647 h 1458"/>
                <a:gd name="T36" fmla="*/ 2147483647 w 1860"/>
                <a:gd name="T37" fmla="*/ 2147483647 h 1458"/>
                <a:gd name="T38" fmla="*/ 2147483647 w 1860"/>
                <a:gd name="T39" fmla="*/ 2147483647 h 1458"/>
                <a:gd name="T40" fmla="*/ 2147483647 w 1860"/>
                <a:gd name="T41" fmla="*/ 2147483647 h 1458"/>
                <a:gd name="T42" fmla="*/ 2147483647 w 1860"/>
                <a:gd name="T43" fmla="*/ 2147483647 h 1458"/>
                <a:gd name="T44" fmla="*/ 2147483647 w 1860"/>
                <a:gd name="T45" fmla="*/ 2147483647 h 1458"/>
                <a:gd name="T46" fmla="*/ 2147483647 w 1860"/>
                <a:gd name="T47" fmla="*/ 2147483647 h 1458"/>
                <a:gd name="T48" fmla="*/ 2147483647 w 1860"/>
                <a:gd name="T49" fmla="*/ 2147483647 h 1458"/>
                <a:gd name="T50" fmla="*/ 2147483647 w 1860"/>
                <a:gd name="T51" fmla="*/ 2147483647 h 1458"/>
                <a:gd name="T52" fmla="*/ 2147483647 w 1860"/>
                <a:gd name="T53" fmla="*/ 2147483647 h 1458"/>
                <a:gd name="T54" fmla="*/ 2147483647 w 1860"/>
                <a:gd name="T55" fmla="*/ 2147483647 h 1458"/>
                <a:gd name="T56" fmla="*/ 0 w 1860"/>
                <a:gd name="T57" fmla="*/ 2147483647 h 1458"/>
                <a:gd name="T58" fmla="*/ 2147483647 w 1860"/>
                <a:gd name="T59" fmla="*/ 2147483647 h 1458"/>
                <a:gd name="T60" fmla="*/ 2147483647 w 1860"/>
                <a:gd name="T61" fmla="*/ 2147483647 h 1458"/>
                <a:gd name="T62" fmla="*/ 2147483647 w 1860"/>
                <a:gd name="T63" fmla="*/ 2147483647 h 1458"/>
                <a:gd name="T64" fmla="*/ 2147483647 w 1860"/>
                <a:gd name="T65" fmla="*/ 2147483647 h 1458"/>
                <a:gd name="T66" fmla="*/ 2147483647 w 1860"/>
                <a:gd name="T67" fmla="*/ 2147483647 h 1458"/>
                <a:gd name="T68" fmla="*/ 2147483647 w 1860"/>
                <a:gd name="T69" fmla="*/ 2147483647 h 1458"/>
                <a:gd name="T70" fmla="*/ 2147483647 w 1860"/>
                <a:gd name="T71" fmla="*/ 2147483647 h 1458"/>
                <a:gd name="T72" fmla="*/ 2147483647 w 1860"/>
                <a:gd name="T73" fmla="*/ 2147483647 h 1458"/>
                <a:gd name="T74" fmla="*/ 2147483647 w 1860"/>
                <a:gd name="T75" fmla="*/ 2147483647 h 1458"/>
                <a:gd name="T76" fmla="*/ 2147483647 w 1860"/>
                <a:gd name="T77" fmla="*/ 2147483647 h 1458"/>
                <a:gd name="T78" fmla="*/ 2147483647 w 1860"/>
                <a:gd name="T79" fmla="*/ 2147483647 h 1458"/>
                <a:gd name="T80" fmla="*/ 2147483647 w 1860"/>
                <a:gd name="T81" fmla="*/ 2147483647 h 1458"/>
                <a:gd name="T82" fmla="*/ 2147483647 w 1860"/>
                <a:gd name="T83" fmla="*/ 2147483647 h 1458"/>
                <a:gd name="T84" fmla="*/ 2147483647 w 1860"/>
                <a:gd name="T85" fmla="*/ 2147483647 h 1458"/>
                <a:gd name="T86" fmla="*/ 2147483647 w 1860"/>
                <a:gd name="T87" fmla="*/ 2147483647 h 1458"/>
                <a:gd name="T88" fmla="*/ 2147483647 w 1860"/>
                <a:gd name="T89" fmla="*/ 2147483647 h 1458"/>
                <a:gd name="T90" fmla="*/ 2147483647 w 1860"/>
                <a:gd name="T91" fmla="*/ 2147483647 h 1458"/>
                <a:gd name="T92" fmla="*/ 2147483647 w 1860"/>
                <a:gd name="T93" fmla="*/ 2147483647 h 1458"/>
                <a:gd name="T94" fmla="*/ 2147483647 w 1860"/>
                <a:gd name="T95" fmla="*/ 2147483647 h 1458"/>
                <a:gd name="T96" fmla="*/ 2147483647 w 1860"/>
                <a:gd name="T97" fmla="*/ 2147483647 h 1458"/>
                <a:gd name="T98" fmla="*/ 2147483647 w 1860"/>
                <a:gd name="T99" fmla="*/ 2147483647 h 1458"/>
                <a:gd name="T100" fmla="*/ 2147483647 w 1860"/>
                <a:gd name="T101" fmla="*/ 2147483647 h 1458"/>
                <a:gd name="T102" fmla="*/ 2147483647 w 1860"/>
                <a:gd name="T103" fmla="*/ 2147483647 h 1458"/>
                <a:gd name="T104" fmla="*/ 2147483647 w 1860"/>
                <a:gd name="T105" fmla="*/ 2147483647 h 1458"/>
                <a:gd name="T106" fmla="*/ 2147483647 w 1860"/>
                <a:gd name="T107" fmla="*/ 2147483647 h 1458"/>
                <a:gd name="T108" fmla="*/ 2147483647 w 1860"/>
                <a:gd name="T109" fmla="*/ 2147483647 h 1458"/>
                <a:gd name="T110" fmla="*/ 2147483647 w 1860"/>
                <a:gd name="T111" fmla="*/ 2147483647 h 1458"/>
                <a:gd name="T112" fmla="*/ 2147483647 w 1860"/>
                <a:gd name="T113" fmla="*/ 2147483647 h 1458"/>
                <a:gd name="T114" fmla="*/ 2147483647 w 1860"/>
                <a:gd name="T115" fmla="*/ 2147483647 h 1458"/>
                <a:gd name="T116" fmla="*/ 2147483647 w 1860"/>
                <a:gd name="T117" fmla="*/ 2147483647 h 1458"/>
                <a:gd name="T118" fmla="*/ 2147483647 w 1860"/>
                <a:gd name="T119" fmla="*/ 2147483647 h 1458"/>
                <a:gd name="T120" fmla="*/ 2147483647 w 1860"/>
                <a:gd name="T121" fmla="*/ 2147483647 h 145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860"/>
                <a:gd name="T184" fmla="*/ 0 h 1458"/>
                <a:gd name="T185" fmla="*/ 1860 w 1860"/>
                <a:gd name="T186" fmla="*/ 1458 h 145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860" h="1458">
                  <a:moveTo>
                    <a:pt x="1422" y="1440"/>
                  </a:moveTo>
                  <a:lnTo>
                    <a:pt x="1422" y="1380"/>
                  </a:lnTo>
                  <a:lnTo>
                    <a:pt x="1452" y="1332"/>
                  </a:lnTo>
                  <a:lnTo>
                    <a:pt x="1542" y="1338"/>
                  </a:lnTo>
                  <a:lnTo>
                    <a:pt x="1542" y="1320"/>
                  </a:lnTo>
                  <a:lnTo>
                    <a:pt x="1548" y="1320"/>
                  </a:lnTo>
                  <a:lnTo>
                    <a:pt x="1554" y="1314"/>
                  </a:lnTo>
                  <a:lnTo>
                    <a:pt x="1554" y="1302"/>
                  </a:lnTo>
                  <a:lnTo>
                    <a:pt x="1536" y="1302"/>
                  </a:lnTo>
                  <a:lnTo>
                    <a:pt x="1530" y="1278"/>
                  </a:lnTo>
                  <a:lnTo>
                    <a:pt x="1524" y="1278"/>
                  </a:lnTo>
                  <a:lnTo>
                    <a:pt x="1512" y="1272"/>
                  </a:lnTo>
                  <a:lnTo>
                    <a:pt x="1506" y="1272"/>
                  </a:lnTo>
                  <a:lnTo>
                    <a:pt x="1500" y="1266"/>
                  </a:lnTo>
                  <a:lnTo>
                    <a:pt x="1494" y="1254"/>
                  </a:lnTo>
                  <a:lnTo>
                    <a:pt x="1494" y="1248"/>
                  </a:lnTo>
                  <a:lnTo>
                    <a:pt x="1482" y="1242"/>
                  </a:lnTo>
                  <a:lnTo>
                    <a:pt x="1506" y="1242"/>
                  </a:lnTo>
                  <a:lnTo>
                    <a:pt x="1518" y="1236"/>
                  </a:lnTo>
                  <a:lnTo>
                    <a:pt x="1524" y="1236"/>
                  </a:lnTo>
                  <a:lnTo>
                    <a:pt x="1524" y="1212"/>
                  </a:lnTo>
                  <a:lnTo>
                    <a:pt x="1518" y="1200"/>
                  </a:lnTo>
                  <a:lnTo>
                    <a:pt x="1518" y="1188"/>
                  </a:lnTo>
                  <a:lnTo>
                    <a:pt x="1650" y="1194"/>
                  </a:lnTo>
                  <a:lnTo>
                    <a:pt x="1656" y="1182"/>
                  </a:lnTo>
                  <a:lnTo>
                    <a:pt x="1656" y="1176"/>
                  </a:lnTo>
                  <a:lnTo>
                    <a:pt x="1662" y="1176"/>
                  </a:lnTo>
                  <a:lnTo>
                    <a:pt x="1668" y="1182"/>
                  </a:lnTo>
                  <a:lnTo>
                    <a:pt x="1668" y="1188"/>
                  </a:lnTo>
                  <a:lnTo>
                    <a:pt x="1674" y="1188"/>
                  </a:lnTo>
                  <a:lnTo>
                    <a:pt x="1680" y="1182"/>
                  </a:lnTo>
                  <a:lnTo>
                    <a:pt x="1692" y="1176"/>
                  </a:lnTo>
                  <a:lnTo>
                    <a:pt x="1698" y="1164"/>
                  </a:lnTo>
                  <a:lnTo>
                    <a:pt x="1698" y="1152"/>
                  </a:lnTo>
                  <a:lnTo>
                    <a:pt x="1704" y="1146"/>
                  </a:lnTo>
                  <a:lnTo>
                    <a:pt x="1704" y="1140"/>
                  </a:lnTo>
                  <a:lnTo>
                    <a:pt x="1710" y="1152"/>
                  </a:lnTo>
                  <a:lnTo>
                    <a:pt x="1746" y="1116"/>
                  </a:lnTo>
                  <a:lnTo>
                    <a:pt x="1746" y="1122"/>
                  </a:lnTo>
                  <a:lnTo>
                    <a:pt x="1740" y="1128"/>
                  </a:lnTo>
                  <a:lnTo>
                    <a:pt x="1740" y="1146"/>
                  </a:lnTo>
                  <a:lnTo>
                    <a:pt x="1746" y="1152"/>
                  </a:lnTo>
                  <a:lnTo>
                    <a:pt x="1758" y="1152"/>
                  </a:lnTo>
                  <a:lnTo>
                    <a:pt x="1782" y="1086"/>
                  </a:lnTo>
                  <a:lnTo>
                    <a:pt x="1770" y="1074"/>
                  </a:lnTo>
                  <a:lnTo>
                    <a:pt x="1794" y="1068"/>
                  </a:lnTo>
                  <a:lnTo>
                    <a:pt x="1794" y="1056"/>
                  </a:lnTo>
                  <a:lnTo>
                    <a:pt x="1776" y="1050"/>
                  </a:lnTo>
                  <a:lnTo>
                    <a:pt x="1794" y="1032"/>
                  </a:lnTo>
                  <a:lnTo>
                    <a:pt x="1800" y="1008"/>
                  </a:lnTo>
                  <a:lnTo>
                    <a:pt x="1806" y="996"/>
                  </a:lnTo>
                  <a:lnTo>
                    <a:pt x="1818" y="990"/>
                  </a:lnTo>
                  <a:lnTo>
                    <a:pt x="1824" y="978"/>
                  </a:lnTo>
                  <a:lnTo>
                    <a:pt x="1836" y="966"/>
                  </a:lnTo>
                  <a:lnTo>
                    <a:pt x="1842" y="954"/>
                  </a:lnTo>
                  <a:lnTo>
                    <a:pt x="1848" y="948"/>
                  </a:lnTo>
                  <a:lnTo>
                    <a:pt x="1854" y="936"/>
                  </a:lnTo>
                  <a:lnTo>
                    <a:pt x="1854" y="930"/>
                  </a:lnTo>
                  <a:lnTo>
                    <a:pt x="1860" y="918"/>
                  </a:lnTo>
                  <a:lnTo>
                    <a:pt x="1860" y="900"/>
                  </a:lnTo>
                  <a:lnTo>
                    <a:pt x="1854" y="894"/>
                  </a:lnTo>
                  <a:lnTo>
                    <a:pt x="1818" y="894"/>
                  </a:lnTo>
                  <a:lnTo>
                    <a:pt x="1812" y="900"/>
                  </a:lnTo>
                  <a:lnTo>
                    <a:pt x="1800" y="900"/>
                  </a:lnTo>
                  <a:lnTo>
                    <a:pt x="1794" y="894"/>
                  </a:lnTo>
                  <a:lnTo>
                    <a:pt x="1782" y="894"/>
                  </a:lnTo>
                  <a:lnTo>
                    <a:pt x="1770" y="888"/>
                  </a:lnTo>
                  <a:lnTo>
                    <a:pt x="1746" y="888"/>
                  </a:lnTo>
                  <a:lnTo>
                    <a:pt x="1734" y="894"/>
                  </a:lnTo>
                  <a:lnTo>
                    <a:pt x="1716" y="900"/>
                  </a:lnTo>
                  <a:lnTo>
                    <a:pt x="1698" y="900"/>
                  </a:lnTo>
                  <a:lnTo>
                    <a:pt x="1686" y="906"/>
                  </a:lnTo>
                  <a:lnTo>
                    <a:pt x="1668" y="906"/>
                  </a:lnTo>
                  <a:lnTo>
                    <a:pt x="1656" y="912"/>
                  </a:lnTo>
                  <a:lnTo>
                    <a:pt x="1626" y="912"/>
                  </a:lnTo>
                  <a:lnTo>
                    <a:pt x="1614" y="918"/>
                  </a:lnTo>
                  <a:lnTo>
                    <a:pt x="1608" y="924"/>
                  </a:lnTo>
                  <a:lnTo>
                    <a:pt x="1596" y="948"/>
                  </a:lnTo>
                  <a:lnTo>
                    <a:pt x="1590" y="966"/>
                  </a:lnTo>
                  <a:lnTo>
                    <a:pt x="1590" y="1026"/>
                  </a:lnTo>
                  <a:lnTo>
                    <a:pt x="1572" y="1032"/>
                  </a:lnTo>
                  <a:lnTo>
                    <a:pt x="1572" y="1062"/>
                  </a:lnTo>
                  <a:lnTo>
                    <a:pt x="1566" y="1074"/>
                  </a:lnTo>
                  <a:lnTo>
                    <a:pt x="1542" y="1086"/>
                  </a:lnTo>
                  <a:lnTo>
                    <a:pt x="1524" y="1098"/>
                  </a:lnTo>
                  <a:lnTo>
                    <a:pt x="1512" y="1110"/>
                  </a:lnTo>
                  <a:lnTo>
                    <a:pt x="1512" y="1122"/>
                  </a:lnTo>
                  <a:lnTo>
                    <a:pt x="1506" y="1128"/>
                  </a:lnTo>
                  <a:lnTo>
                    <a:pt x="1506" y="1140"/>
                  </a:lnTo>
                  <a:lnTo>
                    <a:pt x="1500" y="1146"/>
                  </a:lnTo>
                  <a:lnTo>
                    <a:pt x="1488" y="1146"/>
                  </a:lnTo>
                  <a:lnTo>
                    <a:pt x="1476" y="1134"/>
                  </a:lnTo>
                  <a:lnTo>
                    <a:pt x="1476" y="1128"/>
                  </a:lnTo>
                  <a:lnTo>
                    <a:pt x="1470" y="1122"/>
                  </a:lnTo>
                  <a:lnTo>
                    <a:pt x="1440" y="1122"/>
                  </a:lnTo>
                  <a:lnTo>
                    <a:pt x="1416" y="1128"/>
                  </a:lnTo>
                  <a:lnTo>
                    <a:pt x="1392" y="1140"/>
                  </a:lnTo>
                  <a:lnTo>
                    <a:pt x="1356" y="1140"/>
                  </a:lnTo>
                  <a:lnTo>
                    <a:pt x="1338" y="1146"/>
                  </a:lnTo>
                  <a:lnTo>
                    <a:pt x="1290" y="1170"/>
                  </a:lnTo>
                  <a:lnTo>
                    <a:pt x="1284" y="1170"/>
                  </a:lnTo>
                  <a:lnTo>
                    <a:pt x="1272" y="1158"/>
                  </a:lnTo>
                  <a:lnTo>
                    <a:pt x="1266" y="1146"/>
                  </a:lnTo>
                  <a:lnTo>
                    <a:pt x="1266" y="1140"/>
                  </a:lnTo>
                  <a:lnTo>
                    <a:pt x="1260" y="1128"/>
                  </a:lnTo>
                  <a:lnTo>
                    <a:pt x="1242" y="1128"/>
                  </a:lnTo>
                  <a:lnTo>
                    <a:pt x="1224" y="1122"/>
                  </a:lnTo>
                  <a:lnTo>
                    <a:pt x="1194" y="1122"/>
                  </a:lnTo>
                  <a:lnTo>
                    <a:pt x="1194" y="1104"/>
                  </a:lnTo>
                  <a:lnTo>
                    <a:pt x="1188" y="1092"/>
                  </a:lnTo>
                  <a:lnTo>
                    <a:pt x="1176" y="1080"/>
                  </a:lnTo>
                  <a:lnTo>
                    <a:pt x="1170" y="1068"/>
                  </a:lnTo>
                  <a:lnTo>
                    <a:pt x="1164" y="1062"/>
                  </a:lnTo>
                  <a:lnTo>
                    <a:pt x="1164" y="1026"/>
                  </a:lnTo>
                  <a:lnTo>
                    <a:pt x="1128" y="966"/>
                  </a:lnTo>
                  <a:lnTo>
                    <a:pt x="1122" y="924"/>
                  </a:lnTo>
                  <a:lnTo>
                    <a:pt x="1110" y="894"/>
                  </a:lnTo>
                  <a:lnTo>
                    <a:pt x="1104" y="804"/>
                  </a:lnTo>
                  <a:lnTo>
                    <a:pt x="1110" y="798"/>
                  </a:lnTo>
                  <a:lnTo>
                    <a:pt x="1122" y="774"/>
                  </a:lnTo>
                  <a:lnTo>
                    <a:pt x="1128" y="768"/>
                  </a:lnTo>
                  <a:lnTo>
                    <a:pt x="1128" y="654"/>
                  </a:lnTo>
                  <a:lnTo>
                    <a:pt x="1152" y="648"/>
                  </a:lnTo>
                  <a:lnTo>
                    <a:pt x="1152" y="612"/>
                  </a:lnTo>
                  <a:lnTo>
                    <a:pt x="1158" y="600"/>
                  </a:lnTo>
                  <a:lnTo>
                    <a:pt x="1158" y="594"/>
                  </a:lnTo>
                  <a:lnTo>
                    <a:pt x="1164" y="588"/>
                  </a:lnTo>
                  <a:lnTo>
                    <a:pt x="1176" y="588"/>
                  </a:lnTo>
                  <a:lnTo>
                    <a:pt x="1182" y="594"/>
                  </a:lnTo>
                  <a:lnTo>
                    <a:pt x="1188" y="594"/>
                  </a:lnTo>
                  <a:lnTo>
                    <a:pt x="1188" y="588"/>
                  </a:lnTo>
                  <a:lnTo>
                    <a:pt x="1194" y="576"/>
                  </a:lnTo>
                  <a:lnTo>
                    <a:pt x="1194" y="564"/>
                  </a:lnTo>
                  <a:lnTo>
                    <a:pt x="1200" y="558"/>
                  </a:lnTo>
                  <a:lnTo>
                    <a:pt x="1206" y="546"/>
                  </a:lnTo>
                  <a:lnTo>
                    <a:pt x="1206" y="540"/>
                  </a:lnTo>
                  <a:lnTo>
                    <a:pt x="1206" y="546"/>
                  </a:lnTo>
                  <a:lnTo>
                    <a:pt x="1182" y="546"/>
                  </a:lnTo>
                  <a:lnTo>
                    <a:pt x="1176" y="534"/>
                  </a:lnTo>
                  <a:lnTo>
                    <a:pt x="1176" y="528"/>
                  </a:lnTo>
                  <a:lnTo>
                    <a:pt x="1134" y="528"/>
                  </a:lnTo>
                  <a:lnTo>
                    <a:pt x="1122" y="516"/>
                  </a:lnTo>
                  <a:lnTo>
                    <a:pt x="1110" y="516"/>
                  </a:lnTo>
                  <a:lnTo>
                    <a:pt x="1092" y="510"/>
                  </a:lnTo>
                  <a:lnTo>
                    <a:pt x="1080" y="498"/>
                  </a:lnTo>
                  <a:lnTo>
                    <a:pt x="1080" y="468"/>
                  </a:lnTo>
                  <a:lnTo>
                    <a:pt x="1068" y="456"/>
                  </a:lnTo>
                  <a:lnTo>
                    <a:pt x="1068" y="420"/>
                  </a:lnTo>
                  <a:lnTo>
                    <a:pt x="1074" y="420"/>
                  </a:lnTo>
                  <a:lnTo>
                    <a:pt x="1080" y="414"/>
                  </a:lnTo>
                  <a:lnTo>
                    <a:pt x="1080" y="408"/>
                  </a:lnTo>
                  <a:lnTo>
                    <a:pt x="1068" y="396"/>
                  </a:lnTo>
                  <a:lnTo>
                    <a:pt x="1056" y="390"/>
                  </a:lnTo>
                  <a:lnTo>
                    <a:pt x="1050" y="384"/>
                  </a:lnTo>
                  <a:lnTo>
                    <a:pt x="1050" y="360"/>
                  </a:lnTo>
                  <a:lnTo>
                    <a:pt x="1038" y="354"/>
                  </a:lnTo>
                  <a:lnTo>
                    <a:pt x="1032" y="342"/>
                  </a:lnTo>
                  <a:lnTo>
                    <a:pt x="1032" y="330"/>
                  </a:lnTo>
                  <a:lnTo>
                    <a:pt x="1038" y="318"/>
                  </a:lnTo>
                  <a:lnTo>
                    <a:pt x="1038" y="294"/>
                  </a:lnTo>
                  <a:lnTo>
                    <a:pt x="1026" y="282"/>
                  </a:lnTo>
                  <a:lnTo>
                    <a:pt x="1020" y="270"/>
                  </a:lnTo>
                  <a:lnTo>
                    <a:pt x="1008" y="258"/>
                  </a:lnTo>
                  <a:lnTo>
                    <a:pt x="1002" y="246"/>
                  </a:lnTo>
                  <a:lnTo>
                    <a:pt x="996" y="240"/>
                  </a:lnTo>
                  <a:lnTo>
                    <a:pt x="990" y="228"/>
                  </a:lnTo>
                  <a:lnTo>
                    <a:pt x="948" y="228"/>
                  </a:lnTo>
                  <a:lnTo>
                    <a:pt x="930" y="222"/>
                  </a:lnTo>
                  <a:lnTo>
                    <a:pt x="930" y="228"/>
                  </a:lnTo>
                  <a:lnTo>
                    <a:pt x="912" y="228"/>
                  </a:lnTo>
                  <a:lnTo>
                    <a:pt x="900" y="240"/>
                  </a:lnTo>
                  <a:lnTo>
                    <a:pt x="888" y="264"/>
                  </a:lnTo>
                  <a:lnTo>
                    <a:pt x="876" y="276"/>
                  </a:lnTo>
                  <a:lnTo>
                    <a:pt x="852" y="288"/>
                  </a:lnTo>
                  <a:lnTo>
                    <a:pt x="840" y="288"/>
                  </a:lnTo>
                  <a:lnTo>
                    <a:pt x="822" y="276"/>
                  </a:lnTo>
                  <a:lnTo>
                    <a:pt x="810" y="270"/>
                  </a:lnTo>
                  <a:lnTo>
                    <a:pt x="780" y="240"/>
                  </a:lnTo>
                  <a:lnTo>
                    <a:pt x="780" y="228"/>
                  </a:lnTo>
                  <a:lnTo>
                    <a:pt x="786" y="216"/>
                  </a:lnTo>
                  <a:lnTo>
                    <a:pt x="786" y="174"/>
                  </a:lnTo>
                  <a:lnTo>
                    <a:pt x="780" y="162"/>
                  </a:lnTo>
                  <a:lnTo>
                    <a:pt x="768" y="150"/>
                  </a:lnTo>
                  <a:lnTo>
                    <a:pt x="756" y="144"/>
                  </a:lnTo>
                  <a:lnTo>
                    <a:pt x="744" y="144"/>
                  </a:lnTo>
                  <a:lnTo>
                    <a:pt x="738" y="114"/>
                  </a:lnTo>
                  <a:lnTo>
                    <a:pt x="708" y="102"/>
                  </a:lnTo>
                  <a:lnTo>
                    <a:pt x="708" y="78"/>
                  </a:lnTo>
                  <a:lnTo>
                    <a:pt x="696" y="66"/>
                  </a:lnTo>
                  <a:lnTo>
                    <a:pt x="582" y="66"/>
                  </a:lnTo>
                  <a:lnTo>
                    <a:pt x="576" y="72"/>
                  </a:lnTo>
                  <a:lnTo>
                    <a:pt x="576" y="90"/>
                  </a:lnTo>
                  <a:lnTo>
                    <a:pt x="570" y="102"/>
                  </a:lnTo>
                  <a:lnTo>
                    <a:pt x="570" y="108"/>
                  </a:lnTo>
                  <a:lnTo>
                    <a:pt x="366" y="108"/>
                  </a:lnTo>
                  <a:lnTo>
                    <a:pt x="156" y="12"/>
                  </a:lnTo>
                  <a:lnTo>
                    <a:pt x="150" y="12"/>
                  </a:lnTo>
                  <a:lnTo>
                    <a:pt x="150" y="6"/>
                  </a:lnTo>
                  <a:lnTo>
                    <a:pt x="156" y="0"/>
                  </a:lnTo>
                  <a:lnTo>
                    <a:pt x="12" y="6"/>
                  </a:lnTo>
                  <a:lnTo>
                    <a:pt x="6" y="0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2" y="66"/>
                  </a:lnTo>
                  <a:lnTo>
                    <a:pt x="18" y="78"/>
                  </a:lnTo>
                  <a:lnTo>
                    <a:pt x="0" y="90"/>
                  </a:lnTo>
                  <a:lnTo>
                    <a:pt x="12" y="114"/>
                  </a:lnTo>
                  <a:lnTo>
                    <a:pt x="6" y="126"/>
                  </a:lnTo>
                  <a:lnTo>
                    <a:pt x="24" y="144"/>
                  </a:lnTo>
                  <a:lnTo>
                    <a:pt x="6" y="174"/>
                  </a:lnTo>
                  <a:lnTo>
                    <a:pt x="18" y="180"/>
                  </a:lnTo>
                  <a:lnTo>
                    <a:pt x="18" y="210"/>
                  </a:lnTo>
                  <a:lnTo>
                    <a:pt x="24" y="228"/>
                  </a:lnTo>
                  <a:lnTo>
                    <a:pt x="24" y="240"/>
                  </a:lnTo>
                  <a:lnTo>
                    <a:pt x="30" y="252"/>
                  </a:lnTo>
                  <a:lnTo>
                    <a:pt x="42" y="264"/>
                  </a:lnTo>
                  <a:lnTo>
                    <a:pt x="60" y="264"/>
                  </a:lnTo>
                  <a:lnTo>
                    <a:pt x="60" y="270"/>
                  </a:lnTo>
                  <a:lnTo>
                    <a:pt x="66" y="276"/>
                  </a:lnTo>
                  <a:lnTo>
                    <a:pt x="72" y="288"/>
                  </a:lnTo>
                  <a:lnTo>
                    <a:pt x="84" y="300"/>
                  </a:lnTo>
                  <a:lnTo>
                    <a:pt x="90" y="318"/>
                  </a:lnTo>
                  <a:lnTo>
                    <a:pt x="96" y="330"/>
                  </a:lnTo>
                  <a:lnTo>
                    <a:pt x="96" y="342"/>
                  </a:lnTo>
                  <a:lnTo>
                    <a:pt x="78" y="378"/>
                  </a:lnTo>
                  <a:lnTo>
                    <a:pt x="72" y="384"/>
                  </a:lnTo>
                  <a:lnTo>
                    <a:pt x="72" y="390"/>
                  </a:lnTo>
                  <a:lnTo>
                    <a:pt x="84" y="396"/>
                  </a:lnTo>
                  <a:lnTo>
                    <a:pt x="72" y="414"/>
                  </a:lnTo>
                  <a:lnTo>
                    <a:pt x="60" y="396"/>
                  </a:lnTo>
                  <a:lnTo>
                    <a:pt x="12" y="390"/>
                  </a:lnTo>
                  <a:lnTo>
                    <a:pt x="36" y="414"/>
                  </a:lnTo>
                  <a:lnTo>
                    <a:pt x="42" y="438"/>
                  </a:lnTo>
                  <a:lnTo>
                    <a:pt x="66" y="444"/>
                  </a:lnTo>
                  <a:lnTo>
                    <a:pt x="78" y="456"/>
                  </a:lnTo>
                  <a:lnTo>
                    <a:pt x="84" y="468"/>
                  </a:lnTo>
                  <a:lnTo>
                    <a:pt x="90" y="474"/>
                  </a:lnTo>
                  <a:lnTo>
                    <a:pt x="96" y="474"/>
                  </a:lnTo>
                  <a:lnTo>
                    <a:pt x="102" y="468"/>
                  </a:lnTo>
                  <a:lnTo>
                    <a:pt x="108" y="468"/>
                  </a:lnTo>
                  <a:lnTo>
                    <a:pt x="120" y="462"/>
                  </a:lnTo>
                  <a:lnTo>
                    <a:pt x="126" y="456"/>
                  </a:lnTo>
                  <a:lnTo>
                    <a:pt x="126" y="480"/>
                  </a:lnTo>
                  <a:lnTo>
                    <a:pt x="144" y="516"/>
                  </a:lnTo>
                  <a:lnTo>
                    <a:pt x="156" y="528"/>
                  </a:lnTo>
                  <a:lnTo>
                    <a:pt x="168" y="552"/>
                  </a:lnTo>
                  <a:lnTo>
                    <a:pt x="168" y="564"/>
                  </a:lnTo>
                  <a:lnTo>
                    <a:pt x="156" y="588"/>
                  </a:lnTo>
                  <a:lnTo>
                    <a:pt x="150" y="606"/>
                  </a:lnTo>
                  <a:lnTo>
                    <a:pt x="150" y="618"/>
                  </a:lnTo>
                  <a:lnTo>
                    <a:pt x="180" y="648"/>
                  </a:lnTo>
                  <a:lnTo>
                    <a:pt x="192" y="666"/>
                  </a:lnTo>
                  <a:lnTo>
                    <a:pt x="222" y="696"/>
                  </a:lnTo>
                  <a:lnTo>
                    <a:pt x="234" y="714"/>
                  </a:lnTo>
                  <a:lnTo>
                    <a:pt x="264" y="744"/>
                  </a:lnTo>
                  <a:lnTo>
                    <a:pt x="258" y="750"/>
                  </a:lnTo>
                  <a:lnTo>
                    <a:pt x="258" y="762"/>
                  </a:lnTo>
                  <a:lnTo>
                    <a:pt x="252" y="768"/>
                  </a:lnTo>
                  <a:lnTo>
                    <a:pt x="252" y="780"/>
                  </a:lnTo>
                  <a:lnTo>
                    <a:pt x="258" y="786"/>
                  </a:lnTo>
                  <a:lnTo>
                    <a:pt x="276" y="786"/>
                  </a:lnTo>
                  <a:lnTo>
                    <a:pt x="288" y="780"/>
                  </a:lnTo>
                  <a:lnTo>
                    <a:pt x="294" y="768"/>
                  </a:lnTo>
                  <a:lnTo>
                    <a:pt x="306" y="762"/>
                  </a:lnTo>
                  <a:lnTo>
                    <a:pt x="312" y="756"/>
                  </a:lnTo>
                  <a:lnTo>
                    <a:pt x="306" y="738"/>
                  </a:lnTo>
                  <a:lnTo>
                    <a:pt x="306" y="732"/>
                  </a:lnTo>
                  <a:lnTo>
                    <a:pt x="300" y="726"/>
                  </a:lnTo>
                  <a:lnTo>
                    <a:pt x="300" y="708"/>
                  </a:lnTo>
                  <a:lnTo>
                    <a:pt x="288" y="684"/>
                  </a:lnTo>
                  <a:lnTo>
                    <a:pt x="282" y="678"/>
                  </a:lnTo>
                  <a:lnTo>
                    <a:pt x="258" y="678"/>
                  </a:lnTo>
                  <a:lnTo>
                    <a:pt x="240" y="648"/>
                  </a:lnTo>
                  <a:lnTo>
                    <a:pt x="240" y="576"/>
                  </a:lnTo>
                  <a:lnTo>
                    <a:pt x="222" y="546"/>
                  </a:lnTo>
                  <a:lnTo>
                    <a:pt x="228" y="534"/>
                  </a:lnTo>
                  <a:lnTo>
                    <a:pt x="228" y="528"/>
                  </a:lnTo>
                  <a:lnTo>
                    <a:pt x="234" y="516"/>
                  </a:lnTo>
                  <a:lnTo>
                    <a:pt x="234" y="492"/>
                  </a:lnTo>
                  <a:lnTo>
                    <a:pt x="228" y="486"/>
                  </a:lnTo>
                  <a:lnTo>
                    <a:pt x="216" y="480"/>
                  </a:lnTo>
                  <a:lnTo>
                    <a:pt x="210" y="474"/>
                  </a:lnTo>
                  <a:lnTo>
                    <a:pt x="198" y="474"/>
                  </a:lnTo>
                  <a:lnTo>
                    <a:pt x="198" y="432"/>
                  </a:lnTo>
                  <a:lnTo>
                    <a:pt x="168" y="396"/>
                  </a:lnTo>
                  <a:lnTo>
                    <a:pt x="174" y="336"/>
                  </a:lnTo>
                  <a:lnTo>
                    <a:pt x="168" y="330"/>
                  </a:lnTo>
                  <a:lnTo>
                    <a:pt x="162" y="318"/>
                  </a:lnTo>
                  <a:lnTo>
                    <a:pt x="144" y="300"/>
                  </a:lnTo>
                  <a:lnTo>
                    <a:pt x="138" y="288"/>
                  </a:lnTo>
                  <a:lnTo>
                    <a:pt x="138" y="276"/>
                  </a:lnTo>
                  <a:lnTo>
                    <a:pt x="132" y="264"/>
                  </a:lnTo>
                  <a:lnTo>
                    <a:pt x="132" y="246"/>
                  </a:lnTo>
                  <a:lnTo>
                    <a:pt x="126" y="240"/>
                  </a:lnTo>
                  <a:lnTo>
                    <a:pt x="120" y="228"/>
                  </a:lnTo>
                  <a:lnTo>
                    <a:pt x="108" y="216"/>
                  </a:lnTo>
                  <a:lnTo>
                    <a:pt x="102" y="204"/>
                  </a:lnTo>
                  <a:lnTo>
                    <a:pt x="96" y="198"/>
                  </a:lnTo>
                  <a:lnTo>
                    <a:pt x="96" y="192"/>
                  </a:lnTo>
                  <a:lnTo>
                    <a:pt x="102" y="186"/>
                  </a:lnTo>
                  <a:lnTo>
                    <a:pt x="114" y="162"/>
                  </a:lnTo>
                  <a:lnTo>
                    <a:pt x="114" y="114"/>
                  </a:lnTo>
                  <a:lnTo>
                    <a:pt x="120" y="108"/>
                  </a:lnTo>
                  <a:lnTo>
                    <a:pt x="126" y="96"/>
                  </a:lnTo>
                  <a:lnTo>
                    <a:pt x="126" y="60"/>
                  </a:lnTo>
                  <a:lnTo>
                    <a:pt x="132" y="66"/>
                  </a:lnTo>
                  <a:lnTo>
                    <a:pt x="144" y="72"/>
                  </a:lnTo>
                  <a:lnTo>
                    <a:pt x="150" y="84"/>
                  </a:lnTo>
                  <a:lnTo>
                    <a:pt x="162" y="90"/>
                  </a:lnTo>
                  <a:lnTo>
                    <a:pt x="180" y="90"/>
                  </a:lnTo>
                  <a:lnTo>
                    <a:pt x="186" y="84"/>
                  </a:lnTo>
                  <a:lnTo>
                    <a:pt x="198" y="84"/>
                  </a:lnTo>
                  <a:lnTo>
                    <a:pt x="198" y="102"/>
                  </a:lnTo>
                  <a:lnTo>
                    <a:pt x="204" y="108"/>
                  </a:lnTo>
                  <a:lnTo>
                    <a:pt x="216" y="114"/>
                  </a:lnTo>
                  <a:lnTo>
                    <a:pt x="234" y="114"/>
                  </a:lnTo>
                  <a:lnTo>
                    <a:pt x="234" y="120"/>
                  </a:lnTo>
                  <a:lnTo>
                    <a:pt x="228" y="126"/>
                  </a:lnTo>
                  <a:lnTo>
                    <a:pt x="228" y="186"/>
                  </a:lnTo>
                  <a:lnTo>
                    <a:pt x="240" y="258"/>
                  </a:lnTo>
                  <a:lnTo>
                    <a:pt x="240" y="270"/>
                  </a:lnTo>
                  <a:lnTo>
                    <a:pt x="246" y="282"/>
                  </a:lnTo>
                  <a:lnTo>
                    <a:pt x="252" y="306"/>
                  </a:lnTo>
                  <a:lnTo>
                    <a:pt x="264" y="342"/>
                  </a:lnTo>
                  <a:lnTo>
                    <a:pt x="276" y="372"/>
                  </a:lnTo>
                  <a:lnTo>
                    <a:pt x="282" y="384"/>
                  </a:lnTo>
                  <a:lnTo>
                    <a:pt x="324" y="384"/>
                  </a:lnTo>
                  <a:lnTo>
                    <a:pt x="318" y="390"/>
                  </a:lnTo>
                  <a:lnTo>
                    <a:pt x="306" y="414"/>
                  </a:lnTo>
                  <a:lnTo>
                    <a:pt x="318" y="438"/>
                  </a:lnTo>
                  <a:lnTo>
                    <a:pt x="330" y="444"/>
                  </a:lnTo>
                  <a:lnTo>
                    <a:pt x="336" y="450"/>
                  </a:lnTo>
                  <a:lnTo>
                    <a:pt x="348" y="450"/>
                  </a:lnTo>
                  <a:lnTo>
                    <a:pt x="354" y="474"/>
                  </a:lnTo>
                  <a:lnTo>
                    <a:pt x="384" y="474"/>
                  </a:lnTo>
                  <a:lnTo>
                    <a:pt x="390" y="516"/>
                  </a:lnTo>
                  <a:lnTo>
                    <a:pt x="384" y="516"/>
                  </a:lnTo>
                  <a:lnTo>
                    <a:pt x="378" y="522"/>
                  </a:lnTo>
                  <a:lnTo>
                    <a:pt x="366" y="528"/>
                  </a:lnTo>
                  <a:lnTo>
                    <a:pt x="360" y="534"/>
                  </a:lnTo>
                  <a:lnTo>
                    <a:pt x="354" y="546"/>
                  </a:lnTo>
                  <a:lnTo>
                    <a:pt x="354" y="558"/>
                  </a:lnTo>
                  <a:lnTo>
                    <a:pt x="360" y="564"/>
                  </a:lnTo>
                  <a:lnTo>
                    <a:pt x="372" y="570"/>
                  </a:lnTo>
                  <a:lnTo>
                    <a:pt x="384" y="558"/>
                  </a:lnTo>
                  <a:lnTo>
                    <a:pt x="384" y="564"/>
                  </a:lnTo>
                  <a:lnTo>
                    <a:pt x="396" y="576"/>
                  </a:lnTo>
                  <a:lnTo>
                    <a:pt x="396" y="588"/>
                  </a:lnTo>
                  <a:lnTo>
                    <a:pt x="402" y="594"/>
                  </a:lnTo>
                  <a:lnTo>
                    <a:pt x="414" y="594"/>
                  </a:lnTo>
                  <a:lnTo>
                    <a:pt x="426" y="600"/>
                  </a:lnTo>
                  <a:lnTo>
                    <a:pt x="432" y="600"/>
                  </a:lnTo>
                  <a:lnTo>
                    <a:pt x="438" y="606"/>
                  </a:lnTo>
                  <a:lnTo>
                    <a:pt x="438" y="624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26" y="648"/>
                  </a:lnTo>
                  <a:lnTo>
                    <a:pt x="426" y="654"/>
                  </a:lnTo>
                  <a:lnTo>
                    <a:pt x="468" y="654"/>
                  </a:lnTo>
                  <a:lnTo>
                    <a:pt x="468" y="684"/>
                  </a:lnTo>
                  <a:lnTo>
                    <a:pt x="504" y="720"/>
                  </a:lnTo>
                  <a:lnTo>
                    <a:pt x="510" y="732"/>
                  </a:lnTo>
                  <a:lnTo>
                    <a:pt x="528" y="750"/>
                  </a:lnTo>
                  <a:lnTo>
                    <a:pt x="534" y="768"/>
                  </a:lnTo>
                  <a:lnTo>
                    <a:pt x="546" y="780"/>
                  </a:lnTo>
                  <a:lnTo>
                    <a:pt x="552" y="798"/>
                  </a:lnTo>
                  <a:lnTo>
                    <a:pt x="558" y="810"/>
                  </a:lnTo>
                  <a:lnTo>
                    <a:pt x="558" y="870"/>
                  </a:lnTo>
                  <a:lnTo>
                    <a:pt x="564" y="882"/>
                  </a:lnTo>
                  <a:lnTo>
                    <a:pt x="576" y="894"/>
                  </a:lnTo>
                  <a:lnTo>
                    <a:pt x="576" y="906"/>
                  </a:lnTo>
                  <a:lnTo>
                    <a:pt x="570" y="918"/>
                  </a:lnTo>
                  <a:lnTo>
                    <a:pt x="552" y="936"/>
                  </a:lnTo>
                  <a:lnTo>
                    <a:pt x="546" y="948"/>
                  </a:lnTo>
                  <a:lnTo>
                    <a:pt x="546" y="954"/>
                  </a:lnTo>
                  <a:lnTo>
                    <a:pt x="552" y="960"/>
                  </a:lnTo>
                  <a:lnTo>
                    <a:pt x="564" y="966"/>
                  </a:lnTo>
                  <a:lnTo>
                    <a:pt x="540" y="966"/>
                  </a:lnTo>
                  <a:lnTo>
                    <a:pt x="528" y="972"/>
                  </a:lnTo>
                  <a:lnTo>
                    <a:pt x="528" y="1038"/>
                  </a:lnTo>
                  <a:lnTo>
                    <a:pt x="534" y="1056"/>
                  </a:lnTo>
                  <a:lnTo>
                    <a:pt x="540" y="1062"/>
                  </a:lnTo>
                  <a:lnTo>
                    <a:pt x="546" y="1074"/>
                  </a:lnTo>
                  <a:lnTo>
                    <a:pt x="558" y="1074"/>
                  </a:lnTo>
                  <a:lnTo>
                    <a:pt x="576" y="1080"/>
                  </a:lnTo>
                  <a:lnTo>
                    <a:pt x="600" y="1080"/>
                  </a:lnTo>
                  <a:lnTo>
                    <a:pt x="612" y="1086"/>
                  </a:lnTo>
                  <a:lnTo>
                    <a:pt x="636" y="1110"/>
                  </a:lnTo>
                  <a:lnTo>
                    <a:pt x="642" y="1122"/>
                  </a:lnTo>
                  <a:lnTo>
                    <a:pt x="648" y="1140"/>
                  </a:lnTo>
                  <a:lnTo>
                    <a:pt x="654" y="1152"/>
                  </a:lnTo>
                  <a:lnTo>
                    <a:pt x="666" y="1164"/>
                  </a:lnTo>
                  <a:lnTo>
                    <a:pt x="678" y="1170"/>
                  </a:lnTo>
                  <a:lnTo>
                    <a:pt x="732" y="1170"/>
                  </a:lnTo>
                  <a:lnTo>
                    <a:pt x="750" y="1176"/>
                  </a:lnTo>
                  <a:lnTo>
                    <a:pt x="762" y="1182"/>
                  </a:lnTo>
                  <a:lnTo>
                    <a:pt x="768" y="1188"/>
                  </a:lnTo>
                  <a:lnTo>
                    <a:pt x="774" y="1200"/>
                  </a:lnTo>
                  <a:lnTo>
                    <a:pt x="786" y="1218"/>
                  </a:lnTo>
                  <a:lnTo>
                    <a:pt x="810" y="1242"/>
                  </a:lnTo>
                  <a:lnTo>
                    <a:pt x="834" y="1254"/>
                  </a:lnTo>
                  <a:lnTo>
                    <a:pt x="870" y="1266"/>
                  </a:lnTo>
                  <a:lnTo>
                    <a:pt x="912" y="1272"/>
                  </a:lnTo>
                  <a:lnTo>
                    <a:pt x="942" y="1278"/>
                  </a:lnTo>
                  <a:lnTo>
                    <a:pt x="960" y="1290"/>
                  </a:lnTo>
                  <a:lnTo>
                    <a:pt x="966" y="1302"/>
                  </a:lnTo>
                  <a:lnTo>
                    <a:pt x="978" y="1314"/>
                  </a:lnTo>
                  <a:lnTo>
                    <a:pt x="990" y="1320"/>
                  </a:lnTo>
                  <a:lnTo>
                    <a:pt x="996" y="1320"/>
                  </a:lnTo>
                  <a:lnTo>
                    <a:pt x="1002" y="1326"/>
                  </a:lnTo>
                  <a:lnTo>
                    <a:pt x="1008" y="1338"/>
                  </a:lnTo>
                  <a:lnTo>
                    <a:pt x="1014" y="1344"/>
                  </a:lnTo>
                  <a:lnTo>
                    <a:pt x="1080" y="1344"/>
                  </a:lnTo>
                  <a:lnTo>
                    <a:pt x="1092" y="1356"/>
                  </a:lnTo>
                  <a:lnTo>
                    <a:pt x="1098" y="1368"/>
                  </a:lnTo>
                  <a:lnTo>
                    <a:pt x="1104" y="1374"/>
                  </a:lnTo>
                  <a:lnTo>
                    <a:pt x="1116" y="1374"/>
                  </a:lnTo>
                  <a:lnTo>
                    <a:pt x="1140" y="1362"/>
                  </a:lnTo>
                  <a:lnTo>
                    <a:pt x="1170" y="1350"/>
                  </a:lnTo>
                  <a:lnTo>
                    <a:pt x="1206" y="1332"/>
                  </a:lnTo>
                  <a:lnTo>
                    <a:pt x="1260" y="1314"/>
                  </a:lnTo>
                  <a:lnTo>
                    <a:pt x="1278" y="1326"/>
                  </a:lnTo>
                  <a:lnTo>
                    <a:pt x="1308" y="1350"/>
                  </a:lnTo>
                  <a:lnTo>
                    <a:pt x="1344" y="1374"/>
                  </a:lnTo>
                  <a:lnTo>
                    <a:pt x="1386" y="1416"/>
                  </a:lnTo>
                  <a:lnTo>
                    <a:pt x="1386" y="1428"/>
                  </a:lnTo>
                  <a:lnTo>
                    <a:pt x="1392" y="1446"/>
                  </a:lnTo>
                  <a:lnTo>
                    <a:pt x="1398" y="1458"/>
                  </a:lnTo>
                  <a:lnTo>
                    <a:pt x="1416" y="1458"/>
                  </a:lnTo>
                  <a:lnTo>
                    <a:pt x="1422" y="1452"/>
                  </a:lnTo>
                  <a:lnTo>
                    <a:pt x="1422" y="1440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33" name="Morocco" descr="© INSCALE GmbH, 05.05.2010&#10;http://www.presentationload.com/">
              <a:extLst>
                <a:ext uri="{FF2B5EF4-FFF2-40B4-BE49-F238E27FC236}">
                  <a16:creationId xmlns:a16="http://schemas.microsoft.com/office/drawing/2014/main" id="{7E1D7DB2-E16B-4C27-B8B6-3B076B632F4E}"/>
                </a:ext>
              </a:extLst>
            </p:cNvPr>
            <p:cNvSpPr>
              <a:spLocks/>
            </p:cNvSpPr>
            <p:nvPr/>
          </p:nvSpPr>
          <p:spPr bwMode="gray">
            <a:xfrm>
              <a:off x="3439902" y="2052780"/>
              <a:ext cx="280455" cy="217067"/>
            </a:xfrm>
            <a:custGeom>
              <a:avLst/>
              <a:gdLst>
                <a:gd name="T0" fmla="*/ 2147483647 w 846"/>
                <a:gd name="T1" fmla="*/ 2147483647 h 660"/>
                <a:gd name="T2" fmla="*/ 2147483647 w 846"/>
                <a:gd name="T3" fmla="*/ 2147483647 h 660"/>
                <a:gd name="T4" fmla="*/ 2147483647 w 846"/>
                <a:gd name="T5" fmla="*/ 2147483647 h 660"/>
                <a:gd name="T6" fmla="*/ 2147483647 w 846"/>
                <a:gd name="T7" fmla="*/ 2147483647 h 660"/>
                <a:gd name="T8" fmla="*/ 2147483647 w 846"/>
                <a:gd name="T9" fmla="*/ 2147483647 h 660"/>
                <a:gd name="T10" fmla="*/ 2147483647 w 846"/>
                <a:gd name="T11" fmla="*/ 2147483647 h 660"/>
                <a:gd name="T12" fmla="*/ 2147483647 w 846"/>
                <a:gd name="T13" fmla="*/ 2147483647 h 660"/>
                <a:gd name="T14" fmla="*/ 2147483647 w 846"/>
                <a:gd name="T15" fmla="*/ 2147483647 h 660"/>
                <a:gd name="T16" fmla="*/ 2147483647 w 846"/>
                <a:gd name="T17" fmla="*/ 2147483647 h 660"/>
                <a:gd name="T18" fmla="*/ 2147483647 w 846"/>
                <a:gd name="T19" fmla="*/ 0 h 660"/>
                <a:gd name="T20" fmla="*/ 2147483647 w 846"/>
                <a:gd name="T21" fmla="*/ 2147483647 h 660"/>
                <a:gd name="T22" fmla="*/ 2147483647 w 846"/>
                <a:gd name="T23" fmla="*/ 2147483647 h 660"/>
                <a:gd name="T24" fmla="*/ 2147483647 w 846"/>
                <a:gd name="T25" fmla="*/ 2147483647 h 660"/>
                <a:gd name="T26" fmla="*/ 2147483647 w 846"/>
                <a:gd name="T27" fmla="*/ 2147483647 h 660"/>
                <a:gd name="T28" fmla="*/ 2147483647 w 846"/>
                <a:gd name="T29" fmla="*/ 2147483647 h 660"/>
                <a:gd name="T30" fmla="*/ 2147483647 w 846"/>
                <a:gd name="T31" fmla="*/ 2147483647 h 660"/>
                <a:gd name="T32" fmla="*/ 2147483647 w 846"/>
                <a:gd name="T33" fmla="*/ 2147483647 h 660"/>
                <a:gd name="T34" fmla="*/ 2147483647 w 846"/>
                <a:gd name="T35" fmla="*/ 2147483647 h 660"/>
                <a:gd name="T36" fmla="*/ 2147483647 w 846"/>
                <a:gd name="T37" fmla="*/ 2147483647 h 660"/>
                <a:gd name="T38" fmla="*/ 2147483647 w 846"/>
                <a:gd name="T39" fmla="*/ 2147483647 h 660"/>
                <a:gd name="T40" fmla="*/ 2147483647 w 846"/>
                <a:gd name="T41" fmla="*/ 2147483647 h 660"/>
                <a:gd name="T42" fmla="*/ 2147483647 w 846"/>
                <a:gd name="T43" fmla="*/ 2147483647 h 660"/>
                <a:gd name="T44" fmla="*/ 2147483647 w 846"/>
                <a:gd name="T45" fmla="*/ 2147483647 h 660"/>
                <a:gd name="T46" fmla="*/ 2147483647 w 846"/>
                <a:gd name="T47" fmla="*/ 2147483647 h 660"/>
                <a:gd name="T48" fmla="*/ 2147483647 w 846"/>
                <a:gd name="T49" fmla="*/ 2147483647 h 660"/>
                <a:gd name="T50" fmla="*/ 2147483647 w 846"/>
                <a:gd name="T51" fmla="*/ 2147483647 h 660"/>
                <a:gd name="T52" fmla="*/ 2147483647 w 846"/>
                <a:gd name="T53" fmla="*/ 2147483647 h 660"/>
                <a:gd name="T54" fmla="*/ 2147483647 w 846"/>
                <a:gd name="T55" fmla="*/ 2147483647 h 660"/>
                <a:gd name="T56" fmla="*/ 2147483647 w 846"/>
                <a:gd name="T57" fmla="*/ 2147483647 h 660"/>
                <a:gd name="T58" fmla="*/ 2147483647 w 846"/>
                <a:gd name="T59" fmla="*/ 2147483647 h 660"/>
                <a:gd name="T60" fmla="*/ 2147483647 w 846"/>
                <a:gd name="T61" fmla="*/ 2147483647 h 660"/>
                <a:gd name="T62" fmla="*/ 2147483647 w 846"/>
                <a:gd name="T63" fmla="*/ 2147483647 h 660"/>
                <a:gd name="T64" fmla="*/ 2147483647 w 846"/>
                <a:gd name="T65" fmla="*/ 2147483647 h 660"/>
                <a:gd name="T66" fmla="*/ 2147483647 w 846"/>
                <a:gd name="T67" fmla="*/ 2147483647 h 660"/>
                <a:gd name="T68" fmla="*/ 2147483647 w 846"/>
                <a:gd name="T69" fmla="*/ 2147483647 h 660"/>
                <a:gd name="T70" fmla="*/ 2147483647 w 846"/>
                <a:gd name="T71" fmla="*/ 2147483647 h 660"/>
                <a:gd name="T72" fmla="*/ 2147483647 w 846"/>
                <a:gd name="T73" fmla="*/ 2147483647 h 660"/>
                <a:gd name="T74" fmla="*/ 2147483647 w 846"/>
                <a:gd name="T75" fmla="*/ 2147483647 h 660"/>
                <a:gd name="T76" fmla="*/ 2147483647 w 846"/>
                <a:gd name="T77" fmla="*/ 2147483647 h 660"/>
                <a:gd name="T78" fmla="*/ 2147483647 w 846"/>
                <a:gd name="T79" fmla="*/ 2147483647 h 660"/>
                <a:gd name="T80" fmla="*/ 2147483647 w 846"/>
                <a:gd name="T81" fmla="*/ 2147483647 h 660"/>
                <a:gd name="T82" fmla="*/ 2147483647 w 846"/>
                <a:gd name="T83" fmla="*/ 2147483647 h 660"/>
                <a:gd name="T84" fmla="*/ 2147483647 w 846"/>
                <a:gd name="T85" fmla="*/ 2147483647 h 660"/>
                <a:gd name="T86" fmla="*/ 2147483647 w 846"/>
                <a:gd name="T87" fmla="*/ 2147483647 h 660"/>
                <a:gd name="T88" fmla="*/ 2147483647 w 846"/>
                <a:gd name="T89" fmla="*/ 2147483647 h 66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846"/>
                <a:gd name="T136" fmla="*/ 0 h 660"/>
                <a:gd name="T137" fmla="*/ 846 w 846"/>
                <a:gd name="T138" fmla="*/ 660 h 66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846" h="660">
                  <a:moveTo>
                    <a:pt x="822" y="246"/>
                  </a:moveTo>
                  <a:lnTo>
                    <a:pt x="822" y="216"/>
                  </a:lnTo>
                  <a:lnTo>
                    <a:pt x="804" y="216"/>
                  </a:lnTo>
                  <a:lnTo>
                    <a:pt x="816" y="186"/>
                  </a:lnTo>
                  <a:lnTo>
                    <a:pt x="804" y="168"/>
                  </a:lnTo>
                  <a:lnTo>
                    <a:pt x="810" y="102"/>
                  </a:lnTo>
                  <a:lnTo>
                    <a:pt x="798" y="102"/>
                  </a:lnTo>
                  <a:lnTo>
                    <a:pt x="798" y="90"/>
                  </a:lnTo>
                  <a:lnTo>
                    <a:pt x="804" y="84"/>
                  </a:lnTo>
                  <a:lnTo>
                    <a:pt x="792" y="78"/>
                  </a:lnTo>
                  <a:lnTo>
                    <a:pt x="786" y="66"/>
                  </a:lnTo>
                  <a:lnTo>
                    <a:pt x="780" y="60"/>
                  </a:lnTo>
                  <a:lnTo>
                    <a:pt x="744" y="42"/>
                  </a:lnTo>
                  <a:lnTo>
                    <a:pt x="720" y="42"/>
                  </a:lnTo>
                  <a:lnTo>
                    <a:pt x="708" y="48"/>
                  </a:lnTo>
                  <a:lnTo>
                    <a:pt x="702" y="54"/>
                  </a:lnTo>
                  <a:lnTo>
                    <a:pt x="696" y="54"/>
                  </a:lnTo>
                  <a:lnTo>
                    <a:pt x="690" y="48"/>
                  </a:lnTo>
                  <a:lnTo>
                    <a:pt x="678" y="48"/>
                  </a:lnTo>
                  <a:lnTo>
                    <a:pt x="666" y="42"/>
                  </a:lnTo>
                  <a:lnTo>
                    <a:pt x="654" y="42"/>
                  </a:lnTo>
                  <a:lnTo>
                    <a:pt x="642" y="48"/>
                  </a:lnTo>
                  <a:lnTo>
                    <a:pt x="636" y="54"/>
                  </a:lnTo>
                  <a:lnTo>
                    <a:pt x="624" y="54"/>
                  </a:lnTo>
                  <a:lnTo>
                    <a:pt x="588" y="36"/>
                  </a:lnTo>
                  <a:lnTo>
                    <a:pt x="570" y="18"/>
                  </a:lnTo>
                  <a:lnTo>
                    <a:pt x="564" y="6"/>
                  </a:lnTo>
                  <a:lnTo>
                    <a:pt x="558" y="6"/>
                  </a:lnTo>
                  <a:lnTo>
                    <a:pt x="552" y="0"/>
                  </a:lnTo>
                  <a:lnTo>
                    <a:pt x="528" y="0"/>
                  </a:lnTo>
                  <a:lnTo>
                    <a:pt x="528" y="6"/>
                  </a:lnTo>
                  <a:lnTo>
                    <a:pt x="522" y="12"/>
                  </a:lnTo>
                  <a:lnTo>
                    <a:pt x="522" y="30"/>
                  </a:lnTo>
                  <a:lnTo>
                    <a:pt x="516" y="48"/>
                  </a:lnTo>
                  <a:lnTo>
                    <a:pt x="498" y="84"/>
                  </a:lnTo>
                  <a:lnTo>
                    <a:pt x="492" y="102"/>
                  </a:lnTo>
                  <a:lnTo>
                    <a:pt x="468" y="138"/>
                  </a:lnTo>
                  <a:lnTo>
                    <a:pt x="462" y="150"/>
                  </a:lnTo>
                  <a:lnTo>
                    <a:pt x="450" y="162"/>
                  </a:lnTo>
                  <a:lnTo>
                    <a:pt x="438" y="168"/>
                  </a:lnTo>
                  <a:lnTo>
                    <a:pt x="420" y="168"/>
                  </a:lnTo>
                  <a:lnTo>
                    <a:pt x="408" y="174"/>
                  </a:lnTo>
                  <a:lnTo>
                    <a:pt x="402" y="174"/>
                  </a:lnTo>
                  <a:lnTo>
                    <a:pt x="396" y="180"/>
                  </a:lnTo>
                  <a:lnTo>
                    <a:pt x="384" y="186"/>
                  </a:lnTo>
                  <a:lnTo>
                    <a:pt x="378" y="198"/>
                  </a:lnTo>
                  <a:lnTo>
                    <a:pt x="360" y="192"/>
                  </a:lnTo>
                  <a:lnTo>
                    <a:pt x="330" y="204"/>
                  </a:lnTo>
                  <a:lnTo>
                    <a:pt x="330" y="210"/>
                  </a:lnTo>
                  <a:lnTo>
                    <a:pt x="324" y="216"/>
                  </a:lnTo>
                  <a:lnTo>
                    <a:pt x="324" y="228"/>
                  </a:lnTo>
                  <a:lnTo>
                    <a:pt x="318" y="240"/>
                  </a:lnTo>
                  <a:lnTo>
                    <a:pt x="312" y="240"/>
                  </a:lnTo>
                  <a:lnTo>
                    <a:pt x="288" y="264"/>
                  </a:lnTo>
                  <a:lnTo>
                    <a:pt x="288" y="288"/>
                  </a:lnTo>
                  <a:lnTo>
                    <a:pt x="276" y="312"/>
                  </a:lnTo>
                  <a:lnTo>
                    <a:pt x="264" y="324"/>
                  </a:lnTo>
                  <a:lnTo>
                    <a:pt x="258" y="336"/>
                  </a:lnTo>
                  <a:lnTo>
                    <a:pt x="246" y="354"/>
                  </a:lnTo>
                  <a:lnTo>
                    <a:pt x="246" y="402"/>
                  </a:lnTo>
                  <a:lnTo>
                    <a:pt x="240" y="408"/>
                  </a:lnTo>
                  <a:lnTo>
                    <a:pt x="234" y="408"/>
                  </a:lnTo>
                  <a:lnTo>
                    <a:pt x="234" y="414"/>
                  </a:lnTo>
                  <a:lnTo>
                    <a:pt x="240" y="420"/>
                  </a:lnTo>
                  <a:lnTo>
                    <a:pt x="252" y="420"/>
                  </a:lnTo>
                  <a:lnTo>
                    <a:pt x="252" y="474"/>
                  </a:lnTo>
                  <a:lnTo>
                    <a:pt x="240" y="474"/>
                  </a:lnTo>
                  <a:lnTo>
                    <a:pt x="228" y="480"/>
                  </a:lnTo>
                  <a:lnTo>
                    <a:pt x="192" y="540"/>
                  </a:lnTo>
                  <a:lnTo>
                    <a:pt x="180" y="552"/>
                  </a:lnTo>
                  <a:lnTo>
                    <a:pt x="168" y="552"/>
                  </a:lnTo>
                  <a:lnTo>
                    <a:pt x="162" y="558"/>
                  </a:lnTo>
                  <a:lnTo>
                    <a:pt x="150" y="564"/>
                  </a:lnTo>
                  <a:lnTo>
                    <a:pt x="144" y="576"/>
                  </a:lnTo>
                  <a:lnTo>
                    <a:pt x="132" y="588"/>
                  </a:lnTo>
                  <a:lnTo>
                    <a:pt x="126" y="600"/>
                  </a:lnTo>
                  <a:lnTo>
                    <a:pt x="120" y="606"/>
                  </a:lnTo>
                  <a:lnTo>
                    <a:pt x="84" y="624"/>
                  </a:lnTo>
                  <a:lnTo>
                    <a:pt x="66" y="624"/>
                  </a:lnTo>
                  <a:lnTo>
                    <a:pt x="54" y="630"/>
                  </a:lnTo>
                  <a:lnTo>
                    <a:pt x="48" y="630"/>
                  </a:lnTo>
                  <a:lnTo>
                    <a:pt x="42" y="636"/>
                  </a:lnTo>
                  <a:lnTo>
                    <a:pt x="12" y="636"/>
                  </a:lnTo>
                  <a:lnTo>
                    <a:pt x="6" y="642"/>
                  </a:lnTo>
                  <a:lnTo>
                    <a:pt x="6" y="654"/>
                  </a:lnTo>
                  <a:lnTo>
                    <a:pt x="0" y="660"/>
                  </a:lnTo>
                  <a:lnTo>
                    <a:pt x="312" y="660"/>
                  </a:lnTo>
                  <a:lnTo>
                    <a:pt x="312" y="600"/>
                  </a:lnTo>
                  <a:lnTo>
                    <a:pt x="318" y="570"/>
                  </a:lnTo>
                  <a:lnTo>
                    <a:pt x="330" y="564"/>
                  </a:lnTo>
                  <a:lnTo>
                    <a:pt x="336" y="558"/>
                  </a:lnTo>
                  <a:lnTo>
                    <a:pt x="348" y="552"/>
                  </a:lnTo>
                  <a:lnTo>
                    <a:pt x="378" y="522"/>
                  </a:lnTo>
                  <a:lnTo>
                    <a:pt x="378" y="516"/>
                  </a:lnTo>
                  <a:lnTo>
                    <a:pt x="396" y="516"/>
                  </a:lnTo>
                  <a:lnTo>
                    <a:pt x="426" y="498"/>
                  </a:lnTo>
                  <a:lnTo>
                    <a:pt x="438" y="504"/>
                  </a:lnTo>
                  <a:lnTo>
                    <a:pt x="444" y="510"/>
                  </a:lnTo>
                  <a:lnTo>
                    <a:pt x="456" y="510"/>
                  </a:lnTo>
                  <a:lnTo>
                    <a:pt x="462" y="498"/>
                  </a:lnTo>
                  <a:lnTo>
                    <a:pt x="462" y="492"/>
                  </a:lnTo>
                  <a:lnTo>
                    <a:pt x="486" y="486"/>
                  </a:lnTo>
                  <a:lnTo>
                    <a:pt x="492" y="474"/>
                  </a:lnTo>
                  <a:lnTo>
                    <a:pt x="504" y="474"/>
                  </a:lnTo>
                  <a:lnTo>
                    <a:pt x="516" y="480"/>
                  </a:lnTo>
                  <a:lnTo>
                    <a:pt x="540" y="480"/>
                  </a:lnTo>
                  <a:lnTo>
                    <a:pt x="552" y="468"/>
                  </a:lnTo>
                  <a:lnTo>
                    <a:pt x="564" y="444"/>
                  </a:lnTo>
                  <a:lnTo>
                    <a:pt x="570" y="438"/>
                  </a:lnTo>
                  <a:lnTo>
                    <a:pt x="576" y="426"/>
                  </a:lnTo>
                  <a:lnTo>
                    <a:pt x="618" y="426"/>
                  </a:lnTo>
                  <a:lnTo>
                    <a:pt x="624" y="420"/>
                  </a:lnTo>
                  <a:lnTo>
                    <a:pt x="636" y="414"/>
                  </a:lnTo>
                  <a:lnTo>
                    <a:pt x="648" y="402"/>
                  </a:lnTo>
                  <a:lnTo>
                    <a:pt x="648" y="396"/>
                  </a:lnTo>
                  <a:lnTo>
                    <a:pt x="672" y="384"/>
                  </a:lnTo>
                  <a:lnTo>
                    <a:pt x="660" y="366"/>
                  </a:lnTo>
                  <a:lnTo>
                    <a:pt x="654" y="354"/>
                  </a:lnTo>
                  <a:lnTo>
                    <a:pt x="648" y="348"/>
                  </a:lnTo>
                  <a:lnTo>
                    <a:pt x="648" y="336"/>
                  </a:lnTo>
                  <a:lnTo>
                    <a:pt x="654" y="330"/>
                  </a:lnTo>
                  <a:lnTo>
                    <a:pt x="678" y="330"/>
                  </a:lnTo>
                  <a:lnTo>
                    <a:pt x="690" y="324"/>
                  </a:lnTo>
                  <a:lnTo>
                    <a:pt x="714" y="324"/>
                  </a:lnTo>
                  <a:lnTo>
                    <a:pt x="714" y="312"/>
                  </a:lnTo>
                  <a:lnTo>
                    <a:pt x="720" y="306"/>
                  </a:lnTo>
                  <a:lnTo>
                    <a:pt x="720" y="300"/>
                  </a:lnTo>
                  <a:lnTo>
                    <a:pt x="732" y="300"/>
                  </a:lnTo>
                  <a:lnTo>
                    <a:pt x="738" y="306"/>
                  </a:lnTo>
                  <a:lnTo>
                    <a:pt x="744" y="300"/>
                  </a:lnTo>
                  <a:lnTo>
                    <a:pt x="744" y="294"/>
                  </a:lnTo>
                  <a:lnTo>
                    <a:pt x="762" y="294"/>
                  </a:lnTo>
                  <a:lnTo>
                    <a:pt x="774" y="300"/>
                  </a:lnTo>
                  <a:lnTo>
                    <a:pt x="828" y="294"/>
                  </a:lnTo>
                  <a:lnTo>
                    <a:pt x="828" y="282"/>
                  </a:lnTo>
                  <a:lnTo>
                    <a:pt x="846" y="264"/>
                  </a:lnTo>
                  <a:lnTo>
                    <a:pt x="822" y="246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34" name="Montenegro" descr="© INSCALE GmbH, 05.05.2010&#10;http://www.presentationload.com/">
              <a:extLst>
                <a:ext uri="{FF2B5EF4-FFF2-40B4-BE49-F238E27FC236}">
                  <a16:creationId xmlns:a16="http://schemas.microsoft.com/office/drawing/2014/main" id="{092F671B-5882-4B16-A191-03D4D78812B0}"/>
                </a:ext>
              </a:extLst>
            </p:cNvPr>
            <p:cNvSpPr>
              <a:spLocks/>
            </p:cNvSpPr>
            <p:nvPr/>
          </p:nvSpPr>
          <p:spPr bwMode="gray">
            <a:xfrm>
              <a:off x="4146853" y="1848554"/>
              <a:ext cx="37481" cy="44954"/>
            </a:xfrm>
            <a:custGeom>
              <a:avLst/>
              <a:gdLst>
                <a:gd name="T0" fmla="*/ 2147483647 w 114"/>
                <a:gd name="T1" fmla="*/ 2147483647 h 138"/>
                <a:gd name="T2" fmla="*/ 2147483647 w 114"/>
                <a:gd name="T3" fmla="*/ 2147483647 h 138"/>
                <a:gd name="T4" fmla="*/ 2147483647 w 114"/>
                <a:gd name="T5" fmla="*/ 2147483647 h 138"/>
                <a:gd name="T6" fmla="*/ 2147483647 w 114"/>
                <a:gd name="T7" fmla="*/ 2147483647 h 138"/>
                <a:gd name="T8" fmla="*/ 2147483647 w 114"/>
                <a:gd name="T9" fmla="*/ 2147483647 h 138"/>
                <a:gd name="T10" fmla="*/ 2147483647 w 114"/>
                <a:gd name="T11" fmla="*/ 2147483647 h 138"/>
                <a:gd name="T12" fmla="*/ 2147483647 w 114"/>
                <a:gd name="T13" fmla="*/ 0 h 138"/>
                <a:gd name="T14" fmla="*/ 2147483647 w 114"/>
                <a:gd name="T15" fmla="*/ 0 h 138"/>
                <a:gd name="T16" fmla="*/ 2147483647 w 114"/>
                <a:gd name="T17" fmla="*/ 2147483647 h 138"/>
                <a:gd name="T18" fmla="*/ 2147483647 w 114"/>
                <a:gd name="T19" fmla="*/ 2147483647 h 138"/>
                <a:gd name="T20" fmla="*/ 2147483647 w 114"/>
                <a:gd name="T21" fmla="*/ 2147483647 h 138"/>
                <a:gd name="T22" fmla="*/ 2147483647 w 114"/>
                <a:gd name="T23" fmla="*/ 2147483647 h 138"/>
                <a:gd name="T24" fmla="*/ 2147483647 w 114"/>
                <a:gd name="T25" fmla="*/ 2147483647 h 138"/>
                <a:gd name="T26" fmla="*/ 2147483647 w 114"/>
                <a:gd name="T27" fmla="*/ 2147483647 h 138"/>
                <a:gd name="T28" fmla="*/ 0 w 114"/>
                <a:gd name="T29" fmla="*/ 2147483647 h 138"/>
                <a:gd name="T30" fmla="*/ 0 w 114"/>
                <a:gd name="T31" fmla="*/ 2147483647 h 138"/>
                <a:gd name="T32" fmla="*/ 2147483647 w 114"/>
                <a:gd name="T33" fmla="*/ 2147483647 h 138"/>
                <a:gd name="T34" fmla="*/ 2147483647 w 114"/>
                <a:gd name="T35" fmla="*/ 2147483647 h 138"/>
                <a:gd name="T36" fmla="*/ 2147483647 w 114"/>
                <a:gd name="T37" fmla="*/ 2147483647 h 138"/>
                <a:gd name="T38" fmla="*/ 2147483647 w 114"/>
                <a:gd name="T39" fmla="*/ 2147483647 h 138"/>
                <a:gd name="T40" fmla="*/ 2147483647 w 114"/>
                <a:gd name="T41" fmla="*/ 2147483647 h 138"/>
                <a:gd name="T42" fmla="*/ 2147483647 w 114"/>
                <a:gd name="T43" fmla="*/ 2147483647 h 138"/>
                <a:gd name="T44" fmla="*/ 2147483647 w 114"/>
                <a:gd name="T45" fmla="*/ 2147483647 h 138"/>
                <a:gd name="T46" fmla="*/ 2147483647 w 114"/>
                <a:gd name="T47" fmla="*/ 2147483647 h 138"/>
                <a:gd name="T48" fmla="*/ 2147483647 w 114"/>
                <a:gd name="T49" fmla="*/ 2147483647 h 138"/>
                <a:gd name="T50" fmla="*/ 2147483647 w 114"/>
                <a:gd name="T51" fmla="*/ 2147483647 h 138"/>
                <a:gd name="T52" fmla="*/ 2147483647 w 114"/>
                <a:gd name="T53" fmla="*/ 2147483647 h 138"/>
                <a:gd name="T54" fmla="*/ 2147483647 w 114"/>
                <a:gd name="T55" fmla="*/ 2147483647 h 138"/>
                <a:gd name="T56" fmla="*/ 2147483647 w 114"/>
                <a:gd name="T57" fmla="*/ 2147483647 h 138"/>
                <a:gd name="T58" fmla="*/ 2147483647 w 114"/>
                <a:gd name="T59" fmla="*/ 2147483647 h 138"/>
                <a:gd name="T60" fmla="*/ 2147483647 w 114"/>
                <a:gd name="T61" fmla="*/ 2147483647 h 138"/>
                <a:gd name="T62" fmla="*/ 2147483647 w 114"/>
                <a:gd name="T63" fmla="*/ 2147483647 h 138"/>
                <a:gd name="T64" fmla="*/ 2147483647 w 114"/>
                <a:gd name="T65" fmla="*/ 2147483647 h 138"/>
                <a:gd name="T66" fmla="*/ 2147483647 w 114"/>
                <a:gd name="T67" fmla="*/ 2147483647 h 138"/>
                <a:gd name="T68" fmla="*/ 2147483647 w 114"/>
                <a:gd name="T69" fmla="*/ 2147483647 h 138"/>
                <a:gd name="T70" fmla="*/ 2147483647 w 114"/>
                <a:gd name="T71" fmla="*/ 2147483647 h 13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14"/>
                <a:gd name="T109" fmla="*/ 0 h 138"/>
                <a:gd name="T110" fmla="*/ 114 w 114"/>
                <a:gd name="T111" fmla="*/ 138 h 13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14" h="138">
                  <a:moveTo>
                    <a:pt x="114" y="42"/>
                  </a:moveTo>
                  <a:lnTo>
                    <a:pt x="108" y="48"/>
                  </a:lnTo>
                  <a:lnTo>
                    <a:pt x="96" y="30"/>
                  </a:lnTo>
                  <a:lnTo>
                    <a:pt x="84" y="18"/>
                  </a:lnTo>
                  <a:lnTo>
                    <a:pt x="66" y="6"/>
                  </a:lnTo>
                  <a:lnTo>
                    <a:pt x="60" y="6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42" y="24"/>
                  </a:lnTo>
                  <a:lnTo>
                    <a:pt x="24" y="24"/>
                  </a:lnTo>
                  <a:lnTo>
                    <a:pt x="18" y="30"/>
                  </a:lnTo>
                  <a:lnTo>
                    <a:pt x="18" y="36"/>
                  </a:lnTo>
                  <a:lnTo>
                    <a:pt x="12" y="48"/>
                  </a:lnTo>
                  <a:lnTo>
                    <a:pt x="6" y="48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24" y="72"/>
                  </a:lnTo>
                  <a:lnTo>
                    <a:pt x="6" y="102"/>
                  </a:lnTo>
                  <a:lnTo>
                    <a:pt x="18" y="102"/>
                  </a:lnTo>
                  <a:lnTo>
                    <a:pt x="24" y="96"/>
                  </a:lnTo>
                  <a:lnTo>
                    <a:pt x="36" y="96"/>
                  </a:lnTo>
                  <a:lnTo>
                    <a:pt x="36" y="114"/>
                  </a:lnTo>
                  <a:lnTo>
                    <a:pt x="60" y="138"/>
                  </a:lnTo>
                  <a:lnTo>
                    <a:pt x="72" y="126"/>
                  </a:lnTo>
                  <a:lnTo>
                    <a:pt x="66" y="108"/>
                  </a:lnTo>
                  <a:lnTo>
                    <a:pt x="60" y="114"/>
                  </a:lnTo>
                  <a:lnTo>
                    <a:pt x="42" y="102"/>
                  </a:lnTo>
                  <a:lnTo>
                    <a:pt x="66" y="102"/>
                  </a:lnTo>
                  <a:lnTo>
                    <a:pt x="78" y="96"/>
                  </a:lnTo>
                  <a:lnTo>
                    <a:pt x="78" y="78"/>
                  </a:lnTo>
                  <a:lnTo>
                    <a:pt x="108" y="90"/>
                  </a:lnTo>
                  <a:lnTo>
                    <a:pt x="114" y="84"/>
                  </a:lnTo>
                  <a:lnTo>
                    <a:pt x="114" y="90"/>
                  </a:lnTo>
                  <a:lnTo>
                    <a:pt x="114" y="42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35" name="Moldova" descr="© INSCALE GmbH, 05.05.2010&#10;http://www.presentationload.com/">
              <a:extLst>
                <a:ext uri="{FF2B5EF4-FFF2-40B4-BE49-F238E27FC236}">
                  <a16:creationId xmlns:a16="http://schemas.microsoft.com/office/drawing/2014/main" id="{D38861C8-AA97-430A-BA86-2C6368055071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313577" y="1722683"/>
              <a:ext cx="71083" cy="78351"/>
            </a:xfrm>
            <a:custGeom>
              <a:avLst/>
              <a:gdLst>
                <a:gd name="T0" fmla="*/ 2147483647 w 216"/>
                <a:gd name="T1" fmla="*/ 2147483647 h 240"/>
                <a:gd name="T2" fmla="*/ 2147483647 w 216"/>
                <a:gd name="T3" fmla="*/ 2147483647 h 240"/>
                <a:gd name="T4" fmla="*/ 2147483647 w 216"/>
                <a:gd name="T5" fmla="*/ 2147483647 h 240"/>
                <a:gd name="T6" fmla="*/ 2147483647 w 216"/>
                <a:gd name="T7" fmla="*/ 2147483647 h 240"/>
                <a:gd name="T8" fmla="*/ 2147483647 w 216"/>
                <a:gd name="T9" fmla="*/ 2147483647 h 240"/>
                <a:gd name="T10" fmla="*/ 2147483647 w 216"/>
                <a:gd name="T11" fmla="*/ 2147483647 h 240"/>
                <a:gd name="T12" fmla="*/ 2147483647 w 216"/>
                <a:gd name="T13" fmla="*/ 2147483647 h 240"/>
                <a:gd name="T14" fmla="*/ 2147483647 w 216"/>
                <a:gd name="T15" fmla="*/ 2147483647 h 240"/>
                <a:gd name="T16" fmla="*/ 2147483647 w 216"/>
                <a:gd name="T17" fmla="*/ 2147483647 h 240"/>
                <a:gd name="T18" fmla="*/ 2147483647 w 216"/>
                <a:gd name="T19" fmla="*/ 2147483647 h 240"/>
                <a:gd name="T20" fmla="*/ 2147483647 w 216"/>
                <a:gd name="T21" fmla="*/ 2147483647 h 240"/>
                <a:gd name="T22" fmla="*/ 2147483647 w 216"/>
                <a:gd name="T23" fmla="*/ 2147483647 h 240"/>
                <a:gd name="T24" fmla="*/ 2147483647 w 216"/>
                <a:gd name="T25" fmla="*/ 2147483647 h 240"/>
                <a:gd name="T26" fmla="*/ 2147483647 w 216"/>
                <a:gd name="T27" fmla="*/ 2147483647 h 240"/>
                <a:gd name="T28" fmla="*/ 2147483647 w 216"/>
                <a:gd name="T29" fmla="*/ 2147483647 h 240"/>
                <a:gd name="T30" fmla="*/ 2147483647 w 216"/>
                <a:gd name="T31" fmla="*/ 2147483647 h 240"/>
                <a:gd name="T32" fmla="*/ 2147483647 w 216"/>
                <a:gd name="T33" fmla="*/ 2147483647 h 240"/>
                <a:gd name="T34" fmla="*/ 2147483647 w 216"/>
                <a:gd name="T35" fmla="*/ 2147483647 h 240"/>
                <a:gd name="T36" fmla="*/ 2147483647 w 216"/>
                <a:gd name="T37" fmla="*/ 2147483647 h 240"/>
                <a:gd name="T38" fmla="*/ 2147483647 w 216"/>
                <a:gd name="T39" fmla="*/ 2147483647 h 240"/>
                <a:gd name="T40" fmla="*/ 2147483647 w 216"/>
                <a:gd name="T41" fmla="*/ 2147483647 h 240"/>
                <a:gd name="T42" fmla="*/ 2147483647 w 216"/>
                <a:gd name="T43" fmla="*/ 2147483647 h 240"/>
                <a:gd name="T44" fmla="*/ 2147483647 w 216"/>
                <a:gd name="T45" fmla="*/ 2147483647 h 240"/>
                <a:gd name="T46" fmla="*/ 2147483647 w 216"/>
                <a:gd name="T47" fmla="*/ 2147483647 h 240"/>
                <a:gd name="T48" fmla="*/ 2147483647 w 216"/>
                <a:gd name="T49" fmla="*/ 2147483647 h 240"/>
                <a:gd name="T50" fmla="*/ 2147483647 w 216"/>
                <a:gd name="T51" fmla="*/ 2147483647 h 240"/>
                <a:gd name="T52" fmla="*/ 2147483647 w 216"/>
                <a:gd name="T53" fmla="*/ 2147483647 h 240"/>
                <a:gd name="T54" fmla="*/ 2147483647 w 216"/>
                <a:gd name="T55" fmla="*/ 2147483647 h 240"/>
                <a:gd name="T56" fmla="*/ 2147483647 w 216"/>
                <a:gd name="T57" fmla="*/ 2147483647 h 240"/>
                <a:gd name="T58" fmla="*/ 2147483647 w 216"/>
                <a:gd name="T59" fmla="*/ 2147483647 h 240"/>
                <a:gd name="T60" fmla="*/ 2147483647 w 216"/>
                <a:gd name="T61" fmla="*/ 0 h 240"/>
                <a:gd name="T62" fmla="*/ 2147483647 w 216"/>
                <a:gd name="T63" fmla="*/ 2147483647 h 240"/>
                <a:gd name="T64" fmla="*/ 2147483647 w 216"/>
                <a:gd name="T65" fmla="*/ 2147483647 h 240"/>
                <a:gd name="T66" fmla="*/ 2147483647 w 216"/>
                <a:gd name="T67" fmla="*/ 2147483647 h 24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16"/>
                <a:gd name="T103" fmla="*/ 0 h 240"/>
                <a:gd name="T104" fmla="*/ 216 w 216"/>
                <a:gd name="T105" fmla="*/ 240 h 24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16" h="240">
                  <a:moveTo>
                    <a:pt x="0" y="18"/>
                  </a:moveTo>
                  <a:lnTo>
                    <a:pt x="18" y="24"/>
                  </a:lnTo>
                  <a:lnTo>
                    <a:pt x="24" y="30"/>
                  </a:lnTo>
                  <a:lnTo>
                    <a:pt x="30" y="42"/>
                  </a:lnTo>
                  <a:lnTo>
                    <a:pt x="36" y="48"/>
                  </a:lnTo>
                  <a:lnTo>
                    <a:pt x="36" y="60"/>
                  </a:lnTo>
                  <a:lnTo>
                    <a:pt x="60" y="72"/>
                  </a:lnTo>
                  <a:lnTo>
                    <a:pt x="66" y="96"/>
                  </a:lnTo>
                  <a:lnTo>
                    <a:pt x="78" y="96"/>
                  </a:lnTo>
                  <a:lnTo>
                    <a:pt x="84" y="114"/>
                  </a:lnTo>
                  <a:lnTo>
                    <a:pt x="102" y="114"/>
                  </a:lnTo>
                  <a:lnTo>
                    <a:pt x="108" y="120"/>
                  </a:lnTo>
                  <a:lnTo>
                    <a:pt x="108" y="162"/>
                  </a:lnTo>
                  <a:lnTo>
                    <a:pt x="114" y="162"/>
                  </a:lnTo>
                  <a:lnTo>
                    <a:pt x="108" y="168"/>
                  </a:lnTo>
                  <a:lnTo>
                    <a:pt x="108" y="180"/>
                  </a:lnTo>
                  <a:lnTo>
                    <a:pt x="102" y="186"/>
                  </a:lnTo>
                  <a:lnTo>
                    <a:pt x="102" y="198"/>
                  </a:lnTo>
                  <a:lnTo>
                    <a:pt x="108" y="210"/>
                  </a:lnTo>
                  <a:lnTo>
                    <a:pt x="114" y="216"/>
                  </a:lnTo>
                  <a:lnTo>
                    <a:pt x="114" y="240"/>
                  </a:lnTo>
                  <a:lnTo>
                    <a:pt x="138" y="234"/>
                  </a:lnTo>
                  <a:lnTo>
                    <a:pt x="138" y="222"/>
                  </a:lnTo>
                  <a:lnTo>
                    <a:pt x="132" y="216"/>
                  </a:lnTo>
                  <a:lnTo>
                    <a:pt x="132" y="204"/>
                  </a:lnTo>
                  <a:lnTo>
                    <a:pt x="138" y="204"/>
                  </a:lnTo>
                  <a:lnTo>
                    <a:pt x="150" y="198"/>
                  </a:lnTo>
                  <a:lnTo>
                    <a:pt x="156" y="192"/>
                  </a:lnTo>
                  <a:lnTo>
                    <a:pt x="174" y="180"/>
                  </a:lnTo>
                  <a:lnTo>
                    <a:pt x="168" y="174"/>
                  </a:lnTo>
                  <a:lnTo>
                    <a:pt x="156" y="168"/>
                  </a:lnTo>
                  <a:lnTo>
                    <a:pt x="150" y="168"/>
                  </a:lnTo>
                  <a:lnTo>
                    <a:pt x="150" y="162"/>
                  </a:lnTo>
                  <a:lnTo>
                    <a:pt x="156" y="156"/>
                  </a:lnTo>
                  <a:lnTo>
                    <a:pt x="174" y="156"/>
                  </a:lnTo>
                  <a:lnTo>
                    <a:pt x="180" y="162"/>
                  </a:lnTo>
                  <a:lnTo>
                    <a:pt x="198" y="162"/>
                  </a:lnTo>
                  <a:lnTo>
                    <a:pt x="210" y="156"/>
                  </a:lnTo>
                  <a:lnTo>
                    <a:pt x="216" y="156"/>
                  </a:lnTo>
                  <a:lnTo>
                    <a:pt x="216" y="126"/>
                  </a:lnTo>
                  <a:lnTo>
                    <a:pt x="210" y="120"/>
                  </a:lnTo>
                  <a:lnTo>
                    <a:pt x="198" y="120"/>
                  </a:lnTo>
                  <a:lnTo>
                    <a:pt x="192" y="114"/>
                  </a:lnTo>
                  <a:lnTo>
                    <a:pt x="180" y="114"/>
                  </a:lnTo>
                  <a:lnTo>
                    <a:pt x="180" y="96"/>
                  </a:lnTo>
                  <a:lnTo>
                    <a:pt x="186" y="90"/>
                  </a:lnTo>
                  <a:lnTo>
                    <a:pt x="180" y="84"/>
                  </a:lnTo>
                  <a:lnTo>
                    <a:pt x="174" y="84"/>
                  </a:lnTo>
                  <a:lnTo>
                    <a:pt x="162" y="90"/>
                  </a:lnTo>
                  <a:lnTo>
                    <a:pt x="162" y="66"/>
                  </a:lnTo>
                  <a:lnTo>
                    <a:pt x="168" y="60"/>
                  </a:lnTo>
                  <a:lnTo>
                    <a:pt x="162" y="48"/>
                  </a:lnTo>
                  <a:lnTo>
                    <a:pt x="156" y="42"/>
                  </a:lnTo>
                  <a:lnTo>
                    <a:pt x="144" y="36"/>
                  </a:lnTo>
                  <a:lnTo>
                    <a:pt x="126" y="36"/>
                  </a:lnTo>
                  <a:lnTo>
                    <a:pt x="126" y="24"/>
                  </a:lnTo>
                  <a:lnTo>
                    <a:pt x="120" y="18"/>
                  </a:lnTo>
                  <a:lnTo>
                    <a:pt x="78" y="18"/>
                  </a:lnTo>
                  <a:lnTo>
                    <a:pt x="78" y="12"/>
                  </a:lnTo>
                  <a:lnTo>
                    <a:pt x="72" y="12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2" y="6"/>
                  </a:lnTo>
                  <a:lnTo>
                    <a:pt x="36" y="6"/>
                  </a:lnTo>
                  <a:lnTo>
                    <a:pt x="36" y="12"/>
                  </a:lnTo>
                  <a:lnTo>
                    <a:pt x="24" y="12"/>
                  </a:lnTo>
                  <a:lnTo>
                    <a:pt x="12" y="6"/>
                  </a:lnTo>
                  <a:lnTo>
                    <a:pt x="6" y="6"/>
                  </a:lnTo>
                  <a:lnTo>
                    <a:pt x="0" y="18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36" name="Mozambique" descr="© INSCALE GmbH, 05.05.2010&#10;http://www.presentationload.com/">
              <a:extLst>
                <a:ext uri="{FF2B5EF4-FFF2-40B4-BE49-F238E27FC236}">
                  <a16:creationId xmlns:a16="http://schemas.microsoft.com/office/drawing/2014/main" id="{A5B1E6F9-A558-416F-883A-5A8AB2D6D1F8}"/>
                </a:ext>
              </a:extLst>
            </p:cNvPr>
            <p:cNvSpPr>
              <a:spLocks/>
            </p:cNvSpPr>
            <p:nvPr/>
          </p:nvSpPr>
          <p:spPr bwMode="gray">
            <a:xfrm>
              <a:off x="4436354" y="3279405"/>
              <a:ext cx="252022" cy="439272"/>
            </a:xfrm>
            <a:custGeom>
              <a:avLst/>
              <a:gdLst>
                <a:gd name="T0" fmla="*/ 2147483647 w 762"/>
                <a:gd name="T1" fmla="*/ 2147483647 h 1338"/>
                <a:gd name="T2" fmla="*/ 2147483647 w 762"/>
                <a:gd name="T3" fmla="*/ 2147483647 h 1338"/>
                <a:gd name="T4" fmla="*/ 2147483647 w 762"/>
                <a:gd name="T5" fmla="*/ 2147483647 h 1338"/>
                <a:gd name="T6" fmla="*/ 2147483647 w 762"/>
                <a:gd name="T7" fmla="*/ 2147483647 h 1338"/>
                <a:gd name="T8" fmla="*/ 2147483647 w 762"/>
                <a:gd name="T9" fmla="*/ 2147483647 h 1338"/>
                <a:gd name="T10" fmla="*/ 2147483647 w 762"/>
                <a:gd name="T11" fmla="*/ 2147483647 h 1338"/>
                <a:gd name="T12" fmla="*/ 2147483647 w 762"/>
                <a:gd name="T13" fmla="*/ 2147483647 h 1338"/>
                <a:gd name="T14" fmla="*/ 2147483647 w 762"/>
                <a:gd name="T15" fmla="*/ 2147483647 h 1338"/>
                <a:gd name="T16" fmla="*/ 2147483647 w 762"/>
                <a:gd name="T17" fmla="*/ 2147483647 h 1338"/>
                <a:gd name="T18" fmla="*/ 2147483647 w 762"/>
                <a:gd name="T19" fmla="*/ 2147483647 h 1338"/>
                <a:gd name="T20" fmla="*/ 2147483647 w 762"/>
                <a:gd name="T21" fmla="*/ 2147483647 h 1338"/>
                <a:gd name="T22" fmla="*/ 2147483647 w 762"/>
                <a:gd name="T23" fmla="*/ 2147483647 h 1338"/>
                <a:gd name="T24" fmla="*/ 2147483647 w 762"/>
                <a:gd name="T25" fmla="*/ 2147483647 h 1338"/>
                <a:gd name="T26" fmla="*/ 2147483647 w 762"/>
                <a:gd name="T27" fmla="*/ 2147483647 h 1338"/>
                <a:gd name="T28" fmla="*/ 2147483647 w 762"/>
                <a:gd name="T29" fmla="*/ 2147483647 h 1338"/>
                <a:gd name="T30" fmla="*/ 2147483647 w 762"/>
                <a:gd name="T31" fmla="*/ 2147483647 h 1338"/>
                <a:gd name="T32" fmla="*/ 2147483647 w 762"/>
                <a:gd name="T33" fmla="*/ 2147483647 h 1338"/>
                <a:gd name="T34" fmla="*/ 2147483647 w 762"/>
                <a:gd name="T35" fmla="*/ 2147483647 h 1338"/>
                <a:gd name="T36" fmla="*/ 2147483647 w 762"/>
                <a:gd name="T37" fmla="*/ 2147483647 h 1338"/>
                <a:gd name="T38" fmla="*/ 2147483647 w 762"/>
                <a:gd name="T39" fmla="*/ 2147483647 h 1338"/>
                <a:gd name="T40" fmla="*/ 2147483647 w 762"/>
                <a:gd name="T41" fmla="*/ 2147483647 h 1338"/>
                <a:gd name="T42" fmla="*/ 2147483647 w 762"/>
                <a:gd name="T43" fmla="*/ 2147483647 h 1338"/>
                <a:gd name="T44" fmla="*/ 2147483647 w 762"/>
                <a:gd name="T45" fmla="*/ 2147483647 h 1338"/>
                <a:gd name="T46" fmla="*/ 2147483647 w 762"/>
                <a:gd name="T47" fmla="*/ 2147483647 h 1338"/>
                <a:gd name="T48" fmla="*/ 2147483647 w 762"/>
                <a:gd name="T49" fmla="*/ 2147483647 h 1338"/>
                <a:gd name="T50" fmla="*/ 2147483647 w 762"/>
                <a:gd name="T51" fmla="*/ 2147483647 h 1338"/>
                <a:gd name="T52" fmla="*/ 2147483647 w 762"/>
                <a:gd name="T53" fmla="*/ 2147483647 h 1338"/>
                <a:gd name="T54" fmla="*/ 2147483647 w 762"/>
                <a:gd name="T55" fmla="*/ 2147483647 h 1338"/>
                <a:gd name="T56" fmla="*/ 0 w 762"/>
                <a:gd name="T57" fmla="*/ 2147483647 h 1338"/>
                <a:gd name="T58" fmla="*/ 2147483647 w 762"/>
                <a:gd name="T59" fmla="*/ 2147483647 h 1338"/>
                <a:gd name="T60" fmla="*/ 2147483647 w 762"/>
                <a:gd name="T61" fmla="*/ 2147483647 h 1338"/>
                <a:gd name="T62" fmla="*/ 2147483647 w 762"/>
                <a:gd name="T63" fmla="*/ 2147483647 h 1338"/>
                <a:gd name="T64" fmla="*/ 2147483647 w 762"/>
                <a:gd name="T65" fmla="*/ 2147483647 h 1338"/>
                <a:gd name="T66" fmla="*/ 2147483647 w 762"/>
                <a:gd name="T67" fmla="*/ 2147483647 h 1338"/>
                <a:gd name="T68" fmla="*/ 2147483647 w 762"/>
                <a:gd name="T69" fmla="*/ 2147483647 h 1338"/>
                <a:gd name="T70" fmla="*/ 2147483647 w 762"/>
                <a:gd name="T71" fmla="*/ 2147483647 h 1338"/>
                <a:gd name="T72" fmla="*/ 2147483647 w 762"/>
                <a:gd name="T73" fmla="*/ 2147483647 h 1338"/>
                <a:gd name="T74" fmla="*/ 2147483647 w 762"/>
                <a:gd name="T75" fmla="*/ 2147483647 h 1338"/>
                <a:gd name="T76" fmla="*/ 2147483647 w 762"/>
                <a:gd name="T77" fmla="*/ 2147483647 h 1338"/>
                <a:gd name="T78" fmla="*/ 2147483647 w 762"/>
                <a:gd name="T79" fmla="*/ 2147483647 h 1338"/>
                <a:gd name="T80" fmla="*/ 2147483647 w 762"/>
                <a:gd name="T81" fmla="*/ 2147483647 h 1338"/>
                <a:gd name="T82" fmla="*/ 2147483647 w 762"/>
                <a:gd name="T83" fmla="*/ 2147483647 h 1338"/>
                <a:gd name="T84" fmla="*/ 2147483647 w 762"/>
                <a:gd name="T85" fmla="*/ 2147483647 h 1338"/>
                <a:gd name="T86" fmla="*/ 2147483647 w 762"/>
                <a:gd name="T87" fmla="*/ 2147483647 h 1338"/>
                <a:gd name="T88" fmla="*/ 2147483647 w 762"/>
                <a:gd name="T89" fmla="*/ 2147483647 h 1338"/>
                <a:gd name="T90" fmla="*/ 2147483647 w 762"/>
                <a:gd name="T91" fmla="*/ 2147483647 h 1338"/>
                <a:gd name="T92" fmla="*/ 2147483647 w 762"/>
                <a:gd name="T93" fmla="*/ 2147483647 h 1338"/>
                <a:gd name="T94" fmla="*/ 2147483647 w 762"/>
                <a:gd name="T95" fmla="*/ 2147483647 h 1338"/>
                <a:gd name="T96" fmla="*/ 2147483647 w 762"/>
                <a:gd name="T97" fmla="*/ 2147483647 h 1338"/>
                <a:gd name="T98" fmla="*/ 2147483647 w 762"/>
                <a:gd name="T99" fmla="*/ 2147483647 h 1338"/>
                <a:gd name="T100" fmla="*/ 2147483647 w 762"/>
                <a:gd name="T101" fmla="*/ 2147483647 h 1338"/>
                <a:gd name="T102" fmla="*/ 2147483647 w 762"/>
                <a:gd name="T103" fmla="*/ 2147483647 h 1338"/>
                <a:gd name="T104" fmla="*/ 2147483647 w 762"/>
                <a:gd name="T105" fmla="*/ 2147483647 h 1338"/>
                <a:gd name="T106" fmla="*/ 2147483647 w 762"/>
                <a:gd name="T107" fmla="*/ 2147483647 h 1338"/>
                <a:gd name="T108" fmla="*/ 2147483647 w 762"/>
                <a:gd name="T109" fmla="*/ 2147483647 h 1338"/>
                <a:gd name="T110" fmla="*/ 2147483647 w 762"/>
                <a:gd name="T111" fmla="*/ 2147483647 h 1338"/>
                <a:gd name="T112" fmla="*/ 2147483647 w 762"/>
                <a:gd name="T113" fmla="*/ 2147483647 h 1338"/>
                <a:gd name="T114" fmla="*/ 2147483647 w 762"/>
                <a:gd name="T115" fmla="*/ 2147483647 h 1338"/>
                <a:gd name="T116" fmla="*/ 2147483647 w 762"/>
                <a:gd name="T117" fmla="*/ 2147483647 h 1338"/>
                <a:gd name="T118" fmla="*/ 2147483647 w 762"/>
                <a:gd name="T119" fmla="*/ 2147483647 h 1338"/>
                <a:gd name="T120" fmla="*/ 2147483647 w 762"/>
                <a:gd name="T121" fmla="*/ 2147483647 h 1338"/>
                <a:gd name="T122" fmla="*/ 2147483647 w 762"/>
                <a:gd name="T123" fmla="*/ 2147483647 h 133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2"/>
                <a:gd name="T187" fmla="*/ 0 h 1338"/>
                <a:gd name="T188" fmla="*/ 762 w 762"/>
                <a:gd name="T189" fmla="*/ 1338 h 133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2" h="1338">
                  <a:moveTo>
                    <a:pt x="762" y="342"/>
                  </a:moveTo>
                  <a:lnTo>
                    <a:pt x="762" y="324"/>
                  </a:lnTo>
                  <a:lnTo>
                    <a:pt x="756" y="318"/>
                  </a:lnTo>
                  <a:lnTo>
                    <a:pt x="744" y="318"/>
                  </a:lnTo>
                  <a:lnTo>
                    <a:pt x="744" y="258"/>
                  </a:lnTo>
                  <a:lnTo>
                    <a:pt x="732" y="246"/>
                  </a:lnTo>
                  <a:lnTo>
                    <a:pt x="750" y="234"/>
                  </a:lnTo>
                  <a:lnTo>
                    <a:pt x="738" y="186"/>
                  </a:lnTo>
                  <a:lnTo>
                    <a:pt x="750" y="156"/>
                  </a:lnTo>
                  <a:lnTo>
                    <a:pt x="738" y="120"/>
                  </a:lnTo>
                  <a:lnTo>
                    <a:pt x="738" y="108"/>
                  </a:lnTo>
                  <a:lnTo>
                    <a:pt x="750" y="72"/>
                  </a:lnTo>
                  <a:lnTo>
                    <a:pt x="756" y="42"/>
                  </a:lnTo>
                  <a:lnTo>
                    <a:pt x="756" y="12"/>
                  </a:lnTo>
                  <a:lnTo>
                    <a:pt x="744" y="0"/>
                  </a:lnTo>
                  <a:lnTo>
                    <a:pt x="666" y="54"/>
                  </a:lnTo>
                  <a:lnTo>
                    <a:pt x="636" y="60"/>
                  </a:lnTo>
                  <a:lnTo>
                    <a:pt x="630" y="60"/>
                  </a:lnTo>
                  <a:lnTo>
                    <a:pt x="618" y="72"/>
                  </a:lnTo>
                  <a:lnTo>
                    <a:pt x="606" y="78"/>
                  </a:lnTo>
                  <a:lnTo>
                    <a:pt x="594" y="78"/>
                  </a:lnTo>
                  <a:lnTo>
                    <a:pt x="594" y="72"/>
                  </a:lnTo>
                  <a:lnTo>
                    <a:pt x="588" y="66"/>
                  </a:lnTo>
                  <a:lnTo>
                    <a:pt x="564" y="66"/>
                  </a:lnTo>
                  <a:lnTo>
                    <a:pt x="558" y="72"/>
                  </a:lnTo>
                  <a:lnTo>
                    <a:pt x="552" y="84"/>
                  </a:lnTo>
                  <a:lnTo>
                    <a:pt x="540" y="90"/>
                  </a:lnTo>
                  <a:lnTo>
                    <a:pt x="528" y="102"/>
                  </a:lnTo>
                  <a:lnTo>
                    <a:pt x="510" y="102"/>
                  </a:lnTo>
                  <a:lnTo>
                    <a:pt x="498" y="96"/>
                  </a:lnTo>
                  <a:lnTo>
                    <a:pt x="492" y="90"/>
                  </a:lnTo>
                  <a:lnTo>
                    <a:pt x="486" y="90"/>
                  </a:lnTo>
                  <a:lnTo>
                    <a:pt x="468" y="108"/>
                  </a:lnTo>
                  <a:lnTo>
                    <a:pt x="456" y="108"/>
                  </a:lnTo>
                  <a:lnTo>
                    <a:pt x="450" y="102"/>
                  </a:lnTo>
                  <a:lnTo>
                    <a:pt x="438" y="96"/>
                  </a:lnTo>
                  <a:lnTo>
                    <a:pt x="432" y="84"/>
                  </a:lnTo>
                  <a:lnTo>
                    <a:pt x="420" y="78"/>
                  </a:lnTo>
                  <a:lnTo>
                    <a:pt x="408" y="78"/>
                  </a:lnTo>
                  <a:lnTo>
                    <a:pt x="396" y="90"/>
                  </a:lnTo>
                  <a:lnTo>
                    <a:pt x="390" y="90"/>
                  </a:lnTo>
                  <a:lnTo>
                    <a:pt x="384" y="96"/>
                  </a:lnTo>
                  <a:lnTo>
                    <a:pt x="354" y="96"/>
                  </a:lnTo>
                  <a:lnTo>
                    <a:pt x="354" y="114"/>
                  </a:lnTo>
                  <a:lnTo>
                    <a:pt x="330" y="138"/>
                  </a:lnTo>
                  <a:lnTo>
                    <a:pt x="330" y="150"/>
                  </a:lnTo>
                  <a:lnTo>
                    <a:pt x="342" y="162"/>
                  </a:lnTo>
                  <a:lnTo>
                    <a:pt x="348" y="174"/>
                  </a:lnTo>
                  <a:lnTo>
                    <a:pt x="348" y="204"/>
                  </a:lnTo>
                  <a:lnTo>
                    <a:pt x="342" y="216"/>
                  </a:lnTo>
                  <a:lnTo>
                    <a:pt x="336" y="234"/>
                  </a:lnTo>
                  <a:lnTo>
                    <a:pt x="336" y="246"/>
                  </a:lnTo>
                  <a:lnTo>
                    <a:pt x="342" y="246"/>
                  </a:lnTo>
                  <a:lnTo>
                    <a:pt x="342" y="252"/>
                  </a:lnTo>
                  <a:lnTo>
                    <a:pt x="348" y="252"/>
                  </a:lnTo>
                  <a:lnTo>
                    <a:pt x="372" y="276"/>
                  </a:lnTo>
                  <a:lnTo>
                    <a:pt x="384" y="300"/>
                  </a:lnTo>
                  <a:lnTo>
                    <a:pt x="390" y="306"/>
                  </a:lnTo>
                  <a:lnTo>
                    <a:pt x="396" y="318"/>
                  </a:lnTo>
                  <a:lnTo>
                    <a:pt x="408" y="336"/>
                  </a:lnTo>
                  <a:lnTo>
                    <a:pt x="420" y="348"/>
                  </a:lnTo>
                  <a:lnTo>
                    <a:pt x="420" y="366"/>
                  </a:lnTo>
                  <a:lnTo>
                    <a:pt x="414" y="372"/>
                  </a:lnTo>
                  <a:lnTo>
                    <a:pt x="408" y="384"/>
                  </a:lnTo>
                  <a:lnTo>
                    <a:pt x="402" y="390"/>
                  </a:lnTo>
                  <a:lnTo>
                    <a:pt x="402" y="450"/>
                  </a:lnTo>
                  <a:lnTo>
                    <a:pt x="396" y="456"/>
                  </a:lnTo>
                  <a:lnTo>
                    <a:pt x="372" y="456"/>
                  </a:lnTo>
                  <a:lnTo>
                    <a:pt x="360" y="462"/>
                  </a:lnTo>
                  <a:lnTo>
                    <a:pt x="354" y="474"/>
                  </a:lnTo>
                  <a:lnTo>
                    <a:pt x="354" y="492"/>
                  </a:lnTo>
                  <a:lnTo>
                    <a:pt x="360" y="492"/>
                  </a:lnTo>
                  <a:lnTo>
                    <a:pt x="366" y="498"/>
                  </a:lnTo>
                  <a:lnTo>
                    <a:pt x="366" y="528"/>
                  </a:lnTo>
                  <a:lnTo>
                    <a:pt x="354" y="534"/>
                  </a:lnTo>
                  <a:lnTo>
                    <a:pt x="348" y="540"/>
                  </a:lnTo>
                  <a:lnTo>
                    <a:pt x="342" y="534"/>
                  </a:lnTo>
                  <a:lnTo>
                    <a:pt x="342" y="522"/>
                  </a:lnTo>
                  <a:lnTo>
                    <a:pt x="348" y="516"/>
                  </a:lnTo>
                  <a:lnTo>
                    <a:pt x="348" y="504"/>
                  </a:lnTo>
                  <a:lnTo>
                    <a:pt x="336" y="498"/>
                  </a:lnTo>
                  <a:lnTo>
                    <a:pt x="330" y="492"/>
                  </a:lnTo>
                  <a:lnTo>
                    <a:pt x="318" y="486"/>
                  </a:lnTo>
                  <a:lnTo>
                    <a:pt x="312" y="480"/>
                  </a:lnTo>
                  <a:lnTo>
                    <a:pt x="300" y="474"/>
                  </a:lnTo>
                  <a:lnTo>
                    <a:pt x="300" y="444"/>
                  </a:lnTo>
                  <a:lnTo>
                    <a:pt x="288" y="444"/>
                  </a:lnTo>
                  <a:lnTo>
                    <a:pt x="288" y="438"/>
                  </a:lnTo>
                  <a:lnTo>
                    <a:pt x="294" y="432"/>
                  </a:lnTo>
                  <a:lnTo>
                    <a:pt x="306" y="426"/>
                  </a:lnTo>
                  <a:lnTo>
                    <a:pt x="312" y="420"/>
                  </a:lnTo>
                  <a:lnTo>
                    <a:pt x="300" y="402"/>
                  </a:lnTo>
                  <a:lnTo>
                    <a:pt x="312" y="396"/>
                  </a:lnTo>
                  <a:lnTo>
                    <a:pt x="318" y="366"/>
                  </a:lnTo>
                  <a:lnTo>
                    <a:pt x="312" y="366"/>
                  </a:lnTo>
                  <a:lnTo>
                    <a:pt x="312" y="330"/>
                  </a:lnTo>
                  <a:lnTo>
                    <a:pt x="306" y="324"/>
                  </a:lnTo>
                  <a:lnTo>
                    <a:pt x="288" y="324"/>
                  </a:lnTo>
                  <a:lnTo>
                    <a:pt x="282" y="330"/>
                  </a:lnTo>
                  <a:lnTo>
                    <a:pt x="252" y="330"/>
                  </a:lnTo>
                  <a:lnTo>
                    <a:pt x="222" y="282"/>
                  </a:lnTo>
                  <a:lnTo>
                    <a:pt x="216" y="282"/>
                  </a:lnTo>
                  <a:lnTo>
                    <a:pt x="210" y="288"/>
                  </a:lnTo>
                  <a:lnTo>
                    <a:pt x="192" y="294"/>
                  </a:lnTo>
                  <a:lnTo>
                    <a:pt x="180" y="300"/>
                  </a:lnTo>
                  <a:lnTo>
                    <a:pt x="162" y="312"/>
                  </a:lnTo>
                  <a:lnTo>
                    <a:pt x="138" y="324"/>
                  </a:lnTo>
                  <a:lnTo>
                    <a:pt x="132" y="324"/>
                  </a:lnTo>
                  <a:lnTo>
                    <a:pt x="120" y="330"/>
                  </a:lnTo>
                  <a:lnTo>
                    <a:pt x="102" y="336"/>
                  </a:lnTo>
                  <a:lnTo>
                    <a:pt x="84" y="336"/>
                  </a:lnTo>
                  <a:lnTo>
                    <a:pt x="72" y="342"/>
                  </a:lnTo>
                  <a:lnTo>
                    <a:pt x="60" y="342"/>
                  </a:lnTo>
                  <a:lnTo>
                    <a:pt x="42" y="360"/>
                  </a:lnTo>
                  <a:lnTo>
                    <a:pt x="12" y="360"/>
                  </a:lnTo>
                  <a:lnTo>
                    <a:pt x="0" y="372"/>
                  </a:lnTo>
                  <a:lnTo>
                    <a:pt x="18" y="390"/>
                  </a:lnTo>
                  <a:lnTo>
                    <a:pt x="24" y="444"/>
                  </a:lnTo>
                  <a:lnTo>
                    <a:pt x="84" y="444"/>
                  </a:lnTo>
                  <a:lnTo>
                    <a:pt x="96" y="462"/>
                  </a:lnTo>
                  <a:lnTo>
                    <a:pt x="114" y="462"/>
                  </a:lnTo>
                  <a:lnTo>
                    <a:pt x="132" y="486"/>
                  </a:lnTo>
                  <a:lnTo>
                    <a:pt x="138" y="486"/>
                  </a:lnTo>
                  <a:lnTo>
                    <a:pt x="150" y="480"/>
                  </a:lnTo>
                  <a:lnTo>
                    <a:pt x="162" y="480"/>
                  </a:lnTo>
                  <a:lnTo>
                    <a:pt x="180" y="498"/>
                  </a:lnTo>
                  <a:lnTo>
                    <a:pt x="192" y="498"/>
                  </a:lnTo>
                  <a:lnTo>
                    <a:pt x="204" y="510"/>
                  </a:lnTo>
                  <a:lnTo>
                    <a:pt x="204" y="516"/>
                  </a:lnTo>
                  <a:lnTo>
                    <a:pt x="198" y="528"/>
                  </a:lnTo>
                  <a:lnTo>
                    <a:pt x="192" y="534"/>
                  </a:lnTo>
                  <a:lnTo>
                    <a:pt x="204" y="552"/>
                  </a:lnTo>
                  <a:lnTo>
                    <a:pt x="192" y="564"/>
                  </a:lnTo>
                  <a:lnTo>
                    <a:pt x="204" y="576"/>
                  </a:lnTo>
                  <a:lnTo>
                    <a:pt x="198" y="582"/>
                  </a:lnTo>
                  <a:lnTo>
                    <a:pt x="198" y="588"/>
                  </a:lnTo>
                  <a:lnTo>
                    <a:pt x="192" y="594"/>
                  </a:lnTo>
                  <a:lnTo>
                    <a:pt x="192" y="606"/>
                  </a:lnTo>
                  <a:lnTo>
                    <a:pt x="204" y="630"/>
                  </a:lnTo>
                  <a:lnTo>
                    <a:pt x="204" y="642"/>
                  </a:lnTo>
                  <a:lnTo>
                    <a:pt x="198" y="648"/>
                  </a:lnTo>
                  <a:lnTo>
                    <a:pt x="198" y="654"/>
                  </a:lnTo>
                  <a:lnTo>
                    <a:pt x="192" y="654"/>
                  </a:lnTo>
                  <a:lnTo>
                    <a:pt x="192" y="666"/>
                  </a:lnTo>
                  <a:lnTo>
                    <a:pt x="174" y="678"/>
                  </a:lnTo>
                  <a:lnTo>
                    <a:pt x="192" y="702"/>
                  </a:lnTo>
                  <a:lnTo>
                    <a:pt x="174" y="720"/>
                  </a:lnTo>
                  <a:lnTo>
                    <a:pt x="174" y="732"/>
                  </a:lnTo>
                  <a:lnTo>
                    <a:pt x="198" y="756"/>
                  </a:lnTo>
                  <a:lnTo>
                    <a:pt x="198" y="762"/>
                  </a:lnTo>
                  <a:lnTo>
                    <a:pt x="192" y="774"/>
                  </a:lnTo>
                  <a:lnTo>
                    <a:pt x="180" y="786"/>
                  </a:lnTo>
                  <a:lnTo>
                    <a:pt x="180" y="798"/>
                  </a:lnTo>
                  <a:lnTo>
                    <a:pt x="168" y="810"/>
                  </a:lnTo>
                  <a:lnTo>
                    <a:pt x="156" y="816"/>
                  </a:lnTo>
                  <a:lnTo>
                    <a:pt x="156" y="846"/>
                  </a:lnTo>
                  <a:lnTo>
                    <a:pt x="144" y="858"/>
                  </a:lnTo>
                  <a:lnTo>
                    <a:pt x="156" y="876"/>
                  </a:lnTo>
                  <a:lnTo>
                    <a:pt x="138" y="882"/>
                  </a:lnTo>
                  <a:lnTo>
                    <a:pt x="72" y="966"/>
                  </a:lnTo>
                  <a:lnTo>
                    <a:pt x="72" y="996"/>
                  </a:lnTo>
                  <a:lnTo>
                    <a:pt x="78" y="1014"/>
                  </a:lnTo>
                  <a:lnTo>
                    <a:pt x="78" y="1032"/>
                  </a:lnTo>
                  <a:lnTo>
                    <a:pt x="84" y="1044"/>
                  </a:lnTo>
                  <a:lnTo>
                    <a:pt x="84" y="1062"/>
                  </a:lnTo>
                  <a:lnTo>
                    <a:pt x="114" y="1122"/>
                  </a:lnTo>
                  <a:lnTo>
                    <a:pt x="114" y="1212"/>
                  </a:lnTo>
                  <a:lnTo>
                    <a:pt x="90" y="1248"/>
                  </a:lnTo>
                  <a:lnTo>
                    <a:pt x="114" y="1248"/>
                  </a:lnTo>
                  <a:lnTo>
                    <a:pt x="108" y="1260"/>
                  </a:lnTo>
                  <a:lnTo>
                    <a:pt x="108" y="1284"/>
                  </a:lnTo>
                  <a:lnTo>
                    <a:pt x="114" y="1290"/>
                  </a:lnTo>
                  <a:lnTo>
                    <a:pt x="120" y="1290"/>
                  </a:lnTo>
                  <a:lnTo>
                    <a:pt x="126" y="1314"/>
                  </a:lnTo>
                  <a:lnTo>
                    <a:pt x="144" y="1314"/>
                  </a:lnTo>
                  <a:lnTo>
                    <a:pt x="156" y="1326"/>
                  </a:lnTo>
                  <a:lnTo>
                    <a:pt x="162" y="1338"/>
                  </a:lnTo>
                  <a:lnTo>
                    <a:pt x="168" y="1320"/>
                  </a:lnTo>
                  <a:lnTo>
                    <a:pt x="168" y="1284"/>
                  </a:lnTo>
                  <a:lnTo>
                    <a:pt x="162" y="1272"/>
                  </a:lnTo>
                  <a:lnTo>
                    <a:pt x="156" y="1266"/>
                  </a:lnTo>
                  <a:lnTo>
                    <a:pt x="150" y="1266"/>
                  </a:lnTo>
                  <a:lnTo>
                    <a:pt x="150" y="1242"/>
                  </a:lnTo>
                  <a:lnTo>
                    <a:pt x="162" y="1230"/>
                  </a:lnTo>
                  <a:lnTo>
                    <a:pt x="222" y="1188"/>
                  </a:lnTo>
                  <a:lnTo>
                    <a:pt x="276" y="1158"/>
                  </a:lnTo>
                  <a:lnTo>
                    <a:pt x="294" y="1146"/>
                  </a:lnTo>
                  <a:lnTo>
                    <a:pt x="312" y="1140"/>
                  </a:lnTo>
                  <a:lnTo>
                    <a:pt x="330" y="1128"/>
                  </a:lnTo>
                  <a:lnTo>
                    <a:pt x="342" y="1122"/>
                  </a:lnTo>
                  <a:lnTo>
                    <a:pt x="360" y="1104"/>
                  </a:lnTo>
                  <a:lnTo>
                    <a:pt x="360" y="1080"/>
                  </a:lnTo>
                  <a:lnTo>
                    <a:pt x="354" y="1080"/>
                  </a:lnTo>
                  <a:lnTo>
                    <a:pt x="354" y="1086"/>
                  </a:lnTo>
                  <a:lnTo>
                    <a:pt x="348" y="1080"/>
                  </a:lnTo>
                  <a:lnTo>
                    <a:pt x="342" y="1080"/>
                  </a:lnTo>
                  <a:lnTo>
                    <a:pt x="342" y="1068"/>
                  </a:lnTo>
                  <a:lnTo>
                    <a:pt x="366" y="1020"/>
                  </a:lnTo>
                  <a:lnTo>
                    <a:pt x="366" y="990"/>
                  </a:lnTo>
                  <a:lnTo>
                    <a:pt x="360" y="984"/>
                  </a:lnTo>
                  <a:lnTo>
                    <a:pt x="360" y="978"/>
                  </a:lnTo>
                  <a:lnTo>
                    <a:pt x="372" y="948"/>
                  </a:lnTo>
                  <a:lnTo>
                    <a:pt x="366" y="942"/>
                  </a:lnTo>
                  <a:lnTo>
                    <a:pt x="348" y="960"/>
                  </a:lnTo>
                  <a:lnTo>
                    <a:pt x="354" y="918"/>
                  </a:lnTo>
                  <a:lnTo>
                    <a:pt x="348" y="906"/>
                  </a:lnTo>
                  <a:lnTo>
                    <a:pt x="336" y="900"/>
                  </a:lnTo>
                  <a:lnTo>
                    <a:pt x="330" y="888"/>
                  </a:lnTo>
                  <a:lnTo>
                    <a:pt x="330" y="870"/>
                  </a:lnTo>
                  <a:lnTo>
                    <a:pt x="336" y="858"/>
                  </a:lnTo>
                  <a:lnTo>
                    <a:pt x="336" y="834"/>
                  </a:lnTo>
                  <a:lnTo>
                    <a:pt x="324" y="822"/>
                  </a:lnTo>
                  <a:lnTo>
                    <a:pt x="318" y="822"/>
                  </a:lnTo>
                  <a:lnTo>
                    <a:pt x="312" y="816"/>
                  </a:lnTo>
                  <a:lnTo>
                    <a:pt x="312" y="792"/>
                  </a:lnTo>
                  <a:lnTo>
                    <a:pt x="318" y="780"/>
                  </a:lnTo>
                  <a:lnTo>
                    <a:pt x="324" y="762"/>
                  </a:lnTo>
                  <a:lnTo>
                    <a:pt x="336" y="750"/>
                  </a:lnTo>
                  <a:lnTo>
                    <a:pt x="372" y="732"/>
                  </a:lnTo>
                  <a:lnTo>
                    <a:pt x="378" y="726"/>
                  </a:lnTo>
                  <a:lnTo>
                    <a:pt x="378" y="714"/>
                  </a:lnTo>
                  <a:lnTo>
                    <a:pt x="390" y="690"/>
                  </a:lnTo>
                  <a:lnTo>
                    <a:pt x="396" y="684"/>
                  </a:lnTo>
                  <a:lnTo>
                    <a:pt x="402" y="684"/>
                  </a:lnTo>
                  <a:lnTo>
                    <a:pt x="414" y="678"/>
                  </a:lnTo>
                  <a:lnTo>
                    <a:pt x="420" y="678"/>
                  </a:lnTo>
                  <a:lnTo>
                    <a:pt x="426" y="672"/>
                  </a:lnTo>
                  <a:lnTo>
                    <a:pt x="450" y="660"/>
                  </a:lnTo>
                  <a:lnTo>
                    <a:pt x="462" y="648"/>
                  </a:lnTo>
                  <a:lnTo>
                    <a:pt x="474" y="612"/>
                  </a:lnTo>
                  <a:lnTo>
                    <a:pt x="498" y="576"/>
                  </a:lnTo>
                  <a:lnTo>
                    <a:pt x="522" y="564"/>
                  </a:lnTo>
                  <a:lnTo>
                    <a:pt x="558" y="552"/>
                  </a:lnTo>
                  <a:lnTo>
                    <a:pt x="600" y="534"/>
                  </a:lnTo>
                  <a:lnTo>
                    <a:pt x="624" y="522"/>
                  </a:lnTo>
                  <a:lnTo>
                    <a:pt x="630" y="516"/>
                  </a:lnTo>
                  <a:lnTo>
                    <a:pt x="666" y="498"/>
                  </a:lnTo>
                  <a:lnTo>
                    <a:pt x="672" y="492"/>
                  </a:lnTo>
                  <a:lnTo>
                    <a:pt x="684" y="486"/>
                  </a:lnTo>
                  <a:lnTo>
                    <a:pt x="684" y="474"/>
                  </a:lnTo>
                  <a:lnTo>
                    <a:pt x="714" y="444"/>
                  </a:lnTo>
                  <a:lnTo>
                    <a:pt x="714" y="432"/>
                  </a:lnTo>
                  <a:lnTo>
                    <a:pt x="720" y="420"/>
                  </a:lnTo>
                  <a:lnTo>
                    <a:pt x="732" y="414"/>
                  </a:lnTo>
                  <a:lnTo>
                    <a:pt x="738" y="402"/>
                  </a:lnTo>
                  <a:lnTo>
                    <a:pt x="744" y="396"/>
                  </a:lnTo>
                  <a:lnTo>
                    <a:pt x="744" y="378"/>
                  </a:lnTo>
                  <a:lnTo>
                    <a:pt x="750" y="372"/>
                  </a:lnTo>
                  <a:lnTo>
                    <a:pt x="762" y="348"/>
                  </a:lnTo>
                  <a:lnTo>
                    <a:pt x="762" y="342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37" name="Mongolia" descr="© INSCALE GmbH, 05.05.2010&#10;http://www.presentationload.com/">
              <a:extLst>
                <a:ext uri="{FF2B5EF4-FFF2-40B4-BE49-F238E27FC236}">
                  <a16:creationId xmlns:a16="http://schemas.microsoft.com/office/drawing/2014/main" id="{83300046-006F-4842-83ED-35C5336B8D65}"/>
                </a:ext>
              </a:extLst>
            </p:cNvPr>
            <p:cNvSpPr>
              <a:spLocks/>
            </p:cNvSpPr>
            <p:nvPr/>
          </p:nvSpPr>
          <p:spPr bwMode="gray">
            <a:xfrm>
              <a:off x="5568512" y="1627633"/>
              <a:ext cx="694027" cy="273583"/>
            </a:xfrm>
            <a:custGeom>
              <a:avLst/>
              <a:gdLst>
                <a:gd name="T0" fmla="*/ 2147483647 w 2100"/>
                <a:gd name="T1" fmla="*/ 2147483647 h 834"/>
                <a:gd name="T2" fmla="*/ 2147483647 w 2100"/>
                <a:gd name="T3" fmla="*/ 2147483647 h 834"/>
                <a:gd name="T4" fmla="*/ 2147483647 w 2100"/>
                <a:gd name="T5" fmla="*/ 2147483647 h 834"/>
                <a:gd name="T6" fmla="*/ 2147483647 w 2100"/>
                <a:gd name="T7" fmla="*/ 2147483647 h 834"/>
                <a:gd name="T8" fmla="*/ 2147483647 w 2100"/>
                <a:gd name="T9" fmla="*/ 2147483647 h 834"/>
                <a:gd name="T10" fmla="*/ 2147483647 w 2100"/>
                <a:gd name="T11" fmla="*/ 2147483647 h 834"/>
                <a:gd name="T12" fmla="*/ 2147483647 w 2100"/>
                <a:gd name="T13" fmla="*/ 2147483647 h 834"/>
                <a:gd name="T14" fmla="*/ 2147483647 w 2100"/>
                <a:gd name="T15" fmla="*/ 2147483647 h 834"/>
                <a:gd name="T16" fmla="*/ 2147483647 w 2100"/>
                <a:gd name="T17" fmla="*/ 2147483647 h 834"/>
                <a:gd name="T18" fmla="*/ 2147483647 w 2100"/>
                <a:gd name="T19" fmla="*/ 2147483647 h 834"/>
                <a:gd name="T20" fmla="*/ 2147483647 w 2100"/>
                <a:gd name="T21" fmla="*/ 2147483647 h 834"/>
                <a:gd name="T22" fmla="*/ 2147483647 w 2100"/>
                <a:gd name="T23" fmla="*/ 2147483647 h 834"/>
                <a:gd name="T24" fmla="*/ 2147483647 w 2100"/>
                <a:gd name="T25" fmla="*/ 2147483647 h 834"/>
                <a:gd name="T26" fmla="*/ 2147483647 w 2100"/>
                <a:gd name="T27" fmla="*/ 2147483647 h 834"/>
                <a:gd name="T28" fmla="*/ 2147483647 w 2100"/>
                <a:gd name="T29" fmla="*/ 2147483647 h 834"/>
                <a:gd name="T30" fmla="*/ 2147483647 w 2100"/>
                <a:gd name="T31" fmla="*/ 2147483647 h 834"/>
                <a:gd name="T32" fmla="*/ 2147483647 w 2100"/>
                <a:gd name="T33" fmla="*/ 2147483647 h 834"/>
                <a:gd name="T34" fmla="*/ 2147483647 w 2100"/>
                <a:gd name="T35" fmla="*/ 2147483647 h 834"/>
                <a:gd name="T36" fmla="*/ 2147483647 w 2100"/>
                <a:gd name="T37" fmla="*/ 2147483647 h 834"/>
                <a:gd name="T38" fmla="*/ 2147483647 w 2100"/>
                <a:gd name="T39" fmla="*/ 2147483647 h 834"/>
                <a:gd name="T40" fmla="*/ 2147483647 w 2100"/>
                <a:gd name="T41" fmla="*/ 2147483647 h 834"/>
                <a:gd name="T42" fmla="*/ 2147483647 w 2100"/>
                <a:gd name="T43" fmla="*/ 2147483647 h 834"/>
                <a:gd name="T44" fmla="*/ 2147483647 w 2100"/>
                <a:gd name="T45" fmla="*/ 2147483647 h 834"/>
                <a:gd name="T46" fmla="*/ 2147483647 w 2100"/>
                <a:gd name="T47" fmla="*/ 2147483647 h 834"/>
                <a:gd name="T48" fmla="*/ 2147483647 w 2100"/>
                <a:gd name="T49" fmla="*/ 2147483647 h 834"/>
                <a:gd name="T50" fmla="*/ 2147483647 w 2100"/>
                <a:gd name="T51" fmla="*/ 2147483647 h 834"/>
                <a:gd name="T52" fmla="*/ 2147483647 w 2100"/>
                <a:gd name="T53" fmla="*/ 2147483647 h 834"/>
                <a:gd name="T54" fmla="*/ 2147483647 w 2100"/>
                <a:gd name="T55" fmla="*/ 2147483647 h 834"/>
                <a:gd name="T56" fmla="*/ 2147483647 w 2100"/>
                <a:gd name="T57" fmla="*/ 2147483647 h 834"/>
                <a:gd name="T58" fmla="*/ 2147483647 w 2100"/>
                <a:gd name="T59" fmla="*/ 2147483647 h 834"/>
                <a:gd name="T60" fmla="*/ 2147483647 w 2100"/>
                <a:gd name="T61" fmla="*/ 2147483647 h 834"/>
                <a:gd name="T62" fmla="*/ 0 w 2100"/>
                <a:gd name="T63" fmla="*/ 2147483647 h 834"/>
                <a:gd name="T64" fmla="*/ 2147483647 w 2100"/>
                <a:gd name="T65" fmla="*/ 2147483647 h 834"/>
                <a:gd name="T66" fmla="*/ 2147483647 w 2100"/>
                <a:gd name="T67" fmla="*/ 2147483647 h 834"/>
                <a:gd name="T68" fmla="*/ 2147483647 w 2100"/>
                <a:gd name="T69" fmla="*/ 2147483647 h 834"/>
                <a:gd name="T70" fmla="*/ 2147483647 w 2100"/>
                <a:gd name="T71" fmla="*/ 2147483647 h 834"/>
                <a:gd name="T72" fmla="*/ 2147483647 w 2100"/>
                <a:gd name="T73" fmla="*/ 2147483647 h 834"/>
                <a:gd name="T74" fmla="*/ 2147483647 w 2100"/>
                <a:gd name="T75" fmla="*/ 2147483647 h 834"/>
                <a:gd name="T76" fmla="*/ 2147483647 w 2100"/>
                <a:gd name="T77" fmla="*/ 2147483647 h 834"/>
                <a:gd name="T78" fmla="*/ 2147483647 w 2100"/>
                <a:gd name="T79" fmla="*/ 2147483647 h 834"/>
                <a:gd name="T80" fmla="*/ 2147483647 w 2100"/>
                <a:gd name="T81" fmla="*/ 2147483647 h 834"/>
                <a:gd name="T82" fmla="*/ 2147483647 w 2100"/>
                <a:gd name="T83" fmla="*/ 2147483647 h 834"/>
                <a:gd name="T84" fmla="*/ 2147483647 w 2100"/>
                <a:gd name="T85" fmla="*/ 2147483647 h 834"/>
                <a:gd name="T86" fmla="*/ 2147483647 w 2100"/>
                <a:gd name="T87" fmla="*/ 2147483647 h 834"/>
                <a:gd name="T88" fmla="*/ 2147483647 w 2100"/>
                <a:gd name="T89" fmla="*/ 2147483647 h 834"/>
                <a:gd name="T90" fmla="*/ 2147483647 w 2100"/>
                <a:gd name="T91" fmla="*/ 2147483647 h 834"/>
                <a:gd name="T92" fmla="*/ 2147483647 w 2100"/>
                <a:gd name="T93" fmla="*/ 2147483647 h 834"/>
                <a:gd name="T94" fmla="*/ 2147483647 w 2100"/>
                <a:gd name="T95" fmla="*/ 2147483647 h 834"/>
                <a:gd name="T96" fmla="*/ 2147483647 w 2100"/>
                <a:gd name="T97" fmla="*/ 2147483647 h 834"/>
                <a:gd name="T98" fmla="*/ 2147483647 w 2100"/>
                <a:gd name="T99" fmla="*/ 2147483647 h 834"/>
                <a:gd name="T100" fmla="*/ 2147483647 w 2100"/>
                <a:gd name="T101" fmla="*/ 2147483647 h 834"/>
                <a:gd name="T102" fmla="*/ 2147483647 w 2100"/>
                <a:gd name="T103" fmla="*/ 2147483647 h 834"/>
                <a:gd name="T104" fmla="*/ 2147483647 w 2100"/>
                <a:gd name="T105" fmla="*/ 2147483647 h 834"/>
                <a:gd name="T106" fmla="*/ 2147483647 w 2100"/>
                <a:gd name="T107" fmla="*/ 2147483647 h 834"/>
                <a:gd name="T108" fmla="*/ 2147483647 w 2100"/>
                <a:gd name="T109" fmla="*/ 2147483647 h 834"/>
                <a:gd name="T110" fmla="*/ 2147483647 w 2100"/>
                <a:gd name="T111" fmla="*/ 2147483647 h 834"/>
                <a:gd name="T112" fmla="*/ 2147483647 w 2100"/>
                <a:gd name="T113" fmla="*/ 2147483647 h 834"/>
                <a:gd name="T114" fmla="*/ 2147483647 w 2100"/>
                <a:gd name="T115" fmla="*/ 2147483647 h 834"/>
                <a:gd name="T116" fmla="*/ 2147483647 w 2100"/>
                <a:gd name="T117" fmla="*/ 2147483647 h 834"/>
                <a:gd name="T118" fmla="*/ 2147483647 w 2100"/>
                <a:gd name="T119" fmla="*/ 2147483647 h 834"/>
                <a:gd name="T120" fmla="*/ 2147483647 w 2100"/>
                <a:gd name="T121" fmla="*/ 2147483647 h 834"/>
                <a:gd name="T122" fmla="*/ 2147483647 w 2100"/>
                <a:gd name="T123" fmla="*/ 2147483647 h 83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100"/>
                <a:gd name="T187" fmla="*/ 0 h 834"/>
                <a:gd name="T188" fmla="*/ 2100 w 2100"/>
                <a:gd name="T189" fmla="*/ 834 h 83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100" h="834">
                  <a:moveTo>
                    <a:pt x="2088" y="408"/>
                  </a:moveTo>
                  <a:lnTo>
                    <a:pt x="2076" y="396"/>
                  </a:lnTo>
                  <a:lnTo>
                    <a:pt x="2070" y="384"/>
                  </a:lnTo>
                  <a:lnTo>
                    <a:pt x="2058" y="384"/>
                  </a:lnTo>
                  <a:lnTo>
                    <a:pt x="2034" y="372"/>
                  </a:lnTo>
                  <a:lnTo>
                    <a:pt x="2022" y="360"/>
                  </a:lnTo>
                  <a:lnTo>
                    <a:pt x="2010" y="354"/>
                  </a:lnTo>
                  <a:lnTo>
                    <a:pt x="2004" y="348"/>
                  </a:lnTo>
                  <a:lnTo>
                    <a:pt x="1986" y="348"/>
                  </a:lnTo>
                  <a:lnTo>
                    <a:pt x="1974" y="342"/>
                  </a:lnTo>
                  <a:lnTo>
                    <a:pt x="1968" y="336"/>
                  </a:lnTo>
                  <a:lnTo>
                    <a:pt x="1968" y="324"/>
                  </a:lnTo>
                  <a:lnTo>
                    <a:pt x="1902" y="324"/>
                  </a:lnTo>
                  <a:lnTo>
                    <a:pt x="1902" y="348"/>
                  </a:lnTo>
                  <a:lnTo>
                    <a:pt x="1896" y="354"/>
                  </a:lnTo>
                  <a:lnTo>
                    <a:pt x="1890" y="354"/>
                  </a:lnTo>
                  <a:lnTo>
                    <a:pt x="1878" y="348"/>
                  </a:lnTo>
                  <a:lnTo>
                    <a:pt x="1866" y="336"/>
                  </a:lnTo>
                  <a:lnTo>
                    <a:pt x="1812" y="336"/>
                  </a:lnTo>
                  <a:lnTo>
                    <a:pt x="1806" y="342"/>
                  </a:lnTo>
                  <a:lnTo>
                    <a:pt x="1812" y="342"/>
                  </a:lnTo>
                  <a:lnTo>
                    <a:pt x="1812" y="348"/>
                  </a:lnTo>
                  <a:lnTo>
                    <a:pt x="1794" y="348"/>
                  </a:lnTo>
                  <a:lnTo>
                    <a:pt x="1788" y="342"/>
                  </a:lnTo>
                  <a:lnTo>
                    <a:pt x="1776" y="336"/>
                  </a:lnTo>
                  <a:lnTo>
                    <a:pt x="1770" y="324"/>
                  </a:lnTo>
                  <a:lnTo>
                    <a:pt x="1770" y="306"/>
                  </a:lnTo>
                  <a:lnTo>
                    <a:pt x="1776" y="306"/>
                  </a:lnTo>
                  <a:lnTo>
                    <a:pt x="1770" y="294"/>
                  </a:lnTo>
                  <a:lnTo>
                    <a:pt x="1764" y="270"/>
                  </a:lnTo>
                  <a:lnTo>
                    <a:pt x="1758" y="258"/>
                  </a:lnTo>
                  <a:lnTo>
                    <a:pt x="1758" y="174"/>
                  </a:lnTo>
                  <a:lnTo>
                    <a:pt x="1740" y="174"/>
                  </a:lnTo>
                  <a:lnTo>
                    <a:pt x="1716" y="168"/>
                  </a:lnTo>
                  <a:lnTo>
                    <a:pt x="1710" y="174"/>
                  </a:lnTo>
                  <a:lnTo>
                    <a:pt x="1698" y="180"/>
                  </a:lnTo>
                  <a:lnTo>
                    <a:pt x="1674" y="180"/>
                  </a:lnTo>
                  <a:lnTo>
                    <a:pt x="1662" y="174"/>
                  </a:lnTo>
                  <a:lnTo>
                    <a:pt x="1644" y="156"/>
                  </a:lnTo>
                  <a:lnTo>
                    <a:pt x="1608" y="156"/>
                  </a:lnTo>
                  <a:lnTo>
                    <a:pt x="1596" y="150"/>
                  </a:lnTo>
                  <a:lnTo>
                    <a:pt x="1578" y="150"/>
                  </a:lnTo>
                  <a:lnTo>
                    <a:pt x="1548" y="180"/>
                  </a:lnTo>
                  <a:lnTo>
                    <a:pt x="1548" y="192"/>
                  </a:lnTo>
                  <a:lnTo>
                    <a:pt x="1536" y="204"/>
                  </a:lnTo>
                  <a:lnTo>
                    <a:pt x="1500" y="204"/>
                  </a:lnTo>
                  <a:lnTo>
                    <a:pt x="1488" y="216"/>
                  </a:lnTo>
                  <a:lnTo>
                    <a:pt x="1440" y="216"/>
                  </a:lnTo>
                  <a:lnTo>
                    <a:pt x="1440" y="222"/>
                  </a:lnTo>
                  <a:lnTo>
                    <a:pt x="1422" y="240"/>
                  </a:lnTo>
                  <a:lnTo>
                    <a:pt x="1416" y="240"/>
                  </a:lnTo>
                  <a:lnTo>
                    <a:pt x="1416" y="234"/>
                  </a:lnTo>
                  <a:lnTo>
                    <a:pt x="1410" y="228"/>
                  </a:lnTo>
                  <a:lnTo>
                    <a:pt x="1392" y="228"/>
                  </a:lnTo>
                  <a:lnTo>
                    <a:pt x="1380" y="234"/>
                  </a:lnTo>
                  <a:lnTo>
                    <a:pt x="1356" y="234"/>
                  </a:lnTo>
                  <a:lnTo>
                    <a:pt x="1344" y="228"/>
                  </a:lnTo>
                  <a:lnTo>
                    <a:pt x="1338" y="228"/>
                  </a:lnTo>
                  <a:lnTo>
                    <a:pt x="1332" y="222"/>
                  </a:lnTo>
                  <a:lnTo>
                    <a:pt x="1266" y="222"/>
                  </a:lnTo>
                  <a:lnTo>
                    <a:pt x="1260" y="216"/>
                  </a:lnTo>
                  <a:lnTo>
                    <a:pt x="1260" y="204"/>
                  </a:lnTo>
                  <a:lnTo>
                    <a:pt x="1248" y="198"/>
                  </a:lnTo>
                  <a:lnTo>
                    <a:pt x="1230" y="198"/>
                  </a:lnTo>
                  <a:lnTo>
                    <a:pt x="1230" y="192"/>
                  </a:lnTo>
                  <a:lnTo>
                    <a:pt x="1218" y="180"/>
                  </a:lnTo>
                  <a:lnTo>
                    <a:pt x="1218" y="174"/>
                  </a:lnTo>
                  <a:lnTo>
                    <a:pt x="1212" y="168"/>
                  </a:lnTo>
                  <a:lnTo>
                    <a:pt x="1152" y="168"/>
                  </a:lnTo>
                  <a:lnTo>
                    <a:pt x="1128" y="144"/>
                  </a:lnTo>
                  <a:lnTo>
                    <a:pt x="1092" y="144"/>
                  </a:lnTo>
                  <a:lnTo>
                    <a:pt x="1086" y="138"/>
                  </a:lnTo>
                  <a:lnTo>
                    <a:pt x="1080" y="138"/>
                  </a:lnTo>
                  <a:lnTo>
                    <a:pt x="1068" y="132"/>
                  </a:lnTo>
                  <a:lnTo>
                    <a:pt x="1020" y="132"/>
                  </a:lnTo>
                  <a:lnTo>
                    <a:pt x="966" y="150"/>
                  </a:lnTo>
                  <a:lnTo>
                    <a:pt x="954" y="156"/>
                  </a:lnTo>
                  <a:lnTo>
                    <a:pt x="942" y="156"/>
                  </a:lnTo>
                  <a:lnTo>
                    <a:pt x="930" y="150"/>
                  </a:lnTo>
                  <a:lnTo>
                    <a:pt x="918" y="150"/>
                  </a:lnTo>
                  <a:lnTo>
                    <a:pt x="912" y="144"/>
                  </a:lnTo>
                  <a:lnTo>
                    <a:pt x="882" y="144"/>
                  </a:lnTo>
                  <a:lnTo>
                    <a:pt x="864" y="126"/>
                  </a:lnTo>
                  <a:lnTo>
                    <a:pt x="864" y="120"/>
                  </a:lnTo>
                  <a:lnTo>
                    <a:pt x="840" y="126"/>
                  </a:lnTo>
                  <a:lnTo>
                    <a:pt x="840" y="120"/>
                  </a:lnTo>
                  <a:lnTo>
                    <a:pt x="834" y="114"/>
                  </a:lnTo>
                  <a:lnTo>
                    <a:pt x="822" y="90"/>
                  </a:lnTo>
                  <a:lnTo>
                    <a:pt x="810" y="78"/>
                  </a:lnTo>
                  <a:lnTo>
                    <a:pt x="804" y="66"/>
                  </a:lnTo>
                  <a:lnTo>
                    <a:pt x="798" y="60"/>
                  </a:lnTo>
                  <a:lnTo>
                    <a:pt x="786" y="54"/>
                  </a:lnTo>
                  <a:lnTo>
                    <a:pt x="768" y="54"/>
                  </a:lnTo>
                  <a:lnTo>
                    <a:pt x="756" y="60"/>
                  </a:lnTo>
                  <a:lnTo>
                    <a:pt x="750" y="60"/>
                  </a:lnTo>
                  <a:lnTo>
                    <a:pt x="726" y="48"/>
                  </a:lnTo>
                  <a:lnTo>
                    <a:pt x="720" y="42"/>
                  </a:lnTo>
                  <a:lnTo>
                    <a:pt x="708" y="36"/>
                  </a:lnTo>
                  <a:lnTo>
                    <a:pt x="672" y="36"/>
                  </a:lnTo>
                  <a:lnTo>
                    <a:pt x="648" y="30"/>
                  </a:lnTo>
                  <a:lnTo>
                    <a:pt x="636" y="30"/>
                  </a:lnTo>
                  <a:lnTo>
                    <a:pt x="576" y="0"/>
                  </a:lnTo>
                  <a:lnTo>
                    <a:pt x="576" y="18"/>
                  </a:lnTo>
                  <a:lnTo>
                    <a:pt x="570" y="30"/>
                  </a:lnTo>
                  <a:lnTo>
                    <a:pt x="558" y="36"/>
                  </a:lnTo>
                  <a:lnTo>
                    <a:pt x="552" y="36"/>
                  </a:lnTo>
                  <a:lnTo>
                    <a:pt x="558" y="48"/>
                  </a:lnTo>
                  <a:lnTo>
                    <a:pt x="540" y="48"/>
                  </a:lnTo>
                  <a:lnTo>
                    <a:pt x="540" y="60"/>
                  </a:lnTo>
                  <a:lnTo>
                    <a:pt x="552" y="72"/>
                  </a:lnTo>
                  <a:lnTo>
                    <a:pt x="558" y="90"/>
                  </a:lnTo>
                  <a:lnTo>
                    <a:pt x="582" y="126"/>
                  </a:lnTo>
                  <a:lnTo>
                    <a:pt x="588" y="126"/>
                  </a:lnTo>
                  <a:lnTo>
                    <a:pt x="594" y="132"/>
                  </a:lnTo>
                  <a:lnTo>
                    <a:pt x="600" y="144"/>
                  </a:lnTo>
                  <a:lnTo>
                    <a:pt x="600" y="168"/>
                  </a:lnTo>
                  <a:lnTo>
                    <a:pt x="582" y="168"/>
                  </a:lnTo>
                  <a:lnTo>
                    <a:pt x="582" y="174"/>
                  </a:lnTo>
                  <a:lnTo>
                    <a:pt x="576" y="180"/>
                  </a:lnTo>
                  <a:lnTo>
                    <a:pt x="552" y="192"/>
                  </a:lnTo>
                  <a:lnTo>
                    <a:pt x="546" y="186"/>
                  </a:lnTo>
                  <a:lnTo>
                    <a:pt x="546" y="174"/>
                  </a:lnTo>
                  <a:lnTo>
                    <a:pt x="498" y="180"/>
                  </a:lnTo>
                  <a:lnTo>
                    <a:pt x="498" y="168"/>
                  </a:lnTo>
                  <a:lnTo>
                    <a:pt x="456" y="168"/>
                  </a:lnTo>
                  <a:lnTo>
                    <a:pt x="450" y="174"/>
                  </a:lnTo>
                  <a:lnTo>
                    <a:pt x="450" y="180"/>
                  </a:lnTo>
                  <a:lnTo>
                    <a:pt x="444" y="168"/>
                  </a:lnTo>
                  <a:lnTo>
                    <a:pt x="420" y="174"/>
                  </a:lnTo>
                  <a:lnTo>
                    <a:pt x="414" y="162"/>
                  </a:lnTo>
                  <a:lnTo>
                    <a:pt x="384" y="162"/>
                  </a:lnTo>
                  <a:lnTo>
                    <a:pt x="366" y="156"/>
                  </a:lnTo>
                  <a:lnTo>
                    <a:pt x="360" y="150"/>
                  </a:lnTo>
                  <a:lnTo>
                    <a:pt x="360" y="138"/>
                  </a:lnTo>
                  <a:lnTo>
                    <a:pt x="354" y="132"/>
                  </a:lnTo>
                  <a:lnTo>
                    <a:pt x="354" y="126"/>
                  </a:lnTo>
                  <a:lnTo>
                    <a:pt x="312" y="126"/>
                  </a:lnTo>
                  <a:lnTo>
                    <a:pt x="294" y="132"/>
                  </a:lnTo>
                  <a:lnTo>
                    <a:pt x="270" y="132"/>
                  </a:lnTo>
                  <a:lnTo>
                    <a:pt x="264" y="114"/>
                  </a:lnTo>
                  <a:lnTo>
                    <a:pt x="228" y="114"/>
                  </a:lnTo>
                  <a:lnTo>
                    <a:pt x="228" y="108"/>
                  </a:lnTo>
                  <a:lnTo>
                    <a:pt x="210" y="114"/>
                  </a:lnTo>
                  <a:lnTo>
                    <a:pt x="204" y="108"/>
                  </a:lnTo>
                  <a:lnTo>
                    <a:pt x="186" y="108"/>
                  </a:lnTo>
                  <a:lnTo>
                    <a:pt x="180" y="114"/>
                  </a:lnTo>
                  <a:lnTo>
                    <a:pt x="180" y="120"/>
                  </a:lnTo>
                  <a:lnTo>
                    <a:pt x="174" y="126"/>
                  </a:lnTo>
                  <a:lnTo>
                    <a:pt x="174" y="132"/>
                  </a:lnTo>
                  <a:lnTo>
                    <a:pt x="150" y="132"/>
                  </a:lnTo>
                  <a:lnTo>
                    <a:pt x="138" y="150"/>
                  </a:lnTo>
                  <a:lnTo>
                    <a:pt x="120" y="150"/>
                  </a:lnTo>
                  <a:lnTo>
                    <a:pt x="84" y="186"/>
                  </a:lnTo>
                  <a:lnTo>
                    <a:pt x="84" y="192"/>
                  </a:lnTo>
                  <a:lnTo>
                    <a:pt x="90" y="198"/>
                  </a:lnTo>
                  <a:lnTo>
                    <a:pt x="66" y="198"/>
                  </a:lnTo>
                  <a:lnTo>
                    <a:pt x="72" y="210"/>
                  </a:lnTo>
                  <a:lnTo>
                    <a:pt x="12" y="210"/>
                  </a:lnTo>
                  <a:lnTo>
                    <a:pt x="12" y="228"/>
                  </a:lnTo>
                  <a:lnTo>
                    <a:pt x="0" y="240"/>
                  </a:lnTo>
                  <a:lnTo>
                    <a:pt x="6" y="246"/>
                  </a:lnTo>
                  <a:lnTo>
                    <a:pt x="6" y="258"/>
                  </a:lnTo>
                  <a:lnTo>
                    <a:pt x="0" y="264"/>
                  </a:lnTo>
                  <a:lnTo>
                    <a:pt x="24" y="264"/>
                  </a:lnTo>
                  <a:lnTo>
                    <a:pt x="24" y="282"/>
                  </a:lnTo>
                  <a:lnTo>
                    <a:pt x="36" y="288"/>
                  </a:lnTo>
                  <a:lnTo>
                    <a:pt x="48" y="288"/>
                  </a:lnTo>
                  <a:lnTo>
                    <a:pt x="60" y="294"/>
                  </a:lnTo>
                  <a:lnTo>
                    <a:pt x="72" y="294"/>
                  </a:lnTo>
                  <a:lnTo>
                    <a:pt x="78" y="306"/>
                  </a:lnTo>
                  <a:lnTo>
                    <a:pt x="102" y="330"/>
                  </a:lnTo>
                  <a:lnTo>
                    <a:pt x="138" y="318"/>
                  </a:lnTo>
                  <a:lnTo>
                    <a:pt x="156" y="330"/>
                  </a:lnTo>
                  <a:lnTo>
                    <a:pt x="162" y="336"/>
                  </a:lnTo>
                  <a:lnTo>
                    <a:pt x="174" y="336"/>
                  </a:lnTo>
                  <a:lnTo>
                    <a:pt x="186" y="342"/>
                  </a:lnTo>
                  <a:lnTo>
                    <a:pt x="204" y="348"/>
                  </a:lnTo>
                  <a:lnTo>
                    <a:pt x="222" y="366"/>
                  </a:lnTo>
                  <a:lnTo>
                    <a:pt x="228" y="378"/>
                  </a:lnTo>
                  <a:lnTo>
                    <a:pt x="240" y="396"/>
                  </a:lnTo>
                  <a:lnTo>
                    <a:pt x="264" y="414"/>
                  </a:lnTo>
                  <a:lnTo>
                    <a:pt x="276" y="426"/>
                  </a:lnTo>
                  <a:lnTo>
                    <a:pt x="282" y="438"/>
                  </a:lnTo>
                  <a:lnTo>
                    <a:pt x="282" y="450"/>
                  </a:lnTo>
                  <a:lnTo>
                    <a:pt x="288" y="456"/>
                  </a:lnTo>
                  <a:lnTo>
                    <a:pt x="294" y="468"/>
                  </a:lnTo>
                  <a:lnTo>
                    <a:pt x="300" y="474"/>
                  </a:lnTo>
                  <a:lnTo>
                    <a:pt x="300" y="480"/>
                  </a:lnTo>
                  <a:lnTo>
                    <a:pt x="288" y="492"/>
                  </a:lnTo>
                  <a:lnTo>
                    <a:pt x="288" y="504"/>
                  </a:lnTo>
                  <a:lnTo>
                    <a:pt x="294" y="522"/>
                  </a:lnTo>
                  <a:lnTo>
                    <a:pt x="300" y="534"/>
                  </a:lnTo>
                  <a:lnTo>
                    <a:pt x="306" y="540"/>
                  </a:lnTo>
                  <a:lnTo>
                    <a:pt x="318" y="546"/>
                  </a:lnTo>
                  <a:lnTo>
                    <a:pt x="330" y="546"/>
                  </a:lnTo>
                  <a:lnTo>
                    <a:pt x="342" y="552"/>
                  </a:lnTo>
                  <a:lnTo>
                    <a:pt x="348" y="552"/>
                  </a:lnTo>
                  <a:lnTo>
                    <a:pt x="366" y="558"/>
                  </a:lnTo>
                  <a:lnTo>
                    <a:pt x="390" y="564"/>
                  </a:lnTo>
                  <a:lnTo>
                    <a:pt x="486" y="564"/>
                  </a:lnTo>
                  <a:lnTo>
                    <a:pt x="492" y="570"/>
                  </a:lnTo>
                  <a:lnTo>
                    <a:pt x="498" y="570"/>
                  </a:lnTo>
                  <a:lnTo>
                    <a:pt x="510" y="576"/>
                  </a:lnTo>
                  <a:lnTo>
                    <a:pt x="516" y="576"/>
                  </a:lnTo>
                  <a:lnTo>
                    <a:pt x="528" y="582"/>
                  </a:lnTo>
                  <a:lnTo>
                    <a:pt x="534" y="594"/>
                  </a:lnTo>
                  <a:lnTo>
                    <a:pt x="540" y="594"/>
                  </a:lnTo>
                  <a:lnTo>
                    <a:pt x="546" y="600"/>
                  </a:lnTo>
                  <a:lnTo>
                    <a:pt x="552" y="600"/>
                  </a:lnTo>
                  <a:lnTo>
                    <a:pt x="576" y="612"/>
                  </a:lnTo>
                  <a:lnTo>
                    <a:pt x="588" y="612"/>
                  </a:lnTo>
                  <a:lnTo>
                    <a:pt x="594" y="618"/>
                  </a:lnTo>
                  <a:lnTo>
                    <a:pt x="630" y="618"/>
                  </a:lnTo>
                  <a:lnTo>
                    <a:pt x="642" y="642"/>
                  </a:lnTo>
                  <a:lnTo>
                    <a:pt x="684" y="684"/>
                  </a:lnTo>
                  <a:lnTo>
                    <a:pt x="690" y="696"/>
                  </a:lnTo>
                  <a:lnTo>
                    <a:pt x="720" y="726"/>
                  </a:lnTo>
                  <a:lnTo>
                    <a:pt x="732" y="732"/>
                  </a:lnTo>
                  <a:lnTo>
                    <a:pt x="738" y="744"/>
                  </a:lnTo>
                  <a:lnTo>
                    <a:pt x="750" y="750"/>
                  </a:lnTo>
                  <a:lnTo>
                    <a:pt x="810" y="744"/>
                  </a:lnTo>
                  <a:lnTo>
                    <a:pt x="864" y="750"/>
                  </a:lnTo>
                  <a:lnTo>
                    <a:pt x="912" y="750"/>
                  </a:lnTo>
                  <a:lnTo>
                    <a:pt x="948" y="756"/>
                  </a:lnTo>
                  <a:lnTo>
                    <a:pt x="954" y="750"/>
                  </a:lnTo>
                  <a:lnTo>
                    <a:pt x="966" y="744"/>
                  </a:lnTo>
                  <a:lnTo>
                    <a:pt x="972" y="738"/>
                  </a:lnTo>
                  <a:lnTo>
                    <a:pt x="984" y="738"/>
                  </a:lnTo>
                  <a:lnTo>
                    <a:pt x="996" y="744"/>
                  </a:lnTo>
                  <a:lnTo>
                    <a:pt x="1002" y="744"/>
                  </a:lnTo>
                  <a:lnTo>
                    <a:pt x="1008" y="750"/>
                  </a:lnTo>
                  <a:lnTo>
                    <a:pt x="1062" y="750"/>
                  </a:lnTo>
                  <a:lnTo>
                    <a:pt x="1080" y="756"/>
                  </a:lnTo>
                  <a:lnTo>
                    <a:pt x="1092" y="756"/>
                  </a:lnTo>
                  <a:lnTo>
                    <a:pt x="1110" y="774"/>
                  </a:lnTo>
                  <a:lnTo>
                    <a:pt x="1116" y="786"/>
                  </a:lnTo>
                  <a:lnTo>
                    <a:pt x="1128" y="792"/>
                  </a:lnTo>
                  <a:lnTo>
                    <a:pt x="1152" y="798"/>
                  </a:lnTo>
                  <a:lnTo>
                    <a:pt x="1200" y="798"/>
                  </a:lnTo>
                  <a:lnTo>
                    <a:pt x="1218" y="804"/>
                  </a:lnTo>
                  <a:lnTo>
                    <a:pt x="1242" y="816"/>
                  </a:lnTo>
                  <a:lnTo>
                    <a:pt x="1248" y="822"/>
                  </a:lnTo>
                  <a:lnTo>
                    <a:pt x="1260" y="822"/>
                  </a:lnTo>
                  <a:lnTo>
                    <a:pt x="1266" y="816"/>
                  </a:lnTo>
                  <a:lnTo>
                    <a:pt x="1278" y="816"/>
                  </a:lnTo>
                  <a:lnTo>
                    <a:pt x="1290" y="810"/>
                  </a:lnTo>
                  <a:lnTo>
                    <a:pt x="1302" y="810"/>
                  </a:lnTo>
                  <a:lnTo>
                    <a:pt x="1302" y="816"/>
                  </a:lnTo>
                  <a:lnTo>
                    <a:pt x="1308" y="828"/>
                  </a:lnTo>
                  <a:lnTo>
                    <a:pt x="1314" y="828"/>
                  </a:lnTo>
                  <a:lnTo>
                    <a:pt x="1320" y="834"/>
                  </a:lnTo>
                  <a:lnTo>
                    <a:pt x="1338" y="834"/>
                  </a:lnTo>
                  <a:lnTo>
                    <a:pt x="1344" y="828"/>
                  </a:lnTo>
                  <a:lnTo>
                    <a:pt x="1362" y="816"/>
                  </a:lnTo>
                  <a:lnTo>
                    <a:pt x="1422" y="780"/>
                  </a:lnTo>
                  <a:lnTo>
                    <a:pt x="1440" y="768"/>
                  </a:lnTo>
                  <a:lnTo>
                    <a:pt x="1596" y="768"/>
                  </a:lnTo>
                  <a:lnTo>
                    <a:pt x="1614" y="744"/>
                  </a:lnTo>
                  <a:lnTo>
                    <a:pt x="1638" y="744"/>
                  </a:lnTo>
                  <a:lnTo>
                    <a:pt x="1650" y="738"/>
                  </a:lnTo>
                  <a:lnTo>
                    <a:pt x="1662" y="714"/>
                  </a:lnTo>
                  <a:lnTo>
                    <a:pt x="1662" y="708"/>
                  </a:lnTo>
                  <a:lnTo>
                    <a:pt x="1668" y="696"/>
                  </a:lnTo>
                  <a:lnTo>
                    <a:pt x="1668" y="690"/>
                  </a:lnTo>
                  <a:lnTo>
                    <a:pt x="1692" y="690"/>
                  </a:lnTo>
                  <a:lnTo>
                    <a:pt x="1704" y="678"/>
                  </a:lnTo>
                  <a:lnTo>
                    <a:pt x="1710" y="666"/>
                  </a:lnTo>
                  <a:lnTo>
                    <a:pt x="1716" y="660"/>
                  </a:lnTo>
                  <a:lnTo>
                    <a:pt x="1716" y="654"/>
                  </a:lnTo>
                  <a:lnTo>
                    <a:pt x="1704" y="648"/>
                  </a:lnTo>
                  <a:lnTo>
                    <a:pt x="1686" y="630"/>
                  </a:lnTo>
                  <a:lnTo>
                    <a:pt x="1674" y="624"/>
                  </a:lnTo>
                  <a:lnTo>
                    <a:pt x="1656" y="606"/>
                  </a:lnTo>
                  <a:lnTo>
                    <a:pt x="1650" y="594"/>
                  </a:lnTo>
                  <a:lnTo>
                    <a:pt x="1650" y="582"/>
                  </a:lnTo>
                  <a:lnTo>
                    <a:pt x="1656" y="570"/>
                  </a:lnTo>
                  <a:lnTo>
                    <a:pt x="1656" y="558"/>
                  </a:lnTo>
                  <a:lnTo>
                    <a:pt x="1668" y="552"/>
                  </a:lnTo>
                  <a:lnTo>
                    <a:pt x="1692" y="552"/>
                  </a:lnTo>
                  <a:lnTo>
                    <a:pt x="1698" y="558"/>
                  </a:lnTo>
                  <a:lnTo>
                    <a:pt x="1704" y="558"/>
                  </a:lnTo>
                  <a:lnTo>
                    <a:pt x="1710" y="564"/>
                  </a:lnTo>
                  <a:lnTo>
                    <a:pt x="1722" y="570"/>
                  </a:lnTo>
                  <a:lnTo>
                    <a:pt x="1728" y="576"/>
                  </a:lnTo>
                  <a:lnTo>
                    <a:pt x="1740" y="582"/>
                  </a:lnTo>
                  <a:lnTo>
                    <a:pt x="1764" y="582"/>
                  </a:lnTo>
                  <a:lnTo>
                    <a:pt x="1776" y="576"/>
                  </a:lnTo>
                  <a:lnTo>
                    <a:pt x="1794" y="576"/>
                  </a:lnTo>
                  <a:lnTo>
                    <a:pt x="1806" y="570"/>
                  </a:lnTo>
                  <a:lnTo>
                    <a:pt x="1812" y="558"/>
                  </a:lnTo>
                  <a:lnTo>
                    <a:pt x="1818" y="552"/>
                  </a:lnTo>
                  <a:lnTo>
                    <a:pt x="1818" y="528"/>
                  </a:lnTo>
                  <a:lnTo>
                    <a:pt x="1890" y="528"/>
                  </a:lnTo>
                  <a:lnTo>
                    <a:pt x="1914" y="504"/>
                  </a:lnTo>
                  <a:lnTo>
                    <a:pt x="1902" y="492"/>
                  </a:lnTo>
                  <a:lnTo>
                    <a:pt x="1896" y="480"/>
                  </a:lnTo>
                  <a:lnTo>
                    <a:pt x="1902" y="474"/>
                  </a:lnTo>
                  <a:lnTo>
                    <a:pt x="1938" y="456"/>
                  </a:lnTo>
                  <a:lnTo>
                    <a:pt x="1950" y="456"/>
                  </a:lnTo>
                  <a:lnTo>
                    <a:pt x="1950" y="438"/>
                  </a:lnTo>
                  <a:lnTo>
                    <a:pt x="1980" y="444"/>
                  </a:lnTo>
                  <a:lnTo>
                    <a:pt x="1998" y="426"/>
                  </a:lnTo>
                  <a:lnTo>
                    <a:pt x="2004" y="426"/>
                  </a:lnTo>
                  <a:lnTo>
                    <a:pt x="2010" y="420"/>
                  </a:lnTo>
                  <a:lnTo>
                    <a:pt x="2040" y="420"/>
                  </a:lnTo>
                  <a:lnTo>
                    <a:pt x="2052" y="426"/>
                  </a:lnTo>
                  <a:lnTo>
                    <a:pt x="2058" y="432"/>
                  </a:lnTo>
                  <a:lnTo>
                    <a:pt x="2094" y="432"/>
                  </a:lnTo>
                  <a:lnTo>
                    <a:pt x="2100" y="426"/>
                  </a:lnTo>
                  <a:lnTo>
                    <a:pt x="2100" y="420"/>
                  </a:lnTo>
                  <a:lnTo>
                    <a:pt x="2088" y="408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38" name="Mauritius" descr="© INSCALE GmbH, 05.05.2010&#10;http://www.presentationload.com/">
              <a:extLst>
                <a:ext uri="{FF2B5EF4-FFF2-40B4-BE49-F238E27FC236}">
                  <a16:creationId xmlns:a16="http://schemas.microsoft.com/office/drawing/2014/main" id="{E6F24922-E2A7-4D69-A6D0-8BCDE97089E1}"/>
                </a:ext>
              </a:extLst>
            </p:cNvPr>
            <p:cNvSpPr>
              <a:spLocks/>
            </p:cNvSpPr>
            <p:nvPr/>
          </p:nvSpPr>
          <p:spPr bwMode="gray">
            <a:xfrm>
              <a:off x="4993007" y="3507941"/>
              <a:ext cx="18000" cy="17889"/>
            </a:xfrm>
            <a:custGeom>
              <a:avLst/>
              <a:gdLst>
                <a:gd name="T0" fmla="*/ 0 w 168"/>
                <a:gd name="T1" fmla="*/ 2147483647 h 162"/>
                <a:gd name="T2" fmla="*/ 2147483647 w 168"/>
                <a:gd name="T3" fmla="*/ 2147483647 h 162"/>
                <a:gd name="T4" fmla="*/ 2147483647 w 168"/>
                <a:gd name="T5" fmla="*/ 2147483647 h 162"/>
                <a:gd name="T6" fmla="*/ 2147483647 w 168"/>
                <a:gd name="T7" fmla="*/ 2147483647 h 162"/>
                <a:gd name="T8" fmla="*/ 2147483647 w 168"/>
                <a:gd name="T9" fmla="*/ 2147483647 h 162"/>
                <a:gd name="T10" fmla="*/ 2147483647 w 168"/>
                <a:gd name="T11" fmla="*/ 2147483647 h 162"/>
                <a:gd name="T12" fmla="*/ 2147483647 w 168"/>
                <a:gd name="T13" fmla="*/ 2147483647 h 162"/>
                <a:gd name="T14" fmla="*/ 2147483647 w 168"/>
                <a:gd name="T15" fmla="*/ 2147483647 h 162"/>
                <a:gd name="T16" fmla="*/ 2147483647 w 168"/>
                <a:gd name="T17" fmla="*/ 2147483647 h 162"/>
                <a:gd name="T18" fmla="*/ 2147483647 w 168"/>
                <a:gd name="T19" fmla="*/ 2147483647 h 162"/>
                <a:gd name="T20" fmla="*/ 2147483647 w 168"/>
                <a:gd name="T21" fmla="*/ 2147483647 h 162"/>
                <a:gd name="T22" fmla="*/ 2147483647 w 168"/>
                <a:gd name="T23" fmla="*/ 2147483647 h 162"/>
                <a:gd name="T24" fmla="*/ 2147483647 w 168"/>
                <a:gd name="T25" fmla="*/ 2147483647 h 162"/>
                <a:gd name="T26" fmla="*/ 2147483647 w 168"/>
                <a:gd name="T27" fmla="*/ 2147483647 h 162"/>
                <a:gd name="T28" fmla="*/ 2147483647 w 168"/>
                <a:gd name="T29" fmla="*/ 2147483647 h 162"/>
                <a:gd name="T30" fmla="*/ 2147483647 w 168"/>
                <a:gd name="T31" fmla="*/ 2147483647 h 162"/>
                <a:gd name="T32" fmla="*/ 2147483647 w 168"/>
                <a:gd name="T33" fmla="*/ 2147483647 h 162"/>
                <a:gd name="T34" fmla="*/ 2147483647 w 168"/>
                <a:gd name="T35" fmla="*/ 2147483647 h 162"/>
                <a:gd name="T36" fmla="*/ 2147483647 w 168"/>
                <a:gd name="T37" fmla="*/ 2147483647 h 162"/>
                <a:gd name="T38" fmla="*/ 2147483647 w 168"/>
                <a:gd name="T39" fmla="*/ 2147483647 h 162"/>
                <a:gd name="T40" fmla="*/ 2147483647 w 168"/>
                <a:gd name="T41" fmla="*/ 2147483647 h 162"/>
                <a:gd name="T42" fmla="*/ 2147483647 w 168"/>
                <a:gd name="T43" fmla="*/ 0 h 162"/>
                <a:gd name="T44" fmla="*/ 2147483647 w 168"/>
                <a:gd name="T45" fmla="*/ 0 h 162"/>
                <a:gd name="T46" fmla="*/ 2147483647 w 168"/>
                <a:gd name="T47" fmla="*/ 2147483647 h 162"/>
                <a:gd name="T48" fmla="*/ 2147483647 w 168"/>
                <a:gd name="T49" fmla="*/ 2147483647 h 162"/>
                <a:gd name="T50" fmla="*/ 2147483647 w 168"/>
                <a:gd name="T51" fmla="*/ 2147483647 h 162"/>
                <a:gd name="T52" fmla="*/ 2147483647 w 168"/>
                <a:gd name="T53" fmla="*/ 2147483647 h 162"/>
                <a:gd name="T54" fmla="*/ 2147483647 w 168"/>
                <a:gd name="T55" fmla="*/ 2147483647 h 162"/>
                <a:gd name="T56" fmla="*/ 2147483647 w 168"/>
                <a:gd name="T57" fmla="*/ 2147483647 h 162"/>
                <a:gd name="T58" fmla="*/ 2147483647 w 168"/>
                <a:gd name="T59" fmla="*/ 2147483647 h 162"/>
                <a:gd name="T60" fmla="*/ 0 w 168"/>
                <a:gd name="T61" fmla="*/ 2147483647 h 16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68"/>
                <a:gd name="T94" fmla="*/ 0 h 162"/>
                <a:gd name="T95" fmla="*/ 168 w 168"/>
                <a:gd name="T96" fmla="*/ 162 h 162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68" h="162">
                  <a:moveTo>
                    <a:pt x="0" y="78"/>
                  </a:moveTo>
                  <a:lnTo>
                    <a:pt x="24" y="114"/>
                  </a:lnTo>
                  <a:lnTo>
                    <a:pt x="24" y="132"/>
                  </a:lnTo>
                  <a:lnTo>
                    <a:pt x="54" y="162"/>
                  </a:lnTo>
                  <a:lnTo>
                    <a:pt x="72" y="162"/>
                  </a:lnTo>
                  <a:lnTo>
                    <a:pt x="72" y="150"/>
                  </a:lnTo>
                  <a:lnTo>
                    <a:pt x="78" y="144"/>
                  </a:lnTo>
                  <a:lnTo>
                    <a:pt x="84" y="132"/>
                  </a:lnTo>
                  <a:lnTo>
                    <a:pt x="90" y="126"/>
                  </a:lnTo>
                  <a:lnTo>
                    <a:pt x="102" y="120"/>
                  </a:lnTo>
                  <a:lnTo>
                    <a:pt x="120" y="120"/>
                  </a:lnTo>
                  <a:lnTo>
                    <a:pt x="132" y="114"/>
                  </a:lnTo>
                  <a:lnTo>
                    <a:pt x="138" y="108"/>
                  </a:lnTo>
                  <a:lnTo>
                    <a:pt x="150" y="102"/>
                  </a:lnTo>
                  <a:lnTo>
                    <a:pt x="144" y="84"/>
                  </a:lnTo>
                  <a:lnTo>
                    <a:pt x="168" y="66"/>
                  </a:lnTo>
                  <a:lnTo>
                    <a:pt x="162" y="42"/>
                  </a:lnTo>
                  <a:lnTo>
                    <a:pt x="150" y="36"/>
                  </a:lnTo>
                  <a:lnTo>
                    <a:pt x="144" y="24"/>
                  </a:lnTo>
                  <a:lnTo>
                    <a:pt x="138" y="18"/>
                  </a:lnTo>
                  <a:lnTo>
                    <a:pt x="132" y="6"/>
                  </a:lnTo>
                  <a:lnTo>
                    <a:pt x="126" y="0"/>
                  </a:lnTo>
                  <a:lnTo>
                    <a:pt x="90" y="0"/>
                  </a:lnTo>
                  <a:lnTo>
                    <a:pt x="78" y="6"/>
                  </a:lnTo>
                  <a:lnTo>
                    <a:pt x="78" y="18"/>
                  </a:lnTo>
                  <a:lnTo>
                    <a:pt x="54" y="18"/>
                  </a:lnTo>
                  <a:lnTo>
                    <a:pt x="48" y="24"/>
                  </a:lnTo>
                  <a:lnTo>
                    <a:pt x="48" y="42"/>
                  </a:lnTo>
                  <a:lnTo>
                    <a:pt x="30" y="60"/>
                  </a:lnTo>
                  <a:lnTo>
                    <a:pt x="24" y="78"/>
                  </a:lnTo>
                  <a:lnTo>
                    <a:pt x="0" y="78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39" name="Mauritania" descr="© INSCALE GmbH, 05.05.2010&#10;http://www.presentationload.com/">
              <a:extLst>
                <a:ext uri="{FF2B5EF4-FFF2-40B4-BE49-F238E27FC236}">
                  <a16:creationId xmlns:a16="http://schemas.microsoft.com/office/drawing/2014/main" id="{8D5BCE75-4120-4631-9103-16DBD96230CE}"/>
                </a:ext>
              </a:extLst>
            </p:cNvPr>
            <p:cNvSpPr>
              <a:spLocks/>
            </p:cNvSpPr>
            <p:nvPr/>
          </p:nvSpPr>
          <p:spPr bwMode="gray">
            <a:xfrm>
              <a:off x="3345553" y="2281407"/>
              <a:ext cx="283040" cy="330098"/>
            </a:xfrm>
            <a:custGeom>
              <a:avLst/>
              <a:gdLst>
                <a:gd name="T0" fmla="*/ 2147483647 w 858"/>
                <a:gd name="T1" fmla="*/ 2147483647 h 1002"/>
                <a:gd name="T2" fmla="*/ 2147483647 w 858"/>
                <a:gd name="T3" fmla="*/ 2147483647 h 1002"/>
                <a:gd name="T4" fmla="*/ 2147483647 w 858"/>
                <a:gd name="T5" fmla="*/ 2147483647 h 1002"/>
                <a:gd name="T6" fmla="*/ 2147483647 w 858"/>
                <a:gd name="T7" fmla="*/ 2147483647 h 1002"/>
                <a:gd name="T8" fmla="*/ 2147483647 w 858"/>
                <a:gd name="T9" fmla="*/ 2147483647 h 1002"/>
                <a:gd name="T10" fmla="*/ 2147483647 w 858"/>
                <a:gd name="T11" fmla="*/ 2147483647 h 1002"/>
                <a:gd name="T12" fmla="*/ 2147483647 w 858"/>
                <a:gd name="T13" fmla="*/ 2147483647 h 1002"/>
                <a:gd name="T14" fmla="*/ 2147483647 w 858"/>
                <a:gd name="T15" fmla="*/ 2147483647 h 1002"/>
                <a:gd name="T16" fmla="*/ 2147483647 w 858"/>
                <a:gd name="T17" fmla="*/ 2147483647 h 1002"/>
                <a:gd name="T18" fmla="*/ 2147483647 w 858"/>
                <a:gd name="T19" fmla="*/ 2147483647 h 1002"/>
                <a:gd name="T20" fmla="*/ 2147483647 w 858"/>
                <a:gd name="T21" fmla="*/ 2147483647 h 1002"/>
                <a:gd name="T22" fmla="*/ 2147483647 w 858"/>
                <a:gd name="T23" fmla="*/ 2147483647 h 1002"/>
                <a:gd name="T24" fmla="*/ 2147483647 w 858"/>
                <a:gd name="T25" fmla="*/ 2147483647 h 1002"/>
                <a:gd name="T26" fmla="*/ 2147483647 w 858"/>
                <a:gd name="T27" fmla="*/ 2147483647 h 1002"/>
                <a:gd name="T28" fmla="*/ 2147483647 w 858"/>
                <a:gd name="T29" fmla="*/ 2147483647 h 1002"/>
                <a:gd name="T30" fmla="*/ 2147483647 w 858"/>
                <a:gd name="T31" fmla="*/ 2147483647 h 1002"/>
                <a:gd name="T32" fmla="*/ 2147483647 w 858"/>
                <a:gd name="T33" fmla="*/ 2147483647 h 1002"/>
                <a:gd name="T34" fmla="*/ 2147483647 w 858"/>
                <a:gd name="T35" fmla="*/ 2147483647 h 1002"/>
                <a:gd name="T36" fmla="*/ 2147483647 w 858"/>
                <a:gd name="T37" fmla="*/ 2147483647 h 1002"/>
                <a:gd name="T38" fmla="*/ 2147483647 w 858"/>
                <a:gd name="T39" fmla="*/ 2147483647 h 1002"/>
                <a:gd name="T40" fmla="*/ 2147483647 w 858"/>
                <a:gd name="T41" fmla="*/ 2147483647 h 1002"/>
                <a:gd name="T42" fmla="*/ 2147483647 w 858"/>
                <a:gd name="T43" fmla="*/ 2147483647 h 1002"/>
                <a:gd name="T44" fmla="*/ 2147483647 w 858"/>
                <a:gd name="T45" fmla="*/ 2147483647 h 1002"/>
                <a:gd name="T46" fmla="*/ 2147483647 w 858"/>
                <a:gd name="T47" fmla="*/ 2147483647 h 1002"/>
                <a:gd name="T48" fmla="*/ 2147483647 w 858"/>
                <a:gd name="T49" fmla="*/ 2147483647 h 1002"/>
                <a:gd name="T50" fmla="*/ 2147483647 w 858"/>
                <a:gd name="T51" fmla="*/ 2147483647 h 1002"/>
                <a:gd name="T52" fmla="*/ 2147483647 w 858"/>
                <a:gd name="T53" fmla="*/ 2147483647 h 1002"/>
                <a:gd name="T54" fmla="*/ 2147483647 w 858"/>
                <a:gd name="T55" fmla="*/ 2147483647 h 1002"/>
                <a:gd name="T56" fmla="*/ 2147483647 w 858"/>
                <a:gd name="T57" fmla="*/ 2147483647 h 1002"/>
                <a:gd name="T58" fmla="*/ 2147483647 w 858"/>
                <a:gd name="T59" fmla="*/ 2147483647 h 1002"/>
                <a:gd name="T60" fmla="*/ 2147483647 w 858"/>
                <a:gd name="T61" fmla="*/ 2147483647 h 1002"/>
                <a:gd name="T62" fmla="*/ 2147483647 w 858"/>
                <a:gd name="T63" fmla="*/ 2147483647 h 1002"/>
                <a:gd name="T64" fmla="*/ 2147483647 w 858"/>
                <a:gd name="T65" fmla="*/ 2147483647 h 1002"/>
                <a:gd name="T66" fmla="*/ 2147483647 w 858"/>
                <a:gd name="T67" fmla="*/ 2147483647 h 1002"/>
                <a:gd name="T68" fmla="*/ 2147483647 w 858"/>
                <a:gd name="T69" fmla="*/ 2147483647 h 1002"/>
                <a:gd name="T70" fmla="*/ 2147483647 w 858"/>
                <a:gd name="T71" fmla="*/ 2147483647 h 1002"/>
                <a:gd name="T72" fmla="*/ 2147483647 w 858"/>
                <a:gd name="T73" fmla="*/ 2147483647 h 1002"/>
                <a:gd name="T74" fmla="*/ 2147483647 w 858"/>
                <a:gd name="T75" fmla="*/ 2147483647 h 1002"/>
                <a:gd name="T76" fmla="*/ 2147483647 w 858"/>
                <a:gd name="T77" fmla="*/ 2147483647 h 1002"/>
                <a:gd name="T78" fmla="*/ 2147483647 w 858"/>
                <a:gd name="T79" fmla="*/ 2147483647 h 1002"/>
                <a:gd name="T80" fmla="*/ 2147483647 w 858"/>
                <a:gd name="T81" fmla="*/ 2147483647 h 1002"/>
                <a:gd name="T82" fmla="*/ 2147483647 w 858"/>
                <a:gd name="T83" fmla="*/ 2147483647 h 1002"/>
                <a:gd name="T84" fmla="*/ 2147483647 w 858"/>
                <a:gd name="T85" fmla="*/ 2147483647 h 1002"/>
                <a:gd name="T86" fmla="*/ 2147483647 w 858"/>
                <a:gd name="T87" fmla="*/ 2147483647 h 1002"/>
                <a:gd name="T88" fmla="*/ 2147483647 w 858"/>
                <a:gd name="T89" fmla="*/ 2147483647 h 1002"/>
                <a:gd name="T90" fmla="*/ 2147483647 w 858"/>
                <a:gd name="T91" fmla="*/ 2147483647 h 1002"/>
                <a:gd name="T92" fmla="*/ 2147483647 w 858"/>
                <a:gd name="T93" fmla="*/ 2147483647 h 1002"/>
                <a:gd name="T94" fmla="*/ 2147483647 w 858"/>
                <a:gd name="T95" fmla="*/ 2147483647 h 1002"/>
                <a:gd name="T96" fmla="*/ 2147483647 w 858"/>
                <a:gd name="T97" fmla="*/ 2147483647 h 1002"/>
                <a:gd name="T98" fmla="*/ 0 w 858"/>
                <a:gd name="T99" fmla="*/ 2147483647 h 100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858"/>
                <a:gd name="T151" fmla="*/ 0 h 1002"/>
                <a:gd name="T152" fmla="*/ 858 w 858"/>
                <a:gd name="T153" fmla="*/ 1002 h 1002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858" h="1002">
                  <a:moveTo>
                    <a:pt x="0" y="498"/>
                  </a:moveTo>
                  <a:lnTo>
                    <a:pt x="18" y="498"/>
                  </a:lnTo>
                  <a:lnTo>
                    <a:pt x="18" y="528"/>
                  </a:lnTo>
                  <a:lnTo>
                    <a:pt x="24" y="534"/>
                  </a:lnTo>
                  <a:lnTo>
                    <a:pt x="30" y="534"/>
                  </a:lnTo>
                  <a:lnTo>
                    <a:pt x="30" y="528"/>
                  </a:lnTo>
                  <a:lnTo>
                    <a:pt x="36" y="522"/>
                  </a:lnTo>
                  <a:lnTo>
                    <a:pt x="48" y="558"/>
                  </a:lnTo>
                  <a:lnTo>
                    <a:pt x="42" y="600"/>
                  </a:lnTo>
                  <a:lnTo>
                    <a:pt x="30" y="600"/>
                  </a:lnTo>
                  <a:lnTo>
                    <a:pt x="36" y="624"/>
                  </a:lnTo>
                  <a:lnTo>
                    <a:pt x="24" y="630"/>
                  </a:lnTo>
                  <a:lnTo>
                    <a:pt x="30" y="642"/>
                  </a:lnTo>
                  <a:lnTo>
                    <a:pt x="36" y="648"/>
                  </a:lnTo>
                  <a:lnTo>
                    <a:pt x="48" y="666"/>
                  </a:lnTo>
                  <a:lnTo>
                    <a:pt x="60" y="690"/>
                  </a:lnTo>
                  <a:lnTo>
                    <a:pt x="60" y="720"/>
                  </a:lnTo>
                  <a:lnTo>
                    <a:pt x="54" y="738"/>
                  </a:lnTo>
                  <a:lnTo>
                    <a:pt x="54" y="750"/>
                  </a:lnTo>
                  <a:lnTo>
                    <a:pt x="48" y="756"/>
                  </a:lnTo>
                  <a:lnTo>
                    <a:pt x="48" y="804"/>
                  </a:lnTo>
                  <a:lnTo>
                    <a:pt x="42" y="816"/>
                  </a:lnTo>
                  <a:lnTo>
                    <a:pt x="30" y="822"/>
                  </a:lnTo>
                  <a:lnTo>
                    <a:pt x="24" y="840"/>
                  </a:lnTo>
                  <a:lnTo>
                    <a:pt x="18" y="852"/>
                  </a:lnTo>
                  <a:lnTo>
                    <a:pt x="18" y="864"/>
                  </a:lnTo>
                  <a:lnTo>
                    <a:pt x="12" y="876"/>
                  </a:lnTo>
                  <a:lnTo>
                    <a:pt x="12" y="906"/>
                  </a:lnTo>
                  <a:lnTo>
                    <a:pt x="18" y="900"/>
                  </a:lnTo>
                  <a:lnTo>
                    <a:pt x="36" y="864"/>
                  </a:lnTo>
                  <a:lnTo>
                    <a:pt x="42" y="858"/>
                  </a:lnTo>
                  <a:lnTo>
                    <a:pt x="54" y="852"/>
                  </a:lnTo>
                  <a:lnTo>
                    <a:pt x="60" y="852"/>
                  </a:lnTo>
                  <a:lnTo>
                    <a:pt x="66" y="858"/>
                  </a:lnTo>
                  <a:lnTo>
                    <a:pt x="72" y="858"/>
                  </a:lnTo>
                  <a:lnTo>
                    <a:pt x="84" y="852"/>
                  </a:lnTo>
                  <a:lnTo>
                    <a:pt x="114" y="858"/>
                  </a:lnTo>
                  <a:lnTo>
                    <a:pt x="114" y="840"/>
                  </a:lnTo>
                  <a:lnTo>
                    <a:pt x="138" y="852"/>
                  </a:lnTo>
                  <a:lnTo>
                    <a:pt x="162" y="852"/>
                  </a:lnTo>
                  <a:lnTo>
                    <a:pt x="174" y="858"/>
                  </a:lnTo>
                  <a:lnTo>
                    <a:pt x="180" y="858"/>
                  </a:lnTo>
                  <a:lnTo>
                    <a:pt x="186" y="870"/>
                  </a:lnTo>
                  <a:lnTo>
                    <a:pt x="198" y="882"/>
                  </a:lnTo>
                  <a:lnTo>
                    <a:pt x="204" y="894"/>
                  </a:lnTo>
                  <a:lnTo>
                    <a:pt x="216" y="888"/>
                  </a:lnTo>
                  <a:lnTo>
                    <a:pt x="234" y="888"/>
                  </a:lnTo>
                  <a:lnTo>
                    <a:pt x="240" y="894"/>
                  </a:lnTo>
                  <a:lnTo>
                    <a:pt x="240" y="900"/>
                  </a:lnTo>
                  <a:lnTo>
                    <a:pt x="246" y="912"/>
                  </a:lnTo>
                  <a:lnTo>
                    <a:pt x="246" y="942"/>
                  </a:lnTo>
                  <a:lnTo>
                    <a:pt x="264" y="942"/>
                  </a:lnTo>
                  <a:lnTo>
                    <a:pt x="270" y="948"/>
                  </a:lnTo>
                  <a:lnTo>
                    <a:pt x="270" y="972"/>
                  </a:lnTo>
                  <a:lnTo>
                    <a:pt x="300" y="978"/>
                  </a:lnTo>
                  <a:lnTo>
                    <a:pt x="312" y="1002"/>
                  </a:lnTo>
                  <a:lnTo>
                    <a:pt x="330" y="1002"/>
                  </a:lnTo>
                  <a:lnTo>
                    <a:pt x="342" y="996"/>
                  </a:lnTo>
                  <a:lnTo>
                    <a:pt x="348" y="996"/>
                  </a:lnTo>
                  <a:lnTo>
                    <a:pt x="348" y="948"/>
                  </a:lnTo>
                  <a:lnTo>
                    <a:pt x="360" y="936"/>
                  </a:lnTo>
                  <a:lnTo>
                    <a:pt x="378" y="936"/>
                  </a:lnTo>
                  <a:lnTo>
                    <a:pt x="402" y="960"/>
                  </a:lnTo>
                  <a:lnTo>
                    <a:pt x="408" y="972"/>
                  </a:lnTo>
                  <a:lnTo>
                    <a:pt x="420" y="948"/>
                  </a:lnTo>
                  <a:lnTo>
                    <a:pt x="456" y="948"/>
                  </a:lnTo>
                  <a:lnTo>
                    <a:pt x="462" y="954"/>
                  </a:lnTo>
                  <a:lnTo>
                    <a:pt x="492" y="954"/>
                  </a:lnTo>
                  <a:lnTo>
                    <a:pt x="504" y="948"/>
                  </a:lnTo>
                  <a:lnTo>
                    <a:pt x="510" y="948"/>
                  </a:lnTo>
                  <a:lnTo>
                    <a:pt x="510" y="936"/>
                  </a:lnTo>
                  <a:lnTo>
                    <a:pt x="516" y="930"/>
                  </a:lnTo>
                  <a:lnTo>
                    <a:pt x="522" y="930"/>
                  </a:lnTo>
                  <a:lnTo>
                    <a:pt x="522" y="942"/>
                  </a:lnTo>
                  <a:lnTo>
                    <a:pt x="786" y="942"/>
                  </a:lnTo>
                  <a:lnTo>
                    <a:pt x="798" y="900"/>
                  </a:lnTo>
                  <a:lnTo>
                    <a:pt x="804" y="894"/>
                  </a:lnTo>
                  <a:lnTo>
                    <a:pt x="804" y="882"/>
                  </a:lnTo>
                  <a:lnTo>
                    <a:pt x="786" y="864"/>
                  </a:lnTo>
                  <a:lnTo>
                    <a:pt x="780" y="864"/>
                  </a:lnTo>
                  <a:lnTo>
                    <a:pt x="738" y="174"/>
                  </a:lnTo>
                  <a:lnTo>
                    <a:pt x="858" y="180"/>
                  </a:lnTo>
                  <a:lnTo>
                    <a:pt x="600" y="0"/>
                  </a:lnTo>
                  <a:lnTo>
                    <a:pt x="594" y="48"/>
                  </a:lnTo>
                  <a:lnTo>
                    <a:pt x="588" y="54"/>
                  </a:lnTo>
                  <a:lnTo>
                    <a:pt x="588" y="90"/>
                  </a:lnTo>
                  <a:lnTo>
                    <a:pt x="366" y="96"/>
                  </a:lnTo>
                  <a:lnTo>
                    <a:pt x="366" y="108"/>
                  </a:lnTo>
                  <a:lnTo>
                    <a:pt x="354" y="114"/>
                  </a:lnTo>
                  <a:lnTo>
                    <a:pt x="354" y="306"/>
                  </a:lnTo>
                  <a:lnTo>
                    <a:pt x="348" y="312"/>
                  </a:lnTo>
                  <a:lnTo>
                    <a:pt x="336" y="318"/>
                  </a:lnTo>
                  <a:lnTo>
                    <a:pt x="306" y="318"/>
                  </a:lnTo>
                  <a:lnTo>
                    <a:pt x="282" y="330"/>
                  </a:lnTo>
                  <a:lnTo>
                    <a:pt x="276" y="342"/>
                  </a:lnTo>
                  <a:lnTo>
                    <a:pt x="276" y="360"/>
                  </a:lnTo>
                  <a:lnTo>
                    <a:pt x="282" y="372"/>
                  </a:lnTo>
                  <a:lnTo>
                    <a:pt x="276" y="474"/>
                  </a:lnTo>
                  <a:lnTo>
                    <a:pt x="0" y="474"/>
                  </a:lnTo>
                  <a:lnTo>
                    <a:pt x="0" y="498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40" name="Malta" descr="© INSCALE GmbH, 05.05.2010&#10;http://www.presentationload.com/">
              <a:extLst>
                <a:ext uri="{FF2B5EF4-FFF2-40B4-BE49-F238E27FC236}">
                  <a16:creationId xmlns:a16="http://schemas.microsoft.com/office/drawing/2014/main" id="{951BA157-CF19-47EC-8B04-4F6E9302C39B}"/>
                </a:ext>
              </a:extLst>
            </p:cNvPr>
            <p:cNvSpPr>
              <a:spLocks/>
            </p:cNvSpPr>
            <p:nvPr/>
          </p:nvSpPr>
          <p:spPr bwMode="gray">
            <a:xfrm>
              <a:off x="4058968" y="2043789"/>
              <a:ext cx="10339" cy="8992"/>
            </a:xfrm>
            <a:custGeom>
              <a:avLst/>
              <a:gdLst>
                <a:gd name="T0" fmla="*/ 2147483647 w 30"/>
                <a:gd name="T1" fmla="*/ 2147483647 h 30"/>
                <a:gd name="T2" fmla="*/ 2147483647 w 30"/>
                <a:gd name="T3" fmla="*/ 2147483647 h 30"/>
                <a:gd name="T4" fmla="*/ 2147483647 w 30"/>
                <a:gd name="T5" fmla="*/ 2147483647 h 30"/>
                <a:gd name="T6" fmla="*/ 2147483647 w 30"/>
                <a:gd name="T7" fmla="*/ 0 h 30"/>
                <a:gd name="T8" fmla="*/ 2147483647 w 30"/>
                <a:gd name="T9" fmla="*/ 0 h 30"/>
                <a:gd name="T10" fmla="*/ 0 w 30"/>
                <a:gd name="T11" fmla="*/ 2147483647 h 30"/>
                <a:gd name="T12" fmla="*/ 0 w 30"/>
                <a:gd name="T13" fmla="*/ 2147483647 h 30"/>
                <a:gd name="T14" fmla="*/ 2147483647 w 30"/>
                <a:gd name="T15" fmla="*/ 2147483647 h 30"/>
                <a:gd name="T16" fmla="*/ 2147483647 w 30"/>
                <a:gd name="T17" fmla="*/ 2147483647 h 30"/>
                <a:gd name="T18" fmla="*/ 2147483647 w 30"/>
                <a:gd name="T19" fmla="*/ 2147483647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0"/>
                <a:gd name="T31" fmla="*/ 0 h 30"/>
                <a:gd name="T32" fmla="*/ 30 w 30"/>
                <a:gd name="T33" fmla="*/ 30 h 3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0" h="30">
                  <a:moveTo>
                    <a:pt x="24" y="30"/>
                  </a:moveTo>
                  <a:lnTo>
                    <a:pt x="30" y="24"/>
                  </a:lnTo>
                  <a:lnTo>
                    <a:pt x="30" y="12"/>
                  </a:lnTo>
                  <a:lnTo>
                    <a:pt x="18" y="0"/>
                  </a:lnTo>
                  <a:lnTo>
                    <a:pt x="6" y="0"/>
                  </a:lnTo>
                  <a:lnTo>
                    <a:pt x="0" y="6"/>
                  </a:lnTo>
                  <a:lnTo>
                    <a:pt x="0" y="18"/>
                  </a:lnTo>
                  <a:lnTo>
                    <a:pt x="6" y="24"/>
                  </a:lnTo>
                  <a:lnTo>
                    <a:pt x="18" y="30"/>
                  </a:lnTo>
                  <a:lnTo>
                    <a:pt x="24" y="30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41" name="Malaysia Part 2" descr="© INSCALE GmbH, 05.05.2010&#10;http://www.presentationload.com/">
              <a:extLst>
                <a:ext uri="{FF2B5EF4-FFF2-40B4-BE49-F238E27FC236}">
                  <a16:creationId xmlns:a16="http://schemas.microsoft.com/office/drawing/2014/main" id="{77D12BC2-3022-4489-9777-4EBAE8FCDECC}"/>
                </a:ext>
              </a:extLst>
            </p:cNvPr>
            <p:cNvSpPr>
              <a:spLocks/>
            </p:cNvSpPr>
            <p:nvPr/>
          </p:nvSpPr>
          <p:spPr bwMode="gray">
            <a:xfrm>
              <a:off x="6318113" y="2806737"/>
              <a:ext cx="227466" cy="173398"/>
            </a:xfrm>
            <a:custGeom>
              <a:avLst/>
              <a:gdLst>
                <a:gd name="T0" fmla="*/ 2147483647 w 690"/>
                <a:gd name="T1" fmla="*/ 2147483647 h 528"/>
                <a:gd name="T2" fmla="*/ 2147483647 w 690"/>
                <a:gd name="T3" fmla="*/ 2147483647 h 528"/>
                <a:gd name="T4" fmla="*/ 2147483647 w 690"/>
                <a:gd name="T5" fmla="*/ 2147483647 h 528"/>
                <a:gd name="T6" fmla="*/ 2147483647 w 690"/>
                <a:gd name="T7" fmla="*/ 2147483647 h 528"/>
                <a:gd name="T8" fmla="*/ 2147483647 w 690"/>
                <a:gd name="T9" fmla="*/ 2147483647 h 528"/>
                <a:gd name="T10" fmla="*/ 2147483647 w 690"/>
                <a:gd name="T11" fmla="*/ 2147483647 h 528"/>
                <a:gd name="T12" fmla="*/ 2147483647 w 690"/>
                <a:gd name="T13" fmla="*/ 2147483647 h 528"/>
                <a:gd name="T14" fmla="*/ 2147483647 w 690"/>
                <a:gd name="T15" fmla="*/ 2147483647 h 528"/>
                <a:gd name="T16" fmla="*/ 2147483647 w 690"/>
                <a:gd name="T17" fmla="*/ 2147483647 h 528"/>
                <a:gd name="T18" fmla="*/ 2147483647 w 690"/>
                <a:gd name="T19" fmla="*/ 2147483647 h 528"/>
                <a:gd name="T20" fmla="*/ 2147483647 w 690"/>
                <a:gd name="T21" fmla="*/ 2147483647 h 528"/>
                <a:gd name="T22" fmla="*/ 2147483647 w 690"/>
                <a:gd name="T23" fmla="*/ 2147483647 h 528"/>
                <a:gd name="T24" fmla="*/ 2147483647 w 690"/>
                <a:gd name="T25" fmla="*/ 2147483647 h 528"/>
                <a:gd name="T26" fmla="*/ 2147483647 w 690"/>
                <a:gd name="T27" fmla="*/ 2147483647 h 528"/>
                <a:gd name="T28" fmla="*/ 2147483647 w 690"/>
                <a:gd name="T29" fmla="*/ 2147483647 h 528"/>
                <a:gd name="T30" fmla="*/ 2147483647 w 690"/>
                <a:gd name="T31" fmla="*/ 2147483647 h 528"/>
                <a:gd name="T32" fmla="*/ 2147483647 w 690"/>
                <a:gd name="T33" fmla="*/ 2147483647 h 528"/>
                <a:gd name="T34" fmla="*/ 2147483647 w 690"/>
                <a:gd name="T35" fmla="*/ 2147483647 h 528"/>
                <a:gd name="T36" fmla="*/ 2147483647 w 690"/>
                <a:gd name="T37" fmla="*/ 2147483647 h 528"/>
                <a:gd name="T38" fmla="*/ 2147483647 w 690"/>
                <a:gd name="T39" fmla="*/ 2147483647 h 528"/>
                <a:gd name="T40" fmla="*/ 2147483647 w 690"/>
                <a:gd name="T41" fmla="*/ 2147483647 h 528"/>
                <a:gd name="T42" fmla="*/ 2147483647 w 690"/>
                <a:gd name="T43" fmla="*/ 2147483647 h 528"/>
                <a:gd name="T44" fmla="*/ 2147483647 w 690"/>
                <a:gd name="T45" fmla="*/ 2147483647 h 528"/>
                <a:gd name="T46" fmla="*/ 2147483647 w 690"/>
                <a:gd name="T47" fmla="*/ 2147483647 h 528"/>
                <a:gd name="T48" fmla="*/ 2147483647 w 690"/>
                <a:gd name="T49" fmla="*/ 2147483647 h 528"/>
                <a:gd name="T50" fmla="*/ 2147483647 w 690"/>
                <a:gd name="T51" fmla="*/ 2147483647 h 528"/>
                <a:gd name="T52" fmla="*/ 2147483647 w 690"/>
                <a:gd name="T53" fmla="*/ 2147483647 h 528"/>
                <a:gd name="T54" fmla="*/ 2147483647 w 690"/>
                <a:gd name="T55" fmla="*/ 2147483647 h 528"/>
                <a:gd name="T56" fmla="*/ 2147483647 w 690"/>
                <a:gd name="T57" fmla="*/ 2147483647 h 528"/>
                <a:gd name="T58" fmla="*/ 2147483647 w 690"/>
                <a:gd name="T59" fmla="*/ 2147483647 h 528"/>
                <a:gd name="T60" fmla="*/ 2147483647 w 690"/>
                <a:gd name="T61" fmla="*/ 2147483647 h 528"/>
                <a:gd name="T62" fmla="*/ 2147483647 w 690"/>
                <a:gd name="T63" fmla="*/ 2147483647 h 528"/>
                <a:gd name="T64" fmla="*/ 2147483647 w 690"/>
                <a:gd name="T65" fmla="*/ 2147483647 h 528"/>
                <a:gd name="T66" fmla="*/ 2147483647 w 690"/>
                <a:gd name="T67" fmla="*/ 2147483647 h 528"/>
                <a:gd name="T68" fmla="*/ 2147483647 w 690"/>
                <a:gd name="T69" fmla="*/ 2147483647 h 528"/>
                <a:gd name="T70" fmla="*/ 2147483647 w 690"/>
                <a:gd name="T71" fmla="*/ 0 h 528"/>
                <a:gd name="T72" fmla="*/ 2147483647 w 690"/>
                <a:gd name="T73" fmla="*/ 0 h 528"/>
                <a:gd name="T74" fmla="*/ 2147483647 w 690"/>
                <a:gd name="T75" fmla="*/ 2147483647 h 528"/>
                <a:gd name="T76" fmla="*/ 2147483647 w 690"/>
                <a:gd name="T77" fmla="*/ 2147483647 h 528"/>
                <a:gd name="T78" fmla="*/ 2147483647 w 690"/>
                <a:gd name="T79" fmla="*/ 2147483647 h 528"/>
                <a:gd name="T80" fmla="*/ 2147483647 w 690"/>
                <a:gd name="T81" fmla="*/ 2147483647 h 528"/>
                <a:gd name="T82" fmla="*/ 2147483647 w 690"/>
                <a:gd name="T83" fmla="*/ 2147483647 h 528"/>
                <a:gd name="T84" fmla="*/ 2147483647 w 690"/>
                <a:gd name="T85" fmla="*/ 2147483647 h 528"/>
                <a:gd name="T86" fmla="*/ 2147483647 w 690"/>
                <a:gd name="T87" fmla="*/ 2147483647 h 528"/>
                <a:gd name="T88" fmla="*/ 2147483647 w 690"/>
                <a:gd name="T89" fmla="*/ 2147483647 h 528"/>
                <a:gd name="T90" fmla="*/ 2147483647 w 690"/>
                <a:gd name="T91" fmla="*/ 2147483647 h 528"/>
                <a:gd name="T92" fmla="*/ 2147483647 w 690"/>
                <a:gd name="T93" fmla="*/ 2147483647 h 528"/>
                <a:gd name="T94" fmla="*/ 2147483647 w 690"/>
                <a:gd name="T95" fmla="*/ 2147483647 h 528"/>
                <a:gd name="T96" fmla="*/ 2147483647 w 690"/>
                <a:gd name="T97" fmla="*/ 2147483647 h 528"/>
                <a:gd name="T98" fmla="*/ 2147483647 w 690"/>
                <a:gd name="T99" fmla="*/ 2147483647 h 528"/>
                <a:gd name="T100" fmla="*/ 2147483647 w 690"/>
                <a:gd name="T101" fmla="*/ 2147483647 h 528"/>
                <a:gd name="T102" fmla="*/ 2147483647 w 690"/>
                <a:gd name="T103" fmla="*/ 2147483647 h 528"/>
                <a:gd name="T104" fmla="*/ 2147483647 w 690"/>
                <a:gd name="T105" fmla="*/ 2147483647 h 528"/>
                <a:gd name="T106" fmla="*/ 2147483647 w 690"/>
                <a:gd name="T107" fmla="*/ 2147483647 h 528"/>
                <a:gd name="T108" fmla="*/ 2147483647 w 690"/>
                <a:gd name="T109" fmla="*/ 2147483647 h 528"/>
                <a:gd name="T110" fmla="*/ 2147483647 w 690"/>
                <a:gd name="T111" fmla="*/ 2147483647 h 528"/>
                <a:gd name="T112" fmla="*/ 2147483647 w 690"/>
                <a:gd name="T113" fmla="*/ 2147483647 h 528"/>
                <a:gd name="T114" fmla="*/ 0 w 690"/>
                <a:gd name="T115" fmla="*/ 2147483647 h 52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90"/>
                <a:gd name="T175" fmla="*/ 0 h 528"/>
                <a:gd name="T176" fmla="*/ 690 w 690"/>
                <a:gd name="T177" fmla="*/ 528 h 52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90" h="528">
                  <a:moveTo>
                    <a:pt x="12" y="504"/>
                  </a:moveTo>
                  <a:lnTo>
                    <a:pt x="24" y="510"/>
                  </a:lnTo>
                  <a:lnTo>
                    <a:pt x="30" y="516"/>
                  </a:lnTo>
                  <a:lnTo>
                    <a:pt x="54" y="528"/>
                  </a:lnTo>
                  <a:lnTo>
                    <a:pt x="60" y="528"/>
                  </a:lnTo>
                  <a:lnTo>
                    <a:pt x="78" y="510"/>
                  </a:lnTo>
                  <a:lnTo>
                    <a:pt x="102" y="510"/>
                  </a:lnTo>
                  <a:lnTo>
                    <a:pt x="120" y="516"/>
                  </a:lnTo>
                  <a:lnTo>
                    <a:pt x="144" y="516"/>
                  </a:lnTo>
                  <a:lnTo>
                    <a:pt x="174" y="486"/>
                  </a:lnTo>
                  <a:lnTo>
                    <a:pt x="180" y="474"/>
                  </a:lnTo>
                  <a:lnTo>
                    <a:pt x="222" y="474"/>
                  </a:lnTo>
                  <a:lnTo>
                    <a:pt x="234" y="486"/>
                  </a:lnTo>
                  <a:lnTo>
                    <a:pt x="258" y="498"/>
                  </a:lnTo>
                  <a:lnTo>
                    <a:pt x="264" y="504"/>
                  </a:lnTo>
                  <a:lnTo>
                    <a:pt x="270" y="504"/>
                  </a:lnTo>
                  <a:lnTo>
                    <a:pt x="282" y="492"/>
                  </a:lnTo>
                  <a:lnTo>
                    <a:pt x="294" y="486"/>
                  </a:lnTo>
                  <a:lnTo>
                    <a:pt x="300" y="480"/>
                  </a:lnTo>
                  <a:lnTo>
                    <a:pt x="324" y="480"/>
                  </a:lnTo>
                  <a:lnTo>
                    <a:pt x="354" y="444"/>
                  </a:lnTo>
                  <a:lnTo>
                    <a:pt x="348" y="432"/>
                  </a:lnTo>
                  <a:lnTo>
                    <a:pt x="384" y="402"/>
                  </a:lnTo>
                  <a:lnTo>
                    <a:pt x="378" y="390"/>
                  </a:lnTo>
                  <a:lnTo>
                    <a:pt x="372" y="384"/>
                  </a:lnTo>
                  <a:lnTo>
                    <a:pt x="372" y="360"/>
                  </a:lnTo>
                  <a:lnTo>
                    <a:pt x="378" y="354"/>
                  </a:lnTo>
                  <a:lnTo>
                    <a:pt x="396" y="354"/>
                  </a:lnTo>
                  <a:lnTo>
                    <a:pt x="402" y="342"/>
                  </a:lnTo>
                  <a:lnTo>
                    <a:pt x="402" y="336"/>
                  </a:lnTo>
                  <a:lnTo>
                    <a:pt x="408" y="318"/>
                  </a:lnTo>
                  <a:lnTo>
                    <a:pt x="408" y="264"/>
                  </a:lnTo>
                  <a:lnTo>
                    <a:pt x="414" y="252"/>
                  </a:lnTo>
                  <a:lnTo>
                    <a:pt x="420" y="246"/>
                  </a:lnTo>
                  <a:lnTo>
                    <a:pt x="516" y="246"/>
                  </a:lnTo>
                  <a:lnTo>
                    <a:pt x="540" y="270"/>
                  </a:lnTo>
                  <a:lnTo>
                    <a:pt x="552" y="276"/>
                  </a:lnTo>
                  <a:lnTo>
                    <a:pt x="558" y="282"/>
                  </a:lnTo>
                  <a:lnTo>
                    <a:pt x="576" y="276"/>
                  </a:lnTo>
                  <a:lnTo>
                    <a:pt x="564" y="216"/>
                  </a:lnTo>
                  <a:lnTo>
                    <a:pt x="576" y="222"/>
                  </a:lnTo>
                  <a:lnTo>
                    <a:pt x="582" y="234"/>
                  </a:lnTo>
                  <a:lnTo>
                    <a:pt x="594" y="240"/>
                  </a:lnTo>
                  <a:lnTo>
                    <a:pt x="636" y="240"/>
                  </a:lnTo>
                  <a:lnTo>
                    <a:pt x="630" y="234"/>
                  </a:lnTo>
                  <a:lnTo>
                    <a:pt x="624" y="222"/>
                  </a:lnTo>
                  <a:lnTo>
                    <a:pt x="618" y="216"/>
                  </a:lnTo>
                  <a:lnTo>
                    <a:pt x="606" y="192"/>
                  </a:lnTo>
                  <a:lnTo>
                    <a:pt x="606" y="186"/>
                  </a:lnTo>
                  <a:lnTo>
                    <a:pt x="612" y="180"/>
                  </a:lnTo>
                  <a:lnTo>
                    <a:pt x="624" y="180"/>
                  </a:lnTo>
                  <a:lnTo>
                    <a:pt x="642" y="186"/>
                  </a:lnTo>
                  <a:lnTo>
                    <a:pt x="654" y="186"/>
                  </a:lnTo>
                  <a:lnTo>
                    <a:pt x="660" y="192"/>
                  </a:lnTo>
                  <a:lnTo>
                    <a:pt x="666" y="192"/>
                  </a:lnTo>
                  <a:lnTo>
                    <a:pt x="690" y="162"/>
                  </a:lnTo>
                  <a:lnTo>
                    <a:pt x="666" y="156"/>
                  </a:lnTo>
                  <a:lnTo>
                    <a:pt x="660" y="144"/>
                  </a:lnTo>
                  <a:lnTo>
                    <a:pt x="642" y="126"/>
                  </a:lnTo>
                  <a:lnTo>
                    <a:pt x="630" y="120"/>
                  </a:lnTo>
                  <a:lnTo>
                    <a:pt x="612" y="120"/>
                  </a:lnTo>
                  <a:lnTo>
                    <a:pt x="600" y="114"/>
                  </a:lnTo>
                  <a:lnTo>
                    <a:pt x="588" y="114"/>
                  </a:lnTo>
                  <a:lnTo>
                    <a:pt x="588" y="108"/>
                  </a:lnTo>
                  <a:lnTo>
                    <a:pt x="582" y="102"/>
                  </a:lnTo>
                  <a:lnTo>
                    <a:pt x="582" y="90"/>
                  </a:lnTo>
                  <a:lnTo>
                    <a:pt x="576" y="78"/>
                  </a:lnTo>
                  <a:lnTo>
                    <a:pt x="564" y="66"/>
                  </a:lnTo>
                  <a:lnTo>
                    <a:pt x="540" y="54"/>
                  </a:lnTo>
                  <a:lnTo>
                    <a:pt x="534" y="60"/>
                  </a:lnTo>
                  <a:lnTo>
                    <a:pt x="528" y="60"/>
                  </a:lnTo>
                  <a:lnTo>
                    <a:pt x="510" y="0"/>
                  </a:lnTo>
                  <a:lnTo>
                    <a:pt x="504" y="18"/>
                  </a:lnTo>
                  <a:lnTo>
                    <a:pt x="492" y="0"/>
                  </a:lnTo>
                  <a:lnTo>
                    <a:pt x="480" y="60"/>
                  </a:lnTo>
                  <a:lnTo>
                    <a:pt x="468" y="66"/>
                  </a:lnTo>
                  <a:lnTo>
                    <a:pt x="462" y="66"/>
                  </a:lnTo>
                  <a:lnTo>
                    <a:pt x="450" y="72"/>
                  </a:lnTo>
                  <a:lnTo>
                    <a:pt x="438" y="96"/>
                  </a:lnTo>
                  <a:lnTo>
                    <a:pt x="438" y="114"/>
                  </a:lnTo>
                  <a:lnTo>
                    <a:pt x="408" y="126"/>
                  </a:lnTo>
                  <a:lnTo>
                    <a:pt x="420" y="162"/>
                  </a:lnTo>
                  <a:lnTo>
                    <a:pt x="408" y="162"/>
                  </a:lnTo>
                  <a:lnTo>
                    <a:pt x="390" y="156"/>
                  </a:lnTo>
                  <a:lnTo>
                    <a:pt x="378" y="156"/>
                  </a:lnTo>
                  <a:lnTo>
                    <a:pt x="360" y="150"/>
                  </a:lnTo>
                  <a:lnTo>
                    <a:pt x="354" y="150"/>
                  </a:lnTo>
                  <a:lnTo>
                    <a:pt x="342" y="156"/>
                  </a:lnTo>
                  <a:lnTo>
                    <a:pt x="342" y="168"/>
                  </a:lnTo>
                  <a:lnTo>
                    <a:pt x="336" y="180"/>
                  </a:lnTo>
                  <a:lnTo>
                    <a:pt x="336" y="204"/>
                  </a:lnTo>
                  <a:lnTo>
                    <a:pt x="294" y="246"/>
                  </a:lnTo>
                  <a:lnTo>
                    <a:pt x="294" y="258"/>
                  </a:lnTo>
                  <a:lnTo>
                    <a:pt x="282" y="294"/>
                  </a:lnTo>
                  <a:lnTo>
                    <a:pt x="276" y="306"/>
                  </a:lnTo>
                  <a:lnTo>
                    <a:pt x="264" y="318"/>
                  </a:lnTo>
                  <a:lnTo>
                    <a:pt x="228" y="336"/>
                  </a:lnTo>
                  <a:lnTo>
                    <a:pt x="186" y="342"/>
                  </a:lnTo>
                  <a:lnTo>
                    <a:pt x="162" y="348"/>
                  </a:lnTo>
                  <a:lnTo>
                    <a:pt x="156" y="354"/>
                  </a:lnTo>
                  <a:lnTo>
                    <a:pt x="132" y="366"/>
                  </a:lnTo>
                  <a:lnTo>
                    <a:pt x="114" y="384"/>
                  </a:lnTo>
                  <a:lnTo>
                    <a:pt x="102" y="390"/>
                  </a:lnTo>
                  <a:lnTo>
                    <a:pt x="84" y="426"/>
                  </a:lnTo>
                  <a:lnTo>
                    <a:pt x="102" y="444"/>
                  </a:lnTo>
                  <a:lnTo>
                    <a:pt x="102" y="462"/>
                  </a:lnTo>
                  <a:lnTo>
                    <a:pt x="96" y="474"/>
                  </a:lnTo>
                  <a:lnTo>
                    <a:pt x="84" y="480"/>
                  </a:lnTo>
                  <a:lnTo>
                    <a:pt x="72" y="480"/>
                  </a:lnTo>
                  <a:lnTo>
                    <a:pt x="48" y="468"/>
                  </a:lnTo>
                  <a:lnTo>
                    <a:pt x="42" y="462"/>
                  </a:lnTo>
                  <a:lnTo>
                    <a:pt x="30" y="456"/>
                  </a:lnTo>
                  <a:lnTo>
                    <a:pt x="24" y="456"/>
                  </a:lnTo>
                  <a:lnTo>
                    <a:pt x="12" y="462"/>
                  </a:lnTo>
                  <a:lnTo>
                    <a:pt x="0" y="474"/>
                  </a:lnTo>
                  <a:lnTo>
                    <a:pt x="0" y="492"/>
                  </a:lnTo>
                  <a:lnTo>
                    <a:pt x="12" y="504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42" name="Malaysia" descr="© INSCALE GmbH, 05.05.2010&#10;http://www.presentationload.com/">
              <a:extLst>
                <a:ext uri="{FF2B5EF4-FFF2-40B4-BE49-F238E27FC236}">
                  <a16:creationId xmlns:a16="http://schemas.microsoft.com/office/drawing/2014/main" id="{4CA830C0-35D1-45F1-B9AF-0B970694E9B9}"/>
                </a:ext>
              </a:extLst>
            </p:cNvPr>
            <p:cNvSpPr>
              <a:spLocks/>
            </p:cNvSpPr>
            <p:nvPr/>
          </p:nvSpPr>
          <p:spPr bwMode="gray">
            <a:xfrm>
              <a:off x="6081602" y="2823434"/>
              <a:ext cx="100809" cy="143811"/>
            </a:xfrm>
            <a:custGeom>
              <a:avLst/>
              <a:gdLst/>
              <a:ahLst/>
              <a:cxnLst/>
              <a:rect l="l" t="t" r="r" b="b"/>
              <a:pathLst>
                <a:path w="100809" h="144840">
                  <a:moveTo>
                    <a:pt x="3954" y="0"/>
                  </a:moveTo>
                  <a:lnTo>
                    <a:pt x="7907" y="0"/>
                  </a:lnTo>
                  <a:lnTo>
                    <a:pt x="9883" y="3970"/>
                  </a:lnTo>
                  <a:lnTo>
                    <a:pt x="9883" y="5954"/>
                  </a:lnTo>
                  <a:lnTo>
                    <a:pt x="15813" y="5954"/>
                  </a:lnTo>
                  <a:lnTo>
                    <a:pt x="19767" y="7939"/>
                  </a:lnTo>
                  <a:lnTo>
                    <a:pt x="21743" y="9924"/>
                  </a:lnTo>
                  <a:lnTo>
                    <a:pt x="21743" y="13893"/>
                  </a:lnTo>
                  <a:lnTo>
                    <a:pt x="25697" y="13893"/>
                  </a:lnTo>
                  <a:lnTo>
                    <a:pt x="25697" y="17863"/>
                  </a:lnTo>
                  <a:lnTo>
                    <a:pt x="21743" y="21832"/>
                  </a:lnTo>
                  <a:lnTo>
                    <a:pt x="21743" y="23817"/>
                  </a:lnTo>
                  <a:lnTo>
                    <a:pt x="23720" y="25802"/>
                  </a:lnTo>
                  <a:lnTo>
                    <a:pt x="29650" y="25802"/>
                  </a:lnTo>
                  <a:lnTo>
                    <a:pt x="29650" y="23817"/>
                  </a:lnTo>
                  <a:lnTo>
                    <a:pt x="33603" y="23817"/>
                  </a:lnTo>
                  <a:lnTo>
                    <a:pt x="35580" y="21832"/>
                  </a:lnTo>
                  <a:lnTo>
                    <a:pt x="37557" y="21832"/>
                  </a:lnTo>
                  <a:lnTo>
                    <a:pt x="43486" y="27786"/>
                  </a:lnTo>
                  <a:lnTo>
                    <a:pt x="45463" y="25802"/>
                  </a:lnTo>
                  <a:lnTo>
                    <a:pt x="45463" y="23817"/>
                  </a:lnTo>
                  <a:lnTo>
                    <a:pt x="47440" y="19848"/>
                  </a:lnTo>
                  <a:lnTo>
                    <a:pt x="49416" y="17863"/>
                  </a:lnTo>
                  <a:lnTo>
                    <a:pt x="51393" y="13893"/>
                  </a:lnTo>
                  <a:lnTo>
                    <a:pt x="59300" y="21832"/>
                  </a:lnTo>
                  <a:lnTo>
                    <a:pt x="63253" y="23817"/>
                  </a:lnTo>
                  <a:lnTo>
                    <a:pt x="67206" y="27786"/>
                  </a:lnTo>
                  <a:lnTo>
                    <a:pt x="73136" y="29771"/>
                  </a:lnTo>
                  <a:lnTo>
                    <a:pt x="81043" y="37710"/>
                  </a:lnTo>
                  <a:lnTo>
                    <a:pt x="83019" y="41680"/>
                  </a:lnTo>
                  <a:lnTo>
                    <a:pt x="83019" y="83359"/>
                  </a:lnTo>
                  <a:lnTo>
                    <a:pt x="81043" y="85344"/>
                  </a:lnTo>
                  <a:lnTo>
                    <a:pt x="81043" y="89313"/>
                  </a:lnTo>
                  <a:lnTo>
                    <a:pt x="83019" y="91298"/>
                  </a:lnTo>
                  <a:lnTo>
                    <a:pt x="84996" y="95268"/>
                  </a:lnTo>
                  <a:lnTo>
                    <a:pt x="84996" y="103207"/>
                  </a:lnTo>
                  <a:lnTo>
                    <a:pt x="86973" y="105191"/>
                  </a:lnTo>
                  <a:lnTo>
                    <a:pt x="88949" y="109161"/>
                  </a:lnTo>
                  <a:lnTo>
                    <a:pt x="96856" y="117100"/>
                  </a:lnTo>
                  <a:lnTo>
                    <a:pt x="100809" y="125039"/>
                  </a:lnTo>
                  <a:lnTo>
                    <a:pt x="100809" y="131021"/>
                  </a:lnTo>
                  <a:cubicBezTo>
                    <a:pt x="92065" y="131032"/>
                    <a:pt x="84702" y="136507"/>
                    <a:pt x="82989" y="144840"/>
                  </a:cubicBezTo>
                  <a:lnTo>
                    <a:pt x="75113" y="132978"/>
                  </a:lnTo>
                  <a:lnTo>
                    <a:pt x="73136" y="132978"/>
                  </a:lnTo>
                  <a:lnTo>
                    <a:pt x="71160" y="130993"/>
                  </a:lnTo>
                  <a:lnTo>
                    <a:pt x="67206" y="130993"/>
                  </a:lnTo>
                  <a:lnTo>
                    <a:pt x="65230" y="129008"/>
                  </a:lnTo>
                  <a:lnTo>
                    <a:pt x="61276" y="127023"/>
                  </a:lnTo>
                  <a:lnTo>
                    <a:pt x="59300" y="127023"/>
                  </a:lnTo>
                  <a:lnTo>
                    <a:pt x="57323" y="125039"/>
                  </a:lnTo>
                  <a:lnTo>
                    <a:pt x="57323" y="123054"/>
                  </a:lnTo>
                  <a:lnTo>
                    <a:pt x="55346" y="121069"/>
                  </a:lnTo>
                  <a:lnTo>
                    <a:pt x="55346" y="117100"/>
                  </a:lnTo>
                  <a:lnTo>
                    <a:pt x="53370" y="117100"/>
                  </a:lnTo>
                  <a:lnTo>
                    <a:pt x="47440" y="111146"/>
                  </a:lnTo>
                  <a:lnTo>
                    <a:pt x="43486" y="109161"/>
                  </a:lnTo>
                  <a:lnTo>
                    <a:pt x="37557" y="105191"/>
                  </a:lnTo>
                  <a:lnTo>
                    <a:pt x="33603" y="103207"/>
                  </a:lnTo>
                  <a:lnTo>
                    <a:pt x="31627" y="101222"/>
                  </a:lnTo>
                  <a:lnTo>
                    <a:pt x="27673" y="93283"/>
                  </a:lnTo>
                  <a:lnTo>
                    <a:pt x="27673" y="83359"/>
                  </a:lnTo>
                  <a:lnTo>
                    <a:pt x="29650" y="79390"/>
                  </a:lnTo>
                  <a:lnTo>
                    <a:pt x="29650" y="75420"/>
                  </a:lnTo>
                  <a:lnTo>
                    <a:pt x="27673" y="77405"/>
                  </a:lnTo>
                  <a:lnTo>
                    <a:pt x="21743" y="77405"/>
                  </a:lnTo>
                  <a:lnTo>
                    <a:pt x="19767" y="75420"/>
                  </a:lnTo>
                  <a:lnTo>
                    <a:pt x="17790" y="71451"/>
                  </a:lnTo>
                  <a:lnTo>
                    <a:pt x="15813" y="65497"/>
                  </a:lnTo>
                  <a:lnTo>
                    <a:pt x="15813" y="59542"/>
                  </a:lnTo>
                  <a:lnTo>
                    <a:pt x="17790" y="55573"/>
                  </a:lnTo>
                  <a:lnTo>
                    <a:pt x="17790" y="45649"/>
                  </a:lnTo>
                  <a:lnTo>
                    <a:pt x="13837" y="43664"/>
                  </a:lnTo>
                  <a:lnTo>
                    <a:pt x="7907" y="43664"/>
                  </a:lnTo>
                  <a:lnTo>
                    <a:pt x="5930" y="45649"/>
                  </a:lnTo>
                  <a:lnTo>
                    <a:pt x="1977" y="45649"/>
                  </a:lnTo>
                  <a:lnTo>
                    <a:pt x="0" y="13893"/>
                  </a:lnTo>
                  <a:lnTo>
                    <a:pt x="1977" y="11909"/>
                  </a:lnTo>
                  <a:lnTo>
                    <a:pt x="3954" y="7939"/>
                  </a:lnTo>
                  <a:lnTo>
                    <a:pt x="1977" y="5954"/>
                  </a:lnTo>
                  <a:lnTo>
                    <a:pt x="1977" y="1985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43" name="Malawi" descr="© INSCALE GmbH, 05.05.2010&#10;http://www.presentationload.com/">
              <a:extLst>
                <a:ext uri="{FF2B5EF4-FFF2-40B4-BE49-F238E27FC236}">
                  <a16:creationId xmlns:a16="http://schemas.microsoft.com/office/drawing/2014/main" id="{4BEE80AC-D098-46B2-83B4-CF6876F4349C}"/>
                </a:ext>
              </a:extLst>
            </p:cNvPr>
            <p:cNvSpPr>
              <a:spLocks/>
            </p:cNvSpPr>
            <p:nvPr/>
          </p:nvSpPr>
          <p:spPr bwMode="gray">
            <a:xfrm>
              <a:off x="4497099" y="3251147"/>
              <a:ext cx="77545" cy="205507"/>
            </a:xfrm>
            <a:custGeom>
              <a:avLst/>
              <a:gdLst>
                <a:gd name="T0" fmla="*/ 2147483647 w 234"/>
                <a:gd name="T1" fmla="*/ 2147483647 h 624"/>
                <a:gd name="T2" fmla="*/ 2147483647 w 234"/>
                <a:gd name="T3" fmla="*/ 2147483647 h 624"/>
                <a:gd name="T4" fmla="*/ 2147483647 w 234"/>
                <a:gd name="T5" fmla="*/ 2147483647 h 624"/>
                <a:gd name="T6" fmla="*/ 2147483647 w 234"/>
                <a:gd name="T7" fmla="*/ 2147483647 h 624"/>
                <a:gd name="T8" fmla="*/ 2147483647 w 234"/>
                <a:gd name="T9" fmla="*/ 2147483647 h 624"/>
                <a:gd name="T10" fmla="*/ 2147483647 w 234"/>
                <a:gd name="T11" fmla="*/ 2147483647 h 624"/>
                <a:gd name="T12" fmla="*/ 2147483647 w 234"/>
                <a:gd name="T13" fmla="*/ 2147483647 h 624"/>
                <a:gd name="T14" fmla="*/ 2147483647 w 234"/>
                <a:gd name="T15" fmla="*/ 2147483647 h 624"/>
                <a:gd name="T16" fmla="*/ 2147483647 w 234"/>
                <a:gd name="T17" fmla="*/ 2147483647 h 624"/>
                <a:gd name="T18" fmla="*/ 2147483647 w 234"/>
                <a:gd name="T19" fmla="*/ 2147483647 h 624"/>
                <a:gd name="T20" fmla="*/ 2147483647 w 234"/>
                <a:gd name="T21" fmla="*/ 2147483647 h 624"/>
                <a:gd name="T22" fmla="*/ 2147483647 w 234"/>
                <a:gd name="T23" fmla="*/ 2147483647 h 624"/>
                <a:gd name="T24" fmla="*/ 2147483647 w 234"/>
                <a:gd name="T25" fmla="*/ 2147483647 h 624"/>
                <a:gd name="T26" fmla="*/ 2147483647 w 234"/>
                <a:gd name="T27" fmla="*/ 2147483647 h 624"/>
                <a:gd name="T28" fmla="*/ 2147483647 w 234"/>
                <a:gd name="T29" fmla="*/ 2147483647 h 624"/>
                <a:gd name="T30" fmla="*/ 2147483647 w 234"/>
                <a:gd name="T31" fmla="*/ 2147483647 h 624"/>
                <a:gd name="T32" fmla="*/ 2147483647 w 234"/>
                <a:gd name="T33" fmla="*/ 2147483647 h 624"/>
                <a:gd name="T34" fmla="*/ 2147483647 w 234"/>
                <a:gd name="T35" fmla="*/ 2147483647 h 624"/>
                <a:gd name="T36" fmla="*/ 2147483647 w 234"/>
                <a:gd name="T37" fmla="*/ 2147483647 h 624"/>
                <a:gd name="T38" fmla="*/ 2147483647 w 234"/>
                <a:gd name="T39" fmla="*/ 2147483647 h 624"/>
                <a:gd name="T40" fmla="*/ 2147483647 w 234"/>
                <a:gd name="T41" fmla="*/ 2147483647 h 624"/>
                <a:gd name="T42" fmla="*/ 2147483647 w 234"/>
                <a:gd name="T43" fmla="*/ 2147483647 h 624"/>
                <a:gd name="T44" fmla="*/ 2147483647 w 234"/>
                <a:gd name="T45" fmla="*/ 2147483647 h 624"/>
                <a:gd name="T46" fmla="*/ 2147483647 w 234"/>
                <a:gd name="T47" fmla="*/ 0 h 624"/>
                <a:gd name="T48" fmla="*/ 2147483647 w 234"/>
                <a:gd name="T49" fmla="*/ 2147483647 h 624"/>
                <a:gd name="T50" fmla="*/ 2147483647 w 234"/>
                <a:gd name="T51" fmla="*/ 2147483647 h 624"/>
                <a:gd name="T52" fmla="*/ 2147483647 w 234"/>
                <a:gd name="T53" fmla="*/ 2147483647 h 624"/>
                <a:gd name="T54" fmla="*/ 2147483647 w 234"/>
                <a:gd name="T55" fmla="*/ 2147483647 h 624"/>
                <a:gd name="T56" fmla="*/ 2147483647 w 234"/>
                <a:gd name="T57" fmla="*/ 2147483647 h 624"/>
                <a:gd name="T58" fmla="*/ 2147483647 w 234"/>
                <a:gd name="T59" fmla="*/ 2147483647 h 624"/>
                <a:gd name="T60" fmla="*/ 2147483647 w 234"/>
                <a:gd name="T61" fmla="*/ 2147483647 h 624"/>
                <a:gd name="T62" fmla="*/ 2147483647 w 234"/>
                <a:gd name="T63" fmla="*/ 2147483647 h 624"/>
                <a:gd name="T64" fmla="*/ 2147483647 w 234"/>
                <a:gd name="T65" fmla="*/ 2147483647 h 624"/>
                <a:gd name="T66" fmla="*/ 2147483647 w 234"/>
                <a:gd name="T67" fmla="*/ 2147483647 h 624"/>
                <a:gd name="T68" fmla="*/ 2147483647 w 234"/>
                <a:gd name="T69" fmla="*/ 2147483647 h 624"/>
                <a:gd name="T70" fmla="*/ 2147483647 w 234"/>
                <a:gd name="T71" fmla="*/ 2147483647 h 624"/>
                <a:gd name="T72" fmla="*/ 2147483647 w 234"/>
                <a:gd name="T73" fmla="*/ 2147483647 h 624"/>
                <a:gd name="T74" fmla="*/ 0 w 234"/>
                <a:gd name="T75" fmla="*/ 2147483647 h 624"/>
                <a:gd name="T76" fmla="*/ 2147483647 w 234"/>
                <a:gd name="T77" fmla="*/ 2147483647 h 624"/>
                <a:gd name="T78" fmla="*/ 2147483647 w 234"/>
                <a:gd name="T79" fmla="*/ 2147483647 h 624"/>
                <a:gd name="T80" fmla="*/ 2147483647 w 234"/>
                <a:gd name="T81" fmla="*/ 2147483647 h 624"/>
                <a:gd name="T82" fmla="*/ 2147483647 w 234"/>
                <a:gd name="T83" fmla="*/ 2147483647 h 624"/>
                <a:gd name="T84" fmla="*/ 2147483647 w 234"/>
                <a:gd name="T85" fmla="*/ 2147483647 h 624"/>
                <a:gd name="T86" fmla="*/ 2147483647 w 234"/>
                <a:gd name="T87" fmla="*/ 2147483647 h 624"/>
                <a:gd name="T88" fmla="*/ 2147483647 w 234"/>
                <a:gd name="T89" fmla="*/ 2147483647 h 624"/>
                <a:gd name="T90" fmla="*/ 2147483647 w 234"/>
                <a:gd name="T91" fmla="*/ 2147483647 h 624"/>
                <a:gd name="T92" fmla="*/ 2147483647 w 234"/>
                <a:gd name="T93" fmla="*/ 2147483647 h 624"/>
                <a:gd name="T94" fmla="*/ 2147483647 w 234"/>
                <a:gd name="T95" fmla="*/ 2147483647 h 624"/>
                <a:gd name="T96" fmla="*/ 2147483647 w 234"/>
                <a:gd name="T97" fmla="*/ 2147483647 h 624"/>
                <a:gd name="T98" fmla="*/ 2147483647 w 234"/>
                <a:gd name="T99" fmla="*/ 2147483647 h 624"/>
                <a:gd name="T100" fmla="*/ 2147483647 w 234"/>
                <a:gd name="T101" fmla="*/ 2147483647 h 624"/>
                <a:gd name="T102" fmla="*/ 2147483647 w 234"/>
                <a:gd name="T103" fmla="*/ 2147483647 h 624"/>
                <a:gd name="T104" fmla="*/ 2147483647 w 234"/>
                <a:gd name="T105" fmla="*/ 2147483647 h 624"/>
                <a:gd name="T106" fmla="*/ 2147483647 w 234"/>
                <a:gd name="T107" fmla="*/ 2147483647 h 624"/>
                <a:gd name="T108" fmla="*/ 2147483647 w 234"/>
                <a:gd name="T109" fmla="*/ 2147483647 h 624"/>
                <a:gd name="T110" fmla="*/ 2147483647 w 234"/>
                <a:gd name="T111" fmla="*/ 2147483647 h 624"/>
                <a:gd name="T112" fmla="*/ 2147483647 w 234"/>
                <a:gd name="T113" fmla="*/ 2147483647 h 624"/>
                <a:gd name="T114" fmla="*/ 2147483647 w 234"/>
                <a:gd name="T115" fmla="*/ 2147483647 h 624"/>
                <a:gd name="T116" fmla="*/ 2147483647 w 234"/>
                <a:gd name="T117" fmla="*/ 2147483647 h 6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34"/>
                <a:gd name="T178" fmla="*/ 0 h 624"/>
                <a:gd name="T179" fmla="*/ 234 w 234"/>
                <a:gd name="T180" fmla="*/ 624 h 6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34" h="624">
                  <a:moveTo>
                    <a:pt x="234" y="432"/>
                  </a:moveTo>
                  <a:lnTo>
                    <a:pt x="222" y="420"/>
                  </a:lnTo>
                  <a:lnTo>
                    <a:pt x="210" y="402"/>
                  </a:lnTo>
                  <a:lnTo>
                    <a:pt x="204" y="390"/>
                  </a:lnTo>
                  <a:lnTo>
                    <a:pt x="198" y="384"/>
                  </a:lnTo>
                  <a:lnTo>
                    <a:pt x="186" y="360"/>
                  </a:lnTo>
                  <a:lnTo>
                    <a:pt x="162" y="336"/>
                  </a:lnTo>
                  <a:lnTo>
                    <a:pt x="156" y="336"/>
                  </a:lnTo>
                  <a:lnTo>
                    <a:pt x="156" y="330"/>
                  </a:lnTo>
                  <a:lnTo>
                    <a:pt x="150" y="330"/>
                  </a:lnTo>
                  <a:lnTo>
                    <a:pt x="150" y="342"/>
                  </a:lnTo>
                  <a:lnTo>
                    <a:pt x="156" y="342"/>
                  </a:lnTo>
                  <a:lnTo>
                    <a:pt x="168" y="354"/>
                  </a:lnTo>
                  <a:lnTo>
                    <a:pt x="168" y="366"/>
                  </a:lnTo>
                  <a:lnTo>
                    <a:pt x="174" y="378"/>
                  </a:lnTo>
                  <a:lnTo>
                    <a:pt x="174" y="390"/>
                  </a:lnTo>
                  <a:lnTo>
                    <a:pt x="168" y="396"/>
                  </a:lnTo>
                  <a:lnTo>
                    <a:pt x="162" y="396"/>
                  </a:lnTo>
                  <a:lnTo>
                    <a:pt x="162" y="390"/>
                  </a:lnTo>
                  <a:lnTo>
                    <a:pt x="156" y="384"/>
                  </a:lnTo>
                  <a:lnTo>
                    <a:pt x="156" y="378"/>
                  </a:lnTo>
                  <a:lnTo>
                    <a:pt x="144" y="384"/>
                  </a:lnTo>
                  <a:lnTo>
                    <a:pt x="132" y="384"/>
                  </a:lnTo>
                  <a:lnTo>
                    <a:pt x="132" y="360"/>
                  </a:lnTo>
                  <a:lnTo>
                    <a:pt x="126" y="354"/>
                  </a:lnTo>
                  <a:lnTo>
                    <a:pt x="126" y="342"/>
                  </a:lnTo>
                  <a:lnTo>
                    <a:pt x="120" y="330"/>
                  </a:lnTo>
                  <a:lnTo>
                    <a:pt x="120" y="282"/>
                  </a:lnTo>
                  <a:lnTo>
                    <a:pt x="84" y="246"/>
                  </a:lnTo>
                  <a:lnTo>
                    <a:pt x="90" y="240"/>
                  </a:lnTo>
                  <a:lnTo>
                    <a:pt x="90" y="222"/>
                  </a:lnTo>
                  <a:lnTo>
                    <a:pt x="96" y="210"/>
                  </a:lnTo>
                  <a:lnTo>
                    <a:pt x="114" y="192"/>
                  </a:lnTo>
                  <a:lnTo>
                    <a:pt x="120" y="180"/>
                  </a:lnTo>
                  <a:lnTo>
                    <a:pt x="126" y="174"/>
                  </a:lnTo>
                  <a:lnTo>
                    <a:pt x="126" y="156"/>
                  </a:lnTo>
                  <a:lnTo>
                    <a:pt x="120" y="150"/>
                  </a:lnTo>
                  <a:lnTo>
                    <a:pt x="120" y="102"/>
                  </a:lnTo>
                  <a:lnTo>
                    <a:pt x="114" y="78"/>
                  </a:lnTo>
                  <a:lnTo>
                    <a:pt x="114" y="60"/>
                  </a:lnTo>
                  <a:lnTo>
                    <a:pt x="102" y="60"/>
                  </a:lnTo>
                  <a:lnTo>
                    <a:pt x="84" y="42"/>
                  </a:lnTo>
                  <a:lnTo>
                    <a:pt x="84" y="36"/>
                  </a:lnTo>
                  <a:lnTo>
                    <a:pt x="90" y="24"/>
                  </a:lnTo>
                  <a:lnTo>
                    <a:pt x="90" y="18"/>
                  </a:lnTo>
                  <a:lnTo>
                    <a:pt x="60" y="18"/>
                  </a:lnTo>
                  <a:lnTo>
                    <a:pt x="54" y="0"/>
                  </a:lnTo>
                  <a:lnTo>
                    <a:pt x="30" y="0"/>
                  </a:lnTo>
                  <a:lnTo>
                    <a:pt x="30" y="12"/>
                  </a:lnTo>
                  <a:lnTo>
                    <a:pt x="42" y="12"/>
                  </a:lnTo>
                  <a:lnTo>
                    <a:pt x="54" y="24"/>
                  </a:lnTo>
                  <a:lnTo>
                    <a:pt x="54" y="66"/>
                  </a:lnTo>
                  <a:lnTo>
                    <a:pt x="60" y="66"/>
                  </a:lnTo>
                  <a:lnTo>
                    <a:pt x="66" y="60"/>
                  </a:lnTo>
                  <a:lnTo>
                    <a:pt x="66" y="84"/>
                  </a:lnTo>
                  <a:lnTo>
                    <a:pt x="78" y="84"/>
                  </a:lnTo>
                  <a:lnTo>
                    <a:pt x="78" y="96"/>
                  </a:lnTo>
                  <a:lnTo>
                    <a:pt x="54" y="108"/>
                  </a:lnTo>
                  <a:lnTo>
                    <a:pt x="48" y="114"/>
                  </a:lnTo>
                  <a:lnTo>
                    <a:pt x="42" y="114"/>
                  </a:lnTo>
                  <a:lnTo>
                    <a:pt x="42" y="132"/>
                  </a:lnTo>
                  <a:lnTo>
                    <a:pt x="54" y="138"/>
                  </a:lnTo>
                  <a:lnTo>
                    <a:pt x="48" y="156"/>
                  </a:lnTo>
                  <a:lnTo>
                    <a:pt x="48" y="228"/>
                  </a:lnTo>
                  <a:lnTo>
                    <a:pt x="60" y="228"/>
                  </a:lnTo>
                  <a:lnTo>
                    <a:pt x="60" y="234"/>
                  </a:lnTo>
                  <a:lnTo>
                    <a:pt x="42" y="252"/>
                  </a:lnTo>
                  <a:lnTo>
                    <a:pt x="30" y="258"/>
                  </a:lnTo>
                  <a:lnTo>
                    <a:pt x="24" y="264"/>
                  </a:lnTo>
                  <a:lnTo>
                    <a:pt x="18" y="264"/>
                  </a:lnTo>
                  <a:lnTo>
                    <a:pt x="24" y="300"/>
                  </a:lnTo>
                  <a:lnTo>
                    <a:pt x="18" y="312"/>
                  </a:lnTo>
                  <a:lnTo>
                    <a:pt x="12" y="318"/>
                  </a:lnTo>
                  <a:lnTo>
                    <a:pt x="6" y="330"/>
                  </a:lnTo>
                  <a:lnTo>
                    <a:pt x="0" y="336"/>
                  </a:lnTo>
                  <a:lnTo>
                    <a:pt x="0" y="342"/>
                  </a:lnTo>
                  <a:lnTo>
                    <a:pt x="12" y="348"/>
                  </a:lnTo>
                  <a:lnTo>
                    <a:pt x="24" y="360"/>
                  </a:lnTo>
                  <a:lnTo>
                    <a:pt x="36" y="366"/>
                  </a:lnTo>
                  <a:lnTo>
                    <a:pt x="66" y="414"/>
                  </a:lnTo>
                  <a:lnTo>
                    <a:pt x="96" y="414"/>
                  </a:lnTo>
                  <a:lnTo>
                    <a:pt x="102" y="408"/>
                  </a:lnTo>
                  <a:lnTo>
                    <a:pt x="120" y="408"/>
                  </a:lnTo>
                  <a:lnTo>
                    <a:pt x="126" y="414"/>
                  </a:lnTo>
                  <a:lnTo>
                    <a:pt x="126" y="450"/>
                  </a:lnTo>
                  <a:lnTo>
                    <a:pt x="132" y="450"/>
                  </a:lnTo>
                  <a:lnTo>
                    <a:pt x="126" y="480"/>
                  </a:lnTo>
                  <a:lnTo>
                    <a:pt x="114" y="486"/>
                  </a:lnTo>
                  <a:lnTo>
                    <a:pt x="126" y="504"/>
                  </a:lnTo>
                  <a:lnTo>
                    <a:pt x="120" y="510"/>
                  </a:lnTo>
                  <a:lnTo>
                    <a:pt x="108" y="516"/>
                  </a:lnTo>
                  <a:lnTo>
                    <a:pt x="102" y="522"/>
                  </a:lnTo>
                  <a:lnTo>
                    <a:pt x="102" y="528"/>
                  </a:lnTo>
                  <a:lnTo>
                    <a:pt x="114" y="528"/>
                  </a:lnTo>
                  <a:lnTo>
                    <a:pt x="114" y="558"/>
                  </a:lnTo>
                  <a:lnTo>
                    <a:pt x="126" y="564"/>
                  </a:lnTo>
                  <a:lnTo>
                    <a:pt x="132" y="570"/>
                  </a:lnTo>
                  <a:lnTo>
                    <a:pt x="144" y="576"/>
                  </a:lnTo>
                  <a:lnTo>
                    <a:pt x="150" y="582"/>
                  </a:lnTo>
                  <a:lnTo>
                    <a:pt x="162" y="588"/>
                  </a:lnTo>
                  <a:lnTo>
                    <a:pt x="162" y="600"/>
                  </a:lnTo>
                  <a:lnTo>
                    <a:pt x="156" y="606"/>
                  </a:lnTo>
                  <a:lnTo>
                    <a:pt x="156" y="618"/>
                  </a:lnTo>
                  <a:lnTo>
                    <a:pt x="162" y="624"/>
                  </a:lnTo>
                  <a:lnTo>
                    <a:pt x="168" y="618"/>
                  </a:lnTo>
                  <a:lnTo>
                    <a:pt x="180" y="612"/>
                  </a:lnTo>
                  <a:lnTo>
                    <a:pt x="180" y="582"/>
                  </a:lnTo>
                  <a:lnTo>
                    <a:pt x="174" y="576"/>
                  </a:lnTo>
                  <a:lnTo>
                    <a:pt x="168" y="576"/>
                  </a:lnTo>
                  <a:lnTo>
                    <a:pt x="168" y="558"/>
                  </a:lnTo>
                  <a:lnTo>
                    <a:pt x="174" y="546"/>
                  </a:lnTo>
                  <a:lnTo>
                    <a:pt x="186" y="540"/>
                  </a:lnTo>
                  <a:lnTo>
                    <a:pt x="210" y="540"/>
                  </a:lnTo>
                  <a:lnTo>
                    <a:pt x="216" y="534"/>
                  </a:lnTo>
                  <a:lnTo>
                    <a:pt x="216" y="474"/>
                  </a:lnTo>
                  <a:lnTo>
                    <a:pt x="222" y="468"/>
                  </a:lnTo>
                  <a:lnTo>
                    <a:pt x="228" y="456"/>
                  </a:lnTo>
                  <a:lnTo>
                    <a:pt x="234" y="450"/>
                  </a:lnTo>
                  <a:lnTo>
                    <a:pt x="234" y="432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44" name="Mali" descr="© INSCALE GmbH, 05.05.2010&#10;http://www.presentationload.com/">
              <a:extLst>
                <a:ext uri="{FF2B5EF4-FFF2-40B4-BE49-F238E27FC236}">
                  <a16:creationId xmlns:a16="http://schemas.microsoft.com/office/drawing/2014/main" id="{531D3956-1954-403C-99AF-6CE51668DE2C}"/>
                </a:ext>
              </a:extLst>
            </p:cNvPr>
            <p:cNvSpPr>
              <a:spLocks/>
            </p:cNvSpPr>
            <p:nvPr/>
          </p:nvSpPr>
          <p:spPr bwMode="gray">
            <a:xfrm>
              <a:off x="3448948" y="2339205"/>
              <a:ext cx="383848" cy="394318"/>
            </a:xfrm>
            <a:custGeom>
              <a:avLst/>
              <a:gdLst>
                <a:gd name="T0" fmla="*/ 2147483647 w 1164"/>
                <a:gd name="T1" fmla="*/ 2147483647 h 1200"/>
                <a:gd name="T2" fmla="*/ 2147483647 w 1164"/>
                <a:gd name="T3" fmla="*/ 2147483647 h 1200"/>
                <a:gd name="T4" fmla="*/ 2147483647 w 1164"/>
                <a:gd name="T5" fmla="*/ 2147483647 h 1200"/>
                <a:gd name="T6" fmla="*/ 2147483647 w 1164"/>
                <a:gd name="T7" fmla="*/ 2147483647 h 1200"/>
                <a:gd name="T8" fmla="*/ 2147483647 w 1164"/>
                <a:gd name="T9" fmla="*/ 2147483647 h 1200"/>
                <a:gd name="T10" fmla="*/ 2147483647 w 1164"/>
                <a:gd name="T11" fmla="*/ 2147483647 h 1200"/>
                <a:gd name="T12" fmla="*/ 2147483647 w 1164"/>
                <a:gd name="T13" fmla="*/ 2147483647 h 1200"/>
                <a:gd name="T14" fmla="*/ 2147483647 w 1164"/>
                <a:gd name="T15" fmla="*/ 2147483647 h 1200"/>
                <a:gd name="T16" fmla="*/ 2147483647 w 1164"/>
                <a:gd name="T17" fmla="*/ 2147483647 h 1200"/>
                <a:gd name="T18" fmla="*/ 2147483647 w 1164"/>
                <a:gd name="T19" fmla="*/ 2147483647 h 1200"/>
                <a:gd name="T20" fmla="*/ 2147483647 w 1164"/>
                <a:gd name="T21" fmla="*/ 2147483647 h 1200"/>
                <a:gd name="T22" fmla="*/ 2147483647 w 1164"/>
                <a:gd name="T23" fmla="*/ 2147483647 h 1200"/>
                <a:gd name="T24" fmla="*/ 2147483647 w 1164"/>
                <a:gd name="T25" fmla="*/ 2147483647 h 1200"/>
                <a:gd name="T26" fmla="*/ 2147483647 w 1164"/>
                <a:gd name="T27" fmla="*/ 2147483647 h 1200"/>
                <a:gd name="T28" fmla="*/ 2147483647 w 1164"/>
                <a:gd name="T29" fmla="*/ 2147483647 h 1200"/>
                <a:gd name="T30" fmla="*/ 2147483647 w 1164"/>
                <a:gd name="T31" fmla="*/ 2147483647 h 1200"/>
                <a:gd name="T32" fmla="*/ 2147483647 w 1164"/>
                <a:gd name="T33" fmla="*/ 2147483647 h 1200"/>
                <a:gd name="T34" fmla="*/ 2147483647 w 1164"/>
                <a:gd name="T35" fmla="*/ 2147483647 h 1200"/>
                <a:gd name="T36" fmla="*/ 2147483647 w 1164"/>
                <a:gd name="T37" fmla="*/ 2147483647 h 1200"/>
                <a:gd name="T38" fmla="*/ 2147483647 w 1164"/>
                <a:gd name="T39" fmla="*/ 2147483647 h 1200"/>
                <a:gd name="T40" fmla="*/ 2147483647 w 1164"/>
                <a:gd name="T41" fmla="*/ 2147483647 h 1200"/>
                <a:gd name="T42" fmla="*/ 2147483647 w 1164"/>
                <a:gd name="T43" fmla="*/ 2147483647 h 1200"/>
                <a:gd name="T44" fmla="*/ 2147483647 w 1164"/>
                <a:gd name="T45" fmla="*/ 2147483647 h 1200"/>
                <a:gd name="T46" fmla="*/ 2147483647 w 1164"/>
                <a:gd name="T47" fmla="*/ 2147483647 h 1200"/>
                <a:gd name="T48" fmla="*/ 2147483647 w 1164"/>
                <a:gd name="T49" fmla="*/ 2147483647 h 1200"/>
                <a:gd name="T50" fmla="*/ 2147483647 w 1164"/>
                <a:gd name="T51" fmla="*/ 2147483647 h 1200"/>
                <a:gd name="T52" fmla="*/ 2147483647 w 1164"/>
                <a:gd name="T53" fmla="*/ 2147483647 h 1200"/>
                <a:gd name="T54" fmla="*/ 0 w 1164"/>
                <a:gd name="T55" fmla="*/ 2147483647 h 1200"/>
                <a:gd name="T56" fmla="*/ 2147483647 w 1164"/>
                <a:gd name="T57" fmla="*/ 2147483647 h 1200"/>
                <a:gd name="T58" fmla="*/ 2147483647 w 1164"/>
                <a:gd name="T59" fmla="*/ 2147483647 h 1200"/>
                <a:gd name="T60" fmla="*/ 2147483647 w 1164"/>
                <a:gd name="T61" fmla="*/ 2147483647 h 1200"/>
                <a:gd name="T62" fmla="*/ 2147483647 w 1164"/>
                <a:gd name="T63" fmla="*/ 2147483647 h 1200"/>
                <a:gd name="T64" fmla="*/ 2147483647 w 1164"/>
                <a:gd name="T65" fmla="*/ 2147483647 h 1200"/>
                <a:gd name="T66" fmla="*/ 2147483647 w 1164"/>
                <a:gd name="T67" fmla="*/ 2147483647 h 1200"/>
                <a:gd name="T68" fmla="*/ 2147483647 w 1164"/>
                <a:gd name="T69" fmla="*/ 2147483647 h 1200"/>
                <a:gd name="T70" fmla="*/ 2147483647 w 1164"/>
                <a:gd name="T71" fmla="*/ 2147483647 h 1200"/>
                <a:gd name="T72" fmla="*/ 2147483647 w 1164"/>
                <a:gd name="T73" fmla="*/ 2147483647 h 1200"/>
                <a:gd name="T74" fmla="*/ 2147483647 w 1164"/>
                <a:gd name="T75" fmla="*/ 2147483647 h 1200"/>
                <a:gd name="T76" fmla="*/ 2147483647 w 1164"/>
                <a:gd name="T77" fmla="*/ 2147483647 h 1200"/>
                <a:gd name="T78" fmla="*/ 2147483647 w 1164"/>
                <a:gd name="T79" fmla="*/ 2147483647 h 1200"/>
                <a:gd name="T80" fmla="*/ 2147483647 w 1164"/>
                <a:gd name="T81" fmla="*/ 2147483647 h 1200"/>
                <a:gd name="T82" fmla="*/ 2147483647 w 1164"/>
                <a:gd name="T83" fmla="*/ 2147483647 h 1200"/>
                <a:gd name="T84" fmla="*/ 2147483647 w 1164"/>
                <a:gd name="T85" fmla="*/ 2147483647 h 1200"/>
                <a:gd name="T86" fmla="*/ 2147483647 w 1164"/>
                <a:gd name="T87" fmla="*/ 2147483647 h 1200"/>
                <a:gd name="T88" fmla="*/ 2147483647 w 1164"/>
                <a:gd name="T89" fmla="*/ 2147483647 h 1200"/>
                <a:gd name="T90" fmla="*/ 2147483647 w 1164"/>
                <a:gd name="T91" fmla="*/ 2147483647 h 1200"/>
                <a:gd name="T92" fmla="*/ 2147483647 w 1164"/>
                <a:gd name="T93" fmla="*/ 2147483647 h 1200"/>
                <a:gd name="T94" fmla="*/ 2147483647 w 1164"/>
                <a:gd name="T95" fmla="*/ 2147483647 h 1200"/>
                <a:gd name="T96" fmla="*/ 2147483647 w 1164"/>
                <a:gd name="T97" fmla="*/ 2147483647 h 1200"/>
                <a:gd name="T98" fmla="*/ 2147483647 w 1164"/>
                <a:gd name="T99" fmla="*/ 2147483647 h 1200"/>
                <a:gd name="T100" fmla="*/ 2147483647 w 1164"/>
                <a:gd name="T101" fmla="*/ 2147483647 h 1200"/>
                <a:gd name="T102" fmla="*/ 2147483647 w 1164"/>
                <a:gd name="T103" fmla="*/ 2147483647 h 1200"/>
                <a:gd name="T104" fmla="*/ 2147483647 w 1164"/>
                <a:gd name="T105" fmla="*/ 2147483647 h 1200"/>
                <a:gd name="T106" fmla="*/ 2147483647 w 1164"/>
                <a:gd name="T107" fmla="*/ 2147483647 h 120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164"/>
                <a:gd name="T163" fmla="*/ 0 h 1200"/>
                <a:gd name="T164" fmla="*/ 1164 w 1164"/>
                <a:gd name="T165" fmla="*/ 1200 h 120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164" h="1200">
                  <a:moveTo>
                    <a:pt x="612" y="954"/>
                  </a:moveTo>
                  <a:lnTo>
                    <a:pt x="636" y="948"/>
                  </a:lnTo>
                  <a:lnTo>
                    <a:pt x="636" y="912"/>
                  </a:lnTo>
                  <a:lnTo>
                    <a:pt x="654" y="912"/>
                  </a:lnTo>
                  <a:lnTo>
                    <a:pt x="654" y="906"/>
                  </a:lnTo>
                  <a:lnTo>
                    <a:pt x="660" y="900"/>
                  </a:lnTo>
                  <a:lnTo>
                    <a:pt x="666" y="888"/>
                  </a:lnTo>
                  <a:lnTo>
                    <a:pt x="678" y="882"/>
                  </a:lnTo>
                  <a:lnTo>
                    <a:pt x="684" y="870"/>
                  </a:lnTo>
                  <a:lnTo>
                    <a:pt x="690" y="864"/>
                  </a:lnTo>
                  <a:lnTo>
                    <a:pt x="696" y="864"/>
                  </a:lnTo>
                  <a:lnTo>
                    <a:pt x="708" y="876"/>
                  </a:lnTo>
                  <a:lnTo>
                    <a:pt x="720" y="876"/>
                  </a:lnTo>
                  <a:lnTo>
                    <a:pt x="720" y="870"/>
                  </a:lnTo>
                  <a:lnTo>
                    <a:pt x="726" y="864"/>
                  </a:lnTo>
                  <a:lnTo>
                    <a:pt x="726" y="846"/>
                  </a:lnTo>
                  <a:lnTo>
                    <a:pt x="750" y="846"/>
                  </a:lnTo>
                  <a:lnTo>
                    <a:pt x="768" y="822"/>
                  </a:lnTo>
                  <a:lnTo>
                    <a:pt x="792" y="822"/>
                  </a:lnTo>
                  <a:lnTo>
                    <a:pt x="810" y="804"/>
                  </a:lnTo>
                  <a:lnTo>
                    <a:pt x="858" y="804"/>
                  </a:lnTo>
                  <a:lnTo>
                    <a:pt x="882" y="816"/>
                  </a:lnTo>
                  <a:lnTo>
                    <a:pt x="930" y="804"/>
                  </a:lnTo>
                  <a:lnTo>
                    <a:pt x="954" y="786"/>
                  </a:lnTo>
                  <a:lnTo>
                    <a:pt x="1020" y="792"/>
                  </a:lnTo>
                  <a:lnTo>
                    <a:pt x="1020" y="774"/>
                  </a:lnTo>
                  <a:lnTo>
                    <a:pt x="1068" y="780"/>
                  </a:lnTo>
                  <a:lnTo>
                    <a:pt x="1080" y="774"/>
                  </a:lnTo>
                  <a:lnTo>
                    <a:pt x="1104" y="774"/>
                  </a:lnTo>
                  <a:lnTo>
                    <a:pt x="1122" y="768"/>
                  </a:lnTo>
                  <a:lnTo>
                    <a:pt x="1134" y="762"/>
                  </a:lnTo>
                  <a:lnTo>
                    <a:pt x="1140" y="750"/>
                  </a:lnTo>
                  <a:lnTo>
                    <a:pt x="1140" y="732"/>
                  </a:lnTo>
                  <a:lnTo>
                    <a:pt x="1146" y="720"/>
                  </a:lnTo>
                  <a:lnTo>
                    <a:pt x="1146" y="708"/>
                  </a:lnTo>
                  <a:lnTo>
                    <a:pt x="1164" y="684"/>
                  </a:lnTo>
                  <a:lnTo>
                    <a:pt x="1164" y="480"/>
                  </a:lnTo>
                  <a:lnTo>
                    <a:pt x="1140" y="480"/>
                  </a:lnTo>
                  <a:lnTo>
                    <a:pt x="1134" y="486"/>
                  </a:lnTo>
                  <a:lnTo>
                    <a:pt x="1104" y="486"/>
                  </a:lnTo>
                  <a:lnTo>
                    <a:pt x="1092" y="480"/>
                  </a:lnTo>
                  <a:lnTo>
                    <a:pt x="1086" y="474"/>
                  </a:lnTo>
                  <a:lnTo>
                    <a:pt x="1086" y="468"/>
                  </a:lnTo>
                  <a:lnTo>
                    <a:pt x="1104" y="450"/>
                  </a:lnTo>
                  <a:lnTo>
                    <a:pt x="1104" y="432"/>
                  </a:lnTo>
                  <a:lnTo>
                    <a:pt x="1092" y="408"/>
                  </a:lnTo>
                  <a:lnTo>
                    <a:pt x="1080" y="402"/>
                  </a:lnTo>
                  <a:lnTo>
                    <a:pt x="1050" y="402"/>
                  </a:lnTo>
                  <a:lnTo>
                    <a:pt x="1044" y="408"/>
                  </a:lnTo>
                  <a:lnTo>
                    <a:pt x="1038" y="408"/>
                  </a:lnTo>
                  <a:lnTo>
                    <a:pt x="1032" y="378"/>
                  </a:lnTo>
                  <a:lnTo>
                    <a:pt x="996" y="378"/>
                  </a:lnTo>
                  <a:lnTo>
                    <a:pt x="984" y="366"/>
                  </a:lnTo>
                  <a:lnTo>
                    <a:pt x="984" y="348"/>
                  </a:lnTo>
                  <a:lnTo>
                    <a:pt x="978" y="342"/>
                  </a:lnTo>
                  <a:lnTo>
                    <a:pt x="954" y="342"/>
                  </a:lnTo>
                  <a:lnTo>
                    <a:pt x="954" y="318"/>
                  </a:lnTo>
                  <a:lnTo>
                    <a:pt x="546" y="6"/>
                  </a:lnTo>
                  <a:lnTo>
                    <a:pt x="426" y="0"/>
                  </a:lnTo>
                  <a:lnTo>
                    <a:pt x="468" y="690"/>
                  </a:lnTo>
                  <a:lnTo>
                    <a:pt x="474" y="690"/>
                  </a:lnTo>
                  <a:lnTo>
                    <a:pt x="492" y="708"/>
                  </a:lnTo>
                  <a:lnTo>
                    <a:pt x="492" y="720"/>
                  </a:lnTo>
                  <a:lnTo>
                    <a:pt x="486" y="726"/>
                  </a:lnTo>
                  <a:lnTo>
                    <a:pt x="474" y="768"/>
                  </a:lnTo>
                  <a:lnTo>
                    <a:pt x="210" y="768"/>
                  </a:lnTo>
                  <a:lnTo>
                    <a:pt x="210" y="756"/>
                  </a:lnTo>
                  <a:lnTo>
                    <a:pt x="204" y="756"/>
                  </a:lnTo>
                  <a:lnTo>
                    <a:pt x="198" y="762"/>
                  </a:lnTo>
                  <a:lnTo>
                    <a:pt x="198" y="774"/>
                  </a:lnTo>
                  <a:lnTo>
                    <a:pt x="192" y="774"/>
                  </a:lnTo>
                  <a:lnTo>
                    <a:pt x="180" y="780"/>
                  </a:lnTo>
                  <a:lnTo>
                    <a:pt x="150" y="780"/>
                  </a:lnTo>
                  <a:lnTo>
                    <a:pt x="144" y="774"/>
                  </a:lnTo>
                  <a:lnTo>
                    <a:pt x="108" y="774"/>
                  </a:lnTo>
                  <a:lnTo>
                    <a:pt x="96" y="798"/>
                  </a:lnTo>
                  <a:lnTo>
                    <a:pt x="90" y="786"/>
                  </a:lnTo>
                  <a:lnTo>
                    <a:pt x="66" y="762"/>
                  </a:lnTo>
                  <a:lnTo>
                    <a:pt x="48" y="762"/>
                  </a:lnTo>
                  <a:lnTo>
                    <a:pt x="36" y="774"/>
                  </a:lnTo>
                  <a:lnTo>
                    <a:pt x="36" y="822"/>
                  </a:lnTo>
                  <a:lnTo>
                    <a:pt x="30" y="822"/>
                  </a:lnTo>
                  <a:lnTo>
                    <a:pt x="18" y="828"/>
                  </a:lnTo>
                  <a:lnTo>
                    <a:pt x="0" y="828"/>
                  </a:lnTo>
                  <a:lnTo>
                    <a:pt x="0" y="852"/>
                  </a:lnTo>
                  <a:lnTo>
                    <a:pt x="12" y="870"/>
                  </a:lnTo>
                  <a:lnTo>
                    <a:pt x="12" y="876"/>
                  </a:lnTo>
                  <a:lnTo>
                    <a:pt x="24" y="888"/>
                  </a:lnTo>
                  <a:lnTo>
                    <a:pt x="24" y="906"/>
                  </a:lnTo>
                  <a:lnTo>
                    <a:pt x="18" y="912"/>
                  </a:lnTo>
                  <a:lnTo>
                    <a:pt x="18" y="936"/>
                  </a:lnTo>
                  <a:lnTo>
                    <a:pt x="24" y="942"/>
                  </a:lnTo>
                  <a:lnTo>
                    <a:pt x="36" y="942"/>
                  </a:lnTo>
                  <a:lnTo>
                    <a:pt x="36" y="936"/>
                  </a:lnTo>
                  <a:lnTo>
                    <a:pt x="42" y="936"/>
                  </a:lnTo>
                  <a:lnTo>
                    <a:pt x="48" y="942"/>
                  </a:lnTo>
                  <a:lnTo>
                    <a:pt x="54" y="954"/>
                  </a:lnTo>
                  <a:lnTo>
                    <a:pt x="54" y="1032"/>
                  </a:lnTo>
                  <a:lnTo>
                    <a:pt x="60" y="1044"/>
                  </a:lnTo>
                  <a:lnTo>
                    <a:pt x="60" y="1050"/>
                  </a:lnTo>
                  <a:lnTo>
                    <a:pt x="66" y="1056"/>
                  </a:lnTo>
                  <a:lnTo>
                    <a:pt x="72" y="1050"/>
                  </a:lnTo>
                  <a:lnTo>
                    <a:pt x="78" y="1038"/>
                  </a:lnTo>
                  <a:lnTo>
                    <a:pt x="90" y="1026"/>
                  </a:lnTo>
                  <a:lnTo>
                    <a:pt x="102" y="1038"/>
                  </a:lnTo>
                  <a:lnTo>
                    <a:pt x="108" y="1050"/>
                  </a:lnTo>
                  <a:lnTo>
                    <a:pt x="108" y="1062"/>
                  </a:lnTo>
                  <a:lnTo>
                    <a:pt x="114" y="1050"/>
                  </a:lnTo>
                  <a:lnTo>
                    <a:pt x="126" y="1038"/>
                  </a:lnTo>
                  <a:lnTo>
                    <a:pt x="132" y="1026"/>
                  </a:lnTo>
                  <a:lnTo>
                    <a:pt x="138" y="1026"/>
                  </a:lnTo>
                  <a:lnTo>
                    <a:pt x="144" y="1032"/>
                  </a:lnTo>
                  <a:lnTo>
                    <a:pt x="150" y="1032"/>
                  </a:lnTo>
                  <a:lnTo>
                    <a:pt x="162" y="1038"/>
                  </a:lnTo>
                  <a:lnTo>
                    <a:pt x="168" y="1044"/>
                  </a:lnTo>
                  <a:lnTo>
                    <a:pt x="180" y="1050"/>
                  </a:lnTo>
                  <a:lnTo>
                    <a:pt x="198" y="1032"/>
                  </a:lnTo>
                  <a:lnTo>
                    <a:pt x="198" y="1014"/>
                  </a:lnTo>
                  <a:lnTo>
                    <a:pt x="204" y="1008"/>
                  </a:lnTo>
                  <a:lnTo>
                    <a:pt x="216" y="1008"/>
                  </a:lnTo>
                  <a:lnTo>
                    <a:pt x="228" y="1014"/>
                  </a:lnTo>
                  <a:lnTo>
                    <a:pt x="228" y="1032"/>
                  </a:lnTo>
                  <a:lnTo>
                    <a:pt x="246" y="1044"/>
                  </a:lnTo>
                  <a:lnTo>
                    <a:pt x="234" y="1074"/>
                  </a:lnTo>
                  <a:lnTo>
                    <a:pt x="270" y="1092"/>
                  </a:lnTo>
                  <a:lnTo>
                    <a:pt x="246" y="1128"/>
                  </a:lnTo>
                  <a:lnTo>
                    <a:pt x="270" y="1128"/>
                  </a:lnTo>
                  <a:lnTo>
                    <a:pt x="270" y="1164"/>
                  </a:lnTo>
                  <a:lnTo>
                    <a:pt x="300" y="1194"/>
                  </a:lnTo>
                  <a:lnTo>
                    <a:pt x="312" y="1200"/>
                  </a:lnTo>
                  <a:lnTo>
                    <a:pt x="312" y="1182"/>
                  </a:lnTo>
                  <a:lnTo>
                    <a:pt x="318" y="1176"/>
                  </a:lnTo>
                  <a:lnTo>
                    <a:pt x="330" y="1176"/>
                  </a:lnTo>
                  <a:lnTo>
                    <a:pt x="348" y="1182"/>
                  </a:lnTo>
                  <a:lnTo>
                    <a:pt x="366" y="1200"/>
                  </a:lnTo>
                  <a:lnTo>
                    <a:pt x="372" y="1182"/>
                  </a:lnTo>
                  <a:lnTo>
                    <a:pt x="390" y="1182"/>
                  </a:lnTo>
                  <a:lnTo>
                    <a:pt x="396" y="1158"/>
                  </a:lnTo>
                  <a:lnTo>
                    <a:pt x="408" y="1176"/>
                  </a:lnTo>
                  <a:lnTo>
                    <a:pt x="420" y="1152"/>
                  </a:lnTo>
                  <a:lnTo>
                    <a:pt x="420" y="1188"/>
                  </a:lnTo>
                  <a:lnTo>
                    <a:pt x="444" y="1194"/>
                  </a:lnTo>
                  <a:lnTo>
                    <a:pt x="450" y="1188"/>
                  </a:lnTo>
                  <a:lnTo>
                    <a:pt x="456" y="1176"/>
                  </a:lnTo>
                  <a:lnTo>
                    <a:pt x="462" y="1170"/>
                  </a:lnTo>
                  <a:lnTo>
                    <a:pt x="474" y="1170"/>
                  </a:lnTo>
                  <a:lnTo>
                    <a:pt x="468" y="1116"/>
                  </a:lnTo>
                  <a:lnTo>
                    <a:pt x="492" y="1116"/>
                  </a:lnTo>
                  <a:lnTo>
                    <a:pt x="504" y="1092"/>
                  </a:lnTo>
                  <a:lnTo>
                    <a:pt x="480" y="1062"/>
                  </a:lnTo>
                  <a:lnTo>
                    <a:pt x="498" y="1050"/>
                  </a:lnTo>
                  <a:lnTo>
                    <a:pt x="504" y="1050"/>
                  </a:lnTo>
                  <a:lnTo>
                    <a:pt x="510" y="1044"/>
                  </a:lnTo>
                  <a:lnTo>
                    <a:pt x="546" y="1044"/>
                  </a:lnTo>
                  <a:lnTo>
                    <a:pt x="546" y="1032"/>
                  </a:lnTo>
                  <a:lnTo>
                    <a:pt x="540" y="1026"/>
                  </a:lnTo>
                  <a:lnTo>
                    <a:pt x="546" y="1026"/>
                  </a:lnTo>
                  <a:lnTo>
                    <a:pt x="552" y="1020"/>
                  </a:lnTo>
                  <a:lnTo>
                    <a:pt x="552" y="990"/>
                  </a:lnTo>
                  <a:lnTo>
                    <a:pt x="570" y="990"/>
                  </a:lnTo>
                  <a:lnTo>
                    <a:pt x="570" y="960"/>
                  </a:lnTo>
                  <a:lnTo>
                    <a:pt x="564" y="954"/>
                  </a:lnTo>
                  <a:lnTo>
                    <a:pt x="582" y="924"/>
                  </a:lnTo>
                  <a:lnTo>
                    <a:pt x="612" y="954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45" name="Madagascar" descr="© INSCALE GmbH, 05.05.2010&#10;http://www.presentationload.com/">
              <a:extLst>
                <a:ext uri="{FF2B5EF4-FFF2-40B4-BE49-F238E27FC236}">
                  <a16:creationId xmlns:a16="http://schemas.microsoft.com/office/drawing/2014/main" id="{793DE6CE-F436-4E91-B732-F85F9C0E26F5}"/>
                </a:ext>
              </a:extLst>
            </p:cNvPr>
            <p:cNvSpPr>
              <a:spLocks/>
            </p:cNvSpPr>
            <p:nvPr/>
          </p:nvSpPr>
          <p:spPr bwMode="gray">
            <a:xfrm>
              <a:off x="4723271" y="3326930"/>
              <a:ext cx="196448" cy="358356"/>
            </a:xfrm>
            <a:custGeom>
              <a:avLst/>
              <a:gdLst>
                <a:gd name="T0" fmla="*/ 2147483647 w 594"/>
                <a:gd name="T1" fmla="*/ 2147483647 h 1092"/>
                <a:gd name="T2" fmla="*/ 2147483647 w 594"/>
                <a:gd name="T3" fmla="*/ 2147483647 h 1092"/>
                <a:gd name="T4" fmla="*/ 2147483647 w 594"/>
                <a:gd name="T5" fmla="*/ 2147483647 h 1092"/>
                <a:gd name="T6" fmla="*/ 2147483647 w 594"/>
                <a:gd name="T7" fmla="*/ 2147483647 h 1092"/>
                <a:gd name="T8" fmla="*/ 2147483647 w 594"/>
                <a:gd name="T9" fmla="*/ 2147483647 h 1092"/>
                <a:gd name="T10" fmla="*/ 2147483647 w 594"/>
                <a:gd name="T11" fmla="*/ 2147483647 h 1092"/>
                <a:gd name="T12" fmla="*/ 2147483647 w 594"/>
                <a:gd name="T13" fmla="*/ 2147483647 h 1092"/>
                <a:gd name="T14" fmla="*/ 2147483647 w 594"/>
                <a:gd name="T15" fmla="*/ 2147483647 h 1092"/>
                <a:gd name="T16" fmla="*/ 2147483647 w 594"/>
                <a:gd name="T17" fmla="*/ 2147483647 h 1092"/>
                <a:gd name="T18" fmla="*/ 2147483647 w 594"/>
                <a:gd name="T19" fmla="*/ 2147483647 h 1092"/>
                <a:gd name="T20" fmla="*/ 2147483647 w 594"/>
                <a:gd name="T21" fmla="*/ 2147483647 h 1092"/>
                <a:gd name="T22" fmla="*/ 2147483647 w 594"/>
                <a:gd name="T23" fmla="*/ 2147483647 h 1092"/>
                <a:gd name="T24" fmla="*/ 2147483647 w 594"/>
                <a:gd name="T25" fmla="*/ 2147483647 h 1092"/>
                <a:gd name="T26" fmla="*/ 2147483647 w 594"/>
                <a:gd name="T27" fmla="*/ 2147483647 h 1092"/>
                <a:gd name="T28" fmla="*/ 2147483647 w 594"/>
                <a:gd name="T29" fmla="*/ 2147483647 h 1092"/>
                <a:gd name="T30" fmla="*/ 2147483647 w 594"/>
                <a:gd name="T31" fmla="*/ 2147483647 h 1092"/>
                <a:gd name="T32" fmla="*/ 2147483647 w 594"/>
                <a:gd name="T33" fmla="*/ 0 h 1092"/>
                <a:gd name="T34" fmla="*/ 2147483647 w 594"/>
                <a:gd name="T35" fmla="*/ 2147483647 h 1092"/>
                <a:gd name="T36" fmla="*/ 2147483647 w 594"/>
                <a:gd name="T37" fmla="*/ 2147483647 h 1092"/>
                <a:gd name="T38" fmla="*/ 2147483647 w 594"/>
                <a:gd name="T39" fmla="*/ 2147483647 h 1092"/>
                <a:gd name="T40" fmla="*/ 2147483647 w 594"/>
                <a:gd name="T41" fmla="*/ 2147483647 h 1092"/>
                <a:gd name="T42" fmla="*/ 2147483647 w 594"/>
                <a:gd name="T43" fmla="*/ 2147483647 h 1092"/>
                <a:gd name="T44" fmla="*/ 2147483647 w 594"/>
                <a:gd name="T45" fmla="*/ 2147483647 h 1092"/>
                <a:gd name="T46" fmla="*/ 2147483647 w 594"/>
                <a:gd name="T47" fmla="*/ 2147483647 h 1092"/>
                <a:gd name="T48" fmla="*/ 2147483647 w 594"/>
                <a:gd name="T49" fmla="*/ 2147483647 h 1092"/>
                <a:gd name="T50" fmla="*/ 2147483647 w 594"/>
                <a:gd name="T51" fmla="*/ 2147483647 h 1092"/>
                <a:gd name="T52" fmla="*/ 2147483647 w 594"/>
                <a:gd name="T53" fmla="*/ 2147483647 h 1092"/>
                <a:gd name="T54" fmla="*/ 2147483647 w 594"/>
                <a:gd name="T55" fmla="*/ 2147483647 h 1092"/>
                <a:gd name="T56" fmla="*/ 2147483647 w 594"/>
                <a:gd name="T57" fmla="*/ 2147483647 h 1092"/>
                <a:gd name="T58" fmla="*/ 2147483647 w 594"/>
                <a:gd name="T59" fmla="*/ 2147483647 h 1092"/>
                <a:gd name="T60" fmla="*/ 2147483647 w 594"/>
                <a:gd name="T61" fmla="*/ 2147483647 h 1092"/>
                <a:gd name="T62" fmla="*/ 2147483647 w 594"/>
                <a:gd name="T63" fmla="*/ 2147483647 h 1092"/>
                <a:gd name="T64" fmla="*/ 2147483647 w 594"/>
                <a:gd name="T65" fmla="*/ 2147483647 h 1092"/>
                <a:gd name="T66" fmla="*/ 2147483647 w 594"/>
                <a:gd name="T67" fmla="*/ 2147483647 h 1092"/>
                <a:gd name="T68" fmla="*/ 2147483647 w 594"/>
                <a:gd name="T69" fmla="*/ 2147483647 h 1092"/>
                <a:gd name="T70" fmla="*/ 2147483647 w 594"/>
                <a:gd name="T71" fmla="*/ 2147483647 h 1092"/>
                <a:gd name="T72" fmla="*/ 2147483647 w 594"/>
                <a:gd name="T73" fmla="*/ 2147483647 h 1092"/>
                <a:gd name="T74" fmla="*/ 2147483647 w 594"/>
                <a:gd name="T75" fmla="*/ 2147483647 h 1092"/>
                <a:gd name="T76" fmla="*/ 2147483647 w 594"/>
                <a:gd name="T77" fmla="*/ 2147483647 h 1092"/>
                <a:gd name="T78" fmla="*/ 2147483647 w 594"/>
                <a:gd name="T79" fmla="*/ 2147483647 h 1092"/>
                <a:gd name="T80" fmla="*/ 2147483647 w 594"/>
                <a:gd name="T81" fmla="*/ 2147483647 h 1092"/>
                <a:gd name="T82" fmla="*/ 2147483647 w 594"/>
                <a:gd name="T83" fmla="*/ 2147483647 h 1092"/>
                <a:gd name="T84" fmla="*/ 2147483647 w 594"/>
                <a:gd name="T85" fmla="*/ 2147483647 h 1092"/>
                <a:gd name="T86" fmla="*/ 0 w 594"/>
                <a:gd name="T87" fmla="*/ 2147483647 h 1092"/>
                <a:gd name="T88" fmla="*/ 2147483647 w 594"/>
                <a:gd name="T89" fmla="*/ 2147483647 h 1092"/>
                <a:gd name="T90" fmla="*/ 2147483647 w 594"/>
                <a:gd name="T91" fmla="*/ 2147483647 h 1092"/>
                <a:gd name="T92" fmla="*/ 2147483647 w 594"/>
                <a:gd name="T93" fmla="*/ 2147483647 h 1092"/>
                <a:gd name="T94" fmla="*/ 2147483647 w 594"/>
                <a:gd name="T95" fmla="*/ 2147483647 h 1092"/>
                <a:gd name="T96" fmla="*/ 2147483647 w 594"/>
                <a:gd name="T97" fmla="*/ 2147483647 h 1092"/>
                <a:gd name="T98" fmla="*/ 2147483647 w 594"/>
                <a:gd name="T99" fmla="*/ 2147483647 h 1092"/>
                <a:gd name="T100" fmla="*/ 2147483647 w 594"/>
                <a:gd name="T101" fmla="*/ 2147483647 h 1092"/>
                <a:gd name="T102" fmla="*/ 2147483647 w 594"/>
                <a:gd name="T103" fmla="*/ 2147483647 h 109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94"/>
                <a:gd name="T157" fmla="*/ 0 h 1092"/>
                <a:gd name="T158" fmla="*/ 594 w 594"/>
                <a:gd name="T159" fmla="*/ 1092 h 109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94" h="1092">
                  <a:moveTo>
                    <a:pt x="120" y="330"/>
                  </a:moveTo>
                  <a:lnTo>
                    <a:pt x="144" y="324"/>
                  </a:lnTo>
                  <a:lnTo>
                    <a:pt x="192" y="324"/>
                  </a:lnTo>
                  <a:lnTo>
                    <a:pt x="192" y="300"/>
                  </a:lnTo>
                  <a:lnTo>
                    <a:pt x="252" y="312"/>
                  </a:lnTo>
                  <a:lnTo>
                    <a:pt x="270" y="282"/>
                  </a:lnTo>
                  <a:lnTo>
                    <a:pt x="312" y="288"/>
                  </a:lnTo>
                  <a:lnTo>
                    <a:pt x="312" y="258"/>
                  </a:lnTo>
                  <a:lnTo>
                    <a:pt x="324" y="228"/>
                  </a:lnTo>
                  <a:lnTo>
                    <a:pt x="324" y="258"/>
                  </a:lnTo>
                  <a:lnTo>
                    <a:pt x="336" y="276"/>
                  </a:lnTo>
                  <a:lnTo>
                    <a:pt x="348" y="240"/>
                  </a:lnTo>
                  <a:lnTo>
                    <a:pt x="348" y="210"/>
                  </a:lnTo>
                  <a:lnTo>
                    <a:pt x="354" y="192"/>
                  </a:lnTo>
                  <a:lnTo>
                    <a:pt x="354" y="186"/>
                  </a:lnTo>
                  <a:lnTo>
                    <a:pt x="360" y="186"/>
                  </a:lnTo>
                  <a:lnTo>
                    <a:pt x="372" y="198"/>
                  </a:lnTo>
                  <a:lnTo>
                    <a:pt x="372" y="204"/>
                  </a:lnTo>
                  <a:lnTo>
                    <a:pt x="378" y="204"/>
                  </a:lnTo>
                  <a:lnTo>
                    <a:pt x="402" y="180"/>
                  </a:lnTo>
                  <a:lnTo>
                    <a:pt x="396" y="168"/>
                  </a:lnTo>
                  <a:lnTo>
                    <a:pt x="396" y="150"/>
                  </a:lnTo>
                  <a:lnTo>
                    <a:pt x="390" y="138"/>
                  </a:lnTo>
                  <a:lnTo>
                    <a:pt x="402" y="126"/>
                  </a:lnTo>
                  <a:lnTo>
                    <a:pt x="414" y="126"/>
                  </a:lnTo>
                  <a:lnTo>
                    <a:pt x="420" y="132"/>
                  </a:lnTo>
                  <a:lnTo>
                    <a:pt x="426" y="132"/>
                  </a:lnTo>
                  <a:lnTo>
                    <a:pt x="432" y="126"/>
                  </a:lnTo>
                  <a:lnTo>
                    <a:pt x="438" y="114"/>
                  </a:lnTo>
                  <a:lnTo>
                    <a:pt x="450" y="102"/>
                  </a:lnTo>
                  <a:lnTo>
                    <a:pt x="456" y="90"/>
                  </a:lnTo>
                  <a:lnTo>
                    <a:pt x="462" y="72"/>
                  </a:lnTo>
                  <a:lnTo>
                    <a:pt x="462" y="42"/>
                  </a:lnTo>
                  <a:lnTo>
                    <a:pt x="492" y="0"/>
                  </a:lnTo>
                  <a:lnTo>
                    <a:pt x="546" y="60"/>
                  </a:lnTo>
                  <a:lnTo>
                    <a:pt x="546" y="90"/>
                  </a:lnTo>
                  <a:lnTo>
                    <a:pt x="552" y="96"/>
                  </a:lnTo>
                  <a:lnTo>
                    <a:pt x="558" y="114"/>
                  </a:lnTo>
                  <a:lnTo>
                    <a:pt x="576" y="150"/>
                  </a:lnTo>
                  <a:lnTo>
                    <a:pt x="582" y="156"/>
                  </a:lnTo>
                  <a:lnTo>
                    <a:pt x="582" y="162"/>
                  </a:lnTo>
                  <a:lnTo>
                    <a:pt x="564" y="216"/>
                  </a:lnTo>
                  <a:lnTo>
                    <a:pt x="594" y="276"/>
                  </a:lnTo>
                  <a:lnTo>
                    <a:pt x="594" y="288"/>
                  </a:lnTo>
                  <a:lnTo>
                    <a:pt x="588" y="294"/>
                  </a:lnTo>
                  <a:lnTo>
                    <a:pt x="576" y="294"/>
                  </a:lnTo>
                  <a:lnTo>
                    <a:pt x="564" y="288"/>
                  </a:lnTo>
                  <a:lnTo>
                    <a:pt x="558" y="282"/>
                  </a:lnTo>
                  <a:lnTo>
                    <a:pt x="552" y="282"/>
                  </a:lnTo>
                  <a:lnTo>
                    <a:pt x="522" y="288"/>
                  </a:lnTo>
                  <a:lnTo>
                    <a:pt x="528" y="330"/>
                  </a:lnTo>
                  <a:lnTo>
                    <a:pt x="522" y="336"/>
                  </a:lnTo>
                  <a:lnTo>
                    <a:pt x="516" y="348"/>
                  </a:lnTo>
                  <a:lnTo>
                    <a:pt x="504" y="354"/>
                  </a:lnTo>
                  <a:lnTo>
                    <a:pt x="486" y="390"/>
                  </a:lnTo>
                  <a:lnTo>
                    <a:pt x="486" y="402"/>
                  </a:lnTo>
                  <a:lnTo>
                    <a:pt x="492" y="414"/>
                  </a:lnTo>
                  <a:lnTo>
                    <a:pt x="504" y="450"/>
                  </a:lnTo>
                  <a:lnTo>
                    <a:pt x="498" y="468"/>
                  </a:lnTo>
                  <a:lnTo>
                    <a:pt x="486" y="510"/>
                  </a:lnTo>
                  <a:lnTo>
                    <a:pt x="462" y="570"/>
                  </a:lnTo>
                  <a:lnTo>
                    <a:pt x="432" y="642"/>
                  </a:lnTo>
                  <a:lnTo>
                    <a:pt x="390" y="720"/>
                  </a:lnTo>
                  <a:lnTo>
                    <a:pt x="324" y="852"/>
                  </a:lnTo>
                  <a:lnTo>
                    <a:pt x="312" y="894"/>
                  </a:lnTo>
                  <a:lnTo>
                    <a:pt x="306" y="912"/>
                  </a:lnTo>
                  <a:lnTo>
                    <a:pt x="306" y="948"/>
                  </a:lnTo>
                  <a:lnTo>
                    <a:pt x="294" y="984"/>
                  </a:lnTo>
                  <a:lnTo>
                    <a:pt x="276" y="1014"/>
                  </a:lnTo>
                  <a:lnTo>
                    <a:pt x="258" y="1032"/>
                  </a:lnTo>
                  <a:lnTo>
                    <a:pt x="240" y="1044"/>
                  </a:lnTo>
                  <a:lnTo>
                    <a:pt x="222" y="1062"/>
                  </a:lnTo>
                  <a:lnTo>
                    <a:pt x="216" y="1062"/>
                  </a:lnTo>
                  <a:lnTo>
                    <a:pt x="210" y="1068"/>
                  </a:lnTo>
                  <a:lnTo>
                    <a:pt x="186" y="1068"/>
                  </a:lnTo>
                  <a:lnTo>
                    <a:pt x="150" y="1086"/>
                  </a:lnTo>
                  <a:lnTo>
                    <a:pt x="114" y="1092"/>
                  </a:lnTo>
                  <a:lnTo>
                    <a:pt x="78" y="1074"/>
                  </a:lnTo>
                  <a:lnTo>
                    <a:pt x="60" y="1056"/>
                  </a:lnTo>
                  <a:lnTo>
                    <a:pt x="48" y="1038"/>
                  </a:lnTo>
                  <a:lnTo>
                    <a:pt x="36" y="1026"/>
                  </a:lnTo>
                  <a:lnTo>
                    <a:pt x="36" y="1020"/>
                  </a:lnTo>
                  <a:lnTo>
                    <a:pt x="30" y="1014"/>
                  </a:lnTo>
                  <a:lnTo>
                    <a:pt x="48" y="990"/>
                  </a:lnTo>
                  <a:lnTo>
                    <a:pt x="42" y="978"/>
                  </a:lnTo>
                  <a:lnTo>
                    <a:pt x="24" y="948"/>
                  </a:lnTo>
                  <a:lnTo>
                    <a:pt x="12" y="900"/>
                  </a:lnTo>
                  <a:lnTo>
                    <a:pt x="0" y="834"/>
                  </a:lnTo>
                  <a:lnTo>
                    <a:pt x="0" y="786"/>
                  </a:lnTo>
                  <a:lnTo>
                    <a:pt x="6" y="756"/>
                  </a:lnTo>
                  <a:lnTo>
                    <a:pt x="18" y="738"/>
                  </a:lnTo>
                  <a:lnTo>
                    <a:pt x="60" y="696"/>
                  </a:lnTo>
                  <a:lnTo>
                    <a:pt x="72" y="678"/>
                  </a:lnTo>
                  <a:lnTo>
                    <a:pt x="90" y="672"/>
                  </a:lnTo>
                  <a:lnTo>
                    <a:pt x="96" y="660"/>
                  </a:lnTo>
                  <a:lnTo>
                    <a:pt x="108" y="654"/>
                  </a:lnTo>
                  <a:lnTo>
                    <a:pt x="108" y="636"/>
                  </a:lnTo>
                  <a:lnTo>
                    <a:pt x="102" y="600"/>
                  </a:lnTo>
                  <a:lnTo>
                    <a:pt x="96" y="558"/>
                  </a:lnTo>
                  <a:lnTo>
                    <a:pt x="96" y="522"/>
                  </a:lnTo>
                  <a:lnTo>
                    <a:pt x="78" y="432"/>
                  </a:lnTo>
                  <a:lnTo>
                    <a:pt x="90" y="408"/>
                  </a:lnTo>
                  <a:lnTo>
                    <a:pt x="132" y="366"/>
                  </a:lnTo>
                  <a:lnTo>
                    <a:pt x="132" y="360"/>
                  </a:lnTo>
                  <a:lnTo>
                    <a:pt x="120" y="330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46" name="Macedonia" descr="© INSCALE GmbH, 05.05.2010&#10;http://www.presentationload.com/">
              <a:extLst>
                <a:ext uri="{FF2B5EF4-FFF2-40B4-BE49-F238E27FC236}">
                  <a16:creationId xmlns:a16="http://schemas.microsoft.com/office/drawing/2014/main" id="{1D624E73-FE5F-43A8-99AA-E6B03B1ECD9E}"/>
                </a:ext>
              </a:extLst>
            </p:cNvPr>
            <p:cNvSpPr>
              <a:spLocks/>
            </p:cNvSpPr>
            <p:nvPr/>
          </p:nvSpPr>
          <p:spPr bwMode="gray">
            <a:xfrm>
              <a:off x="4193380" y="1879381"/>
              <a:ext cx="54282" cy="42386"/>
            </a:xfrm>
            <a:custGeom>
              <a:avLst/>
              <a:gdLst>
                <a:gd name="T0" fmla="*/ 2147483647 w 162"/>
                <a:gd name="T1" fmla="*/ 2147483647 h 126"/>
                <a:gd name="T2" fmla="*/ 2147483647 w 162"/>
                <a:gd name="T3" fmla="*/ 2147483647 h 126"/>
                <a:gd name="T4" fmla="*/ 2147483647 w 162"/>
                <a:gd name="T5" fmla="*/ 2147483647 h 126"/>
                <a:gd name="T6" fmla="*/ 2147483647 w 162"/>
                <a:gd name="T7" fmla="*/ 2147483647 h 126"/>
                <a:gd name="T8" fmla="*/ 2147483647 w 162"/>
                <a:gd name="T9" fmla="*/ 0 h 126"/>
                <a:gd name="T10" fmla="*/ 2147483647 w 162"/>
                <a:gd name="T11" fmla="*/ 2147483647 h 126"/>
                <a:gd name="T12" fmla="*/ 2147483647 w 162"/>
                <a:gd name="T13" fmla="*/ 2147483647 h 126"/>
                <a:gd name="T14" fmla="*/ 2147483647 w 162"/>
                <a:gd name="T15" fmla="*/ 2147483647 h 126"/>
                <a:gd name="T16" fmla="*/ 2147483647 w 162"/>
                <a:gd name="T17" fmla="*/ 2147483647 h 126"/>
                <a:gd name="T18" fmla="*/ 2147483647 w 162"/>
                <a:gd name="T19" fmla="*/ 2147483647 h 126"/>
                <a:gd name="T20" fmla="*/ 2147483647 w 162"/>
                <a:gd name="T21" fmla="*/ 2147483647 h 126"/>
                <a:gd name="T22" fmla="*/ 0 w 162"/>
                <a:gd name="T23" fmla="*/ 2147483647 h 126"/>
                <a:gd name="T24" fmla="*/ 0 w 162"/>
                <a:gd name="T25" fmla="*/ 2147483647 h 126"/>
                <a:gd name="T26" fmla="*/ 2147483647 w 162"/>
                <a:gd name="T27" fmla="*/ 2147483647 h 126"/>
                <a:gd name="T28" fmla="*/ 2147483647 w 162"/>
                <a:gd name="T29" fmla="*/ 2147483647 h 126"/>
                <a:gd name="T30" fmla="*/ 2147483647 w 162"/>
                <a:gd name="T31" fmla="*/ 2147483647 h 126"/>
                <a:gd name="T32" fmla="*/ 2147483647 w 162"/>
                <a:gd name="T33" fmla="*/ 2147483647 h 126"/>
                <a:gd name="T34" fmla="*/ 2147483647 w 162"/>
                <a:gd name="T35" fmla="*/ 2147483647 h 126"/>
                <a:gd name="T36" fmla="*/ 2147483647 w 162"/>
                <a:gd name="T37" fmla="*/ 2147483647 h 126"/>
                <a:gd name="T38" fmla="*/ 2147483647 w 162"/>
                <a:gd name="T39" fmla="*/ 2147483647 h 126"/>
                <a:gd name="T40" fmla="*/ 2147483647 w 162"/>
                <a:gd name="T41" fmla="*/ 2147483647 h 126"/>
                <a:gd name="T42" fmla="*/ 2147483647 w 162"/>
                <a:gd name="T43" fmla="*/ 2147483647 h 126"/>
                <a:gd name="T44" fmla="*/ 2147483647 w 162"/>
                <a:gd name="T45" fmla="*/ 2147483647 h 126"/>
                <a:gd name="T46" fmla="*/ 2147483647 w 162"/>
                <a:gd name="T47" fmla="*/ 2147483647 h 126"/>
                <a:gd name="T48" fmla="*/ 2147483647 w 162"/>
                <a:gd name="T49" fmla="*/ 2147483647 h 126"/>
                <a:gd name="T50" fmla="*/ 2147483647 w 162"/>
                <a:gd name="T51" fmla="*/ 2147483647 h 126"/>
                <a:gd name="T52" fmla="*/ 2147483647 w 162"/>
                <a:gd name="T53" fmla="*/ 2147483647 h 126"/>
                <a:gd name="T54" fmla="*/ 2147483647 w 162"/>
                <a:gd name="T55" fmla="*/ 2147483647 h 126"/>
                <a:gd name="T56" fmla="*/ 2147483647 w 162"/>
                <a:gd name="T57" fmla="*/ 2147483647 h 126"/>
                <a:gd name="T58" fmla="*/ 2147483647 w 162"/>
                <a:gd name="T59" fmla="*/ 2147483647 h 126"/>
                <a:gd name="T60" fmla="*/ 2147483647 w 162"/>
                <a:gd name="T61" fmla="*/ 2147483647 h 126"/>
                <a:gd name="T62" fmla="*/ 2147483647 w 162"/>
                <a:gd name="T63" fmla="*/ 2147483647 h 126"/>
                <a:gd name="T64" fmla="*/ 2147483647 w 162"/>
                <a:gd name="T65" fmla="*/ 2147483647 h 12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62"/>
                <a:gd name="T100" fmla="*/ 0 h 126"/>
                <a:gd name="T101" fmla="*/ 162 w 162"/>
                <a:gd name="T102" fmla="*/ 126 h 12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62" h="126">
                  <a:moveTo>
                    <a:pt x="150" y="42"/>
                  </a:moveTo>
                  <a:lnTo>
                    <a:pt x="132" y="30"/>
                  </a:lnTo>
                  <a:lnTo>
                    <a:pt x="132" y="18"/>
                  </a:lnTo>
                  <a:lnTo>
                    <a:pt x="126" y="18"/>
                  </a:lnTo>
                  <a:lnTo>
                    <a:pt x="114" y="0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48" y="12"/>
                  </a:lnTo>
                  <a:lnTo>
                    <a:pt x="48" y="24"/>
                  </a:lnTo>
                  <a:lnTo>
                    <a:pt x="24" y="24"/>
                  </a:lnTo>
                  <a:lnTo>
                    <a:pt x="18" y="36"/>
                  </a:lnTo>
                  <a:lnTo>
                    <a:pt x="0" y="42"/>
                  </a:lnTo>
                  <a:lnTo>
                    <a:pt x="0" y="66"/>
                  </a:lnTo>
                  <a:lnTo>
                    <a:pt x="6" y="78"/>
                  </a:lnTo>
                  <a:lnTo>
                    <a:pt x="6" y="102"/>
                  </a:lnTo>
                  <a:lnTo>
                    <a:pt x="12" y="108"/>
                  </a:lnTo>
                  <a:lnTo>
                    <a:pt x="18" y="108"/>
                  </a:lnTo>
                  <a:lnTo>
                    <a:pt x="18" y="126"/>
                  </a:lnTo>
                  <a:lnTo>
                    <a:pt x="42" y="120"/>
                  </a:lnTo>
                  <a:lnTo>
                    <a:pt x="42" y="126"/>
                  </a:lnTo>
                  <a:lnTo>
                    <a:pt x="54" y="120"/>
                  </a:lnTo>
                  <a:lnTo>
                    <a:pt x="60" y="120"/>
                  </a:lnTo>
                  <a:lnTo>
                    <a:pt x="66" y="126"/>
                  </a:lnTo>
                  <a:lnTo>
                    <a:pt x="90" y="126"/>
                  </a:lnTo>
                  <a:lnTo>
                    <a:pt x="96" y="114"/>
                  </a:lnTo>
                  <a:lnTo>
                    <a:pt x="96" y="108"/>
                  </a:lnTo>
                  <a:lnTo>
                    <a:pt x="120" y="108"/>
                  </a:lnTo>
                  <a:lnTo>
                    <a:pt x="132" y="102"/>
                  </a:lnTo>
                  <a:lnTo>
                    <a:pt x="156" y="78"/>
                  </a:lnTo>
                  <a:lnTo>
                    <a:pt x="162" y="66"/>
                  </a:lnTo>
                  <a:lnTo>
                    <a:pt x="162" y="60"/>
                  </a:lnTo>
                  <a:lnTo>
                    <a:pt x="156" y="48"/>
                  </a:lnTo>
                  <a:lnTo>
                    <a:pt x="150" y="42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47" name="Luxembourg" descr="© INSCALE GmbH, 05.05.2010&#10;http://www.presentationload.com/">
              <a:extLst>
                <a:ext uri="{FF2B5EF4-FFF2-40B4-BE49-F238E27FC236}">
                  <a16:creationId xmlns:a16="http://schemas.microsoft.com/office/drawing/2014/main" id="{59AA3061-8596-4E83-9DCF-4F32F5BC4FDF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879322" y="1680297"/>
              <a:ext cx="16802" cy="14129"/>
            </a:xfrm>
            <a:custGeom>
              <a:avLst/>
              <a:gdLst>
                <a:gd name="T0" fmla="*/ 2147483647 w 54"/>
                <a:gd name="T1" fmla="*/ 2147483647 h 42"/>
                <a:gd name="T2" fmla="*/ 2147483647 w 54"/>
                <a:gd name="T3" fmla="*/ 2147483647 h 42"/>
                <a:gd name="T4" fmla="*/ 2147483647 w 54"/>
                <a:gd name="T5" fmla="*/ 2147483647 h 42"/>
                <a:gd name="T6" fmla="*/ 2147483647 w 54"/>
                <a:gd name="T7" fmla="*/ 2147483647 h 42"/>
                <a:gd name="T8" fmla="*/ 2147483647 w 54"/>
                <a:gd name="T9" fmla="*/ 2147483647 h 42"/>
                <a:gd name="T10" fmla="*/ 2147483647 w 54"/>
                <a:gd name="T11" fmla="*/ 2147483647 h 42"/>
                <a:gd name="T12" fmla="*/ 2147483647 w 54"/>
                <a:gd name="T13" fmla="*/ 2147483647 h 42"/>
                <a:gd name="T14" fmla="*/ 2147483647 w 54"/>
                <a:gd name="T15" fmla="*/ 2147483647 h 42"/>
                <a:gd name="T16" fmla="*/ 2147483647 w 54"/>
                <a:gd name="T17" fmla="*/ 0 h 42"/>
                <a:gd name="T18" fmla="*/ 2147483647 w 54"/>
                <a:gd name="T19" fmla="*/ 0 h 42"/>
                <a:gd name="T20" fmla="*/ 2147483647 w 54"/>
                <a:gd name="T21" fmla="*/ 2147483647 h 42"/>
                <a:gd name="T22" fmla="*/ 2147483647 w 54"/>
                <a:gd name="T23" fmla="*/ 2147483647 h 42"/>
                <a:gd name="T24" fmla="*/ 0 w 54"/>
                <a:gd name="T25" fmla="*/ 2147483647 h 42"/>
                <a:gd name="T26" fmla="*/ 0 w 54"/>
                <a:gd name="T27" fmla="*/ 2147483647 h 42"/>
                <a:gd name="T28" fmla="*/ 2147483647 w 54"/>
                <a:gd name="T29" fmla="*/ 2147483647 h 42"/>
                <a:gd name="T30" fmla="*/ 2147483647 w 54"/>
                <a:gd name="T31" fmla="*/ 2147483647 h 4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54"/>
                <a:gd name="T49" fmla="*/ 0 h 42"/>
                <a:gd name="T50" fmla="*/ 54 w 54"/>
                <a:gd name="T51" fmla="*/ 42 h 42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54" h="42">
                  <a:moveTo>
                    <a:pt x="18" y="42"/>
                  </a:moveTo>
                  <a:lnTo>
                    <a:pt x="30" y="36"/>
                  </a:lnTo>
                  <a:lnTo>
                    <a:pt x="48" y="42"/>
                  </a:lnTo>
                  <a:lnTo>
                    <a:pt x="54" y="36"/>
                  </a:lnTo>
                  <a:lnTo>
                    <a:pt x="54" y="24"/>
                  </a:lnTo>
                  <a:lnTo>
                    <a:pt x="42" y="18"/>
                  </a:lnTo>
                  <a:lnTo>
                    <a:pt x="36" y="18"/>
                  </a:lnTo>
                  <a:lnTo>
                    <a:pt x="30" y="12"/>
                  </a:lnTo>
                  <a:lnTo>
                    <a:pt x="30" y="0"/>
                  </a:lnTo>
                  <a:lnTo>
                    <a:pt x="24" y="0"/>
                  </a:lnTo>
                  <a:lnTo>
                    <a:pt x="18" y="6"/>
                  </a:lnTo>
                  <a:lnTo>
                    <a:pt x="6" y="12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12" y="30"/>
                  </a:lnTo>
                  <a:lnTo>
                    <a:pt x="18" y="42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48" name="Lithuania" descr="© INSCALE GmbH, 05.05.2010&#10;http://www.presentationload.com/">
              <a:extLst>
                <a:ext uri="{FF2B5EF4-FFF2-40B4-BE49-F238E27FC236}">
                  <a16:creationId xmlns:a16="http://schemas.microsoft.com/office/drawing/2014/main" id="{A62094BD-8299-4BD1-86EE-C5B2FEDA0696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184333" y="1519744"/>
              <a:ext cx="112440" cy="64221"/>
            </a:xfrm>
            <a:custGeom>
              <a:avLst/>
              <a:gdLst>
                <a:gd name="T0" fmla="*/ 2147483647 w 342"/>
                <a:gd name="T1" fmla="*/ 2147483647 h 198"/>
                <a:gd name="T2" fmla="*/ 2147483647 w 342"/>
                <a:gd name="T3" fmla="*/ 2147483647 h 198"/>
                <a:gd name="T4" fmla="*/ 2147483647 w 342"/>
                <a:gd name="T5" fmla="*/ 2147483647 h 198"/>
                <a:gd name="T6" fmla="*/ 2147483647 w 342"/>
                <a:gd name="T7" fmla="*/ 2147483647 h 198"/>
                <a:gd name="T8" fmla="*/ 2147483647 w 342"/>
                <a:gd name="T9" fmla="*/ 2147483647 h 198"/>
                <a:gd name="T10" fmla="*/ 2147483647 w 342"/>
                <a:gd name="T11" fmla="*/ 2147483647 h 198"/>
                <a:gd name="T12" fmla="*/ 2147483647 w 342"/>
                <a:gd name="T13" fmla="*/ 2147483647 h 198"/>
                <a:gd name="T14" fmla="*/ 2147483647 w 342"/>
                <a:gd name="T15" fmla="*/ 2147483647 h 198"/>
                <a:gd name="T16" fmla="*/ 2147483647 w 342"/>
                <a:gd name="T17" fmla="*/ 2147483647 h 198"/>
                <a:gd name="T18" fmla="*/ 2147483647 w 342"/>
                <a:gd name="T19" fmla="*/ 2147483647 h 198"/>
                <a:gd name="T20" fmla="*/ 2147483647 w 342"/>
                <a:gd name="T21" fmla="*/ 2147483647 h 198"/>
                <a:gd name="T22" fmla="*/ 2147483647 w 342"/>
                <a:gd name="T23" fmla="*/ 2147483647 h 198"/>
                <a:gd name="T24" fmla="*/ 2147483647 w 342"/>
                <a:gd name="T25" fmla="*/ 0 h 198"/>
                <a:gd name="T26" fmla="*/ 2147483647 w 342"/>
                <a:gd name="T27" fmla="*/ 2147483647 h 198"/>
                <a:gd name="T28" fmla="*/ 0 w 342"/>
                <a:gd name="T29" fmla="*/ 2147483647 h 198"/>
                <a:gd name="T30" fmla="*/ 2147483647 w 342"/>
                <a:gd name="T31" fmla="*/ 2147483647 h 198"/>
                <a:gd name="T32" fmla="*/ 2147483647 w 342"/>
                <a:gd name="T33" fmla="*/ 2147483647 h 198"/>
                <a:gd name="T34" fmla="*/ 2147483647 w 342"/>
                <a:gd name="T35" fmla="*/ 2147483647 h 198"/>
                <a:gd name="T36" fmla="*/ 2147483647 w 342"/>
                <a:gd name="T37" fmla="*/ 2147483647 h 198"/>
                <a:gd name="T38" fmla="*/ 2147483647 w 342"/>
                <a:gd name="T39" fmla="*/ 2147483647 h 198"/>
                <a:gd name="T40" fmla="*/ 2147483647 w 342"/>
                <a:gd name="T41" fmla="*/ 2147483647 h 198"/>
                <a:gd name="T42" fmla="*/ 2147483647 w 342"/>
                <a:gd name="T43" fmla="*/ 2147483647 h 198"/>
                <a:gd name="T44" fmla="*/ 2147483647 w 342"/>
                <a:gd name="T45" fmla="*/ 2147483647 h 198"/>
                <a:gd name="T46" fmla="*/ 2147483647 w 342"/>
                <a:gd name="T47" fmla="*/ 2147483647 h 198"/>
                <a:gd name="T48" fmla="*/ 2147483647 w 342"/>
                <a:gd name="T49" fmla="*/ 2147483647 h 198"/>
                <a:gd name="T50" fmla="*/ 2147483647 w 342"/>
                <a:gd name="T51" fmla="*/ 2147483647 h 198"/>
                <a:gd name="T52" fmla="*/ 2147483647 w 342"/>
                <a:gd name="T53" fmla="*/ 2147483647 h 198"/>
                <a:gd name="T54" fmla="*/ 2147483647 w 342"/>
                <a:gd name="T55" fmla="*/ 2147483647 h 198"/>
                <a:gd name="T56" fmla="*/ 2147483647 w 342"/>
                <a:gd name="T57" fmla="*/ 2147483647 h 198"/>
                <a:gd name="T58" fmla="*/ 2147483647 w 342"/>
                <a:gd name="T59" fmla="*/ 2147483647 h 198"/>
                <a:gd name="T60" fmla="*/ 2147483647 w 342"/>
                <a:gd name="T61" fmla="*/ 2147483647 h 198"/>
                <a:gd name="T62" fmla="*/ 2147483647 w 342"/>
                <a:gd name="T63" fmla="*/ 2147483647 h 198"/>
                <a:gd name="T64" fmla="*/ 2147483647 w 342"/>
                <a:gd name="T65" fmla="*/ 2147483647 h 198"/>
                <a:gd name="T66" fmla="*/ 2147483647 w 342"/>
                <a:gd name="T67" fmla="*/ 2147483647 h 198"/>
                <a:gd name="T68" fmla="*/ 2147483647 w 342"/>
                <a:gd name="T69" fmla="*/ 2147483647 h 198"/>
                <a:gd name="T70" fmla="*/ 2147483647 w 342"/>
                <a:gd name="T71" fmla="*/ 2147483647 h 198"/>
                <a:gd name="T72" fmla="*/ 2147483647 w 342"/>
                <a:gd name="T73" fmla="*/ 2147483647 h 198"/>
                <a:gd name="T74" fmla="*/ 2147483647 w 342"/>
                <a:gd name="T75" fmla="*/ 2147483647 h 198"/>
                <a:gd name="T76" fmla="*/ 2147483647 w 342"/>
                <a:gd name="T77" fmla="*/ 2147483647 h 198"/>
                <a:gd name="T78" fmla="*/ 2147483647 w 342"/>
                <a:gd name="T79" fmla="*/ 2147483647 h 198"/>
                <a:gd name="T80" fmla="*/ 2147483647 w 342"/>
                <a:gd name="T81" fmla="*/ 2147483647 h 198"/>
                <a:gd name="T82" fmla="*/ 2147483647 w 342"/>
                <a:gd name="T83" fmla="*/ 2147483647 h 198"/>
                <a:gd name="T84" fmla="*/ 2147483647 w 342"/>
                <a:gd name="T85" fmla="*/ 2147483647 h 19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42"/>
                <a:gd name="T130" fmla="*/ 0 h 198"/>
                <a:gd name="T131" fmla="*/ 342 w 342"/>
                <a:gd name="T132" fmla="*/ 198 h 19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42" h="198">
                  <a:moveTo>
                    <a:pt x="330" y="60"/>
                  </a:moveTo>
                  <a:lnTo>
                    <a:pt x="312" y="54"/>
                  </a:lnTo>
                  <a:lnTo>
                    <a:pt x="294" y="42"/>
                  </a:lnTo>
                  <a:lnTo>
                    <a:pt x="282" y="30"/>
                  </a:lnTo>
                  <a:lnTo>
                    <a:pt x="276" y="30"/>
                  </a:lnTo>
                  <a:lnTo>
                    <a:pt x="264" y="24"/>
                  </a:lnTo>
                  <a:lnTo>
                    <a:pt x="234" y="24"/>
                  </a:lnTo>
                  <a:lnTo>
                    <a:pt x="228" y="12"/>
                  </a:lnTo>
                  <a:lnTo>
                    <a:pt x="222" y="6"/>
                  </a:lnTo>
                  <a:lnTo>
                    <a:pt x="210" y="6"/>
                  </a:lnTo>
                  <a:lnTo>
                    <a:pt x="198" y="18"/>
                  </a:lnTo>
                  <a:lnTo>
                    <a:pt x="180" y="18"/>
                  </a:lnTo>
                  <a:lnTo>
                    <a:pt x="174" y="12"/>
                  </a:lnTo>
                  <a:lnTo>
                    <a:pt x="162" y="12"/>
                  </a:lnTo>
                  <a:lnTo>
                    <a:pt x="156" y="18"/>
                  </a:lnTo>
                  <a:lnTo>
                    <a:pt x="150" y="18"/>
                  </a:lnTo>
                  <a:lnTo>
                    <a:pt x="144" y="12"/>
                  </a:lnTo>
                  <a:lnTo>
                    <a:pt x="138" y="12"/>
                  </a:lnTo>
                  <a:lnTo>
                    <a:pt x="126" y="6"/>
                  </a:lnTo>
                  <a:lnTo>
                    <a:pt x="120" y="6"/>
                  </a:lnTo>
                  <a:lnTo>
                    <a:pt x="114" y="12"/>
                  </a:lnTo>
                  <a:lnTo>
                    <a:pt x="108" y="12"/>
                  </a:lnTo>
                  <a:lnTo>
                    <a:pt x="102" y="6"/>
                  </a:lnTo>
                  <a:lnTo>
                    <a:pt x="96" y="6"/>
                  </a:lnTo>
                  <a:lnTo>
                    <a:pt x="90" y="0"/>
                  </a:lnTo>
                  <a:lnTo>
                    <a:pt x="72" y="0"/>
                  </a:lnTo>
                  <a:lnTo>
                    <a:pt x="60" y="12"/>
                  </a:lnTo>
                  <a:lnTo>
                    <a:pt x="18" y="12"/>
                  </a:lnTo>
                  <a:lnTo>
                    <a:pt x="6" y="18"/>
                  </a:lnTo>
                  <a:lnTo>
                    <a:pt x="0" y="18"/>
                  </a:lnTo>
                  <a:lnTo>
                    <a:pt x="0" y="60"/>
                  </a:lnTo>
                  <a:lnTo>
                    <a:pt x="12" y="84"/>
                  </a:lnTo>
                  <a:lnTo>
                    <a:pt x="18" y="90"/>
                  </a:lnTo>
                  <a:lnTo>
                    <a:pt x="18" y="96"/>
                  </a:lnTo>
                  <a:lnTo>
                    <a:pt x="30" y="96"/>
                  </a:lnTo>
                  <a:lnTo>
                    <a:pt x="30" y="102"/>
                  </a:lnTo>
                  <a:lnTo>
                    <a:pt x="42" y="102"/>
                  </a:lnTo>
                  <a:lnTo>
                    <a:pt x="48" y="108"/>
                  </a:lnTo>
                  <a:lnTo>
                    <a:pt x="72" y="108"/>
                  </a:lnTo>
                  <a:lnTo>
                    <a:pt x="84" y="102"/>
                  </a:lnTo>
                  <a:lnTo>
                    <a:pt x="102" y="102"/>
                  </a:lnTo>
                  <a:lnTo>
                    <a:pt x="108" y="114"/>
                  </a:lnTo>
                  <a:lnTo>
                    <a:pt x="108" y="132"/>
                  </a:lnTo>
                  <a:lnTo>
                    <a:pt x="96" y="144"/>
                  </a:lnTo>
                  <a:lnTo>
                    <a:pt x="102" y="162"/>
                  </a:lnTo>
                  <a:lnTo>
                    <a:pt x="120" y="162"/>
                  </a:lnTo>
                  <a:lnTo>
                    <a:pt x="138" y="168"/>
                  </a:lnTo>
                  <a:lnTo>
                    <a:pt x="144" y="168"/>
                  </a:lnTo>
                  <a:lnTo>
                    <a:pt x="156" y="174"/>
                  </a:lnTo>
                  <a:lnTo>
                    <a:pt x="156" y="198"/>
                  </a:lnTo>
                  <a:lnTo>
                    <a:pt x="162" y="198"/>
                  </a:lnTo>
                  <a:lnTo>
                    <a:pt x="168" y="192"/>
                  </a:lnTo>
                  <a:lnTo>
                    <a:pt x="180" y="192"/>
                  </a:lnTo>
                  <a:lnTo>
                    <a:pt x="192" y="186"/>
                  </a:lnTo>
                  <a:lnTo>
                    <a:pt x="198" y="186"/>
                  </a:lnTo>
                  <a:lnTo>
                    <a:pt x="204" y="192"/>
                  </a:lnTo>
                  <a:lnTo>
                    <a:pt x="204" y="198"/>
                  </a:lnTo>
                  <a:lnTo>
                    <a:pt x="234" y="198"/>
                  </a:lnTo>
                  <a:lnTo>
                    <a:pt x="234" y="180"/>
                  </a:lnTo>
                  <a:lnTo>
                    <a:pt x="246" y="192"/>
                  </a:lnTo>
                  <a:lnTo>
                    <a:pt x="252" y="180"/>
                  </a:lnTo>
                  <a:lnTo>
                    <a:pt x="258" y="174"/>
                  </a:lnTo>
                  <a:lnTo>
                    <a:pt x="270" y="168"/>
                  </a:lnTo>
                  <a:lnTo>
                    <a:pt x="288" y="168"/>
                  </a:lnTo>
                  <a:lnTo>
                    <a:pt x="288" y="174"/>
                  </a:lnTo>
                  <a:lnTo>
                    <a:pt x="282" y="180"/>
                  </a:lnTo>
                  <a:lnTo>
                    <a:pt x="294" y="180"/>
                  </a:lnTo>
                  <a:lnTo>
                    <a:pt x="294" y="174"/>
                  </a:lnTo>
                  <a:lnTo>
                    <a:pt x="288" y="168"/>
                  </a:lnTo>
                  <a:lnTo>
                    <a:pt x="288" y="156"/>
                  </a:lnTo>
                  <a:lnTo>
                    <a:pt x="282" y="150"/>
                  </a:lnTo>
                  <a:lnTo>
                    <a:pt x="282" y="144"/>
                  </a:lnTo>
                  <a:lnTo>
                    <a:pt x="294" y="144"/>
                  </a:lnTo>
                  <a:lnTo>
                    <a:pt x="294" y="138"/>
                  </a:lnTo>
                  <a:lnTo>
                    <a:pt x="288" y="126"/>
                  </a:lnTo>
                  <a:lnTo>
                    <a:pt x="288" y="120"/>
                  </a:lnTo>
                  <a:lnTo>
                    <a:pt x="294" y="114"/>
                  </a:lnTo>
                  <a:lnTo>
                    <a:pt x="312" y="114"/>
                  </a:lnTo>
                  <a:lnTo>
                    <a:pt x="306" y="96"/>
                  </a:lnTo>
                  <a:lnTo>
                    <a:pt x="312" y="96"/>
                  </a:lnTo>
                  <a:lnTo>
                    <a:pt x="318" y="102"/>
                  </a:lnTo>
                  <a:lnTo>
                    <a:pt x="336" y="102"/>
                  </a:lnTo>
                  <a:lnTo>
                    <a:pt x="342" y="96"/>
                  </a:lnTo>
                  <a:lnTo>
                    <a:pt x="324" y="78"/>
                  </a:lnTo>
                  <a:lnTo>
                    <a:pt x="324" y="72"/>
                  </a:lnTo>
                  <a:lnTo>
                    <a:pt x="330" y="66"/>
                  </a:lnTo>
                  <a:lnTo>
                    <a:pt x="330" y="60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49" name="Libya" descr="© INSCALE GmbH, 05.05.2010&#10;http://www.presentationload.com/">
              <a:extLst>
                <a:ext uri="{FF2B5EF4-FFF2-40B4-BE49-F238E27FC236}">
                  <a16:creationId xmlns:a16="http://schemas.microsoft.com/office/drawing/2014/main" id="{1A3EAF7D-A184-4544-B6B9-BB427C83446B}"/>
                </a:ext>
              </a:extLst>
            </p:cNvPr>
            <p:cNvSpPr>
              <a:spLocks/>
            </p:cNvSpPr>
            <p:nvPr/>
          </p:nvSpPr>
          <p:spPr bwMode="gray">
            <a:xfrm>
              <a:off x="3951698" y="2122137"/>
              <a:ext cx="363170" cy="364775"/>
            </a:xfrm>
            <a:custGeom>
              <a:avLst/>
              <a:gdLst>
                <a:gd name="T0" fmla="*/ 2147483647 w 1098"/>
                <a:gd name="T1" fmla="*/ 2147483647 h 1110"/>
                <a:gd name="T2" fmla="*/ 2147483647 w 1098"/>
                <a:gd name="T3" fmla="*/ 2147483647 h 1110"/>
                <a:gd name="T4" fmla="*/ 2147483647 w 1098"/>
                <a:gd name="T5" fmla="*/ 2147483647 h 1110"/>
                <a:gd name="T6" fmla="*/ 2147483647 w 1098"/>
                <a:gd name="T7" fmla="*/ 2147483647 h 1110"/>
                <a:gd name="T8" fmla="*/ 2147483647 w 1098"/>
                <a:gd name="T9" fmla="*/ 2147483647 h 1110"/>
                <a:gd name="T10" fmla="*/ 2147483647 w 1098"/>
                <a:gd name="T11" fmla="*/ 2147483647 h 1110"/>
                <a:gd name="T12" fmla="*/ 2147483647 w 1098"/>
                <a:gd name="T13" fmla="*/ 2147483647 h 1110"/>
                <a:gd name="T14" fmla="*/ 2147483647 w 1098"/>
                <a:gd name="T15" fmla="*/ 2147483647 h 1110"/>
                <a:gd name="T16" fmla="*/ 2147483647 w 1098"/>
                <a:gd name="T17" fmla="*/ 2147483647 h 1110"/>
                <a:gd name="T18" fmla="*/ 2147483647 w 1098"/>
                <a:gd name="T19" fmla="*/ 2147483647 h 1110"/>
                <a:gd name="T20" fmla="*/ 2147483647 w 1098"/>
                <a:gd name="T21" fmla="*/ 2147483647 h 1110"/>
                <a:gd name="T22" fmla="*/ 2147483647 w 1098"/>
                <a:gd name="T23" fmla="*/ 2147483647 h 1110"/>
                <a:gd name="T24" fmla="*/ 0 w 1098"/>
                <a:gd name="T25" fmla="*/ 2147483647 h 1110"/>
                <a:gd name="T26" fmla="*/ 2147483647 w 1098"/>
                <a:gd name="T27" fmla="*/ 2147483647 h 1110"/>
                <a:gd name="T28" fmla="*/ 2147483647 w 1098"/>
                <a:gd name="T29" fmla="*/ 2147483647 h 1110"/>
                <a:gd name="T30" fmla="*/ 2147483647 w 1098"/>
                <a:gd name="T31" fmla="*/ 2147483647 h 1110"/>
                <a:gd name="T32" fmla="*/ 2147483647 w 1098"/>
                <a:gd name="T33" fmla="*/ 2147483647 h 1110"/>
                <a:gd name="T34" fmla="*/ 2147483647 w 1098"/>
                <a:gd name="T35" fmla="*/ 2147483647 h 1110"/>
                <a:gd name="T36" fmla="*/ 2147483647 w 1098"/>
                <a:gd name="T37" fmla="*/ 2147483647 h 1110"/>
                <a:gd name="T38" fmla="*/ 2147483647 w 1098"/>
                <a:gd name="T39" fmla="*/ 2147483647 h 1110"/>
                <a:gd name="T40" fmla="*/ 2147483647 w 1098"/>
                <a:gd name="T41" fmla="*/ 2147483647 h 1110"/>
                <a:gd name="T42" fmla="*/ 2147483647 w 1098"/>
                <a:gd name="T43" fmla="*/ 2147483647 h 1110"/>
                <a:gd name="T44" fmla="*/ 2147483647 w 1098"/>
                <a:gd name="T45" fmla="*/ 2147483647 h 1110"/>
                <a:gd name="T46" fmla="*/ 2147483647 w 1098"/>
                <a:gd name="T47" fmla="*/ 2147483647 h 1110"/>
                <a:gd name="T48" fmla="*/ 2147483647 w 1098"/>
                <a:gd name="T49" fmla="*/ 2147483647 h 1110"/>
                <a:gd name="T50" fmla="*/ 2147483647 w 1098"/>
                <a:gd name="T51" fmla="*/ 2147483647 h 1110"/>
                <a:gd name="T52" fmla="*/ 2147483647 w 1098"/>
                <a:gd name="T53" fmla="*/ 2147483647 h 1110"/>
                <a:gd name="T54" fmla="*/ 2147483647 w 1098"/>
                <a:gd name="T55" fmla="*/ 2147483647 h 1110"/>
                <a:gd name="T56" fmla="*/ 2147483647 w 1098"/>
                <a:gd name="T57" fmla="*/ 2147483647 h 1110"/>
                <a:gd name="T58" fmla="*/ 2147483647 w 1098"/>
                <a:gd name="T59" fmla="*/ 2147483647 h 1110"/>
                <a:gd name="T60" fmla="*/ 2147483647 w 1098"/>
                <a:gd name="T61" fmla="*/ 2147483647 h 1110"/>
                <a:gd name="T62" fmla="*/ 2147483647 w 1098"/>
                <a:gd name="T63" fmla="*/ 2147483647 h 1110"/>
                <a:gd name="T64" fmla="*/ 2147483647 w 1098"/>
                <a:gd name="T65" fmla="*/ 2147483647 h 1110"/>
                <a:gd name="T66" fmla="*/ 2147483647 w 1098"/>
                <a:gd name="T67" fmla="*/ 2147483647 h 1110"/>
                <a:gd name="T68" fmla="*/ 2147483647 w 1098"/>
                <a:gd name="T69" fmla="*/ 2147483647 h 1110"/>
                <a:gd name="T70" fmla="*/ 2147483647 w 1098"/>
                <a:gd name="T71" fmla="*/ 2147483647 h 1110"/>
                <a:gd name="T72" fmla="*/ 2147483647 w 1098"/>
                <a:gd name="T73" fmla="*/ 2147483647 h 1110"/>
                <a:gd name="T74" fmla="*/ 2147483647 w 1098"/>
                <a:gd name="T75" fmla="*/ 2147483647 h 1110"/>
                <a:gd name="T76" fmla="*/ 2147483647 w 1098"/>
                <a:gd name="T77" fmla="*/ 2147483647 h 1110"/>
                <a:gd name="T78" fmla="*/ 2147483647 w 1098"/>
                <a:gd name="T79" fmla="*/ 2147483647 h 1110"/>
                <a:gd name="T80" fmla="*/ 2147483647 w 1098"/>
                <a:gd name="T81" fmla="*/ 2147483647 h 1110"/>
                <a:gd name="T82" fmla="*/ 2147483647 w 1098"/>
                <a:gd name="T83" fmla="*/ 2147483647 h 1110"/>
                <a:gd name="T84" fmla="*/ 2147483647 w 1098"/>
                <a:gd name="T85" fmla="*/ 2147483647 h 1110"/>
                <a:gd name="T86" fmla="*/ 2147483647 w 1098"/>
                <a:gd name="T87" fmla="*/ 2147483647 h 1110"/>
                <a:gd name="T88" fmla="*/ 2147483647 w 1098"/>
                <a:gd name="T89" fmla="*/ 2147483647 h 1110"/>
                <a:gd name="T90" fmla="*/ 2147483647 w 1098"/>
                <a:gd name="T91" fmla="*/ 2147483647 h 1110"/>
                <a:gd name="T92" fmla="*/ 2147483647 w 1098"/>
                <a:gd name="T93" fmla="*/ 2147483647 h 1110"/>
                <a:gd name="T94" fmla="*/ 2147483647 w 1098"/>
                <a:gd name="T95" fmla="*/ 2147483647 h 1110"/>
                <a:gd name="T96" fmla="*/ 2147483647 w 1098"/>
                <a:gd name="T97" fmla="*/ 2147483647 h 1110"/>
                <a:gd name="T98" fmla="*/ 2147483647 w 1098"/>
                <a:gd name="T99" fmla="*/ 2147483647 h 1110"/>
                <a:gd name="T100" fmla="*/ 2147483647 w 1098"/>
                <a:gd name="T101" fmla="*/ 2147483647 h 1110"/>
                <a:gd name="T102" fmla="*/ 2147483647 w 1098"/>
                <a:gd name="T103" fmla="*/ 2147483647 h 1110"/>
                <a:gd name="T104" fmla="*/ 2147483647 w 1098"/>
                <a:gd name="T105" fmla="*/ 2147483647 h 1110"/>
                <a:gd name="T106" fmla="*/ 2147483647 w 1098"/>
                <a:gd name="T107" fmla="*/ 2147483647 h 1110"/>
                <a:gd name="T108" fmla="*/ 2147483647 w 1098"/>
                <a:gd name="T109" fmla="*/ 2147483647 h 1110"/>
                <a:gd name="T110" fmla="*/ 2147483647 w 1098"/>
                <a:gd name="T111" fmla="*/ 2147483647 h 1110"/>
                <a:gd name="T112" fmla="*/ 2147483647 w 1098"/>
                <a:gd name="T113" fmla="*/ 2147483647 h 111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98"/>
                <a:gd name="T172" fmla="*/ 0 h 1110"/>
                <a:gd name="T173" fmla="*/ 1098 w 1098"/>
                <a:gd name="T174" fmla="*/ 1110 h 111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98" h="1110">
                  <a:moveTo>
                    <a:pt x="156" y="60"/>
                  </a:moveTo>
                  <a:lnTo>
                    <a:pt x="150" y="66"/>
                  </a:lnTo>
                  <a:lnTo>
                    <a:pt x="126" y="78"/>
                  </a:lnTo>
                  <a:lnTo>
                    <a:pt x="114" y="78"/>
                  </a:lnTo>
                  <a:lnTo>
                    <a:pt x="102" y="84"/>
                  </a:lnTo>
                  <a:lnTo>
                    <a:pt x="96" y="90"/>
                  </a:lnTo>
                  <a:lnTo>
                    <a:pt x="90" y="102"/>
                  </a:lnTo>
                  <a:lnTo>
                    <a:pt x="84" y="108"/>
                  </a:lnTo>
                  <a:lnTo>
                    <a:pt x="78" y="120"/>
                  </a:lnTo>
                  <a:lnTo>
                    <a:pt x="72" y="120"/>
                  </a:lnTo>
                  <a:lnTo>
                    <a:pt x="54" y="138"/>
                  </a:lnTo>
                  <a:lnTo>
                    <a:pt x="54" y="156"/>
                  </a:lnTo>
                  <a:lnTo>
                    <a:pt x="66" y="180"/>
                  </a:lnTo>
                  <a:lnTo>
                    <a:pt x="66" y="204"/>
                  </a:lnTo>
                  <a:lnTo>
                    <a:pt x="36" y="234"/>
                  </a:lnTo>
                  <a:lnTo>
                    <a:pt x="30" y="234"/>
                  </a:lnTo>
                  <a:lnTo>
                    <a:pt x="24" y="240"/>
                  </a:lnTo>
                  <a:lnTo>
                    <a:pt x="12" y="246"/>
                  </a:lnTo>
                  <a:lnTo>
                    <a:pt x="6" y="246"/>
                  </a:lnTo>
                  <a:lnTo>
                    <a:pt x="0" y="252"/>
                  </a:lnTo>
                  <a:lnTo>
                    <a:pt x="12" y="270"/>
                  </a:lnTo>
                  <a:lnTo>
                    <a:pt x="36" y="330"/>
                  </a:lnTo>
                  <a:lnTo>
                    <a:pt x="48" y="354"/>
                  </a:lnTo>
                  <a:lnTo>
                    <a:pt x="48" y="360"/>
                  </a:lnTo>
                  <a:lnTo>
                    <a:pt x="42" y="372"/>
                  </a:lnTo>
                  <a:lnTo>
                    <a:pt x="42" y="402"/>
                  </a:lnTo>
                  <a:lnTo>
                    <a:pt x="36" y="408"/>
                  </a:lnTo>
                  <a:lnTo>
                    <a:pt x="36" y="414"/>
                  </a:lnTo>
                  <a:lnTo>
                    <a:pt x="42" y="432"/>
                  </a:lnTo>
                  <a:lnTo>
                    <a:pt x="30" y="456"/>
                  </a:lnTo>
                  <a:lnTo>
                    <a:pt x="36" y="510"/>
                  </a:lnTo>
                  <a:lnTo>
                    <a:pt x="36" y="516"/>
                  </a:lnTo>
                  <a:lnTo>
                    <a:pt x="42" y="522"/>
                  </a:lnTo>
                  <a:lnTo>
                    <a:pt x="42" y="534"/>
                  </a:lnTo>
                  <a:lnTo>
                    <a:pt x="36" y="546"/>
                  </a:lnTo>
                  <a:lnTo>
                    <a:pt x="30" y="552"/>
                  </a:lnTo>
                  <a:lnTo>
                    <a:pt x="18" y="558"/>
                  </a:lnTo>
                  <a:lnTo>
                    <a:pt x="6" y="558"/>
                  </a:lnTo>
                  <a:lnTo>
                    <a:pt x="0" y="564"/>
                  </a:lnTo>
                  <a:lnTo>
                    <a:pt x="0" y="570"/>
                  </a:lnTo>
                  <a:lnTo>
                    <a:pt x="6" y="582"/>
                  </a:lnTo>
                  <a:lnTo>
                    <a:pt x="18" y="594"/>
                  </a:lnTo>
                  <a:lnTo>
                    <a:pt x="24" y="612"/>
                  </a:lnTo>
                  <a:lnTo>
                    <a:pt x="36" y="624"/>
                  </a:lnTo>
                  <a:lnTo>
                    <a:pt x="42" y="636"/>
                  </a:lnTo>
                  <a:lnTo>
                    <a:pt x="48" y="642"/>
                  </a:lnTo>
                  <a:lnTo>
                    <a:pt x="48" y="684"/>
                  </a:lnTo>
                  <a:lnTo>
                    <a:pt x="72" y="708"/>
                  </a:lnTo>
                  <a:lnTo>
                    <a:pt x="96" y="696"/>
                  </a:lnTo>
                  <a:lnTo>
                    <a:pt x="102" y="696"/>
                  </a:lnTo>
                  <a:lnTo>
                    <a:pt x="138" y="714"/>
                  </a:lnTo>
                  <a:lnTo>
                    <a:pt x="150" y="714"/>
                  </a:lnTo>
                  <a:lnTo>
                    <a:pt x="162" y="726"/>
                  </a:lnTo>
                  <a:lnTo>
                    <a:pt x="162" y="732"/>
                  </a:lnTo>
                  <a:lnTo>
                    <a:pt x="168" y="744"/>
                  </a:lnTo>
                  <a:lnTo>
                    <a:pt x="174" y="762"/>
                  </a:lnTo>
                  <a:lnTo>
                    <a:pt x="180" y="774"/>
                  </a:lnTo>
                  <a:lnTo>
                    <a:pt x="186" y="780"/>
                  </a:lnTo>
                  <a:lnTo>
                    <a:pt x="186" y="786"/>
                  </a:lnTo>
                  <a:lnTo>
                    <a:pt x="222" y="792"/>
                  </a:lnTo>
                  <a:lnTo>
                    <a:pt x="234" y="792"/>
                  </a:lnTo>
                  <a:lnTo>
                    <a:pt x="246" y="798"/>
                  </a:lnTo>
                  <a:lnTo>
                    <a:pt x="258" y="798"/>
                  </a:lnTo>
                  <a:lnTo>
                    <a:pt x="276" y="804"/>
                  </a:lnTo>
                  <a:lnTo>
                    <a:pt x="288" y="810"/>
                  </a:lnTo>
                  <a:lnTo>
                    <a:pt x="294" y="810"/>
                  </a:lnTo>
                  <a:lnTo>
                    <a:pt x="300" y="816"/>
                  </a:lnTo>
                  <a:lnTo>
                    <a:pt x="312" y="822"/>
                  </a:lnTo>
                  <a:lnTo>
                    <a:pt x="318" y="828"/>
                  </a:lnTo>
                  <a:lnTo>
                    <a:pt x="324" y="840"/>
                  </a:lnTo>
                  <a:lnTo>
                    <a:pt x="336" y="846"/>
                  </a:lnTo>
                  <a:lnTo>
                    <a:pt x="342" y="852"/>
                  </a:lnTo>
                  <a:lnTo>
                    <a:pt x="360" y="846"/>
                  </a:lnTo>
                  <a:lnTo>
                    <a:pt x="396" y="828"/>
                  </a:lnTo>
                  <a:lnTo>
                    <a:pt x="456" y="792"/>
                  </a:lnTo>
                  <a:lnTo>
                    <a:pt x="468" y="786"/>
                  </a:lnTo>
                  <a:lnTo>
                    <a:pt x="1026" y="1110"/>
                  </a:lnTo>
                  <a:lnTo>
                    <a:pt x="1026" y="1062"/>
                  </a:lnTo>
                  <a:lnTo>
                    <a:pt x="1098" y="1062"/>
                  </a:lnTo>
                  <a:lnTo>
                    <a:pt x="1098" y="828"/>
                  </a:lnTo>
                  <a:lnTo>
                    <a:pt x="1092" y="750"/>
                  </a:lnTo>
                  <a:lnTo>
                    <a:pt x="1092" y="660"/>
                  </a:lnTo>
                  <a:lnTo>
                    <a:pt x="1086" y="564"/>
                  </a:lnTo>
                  <a:lnTo>
                    <a:pt x="1086" y="468"/>
                  </a:lnTo>
                  <a:lnTo>
                    <a:pt x="1080" y="390"/>
                  </a:lnTo>
                  <a:lnTo>
                    <a:pt x="1080" y="306"/>
                  </a:lnTo>
                  <a:lnTo>
                    <a:pt x="1068" y="270"/>
                  </a:lnTo>
                  <a:lnTo>
                    <a:pt x="1056" y="258"/>
                  </a:lnTo>
                  <a:lnTo>
                    <a:pt x="1050" y="246"/>
                  </a:lnTo>
                  <a:lnTo>
                    <a:pt x="1050" y="240"/>
                  </a:lnTo>
                  <a:lnTo>
                    <a:pt x="1056" y="228"/>
                  </a:lnTo>
                  <a:lnTo>
                    <a:pt x="1062" y="222"/>
                  </a:lnTo>
                  <a:lnTo>
                    <a:pt x="1068" y="210"/>
                  </a:lnTo>
                  <a:lnTo>
                    <a:pt x="1074" y="204"/>
                  </a:lnTo>
                  <a:lnTo>
                    <a:pt x="1074" y="198"/>
                  </a:lnTo>
                  <a:lnTo>
                    <a:pt x="1068" y="186"/>
                  </a:lnTo>
                  <a:lnTo>
                    <a:pt x="1056" y="180"/>
                  </a:lnTo>
                  <a:lnTo>
                    <a:pt x="1056" y="150"/>
                  </a:lnTo>
                  <a:lnTo>
                    <a:pt x="1080" y="126"/>
                  </a:lnTo>
                  <a:lnTo>
                    <a:pt x="1074" y="114"/>
                  </a:lnTo>
                  <a:lnTo>
                    <a:pt x="1074" y="96"/>
                  </a:lnTo>
                  <a:lnTo>
                    <a:pt x="1056" y="102"/>
                  </a:lnTo>
                  <a:lnTo>
                    <a:pt x="1044" y="90"/>
                  </a:lnTo>
                  <a:lnTo>
                    <a:pt x="1032" y="102"/>
                  </a:lnTo>
                  <a:lnTo>
                    <a:pt x="1026" y="102"/>
                  </a:lnTo>
                  <a:lnTo>
                    <a:pt x="1020" y="96"/>
                  </a:lnTo>
                  <a:lnTo>
                    <a:pt x="1008" y="90"/>
                  </a:lnTo>
                  <a:lnTo>
                    <a:pt x="1002" y="84"/>
                  </a:lnTo>
                  <a:lnTo>
                    <a:pt x="990" y="78"/>
                  </a:lnTo>
                  <a:lnTo>
                    <a:pt x="978" y="78"/>
                  </a:lnTo>
                  <a:lnTo>
                    <a:pt x="966" y="84"/>
                  </a:lnTo>
                  <a:lnTo>
                    <a:pt x="954" y="84"/>
                  </a:lnTo>
                  <a:lnTo>
                    <a:pt x="942" y="78"/>
                  </a:lnTo>
                  <a:lnTo>
                    <a:pt x="936" y="72"/>
                  </a:lnTo>
                  <a:lnTo>
                    <a:pt x="936" y="48"/>
                  </a:lnTo>
                  <a:lnTo>
                    <a:pt x="930" y="42"/>
                  </a:lnTo>
                  <a:lnTo>
                    <a:pt x="918" y="36"/>
                  </a:lnTo>
                  <a:lnTo>
                    <a:pt x="882" y="36"/>
                  </a:lnTo>
                  <a:lnTo>
                    <a:pt x="876" y="30"/>
                  </a:lnTo>
                  <a:lnTo>
                    <a:pt x="864" y="30"/>
                  </a:lnTo>
                  <a:lnTo>
                    <a:pt x="852" y="24"/>
                  </a:lnTo>
                  <a:lnTo>
                    <a:pt x="840" y="24"/>
                  </a:lnTo>
                  <a:lnTo>
                    <a:pt x="834" y="30"/>
                  </a:lnTo>
                  <a:lnTo>
                    <a:pt x="834" y="36"/>
                  </a:lnTo>
                  <a:lnTo>
                    <a:pt x="798" y="36"/>
                  </a:lnTo>
                  <a:lnTo>
                    <a:pt x="780" y="42"/>
                  </a:lnTo>
                  <a:lnTo>
                    <a:pt x="768" y="48"/>
                  </a:lnTo>
                  <a:lnTo>
                    <a:pt x="732" y="84"/>
                  </a:lnTo>
                  <a:lnTo>
                    <a:pt x="720" y="108"/>
                  </a:lnTo>
                  <a:lnTo>
                    <a:pt x="720" y="120"/>
                  </a:lnTo>
                  <a:lnTo>
                    <a:pt x="726" y="138"/>
                  </a:lnTo>
                  <a:lnTo>
                    <a:pt x="738" y="150"/>
                  </a:lnTo>
                  <a:lnTo>
                    <a:pt x="744" y="162"/>
                  </a:lnTo>
                  <a:lnTo>
                    <a:pt x="744" y="180"/>
                  </a:lnTo>
                  <a:lnTo>
                    <a:pt x="738" y="192"/>
                  </a:lnTo>
                  <a:lnTo>
                    <a:pt x="714" y="216"/>
                  </a:lnTo>
                  <a:lnTo>
                    <a:pt x="708" y="228"/>
                  </a:lnTo>
                  <a:lnTo>
                    <a:pt x="696" y="234"/>
                  </a:lnTo>
                  <a:lnTo>
                    <a:pt x="666" y="234"/>
                  </a:lnTo>
                  <a:lnTo>
                    <a:pt x="648" y="228"/>
                  </a:lnTo>
                  <a:lnTo>
                    <a:pt x="630" y="216"/>
                  </a:lnTo>
                  <a:lnTo>
                    <a:pt x="612" y="198"/>
                  </a:lnTo>
                  <a:lnTo>
                    <a:pt x="582" y="180"/>
                  </a:lnTo>
                  <a:lnTo>
                    <a:pt x="552" y="168"/>
                  </a:lnTo>
                  <a:lnTo>
                    <a:pt x="528" y="162"/>
                  </a:lnTo>
                  <a:lnTo>
                    <a:pt x="462" y="162"/>
                  </a:lnTo>
                  <a:lnTo>
                    <a:pt x="438" y="150"/>
                  </a:lnTo>
                  <a:lnTo>
                    <a:pt x="426" y="138"/>
                  </a:lnTo>
                  <a:lnTo>
                    <a:pt x="420" y="126"/>
                  </a:lnTo>
                  <a:lnTo>
                    <a:pt x="414" y="108"/>
                  </a:lnTo>
                  <a:lnTo>
                    <a:pt x="414" y="96"/>
                  </a:lnTo>
                  <a:lnTo>
                    <a:pt x="402" y="72"/>
                  </a:lnTo>
                  <a:lnTo>
                    <a:pt x="378" y="60"/>
                  </a:lnTo>
                  <a:lnTo>
                    <a:pt x="366" y="60"/>
                  </a:lnTo>
                  <a:lnTo>
                    <a:pt x="354" y="54"/>
                  </a:lnTo>
                  <a:lnTo>
                    <a:pt x="348" y="48"/>
                  </a:lnTo>
                  <a:lnTo>
                    <a:pt x="324" y="36"/>
                  </a:lnTo>
                  <a:lnTo>
                    <a:pt x="318" y="36"/>
                  </a:lnTo>
                  <a:lnTo>
                    <a:pt x="306" y="30"/>
                  </a:lnTo>
                  <a:lnTo>
                    <a:pt x="264" y="30"/>
                  </a:lnTo>
                  <a:lnTo>
                    <a:pt x="252" y="36"/>
                  </a:lnTo>
                  <a:lnTo>
                    <a:pt x="216" y="36"/>
                  </a:lnTo>
                  <a:lnTo>
                    <a:pt x="192" y="24"/>
                  </a:lnTo>
                  <a:lnTo>
                    <a:pt x="180" y="12"/>
                  </a:lnTo>
                  <a:lnTo>
                    <a:pt x="168" y="6"/>
                  </a:lnTo>
                  <a:lnTo>
                    <a:pt x="150" y="6"/>
                  </a:lnTo>
                  <a:lnTo>
                    <a:pt x="144" y="0"/>
                  </a:lnTo>
                  <a:lnTo>
                    <a:pt x="138" y="42"/>
                  </a:lnTo>
                  <a:lnTo>
                    <a:pt x="144" y="42"/>
                  </a:lnTo>
                  <a:lnTo>
                    <a:pt x="156" y="54"/>
                  </a:lnTo>
                  <a:lnTo>
                    <a:pt x="156" y="60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50" name="Liechtenstein" descr="© INSCALE GmbH, 05.05.2010&#10;http://www.presentationload.com/">
              <a:extLst>
                <a:ext uri="{FF2B5EF4-FFF2-40B4-BE49-F238E27FC236}">
                  <a16:creationId xmlns:a16="http://schemas.microsoft.com/office/drawing/2014/main" id="{5A3BD7FE-43FE-4ECA-A99F-2ED83F5F5004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954283" y="1752224"/>
              <a:ext cx="5170" cy="7707"/>
            </a:xfrm>
            <a:custGeom>
              <a:avLst/>
              <a:gdLst>
                <a:gd name="T0" fmla="*/ 2147483647 w 18"/>
                <a:gd name="T1" fmla="*/ 0 h 24"/>
                <a:gd name="T2" fmla="*/ 2147483647 w 18"/>
                <a:gd name="T3" fmla="*/ 2147483647 h 24"/>
                <a:gd name="T4" fmla="*/ 0 w 18"/>
                <a:gd name="T5" fmla="*/ 2147483647 h 24"/>
                <a:gd name="T6" fmla="*/ 0 w 18"/>
                <a:gd name="T7" fmla="*/ 2147483647 h 24"/>
                <a:gd name="T8" fmla="*/ 2147483647 w 18"/>
                <a:gd name="T9" fmla="*/ 2147483647 h 24"/>
                <a:gd name="T10" fmla="*/ 2147483647 w 18"/>
                <a:gd name="T11" fmla="*/ 0 h 24"/>
                <a:gd name="T12" fmla="*/ 2147483647 w 18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8"/>
                <a:gd name="T22" fmla="*/ 0 h 24"/>
                <a:gd name="T23" fmla="*/ 18 w 18"/>
                <a:gd name="T24" fmla="*/ 24 h 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8" h="24">
                  <a:moveTo>
                    <a:pt x="12" y="0"/>
                  </a:moveTo>
                  <a:lnTo>
                    <a:pt x="6" y="6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18" y="24"/>
                  </a:lnTo>
                  <a:lnTo>
                    <a:pt x="18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51" name="Liberia" descr="© INSCALE GmbH, 05.05.2010&#10;http://www.presentationload.com/">
              <a:extLst>
                <a:ext uri="{FF2B5EF4-FFF2-40B4-BE49-F238E27FC236}">
                  <a16:creationId xmlns:a16="http://schemas.microsoft.com/office/drawing/2014/main" id="{0760367A-B69D-4B6F-A492-23C176C9F7C5}"/>
                </a:ext>
              </a:extLst>
            </p:cNvPr>
            <p:cNvSpPr>
              <a:spLocks/>
            </p:cNvSpPr>
            <p:nvPr/>
          </p:nvSpPr>
          <p:spPr bwMode="gray">
            <a:xfrm>
              <a:off x="3456702" y="2774625"/>
              <a:ext cx="102102" cy="113029"/>
            </a:xfrm>
            <a:custGeom>
              <a:avLst/>
              <a:gdLst>
                <a:gd name="T0" fmla="*/ 2147483647 w 312"/>
                <a:gd name="T1" fmla="*/ 2147483647 h 342"/>
                <a:gd name="T2" fmla="*/ 2147483647 w 312"/>
                <a:gd name="T3" fmla="*/ 2147483647 h 342"/>
                <a:gd name="T4" fmla="*/ 2147483647 w 312"/>
                <a:gd name="T5" fmla="*/ 2147483647 h 342"/>
                <a:gd name="T6" fmla="*/ 2147483647 w 312"/>
                <a:gd name="T7" fmla="*/ 2147483647 h 342"/>
                <a:gd name="T8" fmla="*/ 2147483647 w 312"/>
                <a:gd name="T9" fmla="*/ 2147483647 h 342"/>
                <a:gd name="T10" fmla="*/ 2147483647 w 312"/>
                <a:gd name="T11" fmla="*/ 2147483647 h 342"/>
                <a:gd name="T12" fmla="*/ 2147483647 w 312"/>
                <a:gd name="T13" fmla="*/ 2147483647 h 342"/>
                <a:gd name="T14" fmla="*/ 2147483647 w 312"/>
                <a:gd name="T15" fmla="*/ 2147483647 h 342"/>
                <a:gd name="T16" fmla="*/ 2147483647 w 312"/>
                <a:gd name="T17" fmla="*/ 2147483647 h 342"/>
                <a:gd name="T18" fmla="*/ 2147483647 w 312"/>
                <a:gd name="T19" fmla="*/ 2147483647 h 342"/>
                <a:gd name="T20" fmla="*/ 2147483647 w 312"/>
                <a:gd name="T21" fmla="*/ 2147483647 h 342"/>
                <a:gd name="T22" fmla="*/ 2147483647 w 312"/>
                <a:gd name="T23" fmla="*/ 2147483647 h 342"/>
                <a:gd name="T24" fmla="*/ 2147483647 w 312"/>
                <a:gd name="T25" fmla="*/ 2147483647 h 342"/>
                <a:gd name="T26" fmla="*/ 2147483647 w 312"/>
                <a:gd name="T27" fmla="*/ 2147483647 h 342"/>
                <a:gd name="T28" fmla="*/ 2147483647 w 312"/>
                <a:gd name="T29" fmla="*/ 2147483647 h 342"/>
                <a:gd name="T30" fmla="*/ 2147483647 w 312"/>
                <a:gd name="T31" fmla="*/ 2147483647 h 342"/>
                <a:gd name="T32" fmla="*/ 2147483647 w 312"/>
                <a:gd name="T33" fmla="*/ 2147483647 h 342"/>
                <a:gd name="T34" fmla="*/ 2147483647 w 312"/>
                <a:gd name="T35" fmla="*/ 2147483647 h 342"/>
                <a:gd name="T36" fmla="*/ 2147483647 w 312"/>
                <a:gd name="T37" fmla="*/ 2147483647 h 342"/>
                <a:gd name="T38" fmla="*/ 2147483647 w 312"/>
                <a:gd name="T39" fmla="*/ 2147483647 h 342"/>
                <a:gd name="T40" fmla="*/ 2147483647 w 312"/>
                <a:gd name="T41" fmla="*/ 2147483647 h 342"/>
                <a:gd name="T42" fmla="*/ 2147483647 w 312"/>
                <a:gd name="T43" fmla="*/ 2147483647 h 342"/>
                <a:gd name="T44" fmla="*/ 2147483647 w 312"/>
                <a:gd name="T45" fmla="*/ 2147483647 h 342"/>
                <a:gd name="T46" fmla="*/ 2147483647 w 312"/>
                <a:gd name="T47" fmla="*/ 2147483647 h 342"/>
                <a:gd name="T48" fmla="*/ 2147483647 w 312"/>
                <a:gd name="T49" fmla="*/ 2147483647 h 342"/>
                <a:gd name="T50" fmla="*/ 2147483647 w 312"/>
                <a:gd name="T51" fmla="*/ 0 h 342"/>
                <a:gd name="T52" fmla="*/ 2147483647 w 312"/>
                <a:gd name="T53" fmla="*/ 0 h 342"/>
                <a:gd name="T54" fmla="*/ 2147483647 w 312"/>
                <a:gd name="T55" fmla="*/ 2147483647 h 342"/>
                <a:gd name="T56" fmla="*/ 2147483647 w 312"/>
                <a:gd name="T57" fmla="*/ 2147483647 h 342"/>
                <a:gd name="T58" fmla="*/ 2147483647 w 312"/>
                <a:gd name="T59" fmla="*/ 2147483647 h 342"/>
                <a:gd name="T60" fmla="*/ 2147483647 w 312"/>
                <a:gd name="T61" fmla="*/ 2147483647 h 342"/>
                <a:gd name="T62" fmla="*/ 2147483647 w 312"/>
                <a:gd name="T63" fmla="*/ 2147483647 h 342"/>
                <a:gd name="T64" fmla="*/ 2147483647 w 312"/>
                <a:gd name="T65" fmla="*/ 2147483647 h 342"/>
                <a:gd name="T66" fmla="*/ 2147483647 w 312"/>
                <a:gd name="T67" fmla="*/ 2147483647 h 342"/>
                <a:gd name="T68" fmla="*/ 2147483647 w 312"/>
                <a:gd name="T69" fmla="*/ 2147483647 h 342"/>
                <a:gd name="T70" fmla="*/ 2147483647 w 312"/>
                <a:gd name="T71" fmla="*/ 2147483647 h 342"/>
                <a:gd name="T72" fmla="*/ 2147483647 w 312"/>
                <a:gd name="T73" fmla="*/ 2147483647 h 342"/>
                <a:gd name="T74" fmla="*/ 2147483647 w 312"/>
                <a:gd name="T75" fmla="*/ 2147483647 h 342"/>
                <a:gd name="T76" fmla="*/ 2147483647 w 312"/>
                <a:gd name="T77" fmla="*/ 2147483647 h 342"/>
                <a:gd name="T78" fmla="*/ 0 w 312"/>
                <a:gd name="T79" fmla="*/ 2147483647 h 342"/>
                <a:gd name="T80" fmla="*/ 2147483647 w 312"/>
                <a:gd name="T81" fmla="*/ 2147483647 h 342"/>
                <a:gd name="T82" fmla="*/ 2147483647 w 312"/>
                <a:gd name="T83" fmla="*/ 2147483647 h 342"/>
                <a:gd name="T84" fmla="*/ 2147483647 w 312"/>
                <a:gd name="T85" fmla="*/ 2147483647 h 342"/>
                <a:gd name="T86" fmla="*/ 2147483647 w 312"/>
                <a:gd name="T87" fmla="*/ 2147483647 h 342"/>
                <a:gd name="T88" fmla="*/ 2147483647 w 312"/>
                <a:gd name="T89" fmla="*/ 2147483647 h 342"/>
                <a:gd name="T90" fmla="*/ 2147483647 w 312"/>
                <a:gd name="T91" fmla="*/ 2147483647 h 342"/>
                <a:gd name="T92" fmla="*/ 2147483647 w 312"/>
                <a:gd name="T93" fmla="*/ 2147483647 h 342"/>
                <a:gd name="T94" fmla="*/ 2147483647 w 312"/>
                <a:gd name="T95" fmla="*/ 2147483647 h 342"/>
                <a:gd name="T96" fmla="*/ 2147483647 w 312"/>
                <a:gd name="T97" fmla="*/ 2147483647 h 342"/>
                <a:gd name="T98" fmla="*/ 2147483647 w 312"/>
                <a:gd name="T99" fmla="*/ 2147483647 h 342"/>
                <a:gd name="T100" fmla="*/ 2147483647 w 312"/>
                <a:gd name="T101" fmla="*/ 2147483647 h 342"/>
                <a:gd name="T102" fmla="*/ 2147483647 w 312"/>
                <a:gd name="T103" fmla="*/ 2147483647 h 342"/>
                <a:gd name="T104" fmla="*/ 2147483647 w 312"/>
                <a:gd name="T105" fmla="*/ 2147483647 h 342"/>
                <a:gd name="T106" fmla="*/ 2147483647 w 312"/>
                <a:gd name="T107" fmla="*/ 2147483647 h 342"/>
                <a:gd name="T108" fmla="*/ 2147483647 w 312"/>
                <a:gd name="T109" fmla="*/ 2147483647 h 342"/>
                <a:gd name="T110" fmla="*/ 2147483647 w 312"/>
                <a:gd name="T111" fmla="*/ 2147483647 h 342"/>
                <a:gd name="T112" fmla="*/ 2147483647 w 312"/>
                <a:gd name="T113" fmla="*/ 2147483647 h 342"/>
                <a:gd name="T114" fmla="*/ 2147483647 w 312"/>
                <a:gd name="T115" fmla="*/ 2147483647 h 342"/>
                <a:gd name="T116" fmla="*/ 2147483647 w 312"/>
                <a:gd name="T117" fmla="*/ 2147483647 h 342"/>
                <a:gd name="T118" fmla="*/ 2147483647 w 312"/>
                <a:gd name="T119" fmla="*/ 2147483647 h 342"/>
                <a:gd name="T120" fmla="*/ 2147483647 w 312"/>
                <a:gd name="T121" fmla="*/ 2147483647 h 34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12"/>
                <a:gd name="T184" fmla="*/ 0 h 342"/>
                <a:gd name="T185" fmla="*/ 312 w 312"/>
                <a:gd name="T186" fmla="*/ 342 h 34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12" h="342">
                  <a:moveTo>
                    <a:pt x="312" y="252"/>
                  </a:moveTo>
                  <a:lnTo>
                    <a:pt x="312" y="240"/>
                  </a:lnTo>
                  <a:lnTo>
                    <a:pt x="282" y="210"/>
                  </a:lnTo>
                  <a:lnTo>
                    <a:pt x="282" y="180"/>
                  </a:lnTo>
                  <a:lnTo>
                    <a:pt x="246" y="186"/>
                  </a:lnTo>
                  <a:lnTo>
                    <a:pt x="246" y="174"/>
                  </a:lnTo>
                  <a:lnTo>
                    <a:pt x="228" y="174"/>
                  </a:lnTo>
                  <a:lnTo>
                    <a:pt x="222" y="168"/>
                  </a:lnTo>
                  <a:lnTo>
                    <a:pt x="228" y="156"/>
                  </a:lnTo>
                  <a:lnTo>
                    <a:pt x="240" y="150"/>
                  </a:lnTo>
                  <a:lnTo>
                    <a:pt x="246" y="132"/>
                  </a:lnTo>
                  <a:lnTo>
                    <a:pt x="246" y="108"/>
                  </a:lnTo>
                  <a:lnTo>
                    <a:pt x="228" y="72"/>
                  </a:lnTo>
                  <a:lnTo>
                    <a:pt x="222" y="72"/>
                  </a:lnTo>
                  <a:lnTo>
                    <a:pt x="216" y="78"/>
                  </a:lnTo>
                  <a:lnTo>
                    <a:pt x="210" y="90"/>
                  </a:lnTo>
                  <a:lnTo>
                    <a:pt x="210" y="102"/>
                  </a:lnTo>
                  <a:lnTo>
                    <a:pt x="198" y="114"/>
                  </a:lnTo>
                  <a:lnTo>
                    <a:pt x="192" y="114"/>
                  </a:lnTo>
                  <a:lnTo>
                    <a:pt x="180" y="102"/>
                  </a:lnTo>
                  <a:lnTo>
                    <a:pt x="180" y="96"/>
                  </a:lnTo>
                  <a:lnTo>
                    <a:pt x="168" y="96"/>
                  </a:lnTo>
                  <a:lnTo>
                    <a:pt x="168" y="36"/>
                  </a:lnTo>
                  <a:lnTo>
                    <a:pt x="162" y="18"/>
                  </a:lnTo>
                  <a:lnTo>
                    <a:pt x="150" y="6"/>
                  </a:lnTo>
                  <a:lnTo>
                    <a:pt x="138" y="0"/>
                  </a:lnTo>
                  <a:lnTo>
                    <a:pt x="132" y="0"/>
                  </a:lnTo>
                  <a:lnTo>
                    <a:pt x="126" y="6"/>
                  </a:lnTo>
                  <a:lnTo>
                    <a:pt x="126" y="18"/>
                  </a:lnTo>
                  <a:lnTo>
                    <a:pt x="102" y="12"/>
                  </a:lnTo>
                  <a:lnTo>
                    <a:pt x="108" y="36"/>
                  </a:lnTo>
                  <a:lnTo>
                    <a:pt x="84" y="42"/>
                  </a:lnTo>
                  <a:lnTo>
                    <a:pt x="84" y="60"/>
                  </a:lnTo>
                  <a:lnTo>
                    <a:pt x="78" y="72"/>
                  </a:lnTo>
                  <a:lnTo>
                    <a:pt x="66" y="78"/>
                  </a:lnTo>
                  <a:lnTo>
                    <a:pt x="54" y="90"/>
                  </a:lnTo>
                  <a:lnTo>
                    <a:pt x="42" y="96"/>
                  </a:lnTo>
                  <a:lnTo>
                    <a:pt x="24" y="114"/>
                  </a:lnTo>
                  <a:lnTo>
                    <a:pt x="24" y="150"/>
                  </a:lnTo>
                  <a:lnTo>
                    <a:pt x="0" y="126"/>
                  </a:lnTo>
                  <a:lnTo>
                    <a:pt x="36" y="162"/>
                  </a:lnTo>
                  <a:lnTo>
                    <a:pt x="60" y="162"/>
                  </a:lnTo>
                  <a:lnTo>
                    <a:pt x="72" y="192"/>
                  </a:lnTo>
                  <a:lnTo>
                    <a:pt x="102" y="192"/>
                  </a:lnTo>
                  <a:lnTo>
                    <a:pt x="108" y="198"/>
                  </a:lnTo>
                  <a:lnTo>
                    <a:pt x="120" y="222"/>
                  </a:lnTo>
                  <a:lnTo>
                    <a:pt x="132" y="240"/>
                  </a:lnTo>
                  <a:lnTo>
                    <a:pt x="150" y="252"/>
                  </a:lnTo>
                  <a:lnTo>
                    <a:pt x="162" y="270"/>
                  </a:lnTo>
                  <a:lnTo>
                    <a:pt x="180" y="282"/>
                  </a:lnTo>
                  <a:lnTo>
                    <a:pt x="198" y="288"/>
                  </a:lnTo>
                  <a:lnTo>
                    <a:pt x="210" y="294"/>
                  </a:lnTo>
                  <a:lnTo>
                    <a:pt x="228" y="300"/>
                  </a:lnTo>
                  <a:lnTo>
                    <a:pt x="258" y="330"/>
                  </a:lnTo>
                  <a:lnTo>
                    <a:pt x="294" y="342"/>
                  </a:lnTo>
                  <a:lnTo>
                    <a:pt x="300" y="342"/>
                  </a:lnTo>
                  <a:lnTo>
                    <a:pt x="300" y="294"/>
                  </a:lnTo>
                  <a:lnTo>
                    <a:pt x="306" y="288"/>
                  </a:lnTo>
                  <a:lnTo>
                    <a:pt x="306" y="276"/>
                  </a:lnTo>
                  <a:lnTo>
                    <a:pt x="312" y="264"/>
                  </a:lnTo>
                  <a:lnTo>
                    <a:pt x="312" y="252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52" name="Lebanon" descr="© INSCALE GmbH, 05.05.2010&#10;http://www.presentationload.com/">
              <a:extLst>
                <a:ext uri="{FF2B5EF4-FFF2-40B4-BE49-F238E27FC236}">
                  <a16:creationId xmlns:a16="http://schemas.microsoft.com/office/drawing/2014/main" id="{2CF30DE3-8307-48E0-949F-FA380A5F3754}"/>
                </a:ext>
              </a:extLst>
            </p:cNvPr>
            <p:cNvSpPr>
              <a:spLocks/>
            </p:cNvSpPr>
            <p:nvPr/>
          </p:nvSpPr>
          <p:spPr bwMode="gray">
            <a:xfrm>
              <a:off x="4522947" y="2084890"/>
              <a:ext cx="36187" cy="51377"/>
            </a:xfrm>
            <a:custGeom>
              <a:avLst/>
              <a:gdLst>
                <a:gd name="T0" fmla="*/ 2147483647 w 108"/>
                <a:gd name="T1" fmla="*/ 2147483647 h 156"/>
                <a:gd name="T2" fmla="*/ 2147483647 w 108"/>
                <a:gd name="T3" fmla="*/ 2147483647 h 156"/>
                <a:gd name="T4" fmla="*/ 2147483647 w 108"/>
                <a:gd name="T5" fmla="*/ 2147483647 h 156"/>
                <a:gd name="T6" fmla="*/ 2147483647 w 108"/>
                <a:gd name="T7" fmla="*/ 2147483647 h 156"/>
                <a:gd name="T8" fmla="*/ 2147483647 w 108"/>
                <a:gd name="T9" fmla="*/ 2147483647 h 156"/>
                <a:gd name="T10" fmla="*/ 2147483647 w 108"/>
                <a:gd name="T11" fmla="*/ 2147483647 h 156"/>
                <a:gd name="T12" fmla="*/ 2147483647 w 108"/>
                <a:gd name="T13" fmla="*/ 2147483647 h 156"/>
                <a:gd name="T14" fmla="*/ 2147483647 w 108"/>
                <a:gd name="T15" fmla="*/ 2147483647 h 156"/>
                <a:gd name="T16" fmla="*/ 2147483647 w 108"/>
                <a:gd name="T17" fmla="*/ 2147483647 h 156"/>
                <a:gd name="T18" fmla="*/ 2147483647 w 108"/>
                <a:gd name="T19" fmla="*/ 2147483647 h 156"/>
                <a:gd name="T20" fmla="*/ 2147483647 w 108"/>
                <a:gd name="T21" fmla="*/ 0 h 156"/>
                <a:gd name="T22" fmla="*/ 2147483647 w 108"/>
                <a:gd name="T23" fmla="*/ 0 h 156"/>
                <a:gd name="T24" fmla="*/ 2147483647 w 108"/>
                <a:gd name="T25" fmla="*/ 0 h 156"/>
                <a:gd name="T26" fmla="*/ 2147483647 w 108"/>
                <a:gd name="T27" fmla="*/ 2147483647 h 156"/>
                <a:gd name="T28" fmla="*/ 2147483647 w 108"/>
                <a:gd name="T29" fmla="*/ 2147483647 h 156"/>
                <a:gd name="T30" fmla="*/ 2147483647 w 108"/>
                <a:gd name="T31" fmla="*/ 2147483647 h 156"/>
                <a:gd name="T32" fmla="*/ 2147483647 w 108"/>
                <a:gd name="T33" fmla="*/ 2147483647 h 156"/>
                <a:gd name="T34" fmla="*/ 2147483647 w 108"/>
                <a:gd name="T35" fmla="*/ 2147483647 h 156"/>
                <a:gd name="T36" fmla="*/ 2147483647 w 108"/>
                <a:gd name="T37" fmla="*/ 2147483647 h 156"/>
                <a:gd name="T38" fmla="*/ 2147483647 w 108"/>
                <a:gd name="T39" fmla="*/ 2147483647 h 156"/>
                <a:gd name="T40" fmla="*/ 2147483647 w 108"/>
                <a:gd name="T41" fmla="*/ 2147483647 h 156"/>
                <a:gd name="T42" fmla="*/ 0 w 108"/>
                <a:gd name="T43" fmla="*/ 2147483647 h 156"/>
                <a:gd name="T44" fmla="*/ 0 w 108"/>
                <a:gd name="T45" fmla="*/ 2147483647 h 156"/>
                <a:gd name="T46" fmla="*/ 2147483647 w 108"/>
                <a:gd name="T47" fmla="*/ 2147483647 h 156"/>
                <a:gd name="T48" fmla="*/ 2147483647 w 108"/>
                <a:gd name="T49" fmla="*/ 2147483647 h 156"/>
                <a:gd name="T50" fmla="*/ 2147483647 w 108"/>
                <a:gd name="T51" fmla="*/ 2147483647 h 156"/>
                <a:gd name="T52" fmla="*/ 2147483647 w 108"/>
                <a:gd name="T53" fmla="*/ 2147483647 h 156"/>
                <a:gd name="T54" fmla="*/ 2147483647 w 108"/>
                <a:gd name="T55" fmla="*/ 2147483647 h 156"/>
                <a:gd name="T56" fmla="*/ 2147483647 w 108"/>
                <a:gd name="T57" fmla="*/ 2147483647 h 156"/>
                <a:gd name="T58" fmla="*/ 2147483647 w 108"/>
                <a:gd name="T59" fmla="*/ 2147483647 h 156"/>
                <a:gd name="T60" fmla="*/ 2147483647 w 108"/>
                <a:gd name="T61" fmla="*/ 2147483647 h 15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08"/>
                <a:gd name="T94" fmla="*/ 0 h 156"/>
                <a:gd name="T95" fmla="*/ 108 w 108"/>
                <a:gd name="T96" fmla="*/ 156 h 15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08" h="156">
                  <a:moveTo>
                    <a:pt x="72" y="96"/>
                  </a:moveTo>
                  <a:lnTo>
                    <a:pt x="72" y="72"/>
                  </a:lnTo>
                  <a:lnTo>
                    <a:pt x="78" y="66"/>
                  </a:lnTo>
                  <a:lnTo>
                    <a:pt x="84" y="66"/>
                  </a:lnTo>
                  <a:lnTo>
                    <a:pt x="96" y="60"/>
                  </a:lnTo>
                  <a:lnTo>
                    <a:pt x="102" y="60"/>
                  </a:lnTo>
                  <a:lnTo>
                    <a:pt x="108" y="48"/>
                  </a:lnTo>
                  <a:lnTo>
                    <a:pt x="108" y="30"/>
                  </a:lnTo>
                  <a:lnTo>
                    <a:pt x="102" y="18"/>
                  </a:lnTo>
                  <a:lnTo>
                    <a:pt x="96" y="12"/>
                  </a:lnTo>
                  <a:lnTo>
                    <a:pt x="102" y="0"/>
                  </a:lnTo>
                  <a:lnTo>
                    <a:pt x="54" y="0"/>
                  </a:lnTo>
                  <a:lnTo>
                    <a:pt x="60" y="0"/>
                  </a:lnTo>
                  <a:lnTo>
                    <a:pt x="60" y="6"/>
                  </a:lnTo>
                  <a:lnTo>
                    <a:pt x="54" y="6"/>
                  </a:lnTo>
                  <a:lnTo>
                    <a:pt x="48" y="18"/>
                  </a:lnTo>
                  <a:lnTo>
                    <a:pt x="36" y="24"/>
                  </a:lnTo>
                  <a:lnTo>
                    <a:pt x="30" y="30"/>
                  </a:lnTo>
                  <a:lnTo>
                    <a:pt x="18" y="66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0" y="114"/>
                  </a:lnTo>
                  <a:lnTo>
                    <a:pt x="0" y="156"/>
                  </a:lnTo>
                  <a:lnTo>
                    <a:pt x="12" y="150"/>
                  </a:lnTo>
                  <a:lnTo>
                    <a:pt x="24" y="126"/>
                  </a:lnTo>
                  <a:lnTo>
                    <a:pt x="30" y="132"/>
                  </a:lnTo>
                  <a:lnTo>
                    <a:pt x="36" y="132"/>
                  </a:lnTo>
                  <a:lnTo>
                    <a:pt x="42" y="126"/>
                  </a:lnTo>
                  <a:lnTo>
                    <a:pt x="48" y="114"/>
                  </a:lnTo>
                  <a:lnTo>
                    <a:pt x="48" y="102"/>
                  </a:lnTo>
                  <a:lnTo>
                    <a:pt x="72" y="96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53" name="Lesotho" descr="© INSCALE GmbH, 05.05.2010&#10;http://www.presentationload.com/">
              <a:extLst>
                <a:ext uri="{FF2B5EF4-FFF2-40B4-BE49-F238E27FC236}">
                  <a16:creationId xmlns:a16="http://schemas.microsoft.com/office/drawing/2014/main" id="{A09983BA-8C68-44E1-BADE-E1862556D835}"/>
                </a:ext>
              </a:extLst>
            </p:cNvPr>
            <p:cNvSpPr>
              <a:spLocks/>
            </p:cNvSpPr>
            <p:nvPr/>
          </p:nvSpPr>
          <p:spPr bwMode="gray">
            <a:xfrm>
              <a:off x="4352347" y="3759782"/>
              <a:ext cx="55575" cy="53946"/>
            </a:xfrm>
            <a:custGeom>
              <a:avLst/>
              <a:gdLst>
                <a:gd name="T0" fmla="*/ 0 w 168"/>
                <a:gd name="T1" fmla="*/ 2147483647 h 162"/>
                <a:gd name="T2" fmla="*/ 2147483647 w 168"/>
                <a:gd name="T3" fmla="*/ 2147483647 h 162"/>
                <a:gd name="T4" fmla="*/ 2147483647 w 168"/>
                <a:gd name="T5" fmla="*/ 2147483647 h 162"/>
                <a:gd name="T6" fmla="*/ 2147483647 w 168"/>
                <a:gd name="T7" fmla="*/ 2147483647 h 162"/>
                <a:gd name="T8" fmla="*/ 2147483647 w 168"/>
                <a:gd name="T9" fmla="*/ 2147483647 h 162"/>
                <a:gd name="T10" fmla="*/ 2147483647 w 168"/>
                <a:gd name="T11" fmla="*/ 2147483647 h 162"/>
                <a:gd name="T12" fmla="*/ 2147483647 w 168"/>
                <a:gd name="T13" fmla="*/ 2147483647 h 162"/>
                <a:gd name="T14" fmla="*/ 2147483647 w 168"/>
                <a:gd name="T15" fmla="*/ 2147483647 h 162"/>
                <a:gd name="T16" fmla="*/ 2147483647 w 168"/>
                <a:gd name="T17" fmla="*/ 2147483647 h 162"/>
                <a:gd name="T18" fmla="*/ 2147483647 w 168"/>
                <a:gd name="T19" fmla="*/ 2147483647 h 162"/>
                <a:gd name="T20" fmla="*/ 2147483647 w 168"/>
                <a:gd name="T21" fmla="*/ 2147483647 h 162"/>
                <a:gd name="T22" fmla="*/ 2147483647 w 168"/>
                <a:gd name="T23" fmla="*/ 2147483647 h 162"/>
                <a:gd name="T24" fmla="*/ 2147483647 w 168"/>
                <a:gd name="T25" fmla="*/ 2147483647 h 162"/>
                <a:gd name="T26" fmla="*/ 2147483647 w 168"/>
                <a:gd name="T27" fmla="*/ 2147483647 h 162"/>
                <a:gd name="T28" fmla="*/ 2147483647 w 168"/>
                <a:gd name="T29" fmla="*/ 2147483647 h 162"/>
                <a:gd name="T30" fmla="*/ 2147483647 w 168"/>
                <a:gd name="T31" fmla="*/ 2147483647 h 162"/>
                <a:gd name="T32" fmla="*/ 2147483647 w 168"/>
                <a:gd name="T33" fmla="*/ 2147483647 h 162"/>
                <a:gd name="T34" fmla="*/ 2147483647 w 168"/>
                <a:gd name="T35" fmla="*/ 2147483647 h 162"/>
                <a:gd name="T36" fmla="*/ 2147483647 w 168"/>
                <a:gd name="T37" fmla="*/ 2147483647 h 162"/>
                <a:gd name="T38" fmla="*/ 2147483647 w 168"/>
                <a:gd name="T39" fmla="*/ 2147483647 h 162"/>
                <a:gd name="T40" fmla="*/ 2147483647 w 168"/>
                <a:gd name="T41" fmla="*/ 2147483647 h 162"/>
                <a:gd name="T42" fmla="*/ 2147483647 w 168"/>
                <a:gd name="T43" fmla="*/ 0 h 162"/>
                <a:gd name="T44" fmla="*/ 2147483647 w 168"/>
                <a:gd name="T45" fmla="*/ 0 h 162"/>
                <a:gd name="T46" fmla="*/ 2147483647 w 168"/>
                <a:gd name="T47" fmla="*/ 2147483647 h 162"/>
                <a:gd name="T48" fmla="*/ 2147483647 w 168"/>
                <a:gd name="T49" fmla="*/ 2147483647 h 162"/>
                <a:gd name="T50" fmla="*/ 2147483647 w 168"/>
                <a:gd name="T51" fmla="*/ 2147483647 h 162"/>
                <a:gd name="T52" fmla="*/ 2147483647 w 168"/>
                <a:gd name="T53" fmla="*/ 2147483647 h 162"/>
                <a:gd name="T54" fmla="*/ 2147483647 w 168"/>
                <a:gd name="T55" fmla="*/ 2147483647 h 162"/>
                <a:gd name="T56" fmla="*/ 2147483647 w 168"/>
                <a:gd name="T57" fmla="*/ 2147483647 h 162"/>
                <a:gd name="T58" fmla="*/ 2147483647 w 168"/>
                <a:gd name="T59" fmla="*/ 2147483647 h 162"/>
                <a:gd name="T60" fmla="*/ 0 w 168"/>
                <a:gd name="T61" fmla="*/ 2147483647 h 16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68"/>
                <a:gd name="T94" fmla="*/ 0 h 162"/>
                <a:gd name="T95" fmla="*/ 168 w 168"/>
                <a:gd name="T96" fmla="*/ 162 h 162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68" h="162">
                  <a:moveTo>
                    <a:pt x="0" y="78"/>
                  </a:moveTo>
                  <a:lnTo>
                    <a:pt x="24" y="114"/>
                  </a:lnTo>
                  <a:lnTo>
                    <a:pt x="24" y="132"/>
                  </a:lnTo>
                  <a:lnTo>
                    <a:pt x="54" y="162"/>
                  </a:lnTo>
                  <a:lnTo>
                    <a:pt x="72" y="162"/>
                  </a:lnTo>
                  <a:lnTo>
                    <a:pt x="72" y="150"/>
                  </a:lnTo>
                  <a:lnTo>
                    <a:pt x="78" y="144"/>
                  </a:lnTo>
                  <a:lnTo>
                    <a:pt x="84" y="132"/>
                  </a:lnTo>
                  <a:lnTo>
                    <a:pt x="90" y="126"/>
                  </a:lnTo>
                  <a:lnTo>
                    <a:pt x="102" y="120"/>
                  </a:lnTo>
                  <a:lnTo>
                    <a:pt x="120" y="120"/>
                  </a:lnTo>
                  <a:lnTo>
                    <a:pt x="132" y="114"/>
                  </a:lnTo>
                  <a:lnTo>
                    <a:pt x="138" y="108"/>
                  </a:lnTo>
                  <a:lnTo>
                    <a:pt x="150" y="102"/>
                  </a:lnTo>
                  <a:lnTo>
                    <a:pt x="144" y="84"/>
                  </a:lnTo>
                  <a:lnTo>
                    <a:pt x="168" y="66"/>
                  </a:lnTo>
                  <a:lnTo>
                    <a:pt x="162" y="42"/>
                  </a:lnTo>
                  <a:lnTo>
                    <a:pt x="150" y="36"/>
                  </a:lnTo>
                  <a:lnTo>
                    <a:pt x="144" y="24"/>
                  </a:lnTo>
                  <a:lnTo>
                    <a:pt x="138" y="18"/>
                  </a:lnTo>
                  <a:lnTo>
                    <a:pt x="132" y="6"/>
                  </a:lnTo>
                  <a:lnTo>
                    <a:pt x="126" y="0"/>
                  </a:lnTo>
                  <a:lnTo>
                    <a:pt x="90" y="0"/>
                  </a:lnTo>
                  <a:lnTo>
                    <a:pt x="78" y="6"/>
                  </a:lnTo>
                  <a:lnTo>
                    <a:pt x="78" y="18"/>
                  </a:lnTo>
                  <a:lnTo>
                    <a:pt x="54" y="18"/>
                  </a:lnTo>
                  <a:lnTo>
                    <a:pt x="48" y="24"/>
                  </a:lnTo>
                  <a:lnTo>
                    <a:pt x="48" y="42"/>
                  </a:lnTo>
                  <a:lnTo>
                    <a:pt x="30" y="60"/>
                  </a:lnTo>
                  <a:lnTo>
                    <a:pt x="24" y="78"/>
                  </a:lnTo>
                  <a:lnTo>
                    <a:pt x="0" y="78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54" name="Latvia" descr="© INSCALE GmbH, 05.05.2010&#10;http://www.presentationload.com/">
              <a:extLst>
                <a:ext uri="{FF2B5EF4-FFF2-40B4-BE49-F238E27FC236}">
                  <a16:creationId xmlns:a16="http://schemas.microsoft.com/office/drawing/2014/main" id="{FB4AA286-98C0-4016-9E3D-93438ACFC17E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181749" y="1479925"/>
              <a:ext cx="140873" cy="59084"/>
            </a:xfrm>
            <a:custGeom>
              <a:avLst/>
              <a:gdLst>
                <a:gd name="T0" fmla="*/ 2147483647 w 426"/>
                <a:gd name="T1" fmla="*/ 2147483647 h 180"/>
                <a:gd name="T2" fmla="*/ 2147483647 w 426"/>
                <a:gd name="T3" fmla="*/ 2147483647 h 180"/>
                <a:gd name="T4" fmla="*/ 2147483647 w 426"/>
                <a:gd name="T5" fmla="*/ 2147483647 h 180"/>
                <a:gd name="T6" fmla="*/ 2147483647 w 426"/>
                <a:gd name="T7" fmla="*/ 2147483647 h 180"/>
                <a:gd name="T8" fmla="*/ 2147483647 w 426"/>
                <a:gd name="T9" fmla="*/ 2147483647 h 180"/>
                <a:gd name="T10" fmla="*/ 2147483647 w 426"/>
                <a:gd name="T11" fmla="*/ 2147483647 h 180"/>
                <a:gd name="T12" fmla="*/ 2147483647 w 426"/>
                <a:gd name="T13" fmla="*/ 2147483647 h 180"/>
                <a:gd name="T14" fmla="*/ 2147483647 w 426"/>
                <a:gd name="T15" fmla="*/ 2147483647 h 180"/>
                <a:gd name="T16" fmla="*/ 2147483647 w 426"/>
                <a:gd name="T17" fmla="*/ 2147483647 h 180"/>
                <a:gd name="T18" fmla="*/ 2147483647 w 426"/>
                <a:gd name="T19" fmla="*/ 2147483647 h 180"/>
                <a:gd name="T20" fmla="*/ 2147483647 w 426"/>
                <a:gd name="T21" fmla="*/ 2147483647 h 180"/>
                <a:gd name="T22" fmla="*/ 2147483647 w 426"/>
                <a:gd name="T23" fmla="*/ 2147483647 h 180"/>
                <a:gd name="T24" fmla="*/ 2147483647 w 426"/>
                <a:gd name="T25" fmla="*/ 2147483647 h 180"/>
                <a:gd name="T26" fmla="*/ 2147483647 w 426"/>
                <a:gd name="T27" fmla="*/ 2147483647 h 180"/>
                <a:gd name="T28" fmla="*/ 2147483647 w 426"/>
                <a:gd name="T29" fmla="*/ 2147483647 h 180"/>
                <a:gd name="T30" fmla="*/ 2147483647 w 426"/>
                <a:gd name="T31" fmla="*/ 2147483647 h 180"/>
                <a:gd name="T32" fmla="*/ 2147483647 w 426"/>
                <a:gd name="T33" fmla="*/ 2147483647 h 180"/>
                <a:gd name="T34" fmla="*/ 2147483647 w 426"/>
                <a:gd name="T35" fmla="*/ 2147483647 h 180"/>
                <a:gd name="T36" fmla="*/ 2147483647 w 426"/>
                <a:gd name="T37" fmla="*/ 2147483647 h 180"/>
                <a:gd name="T38" fmla="*/ 2147483647 w 426"/>
                <a:gd name="T39" fmla="*/ 2147483647 h 180"/>
                <a:gd name="T40" fmla="*/ 2147483647 w 426"/>
                <a:gd name="T41" fmla="*/ 2147483647 h 180"/>
                <a:gd name="T42" fmla="*/ 2147483647 w 426"/>
                <a:gd name="T43" fmla="*/ 2147483647 h 180"/>
                <a:gd name="T44" fmla="*/ 2147483647 w 426"/>
                <a:gd name="T45" fmla="*/ 2147483647 h 180"/>
                <a:gd name="T46" fmla="*/ 2147483647 w 426"/>
                <a:gd name="T47" fmla="*/ 2147483647 h 180"/>
                <a:gd name="T48" fmla="*/ 2147483647 w 426"/>
                <a:gd name="T49" fmla="*/ 2147483647 h 180"/>
                <a:gd name="T50" fmla="*/ 2147483647 w 426"/>
                <a:gd name="T51" fmla="*/ 2147483647 h 180"/>
                <a:gd name="T52" fmla="*/ 2147483647 w 426"/>
                <a:gd name="T53" fmla="*/ 2147483647 h 180"/>
                <a:gd name="T54" fmla="*/ 2147483647 w 426"/>
                <a:gd name="T55" fmla="*/ 2147483647 h 180"/>
                <a:gd name="T56" fmla="*/ 2147483647 w 426"/>
                <a:gd name="T57" fmla="*/ 2147483647 h 180"/>
                <a:gd name="T58" fmla="*/ 2147483647 w 426"/>
                <a:gd name="T59" fmla="*/ 2147483647 h 180"/>
                <a:gd name="T60" fmla="*/ 2147483647 w 426"/>
                <a:gd name="T61" fmla="*/ 0 h 180"/>
                <a:gd name="T62" fmla="*/ 2147483647 w 426"/>
                <a:gd name="T63" fmla="*/ 2147483647 h 180"/>
                <a:gd name="T64" fmla="*/ 2147483647 w 426"/>
                <a:gd name="T65" fmla="*/ 2147483647 h 180"/>
                <a:gd name="T66" fmla="*/ 2147483647 w 426"/>
                <a:gd name="T67" fmla="*/ 2147483647 h 180"/>
                <a:gd name="T68" fmla="*/ 2147483647 w 426"/>
                <a:gd name="T69" fmla="*/ 2147483647 h 180"/>
                <a:gd name="T70" fmla="*/ 2147483647 w 426"/>
                <a:gd name="T71" fmla="*/ 2147483647 h 180"/>
                <a:gd name="T72" fmla="*/ 2147483647 w 426"/>
                <a:gd name="T73" fmla="*/ 2147483647 h 180"/>
                <a:gd name="T74" fmla="*/ 2147483647 w 426"/>
                <a:gd name="T75" fmla="*/ 2147483647 h 180"/>
                <a:gd name="T76" fmla="*/ 2147483647 w 426"/>
                <a:gd name="T77" fmla="*/ 2147483647 h 180"/>
                <a:gd name="T78" fmla="*/ 2147483647 w 426"/>
                <a:gd name="T79" fmla="*/ 2147483647 h 180"/>
                <a:gd name="T80" fmla="*/ 2147483647 w 426"/>
                <a:gd name="T81" fmla="*/ 2147483647 h 180"/>
                <a:gd name="T82" fmla="*/ 2147483647 w 426"/>
                <a:gd name="T83" fmla="*/ 2147483647 h 180"/>
                <a:gd name="T84" fmla="*/ 0 w 426"/>
                <a:gd name="T85" fmla="*/ 2147483647 h 180"/>
                <a:gd name="T86" fmla="*/ 2147483647 w 426"/>
                <a:gd name="T87" fmla="*/ 2147483647 h 18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26"/>
                <a:gd name="T133" fmla="*/ 0 h 180"/>
                <a:gd name="T134" fmla="*/ 426 w 426"/>
                <a:gd name="T135" fmla="*/ 180 h 18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26" h="180">
                  <a:moveTo>
                    <a:pt x="6" y="144"/>
                  </a:moveTo>
                  <a:lnTo>
                    <a:pt x="6" y="138"/>
                  </a:lnTo>
                  <a:lnTo>
                    <a:pt x="12" y="138"/>
                  </a:lnTo>
                  <a:lnTo>
                    <a:pt x="24" y="132"/>
                  </a:lnTo>
                  <a:lnTo>
                    <a:pt x="66" y="132"/>
                  </a:lnTo>
                  <a:lnTo>
                    <a:pt x="78" y="120"/>
                  </a:lnTo>
                  <a:lnTo>
                    <a:pt x="96" y="120"/>
                  </a:lnTo>
                  <a:lnTo>
                    <a:pt x="102" y="126"/>
                  </a:lnTo>
                  <a:lnTo>
                    <a:pt x="108" y="126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6" y="126"/>
                  </a:lnTo>
                  <a:lnTo>
                    <a:pt x="132" y="126"/>
                  </a:lnTo>
                  <a:lnTo>
                    <a:pt x="144" y="132"/>
                  </a:lnTo>
                  <a:lnTo>
                    <a:pt x="150" y="132"/>
                  </a:lnTo>
                  <a:lnTo>
                    <a:pt x="156" y="138"/>
                  </a:lnTo>
                  <a:lnTo>
                    <a:pt x="162" y="138"/>
                  </a:lnTo>
                  <a:lnTo>
                    <a:pt x="168" y="132"/>
                  </a:lnTo>
                  <a:lnTo>
                    <a:pt x="180" y="132"/>
                  </a:lnTo>
                  <a:lnTo>
                    <a:pt x="186" y="138"/>
                  </a:lnTo>
                  <a:lnTo>
                    <a:pt x="204" y="138"/>
                  </a:lnTo>
                  <a:lnTo>
                    <a:pt x="216" y="126"/>
                  </a:lnTo>
                  <a:lnTo>
                    <a:pt x="228" y="126"/>
                  </a:lnTo>
                  <a:lnTo>
                    <a:pt x="234" y="132"/>
                  </a:lnTo>
                  <a:lnTo>
                    <a:pt x="240" y="144"/>
                  </a:lnTo>
                  <a:lnTo>
                    <a:pt x="270" y="144"/>
                  </a:lnTo>
                  <a:lnTo>
                    <a:pt x="282" y="150"/>
                  </a:lnTo>
                  <a:lnTo>
                    <a:pt x="288" y="150"/>
                  </a:lnTo>
                  <a:lnTo>
                    <a:pt x="300" y="162"/>
                  </a:lnTo>
                  <a:lnTo>
                    <a:pt x="318" y="174"/>
                  </a:lnTo>
                  <a:lnTo>
                    <a:pt x="336" y="180"/>
                  </a:lnTo>
                  <a:lnTo>
                    <a:pt x="360" y="168"/>
                  </a:lnTo>
                  <a:lnTo>
                    <a:pt x="378" y="168"/>
                  </a:lnTo>
                  <a:lnTo>
                    <a:pt x="384" y="174"/>
                  </a:lnTo>
                  <a:lnTo>
                    <a:pt x="390" y="168"/>
                  </a:lnTo>
                  <a:lnTo>
                    <a:pt x="396" y="168"/>
                  </a:lnTo>
                  <a:lnTo>
                    <a:pt x="402" y="162"/>
                  </a:lnTo>
                  <a:lnTo>
                    <a:pt x="408" y="150"/>
                  </a:lnTo>
                  <a:lnTo>
                    <a:pt x="414" y="144"/>
                  </a:lnTo>
                  <a:lnTo>
                    <a:pt x="420" y="150"/>
                  </a:lnTo>
                  <a:lnTo>
                    <a:pt x="426" y="150"/>
                  </a:lnTo>
                  <a:lnTo>
                    <a:pt x="426" y="126"/>
                  </a:lnTo>
                  <a:lnTo>
                    <a:pt x="414" y="114"/>
                  </a:lnTo>
                  <a:lnTo>
                    <a:pt x="408" y="102"/>
                  </a:lnTo>
                  <a:lnTo>
                    <a:pt x="402" y="96"/>
                  </a:lnTo>
                  <a:lnTo>
                    <a:pt x="378" y="90"/>
                  </a:lnTo>
                  <a:lnTo>
                    <a:pt x="384" y="72"/>
                  </a:lnTo>
                  <a:lnTo>
                    <a:pt x="402" y="72"/>
                  </a:lnTo>
                  <a:lnTo>
                    <a:pt x="402" y="66"/>
                  </a:lnTo>
                  <a:lnTo>
                    <a:pt x="396" y="60"/>
                  </a:lnTo>
                  <a:lnTo>
                    <a:pt x="384" y="54"/>
                  </a:lnTo>
                  <a:lnTo>
                    <a:pt x="372" y="42"/>
                  </a:lnTo>
                  <a:lnTo>
                    <a:pt x="354" y="42"/>
                  </a:lnTo>
                  <a:lnTo>
                    <a:pt x="348" y="36"/>
                  </a:lnTo>
                  <a:lnTo>
                    <a:pt x="330" y="36"/>
                  </a:lnTo>
                  <a:lnTo>
                    <a:pt x="324" y="42"/>
                  </a:lnTo>
                  <a:lnTo>
                    <a:pt x="306" y="42"/>
                  </a:lnTo>
                  <a:lnTo>
                    <a:pt x="288" y="24"/>
                  </a:lnTo>
                  <a:lnTo>
                    <a:pt x="276" y="18"/>
                  </a:lnTo>
                  <a:lnTo>
                    <a:pt x="270" y="12"/>
                  </a:lnTo>
                  <a:lnTo>
                    <a:pt x="246" y="0"/>
                  </a:lnTo>
                  <a:lnTo>
                    <a:pt x="216" y="0"/>
                  </a:lnTo>
                  <a:lnTo>
                    <a:pt x="186" y="12"/>
                  </a:lnTo>
                  <a:lnTo>
                    <a:pt x="174" y="12"/>
                  </a:lnTo>
                  <a:lnTo>
                    <a:pt x="180" y="24"/>
                  </a:lnTo>
                  <a:lnTo>
                    <a:pt x="180" y="30"/>
                  </a:lnTo>
                  <a:lnTo>
                    <a:pt x="186" y="42"/>
                  </a:lnTo>
                  <a:lnTo>
                    <a:pt x="186" y="60"/>
                  </a:lnTo>
                  <a:lnTo>
                    <a:pt x="192" y="66"/>
                  </a:lnTo>
                  <a:lnTo>
                    <a:pt x="186" y="78"/>
                  </a:lnTo>
                  <a:lnTo>
                    <a:pt x="156" y="78"/>
                  </a:lnTo>
                  <a:lnTo>
                    <a:pt x="138" y="72"/>
                  </a:lnTo>
                  <a:lnTo>
                    <a:pt x="126" y="72"/>
                  </a:lnTo>
                  <a:lnTo>
                    <a:pt x="114" y="54"/>
                  </a:lnTo>
                  <a:lnTo>
                    <a:pt x="84" y="24"/>
                  </a:lnTo>
                  <a:lnTo>
                    <a:pt x="72" y="24"/>
                  </a:lnTo>
                  <a:lnTo>
                    <a:pt x="60" y="30"/>
                  </a:lnTo>
                  <a:lnTo>
                    <a:pt x="48" y="30"/>
                  </a:lnTo>
                  <a:lnTo>
                    <a:pt x="36" y="36"/>
                  </a:lnTo>
                  <a:lnTo>
                    <a:pt x="30" y="42"/>
                  </a:lnTo>
                  <a:lnTo>
                    <a:pt x="24" y="54"/>
                  </a:lnTo>
                  <a:lnTo>
                    <a:pt x="24" y="66"/>
                  </a:lnTo>
                  <a:lnTo>
                    <a:pt x="18" y="78"/>
                  </a:lnTo>
                  <a:lnTo>
                    <a:pt x="6" y="84"/>
                  </a:lnTo>
                  <a:lnTo>
                    <a:pt x="0" y="96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6" y="150"/>
                  </a:lnTo>
                  <a:lnTo>
                    <a:pt x="6" y="144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55" name="Laos" descr="© INSCALE GmbH, 05.05.2010&#10;http://www.presentationload.com/">
              <a:extLst>
                <a:ext uri="{FF2B5EF4-FFF2-40B4-BE49-F238E27FC236}">
                  <a16:creationId xmlns:a16="http://schemas.microsoft.com/office/drawing/2014/main" id="{ECEF51F4-EE10-4DED-A8C4-37BE4AA85BB5}"/>
                </a:ext>
              </a:extLst>
            </p:cNvPr>
            <p:cNvSpPr>
              <a:spLocks/>
            </p:cNvSpPr>
            <p:nvPr/>
          </p:nvSpPr>
          <p:spPr bwMode="gray">
            <a:xfrm>
              <a:off x="6047998" y="2405996"/>
              <a:ext cx="199032" cy="228627"/>
            </a:xfrm>
            <a:custGeom>
              <a:avLst/>
              <a:gdLst>
                <a:gd name="T0" fmla="*/ 2147483647 w 600"/>
                <a:gd name="T1" fmla="*/ 2147483647 h 696"/>
                <a:gd name="T2" fmla="*/ 2147483647 w 600"/>
                <a:gd name="T3" fmla="*/ 2147483647 h 696"/>
                <a:gd name="T4" fmla="*/ 2147483647 w 600"/>
                <a:gd name="T5" fmla="*/ 2147483647 h 696"/>
                <a:gd name="T6" fmla="*/ 2147483647 w 600"/>
                <a:gd name="T7" fmla="*/ 2147483647 h 696"/>
                <a:gd name="T8" fmla="*/ 2147483647 w 600"/>
                <a:gd name="T9" fmla="*/ 2147483647 h 696"/>
                <a:gd name="T10" fmla="*/ 2147483647 w 600"/>
                <a:gd name="T11" fmla="*/ 2147483647 h 696"/>
                <a:gd name="T12" fmla="*/ 2147483647 w 600"/>
                <a:gd name="T13" fmla="*/ 2147483647 h 696"/>
                <a:gd name="T14" fmla="*/ 2147483647 w 600"/>
                <a:gd name="T15" fmla="*/ 2147483647 h 696"/>
                <a:gd name="T16" fmla="*/ 2147483647 w 600"/>
                <a:gd name="T17" fmla="*/ 2147483647 h 696"/>
                <a:gd name="T18" fmla="*/ 2147483647 w 600"/>
                <a:gd name="T19" fmla="*/ 2147483647 h 696"/>
                <a:gd name="T20" fmla="*/ 2147483647 w 600"/>
                <a:gd name="T21" fmla="*/ 2147483647 h 696"/>
                <a:gd name="T22" fmla="*/ 2147483647 w 600"/>
                <a:gd name="T23" fmla="*/ 2147483647 h 696"/>
                <a:gd name="T24" fmla="*/ 2147483647 w 600"/>
                <a:gd name="T25" fmla="*/ 2147483647 h 696"/>
                <a:gd name="T26" fmla="*/ 2147483647 w 600"/>
                <a:gd name="T27" fmla="*/ 2147483647 h 696"/>
                <a:gd name="T28" fmla="*/ 2147483647 w 600"/>
                <a:gd name="T29" fmla="*/ 2147483647 h 696"/>
                <a:gd name="T30" fmla="*/ 2147483647 w 600"/>
                <a:gd name="T31" fmla="*/ 2147483647 h 696"/>
                <a:gd name="T32" fmla="*/ 2147483647 w 600"/>
                <a:gd name="T33" fmla="*/ 2147483647 h 696"/>
                <a:gd name="T34" fmla="*/ 2147483647 w 600"/>
                <a:gd name="T35" fmla="*/ 2147483647 h 696"/>
                <a:gd name="T36" fmla="*/ 2147483647 w 600"/>
                <a:gd name="T37" fmla="*/ 2147483647 h 696"/>
                <a:gd name="T38" fmla="*/ 2147483647 w 600"/>
                <a:gd name="T39" fmla="*/ 2147483647 h 696"/>
                <a:gd name="T40" fmla="*/ 2147483647 w 600"/>
                <a:gd name="T41" fmla="*/ 2147483647 h 696"/>
                <a:gd name="T42" fmla="*/ 2147483647 w 600"/>
                <a:gd name="T43" fmla="*/ 2147483647 h 696"/>
                <a:gd name="T44" fmla="*/ 2147483647 w 600"/>
                <a:gd name="T45" fmla="*/ 2147483647 h 696"/>
                <a:gd name="T46" fmla="*/ 2147483647 w 600"/>
                <a:gd name="T47" fmla="*/ 2147483647 h 696"/>
                <a:gd name="T48" fmla="*/ 2147483647 w 600"/>
                <a:gd name="T49" fmla="*/ 2147483647 h 696"/>
                <a:gd name="T50" fmla="*/ 2147483647 w 600"/>
                <a:gd name="T51" fmla="*/ 2147483647 h 696"/>
                <a:gd name="T52" fmla="*/ 2147483647 w 600"/>
                <a:gd name="T53" fmla="*/ 2147483647 h 696"/>
                <a:gd name="T54" fmla="*/ 2147483647 w 600"/>
                <a:gd name="T55" fmla="*/ 2147483647 h 696"/>
                <a:gd name="T56" fmla="*/ 2147483647 w 600"/>
                <a:gd name="T57" fmla="*/ 2147483647 h 696"/>
                <a:gd name="T58" fmla="*/ 2147483647 w 600"/>
                <a:gd name="T59" fmla="*/ 2147483647 h 696"/>
                <a:gd name="T60" fmla="*/ 2147483647 w 600"/>
                <a:gd name="T61" fmla="*/ 2147483647 h 696"/>
                <a:gd name="T62" fmla="*/ 2147483647 w 600"/>
                <a:gd name="T63" fmla="*/ 2147483647 h 696"/>
                <a:gd name="T64" fmla="*/ 2147483647 w 600"/>
                <a:gd name="T65" fmla="*/ 2147483647 h 696"/>
                <a:gd name="T66" fmla="*/ 2147483647 w 600"/>
                <a:gd name="T67" fmla="*/ 2147483647 h 696"/>
                <a:gd name="T68" fmla="*/ 2147483647 w 600"/>
                <a:gd name="T69" fmla="*/ 2147483647 h 696"/>
                <a:gd name="T70" fmla="*/ 2147483647 w 600"/>
                <a:gd name="T71" fmla="*/ 2147483647 h 696"/>
                <a:gd name="T72" fmla="*/ 2147483647 w 600"/>
                <a:gd name="T73" fmla="*/ 2147483647 h 696"/>
                <a:gd name="T74" fmla="*/ 2147483647 w 600"/>
                <a:gd name="T75" fmla="*/ 2147483647 h 696"/>
                <a:gd name="T76" fmla="*/ 2147483647 w 600"/>
                <a:gd name="T77" fmla="*/ 2147483647 h 696"/>
                <a:gd name="T78" fmla="*/ 2147483647 w 600"/>
                <a:gd name="T79" fmla="*/ 2147483647 h 696"/>
                <a:gd name="T80" fmla="*/ 2147483647 w 600"/>
                <a:gd name="T81" fmla="*/ 2147483647 h 696"/>
                <a:gd name="T82" fmla="*/ 2147483647 w 600"/>
                <a:gd name="T83" fmla="*/ 2147483647 h 696"/>
                <a:gd name="T84" fmla="*/ 2147483647 w 600"/>
                <a:gd name="T85" fmla="*/ 2147483647 h 696"/>
                <a:gd name="T86" fmla="*/ 2147483647 w 600"/>
                <a:gd name="T87" fmla="*/ 2147483647 h 696"/>
                <a:gd name="T88" fmla="*/ 2147483647 w 600"/>
                <a:gd name="T89" fmla="*/ 2147483647 h 696"/>
                <a:gd name="T90" fmla="*/ 2147483647 w 600"/>
                <a:gd name="T91" fmla="*/ 2147483647 h 696"/>
                <a:gd name="T92" fmla="*/ 2147483647 w 600"/>
                <a:gd name="T93" fmla="*/ 2147483647 h 696"/>
                <a:gd name="T94" fmla="*/ 2147483647 w 600"/>
                <a:gd name="T95" fmla="*/ 2147483647 h 696"/>
                <a:gd name="T96" fmla="*/ 2147483647 w 600"/>
                <a:gd name="T97" fmla="*/ 2147483647 h 696"/>
                <a:gd name="T98" fmla="*/ 2147483647 w 600"/>
                <a:gd name="T99" fmla="*/ 2147483647 h 696"/>
                <a:gd name="T100" fmla="*/ 2147483647 w 600"/>
                <a:gd name="T101" fmla="*/ 2147483647 h 696"/>
                <a:gd name="T102" fmla="*/ 2147483647 w 600"/>
                <a:gd name="T103" fmla="*/ 2147483647 h 696"/>
                <a:gd name="T104" fmla="*/ 2147483647 w 600"/>
                <a:gd name="T105" fmla="*/ 2147483647 h 696"/>
                <a:gd name="T106" fmla="*/ 2147483647 w 600"/>
                <a:gd name="T107" fmla="*/ 2147483647 h 696"/>
                <a:gd name="T108" fmla="*/ 2147483647 w 600"/>
                <a:gd name="T109" fmla="*/ 2147483647 h 696"/>
                <a:gd name="T110" fmla="*/ 2147483647 w 600"/>
                <a:gd name="T111" fmla="*/ 2147483647 h 696"/>
                <a:gd name="T112" fmla="*/ 2147483647 w 600"/>
                <a:gd name="T113" fmla="*/ 2147483647 h 696"/>
                <a:gd name="T114" fmla="*/ 2147483647 w 600"/>
                <a:gd name="T115" fmla="*/ 2147483647 h 696"/>
                <a:gd name="T116" fmla="*/ 2147483647 w 600"/>
                <a:gd name="T117" fmla="*/ 2147483647 h 696"/>
                <a:gd name="T118" fmla="*/ 0 w 600"/>
                <a:gd name="T119" fmla="*/ 2147483647 h 696"/>
                <a:gd name="T120" fmla="*/ 2147483647 w 600"/>
                <a:gd name="T121" fmla="*/ 2147483647 h 69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00"/>
                <a:gd name="T184" fmla="*/ 0 h 696"/>
                <a:gd name="T185" fmla="*/ 600 w 600"/>
                <a:gd name="T186" fmla="*/ 696 h 69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00" h="696">
                  <a:moveTo>
                    <a:pt x="24" y="180"/>
                  </a:moveTo>
                  <a:lnTo>
                    <a:pt x="36" y="180"/>
                  </a:lnTo>
                  <a:lnTo>
                    <a:pt x="42" y="186"/>
                  </a:lnTo>
                  <a:lnTo>
                    <a:pt x="42" y="198"/>
                  </a:lnTo>
                  <a:lnTo>
                    <a:pt x="36" y="204"/>
                  </a:lnTo>
                  <a:lnTo>
                    <a:pt x="36" y="228"/>
                  </a:lnTo>
                  <a:lnTo>
                    <a:pt x="42" y="240"/>
                  </a:lnTo>
                  <a:lnTo>
                    <a:pt x="48" y="246"/>
                  </a:lnTo>
                  <a:lnTo>
                    <a:pt x="66" y="246"/>
                  </a:lnTo>
                  <a:lnTo>
                    <a:pt x="66" y="234"/>
                  </a:lnTo>
                  <a:lnTo>
                    <a:pt x="78" y="234"/>
                  </a:lnTo>
                  <a:lnTo>
                    <a:pt x="84" y="228"/>
                  </a:lnTo>
                  <a:lnTo>
                    <a:pt x="90" y="228"/>
                  </a:lnTo>
                  <a:lnTo>
                    <a:pt x="102" y="234"/>
                  </a:lnTo>
                  <a:lnTo>
                    <a:pt x="102" y="264"/>
                  </a:lnTo>
                  <a:lnTo>
                    <a:pt x="96" y="270"/>
                  </a:lnTo>
                  <a:lnTo>
                    <a:pt x="102" y="276"/>
                  </a:lnTo>
                  <a:lnTo>
                    <a:pt x="108" y="288"/>
                  </a:lnTo>
                  <a:lnTo>
                    <a:pt x="108" y="300"/>
                  </a:lnTo>
                  <a:lnTo>
                    <a:pt x="102" y="312"/>
                  </a:lnTo>
                  <a:lnTo>
                    <a:pt x="90" y="324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08" y="342"/>
                  </a:lnTo>
                  <a:lnTo>
                    <a:pt x="84" y="390"/>
                  </a:lnTo>
                  <a:lnTo>
                    <a:pt x="84" y="402"/>
                  </a:lnTo>
                  <a:lnTo>
                    <a:pt x="102" y="402"/>
                  </a:lnTo>
                  <a:lnTo>
                    <a:pt x="126" y="390"/>
                  </a:lnTo>
                  <a:lnTo>
                    <a:pt x="132" y="384"/>
                  </a:lnTo>
                  <a:lnTo>
                    <a:pt x="132" y="378"/>
                  </a:lnTo>
                  <a:lnTo>
                    <a:pt x="144" y="366"/>
                  </a:lnTo>
                  <a:lnTo>
                    <a:pt x="150" y="354"/>
                  </a:lnTo>
                  <a:lnTo>
                    <a:pt x="156" y="348"/>
                  </a:lnTo>
                  <a:lnTo>
                    <a:pt x="168" y="348"/>
                  </a:lnTo>
                  <a:lnTo>
                    <a:pt x="174" y="354"/>
                  </a:lnTo>
                  <a:lnTo>
                    <a:pt x="198" y="366"/>
                  </a:lnTo>
                  <a:lnTo>
                    <a:pt x="216" y="366"/>
                  </a:lnTo>
                  <a:lnTo>
                    <a:pt x="234" y="348"/>
                  </a:lnTo>
                  <a:lnTo>
                    <a:pt x="234" y="336"/>
                  </a:lnTo>
                  <a:lnTo>
                    <a:pt x="240" y="330"/>
                  </a:lnTo>
                  <a:lnTo>
                    <a:pt x="258" y="330"/>
                  </a:lnTo>
                  <a:lnTo>
                    <a:pt x="264" y="336"/>
                  </a:lnTo>
                  <a:lnTo>
                    <a:pt x="276" y="342"/>
                  </a:lnTo>
                  <a:lnTo>
                    <a:pt x="300" y="342"/>
                  </a:lnTo>
                  <a:lnTo>
                    <a:pt x="306" y="348"/>
                  </a:lnTo>
                  <a:lnTo>
                    <a:pt x="306" y="360"/>
                  </a:lnTo>
                  <a:lnTo>
                    <a:pt x="318" y="372"/>
                  </a:lnTo>
                  <a:lnTo>
                    <a:pt x="336" y="384"/>
                  </a:lnTo>
                  <a:lnTo>
                    <a:pt x="348" y="390"/>
                  </a:lnTo>
                  <a:lnTo>
                    <a:pt x="366" y="408"/>
                  </a:lnTo>
                  <a:lnTo>
                    <a:pt x="372" y="450"/>
                  </a:lnTo>
                  <a:lnTo>
                    <a:pt x="372" y="462"/>
                  </a:lnTo>
                  <a:lnTo>
                    <a:pt x="384" y="486"/>
                  </a:lnTo>
                  <a:lnTo>
                    <a:pt x="420" y="522"/>
                  </a:lnTo>
                  <a:lnTo>
                    <a:pt x="420" y="528"/>
                  </a:lnTo>
                  <a:lnTo>
                    <a:pt x="426" y="534"/>
                  </a:lnTo>
                  <a:lnTo>
                    <a:pt x="426" y="546"/>
                  </a:lnTo>
                  <a:lnTo>
                    <a:pt x="432" y="540"/>
                  </a:lnTo>
                  <a:lnTo>
                    <a:pt x="432" y="546"/>
                  </a:lnTo>
                  <a:lnTo>
                    <a:pt x="444" y="558"/>
                  </a:lnTo>
                  <a:lnTo>
                    <a:pt x="432" y="582"/>
                  </a:lnTo>
                  <a:lnTo>
                    <a:pt x="426" y="588"/>
                  </a:lnTo>
                  <a:lnTo>
                    <a:pt x="426" y="594"/>
                  </a:lnTo>
                  <a:lnTo>
                    <a:pt x="438" y="606"/>
                  </a:lnTo>
                  <a:lnTo>
                    <a:pt x="450" y="612"/>
                  </a:lnTo>
                  <a:lnTo>
                    <a:pt x="456" y="618"/>
                  </a:lnTo>
                  <a:lnTo>
                    <a:pt x="456" y="630"/>
                  </a:lnTo>
                  <a:lnTo>
                    <a:pt x="450" y="636"/>
                  </a:lnTo>
                  <a:lnTo>
                    <a:pt x="444" y="648"/>
                  </a:lnTo>
                  <a:lnTo>
                    <a:pt x="432" y="654"/>
                  </a:lnTo>
                  <a:lnTo>
                    <a:pt x="426" y="660"/>
                  </a:lnTo>
                  <a:lnTo>
                    <a:pt x="426" y="672"/>
                  </a:lnTo>
                  <a:lnTo>
                    <a:pt x="450" y="672"/>
                  </a:lnTo>
                  <a:lnTo>
                    <a:pt x="456" y="678"/>
                  </a:lnTo>
                  <a:lnTo>
                    <a:pt x="462" y="678"/>
                  </a:lnTo>
                  <a:lnTo>
                    <a:pt x="462" y="684"/>
                  </a:lnTo>
                  <a:lnTo>
                    <a:pt x="474" y="696"/>
                  </a:lnTo>
                  <a:lnTo>
                    <a:pt x="486" y="696"/>
                  </a:lnTo>
                  <a:lnTo>
                    <a:pt x="492" y="690"/>
                  </a:lnTo>
                  <a:lnTo>
                    <a:pt x="492" y="678"/>
                  </a:lnTo>
                  <a:lnTo>
                    <a:pt x="480" y="666"/>
                  </a:lnTo>
                  <a:lnTo>
                    <a:pt x="498" y="654"/>
                  </a:lnTo>
                  <a:lnTo>
                    <a:pt x="510" y="642"/>
                  </a:lnTo>
                  <a:lnTo>
                    <a:pt x="546" y="654"/>
                  </a:lnTo>
                  <a:lnTo>
                    <a:pt x="558" y="642"/>
                  </a:lnTo>
                  <a:lnTo>
                    <a:pt x="582" y="648"/>
                  </a:lnTo>
                  <a:lnTo>
                    <a:pt x="588" y="648"/>
                  </a:lnTo>
                  <a:lnTo>
                    <a:pt x="600" y="636"/>
                  </a:lnTo>
                  <a:lnTo>
                    <a:pt x="600" y="630"/>
                  </a:lnTo>
                  <a:lnTo>
                    <a:pt x="588" y="618"/>
                  </a:lnTo>
                  <a:lnTo>
                    <a:pt x="582" y="618"/>
                  </a:lnTo>
                  <a:lnTo>
                    <a:pt x="600" y="582"/>
                  </a:lnTo>
                  <a:lnTo>
                    <a:pt x="594" y="582"/>
                  </a:lnTo>
                  <a:lnTo>
                    <a:pt x="588" y="576"/>
                  </a:lnTo>
                  <a:lnTo>
                    <a:pt x="564" y="564"/>
                  </a:lnTo>
                  <a:lnTo>
                    <a:pt x="540" y="540"/>
                  </a:lnTo>
                  <a:lnTo>
                    <a:pt x="546" y="540"/>
                  </a:lnTo>
                  <a:lnTo>
                    <a:pt x="552" y="534"/>
                  </a:lnTo>
                  <a:lnTo>
                    <a:pt x="558" y="534"/>
                  </a:lnTo>
                  <a:lnTo>
                    <a:pt x="564" y="528"/>
                  </a:lnTo>
                  <a:lnTo>
                    <a:pt x="564" y="516"/>
                  </a:lnTo>
                  <a:lnTo>
                    <a:pt x="558" y="510"/>
                  </a:lnTo>
                  <a:lnTo>
                    <a:pt x="546" y="504"/>
                  </a:lnTo>
                  <a:lnTo>
                    <a:pt x="540" y="498"/>
                  </a:lnTo>
                  <a:lnTo>
                    <a:pt x="528" y="498"/>
                  </a:lnTo>
                  <a:lnTo>
                    <a:pt x="516" y="486"/>
                  </a:lnTo>
                  <a:lnTo>
                    <a:pt x="504" y="462"/>
                  </a:lnTo>
                  <a:lnTo>
                    <a:pt x="498" y="456"/>
                  </a:lnTo>
                  <a:lnTo>
                    <a:pt x="498" y="450"/>
                  </a:lnTo>
                  <a:lnTo>
                    <a:pt x="480" y="450"/>
                  </a:lnTo>
                  <a:lnTo>
                    <a:pt x="474" y="432"/>
                  </a:lnTo>
                  <a:lnTo>
                    <a:pt x="456" y="414"/>
                  </a:lnTo>
                  <a:lnTo>
                    <a:pt x="438" y="402"/>
                  </a:lnTo>
                  <a:lnTo>
                    <a:pt x="426" y="378"/>
                  </a:lnTo>
                  <a:lnTo>
                    <a:pt x="426" y="354"/>
                  </a:lnTo>
                  <a:lnTo>
                    <a:pt x="420" y="354"/>
                  </a:lnTo>
                  <a:lnTo>
                    <a:pt x="414" y="348"/>
                  </a:lnTo>
                  <a:lnTo>
                    <a:pt x="402" y="342"/>
                  </a:lnTo>
                  <a:lnTo>
                    <a:pt x="390" y="342"/>
                  </a:lnTo>
                  <a:lnTo>
                    <a:pt x="384" y="336"/>
                  </a:lnTo>
                  <a:lnTo>
                    <a:pt x="384" y="306"/>
                  </a:lnTo>
                  <a:lnTo>
                    <a:pt x="372" y="306"/>
                  </a:lnTo>
                  <a:lnTo>
                    <a:pt x="366" y="300"/>
                  </a:lnTo>
                  <a:lnTo>
                    <a:pt x="354" y="294"/>
                  </a:lnTo>
                  <a:lnTo>
                    <a:pt x="342" y="282"/>
                  </a:lnTo>
                  <a:lnTo>
                    <a:pt x="306" y="264"/>
                  </a:lnTo>
                  <a:lnTo>
                    <a:pt x="300" y="258"/>
                  </a:lnTo>
                  <a:lnTo>
                    <a:pt x="288" y="252"/>
                  </a:lnTo>
                  <a:lnTo>
                    <a:pt x="288" y="234"/>
                  </a:lnTo>
                  <a:lnTo>
                    <a:pt x="282" y="228"/>
                  </a:lnTo>
                  <a:lnTo>
                    <a:pt x="306" y="228"/>
                  </a:lnTo>
                  <a:lnTo>
                    <a:pt x="312" y="234"/>
                  </a:lnTo>
                  <a:lnTo>
                    <a:pt x="330" y="234"/>
                  </a:lnTo>
                  <a:lnTo>
                    <a:pt x="336" y="228"/>
                  </a:lnTo>
                  <a:lnTo>
                    <a:pt x="342" y="216"/>
                  </a:lnTo>
                  <a:lnTo>
                    <a:pt x="354" y="210"/>
                  </a:lnTo>
                  <a:lnTo>
                    <a:pt x="360" y="198"/>
                  </a:lnTo>
                  <a:lnTo>
                    <a:pt x="360" y="186"/>
                  </a:lnTo>
                  <a:lnTo>
                    <a:pt x="348" y="180"/>
                  </a:lnTo>
                  <a:lnTo>
                    <a:pt x="330" y="174"/>
                  </a:lnTo>
                  <a:lnTo>
                    <a:pt x="306" y="162"/>
                  </a:lnTo>
                  <a:lnTo>
                    <a:pt x="306" y="156"/>
                  </a:lnTo>
                  <a:lnTo>
                    <a:pt x="312" y="150"/>
                  </a:lnTo>
                  <a:lnTo>
                    <a:pt x="318" y="150"/>
                  </a:lnTo>
                  <a:lnTo>
                    <a:pt x="294" y="126"/>
                  </a:lnTo>
                  <a:lnTo>
                    <a:pt x="282" y="120"/>
                  </a:lnTo>
                  <a:lnTo>
                    <a:pt x="270" y="120"/>
                  </a:lnTo>
                  <a:lnTo>
                    <a:pt x="264" y="132"/>
                  </a:lnTo>
                  <a:lnTo>
                    <a:pt x="264" y="138"/>
                  </a:lnTo>
                  <a:lnTo>
                    <a:pt x="258" y="150"/>
                  </a:lnTo>
                  <a:lnTo>
                    <a:pt x="252" y="156"/>
                  </a:lnTo>
                  <a:lnTo>
                    <a:pt x="240" y="144"/>
                  </a:lnTo>
                  <a:lnTo>
                    <a:pt x="240" y="138"/>
                  </a:lnTo>
                  <a:lnTo>
                    <a:pt x="222" y="138"/>
                  </a:lnTo>
                  <a:lnTo>
                    <a:pt x="216" y="126"/>
                  </a:lnTo>
                  <a:lnTo>
                    <a:pt x="198" y="108"/>
                  </a:lnTo>
                  <a:lnTo>
                    <a:pt x="186" y="84"/>
                  </a:lnTo>
                  <a:lnTo>
                    <a:pt x="186" y="54"/>
                  </a:lnTo>
                  <a:lnTo>
                    <a:pt x="180" y="54"/>
                  </a:lnTo>
                  <a:lnTo>
                    <a:pt x="174" y="60"/>
                  </a:lnTo>
                  <a:lnTo>
                    <a:pt x="168" y="48"/>
                  </a:lnTo>
                  <a:lnTo>
                    <a:pt x="156" y="42"/>
                  </a:lnTo>
                  <a:lnTo>
                    <a:pt x="150" y="30"/>
                  </a:lnTo>
                  <a:lnTo>
                    <a:pt x="144" y="24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96" y="0"/>
                  </a:lnTo>
                  <a:lnTo>
                    <a:pt x="90" y="6"/>
                  </a:lnTo>
                  <a:lnTo>
                    <a:pt x="90" y="48"/>
                  </a:lnTo>
                  <a:lnTo>
                    <a:pt x="114" y="72"/>
                  </a:lnTo>
                  <a:lnTo>
                    <a:pt x="114" y="108"/>
                  </a:lnTo>
                  <a:lnTo>
                    <a:pt x="72" y="108"/>
                  </a:lnTo>
                  <a:lnTo>
                    <a:pt x="72" y="84"/>
                  </a:lnTo>
                  <a:lnTo>
                    <a:pt x="36" y="102"/>
                  </a:lnTo>
                  <a:lnTo>
                    <a:pt x="36" y="114"/>
                  </a:lnTo>
                  <a:lnTo>
                    <a:pt x="30" y="126"/>
                  </a:lnTo>
                  <a:lnTo>
                    <a:pt x="36" y="132"/>
                  </a:lnTo>
                  <a:lnTo>
                    <a:pt x="30" y="138"/>
                  </a:lnTo>
                  <a:lnTo>
                    <a:pt x="18" y="138"/>
                  </a:lnTo>
                  <a:lnTo>
                    <a:pt x="0" y="156"/>
                  </a:lnTo>
                  <a:lnTo>
                    <a:pt x="0" y="168"/>
                  </a:lnTo>
                  <a:lnTo>
                    <a:pt x="6" y="168"/>
                  </a:lnTo>
                  <a:lnTo>
                    <a:pt x="12" y="174"/>
                  </a:lnTo>
                  <a:lnTo>
                    <a:pt x="24" y="180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56" name="Kyrgyzstan" descr="© INSCALE GmbH, 05.05.2010&#10;http://www.presentationload.com/">
              <a:extLst>
                <a:ext uri="{FF2B5EF4-FFF2-40B4-BE49-F238E27FC236}">
                  <a16:creationId xmlns:a16="http://schemas.microsoft.com/office/drawing/2014/main" id="{BB40C3C3-EFFE-4F9A-B6C2-859E90CF8DE7}"/>
                </a:ext>
              </a:extLst>
            </p:cNvPr>
            <p:cNvSpPr>
              <a:spLocks/>
            </p:cNvSpPr>
            <p:nvPr/>
          </p:nvSpPr>
          <p:spPr bwMode="gray">
            <a:xfrm>
              <a:off x="5254454" y="1860119"/>
              <a:ext cx="222296" cy="102754"/>
            </a:xfrm>
            <a:custGeom>
              <a:avLst/>
              <a:gdLst>
                <a:gd name="T0" fmla="*/ 2147483647 w 672"/>
                <a:gd name="T1" fmla="*/ 2147483647 h 312"/>
                <a:gd name="T2" fmla="*/ 2147483647 w 672"/>
                <a:gd name="T3" fmla="*/ 2147483647 h 312"/>
                <a:gd name="T4" fmla="*/ 2147483647 w 672"/>
                <a:gd name="T5" fmla="*/ 2147483647 h 312"/>
                <a:gd name="T6" fmla="*/ 2147483647 w 672"/>
                <a:gd name="T7" fmla="*/ 2147483647 h 312"/>
                <a:gd name="T8" fmla="*/ 2147483647 w 672"/>
                <a:gd name="T9" fmla="*/ 2147483647 h 312"/>
                <a:gd name="T10" fmla="*/ 2147483647 w 672"/>
                <a:gd name="T11" fmla="*/ 2147483647 h 312"/>
                <a:gd name="T12" fmla="*/ 2147483647 w 672"/>
                <a:gd name="T13" fmla="*/ 2147483647 h 312"/>
                <a:gd name="T14" fmla="*/ 2147483647 w 672"/>
                <a:gd name="T15" fmla="*/ 2147483647 h 312"/>
                <a:gd name="T16" fmla="*/ 2147483647 w 672"/>
                <a:gd name="T17" fmla="*/ 2147483647 h 312"/>
                <a:gd name="T18" fmla="*/ 2147483647 w 672"/>
                <a:gd name="T19" fmla="*/ 2147483647 h 312"/>
                <a:gd name="T20" fmla="*/ 2147483647 w 672"/>
                <a:gd name="T21" fmla="*/ 2147483647 h 312"/>
                <a:gd name="T22" fmla="*/ 2147483647 w 672"/>
                <a:gd name="T23" fmla="*/ 2147483647 h 312"/>
                <a:gd name="T24" fmla="*/ 0 w 672"/>
                <a:gd name="T25" fmla="*/ 2147483647 h 312"/>
                <a:gd name="T26" fmla="*/ 2147483647 w 672"/>
                <a:gd name="T27" fmla="*/ 2147483647 h 312"/>
                <a:gd name="T28" fmla="*/ 2147483647 w 672"/>
                <a:gd name="T29" fmla="*/ 2147483647 h 312"/>
                <a:gd name="T30" fmla="*/ 2147483647 w 672"/>
                <a:gd name="T31" fmla="*/ 2147483647 h 312"/>
                <a:gd name="T32" fmla="*/ 2147483647 w 672"/>
                <a:gd name="T33" fmla="*/ 2147483647 h 312"/>
                <a:gd name="T34" fmla="*/ 2147483647 w 672"/>
                <a:gd name="T35" fmla="*/ 2147483647 h 312"/>
                <a:gd name="T36" fmla="*/ 2147483647 w 672"/>
                <a:gd name="T37" fmla="*/ 2147483647 h 312"/>
                <a:gd name="T38" fmla="*/ 2147483647 w 672"/>
                <a:gd name="T39" fmla="*/ 2147483647 h 312"/>
                <a:gd name="T40" fmla="*/ 2147483647 w 672"/>
                <a:gd name="T41" fmla="*/ 2147483647 h 312"/>
                <a:gd name="T42" fmla="*/ 2147483647 w 672"/>
                <a:gd name="T43" fmla="*/ 2147483647 h 312"/>
                <a:gd name="T44" fmla="*/ 2147483647 w 672"/>
                <a:gd name="T45" fmla="*/ 2147483647 h 312"/>
                <a:gd name="T46" fmla="*/ 2147483647 w 672"/>
                <a:gd name="T47" fmla="*/ 2147483647 h 312"/>
                <a:gd name="T48" fmla="*/ 2147483647 w 672"/>
                <a:gd name="T49" fmla="*/ 2147483647 h 312"/>
                <a:gd name="T50" fmla="*/ 2147483647 w 672"/>
                <a:gd name="T51" fmla="*/ 2147483647 h 312"/>
                <a:gd name="T52" fmla="*/ 2147483647 w 672"/>
                <a:gd name="T53" fmla="*/ 2147483647 h 312"/>
                <a:gd name="T54" fmla="*/ 2147483647 w 672"/>
                <a:gd name="T55" fmla="*/ 2147483647 h 312"/>
                <a:gd name="T56" fmla="*/ 2147483647 w 672"/>
                <a:gd name="T57" fmla="*/ 2147483647 h 312"/>
                <a:gd name="T58" fmla="*/ 2147483647 w 672"/>
                <a:gd name="T59" fmla="*/ 2147483647 h 312"/>
                <a:gd name="T60" fmla="*/ 2147483647 w 672"/>
                <a:gd name="T61" fmla="*/ 2147483647 h 312"/>
                <a:gd name="T62" fmla="*/ 2147483647 w 672"/>
                <a:gd name="T63" fmla="*/ 2147483647 h 312"/>
                <a:gd name="T64" fmla="*/ 2147483647 w 672"/>
                <a:gd name="T65" fmla="*/ 2147483647 h 312"/>
                <a:gd name="T66" fmla="*/ 2147483647 w 672"/>
                <a:gd name="T67" fmla="*/ 2147483647 h 312"/>
                <a:gd name="T68" fmla="*/ 2147483647 w 672"/>
                <a:gd name="T69" fmla="*/ 2147483647 h 312"/>
                <a:gd name="T70" fmla="*/ 2147483647 w 672"/>
                <a:gd name="T71" fmla="*/ 2147483647 h 312"/>
                <a:gd name="T72" fmla="*/ 2147483647 w 672"/>
                <a:gd name="T73" fmla="*/ 2147483647 h 312"/>
                <a:gd name="T74" fmla="*/ 2147483647 w 672"/>
                <a:gd name="T75" fmla="*/ 2147483647 h 312"/>
                <a:gd name="T76" fmla="*/ 2147483647 w 672"/>
                <a:gd name="T77" fmla="*/ 0 h 312"/>
                <a:gd name="T78" fmla="*/ 2147483647 w 672"/>
                <a:gd name="T79" fmla="*/ 2147483647 h 312"/>
                <a:gd name="T80" fmla="*/ 2147483647 w 672"/>
                <a:gd name="T81" fmla="*/ 2147483647 h 312"/>
                <a:gd name="T82" fmla="*/ 2147483647 w 672"/>
                <a:gd name="T83" fmla="*/ 2147483647 h 312"/>
                <a:gd name="T84" fmla="*/ 2147483647 w 672"/>
                <a:gd name="T85" fmla="*/ 2147483647 h 312"/>
                <a:gd name="T86" fmla="*/ 2147483647 w 672"/>
                <a:gd name="T87" fmla="*/ 2147483647 h 312"/>
                <a:gd name="T88" fmla="*/ 2147483647 w 672"/>
                <a:gd name="T89" fmla="*/ 2147483647 h 31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672"/>
                <a:gd name="T136" fmla="*/ 0 h 312"/>
                <a:gd name="T137" fmla="*/ 672 w 672"/>
                <a:gd name="T138" fmla="*/ 312 h 31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672" h="312">
                  <a:moveTo>
                    <a:pt x="36" y="132"/>
                  </a:moveTo>
                  <a:lnTo>
                    <a:pt x="66" y="144"/>
                  </a:lnTo>
                  <a:lnTo>
                    <a:pt x="78" y="156"/>
                  </a:lnTo>
                  <a:lnTo>
                    <a:pt x="114" y="156"/>
                  </a:lnTo>
                  <a:lnTo>
                    <a:pt x="114" y="144"/>
                  </a:lnTo>
                  <a:lnTo>
                    <a:pt x="126" y="144"/>
                  </a:lnTo>
                  <a:lnTo>
                    <a:pt x="126" y="132"/>
                  </a:lnTo>
                  <a:lnTo>
                    <a:pt x="144" y="156"/>
                  </a:lnTo>
                  <a:lnTo>
                    <a:pt x="162" y="156"/>
                  </a:lnTo>
                  <a:lnTo>
                    <a:pt x="168" y="174"/>
                  </a:lnTo>
                  <a:lnTo>
                    <a:pt x="192" y="174"/>
                  </a:lnTo>
                  <a:lnTo>
                    <a:pt x="198" y="186"/>
                  </a:lnTo>
                  <a:lnTo>
                    <a:pt x="204" y="186"/>
                  </a:lnTo>
                  <a:lnTo>
                    <a:pt x="216" y="180"/>
                  </a:lnTo>
                  <a:lnTo>
                    <a:pt x="228" y="180"/>
                  </a:lnTo>
                  <a:lnTo>
                    <a:pt x="228" y="192"/>
                  </a:lnTo>
                  <a:lnTo>
                    <a:pt x="216" y="204"/>
                  </a:lnTo>
                  <a:lnTo>
                    <a:pt x="204" y="210"/>
                  </a:lnTo>
                  <a:lnTo>
                    <a:pt x="192" y="210"/>
                  </a:lnTo>
                  <a:lnTo>
                    <a:pt x="192" y="216"/>
                  </a:lnTo>
                  <a:lnTo>
                    <a:pt x="174" y="222"/>
                  </a:lnTo>
                  <a:lnTo>
                    <a:pt x="156" y="240"/>
                  </a:lnTo>
                  <a:lnTo>
                    <a:pt x="150" y="240"/>
                  </a:lnTo>
                  <a:lnTo>
                    <a:pt x="144" y="234"/>
                  </a:lnTo>
                  <a:lnTo>
                    <a:pt x="138" y="234"/>
                  </a:lnTo>
                  <a:lnTo>
                    <a:pt x="132" y="228"/>
                  </a:lnTo>
                  <a:lnTo>
                    <a:pt x="114" y="228"/>
                  </a:lnTo>
                  <a:lnTo>
                    <a:pt x="102" y="234"/>
                  </a:lnTo>
                  <a:lnTo>
                    <a:pt x="96" y="234"/>
                  </a:lnTo>
                  <a:lnTo>
                    <a:pt x="96" y="246"/>
                  </a:lnTo>
                  <a:lnTo>
                    <a:pt x="90" y="252"/>
                  </a:lnTo>
                  <a:lnTo>
                    <a:pt x="84" y="252"/>
                  </a:lnTo>
                  <a:lnTo>
                    <a:pt x="72" y="246"/>
                  </a:lnTo>
                  <a:lnTo>
                    <a:pt x="36" y="234"/>
                  </a:lnTo>
                  <a:lnTo>
                    <a:pt x="24" y="234"/>
                  </a:lnTo>
                  <a:lnTo>
                    <a:pt x="18" y="240"/>
                  </a:lnTo>
                  <a:lnTo>
                    <a:pt x="18" y="252"/>
                  </a:lnTo>
                  <a:lnTo>
                    <a:pt x="12" y="258"/>
                  </a:lnTo>
                  <a:lnTo>
                    <a:pt x="0" y="264"/>
                  </a:lnTo>
                  <a:lnTo>
                    <a:pt x="0" y="276"/>
                  </a:lnTo>
                  <a:lnTo>
                    <a:pt x="6" y="282"/>
                  </a:lnTo>
                  <a:lnTo>
                    <a:pt x="6" y="288"/>
                  </a:lnTo>
                  <a:lnTo>
                    <a:pt x="12" y="294"/>
                  </a:lnTo>
                  <a:lnTo>
                    <a:pt x="24" y="288"/>
                  </a:lnTo>
                  <a:lnTo>
                    <a:pt x="36" y="288"/>
                  </a:lnTo>
                  <a:lnTo>
                    <a:pt x="42" y="282"/>
                  </a:lnTo>
                  <a:lnTo>
                    <a:pt x="60" y="282"/>
                  </a:lnTo>
                  <a:lnTo>
                    <a:pt x="72" y="288"/>
                  </a:lnTo>
                  <a:lnTo>
                    <a:pt x="96" y="288"/>
                  </a:lnTo>
                  <a:lnTo>
                    <a:pt x="108" y="300"/>
                  </a:lnTo>
                  <a:lnTo>
                    <a:pt x="126" y="300"/>
                  </a:lnTo>
                  <a:lnTo>
                    <a:pt x="132" y="294"/>
                  </a:lnTo>
                  <a:lnTo>
                    <a:pt x="144" y="288"/>
                  </a:lnTo>
                  <a:lnTo>
                    <a:pt x="150" y="282"/>
                  </a:lnTo>
                  <a:lnTo>
                    <a:pt x="180" y="312"/>
                  </a:lnTo>
                  <a:lnTo>
                    <a:pt x="192" y="306"/>
                  </a:lnTo>
                  <a:lnTo>
                    <a:pt x="198" y="306"/>
                  </a:lnTo>
                  <a:lnTo>
                    <a:pt x="198" y="312"/>
                  </a:lnTo>
                  <a:lnTo>
                    <a:pt x="210" y="312"/>
                  </a:lnTo>
                  <a:lnTo>
                    <a:pt x="222" y="306"/>
                  </a:lnTo>
                  <a:lnTo>
                    <a:pt x="228" y="300"/>
                  </a:lnTo>
                  <a:lnTo>
                    <a:pt x="270" y="300"/>
                  </a:lnTo>
                  <a:lnTo>
                    <a:pt x="282" y="288"/>
                  </a:lnTo>
                  <a:lnTo>
                    <a:pt x="300" y="294"/>
                  </a:lnTo>
                  <a:lnTo>
                    <a:pt x="318" y="294"/>
                  </a:lnTo>
                  <a:lnTo>
                    <a:pt x="318" y="282"/>
                  </a:lnTo>
                  <a:lnTo>
                    <a:pt x="312" y="270"/>
                  </a:lnTo>
                  <a:lnTo>
                    <a:pt x="300" y="264"/>
                  </a:lnTo>
                  <a:lnTo>
                    <a:pt x="300" y="258"/>
                  </a:lnTo>
                  <a:lnTo>
                    <a:pt x="306" y="252"/>
                  </a:lnTo>
                  <a:lnTo>
                    <a:pt x="318" y="246"/>
                  </a:lnTo>
                  <a:lnTo>
                    <a:pt x="330" y="246"/>
                  </a:lnTo>
                  <a:lnTo>
                    <a:pt x="336" y="240"/>
                  </a:lnTo>
                  <a:lnTo>
                    <a:pt x="348" y="234"/>
                  </a:lnTo>
                  <a:lnTo>
                    <a:pt x="348" y="216"/>
                  </a:lnTo>
                  <a:lnTo>
                    <a:pt x="372" y="216"/>
                  </a:lnTo>
                  <a:lnTo>
                    <a:pt x="384" y="204"/>
                  </a:lnTo>
                  <a:lnTo>
                    <a:pt x="396" y="204"/>
                  </a:lnTo>
                  <a:lnTo>
                    <a:pt x="402" y="210"/>
                  </a:lnTo>
                  <a:lnTo>
                    <a:pt x="408" y="222"/>
                  </a:lnTo>
                  <a:lnTo>
                    <a:pt x="414" y="228"/>
                  </a:lnTo>
                  <a:lnTo>
                    <a:pt x="426" y="222"/>
                  </a:lnTo>
                  <a:lnTo>
                    <a:pt x="456" y="228"/>
                  </a:lnTo>
                  <a:lnTo>
                    <a:pt x="462" y="222"/>
                  </a:lnTo>
                  <a:lnTo>
                    <a:pt x="462" y="198"/>
                  </a:lnTo>
                  <a:lnTo>
                    <a:pt x="468" y="186"/>
                  </a:lnTo>
                  <a:lnTo>
                    <a:pt x="486" y="168"/>
                  </a:lnTo>
                  <a:lnTo>
                    <a:pt x="516" y="168"/>
                  </a:lnTo>
                  <a:lnTo>
                    <a:pt x="534" y="174"/>
                  </a:lnTo>
                  <a:lnTo>
                    <a:pt x="552" y="174"/>
                  </a:lnTo>
                  <a:lnTo>
                    <a:pt x="558" y="168"/>
                  </a:lnTo>
                  <a:lnTo>
                    <a:pt x="564" y="156"/>
                  </a:lnTo>
                  <a:lnTo>
                    <a:pt x="564" y="138"/>
                  </a:lnTo>
                  <a:lnTo>
                    <a:pt x="570" y="132"/>
                  </a:lnTo>
                  <a:lnTo>
                    <a:pt x="582" y="126"/>
                  </a:lnTo>
                  <a:lnTo>
                    <a:pt x="594" y="114"/>
                  </a:lnTo>
                  <a:lnTo>
                    <a:pt x="642" y="96"/>
                  </a:lnTo>
                  <a:lnTo>
                    <a:pt x="666" y="96"/>
                  </a:lnTo>
                  <a:lnTo>
                    <a:pt x="672" y="90"/>
                  </a:lnTo>
                  <a:lnTo>
                    <a:pt x="672" y="78"/>
                  </a:lnTo>
                  <a:lnTo>
                    <a:pt x="660" y="66"/>
                  </a:lnTo>
                  <a:lnTo>
                    <a:pt x="642" y="60"/>
                  </a:lnTo>
                  <a:lnTo>
                    <a:pt x="600" y="60"/>
                  </a:lnTo>
                  <a:lnTo>
                    <a:pt x="576" y="30"/>
                  </a:lnTo>
                  <a:lnTo>
                    <a:pt x="558" y="30"/>
                  </a:lnTo>
                  <a:lnTo>
                    <a:pt x="546" y="18"/>
                  </a:lnTo>
                  <a:lnTo>
                    <a:pt x="498" y="24"/>
                  </a:lnTo>
                  <a:lnTo>
                    <a:pt x="486" y="24"/>
                  </a:lnTo>
                  <a:lnTo>
                    <a:pt x="474" y="18"/>
                  </a:lnTo>
                  <a:lnTo>
                    <a:pt x="354" y="18"/>
                  </a:lnTo>
                  <a:lnTo>
                    <a:pt x="336" y="24"/>
                  </a:lnTo>
                  <a:lnTo>
                    <a:pt x="318" y="24"/>
                  </a:lnTo>
                  <a:lnTo>
                    <a:pt x="306" y="18"/>
                  </a:lnTo>
                  <a:lnTo>
                    <a:pt x="282" y="18"/>
                  </a:lnTo>
                  <a:lnTo>
                    <a:pt x="276" y="6"/>
                  </a:lnTo>
                  <a:lnTo>
                    <a:pt x="264" y="0"/>
                  </a:lnTo>
                  <a:lnTo>
                    <a:pt x="222" y="0"/>
                  </a:lnTo>
                  <a:lnTo>
                    <a:pt x="216" y="6"/>
                  </a:lnTo>
                  <a:lnTo>
                    <a:pt x="216" y="36"/>
                  </a:lnTo>
                  <a:lnTo>
                    <a:pt x="222" y="48"/>
                  </a:lnTo>
                  <a:lnTo>
                    <a:pt x="222" y="60"/>
                  </a:lnTo>
                  <a:lnTo>
                    <a:pt x="204" y="54"/>
                  </a:lnTo>
                  <a:lnTo>
                    <a:pt x="174" y="54"/>
                  </a:lnTo>
                  <a:lnTo>
                    <a:pt x="138" y="36"/>
                  </a:lnTo>
                  <a:lnTo>
                    <a:pt x="120" y="30"/>
                  </a:lnTo>
                  <a:lnTo>
                    <a:pt x="108" y="24"/>
                  </a:lnTo>
                  <a:lnTo>
                    <a:pt x="78" y="24"/>
                  </a:lnTo>
                  <a:lnTo>
                    <a:pt x="60" y="42"/>
                  </a:lnTo>
                  <a:lnTo>
                    <a:pt x="54" y="54"/>
                  </a:lnTo>
                  <a:lnTo>
                    <a:pt x="54" y="72"/>
                  </a:lnTo>
                  <a:lnTo>
                    <a:pt x="72" y="72"/>
                  </a:lnTo>
                  <a:lnTo>
                    <a:pt x="78" y="78"/>
                  </a:lnTo>
                  <a:lnTo>
                    <a:pt x="84" y="78"/>
                  </a:lnTo>
                  <a:lnTo>
                    <a:pt x="84" y="84"/>
                  </a:lnTo>
                  <a:lnTo>
                    <a:pt x="36" y="132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57" name="Kuwait" descr="© INSCALE GmbH, 05.05.2010&#10;http://www.presentationload.com/">
              <a:extLst>
                <a:ext uri="{FF2B5EF4-FFF2-40B4-BE49-F238E27FC236}">
                  <a16:creationId xmlns:a16="http://schemas.microsoft.com/office/drawing/2014/main" id="{4AFF4B04-A30B-40FC-8C8A-4D0322C94345}"/>
                </a:ext>
              </a:extLst>
            </p:cNvPr>
            <p:cNvSpPr>
              <a:spLocks/>
            </p:cNvSpPr>
            <p:nvPr/>
          </p:nvSpPr>
          <p:spPr bwMode="gray">
            <a:xfrm>
              <a:off x="4796938" y="2206910"/>
              <a:ext cx="45235" cy="39817"/>
            </a:xfrm>
            <a:custGeom>
              <a:avLst/>
              <a:gdLst>
                <a:gd name="T0" fmla="*/ 2147483647 w 138"/>
                <a:gd name="T1" fmla="*/ 0 h 120"/>
                <a:gd name="T2" fmla="*/ 2147483647 w 138"/>
                <a:gd name="T3" fmla="*/ 0 h 120"/>
                <a:gd name="T4" fmla="*/ 2147483647 w 138"/>
                <a:gd name="T5" fmla="*/ 2147483647 h 120"/>
                <a:gd name="T6" fmla="*/ 2147483647 w 138"/>
                <a:gd name="T7" fmla="*/ 2147483647 h 120"/>
                <a:gd name="T8" fmla="*/ 2147483647 w 138"/>
                <a:gd name="T9" fmla="*/ 2147483647 h 120"/>
                <a:gd name="T10" fmla="*/ 2147483647 w 138"/>
                <a:gd name="T11" fmla="*/ 2147483647 h 120"/>
                <a:gd name="T12" fmla="*/ 0 w 138"/>
                <a:gd name="T13" fmla="*/ 2147483647 h 120"/>
                <a:gd name="T14" fmla="*/ 2147483647 w 138"/>
                <a:gd name="T15" fmla="*/ 2147483647 h 120"/>
                <a:gd name="T16" fmla="*/ 2147483647 w 138"/>
                <a:gd name="T17" fmla="*/ 2147483647 h 120"/>
                <a:gd name="T18" fmla="*/ 2147483647 w 138"/>
                <a:gd name="T19" fmla="*/ 2147483647 h 120"/>
                <a:gd name="T20" fmla="*/ 2147483647 w 138"/>
                <a:gd name="T21" fmla="*/ 2147483647 h 120"/>
                <a:gd name="T22" fmla="*/ 2147483647 w 138"/>
                <a:gd name="T23" fmla="*/ 2147483647 h 120"/>
                <a:gd name="T24" fmla="*/ 2147483647 w 138"/>
                <a:gd name="T25" fmla="*/ 2147483647 h 120"/>
                <a:gd name="T26" fmla="*/ 2147483647 w 138"/>
                <a:gd name="T27" fmla="*/ 2147483647 h 120"/>
                <a:gd name="T28" fmla="*/ 2147483647 w 138"/>
                <a:gd name="T29" fmla="*/ 2147483647 h 120"/>
                <a:gd name="T30" fmla="*/ 2147483647 w 138"/>
                <a:gd name="T31" fmla="*/ 2147483647 h 120"/>
                <a:gd name="T32" fmla="*/ 2147483647 w 138"/>
                <a:gd name="T33" fmla="*/ 2147483647 h 120"/>
                <a:gd name="T34" fmla="*/ 2147483647 w 138"/>
                <a:gd name="T35" fmla="*/ 2147483647 h 120"/>
                <a:gd name="T36" fmla="*/ 2147483647 w 138"/>
                <a:gd name="T37" fmla="*/ 2147483647 h 120"/>
                <a:gd name="T38" fmla="*/ 2147483647 w 138"/>
                <a:gd name="T39" fmla="*/ 2147483647 h 120"/>
                <a:gd name="T40" fmla="*/ 2147483647 w 138"/>
                <a:gd name="T41" fmla="*/ 2147483647 h 120"/>
                <a:gd name="T42" fmla="*/ 2147483647 w 138"/>
                <a:gd name="T43" fmla="*/ 2147483647 h 120"/>
                <a:gd name="T44" fmla="*/ 2147483647 w 138"/>
                <a:gd name="T45" fmla="*/ 2147483647 h 120"/>
                <a:gd name="T46" fmla="*/ 2147483647 w 138"/>
                <a:gd name="T47" fmla="*/ 2147483647 h 120"/>
                <a:gd name="T48" fmla="*/ 2147483647 w 138"/>
                <a:gd name="T49" fmla="*/ 0 h 120"/>
                <a:gd name="T50" fmla="*/ 2147483647 w 138"/>
                <a:gd name="T51" fmla="*/ 0 h 12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8"/>
                <a:gd name="T79" fmla="*/ 0 h 120"/>
                <a:gd name="T80" fmla="*/ 138 w 138"/>
                <a:gd name="T81" fmla="*/ 120 h 12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8" h="120">
                  <a:moveTo>
                    <a:pt x="54" y="0"/>
                  </a:moveTo>
                  <a:lnTo>
                    <a:pt x="36" y="0"/>
                  </a:lnTo>
                  <a:lnTo>
                    <a:pt x="30" y="12"/>
                  </a:lnTo>
                  <a:lnTo>
                    <a:pt x="24" y="18"/>
                  </a:lnTo>
                  <a:lnTo>
                    <a:pt x="24" y="30"/>
                  </a:lnTo>
                  <a:lnTo>
                    <a:pt x="6" y="66"/>
                  </a:lnTo>
                  <a:lnTo>
                    <a:pt x="0" y="72"/>
                  </a:lnTo>
                  <a:lnTo>
                    <a:pt x="42" y="72"/>
                  </a:lnTo>
                  <a:lnTo>
                    <a:pt x="60" y="78"/>
                  </a:lnTo>
                  <a:lnTo>
                    <a:pt x="66" y="78"/>
                  </a:lnTo>
                  <a:lnTo>
                    <a:pt x="66" y="114"/>
                  </a:lnTo>
                  <a:lnTo>
                    <a:pt x="72" y="120"/>
                  </a:lnTo>
                  <a:lnTo>
                    <a:pt x="138" y="120"/>
                  </a:lnTo>
                  <a:lnTo>
                    <a:pt x="126" y="114"/>
                  </a:lnTo>
                  <a:lnTo>
                    <a:pt x="114" y="102"/>
                  </a:lnTo>
                  <a:lnTo>
                    <a:pt x="102" y="78"/>
                  </a:lnTo>
                  <a:lnTo>
                    <a:pt x="102" y="66"/>
                  </a:lnTo>
                  <a:lnTo>
                    <a:pt x="90" y="60"/>
                  </a:lnTo>
                  <a:lnTo>
                    <a:pt x="84" y="36"/>
                  </a:lnTo>
                  <a:lnTo>
                    <a:pt x="120" y="36"/>
                  </a:lnTo>
                  <a:lnTo>
                    <a:pt x="120" y="18"/>
                  </a:lnTo>
                  <a:lnTo>
                    <a:pt x="114" y="12"/>
                  </a:lnTo>
                  <a:lnTo>
                    <a:pt x="90" y="12"/>
                  </a:lnTo>
                  <a:lnTo>
                    <a:pt x="90" y="18"/>
                  </a:lnTo>
                  <a:lnTo>
                    <a:pt x="84" y="0"/>
                  </a:lnTo>
                  <a:lnTo>
                    <a:pt x="54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58" name="Kosovo" descr="© INSCALE GmbH, 05.05.2010&#10;http://www.presentationload.com/">
              <a:extLst>
                <a:ext uri="{FF2B5EF4-FFF2-40B4-BE49-F238E27FC236}">
                  <a16:creationId xmlns:a16="http://schemas.microsoft.com/office/drawing/2014/main" id="{C3FD163B-1000-42DD-B9DC-501EEF790A7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182891" y="1849589"/>
              <a:ext cx="42596" cy="42647"/>
            </a:xfrm>
            <a:custGeom>
              <a:avLst/>
              <a:gdLst/>
              <a:ahLst/>
              <a:cxnLst>
                <a:cxn ang="0">
                  <a:pos x="6" y="75"/>
                </a:cxn>
                <a:cxn ang="0">
                  <a:pos x="0" y="72"/>
                </a:cxn>
                <a:cxn ang="0">
                  <a:pos x="227" y="122"/>
                </a:cxn>
                <a:cxn ang="0">
                  <a:pos x="218" y="127"/>
                </a:cxn>
                <a:cxn ang="0">
                  <a:pos x="214" y="120"/>
                </a:cxn>
                <a:cxn ang="0">
                  <a:pos x="206" y="113"/>
                </a:cxn>
                <a:cxn ang="0">
                  <a:pos x="197" y="111"/>
                </a:cxn>
                <a:cxn ang="0">
                  <a:pos x="190" y="110"/>
                </a:cxn>
                <a:cxn ang="0">
                  <a:pos x="185" y="110"/>
                </a:cxn>
                <a:cxn ang="0">
                  <a:pos x="185" y="101"/>
                </a:cxn>
                <a:cxn ang="0">
                  <a:pos x="189" y="95"/>
                </a:cxn>
                <a:cxn ang="0">
                  <a:pos x="187" y="84"/>
                </a:cxn>
                <a:cxn ang="0">
                  <a:pos x="177" y="78"/>
                </a:cxn>
                <a:cxn ang="0">
                  <a:pos x="169" y="76"/>
                </a:cxn>
                <a:cxn ang="0">
                  <a:pos x="170" y="61"/>
                </a:cxn>
                <a:cxn ang="0">
                  <a:pos x="165" y="56"/>
                </a:cxn>
                <a:cxn ang="0">
                  <a:pos x="161" y="61"/>
                </a:cxn>
                <a:cxn ang="0">
                  <a:pos x="157" y="53"/>
                </a:cxn>
                <a:cxn ang="0">
                  <a:pos x="158" y="35"/>
                </a:cxn>
                <a:cxn ang="0">
                  <a:pos x="154" y="32"/>
                </a:cxn>
                <a:cxn ang="0">
                  <a:pos x="147" y="32"/>
                </a:cxn>
                <a:cxn ang="0">
                  <a:pos x="137" y="32"/>
                </a:cxn>
                <a:cxn ang="0">
                  <a:pos x="126" y="27"/>
                </a:cxn>
                <a:cxn ang="0">
                  <a:pos x="131" y="20"/>
                </a:cxn>
                <a:cxn ang="0">
                  <a:pos x="130" y="12"/>
                </a:cxn>
                <a:cxn ang="0">
                  <a:pos x="122" y="0"/>
                </a:cxn>
                <a:cxn ang="0">
                  <a:pos x="115" y="6"/>
                </a:cxn>
                <a:cxn ang="0">
                  <a:pos x="104" y="13"/>
                </a:cxn>
                <a:cxn ang="0">
                  <a:pos x="96" y="15"/>
                </a:cxn>
                <a:cxn ang="0">
                  <a:pos x="89" y="13"/>
                </a:cxn>
                <a:cxn ang="0">
                  <a:pos x="91" y="22"/>
                </a:cxn>
                <a:cxn ang="0">
                  <a:pos x="101" y="27"/>
                </a:cxn>
                <a:cxn ang="0">
                  <a:pos x="97" y="33"/>
                </a:cxn>
                <a:cxn ang="0">
                  <a:pos x="100" y="40"/>
                </a:cxn>
                <a:cxn ang="0">
                  <a:pos x="99" y="46"/>
                </a:cxn>
                <a:cxn ang="0">
                  <a:pos x="92" y="49"/>
                </a:cxn>
                <a:cxn ang="0">
                  <a:pos x="88" y="45"/>
                </a:cxn>
                <a:cxn ang="0">
                  <a:pos x="70" y="59"/>
                </a:cxn>
                <a:cxn ang="0">
                  <a:pos x="73" y="71"/>
                </a:cxn>
                <a:cxn ang="0">
                  <a:pos x="45" y="74"/>
                </a:cxn>
                <a:cxn ang="0">
                  <a:pos x="14" y="72"/>
                </a:cxn>
                <a:cxn ang="0">
                  <a:pos x="6" y="75"/>
                </a:cxn>
                <a:cxn ang="0">
                  <a:pos x="6" y="141"/>
                </a:cxn>
                <a:cxn ang="0">
                  <a:pos x="14" y="155"/>
                </a:cxn>
                <a:cxn ang="0">
                  <a:pos x="27" y="173"/>
                </a:cxn>
                <a:cxn ang="0">
                  <a:pos x="50" y="175"/>
                </a:cxn>
                <a:cxn ang="0">
                  <a:pos x="60" y="211"/>
                </a:cxn>
                <a:cxn ang="0">
                  <a:pos x="60" y="237"/>
                </a:cxn>
                <a:cxn ang="0">
                  <a:pos x="92" y="226"/>
                </a:cxn>
                <a:cxn ang="0">
                  <a:pos x="138" y="205"/>
                </a:cxn>
                <a:cxn ang="0">
                  <a:pos x="146" y="184"/>
                </a:cxn>
                <a:cxn ang="0">
                  <a:pos x="189" y="173"/>
                </a:cxn>
                <a:cxn ang="0">
                  <a:pos x="209" y="163"/>
                </a:cxn>
                <a:cxn ang="0">
                  <a:pos x="217" y="156"/>
                </a:cxn>
                <a:cxn ang="0">
                  <a:pos x="225" y="144"/>
                </a:cxn>
                <a:cxn ang="0">
                  <a:pos x="228" y="137"/>
                </a:cxn>
                <a:cxn ang="0">
                  <a:pos x="232" y="129"/>
                </a:cxn>
              </a:cxnLst>
              <a:rect l="0" t="0" r="r" b="b"/>
              <a:pathLst>
                <a:path w="232" h="237">
                  <a:moveTo>
                    <a:pt x="0" y="72"/>
                  </a:moveTo>
                  <a:cubicBezTo>
                    <a:pt x="1" y="72"/>
                    <a:pt x="2" y="73"/>
                    <a:pt x="6" y="75"/>
                  </a:cubicBezTo>
                  <a:cubicBezTo>
                    <a:pt x="6" y="66"/>
                    <a:pt x="6" y="66"/>
                    <a:pt x="6" y="66"/>
                  </a:cubicBezTo>
                  <a:lnTo>
                    <a:pt x="0" y="72"/>
                  </a:lnTo>
                  <a:close/>
                  <a:moveTo>
                    <a:pt x="231" y="124"/>
                  </a:moveTo>
                  <a:cubicBezTo>
                    <a:pt x="227" y="122"/>
                    <a:pt x="227" y="122"/>
                    <a:pt x="227" y="122"/>
                  </a:cubicBezTo>
                  <a:cubicBezTo>
                    <a:pt x="223" y="124"/>
                    <a:pt x="223" y="124"/>
                    <a:pt x="223" y="124"/>
                  </a:cubicBezTo>
                  <a:cubicBezTo>
                    <a:pt x="218" y="127"/>
                    <a:pt x="218" y="127"/>
                    <a:pt x="218" y="127"/>
                  </a:cubicBezTo>
                  <a:cubicBezTo>
                    <a:pt x="216" y="124"/>
                    <a:pt x="216" y="124"/>
                    <a:pt x="216" y="124"/>
                  </a:cubicBezTo>
                  <a:cubicBezTo>
                    <a:pt x="214" y="120"/>
                    <a:pt x="214" y="120"/>
                    <a:pt x="214" y="120"/>
                  </a:cubicBezTo>
                  <a:cubicBezTo>
                    <a:pt x="210" y="117"/>
                    <a:pt x="210" y="117"/>
                    <a:pt x="210" y="117"/>
                  </a:cubicBezTo>
                  <a:cubicBezTo>
                    <a:pt x="206" y="113"/>
                    <a:pt x="206" y="113"/>
                    <a:pt x="206" y="113"/>
                  </a:cubicBezTo>
                  <a:cubicBezTo>
                    <a:pt x="202" y="113"/>
                    <a:pt x="202" y="113"/>
                    <a:pt x="202" y="113"/>
                  </a:cubicBezTo>
                  <a:cubicBezTo>
                    <a:pt x="197" y="111"/>
                    <a:pt x="197" y="111"/>
                    <a:pt x="197" y="111"/>
                  </a:cubicBezTo>
                  <a:cubicBezTo>
                    <a:pt x="195" y="113"/>
                    <a:pt x="195" y="113"/>
                    <a:pt x="195" y="113"/>
                  </a:cubicBezTo>
                  <a:cubicBezTo>
                    <a:pt x="190" y="110"/>
                    <a:pt x="190" y="110"/>
                    <a:pt x="190" y="110"/>
                  </a:cubicBezTo>
                  <a:cubicBezTo>
                    <a:pt x="186" y="111"/>
                    <a:pt x="186" y="111"/>
                    <a:pt x="186" y="111"/>
                  </a:cubicBezTo>
                  <a:cubicBezTo>
                    <a:pt x="185" y="110"/>
                    <a:pt x="185" y="110"/>
                    <a:pt x="185" y="110"/>
                  </a:cubicBezTo>
                  <a:cubicBezTo>
                    <a:pt x="187" y="106"/>
                    <a:pt x="187" y="106"/>
                    <a:pt x="187" y="106"/>
                  </a:cubicBezTo>
                  <a:cubicBezTo>
                    <a:pt x="185" y="101"/>
                    <a:pt x="185" y="101"/>
                    <a:pt x="185" y="101"/>
                  </a:cubicBezTo>
                  <a:cubicBezTo>
                    <a:pt x="189" y="100"/>
                    <a:pt x="189" y="100"/>
                    <a:pt x="189" y="100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1" y="85"/>
                    <a:pt x="191" y="85"/>
                    <a:pt x="191" y="85"/>
                  </a:cubicBezTo>
                  <a:cubicBezTo>
                    <a:pt x="187" y="84"/>
                    <a:pt x="187" y="84"/>
                    <a:pt x="187" y="84"/>
                  </a:cubicBezTo>
                  <a:cubicBezTo>
                    <a:pt x="182" y="80"/>
                    <a:pt x="182" y="80"/>
                    <a:pt x="182" y="80"/>
                  </a:cubicBezTo>
                  <a:cubicBezTo>
                    <a:pt x="177" y="78"/>
                    <a:pt x="177" y="78"/>
                    <a:pt x="177" y="78"/>
                  </a:cubicBezTo>
                  <a:cubicBezTo>
                    <a:pt x="172" y="78"/>
                    <a:pt x="172" y="78"/>
                    <a:pt x="172" y="78"/>
                  </a:cubicBezTo>
                  <a:cubicBezTo>
                    <a:pt x="169" y="76"/>
                    <a:pt x="169" y="76"/>
                    <a:pt x="169" y="76"/>
                  </a:cubicBezTo>
                  <a:cubicBezTo>
                    <a:pt x="169" y="71"/>
                    <a:pt x="169" y="71"/>
                    <a:pt x="169" y="71"/>
                  </a:cubicBezTo>
                  <a:cubicBezTo>
                    <a:pt x="170" y="61"/>
                    <a:pt x="170" y="61"/>
                    <a:pt x="170" y="61"/>
                  </a:cubicBezTo>
                  <a:cubicBezTo>
                    <a:pt x="167" y="57"/>
                    <a:pt x="167" y="57"/>
                    <a:pt x="167" y="57"/>
                  </a:cubicBezTo>
                  <a:cubicBezTo>
                    <a:pt x="165" y="56"/>
                    <a:pt x="165" y="56"/>
                    <a:pt x="165" y="56"/>
                  </a:cubicBezTo>
                  <a:cubicBezTo>
                    <a:pt x="163" y="59"/>
                    <a:pt x="163" y="59"/>
                    <a:pt x="163" y="59"/>
                  </a:cubicBezTo>
                  <a:cubicBezTo>
                    <a:pt x="161" y="61"/>
                    <a:pt x="161" y="61"/>
                    <a:pt x="161" y="61"/>
                  </a:cubicBezTo>
                  <a:cubicBezTo>
                    <a:pt x="158" y="60"/>
                    <a:pt x="158" y="60"/>
                    <a:pt x="158" y="60"/>
                  </a:cubicBezTo>
                  <a:cubicBezTo>
                    <a:pt x="157" y="53"/>
                    <a:pt x="157" y="53"/>
                    <a:pt x="157" y="53"/>
                  </a:cubicBezTo>
                  <a:cubicBezTo>
                    <a:pt x="159" y="36"/>
                    <a:pt x="159" y="36"/>
                    <a:pt x="159" y="36"/>
                  </a:cubicBezTo>
                  <a:cubicBezTo>
                    <a:pt x="158" y="35"/>
                    <a:pt x="158" y="35"/>
                    <a:pt x="158" y="35"/>
                  </a:cubicBezTo>
                  <a:cubicBezTo>
                    <a:pt x="151" y="36"/>
                    <a:pt x="151" y="36"/>
                    <a:pt x="151" y="36"/>
                  </a:cubicBezTo>
                  <a:cubicBezTo>
                    <a:pt x="154" y="32"/>
                    <a:pt x="154" y="32"/>
                    <a:pt x="154" y="32"/>
                  </a:cubicBezTo>
                  <a:cubicBezTo>
                    <a:pt x="152" y="29"/>
                    <a:pt x="152" y="29"/>
                    <a:pt x="152" y="29"/>
                  </a:cubicBezTo>
                  <a:cubicBezTo>
                    <a:pt x="147" y="32"/>
                    <a:pt x="147" y="32"/>
                    <a:pt x="147" y="32"/>
                  </a:cubicBezTo>
                  <a:cubicBezTo>
                    <a:pt x="142" y="30"/>
                    <a:pt x="142" y="30"/>
                    <a:pt x="142" y="30"/>
                  </a:cubicBezTo>
                  <a:cubicBezTo>
                    <a:pt x="137" y="32"/>
                    <a:pt x="137" y="32"/>
                    <a:pt x="137" y="32"/>
                  </a:cubicBezTo>
                  <a:cubicBezTo>
                    <a:pt x="132" y="28"/>
                    <a:pt x="132" y="28"/>
                    <a:pt x="132" y="28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1" y="20"/>
                    <a:pt x="131" y="20"/>
                    <a:pt x="131" y="20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30" y="12"/>
                    <a:pt x="130" y="12"/>
                    <a:pt x="130" y="12"/>
                  </a:cubicBezTo>
                  <a:cubicBezTo>
                    <a:pt x="126" y="5"/>
                    <a:pt x="126" y="5"/>
                    <a:pt x="126" y="5"/>
                  </a:cubicBezTo>
                  <a:cubicBezTo>
                    <a:pt x="122" y="0"/>
                    <a:pt x="122" y="0"/>
                    <a:pt x="122" y="0"/>
                  </a:cubicBezTo>
                  <a:cubicBezTo>
                    <a:pt x="116" y="2"/>
                    <a:pt x="116" y="2"/>
                    <a:pt x="116" y="2"/>
                  </a:cubicBezTo>
                  <a:cubicBezTo>
                    <a:pt x="115" y="6"/>
                    <a:pt x="115" y="6"/>
                    <a:pt x="115" y="6"/>
                  </a:cubicBezTo>
                  <a:cubicBezTo>
                    <a:pt x="112" y="8"/>
                    <a:pt x="112" y="8"/>
                    <a:pt x="112" y="8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0" y="16"/>
                    <a:pt x="100" y="16"/>
                    <a:pt x="100" y="16"/>
                  </a:cubicBezTo>
                  <a:cubicBezTo>
                    <a:pt x="96" y="15"/>
                    <a:pt x="96" y="15"/>
                    <a:pt x="96" y="15"/>
                  </a:cubicBezTo>
                  <a:cubicBezTo>
                    <a:pt x="92" y="17"/>
                    <a:pt x="92" y="17"/>
                    <a:pt x="92" y="17"/>
                  </a:cubicBezTo>
                  <a:cubicBezTo>
                    <a:pt x="89" y="13"/>
                    <a:pt x="89" y="13"/>
                    <a:pt x="89" y="13"/>
                  </a:cubicBezTo>
                  <a:cubicBezTo>
                    <a:pt x="88" y="16"/>
                    <a:pt x="88" y="16"/>
                    <a:pt x="88" y="16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99" y="24"/>
                    <a:pt x="99" y="24"/>
                    <a:pt x="99" y="24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97" y="30"/>
                    <a:pt x="97" y="30"/>
                    <a:pt x="97" y="30"/>
                  </a:cubicBezTo>
                  <a:cubicBezTo>
                    <a:pt x="97" y="33"/>
                    <a:pt x="97" y="33"/>
                    <a:pt x="97" y="33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00" y="40"/>
                    <a:pt x="100" y="40"/>
                    <a:pt x="100" y="40"/>
                  </a:cubicBezTo>
                  <a:cubicBezTo>
                    <a:pt x="97" y="42"/>
                    <a:pt x="97" y="42"/>
                    <a:pt x="97" y="42"/>
                  </a:cubicBezTo>
                  <a:cubicBezTo>
                    <a:pt x="99" y="46"/>
                    <a:pt x="99" y="46"/>
                    <a:pt x="99" y="46"/>
                  </a:cubicBezTo>
                  <a:cubicBezTo>
                    <a:pt x="96" y="47"/>
                    <a:pt x="96" y="47"/>
                    <a:pt x="96" y="47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1" y="44"/>
                    <a:pt x="91" y="44"/>
                    <a:pt x="91" y="44"/>
                  </a:cubicBezTo>
                  <a:cubicBezTo>
                    <a:pt x="88" y="45"/>
                    <a:pt x="88" y="45"/>
                    <a:pt x="88" y="45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70" y="59"/>
                    <a:pt x="70" y="59"/>
                    <a:pt x="70" y="59"/>
                  </a:cubicBezTo>
                  <a:cubicBezTo>
                    <a:pt x="72" y="65"/>
                    <a:pt x="72" y="65"/>
                    <a:pt x="72" y="65"/>
                  </a:cubicBezTo>
                  <a:cubicBezTo>
                    <a:pt x="73" y="71"/>
                    <a:pt x="73" y="71"/>
                    <a:pt x="73" y="71"/>
                  </a:cubicBezTo>
                  <a:cubicBezTo>
                    <a:pt x="63" y="74"/>
                    <a:pt x="63" y="74"/>
                    <a:pt x="63" y="74"/>
                  </a:cubicBezTo>
                  <a:cubicBezTo>
                    <a:pt x="45" y="74"/>
                    <a:pt x="45" y="74"/>
                    <a:pt x="45" y="74"/>
                  </a:cubicBezTo>
                  <a:cubicBezTo>
                    <a:pt x="32" y="75"/>
                    <a:pt x="32" y="75"/>
                    <a:pt x="32" y="75"/>
                  </a:cubicBezTo>
                  <a:cubicBezTo>
                    <a:pt x="14" y="72"/>
                    <a:pt x="14" y="72"/>
                    <a:pt x="14" y="72"/>
                  </a:cubicBezTo>
                  <a:cubicBezTo>
                    <a:pt x="9" y="77"/>
                    <a:pt x="9" y="77"/>
                    <a:pt x="9" y="77"/>
                  </a:cubicBezTo>
                  <a:cubicBezTo>
                    <a:pt x="8" y="76"/>
                    <a:pt x="7" y="76"/>
                    <a:pt x="6" y="75"/>
                  </a:cubicBezTo>
                  <a:cubicBezTo>
                    <a:pt x="6" y="116"/>
                    <a:pt x="6" y="116"/>
                    <a:pt x="6" y="116"/>
                  </a:cubicBezTo>
                  <a:cubicBezTo>
                    <a:pt x="6" y="141"/>
                    <a:pt x="6" y="141"/>
                    <a:pt x="6" y="141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4" y="154"/>
                    <a:pt x="14" y="155"/>
                    <a:pt x="14" y="155"/>
                  </a:cubicBezTo>
                  <a:cubicBezTo>
                    <a:pt x="14" y="155"/>
                    <a:pt x="15" y="155"/>
                    <a:pt x="16" y="156"/>
                  </a:cubicBezTo>
                  <a:cubicBezTo>
                    <a:pt x="27" y="173"/>
                    <a:pt x="27" y="173"/>
                    <a:pt x="27" y="173"/>
                  </a:cubicBezTo>
                  <a:cubicBezTo>
                    <a:pt x="48" y="173"/>
                    <a:pt x="48" y="173"/>
                    <a:pt x="48" y="173"/>
                  </a:cubicBezTo>
                  <a:cubicBezTo>
                    <a:pt x="48" y="173"/>
                    <a:pt x="49" y="174"/>
                    <a:pt x="50" y="175"/>
                  </a:cubicBezTo>
                  <a:cubicBezTo>
                    <a:pt x="59" y="201"/>
                    <a:pt x="59" y="201"/>
                    <a:pt x="59" y="201"/>
                  </a:cubicBezTo>
                  <a:cubicBezTo>
                    <a:pt x="59" y="205"/>
                    <a:pt x="60" y="208"/>
                    <a:pt x="60" y="211"/>
                  </a:cubicBezTo>
                  <a:cubicBezTo>
                    <a:pt x="60" y="229"/>
                    <a:pt x="60" y="229"/>
                    <a:pt x="60" y="229"/>
                  </a:cubicBezTo>
                  <a:cubicBezTo>
                    <a:pt x="60" y="237"/>
                    <a:pt x="60" y="237"/>
                    <a:pt x="60" y="237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92" y="226"/>
                    <a:pt x="92" y="226"/>
                    <a:pt x="92" y="226"/>
                  </a:cubicBezTo>
                  <a:cubicBezTo>
                    <a:pt x="103" y="205"/>
                    <a:pt x="103" y="205"/>
                    <a:pt x="103" y="205"/>
                  </a:cubicBezTo>
                  <a:cubicBezTo>
                    <a:pt x="138" y="205"/>
                    <a:pt x="138" y="205"/>
                    <a:pt x="138" y="205"/>
                  </a:cubicBezTo>
                  <a:cubicBezTo>
                    <a:pt x="146" y="205"/>
                    <a:pt x="146" y="205"/>
                    <a:pt x="146" y="205"/>
                  </a:cubicBezTo>
                  <a:cubicBezTo>
                    <a:pt x="146" y="184"/>
                    <a:pt x="146" y="184"/>
                    <a:pt x="146" y="184"/>
                  </a:cubicBezTo>
                  <a:cubicBezTo>
                    <a:pt x="178" y="184"/>
                    <a:pt x="178" y="184"/>
                    <a:pt x="178" y="184"/>
                  </a:cubicBezTo>
                  <a:cubicBezTo>
                    <a:pt x="189" y="173"/>
                    <a:pt x="189" y="173"/>
                    <a:pt x="189" y="173"/>
                  </a:cubicBezTo>
                  <a:cubicBezTo>
                    <a:pt x="210" y="170"/>
                    <a:pt x="210" y="170"/>
                    <a:pt x="210" y="170"/>
                  </a:cubicBezTo>
                  <a:cubicBezTo>
                    <a:pt x="209" y="163"/>
                    <a:pt x="209" y="163"/>
                    <a:pt x="209" y="163"/>
                  </a:cubicBezTo>
                  <a:cubicBezTo>
                    <a:pt x="213" y="159"/>
                    <a:pt x="213" y="159"/>
                    <a:pt x="213" y="159"/>
                  </a:cubicBezTo>
                  <a:cubicBezTo>
                    <a:pt x="217" y="156"/>
                    <a:pt x="217" y="156"/>
                    <a:pt x="217" y="156"/>
                  </a:cubicBezTo>
                  <a:cubicBezTo>
                    <a:pt x="219" y="147"/>
                    <a:pt x="219" y="147"/>
                    <a:pt x="219" y="147"/>
                  </a:cubicBezTo>
                  <a:cubicBezTo>
                    <a:pt x="225" y="144"/>
                    <a:pt x="225" y="144"/>
                    <a:pt x="225" y="144"/>
                  </a:cubicBezTo>
                  <a:cubicBezTo>
                    <a:pt x="225" y="141"/>
                    <a:pt x="225" y="141"/>
                    <a:pt x="225" y="141"/>
                  </a:cubicBezTo>
                  <a:cubicBezTo>
                    <a:pt x="228" y="137"/>
                    <a:pt x="228" y="137"/>
                    <a:pt x="228" y="137"/>
                  </a:cubicBezTo>
                  <a:cubicBezTo>
                    <a:pt x="229" y="133"/>
                    <a:pt x="229" y="133"/>
                    <a:pt x="229" y="133"/>
                  </a:cubicBezTo>
                  <a:cubicBezTo>
                    <a:pt x="232" y="129"/>
                    <a:pt x="232" y="129"/>
                    <a:pt x="232" y="129"/>
                  </a:cubicBezTo>
                  <a:cubicBezTo>
                    <a:pt x="231" y="124"/>
                    <a:pt x="231" y="124"/>
                    <a:pt x="231" y="124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59" name="Korea, South" descr="© INSCALE GmbH, 05.05.2010&#10;http://www.presentationload.com/">
              <a:extLst>
                <a:ext uri="{FF2B5EF4-FFF2-40B4-BE49-F238E27FC236}">
                  <a16:creationId xmlns:a16="http://schemas.microsoft.com/office/drawing/2014/main" id="{ECCCD3CA-14DE-4089-93EA-0415A3C7BC3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522316" y="1982140"/>
              <a:ext cx="90469" cy="140004"/>
            </a:xfrm>
            <a:custGeom>
              <a:avLst/>
              <a:gdLst>
                <a:gd name="T0" fmla="*/ 2147483647 w 276"/>
                <a:gd name="T1" fmla="*/ 2147483647 h 426"/>
                <a:gd name="T2" fmla="*/ 2147483647 w 276"/>
                <a:gd name="T3" fmla="*/ 2147483647 h 426"/>
                <a:gd name="T4" fmla="*/ 2147483647 w 276"/>
                <a:gd name="T5" fmla="*/ 2147483647 h 426"/>
                <a:gd name="T6" fmla="*/ 2147483647 w 276"/>
                <a:gd name="T7" fmla="*/ 2147483647 h 426"/>
                <a:gd name="T8" fmla="*/ 2147483647 w 276"/>
                <a:gd name="T9" fmla="*/ 2147483647 h 426"/>
                <a:gd name="T10" fmla="*/ 2147483647 w 276"/>
                <a:gd name="T11" fmla="*/ 2147483647 h 426"/>
                <a:gd name="T12" fmla="*/ 2147483647 w 276"/>
                <a:gd name="T13" fmla="*/ 2147483647 h 426"/>
                <a:gd name="T14" fmla="*/ 2147483647 w 276"/>
                <a:gd name="T15" fmla="*/ 2147483647 h 426"/>
                <a:gd name="T16" fmla="*/ 2147483647 w 276"/>
                <a:gd name="T17" fmla="*/ 2147483647 h 426"/>
                <a:gd name="T18" fmla="*/ 2147483647 w 276"/>
                <a:gd name="T19" fmla="*/ 2147483647 h 426"/>
                <a:gd name="T20" fmla="*/ 2147483647 w 276"/>
                <a:gd name="T21" fmla="*/ 2147483647 h 426"/>
                <a:gd name="T22" fmla="*/ 2147483647 w 276"/>
                <a:gd name="T23" fmla="*/ 2147483647 h 426"/>
                <a:gd name="T24" fmla="*/ 2147483647 w 276"/>
                <a:gd name="T25" fmla="*/ 0 h 426"/>
                <a:gd name="T26" fmla="*/ 2147483647 w 276"/>
                <a:gd name="T27" fmla="*/ 2147483647 h 426"/>
                <a:gd name="T28" fmla="*/ 2147483647 w 276"/>
                <a:gd name="T29" fmla="*/ 2147483647 h 426"/>
                <a:gd name="T30" fmla="*/ 2147483647 w 276"/>
                <a:gd name="T31" fmla="*/ 2147483647 h 426"/>
                <a:gd name="T32" fmla="*/ 2147483647 w 276"/>
                <a:gd name="T33" fmla="*/ 2147483647 h 426"/>
                <a:gd name="T34" fmla="*/ 0 w 276"/>
                <a:gd name="T35" fmla="*/ 2147483647 h 426"/>
                <a:gd name="T36" fmla="*/ 2147483647 w 276"/>
                <a:gd name="T37" fmla="*/ 2147483647 h 426"/>
                <a:gd name="T38" fmla="*/ 2147483647 w 276"/>
                <a:gd name="T39" fmla="*/ 2147483647 h 426"/>
                <a:gd name="T40" fmla="*/ 2147483647 w 276"/>
                <a:gd name="T41" fmla="*/ 2147483647 h 426"/>
                <a:gd name="T42" fmla="*/ 2147483647 w 276"/>
                <a:gd name="T43" fmla="*/ 2147483647 h 426"/>
                <a:gd name="T44" fmla="*/ 2147483647 w 276"/>
                <a:gd name="T45" fmla="*/ 2147483647 h 426"/>
                <a:gd name="T46" fmla="*/ 2147483647 w 276"/>
                <a:gd name="T47" fmla="*/ 2147483647 h 426"/>
                <a:gd name="T48" fmla="*/ 2147483647 w 276"/>
                <a:gd name="T49" fmla="*/ 2147483647 h 426"/>
                <a:gd name="T50" fmla="*/ 2147483647 w 276"/>
                <a:gd name="T51" fmla="*/ 2147483647 h 426"/>
                <a:gd name="T52" fmla="*/ 2147483647 w 276"/>
                <a:gd name="T53" fmla="*/ 2147483647 h 426"/>
                <a:gd name="T54" fmla="*/ 2147483647 w 276"/>
                <a:gd name="T55" fmla="*/ 2147483647 h 426"/>
                <a:gd name="T56" fmla="*/ 2147483647 w 276"/>
                <a:gd name="T57" fmla="*/ 2147483647 h 426"/>
                <a:gd name="T58" fmla="*/ 2147483647 w 276"/>
                <a:gd name="T59" fmla="*/ 2147483647 h 426"/>
                <a:gd name="T60" fmla="*/ 2147483647 w 276"/>
                <a:gd name="T61" fmla="*/ 2147483647 h 426"/>
                <a:gd name="T62" fmla="*/ 2147483647 w 276"/>
                <a:gd name="T63" fmla="*/ 2147483647 h 426"/>
                <a:gd name="T64" fmla="*/ 2147483647 w 276"/>
                <a:gd name="T65" fmla="*/ 2147483647 h 426"/>
                <a:gd name="T66" fmla="*/ 2147483647 w 276"/>
                <a:gd name="T67" fmla="*/ 2147483647 h 426"/>
                <a:gd name="T68" fmla="*/ 2147483647 w 276"/>
                <a:gd name="T69" fmla="*/ 2147483647 h 426"/>
                <a:gd name="T70" fmla="*/ 2147483647 w 276"/>
                <a:gd name="T71" fmla="*/ 2147483647 h 426"/>
                <a:gd name="T72" fmla="*/ 2147483647 w 276"/>
                <a:gd name="T73" fmla="*/ 2147483647 h 426"/>
                <a:gd name="T74" fmla="*/ 2147483647 w 276"/>
                <a:gd name="T75" fmla="*/ 2147483647 h 42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276"/>
                <a:gd name="T115" fmla="*/ 0 h 426"/>
                <a:gd name="T116" fmla="*/ 276 w 276"/>
                <a:gd name="T117" fmla="*/ 426 h 42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276" h="426">
                  <a:moveTo>
                    <a:pt x="150" y="402"/>
                  </a:moveTo>
                  <a:lnTo>
                    <a:pt x="132" y="408"/>
                  </a:lnTo>
                  <a:lnTo>
                    <a:pt x="126" y="414"/>
                  </a:lnTo>
                  <a:lnTo>
                    <a:pt x="138" y="426"/>
                  </a:lnTo>
                  <a:lnTo>
                    <a:pt x="162" y="426"/>
                  </a:lnTo>
                  <a:lnTo>
                    <a:pt x="174" y="414"/>
                  </a:lnTo>
                  <a:lnTo>
                    <a:pt x="174" y="408"/>
                  </a:lnTo>
                  <a:lnTo>
                    <a:pt x="168" y="402"/>
                  </a:lnTo>
                  <a:lnTo>
                    <a:pt x="150" y="402"/>
                  </a:lnTo>
                  <a:close/>
                  <a:moveTo>
                    <a:pt x="276" y="246"/>
                  </a:moveTo>
                  <a:lnTo>
                    <a:pt x="270" y="228"/>
                  </a:lnTo>
                  <a:lnTo>
                    <a:pt x="264" y="216"/>
                  </a:lnTo>
                  <a:lnTo>
                    <a:pt x="246" y="198"/>
                  </a:lnTo>
                  <a:lnTo>
                    <a:pt x="252" y="186"/>
                  </a:lnTo>
                  <a:lnTo>
                    <a:pt x="252" y="180"/>
                  </a:lnTo>
                  <a:lnTo>
                    <a:pt x="246" y="162"/>
                  </a:lnTo>
                  <a:lnTo>
                    <a:pt x="240" y="150"/>
                  </a:lnTo>
                  <a:lnTo>
                    <a:pt x="210" y="120"/>
                  </a:lnTo>
                  <a:lnTo>
                    <a:pt x="198" y="102"/>
                  </a:lnTo>
                  <a:lnTo>
                    <a:pt x="168" y="72"/>
                  </a:lnTo>
                  <a:lnTo>
                    <a:pt x="144" y="66"/>
                  </a:lnTo>
                  <a:lnTo>
                    <a:pt x="144" y="60"/>
                  </a:lnTo>
                  <a:lnTo>
                    <a:pt x="138" y="54"/>
                  </a:lnTo>
                  <a:lnTo>
                    <a:pt x="132" y="42"/>
                  </a:lnTo>
                  <a:lnTo>
                    <a:pt x="102" y="12"/>
                  </a:lnTo>
                  <a:lnTo>
                    <a:pt x="96" y="0"/>
                  </a:lnTo>
                  <a:lnTo>
                    <a:pt x="78" y="12"/>
                  </a:lnTo>
                  <a:lnTo>
                    <a:pt x="48" y="12"/>
                  </a:lnTo>
                  <a:lnTo>
                    <a:pt x="24" y="24"/>
                  </a:lnTo>
                  <a:lnTo>
                    <a:pt x="18" y="30"/>
                  </a:lnTo>
                  <a:lnTo>
                    <a:pt x="12" y="30"/>
                  </a:lnTo>
                  <a:lnTo>
                    <a:pt x="12" y="36"/>
                  </a:lnTo>
                  <a:lnTo>
                    <a:pt x="18" y="42"/>
                  </a:lnTo>
                  <a:lnTo>
                    <a:pt x="18" y="48"/>
                  </a:lnTo>
                  <a:lnTo>
                    <a:pt x="12" y="54"/>
                  </a:lnTo>
                  <a:lnTo>
                    <a:pt x="0" y="60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2" y="84"/>
                  </a:lnTo>
                  <a:lnTo>
                    <a:pt x="24" y="90"/>
                  </a:lnTo>
                  <a:lnTo>
                    <a:pt x="30" y="90"/>
                  </a:lnTo>
                  <a:lnTo>
                    <a:pt x="42" y="96"/>
                  </a:lnTo>
                  <a:lnTo>
                    <a:pt x="60" y="132"/>
                  </a:lnTo>
                  <a:lnTo>
                    <a:pt x="54" y="132"/>
                  </a:lnTo>
                  <a:lnTo>
                    <a:pt x="48" y="126"/>
                  </a:lnTo>
                  <a:lnTo>
                    <a:pt x="36" y="126"/>
                  </a:lnTo>
                  <a:lnTo>
                    <a:pt x="24" y="120"/>
                  </a:lnTo>
                  <a:lnTo>
                    <a:pt x="6" y="120"/>
                  </a:lnTo>
                  <a:lnTo>
                    <a:pt x="6" y="126"/>
                  </a:lnTo>
                  <a:lnTo>
                    <a:pt x="18" y="132"/>
                  </a:lnTo>
                  <a:lnTo>
                    <a:pt x="30" y="144"/>
                  </a:lnTo>
                  <a:lnTo>
                    <a:pt x="42" y="150"/>
                  </a:lnTo>
                  <a:lnTo>
                    <a:pt x="54" y="192"/>
                  </a:lnTo>
                  <a:lnTo>
                    <a:pt x="90" y="198"/>
                  </a:lnTo>
                  <a:lnTo>
                    <a:pt x="90" y="228"/>
                  </a:lnTo>
                  <a:lnTo>
                    <a:pt x="78" y="240"/>
                  </a:lnTo>
                  <a:lnTo>
                    <a:pt x="78" y="270"/>
                  </a:lnTo>
                  <a:lnTo>
                    <a:pt x="84" y="282"/>
                  </a:lnTo>
                  <a:lnTo>
                    <a:pt x="102" y="300"/>
                  </a:lnTo>
                  <a:lnTo>
                    <a:pt x="108" y="300"/>
                  </a:lnTo>
                  <a:lnTo>
                    <a:pt x="108" y="306"/>
                  </a:lnTo>
                  <a:lnTo>
                    <a:pt x="102" y="312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32" y="330"/>
                  </a:lnTo>
                  <a:lnTo>
                    <a:pt x="144" y="324"/>
                  </a:lnTo>
                  <a:lnTo>
                    <a:pt x="144" y="318"/>
                  </a:lnTo>
                  <a:lnTo>
                    <a:pt x="150" y="312"/>
                  </a:lnTo>
                  <a:lnTo>
                    <a:pt x="150" y="306"/>
                  </a:lnTo>
                  <a:lnTo>
                    <a:pt x="198" y="282"/>
                  </a:lnTo>
                  <a:lnTo>
                    <a:pt x="222" y="288"/>
                  </a:lnTo>
                  <a:lnTo>
                    <a:pt x="234" y="270"/>
                  </a:lnTo>
                  <a:lnTo>
                    <a:pt x="258" y="270"/>
                  </a:lnTo>
                  <a:lnTo>
                    <a:pt x="270" y="264"/>
                  </a:lnTo>
                  <a:lnTo>
                    <a:pt x="276" y="264"/>
                  </a:lnTo>
                  <a:lnTo>
                    <a:pt x="276" y="246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60" name="Korea, North" descr="© INSCALE GmbH, 05.05.2010&#10;http://www.presentationload.com/">
              <a:extLst>
                <a:ext uri="{FF2B5EF4-FFF2-40B4-BE49-F238E27FC236}">
                  <a16:creationId xmlns:a16="http://schemas.microsoft.com/office/drawing/2014/main" id="{BF7EC7B7-FFB2-482B-9561-42059677F58E}"/>
                </a:ext>
              </a:extLst>
            </p:cNvPr>
            <p:cNvSpPr>
              <a:spLocks/>
            </p:cNvSpPr>
            <p:nvPr/>
          </p:nvSpPr>
          <p:spPr bwMode="gray">
            <a:xfrm>
              <a:off x="6447355" y="1866537"/>
              <a:ext cx="108563" cy="137434"/>
            </a:xfrm>
            <a:custGeom>
              <a:avLst/>
              <a:gdLst>
                <a:gd name="T0" fmla="*/ 2147483647 w 330"/>
                <a:gd name="T1" fmla="*/ 0 h 420"/>
                <a:gd name="T2" fmla="*/ 2147483647 w 330"/>
                <a:gd name="T3" fmla="*/ 2147483647 h 420"/>
                <a:gd name="T4" fmla="*/ 2147483647 w 330"/>
                <a:gd name="T5" fmla="*/ 2147483647 h 420"/>
                <a:gd name="T6" fmla="*/ 2147483647 w 330"/>
                <a:gd name="T7" fmla="*/ 2147483647 h 420"/>
                <a:gd name="T8" fmla="*/ 2147483647 w 330"/>
                <a:gd name="T9" fmla="*/ 2147483647 h 420"/>
                <a:gd name="T10" fmla="*/ 2147483647 w 330"/>
                <a:gd name="T11" fmla="*/ 2147483647 h 420"/>
                <a:gd name="T12" fmla="*/ 2147483647 w 330"/>
                <a:gd name="T13" fmla="*/ 2147483647 h 420"/>
                <a:gd name="T14" fmla="*/ 2147483647 w 330"/>
                <a:gd name="T15" fmla="*/ 2147483647 h 420"/>
                <a:gd name="T16" fmla="*/ 2147483647 w 330"/>
                <a:gd name="T17" fmla="*/ 2147483647 h 420"/>
                <a:gd name="T18" fmla="*/ 2147483647 w 330"/>
                <a:gd name="T19" fmla="*/ 2147483647 h 420"/>
                <a:gd name="T20" fmla="*/ 2147483647 w 330"/>
                <a:gd name="T21" fmla="*/ 2147483647 h 420"/>
                <a:gd name="T22" fmla="*/ 2147483647 w 330"/>
                <a:gd name="T23" fmla="*/ 2147483647 h 420"/>
                <a:gd name="T24" fmla="*/ 2147483647 w 330"/>
                <a:gd name="T25" fmla="*/ 2147483647 h 420"/>
                <a:gd name="T26" fmla="*/ 2147483647 w 330"/>
                <a:gd name="T27" fmla="*/ 2147483647 h 420"/>
                <a:gd name="T28" fmla="*/ 2147483647 w 330"/>
                <a:gd name="T29" fmla="*/ 2147483647 h 420"/>
                <a:gd name="T30" fmla="*/ 2147483647 w 330"/>
                <a:gd name="T31" fmla="*/ 2147483647 h 420"/>
                <a:gd name="T32" fmla="*/ 2147483647 w 330"/>
                <a:gd name="T33" fmla="*/ 2147483647 h 420"/>
                <a:gd name="T34" fmla="*/ 2147483647 w 330"/>
                <a:gd name="T35" fmla="*/ 2147483647 h 420"/>
                <a:gd name="T36" fmla="*/ 2147483647 w 330"/>
                <a:gd name="T37" fmla="*/ 2147483647 h 420"/>
                <a:gd name="T38" fmla="*/ 2147483647 w 330"/>
                <a:gd name="T39" fmla="*/ 2147483647 h 420"/>
                <a:gd name="T40" fmla="*/ 2147483647 w 330"/>
                <a:gd name="T41" fmla="*/ 2147483647 h 420"/>
                <a:gd name="T42" fmla="*/ 2147483647 w 330"/>
                <a:gd name="T43" fmla="*/ 2147483647 h 420"/>
                <a:gd name="T44" fmla="*/ 2147483647 w 330"/>
                <a:gd name="T45" fmla="*/ 2147483647 h 420"/>
                <a:gd name="T46" fmla="*/ 2147483647 w 330"/>
                <a:gd name="T47" fmla="*/ 2147483647 h 420"/>
                <a:gd name="T48" fmla="*/ 2147483647 w 330"/>
                <a:gd name="T49" fmla="*/ 2147483647 h 420"/>
                <a:gd name="T50" fmla="*/ 2147483647 w 330"/>
                <a:gd name="T51" fmla="*/ 2147483647 h 420"/>
                <a:gd name="T52" fmla="*/ 2147483647 w 330"/>
                <a:gd name="T53" fmla="*/ 2147483647 h 420"/>
                <a:gd name="T54" fmla="*/ 2147483647 w 330"/>
                <a:gd name="T55" fmla="*/ 2147483647 h 420"/>
                <a:gd name="T56" fmla="*/ 2147483647 w 330"/>
                <a:gd name="T57" fmla="*/ 2147483647 h 420"/>
                <a:gd name="T58" fmla="*/ 2147483647 w 330"/>
                <a:gd name="T59" fmla="*/ 2147483647 h 420"/>
                <a:gd name="T60" fmla="*/ 2147483647 w 330"/>
                <a:gd name="T61" fmla="*/ 2147483647 h 420"/>
                <a:gd name="T62" fmla="*/ 2147483647 w 330"/>
                <a:gd name="T63" fmla="*/ 2147483647 h 420"/>
                <a:gd name="T64" fmla="*/ 2147483647 w 330"/>
                <a:gd name="T65" fmla="*/ 2147483647 h 420"/>
                <a:gd name="T66" fmla="*/ 2147483647 w 330"/>
                <a:gd name="T67" fmla="*/ 2147483647 h 420"/>
                <a:gd name="T68" fmla="*/ 2147483647 w 330"/>
                <a:gd name="T69" fmla="*/ 2147483647 h 420"/>
                <a:gd name="T70" fmla="*/ 2147483647 w 330"/>
                <a:gd name="T71" fmla="*/ 2147483647 h 420"/>
                <a:gd name="T72" fmla="*/ 2147483647 w 330"/>
                <a:gd name="T73" fmla="*/ 2147483647 h 420"/>
                <a:gd name="T74" fmla="*/ 2147483647 w 330"/>
                <a:gd name="T75" fmla="*/ 2147483647 h 420"/>
                <a:gd name="T76" fmla="*/ 2147483647 w 330"/>
                <a:gd name="T77" fmla="*/ 2147483647 h 420"/>
                <a:gd name="T78" fmla="*/ 2147483647 w 330"/>
                <a:gd name="T79" fmla="*/ 2147483647 h 420"/>
                <a:gd name="T80" fmla="*/ 2147483647 w 330"/>
                <a:gd name="T81" fmla="*/ 2147483647 h 420"/>
                <a:gd name="T82" fmla="*/ 2147483647 w 330"/>
                <a:gd name="T83" fmla="*/ 2147483647 h 420"/>
                <a:gd name="T84" fmla="*/ 2147483647 w 330"/>
                <a:gd name="T85" fmla="*/ 2147483647 h 420"/>
                <a:gd name="T86" fmla="*/ 2147483647 w 330"/>
                <a:gd name="T87" fmla="*/ 2147483647 h 420"/>
                <a:gd name="T88" fmla="*/ 2147483647 w 330"/>
                <a:gd name="T89" fmla="*/ 2147483647 h 420"/>
                <a:gd name="T90" fmla="*/ 2147483647 w 330"/>
                <a:gd name="T91" fmla="*/ 2147483647 h 420"/>
                <a:gd name="T92" fmla="*/ 2147483647 w 330"/>
                <a:gd name="T93" fmla="*/ 2147483647 h 420"/>
                <a:gd name="T94" fmla="*/ 2147483647 w 330"/>
                <a:gd name="T95" fmla="*/ 2147483647 h 420"/>
                <a:gd name="T96" fmla="*/ 2147483647 w 330"/>
                <a:gd name="T97" fmla="*/ 2147483647 h 420"/>
                <a:gd name="T98" fmla="*/ 2147483647 w 330"/>
                <a:gd name="T99" fmla="*/ 2147483647 h 420"/>
                <a:gd name="T100" fmla="*/ 2147483647 w 330"/>
                <a:gd name="T101" fmla="*/ 2147483647 h 420"/>
                <a:gd name="T102" fmla="*/ 2147483647 w 330"/>
                <a:gd name="T103" fmla="*/ 0 h 42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330"/>
                <a:gd name="T157" fmla="*/ 0 h 420"/>
                <a:gd name="T158" fmla="*/ 330 w 330"/>
                <a:gd name="T159" fmla="*/ 420 h 42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330" h="420">
                  <a:moveTo>
                    <a:pt x="270" y="0"/>
                  </a:moveTo>
                  <a:lnTo>
                    <a:pt x="240" y="0"/>
                  </a:lnTo>
                  <a:lnTo>
                    <a:pt x="240" y="6"/>
                  </a:lnTo>
                  <a:lnTo>
                    <a:pt x="246" y="12"/>
                  </a:lnTo>
                  <a:lnTo>
                    <a:pt x="252" y="24"/>
                  </a:lnTo>
                  <a:lnTo>
                    <a:pt x="252" y="42"/>
                  </a:lnTo>
                  <a:lnTo>
                    <a:pt x="228" y="42"/>
                  </a:lnTo>
                  <a:lnTo>
                    <a:pt x="234" y="54"/>
                  </a:lnTo>
                  <a:lnTo>
                    <a:pt x="234" y="60"/>
                  </a:lnTo>
                  <a:lnTo>
                    <a:pt x="228" y="72"/>
                  </a:lnTo>
                  <a:lnTo>
                    <a:pt x="216" y="78"/>
                  </a:lnTo>
                  <a:lnTo>
                    <a:pt x="204" y="72"/>
                  </a:lnTo>
                  <a:lnTo>
                    <a:pt x="180" y="72"/>
                  </a:lnTo>
                  <a:lnTo>
                    <a:pt x="174" y="66"/>
                  </a:lnTo>
                  <a:lnTo>
                    <a:pt x="168" y="72"/>
                  </a:lnTo>
                  <a:lnTo>
                    <a:pt x="168" y="84"/>
                  </a:lnTo>
                  <a:lnTo>
                    <a:pt x="192" y="108"/>
                  </a:lnTo>
                  <a:lnTo>
                    <a:pt x="198" y="108"/>
                  </a:lnTo>
                  <a:lnTo>
                    <a:pt x="198" y="120"/>
                  </a:lnTo>
                  <a:lnTo>
                    <a:pt x="150" y="120"/>
                  </a:lnTo>
                  <a:lnTo>
                    <a:pt x="138" y="114"/>
                  </a:lnTo>
                  <a:lnTo>
                    <a:pt x="126" y="114"/>
                  </a:lnTo>
                  <a:lnTo>
                    <a:pt x="114" y="102"/>
                  </a:lnTo>
                  <a:lnTo>
                    <a:pt x="102" y="96"/>
                  </a:lnTo>
                  <a:lnTo>
                    <a:pt x="90" y="96"/>
                  </a:lnTo>
                  <a:lnTo>
                    <a:pt x="90" y="102"/>
                  </a:lnTo>
                  <a:lnTo>
                    <a:pt x="84" y="108"/>
                  </a:lnTo>
                  <a:lnTo>
                    <a:pt x="84" y="138"/>
                  </a:lnTo>
                  <a:lnTo>
                    <a:pt x="66" y="174"/>
                  </a:lnTo>
                  <a:lnTo>
                    <a:pt x="54" y="186"/>
                  </a:lnTo>
                  <a:lnTo>
                    <a:pt x="18" y="204"/>
                  </a:lnTo>
                  <a:lnTo>
                    <a:pt x="12" y="216"/>
                  </a:lnTo>
                  <a:lnTo>
                    <a:pt x="6" y="222"/>
                  </a:lnTo>
                  <a:lnTo>
                    <a:pt x="6" y="234"/>
                  </a:lnTo>
                  <a:lnTo>
                    <a:pt x="0" y="246"/>
                  </a:lnTo>
                  <a:lnTo>
                    <a:pt x="12" y="228"/>
                  </a:lnTo>
                  <a:lnTo>
                    <a:pt x="18" y="246"/>
                  </a:lnTo>
                  <a:lnTo>
                    <a:pt x="36" y="270"/>
                  </a:lnTo>
                  <a:lnTo>
                    <a:pt x="48" y="252"/>
                  </a:lnTo>
                  <a:lnTo>
                    <a:pt x="54" y="258"/>
                  </a:lnTo>
                  <a:lnTo>
                    <a:pt x="60" y="270"/>
                  </a:lnTo>
                  <a:lnTo>
                    <a:pt x="96" y="270"/>
                  </a:lnTo>
                  <a:lnTo>
                    <a:pt x="96" y="282"/>
                  </a:lnTo>
                  <a:lnTo>
                    <a:pt x="102" y="294"/>
                  </a:lnTo>
                  <a:lnTo>
                    <a:pt x="102" y="336"/>
                  </a:lnTo>
                  <a:lnTo>
                    <a:pt x="138" y="336"/>
                  </a:lnTo>
                  <a:lnTo>
                    <a:pt x="144" y="348"/>
                  </a:lnTo>
                  <a:lnTo>
                    <a:pt x="132" y="342"/>
                  </a:lnTo>
                  <a:lnTo>
                    <a:pt x="108" y="342"/>
                  </a:lnTo>
                  <a:lnTo>
                    <a:pt x="102" y="348"/>
                  </a:lnTo>
                  <a:lnTo>
                    <a:pt x="102" y="360"/>
                  </a:lnTo>
                  <a:lnTo>
                    <a:pt x="108" y="378"/>
                  </a:lnTo>
                  <a:lnTo>
                    <a:pt x="114" y="384"/>
                  </a:lnTo>
                  <a:lnTo>
                    <a:pt x="126" y="408"/>
                  </a:lnTo>
                  <a:lnTo>
                    <a:pt x="156" y="396"/>
                  </a:lnTo>
                  <a:lnTo>
                    <a:pt x="162" y="402"/>
                  </a:lnTo>
                  <a:lnTo>
                    <a:pt x="174" y="408"/>
                  </a:lnTo>
                  <a:lnTo>
                    <a:pt x="180" y="414"/>
                  </a:lnTo>
                  <a:lnTo>
                    <a:pt x="192" y="420"/>
                  </a:lnTo>
                  <a:lnTo>
                    <a:pt x="198" y="420"/>
                  </a:lnTo>
                  <a:lnTo>
                    <a:pt x="216" y="414"/>
                  </a:lnTo>
                  <a:lnTo>
                    <a:pt x="228" y="414"/>
                  </a:lnTo>
                  <a:lnTo>
                    <a:pt x="240" y="408"/>
                  </a:lnTo>
                  <a:lnTo>
                    <a:pt x="246" y="402"/>
                  </a:lnTo>
                  <a:lnTo>
                    <a:pt x="246" y="396"/>
                  </a:lnTo>
                  <a:lnTo>
                    <a:pt x="240" y="390"/>
                  </a:lnTo>
                  <a:lnTo>
                    <a:pt x="240" y="384"/>
                  </a:lnTo>
                  <a:lnTo>
                    <a:pt x="246" y="384"/>
                  </a:lnTo>
                  <a:lnTo>
                    <a:pt x="252" y="378"/>
                  </a:lnTo>
                  <a:lnTo>
                    <a:pt x="276" y="366"/>
                  </a:lnTo>
                  <a:lnTo>
                    <a:pt x="306" y="366"/>
                  </a:lnTo>
                  <a:lnTo>
                    <a:pt x="324" y="354"/>
                  </a:lnTo>
                  <a:lnTo>
                    <a:pt x="312" y="342"/>
                  </a:lnTo>
                  <a:lnTo>
                    <a:pt x="312" y="336"/>
                  </a:lnTo>
                  <a:lnTo>
                    <a:pt x="264" y="312"/>
                  </a:lnTo>
                  <a:lnTo>
                    <a:pt x="240" y="312"/>
                  </a:lnTo>
                  <a:lnTo>
                    <a:pt x="240" y="300"/>
                  </a:lnTo>
                  <a:lnTo>
                    <a:pt x="246" y="288"/>
                  </a:lnTo>
                  <a:lnTo>
                    <a:pt x="252" y="282"/>
                  </a:lnTo>
                  <a:lnTo>
                    <a:pt x="246" y="276"/>
                  </a:lnTo>
                  <a:lnTo>
                    <a:pt x="234" y="270"/>
                  </a:lnTo>
                  <a:lnTo>
                    <a:pt x="228" y="264"/>
                  </a:lnTo>
                  <a:lnTo>
                    <a:pt x="228" y="252"/>
                  </a:lnTo>
                  <a:lnTo>
                    <a:pt x="240" y="246"/>
                  </a:lnTo>
                  <a:lnTo>
                    <a:pt x="246" y="240"/>
                  </a:lnTo>
                  <a:lnTo>
                    <a:pt x="258" y="234"/>
                  </a:lnTo>
                  <a:lnTo>
                    <a:pt x="270" y="234"/>
                  </a:lnTo>
                  <a:lnTo>
                    <a:pt x="276" y="228"/>
                  </a:lnTo>
                  <a:lnTo>
                    <a:pt x="288" y="204"/>
                  </a:lnTo>
                  <a:lnTo>
                    <a:pt x="288" y="192"/>
                  </a:lnTo>
                  <a:lnTo>
                    <a:pt x="294" y="186"/>
                  </a:lnTo>
                  <a:lnTo>
                    <a:pt x="300" y="174"/>
                  </a:lnTo>
                  <a:lnTo>
                    <a:pt x="324" y="162"/>
                  </a:lnTo>
                  <a:lnTo>
                    <a:pt x="312" y="132"/>
                  </a:lnTo>
                  <a:lnTo>
                    <a:pt x="306" y="126"/>
                  </a:lnTo>
                  <a:lnTo>
                    <a:pt x="294" y="102"/>
                  </a:lnTo>
                  <a:lnTo>
                    <a:pt x="294" y="90"/>
                  </a:lnTo>
                  <a:lnTo>
                    <a:pt x="306" y="66"/>
                  </a:lnTo>
                  <a:lnTo>
                    <a:pt x="318" y="60"/>
                  </a:lnTo>
                  <a:lnTo>
                    <a:pt x="324" y="54"/>
                  </a:lnTo>
                  <a:lnTo>
                    <a:pt x="330" y="54"/>
                  </a:lnTo>
                  <a:lnTo>
                    <a:pt x="312" y="36"/>
                  </a:lnTo>
                  <a:lnTo>
                    <a:pt x="288" y="24"/>
                  </a:lnTo>
                  <a:lnTo>
                    <a:pt x="270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61" name="Kenya" descr="© INSCALE GmbH, 05.05.2010&#10;http://www.presentationload.com/">
              <a:extLst>
                <a:ext uri="{FF2B5EF4-FFF2-40B4-BE49-F238E27FC236}">
                  <a16:creationId xmlns:a16="http://schemas.microsoft.com/office/drawing/2014/main" id="{CB490832-B910-4B68-836F-E7B62DD76BCA}"/>
                </a:ext>
              </a:extLst>
            </p:cNvPr>
            <p:cNvSpPr>
              <a:spLocks/>
            </p:cNvSpPr>
            <p:nvPr/>
          </p:nvSpPr>
          <p:spPr bwMode="gray">
            <a:xfrm>
              <a:off x="4533285" y="2877379"/>
              <a:ext cx="186108" cy="250464"/>
            </a:xfrm>
            <a:custGeom>
              <a:avLst/>
              <a:gdLst>
                <a:gd name="T0" fmla="*/ 2147483647 w 564"/>
                <a:gd name="T1" fmla="*/ 2147483647 h 762"/>
                <a:gd name="T2" fmla="*/ 2147483647 w 564"/>
                <a:gd name="T3" fmla="*/ 2147483647 h 762"/>
                <a:gd name="T4" fmla="*/ 2147483647 w 564"/>
                <a:gd name="T5" fmla="*/ 2147483647 h 762"/>
                <a:gd name="T6" fmla="*/ 2147483647 w 564"/>
                <a:gd name="T7" fmla="*/ 2147483647 h 762"/>
                <a:gd name="T8" fmla="*/ 2147483647 w 564"/>
                <a:gd name="T9" fmla="*/ 2147483647 h 762"/>
                <a:gd name="T10" fmla="*/ 2147483647 w 564"/>
                <a:gd name="T11" fmla="*/ 2147483647 h 762"/>
                <a:gd name="T12" fmla="*/ 2147483647 w 564"/>
                <a:gd name="T13" fmla="*/ 2147483647 h 762"/>
                <a:gd name="T14" fmla="*/ 2147483647 w 564"/>
                <a:gd name="T15" fmla="*/ 2147483647 h 762"/>
                <a:gd name="T16" fmla="*/ 2147483647 w 564"/>
                <a:gd name="T17" fmla="*/ 2147483647 h 762"/>
                <a:gd name="T18" fmla="*/ 2147483647 w 564"/>
                <a:gd name="T19" fmla="*/ 2147483647 h 762"/>
                <a:gd name="T20" fmla="*/ 2147483647 w 564"/>
                <a:gd name="T21" fmla="*/ 2147483647 h 762"/>
                <a:gd name="T22" fmla="*/ 2147483647 w 564"/>
                <a:gd name="T23" fmla="*/ 2147483647 h 762"/>
                <a:gd name="T24" fmla="*/ 2147483647 w 564"/>
                <a:gd name="T25" fmla="*/ 0 h 762"/>
                <a:gd name="T26" fmla="*/ 2147483647 w 564"/>
                <a:gd name="T27" fmla="*/ 2147483647 h 762"/>
                <a:gd name="T28" fmla="*/ 2147483647 w 564"/>
                <a:gd name="T29" fmla="*/ 2147483647 h 762"/>
                <a:gd name="T30" fmla="*/ 2147483647 w 564"/>
                <a:gd name="T31" fmla="*/ 2147483647 h 762"/>
                <a:gd name="T32" fmla="*/ 2147483647 w 564"/>
                <a:gd name="T33" fmla="*/ 2147483647 h 762"/>
                <a:gd name="T34" fmla="*/ 2147483647 w 564"/>
                <a:gd name="T35" fmla="*/ 2147483647 h 762"/>
                <a:gd name="T36" fmla="*/ 2147483647 w 564"/>
                <a:gd name="T37" fmla="*/ 2147483647 h 762"/>
                <a:gd name="T38" fmla="*/ 2147483647 w 564"/>
                <a:gd name="T39" fmla="*/ 2147483647 h 762"/>
                <a:gd name="T40" fmla="*/ 2147483647 w 564"/>
                <a:gd name="T41" fmla="*/ 2147483647 h 762"/>
                <a:gd name="T42" fmla="*/ 2147483647 w 564"/>
                <a:gd name="T43" fmla="*/ 2147483647 h 762"/>
                <a:gd name="T44" fmla="*/ 2147483647 w 564"/>
                <a:gd name="T45" fmla="*/ 2147483647 h 762"/>
                <a:gd name="T46" fmla="*/ 2147483647 w 564"/>
                <a:gd name="T47" fmla="*/ 2147483647 h 762"/>
                <a:gd name="T48" fmla="*/ 2147483647 w 564"/>
                <a:gd name="T49" fmla="*/ 2147483647 h 762"/>
                <a:gd name="T50" fmla="*/ 2147483647 w 564"/>
                <a:gd name="T51" fmla="*/ 2147483647 h 762"/>
                <a:gd name="T52" fmla="*/ 2147483647 w 564"/>
                <a:gd name="T53" fmla="*/ 2147483647 h 762"/>
                <a:gd name="T54" fmla="*/ 2147483647 w 564"/>
                <a:gd name="T55" fmla="*/ 2147483647 h 762"/>
                <a:gd name="T56" fmla="*/ 2147483647 w 564"/>
                <a:gd name="T57" fmla="*/ 2147483647 h 762"/>
                <a:gd name="T58" fmla="*/ 0 w 564"/>
                <a:gd name="T59" fmla="*/ 2147483647 h 762"/>
                <a:gd name="T60" fmla="*/ 2147483647 w 564"/>
                <a:gd name="T61" fmla="*/ 2147483647 h 762"/>
                <a:gd name="T62" fmla="*/ 2147483647 w 564"/>
                <a:gd name="T63" fmla="*/ 2147483647 h 762"/>
                <a:gd name="T64" fmla="*/ 2147483647 w 564"/>
                <a:gd name="T65" fmla="*/ 2147483647 h 762"/>
                <a:gd name="T66" fmla="*/ 2147483647 w 564"/>
                <a:gd name="T67" fmla="*/ 2147483647 h 762"/>
                <a:gd name="T68" fmla="*/ 2147483647 w 564"/>
                <a:gd name="T69" fmla="*/ 2147483647 h 762"/>
                <a:gd name="T70" fmla="*/ 0 w 564"/>
                <a:gd name="T71" fmla="*/ 2147483647 h 762"/>
                <a:gd name="T72" fmla="*/ 2147483647 w 564"/>
                <a:gd name="T73" fmla="*/ 2147483647 h 762"/>
                <a:gd name="T74" fmla="*/ 2147483647 w 564"/>
                <a:gd name="T75" fmla="*/ 2147483647 h 762"/>
                <a:gd name="T76" fmla="*/ 2147483647 w 564"/>
                <a:gd name="T77" fmla="*/ 2147483647 h 762"/>
                <a:gd name="T78" fmla="*/ 2147483647 w 564"/>
                <a:gd name="T79" fmla="*/ 2147483647 h 762"/>
                <a:gd name="T80" fmla="*/ 2147483647 w 564"/>
                <a:gd name="T81" fmla="*/ 2147483647 h 762"/>
                <a:gd name="T82" fmla="*/ 2147483647 w 564"/>
                <a:gd name="T83" fmla="*/ 2147483647 h 762"/>
                <a:gd name="T84" fmla="*/ 2147483647 w 564"/>
                <a:gd name="T85" fmla="*/ 2147483647 h 762"/>
                <a:gd name="T86" fmla="*/ 2147483647 w 564"/>
                <a:gd name="T87" fmla="*/ 2147483647 h 762"/>
                <a:gd name="T88" fmla="*/ 2147483647 w 564"/>
                <a:gd name="T89" fmla="*/ 2147483647 h 762"/>
                <a:gd name="T90" fmla="*/ 2147483647 w 564"/>
                <a:gd name="T91" fmla="*/ 2147483647 h 762"/>
                <a:gd name="T92" fmla="*/ 2147483647 w 564"/>
                <a:gd name="T93" fmla="*/ 2147483647 h 762"/>
                <a:gd name="T94" fmla="*/ 2147483647 w 564"/>
                <a:gd name="T95" fmla="*/ 2147483647 h 762"/>
                <a:gd name="T96" fmla="*/ 2147483647 w 564"/>
                <a:gd name="T97" fmla="*/ 2147483647 h 762"/>
                <a:gd name="T98" fmla="*/ 2147483647 w 564"/>
                <a:gd name="T99" fmla="*/ 2147483647 h 762"/>
                <a:gd name="T100" fmla="*/ 2147483647 w 564"/>
                <a:gd name="T101" fmla="*/ 2147483647 h 76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564"/>
                <a:gd name="T154" fmla="*/ 0 h 762"/>
                <a:gd name="T155" fmla="*/ 564 w 564"/>
                <a:gd name="T156" fmla="*/ 762 h 76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564" h="762">
                  <a:moveTo>
                    <a:pt x="498" y="150"/>
                  </a:moveTo>
                  <a:lnTo>
                    <a:pt x="540" y="108"/>
                  </a:lnTo>
                  <a:lnTo>
                    <a:pt x="558" y="72"/>
                  </a:lnTo>
                  <a:lnTo>
                    <a:pt x="564" y="66"/>
                  </a:lnTo>
                  <a:lnTo>
                    <a:pt x="564" y="60"/>
                  </a:lnTo>
                  <a:lnTo>
                    <a:pt x="540" y="54"/>
                  </a:lnTo>
                  <a:lnTo>
                    <a:pt x="534" y="60"/>
                  </a:lnTo>
                  <a:lnTo>
                    <a:pt x="504" y="60"/>
                  </a:lnTo>
                  <a:lnTo>
                    <a:pt x="480" y="30"/>
                  </a:lnTo>
                  <a:lnTo>
                    <a:pt x="462" y="48"/>
                  </a:lnTo>
                  <a:lnTo>
                    <a:pt x="456" y="48"/>
                  </a:lnTo>
                  <a:lnTo>
                    <a:pt x="450" y="54"/>
                  </a:lnTo>
                  <a:lnTo>
                    <a:pt x="438" y="60"/>
                  </a:lnTo>
                  <a:lnTo>
                    <a:pt x="426" y="60"/>
                  </a:lnTo>
                  <a:lnTo>
                    <a:pt x="414" y="72"/>
                  </a:lnTo>
                  <a:lnTo>
                    <a:pt x="414" y="84"/>
                  </a:lnTo>
                  <a:lnTo>
                    <a:pt x="390" y="102"/>
                  </a:lnTo>
                  <a:lnTo>
                    <a:pt x="378" y="96"/>
                  </a:lnTo>
                  <a:lnTo>
                    <a:pt x="372" y="96"/>
                  </a:lnTo>
                  <a:lnTo>
                    <a:pt x="360" y="90"/>
                  </a:lnTo>
                  <a:lnTo>
                    <a:pt x="330" y="90"/>
                  </a:lnTo>
                  <a:lnTo>
                    <a:pt x="318" y="84"/>
                  </a:lnTo>
                  <a:lnTo>
                    <a:pt x="288" y="84"/>
                  </a:lnTo>
                  <a:lnTo>
                    <a:pt x="210" y="24"/>
                  </a:lnTo>
                  <a:lnTo>
                    <a:pt x="138" y="18"/>
                  </a:lnTo>
                  <a:lnTo>
                    <a:pt x="132" y="0"/>
                  </a:lnTo>
                  <a:lnTo>
                    <a:pt x="108" y="12"/>
                  </a:lnTo>
                  <a:lnTo>
                    <a:pt x="18" y="12"/>
                  </a:lnTo>
                  <a:lnTo>
                    <a:pt x="0" y="42"/>
                  </a:lnTo>
                  <a:lnTo>
                    <a:pt x="6" y="48"/>
                  </a:lnTo>
                  <a:lnTo>
                    <a:pt x="12" y="60"/>
                  </a:lnTo>
                  <a:lnTo>
                    <a:pt x="12" y="84"/>
                  </a:lnTo>
                  <a:lnTo>
                    <a:pt x="18" y="84"/>
                  </a:lnTo>
                  <a:lnTo>
                    <a:pt x="24" y="90"/>
                  </a:lnTo>
                  <a:lnTo>
                    <a:pt x="24" y="84"/>
                  </a:lnTo>
                  <a:lnTo>
                    <a:pt x="30" y="84"/>
                  </a:lnTo>
                  <a:lnTo>
                    <a:pt x="30" y="96"/>
                  </a:lnTo>
                  <a:lnTo>
                    <a:pt x="24" y="102"/>
                  </a:lnTo>
                  <a:lnTo>
                    <a:pt x="24" y="108"/>
                  </a:lnTo>
                  <a:lnTo>
                    <a:pt x="42" y="126"/>
                  </a:lnTo>
                  <a:lnTo>
                    <a:pt x="36" y="132"/>
                  </a:lnTo>
                  <a:lnTo>
                    <a:pt x="72" y="174"/>
                  </a:lnTo>
                  <a:lnTo>
                    <a:pt x="66" y="180"/>
                  </a:lnTo>
                  <a:lnTo>
                    <a:pt x="60" y="180"/>
                  </a:lnTo>
                  <a:lnTo>
                    <a:pt x="54" y="186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72" y="222"/>
                  </a:lnTo>
                  <a:lnTo>
                    <a:pt x="78" y="234"/>
                  </a:lnTo>
                  <a:lnTo>
                    <a:pt x="78" y="246"/>
                  </a:lnTo>
                  <a:lnTo>
                    <a:pt x="66" y="258"/>
                  </a:lnTo>
                  <a:lnTo>
                    <a:pt x="60" y="282"/>
                  </a:lnTo>
                  <a:lnTo>
                    <a:pt x="42" y="282"/>
                  </a:lnTo>
                  <a:lnTo>
                    <a:pt x="36" y="288"/>
                  </a:lnTo>
                  <a:lnTo>
                    <a:pt x="36" y="312"/>
                  </a:lnTo>
                  <a:lnTo>
                    <a:pt x="18" y="324"/>
                  </a:lnTo>
                  <a:lnTo>
                    <a:pt x="12" y="342"/>
                  </a:lnTo>
                  <a:lnTo>
                    <a:pt x="6" y="348"/>
                  </a:lnTo>
                  <a:lnTo>
                    <a:pt x="0" y="360"/>
                  </a:lnTo>
                  <a:lnTo>
                    <a:pt x="0" y="384"/>
                  </a:lnTo>
                  <a:lnTo>
                    <a:pt x="18" y="402"/>
                  </a:lnTo>
                  <a:lnTo>
                    <a:pt x="30" y="402"/>
                  </a:lnTo>
                  <a:lnTo>
                    <a:pt x="30" y="390"/>
                  </a:lnTo>
                  <a:lnTo>
                    <a:pt x="54" y="390"/>
                  </a:lnTo>
                  <a:lnTo>
                    <a:pt x="60" y="408"/>
                  </a:lnTo>
                  <a:lnTo>
                    <a:pt x="42" y="408"/>
                  </a:lnTo>
                  <a:lnTo>
                    <a:pt x="30" y="420"/>
                  </a:lnTo>
                  <a:lnTo>
                    <a:pt x="24" y="414"/>
                  </a:lnTo>
                  <a:lnTo>
                    <a:pt x="18" y="414"/>
                  </a:lnTo>
                  <a:lnTo>
                    <a:pt x="6" y="420"/>
                  </a:lnTo>
                  <a:lnTo>
                    <a:pt x="0" y="432"/>
                  </a:lnTo>
                  <a:lnTo>
                    <a:pt x="0" y="438"/>
                  </a:lnTo>
                  <a:lnTo>
                    <a:pt x="12" y="450"/>
                  </a:lnTo>
                  <a:lnTo>
                    <a:pt x="6" y="468"/>
                  </a:lnTo>
                  <a:lnTo>
                    <a:pt x="258" y="624"/>
                  </a:lnTo>
                  <a:lnTo>
                    <a:pt x="270" y="636"/>
                  </a:lnTo>
                  <a:lnTo>
                    <a:pt x="270" y="642"/>
                  </a:lnTo>
                  <a:lnTo>
                    <a:pt x="264" y="648"/>
                  </a:lnTo>
                  <a:lnTo>
                    <a:pt x="258" y="648"/>
                  </a:lnTo>
                  <a:lnTo>
                    <a:pt x="252" y="654"/>
                  </a:lnTo>
                  <a:lnTo>
                    <a:pt x="366" y="762"/>
                  </a:lnTo>
                  <a:lnTo>
                    <a:pt x="384" y="756"/>
                  </a:lnTo>
                  <a:lnTo>
                    <a:pt x="414" y="690"/>
                  </a:lnTo>
                  <a:lnTo>
                    <a:pt x="414" y="660"/>
                  </a:lnTo>
                  <a:lnTo>
                    <a:pt x="426" y="648"/>
                  </a:lnTo>
                  <a:lnTo>
                    <a:pt x="432" y="648"/>
                  </a:lnTo>
                  <a:lnTo>
                    <a:pt x="444" y="636"/>
                  </a:lnTo>
                  <a:lnTo>
                    <a:pt x="444" y="624"/>
                  </a:lnTo>
                  <a:lnTo>
                    <a:pt x="438" y="618"/>
                  </a:lnTo>
                  <a:lnTo>
                    <a:pt x="438" y="600"/>
                  </a:lnTo>
                  <a:lnTo>
                    <a:pt x="444" y="594"/>
                  </a:lnTo>
                  <a:lnTo>
                    <a:pt x="456" y="588"/>
                  </a:lnTo>
                  <a:lnTo>
                    <a:pt x="468" y="588"/>
                  </a:lnTo>
                  <a:lnTo>
                    <a:pt x="474" y="582"/>
                  </a:lnTo>
                  <a:lnTo>
                    <a:pt x="480" y="582"/>
                  </a:lnTo>
                  <a:lnTo>
                    <a:pt x="486" y="540"/>
                  </a:lnTo>
                  <a:lnTo>
                    <a:pt x="516" y="540"/>
                  </a:lnTo>
                  <a:lnTo>
                    <a:pt x="528" y="534"/>
                  </a:lnTo>
                  <a:lnTo>
                    <a:pt x="534" y="522"/>
                  </a:lnTo>
                  <a:lnTo>
                    <a:pt x="540" y="516"/>
                  </a:lnTo>
                  <a:lnTo>
                    <a:pt x="498" y="450"/>
                  </a:lnTo>
                  <a:lnTo>
                    <a:pt x="498" y="150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62" name="Kazakhstan" descr="© INSCALE GmbH, 05.05.2010&#10;http://www.presentationload.com/">
              <a:extLst>
                <a:ext uri="{FF2B5EF4-FFF2-40B4-BE49-F238E27FC236}">
                  <a16:creationId xmlns:a16="http://schemas.microsoft.com/office/drawing/2014/main" id="{ED877ED4-69EA-4CA4-831D-7526B654890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723271" y="1546714"/>
              <a:ext cx="831024" cy="382758"/>
            </a:xfrm>
            <a:custGeom>
              <a:avLst/>
              <a:gdLst>
                <a:gd name="T0" fmla="*/ 2147483647 w 2514"/>
                <a:gd name="T1" fmla="*/ 2147483647 h 1164"/>
                <a:gd name="T2" fmla="*/ 2147483647 w 2514"/>
                <a:gd name="T3" fmla="*/ 2147483647 h 1164"/>
                <a:gd name="T4" fmla="*/ 2147483647 w 2514"/>
                <a:gd name="T5" fmla="*/ 2147483647 h 1164"/>
                <a:gd name="T6" fmla="*/ 2147483647 w 2514"/>
                <a:gd name="T7" fmla="*/ 2147483647 h 1164"/>
                <a:gd name="T8" fmla="*/ 2147483647 w 2514"/>
                <a:gd name="T9" fmla="*/ 2147483647 h 1164"/>
                <a:gd name="T10" fmla="*/ 2147483647 w 2514"/>
                <a:gd name="T11" fmla="*/ 2147483647 h 1164"/>
                <a:gd name="T12" fmla="*/ 2147483647 w 2514"/>
                <a:gd name="T13" fmla="*/ 2147483647 h 1164"/>
                <a:gd name="T14" fmla="*/ 2147483647 w 2514"/>
                <a:gd name="T15" fmla="*/ 2147483647 h 1164"/>
                <a:gd name="T16" fmla="*/ 2147483647 w 2514"/>
                <a:gd name="T17" fmla="*/ 2147483647 h 1164"/>
                <a:gd name="T18" fmla="*/ 2147483647 w 2514"/>
                <a:gd name="T19" fmla="*/ 2147483647 h 1164"/>
                <a:gd name="T20" fmla="*/ 2147483647 w 2514"/>
                <a:gd name="T21" fmla="*/ 2147483647 h 1164"/>
                <a:gd name="T22" fmla="*/ 2147483647 w 2514"/>
                <a:gd name="T23" fmla="*/ 2147483647 h 1164"/>
                <a:gd name="T24" fmla="*/ 2147483647 w 2514"/>
                <a:gd name="T25" fmla="*/ 2147483647 h 1164"/>
                <a:gd name="T26" fmla="*/ 2147483647 w 2514"/>
                <a:gd name="T27" fmla="*/ 2147483647 h 1164"/>
                <a:gd name="T28" fmla="*/ 2147483647 w 2514"/>
                <a:gd name="T29" fmla="*/ 2147483647 h 1164"/>
                <a:gd name="T30" fmla="*/ 2147483647 w 2514"/>
                <a:gd name="T31" fmla="*/ 2147483647 h 1164"/>
                <a:gd name="T32" fmla="*/ 2147483647 w 2514"/>
                <a:gd name="T33" fmla="*/ 2147483647 h 1164"/>
                <a:gd name="T34" fmla="*/ 2147483647 w 2514"/>
                <a:gd name="T35" fmla="*/ 2147483647 h 1164"/>
                <a:gd name="T36" fmla="*/ 2147483647 w 2514"/>
                <a:gd name="T37" fmla="*/ 2147483647 h 1164"/>
                <a:gd name="T38" fmla="*/ 2147483647 w 2514"/>
                <a:gd name="T39" fmla="*/ 2147483647 h 1164"/>
                <a:gd name="T40" fmla="*/ 2147483647 w 2514"/>
                <a:gd name="T41" fmla="*/ 2147483647 h 1164"/>
                <a:gd name="T42" fmla="*/ 2147483647 w 2514"/>
                <a:gd name="T43" fmla="*/ 2147483647 h 1164"/>
                <a:gd name="T44" fmla="*/ 2147483647 w 2514"/>
                <a:gd name="T45" fmla="*/ 2147483647 h 1164"/>
                <a:gd name="T46" fmla="*/ 2147483647 w 2514"/>
                <a:gd name="T47" fmla="*/ 2147483647 h 1164"/>
                <a:gd name="T48" fmla="*/ 2147483647 w 2514"/>
                <a:gd name="T49" fmla="*/ 2147483647 h 1164"/>
                <a:gd name="T50" fmla="*/ 2147483647 w 2514"/>
                <a:gd name="T51" fmla="*/ 2147483647 h 1164"/>
                <a:gd name="T52" fmla="*/ 2147483647 w 2514"/>
                <a:gd name="T53" fmla="*/ 2147483647 h 1164"/>
                <a:gd name="T54" fmla="*/ 2147483647 w 2514"/>
                <a:gd name="T55" fmla="*/ 2147483647 h 1164"/>
                <a:gd name="T56" fmla="*/ 2147483647 w 2514"/>
                <a:gd name="T57" fmla="*/ 2147483647 h 1164"/>
                <a:gd name="T58" fmla="*/ 2147483647 w 2514"/>
                <a:gd name="T59" fmla="*/ 2147483647 h 1164"/>
                <a:gd name="T60" fmla="*/ 2147483647 w 2514"/>
                <a:gd name="T61" fmla="*/ 2147483647 h 1164"/>
                <a:gd name="T62" fmla="*/ 2147483647 w 2514"/>
                <a:gd name="T63" fmla="*/ 2147483647 h 1164"/>
                <a:gd name="T64" fmla="*/ 2147483647 w 2514"/>
                <a:gd name="T65" fmla="*/ 2147483647 h 1164"/>
                <a:gd name="T66" fmla="*/ 2147483647 w 2514"/>
                <a:gd name="T67" fmla="*/ 2147483647 h 1164"/>
                <a:gd name="T68" fmla="*/ 2147483647 w 2514"/>
                <a:gd name="T69" fmla="*/ 2147483647 h 1164"/>
                <a:gd name="T70" fmla="*/ 2147483647 w 2514"/>
                <a:gd name="T71" fmla="*/ 2147483647 h 1164"/>
                <a:gd name="T72" fmla="*/ 2147483647 w 2514"/>
                <a:gd name="T73" fmla="*/ 2147483647 h 1164"/>
                <a:gd name="T74" fmla="*/ 2147483647 w 2514"/>
                <a:gd name="T75" fmla="*/ 2147483647 h 1164"/>
                <a:gd name="T76" fmla="*/ 2147483647 w 2514"/>
                <a:gd name="T77" fmla="*/ 2147483647 h 1164"/>
                <a:gd name="T78" fmla="*/ 2147483647 w 2514"/>
                <a:gd name="T79" fmla="*/ 2147483647 h 1164"/>
                <a:gd name="T80" fmla="*/ 2147483647 w 2514"/>
                <a:gd name="T81" fmla="*/ 2147483647 h 1164"/>
                <a:gd name="T82" fmla="*/ 2147483647 w 2514"/>
                <a:gd name="T83" fmla="*/ 2147483647 h 1164"/>
                <a:gd name="T84" fmla="*/ 2147483647 w 2514"/>
                <a:gd name="T85" fmla="*/ 2147483647 h 1164"/>
                <a:gd name="T86" fmla="*/ 2147483647 w 2514"/>
                <a:gd name="T87" fmla="*/ 2147483647 h 1164"/>
                <a:gd name="T88" fmla="*/ 2147483647 w 2514"/>
                <a:gd name="T89" fmla="*/ 2147483647 h 1164"/>
                <a:gd name="T90" fmla="*/ 2147483647 w 2514"/>
                <a:gd name="T91" fmla="*/ 2147483647 h 1164"/>
                <a:gd name="T92" fmla="*/ 2147483647 w 2514"/>
                <a:gd name="T93" fmla="*/ 2147483647 h 1164"/>
                <a:gd name="T94" fmla="*/ 2147483647 w 2514"/>
                <a:gd name="T95" fmla="*/ 2147483647 h 1164"/>
                <a:gd name="T96" fmla="*/ 2147483647 w 2514"/>
                <a:gd name="T97" fmla="*/ 2147483647 h 1164"/>
                <a:gd name="T98" fmla="*/ 2147483647 w 2514"/>
                <a:gd name="T99" fmla="*/ 2147483647 h 1164"/>
                <a:gd name="T100" fmla="*/ 2147483647 w 2514"/>
                <a:gd name="T101" fmla="*/ 2147483647 h 1164"/>
                <a:gd name="T102" fmla="*/ 2147483647 w 2514"/>
                <a:gd name="T103" fmla="*/ 2147483647 h 1164"/>
                <a:gd name="T104" fmla="*/ 2147483647 w 2514"/>
                <a:gd name="T105" fmla="*/ 2147483647 h 1164"/>
                <a:gd name="T106" fmla="*/ 2147483647 w 2514"/>
                <a:gd name="T107" fmla="*/ 2147483647 h 1164"/>
                <a:gd name="T108" fmla="*/ 2147483647 w 2514"/>
                <a:gd name="T109" fmla="*/ 2147483647 h 1164"/>
                <a:gd name="T110" fmla="*/ 2147483647 w 2514"/>
                <a:gd name="T111" fmla="*/ 2147483647 h 1164"/>
                <a:gd name="T112" fmla="*/ 2147483647 w 2514"/>
                <a:gd name="T113" fmla="*/ 2147483647 h 1164"/>
                <a:gd name="T114" fmla="*/ 2147483647 w 2514"/>
                <a:gd name="T115" fmla="*/ 2147483647 h 1164"/>
                <a:gd name="T116" fmla="*/ 2147483647 w 2514"/>
                <a:gd name="T117" fmla="*/ 2147483647 h 1164"/>
                <a:gd name="T118" fmla="*/ 2147483647 w 2514"/>
                <a:gd name="T119" fmla="*/ 2147483647 h 1164"/>
                <a:gd name="T120" fmla="*/ 2147483647 w 2514"/>
                <a:gd name="T121" fmla="*/ 2147483647 h 1164"/>
                <a:gd name="T122" fmla="*/ 2147483647 w 2514"/>
                <a:gd name="T123" fmla="*/ 2147483647 h 116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514"/>
                <a:gd name="T187" fmla="*/ 0 h 1164"/>
                <a:gd name="T188" fmla="*/ 2514 w 2514"/>
                <a:gd name="T189" fmla="*/ 1164 h 116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514" h="1164">
                  <a:moveTo>
                    <a:pt x="852" y="756"/>
                  </a:moveTo>
                  <a:lnTo>
                    <a:pt x="840" y="744"/>
                  </a:lnTo>
                  <a:lnTo>
                    <a:pt x="822" y="768"/>
                  </a:lnTo>
                  <a:lnTo>
                    <a:pt x="816" y="780"/>
                  </a:lnTo>
                  <a:lnTo>
                    <a:pt x="870" y="804"/>
                  </a:lnTo>
                  <a:lnTo>
                    <a:pt x="870" y="786"/>
                  </a:lnTo>
                  <a:lnTo>
                    <a:pt x="864" y="780"/>
                  </a:lnTo>
                  <a:lnTo>
                    <a:pt x="858" y="768"/>
                  </a:lnTo>
                  <a:lnTo>
                    <a:pt x="858" y="762"/>
                  </a:lnTo>
                  <a:lnTo>
                    <a:pt x="852" y="756"/>
                  </a:lnTo>
                  <a:close/>
                  <a:moveTo>
                    <a:pt x="2484" y="492"/>
                  </a:moveTo>
                  <a:lnTo>
                    <a:pt x="2484" y="486"/>
                  </a:lnTo>
                  <a:lnTo>
                    <a:pt x="2514" y="486"/>
                  </a:lnTo>
                  <a:lnTo>
                    <a:pt x="2478" y="444"/>
                  </a:lnTo>
                  <a:lnTo>
                    <a:pt x="2454" y="420"/>
                  </a:lnTo>
                  <a:lnTo>
                    <a:pt x="2442" y="456"/>
                  </a:lnTo>
                  <a:lnTo>
                    <a:pt x="2370" y="450"/>
                  </a:lnTo>
                  <a:lnTo>
                    <a:pt x="2370" y="444"/>
                  </a:lnTo>
                  <a:lnTo>
                    <a:pt x="2364" y="438"/>
                  </a:lnTo>
                  <a:lnTo>
                    <a:pt x="2358" y="426"/>
                  </a:lnTo>
                  <a:lnTo>
                    <a:pt x="2352" y="420"/>
                  </a:lnTo>
                  <a:lnTo>
                    <a:pt x="2346" y="408"/>
                  </a:lnTo>
                  <a:lnTo>
                    <a:pt x="2346" y="402"/>
                  </a:lnTo>
                  <a:lnTo>
                    <a:pt x="2340" y="402"/>
                  </a:lnTo>
                  <a:lnTo>
                    <a:pt x="2328" y="396"/>
                  </a:lnTo>
                  <a:lnTo>
                    <a:pt x="2316" y="396"/>
                  </a:lnTo>
                  <a:lnTo>
                    <a:pt x="2304" y="390"/>
                  </a:lnTo>
                  <a:lnTo>
                    <a:pt x="2292" y="390"/>
                  </a:lnTo>
                  <a:lnTo>
                    <a:pt x="2286" y="378"/>
                  </a:lnTo>
                  <a:lnTo>
                    <a:pt x="2274" y="372"/>
                  </a:lnTo>
                  <a:lnTo>
                    <a:pt x="2250" y="348"/>
                  </a:lnTo>
                  <a:lnTo>
                    <a:pt x="2226" y="336"/>
                  </a:lnTo>
                  <a:lnTo>
                    <a:pt x="2208" y="336"/>
                  </a:lnTo>
                  <a:lnTo>
                    <a:pt x="2196" y="342"/>
                  </a:lnTo>
                  <a:lnTo>
                    <a:pt x="2178" y="348"/>
                  </a:lnTo>
                  <a:lnTo>
                    <a:pt x="2166" y="354"/>
                  </a:lnTo>
                  <a:lnTo>
                    <a:pt x="2160" y="366"/>
                  </a:lnTo>
                  <a:lnTo>
                    <a:pt x="2136" y="366"/>
                  </a:lnTo>
                  <a:lnTo>
                    <a:pt x="2124" y="360"/>
                  </a:lnTo>
                  <a:lnTo>
                    <a:pt x="2118" y="348"/>
                  </a:lnTo>
                  <a:lnTo>
                    <a:pt x="2106" y="342"/>
                  </a:lnTo>
                  <a:lnTo>
                    <a:pt x="2076" y="342"/>
                  </a:lnTo>
                  <a:lnTo>
                    <a:pt x="2076" y="336"/>
                  </a:lnTo>
                  <a:lnTo>
                    <a:pt x="2070" y="330"/>
                  </a:lnTo>
                  <a:lnTo>
                    <a:pt x="2070" y="318"/>
                  </a:lnTo>
                  <a:lnTo>
                    <a:pt x="2064" y="312"/>
                  </a:lnTo>
                  <a:lnTo>
                    <a:pt x="2052" y="312"/>
                  </a:lnTo>
                  <a:lnTo>
                    <a:pt x="2052" y="318"/>
                  </a:lnTo>
                  <a:lnTo>
                    <a:pt x="2046" y="324"/>
                  </a:lnTo>
                  <a:lnTo>
                    <a:pt x="2046" y="336"/>
                  </a:lnTo>
                  <a:lnTo>
                    <a:pt x="2034" y="348"/>
                  </a:lnTo>
                  <a:lnTo>
                    <a:pt x="2022" y="354"/>
                  </a:lnTo>
                  <a:lnTo>
                    <a:pt x="2010" y="354"/>
                  </a:lnTo>
                  <a:lnTo>
                    <a:pt x="1998" y="348"/>
                  </a:lnTo>
                  <a:lnTo>
                    <a:pt x="1986" y="336"/>
                  </a:lnTo>
                  <a:lnTo>
                    <a:pt x="1974" y="318"/>
                  </a:lnTo>
                  <a:lnTo>
                    <a:pt x="1938" y="282"/>
                  </a:lnTo>
                  <a:lnTo>
                    <a:pt x="1920" y="258"/>
                  </a:lnTo>
                  <a:lnTo>
                    <a:pt x="1848" y="198"/>
                  </a:lnTo>
                  <a:lnTo>
                    <a:pt x="1818" y="168"/>
                  </a:lnTo>
                  <a:lnTo>
                    <a:pt x="1800" y="156"/>
                  </a:lnTo>
                  <a:lnTo>
                    <a:pt x="1788" y="150"/>
                  </a:lnTo>
                  <a:lnTo>
                    <a:pt x="1758" y="132"/>
                  </a:lnTo>
                  <a:lnTo>
                    <a:pt x="1728" y="120"/>
                  </a:lnTo>
                  <a:lnTo>
                    <a:pt x="1692" y="102"/>
                  </a:lnTo>
                  <a:lnTo>
                    <a:pt x="1698" y="102"/>
                  </a:lnTo>
                  <a:lnTo>
                    <a:pt x="1710" y="90"/>
                  </a:lnTo>
                  <a:lnTo>
                    <a:pt x="1710" y="72"/>
                  </a:lnTo>
                  <a:lnTo>
                    <a:pt x="1704" y="66"/>
                  </a:lnTo>
                  <a:lnTo>
                    <a:pt x="1698" y="66"/>
                  </a:lnTo>
                  <a:lnTo>
                    <a:pt x="1680" y="84"/>
                  </a:lnTo>
                  <a:lnTo>
                    <a:pt x="1644" y="96"/>
                  </a:lnTo>
                  <a:lnTo>
                    <a:pt x="1632" y="114"/>
                  </a:lnTo>
                  <a:lnTo>
                    <a:pt x="1620" y="114"/>
                  </a:lnTo>
                  <a:lnTo>
                    <a:pt x="1608" y="120"/>
                  </a:lnTo>
                  <a:lnTo>
                    <a:pt x="1602" y="126"/>
                  </a:lnTo>
                  <a:lnTo>
                    <a:pt x="1602" y="144"/>
                  </a:lnTo>
                  <a:lnTo>
                    <a:pt x="1590" y="156"/>
                  </a:lnTo>
                  <a:lnTo>
                    <a:pt x="1578" y="150"/>
                  </a:lnTo>
                  <a:lnTo>
                    <a:pt x="1572" y="144"/>
                  </a:lnTo>
                  <a:lnTo>
                    <a:pt x="1560" y="138"/>
                  </a:lnTo>
                  <a:lnTo>
                    <a:pt x="1554" y="132"/>
                  </a:lnTo>
                  <a:lnTo>
                    <a:pt x="1548" y="132"/>
                  </a:lnTo>
                  <a:lnTo>
                    <a:pt x="1542" y="138"/>
                  </a:lnTo>
                  <a:lnTo>
                    <a:pt x="1536" y="138"/>
                  </a:lnTo>
                  <a:lnTo>
                    <a:pt x="1530" y="144"/>
                  </a:lnTo>
                  <a:lnTo>
                    <a:pt x="1524" y="144"/>
                  </a:lnTo>
                  <a:lnTo>
                    <a:pt x="1524" y="138"/>
                  </a:lnTo>
                  <a:lnTo>
                    <a:pt x="1530" y="132"/>
                  </a:lnTo>
                  <a:lnTo>
                    <a:pt x="1530" y="108"/>
                  </a:lnTo>
                  <a:lnTo>
                    <a:pt x="1518" y="102"/>
                  </a:lnTo>
                  <a:lnTo>
                    <a:pt x="1512" y="102"/>
                  </a:lnTo>
                  <a:lnTo>
                    <a:pt x="1506" y="108"/>
                  </a:lnTo>
                  <a:lnTo>
                    <a:pt x="1482" y="96"/>
                  </a:lnTo>
                  <a:lnTo>
                    <a:pt x="1458" y="108"/>
                  </a:lnTo>
                  <a:lnTo>
                    <a:pt x="1434" y="72"/>
                  </a:lnTo>
                  <a:lnTo>
                    <a:pt x="1422" y="90"/>
                  </a:lnTo>
                  <a:lnTo>
                    <a:pt x="1404" y="90"/>
                  </a:lnTo>
                  <a:lnTo>
                    <a:pt x="1392" y="96"/>
                  </a:lnTo>
                  <a:lnTo>
                    <a:pt x="1374" y="96"/>
                  </a:lnTo>
                  <a:lnTo>
                    <a:pt x="1368" y="90"/>
                  </a:lnTo>
                  <a:lnTo>
                    <a:pt x="1368" y="48"/>
                  </a:lnTo>
                  <a:lnTo>
                    <a:pt x="1362" y="42"/>
                  </a:lnTo>
                  <a:lnTo>
                    <a:pt x="1350" y="42"/>
                  </a:lnTo>
                  <a:lnTo>
                    <a:pt x="1344" y="36"/>
                  </a:lnTo>
                  <a:lnTo>
                    <a:pt x="1338" y="24"/>
                  </a:lnTo>
                  <a:lnTo>
                    <a:pt x="1320" y="6"/>
                  </a:lnTo>
                  <a:lnTo>
                    <a:pt x="1314" y="6"/>
                  </a:lnTo>
                  <a:lnTo>
                    <a:pt x="1302" y="18"/>
                  </a:lnTo>
                  <a:lnTo>
                    <a:pt x="1290" y="18"/>
                  </a:lnTo>
                  <a:lnTo>
                    <a:pt x="1278" y="6"/>
                  </a:lnTo>
                  <a:lnTo>
                    <a:pt x="1260" y="6"/>
                  </a:lnTo>
                  <a:lnTo>
                    <a:pt x="1242" y="0"/>
                  </a:lnTo>
                  <a:lnTo>
                    <a:pt x="1218" y="0"/>
                  </a:lnTo>
                  <a:lnTo>
                    <a:pt x="1200" y="6"/>
                  </a:lnTo>
                  <a:lnTo>
                    <a:pt x="1188" y="12"/>
                  </a:lnTo>
                  <a:lnTo>
                    <a:pt x="1176" y="24"/>
                  </a:lnTo>
                  <a:lnTo>
                    <a:pt x="1176" y="36"/>
                  </a:lnTo>
                  <a:lnTo>
                    <a:pt x="1164" y="36"/>
                  </a:lnTo>
                  <a:lnTo>
                    <a:pt x="1110" y="54"/>
                  </a:lnTo>
                  <a:lnTo>
                    <a:pt x="1020" y="54"/>
                  </a:lnTo>
                  <a:lnTo>
                    <a:pt x="1014" y="60"/>
                  </a:lnTo>
                  <a:lnTo>
                    <a:pt x="1014" y="78"/>
                  </a:lnTo>
                  <a:lnTo>
                    <a:pt x="948" y="78"/>
                  </a:lnTo>
                  <a:lnTo>
                    <a:pt x="942" y="96"/>
                  </a:lnTo>
                  <a:lnTo>
                    <a:pt x="888" y="96"/>
                  </a:lnTo>
                  <a:lnTo>
                    <a:pt x="828" y="102"/>
                  </a:lnTo>
                  <a:lnTo>
                    <a:pt x="792" y="114"/>
                  </a:lnTo>
                  <a:lnTo>
                    <a:pt x="780" y="126"/>
                  </a:lnTo>
                  <a:lnTo>
                    <a:pt x="780" y="132"/>
                  </a:lnTo>
                  <a:lnTo>
                    <a:pt x="786" y="138"/>
                  </a:lnTo>
                  <a:lnTo>
                    <a:pt x="786" y="144"/>
                  </a:lnTo>
                  <a:lnTo>
                    <a:pt x="810" y="144"/>
                  </a:lnTo>
                  <a:lnTo>
                    <a:pt x="798" y="162"/>
                  </a:lnTo>
                  <a:lnTo>
                    <a:pt x="810" y="162"/>
                  </a:lnTo>
                  <a:lnTo>
                    <a:pt x="834" y="174"/>
                  </a:lnTo>
                  <a:lnTo>
                    <a:pt x="846" y="174"/>
                  </a:lnTo>
                  <a:lnTo>
                    <a:pt x="858" y="186"/>
                  </a:lnTo>
                  <a:lnTo>
                    <a:pt x="804" y="186"/>
                  </a:lnTo>
                  <a:lnTo>
                    <a:pt x="792" y="198"/>
                  </a:lnTo>
                  <a:lnTo>
                    <a:pt x="798" y="204"/>
                  </a:lnTo>
                  <a:lnTo>
                    <a:pt x="804" y="216"/>
                  </a:lnTo>
                  <a:lnTo>
                    <a:pt x="810" y="222"/>
                  </a:lnTo>
                  <a:lnTo>
                    <a:pt x="810" y="234"/>
                  </a:lnTo>
                  <a:lnTo>
                    <a:pt x="798" y="246"/>
                  </a:lnTo>
                  <a:lnTo>
                    <a:pt x="786" y="246"/>
                  </a:lnTo>
                  <a:lnTo>
                    <a:pt x="774" y="252"/>
                  </a:lnTo>
                  <a:lnTo>
                    <a:pt x="762" y="252"/>
                  </a:lnTo>
                  <a:lnTo>
                    <a:pt x="792" y="282"/>
                  </a:lnTo>
                  <a:lnTo>
                    <a:pt x="816" y="282"/>
                  </a:lnTo>
                  <a:lnTo>
                    <a:pt x="834" y="288"/>
                  </a:lnTo>
                  <a:lnTo>
                    <a:pt x="846" y="294"/>
                  </a:lnTo>
                  <a:lnTo>
                    <a:pt x="870" y="318"/>
                  </a:lnTo>
                  <a:lnTo>
                    <a:pt x="876" y="336"/>
                  </a:lnTo>
                  <a:lnTo>
                    <a:pt x="876" y="348"/>
                  </a:lnTo>
                  <a:lnTo>
                    <a:pt x="870" y="360"/>
                  </a:lnTo>
                  <a:lnTo>
                    <a:pt x="864" y="366"/>
                  </a:lnTo>
                  <a:lnTo>
                    <a:pt x="828" y="366"/>
                  </a:lnTo>
                  <a:lnTo>
                    <a:pt x="816" y="360"/>
                  </a:lnTo>
                  <a:lnTo>
                    <a:pt x="810" y="354"/>
                  </a:lnTo>
                  <a:lnTo>
                    <a:pt x="798" y="354"/>
                  </a:lnTo>
                  <a:lnTo>
                    <a:pt x="792" y="348"/>
                  </a:lnTo>
                  <a:lnTo>
                    <a:pt x="780" y="372"/>
                  </a:lnTo>
                  <a:lnTo>
                    <a:pt x="768" y="372"/>
                  </a:lnTo>
                  <a:lnTo>
                    <a:pt x="756" y="366"/>
                  </a:lnTo>
                  <a:lnTo>
                    <a:pt x="732" y="366"/>
                  </a:lnTo>
                  <a:lnTo>
                    <a:pt x="708" y="354"/>
                  </a:lnTo>
                  <a:lnTo>
                    <a:pt x="702" y="342"/>
                  </a:lnTo>
                  <a:lnTo>
                    <a:pt x="690" y="336"/>
                  </a:lnTo>
                  <a:lnTo>
                    <a:pt x="684" y="330"/>
                  </a:lnTo>
                  <a:lnTo>
                    <a:pt x="672" y="330"/>
                  </a:lnTo>
                  <a:lnTo>
                    <a:pt x="666" y="336"/>
                  </a:lnTo>
                  <a:lnTo>
                    <a:pt x="654" y="342"/>
                  </a:lnTo>
                  <a:lnTo>
                    <a:pt x="636" y="348"/>
                  </a:lnTo>
                  <a:lnTo>
                    <a:pt x="624" y="348"/>
                  </a:lnTo>
                  <a:lnTo>
                    <a:pt x="588" y="330"/>
                  </a:lnTo>
                  <a:lnTo>
                    <a:pt x="582" y="330"/>
                  </a:lnTo>
                  <a:lnTo>
                    <a:pt x="570" y="336"/>
                  </a:lnTo>
                  <a:lnTo>
                    <a:pt x="558" y="348"/>
                  </a:lnTo>
                  <a:lnTo>
                    <a:pt x="546" y="354"/>
                  </a:lnTo>
                  <a:lnTo>
                    <a:pt x="540" y="366"/>
                  </a:lnTo>
                  <a:lnTo>
                    <a:pt x="534" y="372"/>
                  </a:lnTo>
                  <a:lnTo>
                    <a:pt x="462" y="336"/>
                  </a:lnTo>
                  <a:lnTo>
                    <a:pt x="450" y="336"/>
                  </a:lnTo>
                  <a:lnTo>
                    <a:pt x="450" y="342"/>
                  </a:lnTo>
                  <a:lnTo>
                    <a:pt x="462" y="354"/>
                  </a:lnTo>
                  <a:lnTo>
                    <a:pt x="462" y="372"/>
                  </a:lnTo>
                  <a:lnTo>
                    <a:pt x="450" y="372"/>
                  </a:lnTo>
                  <a:lnTo>
                    <a:pt x="438" y="360"/>
                  </a:lnTo>
                  <a:lnTo>
                    <a:pt x="438" y="354"/>
                  </a:lnTo>
                  <a:lnTo>
                    <a:pt x="426" y="324"/>
                  </a:lnTo>
                  <a:lnTo>
                    <a:pt x="390" y="324"/>
                  </a:lnTo>
                  <a:lnTo>
                    <a:pt x="384" y="312"/>
                  </a:lnTo>
                  <a:lnTo>
                    <a:pt x="384" y="306"/>
                  </a:lnTo>
                  <a:lnTo>
                    <a:pt x="378" y="300"/>
                  </a:lnTo>
                  <a:lnTo>
                    <a:pt x="318" y="300"/>
                  </a:lnTo>
                  <a:lnTo>
                    <a:pt x="312" y="288"/>
                  </a:lnTo>
                  <a:lnTo>
                    <a:pt x="306" y="282"/>
                  </a:lnTo>
                  <a:lnTo>
                    <a:pt x="288" y="282"/>
                  </a:lnTo>
                  <a:lnTo>
                    <a:pt x="276" y="288"/>
                  </a:lnTo>
                  <a:lnTo>
                    <a:pt x="264" y="300"/>
                  </a:lnTo>
                  <a:lnTo>
                    <a:pt x="234" y="300"/>
                  </a:lnTo>
                  <a:lnTo>
                    <a:pt x="228" y="294"/>
                  </a:lnTo>
                  <a:lnTo>
                    <a:pt x="228" y="288"/>
                  </a:lnTo>
                  <a:lnTo>
                    <a:pt x="222" y="288"/>
                  </a:lnTo>
                  <a:lnTo>
                    <a:pt x="210" y="282"/>
                  </a:lnTo>
                  <a:lnTo>
                    <a:pt x="180" y="282"/>
                  </a:lnTo>
                  <a:lnTo>
                    <a:pt x="180" y="288"/>
                  </a:lnTo>
                  <a:lnTo>
                    <a:pt x="186" y="294"/>
                  </a:lnTo>
                  <a:lnTo>
                    <a:pt x="186" y="312"/>
                  </a:lnTo>
                  <a:lnTo>
                    <a:pt x="174" y="324"/>
                  </a:lnTo>
                  <a:lnTo>
                    <a:pt x="162" y="330"/>
                  </a:lnTo>
                  <a:lnTo>
                    <a:pt x="150" y="330"/>
                  </a:lnTo>
                  <a:lnTo>
                    <a:pt x="138" y="336"/>
                  </a:lnTo>
                  <a:lnTo>
                    <a:pt x="132" y="336"/>
                  </a:lnTo>
                  <a:lnTo>
                    <a:pt x="132" y="360"/>
                  </a:lnTo>
                  <a:lnTo>
                    <a:pt x="102" y="372"/>
                  </a:lnTo>
                  <a:lnTo>
                    <a:pt x="114" y="384"/>
                  </a:lnTo>
                  <a:lnTo>
                    <a:pt x="120" y="396"/>
                  </a:lnTo>
                  <a:lnTo>
                    <a:pt x="114" y="402"/>
                  </a:lnTo>
                  <a:lnTo>
                    <a:pt x="108" y="414"/>
                  </a:lnTo>
                  <a:lnTo>
                    <a:pt x="102" y="420"/>
                  </a:lnTo>
                  <a:lnTo>
                    <a:pt x="90" y="420"/>
                  </a:lnTo>
                  <a:lnTo>
                    <a:pt x="78" y="414"/>
                  </a:lnTo>
                  <a:lnTo>
                    <a:pt x="72" y="402"/>
                  </a:lnTo>
                  <a:lnTo>
                    <a:pt x="60" y="396"/>
                  </a:lnTo>
                  <a:lnTo>
                    <a:pt x="48" y="384"/>
                  </a:lnTo>
                  <a:lnTo>
                    <a:pt x="36" y="378"/>
                  </a:lnTo>
                  <a:lnTo>
                    <a:pt x="24" y="378"/>
                  </a:lnTo>
                  <a:lnTo>
                    <a:pt x="18" y="384"/>
                  </a:lnTo>
                  <a:lnTo>
                    <a:pt x="18" y="396"/>
                  </a:lnTo>
                  <a:lnTo>
                    <a:pt x="24" y="402"/>
                  </a:lnTo>
                  <a:lnTo>
                    <a:pt x="24" y="426"/>
                  </a:lnTo>
                  <a:lnTo>
                    <a:pt x="0" y="426"/>
                  </a:lnTo>
                  <a:lnTo>
                    <a:pt x="6" y="462"/>
                  </a:lnTo>
                  <a:lnTo>
                    <a:pt x="12" y="468"/>
                  </a:lnTo>
                  <a:lnTo>
                    <a:pt x="12" y="492"/>
                  </a:lnTo>
                  <a:lnTo>
                    <a:pt x="0" y="516"/>
                  </a:lnTo>
                  <a:lnTo>
                    <a:pt x="0" y="546"/>
                  </a:lnTo>
                  <a:lnTo>
                    <a:pt x="6" y="546"/>
                  </a:lnTo>
                  <a:lnTo>
                    <a:pt x="12" y="552"/>
                  </a:lnTo>
                  <a:lnTo>
                    <a:pt x="36" y="552"/>
                  </a:lnTo>
                  <a:lnTo>
                    <a:pt x="42" y="558"/>
                  </a:lnTo>
                  <a:lnTo>
                    <a:pt x="42" y="588"/>
                  </a:lnTo>
                  <a:lnTo>
                    <a:pt x="48" y="594"/>
                  </a:lnTo>
                  <a:lnTo>
                    <a:pt x="90" y="594"/>
                  </a:lnTo>
                  <a:lnTo>
                    <a:pt x="102" y="588"/>
                  </a:lnTo>
                  <a:lnTo>
                    <a:pt x="114" y="588"/>
                  </a:lnTo>
                  <a:lnTo>
                    <a:pt x="162" y="636"/>
                  </a:lnTo>
                  <a:lnTo>
                    <a:pt x="168" y="648"/>
                  </a:lnTo>
                  <a:lnTo>
                    <a:pt x="180" y="660"/>
                  </a:lnTo>
                  <a:lnTo>
                    <a:pt x="180" y="672"/>
                  </a:lnTo>
                  <a:lnTo>
                    <a:pt x="144" y="672"/>
                  </a:lnTo>
                  <a:lnTo>
                    <a:pt x="144" y="678"/>
                  </a:lnTo>
                  <a:lnTo>
                    <a:pt x="156" y="690"/>
                  </a:lnTo>
                  <a:lnTo>
                    <a:pt x="174" y="696"/>
                  </a:lnTo>
                  <a:lnTo>
                    <a:pt x="186" y="696"/>
                  </a:lnTo>
                  <a:lnTo>
                    <a:pt x="192" y="702"/>
                  </a:lnTo>
                  <a:lnTo>
                    <a:pt x="198" y="702"/>
                  </a:lnTo>
                  <a:lnTo>
                    <a:pt x="204" y="690"/>
                  </a:lnTo>
                  <a:lnTo>
                    <a:pt x="222" y="690"/>
                  </a:lnTo>
                  <a:lnTo>
                    <a:pt x="228" y="684"/>
                  </a:lnTo>
                  <a:lnTo>
                    <a:pt x="246" y="672"/>
                  </a:lnTo>
                  <a:lnTo>
                    <a:pt x="306" y="648"/>
                  </a:lnTo>
                  <a:lnTo>
                    <a:pt x="324" y="642"/>
                  </a:lnTo>
                  <a:lnTo>
                    <a:pt x="336" y="648"/>
                  </a:lnTo>
                  <a:lnTo>
                    <a:pt x="342" y="654"/>
                  </a:lnTo>
                  <a:lnTo>
                    <a:pt x="360" y="666"/>
                  </a:lnTo>
                  <a:lnTo>
                    <a:pt x="366" y="672"/>
                  </a:lnTo>
                  <a:lnTo>
                    <a:pt x="384" y="672"/>
                  </a:lnTo>
                  <a:lnTo>
                    <a:pt x="390" y="666"/>
                  </a:lnTo>
                  <a:lnTo>
                    <a:pt x="402" y="666"/>
                  </a:lnTo>
                  <a:lnTo>
                    <a:pt x="408" y="660"/>
                  </a:lnTo>
                  <a:lnTo>
                    <a:pt x="414" y="666"/>
                  </a:lnTo>
                  <a:lnTo>
                    <a:pt x="426" y="672"/>
                  </a:lnTo>
                  <a:lnTo>
                    <a:pt x="450" y="696"/>
                  </a:lnTo>
                  <a:lnTo>
                    <a:pt x="450" y="726"/>
                  </a:lnTo>
                  <a:lnTo>
                    <a:pt x="444" y="732"/>
                  </a:lnTo>
                  <a:lnTo>
                    <a:pt x="444" y="738"/>
                  </a:lnTo>
                  <a:lnTo>
                    <a:pt x="438" y="744"/>
                  </a:lnTo>
                  <a:lnTo>
                    <a:pt x="438" y="750"/>
                  </a:lnTo>
                  <a:lnTo>
                    <a:pt x="444" y="756"/>
                  </a:lnTo>
                  <a:lnTo>
                    <a:pt x="450" y="768"/>
                  </a:lnTo>
                  <a:lnTo>
                    <a:pt x="462" y="774"/>
                  </a:lnTo>
                  <a:lnTo>
                    <a:pt x="474" y="786"/>
                  </a:lnTo>
                  <a:lnTo>
                    <a:pt x="486" y="786"/>
                  </a:lnTo>
                  <a:lnTo>
                    <a:pt x="504" y="768"/>
                  </a:lnTo>
                  <a:lnTo>
                    <a:pt x="516" y="762"/>
                  </a:lnTo>
                  <a:lnTo>
                    <a:pt x="528" y="762"/>
                  </a:lnTo>
                  <a:lnTo>
                    <a:pt x="528" y="792"/>
                  </a:lnTo>
                  <a:lnTo>
                    <a:pt x="546" y="810"/>
                  </a:lnTo>
                  <a:lnTo>
                    <a:pt x="510" y="816"/>
                  </a:lnTo>
                  <a:lnTo>
                    <a:pt x="510" y="828"/>
                  </a:lnTo>
                  <a:lnTo>
                    <a:pt x="504" y="834"/>
                  </a:lnTo>
                  <a:lnTo>
                    <a:pt x="498" y="834"/>
                  </a:lnTo>
                  <a:lnTo>
                    <a:pt x="486" y="822"/>
                  </a:lnTo>
                  <a:lnTo>
                    <a:pt x="486" y="816"/>
                  </a:lnTo>
                  <a:lnTo>
                    <a:pt x="498" y="804"/>
                  </a:lnTo>
                  <a:lnTo>
                    <a:pt x="504" y="804"/>
                  </a:lnTo>
                  <a:lnTo>
                    <a:pt x="510" y="798"/>
                  </a:lnTo>
                  <a:lnTo>
                    <a:pt x="480" y="798"/>
                  </a:lnTo>
                  <a:lnTo>
                    <a:pt x="462" y="792"/>
                  </a:lnTo>
                  <a:lnTo>
                    <a:pt x="450" y="792"/>
                  </a:lnTo>
                  <a:lnTo>
                    <a:pt x="432" y="786"/>
                  </a:lnTo>
                  <a:lnTo>
                    <a:pt x="408" y="786"/>
                  </a:lnTo>
                  <a:lnTo>
                    <a:pt x="390" y="780"/>
                  </a:lnTo>
                  <a:lnTo>
                    <a:pt x="372" y="780"/>
                  </a:lnTo>
                  <a:lnTo>
                    <a:pt x="360" y="774"/>
                  </a:lnTo>
                  <a:lnTo>
                    <a:pt x="348" y="774"/>
                  </a:lnTo>
                  <a:lnTo>
                    <a:pt x="360" y="804"/>
                  </a:lnTo>
                  <a:lnTo>
                    <a:pt x="342" y="804"/>
                  </a:lnTo>
                  <a:lnTo>
                    <a:pt x="330" y="816"/>
                  </a:lnTo>
                  <a:lnTo>
                    <a:pt x="330" y="822"/>
                  </a:lnTo>
                  <a:lnTo>
                    <a:pt x="336" y="828"/>
                  </a:lnTo>
                  <a:lnTo>
                    <a:pt x="348" y="834"/>
                  </a:lnTo>
                  <a:lnTo>
                    <a:pt x="354" y="840"/>
                  </a:lnTo>
                  <a:lnTo>
                    <a:pt x="366" y="840"/>
                  </a:lnTo>
                  <a:lnTo>
                    <a:pt x="372" y="846"/>
                  </a:lnTo>
                  <a:lnTo>
                    <a:pt x="372" y="852"/>
                  </a:lnTo>
                  <a:lnTo>
                    <a:pt x="360" y="852"/>
                  </a:lnTo>
                  <a:lnTo>
                    <a:pt x="348" y="846"/>
                  </a:lnTo>
                  <a:lnTo>
                    <a:pt x="336" y="846"/>
                  </a:lnTo>
                  <a:lnTo>
                    <a:pt x="324" y="840"/>
                  </a:lnTo>
                  <a:lnTo>
                    <a:pt x="306" y="834"/>
                  </a:lnTo>
                  <a:lnTo>
                    <a:pt x="300" y="834"/>
                  </a:lnTo>
                  <a:lnTo>
                    <a:pt x="294" y="840"/>
                  </a:lnTo>
                  <a:lnTo>
                    <a:pt x="294" y="846"/>
                  </a:lnTo>
                  <a:lnTo>
                    <a:pt x="306" y="858"/>
                  </a:lnTo>
                  <a:lnTo>
                    <a:pt x="318" y="864"/>
                  </a:lnTo>
                  <a:lnTo>
                    <a:pt x="324" y="870"/>
                  </a:lnTo>
                  <a:lnTo>
                    <a:pt x="336" y="870"/>
                  </a:lnTo>
                  <a:lnTo>
                    <a:pt x="336" y="882"/>
                  </a:lnTo>
                  <a:lnTo>
                    <a:pt x="342" y="894"/>
                  </a:lnTo>
                  <a:lnTo>
                    <a:pt x="366" y="918"/>
                  </a:lnTo>
                  <a:lnTo>
                    <a:pt x="372" y="930"/>
                  </a:lnTo>
                  <a:lnTo>
                    <a:pt x="372" y="954"/>
                  </a:lnTo>
                  <a:lnTo>
                    <a:pt x="408" y="960"/>
                  </a:lnTo>
                  <a:lnTo>
                    <a:pt x="414" y="978"/>
                  </a:lnTo>
                  <a:lnTo>
                    <a:pt x="444" y="978"/>
                  </a:lnTo>
                  <a:lnTo>
                    <a:pt x="480" y="996"/>
                  </a:lnTo>
                  <a:lnTo>
                    <a:pt x="486" y="1002"/>
                  </a:lnTo>
                  <a:lnTo>
                    <a:pt x="486" y="1014"/>
                  </a:lnTo>
                  <a:lnTo>
                    <a:pt x="480" y="1020"/>
                  </a:lnTo>
                  <a:lnTo>
                    <a:pt x="468" y="1026"/>
                  </a:lnTo>
                  <a:lnTo>
                    <a:pt x="462" y="1038"/>
                  </a:lnTo>
                  <a:lnTo>
                    <a:pt x="462" y="1056"/>
                  </a:lnTo>
                  <a:lnTo>
                    <a:pt x="468" y="1062"/>
                  </a:lnTo>
                  <a:lnTo>
                    <a:pt x="492" y="1062"/>
                  </a:lnTo>
                  <a:lnTo>
                    <a:pt x="498" y="1056"/>
                  </a:lnTo>
                  <a:lnTo>
                    <a:pt x="504" y="1038"/>
                  </a:lnTo>
                  <a:lnTo>
                    <a:pt x="510" y="1026"/>
                  </a:lnTo>
                  <a:lnTo>
                    <a:pt x="516" y="1020"/>
                  </a:lnTo>
                  <a:lnTo>
                    <a:pt x="528" y="1020"/>
                  </a:lnTo>
                  <a:lnTo>
                    <a:pt x="546" y="1026"/>
                  </a:lnTo>
                  <a:lnTo>
                    <a:pt x="546" y="1020"/>
                  </a:lnTo>
                  <a:lnTo>
                    <a:pt x="552" y="1014"/>
                  </a:lnTo>
                  <a:lnTo>
                    <a:pt x="570" y="1014"/>
                  </a:lnTo>
                  <a:lnTo>
                    <a:pt x="594" y="1026"/>
                  </a:lnTo>
                  <a:lnTo>
                    <a:pt x="606" y="1026"/>
                  </a:lnTo>
                  <a:lnTo>
                    <a:pt x="618" y="1038"/>
                  </a:lnTo>
                  <a:lnTo>
                    <a:pt x="630" y="1044"/>
                  </a:lnTo>
                  <a:lnTo>
                    <a:pt x="636" y="1056"/>
                  </a:lnTo>
                  <a:lnTo>
                    <a:pt x="642" y="1062"/>
                  </a:lnTo>
                  <a:lnTo>
                    <a:pt x="648" y="1074"/>
                  </a:lnTo>
                  <a:lnTo>
                    <a:pt x="672" y="1098"/>
                  </a:lnTo>
                  <a:lnTo>
                    <a:pt x="684" y="1104"/>
                  </a:lnTo>
                  <a:lnTo>
                    <a:pt x="690" y="1110"/>
                  </a:lnTo>
                  <a:lnTo>
                    <a:pt x="696" y="1104"/>
                  </a:lnTo>
                  <a:lnTo>
                    <a:pt x="696" y="1098"/>
                  </a:lnTo>
                  <a:lnTo>
                    <a:pt x="702" y="1092"/>
                  </a:lnTo>
                  <a:lnTo>
                    <a:pt x="654" y="810"/>
                  </a:lnTo>
                  <a:lnTo>
                    <a:pt x="798" y="768"/>
                  </a:lnTo>
                  <a:lnTo>
                    <a:pt x="804" y="774"/>
                  </a:lnTo>
                  <a:lnTo>
                    <a:pt x="804" y="762"/>
                  </a:lnTo>
                  <a:lnTo>
                    <a:pt x="810" y="756"/>
                  </a:lnTo>
                  <a:lnTo>
                    <a:pt x="810" y="750"/>
                  </a:lnTo>
                  <a:lnTo>
                    <a:pt x="816" y="738"/>
                  </a:lnTo>
                  <a:lnTo>
                    <a:pt x="816" y="732"/>
                  </a:lnTo>
                  <a:lnTo>
                    <a:pt x="822" y="726"/>
                  </a:lnTo>
                  <a:lnTo>
                    <a:pt x="846" y="726"/>
                  </a:lnTo>
                  <a:lnTo>
                    <a:pt x="852" y="750"/>
                  </a:lnTo>
                  <a:lnTo>
                    <a:pt x="864" y="744"/>
                  </a:lnTo>
                  <a:lnTo>
                    <a:pt x="870" y="744"/>
                  </a:lnTo>
                  <a:lnTo>
                    <a:pt x="876" y="738"/>
                  </a:lnTo>
                  <a:lnTo>
                    <a:pt x="876" y="732"/>
                  </a:lnTo>
                  <a:lnTo>
                    <a:pt x="852" y="708"/>
                  </a:lnTo>
                  <a:lnTo>
                    <a:pt x="870" y="708"/>
                  </a:lnTo>
                  <a:lnTo>
                    <a:pt x="882" y="720"/>
                  </a:lnTo>
                  <a:lnTo>
                    <a:pt x="936" y="720"/>
                  </a:lnTo>
                  <a:lnTo>
                    <a:pt x="924" y="708"/>
                  </a:lnTo>
                  <a:lnTo>
                    <a:pt x="918" y="708"/>
                  </a:lnTo>
                  <a:lnTo>
                    <a:pt x="906" y="696"/>
                  </a:lnTo>
                  <a:lnTo>
                    <a:pt x="882" y="696"/>
                  </a:lnTo>
                  <a:lnTo>
                    <a:pt x="876" y="690"/>
                  </a:lnTo>
                  <a:lnTo>
                    <a:pt x="876" y="684"/>
                  </a:lnTo>
                  <a:lnTo>
                    <a:pt x="882" y="678"/>
                  </a:lnTo>
                  <a:lnTo>
                    <a:pt x="906" y="678"/>
                  </a:lnTo>
                  <a:lnTo>
                    <a:pt x="924" y="666"/>
                  </a:lnTo>
                  <a:lnTo>
                    <a:pt x="930" y="672"/>
                  </a:lnTo>
                  <a:lnTo>
                    <a:pt x="936" y="684"/>
                  </a:lnTo>
                  <a:lnTo>
                    <a:pt x="942" y="690"/>
                  </a:lnTo>
                  <a:lnTo>
                    <a:pt x="948" y="690"/>
                  </a:lnTo>
                  <a:lnTo>
                    <a:pt x="954" y="684"/>
                  </a:lnTo>
                  <a:lnTo>
                    <a:pt x="960" y="690"/>
                  </a:lnTo>
                  <a:lnTo>
                    <a:pt x="966" y="702"/>
                  </a:lnTo>
                  <a:lnTo>
                    <a:pt x="966" y="708"/>
                  </a:lnTo>
                  <a:lnTo>
                    <a:pt x="960" y="714"/>
                  </a:lnTo>
                  <a:lnTo>
                    <a:pt x="954" y="714"/>
                  </a:lnTo>
                  <a:lnTo>
                    <a:pt x="942" y="720"/>
                  </a:lnTo>
                  <a:lnTo>
                    <a:pt x="924" y="738"/>
                  </a:lnTo>
                  <a:lnTo>
                    <a:pt x="888" y="738"/>
                  </a:lnTo>
                  <a:lnTo>
                    <a:pt x="882" y="744"/>
                  </a:lnTo>
                  <a:lnTo>
                    <a:pt x="882" y="756"/>
                  </a:lnTo>
                  <a:lnTo>
                    <a:pt x="888" y="762"/>
                  </a:lnTo>
                  <a:lnTo>
                    <a:pt x="900" y="762"/>
                  </a:lnTo>
                  <a:lnTo>
                    <a:pt x="906" y="768"/>
                  </a:lnTo>
                  <a:lnTo>
                    <a:pt x="918" y="768"/>
                  </a:lnTo>
                  <a:lnTo>
                    <a:pt x="918" y="786"/>
                  </a:lnTo>
                  <a:lnTo>
                    <a:pt x="912" y="798"/>
                  </a:lnTo>
                  <a:lnTo>
                    <a:pt x="912" y="816"/>
                  </a:lnTo>
                  <a:lnTo>
                    <a:pt x="918" y="822"/>
                  </a:lnTo>
                  <a:lnTo>
                    <a:pt x="984" y="858"/>
                  </a:lnTo>
                  <a:lnTo>
                    <a:pt x="1062" y="930"/>
                  </a:lnTo>
                  <a:lnTo>
                    <a:pt x="1068" y="930"/>
                  </a:lnTo>
                  <a:lnTo>
                    <a:pt x="1074" y="924"/>
                  </a:lnTo>
                  <a:lnTo>
                    <a:pt x="1110" y="924"/>
                  </a:lnTo>
                  <a:lnTo>
                    <a:pt x="1128" y="918"/>
                  </a:lnTo>
                  <a:lnTo>
                    <a:pt x="1188" y="918"/>
                  </a:lnTo>
                  <a:lnTo>
                    <a:pt x="1206" y="924"/>
                  </a:lnTo>
                  <a:lnTo>
                    <a:pt x="1224" y="924"/>
                  </a:lnTo>
                  <a:lnTo>
                    <a:pt x="1230" y="918"/>
                  </a:lnTo>
                  <a:lnTo>
                    <a:pt x="1254" y="906"/>
                  </a:lnTo>
                  <a:lnTo>
                    <a:pt x="1266" y="906"/>
                  </a:lnTo>
                  <a:lnTo>
                    <a:pt x="1272" y="918"/>
                  </a:lnTo>
                  <a:lnTo>
                    <a:pt x="1290" y="936"/>
                  </a:lnTo>
                  <a:lnTo>
                    <a:pt x="1296" y="954"/>
                  </a:lnTo>
                  <a:lnTo>
                    <a:pt x="1308" y="960"/>
                  </a:lnTo>
                  <a:lnTo>
                    <a:pt x="1314" y="972"/>
                  </a:lnTo>
                  <a:lnTo>
                    <a:pt x="1344" y="972"/>
                  </a:lnTo>
                  <a:lnTo>
                    <a:pt x="1344" y="984"/>
                  </a:lnTo>
                  <a:lnTo>
                    <a:pt x="1350" y="1002"/>
                  </a:lnTo>
                  <a:lnTo>
                    <a:pt x="1350" y="1044"/>
                  </a:lnTo>
                  <a:lnTo>
                    <a:pt x="1356" y="1050"/>
                  </a:lnTo>
                  <a:lnTo>
                    <a:pt x="1362" y="1050"/>
                  </a:lnTo>
                  <a:lnTo>
                    <a:pt x="1368" y="1044"/>
                  </a:lnTo>
                  <a:lnTo>
                    <a:pt x="1380" y="1044"/>
                  </a:lnTo>
                  <a:lnTo>
                    <a:pt x="1386" y="1050"/>
                  </a:lnTo>
                  <a:lnTo>
                    <a:pt x="1416" y="1110"/>
                  </a:lnTo>
                  <a:lnTo>
                    <a:pt x="1494" y="1110"/>
                  </a:lnTo>
                  <a:lnTo>
                    <a:pt x="1512" y="1116"/>
                  </a:lnTo>
                  <a:lnTo>
                    <a:pt x="1512" y="1134"/>
                  </a:lnTo>
                  <a:lnTo>
                    <a:pt x="1506" y="1140"/>
                  </a:lnTo>
                  <a:lnTo>
                    <a:pt x="1506" y="1152"/>
                  </a:lnTo>
                  <a:lnTo>
                    <a:pt x="1512" y="1152"/>
                  </a:lnTo>
                  <a:lnTo>
                    <a:pt x="1524" y="1158"/>
                  </a:lnTo>
                  <a:lnTo>
                    <a:pt x="1536" y="1158"/>
                  </a:lnTo>
                  <a:lnTo>
                    <a:pt x="1542" y="1164"/>
                  </a:lnTo>
                  <a:lnTo>
                    <a:pt x="1542" y="1152"/>
                  </a:lnTo>
                  <a:lnTo>
                    <a:pt x="1536" y="1146"/>
                  </a:lnTo>
                  <a:lnTo>
                    <a:pt x="1536" y="1134"/>
                  </a:lnTo>
                  <a:lnTo>
                    <a:pt x="1548" y="1122"/>
                  </a:lnTo>
                  <a:lnTo>
                    <a:pt x="1560" y="1116"/>
                  </a:lnTo>
                  <a:lnTo>
                    <a:pt x="1566" y="1110"/>
                  </a:lnTo>
                  <a:lnTo>
                    <a:pt x="1572" y="1110"/>
                  </a:lnTo>
                  <a:lnTo>
                    <a:pt x="1572" y="1092"/>
                  </a:lnTo>
                  <a:lnTo>
                    <a:pt x="1584" y="1080"/>
                  </a:lnTo>
                  <a:lnTo>
                    <a:pt x="1596" y="1074"/>
                  </a:lnTo>
                  <a:lnTo>
                    <a:pt x="1608" y="1074"/>
                  </a:lnTo>
                  <a:lnTo>
                    <a:pt x="1614" y="1068"/>
                  </a:lnTo>
                  <a:lnTo>
                    <a:pt x="1620" y="1068"/>
                  </a:lnTo>
                  <a:lnTo>
                    <a:pt x="1632" y="1044"/>
                  </a:lnTo>
                  <a:lnTo>
                    <a:pt x="1656" y="1044"/>
                  </a:lnTo>
                  <a:lnTo>
                    <a:pt x="1686" y="1026"/>
                  </a:lnTo>
                  <a:lnTo>
                    <a:pt x="1662" y="1026"/>
                  </a:lnTo>
                  <a:lnTo>
                    <a:pt x="1662" y="1008"/>
                  </a:lnTo>
                  <a:lnTo>
                    <a:pt x="1668" y="996"/>
                  </a:lnTo>
                  <a:lnTo>
                    <a:pt x="1686" y="978"/>
                  </a:lnTo>
                  <a:lnTo>
                    <a:pt x="1716" y="978"/>
                  </a:lnTo>
                  <a:lnTo>
                    <a:pt x="1728" y="984"/>
                  </a:lnTo>
                  <a:lnTo>
                    <a:pt x="1746" y="990"/>
                  </a:lnTo>
                  <a:lnTo>
                    <a:pt x="1782" y="1008"/>
                  </a:lnTo>
                  <a:lnTo>
                    <a:pt x="1812" y="1008"/>
                  </a:lnTo>
                  <a:lnTo>
                    <a:pt x="1830" y="1014"/>
                  </a:lnTo>
                  <a:lnTo>
                    <a:pt x="1830" y="1002"/>
                  </a:lnTo>
                  <a:lnTo>
                    <a:pt x="1824" y="990"/>
                  </a:lnTo>
                  <a:lnTo>
                    <a:pt x="1824" y="960"/>
                  </a:lnTo>
                  <a:lnTo>
                    <a:pt x="1830" y="954"/>
                  </a:lnTo>
                  <a:lnTo>
                    <a:pt x="1872" y="954"/>
                  </a:lnTo>
                  <a:lnTo>
                    <a:pt x="1884" y="960"/>
                  </a:lnTo>
                  <a:lnTo>
                    <a:pt x="1890" y="972"/>
                  </a:lnTo>
                  <a:lnTo>
                    <a:pt x="1914" y="972"/>
                  </a:lnTo>
                  <a:lnTo>
                    <a:pt x="1926" y="978"/>
                  </a:lnTo>
                  <a:lnTo>
                    <a:pt x="1944" y="978"/>
                  </a:lnTo>
                  <a:lnTo>
                    <a:pt x="1962" y="972"/>
                  </a:lnTo>
                  <a:lnTo>
                    <a:pt x="2082" y="972"/>
                  </a:lnTo>
                  <a:lnTo>
                    <a:pt x="2094" y="978"/>
                  </a:lnTo>
                  <a:lnTo>
                    <a:pt x="2106" y="978"/>
                  </a:lnTo>
                  <a:lnTo>
                    <a:pt x="2154" y="972"/>
                  </a:lnTo>
                  <a:lnTo>
                    <a:pt x="2166" y="984"/>
                  </a:lnTo>
                  <a:lnTo>
                    <a:pt x="2184" y="984"/>
                  </a:lnTo>
                  <a:lnTo>
                    <a:pt x="2208" y="1014"/>
                  </a:lnTo>
                  <a:lnTo>
                    <a:pt x="2250" y="1014"/>
                  </a:lnTo>
                  <a:lnTo>
                    <a:pt x="2268" y="1020"/>
                  </a:lnTo>
                  <a:lnTo>
                    <a:pt x="2262" y="1014"/>
                  </a:lnTo>
                  <a:lnTo>
                    <a:pt x="2262" y="1002"/>
                  </a:lnTo>
                  <a:lnTo>
                    <a:pt x="2256" y="996"/>
                  </a:lnTo>
                  <a:lnTo>
                    <a:pt x="2256" y="984"/>
                  </a:lnTo>
                  <a:lnTo>
                    <a:pt x="2280" y="984"/>
                  </a:lnTo>
                  <a:lnTo>
                    <a:pt x="2262" y="966"/>
                  </a:lnTo>
                  <a:lnTo>
                    <a:pt x="2262" y="960"/>
                  </a:lnTo>
                  <a:lnTo>
                    <a:pt x="2268" y="954"/>
                  </a:lnTo>
                  <a:lnTo>
                    <a:pt x="2286" y="954"/>
                  </a:lnTo>
                  <a:lnTo>
                    <a:pt x="2286" y="942"/>
                  </a:lnTo>
                  <a:lnTo>
                    <a:pt x="2274" y="936"/>
                  </a:lnTo>
                  <a:lnTo>
                    <a:pt x="2268" y="924"/>
                  </a:lnTo>
                  <a:lnTo>
                    <a:pt x="2226" y="882"/>
                  </a:lnTo>
                  <a:lnTo>
                    <a:pt x="2214" y="858"/>
                  </a:lnTo>
                  <a:lnTo>
                    <a:pt x="2214" y="828"/>
                  </a:lnTo>
                  <a:lnTo>
                    <a:pt x="2196" y="828"/>
                  </a:lnTo>
                  <a:lnTo>
                    <a:pt x="2184" y="822"/>
                  </a:lnTo>
                  <a:lnTo>
                    <a:pt x="2178" y="816"/>
                  </a:lnTo>
                  <a:lnTo>
                    <a:pt x="2178" y="810"/>
                  </a:lnTo>
                  <a:lnTo>
                    <a:pt x="2184" y="804"/>
                  </a:lnTo>
                  <a:lnTo>
                    <a:pt x="2196" y="798"/>
                  </a:lnTo>
                  <a:lnTo>
                    <a:pt x="2208" y="798"/>
                  </a:lnTo>
                  <a:lnTo>
                    <a:pt x="2220" y="792"/>
                  </a:lnTo>
                  <a:lnTo>
                    <a:pt x="2232" y="792"/>
                  </a:lnTo>
                  <a:lnTo>
                    <a:pt x="2268" y="774"/>
                  </a:lnTo>
                  <a:lnTo>
                    <a:pt x="2280" y="774"/>
                  </a:lnTo>
                  <a:lnTo>
                    <a:pt x="2286" y="780"/>
                  </a:lnTo>
                  <a:lnTo>
                    <a:pt x="2292" y="792"/>
                  </a:lnTo>
                  <a:lnTo>
                    <a:pt x="2298" y="798"/>
                  </a:lnTo>
                  <a:lnTo>
                    <a:pt x="2316" y="786"/>
                  </a:lnTo>
                  <a:lnTo>
                    <a:pt x="2328" y="798"/>
                  </a:lnTo>
                  <a:lnTo>
                    <a:pt x="2334" y="798"/>
                  </a:lnTo>
                  <a:lnTo>
                    <a:pt x="2340" y="792"/>
                  </a:lnTo>
                  <a:lnTo>
                    <a:pt x="2340" y="780"/>
                  </a:lnTo>
                  <a:lnTo>
                    <a:pt x="2334" y="774"/>
                  </a:lnTo>
                  <a:lnTo>
                    <a:pt x="2328" y="774"/>
                  </a:lnTo>
                  <a:lnTo>
                    <a:pt x="2322" y="768"/>
                  </a:lnTo>
                  <a:lnTo>
                    <a:pt x="2316" y="768"/>
                  </a:lnTo>
                  <a:lnTo>
                    <a:pt x="2316" y="630"/>
                  </a:lnTo>
                  <a:lnTo>
                    <a:pt x="2328" y="630"/>
                  </a:lnTo>
                  <a:lnTo>
                    <a:pt x="2340" y="636"/>
                  </a:lnTo>
                  <a:lnTo>
                    <a:pt x="2352" y="636"/>
                  </a:lnTo>
                  <a:lnTo>
                    <a:pt x="2376" y="648"/>
                  </a:lnTo>
                  <a:lnTo>
                    <a:pt x="2424" y="648"/>
                  </a:lnTo>
                  <a:lnTo>
                    <a:pt x="2436" y="660"/>
                  </a:lnTo>
                  <a:lnTo>
                    <a:pt x="2454" y="642"/>
                  </a:lnTo>
                  <a:lnTo>
                    <a:pt x="2472" y="642"/>
                  </a:lnTo>
                  <a:lnTo>
                    <a:pt x="2478" y="636"/>
                  </a:lnTo>
                  <a:lnTo>
                    <a:pt x="2478" y="618"/>
                  </a:lnTo>
                  <a:lnTo>
                    <a:pt x="2466" y="594"/>
                  </a:lnTo>
                  <a:lnTo>
                    <a:pt x="2454" y="582"/>
                  </a:lnTo>
                  <a:lnTo>
                    <a:pt x="2442" y="558"/>
                  </a:lnTo>
                  <a:lnTo>
                    <a:pt x="2442" y="540"/>
                  </a:lnTo>
                  <a:lnTo>
                    <a:pt x="2454" y="528"/>
                  </a:lnTo>
                  <a:lnTo>
                    <a:pt x="2496" y="528"/>
                  </a:lnTo>
                  <a:lnTo>
                    <a:pt x="2502" y="522"/>
                  </a:lnTo>
                  <a:lnTo>
                    <a:pt x="2502" y="510"/>
                  </a:lnTo>
                  <a:lnTo>
                    <a:pt x="2484" y="492"/>
                  </a:lnTo>
                  <a:close/>
                  <a:moveTo>
                    <a:pt x="2082" y="696"/>
                  </a:moveTo>
                  <a:lnTo>
                    <a:pt x="2046" y="696"/>
                  </a:lnTo>
                  <a:lnTo>
                    <a:pt x="2046" y="702"/>
                  </a:lnTo>
                  <a:lnTo>
                    <a:pt x="2040" y="708"/>
                  </a:lnTo>
                  <a:lnTo>
                    <a:pt x="2028" y="708"/>
                  </a:lnTo>
                  <a:lnTo>
                    <a:pt x="2022" y="702"/>
                  </a:lnTo>
                  <a:lnTo>
                    <a:pt x="2010" y="696"/>
                  </a:lnTo>
                  <a:lnTo>
                    <a:pt x="1980" y="702"/>
                  </a:lnTo>
                  <a:lnTo>
                    <a:pt x="1950" y="696"/>
                  </a:lnTo>
                  <a:lnTo>
                    <a:pt x="1932" y="696"/>
                  </a:lnTo>
                  <a:lnTo>
                    <a:pt x="1908" y="690"/>
                  </a:lnTo>
                  <a:lnTo>
                    <a:pt x="1860" y="690"/>
                  </a:lnTo>
                  <a:lnTo>
                    <a:pt x="1854" y="684"/>
                  </a:lnTo>
                  <a:lnTo>
                    <a:pt x="1854" y="678"/>
                  </a:lnTo>
                  <a:lnTo>
                    <a:pt x="1836" y="696"/>
                  </a:lnTo>
                  <a:lnTo>
                    <a:pt x="1830" y="696"/>
                  </a:lnTo>
                  <a:lnTo>
                    <a:pt x="1824" y="708"/>
                  </a:lnTo>
                  <a:lnTo>
                    <a:pt x="1824" y="714"/>
                  </a:lnTo>
                  <a:lnTo>
                    <a:pt x="1818" y="726"/>
                  </a:lnTo>
                  <a:lnTo>
                    <a:pt x="1812" y="732"/>
                  </a:lnTo>
                  <a:lnTo>
                    <a:pt x="1794" y="732"/>
                  </a:lnTo>
                  <a:lnTo>
                    <a:pt x="1800" y="762"/>
                  </a:lnTo>
                  <a:lnTo>
                    <a:pt x="1788" y="768"/>
                  </a:lnTo>
                  <a:lnTo>
                    <a:pt x="1806" y="786"/>
                  </a:lnTo>
                  <a:lnTo>
                    <a:pt x="1800" y="810"/>
                  </a:lnTo>
                  <a:lnTo>
                    <a:pt x="1794" y="810"/>
                  </a:lnTo>
                  <a:lnTo>
                    <a:pt x="1788" y="798"/>
                  </a:lnTo>
                  <a:lnTo>
                    <a:pt x="1776" y="792"/>
                  </a:lnTo>
                  <a:lnTo>
                    <a:pt x="1770" y="780"/>
                  </a:lnTo>
                  <a:lnTo>
                    <a:pt x="1758" y="774"/>
                  </a:lnTo>
                  <a:lnTo>
                    <a:pt x="1752" y="762"/>
                  </a:lnTo>
                  <a:lnTo>
                    <a:pt x="1752" y="750"/>
                  </a:lnTo>
                  <a:lnTo>
                    <a:pt x="1746" y="732"/>
                  </a:lnTo>
                  <a:lnTo>
                    <a:pt x="1746" y="720"/>
                  </a:lnTo>
                  <a:lnTo>
                    <a:pt x="1764" y="702"/>
                  </a:lnTo>
                  <a:lnTo>
                    <a:pt x="1776" y="702"/>
                  </a:lnTo>
                  <a:lnTo>
                    <a:pt x="1782" y="696"/>
                  </a:lnTo>
                  <a:lnTo>
                    <a:pt x="1788" y="684"/>
                  </a:lnTo>
                  <a:lnTo>
                    <a:pt x="1788" y="678"/>
                  </a:lnTo>
                  <a:lnTo>
                    <a:pt x="1800" y="666"/>
                  </a:lnTo>
                  <a:lnTo>
                    <a:pt x="1818" y="666"/>
                  </a:lnTo>
                  <a:lnTo>
                    <a:pt x="1830" y="672"/>
                  </a:lnTo>
                  <a:lnTo>
                    <a:pt x="1848" y="672"/>
                  </a:lnTo>
                  <a:lnTo>
                    <a:pt x="1854" y="666"/>
                  </a:lnTo>
                  <a:lnTo>
                    <a:pt x="1896" y="666"/>
                  </a:lnTo>
                  <a:lnTo>
                    <a:pt x="1908" y="672"/>
                  </a:lnTo>
                  <a:lnTo>
                    <a:pt x="1914" y="678"/>
                  </a:lnTo>
                  <a:lnTo>
                    <a:pt x="1932" y="678"/>
                  </a:lnTo>
                  <a:lnTo>
                    <a:pt x="1944" y="684"/>
                  </a:lnTo>
                  <a:lnTo>
                    <a:pt x="1974" y="684"/>
                  </a:lnTo>
                  <a:lnTo>
                    <a:pt x="1986" y="672"/>
                  </a:lnTo>
                  <a:lnTo>
                    <a:pt x="2028" y="672"/>
                  </a:lnTo>
                  <a:lnTo>
                    <a:pt x="2034" y="678"/>
                  </a:lnTo>
                  <a:lnTo>
                    <a:pt x="2046" y="678"/>
                  </a:lnTo>
                  <a:lnTo>
                    <a:pt x="2052" y="672"/>
                  </a:lnTo>
                  <a:lnTo>
                    <a:pt x="2064" y="666"/>
                  </a:lnTo>
                  <a:lnTo>
                    <a:pt x="2088" y="666"/>
                  </a:lnTo>
                  <a:lnTo>
                    <a:pt x="2088" y="684"/>
                  </a:lnTo>
                  <a:lnTo>
                    <a:pt x="2082" y="690"/>
                  </a:lnTo>
                  <a:lnTo>
                    <a:pt x="2082" y="696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63" name="Jordan" descr="© INSCALE GmbH, 05.05.2010&#10;http://www.presentationload.com/">
              <a:extLst>
                <a:ext uri="{FF2B5EF4-FFF2-40B4-BE49-F238E27FC236}">
                  <a16:creationId xmlns:a16="http://schemas.microsoft.com/office/drawing/2014/main" id="{29F1BF40-0CB7-4F81-9F54-FA6606A4C9A5}"/>
                </a:ext>
              </a:extLst>
            </p:cNvPr>
            <p:cNvSpPr>
              <a:spLocks/>
            </p:cNvSpPr>
            <p:nvPr/>
          </p:nvSpPr>
          <p:spPr bwMode="gray">
            <a:xfrm>
              <a:off x="4533285" y="2120853"/>
              <a:ext cx="93054" cy="110461"/>
            </a:xfrm>
            <a:custGeom>
              <a:avLst/>
              <a:gdLst>
                <a:gd name="T0" fmla="*/ 2147483647 w 282"/>
                <a:gd name="T1" fmla="*/ 2147483647 h 336"/>
                <a:gd name="T2" fmla="*/ 2147483647 w 282"/>
                <a:gd name="T3" fmla="*/ 2147483647 h 336"/>
                <a:gd name="T4" fmla="*/ 2147483647 w 282"/>
                <a:gd name="T5" fmla="*/ 0 h 336"/>
                <a:gd name="T6" fmla="*/ 2147483647 w 282"/>
                <a:gd name="T7" fmla="*/ 2147483647 h 336"/>
                <a:gd name="T8" fmla="*/ 2147483647 w 282"/>
                <a:gd name="T9" fmla="*/ 2147483647 h 336"/>
                <a:gd name="T10" fmla="*/ 2147483647 w 282"/>
                <a:gd name="T11" fmla="*/ 2147483647 h 336"/>
                <a:gd name="T12" fmla="*/ 2147483647 w 282"/>
                <a:gd name="T13" fmla="*/ 2147483647 h 336"/>
                <a:gd name="T14" fmla="*/ 2147483647 w 282"/>
                <a:gd name="T15" fmla="*/ 2147483647 h 336"/>
                <a:gd name="T16" fmla="*/ 2147483647 w 282"/>
                <a:gd name="T17" fmla="*/ 2147483647 h 336"/>
                <a:gd name="T18" fmla="*/ 2147483647 w 282"/>
                <a:gd name="T19" fmla="*/ 2147483647 h 336"/>
                <a:gd name="T20" fmla="*/ 2147483647 w 282"/>
                <a:gd name="T21" fmla="*/ 2147483647 h 336"/>
                <a:gd name="T22" fmla="*/ 2147483647 w 282"/>
                <a:gd name="T23" fmla="*/ 2147483647 h 336"/>
                <a:gd name="T24" fmla="*/ 2147483647 w 282"/>
                <a:gd name="T25" fmla="*/ 2147483647 h 336"/>
                <a:gd name="T26" fmla="*/ 2147483647 w 282"/>
                <a:gd name="T27" fmla="*/ 2147483647 h 336"/>
                <a:gd name="T28" fmla="*/ 2147483647 w 282"/>
                <a:gd name="T29" fmla="*/ 2147483647 h 336"/>
                <a:gd name="T30" fmla="*/ 2147483647 w 282"/>
                <a:gd name="T31" fmla="*/ 2147483647 h 336"/>
                <a:gd name="T32" fmla="*/ 2147483647 w 282"/>
                <a:gd name="T33" fmla="*/ 2147483647 h 336"/>
                <a:gd name="T34" fmla="*/ 2147483647 w 282"/>
                <a:gd name="T35" fmla="*/ 2147483647 h 336"/>
                <a:gd name="T36" fmla="*/ 2147483647 w 282"/>
                <a:gd name="T37" fmla="*/ 2147483647 h 336"/>
                <a:gd name="T38" fmla="*/ 2147483647 w 282"/>
                <a:gd name="T39" fmla="*/ 2147483647 h 336"/>
                <a:gd name="T40" fmla="*/ 2147483647 w 282"/>
                <a:gd name="T41" fmla="*/ 2147483647 h 336"/>
                <a:gd name="T42" fmla="*/ 2147483647 w 282"/>
                <a:gd name="T43" fmla="*/ 2147483647 h 336"/>
                <a:gd name="T44" fmla="*/ 2147483647 w 282"/>
                <a:gd name="T45" fmla="*/ 2147483647 h 336"/>
                <a:gd name="T46" fmla="*/ 0 w 282"/>
                <a:gd name="T47" fmla="*/ 2147483647 h 336"/>
                <a:gd name="T48" fmla="*/ 0 w 282"/>
                <a:gd name="T49" fmla="*/ 2147483647 h 336"/>
                <a:gd name="T50" fmla="*/ 2147483647 w 282"/>
                <a:gd name="T51" fmla="*/ 2147483647 h 336"/>
                <a:gd name="T52" fmla="*/ 2147483647 w 282"/>
                <a:gd name="T53" fmla="*/ 2147483647 h 336"/>
                <a:gd name="T54" fmla="*/ 2147483647 w 282"/>
                <a:gd name="T55" fmla="*/ 2147483647 h 336"/>
                <a:gd name="T56" fmla="*/ 2147483647 w 282"/>
                <a:gd name="T57" fmla="*/ 2147483647 h 336"/>
                <a:gd name="T58" fmla="*/ 2147483647 w 282"/>
                <a:gd name="T59" fmla="*/ 2147483647 h 336"/>
                <a:gd name="T60" fmla="*/ 2147483647 w 282"/>
                <a:gd name="T61" fmla="*/ 2147483647 h 336"/>
                <a:gd name="T62" fmla="*/ 2147483647 w 282"/>
                <a:gd name="T63" fmla="*/ 2147483647 h 336"/>
                <a:gd name="T64" fmla="*/ 2147483647 w 282"/>
                <a:gd name="T65" fmla="*/ 2147483647 h 336"/>
                <a:gd name="T66" fmla="*/ 2147483647 w 282"/>
                <a:gd name="T67" fmla="*/ 2147483647 h 336"/>
                <a:gd name="T68" fmla="*/ 2147483647 w 282"/>
                <a:gd name="T69" fmla="*/ 2147483647 h 336"/>
                <a:gd name="T70" fmla="*/ 2147483647 w 282"/>
                <a:gd name="T71" fmla="*/ 2147483647 h 336"/>
                <a:gd name="T72" fmla="*/ 2147483647 w 282"/>
                <a:gd name="T73" fmla="*/ 2147483647 h 336"/>
                <a:gd name="T74" fmla="*/ 2147483647 w 282"/>
                <a:gd name="T75" fmla="*/ 2147483647 h 336"/>
                <a:gd name="T76" fmla="*/ 2147483647 w 282"/>
                <a:gd name="T77" fmla="*/ 2147483647 h 336"/>
                <a:gd name="T78" fmla="*/ 2147483647 w 282"/>
                <a:gd name="T79" fmla="*/ 2147483647 h 336"/>
                <a:gd name="T80" fmla="*/ 2147483647 w 282"/>
                <a:gd name="T81" fmla="*/ 2147483647 h 336"/>
                <a:gd name="T82" fmla="*/ 2147483647 w 282"/>
                <a:gd name="T83" fmla="*/ 2147483647 h 336"/>
                <a:gd name="T84" fmla="*/ 2147483647 w 282"/>
                <a:gd name="T85" fmla="*/ 2147483647 h 336"/>
                <a:gd name="T86" fmla="*/ 2147483647 w 282"/>
                <a:gd name="T87" fmla="*/ 2147483647 h 336"/>
                <a:gd name="T88" fmla="*/ 2147483647 w 282"/>
                <a:gd name="T89" fmla="*/ 2147483647 h 336"/>
                <a:gd name="T90" fmla="*/ 2147483647 w 282"/>
                <a:gd name="T91" fmla="*/ 2147483647 h 336"/>
                <a:gd name="T92" fmla="*/ 2147483647 w 282"/>
                <a:gd name="T93" fmla="*/ 2147483647 h 336"/>
                <a:gd name="T94" fmla="*/ 2147483647 w 282"/>
                <a:gd name="T95" fmla="*/ 2147483647 h 336"/>
                <a:gd name="T96" fmla="*/ 2147483647 w 282"/>
                <a:gd name="T97" fmla="*/ 2147483647 h 336"/>
                <a:gd name="T98" fmla="*/ 2147483647 w 282"/>
                <a:gd name="T99" fmla="*/ 2147483647 h 336"/>
                <a:gd name="T100" fmla="*/ 2147483647 w 282"/>
                <a:gd name="T101" fmla="*/ 2147483647 h 336"/>
                <a:gd name="T102" fmla="*/ 2147483647 w 282"/>
                <a:gd name="T103" fmla="*/ 2147483647 h 336"/>
                <a:gd name="T104" fmla="*/ 2147483647 w 282"/>
                <a:gd name="T105" fmla="*/ 2147483647 h 336"/>
                <a:gd name="T106" fmla="*/ 2147483647 w 282"/>
                <a:gd name="T107" fmla="*/ 2147483647 h 336"/>
                <a:gd name="T108" fmla="*/ 2147483647 w 282"/>
                <a:gd name="T109" fmla="*/ 2147483647 h 336"/>
                <a:gd name="T110" fmla="*/ 2147483647 w 282"/>
                <a:gd name="T111" fmla="*/ 2147483647 h 336"/>
                <a:gd name="T112" fmla="*/ 2147483647 w 282"/>
                <a:gd name="T113" fmla="*/ 2147483647 h 336"/>
                <a:gd name="T114" fmla="*/ 2147483647 w 282"/>
                <a:gd name="T115" fmla="*/ 2147483647 h 336"/>
                <a:gd name="T116" fmla="*/ 2147483647 w 282"/>
                <a:gd name="T117" fmla="*/ 2147483647 h 336"/>
                <a:gd name="T118" fmla="*/ 2147483647 w 282"/>
                <a:gd name="T119" fmla="*/ 2147483647 h 336"/>
                <a:gd name="T120" fmla="*/ 2147483647 w 282"/>
                <a:gd name="T121" fmla="*/ 2147483647 h 336"/>
                <a:gd name="T122" fmla="*/ 2147483647 w 282"/>
                <a:gd name="T123" fmla="*/ 2147483647 h 3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82"/>
                <a:gd name="T187" fmla="*/ 0 h 336"/>
                <a:gd name="T188" fmla="*/ 282 w 282"/>
                <a:gd name="T189" fmla="*/ 336 h 3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82" h="336">
                  <a:moveTo>
                    <a:pt x="258" y="60"/>
                  </a:moveTo>
                  <a:lnTo>
                    <a:pt x="258" y="42"/>
                  </a:lnTo>
                  <a:lnTo>
                    <a:pt x="234" y="0"/>
                  </a:lnTo>
                  <a:lnTo>
                    <a:pt x="222" y="6"/>
                  </a:lnTo>
                  <a:lnTo>
                    <a:pt x="198" y="30"/>
                  </a:lnTo>
                  <a:lnTo>
                    <a:pt x="138" y="78"/>
                  </a:lnTo>
                  <a:lnTo>
                    <a:pt x="114" y="84"/>
                  </a:lnTo>
                  <a:lnTo>
                    <a:pt x="96" y="84"/>
                  </a:lnTo>
                  <a:lnTo>
                    <a:pt x="84" y="78"/>
                  </a:lnTo>
                  <a:lnTo>
                    <a:pt x="72" y="66"/>
                  </a:lnTo>
                  <a:lnTo>
                    <a:pt x="36" y="48"/>
                  </a:lnTo>
                  <a:lnTo>
                    <a:pt x="30" y="48"/>
                  </a:lnTo>
                  <a:lnTo>
                    <a:pt x="24" y="66"/>
                  </a:lnTo>
                  <a:lnTo>
                    <a:pt x="30" y="138"/>
                  </a:lnTo>
                  <a:lnTo>
                    <a:pt x="18" y="150"/>
                  </a:lnTo>
                  <a:lnTo>
                    <a:pt x="18" y="162"/>
                  </a:lnTo>
                  <a:lnTo>
                    <a:pt x="30" y="174"/>
                  </a:lnTo>
                  <a:lnTo>
                    <a:pt x="30" y="186"/>
                  </a:lnTo>
                  <a:lnTo>
                    <a:pt x="24" y="198"/>
                  </a:lnTo>
                  <a:lnTo>
                    <a:pt x="18" y="204"/>
                  </a:lnTo>
                  <a:lnTo>
                    <a:pt x="12" y="216"/>
                  </a:lnTo>
                  <a:lnTo>
                    <a:pt x="6" y="222"/>
                  </a:lnTo>
                  <a:lnTo>
                    <a:pt x="6" y="282"/>
                  </a:lnTo>
                  <a:lnTo>
                    <a:pt x="0" y="294"/>
                  </a:lnTo>
                  <a:lnTo>
                    <a:pt x="0" y="312"/>
                  </a:lnTo>
                  <a:lnTo>
                    <a:pt x="6" y="324"/>
                  </a:lnTo>
                  <a:lnTo>
                    <a:pt x="24" y="324"/>
                  </a:lnTo>
                  <a:lnTo>
                    <a:pt x="48" y="336"/>
                  </a:lnTo>
                  <a:lnTo>
                    <a:pt x="84" y="336"/>
                  </a:lnTo>
                  <a:lnTo>
                    <a:pt x="96" y="324"/>
                  </a:lnTo>
                  <a:lnTo>
                    <a:pt x="108" y="300"/>
                  </a:lnTo>
                  <a:lnTo>
                    <a:pt x="108" y="288"/>
                  </a:lnTo>
                  <a:lnTo>
                    <a:pt x="120" y="276"/>
                  </a:lnTo>
                  <a:lnTo>
                    <a:pt x="126" y="276"/>
                  </a:lnTo>
                  <a:lnTo>
                    <a:pt x="138" y="270"/>
                  </a:lnTo>
                  <a:lnTo>
                    <a:pt x="150" y="270"/>
                  </a:lnTo>
                  <a:lnTo>
                    <a:pt x="162" y="264"/>
                  </a:lnTo>
                  <a:lnTo>
                    <a:pt x="168" y="258"/>
                  </a:lnTo>
                  <a:lnTo>
                    <a:pt x="174" y="246"/>
                  </a:lnTo>
                  <a:lnTo>
                    <a:pt x="180" y="240"/>
                  </a:lnTo>
                  <a:lnTo>
                    <a:pt x="180" y="228"/>
                  </a:lnTo>
                  <a:lnTo>
                    <a:pt x="186" y="222"/>
                  </a:lnTo>
                  <a:lnTo>
                    <a:pt x="186" y="210"/>
                  </a:lnTo>
                  <a:lnTo>
                    <a:pt x="180" y="204"/>
                  </a:lnTo>
                  <a:lnTo>
                    <a:pt x="168" y="180"/>
                  </a:lnTo>
                  <a:lnTo>
                    <a:pt x="144" y="156"/>
                  </a:lnTo>
                  <a:lnTo>
                    <a:pt x="132" y="156"/>
                  </a:lnTo>
                  <a:lnTo>
                    <a:pt x="120" y="150"/>
                  </a:lnTo>
                  <a:lnTo>
                    <a:pt x="96" y="150"/>
                  </a:lnTo>
                  <a:lnTo>
                    <a:pt x="96" y="144"/>
                  </a:lnTo>
                  <a:lnTo>
                    <a:pt x="108" y="144"/>
                  </a:lnTo>
                  <a:lnTo>
                    <a:pt x="120" y="138"/>
                  </a:lnTo>
                  <a:lnTo>
                    <a:pt x="186" y="138"/>
                  </a:lnTo>
                  <a:lnTo>
                    <a:pt x="198" y="114"/>
                  </a:lnTo>
                  <a:lnTo>
                    <a:pt x="240" y="114"/>
                  </a:lnTo>
                  <a:lnTo>
                    <a:pt x="252" y="108"/>
                  </a:lnTo>
                  <a:lnTo>
                    <a:pt x="258" y="102"/>
                  </a:lnTo>
                  <a:lnTo>
                    <a:pt x="264" y="102"/>
                  </a:lnTo>
                  <a:lnTo>
                    <a:pt x="276" y="96"/>
                  </a:lnTo>
                  <a:lnTo>
                    <a:pt x="282" y="90"/>
                  </a:lnTo>
                  <a:lnTo>
                    <a:pt x="282" y="78"/>
                  </a:lnTo>
                  <a:lnTo>
                    <a:pt x="258" y="60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64" name="Japan" descr="© INSCALE GmbH, 05.05.2010&#10;http://www.presentationload.com/">
              <a:extLst>
                <a:ext uri="{FF2B5EF4-FFF2-40B4-BE49-F238E27FC236}">
                  <a16:creationId xmlns:a16="http://schemas.microsoft.com/office/drawing/2014/main" id="{9394D5F2-F12C-4135-BB12-3FCECB42B3C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574013" y="1799746"/>
              <a:ext cx="289503" cy="561294"/>
            </a:xfrm>
            <a:custGeom>
              <a:avLst/>
              <a:gdLst>
                <a:gd name="T0" fmla="*/ 2147483647 w 876"/>
                <a:gd name="T1" fmla="*/ 2147483647 h 1710"/>
                <a:gd name="T2" fmla="*/ 2147483647 w 876"/>
                <a:gd name="T3" fmla="*/ 2147483647 h 1710"/>
                <a:gd name="T4" fmla="*/ 2147483647 w 876"/>
                <a:gd name="T5" fmla="*/ 2147483647 h 1710"/>
                <a:gd name="T6" fmla="*/ 2147483647 w 876"/>
                <a:gd name="T7" fmla="*/ 2147483647 h 1710"/>
                <a:gd name="T8" fmla="*/ 2147483647 w 876"/>
                <a:gd name="T9" fmla="*/ 2147483647 h 1710"/>
                <a:gd name="T10" fmla="*/ 2147483647 w 876"/>
                <a:gd name="T11" fmla="*/ 2147483647 h 1710"/>
                <a:gd name="T12" fmla="*/ 2147483647 w 876"/>
                <a:gd name="T13" fmla="*/ 2147483647 h 1710"/>
                <a:gd name="T14" fmla="*/ 2147483647 w 876"/>
                <a:gd name="T15" fmla="*/ 2147483647 h 1710"/>
                <a:gd name="T16" fmla="*/ 2147483647 w 876"/>
                <a:gd name="T17" fmla="*/ 2147483647 h 1710"/>
                <a:gd name="T18" fmla="*/ 2147483647 w 876"/>
                <a:gd name="T19" fmla="*/ 2147483647 h 1710"/>
                <a:gd name="T20" fmla="*/ 2147483647 w 876"/>
                <a:gd name="T21" fmla="*/ 2147483647 h 1710"/>
                <a:gd name="T22" fmla="*/ 2147483647 w 876"/>
                <a:gd name="T23" fmla="*/ 2147483647 h 1710"/>
                <a:gd name="T24" fmla="*/ 2147483647 w 876"/>
                <a:gd name="T25" fmla="*/ 2147483647 h 1710"/>
                <a:gd name="T26" fmla="*/ 2147483647 w 876"/>
                <a:gd name="T27" fmla="*/ 2147483647 h 1710"/>
                <a:gd name="T28" fmla="*/ 2147483647 w 876"/>
                <a:gd name="T29" fmla="*/ 2147483647 h 1710"/>
                <a:gd name="T30" fmla="*/ 2147483647 w 876"/>
                <a:gd name="T31" fmla="*/ 2147483647 h 1710"/>
                <a:gd name="T32" fmla="*/ 2147483647 w 876"/>
                <a:gd name="T33" fmla="*/ 2147483647 h 1710"/>
                <a:gd name="T34" fmla="*/ 2147483647 w 876"/>
                <a:gd name="T35" fmla="*/ 2147483647 h 1710"/>
                <a:gd name="T36" fmla="*/ 2147483647 w 876"/>
                <a:gd name="T37" fmla="*/ 2147483647 h 1710"/>
                <a:gd name="T38" fmla="*/ 2147483647 w 876"/>
                <a:gd name="T39" fmla="*/ 2147483647 h 1710"/>
                <a:gd name="T40" fmla="*/ 2147483647 w 876"/>
                <a:gd name="T41" fmla="*/ 2147483647 h 1710"/>
                <a:gd name="T42" fmla="*/ 2147483647 w 876"/>
                <a:gd name="T43" fmla="*/ 2147483647 h 1710"/>
                <a:gd name="T44" fmla="*/ 2147483647 w 876"/>
                <a:gd name="T45" fmla="*/ 2147483647 h 1710"/>
                <a:gd name="T46" fmla="*/ 2147483647 w 876"/>
                <a:gd name="T47" fmla="*/ 2147483647 h 1710"/>
                <a:gd name="T48" fmla="*/ 2147483647 w 876"/>
                <a:gd name="T49" fmla="*/ 2147483647 h 1710"/>
                <a:gd name="T50" fmla="*/ 2147483647 w 876"/>
                <a:gd name="T51" fmla="*/ 2147483647 h 1710"/>
                <a:gd name="T52" fmla="*/ 2147483647 w 876"/>
                <a:gd name="T53" fmla="*/ 2147483647 h 1710"/>
                <a:gd name="T54" fmla="*/ 2147483647 w 876"/>
                <a:gd name="T55" fmla="*/ 2147483647 h 1710"/>
                <a:gd name="T56" fmla="*/ 2147483647 w 876"/>
                <a:gd name="T57" fmla="*/ 2147483647 h 1710"/>
                <a:gd name="T58" fmla="*/ 2147483647 w 876"/>
                <a:gd name="T59" fmla="*/ 2147483647 h 1710"/>
                <a:gd name="T60" fmla="*/ 2147483647 w 876"/>
                <a:gd name="T61" fmla="*/ 2147483647 h 1710"/>
                <a:gd name="T62" fmla="*/ 2147483647 w 876"/>
                <a:gd name="T63" fmla="*/ 2147483647 h 1710"/>
                <a:gd name="T64" fmla="*/ 2147483647 w 876"/>
                <a:gd name="T65" fmla="*/ 2147483647 h 1710"/>
                <a:gd name="T66" fmla="*/ 2147483647 w 876"/>
                <a:gd name="T67" fmla="*/ 2147483647 h 1710"/>
                <a:gd name="T68" fmla="*/ 2147483647 w 876"/>
                <a:gd name="T69" fmla="*/ 2147483647 h 1710"/>
                <a:gd name="T70" fmla="*/ 2147483647 w 876"/>
                <a:gd name="T71" fmla="*/ 2147483647 h 1710"/>
                <a:gd name="T72" fmla="*/ 2147483647 w 876"/>
                <a:gd name="T73" fmla="*/ 2147483647 h 1710"/>
                <a:gd name="T74" fmla="*/ 2147483647 w 876"/>
                <a:gd name="T75" fmla="*/ 2147483647 h 1710"/>
                <a:gd name="T76" fmla="*/ 2147483647 w 876"/>
                <a:gd name="T77" fmla="*/ 2147483647 h 1710"/>
                <a:gd name="T78" fmla="*/ 2147483647 w 876"/>
                <a:gd name="T79" fmla="*/ 2147483647 h 1710"/>
                <a:gd name="T80" fmla="*/ 2147483647 w 876"/>
                <a:gd name="T81" fmla="*/ 2147483647 h 1710"/>
                <a:gd name="T82" fmla="*/ 2147483647 w 876"/>
                <a:gd name="T83" fmla="*/ 2147483647 h 1710"/>
                <a:gd name="T84" fmla="*/ 2147483647 w 876"/>
                <a:gd name="T85" fmla="*/ 2147483647 h 1710"/>
                <a:gd name="T86" fmla="*/ 2147483647 w 876"/>
                <a:gd name="T87" fmla="*/ 2147483647 h 1710"/>
                <a:gd name="T88" fmla="*/ 2147483647 w 876"/>
                <a:gd name="T89" fmla="*/ 2147483647 h 1710"/>
                <a:gd name="T90" fmla="*/ 2147483647 w 876"/>
                <a:gd name="T91" fmla="*/ 2147483647 h 1710"/>
                <a:gd name="T92" fmla="*/ 2147483647 w 876"/>
                <a:gd name="T93" fmla="*/ 2147483647 h 1710"/>
                <a:gd name="T94" fmla="*/ 2147483647 w 876"/>
                <a:gd name="T95" fmla="*/ 2147483647 h 1710"/>
                <a:gd name="T96" fmla="*/ 2147483647 w 876"/>
                <a:gd name="T97" fmla="*/ 2147483647 h 1710"/>
                <a:gd name="T98" fmla="*/ 2147483647 w 876"/>
                <a:gd name="T99" fmla="*/ 2147483647 h 1710"/>
                <a:gd name="T100" fmla="*/ 2147483647 w 876"/>
                <a:gd name="T101" fmla="*/ 2147483647 h 1710"/>
                <a:gd name="T102" fmla="*/ 2147483647 w 876"/>
                <a:gd name="T103" fmla="*/ 2147483647 h 1710"/>
                <a:gd name="T104" fmla="*/ 2147483647 w 876"/>
                <a:gd name="T105" fmla="*/ 2147483647 h 1710"/>
                <a:gd name="T106" fmla="*/ 2147483647 w 876"/>
                <a:gd name="T107" fmla="*/ 2147483647 h 1710"/>
                <a:gd name="T108" fmla="*/ 2147483647 w 876"/>
                <a:gd name="T109" fmla="*/ 2147483647 h 1710"/>
                <a:gd name="T110" fmla="*/ 2147483647 w 876"/>
                <a:gd name="T111" fmla="*/ 2147483647 h 1710"/>
                <a:gd name="T112" fmla="*/ 2147483647 w 876"/>
                <a:gd name="T113" fmla="*/ 2147483647 h 1710"/>
                <a:gd name="T114" fmla="*/ 2147483647 w 876"/>
                <a:gd name="T115" fmla="*/ 2147483647 h 1710"/>
                <a:gd name="T116" fmla="*/ 2147483647 w 876"/>
                <a:gd name="T117" fmla="*/ 2147483647 h 1710"/>
                <a:gd name="T118" fmla="*/ 2147483647 w 876"/>
                <a:gd name="T119" fmla="*/ 2147483647 h 171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876"/>
                <a:gd name="T181" fmla="*/ 0 h 1710"/>
                <a:gd name="T182" fmla="*/ 876 w 876"/>
                <a:gd name="T183" fmla="*/ 1710 h 171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876" h="1710">
                  <a:moveTo>
                    <a:pt x="876" y="780"/>
                  </a:moveTo>
                  <a:lnTo>
                    <a:pt x="864" y="774"/>
                  </a:lnTo>
                  <a:lnTo>
                    <a:pt x="858" y="768"/>
                  </a:lnTo>
                  <a:lnTo>
                    <a:pt x="846" y="762"/>
                  </a:lnTo>
                  <a:lnTo>
                    <a:pt x="840" y="750"/>
                  </a:lnTo>
                  <a:lnTo>
                    <a:pt x="828" y="744"/>
                  </a:lnTo>
                  <a:lnTo>
                    <a:pt x="828" y="720"/>
                  </a:lnTo>
                  <a:lnTo>
                    <a:pt x="834" y="702"/>
                  </a:lnTo>
                  <a:lnTo>
                    <a:pt x="834" y="684"/>
                  </a:lnTo>
                  <a:lnTo>
                    <a:pt x="828" y="666"/>
                  </a:lnTo>
                  <a:lnTo>
                    <a:pt x="816" y="642"/>
                  </a:lnTo>
                  <a:lnTo>
                    <a:pt x="792" y="618"/>
                  </a:lnTo>
                  <a:lnTo>
                    <a:pt x="786" y="600"/>
                  </a:lnTo>
                  <a:lnTo>
                    <a:pt x="786" y="576"/>
                  </a:lnTo>
                  <a:lnTo>
                    <a:pt x="792" y="570"/>
                  </a:lnTo>
                  <a:lnTo>
                    <a:pt x="810" y="570"/>
                  </a:lnTo>
                  <a:lnTo>
                    <a:pt x="810" y="528"/>
                  </a:lnTo>
                  <a:lnTo>
                    <a:pt x="798" y="516"/>
                  </a:lnTo>
                  <a:lnTo>
                    <a:pt x="810" y="510"/>
                  </a:lnTo>
                  <a:lnTo>
                    <a:pt x="810" y="498"/>
                  </a:lnTo>
                  <a:lnTo>
                    <a:pt x="804" y="486"/>
                  </a:lnTo>
                  <a:lnTo>
                    <a:pt x="804" y="474"/>
                  </a:lnTo>
                  <a:lnTo>
                    <a:pt x="798" y="468"/>
                  </a:lnTo>
                  <a:lnTo>
                    <a:pt x="792" y="456"/>
                  </a:lnTo>
                  <a:lnTo>
                    <a:pt x="786" y="450"/>
                  </a:lnTo>
                  <a:lnTo>
                    <a:pt x="774" y="444"/>
                  </a:lnTo>
                  <a:lnTo>
                    <a:pt x="768" y="438"/>
                  </a:lnTo>
                  <a:lnTo>
                    <a:pt x="762" y="420"/>
                  </a:lnTo>
                  <a:lnTo>
                    <a:pt x="756" y="420"/>
                  </a:lnTo>
                  <a:lnTo>
                    <a:pt x="738" y="402"/>
                  </a:lnTo>
                  <a:lnTo>
                    <a:pt x="714" y="390"/>
                  </a:lnTo>
                  <a:lnTo>
                    <a:pt x="702" y="378"/>
                  </a:lnTo>
                  <a:lnTo>
                    <a:pt x="696" y="360"/>
                  </a:lnTo>
                  <a:lnTo>
                    <a:pt x="690" y="348"/>
                  </a:lnTo>
                  <a:lnTo>
                    <a:pt x="690" y="330"/>
                  </a:lnTo>
                  <a:lnTo>
                    <a:pt x="684" y="324"/>
                  </a:lnTo>
                  <a:lnTo>
                    <a:pt x="678" y="324"/>
                  </a:lnTo>
                  <a:lnTo>
                    <a:pt x="666" y="318"/>
                  </a:lnTo>
                  <a:lnTo>
                    <a:pt x="654" y="318"/>
                  </a:lnTo>
                  <a:lnTo>
                    <a:pt x="648" y="324"/>
                  </a:lnTo>
                  <a:lnTo>
                    <a:pt x="648" y="342"/>
                  </a:lnTo>
                  <a:lnTo>
                    <a:pt x="654" y="342"/>
                  </a:lnTo>
                  <a:lnTo>
                    <a:pt x="660" y="348"/>
                  </a:lnTo>
                  <a:lnTo>
                    <a:pt x="672" y="342"/>
                  </a:lnTo>
                  <a:lnTo>
                    <a:pt x="678" y="348"/>
                  </a:lnTo>
                  <a:lnTo>
                    <a:pt x="678" y="366"/>
                  </a:lnTo>
                  <a:lnTo>
                    <a:pt x="672" y="366"/>
                  </a:lnTo>
                  <a:lnTo>
                    <a:pt x="666" y="360"/>
                  </a:lnTo>
                  <a:lnTo>
                    <a:pt x="654" y="372"/>
                  </a:lnTo>
                  <a:lnTo>
                    <a:pt x="630" y="342"/>
                  </a:lnTo>
                  <a:lnTo>
                    <a:pt x="612" y="342"/>
                  </a:lnTo>
                  <a:lnTo>
                    <a:pt x="636" y="378"/>
                  </a:lnTo>
                  <a:lnTo>
                    <a:pt x="618" y="378"/>
                  </a:lnTo>
                  <a:lnTo>
                    <a:pt x="648" y="426"/>
                  </a:lnTo>
                  <a:lnTo>
                    <a:pt x="636" y="438"/>
                  </a:lnTo>
                  <a:lnTo>
                    <a:pt x="648" y="444"/>
                  </a:lnTo>
                  <a:lnTo>
                    <a:pt x="666" y="462"/>
                  </a:lnTo>
                  <a:lnTo>
                    <a:pt x="678" y="468"/>
                  </a:lnTo>
                  <a:lnTo>
                    <a:pt x="684" y="480"/>
                  </a:lnTo>
                  <a:lnTo>
                    <a:pt x="684" y="504"/>
                  </a:lnTo>
                  <a:lnTo>
                    <a:pt x="678" y="516"/>
                  </a:lnTo>
                  <a:lnTo>
                    <a:pt x="678" y="534"/>
                  </a:lnTo>
                  <a:lnTo>
                    <a:pt x="672" y="540"/>
                  </a:lnTo>
                  <a:lnTo>
                    <a:pt x="672" y="570"/>
                  </a:lnTo>
                  <a:lnTo>
                    <a:pt x="678" y="570"/>
                  </a:lnTo>
                  <a:lnTo>
                    <a:pt x="690" y="582"/>
                  </a:lnTo>
                  <a:lnTo>
                    <a:pt x="690" y="600"/>
                  </a:lnTo>
                  <a:lnTo>
                    <a:pt x="678" y="606"/>
                  </a:lnTo>
                  <a:lnTo>
                    <a:pt x="660" y="606"/>
                  </a:lnTo>
                  <a:lnTo>
                    <a:pt x="660" y="618"/>
                  </a:lnTo>
                  <a:lnTo>
                    <a:pt x="666" y="630"/>
                  </a:lnTo>
                  <a:lnTo>
                    <a:pt x="666" y="642"/>
                  </a:lnTo>
                  <a:lnTo>
                    <a:pt x="660" y="654"/>
                  </a:lnTo>
                  <a:lnTo>
                    <a:pt x="654" y="660"/>
                  </a:lnTo>
                  <a:lnTo>
                    <a:pt x="642" y="666"/>
                  </a:lnTo>
                  <a:lnTo>
                    <a:pt x="630" y="666"/>
                  </a:lnTo>
                  <a:lnTo>
                    <a:pt x="618" y="672"/>
                  </a:lnTo>
                  <a:lnTo>
                    <a:pt x="612" y="678"/>
                  </a:lnTo>
                  <a:lnTo>
                    <a:pt x="606" y="678"/>
                  </a:lnTo>
                  <a:lnTo>
                    <a:pt x="606" y="696"/>
                  </a:lnTo>
                  <a:lnTo>
                    <a:pt x="588" y="696"/>
                  </a:lnTo>
                  <a:lnTo>
                    <a:pt x="564" y="672"/>
                  </a:lnTo>
                  <a:lnTo>
                    <a:pt x="564" y="654"/>
                  </a:lnTo>
                  <a:lnTo>
                    <a:pt x="570" y="636"/>
                  </a:lnTo>
                  <a:lnTo>
                    <a:pt x="558" y="636"/>
                  </a:lnTo>
                  <a:lnTo>
                    <a:pt x="552" y="642"/>
                  </a:lnTo>
                  <a:lnTo>
                    <a:pt x="540" y="648"/>
                  </a:lnTo>
                  <a:lnTo>
                    <a:pt x="534" y="654"/>
                  </a:lnTo>
                  <a:lnTo>
                    <a:pt x="534" y="660"/>
                  </a:lnTo>
                  <a:lnTo>
                    <a:pt x="540" y="666"/>
                  </a:lnTo>
                  <a:lnTo>
                    <a:pt x="558" y="702"/>
                  </a:lnTo>
                  <a:lnTo>
                    <a:pt x="558" y="714"/>
                  </a:lnTo>
                  <a:lnTo>
                    <a:pt x="552" y="720"/>
                  </a:lnTo>
                  <a:lnTo>
                    <a:pt x="540" y="744"/>
                  </a:lnTo>
                  <a:lnTo>
                    <a:pt x="540" y="756"/>
                  </a:lnTo>
                  <a:lnTo>
                    <a:pt x="546" y="762"/>
                  </a:lnTo>
                  <a:lnTo>
                    <a:pt x="546" y="768"/>
                  </a:lnTo>
                  <a:lnTo>
                    <a:pt x="552" y="780"/>
                  </a:lnTo>
                  <a:lnTo>
                    <a:pt x="558" y="786"/>
                  </a:lnTo>
                  <a:lnTo>
                    <a:pt x="558" y="792"/>
                  </a:lnTo>
                  <a:lnTo>
                    <a:pt x="522" y="792"/>
                  </a:lnTo>
                  <a:lnTo>
                    <a:pt x="498" y="780"/>
                  </a:lnTo>
                  <a:lnTo>
                    <a:pt x="474" y="780"/>
                  </a:lnTo>
                  <a:lnTo>
                    <a:pt x="450" y="792"/>
                  </a:lnTo>
                  <a:lnTo>
                    <a:pt x="438" y="792"/>
                  </a:lnTo>
                  <a:lnTo>
                    <a:pt x="420" y="798"/>
                  </a:lnTo>
                  <a:lnTo>
                    <a:pt x="414" y="804"/>
                  </a:lnTo>
                  <a:lnTo>
                    <a:pt x="378" y="804"/>
                  </a:lnTo>
                  <a:lnTo>
                    <a:pt x="366" y="792"/>
                  </a:lnTo>
                  <a:lnTo>
                    <a:pt x="336" y="816"/>
                  </a:lnTo>
                  <a:lnTo>
                    <a:pt x="330" y="828"/>
                  </a:lnTo>
                  <a:lnTo>
                    <a:pt x="312" y="846"/>
                  </a:lnTo>
                  <a:lnTo>
                    <a:pt x="306" y="864"/>
                  </a:lnTo>
                  <a:lnTo>
                    <a:pt x="300" y="870"/>
                  </a:lnTo>
                  <a:lnTo>
                    <a:pt x="294" y="882"/>
                  </a:lnTo>
                  <a:lnTo>
                    <a:pt x="270" y="882"/>
                  </a:lnTo>
                  <a:lnTo>
                    <a:pt x="264" y="888"/>
                  </a:lnTo>
                  <a:lnTo>
                    <a:pt x="258" y="888"/>
                  </a:lnTo>
                  <a:lnTo>
                    <a:pt x="258" y="900"/>
                  </a:lnTo>
                  <a:lnTo>
                    <a:pt x="264" y="912"/>
                  </a:lnTo>
                  <a:lnTo>
                    <a:pt x="276" y="924"/>
                  </a:lnTo>
                  <a:lnTo>
                    <a:pt x="288" y="924"/>
                  </a:lnTo>
                  <a:lnTo>
                    <a:pt x="294" y="918"/>
                  </a:lnTo>
                  <a:lnTo>
                    <a:pt x="312" y="918"/>
                  </a:lnTo>
                  <a:lnTo>
                    <a:pt x="318" y="924"/>
                  </a:lnTo>
                  <a:lnTo>
                    <a:pt x="324" y="924"/>
                  </a:lnTo>
                  <a:lnTo>
                    <a:pt x="336" y="930"/>
                  </a:lnTo>
                  <a:lnTo>
                    <a:pt x="342" y="930"/>
                  </a:lnTo>
                  <a:lnTo>
                    <a:pt x="348" y="924"/>
                  </a:lnTo>
                  <a:lnTo>
                    <a:pt x="348" y="912"/>
                  </a:lnTo>
                  <a:lnTo>
                    <a:pt x="354" y="906"/>
                  </a:lnTo>
                  <a:lnTo>
                    <a:pt x="354" y="894"/>
                  </a:lnTo>
                  <a:lnTo>
                    <a:pt x="372" y="906"/>
                  </a:lnTo>
                  <a:lnTo>
                    <a:pt x="378" y="906"/>
                  </a:lnTo>
                  <a:lnTo>
                    <a:pt x="384" y="900"/>
                  </a:lnTo>
                  <a:lnTo>
                    <a:pt x="420" y="882"/>
                  </a:lnTo>
                  <a:lnTo>
                    <a:pt x="426" y="882"/>
                  </a:lnTo>
                  <a:lnTo>
                    <a:pt x="432" y="876"/>
                  </a:lnTo>
                  <a:lnTo>
                    <a:pt x="444" y="876"/>
                  </a:lnTo>
                  <a:lnTo>
                    <a:pt x="456" y="882"/>
                  </a:lnTo>
                  <a:lnTo>
                    <a:pt x="480" y="882"/>
                  </a:lnTo>
                  <a:lnTo>
                    <a:pt x="480" y="876"/>
                  </a:lnTo>
                  <a:lnTo>
                    <a:pt x="474" y="870"/>
                  </a:lnTo>
                  <a:lnTo>
                    <a:pt x="474" y="864"/>
                  </a:lnTo>
                  <a:lnTo>
                    <a:pt x="480" y="858"/>
                  </a:lnTo>
                  <a:lnTo>
                    <a:pt x="498" y="858"/>
                  </a:lnTo>
                  <a:lnTo>
                    <a:pt x="516" y="876"/>
                  </a:lnTo>
                  <a:lnTo>
                    <a:pt x="522" y="870"/>
                  </a:lnTo>
                  <a:lnTo>
                    <a:pt x="534" y="864"/>
                  </a:lnTo>
                  <a:lnTo>
                    <a:pt x="540" y="864"/>
                  </a:lnTo>
                  <a:lnTo>
                    <a:pt x="546" y="858"/>
                  </a:lnTo>
                  <a:lnTo>
                    <a:pt x="552" y="864"/>
                  </a:lnTo>
                  <a:lnTo>
                    <a:pt x="552" y="882"/>
                  </a:lnTo>
                  <a:lnTo>
                    <a:pt x="546" y="894"/>
                  </a:lnTo>
                  <a:lnTo>
                    <a:pt x="540" y="900"/>
                  </a:lnTo>
                  <a:lnTo>
                    <a:pt x="540" y="912"/>
                  </a:lnTo>
                  <a:lnTo>
                    <a:pt x="546" y="918"/>
                  </a:lnTo>
                  <a:lnTo>
                    <a:pt x="552" y="930"/>
                  </a:lnTo>
                  <a:lnTo>
                    <a:pt x="576" y="954"/>
                  </a:lnTo>
                  <a:lnTo>
                    <a:pt x="600" y="966"/>
                  </a:lnTo>
                  <a:lnTo>
                    <a:pt x="612" y="960"/>
                  </a:lnTo>
                  <a:lnTo>
                    <a:pt x="618" y="954"/>
                  </a:lnTo>
                  <a:lnTo>
                    <a:pt x="630" y="930"/>
                  </a:lnTo>
                  <a:lnTo>
                    <a:pt x="630" y="906"/>
                  </a:lnTo>
                  <a:lnTo>
                    <a:pt x="660" y="900"/>
                  </a:lnTo>
                  <a:lnTo>
                    <a:pt x="654" y="894"/>
                  </a:lnTo>
                  <a:lnTo>
                    <a:pt x="648" y="882"/>
                  </a:lnTo>
                  <a:lnTo>
                    <a:pt x="636" y="870"/>
                  </a:lnTo>
                  <a:lnTo>
                    <a:pt x="624" y="870"/>
                  </a:lnTo>
                  <a:lnTo>
                    <a:pt x="612" y="858"/>
                  </a:lnTo>
                  <a:lnTo>
                    <a:pt x="630" y="834"/>
                  </a:lnTo>
                  <a:lnTo>
                    <a:pt x="636" y="834"/>
                  </a:lnTo>
                  <a:lnTo>
                    <a:pt x="636" y="840"/>
                  </a:lnTo>
                  <a:lnTo>
                    <a:pt x="642" y="852"/>
                  </a:lnTo>
                  <a:lnTo>
                    <a:pt x="642" y="858"/>
                  </a:lnTo>
                  <a:lnTo>
                    <a:pt x="654" y="858"/>
                  </a:lnTo>
                  <a:lnTo>
                    <a:pt x="666" y="870"/>
                  </a:lnTo>
                  <a:lnTo>
                    <a:pt x="666" y="876"/>
                  </a:lnTo>
                  <a:lnTo>
                    <a:pt x="684" y="864"/>
                  </a:lnTo>
                  <a:lnTo>
                    <a:pt x="696" y="870"/>
                  </a:lnTo>
                  <a:lnTo>
                    <a:pt x="732" y="870"/>
                  </a:lnTo>
                  <a:lnTo>
                    <a:pt x="744" y="858"/>
                  </a:lnTo>
                  <a:lnTo>
                    <a:pt x="744" y="852"/>
                  </a:lnTo>
                  <a:lnTo>
                    <a:pt x="738" y="846"/>
                  </a:lnTo>
                  <a:lnTo>
                    <a:pt x="738" y="840"/>
                  </a:lnTo>
                  <a:lnTo>
                    <a:pt x="744" y="834"/>
                  </a:lnTo>
                  <a:lnTo>
                    <a:pt x="762" y="834"/>
                  </a:lnTo>
                  <a:lnTo>
                    <a:pt x="768" y="840"/>
                  </a:lnTo>
                  <a:lnTo>
                    <a:pt x="768" y="858"/>
                  </a:lnTo>
                  <a:lnTo>
                    <a:pt x="774" y="864"/>
                  </a:lnTo>
                  <a:lnTo>
                    <a:pt x="774" y="870"/>
                  </a:lnTo>
                  <a:lnTo>
                    <a:pt x="780" y="870"/>
                  </a:lnTo>
                  <a:lnTo>
                    <a:pt x="786" y="864"/>
                  </a:lnTo>
                  <a:lnTo>
                    <a:pt x="786" y="852"/>
                  </a:lnTo>
                  <a:lnTo>
                    <a:pt x="780" y="840"/>
                  </a:lnTo>
                  <a:lnTo>
                    <a:pt x="780" y="816"/>
                  </a:lnTo>
                  <a:lnTo>
                    <a:pt x="804" y="816"/>
                  </a:lnTo>
                  <a:lnTo>
                    <a:pt x="804" y="798"/>
                  </a:lnTo>
                  <a:lnTo>
                    <a:pt x="810" y="792"/>
                  </a:lnTo>
                  <a:lnTo>
                    <a:pt x="810" y="786"/>
                  </a:lnTo>
                  <a:lnTo>
                    <a:pt x="816" y="780"/>
                  </a:lnTo>
                  <a:lnTo>
                    <a:pt x="828" y="792"/>
                  </a:lnTo>
                  <a:lnTo>
                    <a:pt x="828" y="840"/>
                  </a:lnTo>
                  <a:lnTo>
                    <a:pt x="852" y="840"/>
                  </a:lnTo>
                  <a:lnTo>
                    <a:pt x="858" y="828"/>
                  </a:lnTo>
                  <a:lnTo>
                    <a:pt x="858" y="792"/>
                  </a:lnTo>
                  <a:lnTo>
                    <a:pt x="876" y="780"/>
                  </a:lnTo>
                  <a:close/>
                  <a:moveTo>
                    <a:pt x="498" y="912"/>
                  </a:moveTo>
                  <a:lnTo>
                    <a:pt x="486" y="906"/>
                  </a:lnTo>
                  <a:lnTo>
                    <a:pt x="480" y="900"/>
                  </a:lnTo>
                  <a:lnTo>
                    <a:pt x="468" y="894"/>
                  </a:lnTo>
                  <a:lnTo>
                    <a:pt x="444" y="894"/>
                  </a:lnTo>
                  <a:lnTo>
                    <a:pt x="438" y="900"/>
                  </a:lnTo>
                  <a:lnTo>
                    <a:pt x="438" y="924"/>
                  </a:lnTo>
                  <a:lnTo>
                    <a:pt x="432" y="924"/>
                  </a:lnTo>
                  <a:lnTo>
                    <a:pt x="426" y="918"/>
                  </a:lnTo>
                  <a:lnTo>
                    <a:pt x="396" y="918"/>
                  </a:lnTo>
                  <a:lnTo>
                    <a:pt x="390" y="924"/>
                  </a:lnTo>
                  <a:lnTo>
                    <a:pt x="390" y="942"/>
                  </a:lnTo>
                  <a:lnTo>
                    <a:pt x="396" y="948"/>
                  </a:lnTo>
                  <a:lnTo>
                    <a:pt x="396" y="954"/>
                  </a:lnTo>
                  <a:lnTo>
                    <a:pt x="378" y="972"/>
                  </a:lnTo>
                  <a:lnTo>
                    <a:pt x="390" y="978"/>
                  </a:lnTo>
                  <a:lnTo>
                    <a:pt x="396" y="990"/>
                  </a:lnTo>
                  <a:lnTo>
                    <a:pt x="408" y="1002"/>
                  </a:lnTo>
                  <a:lnTo>
                    <a:pt x="432" y="1014"/>
                  </a:lnTo>
                  <a:lnTo>
                    <a:pt x="438" y="1020"/>
                  </a:lnTo>
                  <a:lnTo>
                    <a:pt x="450" y="1026"/>
                  </a:lnTo>
                  <a:lnTo>
                    <a:pt x="450" y="984"/>
                  </a:lnTo>
                  <a:lnTo>
                    <a:pt x="456" y="972"/>
                  </a:lnTo>
                  <a:lnTo>
                    <a:pt x="462" y="966"/>
                  </a:lnTo>
                  <a:lnTo>
                    <a:pt x="474" y="960"/>
                  </a:lnTo>
                  <a:lnTo>
                    <a:pt x="486" y="960"/>
                  </a:lnTo>
                  <a:lnTo>
                    <a:pt x="492" y="966"/>
                  </a:lnTo>
                  <a:lnTo>
                    <a:pt x="504" y="972"/>
                  </a:lnTo>
                  <a:lnTo>
                    <a:pt x="510" y="984"/>
                  </a:lnTo>
                  <a:lnTo>
                    <a:pt x="516" y="990"/>
                  </a:lnTo>
                  <a:lnTo>
                    <a:pt x="516" y="978"/>
                  </a:lnTo>
                  <a:lnTo>
                    <a:pt x="522" y="966"/>
                  </a:lnTo>
                  <a:lnTo>
                    <a:pt x="522" y="954"/>
                  </a:lnTo>
                  <a:lnTo>
                    <a:pt x="528" y="942"/>
                  </a:lnTo>
                  <a:lnTo>
                    <a:pt x="528" y="930"/>
                  </a:lnTo>
                  <a:lnTo>
                    <a:pt x="522" y="918"/>
                  </a:lnTo>
                  <a:lnTo>
                    <a:pt x="516" y="912"/>
                  </a:lnTo>
                  <a:lnTo>
                    <a:pt x="516" y="906"/>
                  </a:lnTo>
                  <a:lnTo>
                    <a:pt x="498" y="912"/>
                  </a:lnTo>
                  <a:close/>
                  <a:moveTo>
                    <a:pt x="354" y="1050"/>
                  </a:moveTo>
                  <a:lnTo>
                    <a:pt x="354" y="1038"/>
                  </a:lnTo>
                  <a:lnTo>
                    <a:pt x="372" y="1020"/>
                  </a:lnTo>
                  <a:lnTo>
                    <a:pt x="372" y="1008"/>
                  </a:lnTo>
                  <a:lnTo>
                    <a:pt x="360" y="1002"/>
                  </a:lnTo>
                  <a:lnTo>
                    <a:pt x="354" y="990"/>
                  </a:lnTo>
                  <a:lnTo>
                    <a:pt x="348" y="984"/>
                  </a:lnTo>
                  <a:lnTo>
                    <a:pt x="336" y="978"/>
                  </a:lnTo>
                  <a:lnTo>
                    <a:pt x="336" y="966"/>
                  </a:lnTo>
                  <a:lnTo>
                    <a:pt x="330" y="960"/>
                  </a:lnTo>
                  <a:lnTo>
                    <a:pt x="324" y="960"/>
                  </a:lnTo>
                  <a:lnTo>
                    <a:pt x="318" y="954"/>
                  </a:lnTo>
                  <a:lnTo>
                    <a:pt x="300" y="954"/>
                  </a:lnTo>
                  <a:lnTo>
                    <a:pt x="294" y="948"/>
                  </a:lnTo>
                  <a:lnTo>
                    <a:pt x="270" y="936"/>
                  </a:lnTo>
                  <a:lnTo>
                    <a:pt x="258" y="936"/>
                  </a:lnTo>
                  <a:lnTo>
                    <a:pt x="240" y="954"/>
                  </a:lnTo>
                  <a:lnTo>
                    <a:pt x="204" y="972"/>
                  </a:lnTo>
                  <a:lnTo>
                    <a:pt x="234" y="1026"/>
                  </a:lnTo>
                  <a:lnTo>
                    <a:pt x="252" y="1014"/>
                  </a:lnTo>
                  <a:lnTo>
                    <a:pt x="252" y="1008"/>
                  </a:lnTo>
                  <a:lnTo>
                    <a:pt x="246" y="1002"/>
                  </a:lnTo>
                  <a:lnTo>
                    <a:pt x="246" y="990"/>
                  </a:lnTo>
                  <a:lnTo>
                    <a:pt x="252" y="990"/>
                  </a:lnTo>
                  <a:lnTo>
                    <a:pt x="264" y="1002"/>
                  </a:lnTo>
                  <a:lnTo>
                    <a:pt x="270" y="1014"/>
                  </a:lnTo>
                  <a:lnTo>
                    <a:pt x="276" y="1020"/>
                  </a:lnTo>
                  <a:lnTo>
                    <a:pt x="282" y="1032"/>
                  </a:lnTo>
                  <a:lnTo>
                    <a:pt x="282" y="1068"/>
                  </a:lnTo>
                  <a:lnTo>
                    <a:pt x="264" y="1074"/>
                  </a:lnTo>
                  <a:lnTo>
                    <a:pt x="264" y="1080"/>
                  </a:lnTo>
                  <a:lnTo>
                    <a:pt x="270" y="1086"/>
                  </a:lnTo>
                  <a:lnTo>
                    <a:pt x="270" y="1104"/>
                  </a:lnTo>
                  <a:lnTo>
                    <a:pt x="276" y="1116"/>
                  </a:lnTo>
                  <a:lnTo>
                    <a:pt x="282" y="1134"/>
                  </a:lnTo>
                  <a:lnTo>
                    <a:pt x="294" y="1146"/>
                  </a:lnTo>
                  <a:lnTo>
                    <a:pt x="300" y="1146"/>
                  </a:lnTo>
                  <a:lnTo>
                    <a:pt x="306" y="1140"/>
                  </a:lnTo>
                  <a:lnTo>
                    <a:pt x="306" y="1104"/>
                  </a:lnTo>
                  <a:lnTo>
                    <a:pt x="336" y="1116"/>
                  </a:lnTo>
                  <a:lnTo>
                    <a:pt x="336" y="1140"/>
                  </a:lnTo>
                  <a:lnTo>
                    <a:pt x="342" y="1146"/>
                  </a:lnTo>
                  <a:lnTo>
                    <a:pt x="342" y="1152"/>
                  </a:lnTo>
                  <a:lnTo>
                    <a:pt x="348" y="1152"/>
                  </a:lnTo>
                  <a:lnTo>
                    <a:pt x="348" y="1140"/>
                  </a:lnTo>
                  <a:lnTo>
                    <a:pt x="360" y="1128"/>
                  </a:lnTo>
                  <a:lnTo>
                    <a:pt x="366" y="1116"/>
                  </a:lnTo>
                  <a:lnTo>
                    <a:pt x="366" y="1110"/>
                  </a:lnTo>
                  <a:lnTo>
                    <a:pt x="360" y="1104"/>
                  </a:lnTo>
                  <a:lnTo>
                    <a:pt x="360" y="1074"/>
                  </a:lnTo>
                  <a:lnTo>
                    <a:pt x="354" y="1062"/>
                  </a:lnTo>
                  <a:lnTo>
                    <a:pt x="354" y="1050"/>
                  </a:lnTo>
                  <a:close/>
                  <a:moveTo>
                    <a:pt x="264" y="1026"/>
                  </a:moveTo>
                  <a:lnTo>
                    <a:pt x="246" y="1062"/>
                  </a:lnTo>
                  <a:lnTo>
                    <a:pt x="264" y="1056"/>
                  </a:lnTo>
                  <a:lnTo>
                    <a:pt x="264" y="1026"/>
                  </a:lnTo>
                  <a:close/>
                  <a:moveTo>
                    <a:pt x="624" y="618"/>
                  </a:moveTo>
                  <a:lnTo>
                    <a:pt x="636" y="618"/>
                  </a:lnTo>
                  <a:lnTo>
                    <a:pt x="636" y="594"/>
                  </a:lnTo>
                  <a:lnTo>
                    <a:pt x="630" y="594"/>
                  </a:lnTo>
                  <a:lnTo>
                    <a:pt x="612" y="570"/>
                  </a:lnTo>
                  <a:lnTo>
                    <a:pt x="606" y="582"/>
                  </a:lnTo>
                  <a:lnTo>
                    <a:pt x="618" y="600"/>
                  </a:lnTo>
                  <a:lnTo>
                    <a:pt x="624" y="618"/>
                  </a:lnTo>
                  <a:close/>
                  <a:moveTo>
                    <a:pt x="546" y="72"/>
                  </a:moveTo>
                  <a:lnTo>
                    <a:pt x="552" y="96"/>
                  </a:lnTo>
                  <a:lnTo>
                    <a:pt x="558" y="102"/>
                  </a:lnTo>
                  <a:lnTo>
                    <a:pt x="570" y="108"/>
                  </a:lnTo>
                  <a:lnTo>
                    <a:pt x="576" y="114"/>
                  </a:lnTo>
                  <a:lnTo>
                    <a:pt x="576" y="132"/>
                  </a:lnTo>
                  <a:lnTo>
                    <a:pt x="564" y="144"/>
                  </a:lnTo>
                  <a:lnTo>
                    <a:pt x="564" y="150"/>
                  </a:lnTo>
                  <a:lnTo>
                    <a:pt x="570" y="156"/>
                  </a:lnTo>
                  <a:lnTo>
                    <a:pt x="576" y="168"/>
                  </a:lnTo>
                  <a:lnTo>
                    <a:pt x="582" y="174"/>
                  </a:lnTo>
                  <a:lnTo>
                    <a:pt x="582" y="186"/>
                  </a:lnTo>
                  <a:lnTo>
                    <a:pt x="576" y="186"/>
                  </a:lnTo>
                  <a:lnTo>
                    <a:pt x="564" y="180"/>
                  </a:lnTo>
                  <a:lnTo>
                    <a:pt x="552" y="180"/>
                  </a:lnTo>
                  <a:lnTo>
                    <a:pt x="540" y="174"/>
                  </a:lnTo>
                  <a:lnTo>
                    <a:pt x="528" y="174"/>
                  </a:lnTo>
                  <a:lnTo>
                    <a:pt x="522" y="168"/>
                  </a:lnTo>
                  <a:lnTo>
                    <a:pt x="522" y="180"/>
                  </a:lnTo>
                  <a:lnTo>
                    <a:pt x="540" y="198"/>
                  </a:lnTo>
                  <a:lnTo>
                    <a:pt x="516" y="228"/>
                  </a:lnTo>
                  <a:lnTo>
                    <a:pt x="522" y="240"/>
                  </a:lnTo>
                  <a:lnTo>
                    <a:pt x="528" y="246"/>
                  </a:lnTo>
                  <a:lnTo>
                    <a:pt x="528" y="252"/>
                  </a:lnTo>
                  <a:lnTo>
                    <a:pt x="534" y="258"/>
                  </a:lnTo>
                  <a:lnTo>
                    <a:pt x="546" y="264"/>
                  </a:lnTo>
                  <a:lnTo>
                    <a:pt x="552" y="270"/>
                  </a:lnTo>
                  <a:lnTo>
                    <a:pt x="564" y="276"/>
                  </a:lnTo>
                  <a:lnTo>
                    <a:pt x="570" y="282"/>
                  </a:lnTo>
                  <a:lnTo>
                    <a:pt x="576" y="282"/>
                  </a:lnTo>
                  <a:lnTo>
                    <a:pt x="576" y="318"/>
                  </a:lnTo>
                  <a:lnTo>
                    <a:pt x="582" y="330"/>
                  </a:lnTo>
                  <a:lnTo>
                    <a:pt x="600" y="330"/>
                  </a:lnTo>
                  <a:lnTo>
                    <a:pt x="600" y="300"/>
                  </a:lnTo>
                  <a:lnTo>
                    <a:pt x="636" y="300"/>
                  </a:lnTo>
                  <a:lnTo>
                    <a:pt x="642" y="294"/>
                  </a:lnTo>
                  <a:lnTo>
                    <a:pt x="606" y="270"/>
                  </a:lnTo>
                  <a:lnTo>
                    <a:pt x="588" y="270"/>
                  </a:lnTo>
                  <a:lnTo>
                    <a:pt x="576" y="264"/>
                  </a:lnTo>
                  <a:lnTo>
                    <a:pt x="570" y="264"/>
                  </a:lnTo>
                  <a:lnTo>
                    <a:pt x="558" y="258"/>
                  </a:lnTo>
                  <a:lnTo>
                    <a:pt x="558" y="246"/>
                  </a:lnTo>
                  <a:lnTo>
                    <a:pt x="564" y="240"/>
                  </a:lnTo>
                  <a:lnTo>
                    <a:pt x="576" y="234"/>
                  </a:lnTo>
                  <a:lnTo>
                    <a:pt x="600" y="246"/>
                  </a:lnTo>
                  <a:lnTo>
                    <a:pt x="606" y="252"/>
                  </a:lnTo>
                  <a:lnTo>
                    <a:pt x="618" y="240"/>
                  </a:lnTo>
                  <a:lnTo>
                    <a:pt x="630" y="234"/>
                  </a:lnTo>
                  <a:lnTo>
                    <a:pt x="636" y="234"/>
                  </a:lnTo>
                  <a:lnTo>
                    <a:pt x="690" y="252"/>
                  </a:lnTo>
                  <a:lnTo>
                    <a:pt x="726" y="270"/>
                  </a:lnTo>
                  <a:lnTo>
                    <a:pt x="756" y="282"/>
                  </a:lnTo>
                  <a:lnTo>
                    <a:pt x="768" y="282"/>
                  </a:lnTo>
                  <a:lnTo>
                    <a:pt x="768" y="270"/>
                  </a:lnTo>
                  <a:lnTo>
                    <a:pt x="762" y="258"/>
                  </a:lnTo>
                  <a:lnTo>
                    <a:pt x="762" y="222"/>
                  </a:lnTo>
                  <a:lnTo>
                    <a:pt x="780" y="204"/>
                  </a:lnTo>
                  <a:lnTo>
                    <a:pt x="792" y="204"/>
                  </a:lnTo>
                  <a:lnTo>
                    <a:pt x="798" y="210"/>
                  </a:lnTo>
                  <a:lnTo>
                    <a:pt x="816" y="210"/>
                  </a:lnTo>
                  <a:lnTo>
                    <a:pt x="840" y="198"/>
                  </a:lnTo>
                  <a:lnTo>
                    <a:pt x="858" y="180"/>
                  </a:lnTo>
                  <a:lnTo>
                    <a:pt x="804" y="144"/>
                  </a:lnTo>
                  <a:lnTo>
                    <a:pt x="804" y="120"/>
                  </a:lnTo>
                  <a:lnTo>
                    <a:pt x="798" y="108"/>
                  </a:lnTo>
                  <a:lnTo>
                    <a:pt x="792" y="102"/>
                  </a:lnTo>
                  <a:lnTo>
                    <a:pt x="786" y="102"/>
                  </a:lnTo>
                  <a:lnTo>
                    <a:pt x="774" y="114"/>
                  </a:lnTo>
                  <a:lnTo>
                    <a:pt x="774" y="126"/>
                  </a:lnTo>
                  <a:lnTo>
                    <a:pt x="756" y="120"/>
                  </a:lnTo>
                  <a:lnTo>
                    <a:pt x="720" y="114"/>
                  </a:lnTo>
                  <a:lnTo>
                    <a:pt x="678" y="102"/>
                  </a:lnTo>
                  <a:lnTo>
                    <a:pt x="648" y="90"/>
                  </a:lnTo>
                  <a:lnTo>
                    <a:pt x="624" y="72"/>
                  </a:lnTo>
                  <a:lnTo>
                    <a:pt x="552" y="24"/>
                  </a:lnTo>
                  <a:lnTo>
                    <a:pt x="516" y="6"/>
                  </a:lnTo>
                  <a:lnTo>
                    <a:pt x="498" y="0"/>
                  </a:lnTo>
                  <a:lnTo>
                    <a:pt x="498" y="18"/>
                  </a:lnTo>
                  <a:lnTo>
                    <a:pt x="510" y="30"/>
                  </a:lnTo>
                  <a:lnTo>
                    <a:pt x="516" y="42"/>
                  </a:lnTo>
                  <a:lnTo>
                    <a:pt x="528" y="54"/>
                  </a:lnTo>
                  <a:lnTo>
                    <a:pt x="534" y="66"/>
                  </a:lnTo>
                  <a:lnTo>
                    <a:pt x="546" y="72"/>
                  </a:lnTo>
                  <a:close/>
                  <a:moveTo>
                    <a:pt x="282" y="1458"/>
                  </a:moveTo>
                  <a:lnTo>
                    <a:pt x="306" y="1458"/>
                  </a:lnTo>
                  <a:lnTo>
                    <a:pt x="276" y="1440"/>
                  </a:lnTo>
                  <a:lnTo>
                    <a:pt x="282" y="1458"/>
                  </a:lnTo>
                  <a:close/>
                  <a:moveTo>
                    <a:pt x="300" y="1386"/>
                  </a:moveTo>
                  <a:lnTo>
                    <a:pt x="312" y="1398"/>
                  </a:lnTo>
                  <a:lnTo>
                    <a:pt x="318" y="1398"/>
                  </a:lnTo>
                  <a:lnTo>
                    <a:pt x="330" y="1386"/>
                  </a:lnTo>
                  <a:lnTo>
                    <a:pt x="336" y="1386"/>
                  </a:lnTo>
                  <a:lnTo>
                    <a:pt x="342" y="1380"/>
                  </a:lnTo>
                  <a:lnTo>
                    <a:pt x="342" y="1368"/>
                  </a:lnTo>
                  <a:lnTo>
                    <a:pt x="336" y="1362"/>
                  </a:lnTo>
                  <a:lnTo>
                    <a:pt x="318" y="1362"/>
                  </a:lnTo>
                  <a:lnTo>
                    <a:pt x="306" y="1368"/>
                  </a:lnTo>
                  <a:lnTo>
                    <a:pt x="300" y="1380"/>
                  </a:lnTo>
                  <a:lnTo>
                    <a:pt x="300" y="1386"/>
                  </a:lnTo>
                  <a:close/>
                  <a:moveTo>
                    <a:pt x="312" y="1416"/>
                  </a:moveTo>
                  <a:lnTo>
                    <a:pt x="300" y="1416"/>
                  </a:lnTo>
                  <a:lnTo>
                    <a:pt x="300" y="1428"/>
                  </a:lnTo>
                  <a:lnTo>
                    <a:pt x="318" y="1428"/>
                  </a:lnTo>
                  <a:lnTo>
                    <a:pt x="318" y="1422"/>
                  </a:lnTo>
                  <a:lnTo>
                    <a:pt x="312" y="1416"/>
                  </a:lnTo>
                  <a:close/>
                  <a:moveTo>
                    <a:pt x="336" y="1200"/>
                  </a:moveTo>
                  <a:lnTo>
                    <a:pt x="336" y="1206"/>
                  </a:lnTo>
                  <a:lnTo>
                    <a:pt x="330" y="1206"/>
                  </a:lnTo>
                  <a:lnTo>
                    <a:pt x="318" y="1212"/>
                  </a:lnTo>
                  <a:lnTo>
                    <a:pt x="342" y="1230"/>
                  </a:lnTo>
                  <a:lnTo>
                    <a:pt x="342" y="1218"/>
                  </a:lnTo>
                  <a:lnTo>
                    <a:pt x="336" y="1206"/>
                  </a:lnTo>
                  <a:lnTo>
                    <a:pt x="336" y="1200"/>
                  </a:lnTo>
                  <a:close/>
                  <a:moveTo>
                    <a:pt x="366" y="1170"/>
                  </a:moveTo>
                  <a:lnTo>
                    <a:pt x="366" y="1182"/>
                  </a:lnTo>
                  <a:lnTo>
                    <a:pt x="360" y="1194"/>
                  </a:lnTo>
                  <a:lnTo>
                    <a:pt x="378" y="1224"/>
                  </a:lnTo>
                  <a:lnTo>
                    <a:pt x="378" y="1200"/>
                  </a:lnTo>
                  <a:lnTo>
                    <a:pt x="372" y="1194"/>
                  </a:lnTo>
                  <a:lnTo>
                    <a:pt x="372" y="1176"/>
                  </a:lnTo>
                  <a:lnTo>
                    <a:pt x="366" y="1170"/>
                  </a:lnTo>
                  <a:close/>
                  <a:moveTo>
                    <a:pt x="36" y="1698"/>
                  </a:moveTo>
                  <a:lnTo>
                    <a:pt x="54" y="1698"/>
                  </a:lnTo>
                  <a:lnTo>
                    <a:pt x="60" y="1692"/>
                  </a:lnTo>
                  <a:lnTo>
                    <a:pt x="72" y="1692"/>
                  </a:lnTo>
                  <a:lnTo>
                    <a:pt x="42" y="1680"/>
                  </a:lnTo>
                  <a:lnTo>
                    <a:pt x="36" y="1686"/>
                  </a:lnTo>
                  <a:lnTo>
                    <a:pt x="36" y="1698"/>
                  </a:lnTo>
                  <a:close/>
                  <a:moveTo>
                    <a:pt x="114" y="1662"/>
                  </a:moveTo>
                  <a:lnTo>
                    <a:pt x="96" y="1632"/>
                  </a:lnTo>
                  <a:lnTo>
                    <a:pt x="96" y="1662"/>
                  </a:lnTo>
                  <a:lnTo>
                    <a:pt x="102" y="1674"/>
                  </a:lnTo>
                  <a:lnTo>
                    <a:pt x="114" y="1680"/>
                  </a:lnTo>
                  <a:lnTo>
                    <a:pt x="120" y="1680"/>
                  </a:lnTo>
                  <a:lnTo>
                    <a:pt x="126" y="1674"/>
                  </a:lnTo>
                  <a:lnTo>
                    <a:pt x="126" y="1662"/>
                  </a:lnTo>
                  <a:lnTo>
                    <a:pt x="114" y="1662"/>
                  </a:lnTo>
                  <a:close/>
                  <a:moveTo>
                    <a:pt x="12" y="1686"/>
                  </a:moveTo>
                  <a:lnTo>
                    <a:pt x="6" y="1686"/>
                  </a:lnTo>
                  <a:lnTo>
                    <a:pt x="0" y="1692"/>
                  </a:lnTo>
                  <a:lnTo>
                    <a:pt x="0" y="1704"/>
                  </a:lnTo>
                  <a:lnTo>
                    <a:pt x="6" y="1710"/>
                  </a:lnTo>
                  <a:lnTo>
                    <a:pt x="12" y="1710"/>
                  </a:lnTo>
                  <a:lnTo>
                    <a:pt x="24" y="1698"/>
                  </a:lnTo>
                  <a:lnTo>
                    <a:pt x="24" y="1686"/>
                  </a:lnTo>
                  <a:lnTo>
                    <a:pt x="12" y="1686"/>
                  </a:lnTo>
                  <a:close/>
                  <a:moveTo>
                    <a:pt x="168" y="1536"/>
                  </a:moveTo>
                  <a:lnTo>
                    <a:pt x="168" y="1542"/>
                  </a:lnTo>
                  <a:lnTo>
                    <a:pt x="180" y="1548"/>
                  </a:lnTo>
                  <a:lnTo>
                    <a:pt x="186" y="1548"/>
                  </a:lnTo>
                  <a:lnTo>
                    <a:pt x="186" y="1536"/>
                  </a:lnTo>
                  <a:lnTo>
                    <a:pt x="180" y="1530"/>
                  </a:lnTo>
                  <a:lnTo>
                    <a:pt x="168" y="1530"/>
                  </a:lnTo>
                  <a:lnTo>
                    <a:pt x="168" y="1536"/>
                  </a:lnTo>
                  <a:close/>
                  <a:moveTo>
                    <a:pt x="264" y="1494"/>
                  </a:moveTo>
                  <a:lnTo>
                    <a:pt x="252" y="1518"/>
                  </a:lnTo>
                  <a:lnTo>
                    <a:pt x="246" y="1536"/>
                  </a:lnTo>
                  <a:lnTo>
                    <a:pt x="246" y="1548"/>
                  </a:lnTo>
                  <a:lnTo>
                    <a:pt x="240" y="1554"/>
                  </a:lnTo>
                  <a:lnTo>
                    <a:pt x="240" y="1560"/>
                  </a:lnTo>
                  <a:lnTo>
                    <a:pt x="258" y="1566"/>
                  </a:lnTo>
                  <a:lnTo>
                    <a:pt x="264" y="1554"/>
                  </a:lnTo>
                  <a:lnTo>
                    <a:pt x="264" y="1548"/>
                  </a:lnTo>
                  <a:lnTo>
                    <a:pt x="270" y="1542"/>
                  </a:lnTo>
                  <a:lnTo>
                    <a:pt x="270" y="1524"/>
                  </a:lnTo>
                  <a:lnTo>
                    <a:pt x="288" y="1506"/>
                  </a:lnTo>
                  <a:lnTo>
                    <a:pt x="282" y="1500"/>
                  </a:lnTo>
                  <a:lnTo>
                    <a:pt x="282" y="1494"/>
                  </a:lnTo>
                  <a:lnTo>
                    <a:pt x="276" y="1488"/>
                  </a:lnTo>
                  <a:lnTo>
                    <a:pt x="264" y="1494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65" name="Jamaica" descr="© INSCALE GmbH, 05.05.2010&#10;http://www.presentationload.com/">
              <a:extLst>
                <a:ext uri="{FF2B5EF4-FFF2-40B4-BE49-F238E27FC236}">
                  <a16:creationId xmlns:a16="http://schemas.microsoft.com/office/drawing/2014/main" id="{28932D32-39B0-465B-B69C-5EED29A09947}"/>
                </a:ext>
              </a:extLst>
            </p:cNvPr>
            <p:cNvSpPr>
              <a:spLocks/>
            </p:cNvSpPr>
            <p:nvPr/>
          </p:nvSpPr>
          <p:spPr bwMode="gray">
            <a:xfrm>
              <a:off x="1914848" y="2515176"/>
              <a:ext cx="51697" cy="16698"/>
            </a:xfrm>
            <a:custGeom>
              <a:avLst/>
              <a:gdLst>
                <a:gd name="T0" fmla="*/ 2147483647 w 156"/>
                <a:gd name="T1" fmla="*/ 2147483647 h 54"/>
                <a:gd name="T2" fmla="*/ 2147483647 w 156"/>
                <a:gd name="T3" fmla="*/ 2147483647 h 54"/>
                <a:gd name="T4" fmla="*/ 2147483647 w 156"/>
                <a:gd name="T5" fmla="*/ 2147483647 h 54"/>
                <a:gd name="T6" fmla="*/ 2147483647 w 156"/>
                <a:gd name="T7" fmla="*/ 2147483647 h 54"/>
                <a:gd name="T8" fmla="*/ 2147483647 w 156"/>
                <a:gd name="T9" fmla="*/ 2147483647 h 54"/>
                <a:gd name="T10" fmla="*/ 2147483647 w 156"/>
                <a:gd name="T11" fmla="*/ 2147483647 h 54"/>
                <a:gd name="T12" fmla="*/ 2147483647 w 156"/>
                <a:gd name="T13" fmla="*/ 2147483647 h 54"/>
                <a:gd name="T14" fmla="*/ 2147483647 w 156"/>
                <a:gd name="T15" fmla="*/ 2147483647 h 54"/>
                <a:gd name="T16" fmla="*/ 2147483647 w 156"/>
                <a:gd name="T17" fmla="*/ 0 h 54"/>
                <a:gd name="T18" fmla="*/ 2147483647 w 156"/>
                <a:gd name="T19" fmla="*/ 0 h 54"/>
                <a:gd name="T20" fmla="*/ 2147483647 w 156"/>
                <a:gd name="T21" fmla="*/ 2147483647 h 54"/>
                <a:gd name="T22" fmla="*/ 0 w 156"/>
                <a:gd name="T23" fmla="*/ 2147483647 h 54"/>
                <a:gd name="T24" fmla="*/ 2147483647 w 156"/>
                <a:gd name="T25" fmla="*/ 2147483647 h 54"/>
                <a:gd name="T26" fmla="*/ 2147483647 w 156"/>
                <a:gd name="T27" fmla="*/ 2147483647 h 54"/>
                <a:gd name="T28" fmla="*/ 2147483647 w 156"/>
                <a:gd name="T29" fmla="*/ 2147483647 h 54"/>
                <a:gd name="T30" fmla="*/ 2147483647 w 156"/>
                <a:gd name="T31" fmla="*/ 2147483647 h 54"/>
                <a:gd name="T32" fmla="*/ 2147483647 w 156"/>
                <a:gd name="T33" fmla="*/ 2147483647 h 54"/>
                <a:gd name="T34" fmla="*/ 2147483647 w 156"/>
                <a:gd name="T35" fmla="*/ 2147483647 h 54"/>
                <a:gd name="T36" fmla="*/ 2147483647 w 156"/>
                <a:gd name="T37" fmla="*/ 2147483647 h 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56"/>
                <a:gd name="T58" fmla="*/ 0 h 54"/>
                <a:gd name="T59" fmla="*/ 156 w 156"/>
                <a:gd name="T60" fmla="*/ 54 h 5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56" h="54">
                  <a:moveTo>
                    <a:pt x="108" y="54"/>
                  </a:moveTo>
                  <a:lnTo>
                    <a:pt x="114" y="36"/>
                  </a:lnTo>
                  <a:lnTo>
                    <a:pt x="156" y="48"/>
                  </a:lnTo>
                  <a:lnTo>
                    <a:pt x="156" y="42"/>
                  </a:lnTo>
                  <a:lnTo>
                    <a:pt x="150" y="36"/>
                  </a:lnTo>
                  <a:lnTo>
                    <a:pt x="144" y="24"/>
                  </a:lnTo>
                  <a:lnTo>
                    <a:pt x="126" y="6"/>
                  </a:lnTo>
                  <a:lnTo>
                    <a:pt x="84" y="6"/>
                  </a:lnTo>
                  <a:lnTo>
                    <a:pt x="66" y="0"/>
                  </a:lnTo>
                  <a:lnTo>
                    <a:pt x="24" y="0"/>
                  </a:lnTo>
                  <a:lnTo>
                    <a:pt x="12" y="6"/>
                  </a:lnTo>
                  <a:lnTo>
                    <a:pt x="0" y="6"/>
                  </a:lnTo>
                  <a:lnTo>
                    <a:pt x="6" y="18"/>
                  </a:lnTo>
                  <a:lnTo>
                    <a:pt x="18" y="24"/>
                  </a:lnTo>
                  <a:lnTo>
                    <a:pt x="24" y="36"/>
                  </a:lnTo>
                  <a:lnTo>
                    <a:pt x="36" y="42"/>
                  </a:lnTo>
                  <a:lnTo>
                    <a:pt x="60" y="42"/>
                  </a:lnTo>
                  <a:lnTo>
                    <a:pt x="78" y="48"/>
                  </a:lnTo>
                  <a:lnTo>
                    <a:pt x="108" y="54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66" name="Italy" descr="© INSCALE GmbH, 05.05.2010&#10;http://www.presentationload.com/">
              <a:extLst>
                <a:ext uri="{FF2B5EF4-FFF2-40B4-BE49-F238E27FC236}">
                  <a16:creationId xmlns:a16="http://schemas.microsoft.com/office/drawing/2014/main" id="{2903C6C4-5608-435A-A834-8F56C4FE378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894826" y="1757361"/>
              <a:ext cx="257192" cy="272298"/>
            </a:xfrm>
            <a:custGeom>
              <a:avLst/>
              <a:gdLst>
                <a:gd name="T0" fmla="*/ 2147483647 w 780"/>
                <a:gd name="T1" fmla="*/ 2147483647 h 828"/>
                <a:gd name="T2" fmla="*/ 2147483647 w 780"/>
                <a:gd name="T3" fmla="*/ 2147483647 h 828"/>
                <a:gd name="T4" fmla="*/ 2147483647 w 780"/>
                <a:gd name="T5" fmla="*/ 2147483647 h 828"/>
                <a:gd name="T6" fmla="*/ 2147483647 w 780"/>
                <a:gd name="T7" fmla="*/ 2147483647 h 828"/>
                <a:gd name="T8" fmla="*/ 2147483647 w 780"/>
                <a:gd name="T9" fmla="*/ 2147483647 h 828"/>
                <a:gd name="T10" fmla="*/ 2147483647 w 780"/>
                <a:gd name="T11" fmla="*/ 2147483647 h 828"/>
                <a:gd name="T12" fmla="*/ 2147483647 w 780"/>
                <a:gd name="T13" fmla="*/ 2147483647 h 828"/>
                <a:gd name="T14" fmla="*/ 2147483647 w 780"/>
                <a:gd name="T15" fmla="*/ 2147483647 h 828"/>
                <a:gd name="T16" fmla="*/ 2147483647 w 780"/>
                <a:gd name="T17" fmla="*/ 2147483647 h 828"/>
                <a:gd name="T18" fmla="*/ 2147483647 w 780"/>
                <a:gd name="T19" fmla="*/ 2147483647 h 828"/>
                <a:gd name="T20" fmla="*/ 2147483647 w 780"/>
                <a:gd name="T21" fmla="*/ 2147483647 h 828"/>
                <a:gd name="T22" fmla="*/ 2147483647 w 780"/>
                <a:gd name="T23" fmla="*/ 2147483647 h 828"/>
                <a:gd name="T24" fmla="*/ 2147483647 w 780"/>
                <a:gd name="T25" fmla="*/ 2147483647 h 828"/>
                <a:gd name="T26" fmla="*/ 2147483647 w 780"/>
                <a:gd name="T27" fmla="*/ 2147483647 h 828"/>
                <a:gd name="T28" fmla="*/ 2147483647 w 780"/>
                <a:gd name="T29" fmla="*/ 2147483647 h 828"/>
                <a:gd name="T30" fmla="*/ 2147483647 w 780"/>
                <a:gd name="T31" fmla="*/ 2147483647 h 828"/>
                <a:gd name="T32" fmla="*/ 2147483647 w 780"/>
                <a:gd name="T33" fmla="*/ 2147483647 h 828"/>
                <a:gd name="T34" fmla="*/ 2147483647 w 780"/>
                <a:gd name="T35" fmla="*/ 2147483647 h 828"/>
                <a:gd name="T36" fmla="*/ 2147483647 w 780"/>
                <a:gd name="T37" fmla="*/ 2147483647 h 828"/>
                <a:gd name="T38" fmla="*/ 2147483647 w 780"/>
                <a:gd name="T39" fmla="*/ 2147483647 h 828"/>
                <a:gd name="T40" fmla="*/ 2147483647 w 780"/>
                <a:gd name="T41" fmla="*/ 2147483647 h 828"/>
                <a:gd name="T42" fmla="*/ 2147483647 w 780"/>
                <a:gd name="T43" fmla="*/ 2147483647 h 828"/>
                <a:gd name="T44" fmla="*/ 2147483647 w 780"/>
                <a:gd name="T45" fmla="*/ 2147483647 h 828"/>
                <a:gd name="T46" fmla="*/ 2147483647 w 780"/>
                <a:gd name="T47" fmla="*/ 2147483647 h 828"/>
                <a:gd name="T48" fmla="*/ 2147483647 w 780"/>
                <a:gd name="T49" fmla="*/ 2147483647 h 828"/>
                <a:gd name="T50" fmla="*/ 2147483647 w 780"/>
                <a:gd name="T51" fmla="*/ 2147483647 h 828"/>
                <a:gd name="T52" fmla="*/ 2147483647 w 780"/>
                <a:gd name="T53" fmla="*/ 2147483647 h 828"/>
                <a:gd name="T54" fmla="*/ 2147483647 w 780"/>
                <a:gd name="T55" fmla="*/ 2147483647 h 828"/>
                <a:gd name="T56" fmla="*/ 2147483647 w 780"/>
                <a:gd name="T57" fmla="*/ 2147483647 h 828"/>
                <a:gd name="T58" fmla="*/ 2147483647 w 780"/>
                <a:gd name="T59" fmla="*/ 2147483647 h 828"/>
                <a:gd name="T60" fmla="*/ 2147483647 w 780"/>
                <a:gd name="T61" fmla="*/ 2147483647 h 828"/>
                <a:gd name="T62" fmla="*/ 2147483647 w 780"/>
                <a:gd name="T63" fmla="*/ 2147483647 h 828"/>
                <a:gd name="T64" fmla="*/ 2147483647 w 780"/>
                <a:gd name="T65" fmla="*/ 2147483647 h 828"/>
                <a:gd name="T66" fmla="*/ 2147483647 w 780"/>
                <a:gd name="T67" fmla="*/ 2147483647 h 828"/>
                <a:gd name="T68" fmla="*/ 2147483647 w 780"/>
                <a:gd name="T69" fmla="*/ 2147483647 h 828"/>
                <a:gd name="T70" fmla="*/ 2147483647 w 780"/>
                <a:gd name="T71" fmla="*/ 2147483647 h 828"/>
                <a:gd name="T72" fmla="*/ 2147483647 w 780"/>
                <a:gd name="T73" fmla="*/ 2147483647 h 828"/>
                <a:gd name="T74" fmla="*/ 2147483647 w 780"/>
                <a:gd name="T75" fmla="*/ 2147483647 h 828"/>
                <a:gd name="T76" fmla="*/ 2147483647 w 780"/>
                <a:gd name="T77" fmla="*/ 2147483647 h 828"/>
                <a:gd name="T78" fmla="*/ 2147483647 w 780"/>
                <a:gd name="T79" fmla="*/ 2147483647 h 828"/>
                <a:gd name="T80" fmla="*/ 2147483647 w 780"/>
                <a:gd name="T81" fmla="*/ 2147483647 h 828"/>
                <a:gd name="T82" fmla="*/ 2147483647 w 780"/>
                <a:gd name="T83" fmla="*/ 2147483647 h 828"/>
                <a:gd name="T84" fmla="*/ 2147483647 w 780"/>
                <a:gd name="T85" fmla="*/ 2147483647 h 828"/>
                <a:gd name="T86" fmla="*/ 2147483647 w 780"/>
                <a:gd name="T87" fmla="*/ 2147483647 h 828"/>
                <a:gd name="T88" fmla="*/ 2147483647 w 780"/>
                <a:gd name="T89" fmla="*/ 2147483647 h 828"/>
                <a:gd name="T90" fmla="*/ 2147483647 w 780"/>
                <a:gd name="T91" fmla="*/ 2147483647 h 828"/>
                <a:gd name="T92" fmla="*/ 2147483647 w 780"/>
                <a:gd name="T93" fmla="*/ 2147483647 h 828"/>
                <a:gd name="T94" fmla="*/ 2147483647 w 780"/>
                <a:gd name="T95" fmla="*/ 2147483647 h 828"/>
                <a:gd name="T96" fmla="*/ 2147483647 w 780"/>
                <a:gd name="T97" fmla="*/ 2147483647 h 828"/>
                <a:gd name="T98" fmla="*/ 2147483647 w 780"/>
                <a:gd name="T99" fmla="*/ 2147483647 h 828"/>
                <a:gd name="T100" fmla="*/ 2147483647 w 780"/>
                <a:gd name="T101" fmla="*/ 2147483647 h 828"/>
                <a:gd name="T102" fmla="*/ 2147483647 w 780"/>
                <a:gd name="T103" fmla="*/ 2147483647 h 828"/>
                <a:gd name="T104" fmla="*/ 2147483647 w 780"/>
                <a:gd name="T105" fmla="*/ 2147483647 h 828"/>
                <a:gd name="T106" fmla="*/ 2147483647 w 780"/>
                <a:gd name="T107" fmla="*/ 2147483647 h 828"/>
                <a:gd name="T108" fmla="*/ 2147483647 w 780"/>
                <a:gd name="T109" fmla="*/ 2147483647 h 828"/>
                <a:gd name="T110" fmla="*/ 2147483647 w 780"/>
                <a:gd name="T111" fmla="*/ 2147483647 h 828"/>
                <a:gd name="T112" fmla="*/ 2147483647 w 780"/>
                <a:gd name="T113" fmla="*/ 2147483647 h 82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80"/>
                <a:gd name="T172" fmla="*/ 0 h 828"/>
                <a:gd name="T173" fmla="*/ 780 w 780"/>
                <a:gd name="T174" fmla="*/ 828 h 82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80" h="828">
                  <a:moveTo>
                    <a:pt x="570" y="720"/>
                  </a:moveTo>
                  <a:lnTo>
                    <a:pt x="558" y="714"/>
                  </a:lnTo>
                  <a:lnTo>
                    <a:pt x="552" y="708"/>
                  </a:lnTo>
                  <a:lnTo>
                    <a:pt x="540" y="708"/>
                  </a:lnTo>
                  <a:lnTo>
                    <a:pt x="534" y="714"/>
                  </a:lnTo>
                  <a:lnTo>
                    <a:pt x="522" y="720"/>
                  </a:lnTo>
                  <a:lnTo>
                    <a:pt x="516" y="726"/>
                  </a:lnTo>
                  <a:lnTo>
                    <a:pt x="468" y="726"/>
                  </a:lnTo>
                  <a:lnTo>
                    <a:pt x="456" y="720"/>
                  </a:lnTo>
                  <a:lnTo>
                    <a:pt x="444" y="708"/>
                  </a:lnTo>
                  <a:lnTo>
                    <a:pt x="438" y="708"/>
                  </a:lnTo>
                  <a:lnTo>
                    <a:pt x="420" y="726"/>
                  </a:lnTo>
                  <a:lnTo>
                    <a:pt x="402" y="714"/>
                  </a:lnTo>
                  <a:lnTo>
                    <a:pt x="396" y="714"/>
                  </a:lnTo>
                  <a:lnTo>
                    <a:pt x="384" y="726"/>
                  </a:lnTo>
                  <a:lnTo>
                    <a:pt x="384" y="738"/>
                  </a:lnTo>
                  <a:lnTo>
                    <a:pt x="396" y="750"/>
                  </a:lnTo>
                  <a:lnTo>
                    <a:pt x="420" y="762"/>
                  </a:lnTo>
                  <a:lnTo>
                    <a:pt x="426" y="762"/>
                  </a:lnTo>
                  <a:lnTo>
                    <a:pt x="444" y="780"/>
                  </a:lnTo>
                  <a:lnTo>
                    <a:pt x="444" y="786"/>
                  </a:lnTo>
                  <a:lnTo>
                    <a:pt x="456" y="786"/>
                  </a:lnTo>
                  <a:lnTo>
                    <a:pt x="468" y="798"/>
                  </a:lnTo>
                  <a:lnTo>
                    <a:pt x="480" y="804"/>
                  </a:lnTo>
                  <a:lnTo>
                    <a:pt x="498" y="798"/>
                  </a:lnTo>
                  <a:lnTo>
                    <a:pt x="504" y="804"/>
                  </a:lnTo>
                  <a:lnTo>
                    <a:pt x="516" y="810"/>
                  </a:lnTo>
                  <a:lnTo>
                    <a:pt x="522" y="822"/>
                  </a:lnTo>
                  <a:lnTo>
                    <a:pt x="534" y="828"/>
                  </a:lnTo>
                  <a:lnTo>
                    <a:pt x="558" y="828"/>
                  </a:lnTo>
                  <a:lnTo>
                    <a:pt x="570" y="816"/>
                  </a:lnTo>
                  <a:lnTo>
                    <a:pt x="570" y="792"/>
                  </a:lnTo>
                  <a:lnTo>
                    <a:pt x="564" y="780"/>
                  </a:lnTo>
                  <a:lnTo>
                    <a:pt x="564" y="768"/>
                  </a:lnTo>
                  <a:lnTo>
                    <a:pt x="570" y="750"/>
                  </a:lnTo>
                  <a:lnTo>
                    <a:pt x="576" y="738"/>
                  </a:lnTo>
                  <a:lnTo>
                    <a:pt x="582" y="732"/>
                  </a:lnTo>
                  <a:lnTo>
                    <a:pt x="582" y="714"/>
                  </a:lnTo>
                  <a:lnTo>
                    <a:pt x="576" y="702"/>
                  </a:lnTo>
                  <a:lnTo>
                    <a:pt x="570" y="720"/>
                  </a:lnTo>
                  <a:close/>
                  <a:moveTo>
                    <a:pt x="180" y="468"/>
                  </a:moveTo>
                  <a:lnTo>
                    <a:pt x="156" y="480"/>
                  </a:lnTo>
                  <a:lnTo>
                    <a:pt x="150" y="486"/>
                  </a:lnTo>
                  <a:lnTo>
                    <a:pt x="138" y="492"/>
                  </a:lnTo>
                  <a:lnTo>
                    <a:pt x="132" y="498"/>
                  </a:lnTo>
                  <a:lnTo>
                    <a:pt x="126" y="498"/>
                  </a:lnTo>
                  <a:lnTo>
                    <a:pt x="114" y="492"/>
                  </a:lnTo>
                  <a:lnTo>
                    <a:pt x="102" y="480"/>
                  </a:lnTo>
                  <a:lnTo>
                    <a:pt x="96" y="498"/>
                  </a:lnTo>
                  <a:lnTo>
                    <a:pt x="102" y="504"/>
                  </a:lnTo>
                  <a:lnTo>
                    <a:pt x="114" y="510"/>
                  </a:lnTo>
                  <a:lnTo>
                    <a:pt x="120" y="522"/>
                  </a:lnTo>
                  <a:lnTo>
                    <a:pt x="120" y="540"/>
                  </a:lnTo>
                  <a:lnTo>
                    <a:pt x="114" y="558"/>
                  </a:lnTo>
                  <a:lnTo>
                    <a:pt x="114" y="570"/>
                  </a:lnTo>
                  <a:lnTo>
                    <a:pt x="126" y="582"/>
                  </a:lnTo>
                  <a:lnTo>
                    <a:pt x="114" y="588"/>
                  </a:lnTo>
                  <a:lnTo>
                    <a:pt x="120" y="636"/>
                  </a:lnTo>
                  <a:lnTo>
                    <a:pt x="108" y="636"/>
                  </a:lnTo>
                  <a:lnTo>
                    <a:pt x="126" y="654"/>
                  </a:lnTo>
                  <a:lnTo>
                    <a:pt x="138" y="654"/>
                  </a:lnTo>
                  <a:lnTo>
                    <a:pt x="144" y="642"/>
                  </a:lnTo>
                  <a:lnTo>
                    <a:pt x="156" y="630"/>
                  </a:lnTo>
                  <a:lnTo>
                    <a:pt x="156" y="618"/>
                  </a:lnTo>
                  <a:lnTo>
                    <a:pt x="168" y="630"/>
                  </a:lnTo>
                  <a:lnTo>
                    <a:pt x="180" y="636"/>
                  </a:lnTo>
                  <a:lnTo>
                    <a:pt x="186" y="636"/>
                  </a:lnTo>
                  <a:lnTo>
                    <a:pt x="192" y="630"/>
                  </a:lnTo>
                  <a:lnTo>
                    <a:pt x="198" y="618"/>
                  </a:lnTo>
                  <a:lnTo>
                    <a:pt x="198" y="594"/>
                  </a:lnTo>
                  <a:lnTo>
                    <a:pt x="204" y="582"/>
                  </a:lnTo>
                  <a:lnTo>
                    <a:pt x="204" y="558"/>
                  </a:lnTo>
                  <a:lnTo>
                    <a:pt x="198" y="552"/>
                  </a:lnTo>
                  <a:lnTo>
                    <a:pt x="192" y="552"/>
                  </a:lnTo>
                  <a:lnTo>
                    <a:pt x="192" y="546"/>
                  </a:lnTo>
                  <a:lnTo>
                    <a:pt x="198" y="540"/>
                  </a:lnTo>
                  <a:lnTo>
                    <a:pt x="204" y="540"/>
                  </a:lnTo>
                  <a:lnTo>
                    <a:pt x="210" y="534"/>
                  </a:lnTo>
                  <a:lnTo>
                    <a:pt x="210" y="522"/>
                  </a:lnTo>
                  <a:lnTo>
                    <a:pt x="204" y="510"/>
                  </a:lnTo>
                  <a:lnTo>
                    <a:pt x="204" y="492"/>
                  </a:lnTo>
                  <a:lnTo>
                    <a:pt x="198" y="480"/>
                  </a:lnTo>
                  <a:lnTo>
                    <a:pt x="186" y="474"/>
                  </a:lnTo>
                  <a:lnTo>
                    <a:pt x="180" y="468"/>
                  </a:lnTo>
                  <a:close/>
                  <a:moveTo>
                    <a:pt x="774" y="546"/>
                  </a:moveTo>
                  <a:lnTo>
                    <a:pt x="768" y="534"/>
                  </a:lnTo>
                  <a:lnTo>
                    <a:pt x="756" y="528"/>
                  </a:lnTo>
                  <a:lnTo>
                    <a:pt x="738" y="510"/>
                  </a:lnTo>
                  <a:lnTo>
                    <a:pt x="678" y="480"/>
                  </a:lnTo>
                  <a:lnTo>
                    <a:pt x="672" y="480"/>
                  </a:lnTo>
                  <a:lnTo>
                    <a:pt x="660" y="474"/>
                  </a:lnTo>
                  <a:lnTo>
                    <a:pt x="648" y="474"/>
                  </a:lnTo>
                  <a:lnTo>
                    <a:pt x="630" y="468"/>
                  </a:lnTo>
                  <a:lnTo>
                    <a:pt x="606" y="456"/>
                  </a:lnTo>
                  <a:lnTo>
                    <a:pt x="606" y="450"/>
                  </a:lnTo>
                  <a:lnTo>
                    <a:pt x="612" y="438"/>
                  </a:lnTo>
                  <a:lnTo>
                    <a:pt x="624" y="426"/>
                  </a:lnTo>
                  <a:lnTo>
                    <a:pt x="624" y="420"/>
                  </a:lnTo>
                  <a:lnTo>
                    <a:pt x="618" y="414"/>
                  </a:lnTo>
                  <a:lnTo>
                    <a:pt x="612" y="414"/>
                  </a:lnTo>
                  <a:lnTo>
                    <a:pt x="594" y="408"/>
                  </a:lnTo>
                  <a:lnTo>
                    <a:pt x="552" y="408"/>
                  </a:lnTo>
                  <a:lnTo>
                    <a:pt x="540" y="402"/>
                  </a:lnTo>
                  <a:lnTo>
                    <a:pt x="534" y="396"/>
                  </a:lnTo>
                  <a:lnTo>
                    <a:pt x="516" y="384"/>
                  </a:lnTo>
                  <a:lnTo>
                    <a:pt x="492" y="360"/>
                  </a:lnTo>
                  <a:lnTo>
                    <a:pt x="480" y="342"/>
                  </a:lnTo>
                  <a:lnTo>
                    <a:pt x="474" y="336"/>
                  </a:lnTo>
                  <a:lnTo>
                    <a:pt x="468" y="324"/>
                  </a:lnTo>
                  <a:lnTo>
                    <a:pt x="468" y="312"/>
                  </a:lnTo>
                  <a:lnTo>
                    <a:pt x="450" y="276"/>
                  </a:lnTo>
                  <a:lnTo>
                    <a:pt x="438" y="270"/>
                  </a:lnTo>
                  <a:lnTo>
                    <a:pt x="432" y="264"/>
                  </a:lnTo>
                  <a:lnTo>
                    <a:pt x="420" y="258"/>
                  </a:lnTo>
                  <a:lnTo>
                    <a:pt x="414" y="252"/>
                  </a:lnTo>
                  <a:lnTo>
                    <a:pt x="378" y="222"/>
                  </a:lnTo>
                  <a:lnTo>
                    <a:pt x="372" y="210"/>
                  </a:lnTo>
                  <a:lnTo>
                    <a:pt x="360" y="198"/>
                  </a:lnTo>
                  <a:lnTo>
                    <a:pt x="360" y="186"/>
                  </a:lnTo>
                  <a:lnTo>
                    <a:pt x="366" y="180"/>
                  </a:lnTo>
                  <a:lnTo>
                    <a:pt x="384" y="180"/>
                  </a:lnTo>
                  <a:lnTo>
                    <a:pt x="384" y="174"/>
                  </a:lnTo>
                  <a:lnTo>
                    <a:pt x="372" y="162"/>
                  </a:lnTo>
                  <a:lnTo>
                    <a:pt x="366" y="150"/>
                  </a:lnTo>
                  <a:lnTo>
                    <a:pt x="366" y="138"/>
                  </a:lnTo>
                  <a:lnTo>
                    <a:pt x="402" y="120"/>
                  </a:lnTo>
                  <a:lnTo>
                    <a:pt x="408" y="114"/>
                  </a:lnTo>
                  <a:lnTo>
                    <a:pt x="414" y="114"/>
                  </a:lnTo>
                  <a:lnTo>
                    <a:pt x="438" y="108"/>
                  </a:lnTo>
                  <a:lnTo>
                    <a:pt x="444" y="72"/>
                  </a:lnTo>
                  <a:lnTo>
                    <a:pt x="432" y="66"/>
                  </a:lnTo>
                  <a:lnTo>
                    <a:pt x="438" y="60"/>
                  </a:lnTo>
                  <a:lnTo>
                    <a:pt x="438" y="42"/>
                  </a:lnTo>
                  <a:lnTo>
                    <a:pt x="384" y="42"/>
                  </a:lnTo>
                  <a:lnTo>
                    <a:pt x="378" y="24"/>
                  </a:lnTo>
                  <a:lnTo>
                    <a:pt x="366" y="24"/>
                  </a:lnTo>
                  <a:lnTo>
                    <a:pt x="366" y="6"/>
                  </a:lnTo>
                  <a:lnTo>
                    <a:pt x="360" y="0"/>
                  </a:lnTo>
                  <a:lnTo>
                    <a:pt x="342" y="0"/>
                  </a:lnTo>
                  <a:lnTo>
                    <a:pt x="336" y="6"/>
                  </a:lnTo>
                  <a:lnTo>
                    <a:pt x="336" y="12"/>
                  </a:lnTo>
                  <a:lnTo>
                    <a:pt x="294" y="12"/>
                  </a:lnTo>
                  <a:lnTo>
                    <a:pt x="282" y="30"/>
                  </a:lnTo>
                  <a:lnTo>
                    <a:pt x="270" y="24"/>
                  </a:lnTo>
                  <a:lnTo>
                    <a:pt x="252" y="24"/>
                  </a:lnTo>
                  <a:lnTo>
                    <a:pt x="246" y="42"/>
                  </a:lnTo>
                  <a:lnTo>
                    <a:pt x="222" y="42"/>
                  </a:lnTo>
                  <a:lnTo>
                    <a:pt x="222" y="48"/>
                  </a:lnTo>
                  <a:lnTo>
                    <a:pt x="234" y="60"/>
                  </a:lnTo>
                  <a:lnTo>
                    <a:pt x="228" y="72"/>
                  </a:lnTo>
                  <a:lnTo>
                    <a:pt x="210" y="60"/>
                  </a:lnTo>
                  <a:lnTo>
                    <a:pt x="192" y="66"/>
                  </a:lnTo>
                  <a:lnTo>
                    <a:pt x="180" y="48"/>
                  </a:lnTo>
                  <a:lnTo>
                    <a:pt x="174" y="72"/>
                  </a:lnTo>
                  <a:lnTo>
                    <a:pt x="162" y="84"/>
                  </a:lnTo>
                  <a:lnTo>
                    <a:pt x="162" y="102"/>
                  </a:lnTo>
                  <a:lnTo>
                    <a:pt x="138" y="78"/>
                  </a:lnTo>
                  <a:lnTo>
                    <a:pt x="132" y="78"/>
                  </a:lnTo>
                  <a:lnTo>
                    <a:pt x="132" y="72"/>
                  </a:lnTo>
                  <a:lnTo>
                    <a:pt x="126" y="66"/>
                  </a:lnTo>
                  <a:lnTo>
                    <a:pt x="126" y="60"/>
                  </a:lnTo>
                  <a:lnTo>
                    <a:pt x="120" y="54"/>
                  </a:lnTo>
                  <a:lnTo>
                    <a:pt x="108" y="54"/>
                  </a:lnTo>
                  <a:lnTo>
                    <a:pt x="102" y="60"/>
                  </a:lnTo>
                  <a:lnTo>
                    <a:pt x="102" y="78"/>
                  </a:lnTo>
                  <a:lnTo>
                    <a:pt x="84" y="96"/>
                  </a:lnTo>
                  <a:lnTo>
                    <a:pt x="78" y="96"/>
                  </a:lnTo>
                  <a:lnTo>
                    <a:pt x="66" y="84"/>
                  </a:lnTo>
                  <a:lnTo>
                    <a:pt x="54" y="84"/>
                  </a:lnTo>
                  <a:lnTo>
                    <a:pt x="42" y="96"/>
                  </a:lnTo>
                  <a:lnTo>
                    <a:pt x="30" y="96"/>
                  </a:lnTo>
                  <a:lnTo>
                    <a:pt x="30" y="102"/>
                  </a:lnTo>
                  <a:lnTo>
                    <a:pt x="24" y="102"/>
                  </a:lnTo>
                  <a:lnTo>
                    <a:pt x="18" y="108"/>
                  </a:lnTo>
                  <a:lnTo>
                    <a:pt x="42" y="132"/>
                  </a:lnTo>
                  <a:lnTo>
                    <a:pt x="42" y="138"/>
                  </a:lnTo>
                  <a:lnTo>
                    <a:pt x="24" y="156"/>
                  </a:lnTo>
                  <a:lnTo>
                    <a:pt x="0" y="156"/>
                  </a:lnTo>
                  <a:lnTo>
                    <a:pt x="12" y="174"/>
                  </a:lnTo>
                  <a:lnTo>
                    <a:pt x="24" y="174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24" y="198"/>
                  </a:lnTo>
                  <a:lnTo>
                    <a:pt x="24" y="204"/>
                  </a:lnTo>
                  <a:lnTo>
                    <a:pt x="18" y="210"/>
                  </a:lnTo>
                  <a:lnTo>
                    <a:pt x="18" y="216"/>
                  </a:lnTo>
                  <a:lnTo>
                    <a:pt x="24" y="222"/>
                  </a:lnTo>
                  <a:lnTo>
                    <a:pt x="36" y="228"/>
                  </a:lnTo>
                  <a:lnTo>
                    <a:pt x="42" y="228"/>
                  </a:lnTo>
                  <a:lnTo>
                    <a:pt x="42" y="234"/>
                  </a:lnTo>
                  <a:lnTo>
                    <a:pt x="66" y="234"/>
                  </a:lnTo>
                  <a:lnTo>
                    <a:pt x="72" y="240"/>
                  </a:lnTo>
                  <a:lnTo>
                    <a:pt x="72" y="246"/>
                  </a:lnTo>
                  <a:lnTo>
                    <a:pt x="54" y="264"/>
                  </a:lnTo>
                  <a:lnTo>
                    <a:pt x="54" y="270"/>
                  </a:lnTo>
                  <a:lnTo>
                    <a:pt x="66" y="270"/>
                  </a:lnTo>
                  <a:lnTo>
                    <a:pt x="90" y="258"/>
                  </a:lnTo>
                  <a:lnTo>
                    <a:pt x="120" y="228"/>
                  </a:lnTo>
                  <a:lnTo>
                    <a:pt x="144" y="216"/>
                  </a:lnTo>
                  <a:lnTo>
                    <a:pt x="156" y="216"/>
                  </a:lnTo>
                  <a:lnTo>
                    <a:pt x="168" y="222"/>
                  </a:lnTo>
                  <a:lnTo>
                    <a:pt x="204" y="234"/>
                  </a:lnTo>
                  <a:lnTo>
                    <a:pt x="216" y="240"/>
                  </a:lnTo>
                  <a:lnTo>
                    <a:pt x="228" y="252"/>
                  </a:lnTo>
                  <a:lnTo>
                    <a:pt x="234" y="264"/>
                  </a:lnTo>
                  <a:lnTo>
                    <a:pt x="234" y="276"/>
                  </a:lnTo>
                  <a:lnTo>
                    <a:pt x="240" y="282"/>
                  </a:lnTo>
                  <a:lnTo>
                    <a:pt x="240" y="288"/>
                  </a:lnTo>
                  <a:lnTo>
                    <a:pt x="252" y="300"/>
                  </a:lnTo>
                  <a:lnTo>
                    <a:pt x="252" y="306"/>
                  </a:lnTo>
                  <a:lnTo>
                    <a:pt x="246" y="318"/>
                  </a:lnTo>
                  <a:lnTo>
                    <a:pt x="246" y="324"/>
                  </a:lnTo>
                  <a:lnTo>
                    <a:pt x="258" y="336"/>
                  </a:lnTo>
                  <a:lnTo>
                    <a:pt x="282" y="348"/>
                  </a:lnTo>
                  <a:lnTo>
                    <a:pt x="288" y="354"/>
                  </a:lnTo>
                  <a:lnTo>
                    <a:pt x="294" y="354"/>
                  </a:lnTo>
                  <a:lnTo>
                    <a:pt x="300" y="372"/>
                  </a:lnTo>
                  <a:lnTo>
                    <a:pt x="330" y="372"/>
                  </a:lnTo>
                  <a:lnTo>
                    <a:pt x="348" y="390"/>
                  </a:lnTo>
                  <a:lnTo>
                    <a:pt x="354" y="402"/>
                  </a:lnTo>
                  <a:lnTo>
                    <a:pt x="366" y="414"/>
                  </a:lnTo>
                  <a:lnTo>
                    <a:pt x="378" y="420"/>
                  </a:lnTo>
                  <a:lnTo>
                    <a:pt x="384" y="432"/>
                  </a:lnTo>
                  <a:lnTo>
                    <a:pt x="420" y="468"/>
                  </a:lnTo>
                  <a:lnTo>
                    <a:pt x="456" y="468"/>
                  </a:lnTo>
                  <a:lnTo>
                    <a:pt x="462" y="474"/>
                  </a:lnTo>
                  <a:lnTo>
                    <a:pt x="468" y="486"/>
                  </a:lnTo>
                  <a:lnTo>
                    <a:pt x="492" y="498"/>
                  </a:lnTo>
                  <a:lnTo>
                    <a:pt x="510" y="504"/>
                  </a:lnTo>
                  <a:lnTo>
                    <a:pt x="528" y="504"/>
                  </a:lnTo>
                  <a:lnTo>
                    <a:pt x="540" y="510"/>
                  </a:lnTo>
                  <a:lnTo>
                    <a:pt x="546" y="510"/>
                  </a:lnTo>
                  <a:lnTo>
                    <a:pt x="552" y="522"/>
                  </a:lnTo>
                  <a:lnTo>
                    <a:pt x="552" y="534"/>
                  </a:lnTo>
                  <a:lnTo>
                    <a:pt x="564" y="558"/>
                  </a:lnTo>
                  <a:lnTo>
                    <a:pt x="570" y="564"/>
                  </a:lnTo>
                  <a:lnTo>
                    <a:pt x="582" y="564"/>
                  </a:lnTo>
                  <a:lnTo>
                    <a:pt x="594" y="558"/>
                  </a:lnTo>
                  <a:lnTo>
                    <a:pt x="600" y="558"/>
                  </a:lnTo>
                  <a:lnTo>
                    <a:pt x="600" y="570"/>
                  </a:lnTo>
                  <a:lnTo>
                    <a:pt x="606" y="582"/>
                  </a:lnTo>
                  <a:lnTo>
                    <a:pt x="606" y="606"/>
                  </a:lnTo>
                  <a:lnTo>
                    <a:pt x="612" y="618"/>
                  </a:lnTo>
                  <a:lnTo>
                    <a:pt x="630" y="636"/>
                  </a:lnTo>
                  <a:lnTo>
                    <a:pt x="630" y="666"/>
                  </a:lnTo>
                  <a:lnTo>
                    <a:pt x="612" y="666"/>
                  </a:lnTo>
                  <a:lnTo>
                    <a:pt x="612" y="690"/>
                  </a:lnTo>
                  <a:lnTo>
                    <a:pt x="606" y="696"/>
                  </a:lnTo>
                  <a:lnTo>
                    <a:pt x="600" y="708"/>
                  </a:lnTo>
                  <a:lnTo>
                    <a:pt x="594" y="714"/>
                  </a:lnTo>
                  <a:lnTo>
                    <a:pt x="594" y="732"/>
                  </a:lnTo>
                  <a:lnTo>
                    <a:pt x="606" y="732"/>
                  </a:lnTo>
                  <a:lnTo>
                    <a:pt x="618" y="726"/>
                  </a:lnTo>
                  <a:lnTo>
                    <a:pt x="624" y="726"/>
                  </a:lnTo>
                  <a:lnTo>
                    <a:pt x="636" y="702"/>
                  </a:lnTo>
                  <a:lnTo>
                    <a:pt x="654" y="696"/>
                  </a:lnTo>
                  <a:lnTo>
                    <a:pt x="654" y="666"/>
                  </a:lnTo>
                  <a:lnTo>
                    <a:pt x="666" y="654"/>
                  </a:lnTo>
                  <a:lnTo>
                    <a:pt x="678" y="654"/>
                  </a:lnTo>
                  <a:lnTo>
                    <a:pt x="684" y="648"/>
                  </a:lnTo>
                  <a:lnTo>
                    <a:pt x="696" y="648"/>
                  </a:lnTo>
                  <a:lnTo>
                    <a:pt x="696" y="636"/>
                  </a:lnTo>
                  <a:lnTo>
                    <a:pt x="690" y="630"/>
                  </a:lnTo>
                  <a:lnTo>
                    <a:pt x="690" y="618"/>
                  </a:lnTo>
                  <a:lnTo>
                    <a:pt x="678" y="606"/>
                  </a:lnTo>
                  <a:lnTo>
                    <a:pt x="666" y="606"/>
                  </a:lnTo>
                  <a:lnTo>
                    <a:pt x="648" y="588"/>
                  </a:lnTo>
                  <a:lnTo>
                    <a:pt x="654" y="582"/>
                  </a:lnTo>
                  <a:lnTo>
                    <a:pt x="660" y="570"/>
                  </a:lnTo>
                  <a:lnTo>
                    <a:pt x="666" y="552"/>
                  </a:lnTo>
                  <a:lnTo>
                    <a:pt x="672" y="540"/>
                  </a:lnTo>
                  <a:lnTo>
                    <a:pt x="684" y="528"/>
                  </a:lnTo>
                  <a:lnTo>
                    <a:pt x="690" y="534"/>
                  </a:lnTo>
                  <a:lnTo>
                    <a:pt x="702" y="534"/>
                  </a:lnTo>
                  <a:lnTo>
                    <a:pt x="708" y="540"/>
                  </a:lnTo>
                  <a:lnTo>
                    <a:pt x="738" y="540"/>
                  </a:lnTo>
                  <a:lnTo>
                    <a:pt x="738" y="552"/>
                  </a:lnTo>
                  <a:lnTo>
                    <a:pt x="744" y="558"/>
                  </a:lnTo>
                  <a:lnTo>
                    <a:pt x="744" y="564"/>
                  </a:lnTo>
                  <a:lnTo>
                    <a:pt x="750" y="576"/>
                  </a:lnTo>
                  <a:lnTo>
                    <a:pt x="762" y="576"/>
                  </a:lnTo>
                  <a:lnTo>
                    <a:pt x="774" y="570"/>
                  </a:lnTo>
                  <a:lnTo>
                    <a:pt x="780" y="564"/>
                  </a:lnTo>
                  <a:lnTo>
                    <a:pt x="780" y="558"/>
                  </a:lnTo>
                  <a:lnTo>
                    <a:pt x="774" y="546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67" name="Israel" descr="© INSCALE GmbH, 05.05.2010&#10;http://www.presentationload.com/">
              <a:extLst>
                <a:ext uri="{FF2B5EF4-FFF2-40B4-BE49-F238E27FC236}">
                  <a16:creationId xmlns:a16="http://schemas.microsoft.com/office/drawing/2014/main" id="{72E98E15-979B-417D-8CC5-420D683D11CC}"/>
                </a:ext>
              </a:extLst>
            </p:cNvPr>
            <p:cNvSpPr>
              <a:spLocks/>
            </p:cNvSpPr>
            <p:nvPr/>
          </p:nvSpPr>
          <p:spPr bwMode="gray">
            <a:xfrm>
              <a:off x="4513899" y="2117003"/>
              <a:ext cx="33602" cy="105324"/>
            </a:xfrm>
            <a:custGeom>
              <a:avLst/>
              <a:gdLst>
                <a:gd name="T0" fmla="*/ 0 w 102"/>
                <a:gd name="T1" fmla="*/ 2147483647 h 324"/>
                <a:gd name="T2" fmla="*/ 2147483647 w 102"/>
                <a:gd name="T3" fmla="*/ 2147483647 h 324"/>
                <a:gd name="T4" fmla="*/ 2147483647 w 102"/>
                <a:gd name="T5" fmla="*/ 2147483647 h 324"/>
                <a:gd name="T6" fmla="*/ 2147483647 w 102"/>
                <a:gd name="T7" fmla="*/ 2147483647 h 324"/>
                <a:gd name="T8" fmla="*/ 2147483647 w 102"/>
                <a:gd name="T9" fmla="*/ 2147483647 h 324"/>
                <a:gd name="T10" fmla="*/ 2147483647 w 102"/>
                <a:gd name="T11" fmla="*/ 2147483647 h 324"/>
                <a:gd name="T12" fmla="*/ 2147483647 w 102"/>
                <a:gd name="T13" fmla="*/ 2147483647 h 324"/>
                <a:gd name="T14" fmla="*/ 2147483647 w 102"/>
                <a:gd name="T15" fmla="*/ 2147483647 h 324"/>
                <a:gd name="T16" fmla="*/ 2147483647 w 102"/>
                <a:gd name="T17" fmla="*/ 2147483647 h 324"/>
                <a:gd name="T18" fmla="*/ 2147483647 w 102"/>
                <a:gd name="T19" fmla="*/ 2147483647 h 324"/>
                <a:gd name="T20" fmla="*/ 2147483647 w 102"/>
                <a:gd name="T21" fmla="*/ 2147483647 h 324"/>
                <a:gd name="T22" fmla="*/ 2147483647 w 102"/>
                <a:gd name="T23" fmla="*/ 2147483647 h 324"/>
                <a:gd name="T24" fmla="*/ 2147483647 w 102"/>
                <a:gd name="T25" fmla="*/ 2147483647 h 324"/>
                <a:gd name="T26" fmla="*/ 2147483647 w 102"/>
                <a:gd name="T27" fmla="*/ 2147483647 h 324"/>
                <a:gd name="T28" fmla="*/ 2147483647 w 102"/>
                <a:gd name="T29" fmla="*/ 2147483647 h 324"/>
                <a:gd name="T30" fmla="*/ 2147483647 w 102"/>
                <a:gd name="T31" fmla="*/ 2147483647 h 324"/>
                <a:gd name="T32" fmla="*/ 2147483647 w 102"/>
                <a:gd name="T33" fmla="*/ 2147483647 h 324"/>
                <a:gd name="T34" fmla="*/ 2147483647 w 102"/>
                <a:gd name="T35" fmla="*/ 2147483647 h 324"/>
                <a:gd name="T36" fmla="*/ 2147483647 w 102"/>
                <a:gd name="T37" fmla="*/ 2147483647 h 324"/>
                <a:gd name="T38" fmla="*/ 2147483647 w 102"/>
                <a:gd name="T39" fmla="*/ 2147483647 h 324"/>
                <a:gd name="T40" fmla="*/ 2147483647 w 102"/>
                <a:gd name="T41" fmla="*/ 2147483647 h 324"/>
                <a:gd name="T42" fmla="*/ 2147483647 w 102"/>
                <a:gd name="T43" fmla="*/ 2147483647 h 324"/>
                <a:gd name="T44" fmla="*/ 2147483647 w 102"/>
                <a:gd name="T45" fmla="*/ 2147483647 h 324"/>
                <a:gd name="T46" fmla="*/ 2147483647 w 102"/>
                <a:gd name="T47" fmla="*/ 2147483647 h 324"/>
                <a:gd name="T48" fmla="*/ 2147483647 w 102"/>
                <a:gd name="T49" fmla="*/ 0 h 324"/>
                <a:gd name="T50" fmla="*/ 2147483647 w 102"/>
                <a:gd name="T51" fmla="*/ 2147483647 h 324"/>
                <a:gd name="T52" fmla="*/ 2147483647 w 102"/>
                <a:gd name="T53" fmla="*/ 2147483647 h 324"/>
                <a:gd name="T54" fmla="*/ 2147483647 w 102"/>
                <a:gd name="T55" fmla="*/ 2147483647 h 324"/>
                <a:gd name="T56" fmla="*/ 2147483647 w 102"/>
                <a:gd name="T57" fmla="*/ 2147483647 h 324"/>
                <a:gd name="T58" fmla="*/ 2147483647 w 102"/>
                <a:gd name="T59" fmla="*/ 2147483647 h 324"/>
                <a:gd name="T60" fmla="*/ 2147483647 w 102"/>
                <a:gd name="T61" fmla="*/ 2147483647 h 324"/>
                <a:gd name="T62" fmla="*/ 2147483647 w 102"/>
                <a:gd name="T63" fmla="*/ 2147483647 h 324"/>
                <a:gd name="T64" fmla="*/ 2147483647 w 102"/>
                <a:gd name="T65" fmla="*/ 2147483647 h 324"/>
                <a:gd name="T66" fmla="*/ 2147483647 w 102"/>
                <a:gd name="T67" fmla="*/ 2147483647 h 324"/>
                <a:gd name="T68" fmla="*/ 2147483647 w 102"/>
                <a:gd name="T69" fmla="*/ 2147483647 h 324"/>
                <a:gd name="T70" fmla="*/ 2147483647 w 102"/>
                <a:gd name="T71" fmla="*/ 2147483647 h 324"/>
                <a:gd name="T72" fmla="*/ 2147483647 w 102"/>
                <a:gd name="T73" fmla="*/ 2147483647 h 324"/>
                <a:gd name="T74" fmla="*/ 2147483647 w 102"/>
                <a:gd name="T75" fmla="*/ 2147483647 h 324"/>
                <a:gd name="T76" fmla="*/ 2147483647 w 102"/>
                <a:gd name="T77" fmla="*/ 2147483647 h 324"/>
                <a:gd name="T78" fmla="*/ 0 w 102"/>
                <a:gd name="T79" fmla="*/ 2147483647 h 32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02"/>
                <a:gd name="T121" fmla="*/ 0 h 324"/>
                <a:gd name="T122" fmla="*/ 102 w 102"/>
                <a:gd name="T123" fmla="*/ 324 h 324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02" h="324">
                  <a:moveTo>
                    <a:pt x="0" y="168"/>
                  </a:moveTo>
                  <a:lnTo>
                    <a:pt x="54" y="312"/>
                  </a:lnTo>
                  <a:lnTo>
                    <a:pt x="60" y="324"/>
                  </a:lnTo>
                  <a:lnTo>
                    <a:pt x="60" y="306"/>
                  </a:lnTo>
                  <a:lnTo>
                    <a:pt x="66" y="294"/>
                  </a:lnTo>
                  <a:lnTo>
                    <a:pt x="66" y="234"/>
                  </a:lnTo>
                  <a:lnTo>
                    <a:pt x="72" y="228"/>
                  </a:lnTo>
                  <a:lnTo>
                    <a:pt x="78" y="216"/>
                  </a:lnTo>
                  <a:lnTo>
                    <a:pt x="84" y="210"/>
                  </a:lnTo>
                  <a:lnTo>
                    <a:pt x="90" y="198"/>
                  </a:lnTo>
                  <a:lnTo>
                    <a:pt x="90" y="186"/>
                  </a:lnTo>
                  <a:lnTo>
                    <a:pt x="78" y="174"/>
                  </a:lnTo>
                  <a:lnTo>
                    <a:pt x="78" y="162"/>
                  </a:lnTo>
                  <a:lnTo>
                    <a:pt x="72" y="156"/>
                  </a:lnTo>
                  <a:lnTo>
                    <a:pt x="66" y="162"/>
                  </a:lnTo>
                  <a:lnTo>
                    <a:pt x="66" y="168"/>
                  </a:lnTo>
                  <a:lnTo>
                    <a:pt x="60" y="168"/>
                  </a:lnTo>
                  <a:lnTo>
                    <a:pt x="54" y="174"/>
                  </a:lnTo>
                  <a:lnTo>
                    <a:pt x="48" y="168"/>
                  </a:lnTo>
                  <a:lnTo>
                    <a:pt x="48" y="96"/>
                  </a:lnTo>
                  <a:lnTo>
                    <a:pt x="66" y="78"/>
                  </a:lnTo>
                  <a:lnTo>
                    <a:pt x="84" y="78"/>
                  </a:lnTo>
                  <a:lnTo>
                    <a:pt x="90" y="60"/>
                  </a:lnTo>
                  <a:lnTo>
                    <a:pt x="84" y="18"/>
                  </a:lnTo>
                  <a:lnTo>
                    <a:pt x="102" y="0"/>
                  </a:lnTo>
                  <a:lnTo>
                    <a:pt x="78" y="6"/>
                  </a:lnTo>
                  <a:lnTo>
                    <a:pt x="78" y="18"/>
                  </a:lnTo>
                  <a:lnTo>
                    <a:pt x="72" y="30"/>
                  </a:lnTo>
                  <a:lnTo>
                    <a:pt x="66" y="36"/>
                  </a:lnTo>
                  <a:lnTo>
                    <a:pt x="60" y="36"/>
                  </a:lnTo>
                  <a:lnTo>
                    <a:pt x="54" y="30"/>
                  </a:lnTo>
                  <a:lnTo>
                    <a:pt x="42" y="54"/>
                  </a:lnTo>
                  <a:lnTo>
                    <a:pt x="30" y="60"/>
                  </a:lnTo>
                  <a:lnTo>
                    <a:pt x="36" y="72"/>
                  </a:lnTo>
                  <a:lnTo>
                    <a:pt x="36" y="84"/>
                  </a:lnTo>
                  <a:lnTo>
                    <a:pt x="42" y="90"/>
                  </a:lnTo>
                  <a:lnTo>
                    <a:pt x="42" y="96"/>
                  </a:lnTo>
                  <a:lnTo>
                    <a:pt x="18" y="138"/>
                  </a:lnTo>
                  <a:lnTo>
                    <a:pt x="18" y="156"/>
                  </a:lnTo>
                  <a:lnTo>
                    <a:pt x="0" y="168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68" name="Ireland" descr="© INSCALE GmbH, 05.05.2010&#10;http://www.presentationload.com/">
              <a:extLst>
                <a:ext uri="{FF2B5EF4-FFF2-40B4-BE49-F238E27FC236}">
                  <a16:creationId xmlns:a16="http://schemas.microsoft.com/office/drawing/2014/main" id="{C3B51BEB-E21A-4CF3-8533-6FD4AE124776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557511" y="1549285"/>
              <a:ext cx="93054" cy="97617"/>
            </a:xfrm>
            <a:custGeom>
              <a:avLst/>
              <a:gdLst>
                <a:gd name="T0" fmla="*/ 2147483647 w 282"/>
                <a:gd name="T1" fmla="*/ 2147483647 h 300"/>
                <a:gd name="T2" fmla="*/ 2147483647 w 282"/>
                <a:gd name="T3" fmla="*/ 2147483647 h 300"/>
                <a:gd name="T4" fmla="*/ 2147483647 w 282"/>
                <a:gd name="T5" fmla="*/ 2147483647 h 300"/>
                <a:gd name="T6" fmla="*/ 2147483647 w 282"/>
                <a:gd name="T7" fmla="*/ 2147483647 h 300"/>
                <a:gd name="T8" fmla="*/ 2147483647 w 282"/>
                <a:gd name="T9" fmla="*/ 2147483647 h 300"/>
                <a:gd name="T10" fmla="*/ 2147483647 w 282"/>
                <a:gd name="T11" fmla="*/ 2147483647 h 300"/>
                <a:gd name="T12" fmla="*/ 2147483647 w 282"/>
                <a:gd name="T13" fmla="*/ 2147483647 h 300"/>
                <a:gd name="T14" fmla="*/ 2147483647 w 282"/>
                <a:gd name="T15" fmla="*/ 2147483647 h 300"/>
                <a:gd name="T16" fmla="*/ 2147483647 w 282"/>
                <a:gd name="T17" fmla="*/ 2147483647 h 300"/>
                <a:gd name="T18" fmla="*/ 2147483647 w 282"/>
                <a:gd name="T19" fmla="*/ 2147483647 h 300"/>
                <a:gd name="T20" fmla="*/ 2147483647 w 282"/>
                <a:gd name="T21" fmla="*/ 2147483647 h 300"/>
                <a:gd name="T22" fmla="*/ 2147483647 w 282"/>
                <a:gd name="T23" fmla="*/ 2147483647 h 300"/>
                <a:gd name="T24" fmla="*/ 2147483647 w 282"/>
                <a:gd name="T25" fmla="*/ 0 h 300"/>
                <a:gd name="T26" fmla="*/ 2147483647 w 282"/>
                <a:gd name="T27" fmla="*/ 2147483647 h 300"/>
                <a:gd name="T28" fmla="*/ 2147483647 w 282"/>
                <a:gd name="T29" fmla="*/ 2147483647 h 300"/>
                <a:gd name="T30" fmla="*/ 2147483647 w 282"/>
                <a:gd name="T31" fmla="*/ 2147483647 h 300"/>
                <a:gd name="T32" fmla="*/ 2147483647 w 282"/>
                <a:gd name="T33" fmla="*/ 2147483647 h 300"/>
                <a:gd name="T34" fmla="*/ 2147483647 w 282"/>
                <a:gd name="T35" fmla="*/ 2147483647 h 300"/>
                <a:gd name="T36" fmla="*/ 2147483647 w 282"/>
                <a:gd name="T37" fmla="*/ 2147483647 h 300"/>
                <a:gd name="T38" fmla="*/ 2147483647 w 282"/>
                <a:gd name="T39" fmla="*/ 2147483647 h 300"/>
                <a:gd name="T40" fmla="*/ 2147483647 w 282"/>
                <a:gd name="T41" fmla="*/ 2147483647 h 300"/>
                <a:gd name="T42" fmla="*/ 2147483647 w 282"/>
                <a:gd name="T43" fmla="*/ 2147483647 h 300"/>
                <a:gd name="T44" fmla="*/ 2147483647 w 282"/>
                <a:gd name="T45" fmla="*/ 2147483647 h 300"/>
                <a:gd name="T46" fmla="*/ 2147483647 w 282"/>
                <a:gd name="T47" fmla="*/ 2147483647 h 300"/>
                <a:gd name="T48" fmla="*/ 2147483647 w 282"/>
                <a:gd name="T49" fmla="*/ 2147483647 h 300"/>
                <a:gd name="T50" fmla="*/ 2147483647 w 282"/>
                <a:gd name="T51" fmla="*/ 2147483647 h 300"/>
                <a:gd name="T52" fmla="*/ 2147483647 w 282"/>
                <a:gd name="T53" fmla="*/ 2147483647 h 300"/>
                <a:gd name="T54" fmla="*/ 2147483647 w 282"/>
                <a:gd name="T55" fmla="*/ 2147483647 h 300"/>
                <a:gd name="T56" fmla="*/ 2147483647 w 282"/>
                <a:gd name="T57" fmla="*/ 2147483647 h 300"/>
                <a:gd name="T58" fmla="*/ 2147483647 w 282"/>
                <a:gd name="T59" fmla="*/ 2147483647 h 300"/>
                <a:gd name="T60" fmla="*/ 2147483647 w 282"/>
                <a:gd name="T61" fmla="*/ 2147483647 h 300"/>
                <a:gd name="T62" fmla="*/ 2147483647 w 282"/>
                <a:gd name="T63" fmla="*/ 2147483647 h 300"/>
                <a:gd name="T64" fmla="*/ 2147483647 w 282"/>
                <a:gd name="T65" fmla="*/ 2147483647 h 300"/>
                <a:gd name="T66" fmla="*/ 2147483647 w 282"/>
                <a:gd name="T67" fmla="*/ 2147483647 h 300"/>
                <a:gd name="T68" fmla="*/ 2147483647 w 282"/>
                <a:gd name="T69" fmla="*/ 2147483647 h 300"/>
                <a:gd name="T70" fmla="*/ 2147483647 w 282"/>
                <a:gd name="T71" fmla="*/ 2147483647 h 300"/>
                <a:gd name="T72" fmla="*/ 2147483647 w 282"/>
                <a:gd name="T73" fmla="*/ 2147483647 h 300"/>
                <a:gd name="T74" fmla="*/ 2147483647 w 282"/>
                <a:gd name="T75" fmla="*/ 2147483647 h 300"/>
                <a:gd name="T76" fmla="*/ 2147483647 w 282"/>
                <a:gd name="T77" fmla="*/ 2147483647 h 300"/>
                <a:gd name="T78" fmla="*/ 2147483647 w 282"/>
                <a:gd name="T79" fmla="*/ 2147483647 h 300"/>
                <a:gd name="T80" fmla="*/ 0 w 282"/>
                <a:gd name="T81" fmla="*/ 2147483647 h 300"/>
                <a:gd name="T82" fmla="*/ 2147483647 w 282"/>
                <a:gd name="T83" fmla="*/ 2147483647 h 300"/>
                <a:gd name="T84" fmla="*/ 2147483647 w 282"/>
                <a:gd name="T85" fmla="*/ 2147483647 h 300"/>
                <a:gd name="T86" fmla="*/ 2147483647 w 282"/>
                <a:gd name="T87" fmla="*/ 2147483647 h 300"/>
                <a:gd name="T88" fmla="*/ 2147483647 w 282"/>
                <a:gd name="T89" fmla="*/ 2147483647 h 300"/>
                <a:gd name="T90" fmla="*/ 2147483647 w 282"/>
                <a:gd name="T91" fmla="*/ 2147483647 h 300"/>
                <a:gd name="T92" fmla="*/ 2147483647 w 282"/>
                <a:gd name="T93" fmla="*/ 2147483647 h 300"/>
                <a:gd name="T94" fmla="*/ 2147483647 w 282"/>
                <a:gd name="T95" fmla="*/ 2147483647 h 300"/>
                <a:gd name="T96" fmla="*/ 2147483647 w 282"/>
                <a:gd name="T97" fmla="*/ 2147483647 h 300"/>
                <a:gd name="T98" fmla="*/ 2147483647 w 282"/>
                <a:gd name="T99" fmla="*/ 2147483647 h 300"/>
                <a:gd name="T100" fmla="*/ 2147483647 w 282"/>
                <a:gd name="T101" fmla="*/ 2147483647 h 300"/>
                <a:gd name="T102" fmla="*/ 2147483647 w 282"/>
                <a:gd name="T103" fmla="*/ 2147483647 h 300"/>
                <a:gd name="T104" fmla="*/ 2147483647 w 282"/>
                <a:gd name="T105" fmla="*/ 2147483647 h 300"/>
                <a:gd name="T106" fmla="*/ 2147483647 w 282"/>
                <a:gd name="T107" fmla="*/ 2147483647 h 300"/>
                <a:gd name="T108" fmla="*/ 2147483647 w 282"/>
                <a:gd name="T109" fmla="*/ 2147483647 h 300"/>
                <a:gd name="T110" fmla="*/ 2147483647 w 282"/>
                <a:gd name="T111" fmla="*/ 2147483647 h 30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82"/>
                <a:gd name="T169" fmla="*/ 0 h 300"/>
                <a:gd name="T170" fmla="*/ 282 w 282"/>
                <a:gd name="T171" fmla="*/ 300 h 30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82" h="300">
                  <a:moveTo>
                    <a:pt x="276" y="156"/>
                  </a:moveTo>
                  <a:lnTo>
                    <a:pt x="276" y="144"/>
                  </a:lnTo>
                  <a:lnTo>
                    <a:pt x="270" y="132"/>
                  </a:lnTo>
                  <a:lnTo>
                    <a:pt x="264" y="126"/>
                  </a:lnTo>
                  <a:lnTo>
                    <a:pt x="264" y="114"/>
                  </a:lnTo>
                  <a:lnTo>
                    <a:pt x="258" y="108"/>
                  </a:lnTo>
                  <a:lnTo>
                    <a:pt x="258" y="102"/>
                  </a:lnTo>
                  <a:lnTo>
                    <a:pt x="276" y="102"/>
                  </a:lnTo>
                  <a:lnTo>
                    <a:pt x="282" y="96"/>
                  </a:lnTo>
                  <a:lnTo>
                    <a:pt x="246" y="90"/>
                  </a:lnTo>
                  <a:lnTo>
                    <a:pt x="228" y="66"/>
                  </a:lnTo>
                  <a:lnTo>
                    <a:pt x="204" y="90"/>
                  </a:lnTo>
                  <a:lnTo>
                    <a:pt x="192" y="90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74" y="60"/>
                  </a:lnTo>
                  <a:lnTo>
                    <a:pt x="180" y="60"/>
                  </a:lnTo>
                  <a:lnTo>
                    <a:pt x="186" y="54"/>
                  </a:lnTo>
                  <a:lnTo>
                    <a:pt x="192" y="54"/>
                  </a:lnTo>
                  <a:lnTo>
                    <a:pt x="192" y="42"/>
                  </a:lnTo>
                  <a:lnTo>
                    <a:pt x="234" y="18"/>
                  </a:lnTo>
                  <a:lnTo>
                    <a:pt x="240" y="12"/>
                  </a:lnTo>
                  <a:lnTo>
                    <a:pt x="240" y="6"/>
                  </a:lnTo>
                  <a:lnTo>
                    <a:pt x="234" y="6"/>
                  </a:lnTo>
                  <a:lnTo>
                    <a:pt x="228" y="0"/>
                  </a:lnTo>
                  <a:lnTo>
                    <a:pt x="222" y="0"/>
                  </a:lnTo>
                  <a:lnTo>
                    <a:pt x="210" y="6"/>
                  </a:lnTo>
                  <a:lnTo>
                    <a:pt x="204" y="18"/>
                  </a:lnTo>
                  <a:lnTo>
                    <a:pt x="198" y="6"/>
                  </a:lnTo>
                  <a:lnTo>
                    <a:pt x="174" y="6"/>
                  </a:lnTo>
                  <a:lnTo>
                    <a:pt x="162" y="12"/>
                  </a:lnTo>
                  <a:lnTo>
                    <a:pt x="156" y="12"/>
                  </a:lnTo>
                  <a:lnTo>
                    <a:pt x="150" y="18"/>
                  </a:lnTo>
                  <a:lnTo>
                    <a:pt x="150" y="30"/>
                  </a:lnTo>
                  <a:lnTo>
                    <a:pt x="144" y="36"/>
                  </a:lnTo>
                  <a:lnTo>
                    <a:pt x="144" y="42"/>
                  </a:lnTo>
                  <a:lnTo>
                    <a:pt x="126" y="42"/>
                  </a:lnTo>
                  <a:lnTo>
                    <a:pt x="120" y="48"/>
                  </a:lnTo>
                  <a:lnTo>
                    <a:pt x="120" y="54"/>
                  </a:lnTo>
                  <a:lnTo>
                    <a:pt x="138" y="54"/>
                  </a:lnTo>
                  <a:lnTo>
                    <a:pt x="144" y="60"/>
                  </a:lnTo>
                  <a:lnTo>
                    <a:pt x="150" y="60"/>
                  </a:lnTo>
                  <a:lnTo>
                    <a:pt x="150" y="66"/>
                  </a:lnTo>
                  <a:lnTo>
                    <a:pt x="144" y="72"/>
                  </a:lnTo>
                  <a:lnTo>
                    <a:pt x="132" y="72"/>
                  </a:lnTo>
                  <a:lnTo>
                    <a:pt x="132" y="78"/>
                  </a:lnTo>
                  <a:lnTo>
                    <a:pt x="126" y="84"/>
                  </a:lnTo>
                  <a:lnTo>
                    <a:pt x="102" y="84"/>
                  </a:lnTo>
                  <a:lnTo>
                    <a:pt x="102" y="90"/>
                  </a:lnTo>
                  <a:lnTo>
                    <a:pt x="90" y="78"/>
                  </a:lnTo>
                  <a:lnTo>
                    <a:pt x="42" y="78"/>
                  </a:lnTo>
                  <a:lnTo>
                    <a:pt x="42" y="102"/>
                  </a:lnTo>
                  <a:lnTo>
                    <a:pt x="54" y="102"/>
                  </a:lnTo>
                  <a:lnTo>
                    <a:pt x="54" y="108"/>
                  </a:lnTo>
                  <a:lnTo>
                    <a:pt x="60" y="114"/>
                  </a:lnTo>
                  <a:lnTo>
                    <a:pt x="42" y="126"/>
                  </a:lnTo>
                  <a:lnTo>
                    <a:pt x="36" y="126"/>
                  </a:lnTo>
                  <a:lnTo>
                    <a:pt x="30" y="132"/>
                  </a:lnTo>
                  <a:lnTo>
                    <a:pt x="30" y="138"/>
                  </a:lnTo>
                  <a:lnTo>
                    <a:pt x="42" y="150"/>
                  </a:lnTo>
                  <a:lnTo>
                    <a:pt x="54" y="156"/>
                  </a:lnTo>
                  <a:lnTo>
                    <a:pt x="60" y="162"/>
                  </a:lnTo>
                  <a:lnTo>
                    <a:pt x="72" y="162"/>
                  </a:lnTo>
                  <a:lnTo>
                    <a:pt x="78" y="156"/>
                  </a:lnTo>
                  <a:lnTo>
                    <a:pt x="96" y="156"/>
                  </a:lnTo>
                  <a:lnTo>
                    <a:pt x="96" y="168"/>
                  </a:lnTo>
                  <a:lnTo>
                    <a:pt x="90" y="174"/>
                  </a:lnTo>
                  <a:lnTo>
                    <a:pt x="72" y="174"/>
                  </a:lnTo>
                  <a:lnTo>
                    <a:pt x="72" y="192"/>
                  </a:lnTo>
                  <a:lnTo>
                    <a:pt x="54" y="192"/>
                  </a:lnTo>
                  <a:lnTo>
                    <a:pt x="48" y="198"/>
                  </a:lnTo>
                  <a:lnTo>
                    <a:pt x="48" y="210"/>
                  </a:lnTo>
                  <a:lnTo>
                    <a:pt x="42" y="222"/>
                  </a:lnTo>
                  <a:lnTo>
                    <a:pt x="42" y="234"/>
                  </a:lnTo>
                  <a:lnTo>
                    <a:pt x="18" y="234"/>
                  </a:lnTo>
                  <a:lnTo>
                    <a:pt x="12" y="240"/>
                  </a:lnTo>
                  <a:lnTo>
                    <a:pt x="6" y="240"/>
                  </a:lnTo>
                  <a:lnTo>
                    <a:pt x="6" y="246"/>
                  </a:lnTo>
                  <a:lnTo>
                    <a:pt x="12" y="246"/>
                  </a:lnTo>
                  <a:lnTo>
                    <a:pt x="18" y="252"/>
                  </a:lnTo>
                  <a:lnTo>
                    <a:pt x="6" y="252"/>
                  </a:lnTo>
                  <a:lnTo>
                    <a:pt x="0" y="258"/>
                  </a:lnTo>
                  <a:lnTo>
                    <a:pt x="0" y="270"/>
                  </a:lnTo>
                  <a:lnTo>
                    <a:pt x="42" y="270"/>
                  </a:lnTo>
                  <a:lnTo>
                    <a:pt x="24" y="288"/>
                  </a:lnTo>
                  <a:lnTo>
                    <a:pt x="30" y="282"/>
                  </a:lnTo>
                  <a:lnTo>
                    <a:pt x="48" y="282"/>
                  </a:lnTo>
                  <a:lnTo>
                    <a:pt x="48" y="288"/>
                  </a:lnTo>
                  <a:lnTo>
                    <a:pt x="42" y="288"/>
                  </a:lnTo>
                  <a:lnTo>
                    <a:pt x="36" y="294"/>
                  </a:lnTo>
                  <a:lnTo>
                    <a:pt x="30" y="294"/>
                  </a:lnTo>
                  <a:lnTo>
                    <a:pt x="36" y="300"/>
                  </a:lnTo>
                  <a:lnTo>
                    <a:pt x="60" y="300"/>
                  </a:lnTo>
                  <a:lnTo>
                    <a:pt x="96" y="288"/>
                  </a:lnTo>
                  <a:lnTo>
                    <a:pt x="108" y="282"/>
                  </a:lnTo>
                  <a:lnTo>
                    <a:pt x="120" y="270"/>
                  </a:lnTo>
                  <a:lnTo>
                    <a:pt x="120" y="264"/>
                  </a:lnTo>
                  <a:lnTo>
                    <a:pt x="132" y="270"/>
                  </a:lnTo>
                  <a:lnTo>
                    <a:pt x="138" y="270"/>
                  </a:lnTo>
                  <a:lnTo>
                    <a:pt x="150" y="264"/>
                  </a:lnTo>
                  <a:lnTo>
                    <a:pt x="162" y="252"/>
                  </a:lnTo>
                  <a:lnTo>
                    <a:pt x="180" y="246"/>
                  </a:lnTo>
                  <a:lnTo>
                    <a:pt x="204" y="246"/>
                  </a:lnTo>
                  <a:lnTo>
                    <a:pt x="210" y="240"/>
                  </a:lnTo>
                  <a:lnTo>
                    <a:pt x="252" y="240"/>
                  </a:lnTo>
                  <a:lnTo>
                    <a:pt x="246" y="222"/>
                  </a:lnTo>
                  <a:lnTo>
                    <a:pt x="264" y="222"/>
                  </a:lnTo>
                  <a:lnTo>
                    <a:pt x="264" y="198"/>
                  </a:lnTo>
                  <a:lnTo>
                    <a:pt x="270" y="192"/>
                  </a:lnTo>
                  <a:lnTo>
                    <a:pt x="270" y="180"/>
                  </a:lnTo>
                  <a:lnTo>
                    <a:pt x="276" y="168"/>
                  </a:lnTo>
                  <a:lnTo>
                    <a:pt x="276" y="156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69" name="Iraq" descr="© INSCALE GmbH, 05.05.2010&#10;http://www.presentationload.com/">
              <a:extLst>
                <a:ext uri="{FF2B5EF4-FFF2-40B4-BE49-F238E27FC236}">
                  <a16:creationId xmlns:a16="http://schemas.microsoft.com/office/drawing/2014/main" id="{F80BA5DB-C932-4C51-A572-6A602EE171C8}"/>
                </a:ext>
              </a:extLst>
            </p:cNvPr>
            <p:cNvSpPr>
              <a:spLocks/>
            </p:cNvSpPr>
            <p:nvPr/>
          </p:nvSpPr>
          <p:spPr bwMode="gray">
            <a:xfrm>
              <a:off x="4610830" y="2014249"/>
              <a:ext cx="226173" cy="217067"/>
            </a:xfrm>
            <a:custGeom>
              <a:avLst/>
              <a:gdLst>
                <a:gd name="T0" fmla="*/ 2147483647 w 684"/>
                <a:gd name="T1" fmla="*/ 2147483647 h 660"/>
                <a:gd name="T2" fmla="*/ 2147483647 w 684"/>
                <a:gd name="T3" fmla="*/ 2147483647 h 660"/>
                <a:gd name="T4" fmla="*/ 2147483647 w 684"/>
                <a:gd name="T5" fmla="*/ 2147483647 h 660"/>
                <a:gd name="T6" fmla="*/ 2147483647 w 684"/>
                <a:gd name="T7" fmla="*/ 2147483647 h 660"/>
                <a:gd name="T8" fmla="*/ 2147483647 w 684"/>
                <a:gd name="T9" fmla="*/ 2147483647 h 660"/>
                <a:gd name="T10" fmla="*/ 2147483647 w 684"/>
                <a:gd name="T11" fmla="*/ 2147483647 h 660"/>
                <a:gd name="T12" fmla="*/ 2147483647 w 684"/>
                <a:gd name="T13" fmla="*/ 2147483647 h 660"/>
                <a:gd name="T14" fmla="*/ 2147483647 w 684"/>
                <a:gd name="T15" fmla="*/ 2147483647 h 660"/>
                <a:gd name="T16" fmla="*/ 2147483647 w 684"/>
                <a:gd name="T17" fmla="*/ 2147483647 h 660"/>
                <a:gd name="T18" fmla="*/ 2147483647 w 684"/>
                <a:gd name="T19" fmla="*/ 2147483647 h 660"/>
                <a:gd name="T20" fmla="*/ 2147483647 w 684"/>
                <a:gd name="T21" fmla="*/ 2147483647 h 660"/>
                <a:gd name="T22" fmla="*/ 2147483647 w 684"/>
                <a:gd name="T23" fmla="*/ 2147483647 h 660"/>
                <a:gd name="T24" fmla="*/ 2147483647 w 684"/>
                <a:gd name="T25" fmla="*/ 2147483647 h 660"/>
                <a:gd name="T26" fmla="*/ 2147483647 w 684"/>
                <a:gd name="T27" fmla="*/ 2147483647 h 660"/>
                <a:gd name="T28" fmla="*/ 2147483647 w 684"/>
                <a:gd name="T29" fmla="*/ 2147483647 h 660"/>
                <a:gd name="T30" fmla="*/ 2147483647 w 684"/>
                <a:gd name="T31" fmla="*/ 2147483647 h 660"/>
                <a:gd name="T32" fmla="*/ 2147483647 w 684"/>
                <a:gd name="T33" fmla="*/ 2147483647 h 660"/>
                <a:gd name="T34" fmla="*/ 2147483647 w 684"/>
                <a:gd name="T35" fmla="*/ 2147483647 h 660"/>
                <a:gd name="T36" fmla="*/ 2147483647 w 684"/>
                <a:gd name="T37" fmla="*/ 2147483647 h 660"/>
                <a:gd name="T38" fmla="*/ 2147483647 w 684"/>
                <a:gd name="T39" fmla="*/ 2147483647 h 660"/>
                <a:gd name="T40" fmla="*/ 2147483647 w 684"/>
                <a:gd name="T41" fmla="*/ 2147483647 h 660"/>
                <a:gd name="T42" fmla="*/ 2147483647 w 684"/>
                <a:gd name="T43" fmla="*/ 2147483647 h 660"/>
                <a:gd name="T44" fmla="*/ 2147483647 w 684"/>
                <a:gd name="T45" fmla="*/ 2147483647 h 660"/>
                <a:gd name="T46" fmla="*/ 2147483647 w 684"/>
                <a:gd name="T47" fmla="*/ 2147483647 h 660"/>
                <a:gd name="T48" fmla="*/ 2147483647 w 684"/>
                <a:gd name="T49" fmla="*/ 2147483647 h 660"/>
                <a:gd name="T50" fmla="*/ 2147483647 w 684"/>
                <a:gd name="T51" fmla="*/ 2147483647 h 660"/>
                <a:gd name="T52" fmla="*/ 2147483647 w 684"/>
                <a:gd name="T53" fmla="*/ 0 h 660"/>
                <a:gd name="T54" fmla="*/ 2147483647 w 684"/>
                <a:gd name="T55" fmla="*/ 2147483647 h 660"/>
                <a:gd name="T56" fmla="*/ 2147483647 w 684"/>
                <a:gd name="T57" fmla="*/ 2147483647 h 660"/>
                <a:gd name="T58" fmla="*/ 2147483647 w 684"/>
                <a:gd name="T59" fmla="*/ 0 h 660"/>
                <a:gd name="T60" fmla="*/ 2147483647 w 684"/>
                <a:gd name="T61" fmla="*/ 2147483647 h 660"/>
                <a:gd name="T62" fmla="*/ 2147483647 w 684"/>
                <a:gd name="T63" fmla="*/ 2147483647 h 660"/>
                <a:gd name="T64" fmla="*/ 2147483647 w 684"/>
                <a:gd name="T65" fmla="*/ 2147483647 h 660"/>
                <a:gd name="T66" fmla="*/ 2147483647 w 684"/>
                <a:gd name="T67" fmla="*/ 2147483647 h 660"/>
                <a:gd name="T68" fmla="*/ 2147483647 w 684"/>
                <a:gd name="T69" fmla="*/ 2147483647 h 660"/>
                <a:gd name="T70" fmla="*/ 2147483647 w 684"/>
                <a:gd name="T71" fmla="*/ 2147483647 h 660"/>
                <a:gd name="T72" fmla="*/ 2147483647 w 684"/>
                <a:gd name="T73" fmla="*/ 2147483647 h 660"/>
                <a:gd name="T74" fmla="*/ 2147483647 w 684"/>
                <a:gd name="T75" fmla="*/ 2147483647 h 660"/>
                <a:gd name="T76" fmla="*/ 2147483647 w 684"/>
                <a:gd name="T77" fmla="*/ 2147483647 h 660"/>
                <a:gd name="T78" fmla="*/ 2147483647 w 684"/>
                <a:gd name="T79" fmla="*/ 2147483647 h 660"/>
                <a:gd name="T80" fmla="*/ 2147483647 w 684"/>
                <a:gd name="T81" fmla="*/ 2147483647 h 660"/>
                <a:gd name="T82" fmla="*/ 2147483647 w 684"/>
                <a:gd name="T83" fmla="*/ 2147483647 h 660"/>
                <a:gd name="T84" fmla="*/ 2147483647 w 684"/>
                <a:gd name="T85" fmla="*/ 2147483647 h 660"/>
                <a:gd name="T86" fmla="*/ 0 w 684"/>
                <a:gd name="T87" fmla="*/ 2147483647 h 660"/>
                <a:gd name="T88" fmla="*/ 2147483647 w 684"/>
                <a:gd name="T89" fmla="*/ 2147483647 h 660"/>
                <a:gd name="T90" fmla="*/ 2147483647 w 684"/>
                <a:gd name="T91" fmla="*/ 2147483647 h 660"/>
                <a:gd name="T92" fmla="*/ 2147483647 w 684"/>
                <a:gd name="T93" fmla="*/ 2147483647 h 660"/>
                <a:gd name="T94" fmla="*/ 2147483647 w 684"/>
                <a:gd name="T95" fmla="*/ 2147483647 h 660"/>
                <a:gd name="T96" fmla="*/ 2147483647 w 684"/>
                <a:gd name="T97" fmla="*/ 2147483647 h 660"/>
                <a:gd name="T98" fmla="*/ 2147483647 w 684"/>
                <a:gd name="T99" fmla="*/ 2147483647 h 660"/>
                <a:gd name="T100" fmla="*/ 2147483647 w 684"/>
                <a:gd name="T101" fmla="*/ 2147483647 h 660"/>
                <a:gd name="T102" fmla="*/ 2147483647 w 684"/>
                <a:gd name="T103" fmla="*/ 2147483647 h 660"/>
                <a:gd name="T104" fmla="*/ 2147483647 w 684"/>
                <a:gd name="T105" fmla="*/ 2147483647 h 660"/>
                <a:gd name="T106" fmla="*/ 2147483647 w 684"/>
                <a:gd name="T107" fmla="*/ 2147483647 h 660"/>
                <a:gd name="T108" fmla="*/ 2147483647 w 684"/>
                <a:gd name="T109" fmla="*/ 2147483647 h 660"/>
                <a:gd name="T110" fmla="*/ 2147483647 w 684"/>
                <a:gd name="T111" fmla="*/ 2147483647 h 660"/>
                <a:gd name="T112" fmla="*/ 2147483647 w 684"/>
                <a:gd name="T113" fmla="*/ 2147483647 h 660"/>
                <a:gd name="T114" fmla="*/ 2147483647 w 684"/>
                <a:gd name="T115" fmla="*/ 2147483647 h 66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84"/>
                <a:gd name="T175" fmla="*/ 0 h 660"/>
                <a:gd name="T176" fmla="*/ 684 w 684"/>
                <a:gd name="T177" fmla="*/ 660 h 66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84" h="660">
                  <a:moveTo>
                    <a:pt x="678" y="564"/>
                  </a:moveTo>
                  <a:lnTo>
                    <a:pt x="666" y="552"/>
                  </a:lnTo>
                  <a:lnTo>
                    <a:pt x="654" y="546"/>
                  </a:lnTo>
                  <a:lnTo>
                    <a:pt x="648" y="516"/>
                  </a:lnTo>
                  <a:lnTo>
                    <a:pt x="642" y="516"/>
                  </a:lnTo>
                  <a:lnTo>
                    <a:pt x="636" y="510"/>
                  </a:lnTo>
                  <a:lnTo>
                    <a:pt x="624" y="504"/>
                  </a:lnTo>
                  <a:lnTo>
                    <a:pt x="618" y="498"/>
                  </a:lnTo>
                  <a:lnTo>
                    <a:pt x="618" y="462"/>
                  </a:lnTo>
                  <a:lnTo>
                    <a:pt x="624" y="450"/>
                  </a:lnTo>
                  <a:lnTo>
                    <a:pt x="624" y="438"/>
                  </a:lnTo>
                  <a:lnTo>
                    <a:pt x="594" y="402"/>
                  </a:lnTo>
                  <a:lnTo>
                    <a:pt x="588" y="390"/>
                  </a:lnTo>
                  <a:lnTo>
                    <a:pt x="582" y="384"/>
                  </a:lnTo>
                  <a:lnTo>
                    <a:pt x="564" y="384"/>
                  </a:lnTo>
                  <a:lnTo>
                    <a:pt x="546" y="366"/>
                  </a:lnTo>
                  <a:lnTo>
                    <a:pt x="534" y="360"/>
                  </a:lnTo>
                  <a:lnTo>
                    <a:pt x="528" y="354"/>
                  </a:lnTo>
                  <a:lnTo>
                    <a:pt x="504" y="354"/>
                  </a:lnTo>
                  <a:lnTo>
                    <a:pt x="504" y="312"/>
                  </a:lnTo>
                  <a:lnTo>
                    <a:pt x="498" y="312"/>
                  </a:lnTo>
                  <a:lnTo>
                    <a:pt x="492" y="306"/>
                  </a:lnTo>
                  <a:lnTo>
                    <a:pt x="468" y="294"/>
                  </a:lnTo>
                  <a:lnTo>
                    <a:pt x="456" y="282"/>
                  </a:lnTo>
                  <a:lnTo>
                    <a:pt x="444" y="276"/>
                  </a:lnTo>
                  <a:lnTo>
                    <a:pt x="438" y="270"/>
                  </a:lnTo>
                  <a:lnTo>
                    <a:pt x="438" y="264"/>
                  </a:lnTo>
                  <a:lnTo>
                    <a:pt x="444" y="252"/>
                  </a:lnTo>
                  <a:lnTo>
                    <a:pt x="450" y="246"/>
                  </a:lnTo>
                  <a:lnTo>
                    <a:pt x="438" y="234"/>
                  </a:lnTo>
                  <a:lnTo>
                    <a:pt x="438" y="228"/>
                  </a:lnTo>
                  <a:lnTo>
                    <a:pt x="450" y="216"/>
                  </a:lnTo>
                  <a:lnTo>
                    <a:pt x="462" y="216"/>
                  </a:lnTo>
                  <a:lnTo>
                    <a:pt x="462" y="186"/>
                  </a:lnTo>
                  <a:lnTo>
                    <a:pt x="468" y="186"/>
                  </a:lnTo>
                  <a:lnTo>
                    <a:pt x="480" y="174"/>
                  </a:lnTo>
                  <a:lnTo>
                    <a:pt x="480" y="168"/>
                  </a:lnTo>
                  <a:lnTo>
                    <a:pt x="474" y="156"/>
                  </a:lnTo>
                  <a:lnTo>
                    <a:pt x="462" y="144"/>
                  </a:lnTo>
                  <a:lnTo>
                    <a:pt x="462" y="138"/>
                  </a:lnTo>
                  <a:lnTo>
                    <a:pt x="480" y="120"/>
                  </a:lnTo>
                  <a:lnTo>
                    <a:pt x="480" y="114"/>
                  </a:lnTo>
                  <a:lnTo>
                    <a:pt x="468" y="114"/>
                  </a:lnTo>
                  <a:lnTo>
                    <a:pt x="456" y="120"/>
                  </a:lnTo>
                  <a:lnTo>
                    <a:pt x="450" y="126"/>
                  </a:lnTo>
                  <a:lnTo>
                    <a:pt x="438" y="108"/>
                  </a:lnTo>
                  <a:lnTo>
                    <a:pt x="414" y="102"/>
                  </a:lnTo>
                  <a:lnTo>
                    <a:pt x="414" y="84"/>
                  </a:lnTo>
                  <a:lnTo>
                    <a:pt x="402" y="72"/>
                  </a:lnTo>
                  <a:lnTo>
                    <a:pt x="378" y="24"/>
                  </a:lnTo>
                  <a:lnTo>
                    <a:pt x="378" y="12"/>
                  </a:lnTo>
                  <a:lnTo>
                    <a:pt x="336" y="24"/>
                  </a:lnTo>
                  <a:lnTo>
                    <a:pt x="336" y="6"/>
                  </a:lnTo>
                  <a:lnTo>
                    <a:pt x="330" y="0"/>
                  </a:lnTo>
                  <a:lnTo>
                    <a:pt x="306" y="0"/>
                  </a:lnTo>
                  <a:lnTo>
                    <a:pt x="306" y="6"/>
                  </a:lnTo>
                  <a:lnTo>
                    <a:pt x="300" y="12"/>
                  </a:lnTo>
                  <a:lnTo>
                    <a:pt x="288" y="12"/>
                  </a:lnTo>
                  <a:lnTo>
                    <a:pt x="276" y="0"/>
                  </a:lnTo>
                  <a:lnTo>
                    <a:pt x="234" y="0"/>
                  </a:lnTo>
                  <a:lnTo>
                    <a:pt x="234" y="12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204" y="36"/>
                  </a:lnTo>
                  <a:lnTo>
                    <a:pt x="198" y="48"/>
                  </a:lnTo>
                  <a:lnTo>
                    <a:pt x="192" y="54"/>
                  </a:lnTo>
                  <a:lnTo>
                    <a:pt x="180" y="54"/>
                  </a:lnTo>
                  <a:lnTo>
                    <a:pt x="168" y="60"/>
                  </a:lnTo>
                  <a:lnTo>
                    <a:pt x="156" y="60"/>
                  </a:lnTo>
                  <a:lnTo>
                    <a:pt x="150" y="66"/>
                  </a:lnTo>
                  <a:lnTo>
                    <a:pt x="144" y="78"/>
                  </a:lnTo>
                  <a:lnTo>
                    <a:pt x="144" y="90"/>
                  </a:lnTo>
                  <a:lnTo>
                    <a:pt x="150" y="102"/>
                  </a:lnTo>
                  <a:lnTo>
                    <a:pt x="156" y="108"/>
                  </a:lnTo>
                  <a:lnTo>
                    <a:pt x="156" y="120"/>
                  </a:lnTo>
                  <a:lnTo>
                    <a:pt x="162" y="132"/>
                  </a:lnTo>
                  <a:lnTo>
                    <a:pt x="162" y="162"/>
                  </a:lnTo>
                  <a:lnTo>
                    <a:pt x="156" y="174"/>
                  </a:lnTo>
                  <a:lnTo>
                    <a:pt x="150" y="192"/>
                  </a:lnTo>
                  <a:lnTo>
                    <a:pt x="150" y="198"/>
                  </a:lnTo>
                  <a:lnTo>
                    <a:pt x="168" y="216"/>
                  </a:lnTo>
                  <a:lnTo>
                    <a:pt x="168" y="222"/>
                  </a:lnTo>
                  <a:lnTo>
                    <a:pt x="162" y="228"/>
                  </a:lnTo>
                  <a:lnTo>
                    <a:pt x="138" y="240"/>
                  </a:lnTo>
                  <a:lnTo>
                    <a:pt x="78" y="264"/>
                  </a:lnTo>
                  <a:lnTo>
                    <a:pt x="66" y="270"/>
                  </a:lnTo>
                  <a:lnTo>
                    <a:pt x="6" y="318"/>
                  </a:lnTo>
                  <a:lnTo>
                    <a:pt x="0" y="318"/>
                  </a:lnTo>
                  <a:lnTo>
                    <a:pt x="0" y="324"/>
                  </a:lnTo>
                  <a:lnTo>
                    <a:pt x="24" y="366"/>
                  </a:lnTo>
                  <a:lnTo>
                    <a:pt x="24" y="384"/>
                  </a:lnTo>
                  <a:lnTo>
                    <a:pt x="48" y="402"/>
                  </a:lnTo>
                  <a:lnTo>
                    <a:pt x="48" y="414"/>
                  </a:lnTo>
                  <a:lnTo>
                    <a:pt x="60" y="426"/>
                  </a:lnTo>
                  <a:lnTo>
                    <a:pt x="126" y="426"/>
                  </a:lnTo>
                  <a:lnTo>
                    <a:pt x="156" y="456"/>
                  </a:lnTo>
                  <a:lnTo>
                    <a:pt x="168" y="462"/>
                  </a:lnTo>
                  <a:lnTo>
                    <a:pt x="180" y="474"/>
                  </a:lnTo>
                  <a:lnTo>
                    <a:pt x="228" y="498"/>
                  </a:lnTo>
                  <a:lnTo>
                    <a:pt x="234" y="504"/>
                  </a:lnTo>
                  <a:lnTo>
                    <a:pt x="246" y="510"/>
                  </a:lnTo>
                  <a:lnTo>
                    <a:pt x="438" y="654"/>
                  </a:lnTo>
                  <a:lnTo>
                    <a:pt x="522" y="654"/>
                  </a:lnTo>
                  <a:lnTo>
                    <a:pt x="570" y="660"/>
                  </a:lnTo>
                  <a:lnTo>
                    <a:pt x="564" y="660"/>
                  </a:lnTo>
                  <a:lnTo>
                    <a:pt x="570" y="654"/>
                  </a:lnTo>
                  <a:lnTo>
                    <a:pt x="588" y="618"/>
                  </a:lnTo>
                  <a:lnTo>
                    <a:pt x="588" y="606"/>
                  </a:lnTo>
                  <a:lnTo>
                    <a:pt x="594" y="600"/>
                  </a:lnTo>
                  <a:lnTo>
                    <a:pt x="600" y="588"/>
                  </a:lnTo>
                  <a:lnTo>
                    <a:pt x="648" y="588"/>
                  </a:lnTo>
                  <a:lnTo>
                    <a:pt x="654" y="594"/>
                  </a:lnTo>
                  <a:lnTo>
                    <a:pt x="678" y="582"/>
                  </a:lnTo>
                  <a:lnTo>
                    <a:pt x="684" y="576"/>
                  </a:lnTo>
                  <a:lnTo>
                    <a:pt x="678" y="570"/>
                  </a:lnTo>
                  <a:lnTo>
                    <a:pt x="678" y="564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70" name="Iran" descr="© INSCALE GmbH, 05.05.2010&#10;http://www.presentationload.com/">
              <a:extLst>
                <a:ext uri="{FF2B5EF4-FFF2-40B4-BE49-F238E27FC236}">
                  <a16:creationId xmlns:a16="http://schemas.microsoft.com/office/drawing/2014/main" id="{C0D8B6A4-AD3E-4CBD-8CB9-6358F9EAE937}"/>
                </a:ext>
              </a:extLst>
            </p:cNvPr>
            <p:cNvSpPr>
              <a:spLocks/>
            </p:cNvSpPr>
            <p:nvPr/>
          </p:nvSpPr>
          <p:spPr bwMode="gray">
            <a:xfrm>
              <a:off x="4707763" y="1948739"/>
              <a:ext cx="475609" cy="387896"/>
            </a:xfrm>
            <a:custGeom>
              <a:avLst/>
              <a:gdLst>
                <a:gd name="T0" fmla="*/ 2147483647 w 1440"/>
                <a:gd name="T1" fmla="*/ 2147483647 h 1182"/>
                <a:gd name="T2" fmla="*/ 2147483647 w 1440"/>
                <a:gd name="T3" fmla="*/ 2147483647 h 1182"/>
                <a:gd name="T4" fmla="*/ 2147483647 w 1440"/>
                <a:gd name="T5" fmla="*/ 2147483647 h 1182"/>
                <a:gd name="T6" fmla="*/ 2147483647 w 1440"/>
                <a:gd name="T7" fmla="*/ 2147483647 h 1182"/>
                <a:gd name="T8" fmla="*/ 2147483647 w 1440"/>
                <a:gd name="T9" fmla="*/ 2147483647 h 1182"/>
                <a:gd name="T10" fmla="*/ 2147483647 w 1440"/>
                <a:gd name="T11" fmla="*/ 2147483647 h 1182"/>
                <a:gd name="T12" fmla="*/ 2147483647 w 1440"/>
                <a:gd name="T13" fmla="*/ 2147483647 h 1182"/>
                <a:gd name="T14" fmla="*/ 2147483647 w 1440"/>
                <a:gd name="T15" fmla="*/ 2147483647 h 1182"/>
                <a:gd name="T16" fmla="*/ 2147483647 w 1440"/>
                <a:gd name="T17" fmla="*/ 2147483647 h 1182"/>
                <a:gd name="T18" fmla="*/ 2147483647 w 1440"/>
                <a:gd name="T19" fmla="*/ 2147483647 h 1182"/>
                <a:gd name="T20" fmla="*/ 2147483647 w 1440"/>
                <a:gd name="T21" fmla="*/ 2147483647 h 1182"/>
                <a:gd name="T22" fmla="*/ 2147483647 w 1440"/>
                <a:gd name="T23" fmla="*/ 2147483647 h 1182"/>
                <a:gd name="T24" fmla="*/ 2147483647 w 1440"/>
                <a:gd name="T25" fmla="*/ 2147483647 h 1182"/>
                <a:gd name="T26" fmla="*/ 2147483647 w 1440"/>
                <a:gd name="T27" fmla="*/ 2147483647 h 1182"/>
                <a:gd name="T28" fmla="*/ 2147483647 w 1440"/>
                <a:gd name="T29" fmla="*/ 2147483647 h 1182"/>
                <a:gd name="T30" fmla="*/ 2147483647 w 1440"/>
                <a:gd name="T31" fmla="*/ 2147483647 h 1182"/>
                <a:gd name="T32" fmla="*/ 2147483647 w 1440"/>
                <a:gd name="T33" fmla="*/ 2147483647 h 1182"/>
                <a:gd name="T34" fmla="*/ 2147483647 w 1440"/>
                <a:gd name="T35" fmla="*/ 2147483647 h 1182"/>
                <a:gd name="T36" fmla="*/ 2147483647 w 1440"/>
                <a:gd name="T37" fmla="*/ 2147483647 h 1182"/>
                <a:gd name="T38" fmla="*/ 2147483647 w 1440"/>
                <a:gd name="T39" fmla="*/ 2147483647 h 1182"/>
                <a:gd name="T40" fmla="*/ 2147483647 w 1440"/>
                <a:gd name="T41" fmla="*/ 2147483647 h 1182"/>
                <a:gd name="T42" fmla="*/ 2147483647 w 1440"/>
                <a:gd name="T43" fmla="*/ 2147483647 h 1182"/>
                <a:gd name="T44" fmla="*/ 2147483647 w 1440"/>
                <a:gd name="T45" fmla="*/ 2147483647 h 1182"/>
                <a:gd name="T46" fmla="*/ 2147483647 w 1440"/>
                <a:gd name="T47" fmla="*/ 2147483647 h 1182"/>
                <a:gd name="T48" fmla="*/ 2147483647 w 1440"/>
                <a:gd name="T49" fmla="*/ 2147483647 h 1182"/>
                <a:gd name="T50" fmla="*/ 2147483647 w 1440"/>
                <a:gd name="T51" fmla="*/ 2147483647 h 1182"/>
                <a:gd name="T52" fmla="*/ 2147483647 w 1440"/>
                <a:gd name="T53" fmla="*/ 2147483647 h 1182"/>
                <a:gd name="T54" fmla="*/ 2147483647 w 1440"/>
                <a:gd name="T55" fmla="*/ 2147483647 h 1182"/>
                <a:gd name="T56" fmla="*/ 2147483647 w 1440"/>
                <a:gd name="T57" fmla="*/ 2147483647 h 1182"/>
                <a:gd name="T58" fmla="*/ 2147483647 w 1440"/>
                <a:gd name="T59" fmla="*/ 2147483647 h 1182"/>
                <a:gd name="T60" fmla="*/ 2147483647 w 1440"/>
                <a:gd name="T61" fmla="*/ 0 h 1182"/>
                <a:gd name="T62" fmla="*/ 2147483647 w 1440"/>
                <a:gd name="T63" fmla="*/ 2147483647 h 1182"/>
                <a:gd name="T64" fmla="*/ 2147483647 w 1440"/>
                <a:gd name="T65" fmla="*/ 2147483647 h 1182"/>
                <a:gd name="T66" fmla="*/ 2147483647 w 1440"/>
                <a:gd name="T67" fmla="*/ 2147483647 h 1182"/>
                <a:gd name="T68" fmla="*/ 2147483647 w 1440"/>
                <a:gd name="T69" fmla="*/ 2147483647 h 1182"/>
                <a:gd name="T70" fmla="*/ 2147483647 w 1440"/>
                <a:gd name="T71" fmla="*/ 2147483647 h 1182"/>
                <a:gd name="T72" fmla="*/ 2147483647 w 1440"/>
                <a:gd name="T73" fmla="*/ 2147483647 h 1182"/>
                <a:gd name="T74" fmla="*/ 2147483647 w 1440"/>
                <a:gd name="T75" fmla="*/ 2147483647 h 1182"/>
                <a:gd name="T76" fmla="*/ 2147483647 w 1440"/>
                <a:gd name="T77" fmla="*/ 2147483647 h 1182"/>
                <a:gd name="T78" fmla="*/ 2147483647 w 1440"/>
                <a:gd name="T79" fmla="*/ 2147483647 h 1182"/>
                <a:gd name="T80" fmla="*/ 2147483647 w 1440"/>
                <a:gd name="T81" fmla="*/ 2147483647 h 1182"/>
                <a:gd name="T82" fmla="*/ 2147483647 w 1440"/>
                <a:gd name="T83" fmla="*/ 2147483647 h 1182"/>
                <a:gd name="T84" fmla="*/ 2147483647 w 1440"/>
                <a:gd name="T85" fmla="*/ 2147483647 h 1182"/>
                <a:gd name="T86" fmla="*/ 2147483647 w 1440"/>
                <a:gd name="T87" fmla="*/ 2147483647 h 1182"/>
                <a:gd name="T88" fmla="*/ 2147483647 w 1440"/>
                <a:gd name="T89" fmla="*/ 2147483647 h 1182"/>
                <a:gd name="T90" fmla="*/ 2147483647 w 1440"/>
                <a:gd name="T91" fmla="*/ 2147483647 h 1182"/>
                <a:gd name="T92" fmla="*/ 2147483647 w 1440"/>
                <a:gd name="T93" fmla="*/ 2147483647 h 1182"/>
                <a:gd name="T94" fmla="*/ 2147483647 w 1440"/>
                <a:gd name="T95" fmla="*/ 2147483647 h 1182"/>
                <a:gd name="T96" fmla="*/ 2147483647 w 1440"/>
                <a:gd name="T97" fmla="*/ 2147483647 h 1182"/>
                <a:gd name="T98" fmla="*/ 2147483647 w 1440"/>
                <a:gd name="T99" fmla="*/ 2147483647 h 1182"/>
                <a:gd name="T100" fmla="*/ 2147483647 w 1440"/>
                <a:gd name="T101" fmla="*/ 2147483647 h 1182"/>
                <a:gd name="T102" fmla="*/ 2147483647 w 1440"/>
                <a:gd name="T103" fmla="*/ 2147483647 h 1182"/>
                <a:gd name="T104" fmla="*/ 2147483647 w 1440"/>
                <a:gd name="T105" fmla="*/ 2147483647 h 1182"/>
                <a:gd name="T106" fmla="*/ 2147483647 w 1440"/>
                <a:gd name="T107" fmla="*/ 2147483647 h 1182"/>
                <a:gd name="T108" fmla="*/ 2147483647 w 1440"/>
                <a:gd name="T109" fmla="*/ 2147483647 h 1182"/>
                <a:gd name="T110" fmla="*/ 2147483647 w 1440"/>
                <a:gd name="T111" fmla="*/ 2147483647 h 118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40"/>
                <a:gd name="T169" fmla="*/ 0 h 1182"/>
                <a:gd name="T170" fmla="*/ 1440 w 1440"/>
                <a:gd name="T171" fmla="*/ 1182 h 118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40" h="1182">
                  <a:moveTo>
                    <a:pt x="1338" y="1176"/>
                  </a:moveTo>
                  <a:lnTo>
                    <a:pt x="1338" y="1170"/>
                  </a:lnTo>
                  <a:lnTo>
                    <a:pt x="1332" y="1158"/>
                  </a:lnTo>
                  <a:lnTo>
                    <a:pt x="1332" y="1128"/>
                  </a:lnTo>
                  <a:lnTo>
                    <a:pt x="1344" y="1116"/>
                  </a:lnTo>
                  <a:lnTo>
                    <a:pt x="1344" y="1110"/>
                  </a:lnTo>
                  <a:lnTo>
                    <a:pt x="1350" y="1104"/>
                  </a:lnTo>
                  <a:lnTo>
                    <a:pt x="1356" y="1086"/>
                  </a:lnTo>
                  <a:lnTo>
                    <a:pt x="1368" y="1086"/>
                  </a:lnTo>
                  <a:lnTo>
                    <a:pt x="1374" y="1080"/>
                  </a:lnTo>
                  <a:lnTo>
                    <a:pt x="1374" y="1074"/>
                  </a:lnTo>
                  <a:lnTo>
                    <a:pt x="1380" y="1074"/>
                  </a:lnTo>
                  <a:lnTo>
                    <a:pt x="1380" y="1068"/>
                  </a:lnTo>
                  <a:lnTo>
                    <a:pt x="1386" y="1062"/>
                  </a:lnTo>
                  <a:lnTo>
                    <a:pt x="1398" y="1056"/>
                  </a:lnTo>
                  <a:lnTo>
                    <a:pt x="1428" y="1056"/>
                  </a:lnTo>
                  <a:lnTo>
                    <a:pt x="1428" y="1062"/>
                  </a:lnTo>
                  <a:lnTo>
                    <a:pt x="1434" y="1062"/>
                  </a:lnTo>
                  <a:lnTo>
                    <a:pt x="1440" y="1056"/>
                  </a:lnTo>
                  <a:lnTo>
                    <a:pt x="1440" y="1044"/>
                  </a:lnTo>
                  <a:lnTo>
                    <a:pt x="1434" y="1026"/>
                  </a:lnTo>
                  <a:lnTo>
                    <a:pt x="1428" y="1014"/>
                  </a:lnTo>
                  <a:lnTo>
                    <a:pt x="1422" y="1008"/>
                  </a:lnTo>
                  <a:lnTo>
                    <a:pt x="1404" y="1008"/>
                  </a:lnTo>
                  <a:lnTo>
                    <a:pt x="1404" y="996"/>
                  </a:lnTo>
                  <a:lnTo>
                    <a:pt x="1398" y="984"/>
                  </a:lnTo>
                  <a:lnTo>
                    <a:pt x="1398" y="960"/>
                  </a:lnTo>
                  <a:lnTo>
                    <a:pt x="1392" y="960"/>
                  </a:lnTo>
                  <a:lnTo>
                    <a:pt x="1398" y="930"/>
                  </a:lnTo>
                  <a:lnTo>
                    <a:pt x="1374" y="930"/>
                  </a:lnTo>
                  <a:lnTo>
                    <a:pt x="1362" y="912"/>
                  </a:lnTo>
                  <a:lnTo>
                    <a:pt x="1350" y="918"/>
                  </a:lnTo>
                  <a:lnTo>
                    <a:pt x="1332" y="918"/>
                  </a:lnTo>
                  <a:lnTo>
                    <a:pt x="1326" y="912"/>
                  </a:lnTo>
                  <a:lnTo>
                    <a:pt x="1314" y="894"/>
                  </a:lnTo>
                  <a:lnTo>
                    <a:pt x="1308" y="876"/>
                  </a:lnTo>
                  <a:lnTo>
                    <a:pt x="1296" y="864"/>
                  </a:lnTo>
                  <a:lnTo>
                    <a:pt x="1284" y="846"/>
                  </a:lnTo>
                  <a:lnTo>
                    <a:pt x="1278" y="840"/>
                  </a:lnTo>
                  <a:lnTo>
                    <a:pt x="1272" y="828"/>
                  </a:lnTo>
                  <a:lnTo>
                    <a:pt x="1248" y="804"/>
                  </a:lnTo>
                  <a:lnTo>
                    <a:pt x="1242" y="804"/>
                  </a:lnTo>
                  <a:lnTo>
                    <a:pt x="1242" y="792"/>
                  </a:lnTo>
                  <a:lnTo>
                    <a:pt x="1260" y="774"/>
                  </a:lnTo>
                  <a:lnTo>
                    <a:pt x="1266" y="762"/>
                  </a:lnTo>
                  <a:lnTo>
                    <a:pt x="1272" y="756"/>
                  </a:lnTo>
                  <a:lnTo>
                    <a:pt x="1296" y="708"/>
                  </a:lnTo>
                  <a:lnTo>
                    <a:pt x="1284" y="684"/>
                  </a:lnTo>
                  <a:lnTo>
                    <a:pt x="1278" y="678"/>
                  </a:lnTo>
                  <a:lnTo>
                    <a:pt x="1242" y="678"/>
                  </a:lnTo>
                  <a:lnTo>
                    <a:pt x="1230" y="672"/>
                  </a:lnTo>
                  <a:lnTo>
                    <a:pt x="1224" y="672"/>
                  </a:lnTo>
                  <a:lnTo>
                    <a:pt x="1218" y="666"/>
                  </a:lnTo>
                  <a:lnTo>
                    <a:pt x="1218" y="612"/>
                  </a:lnTo>
                  <a:lnTo>
                    <a:pt x="1212" y="606"/>
                  </a:lnTo>
                  <a:lnTo>
                    <a:pt x="1200" y="582"/>
                  </a:lnTo>
                  <a:lnTo>
                    <a:pt x="1188" y="564"/>
                  </a:lnTo>
                  <a:lnTo>
                    <a:pt x="1176" y="540"/>
                  </a:lnTo>
                  <a:lnTo>
                    <a:pt x="1182" y="528"/>
                  </a:lnTo>
                  <a:lnTo>
                    <a:pt x="1200" y="510"/>
                  </a:lnTo>
                  <a:lnTo>
                    <a:pt x="1200" y="504"/>
                  </a:lnTo>
                  <a:lnTo>
                    <a:pt x="1194" y="498"/>
                  </a:lnTo>
                  <a:lnTo>
                    <a:pt x="1170" y="498"/>
                  </a:lnTo>
                  <a:lnTo>
                    <a:pt x="1170" y="468"/>
                  </a:lnTo>
                  <a:lnTo>
                    <a:pt x="1158" y="456"/>
                  </a:lnTo>
                  <a:lnTo>
                    <a:pt x="1158" y="450"/>
                  </a:lnTo>
                  <a:lnTo>
                    <a:pt x="1164" y="444"/>
                  </a:lnTo>
                  <a:lnTo>
                    <a:pt x="1176" y="438"/>
                  </a:lnTo>
                  <a:lnTo>
                    <a:pt x="1182" y="432"/>
                  </a:lnTo>
                  <a:lnTo>
                    <a:pt x="1188" y="432"/>
                  </a:lnTo>
                  <a:lnTo>
                    <a:pt x="1176" y="414"/>
                  </a:lnTo>
                  <a:lnTo>
                    <a:pt x="1200" y="408"/>
                  </a:lnTo>
                  <a:lnTo>
                    <a:pt x="1200" y="402"/>
                  </a:lnTo>
                  <a:lnTo>
                    <a:pt x="1194" y="396"/>
                  </a:lnTo>
                  <a:lnTo>
                    <a:pt x="1194" y="372"/>
                  </a:lnTo>
                  <a:lnTo>
                    <a:pt x="1188" y="360"/>
                  </a:lnTo>
                  <a:lnTo>
                    <a:pt x="1188" y="354"/>
                  </a:lnTo>
                  <a:lnTo>
                    <a:pt x="1194" y="342"/>
                  </a:lnTo>
                  <a:lnTo>
                    <a:pt x="1200" y="336"/>
                  </a:lnTo>
                  <a:lnTo>
                    <a:pt x="1188" y="306"/>
                  </a:lnTo>
                  <a:lnTo>
                    <a:pt x="1194" y="282"/>
                  </a:lnTo>
                  <a:lnTo>
                    <a:pt x="1182" y="282"/>
                  </a:lnTo>
                  <a:lnTo>
                    <a:pt x="1182" y="246"/>
                  </a:lnTo>
                  <a:lnTo>
                    <a:pt x="1116" y="252"/>
                  </a:lnTo>
                  <a:lnTo>
                    <a:pt x="1110" y="246"/>
                  </a:lnTo>
                  <a:lnTo>
                    <a:pt x="1104" y="234"/>
                  </a:lnTo>
                  <a:lnTo>
                    <a:pt x="1092" y="228"/>
                  </a:lnTo>
                  <a:lnTo>
                    <a:pt x="1080" y="216"/>
                  </a:lnTo>
                  <a:lnTo>
                    <a:pt x="1068" y="216"/>
                  </a:lnTo>
                  <a:lnTo>
                    <a:pt x="1062" y="210"/>
                  </a:lnTo>
                  <a:lnTo>
                    <a:pt x="1056" y="210"/>
                  </a:lnTo>
                  <a:lnTo>
                    <a:pt x="1050" y="204"/>
                  </a:lnTo>
                  <a:lnTo>
                    <a:pt x="1044" y="192"/>
                  </a:lnTo>
                  <a:lnTo>
                    <a:pt x="1044" y="186"/>
                  </a:lnTo>
                  <a:lnTo>
                    <a:pt x="1038" y="180"/>
                  </a:lnTo>
                  <a:lnTo>
                    <a:pt x="1032" y="180"/>
                  </a:lnTo>
                  <a:lnTo>
                    <a:pt x="1020" y="174"/>
                  </a:lnTo>
                  <a:lnTo>
                    <a:pt x="1002" y="174"/>
                  </a:lnTo>
                  <a:lnTo>
                    <a:pt x="990" y="168"/>
                  </a:lnTo>
                  <a:lnTo>
                    <a:pt x="972" y="168"/>
                  </a:lnTo>
                  <a:lnTo>
                    <a:pt x="972" y="174"/>
                  </a:lnTo>
                  <a:lnTo>
                    <a:pt x="960" y="168"/>
                  </a:lnTo>
                  <a:lnTo>
                    <a:pt x="954" y="162"/>
                  </a:lnTo>
                  <a:lnTo>
                    <a:pt x="942" y="156"/>
                  </a:lnTo>
                  <a:lnTo>
                    <a:pt x="936" y="150"/>
                  </a:lnTo>
                  <a:lnTo>
                    <a:pt x="906" y="150"/>
                  </a:lnTo>
                  <a:lnTo>
                    <a:pt x="906" y="138"/>
                  </a:lnTo>
                  <a:lnTo>
                    <a:pt x="894" y="126"/>
                  </a:lnTo>
                  <a:lnTo>
                    <a:pt x="834" y="126"/>
                  </a:lnTo>
                  <a:lnTo>
                    <a:pt x="834" y="132"/>
                  </a:lnTo>
                  <a:lnTo>
                    <a:pt x="828" y="138"/>
                  </a:lnTo>
                  <a:lnTo>
                    <a:pt x="816" y="132"/>
                  </a:lnTo>
                  <a:lnTo>
                    <a:pt x="780" y="132"/>
                  </a:lnTo>
                  <a:lnTo>
                    <a:pt x="768" y="138"/>
                  </a:lnTo>
                  <a:lnTo>
                    <a:pt x="750" y="156"/>
                  </a:lnTo>
                  <a:lnTo>
                    <a:pt x="738" y="162"/>
                  </a:lnTo>
                  <a:lnTo>
                    <a:pt x="732" y="168"/>
                  </a:lnTo>
                  <a:lnTo>
                    <a:pt x="732" y="180"/>
                  </a:lnTo>
                  <a:lnTo>
                    <a:pt x="720" y="186"/>
                  </a:lnTo>
                  <a:lnTo>
                    <a:pt x="708" y="198"/>
                  </a:lnTo>
                  <a:lnTo>
                    <a:pt x="678" y="198"/>
                  </a:lnTo>
                  <a:lnTo>
                    <a:pt x="690" y="210"/>
                  </a:lnTo>
                  <a:lnTo>
                    <a:pt x="690" y="222"/>
                  </a:lnTo>
                  <a:lnTo>
                    <a:pt x="696" y="228"/>
                  </a:lnTo>
                  <a:lnTo>
                    <a:pt x="696" y="234"/>
                  </a:lnTo>
                  <a:lnTo>
                    <a:pt x="690" y="240"/>
                  </a:lnTo>
                  <a:lnTo>
                    <a:pt x="678" y="240"/>
                  </a:lnTo>
                  <a:lnTo>
                    <a:pt x="666" y="234"/>
                  </a:lnTo>
                  <a:lnTo>
                    <a:pt x="660" y="228"/>
                  </a:lnTo>
                  <a:lnTo>
                    <a:pt x="654" y="228"/>
                  </a:lnTo>
                  <a:lnTo>
                    <a:pt x="648" y="234"/>
                  </a:lnTo>
                  <a:lnTo>
                    <a:pt x="624" y="234"/>
                  </a:lnTo>
                  <a:lnTo>
                    <a:pt x="612" y="240"/>
                  </a:lnTo>
                  <a:lnTo>
                    <a:pt x="600" y="240"/>
                  </a:lnTo>
                  <a:lnTo>
                    <a:pt x="582" y="246"/>
                  </a:lnTo>
                  <a:lnTo>
                    <a:pt x="558" y="258"/>
                  </a:lnTo>
                  <a:lnTo>
                    <a:pt x="546" y="252"/>
                  </a:lnTo>
                  <a:lnTo>
                    <a:pt x="534" y="252"/>
                  </a:lnTo>
                  <a:lnTo>
                    <a:pt x="522" y="246"/>
                  </a:lnTo>
                  <a:lnTo>
                    <a:pt x="498" y="246"/>
                  </a:lnTo>
                  <a:lnTo>
                    <a:pt x="480" y="240"/>
                  </a:lnTo>
                  <a:lnTo>
                    <a:pt x="468" y="228"/>
                  </a:lnTo>
                  <a:lnTo>
                    <a:pt x="456" y="222"/>
                  </a:lnTo>
                  <a:lnTo>
                    <a:pt x="444" y="210"/>
                  </a:lnTo>
                  <a:lnTo>
                    <a:pt x="438" y="198"/>
                  </a:lnTo>
                  <a:lnTo>
                    <a:pt x="432" y="192"/>
                  </a:lnTo>
                  <a:lnTo>
                    <a:pt x="432" y="186"/>
                  </a:lnTo>
                  <a:lnTo>
                    <a:pt x="378" y="186"/>
                  </a:lnTo>
                  <a:lnTo>
                    <a:pt x="354" y="162"/>
                  </a:lnTo>
                  <a:lnTo>
                    <a:pt x="336" y="126"/>
                  </a:lnTo>
                  <a:lnTo>
                    <a:pt x="330" y="120"/>
                  </a:lnTo>
                  <a:lnTo>
                    <a:pt x="330" y="114"/>
                  </a:lnTo>
                  <a:lnTo>
                    <a:pt x="312" y="114"/>
                  </a:lnTo>
                  <a:lnTo>
                    <a:pt x="312" y="108"/>
                  </a:lnTo>
                  <a:lnTo>
                    <a:pt x="306" y="102"/>
                  </a:lnTo>
                  <a:lnTo>
                    <a:pt x="300" y="102"/>
                  </a:lnTo>
                  <a:lnTo>
                    <a:pt x="294" y="96"/>
                  </a:lnTo>
                  <a:lnTo>
                    <a:pt x="282" y="90"/>
                  </a:lnTo>
                  <a:lnTo>
                    <a:pt x="270" y="78"/>
                  </a:lnTo>
                  <a:lnTo>
                    <a:pt x="270" y="72"/>
                  </a:lnTo>
                  <a:lnTo>
                    <a:pt x="282" y="72"/>
                  </a:lnTo>
                  <a:lnTo>
                    <a:pt x="288" y="66"/>
                  </a:lnTo>
                  <a:lnTo>
                    <a:pt x="288" y="60"/>
                  </a:lnTo>
                  <a:lnTo>
                    <a:pt x="282" y="54"/>
                  </a:lnTo>
                  <a:lnTo>
                    <a:pt x="276" y="54"/>
                  </a:lnTo>
                  <a:lnTo>
                    <a:pt x="276" y="42"/>
                  </a:lnTo>
                  <a:lnTo>
                    <a:pt x="282" y="36"/>
                  </a:lnTo>
                  <a:lnTo>
                    <a:pt x="282" y="18"/>
                  </a:lnTo>
                  <a:lnTo>
                    <a:pt x="276" y="12"/>
                  </a:lnTo>
                  <a:lnTo>
                    <a:pt x="270" y="0"/>
                  </a:lnTo>
                  <a:lnTo>
                    <a:pt x="258" y="0"/>
                  </a:lnTo>
                  <a:lnTo>
                    <a:pt x="246" y="6"/>
                  </a:lnTo>
                  <a:lnTo>
                    <a:pt x="234" y="18"/>
                  </a:lnTo>
                  <a:lnTo>
                    <a:pt x="222" y="24"/>
                  </a:lnTo>
                  <a:lnTo>
                    <a:pt x="204" y="36"/>
                  </a:lnTo>
                  <a:lnTo>
                    <a:pt x="192" y="48"/>
                  </a:lnTo>
                  <a:lnTo>
                    <a:pt x="192" y="54"/>
                  </a:lnTo>
                  <a:lnTo>
                    <a:pt x="186" y="60"/>
                  </a:lnTo>
                  <a:lnTo>
                    <a:pt x="180" y="72"/>
                  </a:lnTo>
                  <a:lnTo>
                    <a:pt x="132" y="72"/>
                  </a:lnTo>
                  <a:lnTo>
                    <a:pt x="96" y="60"/>
                  </a:lnTo>
                  <a:lnTo>
                    <a:pt x="84" y="54"/>
                  </a:lnTo>
                  <a:lnTo>
                    <a:pt x="66" y="36"/>
                  </a:lnTo>
                  <a:lnTo>
                    <a:pt x="54" y="12"/>
                  </a:lnTo>
                  <a:lnTo>
                    <a:pt x="54" y="6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24" y="18"/>
                  </a:lnTo>
                  <a:lnTo>
                    <a:pt x="24" y="30"/>
                  </a:lnTo>
                  <a:lnTo>
                    <a:pt x="0" y="30"/>
                  </a:lnTo>
                  <a:lnTo>
                    <a:pt x="18" y="54"/>
                  </a:lnTo>
                  <a:lnTo>
                    <a:pt x="18" y="84"/>
                  </a:lnTo>
                  <a:lnTo>
                    <a:pt x="30" y="96"/>
                  </a:lnTo>
                  <a:lnTo>
                    <a:pt x="30" y="108"/>
                  </a:lnTo>
                  <a:lnTo>
                    <a:pt x="36" y="114"/>
                  </a:lnTo>
                  <a:lnTo>
                    <a:pt x="42" y="114"/>
                  </a:lnTo>
                  <a:lnTo>
                    <a:pt x="36" y="120"/>
                  </a:lnTo>
                  <a:lnTo>
                    <a:pt x="36" y="126"/>
                  </a:lnTo>
                  <a:lnTo>
                    <a:pt x="30" y="138"/>
                  </a:lnTo>
                  <a:lnTo>
                    <a:pt x="24" y="144"/>
                  </a:lnTo>
                  <a:lnTo>
                    <a:pt x="60" y="162"/>
                  </a:lnTo>
                  <a:lnTo>
                    <a:pt x="60" y="192"/>
                  </a:lnTo>
                  <a:lnTo>
                    <a:pt x="84" y="198"/>
                  </a:lnTo>
                  <a:lnTo>
                    <a:pt x="84" y="210"/>
                  </a:lnTo>
                  <a:lnTo>
                    <a:pt x="96" y="246"/>
                  </a:lnTo>
                  <a:lnTo>
                    <a:pt x="108" y="270"/>
                  </a:lnTo>
                  <a:lnTo>
                    <a:pt x="120" y="282"/>
                  </a:lnTo>
                  <a:lnTo>
                    <a:pt x="120" y="300"/>
                  </a:lnTo>
                  <a:lnTo>
                    <a:pt x="144" y="306"/>
                  </a:lnTo>
                  <a:lnTo>
                    <a:pt x="156" y="324"/>
                  </a:lnTo>
                  <a:lnTo>
                    <a:pt x="162" y="318"/>
                  </a:lnTo>
                  <a:lnTo>
                    <a:pt x="174" y="312"/>
                  </a:lnTo>
                  <a:lnTo>
                    <a:pt x="186" y="312"/>
                  </a:lnTo>
                  <a:lnTo>
                    <a:pt x="186" y="318"/>
                  </a:lnTo>
                  <a:lnTo>
                    <a:pt x="168" y="336"/>
                  </a:lnTo>
                  <a:lnTo>
                    <a:pt x="168" y="342"/>
                  </a:lnTo>
                  <a:lnTo>
                    <a:pt x="180" y="354"/>
                  </a:lnTo>
                  <a:lnTo>
                    <a:pt x="186" y="366"/>
                  </a:lnTo>
                  <a:lnTo>
                    <a:pt x="186" y="372"/>
                  </a:lnTo>
                  <a:lnTo>
                    <a:pt x="174" y="384"/>
                  </a:lnTo>
                  <a:lnTo>
                    <a:pt x="168" y="384"/>
                  </a:lnTo>
                  <a:lnTo>
                    <a:pt x="168" y="414"/>
                  </a:lnTo>
                  <a:lnTo>
                    <a:pt x="156" y="414"/>
                  </a:lnTo>
                  <a:lnTo>
                    <a:pt x="144" y="426"/>
                  </a:lnTo>
                  <a:lnTo>
                    <a:pt x="144" y="432"/>
                  </a:lnTo>
                  <a:lnTo>
                    <a:pt x="156" y="444"/>
                  </a:lnTo>
                  <a:lnTo>
                    <a:pt x="150" y="450"/>
                  </a:lnTo>
                  <a:lnTo>
                    <a:pt x="144" y="462"/>
                  </a:lnTo>
                  <a:lnTo>
                    <a:pt x="144" y="468"/>
                  </a:lnTo>
                  <a:lnTo>
                    <a:pt x="150" y="474"/>
                  </a:lnTo>
                  <a:lnTo>
                    <a:pt x="162" y="480"/>
                  </a:lnTo>
                  <a:lnTo>
                    <a:pt x="174" y="492"/>
                  </a:lnTo>
                  <a:lnTo>
                    <a:pt x="198" y="504"/>
                  </a:lnTo>
                  <a:lnTo>
                    <a:pt x="204" y="510"/>
                  </a:lnTo>
                  <a:lnTo>
                    <a:pt x="210" y="510"/>
                  </a:lnTo>
                  <a:lnTo>
                    <a:pt x="210" y="552"/>
                  </a:lnTo>
                  <a:lnTo>
                    <a:pt x="234" y="552"/>
                  </a:lnTo>
                  <a:lnTo>
                    <a:pt x="240" y="558"/>
                  </a:lnTo>
                  <a:lnTo>
                    <a:pt x="252" y="564"/>
                  </a:lnTo>
                  <a:lnTo>
                    <a:pt x="270" y="582"/>
                  </a:lnTo>
                  <a:lnTo>
                    <a:pt x="288" y="582"/>
                  </a:lnTo>
                  <a:lnTo>
                    <a:pt x="294" y="588"/>
                  </a:lnTo>
                  <a:lnTo>
                    <a:pt x="300" y="600"/>
                  </a:lnTo>
                  <a:lnTo>
                    <a:pt x="330" y="636"/>
                  </a:lnTo>
                  <a:lnTo>
                    <a:pt x="330" y="648"/>
                  </a:lnTo>
                  <a:lnTo>
                    <a:pt x="324" y="660"/>
                  </a:lnTo>
                  <a:lnTo>
                    <a:pt x="324" y="696"/>
                  </a:lnTo>
                  <a:lnTo>
                    <a:pt x="330" y="702"/>
                  </a:lnTo>
                  <a:lnTo>
                    <a:pt x="342" y="708"/>
                  </a:lnTo>
                  <a:lnTo>
                    <a:pt x="348" y="714"/>
                  </a:lnTo>
                  <a:lnTo>
                    <a:pt x="354" y="714"/>
                  </a:lnTo>
                  <a:lnTo>
                    <a:pt x="360" y="744"/>
                  </a:lnTo>
                  <a:lnTo>
                    <a:pt x="372" y="750"/>
                  </a:lnTo>
                  <a:lnTo>
                    <a:pt x="384" y="762"/>
                  </a:lnTo>
                  <a:lnTo>
                    <a:pt x="384" y="768"/>
                  </a:lnTo>
                  <a:lnTo>
                    <a:pt x="390" y="774"/>
                  </a:lnTo>
                  <a:lnTo>
                    <a:pt x="402" y="780"/>
                  </a:lnTo>
                  <a:lnTo>
                    <a:pt x="408" y="786"/>
                  </a:lnTo>
                  <a:lnTo>
                    <a:pt x="420" y="792"/>
                  </a:lnTo>
                  <a:lnTo>
                    <a:pt x="426" y="786"/>
                  </a:lnTo>
                  <a:lnTo>
                    <a:pt x="426" y="774"/>
                  </a:lnTo>
                  <a:lnTo>
                    <a:pt x="420" y="768"/>
                  </a:lnTo>
                  <a:lnTo>
                    <a:pt x="420" y="762"/>
                  </a:lnTo>
                  <a:lnTo>
                    <a:pt x="426" y="756"/>
                  </a:lnTo>
                  <a:lnTo>
                    <a:pt x="438" y="750"/>
                  </a:lnTo>
                  <a:lnTo>
                    <a:pt x="444" y="756"/>
                  </a:lnTo>
                  <a:lnTo>
                    <a:pt x="450" y="756"/>
                  </a:lnTo>
                  <a:lnTo>
                    <a:pt x="450" y="768"/>
                  </a:lnTo>
                  <a:lnTo>
                    <a:pt x="456" y="780"/>
                  </a:lnTo>
                  <a:lnTo>
                    <a:pt x="474" y="780"/>
                  </a:lnTo>
                  <a:lnTo>
                    <a:pt x="474" y="786"/>
                  </a:lnTo>
                  <a:lnTo>
                    <a:pt x="474" y="780"/>
                  </a:lnTo>
                  <a:lnTo>
                    <a:pt x="480" y="780"/>
                  </a:lnTo>
                  <a:lnTo>
                    <a:pt x="480" y="768"/>
                  </a:lnTo>
                  <a:lnTo>
                    <a:pt x="504" y="768"/>
                  </a:lnTo>
                  <a:lnTo>
                    <a:pt x="504" y="804"/>
                  </a:lnTo>
                  <a:lnTo>
                    <a:pt x="510" y="810"/>
                  </a:lnTo>
                  <a:lnTo>
                    <a:pt x="516" y="810"/>
                  </a:lnTo>
                  <a:lnTo>
                    <a:pt x="528" y="816"/>
                  </a:lnTo>
                  <a:lnTo>
                    <a:pt x="540" y="828"/>
                  </a:lnTo>
                  <a:lnTo>
                    <a:pt x="540" y="846"/>
                  </a:lnTo>
                  <a:lnTo>
                    <a:pt x="552" y="858"/>
                  </a:lnTo>
                  <a:lnTo>
                    <a:pt x="558" y="870"/>
                  </a:lnTo>
                  <a:lnTo>
                    <a:pt x="564" y="876"/>
                  </a:lnTo>
                  <a:lnTo>
                    <a:pt x="570" y="876"/>
                  </a:lnTo>
                  <a:lnTo>
                    <a:pt x="582" y="894"/>
                  </a:lnTo>
                  <a:lnTo>
                    <a:pt x="582" y="906"/>
                  </a:lnTo>
                  <a:lnTo>
                    <a:pt x="594" y="930"/>
                  </a:lnTo>
                  <a:lnTo>
                    <a:pt x="600" y="936"/>
                  </a:lnTo>
                  <a:lnTo>
                    <a:pt x="606" y="936"/>
                  </a:lnTo>
                  <a:lnTo>
                    <a:pt x="612" y="942"/>
                  </a:lnTo>
                  <a:lnTo>
                    <a:pt x="618" y="954"/>
                  </a:lnTo>
                  <a:lnTo>
                    <a:pt x="618" y="960"/>
                  </a:lnTo>
                  <a:lnTo>
                    <a:pt x="648" y="960"/>
                  </a:lnTo>
                  <a:lnTo>
                    <a:pt x="666" y="984"/>
                  </a:lnTo>
                  <a:lnTo>
                    <a:pt x="684" y="978"/>
                  </a:lnTo>
                  <a:lnTo>
                    <a:pt x="702" y="978"/>
                  </a:lnTo>
                  <a:lnTo>
                    <a:pt x="720" y="996"/>
                  </a:lnTo>
                  <a:lnTo>
                    <a:pt x="738" y="1008"/>
                  </a:lnTo>
                  <a:lnTo>
                    <a:pt x="756" y="1026"/>
                  </a:lnTo>
                  <a:lnTo>
                    <a:pt x="792" y="1050"/>
                  </a:lnTo>
                  <a:lnTo>
                    <a:pt x="810" y="1050"/>
                  </a:lnTo>
                  <a:lnTo>
                    <a:pt x="822" y="1056"/>
                  </a:lnTo>
                  <a:lnTo>
                    <a:pt x="834" y="1068"/>
                  </a:lnTo>
                  <a:lnTo>
                    <a:pt x="852" y="1068"/>
                  </a:lnTo>
                  <a:lnTo>
                    <a:pt x="876" y="1056"/>
                  </a:lnTo>
                  <a:lnTo>
                    <a:pt x="876" y="1050"/>
                  </a:lnTo>
                  <a:lnTo>
                    <a:pt x="900" y="1056"/>
                  </a:lnTo>
                  <a:lnTo>
                    <a:pt x="912" y="1032"/>
                  </a:lnTo>
                  <a:lnTo>
                    <a:pt x="930" y="1032"/>
                  </a:lnTo>
                  <a:lnTo>
                    <a:pt x="954" y="1008"/>
                  </a:lnTo>
                  <a:lnTo>
                    <a:pt x="966" y="1020"/>
                  </a:lnTo>
                  <a:lnTo>
                    <a:pt x="972" y="1014"/>
                  </a:lnTo>
                  <a:lnTo>
                    <a:pt x="984" y="1014"/>
                  </a:lnTo>
                  <a:lnTo>
                    <a:pt x="1002" y="1032"/>
                  </a:lnTo>
                  <a:lnTo>
                    <a:pt x="1014" y="1050"/>
                  </a:lnTo>
                  <a:lnTo>
                    <a:pt x="1020" y="1068"/>
                  </a:lnTo>
                  <a:lnTo>
                    <a:pt x="1032" y="1080"/>
                  </a:lnTo>
                  <a:lnTo>
                    <a:pt x="1032" y="1098"/>
                  </a:lnTo>
                  <a:lnTo>
                    <a:pt x="1038" y="1110"/>
                  </a:lnTo>
                  <a:lnTo>
                    <a:pt x="1044" y="1116"/>
                  </a:lnTo>
                  <a:lnTo>
                    <a:pt x="1056" y="1122"/>
                  </a:lnTo>
                  <a:lnTo>
                    <a:pt x="1080" y="1122"/>
                  </a:lnTo>
                  <a:lnTo>
                    <a:pt x="1080" y="1128"/>
                  </a:lnTo>
                  <a:lnTo>
                    <a:pt x="1086" y="1134"/>
                  </a:lnTo>
                  <a:lnTo>
                    <a:pt x="1098" y="1140"/>
                  </a:lnTo>
                  <a:lnTo>
                    <a:pt x="1164" y="1140"/>
                  </a:lnTo>
                  <a:lnTo>
                    <a:pt x="1176" y="1146"/>
                  </a:lnTo>
                  <a:lnTo>
                    <a:pt x="1200" y="1170"/>
                  </a:lnTo>
                  <a:lnTo>
                    <a:pt x="1212" y="1170"/>
                  </a:lnTo>
                  <a:lnTo>
                    <a:pt x="1224" y="1164"/>
                  </a:lnTo>
                  <a:lnTo>
                    <a:pt x="1230" y="1164"/>
                  </a:lnTo>
                  <a:lnTo>
                    <a:pt x="1242" y="1158"/>
                  </a:lnTo>
                  <a:lnTo>
                    <a:pt x="1248" y="1158"/>
                  </a:lnTo>
                  <a:lnTo>
                    <a:pt x="1254" y="1164"/>
                  </a:lnTo>
                  <a:lnTo>
                    <a:pt x="1278" y="1176"/>
                  </a:lnTo>
                  <a:lnTo>
                    <a:pt x="1296" y="1182"/>
                  </a:lnTo>
                  <a:lnTo>
                    <a:pt x="1326" y="1182"/>
                  </a:lnTo>
                  <a:lnTo>
                    <a:pt x="1338" y="1176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71" name="Indonesia" descr="© INSCALE GmbH, 05.05.2010&#10;http://www.presentationload.com/">
              <a:extLst>
                <a:ext uri="{FF2B5EF4-FFF2-40B4-BE49-F238E27FC236}">
                  <a16:creationId xmlns:a16="http://schemas.microsoft.com/office/drawing/2014/main" id="{46B4F024-ADCB-485C-86B2-6B748C94C5E2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970454" y="2851693"/>
              <a:ext cx="1079169" cy="427714"/>
            </a:xfrm>
            <a:custGeom>
              <a:avLst/>
              <a:gdLst>
                <a:gd name="T0" fmla="*/ 2147483647 w 3264"/>
                <a:gd name="T1" fmla="*/ 2147483647 h 1302"/>
                <a:gd name="T2" fmla="*/ 2147483647 w 3264"/>
                <a:gd name="T3" fmla="*/ 2147483647 h 1302"/>
                <a:gd name="T4" fmla="*/ 2147483647 w 3264"/>
                <a:gd name="T5" fmla="*/ 2147483647 h 1302"/>
                <a:gd name="T6" fmla="*/ 2147483647 w 3264"/>
                <a:gd name="T7" fmla="*/ 2147483647 h 1302"/>
                <a:gd name="T8" fmla="*/ 2147483647 w 3264"/>
                <a:gd name="T9" fmla="*/ 2147483647 h 1302"/>
                <a:gd name="T10" fmla="*/ 2147483647 w 3264"/>
                <a:gd name="T11" fmla="*/ 2147483647 h 1302"/>
                <a:gd name="T12" fmla="*/ 2147483647 w 3264"/>
                <a:gd name="T13" fmla="*/ 2147483647 h 1302"/>
                <a:gd name="T14" fmla="*/ 2147483647 w 3264"/>
                <a:gd name="T15" fmla="*/ 2147483647 h 1302"/>
                <a:gd name="T16" fmla="*/ 2147483647 w 3264"/>
                <a:gd name="T17" fmla="*/ 2147483647 h 1302"/>
                <a:gd name="T18" fmla="*/ 2147483647 w 3264"/>
                <a:gd name="T19" fmla="*/ 2147483647 h 1302"/>
                <a:gd name="T20" fmla="*/ 2147483647 w 3264"/>
                <a:gd name="T21" fmla="*/ 2147483647 h 1302"/>
                <a:gd name="T22" fmla="*/ 2147483647 w 3264"/>
                <a:gd name="T23" fmla="*/ 2147483647 h 1302"/>
                <a:gd name="T24" fmla="*/ 2147483647 w 3264"/>
                <a:gd name="T25" fmla="*/ 2147483647 h 1302"/>
                <a:gd name="T26" fmla="*/ 2147483647 w 3264"/>
                <a:gd name="T27" fmla="*/ 2147483647 h 1302"/>
                <a:gd name="T28" fmla="*/ 2147483647 w 3264"/>
                <a:gd name="T29" fmla="*/ 2147483647 h 1302"/>
                <a:gd name="T30" fmla="*/ 2147483647 w 3264"/>
                <a:gd name="T31" fmla="*/ 2147483647 h 1302"/>
                <a:gd name="T32" fmla="*/ 2147483647 w 3264"/>
                <a:gd name="T33" fmla="*/ 2147483647 h 1302"/>
                <a:gd name="T34" fmla="*/ 2147483647 w 3264"/>
                <a:gd name="T35" fmla="*/ 2147483647 h 1302"/>
                <a:gd name="T36" fmla="*/ 2147483647 w 3264"/>
                <a:gd name="T37" fmla="*/ 2147483647 h 1302"/>
                <a:gd name="T38" fmla="*/ 2147483647 w 3264"/>
                <a:gd name="T39" fmla="*/ 2147483647 h 1302"/>
                <a:gd name="T40" fmla="*/ 2147483647 w 3264"/>
                <a:gd name="T41" fmla="*/ 2147483647 h 1302"/>
                <a:gd name="T42" fmla="*/ 2147483647 w 3264"/>
                <a:gd name="T43" fmla="*/ 2147483647 h 1302"/>
                <a:gd name="T44" fmla="*/ 2147483647 w 3264"/>
                <a:gd name="T45" fmla="*/ 2147483647 h 1302"/>
                <a:gd name="T46" fmla="*/ 2147483647 w 3264"/>
                <a:gd name="T47" fmla="*/ 2147483647 h 1302"/>
                <a:gd name="T48" fmla="*/ 2147483647 w 3264"/>
                <a:gd name="T49" fmla="*/ 2147483647 h 1302"/>
                <a:gd name="T50" fmla="*/ 2147483647 w 3264"/>
                <a:gd name="T51" fmla="*/ 2147483647 h 1302"/>
                <a:gd name="T52" fmla="*/ 2147483647 w 3264"/>
                <a:gd name="T53" fmla="*/ 2147483647 h 1302"/>
                <a:gd name="T54" fmla="*/ 2147483647 w 3264"/>
                <a:gd name="T55" fmla="*/ 2147483647 h 1302"/>
                <a:gd name="T56" fmla="*/ 2147483647 w 3264"/>
                <a:gd name="T57" fmla="*/ 2147483647 h 1302"/>
                <a:gd name="T58" fmla="*/ 2147483647 w 3264"/>
                <a:gd name="T59" fmla="*/ 2147483647 h 1302"/>
                <a:gd name="T60" fmla="*/ 2147483647 w 3264"/>
                <a:gd name="T61" fmla="*/ 2147483647 h 1302"/>
                <a:gd name="T62" fmla="*/ 2147483647 w 3264"/>
                <a:gd name="T63" fmla="*/ 2147483647 h 1302"/>
                <a:gd name="T64" fmla="*/ 2147483647 w 3264"/>
                <a:gd name="T65" fmla="*/ 2147483647 h 1302"/>
                <a:gd name="T66" fmla="*/ 2147483647 w 3264"/>
                <a:gd name="T67" fmla="*/ 2147483647 h 1302"/>
                <a:gd name="T68" fmla="*/ 2147483647 w 3264"/>
                <a:gd name="T69" fmla="*/ 2147483647 h 1302"/>
                <a:gd name="T70" fmla="*/ 2147483647 w 3264"/>
                <a:gd name="T71" fmla="*/ 2147483647 h 1302"/>
                <a:gd name="T72" fmla="*/ 2147483647 w 3264"/>
                <a:gd name="T73" fmla="*/ 2147483647 h 1302"/>
                <a:gd name="T74" fmla="*/ 2147483647 w 3264"/>
                <a:gd name="T75" fmla="*/ 2147483647 h 1302"/>
                <a:gd name="T76" fmla="*/ 2147483647 w 3264"/>
                <a:gd name="T77" fmla="*/ 2147483647 h 1302"/>
                <a:gd name="T78" fmla="*/ 2147483647 w 3264"/>
                <a:gd name="T79" fmla="*/ 2147483647 h 1302"/>
                <a:gd name="T80" fmla="*/ 2147483647 w 3264"/>
                <a:gd name="T81" fmla="*/ 2147483647 h 1302"/>
                <a:gd name="T82" fmla="*/ 2147483647 w 3264"/>
                <a:gd name="T83" fmla="*/ 2147483647 h 1302"/>
                <a:gd name="T84" fmla="*/ 2147483647 w 3264"/>
                <a:gd name="T85" fmla="*/ 2147483647 h 1302"/>
                <a:gd name="T86" fmla="*/ 2147483647 w 3264"/>
                <a:gd name="T87" fmla="*/ 2147483647 h 1302"/>
                <a:gd name="T88" fmla="*/ 2147483647 w 3264"/>
                <a:gd name="T89" fmla="*/ 2147483647 h 1302"/>
                <a:gd name="T90" fmla="*/ 2147483647 w 3264"/>
                <a:gd name="T91" fmla="*/ 2147483647 h 1302"/>
                <a:gd name="T92" fmla="*/ 2147483647 w 3264"/>
                <a:gd name="T93" fmla="*/ 2147483647 h 1302"/>
                <a:gd name="T94" fmla="*/ 2147483647 w 3264"/>
                <a:gd name="T95" fmla="*/ 2147483647 h 1302"/>
                <a:gd name="T96" fmla="*/ 2147483647 w 3264"/>
                <a:gd name="T97" fmla="*/ 2147483647 h 1302"/>
                <a:gd name="T98" fmla="*/ 2147483647 w 3264"/>
                <a:gd name="T99" fmla="*/ 2147483647 h 1302"/>
                <a:gd name="T100" fmla="*/ 2147483647 w 3264"/>
                <a:gd name="T101" fmla="*/ 2147483647 h 1302"/>
                <a:gd name="T102" fmla="*/ 2147483647 w 3264"/>
                <a:gd name="T103" fmla="*/ 2147483647 h 1302"/>
                <a:gd name="T104" fmla="*/ 2147483647 w 3264"/>
                <a:gd name="T105" fmla="*/ 2147483647 h 1302"/>
                <a:gd name="T106" fmla="*/ 2147483647 w 3264"/>
                <a:gd name="T107" fmla="*/ 2147483647 h 1302"/>
                <a:gd name="T108" fmla="*/ 2147483647 w 3264"/>
                <a:gd name="T109" fmla="*/ 2147483647 h 1302"/>
                <a:gd name="T110" fmla="*/ 2147483647 w 3264"/>
                <a:gd name="T111" fmla="*/ 2147483647 h 1302"/>
                <a:gd name="T112" fmla="*/ 2147483647 w 3264"/>
                <a:gd name="T113" fmla="*/ 2147483647 h 1302"/>
                <a:gd name="T114" fmla="*/ 2147483647 w 3264"/>
                <a:gd name="T115" fmla="*/ 2147483647 h 1302"/>
                <a:gd name="T116" fmla="*/ 2147483647 w 3264"/>
                <a:gd name="T117" fmla="*/ 2147483647 h 1302"/>
                <a:gd name="T118" fmla="*/ 2147483647 w 3264"/>
                <a:gd name="T119" fmla="*/ 2147483647 h 1302"/>
                <a:gd name="T120" fmla="*/ 2147483647 w 3264"/>
                <a:gd name="T121" fmla="*/ 2147483647 h 1302"/>
                <a:gd name="T122" fmla="*/ 2147483647 w 3264"/>
                <a:gd name="T123" fmla="*/ 2147483647 h 1302"/>
                <a:gd name="T124" fmla="*/ 2147483647 w 3264"/>
                <a:gd name="T125" fmla="*/ 2147483647 h 130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264"/>
                <a:gd name="T190" fmla="*/ 0 h 1302"/>
                <a:gd name="T191" fmla="*/ 3264 w 3264"/>
                <a:gd name="T192" fmla="*/ 1302 h 130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264" h="1302">
                  <a:moveTo>
                    <a:pt x="1788" y="984"/>
                  </a:moveTo>
                  <a:lnTo>
                    <a:pt x="1806" y="978"/>
                  </a:lnTo>
                  <a:lnTo>
                    <a:pt x="1818" y="954"/>
                  </a:lnTo>
                  <a:lnTo>
                    <a:pt x="1812" y="930"/>
                  </a:lnTo>
                  <a:lnTo>
                    <a:pt x="1788" y="984"/>
                  </a:lnTo>
                  <a:close/>
                  <a:moveTo>
                    <a:pt x="672" y="462"/>
                  </a:moveTo>
                  <a:lnTo>
                    <a:pt x="702" y="480"/>
                  </a:lnTo>
                  <a:lnTo>
                    <a:pt x="702" y="450"/>
                  </a:lnTo>
                  <a:lnTo>
                    <a:pt x="672" y="426"/>
                  </a:lnTo>
                  <a:lnTo>
                    <a:pt x="672" y="462"/>
                  </a:lnTo>
                  <a:close/>
                  <a:moveTo>
                    <a:pt x="678" y="492"/>
                  </a:moveTo>
                  <a:lnTo>
                    <a:pt x="654" y="516"/>
                  </a:lnTo>
                  <a:lnTo>
                    <a:pt x="678" y="546"/>
                  </a:lnTo>
                  <a:lnTo>
                    <a:pt x="678" y="492"/>
                  </a:lnTo>
                  <a:close/>
                  <a:moveTo>
                    <a:pt x="906" y="714"/>
                  </a:moveTo>
                  <a:lnTo>
                    <a:pt x="930" y="732"/>
                  </a:lnTo>
                  <a:lnTo>
                    <a:pt x="936" y="708"/>
                  </a:lnTo>
                  <a:lnTo>
                    <a:pt x="936" y="702"/>
                  </a:lnTo>
                  <a:lnTo>
                    <a:pt x="930" y="696"/>
                  </a:lnTo>
                  <a:lnTo>
                    <a:pt x="930" y="690"/>
                  </a:lnTo>
                  <a:lnTo>
                    <a:pt x="912" y="672"/>
                  </a:lnTo>
                  <a:lnTo>
                    <a:pt x="900" y="666"/>
                  </a:lnTo>
                  <a:lnTo>
                    <a:pt x="888" y="666"/>
                  </a:lnTo>
                  <a:lnTo>
                    <a:pt x="882" y="672"/>
                  </a:lnTo>
                  <a:lnTo>
                    <a:pt x="876" y="684"/>
                  </a:lnTo>
                  <a:lnTo>
                    <a:pt x="882" y="696"/>
                  </a:lnTo>
                  <a:lnTo>
                    <a:pt x="882" y="708"/>
                  </a:lnTo>
                  <a:lnTo>
                    <a:pt x="888" y="720"/>
                  </a:lnTo>
                  <a:lnTo>
                    <a:pt x="906" y="714"/>
                  </a:lnTo>
                  <a:close/>
                  <a:moveTo>
                    <a:pt x="684" y="372"/>
                  </a:moveTo>
                  <a:lnTo>
                    <a:pt x="672" y="360"/>
                  </a:lnTo>
                  <a:lnTo>
                    <a:pt x="660" y="372"/>
                  </a:lnTo>
                  <a:lnTo>
                    <a:pt x="672" y="396"/>
                  </a:lnTo>
                  <a:lnTo>
                    <a:pt x="684" y="396"/>
                  </a:lnTo>
                  <a:lnTo>
                    <a:pt x="684" y="372"/>
                  </a:lnTo>
                  <a:close/>
                  <a:moveTo>
                    <a:pt x="750" y="624"/>
                  </a:moveTo>
                  <a:lnTo>
                    <a:pt x="750" y="630"/>
                  </a:lnTo>
                  <a:lnTo>
                    <a:pt x="756" y="636"/>
                  </a:lnTo>
                  <a:lnTo>
                    <a:pt x="756" y="648"/>
                  </a:lnTo>
                  <a:lnTo>
                    <a:pt x="774" y="684"/>
                  </a:lnTo>
                  <a:lnTo>
                    <a:pt x="786" y="690"/>
                  </a:lnTo>
                  <a:lnTo>
                    <a:pt x="804" y="696"/>
                  </a:lnTo>
                  <a:lnTo>
                    <a:pt x="816" y="702"/>
                  </a:lnTo>
                  <a:lnTo>
                    <a:pt x="834" y="702"/>
                  </a:lnTo>
                  <a:lnTo>
                    <a:pt x="828" y="660"/>
                  </a:lnTo>
                  <a:lnTo>
                    <a:pt x="810" y="648"/>
                  </a:lnTo>
                  <a:lnTo>
                    <a:pt x="810" y="618"/>
                  </a:lnTo>
                  <a:lnTo>
                    <a:pt x="804" y="606"/>
                  </a:lnTo>
                  <a:lnTo>
                    <a:pt x="792" y="600"/>
                  </a:lnTo>
                  <a:lnTo>
                    <a:pt x="786" y="588"/>
                  </a:lnTo>
                  <a:lnTo>
                    <a:pt x="768" y="582"/>
                  </a:lnTo>
                  <a:lnTo>
                    <a:pt x="756" y="576"/>
                  </a:lnTo>
                  <a:lnTo>
                    <a:pt x="732" y="576"/>
                  </a:lnTo>
                  <a:lnTo>
                    <a:pt x="732" y="582"/>
                  </a:lnTo>
                  <a:lnTo>
                    <a:pt x="726" y="588"/>
                  </a:lnTo>
                  <a:lnTo>
                    <a:pt x="726" y="600"/>
                  </a:lnTo>
                  <a:lnTo>
                    <a:pt x="714" y="600"/>
                  </a:lnTo>
                  <a:lnTo>
                    <a:pt x="714" y="606"/>
                  </a:lnTo>
                  <a:lnTo>
                    <a:pt x="708" y="612"/>
                  </a:lnTo>
                  <a:lnTo>
                    <a:pt x="714" y="624"/>
                  </a:lnTo>
                  <a:lnTo>
                    <a:pt x="750" y="624"/>
                  </a:lnTo>
                  <a:close/>
                  <a:moveTo>
                    <a:pt x="246" y="438"/>
                  </a:moveTo>
                  <a:lnTo>
                    <a:pt x="222" y="462"/>
                  </a:lnTo>
                  <a:lnTo>
                    <a:pt x="234" y="492"/>
                  </a:lnTo>
                  <a:lnTo>
                    <a:pt x="234" y="498"/>
                  </a:lnTo>
                  <a:lnTo>
                    <a:pt x="228" y="504"/>
                  </a:lnTo>
                  <a:lnTo>
                    <a:pt x="228" y="510"/>
                  </a:lnTo>
                  <a:lnTo>
                    <a:pt x="240" y="510"/>
                  </a:lnTo>
                  <a:lnTo>
                    <a:pt x="246" y="504"/>
                  </a:lnTo>
                  <a:lnTo>
                    <a:pt x="246" y="468"/>
                  </a:lnTo>
                  <a:lnTo>
                    <a:pt x="252" y="456"/>
                  </a:lnTo>
                  <a:lnTo>
                    <a:pt x="246" y="438"/>
                  </a:lnTo>
                  <a:close/>
                  <a:moveTo>
                    <a:pt x="264" y="534"/>
                  </a:moveTo>
                  <a:lnTo>
                    <a:pt x="258" y="546"/>
                  </a:lnTo>
                  <a:lnTo>
                    <a:pt x="258" y="588"/>
                  </a:lnTo>
                  <a:lnTo>
                    <a:pt x="264" y="600"/>
                  </a:lnTo>
                  <a:lnTo>
                    <a:pt x="276" y="612"/>
                  </a:lnTo>
                  <a:lnTo>
                    <a:pt x="288" y="612"/>
                  </a:lnTo>
                  <a:lnTo>
                    <a:pt x="294" y="606"/>
                  </a:lnTo>
                  <a:lnTo>
                    <a:pt x="294" y="588"/>
                  </a:lnTo>
                  <a:lnTo>
                    <a:pt x="288" y="576"/>
                  </a:lnTo>
                  <a:lnTo>
                    <a:pt x="282" y="558"/>
                  </a:lnTo>
                  <a:lnTo>
                    <a:pt x="282" y="546"/>
                  </a:lnTo>
                  <a:lnTo>
                    <a:pt x="276" y="534"/>
                  </a:lnTo>
                  <a:lnTo>
                    <a:pt x="264" y="534"/>
                  </a:lnTo>
                  <a:close/>
                  <a:moveTo>
                    <a:pt x="48" y="222"/>
                  </a:moveTo>
                  <a:lnTo>
                    <a:pt x="42" y="228"/>
                  </a:lnTo>
                  <a:lnTo>
                    <a:pt x="42" y="246"/>
                  </a:lnTo>
                  <a:lnTo>
                    <a:pt x="48" y="258"/>
                  </a:lnTo>
                  <a:lnTo>
                    <a:pt x="66" y="258"/>
                  </a:lnTo>
                  <a:lnTo>
                    <a:pt x="84" y="276"/>
                  </a:lnTo>
                  <a:lnTo>
                    <a:pt x="90" y="270"/>
                  </a:lnTo>
                  <a:lnTo>
                    <a:pt x="90" y="252"/>
                  </a:lnTo>
                  <a:lnTo>
                    <a:pt x="78" y="246"/>
                  </a:lnTo>
                  <a:lnTo>
                    <a:pt x="72" y="234"/>
                  </a:lnTo>
                  <a:lnTo>
                    <a:pt x="60" y="228"/>
                  </a:lnTo>
                  <a:lnTo>
                    <a:pt x="54" y="222"/>
                  </a:lnTo>
                  <a:lnTo>
                    <a:pt x="48" y="222"/>
                  </a:lnTo>
                  <a:close/>
                  <a:moveTo>
                    <a:pt x="162" y="330"/>
                  </a:moveTo>
                  <a:lnTo>
                    <a:pt x="156" y="330"/>
                  </a:lnTo>
                  <a:lnTo>
                    <a:pt x="144" y="342"/>
                  </a:lnTo>
                  <a:lnTo>
                    <a:pt x="144" y="354"/>
                  </a:lnTo>
                  <a:lnTo>
                    <a:pt x="156" y="366"/>
                  </a:lnTo>
                  <a:lnTo>
                    <a:pt x="162" y="378"/>
                  </a:lnTo>
                  <a:lnTo>
                    <a:pt x="174" y="390"/>
                  </a:lnTo>
                  <a:lnTo>
                    <a:pt x="180" y="402"/>
                  </a:lnTo>
                  <a:lnTo>
                    <a:pt x="192" y="414"/>
                  </a:lnTo>
                  <a:lnTo>
                    <a:pt x="198" y="408"/>
                  </a:lnTo>
                  <a:lnTo>
                    <a:pt x="198" y="402"/>
                  </a:lnTo>
                  <a:lnTo>
                    <a:pt x="204" y="390"/>
                  </a:lnTo>
                  <a:lnTo>
                    <a:pt x="204" y="384"/>
                  </a:lnTo>
                  <a:lnTo>
                    <a:pt x="198" y="372"/>
                  </a:lnTo>
                  <a:lnTo>
                    <a:pt x="198" y="366"/>
                  </a:lnTo>
                  <a:lnTo>
                    <a:pt x="192" y="360"/>
                  </a:lnTo>
                  <a:lnTo>
                    <a:pt x="186" y="348"/>
                  </a:lnTo>
                  <a:lnTo>
                    <a:pt x="180" y="342"/>
                  </a:lnTo>
                  <a:lnTo>
                    <a:pt x="168" y="336"/>
                  </a:lnTo>
                  <a:lnTo>
                    <a:pt x="162" y="330"/>
                  </a:lnTo>
                  <a:close/>
                  <a:moveTo>
                    <a:pt x="2574" y="486"/>
                  </a:moveTo>
                  <a:lnTo>
                    <a:pt x="2574" y="474"/>
                  </a:lnTo>
                  <a:lnTo>
                    <a:pt x="2568" y="474"/>
                  </a:lnTo>
                  <a:lnTo>
                    <a:pt x="2556" y="468"/>
                  </a:lnTo>
                  <a:lnTo>
                    <a:pt x="2520" y="468"/>
                  </a:lnTo>
                  <a:lnTo>
                    <a:pt x="2514" y="474"/>
                  </a:lnTo>
                  <a:lnTo>
                    <a:pt x="2520" y="498"/>
                  </a:lnTo>
                  <a:lnTo>
                    <a:pt x="2526" y="498"/>
                  </a:lnTo>
                  <a:lnTo>
                    <a:pt x="2538" y="492"/>
                  </a:lnTo>
                  <a:lnTo>
                    <a:pt x="2562" y="492"/>
                  </a:lnTo>
                  <a:lnTo>
                    <a:pt x="2568" y="486"/>
                  </a:lnTo>
                  <a:lnTo>
                    <a:pt x="2574" y="486"/>
                  </a:lnTo>
                  <a:close/>
                  <a:moveTo>
                    <a:pt x="336" y="648"/>
                  </a:moveTo>
                  <a:lnTo>
                    <a:pt x="342" y="648"/>
                  </a:lnTo>
                  <a:lnTo>
                    <a:pt x="342" y="636"/>
                  </a:lnTo>
                  <a:lnTo>
                    <a:pt x="330" y="624"/>
                  </a:lnTo>
                  <a:lnTo>
                    <a:pt x="318" y="624"/>
                  </a:lnTo>
                  <a:lnTo>
                    <a:pt x="318" y="636"/>
                  </a:lnTo>
                  <a:lnTo>
                    <a:pt x="330" y="648"/>
                  </a:lnTo>
                  <a:lnTo>
                    <a:pt x="336" y="648"/>
                  </a:lnTo>
                  <a:close/>
                  <a:moveTo>
                    <a:pt x="2472" y="654"/>
                  </a:moveTo>
                  <a:lnTo>
                    <a:pt x="2484" y="648"/>
                  </a:lnTo>
                  <a:lnTo>
                    <a:pt x="2502" y="630"/>
                  </a:lnTo>
                  <a:lnTo>
                    <a:pt x="2502" y="618"/>
                  </a:lnTo>
                  <a:lnTo>
                    <a:pt x="2430" y="612"/>
                  </a:lnTo>
                  <a:lnTo>
                    <a:pt x="2430" y="624"/>
                  </a:lnTo>
                  <a:lnTo>
                    <a:pt x="2436" y="630"/>
                  </a:lnTo>
                  <a:lnTo>
                    <a:pt x="2442" y="642"/>
                  </a:lnTo>
                  <a:lnTo>
                    <a:pt x="2448" y="648"/>
                  </a:lnTo>
                  <a:lnTo>
                    <a:pt x="2460" y="654"/>
                  </a:lnTo>
                  <a:lnTo>
                    <a:pt x="2472" y="654"/>
                  </a:lnTo>
                  <a:close/>
                  <a:moveTo>
                    <a:pt x="2406" y="288"/>
                  </a:moveTo>
                  <a:lnTo>
                    <a:pt x="2418" y="276"/>
                  </a:lnTo>
                  <a:lnTo>
                    <a:pt x="2418" y="264"/>
                  </a:lnTo>
                  <a:lnTo>
                    <a:pt x="2412" y="258"/>
                  </a:lnTo>
                  <a:lnTo>
                    <a:pt x="2400" y="252"/>
                  </a:lnTo>
                  <a:lnTo>
                    <a:pt x="2376" y="252"/>
                  </a:lnTo>
                  <a:lnTo>
                    <a:pt x="2370" y="258"/>
                  </a:lnTo>
                  <a:lnTo>
                    <a:pt x="2370" y="264"/>
                  </a:lnTo>
                  <a:lnTo>
                    <a:pt x="2394" y="288"/>
                  </a:lnTo>
                  <a:lnTo>
                    <a:pt x="2406" y="288"/>
                  </a:lnTo>
                  <a:close/>
                  <a:moveTo>
                    <a:pt x="2868" y="528"/>
                  </a:moveTo>
                  <a:lnTo>
                    <a:pt x="2886" y="534"/>
                  </a:lnTo>
                  <a:lnTo>
                    <a:pt x="2892" y="534"/>
                  </a:lnTo>
                  <a:lnTo>
                    <a:pt x="2898" y="528"/>
                  </a:lnTo>
                  <a:lnTo>
                    <a:pt x="2898" y="522"/>
                  </a:lnTo>
                  <a:lnTo>
                    <a:pt x="2874" y="510"/>
                  </a:lnTo>
                  <a:lnTo>
                    <a:pt x="2868" y="516"/>
                  </a:lnTo>
                  <a:lnTo>
                    <a:pt x="2862" y="516"/>
                  </a:lnTo>
                  <a:lnTo>
                    <a:pt x="2862" y="522"/>
                  </a:lnTo>
                  <a:lnTo>
                    <a:pt x="2868" y="528"/>
                  </a:lnTo>
                  <a:close/>
                  <a:moveTo>
                    <a:pt x="2916" y="618"/>
                  </a:moveTo>
                  <a:lnTo>
                    <a:pt x="2928" y="618"/>
                  </a:lnTo>
                  <a:lnTo>
                    <a:pt x="2940" y="612"/>
                  </a:lnTo>
                  <a:lnTo>
                    <a:pt x="2958" y="612"/>
                  </a:lnTo>
                  <a:lnTo>
                    <a:pt x="2964" y="606"/>
                  </a:lnTo>
                  <a:lnTo>
                    <a:pt x="2970" y="606"/>
                  </a:lnTo>
                  <a:lnTo>
                    <a:pt x="2964" y="606"/>
                  </a:lnTo>
                  <a:lnTo>
                    <a:pt x="2958" y="600"/>
                  </a:lnTo>
                  <a:lnTo>
                    <a:pt x="2946" y="594"/>
                  </a:lnTo>
                  <a:lnTo>
                    <a:pt x="2934" y="594"/>
                  </a:lnTo>
                  <a:lnTo>
                    <a:pt x="2928" y="588"/>
                  </a:lnTo>
                  <a:lnTo>
                    <a:pt x="2922" y="588"/>
                  </a:lnTo>
                  <a:lnTo>
                    <a:pt x="2910" y="594"/>
                  </a:lnTo>
                  <a:lnTo>
                    <a:pt x="2892" y="594"/>
                  </a:lnTo>
                  <a:lnTo>
                    <a:pt x="2886" y="600"/>
                  </a:lnTo>
                  <a:lnTo>
                    <a:pt x="2880" y="600"/>
                  </a:lnTo>
                  <a:lnTo>
                    <a:pt x="2892" y="606"/>
                  </a:lnTo>
                  <a:lnTo>
                    <a:pt x="2898" y="612"/>
                  </a:lnTo>
                  <a:lnTo>
                    <a:pt x="2910" y="618"/>
                  </a:lnTo>
                  <a:lnTo>
                    <a:pt x="2916" y="618"/>
                  </a:lnTo>
                  <a:close/>
                  <a:moveTo>
                    <a:pt x="1710" y="552"/>
                  </a:moveTo>
                  <a:lnTo>
                    <a:pt x="1710" y="564"/>
                  </a:lnTo>
                  <a:lnTo>
                    <a:pt x="1716" y="570"/>
                  </a:lnTo>
                  <a:lnTo>
                    <a:pt x="1716" y="582"/>
                  </a:lnTo>
                  <a:lnTo>
                    <a:pt x="1722" y="594"/>
                  </a:lnTo>
                  <a:lnTo>
                    <a:pt x="1722" y="612"/>
                  </a:lnTo>
                  <a:lnTo>
                    <a:pt x="1716" y="618"/>
                  </a:lnTo>
                  <a:lnTo>
                    <a:pt x="1692" y="630"/>
                  </a:lnTo>
                  <a:lnTo>
                    <a:pt x="1686" y="636"/>
                  </a:lnTo>
                  <a:lnTo>
                    <a:pt x="1674" y="642"/>
                  </a:lnTo>
                  <a:lnTo>
                    <a:pt x="1674" y="678"/>
                  </a:lnTo>
                  <a:lnTo>
                    <a:pt x="1680" y="684"/>
                  </a:lnTo>
                  <a:lnTo>
                    <a:pt x="1686" y="696"/>
                  </a:lnTo>
                  <a:lnTo>
                    <a:pt x="1674" y="708"/>
                  </a:lnTo>
                  <a:lnTo>
                    <a:pt x="1674" y="720"/>
                  </a:lnTo>
                  <a:lnTo>
                    <a:pt x="1680" y="726"/>
                  </a:lnTo>
                  <a:lnTo>
                    <a:pt x="1692" y="732"/>
                  </a:lnTo>
                  <a:lnTo>
                    <a:pt x="1698" y="726"/>
                  </a:lnTo>
                  <a:lnTo>
                    <a:pt x="1722" y="726"/>
                  </a:lnTo>
                  <a:lnTo>
                    <a:pt x="1728" y="732"/>
                  </a:lnTo>
                  <a:lnTo>
                    <a:pt x="1728" y="756"/>
                  </a:lnTo>
                  <a:lnTo>
                    <a:pt x="1722" y="762"/>
                  </a:lnTo>
                  <a:lnTo>
                    <a:pt x="1740" y="780"/>
                  </a:lnTo>
                  <a:lnTo>
                    <a:pt x="1728" y="846"/>
                  </a:lnTo>
                  <a:lnTo>
                    <a:pt x="1710" y="864"/>
                  </a:lnTo>
                  <a:lnTo>
                    <a:pt x="1704" y="876"/>
                  </a:lnTo>
                  <a:lnTo>
                    <a:pt x="1704" y="888"/>
                  </a:lnTo>
                  <a:lnTo>
                    <a:pt x="1710" y="906"/>
                  </a:lnTo>
                  <a:lnTo>
                    <a:pt x="1722" y="924"/>
                  </a:lnTo>
                  <a:lnTo>
                    <a:pt x="1746" y="936"/>
                  </a:lnTo>
                  <a:lnTo>
                    <a:pt x="1764" y="930"/>
                  </a:lnTo>
                  <a:lnTo>
                    <a:pt x="1788" y="906"/>
                  </a:lnTo>
                  <a:lnTo>
                    <a:pt x="1788" y="864"/>
                  </a:lnTo>
                  <a:lnTo>
                    <a:pt x="1782" y="858"/>
                  </a:lnTo>
                  <a:lnTo>
                    <a:pt x="1776" y="846"/>
                  </a:lnTo>
                  <a:lnTo>
                    <a:pt x="1800" y="822"/>
                  </a:lnTo>
                  <a:lnTo>
                    <a:pt x="1806" y="804"/>
                  </a:lnTo>
                  <a:lnTo>
                    <a:pt x="1806" y="774"/>
                  </a:lnTo>
                  <a:lnTo>
                    <a:pt x="1812" y="756"/>
                  </a:lnTo>
                  <a:lnTo>
                    <a:pt x="1812" y="726"/>
                  </a:lnTo>
                  <a:lnTo>
                    <a:pt x="1806" y="714"/>
                  </a:lnTo>
                  <a:lnTo>
                    <a:pt x="1800" y="696"/>
                  </a:lnTo>
                  <a:lnTo>
                    <a:pt x="1794" y="684"/>
                  </a:lnTo>
                  <a:lnTo>
                    <a:pt x="1794" y="636"/>
                  </a:lnTo>
                  <a:lnTo>
                    <a:pt x="1800" y="630"/>
                  </a:lnTo>
                  <a:lnTo>
                    <a:pt x="1800" y="624"/>
                  </a:lnTo>
                  <a:lnTo>
                    <a:pt x="1806" y="618"/>
                  </a:lnTo>
                  <a:lnTo>
                    <a:pt x="1812" y="618"/>
                  </a:lnTo>
                  <a:lnTo>
                    <a:pt x="1818" y="624"/>
                  </a:lnTo>
                  <a:lnTo>
                    <a:pt x="1824" y="642"/>
                  </a:lnTo>
                  <a:lnTo>
                    <a:pt x="1830" y="666"/>
                  </a:lnTo>
                  <a:lnTo>
                    <a:pt x="1836" y="684"/>
                  </a:lnTo>
                  <a:lnTo>
                    <a:pt x="1836" y="702"/>
                  </a:lnTo>
                  <a:lnTo>
                    <a:pt x="1866" y="738"/>
                  </a:lnTo>
                  <a:lnTo>
                    <a:pt x="1866" y="792"/>
                  </a:lnTo>
                  <a:lnTo>
                    <a:pt x="1890" y="822"/>
                  </a:lnTo>
                  <a:lnTo>
                    <a:pt x="1890" y="858"/>
                  </a:lnTo>
                  <a:lnTo>
                    <a:pt x="1902" y="930"/>
                  </a:lnTo>
                  <a:lnTo>
                    <a:pt x="1920" y="918"/>
                  </a:lnTo>
                  <a:lnTo>
                    <a:pt x="1962" y="930"/>
                  </a:lnTo>
                  <a:lnTo>
                    <a:pt x="1962" y="870"/>
                  </a:lnTo>
                  <a:lnTo>
                    <a:pt x="1968" y="864"/>
                  </a:lnTo>
                  <a:lnTo>
                    <a:pt x="1974" y="852"/>
                  </a:lnTo>
                  <a:lnTo>
                    <a:pt x="1980" y="876"/>
                  </a:lnTo>
                  <a:lnTo>
                    <a:pt x="1998" y="876"/>
                  </a:lnTo>
                  <a:lnTo>
                    <a:pt x="2004" y="870"/>
                  </a:lnTo>
                  <a:lnTo>
                    <a:pt x="2010" y="858"/>
                  </a:lnTo>
                  <a:lnTo>
                    <a:pt x="2010" y="828"/>
                  </a:lnTo>
                  <a:lnTo>
                    <a:pt x="2004" y="822"/>
                  </a:lnTo>
                  <a:lnTo>
                    <a:pt x="2004" y="816"/>
                  </a:lnTo>
                  <a:lnTo>
                    <a:pt x="1992" y="810"/>
                  </a:lnTo>
                  <a:lnTo>
                    <a:pt x="1986" y="798"/>
                  </a:lnTo>
                  <a:lnTo>
                    <a:pt x="1974" y="792"/>
                  </a:lnTo>
                  <a:lnTo>
                    <a:pt x="1962" y="780"/>
                  </a:lnTo>
                  <a:lnTo>
                    <a:pt x="1956" y="768"/>
                  </a:lnTo>
                  <a:lnTo>
                    <a:pt x="1944" y="756"/>
                  </a:lnTo>
                  <a:lnTo>
                    <a:pt x="1944" y="750"/>
                  </a:lnTo>
                  <a:lnTo>
                    <a:pt x="1956" y="726"/>
                  </a:lnTo>
                  <a:lnTo>
                    <a:pt x="1968" y="720"/>
                  </a:lnTo>
                  <a:lnTo>
                    <a:pt x="1968" y="708"/>
                  </a:lnTo>
                  <a:lnTo>
                    <a:pt x="1962" y="696"/>
                  </a:lnTo>
                  <a:lnTo>
                    <a:pt x="1938" y="684"/>
                  </a:lnTo>
                  <a:lnTo>
                    <a:pt x="1932" y="672"/>
                  </a:lnTo>
                  <a:lnTo>
                    <a:pt x="1932" y="642"/>
                  </a:lnTo>
                  <a:lnTo>
                    <a:pt x="1938" y="636"/>
                  </a:lnTo>
                  <a:lnTo>
                    <a:pt x="1938" y="630"/>
                  </a:lnTo>
                  <a:lnTo>
                    <a:pt x="1926" y="618"/>
                  </a:lnTo>
                  <a:lnTo>
                    <a:pt x="1914" y="612"/>
                  </a:lnTo>
                  <a:lnTo>
                    <a:pt x="1896" y="594"/>
                  </a:lnTo>
                  <a:lnTo>
                    <a:pt x="1884" y="588"/>
                  </a:lnTo>
                  <a:lnTo>
                    <a:pt x="1878" y="582"/>
                  </a:lnTo>
                  <a:lnTo>
                    <a:pt x="1914" y="582"/>
                  </a:lnTo>
                  <a:lnTo>
                    <a:pt x="1926" y="576"/>
                  </a:lnTo>
                  <a:lnTo>
                    <a:pt x="1932" y="570"/>
                  </a:lnTo>
                  <a:lnTo>
                    <a:pt x="1944" y="546"/>
                  </a:lnTo>
                  <a:lnTo>
                    <a:pt x="1950" y="540"/>
                  </a:lnTo>
                  <a:lnTo>
                    <a:pt x="1956" y="528"/>
                  </a:lnTo>
                  <a:lnTo>
                    <a:pt x="1992" y="528"/>
                  </a:lnTo>
                  <a:lnTo>
                    <a:pt x="2004" y="522"/>
                  </a:lnTo>
                  <a:lnTo>
                    <a:pt x="2010" y="522"/>
                  </a:lnTo>
                  <a:lnTo>
                    <a:pt x="2016" y="516"/>
                  </a:lnTo>
                  <a:lnTo>
                    <a:pt x="2016" y="504"/>
                  </a:lnTo>
                  <a:lnTo>
                    <a:pt x="1998" y="486"/>
                  </a:lnTo>
                  <a:lnTo>
                    <a:pt x="1986" y="480"/>
                  </a:lnTo>
                  <a:lnTo>
                    <a:pt x="1974" y="486"/>
                  </a:lnTo>
                  <a:lnTo>
                    <a:pt x="1956" y="504"/>
                  </a:lnTo>
                  <a:lnTo>
                    <a:pt x="1956" y="510"/>
                  </a:lnTo>
                  <a:lnTo>
                    <a:pt x="1944" y="510"/>
                  </a:lnTo>
                  <a:lnTo>
                    <a:pt x="1932" y="504"/>
                  </a:lnTo>
                  <a:lnTo>
                    <a:pt x="1896" y="504"/>
                  </a:lnTo>
                  <a:lnTo>
                    <a:pt x="1890" y="510"/>
                  </a:lnTo>
                  <a:lnTo>
                    <a:pt x="1884" y="522"/>
                  </a:lnTo>
                  <a:lnTo>
                    <a:pt x="1854" y="552"/>
                  </a:lnTo>
                  <a:lnTo>
                    <a:pt x="1848" y="546"/>
                  </a:lnTo>
                  <a:lnTo>
                    <a:pt x="1836" y="540"/>
                  </a:lnTo>
                  <a:lnTo>
                    <a:pt x="1824" y="516"/>
                  </a:lnTo>
                  <a:lnTo>
                    <a:pt x="1788" y="498"/>
                  </a:lnTo>
                  <a:lnTo>
                    <a:pt x="1776" y="498"/>
                  </a:lnTo>
                  <a:lnTo>
                    <a:pt x="1776" y="486"/>
                  </a:lnTo>
                  <a:lnTo>
                    <a:pt x="1782" y="468"/>
                  </a:lnTo>
                  <a:lnTo>
                    <a:pt x="1782" y="456"/>
                  </a:lnTo>
                  <a:lnTo>
                    <a:pt x="1794" y="420"/>
                  </a:lnTo>
                  <a:lnTo>
                    <a:pt x="1806" y="408"/>
                  </a:lnTo>
                  <a:lnTo>
                    <a:pt x="1824" y="408"/>
                  </a:lnTo>
                  <a:lnTo>
                    <a:pt x="1842" y="414"/>
                  </a:lnTo>
                  <a:lnTo>
                    <a:pt x="1896" y="414"/>
                  </a:lnTo>
                  <a:lnTo>
                    <a:pt x="1902" y="408"/>
                  </a:lnTo>
                  <a:lnTo>
                    <a:pt x="1908" y="408"/>
                  </a:lnTo>
                  <a:lnTo>
                    <a:pt x="1908" y="402"/>
                  </a:lnTo>
                  <a:lnTo>
                    <a:pt x="1914" y="396"/>
                  </a:lnTo>
                  <a:lnTo>
                    <a:pt x="1920" y="396"/>
                  </a:lnTo>
                  <a:lnTo>
                    <a:pt x="1944" y="402"/>
                  </a:lnTo>
                  <a:lnTo>
                    <a:pt x="1980" y="420"/>
                  </a:lnTo>
                  <a:lnTo>
                    <a:pt x="2010" y="432"/>
                  </a:lnTo>
                  <a:lnTo>
                    <a:pt x="2034" y="438"/>
                  </a:lnTo>
                  <a:lnTo>
                    <a:pt x="2040" y="438"/>
                  </a:lnTo>
                  <a:lnTo>
                    <a:pt x="2052" y="432"/>
                  </a:lnTo>
                  <a:lnTo>
                    <a:pt x="2064" y="420"/>
                  </a:lnTo>
                  <a:lnTo>
                    <a:pt x="2082" y="420"/>
                  </a:lnTo>
                  <a:lnTo>
                    <a:pt x="2094" y="414"/>
                  </a:lnTo>
                  <a:lnTo>
                    <a:pt x="2106" y="414"/>
                  </a:lnTo>
                  <a:lnTo>
                    <a:pt x="2112" y="408"/>
                  </a:lnTo>
                  <a:lnTo>
                    <a:pt x="2112" y="402"/>
                  </a:lnTo>
                  <a:lnTo>
                    <a:pt x="2106" y="396"/>
                  </a:lnTo>
                  <a:lnTo>
                    <a:pt x="2106" y="390"/>
                  </a:lnTo>
                  <a:lnTo>
                    <a:pt x="2118" y="378"/>
                  </a:lnTo>
                  <a:lnTo>
                    <a:pt x="2142" y="366"/>
                  </a:lnTo>
                  <a:lnTo>
                    <a:pt x="2148" y="360"/>
                  </a:lnTo>
                  <a:lnTo>
                    <a:pt x="2160" y="354"/>
                  </a:lnTo>
                  <a:lnTo>
                    <a:pt x="2148" y="324"/>
                  </a:lnTo>
                  <a:lnTo>
                    <a:pt x="2070" y="360"/>
                  </a:lnTo>
                  <a:lnTo>
                    <a:pt x="2076" y="366"/>
                  </a:lnTo>
                  <a:lnTo>
                    <a:pt x="2076" y="372"/>
                  </a:lnTo>
                  <a:lnTo>
                    <a:pt x="2070" y="378"/>
                  </a:lnTo>
                  <a:lnTo>
                    <a:pt x="2046" y="378"/>
                  </a:lnTo>
                  <a:lnTo>
                    <a:pt x="2022" y="366"/>
                  </a:lnTo>
                  <a:lnTo>
                    <a:pt x="2004" y="366"/>
                  </a:lnTo>
                  <a:lnTo>
                    <a:pt x="1968" y="384"/>
                  </a:lnTo>
                  <a:lnTo>
                    <a:pt x="1950" y="384"/>
                  </a:lnTo>
                  <a:lnTo>
                    <a:pt x="1938" y="378"/>
                  </a:lnTo>
                  <a:lnTo>
                    <a:pt x="1926" y="378"/>
                  </a:lnTo>
                  <a:lnTo>
                    <a:pt x="1902" y="366"/>
                  </a:lnTo>
                  <a:lnTo>
                    <a:pt x="1860" y="366"/>
                  </a:lnTo>
                  <a:lnTo>
                    <a:pt x="1872" y="348"/>
                  </a:lnTo>
                  <a:lnTo>
                    <a:pt x="1860" y="348"/>
                  </a:lnTo>
                  <a:lnTo>
                    <a:pt x="1848" y="342"/>
                  </a:lnTo>
                  <a:lnTo>
                    <a:pt x="1824" y="342"/>
                  </a:lnTo>
                  <a:lnTo>
                    <a:pt x="1824" y="366"/>
                  </a:lnTo>
                  <a:lnTo>
                    <a:pt x="1812" y="378"/>
                  </a:lnTo>
                  <a:lnTo>
                    <a:pt x="1788" y="390"/>
                  </a:lnTo>
                  <a:lnTo>
                    <a:pt x="1764" y="390"/>
                  </a:lnTo>
                  <a:lnTo>
                    <a:pt x="1758" y="396"/>
                  </a:lnTo>
                  <a:lnTo>
                    <a:pt x="1758" y="426"/>
                  </a:lnTo>
                  <a:lnTo>
                    <a:pt x="1740" y="432"/>
                  </a:lnTo>
                  <a:lnTo>
                    <a:pt x="1752" y="498"/>
                  </a:lnTo>
                  <a:lnTo>
                    <a:pt x="1740" y="498"/>
                  </a:lnTo>
                  <a:lnTo>
                    <a:pt x="1734" y="510"/>
                  </a:lnTo>
                  <a:lnTo>
                    <a:pt x="1728" y="516"/>
                  </a:lnTo>
                  <a:lnTo>
                    <a:pt x="1710" y="552"/>
                  </a:lnTo>
                  <a:close/>
                  <a:moveTo>
                    <a:pt x="1986" y="576"/>
                  </a:moveTo>
                  <a:lnTo>
                    <a:pt x="1986" y="594"/>
                  </a:lnTo>
                  <a:lnTo>
                    <a:pt x="1992" y="600"/>
                  </a:lnTo>
                  <a:lnTo>
                    <a:pt x="2004" y="600"/>
                  </a:lnTo>
                  <a:lnTo>
                    <a:pt x="2016" y="588"/>
                  </a:lnTo>
                  <a:lnTo>
                    <a:pt x="2016" y="576"/>
                  </a:lnTo>
                  <a:lnTo>
                    <a:pt x="1986" y="576"/>
                  </a:lnTo>
                  <a:close/>
                  <a:moveTo>
                    <a:pt x="1686" y="1110"/>
                  </a:moveTo>
                  <a:lnTo>
                    <a:pt x="1674" y="1110"/>
                  </a:lnTo>
                  <a:lnTo>
                    <a:pt x="1668" y="1116"/>
                  </a:lnTo>
                  <a:lnTo>
                    <a:pt x="1662" y="1116"/>
                  </a:lnTo>
                  <a:lnTo>
                    <a:pt x="1614" y="1104"/>
                  </a:lnTo>
                  <a:lnTo>
                    <a:pt x="1644" y="1146"/>
                  </a:lnTo>
                  <a:lnTo>
                    <a:pt x="1650" y="1152"/>
                  </a:lnTo>
                  <a:lnTo>
                    <a:pt x="1662" y="1158"/>
                  </a:lnTo>
                  <a:lnTo>
                    <a:pt x="1668" y="1164"/>
                  </a:lnTo>
                  <a:lnTo>
                    <a:pt x="1680" y="1170"/>
                  </a:lnTo>
                  <a:lnTo>
                    <a:pt x="1692" y="1158"/>
                  </a:lnTo>
                  <a:lnTo>
                    <a:pt x="1698" y="1140"/>
                  </a:lnTo>
                  <a:lnTo>
                    <a:pt x="1698" y="1128"/>
                  </a:lnTo>
                  <a:lnTo>
                    <a:pt x="1692" y="1116"/>
                  </a:lnTo>
                  <a:lnTo>
                    <a:pt x="1686" y="1110"/>
                  </a:lnTo>
                  <a:close/>
                  <a:moveTo>
                    <a:pt x="2094" y="1104"/>
                  </a:moveTo>
                  <a:lnTo>
                    <a:pt x="2064" y="1128"/>
                  </a:lnTo>
                  <a:lnTo>
                    <a:pt x="2094" y="1134"/>
                  </a:lnTo>
                  <a:lnTo>
                    <a:pt x="2094" y="1104"/>
                  </a:lnTo>
                  <a:close/>
                  <a:moveTo>
                    <a:pt x="486" y="294"/>
                  </a:moveTo>
                  <a:lnTo>
                    <a:pt x="474" y="288"/>
                  </a:lnTo>
                  <a:lnTo>
                    <a:pt x="468" y="288"/>
                  </a:lnTo>
                  <a:lnTo>
                    <a:pt x="456" y="294"/>
                  </a:lnTo>
                  <a:lnTo>
                    <a:pt x="456" y="312"/>
                  </a:lnTo>
                  <a:lnTo>
                    <a:pt x="468" y="324"/>
                  </a:lnTo>
                  <a:lnTo>
                    <a:pt x="474" y="318"/>
                  </a:lnTo>
                  <a:lnTo>
                    <a:pt x="486" y="318"/>
                  </a:lnTo>
                  <a:lnTo>
                    <a:pt x="486" y="312"/>
                  </a:lnTo>
                  <a:lnTo>
                    <a:pt x="492" y="300"/>
                  </a:lnTo>
                  <a:lnTo>
                    <a:pt x="486" y="294"/>
                  </a:lnTo>
                  <a:close/>
                  <a:moveTo>
                    <a:pt x="2346" y="588"/>
                  </a:moveTo>
                  <a:lnTo>
                    <a:pt x="2340" y="576"/>
                  </a:lnTo>
                  <a:lnTo>
                    <a:pt x="2328" y="570"/>
                  </a:lnTo>
                  <a:lnTo>
                    <a:pt x="2310" y="552"/>
                  </a:lnTo>
                  <a:lnTo>
                    <a:pt x="2304" y="552"/>
                  </a:lnTo>
                  <a:lnTo>
                    <a:pt x="2304" y="600"/>
                  </a:lnTo>
                  <a:lnTo>
                    <a:pt x="2316" y="600"/>
                  </a:lnTo>
                  <a:lnTo>
                    <a:pt x="2328" y="606"/>
                  </a:lnTo>
                  <a:lnTo>
                    <a:pt x="2334" y="606"/>
                  </a:lnTo>
                  <a:lnTo>
                    <a:pt x="2346" y="600"/>
                  </a:lnTo>
                  <a:lnTo>
                    <a:pt x="2346" y="588"/>
                  </a:lnTo>
                  <a:close/>
                  <a:moveTo>
                    <a:pt x="2310" y="474"/>
                  </a:moveTo>
                  <a:lnTo>
                    <a:pt x="2340" y="504"/>
                  </a:lnTo>
                  <a:lnTo>
                    <a:pt x="2358" y="516"/>
                  </a:lnTo>
                  <a:lnTo>
                    <a:pt x="2382" y="528"/>
                  </a:lnTo>
                  <a:lnTo>
                    <a:pt x="2400" y="528"/>
                  </a:lnTo>
                  <a:lnTo>
                    <a:pt x="2400" y="522"/>
                  </a:lnTo>
                  <a:lnTo>
                    <a:pt x="2358" y="480"/>
                  </a:lnTo>
                  <a:lnTo>
                    <a:pt x="2358" y="468"/>
                  </a:lnTo>
                  <a:lnTo>
                    <a:pt x="2364" y="456"/>
                  </a:lnTo>
                  <a:lnTo>
                    <a:pt x="2376" y="450"/>
                  </a:lnTo>
                  <a:lnTo>
                    <a:pt x="2394" y="450"/>
                  </a:lnTo>
                  <a:lnTo>
                    <a:pt x="2406" y="456"/>
                  </a:lnTo>
                  <a:lnTo>
                    <a:pt x="2424" y="444"/>
                  </a:lnTo>
                  <a:lnTo>
                    <a:pt x="2400" y="432"/>
                  </a:lnTo>
                  <a:lnTo>
                    <a:pt x="2412" y="426"/>
                  </a:lnTo>
                  <a:lnTo>
                    <a:pt x="2424" y="402"/>
                  </a:lnTo>
                  <a:lnTo>
                    <a:pt x="2412" y="378"/>
                  </a:lnTo>
                  <a:lnTo>
                    <a:pt x="2400" y="372"/>
                  </a:lnTo>
                  <a:lnTo>
                    <a:pt x="2382" y="372"/>
                  </a:lnTo>
                  <a:lnTo>
                    <a:pt x="2358" y="396"/>
                  </a:lnTo>
                  <a:lnTo>
                    <a:pt x="2346" y="402"/>
                  </a:lnTo>
                  <a:lnTo>
                    <a:pt x="2340" y="408"/>
                  </a:lnTo>
                  <a:lnTo>
                    <a:pt x="2334" y="408"/>
                  </a:lnTo>
                  <a:lnTo>
                    <a:pt x="2328" y="402"/>
                  </a:lnTo>
                  <a:lnTo>
                    <a:pt x="2328" y="366"/>
                  </a:lnTo>
                  <a:lnTo>
                    <a:pt x="2334" y="360"/>
                  </a:lnTo>
                  <a:lnTo>
                    <a:pt x="2346" y="336"/>
                  </a:lnTo>
                  <a:lnTo>
                    <a:pt x="2346" y="318"/>
                  </a:lnTo>
                  <a:lnTo>
                    <a:pt x="2340" y="312"/>
                  </a:lnTo>
                  <a:lnTo>
                    <a:pt x="2358" y="276"/>
                  </a:lnTo>
                  <a:lnTo>
                    <a:pt x="2316" y="312"/>
                  </a:lnTo>
                  <a:lnTo>
                    <a:pt x="2316" y="342"/>
                  </a:lnTo>
                  <a:lnTo>
                    <a:pt x="2304" y="348"/>
                  </a:lnTo>
                  <a:lnTo>
                    <a:pt x="2298" y="354"/>
                  </a:lnTo>
                  <a:lnTo>
                    <a:pt x="2286" y="378"/>
                  </a:lnTo>
                  <a:lnTo>
                    <a:pt x="2286" y="408"/>
                  </a:lnTo>
                  <a:lnTo>
                    <a:pt x="2298" y="420"/>
                  </a:lnTo>
                  <a:lnTo>
                    <a:pt x="2304" y="432"/>
                  </a:lnTo>
                  <a:lnTo>
                    <a:pt x="2310" y="438"/>
                  </a:lnTo>
                  <a:lnTo>
                    <a:pt x="2310" y="444"/>
                  </a:lnTo>
                  <a:lnTo>
                    <a:pt x="2304" y="450"/>
                  </a:lnTo>
                  <a:lnTo>
                    <a:pt x="2304" y="468"/>
                  </a:lnTo>
                  <a:lnTo>
                    <a:pt x="2310" y="474"/>
                  </a:lnTo>
                  <a:close/>
                  <a:moveTo>
                    <a:pt x="2250" y="708"/>
                  </a:moveTo>
                  <a:lnTo>
                    <a:pt x="2238" y="696"/>
                  </a:lnTo>
                  <a:lnTo>
                    <a:pt x="2214" y="708"/>
                  </a:lnTo>
                  <a:lnTo>
                    <a:pt x="2214" y="732"/>
                  </a:lnTo>
                  <a:lnTo>
                    <a:pt x="2220" y="744"/>
                  </a:lnTo>
                  <a:lnTo>
                    <a:pt x="2226" y="750"/>
                  </a:lnTo>
                  <a:lnTo>
                    <a:pt x="2250" y="762"/>
                  </a:lnTo>
                  <a:lnTo>
                    <a:pt x="2274" y="762"/>
                  </a:lnTo>
                  <a:lnTo>
                    <a:pt x="2280" y="750"/>
                  </a:lnTo>
                  <a:lnTo>
                    <a:pt x="2280" y="738"/>
                  </a:lnTo>
                  <a:lnTo>
                    <a:pt x="2274" y="726"/>
                  </a:lnTo>
                  <a:lnTo>
                    <a:pt x="2274" y="714"/>
                  </a:lnTo>
                  <a:lnTo>
                    <a:pt x="2268" y="708"/>
                  </a:lnTo>
                  <a:lnTo>
                    <a:pt x="2268" y="702"/>
                  </a:lnTo>
                  <a:lnTo>
                    <a:pt x="2250" y="708"/>
                  </a:lnTo>
                  <a:close/>
                  <a:moveTo>
                    <a:pt x="2148" y="1104"/>
                  </a:moveTo>
                  <a:lnTo>
                    <a:pt x="2226" y="1092"/>
                  </a:lnTo>
                  <a:lnTo>
                    <a:pt x="2166" y="1074"/>
                  </a:lnTo>
                  <a:lnTo>
                    <a:pt x="2148" y="1104"/>
                  </a:lnTo>
                  <a:close/>
                  <a:moveTo>
                    <a:pt x="2544" y="750"/>
                  </a:moveTo>
                  <a:lnTo>
                    <a:pt x="2520" y="732"/>
                  </a:lnTo>
                  <a:lnTo>
                    <a:pt x="2526" y="714"/>
                  </a:lnTo>
                  <a:lnTo>
                    <a:pt x="2514" y="702"/>
                  </a:lnTo>
                  <a:lnTo>
                    <a:pt x="2508" y="690"/>
                  </a:lnTo>
                  <a:lnTo>
                    <a:pt x="2490" y="684"/>
                  </a:lnTo>
                  <a:lnTo>
                    <a:pt x="2472" y="672"/>
                  </a:lnTo>
                  <a:lnTo>
                    <a:pt x="2442" y="666"/>
                  </a:lnTo>
                  <a:lnTo>
                    <a:pt x="2424" y="666"/>
                  </a:lnTo>
                  <a:lnTo>
                    <a:pt x="2388" y="684"/>
                  </a:lnTo>
                  <a:lnTo>
                    <a:pt x="2358" y="684"/>
                  </a:lnTo>
                  <a:lnTo>
                    <a:pt x="2346" y="696"/>
                  </a:lnTo>
                  <a:lnTo>
                    <a:pt x="2340" y="708"/>
                  </a:lnTo>
                  <a:lnTo>
                    <a:pt x="2340" y="726"/>
                  </a:lnTo>
                  <a:lnTo>
                    <a:pt x="2346" y="732"/>
                  </a:lnTo>
                  <a:lnTo>
                    <a:pt x="2364" y="714"/>
                  </a:lnTo>
                  <a:lnTo>
                    <a:pt x="2364" y="726"/>
                  </a:lnTo>
                  <a:lnTo>
                    <a:pt x="2370" y="738"/>
                  </a:lnTo>
                  <a:lnTo>
                    <a:pt x="2376" y="744"/>
                  </a:lnTo>
                  <a:lnTo>
                    <a:pt x="2388" y="738"/>
                  </a:lnTo>
                  <a:lnTo>
                    <a:pt x="2394" y="732"/>
                  </a:lnTo>
                  <a:lnTo>
                    <a:pt x="2394" y="726"/>
                  </a:lnTo>
                  <a:lnTo>
                    <a:pt x="2400" y="720"/>
                  </a:lnTo>
                  <a:lnTo>
                    <a:pt x="2400" y="714"/>
                  </a:lnTo>
                  <a:lnTo>
                    <a:pt x="2406" y="726"/>
                  </a:lnTo>
                  <a:lnTo>
                    <a:pt x="2418" y="732"/>
                  </a:lnTo>
                  <a:lnTo>
                    <a:pt x="2430" y="732"/>
                  </a:lnTo>
                  <a:lnTo>
                    <a:pt x="2442" y="720"/>
                  </a:lnTo>
                  <a:lnTo>
                    <a:pt x="2454" y="714"/>
                  </a:lnTo>
                  <a:lnTo>
                    <a:pt x="2460" y="708"/>
                  </a:lnTo>
                  <a:lnTo>
                    <a:pt x="2472" y="762"/>
                  </a:lnTo>
                  <a:lnTo>
                    <a:pt x="2502" y="738"/>
                  </a:lnTo>
                  <a:lnTo>
                    <a:pt x="2538" y="774"/>
                  </a:lnTo>
                  <a:lnTo>
                    <a:pt x="2544" y="750"/>
                  </a:lnTo>
                  <a:close/>
                  <a:moveTo>
                    <a:pt x="3264" y="678"/>
                  </a:moveTo>
                  <a:lnTo>
                    <a:pt x="3222" y="648"/>
                  </a:lnTo>
                  <a:lnTo>
                    <a:pt x="3210" y="648"/>
                  </a:lnTo>
                  <a:lnTo>
                    <a:pt x="3198" y="654"/>
                  </a:lnTo>
                  <a:lnTo>
                    <a:pt x="3180" y="654"/>
                  </a:lnTo>
                  <a:lnTo>
                    <a:pt x="3162" y="648"/>
                  </a:lnTo>
                  <a:lnTo>
                    <a:pt x="3126" y="630"/>
                  </a:lnTo>
                  <a:lnTo>
                    <a:pt x="3096" y="612"/>
                  </a:lnTo>
                  <a:lnTo>
                    <a:pt x="3060" y="594"/>
                  </a:lnTo>
                  <a:lnTo>
                    <a:pt x="3042" y="582"/>
                  </a:lnTo>
                  <a:lnTo>
                    <a:pt x="3030" y="582"/>
                  </a:lnTo>
                  <a:lnTo>
                    <a:pt x="3006" y="594"/>
                  </a:lnTo>
                  <a:lnTo>
                    <a:pt x="3000" y="600"/>
                  </a:lnTo>
                  <a:lnTo>
                    <a:pt x="2988" y="606"/>
                  </a:lnTo>
                  <a:lnTo>
                    <a:pt x="3006" y="630"/>
                  </a:lnTo>
                  <a:lnTo>
                    <a:pt x="2928" y="642"/>
                  </a:lnTo>
                  <a:lnTo>
                    <a:pt x="2934" y="666"/>
                  </a:lnTo>
                  <a:lnTo>
                    <a:pt x="2928" y="678"/>
                  </a:lnTo>
                  <a:lnTo>
                    <a:pt x="2922" y="684"/>
                  </a:lnTo>
                  <a:lnTo>
                    <a:pt x="2916" y="696"/>
                  </a:lnTo>
                  <a:lnTo>
                    <a:pt x="2880" y="720"/>
                  </a:lnTo>
                  <a:lnTo>
                    <a:pt x="2862" y="726"/>
                  </a:lnTo>
                  <a:lnTo>
                    <a:pt x="2844" y="726"/>
                  </a:lnTo>
                  <a:lnTo>
                    <a:pt x="2832" y="720"/>
                  </a:lnTo>
                  <a:lnTo>
                    <a:pt x="2826" y="714"/>
                  </a:lnTo>
                  <a:lnTo>
                    <a:pt x="2820" y="702"/>
                  </a:lnTo>
                  <a:lnTo>
                    <a:pt x="2820" y="678"/>
                  </a:lnTo>
                  <a:lnTo>
                    <a:pt x="2814" y="672"/>
                  </a:lnTo>
                  <a:lnTo>
                    <a:pt x="2814" y="660"/>
                  </a:lnTo>
                  <a:lnTo>
                    <a:pt x="2808" y="666"/>
                  </a:lnTo>
                  <a:lnTo>
                    <a:pt x="2808" y="672"/>
                  </a:lnTo>
                  <a:lnTo>
                    <a:pt x="2802" y="684"/>
                  </a:lnTo>
                  <a:lnTo>
                    <a:pt x="2796" y="690"/>
                  </a:lnTo>
                  <a:lnTo>
                    <a:pt x="2796" y="696"/>
                  </a:lnTo>
                  <a:lnTo>
                    <a:pt x="2796" y="690"/>
                  </a:lnTo>
                  <a:lnTo>
                    <a:pt x="2790" y="684"/>
                  </a:lnTo>
                  <a:lnTo>
                    <a:pt x="2790" y="672"/>
                  </a:lnTo>
                  <a:lnTo>
                    <a:pt x="2784" y="660"/>
                  </a:lnTo>
                  <a:lnTo>
                    <a:pt x="2784" y="576"/>
                  </a:lnTo>
                  <a:lnTo>
                    <a:pt x="2778" y="558"/>
                  </a:lnTo>
                  <a:lnTo>
                    <a:pt x="2760" y="522"/>
                  </a:lnTo>
                  <a:lnTo>
                    <a:pt x="2724" y="522"/>
                  </a:lnTo>
                  <a:lnTo>
                    <a:pt x="2718" y="510"/>
                  </a:lnTo>
                  <a:lnTo>
                    <a:pt x="2694" y="498"/>
                  </a:lnTo>
                  <a:lnTo>
                    <a:pt x="2676" y="486"/>
                  </a:lnTo>
                  <a:lnTo>
                    <a:pt x="2652" y="486"/>
                  </a:lnTo>
                  <a:lnTo>
                    <a:pt x="2634" y="498"/>
                  </a:lnTo>
                  <a:lnTo>
                    <a:pt x="2628" y="504"/>
                  </a:lnTo>
                  <a:lnTo>
                    <a:pt x="2616" y="510"/>
                  </a:lnTo>
                  <a:lnTo>
                    <a:pt x="2610" y="522"/>
                  </a:lnTo>
                  <a:lnTo>
                    <a:pt x="2586" y="528"/>
                  </a:lnTo>
                  <a:lnTo>
                    <a:pt x="2580" y="546"/>
                  </a:lnTo>
                  <a:lnTo>
                    <a:pt x="2562" y="558"/>
                  </a:lnTo>
                  <a:lnTo>
                    <a:pt x="2562" y="540"/>
                  </a:lnTo>
                  <a:lnTo>
                    <a:pt x="2556" y="534"/>
                  </a:lnTo>
                  <a:lnTo>
                    <a:pt x="2532" y="534"/>
                  </a:lnTo>
                  <a:lnTo>
                    <a:pt x="2532" y="546"/>
                  </a:lnTo>
                  <a:lnTo>
                    <a:pt x="2544" y="570"/>
                  </a:lnTo>
                  <a:lnTo>
                    <a:pt x="2568" y="582"/>
                  </a:lnTo>
                  <a:lnTo>
                    <a:pt x="2604" y="582"/>
                  </a:lnTo>
                  <a:lnTo>
                    <a:pt x="2616" y="588"/>
                  </a:lnTo>
                  <a:lnTo>
                    <a:pt x="2622" y="594"/>
                  </a:lnTo>
                  <a:lnTo>
                    <a:pt x="2628" y="594"/>
                  </a:lnTo>
                  <a:lnTo>
                    <a:pt x="2628" y="618"/>
                  </a:lnTo>
                  <a:lnTo>
                    <a:pt x="2634" y="630"/>
                  </a:lnTo>
                  <a:lnTo>
                    <a:pt x="2640" y="636"/>
                  </a:lnTo>
                  <a:lnTo>
                    <a:pt x="2652" y="642"/>
                  </a:lnTo>
                  <a:lnTo>
                    <a:pt x="2694" y="642"/>
                  </a:lnTo>
                  <a:lnTo>
                    <a:pt x="2712" y="636"/>
                  </a:lnTo>
                  <a:lnTo>
                    <a:pt x="2754" y="636"/>
                  </a:lnTo>
                  <a:lnTo>
                    <a:pt x="2760" y="642"/>
                  </a:lnTo>
                  <a:lnTo>
                    <a:pt x="2760" y="660"/>
                  </a:lnTo>
                  <a:lnTo>
                    <a:pt x="2700" y="660"/>
                  </a:lnTo>
                  <a:lnTo>
                    <a:pt x="2688" y="666"/>
                  </a:lnTo>
                  <a:lnTo>
                    <a:pt x="2676" y="678"/>
                  </a:lnTo>
                  <a:lnTo>
                    <a:pt x="2640" y="678"/>
                  </a:lnTo>
                  <a:lnTo>
                    <a:pt x="2616" y="690"/>
                  </a:lnTo>
                  <a:lnTo>
                    <a:pt x="2616" y="696"/>
                  </a:lnTo>
                  <a:lnTo>
                    <a:pt x="2622" y="696"/>
                  </a:lnTo>
                  <a:lnTo>
                    <a:pt x="2646" y="708"/>
                  </a:lnTo>
                  <a:lnTo>
                    <a:pt x="2658" y="708"/>
                  </a:lnTo>
                  <a:lnTo>
                    <a:pt x="2676" y="726"/>
                  </a:lnTo>
                  <a:lnTo>
                    <a:pt x="2682" y="738"/>
                  </a:lnTo>
                  <a:lnTo>
                    <a:pt x="2688" y="744"/>
                  </a:lnTo>
                  <a:lnTo>
                    <a:pt x="2682" y="750"/>
                  </a:lnTo>
                  <a:lnTo>
                    <a:pt x="2676" y="762"/>
                  </a:lnTo>
                  <a:lnTo>
                    <a:pt x="2676" y="774"/>
                  </a:lnTo>
                  <a:lnTo>
                    <a:pt x="2670" y="780"/>
                  </a:lnTo>
                  <a:lnTo>
                    <a:pt x="2676" y="792"/>
                  </a:lnTo>
                  <a:lnTo>
                    <a:pt x="2682" y="798"/>
                  </a:lnTo>
                  <a:lnTo>
                    <a:pt x="2694" y="792"/>
                  </a:lnTo>
                  <a:lnTo>
                    <a:pt x="2706" y="780"/>
                  </a:lnTo>
                  <a:lnTo>
                    <a:pt x="2712" y="768"/>
                  </a:lnTo>
                  <a:lnTo>
                    <a:pt x="2718" y="762"/>
                  </a:lnTo>
                  <a:lnTo>
                    <a:pt x="2718" y="750"/>
                  </a:lnTo>
                  <a:lnTo>
                    <a:pt x="2724" y="744"/>
                  </a:lnTo>
                  <a:lnTo>
                    <a:pt x="2736" y="720"/>
                  </a:lnTo>
                  <a:lnTo>
                    <a:pt x="2742" y="714"/>
                  </a:lnTo>
                  <a:lnTo>
                    <a:pt x="2748" y="702"/>
                  </a:lnTo>
                  <a:lnTo>
                    <a:pt x="2748" y="744"/>
                  </a:lnTo>
                  <a:lnTo>
                    <a:pt x="2754" y="750"/>
                  </a:lnTo>
                  <a:lnTo>
                    <a:pt x="2766" y="756"/>
                  </a:lnTo>
                  <a:lnTo>
                    <a:pt x="2772" y="768"/>
                  </a:lnTo>
                  <a:lnTo>
                    <a:pt x="2784" y="774"/>
                  </a:lnTo>
                  <a:lnTo>
                    <a:pt x="2790" y="780"/>
                  </a:lnTo>
                  <a:lnTo>
                    <a:pt x="2814" y="780"/>
                  </a:lnTo>
                  <a:lnTo>
                    <a:pt x="2820" y="774"/>
                  </a:lnTo>
                  <a:lnTo>
                    <a:pt x="2826" y="774"/>
                  </a:lnTo>
                  <a:lnTo>
                    <a:pt x="2814" y="792"/>
                  </a:lnTo>
                  <a:lnTo>
                    <a:pt x="2844" y="822"/>
                  </a:lnTo>
                  <a:lnTo>
                    <a:pt x="2904" y="822"/>
                  </a:lnTo>
                  <a:lnTo>
                    <a:pt x="2940" y="846"/>
                  </a:lnTo>
                  <a:lnTo>
                    <a:pt x="2976" y="864"/>
                  </a:lnTo>
                  <a:lnTo>
                    <a:pt x="3006" y="876"/>
                  </a:lnTo>
                  <a:lnTo>
                    <a:pt x="3036" y="894"/>
                  </a:lnTo>
                  <a:lnTo>
                    <a:pt x="3066" y="924"/>
                  </a:lnTo>
                  <a:lnTo>
                    <a:pt x="3066" y="972"/>
                  </a:lnTo>
                  <a:lnTo>
                    <a:pt x="3090" y="996"/>
                  </a:lnTo>
                  <a:lnTo>
                    <a:pt x="3102" y="1002"/>
                  </a:lnTo>
                  <a:lnTo>
                    <a:pt x="3096" y="1002"/>
                  </a:lnTo>
                  <a:lnTo>
                    <a:pt x="3084" y="1008"/>
                  </a:lnTo>
                  <a:lnTo>
                    <a:pt x="3078" y="1014"/>
                  </a:lnTo>
                  <a:lnTo>
                    <a:pt x="3078" y="1020"/>
                  </a:lnTo>
                  <a:lnTo>
                    <a:pt x="3090" y="1032"/>
                  </a:lnTo>
                  <a:lnTo>
                    <a:pt x="3114" y="1032"/>
                  </a:lnTo>
                  <a:lnTo>
                    <a:pt x="3090" y="1044"/>
                  </a:lnTo>
                  <a:lnTo>
                    <a:pt x="3090" y="1056"/>
                  </a:lnTo>
                  <a:lnTo>
                    <a:pt x="3102" y="1062"/>
                  </a:lnTo>
                  <a:lnTo>
                    <a:pt x="3108" y="1092"/>
                  </a:lnTo>
                  <a:lnTo>
                    <a:pt x="3096" y="1122"/>
                  </a:lnTo>
                  <a:lnTo>
                    <a:pt x="3120" y="1122"/>
                  </a:lnTo>
                  <a:lnTo>
                    <a:pt x="3126" y="1116"/>
                  </a:lnTo>
                  <a:lnTo>
                    <a:pt x="3138" y="1116"/>
                  </a:lnTo>
                  <a:lnTo>
                    <a:pt x="3150" y="1110"/>
                  </a:lnTo>
                  <a:lnTo>
                    <a:pt x="3162" y="1110"/>
                  </a:lnTo>
                  <a:lnTo>
                    <a:pt x="3168" y="1104"/>
                  </a:lnTo>
                  <a:lnTo>
                    <a:pt x="3174" y="1104"/>
                  </a:lnTo>
                  <a:lnTo>
                    <a:pt x="3174" y="1134"/>
                  </a:lnTo>
                  <a:lnTo>
                    <a:pt x="3234" y="1194"/>
                  </a:lnTo>
                  <a:lnTo>
                    <a:pt x="3240" y="1194"/>
                  </a:lnTo>
                  <a:lnTo>
                    <a:pt x="3240" y="1146"/>
                  </a:lnTo>
                  <a:lnTo>
                    <a:pt x="3234" y="1122"/>
                  </a:lnTo>
                  <a:lnTo>
                    <a:pt x="3234" y="1116"/>
                  </a:lnTo>
                  <a:lnTo>
                    <a:pt x="3240" y="1110"/>
                  </a:lnTo>
                  <a:lnTo>
                    <a:pt x="3240" y="1098"/>
                  </a:lnTo>
                  <a:lnTo>
                    <a:pt x="3246" y="1086"/>
                  </a:lnTo>
                  <a:lnTo>
                    <a:pt x="3246" y="1062"/>
                  </a:lnTo>
                  <a:lnTo>
                    <a:pt x="3252" y="1050"/>
                  </a:lnTo>
                  <a:lnTo>
                    <a:pt x="3252" y="1020"/>
                  </a:lnTo>
                  <a:lnTo>
                    <a:pt x="3240" y="1020"/>
                  </a:lnTo>
                  <a:lnTo>
                    <a:pt x="3228" y="1014"/>
                  </a:lnTo>
                  <a:lnTo>
                    <a:pt x="3222" y="1008"/>
                  </a:lnTo>
                  <a:lnTo>
                    <a:pt x="3222" y="1002"/>
                  </a:lnTo>
                  <a:lnTo>
                    <a:pt x="3234" y="990"/>
                  </a:lnTo>
                  <a:lnTo>
                    <a:pt x="3246" y="984"/>
                  </a:lnTo>
                  <a:lnTo>
                    <a:pt x="3252" y="978"/>
                  </a:lnTo>
                  <a:lnTo>
                    <a:pt x="3252" y="864"/>
                  </a:lnTo>
                  <a:lnTo>
                    <a:pt x="3258" y="846"/>
                  </a:lnTo>
                  <a:lnTo>
                    <a:pt x="3258" y="708"/>
                  </a:lnTo>
                  <a:lnTo>
                    <a:pt x="3264" y="678"/>
                  </a:lnTo>
                  <a:close/>
                  <a:moveTo>
                    <a:pt x="336" y="666"/>
                  </a:moveTo>
                  <a:lnTo>
                    <a:pt x="330" y="672"/>
                  </a:lnTo>
                  <a:lnTo>
                    <a:pt x="354" y="696"/>
                  </a:lnTo>
                  <a:lnTo>
                    <a:pt x="360" y="708"/>
                  </a:lnTo>
                  <a:lnTo>
                    <a:pt x="366" y="714"/>
                  </a:lnTo>
                  <a:lnTo>
                    <a:pt x="378" y="714"/>
                  </a:lnTo>
                  <a:lnTo>
                    <a:pt x="378" y="696"/>
                  </a:lnTo>
                  <a:lnTo>
                    <a:pt x="366" y="690"/>
                  </a:lnTo>
                  <a:lnTo>
                    <a:pt x="360" y="678"/>
                  </a:lnTo>
                  <a:lnTo>
                    <a:pt x="348" y="672"/>
                  </a:lnTo>
                  <a:lnTo>
                    <a:pt x="342" y="666"/>
                  </a:lnTo>
                  <a:lnTo>
                    <a:pt x="336" y="666"/>
                  </a:lnTo>
                  <a:close/>
                  <a:moveTo>
                    <a:pt x="2526" y="1104"/>
                  </a:moveTo>
                  <a:lnTo>
                    <a:pt x="2544" y="1116"/>
                  </a:lnTo>
                  <a:lnTo>
                    <a:pt x="2574" y="1092"/>
                  </a:lnTo>
                  <a:lnTo>
                    <a:pt x="2592" y="1092"/>
                  </a:lnTo>
                  <a:lnTo>
                    <a:pt x="2604" y="1080"/>
                  </a:lnTo>
                  <a:lnTo>
                    <a:pt x="2604" y="1062"/>
                  </a:lnTo>
                  <a:lnTo>
                    <a:pt x="2592" y="1056"/>
                  </a:lnTo>
                  <a:lnTo>
                    <a:pt x="2586" y="1056"/>
                  </a:lnTo>
                  <a:lnTo>
                    <a:pt x="2574" y="1062"/>
                  </a:lnTo>
                  <a:lnTo>
                    <a:pt x="2556" y="1068"/>
                  </a:lnTo>
                  <a:lnTo>
                    <a:pt x="2526" y="1098"/>
                  </a:lnTo>
                  <a:lnTo>
                    <a:pt x="2526" y="1104"/>
                  </a:lnTo>
                  <a:close/>
                  <a:moveTo>
                    <a:pt x="3096" y="1068"/>
                  </a:moveTo>
                  <a:lnTo>
                    <a:pt x="3090" y="1068"/>
                  </a:lnTo>
                  <a:lnTo>
                    <a:pt x="3090" y="1062"/>
                  </a:lnTo>
                  <a:lnTo>
                    <a:pt x="3084" y="1062"/>
                  </a:lnTo>
                  <a:lnTo>
                    <a:pt x="3078" y="1056"/>
                  </a:lnTo>
                  <a:lnTo>
                    <a:pt x="3066" y="1056"/>
                  </a:lnTo>
                  <a:lnTo>
                    <a:pt x="3048" y="1062"/>
                  </a:lnTo>
                  <a:lnTo>
                    <a:pt x="3024" y="1086"/>
                  </a:lnTo>
                  <a:lnTo>
                    <a:pt x="3012" y="1122"/>
                  </a:lnTo>
                  <a:lnTo>
                    <a:pt x="3012" y="1134"/>
                  </a:lnTo>
                  <a:lnTo>
                    <a:pt x="3072" y="1128"/>
                  </a:lnTo>
                  <a:lnTo>
                    <a:pt x="3084" y="1128"/>
                  </a:lnTo>
                  <a:lnTo>
                    <a:pt x="3090" y="1122"/>
                  </a:lnTo>
                  <a:lnTo>
                    <a:pt x="3102" y="1092"/>
                  </a:lnTo>
                  <a:lnTo>
                    <a:pt x="3096" y="1068"/>
                  </a:lnTo>
                  <a:close/>
                  <a:moveTo>
                    <a:pt x="2778" y="942"/>
                  </a:moveTo>
                  <a:lnTo>
                    <a:pt x="2766" y="960"/>
                  </a:lnTo>
                  <a:lnTo>
                    <a:pt x="2766" y="1014"/>
                  </a:lnTo>
                  <a:lnTo>
                    <a:pt x="2784" y="1014"/>
                  </a:lnTo>
                  <a:lnTo>
                    <a:pt x="2778" y="996"/>
                  </a:lnTo>
                  <a:lnTo>
                    <a:pt x="2790" y="990"/>
                  </a:lnTo>
                  <a:lnTo>
                    <a:pt x="2790" y="972"/>
                  </a:lnTo>
                  <a:lnTo>
                    <a:pt x="2778" y="972"/>
                  </a:lnTo>
                  <a:lnTo>
                    <a:pt x="2796" y="936"/>
                  </a:lnTo>
                  <a:lnTo>
                    <a:pt x="2814" y="906"/>
                  </a:lnTo>
                  <a:lnTo>
                    <a:pt x="2784" y="912"/>
                  </a:lnTo>
                  <a:lnTo>
                    <a:pt x="2778" y="942"/>
                  </a:lnTo>
                  <a:close/>
                  <a:moveTo>
                    <a:pt x="2136" y="600"/>
                  </a:moveTo>
                  <a:lnTo>
                    <a:pt x="2124" y="594"/>
                  </a:lnTo>
                  <a:lnTo>
                    <a:pt x="2118" y="594"/>
                  </a:lnTo>
                  <a:lnTo>
                    <a:pt x="2106" y="588"/>
                  </a:lnTo>
                  <a:lnTo>
                    <a:pt x="2088" y="588"/>
                  </a:lnTo>
                  <a:lnTo>
                    <a:pt x="2082" y="594"/>
                  </a:lnTo>
                  <a:lnTo>
                    <a:pt x="2082" y="600"/>
                  </a:lnTo>
                  <a:lnTo>
                    <a:pt x="2076" y="606"/>
                  </a:lnTo>
                  <a:lnTo>
                    <a:pt x="2082" y="612"/>
                  </a:lnTo>
                  <a:lnTo>
                    <a:pt x="2094" y="618"/>
                  </a:lnTo>
                  <a:lnTo>
                    <a:pt x="2136" y="618"/>
                  </a:lnTo>
                  <a:lnTo>
                    <a:pt x="2214" y="606"/>
                  </a:lnTo>
                  <a:lnTo>
                    <a:pt x="2136" y="600"/>
                  </a:lnTo>
                  <a:close/>
                  <a:moveTo>
                    <a:pt x="1308" y="1038"/>
                  </a:moveTo>
                  <a:lnTo>
                    <a:pt x="1368" y="1002"/>
                  </a:lnTo>
                  <a:lnTo>
                    <a:pt x="1362" y="990"/>
                  </a:lnTo>
                  <a:lnTo>
                    <a:pt x="1350" y="990"/>
                  </a:lnTo>
                  <a:lnTo>
                    <a:pt x="1332" y="996"/>
                  </a:lnTo>
                  <a:lnTo>
                    <a:pt x="1320" y="996"/>
                  </a:lnTo>
                  <a:lnTo>
                    <a:pt x="1302" y="1002"/>
                  </a:lnTo>
                  <a:lnTo>
                    <a:pt x="1290" y="1008"/>
                  </a:lnTo>
                  <a:lnTo>
                    <a:pt x="1284" y="1014"/>
                  </a:lnTo>
                  <a:lnTo>
                    <a:pt x="1284" y="1032"/>
                  </a:lnTo>
                  <a:lnTo>
                    <a:pt x="1290" y="1038"/>
                  </a:lnTo>
                  <a:lnTo>
                    <a:pt x="1308" y="1038"/>
                  </a:lnTo>
                  <a:close/>
                  <a:moveTo>
                    <a:pt x="1428" y="1116"/>
                  </a:moveTo>
                  <a:lnTo>
                    <a:pt x="1392" y="1116"/>
                  </a:lnTo>
                  <a:lnTo>
                    <a:pt x="1386" y="1146"/>
                  </a:lnTo>
                  <a:lnTo>
                    <a:pt x="1386" y="1152"/>
                  </a:lnTo>
                  <a:lnTo>
                    <a:pt x="1404" y="1170"/>
                  </a:lnTo>
                  <a:lnTo>
                    <a:pt x="1416" y="1176"/>
                  </a:lnTo>
                  <a:lnTo>
                    <a:pt x="1428" y="1164"/>
                  </a:lnTo>
                  <a:lnTo>
                    <a:pt x="1440" y="1140"/>
                  </a:lnTo>
                  <a:lnTo>
                    <a:pt x="1440" y="1128"/>
                  </a:lnTo>
                  <a:lnTo>
                    <a:pt x="1428" y="1116"/>
                  </a:lnTo>
                  <a:close/>
                  <a:moveTo>
                    <a:pt x="708" y="930"/>
                  </a:moveTo>
                  <a:lnTo>
                    <a:pt x="714" y="924"/>
                  </a:lnTo>
                  <a:lnTo>
                    <a:pt x="714" y="900"/>
                  </a:lnTo>
                  <a:lnTo>
                    <a:pt x="744" y="924"/>
                  </a:lnTo>
                  <a:lnTo>
                    <a:pt x="744" y="918"/>
                  </a:lnTo>
                  <a:lnTo>
                    <a:pt x="750" y="912"/>
                  </a:lnTo>
                  <a:lnTo>
                    <a:pt x="750" y="900"/>
                  </a:lnTo>
                  <a:lnTo>
                    <a:pt x="756" y="882"/>
                  </a:lnTo>
                  <a:lnTo>
                    <a:pt x="756" y="840"/>
                  </a:lnTo>
                  <a:lnTo>
                    <a:pt x="762" y="822"/>
                  </a:lnTo>
                  <a:lnTo>
                    <a:pt x="762" y="810"/>
                  </a:lnTo>
                  <a:lnTo>
                    <a:pt x="768" y="792"/>
                  </a:lnTo>
                  <a:lnTo>
                    <a:pt x="768" y="780"/>
                  </a:lnTo>
                  <a:lnTo>
                    <a:pt x="762" y="774"/>
                  </a:lnTo>
                  <a:lnTo>
                    <a:pt x="756" y="762"/>
                  </a:lnTo>
                  <a:lnTo>
                    <a:pt x="756" y="750"/>
                  </a:lnTo>
                  <a:lnTo>
                    <a:pt x="768" y="726"/>
                  </a:lnTo>
                  <a:lnTo>
                    <a:pt x="774" y="720"/>
                  </a:lnTo>
                  <a:lnTo>
                    <a:pt x="774" y="714"/>
                  </a:lnTo>
                  <a:lnTo>
                    <a:pt x="756" y="696"/>
                  </a:lnTo>
                  <a:lnTo>
                    <a:pt x="744" y="654"/>
                  </a:lnTo>
                  <a:lnTo>
                    <a:pt x="702" y="654"/>
                  </a:lnTo>
                  <a:lnTo>
                    <a:pt x="702" y="618"/>
                  </a:lnTo>
                  <a:lnTo>
                    <a:pt x="666" y="618"/>
                  </a:lnTo>
                  <a:lnTo>
                    <a:pt x="660" y="546"/>
                  </a:lnTo>
                  <a:lnTo>
                    <a:pt x="606" y="546"/>
                  </a:lnTo>
                  <a:lnTo>
                    <a:pt x="594" y="534"/>
                  </a:lnTo>
                  <a:lnTo>
                    <a:pt x="594" y="504"/>
                  </a:lnTo>
                  <a:lnTo>
                    <a:pt x="600" y="498"/>
                  </a:lnTo>
                  <a:lnTo>
                    <a:pt x="606" y="486"/>
                  </a:lnTo>
                  <a:lnTo>
                    <a:pt x="582" y="486"/>
                  </a:lnTo>
                  <a:lnTo>
                    <a:pt x="600" y="468"/>
                  </a:lnTo>
                  <a:lnTo>
                    <a:pt x="606" y="456"/>
                  </a:lnTo>
                  <a:lnTo>
                    <a:pt x="612" y="450"/>
                  </a:lnTo>
                  <a:lnTo>
                    <a:pt x="612" y="438"/>
                  </a:lnTo>
                  <a:lnTo>
                    <a:pt x="600" y="426"/>
                  </a:lnTo>
                  <a:lnTo>
                    <a:pt x="588" y="432"/>
                  </a:lnTo>
                  <a:lnTo>
                    <a:pt x="570" y="432"/>
                  </a:lnTo>
                  <a:lnTo>
                    <a:pt x="552" y="438"/>
                  </a:lnTo>
                  <a:lnTo>
                    <a:pt x="540" y="438"/>
                  </a:lnTo>
                  <a:lnTo>
                    <a:pt x="534" y="444"/>
                  </a:lnTo>
                  <a:lnTo>
                    <a:pt x="528" y="444"/>
                  </a:lnTo>
                  <a:lnTo>
                    <a:pt x="534" y="438"/>
                  </a:lnTo>
                  <a:lnTo>
                    <a:pt x="546" y="432"/>
                  </a:lnTo>
                  <a:lnTo>
                    <a:pt x="552" y="420"/>
                  </a:lnTo>
                  <a:lnTo>
                    <a:pt x="558" y="414"/>
                  </a:lnTo>
                  <a:lnTo>
                    <a:pt x="558" y="402"/>
                  </a:lnTo>
                  <a:lnTo>
                    <a:pt x="546" y="396"/>
                  </a:lnTo>
                  <a:lnTo>
                    <a:pt x="534" y="396"/>
                  </a:lnTo>
                  <a:lnTo>
                    <a:pt x="522" y="390"/>
                  </a:lnTo>
                  <a:lnTo>
                    <a:pt x="510" y="390"/>
                  </a:lnTo>
                  <a:lnTo>
                    <a:pt x="516" y="384"/>
                  </a:lnTo>
                  <a:lnTo>
                    <a:pt x="516" y="378"/>
                  </a:lnTo>
                  <a:lnTo>
                    <a:pt x="504" y="354"/>
                  </a:lnTo>
                  <a:lnTo>
                    <a:pt x="492" y="342"/>
                  </a:lnTo>
                  <a:lnTo>
                    <a:pt x="480" y="336"/>
                  </a:lnTo>
                  <a:lnTo>
                    <a:pt x="462" y="330"/>
                  </a:lnTo>
                  <a:lnTo>
                    <a:pt x="456" y="324"/>
                  </a:lnTo>
                  <a:lnTo>
                    <a:pt x="450" y="324"/>
                  </a:lnTo>
                  <a:lnTo>
                    <a:pt x="450" y="318"/>
                  </a:lnTo>
                  <a:lnTo>
                    <a:pt x="444" y="312"/>
                  </a:lnTo>
                  <a:lnTo>
                    <a:pt x="438" y="300"/>
                  </a:lnTo>
                  <a:lnTo>
                    <a:pt x="438" y="288"/>
                  </a:lnTo>
                  <a:lnTo>
                    <a:pt x="426" y="276"/>
                  </a:lnTo>
                  <a:lnTo>
                    <a:pt x="414" y="276"/>
                  </a:lnTo>
                  <a:lnTo>
                    <a:pt x="408" y="282"/>
                  </a:lnTo>
                  <a:lnTo>
                    <a:pt x="414" y="306"/>
                  </a:lnTo>
                  <a:lnTo>
                    <a:pt x="408" y="300"/>
                  </a:lnTo>
                  <a:lnTo>
                    <a:pt x="396" y="294"/>
                  </a:lnTo>
                  <a:lnTo>
                    <a:pt x="360" y="258"/>
                  </a:lnTo>
                  <a:lnTo>
                    <a:pt x="360" y="246"/>
                  </a:lnTo>
                  <a:lnTo>
                    <a:pt x="354" y="240"/>
                  </a:lnTo>
                  <a:lnTo>
                    <a:pt x="348" y="228"/>
                  </a:lnTo>
                  <a:lnTo>
                    <a:pt x="342" y="222"/>
                  </a:lnTo>
                  <a:lnTo>
                    <a:pt x="342" y="216"/>
                  </a:lnTo>
                  <a:lnTo>
                    <a:pt x="330" y="210"/>
                  </a:lnTo>
                  <a:lnTo>
                    <a:pt x="312" y="192"/>
                  </a:lnTo>
                  <a:lnTo>
                    <a:pt x="294" y="186"/>
                  </a:lnTo>
                  <a:lnTo>
                    <a:pt x="288" y="174"/>
                  </a:lnTo>
                  <a:lnTo>
                    <a:pt x="276" y="168"/>
                  </a:lnTo>
                  <a:lnTo>
                    <a:pt x="264" y="156"/>
                  </a:lnTo>
                  <a:lnTo>
                    <a:pt x="252" y="150"/>
                  </a:lnTo>
                  <a:lnTo>
                    <a:pt x="240" y="138"/>
                  </a:lnTo>
                  <a:lnTo>
                    <a:pt x="234" y="126"/>
                  </a:lnTo>
                  <a:lnTo>
                    <a:pt x="222" y="120"/>
                  </a:lnTo>
                  <a:lnTo>
                    <a:pt x="222" y="102"/>
                  </a:lnTo>
                  <a:lnTo>
                    <a:pt x="204" y="84"/>
                  </a:lnTo>
                  <a:lnTo>
                    <a:pt x="198" y="72"/>
                  </a:lnTo>
                  <a:lnTo>
                    <a:pt x="168" y="42"/>
                  </a:lnTo>
                  <a:lnTo>
                    <a:pt x="150" y="42"/>
                  </a:lnTo>
                  <a:lnTo>
                    <a:pt x="66" y="36"/>
                  </a:lnTo>
                  <a:lnTo>
                    <a:pt x="42" y="12"/>
                  </a:lnTo>
                  <a:lnTo>
                    <a:pt x="30" y="6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6" y="6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8" y="78"/>
                  </a:lnTo>
                  <a:lnTo>
                    <a:pt x="66" y="126"/>
                  </a:lnTo>
                  <a:lnTo>
                    <a:pt x="96" y="150"/>
                  </a:lnTo>
                  <a:lnTo>
                    <a:pt x="126" y="180"/>
                  </a:lnTo>
                  <a:lnTo>
                    <a:pt x="162" y="234"/>
                  </a:lnTo>
                  <a:lnTo>
                    <a:pt x="174" y="228"/>
                  </a:lnTo>
                  <a:lnTo>
                    <a:pt x="174" y="252"/>
                  </a:lnTo>
                  <a:lnTo>
                    <a:pt x="180" y="264"/>
                  </a:lnTo>
                  <a:lnTo>
                    <a:pt x="186" y="270"/>
                  </a:lnTo>
                  <a:lnTo>
                    <a:pt x="198" y="276"/>
                  </a:lnTo>
                  <a:lnTo>
                    <a:pt x="216" y="288"/>
                  </a:lnTo>
                  <a:lnTo>
                    <a:pt x="228" y="300"/>
                  </a:lnTo>
                  <a:lnTo>
                    <a:pt x="246" y="312"/>
                  </a:lnTo>
                  <a:lnTo>
                    <a:pt x="258" y="324"/>
                  </a:lnTo>
                  <a:lnTo>
                    <a:pt x="264" y="336"/>
                  </a:lnTo>
                  <a:lnTo>
                    <a:pt x="276" y="372"/>
                  </a:lnTo>
                  <a:lnTo>
                    <a:pt x="276" y="384"/>
                  </a:lnTo>
                  <a:lnTo>
                    <a:pt x="282" y="390"/>
                  </a:lnTo>
                  <a:lnTo>
                    <a:pt x="282" y="426"/>
                  </a:lnTo>
                  <a:lnTo>
                    <a:pt x="288" y="438"/>
                  </a:lnTo>
                  <a:lnTo>
                    <a:pt x="288" y="444"/>
                  </a:lnTo>
                  <a:lnTo>
                    <a:pt x="294" y="450"/>
                  </a:lnTo>
                  <a:lnTo>
                    <a:pt x="300" y="450"/>
                  </a:lnTo>
                  <a:lnTo>
                    <a:pt x="312" y="444"/>
                  </a:lnTo>
                  <a:lnTo>
                    <a:pt x="324" y="444"/>
                  </a:lnTo>
                  <a:lnTo>
                    <a:pt x="324" y="450"/>
                  </a:lnTo>
                  <a:lnTo>
                    <a:pt x="330" y="462"/>
                  </a:lnTo>
                  <a:lnTo>
                    <a:pt x="330" y="474"/>
                  </a:lnTo>
                  <a:lnTo>
                    <a:pt x="336" y="480"/>
                  </a:lnTo>
                  <a:lnTo>
                    <a:pt x="336" y="486"/>
                  </a:lnTo>
                  <a:lnTo>
                    <a:pt x="378" y="522"/>
                  </a:lnTo>
                  <a:lnTo>
                    <a:pt x="372" y="546"/>
                  </a:lnTo>
                  <a:lnTo>
                    <a:pt x="408" y="606"/>
                  </a:lnTo>
                  <a:lnTo>
                    <a:pt x="402" y="618"/>
                  </a:lnTo>
                  <a:lnTo>
                    <a:pt x="402" y="636"/>
                  </a:lnTo>
                  <a:lnTo>
                    <a:pt x="408" y="648"/>
                  </a:lnTo>
                  <a:lnTo>
                    <a:pt x="438" y="678"/>
                  </a:lnTo>
                  <a:lnTo>
                    <a:pt x="438" y="684"/>
                  </a:lnTo>
                  <a:lnTo>
                    <a:pt x="444" y="690"/>
                  </a:lnTo>
                  <a:lnTo>
                    <a:pt x="462" y="726"/>
                  </a:lnTo>
                  <a:lnTo>
                    <a:pt x="498" y="744"/>
                  </a:lnTo>
                  <a:lnTo>
                    <a:pt x="504" y="750"/>
                  </a:lnTo>
                  <a:lnTo>
                    <a:pt x="510" y="750"/>
                  </a:lnTo>
                  <a:lnTo>
                    <a:pt x="510" y="786"/>
                  </a:lnTo>
                  <a:lnTo>
                    <a:pt x="522" y="792"/>
                  </a:lnTo>
                  <a:lnTo>
                    <a:pt x="528" y="804"/>
                  </a:lnTo>
                  <a:lnTo>
                    <a:pt x="540" y="810"/>
                  </a:lnTo>
                  <a:lnTo>
                    <a:pt x="564" y="834"/>
                  </a:lnTo>
                  <a:lnTo>
                    <a:pt x="576" y="840"/>
                  </a:lnTo>
                  <a:lnTo>
                    <a:pt x="594" y="858"/>
                  </a:lnTo>
                  <a:lnTo>
                    <a:pt x="600" y="858"/>
                  </a:lnTo>
                  <a:lnTo>
                    <a:pt x="606" y="864"/>
                  </a:lnTo>
                  <a:lnTo>
                    <a:pt x="612" y="864"/>
                  </a:lnTo>
                  <a:lnTo>
                    <a:pt x="612" y="870"/>
                  </a:lnTo>
                  <a:lnTo>
                    <a:pt x="618" y="876"/>
                  </a:lnTo>
                  <a:lnTo>
                    <a:pt x="630" y="900"/>
                  </a:lnTo>
                  <a:lnTo>
                    <a:pt x="642" y="912"/>
                  </a:lnTo>
                  <a:lnTo>
                    <a:pt x="654" y="936"/>
                  </a:lnTo>
                  <a:lnTo>
                    <a:pt x="660" y="942"/>
                  </a:lnTo>
                  <a:lnTo>
                    <a:pt x="660" y="906"/>
                  </a:lnTo>
                  <a:lnTo>
                    <a:pt x="672" y="906"/>
                  </a:lnTo>
                  <a:lnTo>
                    <a:pt x="684" y="918"/>
                  </a:lnTo>
                  <a:lnTo>
                    <a:pt x="696" y="924"/>
                  </a:lnTo>
                  <a:lnTo>
                    <a:pt x="702" y="930"/>
                  </a:lnTo>
                  <a:lnTo>
                    <a:pt x="708" y="930"/>
                  </a:lnTo>
                  <a:close/>
                  <a:moveTo>
                    <a:pt x="2118" y="1194"/>
                  </a:moveTo>
                  <a:lnTo>
                    <a:pt x="2106" y="1176"/>
                  </a:lnTo>
                  <a:lnTo>
                    <a:pt x="2088" y="1176"/>
                  </a:lnTo>
                  <a:lnTo>
                    <a:pt x="2064" y="1200"/>
                  </a:lnTo>
                  <a:lnTo>
                    <a:pt x="2064" y="1212"/>
                  </a:lnTo>
                  <a:lnTo>
                    <a:pt x="2052" y="1212"/>
                  </a:lnTo>
                  <a:lnTo>
                    <a:pt x="2040" y="1218"/>
                  </a:lnTo>
                  <a:lnTo>
                    <a:pt x="2010" y="1248"/>
                  </a:lnTo>
                  <a:lnTo>
                    <a:pt x="1998" y="1272"/>
                  </a:lnTo>
                  <a:lnTo>
                    <a:pt x="1992" y="1278"/>
                  </a:lnTo>
                  <a:lnTo>
                    <a:pt x="1992" y="1290"/>
                  </a:lnTo>
                  <a:lnTo>
                    <a:pt x="2004" y="1302"/>
                  </a:lnTo>
                  <a:lnTo>
                    <a:pt x="2022" y="1302"/>
                  </a:lnTo>
                  <a:lnTo>
                    <a:pt x="2052" y="1284"/>
                  </a:lnTo>
                  <a:lnTo>
                    <a:pt x="2082" y="1260"/>
                  </a:lnTo>
                  <a:lnTo>
                    <a:pt x="2106" y="1242"/>
                  </a:lnTo>
                  <a:lnTo>
                    <a:pt x="2100" y="1236"/>
                  </a:lnTo>
                  <a:lnTo>
                    <a:pt x="2100" y="1224"/>
                  </a:lnTo>
                  <a:lnTo>
                    <a:pt x="2112" y="1200"/>
                  </a:lnTo>
                  <a:lnTo>
                    <a:pt x="2118" y="1194"/>
                  </a:lnTo>
                  <a:close/>
                  <a:moveTo>
                    <a:pt x="1374" y="1128"/>
                  </a:moveTo>
                  <a:lnTo>
                    <a:pt x="1374" y="1116"/>
                  </a:lnTo>
                  <a:lnTo>
                    <a:pt x="1368" y="1110"/>
                  </a:lnTo>
                  <a:lnTo>
                    <a:pt x="1344" y="1098"/>
                  </a:lnTo>
                  <a:lnTo>
                    <a:pt x="1332" y="1098"/>
                  </a:lnTo>
                  <a:lnTo>
                    <a:pt x="1320" y="1092"/>
                  </a:lnTo>
                  <a:lnTo>
                    <a:pt x="1314" y="1092"/>
                  </a:lnTo>
                  <a:lnTo>
                    <a:pt x="1302" y="1098"/>
                  </a:lnTo>
                  <a:lnTo>
                    <a:pt x="1296" y="1104"/>
                  </a:lnTo>
                  <a:lnTo>
                    <a:pt x="1296" y="1116"/>
                  </a:lnTo>
                  <a:lnTo>
                    <a:pt x="1290" y="1122"/>
                  </a:lnTo>
                  <a:lnTo>
                    <a:pt x="1290" y="1134"/>
                  </a:lnTo>
                  <a:lnTo>
                    <a:pt x="1254" y="1104"/>
                  </a:lnTo>
                  <a:lnTo>
                    <a:pt x="1260" y="1092"/>
                  </a:lnTo>
                  <a:lnTo>
                    <a:pt x="1260" y="1080"/>
                  </a:lnTo>
                  <a:lnTo>
                    <a:pt x="1266" y="1068"/>
                  </a:lnTo>
                  <a:lnTo>
                    <a:pt x="1266" y="1050"/>
                  </a:lnTo>
                  <a:lnTo>
                    <a:pt x="1260" y="1038"/>
                  </a:lnTo>
                  <a:lnTo>
                    <a:pt x="1254" y="1032"/>
                  </a:lnTo>
                  <a:lnTo>
                    <a:pt x="1242" y="1026"/>
                  </a:lnTo>
                  <a:lnTo>
                    <a:pt x="1188" y="1026"/>
                  </a:lnTo>
                  <a:lnTo>
                    <a:pt x="1158" y="1008"/>
                  </a:lnTo>
                  <a:lnTo>
                    <a:pt x="1158" y="984"/>
                  </a:lnTo>
                  <a:lnTo>
                    <a:pt x="1116" y="984"/>
                  </a:lnTo>
                  <a:lnTo>
                    <a:pt x="1116" y="996"/>
                  </a:lnTo>
                  <a:lnTo>
                    <a:pt x="1110" y="1008"/>
                  </a:lnTo>
                  <a:lnTo>
                    <a:pt x="1110" y="1026"/>
                  </a:lnTo>
                  <a:lnTo>
                    <a:pt x="1086" y="1026"/>
                  </a:lnTo>
                  <a:lnTo>
                    <a:pt x="1074" y="1020"/>
                  </a:lnTo>
                  <a:lnTo>
                    <a:pt x="1056" y="1014"/>
                  </a:lnTo>
                  <a:lnTo>
                    <a:pt x="1044" y="1014"/>
                  </a:lnTo>
                  <a:lnTo>
                    <a:pt x="1032" y="1008"/>
                  </a:lnTo>
                  <a:lnTo>
                    <a:pt x="966" y="1008"/>
                  </a:lnTo>
                  <a:lnTo>
                    <a:pt x="960" y="996"/>
                  </a:lnTo>
                  <a:lnTo>
                    <a:pt x="948" y="990"/>
                  </a:lnTo>
                  <a:lnTo>
                    <a:pt x="942" y="978"/>
                  </a:lnTo>
                  <a:lnTo>
                    <a:pt x="918" y="954"/>
                  </a:lnTo>
                  <a:lnTo>
                    <a:pt x="900" y="954"/>
                  </a:lnTo>
                  <a:lnTo>
                    <a:pt x="888" y="960"/>
                  </a:lnTo>
                  <a:lnTo>
                    <a:pt x="876" y="954"/>
                  </a:lnTo>
                  <a:lnTo>
                    <a:pt x="870" y="948"/>
                  </a:lnTo>
                  <a:lnTo>
                    <a:pt x="858" y="942"/>
                  </a:lnTo>
                  <a:lnTo>
                    <a:pt x="846" y="942"/>
                  </a:lnTo>
                  <a:lnTo>
                    <a:pt x="840" y="936"/>
                  </a:lnTo>
                  <a:lnTo>
                    <a:pt x="822" y="936"/>
                  </a:lnTo>
                  <a:lnTo>
                    <a:pt x="810" y="930"/>
                  </a:lnTo>
                  <a:lnTo>
                    <a:pt x="792" y="930"/>
                  </a:lnTo>
                  <a:lnTo>
                    <a:pt x="786" y="924"/>
                  </a:lnTo>
                  <a:lnTo>
                    <a:pt x="762" y="924"/>
                  </a:lnTo>
                  <a:lnTo>
                    <a:pt x="750" y="930"/>
                  </a:lnTo>
                  <a:lnTo>
                    <a:pt x="738" y="954"/>
                  </a:lnTo>
                  <a:lnTo>
                    <a:pt x="738" y="966"/>
                  </a:lnTo>
                  <a:lnTo>
                    <a:pt x="732" y="978"/>
                  </a:lnTo>
                  <a:lnTo>
                    <a:pt x="720" y="990"/>
                  </a:lnTo>
                  <a:lnTo>
                    <a:pt x="714" y="990"/>
                  </a:lnTo>
                  <a:lnTo>
                    <a:pt x="702" y="1002"/>
                  </a:lnTo>
                  <a:lnTo>
                    <a:pt x="702" y="1014"/>
                  </a:lnTo>
                  <a:lnTo>
                    <a:pt x="738" y="1008"/>
                  </a:lnTo>
                  <a:lnTo>
                    <a:pt x="786" y="1008"/>
                  </a:lnTo>
                  <a:lnTo>
                    <a:pt x="780" y="1014"/>
                  </a:lnTo>
                  <a:lnTo>
                    <a:pt x="768" y="1020"/>
                  </a:lnTo>
                  <a:lnTo>
                    <a:pt x="762" y="1032"/>
                  </a:lnTo>
                  <a:lnTo>
                    <a:pt x="762" y="1044"/>
                  </a:lnTo>
                  <a:lnTo>
                    <a:pt x="774" y="1050"/>
                  </a:lnTo>
                  <a:lnTo>
                    <a:pt x="780" y="1050"/>
                  </a:lnTo>
                  <a:lnTo>
                    <a:pt x="798" y="1044"/>
                  </a:lnTo>
                  <a:lnTo>
                    <a:pt x="810" y="1044"/>
                  </a:lnTo>
                  <a:lnTo>
                    <a:pt x="816" y="1038"/>
                  </a:lnTo>
                  <a:lnTo>
                    <a:pt x="828" y="1032"/>
                  </a:lnTo>
                  <a:lnTo>
                    <a:pt x="840" y="1038"/>
                  </a:lnTo>
                  <a:lnTo>
                    <a:pt x="870" y="1056"/>
                  </a:lnTo>
                  <a:lnTo>
                    <a:pt x="900" y="1068"/>
                  </a:lnTo>
                  <a:lnTo>
                    <a:pt x="924" y="1080"/>
                  </a:lnTo>
                  <a:lnTo>
                    <a:pt x="960" y="1086"/>
                  </a:lnTo>
                  <a:lnTo>
                    <a:pt x="1014" y="1092"/>
                  </a:lnTo>
                  <a:lnTo>
                    <a:pt x="1062" y="1092"/>
                  </a:lnTo>
                  <a:lnTo>
                    <a:pt x="1080" y="1110"/>
                  </a:lnTo>
                  <a:lnTo>
                    <a:pt x="1086" y="1122"/>
                  </a:lnTo>
                  <a:lnTo>
                    <a:pt x="1098" y="1128"/>
                  </a:lnTo>
                  <a:lnTo>
                    <a:pt x="1110" y="1140"/>
                  </a:lnTo>
                  <a:lnTo>
                    <a:pt x="1128" y="1146"/>
                  </a:lnTo>
                  <a:lnTo>
                    <a:pt x="1152" y="1152"/>
                  </a:lnTo>
                  <a:lnTo>
                    <a:pt x="1170" y="1152"/>
                  </a:lnTo>
                  <a:lnTo>
                    <a:pt x="1182" y="1158"/>
                  </a:lnTo>
                  <a:lnTo>
                    <a:pt x="1248" y="1158"/>
                  </a:lnTo>
                  <a:lnTo>
                    <a:pt x="1260" y="1164"/>
                  </a:lnTo>
                  <a:lnTo>
                    <a:pt x="1278" y="1170"/>
                  </a:lnTo>
                  <a:lnTo>
                    <a:pt x="1290" y="1182"/>
                  </a:lnTo>
                  <a:lnTo>
                    <a:pt x="1302" y="1188"/>
                  </a:lnTo>
                  <a:lnTo>
                    <a:pt x="1320" y="1206"/>
                  </a:lnTo>
                  <a:lnTo>
                    <a:pt x="1338" y="1206"/>
                  </a:lnTo>
                  <a:lnTo>
                    <a:pt x="1350" y="1200"/>
                  </a:lnTo>
                  <a:lnTo>
                    <a:pt x="1356" y="1206"/>
                  </a:lnTo>
                  <a:lnTo>
                    <a:pt x="1374" y="1206"/>
                  </a:lnTo>
                  <a:lnTo>
                    <a:pt x="1374" y="1194"/>
                  </a:lnTo>
                  <a:lnTo>
                    <a:pt x="1368" y="1182"/>
                  </a:lnTo>
                  <a:lnTo>
                    <a:pt x="1362" y="1176"/>
                  </a:lnTo>
                  <a:lnTo>
                    <a:pt x="1356" y="1164"/>
                  </a:lnTo>
                  <a:lnTo>
                    <a:pt x="1374" y="1146"/>
                  </a:lnTo>
                  <a:lnTo>
                    <a:pt x="1374" y="1128"/>
                  </a:lnTo>
                  <a:close/>
                  <a:moveTo>
                    <a:pt x="1500" y="726"/>
                  </a:moveTo>
                  <a:lnTo>
                    <a:pt x="1542" y="684"/>
                  </a:lnTo>
                  <a:lnTo>
                    <a:pt x="1548" y="672"/>
                  </a:lnTo>
                  <a:lnTo>
                    <a:pt x="1554" y="654"/>
                  </a:lnTo>
                  <a:lnTo>
                    <a:pt x="1560" y="642"/>
                  </a:lnTo>
                  <a:lnTo>
                    <a:pt x="1566" y="624"/>
                  </a:lnTo>
                  <a:lnTo>
                    <a:pt x="1566" y="612"/>
                  </a:lnTo>
                  <a:lnTo>
                    <a:pt x="1572" y="606"/>
                  </a:lnTo>
                  <a:lnTo>
                    <a:pt x="1572" y="600"/>
                  </a:lnTo>
                  <a:lnTo>
                    <a:pt x="1566" y="600"/>
                  </a:lnTo>
                  <a:lnTo>
                    <a:pt x="1554" y="594"/>
                  </a:lnTo>
                  <a:lnTo>
                    <a:pt x="1542" y="582"/>
                  </a:lnTo>
                  <a:lnTo>
                    <a:pt x="1542" y="564"/>
                  </a:lnTo>
                  <a:lnTo>
                    <a:pt x="1554" y="516"/>
                  </a:lnTo>
                  <a:lnTo>
                    <a:pt x="1590" y="498"/>
                  </a:lnTo>
                  <a:lnTo>
                    <a:pt x="1626" y="498"/>
                  </a:lnTo>
                  <a:lnTo>
                    <a:pt x="1632" y="486"/>
                  </a:lnTo>
                  <a:lnTo>
                    <a:pt x="1638" y="480"/>
                  </a:lnTo>
                  <a:lnTo>
                    <a:pt x="1644" y="468"/>
                  </a:lnTo>
                  <a:lnTo>
                    <a:pt x="1644" y="444"/>
                  </a:lnTo>
                  <a:lnTo>
                    <a:pt x="1626" y="444"/>
                  </a:lnTo>
                  <a:lnTo>
                    <a:pt x="1620" y="450"/>
                  </a:lnTo>
                  <a:lnTo>
                    <a:pt x="1608" y="450"/>
                  </a:lnTo>
                  <a:lnTo>
                    <a:pt x="1608" y="438"/>
                  </a:lnTo>
                  <a:lnTo>
                    <a:pt x="1614" y="420"/>
                  </a:lnTo>
                  <a:lnTo>
                    <a:pt x="1626" y="408"/>
                  </a:lnTo>
                  <a:lnTo>
                    <a:pt x="1650" y="396"/>
                  </a:lnTo>
                  <a:lnTo>
                    <a:pt x="1662" y="396"/>
                  </a:lnTo>
                  <a:lnTo>
                    <a:pt x="1680" y="402"/>
                  </a:lnTo>
                  <a:lnTo>
                    <a:pt x="1704" y="402"/>
                  </a:lnTo>
                  <a:lnTo>
                    <a:pt x="1716" y="390"/>
                  </a:lnTo>
                  <a:lnTo>
                    <a:pt x="1716" y="384"/>
                  </a:lnTo>
                  <a:lnTo>
                    <a:pt x="1680" y="348"/>
                  </a:lnTo>
                  <a:lnTo>
                    <a:pt x="1680" y="312"/>
                  </a:lnTo>
                  <a:lnTo>
                    <a:pt x="1668" y="312"/>
                  </a:lnTo>
                  <a:lnTo>
                    <a:pt x="1650" y="294"/>
                  </a:lnTo>
                  <a:lnTo>
                    <a:pt x="1650" y="282"/>
                  </a:lnTo>
                  <a:lnTo>
                    <a:pt x="1662" y="270"/>
                  </a:lnTo>
                  <a:lnTo>
                    <a:pt x="1668" y="258"/>
                  </a:lnTo>
                  <a:lnTo>
                    <a:pt x="1668" y="246"/>
                  </a:lnTo>
                  <a:lnTo>
                    <a:pt x="1662" y="240"/>
                  </a:lnTo>
                  <a:lnTo>
                    <a:pt x="1638" y="228"/>
                  </a:lnTo>
                  <a:lnTo>
                    <a:pt x="1614" y="228"/>
                  </a:lnTo>
                  <a:lnTo>
                    <a:pt x="1632" y="198"/>
                  </a:lnTo>
                  <a:lnTo>
                    <a:pt x="1614" y="192"/>
                  </a:lnTo>
                  <a:lnTo>
                    <a:pt x="1620" y="162"/>
                  </a:lnTo>
                  <a:lnTo>
                    <a:pt x="1608" y="144"/>
                  </a:lnTo>
                  <a:lnTo>
                    <a:pt x="1602" y="138"/>
                  </a:lnTo>
                  <a:lnTo>
                    <a:pt x="1590" y="132"/>
                  </a:lnTo>
                  <a:lnTo>
                    <a:pt x="1566" y="108"/>
                  </a:lnTo>
                  <a:lnTo>
                    <a:pt x="1470" y="108"/>
                  </a:lnTo>
                  <a:lnTo>
                    <a:pt x="1464" y="114"/>
                  </a:lnTo>
                  <a:lnTo>
                    <a:pt x="1458" y="126"/>
                  </a:lnTo>
                  <a:lnTo>
                    <a:pt x="1458" y="180"/>
                  </a:lnTo>
                  <a:lnTo>
                    <a:pt x="1452" y="198"/>
                  </a:lnTo>
                  <a:lnTo>
                    <a:pt x="1452" y="204"/>
                  </a:lnTo>
                  <a:lnTo>
                    <a:pt x="1446" y="216"/>
                  </a:lnTo>
                  <a:lnTo>
                    <a:pt x="1428" y="216"/>
                  </a:lnTo>
                  <a:lnTo>
                    <a:pt x="1422" y="222"/>
                  </a:lnTo>
                  <a:lnTo>
                    <a:pt x="1422" y="246"/>
                  </a:lnTo>
                  <a:lnTo>
                    <a:pt x="1428" y="252"/>
                  </a:lnTo>
                  <a:lnTo>
                    <a:pt x="1434" y="264"/>
                  </a:lnTo>
                  <a:lnTo>
                    <a:pt x="1398" y="294"/>
                  </a:lnTo>
                  <a:lnTo>
                    <a:pt x="1404" y="306"/>
                  </a:lnTo>
                  <a:lnTo>
                    <a:pt x="1374" y="342"/>
                  </a:lnTo>
                  <a:lnTo>
                    <a:pt x="1350" y="342"/>
                  </a:lnTo>
                  <a:lnTo>
                    <a:pt x="1344" y="348"/>
                  </a:lnTo>
                  <a:lnTo>
                    <a:pt x="1332" y="354"/>
                  </a:lnTo>
                  <a:lnTo>
                    <a:pt x="1320" y="366"/>
                  </a:lnTo>
                  <a:lnTo>
                    <a:pt x="1314" y="366"/>
                  </a:lnTo>
                  <a:lnTo>
                    <a:pt x="1308" y="360"/>
                  </a:lnTo>
                  <a:lnTo>
                    <a:pt x="1284" y="348"/>
                  </a:lnTo>
                  <a:lnTo>
                    <a:pt x="1272" y="336"/>
                  </a:lnTo>
                  <a:lnTo>
                    <a:pt x="1230" y="336"/>
                  </a:lnTo>
                  <a:lnTo>
                    <a:pt x="1224" y="348"/>
                  </a:lnTo>
                  <a:lnTo>
                    <a:pt x="1194" y="378"/>
                  </a:lnTo>
                  <a:lnTo>
                    <a:pt x="1170" y="378"/>
                  </a:lnTo>
                  <a:lnTo>
                    <a:pt x="1152" y="372"/>
                  </a:lnTo>
                  <a:lnTo>
                    <a:pt x="1128" y="372"/>
                  </a:lnTo>
                  <a:lnTo>
                    <a:pt x="1110" y="390"/>
                  </a:lnTo>
                  <a:lnTo>
                    <a:pt x="1104" y="390"/>
                  </a:lnTo>
                  <a:lnTo>
                    <a:pt x="1080" y="378"/>
                  </a:lnTo>
                  <a:lnTo>
                    <a:pt x="1074" y="372"/>
                  </a:lnTo>
                  <a:lnTo>
                    <a:pt x="1062" y="366"/>
                  </a:lnTo>
                  <a:lnTo>
                    <a:pt x="1050" y="354"/>
                  </a:lnTo>
                  <a:lnTo>
                    <a:pt x="1050" y="342"/>
                  </a:lnTo>
                  <a:lnTo>
                    <a:pt x="1044" y="336"/>
                  </a:lnTo>
                  <a:lnTo>
                    <a:pt x="1032" y="330"/>
                  </a:lnTo>
                  <a:lnTo>
                    <a:pt x="1008" y="330"/>
                  </a:lnTo>
                  <a:lnTo>
                    <a:pt x="996" y="336"/>
                  </a:lnTo>
                  <a:lnTo>
                    <a:pt x="990" y="348"/>
                  </a:lnTo>
                  <a:lnTo>
                    <a:pt x="978" y="366"/>
                  </a:lnTo>
                  <a:lnTo>
                    <a:pt x="972" y="384"/>
                  </a:lnTo>
                  <a:lnTo>
                    <a:pt x="972" y="402"/>
                  </a:lnTo>
                  <a:lnTo>
                    <a:pt x="966" y="408"/>
                  </a:lnTo>
                  <a:lnTo>
                    <a:pt x="966" y="414"/>
                  </a:lnTo>
                  <a:lnTo>
                    <a:pt x="990" y="444"/>
                  </a:lnTo>
                  <a:lnTo>
                    <a:pt x="1002" y="498"/>
                  </a:lnTo>
                  <a:lnTo>
                    <a:pt x="1050" y="528"/>
                  </a:lnTo>
                  <a:lnTo>
                    <a:pt x="1038" y="564"/>
                  </a:lnTo>
                  <a:lnTo>
                    <a:pt x="1068" y="582"/>
                  </a:lnTo>
                  <a:lnTo>
                    <a:pt x="1050" y="606"/>
                  </a:lnTo>
                  <a:lnTo>
                    <a:pt x="1068" y="636"/>
                  </a:lnTo>
                  <a:lnTo>
                    <a:pt x="1056" y="648"/>
                  </a:lnTo>
                  <a:lnTo>
                    <a:pt x="1068" y="702"/>
                  </a:lnTo>
                  <a:lnTo>
                    <a:pt x="1110" y="696"/>
                  </a:lnTo>
                  <a:lnTo>
                    <a:pt x="1140" y="708"/>
                  </a:lnTo>
                  <a:lnTo>
                    <a:pt x="1146" y="696"/>
                  </a:lnTo>
                  <a:lnTo>
                    <a:pt x="1170" y="672"/>
                  </a:lnTo>
                  <a:lnTo>
                    <a:pt x="1182" y="672"/>
                  </a:lnTo>
                  <a:lnTo>
                    <a:pt x="1182" y="690"/>
                  </a:lnTo>
                  <a:lnTo>
                    <a:pt x="1188" y="702"/>
                  </a:lnTo>
                  <a:lnTo>
                    <a:pt x="1188" y="726"/>
                  </a:lnTo>
                  <a:lnTo>
                    <a:pt x="1194" y="738"/>
                  </a:lnTo>
                  <a:lnTo>
                    <a:pt x="1212" y="738"/>
                  </a:lnTo>
                  <a:lnTo>
                    <a:pt x="1218" y="726"/>
                  </a:lnTo>
                  <a:lnTo>
                    <a:pt x="1218" y="720"/>
                  </a:lnTo>
                  <a:lnTo>
                    <a:pt x="1224" y="714"/>
                  </a:lnTo>
                  <a:lnTo>
                    <a:pt x="1224" y="708"/>
                  </a:lnTo>
                  <a:lnTo>
                    <a:pt x="1254" y="726"/>
                  </a:lnTo>
                  <a:lnTo>
                    <a:pt x="1266" y="720"/>
                  </a:lnTo>
                  <a:lnTo>
                    <a:pt x="1272" y="708"/>
                  </a:lnTo>
                  <a:lnTo>
                    <a:pt x="1284" y="702"/>
                  </a:lnTo>
                  <a:lnTo>
                    <a:pt x="1296" y="702"/>
                  </a:lnTo>
                  <a:lnTo>
                    <a:pt x="1296" y="714"/>
                  </a:lnTo>
                  <a:lnTo>
                    <a:pt x="1302" y="720"/>
                  </a:lnTo>
                  <a:lnTo>
                    <a:pt x="1302" y="738"/>
                  </a:lnTo>
                  <a:lnTo>
                    <a:pt x="1308" y="744"/>
                  </a:lnTo>
                  <a:lnTo>
                    <a:pt x="1332" y="744"/>
                  </a:lnTo>
                  <a:lnTo>
                    <a:pt x="1350" y="738"/>
                  </a:lnTo>
                  <a:lnTo>
                    <a:pt x="1362" y="732"/>
                  </a:lnTo>
                  <a:lnTo>
                    <a:pt x="1392" y="732"/>
                  </a:lnTo>
                  <a:lnTo>
                    <a:pt x="1404" y="744"/>
                  </a:lnTo>
                  <a:lnTo>
                    <a:pt x="1404" y="786"/>
                  </a:lnTo>
                  <a:lnTo>
                    <a:pt x="1398" y="798"/>
                  </a:lnTo>
                  <a:lnTo>
                    <a:pt x="1398" y="810"/>
                  </a:lnTo>
                  <a:lnTo>
                    <a:pt x="1404" y="810"/>
                  </a:lnTo>
                  <a:lnTo>
                    <a:pt x="1410" y="804"/>
                  </a:lnTo>
                  <a:lnTo>
                    <a:pt x="1422" y="798"/>
                  </a:lnTo>
                  <a:lnTo>
                    <a:pt x="1440" y="792"/>
                  </a:lnTo>
                  <a:lnTo>
                    <a:pt x="1452" y="786"/>
                  </a:lnTo>
                  <a:lnTo>
                    <a:pt x="1476" y="762"/>
                  </a:lnTo>
                  <a:lnTo>
                    <a:pt x="1482" y="750"/>
                  </a:lnTo>
                  <a:lnTo>
                    <a:pt x="1500" y="732"/>
                  </a:lnTo>
                  <a:lnTo>
                    <a:pt x="1500" y="726"/>
                  </a:lnTo>
                  <a:close/>
                  <a:moveTo>
                    <a:pt x="1476" y="1116"/>
                  </a:moveTo>
                  <a:lnTo>
                    <a:pt x="1470" y="1116"/>
                  </a:lnTo>
                  <a:lnTo>
                    <a:pt x="1458" y="1122"/>
                  </a:lnTo>
                  <a:lnTo>
                    <a:pt x="1452" y="1128"/>
                  </a:lnTo>
                  <a:lnTo>
                    <a:pt x="1458" y="1134"/>
                  </a:lnTo>
                  <a:lnTo>
                    <a:pt x="1470" y="1140"/>
                  </a:lnTo>
                  <a:lnTo>
                    <a:pt x="1476" y="1140"/>
                  </a:lnTo>
                  <a:lnTo>
                    <a:pt x="1488" y="1146"/>
                  </a:lnTo>
                  <a:lnTo>
                    <a:pt x="1500" y="1134"/>
                  </a:lnTo>
                  <a:lnTo>
                    <a:pt x="1500" y="1128"/>
                  </a:lnTo>
                  <a:lnTo>
                    <a:pt x="1488" y="1116"/>
                  </a:lnTo>
                  <a:lnTo>
                    <a:pt x="1476" y="1116"/>
                  </a:lnTo>
                  <a:close/>
                  <a:moveTo>
                    <a:pt x="1716" y="1230"/>
                  </a:moveTo>
                  <a:lnTo>
                    <a:pt x="1680" y="1218"/>
                  </a:lnTo>
                  <a:lnTo>
                    <a:pt x="1674" y="1224"/>
                  </a:lnTo>
                  <a:lnTo>
                    <a:pt x="1674" y="1230"/>
                  </a:lnTo>
                  <a:lnTo>
                    <a:pt x="1686" y="1254"/>
                  </a:lnTo>
                  <a:lnTo>
                    <a:pt x="1692" y="1260"/>
                  </a:lnTo>
                  <a:lnTo>
                    <a:pt x="1704" y="1266"/>
                  </a:lnTo>
                  <a:lnTo>
                    <a:pt x="1716" y="1266"/>
                  </a:lnTo>
                  <a:lnTo>
                    <a:pt x="1722" y="1260"/>
                  </a:lnTo>
                  <a:lnTo>
                    <a:pt x="1740" y="1260"/>
                  </a:lnTo>
                  <a:lnTo>
                    <a:pt x="1746" y="1266"/>
                  </a:lnTo>
                  <a:lnTo>
                    <a:pt x="1746" y="1278"/>
                  </a:lnTo>
                  <a:lnTo>
                    <a:pt x="1752" y="1290"/>
                  </a:lnTo>
                  <a:lnTo>
                    <a:pt x="1764" y="1296"/>
                  </a:lnTo>
                  <a:lnTo>
                    <a:pt x="1788" y="1296"/>
                  </a:lnTo>
                  <a:lnTo>
                    <a:pt x="1794" y="1290"/>
                  </a:lnTo>
                  <a:lnTo>
                    <a:pt x="1800" y="1290"/>
                  </a:lnTo>
                  <a:lnTo>
                    <a:pt x="1800" y="1284"/>
                  </a:lnTo>
                  <a:lnTo>
                    <a:pt x="1794" y="1272"/>
                  </a:lnTo>
                  <a:lnTo>
                    <a:pt x="1782" y="1260"/>
                  </a:lnTo>
                  <a:lnTo>
                    <a:pt x="1770" y="1236"/>
                  </a:lnTo>
                  <a:lnTo>
                    <a:pt x="1746" y="1224"/>
                  </a:lnTo>
                  <a:lnTo>
                    <a:pt x="1728" y="1224"/>
                  </a:lnTo>
                  <a:lnTo>
                    <a:pt x="1716" y="1230"/>
                  </a:lnTo>
                  <a:close/>
                  <a:moveTo>
                    <a:pt x="1962" y="1122"/>
                  </a:moveTo>
                  <a:lnTo>
                    <a:pt x="1932" y="1146"/>
                  </a:lnTo>
                  <a:lnTo>
                    <a:pt x="1920" y="1134"/>
                  </a:lnTo>
                  <a:lnTo>
                    <a:pt x="1890" y="1134"/>
                  </a:lnTo>
                  <a:lnTo>
                    <a:pt x="1884" y="1140"/>
                  </a:lnTo>
                  <a:lnTo>
                    <a:pt x="1872" y="1146"/>
                  </a:lnTo>
                  <a:lnTo>
                    <a:pt x="1866" y="1152"/>
                  </a:lnTo>
                  <a:lnTo>
                    <a:pt x="1860" y="1140"/>
                  </a:lnTo>
                  <a:lnTo>
                    <a:pt x="1836" y="1116"/>
                  </a:lnTo>
                  <a:lnTo>
                    <a:pt x="1824" y="1116"/>
                  </a:lnTo>
                  <a:lnTo>
                    <a:pt x="1800" y="1128"/>
                  </a:lnTo>
                  <a:lnTo>
                    <a:pt x="1764" y="1164"/>
                  </a:lnTo>
                  <a:lnTo>
                    <a:pt x="1728" y="1158"/>
                  </a:lnTo>
                  <a:lnTo>
                    <a:pt x="1716" y="1176"/>
                  </a:lnTo>
                  <a:lnTo>
                    <a:pt x="1746" y="1176"/>
                  </a:lnTo>
                  <a:lnTo>
                    <a:pt x="1752" y="1182"/>
                  </a:lnTo>
                  <a:lnTo>
                    <a:pt x="1764" y="1182"/>
                  </a:lnTo>
                  <a:lnTo>
                    <a:pt x="1776" y="1188"/>
                  </a:lnTo>
                  <a:lnTo>
                    <a:pt x="1788" y="1188"/>
                  </a:lnTo>
                  <a:lnTo>
                    <a:pt x="1794" y="1182"/>
                  </a:lnTo>
                  <a:lnTo>
                    <a:pt x="1806" y="1176"/>
                  </a:lnTo>
                  <a:lnTo>
                    <a:pt x="1812" y="1170"/>
                  </a:lnTo>
                  <a:lnTo>
                    <a:pt x="1908" y="1164"/>
                  </a:lnTo>
                  <a:lnTo>
                    <a:pt x="1956" y="1158"/>
                  </a:lnTo>
                  <a:lnTo>
                    <a:pt x="1992" y="1128"/>
                  </a:lnTo>
                  <a:lnTo>
                    <a:pt x="1992" y="1110"/>
                  </a:lnTo>
                  <a:lnTo>
                    <a:pt x="1962" y="1122"/>
                  </a:lnTo>
                  <a:close/>
                  <a:moveTo>
                    <a:pt x="1578" y="1158"/>
                  </a:moveTo>
                  <a:lnTo>
                    <a:pt x="1566" y="1152"/>
                  </a:lnTo>
                  <a:lnTo>
                    <a:pt x="1560" y="1146"/>
                  </a:lnTo>
                  <a:lnTo>
                    <a:pt x="1548" y="1140"/>
                  </a:lnTo>
                  <a:lnTo>
                    <a:pt x="1536" y="1140"/>
                  </a:lnTo>
                  <a:lnTo>
                    <a:pt x="1512" y="1164"/>
                  </a:lnTo>
                  <a:lnTo>
                    <a:pt x="1506" y="1176"/>
                  </a:lnTo>
                  <a:lnTo>
                    <a:pt x="1500" y="1182"/>
                  </a:lnTo>
                  <a:lnTo>
                    <a:pt x="1554" y="1188"/>
                  </a:lnTo>
                  <a:lnTo>
                    <a:pt x="1554" y="1212"/>
                  </a:lnTo>
                  <a:lnTo>
                    <a:pt x="1578" y="1206"/>
                  </a:lnTo>
                  <a:lnTo>
                    <a:pt x="1590" y="1188"/>
                  </a:lnTo>
                  <a:lnTo>
                    <a:pt x="1614" y="1206"/>
                  </a:lnTo>
                  <a:lnTo>
                    <a:pt x="1644" y="1170"/>
                  </a:lnTo>
                  <a:lnTo>
                    <a:pt x="1596" y="1152"/>
                  </a:lnTo>
                  <a:lnTo>
                    <a:pt x="1578" y="1158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72" name="India" descr="© INSCALE GmbH, 05.05.2010&#10;http://www.presentationload.com/">
              <a:extLst>
                <a:ext uri="{FF2B5EF4-FFF2-40B4-BE49-F238E27FC236}">
                  <a16:creationId xmlns:a16="http://schemas.microsoft.com/office/drawing/2014/main" id="{4E50035C-6795-425B-925F-29722203D7C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308736" y="2048925"/>
              <a:ext cx="646210" cy="774510"/>
            </a:xfrm>
            <a:custGeom>
              <a:avLst/>
              <a:gdLst>
                <a:gd name="T0" fmla="*/ 2147483647 w 1956"/>
                <a:gd name="T1" fmla="*/ 2147483647 h 2358"/>
                <a:gd name="T2" fmla="*/ 2147483647 w 1956"/>
                <a:gd name="T3" fmla="*/ 2147483647 h 2358"/>
                <a:gd name="T4" fmla="*/ 2147483647 w 1956"/>
                <a:gd name="T5" fmla="*/ 2147483647 h 2358"/>
                <a:gd name="T6" fmla="*/ 2147483647 w 1956"/>
                <a:gd name="T7" fmla="*/ 2147483647 h 2358"/>
                <a:gd name="T8" fmla="*/ 2147483647 w 1956"/>
                <a:gd name="T9" fmla="*/ 2147483647 h 2358"/>
                <a:gd name="T10" fmla="*/ 2147483647 w 1956"/>
                <a:gd name="T11" fmla="*/ 2147483647 h 2358"/>
                <a:gd name="T12" fmla="*/ 2147483647 w 1956"/>
                <a:gd name="T13" fmla="*/ 2147483647 h 2358"/>
                <a:gd name="T14" fmla="*/ 2147483647 w 1956"/>
                <a:gd name="T15" fmla="*/ 2147483647 h 2358"/>
                <a:gd name="T16" fmla="*/ 2147483647 w 1956"/>
                <a:gd name="T17" fmla="*/ 2147483647 h 2358"/>
                <a:gd name="T18" fmla="*/ 2147483647 w 1956"/>
                <a:gd name="T19" fmla="*/ 2147483647 h 2358"/>
                <a:gd name="T20" fmla="*/ 2147483647 w 1956"/>
                <a:gd name="T21" fmla="*/ 2147483647 h 2358"/>
                <a:gd name="T22" fmla="*/ 2147483647 w 1956"/>
                <a:gd name="T23" fmla="*/ 2147483647 h 2358"/>
                <a:gd name="T24" fmla="*/ 2147483647 w 1956"/>
                <a:gd name="T25" fmla="*/ 2147483647 h 2358"/>
                <a:gd name="T26" fmla="*/ 2147483647 w 1956"/>
                <a:gd name="T27" fmla="*/ 2147483647 h 2358"/>
                <a:gd name="T28" fmla="*/ 2147483647 w 1956"/>
                <a:gd name="T29" fmla="*/ 2147483647 h 2358"/>
                <a:gd name="T30" fmla="*/ 2147483647 w 1956"/>
                <a:gd name="T31" fmla="*/ 2147483647 h 2358"/>
                <a:gd name="T32" fmla="*/ 2147483647 w 1956"/>
                <a:gd name="T33" fmla="*/ 2147483647 h 2358"/>
                <a:gd name="T34" fmla="*/ 2147483647 w 1956"/>
                <a:gd name="T35" fmla="*/ 2147483647 h 2358"/>
                <a:gd name="T36" fmla="*/ 2147483647 w 1956"/>
                <a:gd name="T37" fmla="*/ 2147483647 h 2358"/>
                <a:gd name="T38" fmla="*/ 2147483647 w 1956"/>
                <a:gd name="T39" fmla="*/ 2147483647 h 2358"/>
                <a:gd name="T40" fmla="*/ 2147483647 w 1956"/>
                <a:gd name="T41" fmla="*/ 2147483647 h 2358"/>
                <a:gd name="T42" fmla="*/ 2147483647 w 1956"/>
                <a:gd name="T43" fmla="*/ 2147483647 h 2358"/>
                <a:gd name="T44" fmla="*/ 2147483647 w 1956"/>
                <a:gd name="T45" fmla="*/ 2147483647 h 2358"/>
                <a:gd name="T46" fmla="*/ 2147483647 w 1956"/>
                <a:gd name="T47" fmla="*/ 2147483647 h 2358"/>
                <a:gd name="T48" fmla="*/ 2147483647 w 1956"/>
                <a:gd name="T49" fmla="*/ 2147483647 h 2358"/>
                <a:gd name="T50" fmla="*/ 2147483647 w 1956"/>
                <a:gd name="T51" fmla="*/ 2147483647 h 2358"/>
                <a:gd name="T52" fmla="*/ 2147483647 w 1956"/>
                <a:gd name="T53" fmla="*/ 2147483647 h 2358"/>
                <a:gd name="T54" fmla="*/ 2147483647 w 1956"/>
                <a:gd name="T55" fmla="*/ 2147483647 h 2358"/>
                <a:gd name="T56" fmla="*/ 2147483647 w 1956"/>
                <a:gd name="T57" fmla="*/ 2147483647 h 2358"/>
                <a:gd name="T58" fmla="*/ 2147483647 w 1956"/>
                <a:gd name="T59" fmla="*/ 2147483647 h 2358"/>
                <a:gd name="T60" fmla="*/ 2147483647 w 1956"/>
                <a:gd name="T61" fmla="*/ 2147483647 h 2358"/>
                <a:gd name="T62" fmla="*/ 2147483647 w 1956"/>
                <a:gd name="T63" fmla="*/ 2147483647 h 2358"/>
                <a:gd name="T64" fmla="*/ 2147483647 w 1956"/>
                <a:gd name="T65" fmla="*/ 2147483647 h 2358"/>
                <a:gd name="T66" fmla="*/ 2147483647 w 1956"/>
                <a:gd name="T67" fmla="*/ 2147483647 h 2358"/>
                <a:gd name="T68" fmla="*/ 2147483647 w 1956"/>
                <a:gd name="T69" fmla="*/ 2147483647 h 2358"/>
                <a:gd name="T70" fmla="*/ 2147483647 w 1956"/>
                <a:gd name="T71" fmla="*/ 2147483647 h 2358"/>
                <a:gd name="T72" fmla="*/ 2147483647 w 1956"/>
                <a:gd name="T73" fmla="*/ 2147483647 h 2358"/>
                <a:gd name="T74" fmla="*/ 2147483647 w 1956"/>
                <a:gd name="T75" fmla="*/ 2147483647 h 2358"/>
                <a:gd name="T76" fmla="*/ 2147483647 w 1956"/>
                <a:gd name="T77" fmla="*/ 2147483647 h 2358"/>
                <a:gd name="T78" fmla="*/ 2147483647 w 1956"/>
                <a:gd name="T79" fmla="*/ 2147483647 h 2358"/>
                <a:gd name="T80" fmla="*/ 2147483647 w 1956"/>
                <a:gd name="T81" fmla="*/ 2147483647 h 2358"/>
                <a:gd name="T82" fmla="*/ 2147483647 w 1956"/>
                <a:gd name="T83" fmla="*/ 2147483647 h 2358"/>
                <a:gd name="T84" fmla="*/ 2147483647 w 1956"/>
                <a:gd name="T85" fmla="*/ 2147483647 h 2358"/>
                <a:gd name="T86" fmla="*/ 2147483647 w 1956"/>
                <a:gd name="T87" fmla="*/ 2147483647 h 2358"/>
                <a:gd name="T88" fmla="*/ 2147483647 w 1956"/>
                <a:gd name="T89" fmla="*/ 2147483647 h 2358"/>
                <a:gd name="T90" fmla="*/ 2147483647 w 1956"/>
                <a:gd name="T91" fmla="*/ 2147483647 h 2358"/>
                <a:gd name="T92" fmla="*/ 2147483647 w 1956"/>
                <a:gd name="T93" fmla="*/ 2147483647 h 2358"/>
                <a:gd name="T94" fmla="*/ 2147483647 w 1956"/>
                <a:gd name="T95" fmla="*/ 2147483647 h 2358"/>
                <a:gd name="T96" fmla="*/ 2147483647 w 1956"/>
                <a:gd name="T97" fmla="*/ 2147483647 h 2358"/>
                <a:gd name="T98" fmla="*/ 2147483647 w 1956"/>
                <a:gd name="T99" fmla="*/ 2147483647 h 2358"/>
                <a:gd name="T100" fmla="*/ 2147483647 w 1956"/>
                <a:gd name="T101" fmla="*/ 2147483647 h 2358"/>
                <a:gd name="T102" fmla="*/ 2147483647 w 1956"/>
                <a:gd name="T103" fmla="*/ 2147483647 h 2358"/>
                <a:gd name="T104" fmla="*/ 2147483647 w 1956"/>
                <a:gd name="T105" fmla="*/ 2147483647 h 2358"/>
                <a:gd name="T106" fmla="*/ 2147483647 w 1956"/>
                <a:gd name="T107" fmla="*/ 2147483647 h 2358"/>
                <a:gd name="T108" fmla="*/ 2147483647 w 1956"/>
                <a:gd name="T109" fmla="*/ 2147483647 h 2358"/>
                <a:gd name="T110" fmla="*/ 2147483647 w 1956"/>
                <a:gd name="T111" fmla="*/ 2147483647 h 2358"/>
                <a:gd name="T112" fmla="*/ 2147483647 w 1956"/>
                <a:gd name="T113" fmla="*/ 2147483647 h 2358"/>
                <a:gd name="T114" fmla="*/ 2147483647 w 1956"/>
                <a:gd name="T115" fmla="*/ 2147483647 h 2358"/>
                <a:gd name="T116" fmla="*/ 2147483647 w 1956"/>
                <a:gd name="T117" fmla="*/ 2147483647 h 2358"/>
                <a:gd name="T118" fmla="*/ 2147483647 w 1956"/>
                <a:gd name="T119" fmla="*/ 2147483647 h 23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56"/>
                <a:gd name="T181" fmla="*/ 0 h 2358"/>
                <a:gd name="T182" fmla="*/ 1956 w 1956"/>
                <a:gd name="T183" fmla="*/ 2358 h 23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56" h="2358">
                  <a:moveTo>
                    <a:pt x="1806" y="1788"/>
                  </a:moveTo>
                  <a:lnTo>
                    <a:pt x="1794" y="1800"/>
                  </a:lnTo>
                  <a:lnTo>
                    <a:pt x="1782" y="1824"/>
                  </a:lnTo>
                  <a:lnTo>
                    <a:pt x="1782" y="1884"/>
                  </a:lnTo>
                  <a:lnTo>
                    <a:pt x="1788" y="1980"/>
                  </a:lnTo>
                  <a:lnTo>
                    <a:pt x="1800" y="1950"/>
                  </a:lnTo>
                  <a:lnTo>
                    <a:pt x="1800" y="1848"/>
                  </a:lnTo>
                  <a:lnTo>
                    <a:pt x="1806" y="1836"/>
                  </a:lnTo>
                  <a:lnTo>
                    <a:pt x="1806" y="1830"/>
                  </a:lnTo>
                  <a:lnTo>
                    <a:pt x="1812" y="1818"/>
                  </a:lnTo>
                  <a:lnTo>
                    <a:pt x="1812" y="1806"/>
                  </a:lnTo>
                  <a:lnTo>
                    <a:pt x="1818" y="1800"/>
                  </a:lnTo>
                  <a:lnTo>
                    <a:pt x="1812" y="1788"/>
                  </a:lnTo>
                  <a:lnTo>
                    <a:pt x="1806" y="1788"/>
                  </a:lnTo>
                  <a:close/>
                  <a:moveTo>
                    <a:pt x="1794" y="2028"/>
                  </a:moveTo>
                  <a:lnTo>
                    <a:pt x="1788" y="2028"/>
                  </a:lnTo>
                  <a:lnTo>
                    <a:pt x="1782" y="2040"/>
                  </a:lnTo>
                  <a:lnTo>
                    <a:pt x="1782" y="2046"/>
                  </a:lnTo>
                  <a:lnTo>
                    <a:pt x="1788" y="2058"/>
                  </a:lnTo>
                  <a:lnTo>
                    <a:pt x="1788" y="2064"/>
                  </a:lnTo>
                  <a:lnTo>
                    <a:pt x="1794" y="2076"/>
                  </a:lnTo>
                  <a:lnTo>
                    <a:pt x="1800" y="2064"/>
                  </a:lnTo>
                  <a:lnTo>
                    <a:pt x="1800" y="2028"/>
                  </a:lnTo>
                  <a:lnTo>
                    <a:pt x="1794" y="2028"/>
                  </a:lnTo>
                  <a:close/>
                  <a:moveTo>
                    <a:pt x="1890" y="2310"/>
                  </a:moveTo>
                  <a:lnTo>
                    <a:pt x="1884" y="2316"/>
                  </a:lnTo>
                  <a:lnTo>
                    <a:pt x="1884" y="2334"/>
                  </a:lnTo>
                  <a:lnTo>
                    <a:pt x="1890" y="2346"/>
                  </a:lnTo>
                  <a:lnTo>
                    <a:pt x="1896" y="2352"/>
                  </a:lnTo>
                  <a:lnTo>
                    <a:pt x="1908" y="2358"/>
                  </a:lnTo>
                  <a:lnTo>
                    <a:pt x="1908" y="2346"/>
                  </a:lnTo>
                  <a:lnTo>
                    <a:pt x="1902" y="2334"/>
                  </a:lnTo>
                  <a:lnTo>
                    <a:pt x="1902" y="2322"/>
                  </a:lnTo>
                  <a:lnTo>
                    <a:pt x="1896" y="2310"/>
                  </a:lnTo>
                  <a:lnTo>
                    <a:pt x="1890" y="2310"/>
                  </a:lnTo>
                  <a:close/>
                  <a:moveTo>
                    <a:pt x="1920" y="672"/>
                  </a:moveTo>
                  <a:lnTo>
                    <a:pt x="1932" y="660"/>
                  </a:lnTo>
                  <a:lnTo>
                    <a:pt x="1944" y="654"/>
                  </a:lnTo>
                  <a:lnTo>
                    <a:pt x="1950" y="648"/>
                  </a:lnTo>
                  <a:lnTo>
                    <a:pt x="1956" y="648"/>
                  </a:lnTo>
                  <a:lnTo>
                    <a:pt x="1956" y="618"/>
                  </a:lnTo>
                  <a:lnTo>
                    <a:pt x="1950" y="618"/>
                  </a:lnTo>
                  <a:lnTo>
                    <a:pt x="1944" y="612"/>
                  </a:lnTo>
                  <a:lnTo>
                    <a:pt x="1878" y="612"/>
                  </a:lnTo>
                  <a:lnTo>
                    <a:pt x="1878" y="606"/>
                  </a:lnTo>
                  <a:lnTo>
                    <a:pt x="1890" y="594"/>
                  </a:lnTo>
                  <a:lnTo>
                    <a:pt x="1896" y="594"/>
                  </a:lnTo>
                  <a:lnTo>
                    <a:pt x="1878" y="564"/>
                  </a:lnTo>
                  <a:lnTo>
                    <a:pt x="1848" y="564"/>
                  </a:lnTo>
                  <a:lnTo>
                    <a:pt x="1842" y="558"/>
                  </a:lnTo>
                  <a:lnTo>
                    <a:pt x="1848" y="558"/>
                  </a:lnTo>
                  <a:lnTo>
                    <a:pt x="1860" y="546"/>
                  </a:lnTo>
                  <a:lnTo>
                    <a:pt x="1854" y="540"/>
                  </a:lnTo>
                  <a:lnTo>
                    <a:pt x="1818" y="522"/>
                  </a:lnTo>
                  <a:lnTo>
                    <a:pt x="1806" y="534"/>
                  </a:lnTo>
                  <a:lnTo>
                    <a:pt x="1806" y="558"/>
                  </a:lnTo>
                  <a:lnTo>
                    <a:pt x="1788" y="558"/>
                  </a:lnTo>
                  <a:lnTo>
                    <a:pt x="1770" y="546"/>
                  </a:lnTo>
                  <a:lnTo>
                    <a:pt x="1758" y="540"/>
                  </a:lnTo>
                  <a:lnTo>
                    <a:pt x="1740" y="540"/>
                  </a:lnTo>
                  <a:lnTo>
                    <a:pt x="1728" y="552"/>
                  </a:lnTo>
                  <a:lnTo>
                    <a:pt x="1716" y="558"/>
                  </a:lnTo>
                  <a:lnTo>
                    <a:pt x="1692" y="582"/>
                  </a:lnTo>
                  <a:lnTo>
                    <a:pt x="1656" y="582"/>
                  </a:lnTo>
                  <a:lnTo>
                    <a:pt x="1656" y="588"/>
                  </a:lnTo>
                  <a:lnTo>
                    <a:pt x="1662" y="594"/>
                  </a:lnTo>
                  <a:lnTo>
                    <a:pt x="1662" y="618"/>
                  </a:lnTo>
                  <a:lnTo>
                    <a:pt x="1656" y="624"/>
                  </a:lnTo>
                  <a:lnTo>
                    <a:pt x="1626" y="624"/>
                  </a:lnTo>
                  <a:lnTo>
                    <a:pt x="1632" y="636"/>
                  </a:lnTo>
                  <a:lnTo>
                    <a:pt x="1632" y="654"/>
                  </a:lnTo>
                  <a:lnTo>
                    <a:pt x="1620" y="666"/>
                  </a:lnTo>
                  <a:lnTo>
                    <a:pt x="1566" y="666"/>
                  </a:lnTo>
                  <a:lnTo>
                    <a:pt x="1566" y="684"/>
                  </a:lnTo>
                  <a:lnTo>
                    <a:pt x="1572" y="690"/>
                  </a:lnTo>
                  <a:lnTo>
                    <a:pt x="1596" y="690"/>
                  </a:lnTo>
                  <a:lnTo>
                    <a:pt x="1596" y="714"/>
                  </a:lnTo>
                  <a:lnTo>
                    <a:pt x="1608" y="726"/>
                  </a:lnTo>
                  <a:lnTo>
                    <a:pt x="1608" y="732"/>
                  </a:lnTo>
                  <a:lnTo>
                    <a:pt x="1584" y="744"/>
                  </a:lnTo>
                  <a:lnTo>
                    <a:pt x="1572" y="744"/>
                  </a:lnTo>
                  <a:lnTo>
                    <a:pt x="1566" y="738"/>
                  </a:lnTo>
                  <a:lnTo>
                    <a:pt x="1554" y="738"/>
                  </a:lnTo>
                  <a:lnTo>
                    <a:pt x="1542" y="744"/>
                  </a:lnTo>
                  <a:lnTo>
                    <a:pt x="1512" y="744"/>
                  </a:lnTo>
                  <a:lnTo>
                    <a:pt x="1500" y="738"/>
                  </a:lnTo>
                  <a:lnTo>
                    <a:pt x="1482" y="738"/>
                  </a:lnTo>
                  <a:lnTo>
                    <a:pt x="1476" y="744"/>
                  </a:lnTo>
                  <a:lnTo>
                    <a:pt x="1464" y="750"/>
                  </a:lnTo>
                  <a:lnTo>
                    <a:pt x="1440" y="750"/>
                  </a:lnTo>
                  <a:lnTo>
                    <a:pt x="1428" y="738"/>
                  </a:lnTo>
                  <a:lnTo>
                    <a:pt x="1428" y="732"/>
                  </a:lnTo>
                  <a:lnTo>
                    <a:pt x="1428" y="738"/>
                  </a:lnTo>
                  <a:lnTo>
                    <a:pt x="1416" y="738"/>
                  </a:lnTo>
                  <a:lnTo>
                    <a:pt x="1392" y="726"/>
                  </a:lnTo>
                  <a:lnTo>
                    <a:pt x="1374" y="708"/>
                  </a:lnTo>
                  <a:lnTo>
                    <a:pt x="1374" y="696"/>
                  </a:lnTo>
                  <a:lnTo>
                    <a:pt x="1380" y="696"/>
                  </a:lnTo>
                  <a:lnTo>
                    <a:pt x="1374" y="696"/>
                  </a:lnTo>
                  <a:lnTo>
                    <a:pt x="1368" y="690"/>
                  </a:lnTo>
                  <a:lnTo>
                    <a:pt x="1368" y="642"/>
                  </a:lnTo>
                  <a:lnTo>
                    <a:pt x="1362" y="636"/>
                  </a:lnTo>
                  <a:lnTo>
                    <a:pt x="1350" y="630"/>
                  </a:lnTo>
                  <a:lnTo>
                    <a:pt x="1338" y="630"/>
                  </a:lnTo>
                  <a:lnTo>
                    <a:pt x="1326" y="642"/>
                  </a:lnTo>
                  <a:lnTo>
                    <a:pt x="1314" y="648"/>
                  </a:lnTo>
                  <a:lnTo>
                    <a:pt x="1326" y="666"/>
                  </a:lnTo>
                  <a:lnTo>
                    <a:pt x="1326" y="714"/>
                  </a:lnTo>
                  <a:lnTo>
                    <a:pt x="1338" y="738"/>
                  </a:lnTo>
                  <a:lnTo>
                    <a:pt x="1338" y="774"/>
                  </a:lnTo>
                  <a:lnTo>
                    <a:pt x="1272" y="774"/>
                  </a:lnTo>
                  <a:lnTo>
                    <a:pt x="1272" y="762"/>
                  </a:lnTo>
                  <a:lnTo>
                    <a:pt x="1266" y="756"/>
                  </a:lnTo>
                  <a:lnTo>
                    <a:pt x="1260" y="756"/>
                  </a:lnTo>
                  <a:lnTo>
                    <a:pt x="1248" y="762"/>
                  </a:lnTo>
                  <a:lnTo>
                    <a:pt x="1242" y="774"/>
                  </a:lnTo>
                  <a:lnTo>
                    <a:pt x="1236" y="762"/>
                  </a:lnTo>
                  <a:lnTo>
                    <a:pt x="1224" y="756"/>
                  </a:lnTo>
                  <a:lnTo>
                    <a:pt x="1206" y="750"/>
                  </a:lnTo>
                  <a:lnTo>
                    <a:pt x="1188" y="750"/>
                  </a:lnTo>
                  <a:lnTo>
                    <a:pt x="1182" y="756"/>
                  </a:lnTo>
                  <a:lnTo>
                    <a:pt x="1152" y="738"/>
                  </a:lnTo>
                  <a:lnTo>
                    <a:pt x="1134" y="750"/>
                  </a:lnTo>
                  <a:lnTo>
                    <a:pt x="1080" y="696"/>
                  </a:lnTo>
                  <a:lnTo>
                    <a:pt x="1056" y="696"/>
                  </a:lnTo>
                  <a:lnTo>
                    <a:pt x="1056" y="690"/>
                  </a:lnTo>
                  <a:lnTo>
                    <a:pt x="1044" y="678"/>
                  </a:lnTo>
                  <a:lnTo>
                    <a:pt x="1038" y="678"/>
                  </a:lnTo>
                  <a:lnTo>
                    <a:pt x="1032" y="684"/>
                  </a:lnTo>
                  <a:lnTo>
                    <a:pt x="1032" y="702"/>
                  </a:lnTo>
                  <a:lnTo>
                    <a:pt x="1032" y="696"/>
                  </a:lnTo>
                  <a:lnTo>
                    <a:pt x="1026" y="690"/>
                  </a:lnTo>
                  <a:lnTo>
                    <a:pt x="1008" y="690"/>
                  </a:lnTo>
                  <a:lnTo>
                    <a:pt x="996" y="702"/>
                  </a:lnTo>
                  <a:lnTo>
                    <a:pt x="990" y="690"/>
                  </a:lnTo>
                  <a:lnTo>
                    <a:pt x="984" y="684"/>
                  </a:lnTo>
                  <a:lnTo>
                    <a:pt x="960" y="684"/>
                  </a:lnTo>
                  <a:lnTo>
                    <a:pt x="954" y="678"/>
                  </a:lnTo>
                  <a:lnTo>
                    <a:pt x="954" y="666"/>
                  </a:lnTo>
                  <a:lnTo>
                    <a:pt x="942" y="666"/>
                  </a:lnTo>
                  <a:lnTo>
                    <a:pt x="936" y="672"/>
                  </a:lnTo>
                  <a:lnTo>
                    <a:pt x="918" y="672"/>
                  </a:lnTo>
                  <a:lnTo>
                    <a:pt x="912" y="666"/>
                  </a:lnTo>
                  <a:lnTo>
                    <a:pt x="906" y="654"/>
                  </a:lnTo>
                  <a:lnTo>
                    <a:pt x="900" y="648"/>
                  </a:lnTo>
                  <a:lnTo>
                    <a:pt x="888" y="648"/>
                  </a:lnTo>
                  <a:lnTo>
                    <a:pt x="846" y="630"/>
                  </a:lnTo>
                  <a:lnTo>
                    <a:pt x="834" y="612"/>
                  </a:lnTo>
                  <a:lnTo>
                    <a:pt x="810" y="612"/>
                  </a:lnTo>
                  <a:lnTo>
                    <a:pt x="792" y="588"/>
                  </a:lnTo>
                  <a:lnTo>
                    <a:pt x="780" y="594"/>
                  </a:lnTo>
                  <a:lnTo>
                    <a:pt x="750" y="564"/>
                  </a:lnTo>
                  <a:lnTo>
                    <a:pt x="750" y="552"/>
                  </a:lnTo>
                  <a:lnTo>
                    <a:pt x="762" y="540"/>
                  </a:lnTo>
                  <a:lnTo>
                    <a:pt x="768" y="540"/>
                  </a:lnTo>
                  <a:lnTo>
                    <a:pt x="756" y="528"/>
                  </a:lnTo>
                  <a:lnTo>
                    <a:pt x="756" y="522"/>
                  </a:lnTo>
                  <a:lnTo>
                    <a:pt x="762" y="516"/>
                  </a:lnTo>
                  <a:lnTo>
                    <a:pt x="756" y="504"/>
                  </a:lnTo>
                  <a:lnTo>
                    <a:pt x="780" y="480"/>
                  </a:lnTo>
                  <a:lnTo>
                    <a:pt x="786" y="456"/>
                  </a:lnTo>
                  <a:lnTo>
                    <a:pt x="762" y="438"/>
                  </a:lnTo>
                  <a:lnTo>
                    <a:pt x="750" y="438"/>
                  </a:lnTo>
                  <a:lnTo>
                    <a:pt x="738" y="432"/>
                  </a:lnTo>
                  <a:lnTo>
                    <a:pt x="738" y="414"/>
                  </a:lnTo>
                  <a:lnTo>
                    <a:pt x="720" y="420"/>
                  </a:lnTo>
                  <a:lnTo>
                    <a:pt x="702" y="402"/>
                  </a:lnTo>
                  <a:lnTo>
                    <a:pt x="696" y="402"/>
                  </a:lnTo>
                  <a:lnTo>
                    <a:pt x="690" y="396"/>
                  </a:lnTo>
                  <a:lnTo>
                    <a:pt x="678" y="396"/>
                  </a:lnTo>
                  <a:lnTo>
                    <a:pt x="666" y="390"/>
                  </a:lnTo>
                  <a:lnTo>
                    <a:pt x="654" y="378"/>
                  </a:lnTo>
                  <a:lnTo>
                    <a:pt x="648" y="366"/>
                  </a:lnTo>
                  <a:lnTo>
                    <a:pt x="618" y="366"/>
                  </a:lnTo>
                  <a:lnTo>
                    <a:pt x="612" y="360"/>
                  </a:lnTo>
                  <a:lnTo>
                    <a:pt x="612" y="342"/>
                  </a:lnTo>
                  <a:lnTo>
                    <a:pt x="618" y="336"/>
                  </a:lnTo>
                  <a:lnTo>
                    <a:pt x="618" y="324"/>
                  </a:lnTo>
                  <a:lnTo>
                    <a:pt x="612" y="324"/>
                  </a:lnTo>
                  <a:lnTo>
                    <a:pt x="600" y="312"/>
                  </a:lnTo>
                  <a:lnTo>
                    <a:pt x="594" y="300"/>
                  </a:lnTo>
                  <a:lnTo>
                    <a:pt x="588" y="294"/>
                  </a:lnTo>
                  <a:lnTo>
                    <a:pt x="588" y="276"/>
                  </a:lnTo>
                  <a:lnTo>
                    <a:pt x="594" y="276"/>
                  </a:lnTo>
                  <a:lnTo>
                    <a:pt x="600" y="270"/>
                  </a:lnTo>
                  <a:lnTo>
                    <a:pt x="612" y="270"/>
                  </a:lnTo>
                  <a:lnTo>
                    <a:pt x="612" y="288"/>
                  </a:lnTo>
                  <a:lnTo>
                    <a:pt x="624" y="300"/>
                  </a:lnTo>
                  <a:lnTo>
                    <a:pt x="636" y="282"/>
                  </a:lnTo>
                  <a:lnTo>
                    <a:pt x="642" y="282"/>
                  </a:lnTo>
                  <a:lnTo>
                    <a:pt x="648" y="276"/>
                  </a:lnTo>
                  <a:lnTo>
                    <a:pt x="660" y="270"/>
                  </a:lnTo>
                  <a:lnTo>
                    <a:pt x="660" y="258"/>
                  </a:lnTo>
                  <a:lnTo>
                    <a:pt x="642" y="240"/>
                  </a:lnTo>
                  <a:lnTo>
                    <a:pt x="636" y="228"/>
                  </a:lnTo>
                  <a:lnTo>
                    <a:pt x="630" y="222"/>
                  </a:lnTo>
                  <a:lnTo>
                    <a:pt x="618" y="222"/>
                  </a:lnTo>
                  <a:lnTo>
                    <a:pt x="594" y="210"/>
                  </a:lnTo>
                  <a:lnTo>
                    <a:pt x="594" y="186"/>
                  </a:lnTo>
                  <a:lnTo>
                    <a:pt x="612" y="180"/>
                  </a:lnTo>
                  <a:lnTo>
                    <a:pt x="594" y="156"/>
                  </a:lnTo>
                  <a:lnTo>
                    <a:pt x="624" y="156"/>
                  </a:lnTo>
                  <a:lnTo>
                    <a:pt x="636" y="150"/>
                  </a:lnTo>
                  <a:lnTo>
                    <a:pt x="642" y="138"/>
                  </a:lnTo>
                  <a:lnTo>
                    <a:pt x="642" y="114"/>
                  </a:lnTo>
                  <a:lnTo>
                    <a:pt x="636" y="108"/>
                  </a:lnTo>
                  <a:lnTo>
                    <a:pt x="636" y="102"/>
                  </a:lnTo>
                  <a:lnTo>
                    <a:pt x="654" y="102"/>
                  </a:lnTo>
                  <a:lnTo>
                    <a:pt x="660" y="96"/>
                  </a:lnTo>
                  <a:lnTo>
                    <a:pt x="660" y="36"/>
                  </a:lnTo>
                  <a:lnTo>
                    <a:pt x="618" y="36"/>
                  </a:lnTo>
                  <a:lnTo>
                    <a:pt x="594" y="12"/>
                  </a:lnTo>
                  <a:lnTo>
                    <a:pt x="576" y="0"/>
                  </a:lnTo>
                  <a:lnTo>
                    <a:pt x="564" y="0"/>
                  </a:lnTo>
                  <a:lnTo>
                    <a:pt x="540" y="12"/>
                  </a:lnTo>
                  <a:lnTo>
                    <a:pt x="522" y="18"/>
                  </a:lnTo>
                  <a:lnTo>
                    <a:pt x="516" y="30"/>
                  </a:lnTo>
                  <a:lnTo>
                    <a:pt x="504" y="36"/>
                  </a:lnTo>
                  <a:lnTo>
                    <a:pt x="480" y="36"/>
                  </a:lnTo>
                  <a:lnTo>
                    <a:pt x="456" y="72"/>
                  </a:lnTo>
                  <a:lnTo>
                    <a:pt x="432" y="78"/>
                  </a:lnTo>
                  <a:lnTo>
                    <a:pt x="432" y="96"/>
                  </a:lnTo>
                  <a:lnTo>
                    <a:pt x="408" y="96"/>
                  </a:lnTo>
                  <a:lnTo>
                    <a:pt x="402" y="102"/>
                  </a:lnTo>
                  <a:lnTo>
                    <a:pt x="396" y="96"/>
                  </a:lnTo>
                  <a:lnTo>
                    <a:pt x="390" y="102"/>
                  </a:lnTo>
                  <a:lnTo>
                    <a:pt x="378" y="108"/>
                  </a:lnTo>
                  <a:lnTo>
                    <a:pt x="372" y="114"/>
                  </a:lnTo>
                  <a:lnTo>
                    <a:pt x="360" y="120"/>
                  </a:lnTo>
                  <a:lnTo>
                    <a:pt x="348" y="120"/>
                  </a:lnTo>
                  <a:lnTo>
                    <a:pt x="348" y="108"/>
                  </a:lnTo>
                  <a:lnTo>
                    <a:pt x="342" y="102"/>
                  </a:lnTo>
                  <a:lnTo>
                    <a:pt x="324" y="102"/>
                  </a:lnTo>
                  <a:lnTo>
                    <a:pt x="306" y="96"/>
                  </a:lnTo>
                  <a:lnTo>
                    <a:pt x="264" y="96"/>
                  </a:lnTo>
                  <a:lnTo>
                    <a:pt x="240" y="108"/>
                  </a:lnTo>
                  <a:lnTo>
                    <a:pt x="234" y="120"/>
                  </a:lnTo>
                  <a:lnTo>
                    <a:pt x="234" y="126"/>
                  </a:lnTo>
                  <a:lnTo>
                    <a:pt x="258" y="144"/>
                  </a:lnTo>
                  <a:lnTo>
                    <a:pt x="252" y="156"/>
                  </a:lnTo>
                  <a:lnTo>
                    <a:pt x="282" y="162"/>
                  </a:lnTo>
                  <a:lnTo>
                    <a:pt x="276" y="168"/>
                  </a:lnTo>
                  <a:lnTo>
                    <a:pt x="270" y="180"/>
                  </a:lnTo>
                  <a:lnTo>
                    <a:pt x="264" y="186"/>
                  </a:lnTo>
                  <a:lnTo>
                    <a:pt x="264" y="192"/>
                  </a:lnTo>
                  <a:lnTo>
                    <a:pt x="276" y="204"/>
                  </a:lnTo>
                  <a:lnTo>
                    <a:pt x="282" y="204"/>
                  </a:lnTo>
                  <a:lnTo>
                    <a:pt x="282" y="210"/>
                  </a:lnTo>
                  <a:lnTo>
                    <a:pt x="276" y="222"/>
                  </a:lnTo>
                  <a:lnTo>
                    <a:pt x="276" y="234"/>
                  </a:lnTo>
                  <a:lnTo>
                    <a:pt x="294" y="234"/>
                  </a:lnTo>
                  <a:lnTo>
                    <a:pt x="306" y="252"/>
                  </a:lnTo>
                  <a:lnTo>
                    <a:pt x="324" y="252"/>
                  </a:lnTo>
                  <a:lnTo>
                    <a:pt x="330" y="288"/>
                  </a:lnTo>
                  <a:lnTo>
                    <a:pt x="366" y="288"/>
                  </a:lnTo>
                  <a:lnTo>
                    <a:pt x="378" y="294"/>
                  </a:lnTo>
                  <a:lnTo>
                    <a:pt x="384" y="300"/>
                  </a:lnTo>
                  <a:lnTo>
                    <a:pt x="384" y="306"/>
                  </a:lnTo>
                  <a:lnTo>
                    <a:pt x="378" y="312"/>
                  </a:lnTo>
                  <a:lnTo>
                    <a:pt x="354" y="324"/>
                  </a:lnTo>
                  <a:lnTo>
                    <a:pt x="342" y="324"/>
                  </a:lnTo>
                  <a:lnTo>
                    <a:pt x="336" y="330"/>
                  </a:lnTo>
                  <a:lnTo>
                    <a:pt x="336" y="366"/>
                  </a:lnTo>
                  <a:lnTo>
                    <a:pt x="342" y="378"/>
                  </a:lnTo>
                  <a:lnTo>
                    <a:pt x="354" y="390"/>
                  </a:lnTo>
                  <a:lnTo>
                    <a:pt x="354" y="396"/>
                  </a:lnTo>
                  <a:lnTo>
                    <a:pt x="324" y="414"/>
                  </a:lnTo>
                  <a:lnTo>
                    <a:pt x="300" y="450"/>
                  </a:lnTo>
                  <a:lnTo>
                    <a:pt x="318" y="474"/>
                  </a:lnTo>
                  <a:lnTo>
                    <a:pt x="306" y="474"/>
                  </a:lnTo>
                  <a:lnTo>
                    <a:pt x="300" y="480"/>
                  </a:lnTo>
                  <a:lnTo>
                    <a:pt x="288" y="486"/>
                  </a:lnTo>
                  <a:lnTo>
                    <a:pt x="282" y="492"/>
                  </a:lnTo>
                  <a:lnTo>
                    <a:pt x="282" y="504"/>
                  </a:lnTo>
                  <a:lnTo>
                    <a:pt x="276" y="522"/>
                  </a:lnTo>
                  <a:lnTo>
                    <a:pt x="276" y="534"/>
                  </a:lnTo>
                  <a:lnTo>
                    <a:pt x="270" y="552"/>
                  </a:lnTo>
                  <a:lnTo>
                    <a:pt x="258" y="564"/>
                  </a:lnTo>
                  <a:lnTo>
                    <a:pt x="234" y="576"/>
                  </a:lnTo>
                  <a:lnTo>
                    <a:pt x="228" y="582"/>
                  </a:lnTo>
                  <a:lnTo>
                    <a:pt x="228" y="588"/>
                  </a:lnTo>
                  <a:lnTo>
                    <a:pt x="222" y="594"/>
                  </a:lnTo>
                  <a:lnTo>
                    <a:pt x="222" y="612"/>
                  </a:lnTo>
                  <a:lnTo>
                    <a:pt x="204" y="624"/>
                  </a:lnTo>
                  <a:lnTo>
                    <a:pt x="204" y="630"/>
                  </a:lnTo>
                  <a:lnTo>
                    <a:pt x="198" y="636"/>
                  </a:lnTo>
                  <a:lnTo>
                    <a:pt x="192" y="648"/>
                  </a:lnTo>
                  <a:lnTo>
                    <a:pt x="186" y="654"/>
                  </a:lnTo>
                  <a:lnTo>
                    <a:pt x="168" y="654"/>
                  </a:lnTo>
                  <a:lnTo>
                    <a:pt x="162" y="648"/>
                  </a:lnTo>
                  <a:lnTo>
                    <a:pt x="156" y="654"/>
                  </a:lnTo>
                  <a:lnTo>
                    <a:pt x="132" y="666"/>
                  </a:lnTo>
                  <a:lnTo>
                    <a:pt x="126" y="666"/>
                  </a:lnTo>
                  <a:lnTo>
                    <a:pt x="120" y="660"/>
                  </a:lnTo>
                  <a:lnTo>
                    <a:pt x="120" y="648"/>
                  </a:lnTo>
                  <a:lnTo>
                    <a:pt x="114" y="642"/>
                  </a:lnTo>
                  <a:lnTo>
                    <a:pt x="108" y="642"/>
                  </a:lnTo>
                  <a:lnTo>
                    <a:pt x="96" y="648"/>
                  </a:lnTo>
                  <a:lnTo>
                    <a:pt x="84" y="660"/>
                  </a:lnTo>
                  <a:lnTo>
                    <a:pt x="84" y="666"/>
                  </a:lnTo>
                  <a:lnTo>
                    <a:pt x="78" y="678"/>
                  </a:lnTo>
                  <a:lnTo>
                    <a:pt x="72" y="684"/>
                  </a:lnTo>
                  <a:lnTo>
                    <a:pt x="66" y="696"/>
                  </a:lnTo>
                  <a:lnTo>
                    <a:pt x="54" y="708"/>
                  </a:lnTo>
                  <a:lnTo>
                    <a:pt x="48" y="720"/>
                  </a:lnTo>
                  <a:lnTo>
                    <a:pt x="48" y="744"/>
                  </a:lnTo>
                  <a:lnTo>
                    <a:pt x="54" y="750"/>
                  </a:lnTo>
                  <a:lnTo>
                    <a:pt x="66" y="756"/>
                  </a:lnTo>
                  <a:lnTo>
                    <a:pt x="72" y="756"/>
                  </a:lnTo>
                  <a:lnTo>
                    <a:pt x="102" y="750"/>
                  </a:lnTo>
                  <a:lnTo>
                    <a:pt x="102" y="768"/>
                  </a:lnTo>
                  <a:lnTo>
                    <a:pt x="96" y="798"/>
                  </a:lnTo>
                  <a:lnTo>
                    <a:pt x="102" y="804"/>
                  </a:lnTo>
                  <a:lnTo>
                    <a:pt x="108" y="816"/>
                  </a:lnTo>
                  <a:lnTo>
                    <a:pt x="120" y="828"/>
                  </a:lnTo>
                  <a:lnTo>
                    <a:pt x="144" y="828"/>
                  </a:lnTo>
                  <a:lnTo>
                    <a:pt x="144" y="852"/>
                  </a:lnTo>
                  <a:lnTo>
                    <a:pt x="168" y="894"/>
                  </a:lnTo>
                  <a:lnTo>
                    <a:pt x="174" y="906"/>
                  </a:lnTo>
                  <a:lnTo>
                    <a:pt x="180" y="912"/>
                  </a:lnTo>
                  <a:lnTo>
                    <a:pt x="180" y="936"/>
                  </a:lnTo>
                  <a:lnTo>
                    <a:pt x="168" y="942"/>
                  </a:lnTo>
                  <a:lnTo>
                    <a:pt x="162" y="948"/>
                  </a:lnTo>
                  <a:lnTo>
                    <a:pt x="144" y="948"/>
                  </a:lnTo>
                  <a:lnTo>
                    <a:pt x="138" y="942"/>
                  </a:lnTo>
                  <a:lnTo>
                    <a:pt x="138" y="930"/>
                  </a:lnTo>
                  <a:lnTo>
                    <a:pt x="132" y="930"/>
                  </a:lnTo>
                  <a:lnTo>
                    <a:pt x="120" y="936"/>
                  </a:lnTo>
                  <a:lnTo>
                    <a:pt x="108" y="948"/>
                  </a:lnTo>
                  <a:lnTo>
                    <a:pt x="84" y="948"/>
                  </a:lnTo>
                  <a:lnTo>
                    <a:pt x="78" y="942"/>
                  </a:lnTo>
                  <a:lnTo>
                    <a:pt x="78" y="936"/>
                  </a:lnTo>
                  <a:lnTo>
                    <a:pt x="54" y="948"/>
                  </a:lnTo>
                  <a:lnTo>
                    <a:pt x="48" y="942"/>
                  </a:lnTo>
                  <a:lnTo>
                    <a:pt x="36" y="936"/>
                  </a:lnTo>
                  <a:lnTo>
                    <a:pt x="24" y="936"/>
                  </a:lnTo>
                  <a:lnTo>
                    <a:pt x="12" y="948"/>
                  </a:lnTo>
                  <a:lnTo>
                    <a:pt x="12" y="960"/>
                  </a:lnTo>
                  <a:lnTo>
                    <a:pt x="18" y="966"/>
                  </a:lnTo>
                  <a:lnTo>
                    <a:pt x="0" y="972"/>
                  </a:lnTo>
                  <a:lnTo>
                    <a:pt x="36" y="972"/>
                  </a:lnTo>
                  <a:lnTo>
                    <a:pt x="30" y="984"/>
                  </a:lnTo>
                  <a:lnTo>
                    <a:pt x="30" y="1014"/>
                  </a:lnTo>
                  <a:lnTo>
                    <a:pt x="36" y="1026"/>
                  </a:lnTo>
                  <a:lnTo>
                    <a:pt x="48" y="1032"/>
                  </a:lnTo>
                  <a:lnTo>
                    <a:pt x="66" y="1038"/>
                  </a:lnTo>
                  <a:lnTo>
                    <a:pt x="120" y="1038"/>
                  </a:lnTo>
                  <a:lnTo>
                    <a:pt x="132" y="1032"/>
                  </a:lnTo>
                  <a:lnTo>
                    <a:pt x="150" y="1014"/>
                  </a:lnTo>
                  <a:lnTo>
                    <a:pt x="162" y="1008"/>
                  </a:lnTo>
                  <a:lnTo>
                    <a:pt x="168" y="1020"/>
                  </a:lnTo>
                  <a:lnTo>
                    <a:pt x="168" y="1026"/>
                  </a:lnTo>
                  <a:lnTo>
                    <a:pt x="162" y="1038"/>
                  </a:lnTo>
                  <a:lnTo>
                    <a:pt x="144" y="1056"/>
                  </a:lnTo>
                  <a:lnTo>
                    <a:pt x="120" y="1068"/>
                  </a:lnTo>
                  <a:lnTo>
                    <a:pt x="114" y="1074"/>
                  </a:lnTo>
                  <a:lnTo>
                    <a:pt x="90" y="1074"/>
                  </a:lnTo>
                  <a:lnTo>
                    <a:pt x="78" y="1080"/>
                  </a:lnTo>
                  <a:lnTo>
                    <a:pt x="60" y="1086"/>
                  </a:lnTo>
                  <a:lnTo>
                    <a:pt x="48" y="1092"/>
                  </a:lnTo>
                  <a:lnTo>
                    <a:pt x="42" y="1098"/>
                  </a:lnTo>
                  <a:lnTo>
                    <a:pt x="54" y="1122"/>
                  </a:lnTo>
                  <a:lnTo>
                    <a:pt x="66" y="1128"/>
                  </a:lnTo>
                  <a:lnTo>
                    <a:pt x="78" y="1140"/>
                  </a:lnTo>
                  <a:lnTo>
                    <a:pt x="96" y="1152"/>
                  </a:lnTo>
                  <a:lnTo>
                    <a:pt x="108" y="1164"/>
                  </a:lnTo>
                  <a:lnTo>
                    <a:pt x="132" y="1182"/>
                  </a:lnTo>
                  <a:lnTo>
                    <a:pt x="162" y="1206"/>
                  </a:lnTo>
                  <a:lnTo>
                    <a:pt x="204" y="1224"/>
                  </a:lnTo>
                  <a:lnTo>
                    <a:pt x="240" y="1218"/>
                  </a:lnTo>
                  <a:lnTo>
                    <a:pt x="270" y="1200"/>
                  </a:lnTo>
                  <a:lnTo>
                    <a:pt x="294" y="1176"/>
                  </a:lnTo>
                  <a:lnTo>
                    <a:pt x="300" y="1158"/>
                  </a:lnTo>
                  <a:lnTo>
                    <a:pt x="300" y="1128"/>
                  </a:lnTo>
                  <a:lnTo>
                    <a:pt x="306" y="1116"/>
                  </a:lnTo>
                  <a:lnTo>
                    <a:pt x="318" y="1104"/>
                  </a:lnTo>
                  <a:lnTo>
                    <a:pt x="324" y="1092"/>
                  </a:lnTo>
                  <a:lnTo>
                    <a:pt x="330" y="1086"/>
                  </a:lnTo>
                  <a:lnTo>
                    <a:pt x="342" y="1086"/>
                  </a:lnTo>
                  <a:lnTo>
                    <a:pt x="348" y="1080"/>
                  </a:lnTo>
                  <a:lnTo>
                    <a:pt x="354" y="1080"/>
                  </a:lnTo>
                  <a:lnTo>
                    <a:pt x="360" y="1086"/>
                  </a:lnTo>
                  <a:lnTo>
                    <a:pt x="360" y="1098"/>
                  </a:lnTo>
                  <a:lnTo>
                    <a:pt x="348" y="1110"/>
                  </a:lnTo>
                  <a:lnTo>
                    <a:pt x="336" y="1128"/>
                  </a:lnTo>
                  <a:lnTo>
                    <a:pt x="324" y="1140"/>
                  </a:lnTo>
                  <a:lnTo>
                    <a:pt x="318" y="1152"/>
                  </a:lnTo>
                  <a:lnTo>
                    <a:pt x="318" y="1164"/>
                  </a:lnTo>
                  <a:lnTo>
                    <a:pt x="324" y="1176"/>
                  </a:lnTo>
                  <a:lnTo>
                    <a:pt x="336" y="1182"/>
                  </a:lnTo>
                  <a:lnTo>
                    <a:pt x="342" y="1182"/>
                  </a:lnTo>
                  <a:lnTo>
                    <a:pt x="354" y="1194"/>
                  </a:lnTo>
                  <a:lnTo>
                    <a:pt x="354" y="1206"/>
                  </a:lnTo>
                  <a:lnTo>
                    <a:pt x="348" y="1242"/>
                  </a:lnTo>
                  <a:lnTo>
                    <a:pt x="342" y="1284"/>
                  </a:lnTo>
                  <a:lnTo>
                    <a:pt x="336" y="1338"/>
                  </a:lnTo>
                  <a:lnTo>
                    <a:pt x="342" y="1398"/>
                  </a:lnTo>
                  <a:lnTo>
                    <a:pt x="354" y="1446"/>
                  </a:lnTo>
                  <a:lnTo>
                    <a:pt x="384" y="1536"/>
                  </a:lnTo>
                  <a:lnTo>
                    <a:pt x="402" y="1554"/>
                  </a:lnTo>
                  <a:lnTo>
                    <a:pt x="402" y="1596"/>
                  </a:lnTo>
                  <a:lnTo>
                    <a:pt x="414" y="1620"/>
                  </a:lnTo>
                  <a:lnTo>
                    <a:pt x="426" y="1626"/>
                  </a:lnTo>
                  <a:lnTo>
                    <a:pt x="438" y="1626"/>
                  </a:lnTo>
                  <a:lnTo>
                    <a:pt x="444" y="1632"/>
                  </a:lnTo>
                  <a:lnTo>
                    <a:pt x="450" y="1632"/>
                  </a:lnTo>
                  <a:lnTo>
                    <a:pt x="450" y="1644"/>
                  </a:lnTo>
                  <a:lnTo>
                    <a:pt x="456" y="1656"/>
                  </a:lnTo>
                  <a:lnTo>
                    <a:pt x="456" y="1674"/>
                  </a:lnTo>
                  <a:lnTo>
                    <a:pt x="474" y="1710"/>
                  </a:lnTo>
                  <a:lnTo>
                    <a:pt x="498" y="1722"/>
                  </a:lnTo>
                  <a:lnTo>
                    <a:pt x="504" y="1728"/>
                  </a:lnTo>
                  <a:lnTo>
                    <a:pt x="510" y="1728"/>
                  </a:lnTo>
                  <a:lnTo>
                    <a:pt x="510" y="1746"/>
                  </a:lnTo>
                  <a:lnTo>
                    <a:pt x="516" y="1782"/>
                  </a:lnTo>
                  <a:lnTo>
                    <a:pt x="522" y="1830"/>
                  </a:lnTo>
                  <a:lnTo>
                    <a:pt x="534" y="1872"/>
                  </a:lnTo>
                  <a:lnTo>
                    <a:pt x="552" y="1908"/>
                  </a:lnTo>
                  <a:lnTo>
                    <a:pt x="576" y="1944"/>
                  </a:lnTo>
                  <a:lnTo>
                    <a:pt x="600" y="1974"/>
                  </a:lnTo>
                  <a:lnTo>
                    <a:pt x="612" y="1998"/>
                  </a:lnTo>
                  <a:lnTo>
                    <a:pt x="618" y="2016"/>
                  </a:lnTo>
                  <a:lnTo>
                    <a:pt x="618" y="2070"/>
                  </a:lnTo>
                  <a:lnTo>
                    <a:pt x="624" y="2094"/>
                  </a:lnTo>
                  <a:lnTo>
                    <a:pt x="642" y="2124"/>
                  </a:lnTo>
                  <a:lnTo>
                    <a:pt x="672" y="2166"/>
                  </a:lnTo>
                  <a:lnTo>
                    <a:pt x="696" y="2202"/>
                  </a:lnTo>
                  <a:lnTo>
                    <a:pt x="714" y="2232"/>
                  </a:lnTo>
                  <a:lnTo>
                    <a:pt x="720" y="2244"/>
                  </a:lnTo>
                  <a:lnTo>
                    <a:pt x="726" y="2244"/>
                  </a:lnTo>
                  <a:lnTo>
                    <a:pt x="732" y="2238"/>
                  </a:lnTo>
                  <a:lnTo>
                    <a:pt x="744" y="2238"/>
                  </a:lnTo>
                  <a:lnTo>
                    <a:pt x="768" y="2226"/>
                  </a:lnTo>
                  <a:lnTo>
                    <a:pt x="774" y="2220"/>
                  </a:lnTo>
                  <a:lnTo>
                    <a:pt x="780" y="2208"/>
                  </a:lnTo>
                  <a:lnTo>
                    <a:pt x="780" y="2172"/>
                  </a:lnTo>
                  <a:lnTo>
                    <a:pt x="786" y="2160"/>
                  </a:lnTo>
                  <a:lnTo>
                    <a:pt x="798" y="2154"/>
                  </a:lnTo>
                  <a:lnTo>
                    <a:pt x="804" y="2154"/>
                  </a:lnTo>
                  <a:lnTo>
                    <a:pt x="810" y="2160"/>
                  </a:lnTo>
                  <a:lnTo>
                    <a:pt x="828" y="2160"/>
                  </a:lnTo>
                  <a:lnTo>
                    <a:pt x="834" y="2154"/>
                  </a:lnTo>
                  <a:lnTo>
                    <a:pt x="846" y="2148"/>
                  </a:lnTo>
                  <a:lnTo>
                    <a:pt x="852" y="2142"/>
                  </a:lnTo>
                  <a:lnTo>
                    <a:pt x="864" y="2136"/>
                  </a:lnTo>
                  <a:lnTo>
                    <a:pt x="852" y="2136"/>
                  </a:lnTo>
                  <a:lnTo>
                    <a:pt x="846" y="2130"/>
                  </a:lnTo>
                  <a:lnTo>
                    <a:pt x="846" y="2118"/>
                  </a:lnTo>
                  <a:lnTo>
                    <a:pt x="852" y="2100"/>
                  </a:lnTo>
                  <a:lnTo>
                    <a:pt x="858" y="2088"/>
                  </a:lnTo>
                  <a:lnTo>
                    <a:pt x="906" y="2064"/>
                  </a:lnTo>
                  <a:lnTo>
                    <a:pt x="918" y="2052"/>
                  </a:lnTo>
                  <a:lnTo>
                    <a:pt x="918" y="2040"/>
                  </a:lnTo>
                  <a:lnTo>
                    <a:pt x="912" y="2028"/>
                  </a:lnTo>
                  <a:lnTo>
                    <a:pt x="912" y="2010"/>
                  </a:lnTo>
                  <a:lnTo>
                    <a:pt x="900" y="1974"/>
                  </a:lnTo>
                  <a:lnTo>
                    <a:pt x="900" y="1908"/>
                  </a:lnTo>
                  <a:lnTo>
                    <a:pt x="906" y="1890"/>
                  </a:lnTo>
                  <a:lnTo>
                    <a:pt x="906" y="1884"/>
                  </a:lnTo>
                  <a:lnTo>
                    <a:pt x="912" y="1878"/>
                  </a:lnTo>
                  <a:lnTo>
                    <a:pt x="912" y="1860"/>
                  </a:lnTo>
                  <a:lnTo>
                    <a:pt x="918" y="1842"/>
                  </a:lnTo>
                  <a:lnTo>
                    <a:pt x="918" y="1800"/>
                  </a:lnTo>
                  <a:lnTo>
                    <a:pt x="906" y="1776"/>
                  </a:lnTo>
                  <a:lnTo>
                    <a:pt x="888" y="1758"/>
                  </a:lnTo>
                  <a:lnTo>
                    <a:pt x="888" y="1728"/>
                  </a:lnTo>
                  <a:lnTo>
                    <a:pt x="894" y="1722"/>
                  </a:lnTo>
                  <a:lnTo>
                    <a:pt x="900" y="1710"/>
                  </a:lnTo>
                  <a:lnTo>
                    <a:pt x="900" y="1698"/>
                  </a:lnTo>
                  <a:lnTo>
                    <a:pt x="894" y="1686"/>
                  </a:lnTo>
                  <a:lnTo>
                    <a:pt x="894" y="1644"/>
                  </a:lnTo>
                  <a:lnTo>
                    <a:pt x="918" y="1632"/>
                  </a:lnTo>
                  <a:lnTo>
                    <a:pt x="924" y="1632"/>
                  </a:lnTo>
                  <a:lnTo>
                    <a:pt x="948" y="1620"/>
                  </a:lnTo>
                  <a:lnTo>
                    <a:pt x="948" y="1596"/>
                  </a:lnTo>
                  <a:lnTo>
                    <a:pt x="954" y="1584"/>
                  </a:lnTo>
                  <a:lnTo>
                    <a:pt x="960" y="1578"/>
                  </a:lnTo>
                  <a:lnTo>
                    <a:pt x="972" y="1572"/>
                  </a:lnTo>
                  <a:lnTo>
                    <a:pt x="990" y="1572"/>
                  </a:lnTo>
                  <a:lnTo>
                    <a:pt x="996" y="1560"/>
                  </a:lnTo>
                  <a:lnTo>
                    <a:pt x="1002" y="1566"/>
                  </a:lnTo>
                  <a:lnTo>
                    <a:pt x="1032" y="1566"/>
                  </a:lnTo>
                  <a:lnTo>
                    <a:pt x="1032" y="1548"/>
                  </a:lnTo>
                  <a:lnTo>
                    <a:pt x="1038" y="1530"/>
                  </a:lnTo>
                  <a:lnTo>
                    <a:pt x="1050" y="1518"/>
                  </a:lnTo>
                  <a:lnTo>
                    <a:pt x="1056" y="1500"/>
                  </a:lnTo>
                  <a:lnTo>
                    <a:pt x="1068" y="1488"/>
                  </a:lnTo>
                  <a:lnTo>
                    <a:pt x="1074" y="1476"/>
                  </a:lnTo>
                  <a:lnTo>
                    <a:pt x="1086" y="1470"/>
                  </a:lnTo>
                  <a:lnTo>
                    <a:pt x="1092" y="1464"/>
                  </a:lnTo>
                  <a:lnTo>
                    <a:pt x="1110" y="1458"/>
                  </a:lnTo>
                  <a:lnTo>
                    <a:pt x="1116" y="1452"/>
                  </a:lnTo>
                  <a:lnTo>
                    <a:pt x="1128" y="1446"/>
                  </a:lnTo>
                  <a:lnTo>
                    <a:pt x="1134" y="1428"/>
                  </a:lnTo>
                  <a:lnTo>
                    <a:pt x="1158" y="1380"/>
                  </a:lnTo>
                  <a:lnTo>
                    <a:pt x="1176" y="1362"/>
                  </a:lnTo>
                  <a:lnTo>
                    <a:pt x="1188" y="1356"/>
                  </a:lnTo>
                  <a:lnTo>
                    <a:pt x="1206" y="1344"/>
                  </a:lnTo>
                  <a:lnTo>
                    <a:pt x="1218" y="1338"/>
                  </a:lnTo>
                  <a:lnTo>
                    <a:pt x="1236" y="1320"/>
                  </a:lnTo>
                  <a:lnTo>
                    <a:pt x="1242" y="1320"/>
                  </a:lnTo>
                  <a:lnTo>
                    <a:pt x="1230" y="1290"/>
                  </a:lnTo>
                  <a:lnTo>
                    <a:pt x="1236" y="1284"/>
                  </a:lnTo>
                  <a:lnTo>
                    <a:pt x="1260" y="1314"/>
                  </a:lnTo>
                  <a:lnTo>
                    <a:pt x="1320" y="1254"/>
                  </a:lnTo>
                  <a:lnTo>
                    <a:pt x="1332" y="1230"/>
                  </a:lnTo>
                  <a:lnTo>
                    <a:pt x="1326" y="1224"/>
                  </a:lnTo>
                  <a:lnTo>
                    <a:pt x="1320" y="1212"/>
                  </a:lnTo>
                  <a:lnTo>
                    <a:pt x="1314" y="1206"/>
                  </a:lnTo>
                  <a:lnTo>
                    <a:pt x="1308" y="1194"/>
                  </a:lnTo>
                  <a:lnTo>
                    <a:pt x="1308" y="1182"/>
                  </a:lnTo>
                  <a:lnTo>
                    <a:pt x="1320" y="1176"/>
                  </a:lnTo>
                  <a:lnTo>
                    <a:pt x="1326" y="1170"/>
                  </a:lnTo>
                  <a:lnTo>
                    <a:pt x="1338" y="1170"/>
                  </a:lnTo>
                  <a:lnTo>
                    <a:pt x="1350" y="1164"/>
                  </a:lnTo>
                  <a:lnTo>
                    <a:pt x="1362" y="1152"/>
                  </a:lnTo>
                  <a:lnTo>
                    <a:pt x="1374" y="1134"/>
                  </a:lnTo>
                  <a:lnTo>
                    <a:pt x="1374" y="1110"/>
                  </a:lnTo>
                  <a:lnTo>
                    <a:pt x="1392" y="1116"/>
                  </a:lnTo>
                  <a:lnTo>
                    <a:pt x="1398" y="1146"/>
                  </a:lnTo>
                  <a:lnTo>
                    <a:pt x="1416" y="1110"/>
                  </a:lnTo>
                  <a:lnTo>
                    <a:pt x="1416" y="1128"/>
                  </a:lnTo>
                  <a:lnTo>
                    <a:pt x="1422" y="1140"/>
                  </a:lnTo>
                  <a:lnTo>
                    <a:pt x="1422" y="1158"/>
                  </a:lnTo>
                  <a:lnTo>
                    <a:pt x="1428" y="1170"/>
                  </a:lnTo>
                  <a:lnTo>
                    <a:pt x="1434" y="1176"/>
                  </a:lnTo>
                  <a:lnTo>
                    <a:pt x="1440" y="1176"/>
                  </a:lnTo>
                  <a:lnTo>
                    <a:pt x="1446" y="1170"/>
                  </a:lnTo>
                  <a:lnTo>
                    <a:pt x="1446" y="1158"/>
                  </a:lnTo>
                  <a:lnTo>
                    <a:pt x="1452" y="1152"/>
                  </a:lnTo>
                  <a:lnTo>
                    <a:pt x="1452" y="1140"/>
                  </a:lnTo>
                  <a:lnTo>
                    <a:pt x="1458" y="1110"/>
                  </a:lnTo>
                  <a:lnTo>
                    <a:pt x="1440" y="1068"/>
                  </a:lnTo>
                  <a:lnTo>
                    <a:pt x="1440" y="1038"/>
                  </a:lnTo>
                  <a:lnTo>
                    <a:pt x="1410" y="1014"/>
                  </a:lnTo>
                  <a:lnTo>
                    <a:pt x="1398" y="984"/>
                  </a:lnTo>
                  <a:lnTo>
                    <a:pt x="1404" y="972"/>
                  </a:lnTo>
                  <a:lnTo>
                    <a:pt x="1410" y="966"/>
                  </a:lnTo>
                  <a:lnTo>
                    <a:pt x="1416" y="948"/>
                  </a:lnTo>
                  <a:lnTo>
                    <a:pt x="1416" y="942"/>
                  </a:lnTo>
                  <a:lnTo>
                    <a:pt x="1410" y="936"/>
                  </a:lnTo>
                  <a:lnTo>
                    <a:pt x="1398" y="930"/>
                  </a:lnTo>
                  <a:lnTo>
                    <a:pt x="1380" y="930"/>
                  </a:lnTo>
                  <a:lnTo>
                    <a:pt x="1368" y="924"/>
                  </a:lnTo>
                  <a:lnTo>
                    <a:pt x="1356" y="912"/>
                  </a:lnTo>
                  <a:lnTo>
                    <a:pt x="1368" y="900"/>
                  </a:lnTo>
                  <a:lnTo>
                    <a:pt x="1374" y="900"/>
                  </a:lnTo>
                  <a:lnTo>
                    <a:pt x="1374" y="870"/>
                  </a:lnTo>
                  <a:lnTo>
                    <a:pt x="1410" y="870"/>
                  </a:lnTo>
                  <a:lnTo>
                    <a:pt x="1410" y="858"/>
                  </a:lnTo>
                  <a:lnTo>
                    <a:pt x="1380" y="840"/>
                  </a:lnTo>
                  <a:lnTo>
                    <a:pt x="1374" y="840"/>
                  </a:lnTo>
                  <a:lnTo>
                    <a:pt x="1362" y="828"/>
                  </a:lnTo>
                  <a:lnTo>
                    <a:pt x="1350" y="822"/>
                  </a:lnTo>
                  <a:lnTo>
                    <a:pt x="1344" y="810"/>
                  </a:lnTo>
                  <a:lnTo>
                    <a:pt x="1344" y="804"/>
                  </a:lnTo>
                  <a:lnTo>
                    <a:pt x="1350" y="792"/>
                  </a:lnTo>
                  <a:lnTo>
                    <a:pt x="1362" y="780"/>
                  </a:lnTo>
                  <a:lnTo>
                    <a:pt x="1350" y="762"/>
                  </a:lnTo>
                  <a:lnTo>
                    <a:pt x="1368" y="762"/>
                  </a:lnTo>
                  <a:lnTo>
                    <a:pt x="1392" y="774"/>
                  </a:lnTo>
                  <a:lnTo>
                    <a:pt x="1386" y="768"/>
                  </a:lnTo>
                  <a:lnTo>
                    <a:pt x="1404" y="762"/>
                  </a:lnTo>
                  <a:lnTo>
                    <a:pt x="1410" y="774"/>
                  </a:lnTo>
                  <a:lnTo>
                    <a:pt x="1410" y="780"/>
                  </a:lnTo>
                  <a:lnTo>
                    <a:pt x="1416" y="792"/>
                  </a:lnTo>
                  <a:lnTo>
                    <a:pt x="1422" y="798"/>
                  </a:lnTo>
                  <a:lnTo>
                    <a:pt x="1434" y="798"/>
                  </a:lnTo>
                  <a:lnTo>
                    <a:pt x="1440" y="804"/>
                  </a:lnTo>
                  <a:lnTo>
                    <a:pt x="1446" y="786"/>
                  </a:lnTo>
                  <a:lnTo>
                    <a:pt x="1452" y="792"/>
                  </a:lnTo>
                  <a:lnTo>
                    <a:pt x="1458" y="792"/>
                  </a:lnTo>
                  <a:lnTo>
                    <a:pt x="1464" y="798"/>
                  </a:lnTo>
                  <a:lnTo>
                    <a:pt x="1464" y="828"/>
                  </a:lnTo>
                  <a:lnTo>
                    <a:pt x="1470" y="828"/>
                  </a:lnTo>
                  <a:lnTo>
                    <a:pt x="1470" y="864"/>
                  </a:lnTo>
                  <a:lnTo>
                    <a:pt x="1476" y="864"/>
                  </a:lnTo>
                  <a:lnTo>
                    <a:pt x="1482" y="870"/>
                  </a:lnTo>
                  <a:lnTo>
                    <a:pt x="1542" y="870"/>
                  </a:lnTo>
                  <a:lnTo>
                    <a:pt x="1554" y="876"/>
                  </a:lnTo>
                  <a:lnTo>
                    <a:pt x="1572" y="876"/>
                  </a:lnTo>
                  <a:lnTo>
                    <a:pt x="1620" y="864"/>
                  </a:lnTo>
                  <a:lnTo>
                    <a:pt x="1626" y="864"/>
                  </a:lnTo>
                  <a:lnTo>
                    <a:pt x="1650" y="888"/>
                  </a:lnTo>
                  <a:lnTo>
                    <a:pt x="1650" y="894"/>
                  </a:lnTo>
                  <a:lnTo>
                    <a:pt x="1644" y="900"/>
                  </a:lnTo>
                  <a:lnTo>
                    <a:pt x="1638" y="900"/>
                  </a:lnTo>
                  <a:lnTo>
                    <a:pt x="1638" y="912"/>
                  </a:lnTo>
                  <a:lnTo>
                    <a:pt x="1632" y="930"/>
                  </a:lnTo>
                  <a:lnTo>
                    <a:pt x="1626" y="942"/>
                  </a:lnTo>
                  <a:lnTo>
                    <a:pt x="1620" y="948"/>
                  </a:lnTo>
                  <a:lnTo>
                    <a:pt x="1614" y="948"/>
                  </a:lnTo>
                  <a:lnTo>
                    <a:pt x="1602" y="954"/>
                  </a:lnTo>
                  <a:lnTo>
                    <a:pt x="1596" y="954"/>
                  </a:lnTo>
                  <a:lnTo>
                    <a:pt x="1584" y="966"/>
                  </a:lnTo>
                  <a:lnTo>
                    <a:pt x="1578" y="978"/>
                  </a:lnTo>
                  <a:lnTo>
                    <a:pt x="1578" y="996"/>
                  </a:lnTo>
                  <a:lnTo>
                    <a:pt x="1584" y="1008"/>
                  </a:lnTo>
                  <a:lnTo>
                    <a:pt x="1602" y="1026"/>
                  </a:lnTo>
                  <a:lnTo>
                    <a:pt x="1608" y="1026"/>
                  </a:lnTo>
                  <a:lnTo>
                    <a:pt x="1626" y="1050"/>
                  </a:lnTo>
                  <a:lnTo>
                    <a:pt x="1632" y="1014"/>
                  </a:lnTo>
                  <a:lnTo>
                    <a:pt x="1632" y="990"/>
                  </a:lnTo>
                  <a:lnTo>
                    <a:pt x="1650" y="990"/>
                  </a:lnTo>
                  <a:lnTo>
                    <a:pt x="1662" y="996"/>
                  </a:lnTo>
                  <a:lnTo>
                    <a:pt x="1668" y="1002"/>
                  </a:lnTo>
                  <a:lnTo>
                    <a:pt x="1668" y="1020"/>
                  </a:lnTo>
                  <a:lnTo>
                    <a:pt x="1674" y="1032"/>
                  </a:lnTo>
                  <a:lnTo>
                    <a:pt x="1674" y="1038"/>
                  </a:lnTo>
                  <a:lnTo>
                    <a:pt x="1680" y="1050"/>
                  </a:lnTo>
                  <a:lnTo>
                    <a:pt x="1680" y="1062"/>
                  </a:lnTo>
                  <a:lnTo>
                    <a:pt x="1686" y="1074"/>
                  </a:lnTo>
                  <a:lnTo>
                    <a:pt x="1692" y="1092"/>
                  </a:lnTo>
                  <a:lnTo>
                    <a:pt x="1698" y="1104"/>
                  </a:lnTo>
                  <a:lnTo>
                    <a:pt x="1704" y="1110"/>
                  </a:lnTo>
                  <a:lnTo>
                    <a:pt x="1704" y="1116"/>
                  </a:lnTo>
                  <a:lnTo>
                    <a:pt x="1722" y="1134"/>
                  </a:lnTo>
                  <a:lnTo>
                    <a:pt x="1722" y="1110"/>
                  </a:lnTo>
                  <a:lnTo>
                    <a:pt x="1728" y="1110"/>
                  </a:lnTo>
                  <a:lnTo>
                    <a:pt x="1734" y="1116"/>
                  </a:lnTo>
                  <a:lnTo>
                    <a:pt x="1746" y="1116"/>
                  </a:lnTo>
                  <a:lnTo>
                    <a:pt x="1746" y="1104"/>
                  </a:lnTo>
                  <a:lnTo>
                    <a:pt x="1728" y="1086"/>
                  </a:lnTo>
                  <a:lnTo>
                    <a:pt x="1728" y="1062"/>
                  </a:lnTo>
                  <a:lnTo>
                    <a:pt x="1722" y="1050"/>
                  </a:lnTo>
                  <a:lnTo>
                    <a:pt x="1740" y="1032"/>
                  </a:lnTo>
                  <a:lnTo>
                    <a:pt x="1746" y="1032"/>
                  </a:lnTo>
                  <a:lnTo>
                    <a:pt x="1740" y="984"/>
                  </a:lnTo>
                  <a:lnTo>
                    <a:pt x="1722" y="966"/>
                  </a:lnTo>
                  <a:lnTo>
                    <a:pt x="1716" y="966"/>
                  </a:lnTo>
                  <a:lnTo>
                    <a:pt x="1770" y="966"/>
                  </a:lnTo>
                  <a:lnTo>
                    <a:pt x="1782" y="972"/>
                  </a:lnTo>
                  <a:lnTo>
                    <a:pt x="1794" y="972"/>
                  </a:lnTo>
                  <a:lnTo>
                    <a:pt x="1794" y="936"/>
                  </a:lnTo>
                  <a:lnTo>
                    <a:pt x="1812" y="882"/>
                  </a:lnTo>
                  <a:lnTo>
                    <a:pt x="1806" y="876"/>
                  </a:lnTo>
                  <a:lnTo>
                    <a:pt x="1800" y="864"/>
                  </a:lnTo>
                  <a:lnTo>
                    <a:pt x="1800" y="846"/>
                  </a:lnTo>
                  <a:lnTo>
                    <a:pt x="1812" y="840"/>
                  </a:lnTo>
                  <a:lnTo>
                    <a:pt x="1818" y="834"/>
                  </a:lnTo>
                  <a:lnTo>
                    <a:pt x="1836" y="804"/>
                  </a:lnTo>
                  <a:lnTo>
                    <a:pt x="1836" y="792"/>
                  </a:lnTo>
                  <a:lnTo>
                    <a:pt x="1830" y="786"/>
                  </a:lnTo>
                  <a:lnTo>
                    <a:pt x="1830" y="780"/>
                  </a:lnTo>
                  <a:lnTo>
                    <a:pt x="1824" y="774"/>
                  </a:lnTo>
                  <a:lnTo>
                    <a:pt x="1824" y="750"/>
                  </a:lnTo>
                  <a:lnTo>
                    <a:pt x="1830" y="750"/>
                  </a:lnTo>
                  <a:lnTo>
                    <a:pt x="1836" y="744"/>
                  </a:lnTo>
                  <a:lnTo>
                    <a:pt x="1848" y="744"/>
                  </a:lnTo>
                  <a:lnTo>
                    <a:pt x="1860" y="738"/>
                  </a:lnTo>
                  <a:lnTo>
                    <a:pt x="1872" y="726"/>
                  </a:lnTo>
                  <a:lnTo>
                    <a:pt x="1872" y="708"/>
                  </a:lnTo>
                  <a:lnTo>
                    <a:pt x="1878" y="708"/>
                  </a:lnTo>
                  <a:lnTo>
                    <a:pt x="1890" y="702"/>
                  </a:lnTo>
                  <a:lnTo>
                    <a:pt x="1926" y="702"/>
                  </a:lnTo>
                  <a:lnTo>
                    <a:pt x="1932" y="708"/>
                  </a:lnTo>
                  <a:lnTo>
                    <a:pt x="1950" y="708"/>
                  </a:lnTo>
                  <a:lnTo>
                    <a:pt x="1950" y="702"/>
                  </a:lnTo>
                  <a:lnTo>
                    <a:pt x="1944" y="696"/>
                  </a:lnTo>
                  <a:lnTo>
                    <a:pt x="1932" y="690"/>
                  </a:lnTo>
                  <a:lnTo>
                    <a:pt x="1926" y="684"/>
                  </a:lnTo>
                  <a:lnTo>
                    <a:pt x="1920" y="672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73" name="Iceland" descr="© INSCALE GmbH, 05.05.2010&#10;http://www.presentationload.com/">
              <a:extLst>
                <a:ext uri="{FF2B5EF4-FFF2-40B4-BE49-F238E27FC236}">
                  <a16:creationId xmlns:a16="http://schemas.microsoft.com/office/drawing/2014/main" id="{B383910C-7469-482A-81B9-F0A40C544F6A}"/>
                </a:ext>
              </a:extLst>
            </p:cNvPr>
            <p:cNvSpPr>
              <a:spLocks/>
            </p:cNvSpPr>
            <p:nvPr/>
          </p:nvSpPr>
          <p:spPr bwMode="gray">
            <a:xfrm>
              <a:off x="3358478" y="1278272"/>
              <a:ext cx="188693" cy="73212"/>
            </a:xfrm>
            <a:custGeom>
              <a:avLst/>
              <a:gdLst>
                <a:gd name="T0" fmla="*/ 2147483647 w 570"/>
                <a:gd name="T1" fmla="*/ 2147483647 h 222"/>
                <a:gd name="T2" fmla="*/ 2147483647 w 570"/>
                <a:gd name="T3" fmla="*/ 2147483647 h 222"/>
                <a:gd name="T4" fmla="*/ 2147483647 w 570"/>
                <a:gd name="T5" fmla="*/ 2147483647 h 222"/>
                <a:gd name="T6" fmla="*/ 2147483647 w 570"/>
                <a:gd name="T7" fmla="*/ 2147483647 h 222"/>
                <a:gd name="T8" fmla="*/ 2147483647 w 570"/>
                <a:gd name="T9" fmla="*/ 2147483647 h 222"/>
                <a:gd name="T10" fmla="*/ 2147483647 w 570"/>
                <a:gd name="T11" fmla="*/ 2147483647 h 222"/>
                <a:gd name="T12" fmla="*/ 2147483647 w 570"/>
                <a:gd name="T13" fmla="*/ 2147483647 h 222"/>
                <a:gd name="T14" fmla="*/ 2147483647 w 570"/>
                <a:gd name="T15" fmla="*/ 2147483647 h 222"/>
                <a:gd name="T16" fmla="*/ 2147483647 w 570"/>
                <a:gd name="T17" fmla="*/ 2147483647 h 222"/>
                <a:gd name="T18" fmla="*/ 2147483647 w 570"/>
                <a:gd name="T19" fmla="*/ 2147483647 h 222"/>
                <a:gd name="T20" fmla="*/ 2147483647 w 570"/>
                <a:gd name="T21" fmla="*/ 2147483647 h 222"/>
                <a:gd name="T22" fmla="*/ 2147483647 w 570"/>
                <a:gd name="T23" fmla="*/ 2147483647 h 222"/>
                <a:gd name="T24" fmla="*/ 2147483647 w 570"/>
                <a:gd name="T25" fmla="*/ 2147483647 h 222"/>
                <a:gd name="T26" fmla="*/ 2147483647 w 570"/>
                <a:gd name="T27" fmla="*/ 2147483647 h 222"/>
                <a:gd name="T28" fmla="*/ 2147483647 w 570"/>
                <a:gd name="T29" fmla="*/ 2147483647 h 222"/>
                <a:gd name="T30" fmla="*/ 2147483647 w 570"/>
                <a:gd name="T31" fmla="*/ 2147483647 h 222"/>
                <a:gd name="T32" fmla="*/ 2147483647 w 570"/>
                <a:gd name="T33" fmla="*/ 2147483647 h 222"/>
                <a:gd name="T34" fmla="*/ 2147483647 w 570"/>
                <a:gd name="T35" fmla="*/ 2147483647 h 222"/>
                <a:gd name="T36" fmla="*/ 2147483647 w 570"/>
                <a:gd name="T37" fmla="*/ 2147483647 h 222"/>
                <a:gd name="T38" fmla="*/ 2147483647 w 570"/>
                <a:gd name="T39" fmla="*/ 2147483647 h 222"/>
                <a:gd name="T40" fmla="*/ 2147483647 w 570"/>
                <a:gd name="T41" fmla="*/ 2147483647 h 222"/>
                <a:gd name="T42" fmla="*/ 2147483647 w 570"/>
                <a:gd name="T43" fmla="*/ 2147483647 h 222"/>
                <a:gd name="T44" fmla="*/ 2147483647 w 570"/>
                <a:gd name="T45" fmla="*/ 2147483647 h 222"/>
                <a:gd name="T46" fmla="*/ 2147483647 w 570"/>
                <a:gd name="T47" fmla="*/ 2147483647 h 222"/>
                <a:gd name="T48" fmla="*/ 2147483647 w 570"/>
                <a:gd name="T49" fmla="*/ 2147483647 h 222"/>
                <a:gd name="T50" fmla="*/ 2147483647 w 570"/>
                <a:gd name="T51" fmla="*/ 2147483647 h 222"/>
                <a:gd name="T52" fmla="*/ 2147483647 w 570"/>
                <a:gd name="T53" fmla="*/ 2147483647 h 222"/>
                <a:gd name="T54" fmla="*/ 2147483647 w 570"/>
                <a:gd name="T55" fmla="*/ 2147483647 h 222"/>
                <a:gd name="T56" fmla="*/ 2147483647 w 570"/>
                <a:gd name="T57" fmla="*/ 2147483647 h 222"/>
                <a:gd name="T58" fmla="*/ 2147483647 w 570"/>
                <a:gd name="T59" fmla="*/ 2147483647 h 222"/>
                <a:gd name="T60" fmla="*/ 2147483647 w 570"/>
                <a:gd name="T61" fmla="*/ 2147483647 h 222"/>
                <a:gd name="T62" fmla="*/ 2147483647 w 570"/>
                <a:gd name="T63" fmla="*/ 2147483647 h 222"/>
                <a:gd name="T64" fmla="*/ 2147483647 w 570"/>
                <a:gd name="T65" fmla="*/ 2147483647 h 222"/>
                <a:gd name="T66" fmla="*/ 0 w 570"/>
                <a:gd name="T67" fmla="*/ 2147483647 h 222"/>
                <a:gd name="T68" fmla="*/ 2147483647 w 570"/>
                <a:gd name="T69" fmla="*/ 2147483647 h 222"/>
                <a:gd name="T70" fmla="*/ 2147483647 w 570"/>
                <a:gd name="T71" fmla="*/ 2147483647 h 222"/>
                <a:gd name="T72" fmla="*/ 2147483647 w 570"/>
                <a:gd name="T73" fmla="*/ 2147483647 h 222"/>
                <a:gd name="T74" fmla="*/ 2147483647 w 570"/>
                <a:gd name="T75" fmla="*/ 2147483647 h 222"/>
                <a:gd name="T76" fmla="*/ 2147483647 w 570"/>
                <a:gd name="T77" fmla="*/ 2147483647 h 222"/>
                <a:gd name="T78" fmla="*/ 2147483647 w 570"/>
                <a:gd name="T79" fmla="*/ 2147483647 h 222"/>
                <a:gd name="T80" fmla="*/ 2147483647 w 570"/>
                <a:gd name="T81" fmla="*/ 2147483647 h 222"/>
                <a:gd name="T82" fmla="*/ 2147483647 w 570"/>
                <a:gd name="T83" fmla="*/ 2147483647 h 222"/>
                <a:gd name="T84" fmla="*/ 2147483647 w 570"/>
                <a:gd name="T85" fmla="*/ 2147483647 h 222"/>
                <a:gd name="T86" fmla="*/ 2147483647 w 570"/>
                <a:gd name="T87" fmla="*/ 2147483647 h 222"/>
                <a:gd name="T88" fmla="*/ 2147483647 w 570"/>
                <a:gd name="T89" fmla="*/ 2147483647 h 222"/>
                <a:gd name="T90" fmla="*/ 2147483647 w 570"/>
                <a:gd name="T91" fmla="*/ 2147483647 h 222"/>
                <a:gd name="T92" fmla="*/ 2147483647 w 570"/>
                <a:gd name="T93" fmla="*/ 2147483647 h 22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70"/>
                <a:gd name="T142" fmla="*/ 0 h 222"/>
                <a:gd name="T143" fmla="*/ 570 w 570"/>
                <a:gd name="T144" fmla="*/ 222 h 22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70" h="222">
                  <a:moveTo>
                    <a:pt x="252" y="222"/>
                  </a:moveTo>
                  <a:lnTo>
                    <a:pt x="270" y="216"/>
                  </a:lnTo>
                  <a:lnTo>
                    <a:pt x="306" y="216"/>
                  </a:lnTo>
                  <a:lnTo>
                    <a:pt x="312" y="204"/>
                  </a:lnTo>
                  <a:lnTo>
                    <a:pt x="312" y="192"/>
                  </a:lnTo>
                  <a:lnTo>
                    <a:pt x="324" y="198"/>
                  </a:lnTo>
                  <a:lnTo>
                    <a:pt x="330" y="198"/>
                  </a:lnTo>
                  <a:lnTo>
                    <a:pt x="342" y="204"/>
                  </a:lnTo>
                  <a:lnTo>
                    <a:pt x="348" y="204"/>
                  </a:lnTo>
                  <a:lnTo>
                    <a:pt x="360" y="192"/>
                  </a:lnTo>
                  <a:lnTo>
                    <a:pt x="360" y="186"/>
                  </a:lnTo>
                  <a:lnTo>
                    <a:pt x="372" y="186"/>
                  </a:lnTo>
                  <a:lnTo>
                    <a:pt x="378" y="192"/>
                  </a:lnTo>
                  <a:lnTo>
                    <a:pt x="390" y="192"/>
                  </a:lnTo>
                  <a:lnTo>
                    <a:pt x="414" y="180"/>
                  </a:lnTo>
                  <a:lnTo>
                    <a:pt x="432" y="168"/>
                  </a:lnTo>
                  <a:lnTo>
                    <a:pt x="456" y="156"/>
                  </a:lnTo>
                  <a:lnTo>
                    <a:pt x="474" y="156"/>
                  </a:lnTo>
                  <a:lnTo>
                    <a:pt x="480" y="162"/>
                  </a:lnTo>
                  <a:lnTo>
                    <a:pt x="492" y="162"/>
                  </a:lnTo>
                  <a:lnTo>
                    <a:pt x="504" y="156"/>
                  </a:lnTo>
                  <a:lnTo>
                    <a:pt x="510" y="144"/>
                  </a:lnTo>
                  <a:lnTo>
                    <a:pt x="510" y="138"/>
                  </a:lnTo>
                  <a:lnTo>
                    <a:pt x="516" y="126"/>
                  </a:lnTo>
                  <a:lnTo>
                    <a:pt x="528" y="126"/>
                  </a:lnTo>
                  <a:lnTo>
                    <a:pt x="552" y="114"/>
                  </a:lnTo>
                  <a:lnTo>
                    <a:pt x="564" y="102"/>
                  </a:lnTo>
                  <a:lnTo>
                    <a:pt x="570" y="102"/>
                  </a:lnTo>
                  <a:lnTo>
                    <a:pt x="552" y="102"/>
                  </a:lnTo>
                  <a:lnTo>
                    <a:pt x="570" y="84"/>
                  </a:lnTo>
                  <a:lnTo>
                    <a:pt x="570" y="78"/>
                  </a:lnTo>
                  <a:lnTo>
                    <a:pt x="564" y="72"/>
                  </a:lnTo>
                  <a:lnTo>
                    <a:pt x="552" y="66"/>
                  </a:lnTo>
                  <a:lnTo>
                    <a:pt x="540" y="66"/>
                  </a:lnTo>
                  <a:lnTo>
                    <a:pt x="534" y="72"/>
                  </a:lnTo>
                  <a:lnTo>
                    <a:pt x="528" y="72"/>
                  </a:lnTo>
                  <a:lnTo>
                    <a:pt x="534" y="60"/>
                  </a:lnTo>
                  <a:lnTo>
                    <a:pt x="504" y="60"/>
                  </a:lnTo>
                  <a:lnTo>
                    <a:pt x="522" y="36"/>
                  </a:lnTo>
                  <a:lnTo>
                    <a:pt x="504" y="36"/>
                  </a:lnTo>
                  <a:lnTo>
                    <a:pt x="510" y="18"/>
                  </a:lnTo>
                  <a:lnTo>
                    <a:pt x="480" y="24"/>
                  </a:lnTo>
                  <a:lnTo>
                    <a:pt x="474" y="18"/>
                  </a:lnTo>
                  <a:lnTo>
                    <a:pt x="462" y="12"/>
                  </a:lnTo>
                  <a:lnTo>
                    <a:pt x="456" y="6"/>
                  </a:lnTo>
                  <a:lnTo>
                    <a:pt x="444" y="0"/>
                  </a:lnTo>
                  <a:lnTo>
                    <a:pt x="432" y="0"/>
                  </a:lnTo>
                  <a:lnTo>
                    <a:pt x="432" y="24"/>
                  </a:lnTo>
                  <a:lnTo>
                    <a:pt x="414" y="30"/>
                  </a:lnTo>
                  <a:lnTo>
                    <a:pt x="408" y="30"/>
                  </a:lnTo>
                  <a:lnTo>
                    <a:pt x="402" y="24"/>
                  </a:lnTo>
                  <a:lnTo>
                    <a:pt x="378" y="24"/>
                  </a:lnTo>
                  <a:lnTo>
                    <a:pt x="372" y="30"/>
                  </a:lnTo>
                  <a:lnTo>
                    <a:pt x="366" y="42"/>
                  </a:lnTo>
                  <a:lnTo>
                    <a:pt x="360" y="36"/>
                  </a:lnTo>
                  <a:lnTo>
                    <a:pt x="348" y="30"/>
                  </a:lnTo>
                  <a:lnTo>
                    <a:pt x="342" y="24"/>
                  </a:lnTo>
                  <a:lnTo>
                    <a:pt x="336" y="24"/>
                  </a:lnTo>
                  <a:lnTo>
                    <a:pt x="330" y="30"/>
                  </a:lnTo>
                  <a:lnTo>
                    <a:pt x="330" y="60"/>
                  </a:lnTo>
                  <a:lnTo>
                    <a:pt x="324" y="48"/>
                  </a:lnTo>
                  <a:lnTo>
                    <a:pt x="318" y="42"/>
                  </a:lnTo>
                  <a:lnTo>
                    <a:pt x="306" y="36"/>
                  </a:lnTo>
                  <a:lnTo>
                    <a:pt x="300" y="24"/>
                  </a:lnTo>
                  <a:lnTo>
                    <a:pt x="288" y="24"/>
                  </a:lnTo>
                  <a:lnTo>
                    <a:pt x="288" y="30"/>
                  </a:lnTo>
                  <a:lnTo>
                    <a:pt x="270" y="30"/>
                  </a:lnTo>
                  <a:lnTo>
                    <a:pt x="264" y="36"/>
                  </a:lnTo>
                  <a:lnTo>
                    <a:pt x="264" y="54"/>
                  </a:lnTo>
                  <a:lnTo>
                    <a:pt x="252" y="54"/>
                  </a:lnTo>
                  <a:lnTo>
                    <a:pt x="240" y="42"/>
                  </a:lnTo>
                  <a:lnTo>
                    <a:pt x="228" y="36"/>
                  </a:lnTo>
                  <a:lnTo>
                    <a:pt x="222" y="30"/>
                  </a:lnTo>
                  <a:lnTo>
                    <a:pt x="216" y="30"/>
                  </a:lnTo>
                  <a:lnTo>
                    <a:pt x="216" y="48"/>
                  </a:lnTo>
                  <a:lnTo>
                    <a:pt x="210" y="60"/>
                  </a:lnTo>
                  <a:lnTo>
                    <a:pt x="210" y="72"/>
                  </a:lnTo>
                  <a:lnTo>
                    <a:pt x="204" y="72"/>
                  </a:lnTo>
                  <a:lnTo>
                    <a:pt x="192" y="60"/>
                  </a:lnTo>
                  <a:lnTo>
                    <a:pt x="186" y="60"/>
                  </a:lnTo>
                  <a:lnTo>
                    <a:pt x="162" y="84"/>
                  </a:lnTo>
                  <a:lnTo>
                    <a:pt x="162" y="90"/>
                  </a:lnTo>
                  <a:lnTo>
                    <a:pt x="156" y="84"/>
                  </a:lnTo>
                  <a:lnTo>
                    <a:pt x="144" y="60"/>
                  </a:lnTo>
                  <a:lnTo>
                    <a:pt x="162" y="42"/>
                  </a:lnTo>
                  <a:lnTo>
                    <a:pt x="162" y="36"/>
                  </a:lnTo>
                  <a:lnTo>
                    <a:pt x="156" y="30"/>
                  </a:lnTo>
                  <a:lnTo>
                    <a:pt x="108" y="6"/>
                  </a:lnTo>
                  <a:lnTo>
                    <a:pt x="96" y="6"/>
                  </a:lnTo>
                  <a:lnTo>
                    <a:pt x="96" y="36"/>
                  </a:lnTo>
                  <a:lnTo>
                    <a:pt x="90" y="36"/>
                  </a:lnTo>
                  <a:lnTo>
                    <a:pt x="84" y="30"/>
                  </a:lnTo>
                  <a:lnTo>
                    <a:pt x="78" y="30"/>
                  </a:lnTo>
                  <a:lnTo>
                    <a:pt x="66" y="24"/>
                  </a:lnTo>
                  <a:lnTo>
                    <a:pt x="54" y="24"/>
                  </a:lnTo>
                  <a:lnTo>
                    <a:pt x="42" y="30"/>
                  </a:lnTo>
                  <a:lnTo>
                    <a:pt x="30" y="42"/>
                  </a:lnTo>
                  <a:lnTo>
                    <a:pt x="48" y="54"/>
                  </a:lnTo>
                  <a:lnTo>
                    <a:pt x="30" y="54"/>
                  </a:lnTo>
                  <a:lnTo>
                    <a:pt x="18" y="60"/>
                  </a:lnTo>
                  <a:lnTo>
                    <a:pt x="12" y="66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8" y="78"/>
                  </a:lnTo>
                  <a:lnTo>
                    <a:pt x="30" y="78"/>
                  </a:lnTo>
                  <a:lnTo>
                    <a:pt x="54" y="66"/>
                  </a:lnTo>
                  <a:lnTo>
                    <a:pt x="66" y="66"/>
                  </a:lnTo>
                  <a:lnTo>
                    <a:pt x="72" y="60"/>
                  </a:lnTo>
                  <a:lnTo>
                    <a:pt x="78" y="60"/>
                  </a:lnTo>
                  <a:lnTo>
                    <a:pt x="126" y="72"/>
                  </a:lnTo>
                  <a:lnTo>
                    <a:pt x="90" y="90"/>
                  </a:lnTo>
                  <a:lnTo>
                    <a:pt x="102" y="90"/>
                  </a:lnTo>
                  <a:lnTo>
                    <a:pt x="108" y="96"/>
                  </a:lnTo>
                  <a:lnTo>
                    <a:pt x="114" y="96"/>
                  </a:lnTo>
                  <a:lnTo>
                    <a:pt x="120" y="102"/>
                  </a:lnTo>
                  <a:lnTo>
                    <a:pt x="114" y="102"/>
                  </a:lnTo>
                  <a:lnTo>
                    <a:pt x="108" y="108"/>
                  </a:lnTo>
                  <a:lnTo>
                    <a:pt x="6" y="108"/>
                  </a:lnTo>
                  <a:lnTo>
                    <a:pt x="0" y="114"/>
                  </a:lnTo>
                  <a:lnTo>
                    <a:pt x="12" y="120"/>
                  </a:lnTo>
                  <a:lnTo>
                    <a:pt x="60" y="120"/>
                  </a:lnTo>
                  <a:lnTo>
                    <a:pt x="84" y="132"/>
                  </a:lnTo>
                  <a:lnTo>
                    <a:pt x="90" y="138"/>
                  </a:lnTo>
                  <a:lnTo>
                    <a:pt x="126" y="132"/>
                  </a:lnTo>
                  <a:lnTo>
                    <a:pt x="108" y="150"/>
                  </a:lnTo>
                  <a:lnTo>
                    <a:pt x="120" y="156"/>
                  </a:lnTo>
                  <a:lnTo>
                    <a:pt x="114" y="162"/>
                  </a:lnTo>
                  <a:lnTo>
                    <a:pt x="114" y="168"/>
                  </a:lnTo>
                  <a:lnTo>
                    <a:pt x="108" y="174"/>
                  </a:lnTo>
                  <a:lnTo>
                    <a:pt x="90" y="174"/>
                  </a:lnTo>
                  <a:lnTo>
                    <a:pt x="78" y="180"/>
                  </a:lnTo>
                  <a:lnTo>
                    <a:pt x="54" y="180"/>
                  </a:lnTo>
                  <a:lnTo>
                    <a:pt x="54" y="186"/>
                  </a:lnTo>
                  <a:lnTo>
                    <a:pt x="66" y="192"/>
                  </a:lnTo>
                  <a:lnTo>
                    <a:pt x="120" y="192"/>
                  </a:lnTo>
                  <a:lnTo>
                    <a:pt x="132" y="186"/>
                  </a:lnTo>
                  <a:lnTo>
                    <a:pt x="138" y="180"/>
                  </a:lnTo>
                  <a:lnTo>
                    <a:pt x="168" y="198"/>
                  </a:lnTo>
                  <a:lnTo>
                    <a:pt x="180" y="186"/>
                  </a:lnTo>
                  <a:lnTo>
                    <a:pt x="180" y="198"/>
                  </a:lnTo>
                  <a:lnTo>
                    <a:pt x="228" y="222"/>
                  </a:lnTo>
                  <a:lnTo>
                    <a:pt x="252" y="222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74" name="Hungary" descr="© INSCALE GmbH, 05.05.2010&#10;http://www.presentationload.com/">
              <a:extLst>
                <a:ext uri="{FF2B5EF4-FFF2-40B4-BE49-F238E27FC236}">
                  <a16:creationId xmlns:a16="http://schemas.microsoft.com/office/drawing/2014/main" id="{8A25AD3B-C755-48D1-904C-0495AD8F55D1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096448" y="1720114"/>
              <a:ext cx="140873" cy="73212"/>
            </a:xfrm>
            <a:custGeom>
              <a:avLst/>
              <a:gdLst>
                <a:gd name="T0" fmla="*/ 2147483647 w 426"/>
                <a:gd name="T1" fmla="*/ 2147483647 h 222"/>
                <a:gd name="T2" fmla="*/ 2147483647 w 426"/>
                <a:gd name="T3" fmla="*/ 2147483647 h 222"/>
                <a:gd name="T4" fmla="*/ 2147483647 w 426"/>
                <a:gd name="T5" fmla="*/ 2147483647 h 222"/>
                <a:gd name="T6" fmla="*/ 0 w 426"/>
                <a:gd name="T7" fmla="*/ 2147483647 h 222"/>
                <a:gd name="T8" fmla="*/ 2147483647 w 426"/>
                <a:gd name="T9" fmla="*/ 2147483647 h 222"/>
                <a:gd name="T10" fmla="*/ 2147483647 w 426"/>
                <a:gd name="T11" fmla="*/ 2147483647 h 222"/>
                <a:gd name="T12" fmla="*/ 2147483647 w 426"/>
                <a:gd name="T13" fmla="*/ 2147483647 h 222"/>
                <a:gd name="T14" fmla="*/ 2147483647 w 426"/>
                <a:gd name="T15" fmla="*/ 2147483647 h 222"/>
                <a:gd name="T16" fmla="*/ 2147483647 w 426"/>
                <a:gd name="T17" fmla="*/ 2147483647 h 222"/>
                <a:gd name="T18" fmla="*/ 2147483647 w 426"/>
                <a:gd name="T19" fmla="*/ 2147483647 h 222"/>
                <a:gd name="T20" fmla="*/ 2147483647 w 426"/>
                <a:gd name="T21" fmla="*/ 2147483647 h 222"/>
                <a:gd name="T22" fmla="*/ 2147483647 w 426"/>
                <a:gd name="T23" fmla="*/ 2147483647 h 222"/>
                <a:gd name="T24" fmla="*/ 2147483647 w 426"/>
                <a:gd name="T25" fmla="*/ 2147483647 h 222"/>
                <a:gd name="T26" fmla="*/ 2147483647 w 426"/>
                <a:gd name="T27" fmla="*/ 2147483647 h 222"/>
                <a:gd name="T28" fmla="*/ 2147483647 w 426"/>
                <a:gd name="T29" fmla="*/ 2147483647 h 222"/>
                <a:gd name="T30" fmla="*/ 2147483647 w 426"/>
                <a:gd name="T31" fmla="*/ 2147483647 h 222"/>
                <a:gd name="T32" fmla="*/ 2147483647 w 426"/>
                <a:gd name="T33" fmla="*/ 2147483647 h 222"/>
                <a:gd name="T34" fmla="*/ 2147483647 w 426"/>
                <a:gd name="T35" fmla="*/ 2147483647 h 222"/>
                <a:gd name="T36" fmla="*/ 2147483647 w 426"/>
                <a:gd name="T37" fmla="*/ 2147483647 h 222"/>
                <a:gd name="T38" fmla="*/ 2147483647 w 426"/>
                <a:gd name="T39" fmla="*/ 2147483647 h 222"/>
                <a:gd name="T40" fmla="*/ 2147483647 w 426"/>
                <a:gd name="T41" fmla="*/ 2147483647 h 222"/>
                <a:gd name="T42" fmla="*/ 2147483647 w 426"/>
                <a:gd name="T43" fmla="*/ 2147483647 h 222"/>
                <a:gd name="T44" fmla="*/ 2147483647 w 426"/>
                <a:gd name="T45" fmla="*/ 2147483647 h 222"/>
                <a:gd name="T46" fmla="*/ 2147483647 w 426"/>
                <a:gd name="T47" fmla="*/ 2147483647 h 222"/>
                <a:gd name="T48" fmla="*/ 2147483647 w 426"/>
                <a:gd name="T49" fmla="*/ 0 h 222"/>
                <a:gd name="T50" fmla="*/ 2147483647 w 426"/>
                <a:gd name="T51" fmla="*/ 2147483647 h 222"/>
                <a:gd name="T52" fmla="*/ 2147483647 w 426"/>
                <a:gd name="T53" fmla="*/ 0 h 222"/>
                <a:gd name="T54" fmla="*/ 2147483647 w 426"/>
                <a:gd name="T55" fmla="*/ 2147483647 h 222"/>
                <a:gd name="T56" fmla="*/ 2147483647 w 426"/>
                <a:gd name="T57" fmla="*/ 2147483647 h 222"/>
                <a:gd name="T58" fmla="*/ 2147483647 w 426"/>
                <a:gd name="T59" fmla="*/ 2147483647 h 222"/>
                <a:gd name="T60" fmla="*/ 2147483647 w 426"/>
                <a:gd name="T61" fmla="*/ 2147483647 h 222"/>
                <a:gd name="T62" fmla="*/ 2147483647 w 426"/>
                <a:gd name="T63" fmla="*/ 2147483647 h 222"/>
                <a:gd name="T64" fmla="*/ 2147483647 w 426"/>
                <a:gd name="T65" fmla="*/ 2147483647 h 222"/>
                <a:gd name="T66" fmla="*/ 2147483647 w 426"/>
                <a:gd name="T67" fmla="*/ 2147483647 h 222"/>
                <a:gd name="T68" fmla="*/ 2147483647 w 426"/>
                <a:gd name="T69" fmla="*/ 2147483647 h 222"/>
                <a:gd name="T70" fmla="*/ 2147483647 w 426"/>
                <a:gd name="T71" fmla="*/ 2147483647 h 22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426"/>
                <a:gd name="T109" fmla="*/ 0 h 222"/>
                <a:gd name="T110" fmla="*/ 426 w 426"/>
                <a:gd name="T111" fmla="*/ 222 h 22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426" h="222">
                  <a:moveTo>
                    <a:pt x="42" y="66"/>
                  </a:moveTo>
                  <a:lnTo>
                    <a:pt x="24" y="66"/>
                  </a:lnTo>
                  <a:lnTo>
                    <a:pt x="18" y="78"/>
                  </a:lnTo>
                  <a:lnTo>
                    <a:pt x="30" y="78"/>
                  </a:lnTo>
                  <a:lnTo>
                    <a:pt x="18" y="96"/>
                  </a:lnTo>
                  <a:lnTo>
                    <a:pt x="18" y="120"/>
                  </a:lnTo>
                  <a:lnTo>
                    <a:pt x="0" y="120"/>
                  </a:lnTo>
                  <a:lnTo>
                    <a:pt x="0" y="126"/>
                  </a:lnTo>
                  <a:lnTo>
                    <a:pt x="6" y="132"/>
                  </a:lnTo>
                  <a:lnTo>
                    <a:pt x="12" y="150"/>
                  </a:lnTo>
                  <a:lnTo>
                    <a:pt x="30" y="162"/>
                  </a:lnTo>
                  <a:lnTo>
                    <a:pt x="42" y="168"/>
                  </a:lnTo>
                  <a:lnTo>
                    <a:pt x="48" y="174"/>
                  </a:lnTo>
                  <a:lnTo>
                    <a:pt x="48" y="180"/>
                  </a:lnTo>
                  <a:lnTo>
                    <a:pt x="60" y="192"/>
                  </a:lnTo>
                  <a:lnTo>
                    <a:pt x="72" y="198"/>
                  </a:lnTo>
                  <a:lnTo>
                    <a:pt x="78" y="204"/>
                  </a:lnTo>
                  <a:lnTo>
                    <a:pt x="90" y="210"/>
                  </a:lnTo>
                  <a:lnTo>
                    <a:pt x="108" y="210"/>
                  </a:lnTo>
                  <a:lnTo>
                    <a:pt x="114" y="222"/>
                  </a:lnTo>
                  <a:lnTo>
                    <a:pt x="156" y="216"/>
                  </a:lnTo>
                  <a:lnTo>
                    <a:pt x="168" y="210"/>
                  </a:lnTo>
                  <a:lnTo>
                    <a:pt x="174" y="204"/>
                  </a:lnTo>
                  <a:lnTo>
                    <a:pt x="198" y="204"/>
                  </a:lnTo>
                  <a:lnTo>
                    <a:pt x="216" y="186"/>
                  </a:lnTo>
                  <a:lnTo>
                    <a:pt x="240" y="186"/>
                  </a:lnTo>
                  <a:lnTo>
                    <a:pt x="258" y="198"/>
                  </a:lnTo>
                  <a:lnTo>
                    <a:pt x="288" y="192"/>
                  </a:lnTo>
                  <a:lnTo>
                    <a:pt x="288" y="174"/>
                  </a:lnTo>
                  <a:lnTo>
                    <a:pt x="306" y="180"/>
                  </a:lnTo>
                  <a:lnTo>
                    <a:pt x="312" y="174"/>
                  </a:lnTo>
                  <a:lnTo>
                    <a:pt x="324" y="168"/>
                  </a:lnTo>
                  <a:lnTo>
                    <a:pt x="330" y="162"/>
                  </a:lnTo>
                  <a:lnTo>
                    <a:pt x="330" y="144"/>
                  </a:lnTo>
                  <a:lnTo>
                    <a:pt x="336" y="138"/>
                  </a:lnTo>
                  <a:lnTo>
                    <a:pt x="348" y="132"/>
                  </a:lnTo>
                  <a:lnTo>
                    <a:pt x="366" y="114"/>
                  </a:lnTo>
                  <a:lnTo>
                    <a:pt x="366" y="72"/>
                  </a:lnTo>
                  <a:lnTo>
                    <a:pt x="378" y="60"/>
                  </a:lnTo>
                  <a:lnTo>
                    <a:pt x="408" y="60"/>
                  </a:lnTo>
                  <a:lnTo>
                    <a:pt x="426" y="42"/>
                  </a:lnTo>
                  <a:lnTo>
                    <a:pt x="420" y="36"/>
                  </a:lnTo>
                  <a:lnTo>
                    <a:pt x="408" y="36"/>
                  </a:lnTo>
                  <a:lnTo>
                    <a:pt x="402" y="30"/>
                  </a:lnTo>
                  <a:lnTo>
                    <a:pt x="396" y="30"/>
                  </a:lnTo>
                  <a:lnTo>
                    <a:pt x="372" y="6"/>
                  </a:lnTo>
                  <a:lnTo>
                    <a:pt x="348" y="6"/>
                  </a:lnTo>
                  <a:lnTo>
                    <a:pt x="336" y="12"/>
                  </a:lnTo>
                  <a:lnTo>
                    <a:pt x="324" y="12"/>
                  </a:lnTo>
                  <a:lnTo>
                    <a:pt x="324" y="0"/>
                  </a:lnTo>
                  <a:lnTo>
                    <a:pt x="312" y="0"/>
                  </a:lnTo>
                  <a:lnTo>
                    <a:pt x="312" y="18"/>
                  </a:lnTo>
                  <a:lnTo>
                    <a:pt x="294" y="12"/>
                  </a:lnTo>
                  <a:lnTo>
                    <a:pt x="294" y="0"/>
                  </a:lnTo>
                  <a:lnTo>
                    <a:pt x="270" y="0"/>
                  </a:lnTo>
                  <a:lnTo>
                    <a:pt x="264" y="12"/>
                  </a:lnTo>
                  <a:lnTo>
                    <a:pt x="252" y="24"/>
                  </a:lnTo>
                  <a:lnTo>
                    <a:pt x="246" y="24"/>
                  </a:lnTo>
                  <a:lnTo>
                    <a:pt x="234" y="30"/>
                  </a:lnTo>
                  <a:lnTo>
                    <a:pt x="210" y="30"/>
                  </a:lnTo>
                  <a:lnTo>
                    <a:pt x="204" y="42"/>
                  </a:lnTo>
                  <a:lnTo>
                    <a:pt x="168" y="36"/>
                  </a:lnTo>
                  <a:lnTo>
                    <a:pt x="156" y="60"/>
                  </a:lnTo>
                  <a:lnTo>
                    <a:pt x="144" y="60"/>
                  </a:lnTo>
                  <a:lnTo>
                    <a:pt x="126" y="66"/>
                  </a:lnTo>
                  <a:lnTo>
                    <a:pt x="84" y="66"/>
                  </a:lnTo>
                  <a:lnTo>
                    <a:pt x="78" y="60"/>
                  </a:lnTo>
                  <a:lnTo>
                    <a:pt x="72" y="48"/>
                  </a:lnTo>
                  <a:lnTo>
                    <a:pt x="66" y="42"/>
                  </a:lnTo>
                  <a:lnTo>
                    <a:pt x="54" y="60"/>
                  </a:lnTo>
                  <a:lnTo>
                    <a:pt x="42" y="54"/>
                  </a:lnTo>
                  <a:lnTo>
                    <a:pt x="42" y="66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75" name="Hong Kong" descr="© INSCALE GmbH, 05.05.2010&#10;http://www.presentationload.com/">
              <a:extLst>
                <a:ext uri="{FF2B5EF4-FFF2-40B4-BE49-F238E27FC236}">
                  <a16:creationId xmlns:a16="http://schemas.microsoft.com/office/drawing/2014/main" id="{7387883D-3335-4A1D-A051-E79B2C882D0F}"/>
                </a:ext>
              </a:extLst>
            </p:cNvPr>
            <p:cNvSpPr>
              <a:spLocks/>
            </p:cNvSpPr>
            <p:nvPr/>
          </p:nvSpPr>
          <p:spPr bwMode="gray">
            <a:xfrm>
              <a:off x="6351104" y="2395932"/>
              <a:ext cx="18000" cy="18000"/>
            </a:xfrm>
            <a:prstGeom prst="ellipse">
              <a:avLst/>
            </a:pr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76" name="Honduras" descr="© INSCALE GmbH, 05.05.2010&#10;http://www.presentationload.com/">
              <a:extLst>
                <a:ext uri="{FF2B5EF4-FFF2-40B4-BE49-F238E27FC236}">
                  <a16:creationId xmlns:a16="http://schemas.microsoft.com/office/drawing/2014/main" id="{AFBA3881-21AE-4B26-857E-4CA93CDE666B}"/>
                </a:ext>
              </a:extLst>
            </p:cNvPr>
            <p:cNvSpPr>
              <a:spLocks/>
            </p:cNvSpPr>
            <p:nvPr/>
          </p:nvSpPr>
          <p:spPr bwMode="gray">
            <a:xfrm>
              <a:off x="1651195" y="2578111"/>
              <a:ext cx="147336" cy="80920"/>
            </a:xfrm>
            <a:custGeom>
              <a:avLst/>
              <a:gdLst>
                <a:gd name="T0" fmla="*/ 2147483647 w 444"/>
                <a:gd name="T1" fmla="*/ 2147483647 h 246"/>
                <a:gd name="T2" fmla="*/ 2147483647 w 444"/>
                <a:gd name="T3" fmla="*/ 2147483647 h 246"/>
                <a:gd name="T4" fmla="*/ 2147483647 w 444"/>
                <a:gd name="T5" fmla="*/ 2147483647 h 246"/>
                <a:gd name="T6" fmla="*/ 2147483647 w 444"/>
                <a:gd name="T7" fmla="*/ 2147483647 h 246"/>
                <a:gd name="T8" fmla="*/ 2147483647 w 444"/>
                <a:gd name="T9" fmla="*/ 2147483647 h 246"/>
                <a:gd name="T10" fmla="*/ 2147483647 w 444"/>
                <a:gd name="T11" fmla="*/ 2147483647 h 246"/>
                <a:gd name="T12" fmla="*/ 2147483647 w 444"/>
                <a:gd name="T13" fmla="*/ 2147483647 h 246"/>
                <a:gd name="T14" fmla="*/ 2147483647 w 444"/>
                <a:gd name="T15" fmla="*/ 2147483647 h 246"/>
                <a:gd name="T16" fmla="*/ 2147483647 w 444"/>
                <a:gd name="T17" fmla="*/ 2147483647 h 246"/>
                <a:gd name="T18" fmla="*/ 2147483647 w 444"/>
                <a:gd name="T19" fmla="*/ 2147483647 h 246"/>
                <a:gd name="T20" fmla="*/ 2147483647 w 444"/>
                <a:gd name="T21" fmla="*/ 2147483647 h 246"/>
                <a:gd name="T22" fmla="*/ 2147483647 w 444"/>
                <a:gd name="T23" fmla="*/ 2147483647 h 246"/>
                <a:gd name="T24" fmla="*/ 2147483647 w 444"/>
                <a:gd name="T25" fmla="*/ 2147483647 h 246"/>
                <a:gd name="T26" fmla="*/ 2147483647 w 444"/>
                <a:gd name="T27" fmla="*/ 2147483647 h 246"/>
                <a:gd name="T28" fmla="*/ 2147483647 w 444"/>
                <a:gd name="T29" fmla="*/ 2147483647 h 246"/>
                <a:gd name="T30" fmla="*/ 2147483647 w 444"/>
                <a:gd name="T31" fmla="*/ 2147483647 h 246"/>
                <a:gd name="T32" fmla="*/ 2147483647 w 444"/>
                <a:gd name="T33" fmla="*/ 2147483647 h 246"/>
                <a:gd name="T34" fmla="*/ 2147483647 w 444"/>
                <a:gd name="T35" fmla="*/ 2147483647 h 246"/>
                <a:gd name="T36" fmla="*/ 2147483647 w 444"/>
                <a:gd name="T37" fmla="*/ 2147483647 h 246"/>
                <a:gd name="T38" fmla="*/ 2147483647 w 444"/>
                <a:gd name="T39" fmla="*/ 0 h 246"/>
                <a:gd name="T40" fmla="*/ 2147483647 w 444"/>
                <a:gd name="T41" fmla="*/ 2147483647 h 246"/>
                <a:gd name="T42" fmla="*/ 2147483647 w 444"/>
                <a:gd name="T43" fmla="*/ 2147483647 h 246"/>
                <a:gd name="T44" fmla="*/ 2147483647 w 444"/>
                <a:gd name="T45" fmla="*/ 0 h 246"/>
                <a:gd name="T46" fmla="*/ 2147483647 w 444"/>
                <a:gd name="T47" fmla="*/ 2147483647 h 246"/>
                <a:gd name="T48" fmla="*/ 2147483647 w 444"/>
                <a:gd name="T49" fmla="*/ 2147483647 h 246"/>
                <a:gd name="T50" fmla="*/ 2147483647 w 444"/>
                <a:gd name="T51" fmla="*/ 2147483647 h 246"/>
                <a:gd name="T52" fmla="*/ 2147483647 w 444"/>
                <a:gd name="T53" fmla="*/ 2147483647 h 246"/>
                <a:gd name="T54" fmla="*/ 2147483647 w 444"/>
                <a:gd name="T55" fmla="*/ 2147483647 h 246"/>
                <a:gd name="T56" fmla="*/ 2147483647 w 444"/>
                <a:gd name="T57" fmla="*/ 2147483647 h 246"/>
                <a:gd name="T58" fmla="*/ 2147483647 w 444"/>
                <a:gd name="T59" fmla="*/ 2147483647 h 246"/>
                <a:gd name="T60" fmla="*/ 2147483647 w 444"/>
                <a:gd name="T61" fmla="*/ 0 h 246"/>
                <a:gd name="T62" fmla="*/ 2147483647 w 444"/>
                <a:gd name="T63" fmla="*/ 2147483647 h 246"/>
                <a:gd name="T64" fmla="*/ 2147483647 w 444"/>
                <a:gd name="T65" fmla="*/ 2147483647 h 246"/>
                <a:gd name="T66" fmla="*/ 2147483647 w 444"/>
                <a:gd name="T67" fmla="*/ 2147483647 h 246"/>
                <a:gd name="T68" fmla="*/ 2147483647 w 444"/>
                <a:gd name="T69" fmla="*/ 2147483647 h 246"/>
                <a:gd name="T70" fmla="*/ 2147483647 w 444"/>
                <a:gd name="T71" fmla="*/ 2147483647 h 246"/>
                <a:gd name="T72" fmla="*/ 0 w 444"/>
                <a:gd name="T73" fmla="*/ 2147483647 h 246"/>
                <a:gd name="T74" fmla="*/ 2147483647 w 444"/>
                <a:gd name="T75" fmla="*/ 2147483647 h 246"/>
                <a:gd name="T76" fmla="*/ 2147483647 w 444"/>
                <a:gd name="T77" fmla="*/ 2147483647 h 246"/>
                <a:gd name="T78" fmla="*/ 2147483647 w 444"/>
                <a:gd name="T79" fmla="*/ 2147483647 h 246"/>
                <a:gd name="T80" fmla="*/ 2147483647 w 444"/>
                <a:gd name="T81" fmla="*/ 2147483647 h 246"/>
                <a:gd name="T82" fmla="*/ 2147483647 w 444"/>
                <a:gd name="T83" fmla="*/ 2147483647 h 246"/>
                <a:gd name="T84" fmla="*/ 2147483647 w 444"/>
                <a:gd name="T85" fmla="*/ 2147483647 h 246"/>
                <a:gd name="T86" fmla="*/ 2147483647 w 444"/>
                <a:gd name="T87" fmla="*/ 2147483647 h 24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44"/>
                <a:gd name="T133" fmla="*/ 0 h 246"/>
                <a:gd name="T134" fmla="*/ 444 w 444"/>
                <a:gd name="T135" fmla="*/ 246 h 24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44" h="246">
                  <a:moveTo>
                    <a:pt x="156" y="240"/>
                  </a:moveTo>
                  <a:lnTo>
                    <a:pt x="156" y="222"/>
                  </a:lnTo>
                  <a:lnTo>
                    <a:pt x="174" y="222"/>
                  </a:lnTo>
                  <a:lnTo>
                    <a:pt x="168" y="216"/>
                  </a:lnTo>
                  <a:lnTo>
                    <a:pt x="168" y="204"/>
                  </a:lnTo>
                  <a:lnTo>
                    <a:pt x="162" y="198"/>
                  </a:lnTo>
                  <a:lnTo>
                    <a:pt x="162" y="186"/>
                  </a:lnTo>
                  <a:lnTo>
                    <a:pt x="168" y="180"/>
                  </a:lnTo>
                  <a:lnTo>
                    <a:pt x="204" y="180"/>
                  </a:lnTo>
                  <a:lnTo>
                    <a:pt x="210" y="168"/>
                  </a:lnTo>
                  <a:lnTo>
                    <a:pt x="216" y="162"/>
                  </a:lnTo>
                  <a:lnTo>
                    <a:pt x="228" y="162"/>
                  </a:lnTo>
                  <a:lnTo>
                    <a:pt x="228" y="168"/>
                  </a:lnTo>
                  <a:lnTo>
                    <a:pt x="234" y="174"/>
                  </a:lnTo>
                  <a:lnTo>
                    <a:pt x="252" y="174"/>
                  </a:lnTo>
                  <a:lnTo>
                    <a:pt x="276" y="150"/>
                  </a:lnTo>
                  <a:lnTo>
                    <a:pt x="288" y="126"/>
                  </a:lnTo>
                  <a:lnTo>
                    <a:pt x="306" y="126"/>
                  </a:lnTo>
                  <a:lnTo>
                    <a:pt x="306" y="108"/>
                  </a:lnTo>
                  <a:lnTo>
                    <a:pt x="318" y="96"/>
                  </a:lnTo>
                  <a:lnTo>
                    <a:pt x="330" y="96"/>
                  </a:lnTo>
                  <a:lnTo>
                    <a:pt x="348" y="114"/>
                  </a:lnTo>
                  <a:lnTo>
                    <a:pt x="360" y="114"/>
                  </a:lnTo>
                  <a:lnTo>
                    <a:pt x="372" y="102"/>
                  </a:lnTo>
                  <a:lnTo>
                    <a:pt x="372" y="96"/>
                  </a:lnTo>
                  <a:lnTo>
                    <a:pt x="420" y="96"/>
                  </a:lnTo>
                  <a:lnTo>
                    <a:pt x="426" y="90"/>
                  </a:lnTo>
                  <a:lnTo>
                    <a:pt x="432" y="90"/>
                  </a:lnTo>
                  <a:lnTo>
                    <a:pt x="444" y="84"/>
                  </a:lnTo>
                  <a:lnTo>
                    <a:pt x="444" y="78"/>
                  </a:lnTo>
                  <a:lnTo>
                    <a:pt x="426" y="60"/>
                  </a:lnTo>
                  <a:lnTo>
                    <a:pt x="402" y="48"/>
                  </a:lnTo>
                  <a:lnTo>
                    <a:pt x="396" y="48"/>
                  </a:lnTo>
                  <a:lnTo>
                    <a:pt x="390" y="42"/>
                  </a:lnTo>
                  <a:lnTo>
                    <a:pt x="384" y="30"/>
                  </a:lnTo>
                  <a:lnTo>
                    <a:pt x="372" y="24"/>
                  </a:lnTo>
                  <a:lnTo>
                    <a:pt x="366" y="18"/>
                  </a:lnTo>
                  <a:lnTo>
                    <a:pt x="348" y="18"/>
                  </a:lnTo>
                  <a:lnTo>
                    <a:pt x="342" y="6"/>
                  </a:lnTo>
                  <a:lnTo>
                    <a:pt x="336" y="0"/>
                  </a:lnTo>
                  <a:lnTo>
                    <a:pt x="312" y="0"/>
                  </a:lnTo>
                  <a:lnTo>
                    <a:pt x="300" y="6"/>
                  </a:lnTo>
                  <a:lnTo>
                    <a:pt x="294" y="12"/>
                  </a:lnTo>
                  <a:lnTo>
                    <a:pt x="282" y="12"/>
                  </a:lnTo>
                  <a:lnTo>
                    <a:pt x="270" y="0"/>
                  </a:lnTo>
                  <a:lnTo>
                    <a:pt x="252" y="0"/>
                  </a:lnTo>
                  <a:lnTo>
                    <a:pt x="240" y="6"/>
                  </a:lnTo>
                  <a:lnTo>
                    <a:pt x="234" y="18"/>
                  </a:lnTo>
                  <a:lnTo>
                    <a:pt x="222" y="24"/>
                  </a:lnTo>
                  <a:lnTo>
                    <a:pt x="186" y="24"/>
                  </a:lnTo>
                  <a:lnTo>
                    <a:pt x="174" y="18"/>
                  </a:lnTo>
                  <a:lnTo>
                    <a:pt x="168" y="12"/>
                  </a:lnTo>
                  <a:lnTo>
                    <a:pt x="156" y="12"/>
                  </a:lnTo>
                  <a:lnTo>
                    <a:pt x="150" y="18"/>
                  </a:lnTo>
                  <a:lnTo>
                    <a:pt x="144" y="18"/>
                  </a:lnTo>
                  <a:lnTo>
                    <a:pt x="138" y="24"/>
                  </a:lnTo>
                  <a:lnTo>
                    <a:pt x="132" y="24"/>
                  </a:lnTo>
                  <a:lnTo>
                    <a:pt x="132" y="18"/>
                  </a:lnTo>
                  <a:lnTo>
                    <a:pt x="126" y="12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114" y="0"/>
                  </a:lnTo>
                  <a:lnTo>
                    <a:pt x="96" y="18"/>
                  </a:lnTo>
                  <a:lnTo>
                    <a:pt x="90" y="18"/>
                  </a:lnTo>
                  <a:lnTo>
                    <a:pt x="84" y="30"/>
                  </a:lnTo>
                  <a:lnTo>
                    <a:pt x="72" y="36"/>
                  </a:lnTo>
                  <a:lnTo>
                    <a:pt x="60" y="48"/>
                  </a:lnTo>
                  <a:lnTo>
                    <a:pt x="48" y="54"/>
                  </a:lnTo>
                  <a:lnTo>
                    <a:pt x="36" y="66"/>
                  </a:lnTo>
                  <a:lnTo>
                    <a:pt x="24" y="72"/>
                  </a:lnTo>
                  <a:lnTo>
                    <a:pt x="18" y="84"/>
                  </a:lnTo>
                  <a:lnTo>
                    <a:pt x="18" y="102"/>
                  </a:lnTo>
                  <a:lnTo>
                    <a:pt x="12" y="114"/>
                  </a:lnTo>
                  <a:lnTo>
                    <a:pt x="0" y="126"/>
                  </a:lnTo>
                  <a:lnTo>
                    <a:pt x="6" y="138"/>
                  </a:lnTo>
                  <a:lnTo>
                    <a:pt x="18" y="150"/>
                  </a:lnTo>
                  <a:lnTo>
                    <a:pt x="42" y="150"/>
                  </a:lnTo>
                  <a:lnTo>
                    <a:pt x="42" y="168"/>
                  </a:lnTo>
                  <a:lnTo>
                    <a:pt x="48" y="174"/>
                  </a:lnTo>
                  <a:lnTo>
                    <a:pt x="60" y="174"/>
                  </a:lnTo>
                  <a:lnTo>
                    <a:pt x="66" y="168"/>
                  </a:lnTo>
                  <a:lnTo>
                    <a:pt x="102" y="168"/>
                  </a:lnTo>
                  <a:lnTo>
                    <a:pt x="102" y="210"/>
                  </a:lnTo>
                  <a:lnTo>
                    <a:pt x="126" y="222"/>
                  </a:lnTo>
                  <a:lnTo>
                    <a:pt x="132" y="228"/>
                  </a:lnTo>
                  <a:lnTo>
                    <a:pt x="132" y="246"/>
                  </a:lnTo>
                  <a:lnTo>
                    <a:pt x="144" y="246"/>
                  </a:lnTo>
                  <a:lnTo>
                    <a:pt x="156" y="240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77" name="Haiti" descr="© INSCALE GmbH, 05.05.2010&#10;http://www.presentationload.com/">
              <a:extLst>
                <a:ext uri="{FF2B5EF4-FFF2-40B4-BE49-F238E27FC236}">
                  <a16:creationId xmlns:a16="http://schemas.microsoft.com/office/drawing/2014/main" id="{88DE455F-ACB7-4734-B887-39906C64BE6E}"/>
                </a:ext>
              </a:extLst>
            </p:cNvPr>
            <p:cNvSpPr>
              <a:spLocks/>
            </p:cNvSpPr>
            <p:nvPr/>
          </p:nvSpPr>
          <p:spPr bwMode="gray">
            <a:xfrm>
              <a:off x="2013072" y="2475358"/>
              <a:ext cx="64621" cy="51377"/>
            </a:xfrm>
            <a:custGeom>
              <a:avLst/>
              <a:gdLst>
                <a:gd name="T0" fmla="*/ 2147483647 w 198"/>
                <a:gd name="T1" fmla="*/ 2147483647 h 156"/>
                <a:gd name="T2" fmla="*/ 2147483647 w 198"/>
                <a:gd name="T3" fmla="*/ 2147483647 h 156"/>
                <a:gd name="T4" fmla="*/ 2147483647 w 198"/>
                <a:gd name="T5" fmla="*/ 2147483647 h 156"/>
                <a:gd name="T6" fmla="*/ 2147483647 w 198"/>
                <a:gd name="T7" fmla="*/ 2147483647 h 156"/>
                <a:gd name="T8" fmla="*/ 2147483647 w 198"/>
                <a:gd name="T9" fmla="*/ 2147483647 h 156"/>
                <a:gd name="T10" fmla="*/ 2147483647 w 198"/>
                <a:gd name="T11" fmla="*/ 2147483647 h 156"/>
                <a:gd name="T12" fmla="*/ 2147483647 w 198"/>
                <a:gd name="T13" fmla="*/ 2147483647 h 156"/>
                <a:gd name="T14" fmla="*/ 2147483647 w 198"/>
                <a:gd name="T15" fmla="*/ 2147483647 h 156"/>
                <a:gd name="T16" fmla="*/ 2147483647 w 198"/>
                <a:gd name="T17" fmla="*/ 2147483647 h 156"/>
                <a:gd name="T18" fmla="*/ 2147483647 w 198"/>
                <a:gd name="T19" fmla="*/ 2147483647 h 156"/>
                <a:gd name="T20" fmla="*/ 2147483647 w 198"/>
                <a:gd name="T21" fmla="*/ 2147483647 h 156"/>
                <a:gd name="T22" fmla="*/ 2147483647 w 198"/>
                <a:gd name="T23" fmla="*/ 2147483647 h 156"/>
                <a:gd name="T24" fmla="*/ 2147483647 w 198"/>
                <a:gd name="T25" fmla="*/ 2147483647 h 156"/>
                <a:gd name="T26" fmla="*/ 2147483647 w 198"/>
                <a:gd name="T27" fmla="*/ 2147483647 h 156"/>
                <a:gd name="T28" fmla="*/ 2147483647 w 198"/>
                <a:gd name="T29" fmla="*/ 2147483647 h 156"/>
                <a:gd name="T30" fmla="*/ 2147483647 w 198"/>
                <a:gd name="T31" fmla="*/ 2147483647 h 156"/>
                <a:gd name="T32" fmla="*/ 2147483647 w 198"/>
                <a:gd name="T33" fmla="*/ 2147483647 h 156"/>
                <a:gd name="T34" fmla="*/ 2147483647 w 198"/>
                <a:gd name="T35" fmla="*/ 0 h 156"/>
                <a:gd name="T36" fmla="*/ 2147483647 w 198"/>
                <a:gd name="T37" fmla="*/ 0 h 156"/>
                <a:gd name="T38" fmla="*/ 2147483647 w 198"/>
                <a:gd name="T39" fmla="*/ 2147483647 h 156"/>
                <a:gd name="T40" fmla="*/ 2147483647 w 198"/>
                <a:gd name="T41" fmla="*/ 2147483647 h 156"/>
                <a:gd name="T42" fmla="*/ 2147483647 w 198"/>
                <a:gd name="T43" fmla="*/ 2147483647 h 156"/>
                <a:gd name="T44" fmla="*/ 2147483647 w 198"/>
                <a:gd name="T45" fmla="*/ 2147483647 h 156"/>
                <a:gd name="T46" fmla="*/ 2147483647 w 198"/>
                <a:gd name="T47" fmla="*/ 2147483647 h 156"/>
                <a:gd name="T48" fmla="*/ 2147483647 w 198"/>
                <a:gd name="T49" fmla="*/ 2147483647 h 156"/>
                <a:gd name="T50" fmla="*/ 2147483647 w 198"/>
                <a:gd name="T51" fmla="*/ 2147483647 h 156"/>
                <a:gd name="T52" fmla="*/ 2147483647 w 198"/>
                <a:gd name="T53" fmla="*/ 2147483647 h 156"/>
                <a:gd name="T54" fmla="*/ 2147483647 w 198"/>
                <a:gd name="T55" fmla="*/ 2147483647 h 156"/>
                <a:gd name="T56" fmla="*/ 2147483647 w 198"/>
                <a:gd name="T57" fmla="*/ 2147483647 h 156"/>
                <a:gd name="T58" fmla="*/ 2147483647 w 198"/>
                <a:gd name="T59" fmla="*/ 2147483647 h 156"/>
                <a:gd name="T60" fmla="*/ 2147483647 w 198"/>
                <a:gd name="T61" fmla="*/ 2147483647 h 156"/>
                <a:gd name="T62" fmla="*/ 2147483647 w 198"/>
                <a:gd name="T63" fmla="*/ 2147483647 h 156"/>
                <a:gd name="T64" fmla="*/ 2147483647 w 198"/>
                <a:gd name="T65" fmla="*/ 2147483647 h 156"/>
                <a:gd name="T66" fmla="*/ 2147483647 w 198"/>
                <a:gd name="T67" fmla="*/ 2147483647 h 156"/>
                <a:gd name="T68" fmla="*/ 2147483647 w 198"/>
                <a:gd name="T69" fmla="*/ 2147483647 h 156"/>
                <a:gd name="T70" fmla="*/ 2147483647 w 198"/>
                <a:gd name="T71" fmla="*/ 2147483647 h 156"/>
                <a:gd name="T72" fmla="*/ 2147483647 w 198"/>
                <a:gd name="T73" fmla="*/ 2147483647 h 156"/>
                <a:gd name="T74" fmla="*/ 2147483647 w 198"/>
                <a:gd name="T75" fmla="*/ 2147483647 h 156"/>
                <a:gd name="T76" fmla="*/ 2147483647 w 198"/>
                <a:gd name="T77" fmla="*/ 2147483647 h 156"/>
                <a:gd name="T78" fmla="*/ 2147483647 w 198"/>
                <a:gd name="T79" fmla="*/ 2147483647 h 156"/>
                <a:gd name="T80" fmla="*/ 2147483647 w 198"/>
                <a:gd name="T81" fmla="*/ 2147483647 h 156"/>
                <a:gd name="T82" fmla="*/ 0 w 198"/>
                <a:gd name="T83" fmla="*/ 2147483647 h 156"/>
                <a:gd name="T84" fmla="*/ 0 w 198"/>
                <a:gd name="T85" fmla="*/ 2147483647 h 156"/>
                <a:gd name="T86" fmla="*/ 2147483647 w 198"/>
                <a:gd name="T87" fmla="*/ 2147483647 h 156"/>
                <a:gd name="T88" fmla="*/ 2147483647 w 198"/>
                <a:gd name="T89" fmla="*/ 2147483647 h 156"/>
                <a:gd name="T90" fmla="*/ 2147483647 w 198"/>
                <a:gd name="T91" fmla="*/ 2147483647 h 156"/>
                <a:gd name="T92" fmla="*/ 2147483647 w 198"/>
                <a:gd name="T93" fmla="*/ 2147483647 h 156"/>
                <a:gd name="T94" fmla="*/ 2147483647 w 198"/>
                <a:gd name="T95" fmla="*/ 2147483647 h 156"/>
                <a:gd name="T96" fmla="*/ 2147483647 w 198"/>
                <a:gd name="T97" fmla="*/ 2147483647 h 156"/>
                <a:gd name="T98" fmla="*/ 2147483647 w 198"/>
                <a:gd name="T99" fmla="*/ 2147483647 h 156"/>
                <a:gd name="T100" fmla="*/ 2147483647 w 198"/>
                <a:gd name="T101" fmla="*/ 2147483647 h 156"/>
                <a:gd name="T102" fmla="*/ 2147483647 w 198"/>
                <a:gd name="T103" fmla="*/ 2147483647 h 156"/>
                <a:gd name="T104" fmla="*/ 2147483647 w 198"/>
                <a:gd name="T105" fmla="*/ 2147483647 h 156"/>
                <a:gd name="T106" fmla="*/ 2147483647 w 198"/>
                <a:gd name="T107" fmla="*/ 2147483647 h 156"/>
                <a:gd name="T108" fmla="*/ 2147483647 w 198"/>
                <a:gd name="T109" fmla="*/ 2147483647 h 156"/>
                <a:gd name="T110" fmla="*/ 2147483647 w 198"/>
                <a:gd name="T111" fmla="*/ 2147483647 h 156"/>
                <a:gd name="T112" fmla="*/ 2147483647 w 198"/>
                <a:gd name="T113" fmla="*/ 2147483647 h 1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98"/>
                <a:gd name="T172" fmla="*/ 0 h 156"/>
                <a:gd name="T173" fmla="*/ 198 w 198"/>
                <a:gd name="T174" fmla="*/ 156 h 15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98" h="156">
                  <a:moveTo>
                    <a:pt x="168" y="114"/>
                  </a:moveTo>
                  <a:lnTo>
                    <a:pt x="168" y="108"/>
                  </a:lnTo>
                  <a:lnTo>
                    <a:pt x="174" y="102"/>
                  </a:lnTo>
                  <a:lnTo>
                    <a:pt x="180" y="90"/>
                  </a:lnTo>
                  <a:lnTo>
                    <a:pt x="180" y="78"/>
                  </a:lnTo>
                  <a:lnTo>
                    <a:pt x="186" y="72"/>
                  </a:lnTo>
                  <a:lnTo>
                    <a:pt x="192" y="60"/>
                  </a:lnTo>
                  <a:lnTo>
                    <a:pt x="198" y="54"/>
                  </a:lnTo>
                  <a:lnTo>
                    <a:pt x="198" y="42"/>
                  </a:lnTo>
                  <a:lnTo>
                    <a:pt x="186" y="6"/>
                  </a:lnTo>
                  <a:lnTo>
                    <a:pt x="180" y="12"/>
                  </a:lnTo>
                  <a:lnTo>
                    <a:pt x="180" y="18"/>
                  </a:lnTo>
                  <a:lnTo>
                    <a:pt x="174" y="18"/>
                  </a:lnTo>
                  <a:lnTo>
                    <a:pt x="168" y="12"/>
                  </a:lnTo>
                  <a:lnTo>
                    <a:pt x="156" y="12"/>
                  </a:lnTo>
                  <a:lnTo>
                    <a:pt x="144" y="6"/>
                  </a:lnTo>
                  <a:lnTo>
                    <a:pt x="126" y="6"/>
                  </a:lnTo>
                  <a:lnTo>
                    <a:pt x="114" y="0"/>
                  </a:lnTo>
                  <a:lnTo>
                    <a:pt x="84" y="0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66" y="18"/>
                  </a:lnTo>
                  <a:lnTo>
                    <a:pt x="72" y="24"/>
                  </a:lnTo>
                  <a:lnTo>
                    <a:pt x="108" y="24"/>
                  </a:lnTo>
                  <a:lnTo>
                    <a:pt x="114" y="30"/>
                  </a:lnTo>
                  <a:lnTo>
                    <a:pt x="120" y="42"/>
                  </a:lnTo>
                  <a:lnTo>
                    <a:pt x="126" y="48"/>
                  </a:lnTo>
                  <a:lnTo>
                    <a:pt x="114" y="54"/>
                  </a:lnTo>
                  <a:lnTo>
                    <a:pt x="108" y="60"/>
                  </a:lnTo>
                  <a:lnTo>
                    <a:pt x="108" y="72"/>
                  </a:lnTo>
                  <a:lnTo>
                    <a:pt x="114" y="84"/>
                  </a:lnTo>
                  <a:lnTo>
                    <a:pt x="114" y="96"/>
                  </a:lnTo>
                  <a:lnTo>
                    <a:pt x="120" y="102"/>
                  </a:lnTo>
                  <a:lnTo>
                    <a:pt x="114" y="108"/>
                  </a:lnTo>
                  <a:lnTo>
                    <a:pt x="96" y="108"/>
                  </a:lnTo>
                  <a:lnTo>
                    <a:pt x="78" y="102"/>
                  </a:lnTo>
                  <a:lnTo>
                    <a:pt x="66" y="102"/>
                  </a:lnTo>
                  <a:lnTo>
                    <a:pt x="54" y="96"/>
                  </a:lnTo>
                  <a:lnTo>
                    <a:pt x="36" y="96"/>
                  </a:lnTo>
                  <a:lnTo>
                    <a:pt x="24" y="102"/>
                  </a:lnTo>
                  <a:lnTo>
                    <a:pt x="6" y="102"/>
                  </a:lnTo>
                  <a:lnTo>
                    <a:pt x="0" y="108"/>
                  </a:lnTo>
                  <a:lnTo>
                    <a:pt x="0" y="114"/>
                  </a:lnTo>
                  <a:lnTo>
                    <a:pt x="6" y="120"/>
                  </a:lnTo>
                  <a:lnTo>
                    <a:pt x="12" y="132"/>
                  </a:lnTo>
                  <a:lnTo>
                    <a:pt x="24" y="138"/>
                  </a:lnTo>
                  <a:lnTo>
                    <a:pt x="30" y="150"/>
                  </a:lnTo>
                  <a:lnTo>
                    <a:pt x="36" y="156"/>
                  </a:lnTo>
                  <a:lnTo>
                    <a:pt x="42" y="156"/>
                  </a:lnTo>
                  <a:lnTo>
                    <a:pt x="48" y="150"/>
                  </a:lnTo>
                  <a:lnTo>
                    <a:pt x="54" y="138"/>
                  </a:lnTo>
                  <a:lnTo>
                    <a:pt x="60" y="132"/>
                  </a:lnTo>
                  <a:lnTo>
                    <a:pt x="138" y="132"/>
                  </a:lnTo>
                  <a:lnTo>
                    <a:pt x="156" y="126"/>
                  </a:lnTo>
                  <a:lnTo>
                    <a:pt x="168" y="126"/>
                  </a:lnTo>
                  <a:lnTo>
                    <a:pt x="180" y="144"/>
                  </a:lnTo>
                  <a:lnTo>
                    <a:pt x="168" y="114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78" name="Guyane (French Guiana)" descr="© INSCALE GmbH, 05.05.2010&#10;http://www.presentationload.com/">
              <a:extLst>
                <a:ext uri="{FF2B5EF4-FFF2-40B4-BE49-F238E27FC236}">
                  <a16:creationId xmlns:a16="http://schemas.microsoft.com/office/drawing/2014/main" id="{142C2CE2-961B-47A4-BB7F-D1DF6A81DB5C}"/>
                </a:ext>
              </a:extLst>
            </p:cNvPr>
            <p:cNvSpPr>
              <a:spLocks/>
            </p:cNvSpPr>
            <p:nvPr/>
          </p:nvSpPr>
          <p:spPr bwMode="gray">
            <a:xfrm>
              <a:off x="2447324" y="2849122"/>
              <a:ext cx="67206" cy="97617"/>
            </a:xfrm>
            <a:custGeom>
              <a:avLst/>
              <a:gdLst>
                <a:gd name="T0" fmla="*/ 2147483647 w 52"/>
                <a:gd name="T1" fmla="*/ 2147483647 h 76"/>
                <a:gd name="T2" fmla="*/ 2147483647 w 52"/>
                <a:gd name="T3" fmla="*/ 2147483647 h 76"/>
                <a:gd name="T4" fmla="*/ 2147483647 w 52"/>
                <a:gd name="T5" fmla="*/ 2147483647 h 76"/>
                <a:gd name="T6" fmla="*/ 2147483647 w 52"/>
                <a:gd name="T7" fmla="*/ 2147483647 h 76"/>
                <a:gd name="T8" fmla="*/ 2147483647 w 52"/>
                <a:gd name="T9" fmla="*/ 2147483647 h 76"/>
                <a:gd name="T10" fmla="*/ 2147483647 w 52"/>
                <a:gd name="T11" fmla="*/ 2147483647 h 76"/>
                <a:gd name="T12" fmla="*/ 2147483647 w 52"/>
                <a:gd name="T13" fmla="*/ 2147483647 h 76"/>
                <a:gd name="T14" fmla="*/ 2147483647 w 52"/>
                <a:gd name="T15" fmla="*/ 2147483647 h 76"/>
                <a:gd name="T16" fmla="*/ 2147483647 w 52"/>
                <a:gd name="T17" fmla="*/ 2147483647 h 76"/>
                <a:gd name="T18" fmla="*/ 2147483647 w 52"/>
                <a:gd name="T19" fmla="*/ 2147483647 h 76"/>
                <a:gd name="T20" fmla="*/ 2147483647 w 52"/>
                <a:gd name="T21" fmla="*/ 2147483647 h 76"/>
                <a:gd name="T22" fmla="*/ 2147483647 w 52"/>
                <a:gd name="T23" fmla="*/ 0 h 76"/>
                <a:gd name="T24" fmla="*/ 2147483647 w 52"/>
                <a:gd name="T25" fmla="*/ 2147483647 h 76"/>
                <a:gd name="T26" fmla="*/ 2147483647 w 52"/>
                <a:gd name="T27" fmla="*/ 2147483647 h 76"/>
                <a:gd name="T28" fmla="*/ 2147483647 w 52"/>
                <a:gd name="T29" fmla="*/ 2147483647 h 76"/>
                <a:gd name="T30" fmla="*/ 2147483647 w 52"/>
                <a:gd name="T31" fmla="*/ 2147483647 h 76"/>
                <a:gd name="T32" fmla="*/ 2147483647 w 52"/>
                <a:gd name="T33" fmla="*/ 2147483647 h 76"/>
                <a:gd name="T34" fmla="*/ 2147483647 w 52"/>
                <a:gd name="T35" fmla="*/ 2147483647 h 76"/>
                <a:gd name="T36" fmla="*/ 2147483647 w 52"/>
                <a:gd name="T37" fmla="*/ 2147483647 h 76"/>
                <a:gd name="T38" fmla="*/ 2147483647 w 52"/>
                <a:gd name="T39" fmla="*/ 2147483647 h 76"/>
                <a:gd name="T40" fmla="*/ 2147483647 w 52"/>
                <a:gd name="T41" fmla="*/ 2147483647 h 76"/>
                <a:gd name="T42" fmla="*/ 2147483647 w 52"/>
                <a:gd name="T43" fmla="*/ 2147483647 h 76"/>
                <a:gd name="T44" fmla="*/ 2147483647 w 52"/>
                <a:gd name="T45" fmla="*/ 2147483647 h 76"/>
                <a:gd name="T46" fmla="*/ 2147483647 w 52"/>
                <a:gd name="T47" fmla="*/ 2147483647 h 76"/>
                <a:gd name="T48" fmla="*/ 2147483647 w 52"/>
                <a:gd name="T49" fmla="*/ 2147483647 h 76"/>
                <a:gd name="T50" fmla="*/ 2147483647 w 52"/>
                <a:gd name="T51" fmla="*/ 2147483647 h 76"/>
                <a:gd name="T52" fmla="*/ 2147483647 w 52"/>
                <a:gd name="T53" fmla="*/ 2147483647 h 76"/>
                <a:gd name="T54" fmla="*/ 2147483647 w 52"/>
                <a:gd name="T55" fmla="*/ 2147483647 h 76"/>
                <a:gd name="T56" fmla="*/ 2147483647 w 52"/>
                <a:gd name="T57" fmla="*/ 2147483647 h 76"/>
                <a:gd name="T58" fmla="*/ 2147483647 w 52"/>
                <a:gd name="T59" fmla="*/ 2147483647 h 76"/>
                <a:gd name="T60" fmla="*/ 2147483647 w 52"/>
                <a:gd name="T61" fmla="*/ 2147483647 h 76"/>
                <a:gd name="T62" fmla="*/ 2147483647 w 52"/>
                <a:gd name="T63" fmla="*/ 2147483647 h 76"/>
                <a:gd name="T64" fmla="*/ 0 w 52"/>
                <a:gd name="T65" fmla="*/ 2147483647 h 76"/>
                <a:gd name="T66" fmla="*/ 0 w 52"/>
                <a:gd name="T67" fmla="*/ 2147483647 h 76"/>
                <a:gd name="T68" fmla="*/ 2147483647 w 52"/>
                <a:gd name="T69" fmla="*/ 2147483647 h 76"/>
                <a:gd name="T70" fmla="*/ 2147483647 w 52"/>
                <a:gd name="T71" fmla="*/ 2147483647 h 76"/>
                <a:gd name="T72" fmla="*/ 2147483647 w 52"/>
                <a:gd name="T73" fmla="*/ 2147483647 h 76"/>
                <a:gd name="T74" fmla="*/ 2147483647 w 52"/>
                <a:gd name="T75" fmla="*/ 2147483647 h 76"/>
                <a:gd name="T76" fmla="*/ 2147483647 w 52"/>
                <a:gd name="T77" fmla="*/ 2147483647 h 76"/>
                <a:gd name="T78" fmla="*/ 2147483647 w 52"/>
                <a:gd name="T79" fmla="*/ 2147483647 h 76"/>
                <a:gd name="T80" fmla="*/ 2147483647 w 52"/>
                <a:gd name="T81" fmla="*/ 2147483647 h 76"/>
                <a:gd name="T82" fmla="*/ 2147483647 w 52"/>
                <a:gd name="T83" fmla="*/ 2147483647 h 76"/>
                <a:gd name="T84" fmla="*/ 2147483647 w 52"/>
                <a:gd name="T85" fmla="*/ 2147483647 h 76"/>
                <a:gd name="T86" fmla="*/ 2147483647 w 52"/>
                <a:gd name="T87" fmla="*/ 2147483647 h 76"/>
                <a:gd name="T88" fmla="*/ 2147483647 w 52"/>
                <a:gd name="T89" fmla="*/ 2147483647 h 76"/>
                <a:gd name="T90" fmla="*/ 2147483647 w 52"/>
                <a:gd name="T91" fmla="*/ 2147483647 h 76"/>
                <a:gd name="T92" fmla="*/ 2147483647 w 52"/>
                <a:gd name="T93" fmla="*/ 2147483647 h 76"/>
                <a:gd name="T94" fmla="*/ 2147483647 w 52"/>
                <a:gd name="T95" fmla="*/ 2147483647 h 76"/>
                <a:gd name="T96" fmla="*/ 2147483647 w 52"/>
                <a:gd name="T97" fmla="*/ 2147483647 h 76"/>
                <a:gd name="T98" fmla="*/ 2147483647 w 52"/>
                <a:gd name="T99" fmla="*/ 2147483647 h 76"/>
                <a:gd name="T100" fmla="*/ 2147483647 w 52"/>
                <a:gd name="T101" fmla="*/ 2147483647 h 76"/>
                <a:gd name="T102" fmla="*/ 2147483647 w 52"/>
                <a:gd name="T103" fmla="*/ 2147483647 h 76"/>
                <a:gd name="T104" fmla="*/ 2147483647 w 52"/>
                <a:gd name="T105" fmla="*/ 2147483647 h 76"/>
                <a:gd name="T106" fmla="*/ 2147483647 w 52"/>
                <a:gd name="T107" fmla="*/ 2147483647 h 76"/>
                <a:gd name="T108" fmla="*/ 2147483647 w 52"/>
                <a:gd name="T109" fmla="*/ 2147483647 h 76"/>
                <a:gd name="T110" fmla="*/ 2147483647 w 52"/>
                <a:gd name="T111" fmla="*/ 2147483647 h 76"/>
                <a:gd name="T112" fmla="*/ 2147483647 w 52"/>
                <a:gd name="T113" fmla="*/ 2147483647 h 76"/>
                <a:gd name="T114" fmla="*/ 2147483647 w 52"/>
                <a:gd name="T115" fmla="*/ 2147483647 h 7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52"/>
                <a:gd name="T175" fmla="*/ 0 h 76"/>
                <a:gd name="T176" fmla="*/ 52 w 52"/>
                <a:gd name="T177" fmla="*/ 76 h 7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52" h="76">
                  <a:moveTo>
                    <a:pt x="52" y="32"/>
                  </a:moveTo>
                  <a:lnTo>
                    <a:pt x="50" y="26"/>
                  </a:lnTo>
                  <a:lnTo>
                    <a:pt x="48" y="24"/>
                  </a:lnTo>
                  <a:lnTo>
                    <a:pt x="46" y="22"/>
                  </a:lnTo>
                  <a:lnTo>
                    <a:pt x="46" y="20"/>
                  </a:lnTo>
                  <a:lnTo>
                    <a:pt x="40" y="20"/>
                  </a:lnTo>
                  <a:lnTo>
                    <a:pt x="32" y="6"/>
                  </a:lnTo>
                  <a:lnTo>
                    <a:pt x="24" y="6"/>
                  </a:lnTo>
                  <a:lnTo>
                    <a:pt x="22" y="4"/>
                  </a:lnTo>
                  <a:lnTo>
                    <a:pt x="20" y="4"/>
                  </a:lnTo>
                  <a:lnTo>
                    <a:pt x="16" y="2"/>
                  </a:lnTo>
                  <a:lnTo>
                    <a:pt x="14" y="0"/>
                  </a:lnTo>
                  <a:lnTo>
                    <a:pt x="12" y="4"/>
                  </a:lnTo>
                  <a:lnTo>
                    <a:pt x="12" y="10"/>
                  </a:lnTo>
                  <a:lnTo>
                    <a:pt x="10" y="10"/>
                  </a:lnTo>
                  <a:lnTo>
                    <a:pt x="8" y="12"/>
                  </a:lnTo>
                  <a:lnTo>
                    <a:pt x="6" y="14"/>
                  </a:lnTo>
                  <a:lnTo>
                    <a:pt x="4" y="16"/>
                  </a:lnTo>
                  <a:lnTo>
                    <a:pt x="2" y="20"/>
                  </a:lnTo>
                  <a:lnTo>
                    <a:pt x="2" y="28"/>
                  </a:lnTo>
                  <a:lnTo>
                    <a:pt x="4" y="32"/>
                  </a:lnTo>
                  <a:lnTo>
                    <a:pt x="4" y="36"/>
                  </a:lnTo>
                  <a:lnTo>
                    <a:pt x="6" y="40"/>
                  </a:lnTo>
                  <a:lnTo>
                    <a:pt x="10" y="44"/>
                  </a:lnTo>
                  <a:lnTo>
                    <a:pt x="12" y="46"/>
                  </a:lnTo>
                  <a:lnTo>
                    <a:pt x="12" y="48"/>
                  </a:lnTo>
                  <a:lnTo>
                    <a:pt x="6" y="54"/>
                  </a:lnTo>
                  <a:lnTo>
                    <a:pt x="8" y="62"/>
                  </a:lnTo>
                  <a:lnTo>
                    <a:pt x="6" y="64"/>
                  </a:lnTo>
                  <a:lnTo>
                    <a:pt x="4" y="64"/>
                  </a:lnTo>
                  <a:lnTo>
                    <a:pt x="4" y="66"/>
                  </a:lnTo>
                  <a:lnTo>
                    <a:pt x="2" y="68"/>
                  </a:lnTo>
                  <a:lnTo>
                    <a:pt x="0" y="72"/>
                  </a:lnTo>
                  <a:lnTo>
                    <a:pt x="4" y="76"/>
                  </a:lnTo>
                  <a:lnTo>
                    <a:pt x="10" y="76"/>
                  </a:lnTo>
                  <a:lnTo>
                    <a:pt x="12" y="74"/>
                  </a:lnTo>
                  <a:lnTo>
                    <a:pt x="12" y="72"/>
                  </a:lnTo>
                  <a:lnTo>
                    <a:pt x="14" y="72"/>
                  </a:lnTo>
                  <a:lnTo>
                    <a:pt x="16" y="72"/>
                  </a:lnTo>
                  <a:lnTo>
                    <a:pt x="18" y="72"/>
                  </a:lnTo>
                  <a:lnTo>
                    <a:pt x="20" y="72"/>
                  </a:lnTo>
                  <a:lnTo>
                    <a:pt x="22" y="72"/>
                  </a:lnTo>
                  <a:lnTo>
                    <a:pt x="26" y="74"/>
                  </a:lnTo>
                  <a:lnTo>
                    <a:pt x="30" y="74"/>
                  </a:lnTo>
                  <a:lnTo>
                    <a:pt x="32" y="72"/>
                  </a:lnTo>
                  <a:lnTo>
                    <a:pt x="40" y="64"/>
                  </a:lnTo>
                  <a:lnTo>
                    <a:pt x="40" y="60"/>
                  </a:lnTo>
                  <a:lnTo>
                    <a:pt x="44" y="50"/>
                  </a:lnTo>
                  <a:lnTo>
                    <a:pt x="46" y="46"/>
                  </a:lnTo>
                  <a:lnTo>
                    <a:pt x="48" y="44"/>
                  </a:lnTo>
                  <a:lnTo>
                    <a:pt x="50" y="42"/>
                  </a:lnTo>
                  <a:lnTo>
                    <a:pt x="50" y="40"/>
                  </a:lnTo>
                  <a:lnTo>
                    <a:pt x="52" y="38"/>
                  </a:lnTo>
                  <a:lnTo>
                    <a:pt x="52" y="36"/>
                  </a:lnTo>
                  <a:lnTo>
                    <a:pt x="52" y="34"/>
                  </a:lnTo>
                  <a:lnTo>
                    <a:pt x="52" y="32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79" name="Guyana" descr="© INSCALE GmbH, 05.05.2010&#10;http://www.presentationload.com/">
              <a:extLst>
                <a:ext uri="{FF2B5EF4-FFF2-40B4-BE49-F238E27FC236}">
                  <a16:creationId xmlns:a16="http://schemas.microsoft.com/office/drawing/2014/main" id="{2040721B-A819-4535-8C52-BC96C6862432}"/>
                </a:ext>
              </a:extLst>
            </p:cNvPr>
            <p:cNvSpPr>
              <a:spLocks/>
            </p:cNvSpPr>
            <p:nvPr/>
          </p:nvSpPr>
          <p:spPr bwMode="gray">
            <a:xfrm>
              <a:off x="2289648" y="2778479"/>
              <a:ext cx="107272" cy="191380"/>
            </a:xfrm>
            <a:custGeom>
              <a:avLst/>
              <a:gdLst>
                <a:gd name="T0" fmla="*/ 2147483647 w 324"/>
                <a:gd name="T1" fmla="*/ 2147483647 h 582"/>
                <a:gd name="T2" fmla="*/ 2147483647 w 324"/>
                <a:gd name="T3" fmla="*/ 2147483647 h 582"/>
                <a:gd name="T4" fmla="*/ 2147483647 w 324"/>
                <a:gd name="T5" fmla="*/ 2147483647 h 582"/>
                <a:gd name="T6" fmla="*/ 2147483647 w 324"/>
                <a:gd name="T7" fmla="*/ 2147483647 h 582"/>
                <a:gd name="T8" fmla="*/ 2147483647 w 324"/>
                <a:gd name="T9" fmla="*/ 2147483647 h 582"/>
                <a:gd name="T10" fmla="*/ 2147483647 w 324"/>
                <a:gd name="T11" fmla="*/ 2147483647 h 582"/>
                <a:gd name="T12" fmla="*/ 2147483647 w 324"/>
                <a:gd name="T13" fmla="*/ 2147483647 h 582"/>
                <a:gd name="T14" fmla="*/ 2147483647 w 324"/>
                <a:gd name="T15" fmla="*/ 2147483647 h 582"/>
                <a:gd name="T16" fmla="*/ 0 w 324"/>
                <a:gd name="T17" fmla="*/ 2147483647 h 582"/>
                <a:gd name="T18" fmla="*/ 2147483647 w 324"/>
                <a:gd name="T19" fmla="*/ 2147483647 h 582"/>
                <a:gd name="T20" fmla="*/ 2147483647 w 324"/>
                <a:gd name="T21" fmla="*/ 2147483647 h 582"/>
                <a:gd name="T22" fmla="*/ 2147483647 w 324"/>
                <a:gd name="T23" fmla="*/ 2147483647 h 582"/>
                <a:gd name="T24" fmla="*/ 2147483647 w 324"/>
                <a:gd name="T25" fmla="*/ 2147483647 h 582"/>
                <a:gd name="T26" fmla="*/ 2147483647 w 324"/>
                <a:gd name="T27" fmla="*/ 2147483647 h 582"/>
                <a:gd name="T28" fmla="*/ 2147483647 w 324"/>
                <a:gd name="T29" fmla="*/ 2147483647 h 582"/>
                <a:gd name="T30" fmla="*/ 2147483647 w 324"/>
                <a:gd name="T31" fmla="*/ 2147483647 h 582"/>
                <a:gd name="T32" fmla="*/ 2147483647 w 324"/>
                <a:gd name="T33" fmla="*/ 2147483647 h 582"/>
                <a:gd name="T34" fmla="*/ 2147483647 w 324"/>
                <a:gd name="T35" fmla="*/ 2147483647 h 582"/>
                <a:gd name="T36" fmla="*/ 2147483647 w 324"/>
                <a:gd name="T37" fmla="*/ 2147483647 h 582"/>
                <a:gd name="T38" fmla="*/ 2147483647 w 324"/>
                <a:gd name="T39" fmla="*/ 2147483647 h 582"/>
                <a:gd name="T40" fmla="*/ 2147483647 w 324"/>
                <a:gd name="T41" fmla="*/ 2147483647 h 582"/>
                <a:gd name="T42" fmla="*/ 2147483647 w 324"/>
                <a:gd name="T43" fmla="*/ 2147483647 h 582"/>
                <a:gd name="T44" fmla="*/ 2147483647 w 324"/>
                <a:gd name="T45" fmla="*/ 2147483647 h 582"/>
                <a:gd name="T46" fmla="*/ 2147483647 w 324"/>
                <a:gd name="T47" fmla="*/ 2147483647 h 582"/>
                <a:gd name="T48" fmla="*/ 2147483647 w 324"/>
                <a:gd name="T49" fmla="*/ 2147483647 h 582"/>
                <a:gd name="T50" fmla="*/ 2147483647 w 324"/>
                <a:gd name="T51" fmla="*/ 2147483647 h 582"/>
                <a:gd name="T52" fmla="*/ 2147483647 w 324"/>
                <a:gd name="T53" fmla="*/ 2147483647 h 582"/>
                <a:gd name="T54" fmla="*/ 2147483647 w 324"/>
                <a:gd name="T55" fmla="*/ 2147483647 h 582"/>
                <a:gd name="T56" fmla="*/ 2147483647 w 324"/>
                <a:gd name="T57" fmla="*/ 2147483647 h 582"/>
                <a:gd name="T58" fmla="*/ 2147483647 w 324"/>
                <a:gd name="T59" fmla="*/ 2147483647 h 582"/>
                <a:gd name="T60" fmla="*/ 2147483647 w 324"/>
                <a:gd name="T61" fmla="*/ 2147483647 h 582"/>
                <a:gd name="T62" fmla="*/ 2147483647 w 324"/>
                <a:gd name="T63" fmla="*/ 2147483647 h 582"/>
                <a:gd name="T64" fmla="*/ 2147483647 w 324"/>
                <a:gd name="T65" fmla="*/ 2147483647 h 582"/>
                <a:gd name="T66" fmla="*/ 2147483647 w 324"/>
                <a:gd name="T67" fmla="*/ 2147483647 h 582"/>
                <a:gd name="T68" fmla="*/ 2147483647 w 324"/>
                <a:gd name="T69" fmla="*/ 2147483647 h 582"/>
                <a:gd name="T70" fmla="*/ 2147483647 w 324"/>
                <a:gd name="T71" fmla="*/ 2147483647 h 582"/>
                <a:gd name="T72" fmla="*/ 2147483647 w 324"/>
                <a:gd name="T73" fmla="*/ 2147483647 h 582"/>
                <a:gd name="T74" fmla="*/ 2147483647 w 324"/>
                <a:gd name="T75" fmla="*/ 2147483647 h 582"/>
                <a:gd name="T76" fmla="*/ 2147483647 w 324"/>
                <a:gd name="T77" fmla="*/ 2147483647 h 582"/>
                <a:gd name="T78" fmla="*/ 2147483647 w 324"/>
                <a:gd name="T79" fmla="*/ 2147483647 h 582"/>
                <a:gd name="T80" fmla="*/ 2147483647 w 324"/>
                <a:gd name="T81" fmla="*/ 2147483647 h 582"/>
                <a:gd name="T82" fmla="*/ 2147483647 w 324"/>
                <a:gd name="T83" fmla="*/ 2147483647 h 582"/>
                <a:gd name="T84" fmla="*/ 2147483647 w 324"/>
                <a:gd name="T85" fmla="*/ 2147483647 h 582"/>
                <a:gd name="T86" fmla="*/ 2147483647 w 324"/>
                <a:gd name="T87" fmla="*/ 2147483647 h 582"/>
                <a:gd name="T88" fmla="*/ 2147483647 w 324"/>
                <a:gd name="T89" fmla="*/ 2147483647 h 582"/>
                <a:gd name="T90" fmla="*/ 2147483647 w 324"/>
                <a:gd name="T91" fmla="*/ 2147483647 h 582"/>
                <a:gd name="T92" fmla="*/ 2147483647 w 324"/>
                <a:gd name="T93" fmla="*/ 2147483647 h 582"/>
                <a:gd name="T94" fmla="*/ 2147483647 w 324"/>
                <a:gd name="T95" fmla="*/ 2147483647 h 582"/>
                <a:gd name="T96" fmla="*/ 2147483647 w 324"/>
                <a:gd name="T97" fmla="*/ 2147483647 h 582"/>
                <a:gd name="T98" fmla="*/ 2147483647 w 324"/>
                <a:gd name="T99" fmla="*/ 2147483647 h 582"/>
                <a:gd name="T100" fmla="*/ 2147483647 w 324"/>
                <a:gd name="T101" fmla="*/ 2147483647 h 582"/>
                <a:gd name="T102" fmla="*/ 2147483647 w 324"/>
                <a:gd name="T103" fmla="*/ 2147483647 h 582"/>
                <a:gd name="T104" fmla="*/ 2147483647 w 324"/>
                <a:gd name="T105" fmla="*/ 2147483647 h 582"/>
                <a:gd name="T106" fmla="*/ 2147483647 w 324"/>
                <a:gd name="T107" fmla="*/ 2147483647 h 582"/>
                <a:gd name="T108" fmla="*/ 2147483647 w 324"/>
                <a:gd name="T109" fmla="*/ 2147483647 h 582"/>
                <a:gd name="T110" fmla="*/ 2147483647 w 324"/>
                <a:gd name="T111" fmla="*/ 2147483647 h 582"/>
                <a:gd name="T112" fmla="*/ 2147483647 w 324"/>
                <a:gd name="T113" fmla="*/ 2147483647 h 582"/>
                <a:gd name="T114" fmla="*/ 2147483647 w 324"/>
                <a:gd name="T115" fmla="*/ 2147483647 h 582"/>
                <a:gd name="T116" fmla="*/ 2147483647 w 324"/>
                <a:gd name="T117" fmla="*/ 2147483647 h 582"/>
                <a:gd name="T118" fmla="*/ 2147483647 w 324"/>
                <a:gd name="T119" fmla="*/ 2147483647 h 582"/>
                <a:gd name="T120" fmla="*/ 2147483647 w 324"/>
                <a:gd name="T121" fmla="*/ 2147483647 h 582"/>
                <a:gd name="T122" fmla="*/ 2147483647 w 324"/>
                <a:gd name="T123" fmla="*/ 0 h 582"/>
                <a:gd name="T124" fmla="*/ 2147483647 w 324"/>
                <a:gd name="T125" fmla="*/ 2147483647 h 58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24"/>
                <a:gd name="T190" fmla="*/ 0 h 582"/>
                <a:gd name="T191" fmla="*/ 324 w 324"/>
                <a:gd name="T192" fmla="*/ 582 h 58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24" h="582">
                  <a:moveTo>
                    <a:pt x="90" y="42"/>
                  </a:moveTo>
                  <a:lnTo>
                    <a:pt x="84" y="48"/>
                  </a:lnTo>
                  <a:lnTo>
                    <a:pt x="72" y="48"/>
                  </a:lnTo>
                  <a:lnTo>
                    <a:pt x="60" y="60"/>
                  </a:lnTo>
                  <a:lnTo>
                    <a:pt x="60" y="102"/>
                  </a:lnTo>
                  <a:lnTo>
                    <a:pt x="84" y="102"/>
                  </a:lnTo>
                  <a:lnTo>
                    <a:pt x="84" y="120"/>
                  </a:lnTo>
                  <a:lnTo>
                    <a:pt x="78" y="126"/>
                  </a:lnTo>
                  <a:lnTo>
                    <a:pt x="66" y="132"/>
                  </a:lnTo>
                  <a:lnTo>
                    <a:pt x="54" y="132"/>
                  </a:lnTo>
                  <a:lnTo>
                    <a:pt x="42" y="138"/>
                  </a:lnTo>
                  <a:lnTo>
                    <a:pt x="12" y="138"/>
                  </a:lnTo>
                  <a:lnTo>
                    <a:pt x="12" y="144"/>
                  </a:lnTo>
                  <a:lnTo>
                    <a:pt x="30" y="162"/>
                  </a:lnTo>
                  <a:lnTo>
                    <a:pt x="30" y="180"/>
                  </a:lnTo>
                  <a:lnTo>
                    <a:pt x="18" y="186"/>
                  </a:lnTo>
                  <a:lnTo>
                    <a:pt x="12" y="186"/>
                  </a:lnTo>
                  <a:lnTo>
                    <a:pt x="0" y="192"/>
                  </a:lnTo>
                  <a:lnTo>
                    <a:pt x="0" y="204"/>
                  </a:lnTo>
                  <a:lnTo>
                    <a:pt x="6" y="210"/>
                  </a:lnTo>
                  <a:lnTo>
                    <a:pt x="12" y="222"/>
                  </a:lnTo>
                  <a:lnTo>
                    <a:pt x="48" y="258"/>
                  </a:lnTo>
                  <a:lnTo>
                    <a:pt x="72" y="264"/>
                  </a:lnTo>
                  <a:lnTo>
                    <a:pt x="78" y="252"/>
                  </a:lnTo>
                  <a:lnTo>
                    <a:pt x="90" y="264"/>
                  </a:lnTo>
                  <a:lnTo>
                    <a:pt x="96" y="276"/>
                  </a:lnTo>
                  <a:lnTo>
                    <a:pt x="96" y="294"/>
                  </a:lnTo>
                  <a:lnTo>
                    <a:pt x="90" y="306"/>
                  </a:lnTo>
                  <a:lnTo>
                    <a:pt x="84" y="312"/>
                  </a:lnTo>
                  <a:lnTo>
                    <a:pt x="84" y="318"/>
                  </a:lnTo>
                  <a:lnTo>
                    <a:pt x="90" y="324"/>
                  </a:lnTo>
                  <a:lnTo>
                    <a:pt x="96" y="324"/>
                  </a:lnTo>
                  <a:lnTo>
                    <a:pt x="108" y="318"/>
                  </a:lnTo>
                  <a:lnTo>
                    <a:pt x="114" y="318"/>
                  </a:lnTo>
                  <a:lnTo>
                    <a:pt x="114" y="348"/>
                  </a:lnTo>
                  <a:lnTo>
                    <a:pt x="120" y="354"/>
                  </a:lnTo>
                  <a:lnTo>
                    <a:pt x="126" y="354"/>
                  </a:lnTo>
                  <a:lnTo>
                    <a:pt x="126" y="366"/>
                  </a:lnTo>
                  <a:lnTo>
                    <a:pt x="120" y="378"/>
                  </a:lnTo>
                  <a:lnTo>
                    <a:pt x="108" y="390"/>
                  </a:lnTo>
                  <a:lnTo>
                    <a:pt x="96" y="432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84" y="462"/>
                  </a:lnTo>
                  <a:lnTo>
                    <a:pt x="84" y="468"/>
                  </a:lnTo>
                  <a:lnTo>
                    <a:pt x="90" y="480"/>
                  </a:lnTo>
                  <a:lnTo>
                    <a:pt x="114" y="504"/>
                  </a:lnTo>
                  <a:lnTo>
                    <a:pt x="114" y="534"/>
                  </a:lnTo>
                  <a:lnTo>
                    <a:pt x="144" y="570"/>
                  </a:lnTo>
                  <a:lnTo>
                    <a:pt x="156" y="570"/>
                  </a:lnTo>
                  <a:lnTo>
                    <a:pt x="162" y="582"/>
                  </a:lnTo>
                  <a:lnTo>
                    <a:pt x="198" y="582"/>
                  </a:lnTo>
                  <a:lnTo>
                    <a:pt x="204" y="576"/>
                  </a:lnTo>
                  <a:lnTo>
                    <a:pt x="204" y="564"/>
                  </a:lnTo>
                  <a:lnTo>
                    <a:pt x="216" y="552"/>
                  </a:lnTo>
                  <a:lnTo>
                    <a:pt x="234" y="552"/>
                  </a:lnTo>
                  <a:lnTo>
                    <a:pt x="240" y="540"/>
                  </a:lnTo>
                  <a:lnTo>
                    <a:pt x="270" y="540"/>
                  </a:lnTo>
                  <a:lnTo>
                    <a:pt x="270" y="534"/>
                  </a:lnTo>
                  <a:lnTo>
                    <a:pt x="288" y="516"/>
                  </a:lnTo>
                  <a:lnTo>
                    <a:pt x="300" y="516"/>
                  </a:lnTo>
                  <a:lnTo>
                    <a:pt x="312" y="528"/>
                  </a:lnTo>
                  <a:lnTo>
                    <a:pt x="318" y="528"/>
                  </a:lnTo>
                  <a:lnTo>
                    <a:pt x="324" y="522"/>
                  </a:lnTo>
                  <a:lnTo>
                    <a:pt x="324" y="510"/>
                  </a:lnTo>
                  <a:lnTo>
                    <a:pt x="318" y="504"/>
                  </a:lnTo>
                  <a:lnTo>
                    <a:pt x="312" y="492"/>
                  </a:lnTo>
                  <a:lnTo>
                    <a:pt x="306" y="474"/>
                  </a:lnTo>
                  <a:lnTo>
                    <a:pt x="288" y="456"/>
                  </a:lnTo>
                  <a:lnTo>
                    <a:pt x="282" y="444"/>
                  </a:lnTo>
                  <a:lnTo>
                    <a:pt x="282" y="420"/>
                  </a:lnTo>
                  <a:lnTo>
                    <a:pt x="288" y="414"/>
                  </a:lnTo>
                  <a:lnTo>
                    <a:pt x="288" y="396"/>
                  </a:lnTo>
                  <a:lnTo>
                    <a:pt x="276" y="408"/>
                  </a:lnTo>
                  <a:lnTo>
                    <a:pt x="276" y="414"/>
                  </a:lnTo>
                  <a:lnTo>
                    <a:pt x="264" y="414"/>
                  </a:lnTo>
                  <a:lnTo>
                    <a:pt x="258" y="402"/>
                  </a:lnTo>
                  <a:lnTo>
                    <a:pt x="252" y="396"/>
                  </a:lnTo>
                  <a:lnTo>
                    <a:pt x="246" y="384"/>
                  </a:lnTo>
                  <a:lnTo>
                    <a:pt x="246" y="372"/>
                  </a:lnTo>
                  <a:lnTo>
                    <a:pt x="240" y="372"/>
                  </a:lnTo>
                  <a:lnTo>
                    <a:pt x="240" y="366"/>
                  </a:lnTo>
                  <a:lnTo>
                    <a:pt x="234" y="360"/>
                  </a:lnTo>
                  <a:lnTo>
                    <a:pt x="234" y="348"/>
                  </a:lnTo>
                  <a:lnTo>
                    <a:pt x="240" y="336"/>
                  </a:lnTo>
                  <a:lnTo>
                    <a:pt x="246" y="330"/>
                  </a:lnTo>
                  <a:lnTo>
                    <a:pt x="246" y="288"/>
                  </a:lnTo>
                  <a:lnTo>
                    <a:pt x="252" y="282"/>
                  </a:lnTo>
                  <a:lnTo>
                    <a:pt x="264" y="276"/>
                  </a:lnTo>
                  <a:lnTo>
                    <a:pt x="294" y="276"/>
                  </a:lnTo>
                  <a:lnTo>
                    <a:pt x="300" y="270"/>
                  </a:lnTo>
                  <a:lnTo>
                    <a:pt x="300" y="258"/>
                  </a:lnTo>
                  <a:lnTo>
                    <a:pt x="288" y="246"/>
                  </a:lnTo>
                  <a:lnTo>
                    <a:pt x="288" y="234"/>
                  </a:lnTo>
                  <a:lnTo>
                    <a:pt x="294" y="222"/>
                  </a:lnTo>
                  <a:lnTo>
                    <a:pt x="300" y="216"/>
                  </a:lnTo>
                  <a:lnTo>
                    <a:pt x="306" y="204"/>
                  </a:lnTo>
                  <a:lnTo>
                    <a:pt x="306" y="192"/>
                  </a:lnTo>
                  <a:lnTo>
                    <a:pt x="300" y="180"/>
                  </a:lnTo>
                  <a:lnTo>
                    <a:pt x="294" y="174"/>
                  </a:lnTo>
                  <a:lnTo>
                    <a:pt x="276" y="174"/>
                  </a:lnTo>
                  <a:lnTo>
                    <a:pt x="270" y="180"/>
                  </a:lnTo>
                  <a:lnTo>
                    <a:pt x="270" y="156"/>
                  </a:lnTo>
                  <a:lnTo>
                    <a:pt x="258" y="150"/>
                  </a:lnTo>
                  <a:lnTo>
                    <a:pt x="252" y="138"/>
                  </a:lnTo>
                  <a:lnTo>
                    <a:pt x="234" y="132"/>
                  </a:lnTo>
                  <a:lnTo>
                    <a:pt x="216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8" y="156"/>
                  </a:lnTo>
                  <a:lnTo>
                    <a:pt x="192" y="162"/>
                  </a:lnTo>
                  <a:lnTo>
                    <a:pt x="192" y="168"/>
                  </a:lnTo>
                  <a:lnTo>
                    <a:pt x="192" y="162"/>
                  </a:lnTo>
                  <a:lnTo>
                    <a:pt x="198" y="156"/>
                  </a:lnTo>
                  <a:lnTo>
                    <a:pt x="198" y="144"/>
                  </a:lnTo>
                  <a:lnTo>
                    <a:pt x="204" y="132"/>
                  </a:lnTo>
                  <a:lnTo>
                    <a:pt x="204" y="114"/>
                  </a:lnTo>
                  <a:lnTo>
                    <a:pt x="210" y="102"/>
                  </a:lnTo>
                  <a:lnTo>
                    <a:pt x="210" y="78"/>
                  </a:lnTo>
                  <a:lnTo>
                    <a:pt x="192" y="42"/>
                  </a:lnTo>
                  <a:lnTo>
                    <a:pt x="180" y="30"/>
                  </a:lnTo>
                  <a:lnTo>
                    <a:pt x="132" y="6"/>
                  </a:lnTo>
                  <a:lnTo>
                    <a:pt x="126" y="0"/>
                  </a:lnTo>
                  <a:lnTo>
                    <a:pt x="120" y="0"/>
                  </a:lnTo>
                  <a:lnTo>
                    <a:pt x="102" y="36"/>
                  </a:lnTo>
                  <a:lnTo>
                    <a:pt x="96" y="42"/>
                  </a:lnTo>
                  <a:lnTo>
                    <a:pt x="90" y="42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80" name="Guinea-Bissau" descr="© INSCALE GmbH, 05.05.2010&#10;http://www.presentationload.com/">
              <a:extLst>
                <a:ext uri="{FF2B5EF4-FFF2-40B4-BE49-F238E27FC236}">
                  <a16:creationId xmlns:a16="http://schemas.microsoft.com/office/drawing/2014/main" id="{2CE816E5-EF8A-45A9-A3C4-EF9F51444F14}"/>
                </a:ext>
              </a:extLst>
            </p:cNvPr>
            <p:cNvSpPr>
              <a:spLocks/>
            </p:cNvSpPr>
            <p:nvPr/>
          </p:nvSpPr>
          <p:spPr bwMode="gray">
            <a:xfrm>
              <a:off x="3353307" y="2664166"/>
              <a:ext cx="60744" cy="51377"/>
            </a:xfrm>
            <a:custGeom>
              <a:avLst/>
              <a:gdLst>
                <a:gd name="T0" fmla="*/ 2147483647 w 186"/>
                <a:gd name="T1" fmla="*/ 2147483647 h 156"/>
                <a:gd name="T2" fmla="*/ 2147483647 w 186"/>
                <a:gd name="T3" fmla="*/ 2147483647 h 156"/>
                <a:gd name="T4" fmla="*/ 2147483647 w 186"/>
                <a:gd name="T5" fmla="*/ 2147483647 h 156"/>
                <a:gd name="T6" fmla="*/ 2147483647 w 186"/>
                <a:gd name="T7" fmla="*/ 2147483647 h 156"/>
                <a:gd name="T8" fmla="*/ 2147483647 w 186"/>
                <a:gd name="T9" fmla="*/ 2147483647 h 156"/>
                <a:gd name="T10" fmla="*/ 2147483647 w 186"/>
                <a:gd name="T11" fmla="*/ 2147483647 h 156"/>
                <a:gd name="T12" fmla="*/ 2147483647 w 186"/>
                <a:gd name="T13" fmla="*/ 2147483647 h 156"/>
                <a:gd name="T14" fmla="*/ 2147483647 w 186"/>
                <a:gd name="T15" fmla="*/ 2147483647 h 156"/>
                <a:gd name="T16" fmla="*/ 2147483647 w 186"/>
                <a:gd name="T17" fmla="*/ 2147483647 h 156"/>
                <a:gd name="T18" fmla="*/ 2147483647 w 186"/>
                <a:gd name="T19" fmla="*/ 2147483647 h 156"/>
                <a:gd name="T20" fmla="*/ 2147483647 w 186"/>
                <a:gd name="T21" fmla="*/ 2147483647 h 156"/>
                <a:gd name="T22" fmla="*/ 2147483647 w 186"/>
                <a:gd name="T23" fmla="*/ 2147483647 h 156"/>
                <a:gd name="T24" fmla="*/ 2147483647 w 186"/>
                <a:gd name="T25" fmla="*/ 2147483647 h 156"/>
                <a:gd name="T26" fmla="*/ 2147483647 w 186"/>
                <a:gd name="T27" fmla="*/ 2147483647 h 156"/>
                <a:gd name="T28" fmla="*/ 2147483647 w 186"/>
                <a:gd name="T29" fmla="*/ 0 h 156"/>
                <a:gd name="T30" fmla="*/ 2147483647 w 186"/>
                <a:gd name="T31" fmla="*/ 2147483647 h 156"/>
                <a:gd name="T32" fmla="*/ 2147483647 w 186"/>
                <a:gd name="T33" fmla="*/ 2147483647 h 156"/>
                <a:gd name="T34" fmla="*/ 2147483647 w 186"/>
                <a:gd name="T35" fmla="*/ 2147483647 h 156"/>
                <a:gd name="T36" fmla="*/ 0 w 186"/>
                <a:gd name="T37" fmla="*/ 2147483647 h 156"/>
                <a:gd name="T38" fmla="*/ 2147483647 w 186"/>
                <a:gd name="T39" fmla="*/ 2147483647 h 156"/>
                <a:gd name="T40" fmla="*/ 2147483647 w 186"/>
                <a:gd name="T41" fmla="*/ 2147483647 h 156"/>
                <a:gd name="T42" fmla="*/ 2147483647 w 186"/>
                <a:gd name="T43" fmla="*/ 2147483647 h 156"/>
                <a:gd name="T44" fmla="*/ 2147483647 w 186"/>
                <a:gd name="T45" fmla="*/ 2147483647 h 156"/>
                <a:gd name="T46" fmla="*/ 2147483647 w 186"/>
                <a:gd name="T47" fmla="*/ 2147483647 h 156"/>
                <a:gd name="T48" fmla="*/ 2147483647 w 186"/>
                <a:gd name="T49" fmla="*/ 2147483647 h 156"/>
                <a:gd name="T50" fmla="*/ 2147483647 w 186"/>
                <a:gd name="T51" fmla="*/ 2147483647 h 156"/>
                <a:gd name="T52" fmla="*/ 2147483647 w 186"/>
                <a:gd name="T53" fmla="*/ 2147483647 h 156"/>
                <a:gd name="T54" fmla="*/ 2147483647 w 186"/>
                <a:gd name="T55" fmla="*/ 2147483647 h 156"/>
                <a:gd name="T56" fmla="*/ 2147483647 w 186"/>
                <a:gd name="T57" fmla="*/ 2147483647 h 156"/>
                <a:gd name="T58" fmla="*/ 2147483647 w 186"/>
                <a:gd name="T59" fmla="*/ 2147483647 h 156"/>
                <a:gd name="T60" fmla="*/ 2147483647 w 186"/>
                <a:gd name="T61" fmla="*/ 2147483647 h 156"/>
                <a:gd name="T62" fmla="*/ 2147483647 w 186"/>
                <a:gd name="T63" fmla="*/ 2147483647 h 156"/>
                <a:gd name="T64" fmla="*/ 2147483647 w 186"/>
                <a:gd name="T65" fmla="*/ 2147483647 h 156"/>
                <a:gd name="T66" fmla="*/ 2147483647 w 186"/>
                <a:gd name="T67" fmla="*/ 2147483647 h 156"/>
                <a:gd name="T68" fmla="*/ 2147483647 w 186"/>
                <a:gd name="T69" fmla="*/ 2147483647 h 156"/>
                <a:gd name="T70" fmla="*/ 2147483647 w 186"/>
                <a:gd name="T71" fmla="*/ 2147483647 h 156"/>
                <a:gd name="T72" fmla="*/ 2147483647 w 186"/>
                <a:gd name="T73" fmla="*/ 2147483647 h 15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86"/>
                <a:gd name="T112" fmla="*/ 0 h 156"/>
                <a:gd name="T113" fmla="*/ 186 w 186"/>
                <a:gd name="T114" fmla="*/ 156 h 15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86" h="156">
                  <a:moveTo>
                    <a:pt x="126" y="102"/>
                  </a:moveTo>
                  <a:lnTo>
                    <a:pt x="132" y="96"/>
                  </a:lnTo>
                  <a:lnTo>
                    <a:pt x="144" y="90"/>
                  </a:lnTo>
                  <a:lnTo>
                    <a:pt x="174" y="90"/>
                  </a:lnTo>
                  <a:lnTo>
                    <a:pt x="180" y="84"/>
                  </a:lnTo>
                  <a:lnTo>
                    <a:pt x="186" y="72"/>
                  </a:lnTo>
                  <a:lnTo>
                    <a:pt x="186" y="66"/>
                  </a:lnTo>
                  <a:lnTo>
                    <a:pt x="180" y="60"/>
                  </a:lnTo>
                  <a:lnTo>
                    <a:pt x="168" y="54"/>
                  </a:lnTo>
                  <a:lnTo>
                    <a:pt x="162" y="48"/>
                  </a:lnTo>
                  <a:lnTo>
                    <a:pt x="162" y="36"/>
                  </a:lnTo>
                  <a:lnTo>
                    <a:pt x="168" y="30"/>
                  </a:lnTo>
                  <a:lnTo>
                    <a:pt x="186" y="30"/>
                  </a:lnTo>
                  <a:lnTo>
                    <a:pt x="186" y="6"/>
                  </a:lnTo>
                  <a:lnTo>
                    <a:pt x="84" y="0"/>
                  </a:lnTo>
                  <a:lnTo>
                    <a:pt x="54" y="24"/>
                  </a:lnTo>
                  <a:lnTo>
                    <a:pt x="18" y="24"/>
                  </a:lnTo>
                  <a:lnTo>
                    <a:pt x="6" y="36"/>
                  </a:lnTo>
                  <a:lnTo>
                    <a:pt x="0" y="72"/>
                  </a:lnTo>
                  <a:lnTo>
                    <a:pt x="6" y="78"/>
                  </a:lnTo>
                  <a:lnTo>
                    <a:pt x="18" y="78"/>
                  </a:lnTo>
                  <a:lnTo>
                    <a:pt x="42" y="66"/>
                  </a:lnTo>
                  <a:lnTo>
                    <a:pt x="66" y="66"/>
                  </a:lnTo>
                  <a:lnTo>
                    <a:pt x="90" y="60"/>
                  </a:lnTo>
                  <a:lnTo>
                    <a:pt x="90" y="84"/>
                  </a:lnTo>
                  <a:lnTo>
                    <a:pt x="78" y="78"/>
                  </a:lnTo>
                  <a:lnTo>
                    <a:pt x="72" y="78"/>
                  </a:lnTo>
                  <a:lnTo>
                    <a:pt x="66" y="72"/>
                  </a:lnTo>
                  <a:lnTo>
                    <a:pt x="54" y="72"/>
                  </a:lnTo>
                  <a:lnTo>
                    <a:pt x="54" y="96"/>
                  </a:lnTo>
                  <a:lnTo>
                    <a:pt x="60" y="102"/>
                  </a:lnTo>
                  <a:lnTo>
                    <a:pt x="90" y="96"/>
                  </a:lnTo>
                  <a:lnTo>
                    <a:pt x="54" y="114"/>
                  </a:lnTo>
                  <a:lnTo>
                    <a:pt x="84" y="156"/>
                  </a:lnTo>
                  <a:lnTo>
                    <a:pt x="90" y="132"/>
                  </a:lnTo>
                  <a:lnTo>
                    <a:pt x="108" y="102"/>
                  </a:lnTo>
                  <a:lnTo>
                    <a:pt x="126" y="102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81" name="Guatemala" descr="© INSCALE GmbH, 05.05.2010&#10;http://www.presentationload.com/">
              <a:extLst>
                <a:ext uri="{FF2B5EF4-FFF2-40B4-BE49-F238E27FC236}">
                  <a16:creationId xmlns:a16="http://schemas.microsoft.com/office/drawing/2014/main" id="{CF90793F-46C2-49D2-9344-CD8EB37F8337}"/>
                </a:ext>
              </a:extLst>
            </p:cNvPr>
            <p:cNvSpPr>
              <a:spLocks/>
            </p:cNvSpPr>
            <p:nvPr/>
          </p:nvSpPr>
          <p:spPr bwMode="gray">
            <a:xfrm>
              <a:off x="1582696" y="2528016"/>
              <a:ext cx="98224" cy="110461"/>
            </a:xfrm>
            <a:custGeom>
              <a:avLst/>
              <a:gdLst>
                <a:gd name="T0" fmla="*/ 2147483647 w 300"/>
                <a:gd name="T1" fmla="*/ 2147483647 h 336"/>
                <a:gd name="T2" fmla="*/ 2147483647 w 300"/>
                <a:gd name="T3" fmla="*/ 2147483647 h 336"/>
                <a:gd name="T4" fmla="*/ 2147483647 w 300"/>
                <a:gd name="T5" fmla="*/ 2147483647 h 336"/>
                <a:gd name="T6" fmla="*/ 2147483647 w 300"/>
                <a:gd name="T7" fmla="*/ 2147483647 h 336"/>
                <a:gd name="T8" fmla="*/ 2147483647 w 300"/>
                <a:gd name="T9" fmla="*/ 2147483647 h 336"/>
                <a:gd name="T10" fmla="*/ 2147483647 w 300"/>
                <a:gd name="T11" fmla="*/ 0 h 336"/>
                <a:gd name="T12" fmla="*/ 2147483647 w 300"/>
                <a:gd name="T13" fmla="*/ 2147483647 h 336"/>
                <a:gd name="T14" fmla="*/ 2147483647 w 300"/>
                <a:gd name="T15" fmla="*/ 2147483647 h 336"/>
                <a:gd name="T16" fmla="*/ 2147483647 w 300"/>
                <a:gd name="T17" fmla="*/ 2147483647 h 336"/>
                <a:gd name="T18" fmla="*/ 2147483647 w 300"/>
                <a:gd name="T19" fmla="*/ 2147483647 h 336"/>
                <a:gd name="T20" fmla="*/ 2147483647 w 300"/>
                <a:gd name="T21" fmla="*/ 2147483647 h 336"/>
                <a:gd name="T22" fmla="*/ 2147483647 w 300"/>
                <a:gd name="T23" fmla="*/ 2147483647 h 336"/>
                <a:gd name="T24" fmla="*/ 2147483647 w 300"/>
                <a:gd name="T25" fmla="*/ 2147483647 h 336"/>
                <a:gd name="T26" fmla="*/ 2147483647 w 300"/>
                <a:gd name="T27" fmla="*/ 2147483647 h 336"/>
                <a:gd name="T28" fmla="*/ 2147483647 w 300"/>
                <a:gd name="T29" fmla="*/ 2147483647 h 336"/>
                <a:gd name="T30" fmla="*/ 2147483647 w 300"/>
                <a:gd name="T31" fmla="*/ 2147483647 h 336"/>
                <a:gd name="T32" fmla="*/ 2147483647 w 300"/>
                <a:gd name="T33" fmla="*/ 2147483647 h 336"/>
                <a:gd name="T34" fmla="*/ 2147483647 w 300"/>
                <a:gd name="T35" fmla="*/ 2147483647 h 336"/>
                <a:gd name="T36" fmla="*/ 2147483647 w 300"/>
                <a:gd name="T37" fmla="*/ 2147483647 h 336"/>
                <a:gd name="T38" fmla="*/ 2147483647 w 300"/>
                <a:gd name="T39" fmla="*/ 2147483647 h 336"/>
                <a:gd name="T40" fmla="*/ 2147483647 w 300"/>
                <a:gd name="T41" fmla="*/ 2147483647 h 336"/>
                <a:gd name="T42" fmla="*/ 2147483647 w 300"/>
                <a:gd name="T43" fmla="*/ 2147483647 h 336"/>
                <a:gd name="T44" fmla="*/ 2147483647 w 300"/>
                <a:gd name="T45" fmla="*/ 2147483647 h 336"/>
                <a:gd name="T46" fmla="*/ 2147483647 w 300"/>
                <a:gd name="T47" fmla="*/ 2147483647 h 336"/>
                <a:gd name="T48" fmla="*/ 2147483647 w 300"/>
                <a:gd name="T49" fmla="*/ 2147483647 h 336"/>
                <a:gd name="T50" fmla="*/ 2147483647 w 300"/>
                <a:gd name="T51" fmla="*/ 2147483647 h 336"/>
                <a:gd name="T52" fmla="*/ 2147483647 w 300"/>
                <a:gd name="T53" fmla="*/ 2147483647 h 336"/>
                <a:gd name="T54" fmla="*/ 2147483647 w 300"/>
                <a:gd name="T55" fmla="*/ 2147483647 h 336"/>
                <a:gd name="T56" fmla="*/ 2147483647 w 300"/>
                <a:gd name="T57" fmla="*/ 2147483647 h 336"/>
                <a:gd name="T58" fmla="*/ 0 w 300"/>
                <a:gd name="T59" fmla="*/ 2147483647 h 336"/>
                <a:gd name="T60" fmla="*/ 2147483647 w 300"/>
                <a:gd name="T61" fmla="*/ 2147483647 h 336"/>
                <a:gd name="T62" fmla="*/ 2147483647 w 300"/>
                <a:gd name="T63" fmla="*/ 2147483647 h 336"/>
                <a:gd name="T64" fmla="*/ 2147483647 w 300"/>
                <a:gd name="T65" fmla="*/ 2147483647 h 336"/>
                <a:gd name="T66" fmla="*/ 2147483647 w 300"/>
                <a:gd name="T67" fmla="*/ 2147483647 h 336"/>
                <a:gd name="T68" fmla="*/ 2147483647 w 300"/>
                <a:gd name="T69" fmla="*/ 2147483647 h 336"/>
                <a:gd name="T70" fmla="*/ 2147483647 w 300"/>
                <a:gd name="T71" fmla="*/ 2147483647 h 336"/>
                <a:gd name="T72" fmla="*/ 2147483647 w 300"/>
                <a:gd name="T73" fmla="*/ 2147483647 h 336"/>
                <a:gd name="T74" fmla="*/ 2147483647 w 300"/>
                <a:gd name="T75" fmla="*/ 2147483647 h 336"/>
                <a:gd name="T76" fmla="*/ 2147483647 w 300"/>
                <a:gd name="T77" fmla="*/ 2147483647 h 336"/>
                <a:gd name="T78" fmla="*/ 2147483647 w 300"/>
                <a:gd name="T79" fmla="*/ 2147483647 h 336"/>
                <a:gd name="T80" fmla="*/ 2147483647 w 300"/>
                <a:gd name="T81" fmla="*/ 2147483647 h 336"/>
                <a:gd name="T82" fmla="*/ 2147483647 w 300"/>
                <a:gd name="T83" fmla="*/ 2147483647 h 336"/>
                <a:gd name="T84" fmla="*/ 2147483647 w 300"/>
                <a:gd name="T85" fmla="*/ 2147483647 h 336"/>
                <a:gd name="T86" fmla="*/ 2147483647 w 300"/>
                <a:gd name="T87" fmla="*/ 2147483647 h 336"/>
                <a:gd name="T88" fmla="*/ 2147483647 w 300"/>
                <a:gd name="T89" fmla="*/ 2147483647 h 336"/>
                <a:gd name="T90" fmla="*/ 2147483647 w 300"/>
                <a:gd name="T91" fmla="*/ 2147483647 h 336"/>
                <a:gd name="T92" fmla="*/ 2147483647 w 300"/>
                <a:gd name="T93" fmla="*/ 2147483647 h 336"/>
                <a:gd name="T94" fmla="*/ 2147483647 w 300"/>
                <a:gd name="T95" fmla="*/ 2147483647 h 336"/>
                <a:gd name="T96" fmla="*/ 2147483647 w 300"/>
                <a:gd name="T97" fmla="*/ 2147483647 h 336"/>
                <a:gd name="T98" fmla="*/ 2147483647 w 300"/>
                <a:gd name="T99" fmla="*/ 2147483647 h 336"/>
                <a:gd name="T100" fmla="*/ 2147483647 w 300"/>
                <a:gd name="T101" fmla="*/ 2147483647 h 336"/>
                <a:gd name="T102" fmla="*/ 2147483647 w 300"/>
                <a:gd name="T103" fmla="*/ 2147483647 h 336"/>
                <a:gd name="T104" fmla="*/ 2147483647 w 300"/>
                <a:gd name="T105" fmla="*/ 2147483647 h 336"/>
                <a:gd name="T106" fmla="*/ 2147483647 w 300"/>
                <a:gd name="T107" fmla="*/ 2147483647 h 336"/>
                <a:gd name="T108" fmla="*/ 2147483647 w 300"/>
                <a:gd name="T109" fmla="*/ 2147483647 h 336"/>
                <a:gd name="T110" fmla="*/ 2147483647 w 300"/>
                <a:gd name="T111" fmla="*/ 2147483647 h 336"/>
                <a:gd name="T112" fmla="*/ 2147483647 w 300"/>
                <a:gd name="T113" fmla="*/ 2147483647 h 336"/>
                <a:gd name="T114" fmla="*/ 2147483647 w 300"/>
                <a:gd name="T115" fmla="*/ 2147483647 h 336"/>
                <a:gd name="T116" fmla="*/ 2147483647 w 300"/>
                <a:gd name="T117" fmla="*/ 2147483647 h 336"/>
                <a:gd name="T118" fmla="*/ 2147483647 w 300"/>
                <a:gd name="T119" fmla="*/ 2147483647 h 336"/>
                <a:gd name="T120" fmla="*/ 2147483647 w 300"/>
                <a:gd name="T121" fmla="*/ 2147483647 h 3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00"/>
                <a:gd name="T184" fmla="*/ 0 h 336"/>
                <a:gd name="T185" fmla="*/ 300 w 300"/>
                <a:gd name="T186" fmla="*/ 336 h 3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00" h="336">
                  <a:moveTo>
                    <a:pt x="288" y="156"/>
                  </a:moveTo>
                  <a:lnTo>
                    <a:pt x="270" y="168"/>
                  </a:lnTo>
                  <a:lnTo>
                    <a:pt x="258" y="162"/>
                  </a:lnTo>
                  <a:lnTo>
                    <a:pt x="228" y="162"/>
                  </a:lnTo>
                  <a:lnTo>
                    <a:pt x="252" y="6"/>
                  </a:lnTo>
                  <a:lnTo>
                    <a:pt x="120" y="0"/>
                  </a:lnTo>
                  <a:lnTo>
                    <a:pt x="120" y="12"/>
                  </a:lnTo>
                  <a:lnTo>
                    <a:pt x="126" y="24"/>
                  </a:lnTo>
                  <a:lnTo>
                    <a:pt x="126" y="48"/>
                  </a:lnTo>
                  <a:lnTo>
                    <a:pt x="120" y="48"/>
                  </a:lnTo>
                  <a:lnTo>
                    <a:pt x="108" y="54"/>
                  </a:lnTo>
                  <a:lnTo>
                    <a:pt x="84" y="54"/>
                  </a:lnTo>
                  <a:lnTo>
                    <a:pt x="96" y="60"/>
                  </a:lnTo>
                  <a:lnTo>
                    <a:pt x="96" y="66"/>
                  </a:lnTo>
                  <a:lnTo>
                    <a:pt x="102" y="78"/>
                  </a:lnTo>
                  <a:lnTo>
                    <a:pt x="108" y="84"/>
                  </a:lnTo>
                  <a:lnTo>
                    <a:pt x="114" y="84"/>
                  </a:lnTo>
                  <a:lnTo>
                    <a:pt x="126" y="90"/>
                  </a:lnTo>
                  <a:lnTo>
                    <a:pt x="132" y="90"/>
                  </a:lnTo>
                  <a:lnTo>
                    <a:pt x="138" y="114"/>
                  </a:lnTo>
                  <a:lnTo>
                    <a:pt x="156" y="114"/>
                  </a:lnTo>
                  <a:lnTo>
                    <a:pt x="156" y="126"/>
                  </a:lnTo>
                  <a:lnTo>
                    <a:pt x="150" y="132"/>
                  </a:lnTo>
                  <a:lnTo>
                    <a:pt x="144" y="132"/>
                  </a:lnTo>
                  <a:lnTo>
                    <a:pt x="144" y="150"/>
                  </a:lnTo>
                  <a:lnTo>
                    <a:pt x="54" y="144"/>
                  </a:lnTo>
                  <a:lnTo>
                    <a:pt x="24" y="192"/>
                  </a:lnTo>
                  <a:lnTo>
                    <a:pt x="24" y="264"/>
                  </a:lnTo>
                  <a:lnTo>
                    <a:pt x="18" y="270"/>
                  </a:lnTo>
                  <a:lnTo>
                    <a:pt x="0" y="270"/>
                  </a:lnTo>
                  <a:lnTo>
                    <a:pt x="6" y="282"/>
                  </a:lnTo>
                  <a:lnTo>
                    <a:pt x="12" y="288"/>
                  </a:lnTo>
                  <a:lnTo>
                    <a:pt x="24" y="288"/>
                  </a:lnTo>
                  <a:lnTo>
                    <a:pt x="42" y="300"/>
                  </a:lnTo>
                  <a:lnTo>
                    <a:pt x="60" y="318"/>
                  </a:lnTo>
                  <a:lnTo>
                    <a:pt x="72" y="324"/>
                  </a:lnTo>
                  <a:lnTo>
                    <a:pt x="120" y="324"/>
                  </a:lnTo>
                  <a:lnTo>
                    <a:pt x="126" y="330"/>
                  </a:lnTo>
                  <a:lnTo>
                    <a:pt x="132" y="330"/>
                  </a:lnTo>
                  <a:lnTo>
                    <a:pt x="138" y="336"/>
                  </a:lnTo>
                  <a:lnTo>
                    <a:pt x="150" y="324"/>
                  </a:lnTo>
                  <a:lnTo>
                    <a:pt x="162" y="318"/>
                  </a:lnTo>
                  <a:lnTo>
                    <a:pt x="168" y="312"/>
                  </a:lnTo>
                  <a:lnTo>
                    <a:pt x="174" y="312"/>
                  </a:lnTo>
                  <a:lnTo>
                    <a:pt x="180" y="300"/>
                  </a:lnTo>
                  <a:lnTo>
                    <a:pt x="186" y="294"/>
                  </a:lnTo>
                  <a:lnTo>
                    <a:pt x="186" y="282"/>
                  </a:lnTo>
                  <a:lnTo>
                    <a:pt x="204" y="282"/>
                  </a:lnTo>
                  <a:lnTo>
                    <a:pt x="210" y="276"/>
                  </a:lnTo>
                  <a:lnTo>
                    <a:pt x="222" y="270"/>
                  </a:lnTo>
                  <a:lnTo>
                    <a:pt x="222" y="264"/>
                  </a:lnTo>
                  <a:lnTo>
                    <a:pt x="228" y="252"/>
                  </a:lnTo>
                  <a:lnTo>
                    <a:pt x="228" y="234"/>
                  </a:lnTo>
                  <a:lnTo>
                    <a:pt x="234" y="222"/>
                  </a:lnTo>
                  <a:lnTo>
                    <a:pt x="246" y="216"/>
                  </a:lnTo>
                  <a:lnTo>
                    <a:pt x="258" y="204"/>
                  </a:lnTo>
                  <a:lnTo>
                    <a:pt x="270" y="198"/>
                  </a:lnTo>
                  <a:lnTo>
                    <a:pt x="282" y="186"/>
                  </a:lnTo>
                  <a:lnTo>
                    <a:pt x="294" y="180"/>
                  </a:lnTo>
                  <a:lnTo>
                    <a:pt x="300" y="168"/>
                  </a:lnTo>
                  <a:lnTo>
                    <a:pt x="288" y="156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82" name="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F43BE0FF-0377-4338-893F-47CFC48E5415}"/>
                </a:ext>
              </a:extLst>
            </p:cNvPr>
            <p:cNvSpPr>
              <a:spLocks/>
            </p:cNvSpPr>
            <p:nvPr/>
          </p:nvSpPr>
          <p:spPr bwMode="gray">
            <a:xfrm>
              <a:off x="3383034" y="2666734"/>
              <a:ext cx="171892" cy="145140"/>
            </a:xfrm>
            <a:custGeom>
              <a:avLst/>
              <a:gdLst>
                <a:gd name="T0" fmla="*/ 2147483647 w 522"/>
                <a:gd name="T1" fmla="*/ 2147483647 h 444"/>
                <a:gd name="T2" fmla="*/ 2147483647 w 522"/>
                <a:gd name="T3" fmla="*/ 2147483647 h 444"/>
                <a:gd name="T4" fmla="*/ 2147483647 w 522"/>
                <a:gd name="T5" fmla="*/ 2147483647 h 444"/>
                <a:gd name="T6" fmla="*/ 2147483647 w 522"/>
                <a:gd name="T7" fmla="*/ 2147483647 h 444"/>
                <a:gd name="T8" fmla="*/ 2147483647 w 522"/>
                <a:gd name="T9" fmla="*/ 2147483647 h 444"/>
                <a:gd name="T10" fmla="*/ 2147483647 w 522"/>
                <a:gd name="T11" fmla="*/ 2147483647 h 444"/>
                <a:gd name="T12" fmla="*/ 2147483647 w 522"/>
                <a:gd name="T13" fmla="*/ 2147483647 h 444"/>
                <a:gd name="T14" fmla="*/ 2147483647 w 522"/>
                <a:gd name="T15" fmla="*/ 2147483647 h 444"/>
                <a:gd name="T16" fmla="*/ 2147483647 w 522"/>
                <a:gd name="T17" fmla="*/ 2147483647 h 444"/>
                <a:gd name="T18" fmla="*/ 2147483647 w 522"/>
                <a:gd name="T19" fmla="*/ 2147483647 h 444"/>
                <a:gd name="T20" fmla="*/ 2147483647 w 522"/>
                <a:gd name="T21" fmla="*/ 2147483647 h 444"/>
                <a:gd name="T22" fmla="*/ 2147483647 w 522"/>
                <a:gd name="T23" fmla="*/ 2147483647 h 444"/>
                <a:gd name="T24" fmla="*/ 2147483647 w 522"/>
                <a:gd name="T25" fmla="*/ 2147483647 h 444"/>
                <a:gd name="T26" fmla="*/ 2147483647 w 522"/>
                <a:gd name="T27" fmla="*/ 2147483647 h 444"/>
                <a:gd name="T28" fmla="*/ 2147483647 w 522"/>
                <a:gd name="T29" fmla="*/ 2147483647 h 444"/>
                <a:gd name="T30" fmla="*/ 2147483647 w 522"/>
                <a:gd name="T31" fmla="*/ 2147483647 h 444"/>
                <a:gd name="T32" fmla="*/ 2147483647 w 522"/>
                <a:gd name="T33" fmla="*/ 2147483647 h 444"/>
                <a:gd name="T34" fmla="*/ 2147483647 w 522"/>
                <a:gd name="T35" fmla="*/ 2147483647 h 444"/>
                <a:gd name="T36" fmla="*/ 2147483647 w 522"/>
                <a:gd name="T37" fmla="*/ 2147483647 h 444"/>
                <a:gd name="T38" fmla="*/ 2147483647 w 522"/>
                <a:gd name="T39" fmla="*/ 2147483647 h 444"/>
                <a:gd name="T40" fmla="*/ 2147483647 w 522"/>
                <a:gd name="T41" fmla="*/ 2147483647 h 444"/>
                <a:gd name="T42" fmla="*/ 2147483647 w 522"/>
                <a:gd name="T43" fmla="*/ 2147483647 h 444"/>
                <a:gd name="T44" fmla="*/ 2147483647 w 522"/>
                <a:gd name="T45" fmla="*/ 2147483647 h 444"/>
                <a:gd name="T46" fmla="*/ 2147483647 w 522"/>
                <a:gd name="T47" fmla="*/ 2147483647 h 444"/>
                <a:gd name="T48" fmla="*/ 2147483647 w 522"/>
                <a:gd name="T49" fmla="*/ 2147483647 h 444"/>
                <a:gd name="T50" fmla="*/ 2147483647 w 522"/>
                <a:gd name="T51" fmla="*/ 2147483647 h 444"/>
                <a:gd name="T52" fmla="*/ 2147483647 w 522"/>
                <a:gd name="T53" fmla="*/ 2147483647 h 444"/>
                <a:gd name="T54" fmla="*/ 2147483647 w 522"/>
                <a:gd name="T55" fmla="*/ 2147483647 h 444"/>
                <a:gd name="T56" fmla="*/ 2147483647 w 522"/>
                <a:gd name="T57" fmla="*/ 2147483647 h 444"/>
                <a:gd name="T58" fmla="*/ 2147483647 w 522"/>
                <a:gd name="T59" fmla="*/ 2147483647 h 444"/>
                <a:gd name="T60" fmla="*/ 2147483647 w 522"/>
                <a:gd name="T61" fmla="*/ 2147483647 h 444"/>
                <a:gd name="T62" fmla="*/ 2147483647 w 522"/>
                <a:gd name="T63" fmla="*/ 2147483647 h 444"/>
                <a:gd name="T64" fmla="*/ 2147483647 w 522"/>
                <a:gd name="T65" fmla="*/ 2147483647 h 444"/>
                <a:gd name="T66" fmla="*/ 2147483647 w 522"/>
                <a:gd name="T67" fmla="*/ 2147483647 h 444"/>
                <a:gd name="T68" fmla="*/ 2147483647 w 522"/>
                <a:gd name="T69" fmla="*/ 2147483647 h 444"/>
                <a:gd name="T70" fmla="*/ 2147483647 w 522"/>
                <a:gd name="T71" fmla="*/ 2147483647 h 444"/>
                <a:gd name="T72" fmla="*/ 2147483647 w 522"/>
                <a:gd name="T73" fmla="*/ 2147483647 h 444"/>
                <a:gd name="T74" fmla="*/ 2147483647 w 522"/>
                <a:gd name="T75" fmla="*/ 2147483647 h 444"/>
                <a:gd name="T76" fmla="*/ 2147483647 w 522"/>
                <a:gd name="T77" fmla="*/ 2147483647 h 444"/>
                <a:gd name="T78" fmla="*/ 2147483647 w 522"/>
                <a:gd name="T79" fmla="*/ 2147483647 h 444"/>
                <a:gd name="T80" fmla="*/ 2147483647 w 522"/>
                <a:gd name="T81" fmla="*/ 2147483647 h 444"/>
                <a:gd name="T82" fmla="*/ 2147483647 w 522"/>
                <a:gd name="T83" fmla="*/ 2147483647 h 444"/>
                <a:gd name="T84" fmla="*/ 2147483647 w 522"/>
                <a:gd name="T85" fmla="*/ 2147483647 h 444"/>
                <a:gd name="T86" fmla="*/ 2147483647 w 522"/>
                <a:gd name="T87" fmla="*/ 2147483647 h 444"/>
                <a:gd name="T88" fmla="*/ 2147483647 w 522"/>
                <a:gd name="T89" fmla="*/ 2147483647 h 444"/>
                <a:gd name="T90" fmla="*/ 2147483647 w 522"/>
                <a:gd name="T91" fmla="*/ 2147483647 h 444"/>
                <a:gd name="T92" fmla="*/ 2147483647 w 522"/>
                <a:gd name="T93" fmla="*/ 2147483647 h 44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22"/>
                <a:gd name="T142" fmla="*/ 0 h 444"/>
                <a:gd name="T143" fmla="*/ 522 w 522"/>
                <a:gd name="T144" fmla="*/ 444 h 444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22" h="444">
                  <a:moveTo>
                    <a:pt x="96" y="0"/>
                  </a:moveTo>
                  <a:lnTo>
                    <a:pt x="96" y="24"/>
                  </a:lnTo>
                  <a:lnTo>
                    <a:pt x="78" y="24"/>
                  </a:lnTo>
                  <a:lnTo>
                    <a:pt x="72" y="30"/>
                  </a:lnTo>
                  <a:lnTo>
                    <a:pt x="72" y="42"/>
                  </a:lnTo>
                  <a:lnTo>
                    <a:pt x="78" y="48"/>
                  </a:lnTo>
                  <a:lnTo>
                    <a:pt x="90" y="54"/>
                  </a:lnTo>
                  <a:lnTo>
                    <a:pt x="96" y="60"/>
                  </a:lnTo>
                  <a:lnTo>
                    <a:pt x="96" y="66"/>
                  </a:lnTo>
                  <a:lnTo>
                    <a:pt x="90" y="78"/>
                  </a:lnTo>
                  <a:lnTo>
                    <a:pt x="84" y="84"/>
                  </a:lnTo>
                  <a:lnTo>
                    <a:pt x="54" y="84"/>
                  </a:lnTo>
                  <a:lnTo>
                    <a:pt x="42" y="90"/>
                  </a:lnTo>
                  <a:lnTo>
                    <a:pt x="36" y="96"/>
                  </a:lnTo>
                  <a:lnTo>
                    <a:pt x="18" y="96"/>
                  </a:lnTo>
                  <a:lnTo>
                    <a:pt x="0" y="126"/>
                  </a:lnTo>
                  <a:lnTo>
                    <a:pt x="0" y="132"/>
                  </a:lnTo>
                  <a:lnTo>
                    <a:pt x="18" y="150"/>
                  </a:lnTo>
                  <a:lnTo>
                    <a:pt x="30" y="150"/>
                  </a:lnTo>
                  <a:lnTo>
                    <a:pt x="30" y="162"/>
                  </a:lnTo>
                  <a:lnTo>
                    <a:pt x="24" y="168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54" y="204"/>
                  </a:lnTo>
                  <a:lnTo>
                    <a:pt x="72" y="204"/>
                  </a:lnTo>
                  <a:lnTo>
                    <a:pt x="72" y="228"/>
                  </a:lnTo>
                  <a:lnTo>
                    <a:pt x="84" y="228"/>
                  </a:lnTo>
                  <a:lnTo>
                    <a:pt x="90" y="222"/>
                  </a:lnTo>
                  <a:lnTo>
                    <a:pt x="90" y="234"/>
                  </a:lnTo>
                  <a:lnTo>
                    <a:pt x="96" y="246"/>
                  </a:lnTo>
                  <a:lnTo>
                    <a:pt x="96" y="258"/>
                  </a:lnTo>
                  <a:lnTo>
                    <a:pt x="114" y="276"/>
                  </a:lnTo>
                  <a:lnTo>
                    <a:pt x="126" y="282"/>
                  </a:lnTo>
                  <a:lnTo>
                    <a:pt x="132" y="288"/>
                  </a:lnTo>
                  <a:lnTo>
                    <a:pt x="138" y="282"/>
                  </a:lnTo>
                  <a:lnTo>
                    <a:pt x="150" y="276"/>
                  </a:lnTo>
                  <a:lnTo>
                    <a:pt x="156" y="264"/>
                  </a:lnTo>
                  <a:lnTo>
                    <a:pt x="168" y="252"/>
                  </a:lnTo>
                  <a:lnTo>
                    <a:pt x="174" y="240"/>
                  </a:lnTo>
                  <a:lnTo>
                    <a:pt x="180" y="234"/>
                  </a:lnTo>
                  <a:lnTo>
                    <a:pt x="180" y="228"/>
                  </a:lnTo>
                  <a:lnTo>
                    <a:pt x="216" y="228"/>
                  </a:lnTo>
                  <a:lnTo>
                    <a:pt x="222" y="210"/>
                  </a:lnTo>
                  <a:lnTo>
                    <a:pt x="258" y="210"/>
                  </a:lnTo>
                  <a:lnTo>
                    <a:pt x="300" y="270"/>
                  </a:lnTo>
                  <a:lnTo>
                    <a:pt x="300" y="288"/>
                  </a:lnTo>
                  <a:lnTo>
                    <a:pt x="312" y="300"/>
                  </a:lnTo>
                  <a:lnTo>
                    <a:pt x="312" y="318"/>
                  </a:lnTo>
                  <a:lnTo>
                    <a:pt x="306" y="330"/>
                  </a:lnTo>
                  <a:lnTo>
                    <a:pt x="300" y="336"/>
                  </a:lnTo>
                  <a:lnTo>
                    <a:pt x="294" y="354"/>
                  </a:lnTo>
                  <a:lnTo>
                    <a:pt x="324" y="342"/>
                  </a:lnTo>
                  <a:lnTo>
                    <a:pt x="348" y="348"/>
                  </a:lnTo>
                  <a:lnTo>
                    <a:pt x="348" y="336"/>
                  </a:lnTo>
                  <a:lnTo>
                    <a:pt x="354" y="330"/>
                  </a:lnTo>
                  <a:lnTo>
                    <a:pt x="360" y="330"/>
                  </a:lnTo>
                  <a:lnTo>
                    <a:pt x="372" y="336"/>
                  </a:lnTo>
                  <a:lnTo>
                    <a:pt x="384" y="348"/>
                  </a:lnTo>
                  <a:lnTo>
                    <a:pt x="390" y="366"/>
                  </a:lnTo>
                  <a:lnTo>
                    <a:pt x="390" y="426"/>
                  </a:lnTo>
                  <a:lnTo>
                    <a:pt x="402" y="426"/>
                  </a:lnTo>
                  <a:lnTo>
                    <a:pt x="402" y="432"/>
                  </a:lnTo>
                  <a:lnTo>
                    <a:pt x="414" y="444"/>
                  </a:lnTo>
                  <a:lnTo>
                    <a:pt x="420" y="444"/>
                  </a:lnTo>
                  <a:lnTo>
                    <a:pt x="432" y="432"/>
                  </a:lnTo>
                  <a:lnTo>
                    <a:pt x="432" y="420"/>
                  </a:lnTo>
                  <a:lnTo>
                    <a:pt x="438" y="408"/>
                  </a:lnTo>
                  <a:lnTo>
                    <a:pt x="444" y="402"/>
                  </a:lnTo>
                  <a:lnTo>
                    <a:pt x="456" y="402"/>
                  </a:lnTo>
                  <a:lnTo>
                    <a:pt x="468" y="408"/>
                  </a:lnTo>
                  <a:lnTo>
                    <a:pt x="474" y="414"/>
                  </a:lnTo>
                  <a:lnTo>
                    <a:pt x="480" y="414"/>
                  </a:lnTo>
                  <a:lnTo>
                    <a:pt x="486" y="408"/>
                  </a:lnTo>
                  <a:lnTo>
                    <a:pt x="486" y="390"/>
                  </a:lnTo>
                  <a:lnTo>
                    <a:pt x="480" y="384"/>
                  </a:lnTo>
                  <a:lnTo>
                    <a:pt x="480" y="378"/>
                  </a:lnTo>
                  <a:lnTo>
                    <a:pt x="498" y="378"/>
                  </a:lnTo>
                  <a:lnTo>
                    <a:pt x="492" y="366"/>
                  </a:lnTo>
                  <a:lnTo>
                    <a:pt x="480" y="360"/>
                  </a:lnTo>
                  <a:lnTo>
                    <a:pt x="474" y="348"/>
                  </a:lnTo>
                  <a:lnTo>
                    <a:pt x="474" y="336"/>
                  </a:lnTo>
                  <a:lnTo>
                    <a:pt x="492" y="336"/>
                  </a:lnTo>
                  <a:lnTo>
                    <a:pt x="498" y="342"/>
                  </a:lnTo>
                  <a:lnTo>
                    <a:pt x="510" y="342"/>
                  </a:lnTo>
                  <a:lnTo>
                    <a:pt x="516" y="348"/>
                  </a:lnTo>
                  <a:lnTo>
                    <a:pt x="516" y="342"/>
                  </a:lnTo>
                  <a:lnTo>
                    <a:pt x="522" y="336"/>
                  </a:lnTo>
                  <a:lnTo>
                    <a:pt x="522" y="324"/>
                  </a:lnTo>
                  <a:lnTo>
                    <a:pt x="516" y="324"/>
                  </a:lnTo>
                  <a:lnTo>
                    <a:pt x="504" y="318"/>
                  </a:lnTo>
                  <a:lnTo>
                    <a:pt x="498" y="318"/>
                  </a:lnTo>
                  <a:lnTo>
                    <a:pt x="498" y="306"/>
                  </a:lnTo>
                  <a:lnTo>
                    <a:pt x="504" y="294"/>
                  </a:lnTo>
                  <a:lnTo>
                    <a:pt x="510" y="288"/>
                  </a:lnTo>
                  <a:lnTo>
                    <a:pt x="492" y="282"/>
                  </a:lnTo>
                  <a:lnTo>
                    <a:pt x="504" y="264"/>
                  </a:lnTo>
                  <a:lnTo>
                    <a:pt x="486" y="258"/>
                  </a:lnTo>
                  <a:lnTo>
                    <a:pt x="480" y="222"/>
                  </a:lnTo>
                  <a:lnTo>
                    <a:pt x="498" y="198"/>
                  </a:lnTo>
                  <a:lnTo>
                    <a:pt x="468" y="168"/>
                  </a:lnTo>
                  <a:lnTo>
                    <a:pt x="468" y="132"/>
                  </a:lnTo>
                  <a:lnTo>
                    <a:pt x="444" y="132"/>
                  </a:lnTo>
                  <a:lnTo>
                    <a:pt x="468" y="96"/>
                  </a:lnTo>
                  <a:lnTo>
                    <a:pt x="432" y="78"/>
                  </a:lnTo>
                  <a:lnTo>
                    <a:pt x="444" y="48"/>
                  </a:lnTo>
                  <a:lnTo>
                    <a:pt x="426" y="36"/>
                  </a:lnTo>
                  <a:lnTo>
                    <a:pt x="426" y="18"/>
                  </a:lnTo>
                  <a:lnTo>
                    <a:pt x="414" y="12"/>
                  </a:lnTo>
                  <a:lnTo>
                    <a:pt x="402" y="12"/>
                  </a:lnTo>
                  <a:lnTo>
                    <a:pt x="396" y="18"/>
                  </a:lnTo>
                  <a:lnTo>
                    <a:pt x="396" y="36"/>
                  </a:lnTo>
                  <a:lnTo>
                    <a:pt x="378" y="54"/>
                  </a:lnTo>
                  <a:lnTo>
                    <a:pt x="366" y="48"/>
                  </a:lnTo>
                  <a:lnTo>
                    <a:pt x="360" y="42"/>
                  </a:lnTo>
                  <a:lnTo>
                    <a:pt x="348" y="36"/>
                  </a:lnTo>
                  <a:lnTo>
                    <a:pt x="342" y="36"/>
                  </a:lnTo>
                  <a:lnTo>
                    <a:pt x="336" y="30"/>
                  </a:lnTo>
                  <a:lnTo>
                    <a:pt x="330" y="30"/>
                  </a:lnTo>
                  <a:lnTo>
                    <a:pt x="324" y="42"/>
                  </a:lnTo>
                  <a:lnTo>
                    <a:pt x="312" y="54"/>
                  </a:lnTo>
                  <a:lnTo>
                    <a:pt x="306" y="66"/>
                  </a:lnTo>
                  <a:lnTo>
                    <a:pt x="306" y="54"/>
                  </a:lnTo>
                  <a:lnTo>
                    <a:pt x="300" y="42"/>
                  </a:lnTo>
                  <a:lnTo>
                    <a:pt x="288" y="30"/>
                  </a:lnTo>
                  <a:lnTo>
                    <a:pt x="276" y="42"/>
                  </a:lnTo>
                  <a:lnTo>
                    <a:pt x="270" y="54"/>
                  </a:lnTo>
                  <a:lnTo>
                    <a:pt x="264" y="60"/>
                  </a:lnTo>
                  <a:lnTo>
                    <a:pt x="258" y="54"/>
                  </a:lnTo>
                  <a:lnTo>
                    <a:pt x="258" y="48"/>
                  </a:lnTo>
                  <a:lnTo>
                    <a:pt x="252" y="36"/>
                  </a:lnTo>
                  <a:lnTo>
                    <a:pt x="252" y="24"/>
                  </a:lnTo>
                  <a:lnTo>
                    <a:pt x="210" y="24"/>
                  </a:lnTo>
                  <a:lnTo>
                    <a:pt x="204" y="30"/>
                  </a:lnTo>
                  <a:lnTo>
                    <a:pt x="192" y="36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18"/>
                  </a:lnTo>
                  <a:lnTo>
                    <a:pt x="162" y="12"/>
                  </a:lnTo>
                  <a:lnTo>
                    <a:pt x="156" y="18"/>
                  </a:lnTo>
                  <a:lnTo>
                    <a:pt x="138" y="18"/>
                  </a:lnTo>
                  <a:lnTo>
                    <a:pt x="132" y="6"/>
                  </a:lnTo>
                  <a:lnTo>
                    <a:pt x="132" y="0"/>
                  </a:lnTo>
                  <a:lnTo>
                    <a:pt x="96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83" name="Greenland" descr="© INSCALE GmbH, 05.05.2010&#10;http://www.presentationload.com/">
              <a:extLst>
                <a:ext uri="{FF2B5EF4-FFF2-40B4-BE49-F238E27FC236}">
                  <a16:creationId xmlns:a16="http://schemas.microsoft.com/office/drawing/2014/main" id="{FCC5A0DB-68CD-4D82-B007-11AC49EB1641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722609" y="936615"/>
              <a:ext cx="926663" cy="500925"/>
            </a:xfrm>
            <a:custGeom>
              <a:avLst/>
              <a:gdLst>
                <a:gd name="T0" fmla="*/ 2147483647 w 732"/>
                <a:gd name="T1" fmla="*/ 2147483647 h 398"/>
                <a:gd name="T2" fmla="*/ 2147483647 w 732"/>
                <a:gd name="T3" fmla="*/ 2147483647 h 398"/>
                <a:gd name="T4" fmla="*/ 2147483647 w 732"/>
                <a:gd name="T5" fmla="*/ 2147483647 h 398"/>
                <a:gd name="T6" fmla="*/ 2147483647 w 732"/>
                <a:gd name="T7" fmla="*/ 2147483647 h 398"/>
                <a:gd name="T8" fmla="*/ 2147483647 w 732"/>
                <a:gd name="T9" fmla="*/ 2147483647 h 398"/>
                <a:gd name="T10" fmla="*/ 2147483647 w 732"/>
                <a:gd name="T11" fmla="*/ 2147483647 h 398"/>
                <a:gd name="T12" fmla="*/ 2147483647 w 732"/>
                <a:gd name="T13" fmla="*/ 2147483647 h 398"/>
                <a:gd name="T14" fmla="*/ 2147483647 w 732"/>
                <a:gd name="T15" fmla="*/ 2147483647 h 398"/>
                <a:gd name="T16" fmla="*/ 2147483647 w 732"/>
                <a:gd name="T17" fmla="*/ 2147483647 h 398"/>
                <a:gd name="T18" fmla="*/ 2147483647 w 732"/>
                <a:gd name="T19" fmla="*/ 2147483647 h 398"/>
                <a:gd name="T20" fmla="*/ 2147483647 w 732"/>
                <a:gd name="T21" fmla="*/ 2147483647 h 398"/>
                <a:gd name="T22" fmla="*/ 2147483647 w 732"/>
                <a:gd name="T23" fmla="*/ 2147483647 h 398"/>
                <a:gd name="T24" fmla="*/ 2147483647 w 732"/>
                <a:gd name="T25" fmla="*/ 2147483647 h 398"/>
                <a:gd name="T26" fmla="*/ 2147483647 w 732"/>
                <a:gd name="T27" fmla="*/ 2147483647 h 398"/>
                <a:gd name="T28" fmla="*/ 2147483647 w 732"/>
                <a:gd name="T29" fmla="*/ 2147483647 h 398"/>
                <a:gd name="T30" fmla="*/ 2147483647 w 732"/>
                <a:gd name="T31" fmla="*/ 2147483647 h 398"/>
                <a:gd name="T32" fmla="*/ 2147483647 w 732"/>
                <a:gd name="T33" fmla="*/ 2147483647 h 398"/>
                <a:gd name="T34" fmla="*/ 2147483647 w 732"/>
                <a:gd name="T35" fmla="*/ 2147483647 h 398"/>
                <a:gd name="T36" fmla="*/ 2147483647 w 732"/>
                <a:gd name="T37" fmla="*/ 2147483647 h 398"/>
                <a:gd name="T38" fmla="*/ 2147483647 w 732"/>
                <a:gd name="T39" fmla="*/ 2147483647 h 398"/>
                <a:gd name="T40" fmla="*/ 2147483647 w 732"/>
                <a:gd name="T41" fmla="*/ 2147483647 h 398"/>
                <a:gd name="T42" fmla="*/ 2147483647 w 732"/>
                <a:gd name="T43" fmla="*/ 2147483647 h 398"/>
                <a:gd name="T44" fmla="*/ 2147483647 w 732"/>
                <a:gd name="T45" fmla="*/ 2147483647 h 398"/>
                <a:gd name="T46" fmla="*/ 2147483647 w 732"/>
                <a:gd name="T47" fmla="*/ 2147483647 h 398"/>
                <a:gd name="T48" fmla="*/ 2147483647 w 732"/>
                <a:gd name="T49" fmla="*/ 2147483647 h 398"/>
                <a:gd name="T50" fmla="*/ 2147483647 w 732"/>
                <a:gd name="T51" fmla="*/ 2147483647 h 398"/>
                <a:gd name="T52" fmla="*/ 2147483647 w 732"/>
                <a:gd name="T53" fmla="*/ 2147483647 h 398"/>
                <a:gd name="T54" fmla="*/ 2147483647 w 732"/>
                <a:gd name="T55" fmla="*/ 2147483647 h 398"/>
                <a:gd name="T56" fmla="*/ 2147483647 w 732"/>
                <a:gd name="T57" fmla="*/ 2147483647 h 398"/>
                <a:gd name="T58" fmla="*/ 2147483647 w 732"/>
                <a:gd name="T59" fmla="*/ 2147483647 h 398"/>
                <a:gd name="T60" fmla="*/ 2147483647 w 732"/>
                <a:gd name="T61" fmla="*/ 2147483647 h 398"/>
                <a:gd name="T62" fmla="*/ 2147483647 w 732"/>
                <a:gd name="T63" fmla="*/ 2147483647 h 398"/>
                <a:gd name="T64" fmla="*/ 2147483647 w 732"/>
                <a:gd name="T65" fmla="*/ 2147483647 h 398"/>
                <a:gd name="T66" fmla="*/ 2147483647 w 732"/>
                <a:gd name="T67" fmla="*/ 2147483647 h 398"/>
                <a:gd name="T68" fmla="*/ 2147483647 w 732"/>
                <a:gd name="T69" fmla="*/ 2147483647 h 398"/>
                <a:gd name="T70" fmla="*/ 2147483647 w 732"/>
                <a:gd name="T71" fmla="*/ 2147483647 h 398"/>
                <a:gd name="T72" fmla="*/ 2147483647 w 732"/>
                <a:gd name="T73" fmla="*/ 2147483647 h 398"/>
                <a:gd name="T74" fmla="*/ 2147483647 w 732"/>
                <a:gd name="T75" fmla="*/ 2147483647 h 398"/>
                <a:gd name="T76" fmla="*/ 2147483647 w 732"/>
                <a:gd name="T77" fmla="*/ 2147483647 h 398"/>
                <a:gd name="T78" fmla="*/ 2147483647 w 732"/>
                <a:gd name="T79" fmla="*/ 2147483647 h 398"/>
                <a:gd name="T80" fmla="*/ 2147483647 w 732"/>
                <a:gd name="T81" fmla="*/ 2147483647 h 398"/>
                <a:gd name="T82" fmla="*/ 2147483647 w 732"/>
                <a:gd name="T83" fmla="*/ 2147483647 h 398"/>
                <a:gd name="T84" fmla="*/ 2147483647 w 732"/>
                <a:gd name="T85" fmla="*/ 2147483647 h 398"/>
                <a:gd name="T86" fmla="*/ 2147483647 w 732"/>
                <a:gd name="T87" fmla="*/ 2147483647 h 398"/>
                <a:gd name="T88" fmla="*/ 2147483647 w 732"/>
                <a:gd name="T89" fmla="*/ 2147483647 h 398"/>
                <a:gd name="T90" fmla="*/ 2147483647 w 732"/>
                <a:gd name="T91" fmla="*/ 2147483647 h 398"/>
                <a:gd name="T92" fmla="*/ 2147483647 w 732"/>
                <a:gd name="T93" fmla="*/ 2147483647 h 398"/>
                <a:gd name="T94" fmla="*/ 2147483647 w 732"/>
                <a:gd name="T95" fmla="*/ 2147483647 h 398"/>
                <a:gd name="T96" fmla="*/ 2147483647 w 732"/>
                <a:gd name="T97" fmla="*/ 2147483647 h 398"/>
                <a:gd name="T98" fmla="*/ 2147483647 w 732"/>
                <a:gd name="T99" fmla="*/ 2147483647 h 398"/>
                <a:gd name="T100" fmla="*/ 2147483647 w 732"/>
                <a:gd name="T101" fmla="*/ 2147483647 h 398"/>
                <a:gd name="T102" fmla="*/ 2147483647 w 732"/>
                <a:gd name="T103" fmla="*/ 2147483647 h 398"/>
                <a:gd name="T104" fmla="*/ 2147483647 w 732"/>
                <a:gd name="T105" fmla="*/ 2147483647 h 398"/>
                <a:gd name="T106" fmla="*/ 2147483647 w 732"/>
                <a:gd name="T107" fmla="*/ 2147483647 h 398"/>
                <a:gd name="T108" fmla="*/ 2147483647 w 732"/>
                <a:gd name="T109" fmla="*/ 2147483647 h 398"/>
                <a:gd name="T110" fmla="*/ 2147483647 w 732"/>
                <a:gd name="T111" fmla="*/ 2147483647 h 398"/>
                <a:gd name="T112" fmla="*/ 2147483647 w 732"/>
                <a:gd name="T113" fmla="*/ 2147483647 h 398"/>
                <a:gd name="T114" fmla="*/ 2147483647 w 732"/>
                <a:gd name="T115" fmla="*/ 2147483647 h 398"/>
                <a:gd name="T116" fmla="*/ 2147483647 w 732"/>
                <a:gd name="T117" fmla="*/ 2147483647 h 398"/>
                <a:gd name="T118" fmla="*/ 2147483647 w 732"/>
                <a:gd name="T119" fmla="*/ 2147483647 h 398"/>
                <a:gd name="T120" fmla="*/ 2147483647 w 732"/>
                <a:gd name="T121" fmla="*/ 2147483647 h 398"/>
                <a:gd name="T122" fmla="*/ 2147483647 w 732"/>
                <a:gd name="T123" fmla="*/ 2147483647 h 3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32"/>
                <a:gd name="T187" fmla="*/ 0 h 398"/>
                <a:gd name="T188" fmla="*/ 732 w 732"/>
                <a:gd name="T189" fmla="*/ 398 h 3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32" h="398">
                  <a:moveTo>
                    <a:pt x="730" y="24"/>
                  </a:moveTo>
                  <a:lnTo>
                    <a:pt x="728" y="24"/>
                  </a:lnTo>
                  <a:lnTo>
                    <a:pt x="723" y="24"/>
                  </a:lnTo>
                  <a:lnTo>
                    <a:pt x="718" y="22"/>
                  </a:lnTo>
                  <a:lnTo>
                    <a:pt x="678" y="22"/>
                  </a:lnTo>
                  <a:lnTo>
                    <a:pt x="678" y="24"/>
                  </a:lnTo>
                  <a:lnTo>
                    <a:pt x="670" y="26"/>
                  </a:lnTo>
                  <a:lnTo>
                    <a:pt x="659" y="26"/>
                  </a:lnTo>
                  <a:lnTo>
                    <a:pt x="651" y="24"/>
                  </a:lnTo>
                  <a:lnTo>
                    <a:pt x="637" y="24"/>
                  </a:lnTo>
                  <a:lnTo>
                    <a:pt x="623" y="29"/>
                  </a:lnTo>
                  <a:lnTo>
                    <a:pt x="616" y="34"/>
                  </a:lnTo>
                  <a:lnTo>
                    <a:pt x="611" y="34"/>
                  </a:lnTo>
                  <a:lnTo>
                    <a:pt x="606" y="34"/>
                  </a:lnTo>
                  <a:lnTo>
                    <a:pt x="604" y="36"/>
                  </a:lnTo>
                  <a:lnTo>
                    <a:pt x="602" y="36"/>
                  </a:lnTo>
                  <a:lnTo>
                    <a:pt x="597" y="38"/>
                  </a:lnTo>
                  <a:lnTo>
                    <a:pt x="592" y="38"/>
                  </a:lnTo>
                  <a:lnTo>
                    <a:pt x="599" y="34"/>
                  </a:lnTo>
                  <a:lnTo>
                    <a:pt x="609" y="31"/>
                  </a:lnTo>
                  <a:lnTo>
                    <a:pt x="621" y="26"/>
                  </a:lnTo>
                  <a:lnTo>
                    <a:pt x="623" y="24"/>
                  </a:lnTo>
                  <a:lnTo>
                    <a:pt x="618" y="19"/>
                  </a:lnTo>
                  <a:lnTo>
                    <a:pt x="606" y="19"/>
                  </a:lnTo>
                  <a:lnTo>
                    <a:pt x="604" y="22"/>
                  </a:lnTo>
                  <a:lnTo>
                    <a:pt x="602" y="22"/>
                  </a:lnTo>
                  <a:lnTo>
                    <a:pt x="597" y="24"/>
                  </a:lnTo>
                  <a:lnTo>
                    <a:pt x="594" y="24"/>
                  </a:lnTo>
                  <a:lnTo>
                    <a:pt x="566" y="26"/>
                  </a:lnTo>
                  <a:lnTo>
                    <a:pt x="566" y="29"/>
                  </a:lnTo>
                  <a:lnTo>
                    <a:pt x="563" y="29"/>
                  </a:lnTo>
                  <a:lnTo>
                    <a:pt x="566" y="26"/>
                  </a:lnTo>
                  <a:lnTo>
                    <a:pt x="568" y="26"/>
                  </a:lnTo>
                  <a:lnTo>
                    <a:pt x="573" y="26"/>
                  </a:lnTo>
                  <a:lnTo>
                    <a:pt x="578" y="24"/>
                  </a:lnTo>
                  <a:lnTo>
                    <a:pt x="580" y="24"/>
                  </a:lnTo>
                  <a:lnTo>
                    <a:pt x="582" y="24"/>
                  </a:lnTo>
                  <a:lnTo>
                    <a:pt x="585" y="22"/>
                  </a:lnTo>
                  <a:lnTo>
                    <a:pt x="578" y="19"/>
                  </a:lnTo>
                  <a:lnTo>
                    <a:pt x="552" y="19"/>
                  </a:lnTo>
                  <a:lnTo>
                    <a:pt x="542" y="22"/>
                  </a:lnTo>
                  <a:lnTo>
                    <a:pt x="525" y="19"/>
                  </a:lnTo>
                  <a:lnTo>
                    <a:pt x="523" y="19"/>
                  </a:lnTo>
                  <a:lnTo>
                    <a:pt x="523" y="22"/>
                  </a:lnTo>
                  <a:lnTo>
                    <a:pt x="518" y="22"/>
                  </a:lnTo>
                  <a:lnTo>
                    <a:pt x="514" y="24"/>
                  </a:lnTo>
                  <a:lnTo>
                    <a:pt x="511" y="24"/>
                  </a:lnTo>
                  <a:lnTo>
                    <a:pt x="509" y="24"/>
                  </a:lnTo>
                  <a:lnTo>
                    <a:pt x="506" y="24"/>
                  </a:lnTo>
                  <a:lnTo>
                    <a:pt x="509" y="22"/>
                  </a:lnTo>
                  <a:lnTo>
                    <a:pt x="518" y="19"/>
                  </a:lnTo>
                  <a:lnTo>
                    <a:pt x="530" y="19"/>
                  </a:lnTo>
                  <a:lnTo>
                    <a:pt x="563" y="19"/>
                  </a:lnTo>
                  <a:lnTo>
                    <a:pt x="580" y="17"/>
                  </a:lnTo>
                  <a:lnTo>
                    <a:pt x="625" y="17"/>
                  </a:lnTo>
                  <a:lnTo>
                    <a:pt x="632" y="14"/>
                  </a:lnTo>
                  <a:lnTo>
                    <a:pt x="628" y="12"/>
                  </a:lnTo>
                  <a:lnTo>
                    <a:pt x="618" y="10"/>
                  </a:lnTo>
                  <a:lnTo>
                    <a:pt x="592" y="10"/>
                  </a:lnTo>
                  <a:lnTo>
                    <a:pt x="594" y="10"/>
                  </a:lnTo>
                  <a:lnTo>
                    <a:pt x="597" y="7"/>
                  </a:lnTo>
                  <a:lnTo>
                    <a:pt x="594" y="5"/>
                  </a:lnTo>
                  <a:lnTo>
                    <a:pt x="585" y="5"/>
                  </a:lnTo>
                  <a:lnTo>
                    <a:pt x="582" y="7"/>
                  </a:lnTo>
                  <a:lnTo>
                    <a:pt x="568" y="7"/>
                  </a:lnTo>
                  <a:lnTo>
                    <a:pt x="566" y="5"/>
                  </a:lnTo>
                  <a:lnTo>
                    <a:pt x="571" y="5"/>
                  </a:lnTo>
                  <a:lnTo>
                    <a:pt x="573" y="5"/>
                  </a:lnTo>
                  <a:lnTo>
                    <a:pt x="578" y="5"/>
                  </a:lnTo>
                  <a:lnTo>
                    <a:pt x="578" y="2"/>
                  </a:lnTo>
                  <a:lnTo>
                    <a:pt x="575" y="2"/>
                  </a:lnTo>
                  <a:lnTo>
                    <a:pt x="571" y="0"/>
                  </a:lnTo>
                  <a:lnTo>
                    <a:pt x="537" y="0"/>
                  </a:lnTo>
                  <a:lnTo>
                    <a:pt x="528" y="2"/>
                  </a:lnTo>
                  <a:lnTo>
                    <a:pt x="518" y="2"/>
                  </a:lnTo>
                  <a:lnTo>
                    <a:pt x="509" y="0"/>
                  </a:lnTo>
                  <a:lnTo>
                    <a:pt x="483" y="0"/>
                  </a:lnTo>
                  <a:lnTo>
                    <a:pt x="478" y="2"/>
                  </a:lnTo>
                  <a:lnTo>
                    <a:pt x="454" y="2"/>
                  </a:lnTo>
                  <a:lnTo>
                    <a:pt x="452" y="0"/>
                  </a:lnTo>
                  <a:lnTo>
                    <a:pt x="447" y="0"/>
                  </a:lnTo>
                  <a:lnTo>
                    <a:pt x="445" y="2"/>
                  </a:lnTo>
                  <a:lnTo>
                    <a:pt x="442" y="2"/>
                  </a:lnTo>
                  <a:lnTo>
                    <a:pt x="442" y="5"/>
                  </a:lnTo>
                  <a:lnTo>
                    <a:pt x="445" y="5"/>
                  </a:lnTo>
                  <a:lnTo>
                    <a:pt x="447" y="5"/>
                  </a:lnTo>
                  <a:lnTo>
                    <a:pt x="442" y="7"/>
                  </a:lnTo>
                  <a:lnTo>
                    <a:pt x="428" y="7"/>
                  </a:lnTo>
                  <a:lnTo>
                    <a:pt x="409" y="5"/>
                  </a:lnTo>
                  <a:lnTo>
                    <a:pt x="378" y="5"/>
                  </a:lnTo>
                  <a:lnTo>
                    <a:pt x="373" y="5"/>
                  </a:lnTo>
                  <a:lnTo>
                    <a:pt x="371" y="5"/>
                  </a:lnTo>
                  <a:lnTo>
                    <a:pt x="368" y="7"/>
                  </a:lnTo>
                  <a:lnTo>
                    <a:pt x="366" y="7"/>
                  </a:lnTo>
                  <a:lnTo>
                    <a:pt x="366" y="10"/>
                  </a:lnTo>
                  <a:lnTo>
                    <a:pt x="368" y="10"/>
                  </a:lnTo>
                  <a:lnTo>
                    <a:pt x="378" y="10"/>
                  </a:lnTo>
                  <a:lnTo>
                    <a:pt x="387" y="10"/>
                  </a:lnTo>
                  <a:lnTo>
                    <a:pt x="399" y="12"/>
                  </a:lnTo>
                  <a:lnTo>
                    <a:pt x="404" y="12"/>
                  </a:lnTo>
                  <a:lnTo>
                    <a:pt x="426" y="14"/>
                  </a:lnTo>
                  <a:lnTo>
                    <a:pt x="399" y="14"/>
                  </a:lnTo>
                  <a:lnTo>
                    <a:pt x="395" y="14"/>
                  </a:lnTo>
                  <a:lnTo>
                    <a:pt x="392" y="14"/>
                  </a:lnTo>
                  <a:lnTo>
                    <a:pt x="387" y="12"/>
                  </a:lnTo>
                  <a:lnTo>
                    <a:pt x="378" y="12"/>
                  </a:lnTo>
                  <a:lnTo>
                    <a:pt x="380" y="14"/>
                  </a:lnTo>
                  <a:lnTo>
                    <a:pt x="383" y="14"/>
                  </a:lnTo>
                  <a:lnTo>
                    <a:pt x="385" y="14"/>
                  </a:lnTo>
                  <a:lnTo>
                    <a:pt x="376" y="14"/>
                  </a:lnTo>
                  <a:lnTo>
                    <a:pt x="373" y="17"/>
                  </a:lnTo>
                  <a:lnTo>
                    <a:pt x="373" y="19"/>
                  </a:lnTo>
                  <a:lnTo>
                    <a:pt x="371" y="22"/>
                  </a:lnTo>
                  <a:lnTo>
                    <a:pt x="371" y="24"/>
                  </a:lnTo>
                  <a:lnTo>
                    <a:pt x="368" y="24"/>
                  </a:lnTo>
                  <a:lnTo>
                    <a:pt x="366" y="24"/>
                  </a:lnTo>
                  <a:lnTo>
                    <a:pt x="364" y="24"/>
                  </a:lnTo>
                  <a:lnTo>
                    <a:pt x="359" y="24"/>
                  </a:lnTo>
                  <a:lnTo>
                    <a:pt x="357" y="22"/>
                  </a:lnTo>
                  <a:lnTo>
                    <a:pt x="345" y="19"/>
                  </a:lnTo>
                  <a:lnTo>
                    <a:pt x="330" y="14"/>
                  </a:lnTo>
                  <a:lnTo>
                    <a:pt x="309" y="14"/>
                  </a:lnTo>
                  <a:lnTo>
                    <a:pt x="309" y="24"/>
                  </a:lnTo>
                  <a:lnTo>
                    <a:pt x="297" y="24"/>
                  </a:lnTo>
                  <a:lnTo>
                    <a:pt x="292" y="22"/>
                  </a:lnTo>
                  <a:lnTo>
                    <a:pt x="288" y="22"/>
                  </a:lnTo>
                  <a:lnTo>
                    <a:pt x="285" y="19"/>
                  </a:lnTo>
                  <a:lnTo>
                    <a:pt x="278" y="19"/>
                  </a:lnTo>
                  <a:lnTo>
                    <a:pt x="273" y="22"/>
                  </a:lnTo>
                  <a:lnTo>
                    <a:pt x="273" y="24"/>
                  </a:lnTo>
                  <a:lnTo>
                    <a:pt x="269" y="24"/>
                  </a:lnTo>
                  <a:lnTo>
                    <a:pt x="271" y="19"/>
                  </a:lnTo>
                  <a:lnTo>
                    <a:pt x="269" y="17"/>
                  </a:lnTo>
                  <a:lnTo>
                    <a:pt x="238" y="17"/>
                  </a:lnTo>
                  <a:lnTo>
                    <a:pt x="228" y="19"/>
                  </a:lnTo>
                  <a:lnTo>
                    <a:pt x="209" y="19"/>
                  </a:lnTo>
                  <a:lnTo>
                    <a:pt x="214" y="22"/>
                  </a:lnTo>
                  <a:lnTo>
                    <a:pt x="223" y="26"/>
                  </a:lnTo>
                  <a:lnTo>
                    <a:pt x="226" y="29"/>
                  </a:lnTo>
                  <a:lnTo>
                    <a:pt x="223" y="29"/>
                  </a:lnTo>
                  <a:lnTo>
                    <a:pt x="223" y="26"/>
                  </a:lnTo>
                  <a:lnTo>
                    <a:pt x="214" y="24"/>
                  </a:lnTo>
                  <a:lnTo>
                    <a:pt x="207" y="24"/>
                  </a:lnTo>
                  <a:lnTo>
                    <a:pt x="202" y="22"/>
                  </a:lnTo>
                  <a:lnTo>
                    <a:pt x="197" y="22"/>
                  </a:lnTo>
                  <a:lnTo>
                    <a:pt x="192" y="19"/>
                  </a:lnTo>
                  <a:lnTo>
                    <a:pt x="190" y="19"/>
                  </a:lnTo>
                  <a:lnTo>
                    <a:pt x="188" y="22"/>
                  </a:lnTo>
                  <a:lnTo>
                    <a:pt x="185" y="24"/>
                  </a:lnTo>
                  <a:lnTo>
                    <a:pt x="183" y="26"/>
                  </a:lnTo>
                  <a:lnTo>
                    <a:pt x="178" y="29"/>
                  </a:lnTo>
                  <a:lnTo>
                    <a:pt x="176" y="29"/>
                  </a:lnTo>
                  <a:lnTo>
                    <a:pt x="171" y="31"/>
                  </a:lnTo>
                  <a:lnTo>
                    <a:pt x="150" y="31"/>
                  </a:lnTo>
                  <a:lnTo>
                    <a:pt x="143" y="34"/>
                  </a:lnTo>
                  <a:lnTo>
                    <a:pt x="133" y="36"/>
                  </a:lnTo>
                  <a:lnTo>
                    <a:pt x="124" y="38"/>
                  </a:lnTo>
                  <a:lnTo>
                    <a:pt x="119" y="38"/>
                  </a:lnTo>
                  <a:lnTo>
                    <a:pt x="102" y="41"/>
                  </a:lnTo>
                  <a:lnTo>
                    <a:pt x="97" y="43"/>
                  </a:lnTo>
                  <a:lnTo>
                    <a:pt x="100" y="46"/>
                  </a:lnTo>
                  <a:lnTo>
                    <a:pt x="105" y="48"/>
                  </a:lnTo>
                  <a:lnTo>
                    <a:pt x="126" y="48"/>
                  </a:lnTo>
                  <a:lnTo>
                    <a:pt x="116" y="50"/>
                  </a:lnTo>
                  <a:lnTo>
                    <a:pt x="112" y="55"/>
                  </a:lnTo>
                  <a:lnTo>
                    <a:pt x="109" y="55"/>
                  </a:lnTo>
                  <a:lnTo>
                    <a:pt x="93" y="60"/>
                  </a:lnTo>
                  <a:lnTo>
                    <a:pt x="88" y="60"/>
                  </a:lnTo>
                  <a:lnTo>
                    <a:pt x="66" y="60"/>
                  </a:lnTo>
                  <a:lnTo>
                    <a:pt x="57" y="62"/>
                  </a:lnTo>
                  <a:lnTo>
                    <a:pt x="47" y="65"/>
                  </a:lnTo>
                  <a:lnTo>
                    <a:pt x="45" y="67"/>
                  </a:lnTo>
                  <a:lnTo>
                    <a:pt x="40" y="67"/>
                  </a:lnTo>
                  <a:lnTo>
                    <a:pt x="38" y="65"/>
                  </a:lnTo>
                  <a:lnTo>
                    <a:pt x="31" y="70"/>
                  </a:lnTo>
                  <a:lnTo>
                    <a:pt x="9" y="70"/>
                  </a:lnTo>
                  <a:lnTo>
                    <a:pt x="7" y="70"/>
                  </a:lnTo>
                  <a:lnTo>
                    <a:pt x="2" y="70"/>
                  </a:lnTo>
                  <a:lnTo>
                    <a:pt x="0" y="74"/>
                  </a:lnTo>
                  <a:lnTo>
                    <a:pt x="2" y="74"/>
                  </a:lnTo>
                  <a:lnTo>
                    <a:pt x="9" y="79"/>
                  </a:lnTo>
                  <a:lnTo>
                    <a:pt x="12" y="82"/>
                  </a:lnTo>
                  <a:lnTo>
                    <a:pt x="14" y="84"/>
                  </a:lnTo>
                  <a:lnTo>
                    <a:pt x="24" y="79"/>
                  </a:lnTo>
                  <a:lnTo>
                    <a:pt x="24" y="84"/>
                  </a:lnTo>
                  <a:lnTo>
                    <a:pt x="28" y="86"/>
                  </a:lnTo>
                  <a:lnTo>
                    <a:pt x="33" y="86"/>
                  </a:lnTo>
                  <a:lnTo>
                    <a:pt x="36" y="84"/>
                  </a:lnTo>
                  <a:lnTo>
                    <a:pt x="38" y="84"/>
                  </a:lnTo>
                  <a:lnTo>
                    <a:pt x="40" y="82"/>
                  </a:lnTo>
                  <a:lnTo>
                    <a:pt x="40" y="84"/>
                  </a:lnTo>
                  <a:lnTo>
                    <a:pt x="43" y="86"/>
                  </a:lnTo>
                  <a:lnTo>
                    <a:pt x="45" y="86"/>
                  </a:lnTo>
                  <a:lnTo>
                    <a:pt x="47" y="84"/>
                  </a:lnTo>
                  <a:lnTo>
                    <a:pt x="52" y="84"/>
                  </a:lnTo>
                  <a:lnTo>
                    <a:pt x="57" y="84"/>
                  </a:lnTo>
                  <a:lnTo>
                    <a:pt x="59" y="82"/>
                  </a:lnTo>
                  <a:lnTo>
                    <a:pt x="64" y="82"/>
                  </a:lnTo>
                  <a:lnTo>
                    <a:pt x="64" y="84"/>
                  </a:lnTo>
                  <a:lnTo>
                    <a:pt x="64" y="86"/>
                  </a:lnTo>
                  <a:lnTo>
                    <a:pt x="62" y="86"/>
                  </a:lnTo>
                  <a:lnTo>
                    <a:pt x="57" y="91"/>
                  </a:lnTo>
                  <a:lnTo>
                    <a:pt x="55" y="91"/>
                  </a:lnTo>
                  <a:lnTo>
                    <a:pt x="52" y="89"/>
                  </a:lnTo>
                  <a:lnTo>
                    <a:pt x="40" y="89"/>
                  </a:lnTo>
                  <a:lnTo>
                    <a:pt x="36" y="91"/>
                  </a:lnTo>
                  <a:lnTo>
                    <a:pt x="33" y="91"/>
                  </a:lnTo>
                  <a:lnTo>
                    <a:pt x="21" y="89"/>
                  </a:lnTo>
                  <a:lnTo>
                    <a:pt x="19" y="89"/>
                  </a:lnTo>
                  <a:lnTo>
                    <a:pt x="14" y="86"/>
                  </a:lnTo>
                  <a:lnTo>
                    <a:pt x="7" y="86"/>
                  </a:lnTo>
                  <a:lnTo>
                    <a:pt x="2" y="89"/>
                  </a:lnTo>
                  <a:lnTo>
                    <a:pt x="2" y="93"/>
                  </a:lnTo>
                  <a:lnTo>
                    <a:pt x="2" y="96"/>
                  </a:lnTo>
                  <a:lnTo>
                    <a:pt x="7" y="98"/>
                  </a:lnTo>
                  <a:lnTo>
                    <a:pt x="19" y="98"/>
                  </a:lnTo>
                  <a:lnTo>
                    <a:pt x="17" y="101"/>
                  </a:lnTo>
                  <a:lnTo>
                    <a:pt x="14" y="101"/>
                  </a:lnTo>
                  <a:lnTo>
                    <a:pt x="9" y="101"/>
                  </a:lnTo>
                  <a:lnTo>
                    <a:pt x="12" y="103"/>
                  </a:lnTo>
                  <a:lnTo>
                    <a:pt x="19" y="105"/>
                  </a:lnTo>
                  <a:lnTo>
                    <a:pt x="21" y="105"/>
                  </a:lnTo>
                  <a:lnTo>
                    <a:pt x="24" y="108"/>
                  </a:lnTo>
                  <a:lnTo>
                    <a:pt x="33" y="108"/>
                  </a:lnTo>
                  <a:lnTo>
                    <a:pt x="33" y="105"/>
                  </a:lnTo>
                  <a:lnTo>
                    <a:pt x="36" y="105"/>
                  </a:lnTo>
                  <a:lnTo>
                    <a:pt x="38" y="105"/>
                  </a:lnTo>
                  <a:lnTo>
                    <a:pt x="43" y="108"/>
                  </a:lnTo>
                  <a:lnTo>
                    <a:pt x="52" y="105"/>
                  </a:lnTo>
                  <a:lnTo>
                    <a:pt x="52" y="108"/>
                  </a:lnTo>
                  <a:lnTo>
                    <a:pt x="57" y="108"/>
                  </a:lnTo>
                  <a:lnTo>
                    <a:pt x="62" y="105"/>
                  </a:lnTo>
                  <a:lnTo>
                    <a:pt x="64" y="105"/>
                  </a:lnTo>
                  <a:lnTo>
                    <a:pt x="69" y="103"/>
                  </a:lnTo>
                  <a:lnTo>
                    <a:pt x="76" y="105"/>
                  </a:lnTo>
                  <a:lnTo>
                    <a:pt x="81" y="105"/>
                  </a:lnTo>
                  <a:lnTo>
                    <a:pt x="83" y="105"/>
                  </a:lnTo>
                  <a:lnTo>
                    <a:pt x="85" y="103"/>
                  </a:lnTo>
                  <a:lnTo>
                    <a:pt x="88" y="103"/>
                  </a:lnTo>
                  <a:lnTo>
                    <a:pt x="93" y="105"/>
                  </a:lnTo>
                  <a:lnTo>
                    <a:pt x="97" y="105"/>
                  </a:lnTo>
                  <a:lnTo>
                    <a:pt x="112" y="105"/>
                  </a:lnTo>
                  <a:lnTo>
                    <a:pt x="121" y="110"/>
                  </a:lnTo>
                  <a:lnTo>
                    <a:pt x="124" y="110"/>
                  </a:lnTo>
                  <a:lnTo>
                    <a:pt x="128" y="115"/>
                  </a:lnTo>
                  <a:lnTo>
                    <a:pt x="135" y="115"/>
                  </a:lnTo>
                  <a:lnTo>
                    <a:pt x="133" y="117"/>
                  </a:lnTo>
                  <a:lnTo>
                    <a:pt x="133" y="120"/>
                  </a:lnTo>
                  <a:lnTo>
                    <a:pt x="133" y="125"/>
                  </a:lnTo>
                  <a:lnTo>
                    <a:pt x="138" y="125"/>
                  </a:lnTo>
                  <a:lnTo>
                    <a:pt x="140" y="125"/>
                  </a:lnTo>
                  <a:lnTo>
                    <a:pt x="145" y="127"/>
                  </a:lnTo>
                  <a:lnTo>
                    <a:pt x="147" y="129"/>
                  </a:lnTo>
                  <a:lnTo>
                    <a:pt x="143" y="134"/>
                  </a:lnTo>
                  <a:lnTo>
                    <a:pt x="145" y="141"/>
                  </a:lnTo>
                  <a:lnTo>
                    <a:pt x="152" y="144"/>
                  </a:lnTo>
                  <a:lnTo>
                    <a:pt x="145" y="149"/>
                  </a:lnTo>
                  <a:lnTo>
                    <a:pt x="150" y="151"/>
                  </a:lnTo>
                  <a:lnTo>
                    <a:pt x="147" y="151"/>
                  </a:lnTo>
                  <a:lnTo>
                    <a:pt x="145" y="153"/>
                  </a:lnTo>
                  <a:lnTo>
                    <a:pt x="145" y="156"/>
                  </a:lnTo>
                  <a:lnTo>
                    <a:pt x="150" y="161"/>
                  </a:lnTo>
                  <a:lnTo>
                    <a:pt x="152" y="161"/>
                  </a:lnTo>
                  <a:lnTo>
                    <a:pt x="152" y="163"/>
                  </a:lnTo>
                  <a:lnTo>
                    <a:pt x="147" y="165"/>
                  </a:lnTo>
                  <a:lnTo>
                    <a:pt x="145" y="168"/>
                  </a:lnTo>
                  <a:lnTo>
                    <a:pt x="143" y="168"/>
                  </a:lnTo>
                  <a:lnTo>
                    <a:pt x="147" y="170"/>
                  </a:lnTo>
                  <a:lnTo>
                    <a:pt x="143" y="170"/>
                  </a:lnTo>
                  <a:lnTo>
                    <a:pt x="140" y="170"/>
                  </a:lnTo>
                  <a:lnTo>
                    <a:pt x="138" y="170"/>
                  </a:lnTo>
                  <a:lnTo>
                    <a:pt x="133" y="173"/>
                  </a:lnTo>
                  <a:lnTo>
                    <a:pt x="131" y="173"/>
                  </a:lnTo>
                  <a:lnTo>
                    <a:pt x="131" y="175"/>
                  </a:lnTo>
                  <a:lnTo>
                    <a:pt x="143" y="175"/>
                  </a:lnTo>
                  <a:lnTo>
                    <a:pt x="138" y="180"/>
                  </a:lnTo>
                  <a:lnTo>
                    <a:pt x="126" y="180"/>
                  </a:lnTo>
                  <a:lnTo>
                    <a:pt x="124" y="180"/>
                  </a:lnTo>
                  <a:lnTo>
                    <a:pt x="124" y="182"/>
                  </a:lnTo>
                  <a:lnTo>
                    <a:pt x="133" y="189"/>
                  </a:lnTo>
                  <a:lnTo>
                    <a:pt x="138" y="189"/>
                  </a:lnTo>
                  <a:lnTo>
                    <a:pt x="145" y="184"/>
                  </a:lnTo>
                  <a:lnTo>
                    <a:pt x="147" y="184"/>
                  </a:lnTo>
                  <a:lnTo>
                    <a:pt x="152" y="184"/>
                  </a:lnTo>
                  <a:lnTo>
                    <a:pt x="154" y="182"/>
                  </a:lnTo>
                  <a:lnTo>
                    <a:pt x="157" y="182"/>
                  </a:lnTo>
                  <a:lnTo>
                    <a:pt x="157" y="180"/>
                  </a:lnTo>
                  <a:lnTo>
                    <a:pt x="157" y="175"/>
                  </a:lnTo>
                  <a:lnTo>
                    <a:pt x="159" y="173"/>
                  </a:lnTo>
                  <a:lnTo>
                    <a:pt x="159" y="180"/>
                  </a:lnTo>
                  <a:lnTo>
                    <a:pt x="166" y="175"/>
                  </a:lnTo>
                  <a:lnTo>
                    <a:pt x="164" y="177"/>
                  </a:lnTo>
                  <a:lnTo>
                    <a:pt x="164" y="180"/>
                  </a:lnTo>
                  <a:lnTo>
                    <a:pt x="166" y="180"/>
                  </a:lnTo>
                  <a:lnTo>
                    <a:pt x="169" y="182"/>
                  </a:lnTo>
                  <a:lnTo>
                    <a:pt x="176" y="182"/>
                  </a:lnTo>
                  <a:lnTo>
                    <a:pt x="171" y="187"/>
                  </a:lnTo>
                  <a:lnTo>
                    <a:pt x="171" y="189"/>
                  </a:lnTo>
                  <a:lnTo>
                    <a:pt x="173" y="192"/>
                  </a:lnTo>
                  <a:lnTo>
                    <a:pt x="176" y="194"/>
                  </a:lnTo>
                  <a:lnTo>
                    <a:pt x="178" y="196"/>
                  </a:lnTo>
                  <a:lnTo>
                    <a:pt x="181" y="199"/>
                  </a:lnTo>
                  <a:lnTo>
                    <a:pt x="178" y="201"/>
                  </a:lnTo>
                  <a:lnTo>
                    <a:pt x="173" y="201"/>
                  </a:lnTo>
                  <a:lnTo>
                    <a:pt x="173" y="204"/>
                  </a:lnTo>
                  <a:lnTo>
                    <a:pt x="166" y="204"/>
                  </a:lnTo>
                  <a:lnTo>
                    <a:pt x="164" y="201"/>
                  </a:lnTo>
                  <a:lnTo>
                    <a:pt x="162" y="201"/>
                  </a:lnTo>
                  <a:lnTo>
                    <a:pt x="159" y="201"/>
                  </a:lnTo>
                  <a:lnTo>
                    <a:pt x="157" y="199"/>
                  </a:lnTo>
                  <a:lnTo>
                    <a:pt x="143" y="199"/>
                  </a:lnTo>
                  <a:lnTo>
                    <a:pt x="140" y="196"/>
                  </a:lnTo>
                  <a:lnTo>
                    <a:pt x="138" y="194"/>
                  </a:lnTo>
                  <a:lnTo>
                    <a:pt x="131" y="194"/>
                  </a:lnTo>
                  <a:lnTo>
                    <a:pt x="128" y="199"/>
                  </a:lnTo>
                  <a:lnTo>
                    <a:pt x="128" y="201"/>
                  </a:lnTo>
                  <a:lnTo>
                    <a:pt x="133" y="201"/>
                  </a:lnTo>
                  <a:lnTo>
                    <a:pt x="133" y="204"/>
                  </a:lnTo>
                  <a:lnTo>
                    <a:pt x="140" y="204"/>
                  </a:lnTo>
                  <a:lnTo>
                    <a:pt x="143" y="206"/>
                  </a:lnTo>
                  <a:lnTo>
                    <a:pt x="145" y="206"/>
                  </a:lnTo>
                  <a:lnTo>
                    <a:pt x="147" y="206"/>
                  </a:lnTo>
                  <a:lnTo>
                    <a:pt x="152" y="211"/>
                  </a:lnTo>
                  <a:lnTo>
                    <a:pt x="162" y="211"/>
                  </a:lnTo>
                  <a:lnTo>
                    <a:pt x="164" y="211"/>
                  </a:lnTo>
                  <a:lnTo>
                    <a:pt x="166" y="211"/>
                  </a:lnTo>
                  <a:lnTo>
                    <a:pt x="173" y="213"/>
                  </a:lnTo>
                  <a:lnTo>
                    <a:pt x="178" y="208"/>
                  </a:lnTo>
                  <a:lnTo>
                    <a:pt x="178" y="216"/>
                  </a:lnTo>
                  <a:lnTo>
                    <a:pt x="176" y="213"/>
                  </a:lnTo>
                  <a:lnTo>
                    <a:pt x="173" y="213"/>
                  </a:lnTo>
                  <a:lnTo>
                    <a:pt x="171" y="213"/>
                  </a:lnTo>
                  <a:lnTo>
                    <a:pt x="171" y="216"/>
                  </a:lnTo>
                  <a:lnTo>
                    <a:pt x="173" y="220"/>
                  </a:lnTo>
                  <a:lnTo>
                    <a:pt x="169" y="220"/>
                  </a:lnTo>
                  <a:lnTo>
                    <a:pt x="166" y="220"/>
                  </a:lnTo>
                  <a:lnTo>
                    <a:pt x="164" y="220"/>
                  </a:lnTo>
                  <a:lnTo>
                    <a:pt x="164" y="223"/>
                  </a:lnTo>
                  <a:lnTo>
                    <a:pt x="164" y="225"/>
                  </a:lnTo>
                  <a:lnTo>
                    <a:pt x="173" y="225"/>
                  </a:lnTo>
                  <a:lnTo>
                    <a:pt x="171" y="225"/>
                  </a:lnTo>
                  <a:lnTo>
                    <a:pt x="171" y="228"/>
                  </a:lnTo>
                  <a:lnTo>
                    <a:pt x="169" y="230"/>
                  </a:lnTo>
                  <a:lnTo>
                    <a:pt x="162" y="225"/>
                  </a:lnTo>
                  <a:lnTo>
                    <a:pt x="159" y="225"/>
                  </a:lnTo>
                  <a:lnTo>
                    <a:pt x="159" y="228"/>
                  </a:lnTo>
                  <a:lnTo>
                    <a:pt x="159" y="230"/>
                  </a:lnTo>
                  <a:lnTo>
                    <a:pt x="162" y="232"/>
                  </a:lnTo>
                  <a:lnTo>
                    <a:pt x="157" y="232"/>
                  </a:lnTo>
                  <a:lnTo>
                    <a:pt x="157" y="237"/>
                  </a:lnTo>
                  <a:lnTo>
                    <a:pt x="154" y="237"/>
                  </a:lnTo>
                  <a:lnTo>
                    <a:pt x="152" y="240"/>
                  </a:lnTo>
                  <a:lnTo>
                    <a:pt x="152" y="242"/>
                  </a:lnTo>
                  <a:lnTo>
                    <a:pt x="157" y="247"/>
                  </a:lnTo>
                  <a:lnTo>
                    <a:pt x="159" y="247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2" y="249"/>
                  </a:lnTo>
                  <a:lnTo>
                    <a:pt x="150" y="244"/>
                  </a:lnTo>
                  <a:lnTo>
                    <a:pt x="147" y="242"/>
                  </a:lnTo>
                  <a:lnTo>
                    <a:pt x="147" y="240"/>
                  </a:lnTo>
                  <a:lnTo>
                    <a:pt x="145" y="237"/>
                  </a:lnTo>
                  <a:lnTo>
                    <a:pt x="143" y="235"/>
                  </a:lnTo>
                  <a:lnTo>
                    <a:pt x="140" y="235"/>
                  </a:lnTo>
                  <a:lnTo>
                    <a:pt x="135" y="235"/>
                  </a:lnTo>
                  <a:lnTo>
                    <a:pt x="133" y="235"/>
                  </a:lnTo>
                  <a:lnTo>
                    <a:pt x="128" y="240"/>
                  </a:lnTo>
                  <a:lnTo>
                    <a:pt x="128" y="242"/>
                  </a:lnTo>
                  <a:lnTo>
                    <a:pt x="133" y="244"/>
                  </a:lnTo>
                  <a:lnTo>
                    <a:pt x="138" y="244"/>
                  </a:lnTo>
                  <a:lnTo>
                    <a:pt x="140" y="247"/>
                  </a:lnTo>
                  <a:lnTo>
                    <a:pt x="135" y="249"/>
                  </a:lnTo>
                  <a:lnTo>
                    <a:pt x="131" y="249"/>
                  </a:lnTo>
                  <a:lnTo>
                    <a:pt x="128" y="247"/>
                  </a:lnTo>
                  <a:lnTo>
                    <a:pt x="121" y="247"/>
                  </a:lnTo>
                  <a:lnTo>
                    <a:pt x="119" y="249"/>
                  </a:lnTo>
                  <a:lnTo>
                    <a:pt x="116" y="249"/>
                  </a:lnTo>
                  <a:lnTo>
                    <a:pt x="114" y="249"/>
                  </a:lnTo>
                  <a:lnTo>
                    <a:pt x="112" y="252"/>
                  </a:lnTo>
                  <a:lnTo>
                    <a:pt x="109" y="252"/>
                  </a:lnTo>
                  <a:lnTo>
                    <a:pt x="121" y="252"/>
                  </a:lnTo>
                  <a:lnTo>
                    <a:pt x="126" y="252"/>
                  </a:lnTo>
                  <a:lnTo>
                    <a:pt x="140" y="252"/>
                  </a:lnTo>
                  <a:lnTo>
                    <a:pt x="143" y="252"/>
                  </a:lnTo>
                  <a:lnTo>
                    <a:pt x="131" y="252"/>
                  </a:lnTo>
                  <a:lnTo>
                    <a:pt x="112" y="256"/>
                  </a:lnTo>
                  <a:lnTo>
                    <a:pt x="107" y="256"/>
                  </a:lnTo>
                  <a:lnTo>
                    <a:pt x="105" y="259"/>
                  </a:lnTo>
                  <a:lnTo>
                    <a:pt x="107" y="259"/>
                  </a:lnTo>
                  <a:lnTo>
                    <a:pt x="107" y="261"/>
                  </a:lnTo>
                  <a:lnTo>
                    <a:pt x="114" y="261"/>
                  </a:lnTo>
                  <a:lnTo>
                    <a:pt x="119" y="259"/>
                  </a:lnTo>
                  <a:lnTo>
                    <a:pt x="124" y="259"/>
                  </a:lnTo>
                  <a:lnTo>
                    <a:pt x="128" y="256"/>
                  </a:lnTo>
                  <a:lnTo>
                    <a:pt x="138" y="256"/>
                  </a:lnTo>
                  <a:lnTo>
                    <a:pt x="140" y="259"/>
                  </a:lnTo>
                  <a:lnTo>
                    <a:pt x="138" y="261"/>
                  </a:lnTo>
                  <a:lnTo>
                    <a:pt x="114" y="261"/>
                  </a:lnTo>
                  <a:lnTo>
                    <a:pt x="112" y="261"/>
                  </a:lnTo>
                  <a:lnTo>
                    <a:pt x="102" y="261"/>
                  </a:lnTo>
                  <a:lnTo>
                    <a:pt x="102" y="264"/>
                  </a:lnTo>
                  <a:lnTo>
                    <a:pt x="107" y="264"/>
                  </a:lnTo>
                  <a:lnTo>
                    <a:pt x="107" y="266"/>
                  </a:lnTo>
                  <a:lnTo>
                    <a:pt x="112" y="266"/>
                  </a:lnTo>
                  <a:lnTo>
                    <a:pt x="114" y="266"/>
                  </a:lnTo>
                  <a:lnTo>
                    <a:pt x="109" y="266"/>
                  </a:lnTo>
                  <a:lnTo>
                    <a:pt x="107" y="268"/>
                  </a:lnTo>
                  <a:lnTo>
                    <a:pt x="107" y="271"/>
                  </a:lnTo>
                  <a:lnTo>
                    <a:pt x="105" y="273"/>
                  </a:lnTo>
                  <a:lnTo>
                    <a:pt x="102" y="273"/>
                  </a:lnTo>
                  <a:lnTo>
                    <a:pt x="100" y="275"/>
                  </a:lnTo>
                  <a:lnTo>
                    <a:pt x="97" y="275"/>
                  </a:lnTo>
                  <a:lnTo>
                    <a:pt x="107" y="278"/>
                  </a:lnTo>
                  <a:lnTo>
                    <a:pt x="97" y="280"/>
                  </a:lnTo>
                  <a:lnTo>
                    <a:pt x="97" y="283"/>
                  </a:lnTo>
                  <a:lnTo>
                    <a:pt x="100" y="285"/>
                  </a:lnTo>
                  <a:lnTo>
                    <a:pt x="105" y="285"/>
                  </a:lnTo>
                  <a:lnTo>
                    <a:pt x="107" y="285"/>
                  </a:lnTo>
                  <a:lnTo>
                    <a:pt x="114" y="285"/>
                  </a:lnTo>
                  <a:lnTo>
                    <a:pt x="112" y="285"/>
                  </a:lnTo>
                  <a:lnTo>
                    <a:pt x="109" y="285"/>
                  </a:lnTo>
                  <a:lnTo>
                    <a:pt x="107" y="287"/>
                  </a:lnTo>
                  <a:lnTo>
                    <a:pt x="102" y="290"/>
                  </a:lnTo>
                  <a:lnTo>
                    <a:pt x="102" y="292"/>
                  </a:lnTo>
                  <a:lnTo>
                    <a:pt x="105" y="295"/>
                  </a:lnTo>
                  <a:lnTo>
                    <a:pt x="107" y="295"/>
                  </a:lnTo>
                  <a:lnTo>
                    <a:pt x="109" y="292"/>
                  </a:lnTo>
                  <a:lnTo>
                    <a:pt x="114" y="290"/>
                  </a:lnTo>
                  <a:lnTo>
                    <a:pt x="112" y="295"/>
                  </a:lnTo>
                  <a:lnTo>
                    <a:pt x="109" y="295"/>
                  </a:lnTo>
                  <a:lnTo>
                    <a:pt x="107" y="299"/>
                  </a:lnTo>
                  <a:lnTo>
                    <a:pt x="107" y="304"/>
                  </a:lnTo>
                  <a:lnTo>
                    <a:pt x="109" y="304"/>
                  </a:lnTo>
                  <a:lnTo>
                    <a:pt x="109" y="302"/>
                  </a:lnTo>
                  <a:lnTo>
                    <a:pt x="114" y="302"/>
                  </a:lnTo>
                  <a:lnTo>
                    <a:pt x="109" y="307"/>
                  </a:lnTo>
                  <a:lnTo>
                    <a:pt x="107" y="307"/>
                  </a:lnTo>
                  <a:lnTo>
                    <a:pt x="105" y="309"/>
                  </a:lnTo>
                  <a:lnTo>
                    <a:pt x="102" y="311"/>
                  </a:lnTo>
                  <a:lnTo>
                    <a:pt x="102" y="316"/>
                  </a:lnTo>
                  <a:lnTo>
                    <a:pt x="105" y="316"/>
                  </a:lnTo>
                  <a:lnTo>
                    <a:pt x="107" y="314"/>
                  </a:lnTo>
                  <a:lnTo>
                    <a:pt x="114" y="307"/>
                  </a:lnTo>
                  <a:lnTo>
                    <a:pt x="124" y="307"/>
                  </a:lnTo>
                  <a:lnTo>
                    <a:pt x="126" y="304"/>
                  </a:lnTo>
                  <a:lnTo>
                    <a:pt x="128" y="304"/>
                  </a:lnTo>
                  <a:lnTo>
                    <a:pt x="128" y="307"/>
                  </a:lnTo>
                  <a:lnTo>
                    <a:pt x="133" y="304"/>
                  </a:lnTo>
                  <a:lnTo>
                    <a:pt x="128" y="311"/>
                  </a:lnTo>
                  <a:lnTo>
                    <a:pt x="135" y="311"/>
                  </a:lnTo>
                  <a:lnTo>
                    <a:pt x="128" y="311"/>
                  </a:lnTo>
                  <a:lnTo>
                    <a:pt x="124" y="314"/>
                  </a:lnTo>
                  <a:lnTo>
                    <a:pt x="124" y="316"/>
                  </a:lnTo>
                  <a:lnTo>
                    <a:pt x="119" y="316"/>
                  </a:lnTo>
                  <a:lnTo>
                    <a:pt x="116" y="316"/>
                  </a:lnTo>
                  <a:lnTo>
                    <a:pt x="114" y="319"/>
                  </a:lnTo>
                  <a:lnTo>
                    <a:pt x="114" y="321"/>
                  </a:lnTo>
                  <a:lnTo>
                    <a:pt x="112" y="321"/>
                  </a:lnTo>
                  <a:lnTo>
                    <a:pt x="107" y="323"/>
                  </a:lnTo>
                  <a:lnTo>
                    <a:pt x="105" y="326"/>
                  </a:lnTo>
                  <a:lnTo>
                    <a:pt x="109" y="326"/>
                  </a:lnTo>
                  <a:lnTo>
                    <a:pt x="107" y="326"/>
                  </a:lnTo>
                  <a:lnTo>
                    <a:pt x="107" y="328"/>
                  </a:lnTo>
                  <a:lnTo>
                    <a:pt x="107" y="331"/>
                  </a:lnTo>
                  <a:lnTo>
                    <a:pt x="109" y="331"/>
                  </a:lnTo>
                  <a:lnTo>
                    <a:pt x="107" y="333"/>
                  </a:lnTo>
                  <a:lnTo>
                    <a:pt x="107" y="335"/>
                  </a:lnTo>
                  <a:lnTo>
                    <a:pt x="116" y="335"/>
                  </a:lnTo>
                  <a:lnTo>
                    <a:pt x="112" y="343"/>
                  </a:lnTo>
                  <a:lnTo>
                    <a:pt x="116" y="340"/>
                  </a:lnTo>
                  <a:lnTo>
                    <a:pt x="119" y="340"/>
                  </a:lnTo>
                  <a:lnTo>
                    <a:pt x="116" y="340"/>
                  </a:lnTo>
                  <a:lnTo>
                    <a:pt x="114" y="343"/>
                  </a:lnTo>
                  <a:lnTo>
                    <a:pt x="114" y="345"/>
                  </a:lnTo>
                  <a:lnTo>
                    <a:pt x="112" y="347"/>
                  </a:lnTo>
                  <a:lnTo>
                    <a:pt x="112" y="352"/>
                  </a:lnTo>
                  <a:lnTo>
                    <a:pt x="114" y="352"/>
                  </a:lnTo>
                  <a:lnTo>
                    <a:pt x="121" y="352"/>
                  </a:lnTo>
                  <a:lnTo>
                    <a:pt x="116" y="359"/>
                  </a:lnTo>
                  <a:lnTo>
                    <a:pt x="126" y="357"/>
                  </a:lnTo>
                  <a:lnTo>
                    <a:pt x="121" y="362"/>
                  </a:lnTo>
                  <a:lnTo>
                    <a:pt x="124" y="366"/>
                  </a:lnTo>
                  <a:lnTo>
                    <a:pt x="128" y="366"/>
                  </a:lnTo>
                  <a:lnTo>
                    <a:pt x="126" y="366"/>
                  </a:lnTo>
                  <a:lnTo>
                    <a:pt x="126" y="369"/>
                  </a:lnTo>
                  <a:lnTo>
                    <a:pt x="128" y="371"/>
                  </a:lnTo>
                  <a:lnTo>
                    <a:pt x="133" y="371"/>
                  </a:lnTo>
                  <a:lnTo>
                    <a:pt x="128" y="376"/>
                  </a:lnTo>
                  <a:lnTo>
                    <a:pt x="135" y="376"/>
                  </a:lnTo>
                  <a:lnTo>
                    <a:pt x="133" y="381"/>
                  </a:lnTo>
                  <a:lnTo>
                    <a:pt x="145" y="378"/>
                  </a:lnTo>
                  <a:lnTo>
                    <a:pt x="147" y="381"/>
                  </a:lnTo>
                  <a:lnTo>
                    <a:pt x="150" y="381"/>
                  </a:lnTo>
                  <a:lnTo>
                    <a:pt x="152" y="378"/>
                  </a:lnTo>
                  <a:lnTo>
                    <a:pt x="162" y="374"/>
                  </a:lnTo>
                  <a:lnTo>
                    <a:pt x="164" y="371"/>
                  </a:lnTo>
                  <a:lnTo>
                    <a:pt x="164" y="374"/>
                  </a:lnTo>
                  <a:lnTo>
                    <a:pt x="162" y="376"/>
                  </a:lnTo>
                  <a:lnTo>
                    <a:pt x="169" y="378"/>
                  </a:lnTo>
                  <a:lnTo>
                    <a:pt x="171" y="376"/>
                  </a:lnTo>
                  <a:lnTo>
                    <a:pt x="173" y="376"/>
                  </a:lnTo>
                  <a:lnTo>
                    <a:pt x="169" y="378"/>
                  </a:lnTo>
                  <a:lnTo>
                    <a:pt x="164" y="381"/>
                  </a:lnTo>
                  <a:lnTo>
                    <a:pt x="162" y="383"/>
                  </a:lnTo>
                  <a:lnTo>
                    <a:pt x="162" y="386"/>
                  </a:lnTo>
                  <a:lnTo>
                    <a:pt x="169" y="386"/>
                  </a:lnTo>
                  <a:lnTo>
                    <a:pt x="173" y="386"/>
                  </a:lnTo>
                  <a:lnTo>
                    <a:pt x="176" y="386"/>
                  </a:lnTo>
                  <a:lnTo>
                    <a:pt x="173" y="386"/>
                  </a:lnTo>
                  <a:lnTo>
                    <a:pt x="171" y="388"/>
                  </a:lnTo>
                  <a:lnTo>
                    <a:pt x="169" y="390"/>
                  </a:lnTo>
                  <a:lnTo>
                    <a:pt x="169" y="393"/>
                  </a:lnTo>
                  <a:lnTo>
                    <a:pt x="169" y="395"/>
                  </a:lnTo>
                  <a:lnTo>
                    <a:pt x="176" y="395"/>
                  </a:lnTo>
                  <a:lnTo>
                    <a:pt x="178" y="393"/>
                  </a:lnTo>
                  <a:lnTo>
                    <a:pt x="178" y="395"/>
                  </a:lnTo>
                  <a:lnTo>
                    <a:pt x="183" y="398"/>
                  </a:lnTo>
                  <a:lnTo>
                    <a:pt x="188" y="398"/>
                  </a:lnTo>
                  <a:lnTo>
                    <a:pt x="192" y="395"/>
                  </a:lnTo>
                  <a:lnTo>
                    <a:pt x="195" y="393"/>
                  </a:lnTo>
                  <a:lnTo>
                    <a:pt x="192" y="390"/>
                  </a:lnTo>
                  <a:lnTo>
                    <a:pt x="192" y="388"/>
                  </a:lnTo>
                  <a:lnTo>
                    <a:pt x="197" y="388"/>
                  </a:lnTo>
                  <a:lnTo>
                    <a:pt x="200" y="386"/>
                  </a:lnTo>
                  <a:lnTo>
                    <a:pt x="200" y="378"/>
                  </a:lnTo>
                  <a:lnTo>
                    <a:pt x="202" y="381"/>
                  </a:lnTo>
                  <a:lnTo>
                    <a:pt x="207" y="381"/>
                  </a:lnTo>
                  <a:lnTo>
                    <a:pt x="207" y="376"/>
                  </a:lnTo>
                  <a:lnTo>
                    <a:pt x="207" y="374"/>
                  </a:lnTo>
                  <a:lnTo>
                    <a:pt x="207" y="371"/>
                  </a:lnTo>
                  <a:lnTo>
                    <a:pt x="207" y="374"/>
                  </a:lnTo>
                  <a:lnTo>
                    <a:pt x="209" y="376"/>
                  </a:lnTo>
                  <a:lnTo>
                    <a:pt x="212" y="376"/>
                  </a:lnTo>
                  <a:lnTo>
                    <a:pt x="214" y="374"/>
                  </a:lnTo>
                  <a:lnTo>
                    <a:pt x="214" y="371"/>
                  </a:lnTo>
                  <a:lnTo>
                    <a:pt x="209" y="366"/>
                  </a:lnTo>
                  <a:lnTo>
                    <a:pt x="216" y="366"/>
                  </a:lnTo>
                  <a:lnTo>
                    <a:pt x="216" y="364"/>
                  </a:lnTo>
                  <a:lnTo>
                    <a:pt x="214" y="362"/>
                  </a:lnTo>
                  <a:lnTo>
                    <a:pt x="223" y="362"/>
                  </a:lnTo>
                  <a:lnTo>
                    <a:pt x="219" y="357"/>
                  </a:lnTo>
                  <a:lnTo>
                    <a:pt x="223" y="355"/>
                  </a:lnTo>
                  <a:lnTo>
                    <a:pt x="219" y="352"/>
                  </a:lnTo>
                  <a:lnTo>
                    <a:pt x="216" y="350"/>
                  </a:lnTo>
                  <a:lnTo>
                    <a:pt x="219" y="350"/>
                  </a:lnTo>
                  <a:lnTo>
                    <a:pt x="221" y="350"/>
                  </a:lnTo>
                  <a:lnTo>
                    <a:pt x="216" y="343"/>
                  </a:lnTo>
                  <a:lnTo>
                    <a:pt x="221" y="347"/>
                  </a:lnTo>
                  <a:lnTo>
                    <a:pt x="223" y="347"/>
                  </a:lnTo>
                  <a:lnTo>
                    <a:pt x="228" y="343"/>
                  </a:lnTo>
                  <a:lnTo>
                    <a:pt x="235" y="343"/>
                  </a:lnTo>
                  <a:lnTo>
                    <a:pt x="235" y="340"/>
                  </a:lnTo>
                  <a:lnTo>
                    <a:pt x="233" y="338"/>
                  </a:lnTo>
                  <a:lnTo>
                    <a:pt x="238" y="338"/>
                  </a:lnTo>
                  <a:lnTo>
                    <a:pt x="242" y="331"/>
                  </a:lnTo>
                  <a:lnTo>
                    <a:pt x="245" y="331"/>
                  </a:lnTo>
                  <a:lnTo>
                    <a:pt x="252" y="331"/>
                  </a:lnTo>
                  <a:lnTo>
                    <a:pt x="252" y="326"/>
                  </a:lnTo>
                  <a:lnTo>
                    <a:pt x="257" y="331"/>
                  </a:lnTo>
                  <a:lnTo>
                    <a:pt x="259" y="326"/>
                  </a:lnTo>
                  <a:lnTo>
                    <a:pt x="259" y="319"/>
                  </a:lnTo>
                  <a:lnTo>
                    <a:pt x="252" y="316"/>
                  </a:lnTo>
                  <a:lnTo>
                    <a:pt x="257" y="316"/>
                  </a:lnTo>
                  <a:lnTo>
                    <a:pt x="264" y="311"/>
                  </a:lnTo>
                  <a:lnTo>
                    <a:pt x="266" y="307"/>
                  </a:lnTo>
                  <a:lnTo>
                    <a:pt x="259" y="304"/>
                  </a:lnTo>
                  <a:lnTo>
                    <a:pt x="264" y="299"/>
                  </a:lnTo>
                  <a:lnTo>
                    <a:pt x="278" y="299"/>
                  </a:lnTo>
                  <a:lnTo>
                    <a:pt x="280" y="297"/>
                  </a:lnTo>
                  <a:lnTo>
                    <a:pt x="280" y="292"/>
                  </a:lnTo>
                  <a:lnTo>
                    <a:pt x="288" y="290"/>
                  </a:lnTo>
                  <a:lnTo>
                    <a:pt x="292" y="290"/>
                  </a:lnTo>
                  <a:lnTo>
                    <a:pt x="295" y="292"/>
                  </a:lnTo>
                  <a:lnTo>
                    <a:pt x="302" y="292"/>
                  </a:lnTo>
                  <a:lnTo>
                    <a:pt x="311" y="283"/>
                  </a:lnTo>
                  <a:lnTo>
                    <a:pt x="311" y="280"/>
                  </a:lnTo>
                  <a:lnTo>
                    <a:pt x="314" y="280"/>
                  </a:lnTo>
                  <a:lnTo>
                    <a:pt x="316" y="278"/>
                  </a:lnTo>
                  <a:lnTo>
                    <a:pt x="319" y="278"/>
                  </a:lnTo>
                  <a:lnTo>
                    <a:pt x="319" y="280"/>
                  </a:lnTo>
                  <a:lnTo>
                    <a:pt x="316" y="283"/>
                  </a:lnTo>
                  <a:lnTo>
                    <a:pt x="314" y="285"/>
                  </a:lnTo>
                  <a:lnTo>
                    <a:pt x="311" y="290"/>
                  </a:lnTo>
                  <a:lnTo>
                    <a:pt x="319" y="290"/>
                  </a:lnTo>
                  <a:lnTo>
                    <a:pt x="319" y="285"/>
                  </a:lnTo>
                  <a:lnTo>
                    <a:pt x="323" y="285"/>
                  </a:lnTo>
                  <a:lnTo>
                    <a:pt x="326" y="283"/>
                  </a:lnTo>
                  <a:lnTo>
                    <a:pt x="328" y="283"/>
                  </a:lnTo>
                  <a:lnTo>
                    <a:pt x="328" y="285"/>
                  </a:lnTo>
                  <a:lnTo>
                    <a:pt x="333" y="285"/>
                  </a:lnTo>
                  <a:lnTo>
                    <a:pt x="335" y="285"/>
                  </a:lnTo>
                  <a:lnTo>
                    <a:pt x="342" y="283"/>
                  </a:lnTo>
                  <a:lnTo>
                    <a:pt x="347" y="278"/>
                  </a:lnTo>
                  <a:lnTo>
                    <a:pt x="349" y="275"/>
                  </a:lnTo>
                  <a:lnTo>
                    <a:pt x="359" y="275"/>
                  </a:lnTo>
                  <a:lnTo>
                    <a:pt x="366" y="275"/>
                  </a:lnTo>
                  <a:lnTo>
                    <a:pt x="371" y="271"/>
                  </a:lnTo>
                  <a:lnTo>
                    <a:pt x="373" y="268"/>
                  </a:lnTo>
                  <a:lnTo>
                    <a:pt x="376" y="266"/>
                  </a:lnTo>
                  <a:lnTo>
                    <a:pt x="383" y="259"/>
                  </a:lnTo>
                  <a:lnTo>
                    <a:pt x="385" y="256"/>
                  </a:lnTo>
                  <a:lnTo>
                    <a:pt x="390" y="254"/>
                  </a:lnTo>
                  <a:lnTo>
                    <a:pt x="399" y="252"/>
                  </a:lnTo>
                  <a:lnTo>
                    <a:pt x="402" y="252"/>
                  </a:lnTo>
                  <a:lnTo>
                    <a:pt x="404" y="249"/>
                  </a:lnTo>
                  <a:lnTo>
                    <a:pt x="407" y="249"/>
                  </a:lnTo>
                  <a:lnTo>
                    <a:pt x="407" y="247"/>
                  </a:lnTo>
                  <a:lnTo>
                    <a:pt x="407" y="244"/>
                  </a:lnTo>
                  <a:lnTo>
                    <a:pt x="407" y="240"/>
                  </a:lnTo>
                  <a:lnTo>
                    <a:pt x="407" y="235"/>
                  </a:lnTo>
                  <a:lnTo>
                    <a:pt x="414" y="242"/>
                  </a:lnTo>
                  <a:lnTo>
                    <a:pt x="416" y="244"/>
                  </a:lnTo>
                  <a:lnTo>
                    <a:pt x="418" y="244"/>
                  </a:lnTo>
                  <a:lnTo>
                    <a:pt x="437" y="244"/>
                  </a:lnTo>
                  <a:lnTo>
                    <a:pt x="447" y="242"/>
                  </a:lnTo>
                  <a:lnTo>
                    <a:pt x="454" y="240"/>
                  </a:lnTo>
                  <a:lnTo>
                    <a:pt x="459" y="240"/>
                  </a:lnTo>
                  <a:lnTo>
                    <a:pt x="468" y="237"/>
                  </a:lnTo>
                  <a:lnTo>
                    <a:pt x="480" y="235"/>
                  </a:lnTo>
                  <a:lnTo>
                    <a:pt x="487" y="235"/>
                  </a:lnTo>
                  <a:lnTo>
                    <a:pt x="492" y="230"/>
                  </a:lnTo>
                  <a:lnTo>
                    <a:pt x="499" y="230"/>
                  </a:lnTo>
                  <a:lnTo>
                    <a:pt x="502" y="228"/>
                  </a:lnTo>
                  <a:lnTo>
                    <a:pt x="509" y="228"/>
                  </a:lnTo>
                  <a:lnTo>
                    <a:pt x="516" y="220"/>
                  </a:lnTo>
                  <a:lnTo>
                    <a:pt x="518" y="220"/>
                  </a:lnTo>
                  <a:lnTo>
                    <a:pt x="518" y="218"/>
                  </a:lnTo>
                  <a:lnTo>
                    <a:pt x="523" y="218"/>
                  </a:lnTo>
                  <a:lnTo>
                    <a:pt x="525" y="216"/>
                  </a:lnTo>
                  <a:lnTo>
                    <a:pt x="528" y="216"/>
                  </a:lnTo>
                  <a:lnTo>
                    <a:pt x="542" y="213"/>
                  </a:lnTo>
                  <a:lnTo>
                    <a:pt x="552" y="211"/>
                  </a:lnTo>
                  <a:lnTo>
                    <a:pt x="552" y="206"/>
                  </a:lnTo>
                  <a:lnTo>
                    <a:pt x="549" y="206"/>
                  </a:lnTo>
                  <a:lnTo>
                    <a:pt x="547" y="208"/>
                  </a:lnTo>
                  <a:lnTo>
                    <a:pt x="537" y="208"/>
                  </a:lnTo>
                  <a:lnTo>
                    <a:pt x="530" y="206"/>
                  </a:lnTo>
                  <a:lnTo>
                    <a:pt x="525" y="206"/>
                  </a:lnTo>
                  <a:lnTo>
                    <a:pt x="521" y="204"/>
                  </a:lnTo>
                  <a:lnTo>
                    <a:pt x="509" y="204"/>
                  </a:lnTo>
                  <a:lnTo>
                    <a:pt x="499" y="206"/>
                  </a:lnTo>
                  <a:lnTo>
                    <a:pt x="490" y="206"/>
                  </a:lnTo>
                  <a:lnTo>
                    <a:pt x="487" y="211"/>
                  </a:lnTo>
                  <a:lnTo>
                    <a:pt x="471" y="211"/>
                  </a:lnTo>
                  <a:lnTo>
                    <a:pt x="485" y="206"/>
                  </a:lnTo>
                  <a:lnTo>
                    <a:pt x="494" y="204"/>
                  </a:lnTo>
                  <a:lnTo>
                    <a:pt x="499" y="204"/>
                  </a:lnTo>
                  <a:lnTo>
                    <a:pt x="502" y="201"/>
                  </a:lnTo>
                  <a:lnTo>
                    <a:pt x="506" y="201"/>
                  </a:lnTo>
                  <a:lnTo>
                    <a:pt x="511" y="199"/>
                  </a:lnTo>
                  <a:lnTo>
                    <a:pt x="514" y="199"/>
                  </a:lnTo>
                  <a:lnTo>
                    <a:pt x="516" y="199"/>
                  </a:lnTo>
                  <a:lnTo>
                    <a:pt x="514" y="196"/>
                  </a:lnTo>
                  <a:lnTo>
                    <a:pt x="509" y="194"/>
                  </a:lnTo>
                  <a:lnTo>
                    <a:pt x="506" y="194"/>
                  </a:lnTo>
                  <a:lnTo>
                    <a:pt x="504" y="194"/>
                  </a:lnTo>
                  <a:lnTo>
                    <a:pt x="497" y="196"/>
                  </a:lnTo>
                  <a:lnTo>
                    <a:pt x="483" y="201"/>
                  </a:lnTo>
                  <a:lnTo>
                    <a:pt x="468" y="201"/>
                  </a:lnTo>
                  <a:lnTo>
                    <a:pt x="478" y="196"/>
                  </a:lnTo>
                  <a:lnTo>
                    <a:pt x="485" y="192"/>
                  </a:lnTo>
                  <a:lnTo>
                    <a:pt x="487" y="192"/>
                  </a:lnTo>
                  <a:lnTo>
                    <a:pt x="492" y="194"/>
                  </a:lnTo>
                  <a:lnTo>
                    <a:pt x="497" y="194"/>
                  </a:lnTo>
                  <a:lnTo>
                    <a:pt x="499" y="192"/>
                  </a:lnTo>
                  <a:lnTo>
                    <a:pt x="504" y="192"/>
                  </a:lnTo>
                  <a:lnTo>
                    <a:pt x="506" y="189"/>
                  </a:lnTo>
                  <a:lnTo>
                    <a:pt x="516" y="189"/>
                  </a:lnTo>
                  <a:lnTo>
                    <a:pt x="518" y="189"/>
                  </a:lnTo>
                  <a:lnTo>
                    <a:pt x="516" y="187"/>
                  </a:lnTo>
                  <a:lnTo>
                    <a:pt x="514" y="187"/>
                  </a:lnTo>
                  <a:lnTo>
                    <a:pt x="509" y="184"/>
                  </a:lnTo>
                  <a:lnTo>
                    <a:pt x="485" y="184"/>
                  </a:lnTo>
                  <a:lnTo>
                    <a:pt x="492" y="182"/>
                  </a:lnTo>
                  <a:lnTo>
                    <a:pt x="485" y="180"/>
                  </a:lnTo>
                  <a:lnTo>
                    <a:pt x="485" y="175"/>
                  </a:lnTo>
                  <a:lnTo>
                    <a:pt x="487" y="175"/>
                  </a:lnTo>
                  <a:lnTo>
                    <a:pt x="490" y="177"/>
                  </a:lnTo>
                  <a:lnTo>
                    <a:pt x="492" y="180"/>
                  </a:lnTo>
                  <a:lnTo>
                    <a:pt x="497" y="182"/>
                  </a:lnTo>
                  <a:lnTo>
                    <a:pt x="504" y="182"/>
                  </a:lnTo>
                  <a:lnTo>
                    <a:pt x="506" y="184"/>
                  </a:lnTo>
                  <a:lnTo>
                    <a:pt x="509" y="184"/>
                  </a:lnTo>
                  <a:lnTo>
                    <a:pt x="514" y="184"/>
                  </a:lnTo>
                  <a:lnTo>
                    <a:pt x="518" y="184"/>
                  </a:lnTo>
                  <a:lnTo>
                    <a:pt x="518" y="187"/>
                  </a:lnTo>
                  <a:lnTo>
                    <a:pt x="523" y="187"/>
                  </a:lnTo>
                  <a:lnTo>
                    <a:pt x="523" y="184"/>
                  </a:lnTo>
                  <a:lnTo>
                    <a:pt x="528" y="184"/>
                  </a:lnTo>
                  <a:lnTo>
                    <a:pt x="528" y="187"/>
                  </a:lnTo>
                  <a:lnTo>
                    <a:pt x="528" y="189"/>
                  </a:lnTo>
                  <a:lnTo>
                    <a:pt x="528" y="192"/>
                  </a:lnTo>
                  <a:lnTo>
                    <a:pt x="528" y="196"/>
                  </a:lnTo>
                  <a:lnTo>
                    <a:pt x="528" y="199"/>
                  </a:lnTo>
                  <a:lnTo>
                    <a:pt x="533" y="199"/>
                  </a:lnTo>
                  <a:lnTo>
                    <a:pt x="537" y="201"/>
                  </a:lnTo>
                  <a:lnTo>
                    <a:pt x="542" y="201"/>
                  </a:lnTo>
                  <a:lnTo>
                    <a:pt x="547" y="201"/>
                  </a:lnTo>
                  <a:lnTo>
                    <a:pt x="549" y="201"/>
                  </a:lnTo>
                  <a:lnTo>
                    <a:pt x="552" y="199"/>
                  </a:lnTo>
                  <a:lnTo>
                    <a:pt x="554" y="199"/>
                  </a:lnTo>
                  <a:lnTo>
                    <a:pt x="554" y="204"/>
                  </a:lnTo>
                  <a:lnTo>
                    <a:pt x="559" y="204"/>
                  </a:lnTo>
                  <a:lnTo>
                    <a:pt x="561" y="201"/>
                  </a:lnTo>
                  <a:lnTo>
                    <a:pt x="563" y="201"/>
                  </a:lnTo>
                  <a:lnTo>
                    <a:pt x="563" y="194"/>
                  </a:lnTo>
                  <a:lnTo>
                    <a:pt x="561" y="194"/>
                  </a:lnTo>
                  <a:lnTo>
                    <a:pt x="563" y="189"/>
                  </a:lnTo>
                  <a:lnTo>
                    <a:pt x="563" y="187"/>
                  </a:lnTo>
                  <a:lnTo>
                    <a:pt x="559" y="187"/>
                  </a:lnTo>
                  <a:lnTo>
                    <a:pt x="556" y="182"/>
                  </a:lnTo>
                  <a:lnTo>
                    <a:pt x="552" y="180"/>
                  </a:lnTo>
                  <a:lnTo>
                    <a:pt x="552" y="175"/>
                  </a:lnTo>
                  <a:lnTo>
                    <a:pt x="533" y="170"/>
                  </a:lnTo>
                  <a:lnTo>
                    <a:pt x="523" y="170"/>
                  </a:lnTo>
                  <a:lnTo>
                    <a:pt x="521" y="170"/>
                  </a:lnTo>
                  <a:lnTo>
                    <a:pt x="528" y="168"/>
                  </a:lnTo>
                  <a:lnTo>
                    <a:pt x="530" y="165"/>
                  </a:lnTo>
                  <a:lnTo>
                    <a:pt x="528" y="165"/>
                  </a:lnTo>
                  <a:lnTo>
                    <a:pt x="525" y="163"/>
                  </a:lnTo>
                  <a:lnTo>
                    <a:pt x="514" y="163"/>
                  </a:lnTo>
                  <a:lnTo>
                    <a:pt x="509" y="161"/>
                  </a:lnTo>
                  <a:lnTo>
                    <a:pt x="504" y="161"/>
                  </a:lnTo>
                  <a:lnTo>
                    <a:pt x="509" y="156"/>
                  </a:lnTo>
                  <a:lnTo>
                    <a:pt x="523" y="156"/>
                  </a:lnTo>
                  <a:lnTo>
                    <a:pt x="528" y="153"/>
                  </a:lnTo>
                  <a:lnTo>
                    <a:pt x="533" y="153"/>
                  </a:lnTo>
                  <a:lnTo>
                    <a:pt x="547" y="156"/>
                  </a:lnTo>
                  <a:lnTo>
                    <a:pt x="552" y="156"/>
                  </a:lnTo>
                  <a:lnTo>
                    <a:pt x="554" y="156"/>
                  </a:lnTo>
                  <a:lnTo>
                    <a:pt x="556" y="158"/>
                  </a:lnTo>
                  <a:lnTo>
                    <a:pt x="559" y="161"/>
                  </a:lnTo>
                  <a:lnTo>
                    <a:pt x="563" y="165"/>
                  </a:lnTo>
                  <a:lnTo>
                    <a:pt x="568" y="165"/>
                  </a:lnTo>
                  <a:lnTo>
                    <a:pt x="568" y="163"/>
                  </a:lnTo>
                  <a:lnTo>
                    <a:pt x="568" y="158"/>
                  </a:lnTo>
                  <a:lnTo>
                    <a:pt x="559" y="156"/>
                  </a:lnTo>
                  <a:lnTo>
                    <a:pt x="552" y="153"/>
                  </a:lnTo>
                  <a:lnTo>
                    <a:pt x="540" y="151"/>
                  </a:lnTo>
                  <a:lnTo>
                    <a:pt x="544" y="149"/>
                  </a:lnTo>
                  <a:lnTo>
                    <a:pt x="547" y="149"/>
                  </a:lnTo>
                  <a:lnTo>
                    <a:pt x="552" y="151"/>
                  </a:lnTo>
                  <a:lnTo>
                    <a:pt x="556" y="151"/>
                  </a:lnTo>
                  <a:lnTo>
                    <a:pt x="559" y="153"/>
                  </a:lnTo>
                  <a:lnTo>
                    <a:pt x="578" y="153"/>
                  </a:lnTo>
                  <a:lnTo>
                    <a:pt x="594" y="151"/>
                  </a:lnTo>
                  <a:lnTo>
                    <a:pt x="594" y="144"/>
                  </a:lnTo>
                  <a:lnTo>
                    <a:pt x="582" y="141"/>
                  </a:lnTo>
                  <a:lnTo>
                    <a:pt x="578" y="146"/>
                  </a:lnTo>
                  <a:lnTo>
                    <a:pt x="573" y="141"/>
                  </a:lnTo>
                  <a:lnTo>
                    <a:pt x="573" y="139"/>
                  </a:lnTo>
                  <a:lnTo>
                    <a:pt x="587" y="139"/>
                  </a:lnTo>
                  <a:lnTo>
                    <a:pt x="599" y="137"/>
                  </a:lnTo>
                  <a:lnTo>
                    <a:pt x="602" y="139"/>
                  </a:lnTo>
                  <a:lnTo>
                    <a:pt x="609" y="139"/>
                  </a:lnTo>
                  <a:lnTo>
                    <a:pt x="616" y="134"/>
                  </a:lnTo>
                  <a:lnTo>
                    <a:pt x="618" y="134"/>
                  </a:lnTo>
                  <a:lnTo>
                    <a:pt x="618" y="132"/>
                  </a:lnTo>
                  <a:lnTo>
                    <a:pt x="599" y="132"/>
                  </a:lnTo>
                  <a:lnTo>
                    <a:pt x="599" y="129"/>
                  </a:lnTo>
                  <a:lnTo>
                    <a:pt x="597" y="129"/>
                  </a:lnTo>
                  <a:lnTo>
                    <a:pt x="597" y="127"/>
                  </a:lnTo>
                  <a:lnTo>
                    <a:pt x="592" y="127"/>
                  </a:lnTo>
                  <a:lnTo>
                    <a:pt x="587" y="125"/>
                  </a:lnTo>
                  <a:lnTo>
                    <a:pt x="592" y="125"/>
                  </a:lnTo>
                  <a:lnTo>
                    <a:pt x="594" y="125"/>
                  </a:lnTo>
                  <a:lnTo>
                    <a:pt x="594" y="122"/>
                  </a:lnTo>
                  <a:lnTo>
                    <a:pt x="592" y="120"/>
                  </a:lnTo>
                  <a:lnTo>
                    <a:pt x="590" y="120"/>
                  </a:lnTo>
                  <a:lnTo>
                    <a:pt x="582" y="117"/>
                  </a:lnTo>
                  <a:lnTo>
                    <a:pt x="592" y="117"/>
                  </a:lnTo>
                  <a:lnTo>
                    <a:pt x="594" y="120"/>
                  </a:lnTo>
                  <a:lnTo>
                    <a:pt x="597" y="120"/>
                  </a:lnTo>
                  <a:lnTo>
                    <a:pt x="602" y="120"/>
                  </a:lnTo>
                  <a:lnTo>
                    <a:pt x="606" y="120"/>
                  </a:lnTo>
                  <a:lnTo>
                    <a:pt x="609" y="125"/>
                  </a:lnTo>
                  <a:lnTo>
                    <a:pt x="613" y="125"/>
                  </a:lnTo>
                  <a:lnTo>
                    <a:pt x="618" y="120"/>
                  </a:lnTo>
                  <a:lnTo>
                    <a:pt x="618" y="113"/>
                  </a:lnTo>
                  <a:lnTo>
                    <a:pt x="616" y="110"/>
                  </a:lnTo>
                  <a:lnTo>
                    <a:pt x="613" y="110"/>
                  </a:lnTo>
                  <a:lnTo>
                    <a:pt x="611" y="108"/>
                  </a:lnTo>
                  <a:lnTo>
                    <a:pt x="609" y="105"/>
                  </a:lnTo>
                  <a:lnTo>
                    <a:pt x="592" y="103"/>
                  </a:lnTo>
                  <a:lnTo>
                    <a:pt x="587" y="101"/>
                  </a:lnTo>
                  <a:lnTo>
                    <a:pt x="587" y="98"/>
                  </a:lnTo>
                  <a:lnTo>
                    <a:pt x="590" y="98"/>
                  </a:lnTo>
                  <a:lnTo>
                    <a:pt x="599" y="98"/>
                  </a:lnTo>
                  <a:lnTo>
                    <a:pt x="611" y="96"/>
                  </a:lnTo>
                  <a:lnTo>
                    <a:pt x="618" y="96"/>
                  </a:lnTo>
                  <a:lnTo>
                    <a:pt x="623" y="98"/>
                  </a:lnTo>
                  <a:lnTo>
                    <a:pt x="632" y="98"/>
                  </a:lnTo>
                  <a:lnTo>
                    <a:pt x="637" y="96"/>
                  </a:lnTo>
                  <a:lnTo>
                    <a:pt x="642" y="93"/>
                  </a:lnTo>
                  <a:lnTo>
                    <a:pt x="642" y="91"/>
                  </a:lnTo>
                  <a:lnTo>
                    <a:pt x="642" y="89"/>
                  </a:lnTo>
                  <a:lnTo>
                    <a:pt x="632" y="89"/>
                  </a:lnTo>
                  <a:lnTo>
                    <a:pt x="625" y="86"/>
                  </a:lnTo>
                  <a:lnTo>
                    <a:pt x="616" y="86"/>
                  </a:lnTo>
                  <a:lnTo>
                    <a:pt x="613" y="84"/>
                  </a:lnTo>
                  <a:lnTo>
                    <a:pt x="623" y="84"/>
                  </a:lnTo>
                  <a:lnTo>
                    <a:pt x="621" y="82"/>
                  </a:lnTo>
                  <a:lnTo>
                    <a:pt x="618" y="79"/>
                  </a:lnTo>
                  <a:lnTo>
                    <a:pt x="618" y="77"/>
                  </a:lnTo>
                  <a:lnTo>
                    <a:pt x="613" y="77"/>
                  </a:lnTo>
                  <a:lnTo>
                    <a:pt x="611" y="79"/>
                  </a:lnTo>
                  <a:lnTo>
                    <a:pt x="611" y="84"/>
                  </a:lnTo>
                  <a:lnTo>
                    <a:pt x="606" y="84"/>
                  </a:lnTo>
                  <a:lnTo>
                    <a:pt x="604" y="84"/>
                  </a:lnTo>
                  <a:lnTo>
                    <a:pt x="602" y="82"/>
                  </a:lnTo>
                  <a:lnTo>
                    <a:pt x="599" y="79"/>
                  </a:lnTo>
                  <a:lnTo>
                    <a:pt x="602" y="79"/>
                  </a:lnTo>
                  <a:lnTo>
                    <a:pt x="606" y="77"/>
                  </a:lnTo>
                  <a:lnTo>
                    <a:pt x="609" y="74"/>
                  </a:lnTo>
                  <a:lnTo>
                    <a:pt x="613" y="70"/>
                  </a:lnTo>
                  <a:lnTo>
                    <a:pt x="616" y="67"/>
                  </a:lnTo>
                  <a:lnTo>
                    <a:pt x="618" y="65"/>
                  </a:lnTo>
                  <a:lnTo>
                    <a:pt x="621" y="65"/>
                  </a:lnTo>
                  <a:lnTo>
                    <a:pt x="623" y="65"/>
                  </a:lnTo>
                  <a:lnTo>
                    <a:pt x="628" y="65"/>
                  </a:lnTo>
                  <a:lnTo>
                    <a:pt x="630" y="65"/>
                  </a:lnTo>
                  <a:lnTo>
                    <a:pt x="632" y="62"/>
                  </a:lnTo>
                  <a:lnTo>
                    <a:pt x="637" y="60"/>
                  </a:lnTo>
                  <a:lnTo>
                    <a:pt x="635" y="55"/>
                  </a:lnTo>
                  <a:lnTo>
                    <a:pt x="637" y="53"/>
                  </a:lnTo>
                  <a:lnTo>
                    <a:pt x="640" y="50"/>
                  </a:lnTo>
                  <a:lnTo>
                    <a:pt x="642" y="50"/>
                  </a:lnTo>
                  <a:lnTo>
                    <a:pt x="647" y="50"/>
                  </a:lnTo>
                  <a:lnTo>
                    <a:pt x="649" y="50"/>
                  </a:lnTo>
                  <a:lnTo>
                    <a:pt x="651" y="53"/>
                  </a:lnTo>
                  <a:lnTo>
                    <a:pt x="656" y="53"/>
                  </a:lnTo>
                  <a:lnTo>
                    <a:pt x="659" y="50"/>
                  </a:lnTo>
                  <a:lnTo>
                    <a:pt x="661" y="50"/>
                  </a:lnTo>
                  <a:lnTo>
                    <a:pt x="663" y="48"/>
                  </a:lnTo>
                  <a:lnTo>
                    <a:pt x="644" y="48"/>
                  </a:lnTo>
                  <a:lnTo>
                    <a:pt x="642" y="48"/>
                  </a:lnTo>
                  <a:lnTo>
                    <a:pt x="637" y="48"/>
                  </a:lnTo>
                  <a:lnTo>
                    <a:pt x="635" y="50"/>
                  </a:lnTo>
                  <a:lnTo>
                    <a:pt x="630" y="50"/>
                  </a:lnTo>
                  <a:lnTo>
                    <a:pt x="630" y="48"/>
                  </a:lnTo>
                  <a:lnTo>
                    <a:pt x="640" y="43"/>
                  </a:lnTo>
                  <a:lnTo>
                    <a:pt x="670" y="43"/>
                  </a:lnTo>
                  <a:lnTo>
                    <a:pt x="675" y="43"/>
                  </a:lnTo>
                  <a:lnTo>
                    <a:pt x="678" y="43"/>
                  </a:lnTo>
                  <a:lnTo>
                    <a:pt x="682" y="41"/>
                  </a:lnTo>
                  <a:lnTo>
                    <a:pt x="678" y="41"/>
                  </a:lnTo>
                  <a:lnTo>
                    <a:pt x="673" y="38"/>
                  </a:lnTo>
                  <a:lnTo>
                    <a:pt x="656" y="38"/>
                  </a:lnTo>
                  <a:lnTo>
                    <a:pt x="651" y="41"/>
                  </a:lnTo>
                  <a:lnTo>
                    <a:pt x="635" y="41"/>
                  </a:lnTo>
                  <a:lnTo>
                    <a:pt x="635" y="38"/>
                  </a:lnTo>
                  <a:lnTo>
                    <a:pt x="637" y="38"/>
                  </a:lnTo>
                  <a:lnTo>
                    <a:pt x="642" y="38"/>
                  </a:lnTo>
                  <a:lnTo>
                    <a:pt x="687" y="38"/>
                  </a:lnTo>
                  <a:lnTo>
                    <a:pt x="692" y="36"/>
                  </a:lnTo>
                  <a:lnTo>
                    <a:pt x="699" y="34"/>
                  </a:lnTo>
                  <a:lnTo>
                    <a:pt x="701" y="31"/>
                  </a:lnTo>
                  <a:lnTo>
                    <a:pt x="718" y="31"/>
                  </a:lnTo>
                  <a:lnTo>
                    <a:pt x="723" y="29"/>
                  </a:lnTo>
                  <a:lnTo>
                    <a:pt x="725" y="29"/>
                  </a:lnTo>
                  <a:lnTo>
                    <a:pt x="730" y="29"/>
                  </a:lnTo>
                  <a:lnTo>
                    <a:pt x="732" y="26"/>
                  </a:lnTo>
                  <a:lnTo>
                    <a:pt x="730" y="24"/>
                  </a:lnTo>
                  <a:close/>
                  <a:moveTo>
                    <a:pt x="119" y="268"/>
                  </a:moveTo>
                  <a:lnTo>
                    <a:pt x="116" y="266"/>
                  </a:lnTo>
                  <a:lnTo>
                    <a:pt x="119" y="268"/>
                  </a:lnTo>
                  <a:close/>
                  <a:moveTo>
                    <a:pt x="128" y="223"/>
                  </a:moveTo>
                  <a:lnTo>
                    <a:pt x="135" y="223"/>
                  </a:lnTo>
                  <a:lnTo>
                    <a:pt x="138" y="220"/>
                  </a:lnTo>
                  <a:lnTo>
                    <a:pt x="145" y="220"/>
                  </a:lnTo>
                  <a:lnTo>
                    <a:pt x="147" y="220"/>
                  </a:lnTo>
                  <a:lnTo>
                    <a:pt x="147" y="216"/>
                  </a:lnTo>
                  <a:lnTo>
                    <a:pt x="150" y="216"/>
                  </a:lnTo>
                  <a:lnTo>
                    <a:pt x="147" y="213"/>
                  </a:lnTo>
                  <a:lnTo>
                    <a:pt x="145" y="211"/>
                  </a:lnTo>
                  <a:lnTo>
                    <a:pt x="143" y="211"/>
                  </a:lnTo>
                  <a:lnTo>
                    <a:pt x="138" y="211"/>
                  </a:lnTo>
                  <a:lnTo>
                    <a:pt x="135" y="206"/>
                  </a:lnTo>
                  <a:lnTo>
                    <a:pt x="119" y="206"/>
                  </a:lnTo>
                  <a:lnTo>
                    <a:pt x="119" y="213"/>
                  </a:lnTo>
                  <a:lnTo>
                    <a:pt x="116" y="216"/>
                  </a:lnTo>
                  <a:lnTo>
                    <a:pt x="114" y="216"/>
                  </a:lnTo>
                  <a:lnTo>
                    <a:pt x="114" y="218"/>
                  </a:lnTo>
                  <a:lnTo>
                    <a:pt x="116" y="220"/>
                  </a:lnTo>
                  <a:lnTo>
                    <a:pt x="119" y="220"/>
                  </a:lnTo>
                  <a:lnTo>
                    <a:pt x="119" y="225"/>
                  </a:lnTo>
                  <a:lnTo>
                    <a:pt x="128" y="223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84" name="Greece" descr="© INSCALE GmbH, 05.05.2010&#10;http://www.presentationload.com/">
              <a:extLst>
                <a:ext uri="{FF2B5EF4-FFF2-40B4-BE49-F238E27FC236}">
                  <a16:creationId xmlns:a16="http://schemas.microsoft.com/office/drawing/2014/main" id="{797B2196-1BC8-4428-BA75-7A66107A3F7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192083" y="1897365"/>
              <a:ext cx="175769" cy="181105"/>
            </a:xfrm>
            <a:custGeom>
              <a:avLst/>
              <a:gdLst>
                <a:gd name="T0" fmla="*/ 0 w 534"/>
                <a:gd name="T1" fmla="*/ 2147483647 h 552"/>
                <a:gd name="T2" fmla="*/ 2147483647 w 534"/>
                <a:gd name="T3" fmla="*/ 2147483647 h 552"/>
                <a:gd name="T4" fmla="*/ 2147483647 w 534"/>
                <a:gd name="T5" fmla="*/ 2147483647 h 552"/>
                <a:gd name="T6" fmla="*/ 2147483647 w 534"/>
                <a:gd name="T7" fmla="*/ 2147483647 h 552"/>
                <a:gd name="T8" fmla="*/ 2147483647 w 534"/>
                <a:gd name="T9" fmla="*/ 2147483647 h 552"/>
                <a:gd name="T10" fmla="*/ 2147483647 w 534"/>
                <a:gd name="T11" fmla="*/ 2147483647 h 552"/>
                <a:gd name="T12" fmla="*/ 2147483647 w 534"/>
                <a:gd name="T13" fmla="*/ 2147483647 h 552"/>
                <a:gd name="T14" fmla="*/ 2147483647 w 534"/>
                <a:gd name="T15" fmla="*/ 2147483647 h 552"/>
                <a:gd name="T16" fmla="*/ 2147483647 w 534"/>
                <a:gd name="T17" fmla="*/ 2147483647 h 552"/>
                <a:gd name="T18" fmla="*/ 2147483647 w 534"/>
                <a:gd name="T19" fmla="*/ 2147483647 h 552"/>
                <a:gd name="T20" fmla="*/ 2147483647 w 534"/>
                <a:gd name="T21" fmla="*/ 2147483647 h 552"/>
                <a:gd name="T22" fmla="*/ 2147483647 w 534"/>
                <a:gd name="T23" fmla="*/ 2147483647 h 552"/>
                <a:gd name="T24" fmla="*/ 2147483647 w 534"/>
                <a:gd name="T25" fmla="*/ 2147483647 h 552"/>
                <a:gd name="T26" fmla="*/ 2147483647 w 534"/>
                <a:gd name="T27" fmla="*/ 2147483647 h 552"/>
                <a:gd name="T28" fmla="*/ 2147483647 w 534"/>
                <a:gd name="T29" fmla="*/ 2147483647 h 552"/>
                <a:gd name="T30" fmla="*/ 2147483647 w 534"/>
                <a:gd name="T31" fmla="*/ 2147483647 h 552"/>
                <a:gd name="T32" fmla="*/ 2147483647 w 534"/>
                <a:gd name="T33" fmla="*/ 2147483647 h 552"/>
                <a:gd name="T34" fmla="*/ 2147483647 w 534"/>
                <a:gd name="T35" fmla="*/ 2147483647 h 552"/>
                <a:gd name="T36" fmla="*/ 2147483647 w 534"/>
                <a:gd name="T37" fmla="*/ 2147483647 h 552"/>
                <a:gd name="T38" fmla="*/ 2147483647 w 534"/>
                <a:gd name="T39" fmla="*/ 2147483647 h 552"/>
                <a:gd name="T40" fmla="*/ 2147483647 w 534"/>
                <a:gd name="T41" fmla="*/ 2147483647 h 552"/>
                <a:gd name="T42" fmla="*/ 2147483647 w 534"/>
                <a:gd name="T43" fmla="*/ 2147483647 h 552"/>
                <a:gd name="T44" fmla="*/ 2147483647 w 534"/>
                <a:gd name="T45" fmla="*/ 2147483647 h 552"/>
                <a:gd name="T46" fmla="*/ 2147483647 w 534"/>
                <a:gd name="T47" fmla="*/ 2147483647 h 552"/>
                <a:gd name="T48" fmla="*/ 2147483647 w 534"/>
                <a:gd name="T49" fmla="*/ 2147483647 h 552"/>
                <a:gd name="T50" fmla="*/ 2147483647 w 534"/>
                <a:gd name="T51" fmla="*/ 2147483647 h 552"/>
                <a:gd name="T52" fmla="*/ 2147483647 w 534"/>
                <a:gd name="T53" fmla="*/ 2147483647 h 552"/>
                <a:gd name="T54" fmla="*/ 2147483647 w 534"/>
                <a:gd name="T55" fmla="*/ 2147483647 h 552"/>
                <a:gd name="T56" fmla="*/ 2147483647 w 534"/>
                <a:gd name="T57" fmla="*/ 2147483647 h 552"/>
                <a:gd name="T58" fmla="*/ 2147483647 w 534"/>
                <a:gd name="T59" fmla="*/ 2147483647 h 552"/>
                <a:gd name="T60" fmla="*/ 2147483647 w 534"/>
                <a:gd name="T61" fmla="*/ 2147483647 h 552"/>
                <a:gd name="T62" fmla="*/ 2147483647 w 534"/>
                <a:gd name="T63" fmla="*/ 2147483647 h 552"/>
                <a:gd name="T64" fmla="*/ 2147483647 w 534"/>
                <a:gd name="T65" fmla="*/ 2147483647 h 552"/>
                <a:gd name="T66" fmla="*/ 2147483647 w 534"/>
                <a:gd name="T67" fmla="*/ 2147483647 h 552"/>
                <a:gd name="T68" fmla="*/ 2147483647 w 534"/>
                <a:gd name="T69" fmla="*/ 2147483647 h 552"/>
                <a:gd name="T70" fmla="*/ 2147483647 w 534"/>
                <a:gd name="T71" fmla="*/ 2147483647 h 552"/>
                <a:gd name="T72" fmla="*/ 2147483647 w 534"/>
                <a:gd name="T73" fmla="*/ 2147483647 h 552"/>
                <a:gd name="T74" fmla="*/ 2147483647 w 534"/>
                <a:gd name="T75" fmla="*/ 2147483647 h 552"/>
                <a:gd name="T76" fmla="*/ 2147483647 w 534"/>
                <a:gd name="T77" fmla="*/ 2147483647 h 552"/>
                <a:gd name="T78" fmla="*/ 2147483647 w 534"/>
                <a:gd name="T79" fmla="*/ 2147483647 h 552"/>
                <a:gd name="T80" fmla="*/ 2147483647 w 534"/>
                <a:gd name="T81" fmla="*/ 2147483647 h 552"/>
                <a:gd name="T82" fmla="*/ 2147483647 w 534"/>
                <a:gd name="T83" fmla="*/ 2147483647 h 552"/>
                <a:gd name="T84" fmla="*/ 2147483647 w 534"/>
                <a:gd name="T85" fmla="*/ 2147483647 h 552"/>
                <a:gd name="T86" fmla="*/ 2147483647 w 534"/>
                <a:gd name="T87" fmla="*/ 2147483647 h 552"/>
                <a:gd name="T88" fmla="*/ 2147483647 w 534"/>
                <a:gd name="T89" fmla="*/ 2147483647 h 552"/>
                <a:gd name="T90" fmla="*/ 2147483647 w 534"/>
                <a:gd name="T91" fmla="*/ 2147483647 h 552"/>
                <a:gd name="T92" fmla="*/ 2147483647 w 534"/>
                <a:gd name="T93" fmla="*/ 2147483647 h 552"/>
                <a:gd name="T94" fmla="*/ 2147483647 w 534"/>
                <a:gd name="T95" fmla="*/ 2147483647 h 552"/>
                <a:gd name="T96" fmla="*/ 2147483647 w 534"/>
                <a:gd name="T97" fmla="*/ 2147483647 h 552"/>
                <a:gd name="T98" fmla="*/ 2147483647 w 534"/>
                <a:gd name="T99" fmla="*/ 2147483647 h 552"/>
                <a:gd name="T100" fmla="*/ 2147483647 w 534"/>
                <a:gd name="T101" fmla="*/ 2147483647 h 552"/>
                <a:gd name="T102" fmla="*/ 2147483647 w 534"/>
                <a:gd name="T103" fmla="*/ 2147483647 h 552"/>
                <a:gd name="T104" fmla="*/ 2147483647 w 534"/>
                <a:gd name="T105" fmla="*/ 2147483647 h 552"/>
                <a:gd name="T106" fmla="*/ 2147483647 w 534"/>
                <a:gd name="T107" fmla="*/ 2147483647 h 55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34"/>
                <a:gd name="T163" fmla="*/ 0 h 552"/>
                <a:gd name="T164" fmla="*/ 534 w 534"/>
                <a:gd name="T165" fmla="*/ 552 h 55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34" h="552">
                  <a:moveTo>
                    <a:pt x="240" y="108"/>
                  </a:moveTo>
                  <a:lnTo>
                    <a:pt x="270" y="126"/>
                  </a:lnTo>
                  <a:lnTo>
                    <a:pt x="282" y="120"/>
                  </a:lnTo>
                  <a:lnTo>
                    <a:pt x="240" y="108"/>
                  </a:lnTo>
                  <a:close/>
                  <a:moveTo>
                    <a:pt x="24" y="258"/>
                  </a:moveTo>
                  <a:lnTo>
                    <a:pt x="0" y="282"/>
                  </a:lnTo>
                  <a:lnTo>
                    <a:pt x="42" y="294"/>
                  </a:lnTo>
                  <a:lnTo>
                    <a:pt x="24" y="258"/>
                  </a:lnTo>
                  <a:close/>
                  <a:moveTo>
                    <a:pt x="312" y="414"/>
                  </a:moveTo>
                  <a:lnTo>
                    <a:pt x="312" y="420"/>
                  </a:lnTo>
                  <a:lnTo>
                    <a:pt x="324" y="420"/>
                  </a:lnTo>
                  <a:lnTo>
                    <a:pt x="324" y="414"/>
                  </a:lnTo>
                  <a:lnTo>
                    <a:pt x="318" y="408"/>
                  </a:lnTo>
                  <a:lnTo>
                    <a:pt x="312" y="408"/>
                  </a:lnTo>
                  <a:lnTo>
                    <a:pt x="312" y="414"/>
                  </a:lnTo>
                  <a:close/>
                  <a:moveTo>
                    <a:pt x="306" y="390"/>
                  </a:moveTo>
                  <a:lnTo>
                    <a:pt x="300" y="378"/>
                  </a:lnTo>
                  <a:lnTo>
                    <a:pt x="294" y="390"/>
                  </a:lnTo>
                  <a:lnTo>
                    <a:pt x="306" y="390"/>
                  </a:lnTo>
                  <a:close/>
                  <a:moveTo>
                    <a:pt x="294" y="294"/>
                  </a:moveTo>
                  <a:lnTo>
                    <a:pt x="318" y="336"/>
                  </a:lnTo>
                  <a:lnTo>
                    <a:pt x="330" y="318"/>
                  </a:lnTo>
                  <a:lnTo>
                    <a:pt x="294" y="294"/>
                  </a:lnTo>
                  <a:close/>
                  <a:moveTo>
                    <a:pt x="108" y="264"/>
                  </a:moveTo>
                  <a:lnTo>
                    <a:pt x="138" y="264"/>
                  </a:lnTo>
                  <a:lnTo>
                    <a:pt x="144" y="270"/>
                  </a:lnTo>
                  <a:lnTo>
                    <a:pt x="156" y="270"/>
                  </a:lnTo>
                  <a:lnTo>
                    <a:pt x="180" y="282"/>
                  </a:lnTo>
                  <a:lnTo>
                    <a:pt x="192" y="282"/>
                  </a:lnTo>
                  <a:lnTo>
                    <a:pt x="198" y="288"/>
                  </a:lnTo>
                  <a:lnTo>
                    <a:pt x="204" y="288"/>
                  </a:lnTo>
                  <a:lnTo>
                    <a:pt x="216" y="300"/>
                  </a:lnTo>
                  <a:lnTo>
                    <a:pt x="228" y="306"/>
                  </a:lnTo>
                  <a:lnTo>
                    <a:pt x="234" y="312"/>
                  </a:lnTo>
                  <a:lnTo>
                    <a:pt x="246" y="312"/>
                  </a:lnTo>
                  <a:lnTo>
                    <a:pt x="252" y="306"/>
                  </a:lnTo>
                  <a:lnTo>
                    <a:pt x="252" y="288"/>
                  </a:lnTo>
                  <a:lnTo>
                    <a:pt x="228" y="264"/>
                  </a:lnTo>
                  <a:lnTo>
                    <a:pt x="216" y="258"/>
                  </a:lnTo>
                  <a:lnTo>
                    <a:pt x="210" y="252"/>
                  </a:lnTo>
                  <a:lnTo>
                    <a:pt x="204" y="252"/>
                  </a:lnTo>
                  <a:lnTo>
                    <a:pt x="198" y="246"/>
                  </a:lnTo>
                  <a:lnTo>
                    <a:pt x="186" y="246"/>
                  </a:lnTo>
                  <a:lnTo>
                    <a:pt x="174" y="234"/>
                  </a:lnTo>
                  <a:lnTo>
                    <a:pt x="168" y="234"/>
                  </a:lnTo>
                  <a:lnTo>
                    <a:pt x="174" y="228"/>
                  </a:lnTo>
                  <a:lnTo>
                    <a:pt x="192" y="228"/>
                  </a:lnTo>
                  <a:lnTo>
                    <a:pt x="198" y="240"/>
                  </a:lnTo>
                  <a:lnTo>
                    <a:pt x="222" y="252"/>
                  </a:lnTo>
                  <a:lnTo>
                    <a:pt x="234" y="264"/>
                  </a:lnTo>
                  <a:lnTo>
                    <a:pt x="258" y="264"/>
                  </a:lnTo>
                  <a:lnTo>
                    <a:pt x="270" y="252"/>
                  </a:lnTo>
                  <a:lnTo>
                    <a:pt x="258" y="240"/>
                  </a:lnTo>
                  <a:lnTo>
                    <a:pt x="246" y="240"/>
                  </a:lnTo>
                  <a:lnTo>
                    <a:pt x="234" y="234"/>
                  </a:lnTo>
                  <a:lnTo>
                    <a:pt x="222" y="234"/>
                  </a:lnTo>
                  <a:lnTo>
                    <a:pt x="210" y="228"/>
                  </a:lnTo>
                  <a:lnTo>
                    <a:pt x="204" y="216"/>
                  </a:lnTo>
                  <a:lnTo>
                    <a:pt x="198" y="210"/>
                  </a:lnTo>
                  <a:lnTo>
                    <a:pt x="198" y="204"/>
                  </a:lnTo>
                  <a:lnTo>
                    <a:pt x="192" y="192"/>
                  </a:lnTo>
                  <a:lnTo>
                    <a:pt x="186" y="186"/>
                  </a:lnTo>
                  <a:lnTo>
                    <a:pt x="174" y="162"/>
                  </a:lnTo>
                  <a:lnTo>
                    <a:pt x="168" y="156"/>
                  </a:lnTo>
                  <a:lnTo>
                    <a:pt x="162" y="144"/>
                  </a:lnTo>
                  <a:lnTo>
                    <a:pt x="150" y="132"/>
                  </a:lnTo>
                  <a:lnTo>
                    <a:pt x="150" y="120"/>
                  </a:lnTo>
                  <a:lnTo>
                    <a:pt x="144" y="114"/>
                  </a:lnTo>
                  <a:lnTo>
                    <a:pt x="144" y="102"/>
                  </a:lnTo>
                  <a:lnTo>
                    <a:pt x="150" y="96"/>
                  </a:lnTo>
                  <a:lnTo>
                    <a:pt x="156" y="96"/>
                  </a:lnTo>
                  <a:lnTo>
                    <a:pt x="162" y="102"/>
                  </a:lnTo>
                  <a:lnTo>
                    <a:pt x="162" y="108"/>
                  </a:lnTo>
                  <a:lnTo>
                    <a:pt x="168" y="114"/>
                  </a:lnTo>
                  <a:lnTo>
                    <a:pt x="180" y="114"/>
                  </a:lnTo>
                  <a:lnTo>
                    <a:pt x="180" y="120"/>
                  </a:lnTo>
                  <a:lnTo>
                    <a:pt x="186" y="120"/>
                  </a:lnTo>
                  <a:lnTo>
                    <a:pt x="198" y="132"/>
                  </a:lnTo>
                  <a:lnTo>
                    <a:pt x="198" y="144"/>
                  </a:lnTo>
                  <a:lnTo>
                    <a:pt x="204" y="144"/>
                  </a:lnTo>
                  <a:lnTo>
                    <a:pt x="210" y="138"/>
                  </a:lnTo>
                  <a:lnTo>
                    <a:pt x="216" y="138"/>
                  </a:lnTo>
                  <a:lnTo>
                    <a:pt x="204" y="120"/>
                  </a:lnTo>
                  <a:lnTo>
                    <a:pt x="210" y="120"/>
                  </a:lnTo>
                  <a:lnTo>
                    <a:pt x="234" y="132"/>
                  </a:lnTo>
                  <a:lnTo>
                    <a:pt x="222" y="114"/>
                  </a:lnTo>
                  <a:lnTo>
                    <a:pt x="228" y="108"/>
                  </a:lnTo>
                  <a:lnTo>
                    <a:pt x="228" y="84"/>
                  </a:lnTo>
                  <a:lnTo>
                    <a:pt x="240" y="72"/>
                  </a:lnTo>
                  <a:lnTo>
                    <a:pt x="270" y="72"/>
                  </a:lnTo>
                  <a:lnTo>
                    <a:pt x="276" y="78"/>
                  </a:lnTo>
                  <a:lnTo>
                    <a:pt x="276" y="90"/>
                  </a:lnTo>
                  <a:lnTo>
                    <a:pt x="288" y="90"/>
                  </a:lnTo>
                  <a:lnTo>
                    <a:pt x="294" y="84"/>
                  </a:lnTo>
                  <a:lnTo>
                    <a:pt x="300" y="72"/>
                  </a:lnTo>
                  <a:lnTo>
                    <a:pt x="306" y="66"/>
                  </a:lnTo>
                  <a:lnTo>
                    <a:pt x="342" y="66"/>
                  </a:lnTo>
                  <a:lnTo>
                    <a:pt x="360" y="72"/>
                  </a:lnTo>
                  <a:lnTo>
                    <a:pt x="372" y="72"/>
                  </a:lnTo>
                  <a:lnTo>
                    <a:pt x="378" y="78"/>
                  </a:lnTo>
                  <a:lnTo>
                    <a:pt x="384" y="78"/>
                  </a:lnTo>
                  <a:lnTo>
                    <a:pt x="384" y="72"/>
                  </a:lnTo>
                  <a:lnTo>
                    <a:pt x="390" y="60"/>
                  </a:lnTo>
                  <a:lnTo>
                    <a:pt x="390" y="48"/>
                  </a:lnTo>
                  <a:lnTo>
                    <a:pt x="384" y="42"/>
                  </a:lnTo>
                  <a:lnTo>
                    <a:pt x="384" y="36"/>
                  </a:lnTo>
                  <a:lnTo>
                    <a:pt x="390" y="30"/>
                  </a:lnTo>
                  <a:lnTo>
                    <a:pt x="408" y="30"/>
                  </a:lnTo>
                  <a:lnTo>
                    <a:pt x="408" y="18"/>
                  </a:lnTo>
                  <a:lnTo>
                    <a:pt x="402" y="12"/>
                  </a:lnTo>
                  <a:lnTo>
                    <a:pt x="402" y="6"/>
                  </a:lnTo>
                  <a:lnTo>
                    <a:pt x="390" y="6"/>
                  </a:lnTo>
                  <a:lnTo>
                    <a:pt x="384" y="0"/>
                  </a:lnTo>
                  <a:lnTo>
                    <a:pt x="366" y="6"/>
                  </a:lnTo>
                  <a:lnTo>
                    <a:pt x="372" y="12"/>
                  </a:lnTo>
                  <a:lnTo>
                    <a:pt x="372" y="30"/>
                  </a:lnTo>
                  <a:lnTo>
                    <a:pt x="366" y="36"/>
                  </a:lnTo>
                  <a:lnTo>
                    <a:pt x="348" y="36"/>
                  </a:lnTo>
                  <a:lnTo>
                    <a:pt x="336" y="24"/>
                  </a:lnTo>
                  <a:lnTo>
                    <a:pt x="324" y="36"/>
                  </a:lnTo>
                  <a:lnTo>
                    <a:pt x="312" y="36"/>
                  </a:lnTo>
                  <a:lnTo>
                    <a:pt x="300" y="24"/>
                  </a:lnTo>
                  <a:lnTo>
                    <a:pt x="294" y="30"/>
                  </a:lnTo>
                  <a:lnTo>
                    <a:pt x="282" y="30"/>
                  </a:lnTo>
                  <a:lnTo>
                    <a:pt x="264" y="12"/>
                  </a:lnTo>
                  <a:lnTo>
                    <a:pt x="264" y="6"/>
                  </a:lnTo>
                  <a:lnTo>
                    <a:pt x="234" y="12"/>
                  </a:lnTo>
                  <a:lnTo>
                    <a:pt x="228" y="30"/>
                  </a:lnTo>
                  <a:lnTo>
                    <a:pt x="204" y="24"/>
                  </a:lnTo>
                  <a:lnTo>
                    <a:pt x="198" y="30"/>
                  </a:lnTo>
                  <a:lnTo>
                    <a:pt x="186" y="36"/>
                  </a:lnTo>
                  <a:lnTo>
                    <a:pt x="174" y="36"/>
                  </a:lnTo>
                  <a:lnTo>
                    <a:pt x="168" y="30"/>
                  </a:lnTo>
                  <a:lnTo>
                    <a:pt x="162" y="30"/>
                  </a:lnTo>
                  <a:lnTo>
                    <a:pt x="150" y="36"/>
                  </a:lnTo>
                  <a:lnTo>
                    <a:pt x="138" y="48"/>
                  </a:lnTo>
                  <a:lnTo>
                    <a:pt x="126" y="54"/>
                  </a:lnTo>
                  <a:lnTo>
                    <a:pt x="102" y="54"/>
                  </a:lnTo>
                  <a:lnTo>
                    <a:pt x="102" y="60"/>
                  </a:lnTo>
                  <a:lnTo>
                    <a:pt x="96" y="72"/>
                  </a:lnTo>
                  <a:lnTo>
                    <a:pt x="72" y="72"/>
                  </a:lnTo>
                  <a:lnTo>
                    <a:pt x="66" y="66"/>
                  </a:lnTo>
                  <a:lnTo>
                    <a:pt x="60" y="66"/>
                  </a:lnTo>
                  <a:lnTo>
                    <a:pt x="48" y="72"/>
                  </a:lnTo>
                  <a:lnTo>
                    <a:pt x="54" y="84"/>
                  </a:lnTo>
                  <a:lnTo>
                    <a:pt x="54" y="90"/>
                  </a:lnTo>
                  <a:lnTo>
                    <a:pt x="42" y="102"/>
                  </a:lnTo>
                  <a:lnTo>
                    <a:pt x="24" y="102"/>
                  </a:lnTo>
                  <a:lnTo>
                    <a:pt x="24" y="126"/>
                  </a:lnTo>
                  <a:lnTo>
                    <a:pt x="12" y="132"/>
                  </a:lnTo>
                  <a:lnTo>
                    <a:pt x="0" y="132"/>
                  </a:lnTo>
                  <a:lnTo>
                    <a:pt x="0" y="198"/>
                  </a:lnTo>
                  <a:lnTo>
                    <a:pt x="6" y="204"/>
                  </a:lnTo>
                  <a:lnTo>
                    <a:pt x="18" y="210"/>
                  </a:lnTo>
                  <a:lnTo>
                    <a:pt x="24" y="216"/>
                  </a:lnTo>
                  <a:lnTo>
                    <a:pt x="30" y="228"/>
                  </a:lnTo>
                  <a:lnTo>
                    <a:pt x="36" y="234"/>
                  </a:lnTo>
                  <a:lnTo>
                    <a:pt x="42" y="246"/>
                  </a:lnTo>
                  <a:lnTo>
                    <a:pt x="54" y="258"/>
                  </a:lnTo>
                  <a:lnTo>
                    <a:pt x="60" y="270"/>
                  </a:lnTo>
                  <a:lnTo>
                    <a:pt x="84" y="270"/>
                  </a:lnTo>
                  <a:lnTo>
                    <a:pt x="96" y="264"/>
                  </a:lnTo>
                  <a:lnTo>
                    <a:pt x="108" y="264"/>
                  </a:lnTo>
                  <a:close/>
                  <a:moveTo>
                    <a:pt x="396" y="252"/>
                  </a:moveTo>
                  <a:lnTo>
                    <a:pt x="372" y="252"/>
                  </a:lnTo>
                  <a:lnTo>
                    <a:pt x="372" y="270"/>
                  </a:lnTo>
                  <a:lnTo>
                    <a:pt x="384" y="294"/>
                  </a:lnTo>
                  <a:lnTo>
                    <a:pt x="396" y="252"/>
                  </a:lnTo>
                  <a:close/>
                  <a:moveTo>
                    <a:pt x="24" y="312"/>
                  </a:moveTo>
                  <a:lnTo>
                    <a:pt x="18" y="318"/>
                  </a:lnTo>
                  <a:lnTo>
                    <a:pt x="24" y="324"/>
                  </a:lnTo>
                  <a:lnTo>
                    <a:pt x="30" y="324"/>
                  </a:lnTo>
                  <a:lnTo>
                    <a:pt x="36" y="330"/>
                  </a:lnTo>
                  <a:lnTo>
                    <a:pt x="42" y="324"/>
                  </a:lnTo>
                  <a:lnTo>
                    <a:pt x="42" y="318"/>
                  </a:lnTo>
                  <a:lnTo>
                    <a:pt x="30" y="306"/>
                  </a:lnTo>
                  <a:lnTo>
                    <a:pt x="24" y="312"/>
                  </a:lnTo>
                  <a:close/>
                  <a:moveTo>
                    <a:pt x="378" y="390"/>
                  </a:moveTo>
                  <a:lnTo>
                    <a:pt x="378" y="408"/>
                  </a:lnTo>
                  <a:lnTo>
                    <a:pt x="390" y="390"/>
                  </a:lnTo>
                  <a:lnTo>
                    <a:pt x="378" y="390"/>
                  </a:lnTo>
                  <a:close/>
                  <a:moveTo>
                    <a:pt x="408" y="330"/>
                  </a:moveTo>
                  <a:lnTo>
                    <a:pt x="396" y="330"/>
                  </a:lnTo>
                  <a:lnTo>
                    <a:pt x="384" y="336"/>
                  </a:lnTo>
                  <a:lnTo>
                    <a:pt x="384" y="342"/>
                  </a:lnTo>
                  <a:lnTo>
                    <a:pt x="396" y="342"/>
                  </a:lnTo>
                  <a:lnTo>
                    <a:pt x="402" y="336"/>
                  </a:lnTo>
                  <a:lnTo>
                    <a:pt x="408" y="336"/>
                  </a:lnTo>
                  <a:lnTo>
                    <a:pt x="408" y="330"/>
                  </a:lnTo>
                  <a:close/>
                  <a:moveTo>
                    <a:pt x="396" y="192"/>
                  </a:moveTo>
                  <a:lnTo>
                    <a:pt x="372" y="198"/>
                  </a:lnTo>
                  <a:lnTo>
                    <a:pt x="372" y="210"/>
                  </a:lnTo>
                  <a:lnTo>
                    <a:pt x="390" y="210"/>
                  </a:lnTo>
                  <a:lnTo>
                    <a:pt x="396" y="216"/>
                  </a:lnTo>
                  <a:lnTo>
                    <a:pt x="396" y="222"/>
                  </a:lnTo>
                  <a:lnTo>
                    <a:pt x="414" y="222"/>
                  </a:lnTo>
                  <a:lnTo>
                    <a:pt x="414" y="210"/>
                  </a:lnTo>
                  <a:lnTo>
                    <a:pt x="396" y="192"/>
                  </a:lnTo>
                  <a:close/>
                  <a:moveTo>
                    <a:pt x="342" y="372"/>
                  </a:moveTo>
                  <a:lnTo>
                    <a:pt x="342" y="378"/>
                  </a:lnTo>
                  <a:lnTo>
                    <a:pt x="348" y="384"/>
                  </a:lnTo>
                  <a:lnTo>
                    <a:pt x="360" y="384"/>
                  </a:lnTo>
                  <a:lnTo>
                    <a:pt x="366" y="378"/>
                  </a:lnTo>
                  <a:lnTo>
                    <a:pt x="366" y="372"/>
                  </a:lnTo>
                  <a:lnTo>
                    <a:pt x="360" y="366"/>
                  </a:lnTo>
                  <a:lnTo>
                    <a:pt x="342" y="366"/>
                  </a:lnTo>
                  <a:lnTo>
                    <a:pt x="342" y="372"/>
                  </a:lnTo>
                  <a:close/>
                  <a:moveTo>
                    <a:pt x="444" y="312"/>
                  </a:moveTo>
                  <a:lnTo>
                    <a:pt x="432" y="312"/>
                  </a:lnTo>
                  <a:lnTo>
                    <a:pt x="432" y="330"/>
                  </a:lnTo>
                  <a:lnTo>
                    <a:pt x="444" y="336"/>
                  </a:lnTo>
                  <a:lnTo>
                    <a:pt x="450" y="330"/>
                  </a:lnTo>
                  <a:lnTo>
                    <a:pt x="450" y="318"/>
                  </a:lnTo>
                  <a:lnTo>
                    <a:pt x="444" y="312"/>
                  </a:lnTo>
                  <a:close/>
                  <a:moveTo>
                    <a:pt x="444" y="372"/>
                  </a:moveTo>
                  <a:lnTo>
                    <a:pt x="456" y="354"/>
                  </a:lnTo>
                  <a:lnTo>
                    <a:pt x="438" y="354"/>
                  </a:lnTo>
                  <a:lnTo>
                    <a:pt x="444" y="372"/>
                  </a:lnTo>
                  <a:close/>
                  <a:moveTo>
                    <a:pt x="276" y="222"/>
                  </a:moveTo>
                  <a:lnTo>
                    <a:pt x="276" y="240"/>
                  </a:lnTo>
                  <a:lnTo>
                    <a:pt x="288" y="240"/>
                  </a:lnTo>
                  <a:lnTo>
                    <a:pt x="276" y="222"/>
                  </a:lnTo>
                  <a:close/>
                  <a:moveTo>
                    <a:pt x="534" y="420"/>
                  </a:moveTo>
                  <a:lnTo>
                    <a:pt x="522" y="420"/>
                  </a:lnTo>
                  <a:lnTo>
                    <a:pt x="516" y="426"/>
                  </a:lnTo>
                  <a:lnTo>
                    <a:pt x="510" y="438"/>
                  </a:lnTo>
                  <a:lnTo>
                    <a:pt x="510" y="468"/>
                  </a:lnTo>
                  <a:lnTo>
                    <a:pt x="516" y="468"/>
                  </a:lnTo>
                  <a:lnTo>
                    <a:pt x="522" y="456"/>
                  </a:lnTo>
                  <a:lnTo>
                    <a:pt x="528" y="450"/>
                  </a:lnTo>
                  <a:lnTo>
                    <a:pt x="534" y="438"/>
                  </a:lnTo>
                  <a:lnTo>
                    <a:pt x="534" y="420"/>
                  </a:lnTo>
                  <a:close/>
                  <a:moveTo>
                    <a:pt x="462" y="384"/>
                  </a:moveTo>
                  <a:lnTo>
                    <a:pt x="456" y="408"/>
                  </a:lnTo>
                  <a:lnTo>
                    <a:pt x="498" y="378"/>
                  </a:lnTo>
                  <a:lnTo>
                    <a:pt x="486" y="372"/>
                  </a:lnTo>
                  <a:lnTo>
                    <a:pt x="462" y="384"/>
                  </a:lnTo>
                  <a:close/>
                  <a:moveTo>
                    <a:pt x="462" y="510"/>
                  </a:moveTo>
                  <a:lnTo>
                    <a:pt x="480" y="510"/>
                  </a:lnTo>
                  <a:lnTo>
                    <a:pt x="468" y="468"/>
                  </a:lnTo>
                  <a:lnTo>
                    <a:pt x="462" y="510"/>
                  </a:lnTo>
                  <a:close/>
                  <a:moveTo>
                    <a:pt x="276" y="330"/>
                  </a:moveTo>
                  <a:lnTo>
                    <a:pt x="270" y="336"/>
                  </a:lnTo>
                  <a:lnTo>
                    <a:pt x="270" y="348"/>
                  </a:lnTo>
                  <a:lnTo>
                    <a:pt x="276" y="348"/>
                  </a:lnTo>
                  <a:lnTo>
                    <a:pt x="288" y="336"/>
                  </a:lnTo>
                  <a:lnTo>
                    <a:pt x="282" y="330"/>
                  </a:lnTo>
                  <a:lnTo>
                    <a:pt x="276" y="330"/>
                  </a:lnTo>
                  <a:close/>
                  <a:moveTo>
                    <a:pt x="186" y="432"/>
                  </a:moveTo>
                  <a:lnTo>
                    <a:pt x="180" y="438"/>
                  </a:lnTo>
                  <a:lnTo>
                    <a:pt x="180" y="450"/>
                  </a:lnTo>
                  <a:lnTo>
                    <a:pt x="186" y="456"/>
                  </a:lnTo>
                  <a:lnTo>
                    <a:pt x="198" y="444"/>
                  </a:lnTo>
                  <a:lnTo>
                    <a:pt x="198" y="438"/>
                  </a:lnTo>
                  <a:lnTo>
                    <a:pt x="192" y="432"/>
                  </a:lnTo>
                  <a:lnTo>
                    <a:pt x="186" y="432"/>
                  </a:lnTo>
                  <a:close/>
                  <a:moveTo>
                    <a:pt x="384" y="528"/>
                  </a:moveTo>
                  <a:lnTo>
                    <a:pt x="378" y="528"/>
                  </a:lnTo>
                  <a:lnTo>
                    <a:pt x="378" y="516"/>
                  </a:lnTo>
                  <a:lnTo>
                    <a:pt x="372" y="510"/>
                  </a:lnTo>
                  <a:lnTo>
                    <a:pt x="342" y="510"/>
                  </a:lnTo>
                  <a:lnTo>
                    <a:pt x="306" y="504"/>
                  </a:lnTo>
                  <a:lnTo>
                    <a:pt x="276" y="504"/>
                  </a:lnTo>
                  <a:lnTo>
                    <a:pt x="246" y="486"/>
                  </a:lnTo>
                  <a:lnTo>
                    <a:pt x="228" y="504"/>
                  </a:lnTo>
                  <a:lnTo>
                    <a:pt x="234" y="510"/>
                  </a:lnTo>
                  <a:lnTo>
                    <a:pt x="246" y="516"/>
                  </a:lnTo>
                  <a:lnTo>
                    <a:pt x="252" y="522"/>
                  </a:lnTo>
                  <a:lnTo>
                    <a:pt x="258" y="516"/>
                  </a:lnTo>
                  <a:lnTo>
                    <a:pt x="264" y="528"/>
                  </a:lnTo>
                  <a:lnTo>
                    <a:pt x="300" y="528"/>
                  </a:lnTo>
                  <a:lnTo>
                    <a:pt x="312" y="552"/>
                  </a:lnTo>
                  <a:lnTo>
                    <a:pt x="354" y="546"/>
                  </a:lnTo>
                  <a:lnTo>
                    <a:pt x="354" y="540"/>
                  </a:lnTo>
                  <a:lnTo>
                    <a:pt x="402" y="540"/>
                  </a:lnTo>
                  <a:lnTo>
                    <a:pt x="414" y="528"/>
                  </a:lnTo>
                  <a:lnTo>
                    <a:pt x="414" y="522"/>
                  </a:lnTo>
                  <a:lnTo>
                    <a:pt x="408" y="516"/>
                  </a:lnTo>
                  <a:lnTo>
                    <a:pt x="402" y="516"/>
                  </a:lnTo>
                  <a:lnTo>
                    <a:pt x="396" y="522"/>
                  </a:lnTo>
                  <a:lnTo>
                    <a:pt x="390" y="522"/>
                  </a:lnTo>
                  <a:lnTo>
                    <a:pt x="384" y="528"/>
                  </a:lnTo>
                  <a:close/>
                  <a:moveTo>
                    <a:pt x="420" y="408"/>
                  </a:moveTo>
                  <a:lnTo>
                    <a:pt x="408" y="408"/>
                  </a:lnTo>
                  <a:lnTo>
                    <a:pt x="408" y="420"/>
                  </a:lnTo>
                  <a:lnTo>
                    <a:pt x="420" y="420"/>
                  </a:lnTo>
                  <a:lnTo>
                    <a:pt x="426" y="414"/>
                  </a:lnTo>
                  <a:lnTo>
                    <a:pt x="420" y="408"/>
                  </a:lnTo>
                  <a:close/>
                  <a:moveTo>
                    <a:pt x="114" y="276"/>
                  </a:moveTo>
                  <a:lnTo>
                    <a:pt x="90" y="288"/>
                  </a:lnTo>
                  <a:lnTo>
                    <a:pt x="84" y="288"/>
                  </a:lnTo>
                  <a:lnTo>
                    <a:pt x="66" y="312"/>
                  </a:lnTo>
                  <a:lnTo>
                    <a:pt x="96" y="336"/>
                  </a:lnTo>
                  <a:lnTo>
                    <a:pt x="96" y="348"/>
                  </a:lnTo>
                  <a:lnTo>
                    <a:pt x="90" y="366"/>
                  </a:lnTo>
                  <a:lnTo>
                    <a:pt x="90" y="384"/>
                  </a:lnTo>
                  <a:lnTo>
                    <a:pt x="96" y="390"/>
                  </a:lnTo>
                  <a:lnTo>
                    <a:pt x="108" y="396"/>
                  </a:lnTo>
                  <a:lnTo>
                    <a:pt x="114" y="396"/>
                  </a:lnTo>
                  <a:lnTo>
                    <a:pt x="114" y="390"/>
                  </a:lnTo>
                  <a:lnTo>
                    <a:pt x="126" y="378"/>
                  </a:lnTo>
                  <a:lnTo>
                    <a:pt x="132" y="378"/>
                  </a:lnTo>
                  <a:lnTo>
                    <a:pt x="156" y="420"/>
                  </a:lnTo>
                  <a:lnTo>
                    <a:pt x="162" y="390"/>
                  </a:lnTo>
                  <a:lnTo>
                    <a:pt x="180" y="414"/>
                  </a:lnTo>
                  <a:lnTo>
                    <a:pt x="204" y="420"/>
                  </a:lnTo>
                  <a:lnTo>
                    <a:pt x="186" y="402"/>
                  </a:lnTo>
                  <a:lnTo>
                    <a:pt x="192" y="396"/>
                  </a:lnTo>
                  <a:lnTo>
                    <a:pt x="192" y="372"/>
                  </a:lnTo>
                  <a:lnTo>
                    <a:pt x="186" y="366"/>
                  </a:lnTo>
                  <a:lnTo>
                    <a:pt x="180" y="354"/>
                  </a:lnTo>
                  <a:lnTo>
                    <a:pt x="174" y="348"/>
                  </a:lnTo>
                  <a:lnTo>
                    <a:pt x="168" y="336"/>
                  </a:lnTo>
                  <a:lnTo>
                    <a:pt x="168" y="330"/>
                  </a:lnTo>
                  <a:lnTo>
                    <a:pt x="186" y="330"/>
                  </a:lnTo>
                  <a:lnTo>
                    <a:pt x="198" y="336"/>
                  </a:lnTo>
                  <a:lnTo>
                    <a:pt x="210" y="348"/>
                  </a:lnTo>
                  <a:lnTo>
                    <a:pt x="222" y="342"/>
                  </a:lnTo>
                  <a:lnTo>
                    <a:pt x="210" y="336"/>
                  </a:lnTo>
                  <a:lnTo>
                    <a:pt x="204" y="324"/>
                  </a:lnTo>
                  <a:lnTo>
                    <a:pt x="192" y="318"/>
                  </a:lnTo>
                  <a:lnTo>
                    <a:pt x="186" y="312"/>
                  </a:lnTo>
                  <a:lnTo>
                    <a:pt x="174" y="306"/>
                  </a:lnTo>
                  <a:lnTo>
                    <a:pt x="156" y="294"/>
                  </a:lnTo>
                  <a:lnTo>
                    <a:pt x="138" y="288"/>
                  </a:lnTo>
                  <a:lnTo>
                    <a:pt x="126" y="282"/>
                  </a:lnTo>
                  <a:lnTo>
                    <a:pt x="120" y="276"/>
                  </a:lnTo>
                  <a:lnTo>
                    <a:pt x="114" y="276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85" name="Ghana" descr="© INSCALE GmbH, 05.05.2010&#10;http://www.presentationload.com/">
              <a:extLst>
                <a:ext uri="{FF2B5EF4-FFF2-40B4-BE49-F238E27FC236}">
                  <a16:creationId xmlns:a16="http://schemas.microsoft.com/office/drawing/2014/main" id="{4D8FBE23-DB58-4992-91BE-A14CAFF578A0}"/>
                </a:ext>
              </a:extLst>
            </p:cNvPr>
            <p:cNvSpPr>
              <a:spLocks/>
            </p:cNvSpPr>
            <p:nvPr/>
          </p:nvSpPr>
          <p:spPr bwMode="gray">
            <a:xfrm>
              <a:off x="3654441" y="2707836"/>
              <a:ext cx="107272" cy="169544"/>
            </a:xfrm>
            <a:custGeom>
              <a:avLst/>
              <a:gdLst>
                <a:gd name="T0" fmla="*/ 2147483647 w 324"/>
                <a:gd name="T1" fmla="*/ 2147483647 h 516"/>
                <a:gd name="T2" fmla="*/ 2147483647 w 324"/>
                <a:gd name="T3" fmla="*/ 2147483647 h 516"/>
                <a:gd name="T4" fmla="*/ 2147483647 w 324"/>
                <a:gd name="T5" fmla="*/ 2147483647 h 516"/>
                <a:gd name="T6" fmla="*/ 2147483647 w 324"/>
                <a:gd name="T7" fmla="*/ 2147483647 h 516"/>
                <a:gd name="T8" fmla="*/ 2147483647 w 324"/>
                <a:gd name="T9" fmla="*/ 2147483647 h 516"/>
                <a:gd name="T10" fmla="*/ 2147483647 w 324"/>
                <a:gd name="T11" fmla="*/ 2147483647 h 516"/>
                <a:gd name="T12" fmla="*/ 2147483647 w 324"/>
                <a:gd name="T13" fmla="*/ 2147483647 h 516"/>
                <a:gd name="T14" fmla="*/ 2147483647 w 324"/>
                <a:gd name="T15" fmla="*/ 2147483647 h 516"/>
                <a:gd name="T16" fmla="*/ 2147483647 w 324"/>
                <a:gd name="T17" fmla="*/ 2147483647 h 516"/>
                <a:gd name="T18" fmla="*/ 2147483647 w 324"/>
                <a:gd name="T19" fmla="*/ 2147483647 h 516"/>
                <a:gd name="T20" fmla="*/ 2147483647 w 324"/>
                <a:gd name="T21" fmla="*/ 2147483647 h 516"/>
                <a:gd name="T22" fmla="*/ 2147483647 w 324"/>
                <a:gd name="T23" fmla="*/ 2147483647 h 516"/>
                <a:gd name="T24" fmla="*/ 2147483647 w 324"/>
                <a:gd name="T25" fmla="*/ 2147483647 h 516"/>
                <a:gd name="T26" fmla="*/ 2147483647 w 324"/>
                <a:gd name="T27" fmla="*/ 0 h 516"/>
                <a:gd name="T28" fmla="*/ 2147483647 w 324"/>
                <a:gd name="T29" fmla="*/ 2147483647 h 516"/>
                <a:gd name="T30" fmla="*/ 2147483647 w 324"/>
                <a:gd name="T31" fmla="*/ 2147483647 h 516"/>
                <a:gd name="T32" fmla="*/ 2147483647 w 324"/>
                <a:gd name="T33" fmla="*/ 2147483647 h 516"/>
                <a:gd name="T34" fmla="*/ 2147483647 w 324"/>
                <a:gd name="T35" fmla="*/ 2147483647 h 516"/>
                <a:gd name="T36" fmla="*/ 2147483647 w 324"/>
                <a:gd name="T37" fmla="*/ 2147483647 h 516"/>
                <a:gd name="T38" fmla="*/ 2147483647 w 324"/>
                <a:gd name="T39" fmla="*/ 2147483647 h 516"/>
                <a:gd name="T40" fmla="*/ 2147483647 w 324"/>
                <a:gd name="T41" fmla="*/ 2147483647 h 516"/>
                <a:gd name="T42" fmla="*/ 2147483647 w 324"/>
                <a:gd name="T43" fmla="*/ 2147483647 h 516"/>
                <a:gd name="T44" fmla="*/ 2147483647 w 324"/>
                <a:gd name="T45" fmla="*/ 2147483647 h 516"/>
                <a:gd name="T46" fmla="*/ 2147483647 w 324"/>
                <a:gd name="T47" fmla="*/ 2147483647 h 516"/>
                <a:gd name="T48" fmla="*/ 2147483647 w 324"/>
                <a:gd name="T49" fmla="*/ 2147483647 h 516"/>
                <a:gd name="T50" fmla="*/ 2147483647 w 324"/>
                <a:gd name="T51" fmla="*/ 2147483647 h 516"/>
                <a:gd name="T52" fmla="*/ 2147483647 w 324"/>
                <a:gd name="T53" fmla="*/ 2147483647 h 516"/>
                <a:gd name="T54" fmla="*/ 0 w 324"/>
                <a:gd name="T55" fmla="*/ 2147483647 h 516"/>
                <a:gd name="T56" fmla="*/ 2147483647 w 324"/>
                <a:gd name="T57" fmla="*/ 2147483647 h 516"/>
                <a:gd name="T58" fmla="*/ 2147483647 w 324"/>
                <a:gd name="T59" fmla="*/ 2147483647 h 516"/>
                <a:gd name="T60" fmla="*/ 2147483647 w 324"/>
                <a:gd name="T61" fmla="*/ 2147483647 h 516"/>
                <a:gd name="T62" fmla="*/ 2147483647 w 324"/>
                <a:gd name="T63" fmla="*/ 2147483647 h 516"/>
                <a:gd name="T64" fmla="*/ 2147483647 w 324"/>
                <a:gd name="T65" fmla="*/ 2147483647 h 516"/>
                <a:gd name="T66" fmla="*/ 2147483647 w 324"/>
                <a:gd name="T67" fmla="*/ 2147483647 h 516"/>
                <a:gd name="T68" fmla="*/ 2147483647 w 324"/>
                <a:gd name="T69" fmla="*/ 2147483647 h 516"/>
                <a:gd name="T70" fmla="*/ 2147483647 w 324"/>
                <a:gd name="T71" fmla="*/ 2147483647 h 516"/>
                <a:gd name="T72" fmla="*/ 2147483647 w 324"/>
                <a:gd name="T73" fmla="*/ 2147483647 h 516"/>
                <a:gd name="T74" fmla="*/ 2147483647 w 324"/>
                <a:gd name="T75" fmla="*/ 2147483647 h 516"/>
                <a:gd name="T76" fmla="*/ 2147483647 w 324"/>
                <a:gd name="T77" fmla="*/ 2147483647 h 516"/>
                <a:gd name="T78" fmla="*/ 2147483647 w 324"/>
                <a:gd name="T79" fmla="*/ 2147483647 h 516"/>
                <a:gd name="T80" fmla="*/ 2147483647 w 324"/>
                <a:gd name="T81" fmla="*/ 2147483647 h 516"/>
                <a:gd name="T82" fmla="*/ 2147483647 w 324"/>
                <a:gd name="T83" fmla="*/ 2147483647 h 516"/>
                <a:gd name="T84" fmla="*/ 2147483647 w 324"/>
                <a:gd name="T85" fmla="*/ 2147483647 h 516"/>
                <a:gd name="T86" fmla="*/ 2147483647 w 324"/>
                <a:gd name="T87" fmla="*/ 2147483647 h 51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24"/>
                <a:gd name="T133" fmla="*/ 0 h 516"/>
                <a:gd name="T134" fmla="*/ 324 w 324"/>
                <a:gd name="T135" fmla="*/ 516 h 51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24" h="516">
                  <a:moveTo>
                    <a:pt x="282" y="342"/>
                  </a:moveTo>
                  <a:lnTo>
                    <a:pt x="282" y="330"/>
                  </a:lnTo>
                  <a:lnTo>
                    <a:pt x="288" y="318"/>
                  </a:lnTo>
                  <a:lnTo>
                    <a:pt x="288" y="306"/>
                  </a:lnTo>
                  <a:lnTo>
                    <a:pt x="282" y="300"/>
                  </a:lnTo>
                  <a:lnTo>
                    <a:pt x="276" y="300"/>
                  </a:lnTo>
                  <a:lnTo>
                    <a:pt x="276" y="282"/>
                  </a:lnTo>
                  <a:lnTo>
                    <a:pt x="282" y="276"/>
                  </a:lnTo>
                  <a:lnTo>
                    <a:pt x="282" y="234"/>
                  </a:lnTo>
                  <a:lnTo>
                    <a:pt x="288" y="228"/>
                  </a:lnTo>
                  <a:lnTo>
                    <a:pt x="288" y="216"/>
                  </a:lnTo>
                  <a:lnTo>
                    <a:pt x="282" y="210"/>
                  </a:lnTo>
                  <a:lnTo>
                    <a:pt x="270" y="204"/>
                  </a:lnTo>
                  <a:lnTo>
                    <a:pt x="264" y="198"/>
                  </a:lnTo>
                  <a:lnTo>
                    <a:pt x="276" y="186"/>
                  </a:lnTo>
                  <a:lnTo>
                    <a:pt x="282" y="186"/>
                  </a:lnTo>
                  <a:lnTo>
                    <a:pt x="282" y="180"/>
                  </a:lnTo>
                  <a:lnTo>
                    <a:pt x="270" y="168"/>
                  </a:lnTo>
                  <a:lnTo>
                    <a:pt x="276" y="156"/>
                  </a:lnTo>
                  <a:lnTo>
                    <a:pt x="276" y="132"/>
                  </a:lnTo>
                  <a:lnTo>
                    <a:pt x="270" y="126"/>
                  </a:lnTo>
                  <a:lnTo>
                    <a:pt x="264" y="126"/>
                  </a:lnTo>
                  <a:lnTo>
                    <a:pt x="252" y="138"/>
                  </a:lnTo>
                  <a:lnTo>
                    <a:pt x="264" y="60"/>
                  </a:lnTo>
                  <a:lnTo>
                    <a:pt x="228" y="36"/>
                  </a:lnTo>
                  <a:lnTo>
                    <a:pt x="240" y="24"/>
                  </a:lnTo>
                  <a:lnTo>
                    <a:pt x="240" y="6"/>
                  </a:lnTo>
                  <a:lnTo>
                    <a:pt x="222" y="0"/>
                  </a:lnTo>
                  <a:lnTo>
                    <a:pt x="198" y="12"/>
                  </a:lnTo>
                  <a:lnTo>
                    <a:pt x="42" y="12"/>
                  </a:lnTo>
                  <a:lnTo>
                    <a:pt x="36" y="18"/>
                  </a:lnTo>
                  <a:lnTo>
                    <a:pt x="30" y="30"/>
                  </a:lnTo>
                  <a:lnTo>
                    <a:pt x="30" y="48"/>
                  </a:lnTo>
                  <a:lnTo>
                    <a:pt x="36" y="48"/>
                  </a:lnTo>
                  <a:lnTo>
                    <a:pt x="42" y="78"/>
                  </a:lnTo>
                  <a:lnTo>
                    <a:pt x="42" y="132"/>
                  </a:lnTo>
                  <a:lnTo>
                    <a:pt x="48" y="126"/>
                  </a:lnTo>
                  <a:lnTo>
                    <a:pt x="54" y="156"/>
                  </a:lnTo>
                  <a:lnTo>
                    <a:pt x="42" y="156"/>
                  </a:lnTo>
                  <a:lnTo>
                    <a:pt x="42" y="162"/>
                  </a:lnTo>
                  <a:lnTo>
                    <a:pt x="48" y="168"/>
                  </a:lnTo>
                  <a:lnTo>
                    <a:pt x="48" y="180"/>
                  </a:lnTo>
                  <a:lnTo>
                    <a:pt x="54" y="192"/>
                  </a:lnTo>
                  <a:lnTo>
                    <a:pt x="54" y="204"/>
                  </a:lnTo>
                  <a:lnTo>
                    <a:pt x="60" y="216"/>
                  </a:lnTo>
                  <a:lnTo>
                    <a:pt x="60" y="228"/>
                  </a:lnTo>
                  <a:lnTo>
                    <a:pt x="48" y="252"/>
                  </a:lnTo>
                  <a:lnTo>
                    <a:pt x="42" y="258"/>
                  </a:lnTo>
                  <a:lnTo>
                    <a:pt x="36" y="270"/>
                  </a:lnTo>
                  <a:lnTo>
                    <a:pt x="36" y="288"/>
                  </a:lnTo>
                  <a:lnTo>
                    <a:pt x="30" y="300"/>
                  </a:lnTo>
                  <a:lnTo>
                    <a:pt x="30" y="312"/>
                  </a:lnTo>
                  <a:lnTo>
                    <a:pt x="12" y="330"/>
                  </a:lnTo>
                  <a:lnTo>
                    <a:pt x="6" y="342"/>
                  </a:lnTo>
                  <a:lnTo>
                    <a:pt x="0" y="348"/>
                  </a:lnTo>
                  <a:lnTo>
                    <a:pt x="0" y="372"/>
                  </a:lnTo>
                  <a:lnTo>
                    <a:pt x="6" y="384"/>
                  </a:lnTo>
                  <a:lnTo>
                    <a:pt x="12" y="402"/>
                  </a:lnTo>
                  <a:lnTo>
                    <a:pt x="12" y="414"/>
                  </a:lnTo>
                  <a:lnTo>
                    <a:pt x="18" y="426"/>
                  </a:lnTo>
                  <a:lnTo>
                    <a:pt x="24" y="432"/>
                  </a:lnTo>
                  <a:lnTo>
                    <a:pt x="24" y="438"/>
                  </a:lnTo>
                  <a:lnTo>
                    <a:pt x="48" y="444"/>
                  </a:lnTo>
                  <a:lnTo>
                    <a:pt x="48" y="498"/>
                  </a:lnTo>
                  <a:lnTo>
                    <a:pt x="72" y="498"/>
                  </a:lnTo>
                  <a:lnTo>
                    <a:pt x="78" y="504"/>
                  </a:lnTo>
                  <a:lnTo>
                    <a:pt x="78" y="510"/>
                  </a:lnTo>
                  <a:lnTo>
                    <a:pt x="84" y="516"/>
                  </a:lnTo>
                  <a:lnTo>
                    <a:pt x="96" y="516"/>
                  </a:lnTo>
                  <a:lnTo>
                    <a:pt x="108" y="510"/>
                  </a:lnTo>
                  <a:lnTo>
                    <a:pt x="114" y="504"/>
                  </a:lnTo>
                  <a:lnTo>
                    <a:pt x="132" y="492"/>
                  </a:lnTo>
                  <a:lnTo>
                    <a:pt x="138" y="486"/>
                  </a:lnTo>
                  <a:lnTo>
                    <a:pt x="150" y="480"/>
                  </a:lnTo>
                  <a:lnTo>
                    <a:pt x="180" y="480"/>
                  </a:lnTo>
                  <a:lnTo>
                    <a:pt x="186" y="474"/>
                  </a:lnTo>
                  <a:lnTo>
                    <a:pt x="198" y="468"/>
                  </a:lnTo>
                  <a:lnTo>
                    <a:pt x="216" y="450"/>
                  </a:lnTo>
                  <a:lnTo>
                    <a:pt x="228" y="450"/>
                  </a:lnTo>
                  <a:lnTo>
                    <a:pt x="234" y="444"/>
                  </a:lnTo>
                  <a:lnTo>
                    <a:pt x="240" y="444"/>
                  </a:lnTo>
                  <a:lnTo>
                    <a:pt x="258" y="426"/>
                  </a:lnTo>
                  <a:lnTo>
                    <a:pt x="270" y="426"/>
                  </a:lnTo>
                  <a:lnTo>
                    <a:pt x="276" y="432"/>
                  </a:lnTo>
                  <a:lnTo>
                    <a:pt x="294" y="432"/>
                  </a:lnTo>
                  <a:lnTo>
                    <a:pt x="306" y="426"/>
                  </a:lnTo>
                  <a:lnTo>
                    <a:pt x="324" y="408"/>
                  </a:lnTo>
                  <a:lnTo>
                    <a:pt x="294" y="384"/>
                  </a:lnTo>
                  <a:lnTo>
                    <a:pt x="282" y="342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86" name="Germany" descr="© INSCALE GmbH, 05.05.2010&#10;http://www.presentationload.com/">
              <a:extLst>
                <a:ext uri="{FF2B5EF4-FFF2-40B4-BE49-F238E27FC236}">
                  <a16:creationId xmlns:a16="http://schemas.microsoft.com/office/drawing/2014/main" id="{5E7FDF7A-F2FC-4C67-97C7-372F727F585B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884492" y="1558279"/>
              <a:ext cx="186108" cy="193948"/>
            </a:xfrm>
            <a:custGeom>
              <a:avLst/>
              <a:gdLst>
                <a:gd name="T0" fmla="*/ 2147483647 w 564"/>
                <a:gd name="T1" fmla="*/ 2147483647 h 588"/>
                <a:gd name="T2" fmla="*/ 2147483647 w 564"/>
                <a:gd name="T3" fmla="*/ 2147483647 h 588"/>
                <a:gd name="T4" fmla="*/ 2147483647 w 564"/>
                <a:gd name="T5" fmla="*/ 2147483647 h 588"/>
                <a:gd name="T6" fmla="*/ 2147483647 w 564"/>
                <a:gd name="T7" fmla="*/ 2147483647 h 588"/>
                <a:gd name="T8" fmla="*/ 2147483647 w 564"/>
                <a:gd name="T9" fmla="*/ 2147483647 h 588"/>
                <a:gd name="T10" fmla="*/ 2147483647 w 564"/>
                <a:gd name="T11" fmla="*/ 2147483647 h 588"/>
                <a:gd name="T12" fmla="*/ 2147483647 w 564"/>
                <a:gd name="T13" fmla="*/ 2147483647 h 588"/>
                <a:gd name="T14" fmla="*/ 2147483647 w 564"/>
                <a:gd name="T15" fmla="*/ 2147483647 h 588"/>
                <a:gd name="T16" fmla="*/ 2147483647 w 564"/>
                <a:gd name="T17" fmla="*/ 2147483647 h 588"/>
                <a:gd name="T18" fmla="*/ 2147483647 w 564"/>
                <a:gd name="T19" fmla="*/ 2147483647 h 588"/>
                <a:gd name="T20" fmla="*/ 2147483647 w 564"/>
                <a:gd name="T21" fmla="*/ 2147483647 h 588"/>
                <a:gd name="T22" fmla="*/ 2147483647 w 564"/>
                <a:gd name="T23" fmla="*/ 2147483647 h 588"/>
                <a:gd name="T24" fmla="*/ 2147483647 w 564"/>
                <a:gd name="T25" fmla="*/ 2147483647 h 588"/>
                <a:gd name="T26" fmla="*/ 2147483647 w 564"/>
                <a:gd name="T27" fmla="*/ 2147483647 h 588"/>
                <a:gd name="T28" fmla="*/ 2147483647 w 564"/>
                <a:gd name="T29" fmla="*/ 2147483647 h 588"/>
                <a:gd name="T30" fmla="*/ 2147483647 w 564"/>
                <a:gd name="T31" fmla="*/ 2147483647 h 588"/>
                <a:gd name="T32" fmla="*/ 2147483647 w 564"/>
                <a:gd name="T33" fmla="*/ 2147483647 h 588"/>
                <a:gd name="T34" fmla="*/ 2147483647 w 564"/>
                <a:gd name="T35" fmla="*/ 2147483647 h 588"/>
                <a:gd name="T36" fmla="*/ 2147483647 w 564"/>
                <a:gd name="T37" fmla="*/ 2147483647 h 588"/>
                <a:gd name="T38" fmla="*/ 2147483647 w 564"/>
                <a:gd name="T39" fmla="*/ 2147483647 h 588"/>
                <a:gd name="T40" fmla="*/ 2147483647 w 564"/>
                <a:gd name="T41" fmla="*/ 2147483647 h 588"/>
                <a:gd name="T42" fmla="*/ 2147483647 w 564"/>
                <a:gd name="T43" fmla="*/ 2147483647 h 588"/>
                <a:gd name="T44" fmla="*/ 2147483647 w 564"/>
                <a:gd name="T45" fmla="*/ 2147483647 h 588"/>
                <a:gd name="T46" fmla="*/ 2147483647 w 564"/>
                <a:gd name="T47" fmla="*/ 2147483647 h 588"/>
                <a:gd name="T48" fmla="*/ 2147483647 w 564"/>
                <a:gd name="T49" fmla="*/ 2147483647 h 588"/>
                <a:gd name="T50" fmla="*/ 2147483647 w 564"/>
                <a:gd name="T51" fmla="*/ 2147483647 h 588"/>
                <a:gd name="T52" fmla="*/ 2147483647 w 564"/>
                <a:gd name="T53" fmla="*/ 2147483647 h 588"/>
                <a:gd name="T54" fmla="*/ 2147483647 w 564"/>
                <a:gd name="T55" fmla="*/ 2147483647 h 588"/>
                <a:gd name="T56" fmla="*/ 2147483647 w 564"/>
                <a:gd name="T57" fmla="*/ 2147483647 h 588"/>
                <a:gd name="T58" fmla="*/ 2147483647 w 564"/>
                <a:gd name="T59" fmla="*/ 2147483647 h 588"/>
                <a:gd name="T60" fmla="*/ 2147483647 w 564"/>
                <a:gd name="T61" fmla="*/ 2147483647 h 588"/>
                <a:gd name="T62" fmla="*/ 2147483647 w 564"/>
                <a:gd name="T63" fmla="*/ 2147483647 h 588"/>
                <a:gd name="T64" fmla="*/ 2147483647 w 564"/>
                <a:gd name="T65" fmla="*/ 2147483647 h 588"/>
                <a:gd name="T66" fmla="*/ 2147483647 w 564"/>
                <a:gd name="T67" fmla="*/ 2147483647 h 588"/>
                <a:gd name="T68" fmla="*/ 2147483647 w 564"/>
                <a:gd name="T69" fmla="*/ 2147483647 h 588"/>
                <a:gd name="T70" fmla="*/ 2147483647 w 564"/>
                <a:gd name="T71" fmla="*/ 2147483647 h 588"/>
                <a:gd name="T72" fmla="*/ 2147483647 w 564"/>
                <a:gd name="T73" fmla="*/ 2147483647 h 588"/>
                <a:gd name="T74" fmla="*/ 2147483647 w 564"/>
                <a:gd name="T75" fmla="*/ 2147483647 h 588"/>
                <a:gd name="T76" fmla="*/ 2147483647 w 564"/>
                <a:gd name="T77" fmla="*/ 2147483647 h 588"/>
                <a:gd name="T78" fmla="*/ 2147483647 w 564"/>
                <a:gd name="T79" fmla="*/ 2147483647 h 588"/>
                <a:gd name="T80" fmla="*/ 2147483647 w 564"/>
                <a:gd name="T81" fmla="*/ 2147483647 h 588"/>
                <a:gd name="T82" fmla="*/ 2147483647 w 564"/>
                <a:gd name="T83" fmla="*/ 0 h 588"/>
                <a:gd name="T84" fmla="*/ 2147483647 w 564"/>
                <a:gd name="T85" fmla="*/ 2147483647 h 588"/>
                <a:gd name="T86" fmla="*/ 2147483647 w 564"/>
                <a:gd name="T87" fmla="*/ 2147483647 h 588"/>
                <a:gd name="T88" fmla="*/ 2147483647 w 564"/>
                <a:gd name="T89" fmla="*/ 2147483647 h 588"/>
                <a:gd name="T90" fmla="*/ 2147483647 w 564"/>
                <a:gd name="T91" fmla="*/ 2147483647 h 588"/>
                <a:gd name="T92" fmla="*/ 2147483647 w 564"/>
                <a:gd name="T93" fmla="*/ 2147483647 h 588"/>
                <a:gd name="T94" fmla="*/ 2147483647 w 564"/>
                <a:gd name="T95" fmla="*/ 2147483647 h 588"/>
                <a:gd name="T96" fmla="*/ 2147483647 w 564"/>
                <a:gd name="T97" fmla="*/ 2147483647 h 588"/>
                <a:gd name="T98" fmla="*/ 2147483647 w 564"/>
                <a:gd name="T99" fmla="*/ 2147483647 h 588"/>
                <a:gd name="T100" fmla="*/ 2147483647 w 564"/>
                <a:gd name="T101" fmla="*/ 2147483647 h 588"/>
                <a:gd name="T102" fmla="*/ 2147483647 w 564"/>
                <a:gd name="T103" fmla="*/ 2147483647 h 588"/>
                <a:gd name="T104" fmla="*/ 0 w 564"/>
                <a:gd name="T105" fmla="*/ 2147483647 h 588"/>
                <a:gd name="T106" fmla="*/ 2147483647 w 564"/>
                <a:gd name="T107" fmla="*/ 2147483647 h 588"/>
                <a:gd name="T108" fmla="*/ 2147483647 w 564"/>
                <a:gd name="T109" fmla="*/ 2147483647 h 588"/>
                <a:gd name="T110" fmla="*/ 2147483647 w 564"/>
                <a:gd name="T111" fmla="*/ 2147483647 h 58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64"/>
                <a:gd name="T169" fmla="*/ 0 h 588"/>
                <a:gd name="T170" fmla="*/ 564 w 564"/>
                <a:gd name="T171" fmla="*/ 588 h 58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64" h="588">
                  <a:moveTo>
                    <a:pt x="30" y="414"/>
                  </a:moveTo>
                  <a:lnTo>
                    <a:pt x="30" y="420"/>
                  </a:lnTo>
                  <a:lnTo>
                    <a:pt x="36" y="420"/>
                  </a:lnTo>
                  <a:lnTo>
                    <a:pt x="36" y="444"/>
                  </a:lnTo>
                  <a:lnTo>
                    <a:pt x="60" y="444"/>
                  </a:lnTo>
                  <a:lnTo>
                    <a:pt x="60" y="450"/>
                  </a:lnTo>
                  <a:lnTo>
                    <a:pt x="72" y="450"/>
                  </a:lnTo>
                  <a:lnTo>
                    <a:pt x="84" y="444"/>
                  </a:lnTo>
                  <a:lnTo>
                    <a:pt x="96" y="444"/>
                  </a:lnTo>
                  <a:lnTo>
                    <a:pt x="96" y="450"/>
                  </a:lnTo>
                  <a:lnTo>
                    <a:pt x="120" y="450"/>
                  </a:lnTo>
                  <a:lnTo>
                    <a:pt x="138" y="456"/>
                  </a:lnTo>
                  <a:lnTo>
                    <a:pt x="132" y="468"/>
                  </a:lnTo>
                  <a:lnTo>
                    <a:pt x="114" y="486"/>
                  </a:lnTo>
                  <a:lnTo>
                    <a:pt x="114" y="498"/>
                  </a:lnTo>
                  <a:lnTo>
                    <a:pt x="108" y="510"/>
                  </a:lnTo>
                  <a:lnTo>
                    <a:pt x="102" y="516"/>
                  </a:lnTo>
                  <a:lnTo>
                    <a:pt x="96" y="528"/>
                  </a:lnTo>
                  <a:lnTo>
                    <a:pt x="96" y="570"/>
                  </a:lnTo>
                  <a:lnTo>
                    <a:pt x="132" y="570"/>
                  </a:lnTo>
                  <a:lnTo>
                    <a:pt x="150" y="564"/>
                  </a:lnTo>
                  <a:lnTo>
                    <a:pt x="156" y="570"/>
                  </a:lnTo>
                  <a:lnTo>
                    <a:pt x="150" y="564"/>
                  </a:lnTo>
                  <a:lnTo>
                    <a:pt x="150" y="552"/>
                  </a:lnTo>
                  <a:lnTo>
                    <a:pt x="156" y="546"/>
                  </a:lnTo>
                  <a:lnTo>
                    <a:pt x="162" y="546"/>
                  </a:lnTo>
                  <a:lnTo>
                    <a:pt x="174" y="552"/>
                  </a:lnTo>
                  <a:lnTo>
                    <a:pt x="180" y="558"/>
                  </a:lnTo>
                  <a:lnTo>
                    <a:pt x="192" y="558"/>
                  </a:lnTo>
                  <a:lnTo>
                    <a:pt x="210" y="564"/>
                  </a:lnTo>
                  <a:lnTo>
                    <a:pt x="216" y="576"/>
                  </a:lnTo>
                  <a:lnTo>
                    <a:pt x="252" y="576"/>
                  </a:lnTo>
                  <a:lnTo>
                    <a:pt x="258" y="582"/>
                  </a:lnTo>
                  <a:lnTo>
                    <a:pt x="258" y="588"/>
                  </a:lnTo>
                  <a:lnTo>
                    <a:pt x="270" y="588"/>
                  </a:lnTo>
                  <a:lnTo>
                    <a:pt x="276" y="582"/>
                  </a:lnTo>
                  <a:lnTo>
                    <a:pt x="276" y="570"/>
                  </a:lnTo>
                  <a:lnTo>
                    <a:pt x="294" y="570"/>
                  </a:lnTo>
                  <a:lnTo>
                    <a:pt x="312" y="588"/>
                  </a:lnTo>
                  <a:lnTo>
                    <a:pt x="330" y="588"/>
                  </a:lnTo>
                  <a:lnTo>
                    <a:pt x="336" y="582"/>
                  </a:lnTo>
                  <a:lnTo>
                    <a:pt x="354" y="570"/>
                  </a:lnTo>
                  <a:lnTo>
                    <a:pt x="372" y="570"/>
                  </a:lnTo>
                  <a:lnTo>
                    <a:pt x="390" y="558"/>
                  </a:lnTo>
                  <a:lnTo>
                    <a:pt x="402" y="564"/>
                  </a:lnTo>
                  <a:lnTo>
                    <a:pt x="420" y="570"/>
                  </a:lnTo>
                  <a:lnTo>
                    <a:pt x="432" y="582"/>
                  </a:lnTo>
                  <a:lnTo>
                    <a:pt x="438" y="582"/>
                  </a:lnTo>
                  <a:lnTo>
                    <a:pt x="438" y="540"/>
                  </a:lnTo>
                  <a:lnTo>
                    <a:pt x="426" y="540"/>
                  </a:lnTo>
                  <a:lnTo>
                    <a:pt x="426" y="534"/>
                  </a:lnTo>
                  <a:lnTo>
                    <a:pt x="432" y="528"/>
                  </a:lnTo>
                  <a:lnTo>
                    <a:pt x="432" y="522"/>
                  </a:lnTo>
                  <a:lnTo>
                    <a:pt x="438" y="516"/>
                  </a:lnTo>
                  <a:lnTo>
                    <a:pt x="456" y="516"/>
                  </a:lnTo>
                  <a:lnTo>
                    <a:pt x="462" y="522"/>
                  </a:lnTo>
                  <a:lnTo>
                    <a:pt x="468" y="522"/>
                  </a:lnTo>
                  <a:lnTo>
                    <a:pt x="468" y="504"/>
                  </a:lnTo>
                  <a:lnTo>
                    <a:pt x="462" y="492"/>
                  </a:lnTo>
                  <a:lnTo>
                    <a:pt x="480" y="492"/>
                  </a:lnTo>
                  <a:lnTo>
                    <a:pt x="486" y="474"/>
                  </a:lnTo>
                  <a:lnTo>
                    <a:pt x="486" y="462"/>
                  </a:lnTo>
                  <a:lnTo>
                    <a:pt x="480" y="462"/>
                  </a:lnTo>
                  <a:lnTo>
                    <a:pt x="474" y="456"/>
                  </a:lnTo>
                  <a:lnTo>
                    <a:pt x="462" y="456"/>
                  </a:lnTo>
                  <a:lnTo>
                    <a:pt x="456" y="444"/>
                  </a:lnTo>
                  <a:lnTo>
                    <a:pt x="450" y="444"/>
                  </a:lnTo>
                  <a:lnTo>
                    <a:pt x="444" y="432"/>
                  </a:lnTo>
                  <a:lnTo>
                    <a:pt x="432" y="432"/>
                  </a:lnTo>
                  <a:lnTo>
                    <a:pt x="420" y="426"/>
                  </a:lnTo>
                  <a:lnTo>
                    <a:pt x="420" y="420"/>
                  </a:lnTo>
                  <a:lnTo>
                    <a:pt x="414" y="420"/>
                  </a:lnTo>
                  <a:lnTo>
                    <a:pt x="408" y="408"/>
                  </a:lnTo>
                  <a:lnTo>
                    <a:pt x="396" y="396"/>
                  </a:lnTo>
                  <a:lnTo>
                    <a:pt x="396" y="390"/>
                  </a:lnTo>
                  <a:lnTo>
                    <a:pt x="402" y="390"/>
                  </a:lnTo>
                  <a:lnTo>
                    <a:pt x="408" y="384"/>
                  </a:lnTo>
                  <a:lnTo>
                    <a:pt x="396" y="372"/>
                  </a:lnTo>
                  <a:lnTo>
                    <a:pt x="390" y="372"/>
                  </a:lnTo>
                  <a:lnTo>
                    <a:pt x="384" y="366"/>
                  </a:lnTo>
                  <a:lnTo>
                    <a:pt x="384" y="354"/>
                  </a:lnTo>
                  <a:lnTo>
                    <a:pt x="390" y="354"/>
                  </a:lnTo>
                  <a:lnTo>
                    <a:pt x="390" y="360"/>
                  </a:lnTo>
                  <a:lnTo>
                    <a:pt x="402" y="360"/>
                  </a:lnTo>
                  <a:lnTo>
                    <a:pt x="402" y="354"/>
                  </a:lnTo>
                  <a:lnTo>
                    <a:pt x="414" y="354"/>
                  </a:lnTo>
                  <a:lnTo>
                    <a:pt x="414" y="348"/>
                  </a:lnTo>
                  <a:lnTo>
                    <a:pt x="420" y="342"/>
                  </a:lnTo>
                  <a:lnTo>
                    <a:pt x="426" y="342"/>
                  </a:lnTo>
                  <a:lnTo>
                    <a:pt x="438" y="348"/>
                  </a:lnTo>
                  <a:lnTo>
                    <a:pt x="450" y="336"/>
                  </a:lnTo>
                  <a:lnTo>
                    <a:pt x="468" y="330"/>
                  </a:lnTo>
                  <a:lnTo>
                    <a:pt x="468" y="324"/>
                  </a:lnTo>
                  <a:lnTo>
                    <a:pt x="492" y="324"/>
                  </a:lnTo>
                  <a:lnTo>
                    <a:pt x="492" y="318"/>
                  </a:lnTo>
                  <a:lnTo>
                    <a:pt x="510" y="318"/>
                  </a:lnTo>
                  <a:lnTo>
                    <a:pt x="510" y="312"/>
                  </a:lnTo>
                  <a:lnTo>
                    <a:pt x="516" y="306"/>
                  </a:lnTo>
                  <a:lnTo>
                    <a:pt x="522" y="306"/>
                  </a:lnTo>
                  <a:lnTo>
                    <a:pt x="528" y="300"/>
                  </a:lnTo>
                  <a:lnTo>
                    <a:pt x="540" y="312"/>
                  </a:lnTo>
                  <a:lnTo>
                    <a:pt x="552" y="312"/>
                  </a:lnTo>
                  <a:lnTo>
                    <a:pt x="558" y="300"/>
                  </a:lnTo>
                  <a:lnTo>
                    <a:pt x="558" y="294"/>
                  </a:lnTo>
                  <a:lnTo>
                    <a:pt x="564" y="288"/>
                  </a:lnTo>
                  <a:lnTo>
                    <a:pt x="564" y="282"/>
                  </a:lnTo>
                  <a:lnTo>
                    <a:pt x="552" y="282"/>
                  </a:lnTo>
                  <a:lnTo>
                    <a:pt x="558" y="276"/>
                  </a:lnTo>
                  <a:lnTo>
                    <a:pt x="558" y="264"/>
                  </a:lnTo>
                  <a:lnTo>
                    <a:pt x="552" y="264"/>
                  </a:lnTo>
                  <a:lnTo>
                    <a:pt x="546" y="270"/>
                  </a:lnTo>
                  <a:lnTo>
                    <a:pt x="546" y="252"/>
                  </a:lnTo>
                  <a:lnTo>
                    <a:pt x="540" y="246"/>
                  </a:lnTo>
                  <a:lnTo>
                    <a:pt x="534" y="246"/>
                  </a:lnTo>
                  <a:lnTo>
                    <a:pt x="528" y="240"/>
                  </a:lnTo>
                  <a:lnTo>
                    <a:pt x="528" y="234"/>
                  </a:lnTo>
                  <a:lnTo>
                    <a:pt x="540" y="228"/>
                  </a:lnTo>
                  <a:lnTo>
                    <a:pt x="546" y="222"/>
                  </a:lnTo>
                  <a:lnTo>
                    <a:pt x="540" y="216"/>
                  </a:lnTo>
                  <a:lnTo>
                    <a:pt x="534" y="216"/>
                  </a:lnTo>
                  <a:lnTo>
                    <a:pt x="540" y="210"/>
                  </a:lnTo>
                  <a:lnTo>
                    <a:pt x="540" y="204"/>
                  </a:lnTo>
                  <a:lnTo>
                    <a:pt x="528" y="204"/>
                  </a:lnTo>
                  <a:lnTo>
                    <a:pt x="528" y="192"/>
                  </a:lnTo>
                  <a:lnTo>
                    <a:pt x="534" y="192"/>
                  </a:lnTo>
                  <a:lnTo>
                    <a:pt x="534" y="174"/>
                  </a:lnTo>
                  <a:lnTo>
                    <a:pt x="522" y="174"/>
                  </a:lnTo>
                  <a:lnTo>
                    <a:pt x="516" y="168"/>
                  </a:lnTo>
                  <a:lnTo>
                    <a:pt x="510" y="168"/>
                  </a:lnTo>
                  <a:lnTo>
                    <a:pt x="504" y="162"/>
                  </a:lnTo>
                  <a:lnTo>
                    <a:pt x="504" y="150"/>
                  </a:lnTo>
                  <a:lnTo>
                    <a:pt x="510" y="150"/>
                  </a:lnTo>
                  <a:lnTo>
                    <a:pt x="522" y="138"/>
                  </a:lnTo>
                  <a:lnTo>
                    <a:pt x="522" y="120"/>
                  </a:lnTo>
                  <a:lnTo>
                    <a:pt x="516" y="114"/>
                  </a:lnTo>
                  <a:lnTo>
                    <a:pt x="510" y="114"/>
                  </a:lnTo>
                  <a:lnTo>
                    <a:pt x="510" y="96"/>
                  </a:lnTo>
                  <a:lnTo>
                    <a:pt x="504" y="90"/>
                  </a:lnTo>
                  <a:lnTo>
                    <a:pt x="486" y="84"/>
                  </a:lnTo>
                  <a:lnTo>
                    <a:pt x="486" y="78"/>
                  </a:lnTo>
                  <a:lnTo>
                    <a:pt x="480" y="66"/>
                  </a:lnTo>
                  <a:lnTo>
                    <a:pt x="474" y="60"/>
                  </a:lnTo>
                  <a:lnTo>
                    <a:pt x="456" y="60"/>
                  </a:lnTo>
                  <a:lnTo>
                    <a:pt x="450" y="54"/>
                  </a:lnTo>
                  <a:lnTo>
                    <a:pt x="444" y="54"/>
                  </a:lnTo>
                  <a:lnTo>
                    <a:pt x="438" y="48"/>
                  </a:lnTo>
                  <a:lnTo>
                    <a:pt x="426" y="48"/>
                  </a:lnTo>
                  <a:lnTo>
                    <a:pt x="420" y="42"/>
                  </a:lnTo>
                  <a:lnTo>
                    <a:pt x="396" y="42"/>
                  </a:lnTo>
                  <a:lnTo>
                    <a:pt x="384" y="54"/>
                  </a:lnTo>
                  <a:lnTo>
                    <a:pt x="342" y="54"/>
                  </a:lnTo>
                  <a:lnTo>
                    <a:pt x="342" y="72"/>
                  </a:lnTo>
                  <a:lnTo>
                    <a:pt x="300" y="72"/>
                  </a:lnTo>
                  <a:lnTo>
                    <a:pt x="300" y="60"/>
                  </a:lnTo>
                  <a:lnTo>
                    <a:pt x="312" y="48"/>
                  </a:lnTo>
                  <a:lnTo>
                    <a:pt x="312" y="42"/>
                  </a:lnTo>
                  <a:lnTo>
                    <a:pt x="318" y="30"/>
                  </a:lnTo>
                  <a:lnTo>
                    <a:pt x="294" y="42"/>
                  </a:lnTo>
                  <a:lnTo>
                    <a:pt x="252" y="36"/>
                  </a:lnTo>
                  <a:lnTo>
                    <a:pt x="246" y="30"/>
                  </a:lnTo>
                  <a:lnTo>
                    <a:pt x="246" y="18"/>
                  </a:lnTo>
                  <a:lnTo>
                    <a:pt x="240" y="6"/>
                  </a:lnTo>
                  <a:lnTo>
                    <a:pt x="234" y="6"/>
                  </a:lnTo>
                  <a:lnTo>
                    <a:pt x="234" y="12"/>
                  </a:lnTo>
                  <a:lnTo>
                    <a:pt x="228" y="6"/>
                  </a:lnTo>
                  <a:lnTo>
                    <a:pt x="204" y="6"/>
                  </a:lnTo>
                  <a:lnTo>
                    <a:pt x="198" y="0"/>
                  </a:lnTo>
                  <a:lnTo>
                    <a:pt x="168" y="0"/>
                  </a:lnTo>
                  <a:lnTo>
                    <a:pt x="192" y="36"/>
                  </a:lnTo>
                  <a:lnTo>
                    <a:pt x="180" y="48"/>
                  </a:lnTo>
                  <a:lnTo>
                    <a:pt x="198" y="72"/>
                  </a:lnTo>
                  <a:lnTo>
                    <a:pt x="216" y="90"/>
                  </a:lnTo>
                  <a:lnTo>
                    <a:pt x="186" y="78"/>
                  </a:lnTo>
                  <a:lnTo>
                    <a:pt x="162" y="84"/>
                  </a:lnTo>
                  <a:lnTo>
                    <a:pt x="162" y="108"/>
                  </a:lnTo>
                  <a:lnTo>
                    <a:pt x="132" y="108"/>
                  </a:lnTo>
                  <a:lnTo>
                    <a:pt x="126" y="96"/>
                  </a:lnTo>
                  <a:lnTo>
                    <a:pt x="84" y="96"/>
                  </a:lnTo>
                  <a:lnTo>
                    <a:pt x="84" y="126"/>
                  </a:lnTo>
                  <a:lnTo>
                    <a:pt x="90" y="126"/>
                  </a:lnTo>
                  <a:lnTo>
                    <a:pt x="84" y="132"/>
                  </a:lnTo>
                  <a:lnTo>
                    <a:pt x="90" y="144"/>
                  </a:lnTo>
                  <a:lnTo>
                    <a:pt x="78" y="150"/>
                  </a:lnTo>
                  <a:lnTo>
                    <a:pt x="72" y="150"/>
                  </a:lnTo>
                  <a:lnTo>
                    <a:pt x="72" y="168"/>
                  </a:lnTo>
                  <a:lnTo>
                    <a:pt x="78" y="174"/>
                  </a:lnTo>
                  <a:lnTo>
                    <a:pt x="66" y="174"/>
                  </a:lnTo>
                  <a:lnTo>
                    <a:pt x="54" y="180"/>
                  </a:lnTo>
                  <a:lnTo>
                    <a:pt x="48" y="180"/>
                  </a:lnTo>
                  <a:lnTo>
                    <a:pt x="48" y="186"/>
                  </a:lnTo>
                  <a:lnTo>
                    <a:pt x="54" y="192"/>
                  </a:lnTo>
                  <a:lnTo>
                    <a:pt x="60" y="192"/>
                  </a:lnTo>
                  <a:lnTo>
                    <a:pt x="72" y="204"/>
                  </a:lnTo>
                  <a:lnTo>
                    <a:pt x="72" y="210"/>
                  </a:lnTo>
                  <a:lnTo>
                    <a:pt x="66" y="210"/>
                  </a:lnTo>
                  <a:lnTo>
                    <a:pt x="60" y="216"/>
                  </a:lnTo>
                  <a:lnTo>
                    <a:pt x="54" y="228"/>
                  </a:lnTo>
                  <a:lnTo>
                    <a:pt x="48" y="228"/>
                  </a:lnTo>
                  <a:lnTo>
                    <a:pt x="42" y="234"/>
                  </a:lnTo>
                  <a:lnTo>
                    <a:pt x="42" y="240"/>
                  </a:lnTo>
                  <a:lnTo>
                    <a:pt x="18" y="240"/>
                  </a:lnTo>
                  <a:lnTo>
                    <a:pt x="12" y="234"/>
                  </a:lnTo>
                  <a:lnTo>
                    <a:pt x="6" y="234"/>
                  </a:lnTo>
                  <a:lnTo>
                    <a:pt x="12" y="258"/>
                  </a:lnTo>
                  <a:lnTo>
                    <a:pt x="12" y="264"/>
                  </a:lnTo>
                  <a:lnTo>
                    <a:pt x="18" y="270"/>
                  </a:lnTo>
                  <a:lnTo>
                    <a:pt x="18" y="276"/>
                  </a:lnTo>
                  <a:lnTo>
                    <a:pt x="6" y="282"/>
                  </a:lnTo>
                  <a:lnTo>
                    <a:pt x="0" y="288"/>
                  </a:lnTo>
                  <a:lnTo>
                    <a:pt x="6" y="294"/>
                  </a:lnTo>
                  <a:lnTo>
                    <a:pt x="6" y="306"/>
                  </a:lnTo>
                  <a:lnTo>
                    <a:pt x="0" y="312"/>
                  </a:lnTo>
                  <a:lnTo>
                    <a:pt x="0" y="324"/>
                  </a:lnTo>
                  <a:lnTo>
                    <a:pt x="12" y="324"/>
                  </a:lnTo>
                  <a:lnTo>
                    <a:pt x="24" y="336"/>
                  </a:lnTo>
                  <a:lnTo>
                    <a:pt x="24" y="354"/>
                  </a:lnTo>
                  <a:lnTo>
                    <a:pt x="30" y="360"/>
                  </a:lnTo>
                  <a:lnTo>
                    <a:pt x="18" y="360"/>
                  </a:lnTo>
                  <a:lnTo>
                    <a:pt x="12" y="366"/>
                  </a:lnTo>
                  <a:lnTo>
                    <a:pt x="12" y="384"/>
                  </a:lnTo>
                  <a:lnTo>
                    <a:pt x="18" y="390"/>
                  </a:lnTo>
                  <a:lnTo>
                    <a:pt x="24" y="390"/>
                  </a:lnTo>
                  <a:lnTo>
                    <a:pt x="36" y="396"/>
                  </a:lnTo>
                  <a:lnTo>
                    <a:pt x="36" y="408"/>
                  </a:lnTo>
                  <a:lnTo>
                    <a:pt x="30" y="414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87" name="Georgia" descr="© INSCALE GmbH, 05.05.2010&#10;http://www.presentationload.com/">
              <a:extLst>
                <a:ext uri="{FF2B5EF4-FFF2-40B4-BE49-F238E27FC236}">
                  <a16:creationId xmlns:a16="http://schemas.microsoft.com/office/drawing/2014/main" id="{73801FCB-FCD8-46B1-8CFA-F1163F97924B}"/>
                </a:ext>
              </a:extLst>
            </p:cNvPr>
            <p:cNvSpPr>
              <a:spLocks/>
            </p:cNvSpPr>
            <p:nvPr/>
          </p:nvSpPr>
          <p:spPr bwMode="gray">
            <a:xfrm>
              <a:off x="4606953" y="1848556"/>
              <a:ext cx="152506" cy="69359"/>
            </a:xfrm>
            <a:custGeom>
              <a:avLst/>
              <a:gdLst>
                <a:gd name="T0" fmla="*/ 2147483647 w 462"/>
                <a:gd name="T1" fmla="*/ 2147483647 h 210"/>
                <a:gd name="T2" fmla="*/ 2147483647 w 462"/>
                <a:gd name="T3" fmla="*/ 2147483647 h 210"/>
                <a:gd name="T4" fmla="*/ 2147483647 w 462"/>
                <a:gd name="T5" fmla="*/ 2147483647 h 210"/>
                <a:gd name="T6" fmla="*/ 2147483647 w 462"/>
                <a:gd name="T7" fmla="*/ 2147483647 h 210"/>
                <a:gd name="T8" fmla="*/ 2147483647 w 462"/>
                <a:gd name="T9" fmla="*/ 2147483647 h 210"/>
                <a:gd name="T10" fmla="*/ 2147483647 w 462"/>
                <a:gd name="T11" fmla="*/ 2147483647 h 210"/>
                <a:gd name="T12" fmla="*/ 2147483647 w 462"/>
                <a:gd name="T13" fmla="*/ 2147483647 h 210"/>
                <a:gd name="T14" fmla="*/ 2147483647 w 462"/>
                <a:gd name="T15" fmla="*/ 2147483647 h 210"/>
                <a:gd name="T16" fmla="*/ 2147483647 w 462"/>
                <a:gd name="T17" fmla="*/ 2147483647 h 210"/>
                <a:gd name="T18" fmla="*/ 2147483647 w 462"/>
                <a:gd name="T19" fmla="*/ 2147483647 h 210"/>
                <a:gd name="T20" fmla="*/ 2147483647 w 462"/>
                <a:gd name="T21" fmla="*/ 2147483647 h 210"/>
                <a:gd name="T22" fmla="*/ 2147483647 w 462"/>
                <a:gd name="T23" fmla="*/ 2147483647 h 210"/>
                <a:gd name="T24" fmla="*/ 2147483647 w 462"/>
                <a:gd name="T25" fmla="*/ 2147483647 h 210"/>
                <a:gd name="T26" fmla="*/ 2147483647 w 462"/>
                <a:gd name="T27" fmla="*/ 2147483647 h 210"/>
                <a:gd name="T28" fmla="*/ 2147483647 w 462"/>
                <a:gd name="T29" fmla="*/ 2147483647 h 210"/>
                <a:gd name="T30" fmla="*/ 2147483647 w 462"/>
                <a:gd name="T31" fmla="*/ 2147483647 h 210"/>
                <a:gd name="T32" fmla="*/ 2147483647 w 462"/>
                <a:gd name="T33" fmla="*/ 2147483647 h 210"/>
                <a:gd name="T34" fmla="*/ 2147483647 w 462"/>
                <a:gd name="T35" fmla="*/ 2147483647 h 210"/>
                <a:gd name="T36" fmla="*/ 2147483647 w 462"/>
                <a:gd name="T37" fmla="*/ 2147483647 h 210"/>
                <a:gd name="T38" fmla="*/ 2147483647 w 462"/>
                <a:gd name="T39" fmla="*/ 2147483647 h 210"/>
                <a:gd name="T40" fmla="*/ 2147483647 w 462"/>
                <a:gd name="T41" fmla="*/ 2147483647 h 210"/>
                <a:gd name="T42" fmla="*/ 2147483647 w 462"/>
                <a:gd name="T43" fmla="*/ 2147483647 h 210"/>
                <a:gd name="T44" fmla="*/ 2147483647 w 462"/>
                <a:gd name="T45" fmla="*/ 2147483647 h 210"/>
                <a:gd name="T46" fmla="*/ 2147483647 w 462"/>
                <a:gd name="T47" fmla="*/ 2147483647 h 210"/>
                <a:gd name="T48" fmla="*/ 2147483647 w 462"/>
                <a:gd name="T49" fmla="*/ 2147483647 h 210"/>
                <a:gd name="T50" fmla="*/ 2147483647 w 462"/>
                <a:gd name="T51" fmla="*/ 2147483647 h 210"/>
                <a:gd name="T52" fmla="*/ 2147483647 w 462"/>
                <a:gd name="T53" fmla="*/ 2147483647 h 210"/>
                <a:gd name="T54" fmla="*/ 2147483647 w 462"/>
                <a:gd name="T55" fmla="*/ 2147483647 h 210"/>
                <a:gd name="T56" fmla="*/ 2147483647 w 462"/>
                <a:gd name="T57" fmla="*/ 2147483647 h 210"/>
                <a:gd name="T58" fmla="*/ 2147483647 w 462"/>
                <a:gd name="T59" fmla="*/ 2147483647 h 210"/>
                <a:gd name="T60" fmla="*/ 2147483647 w 462"/>
                <a:gd name="T61" fmla="*/ 2147483647 h 210"/>
                <a:gd name="T62" fmla="*/ 2147483647 w 462"/>
                <a:gd name="T63" fmla="*/ 2147483647 h 210"/>
                <a:gd name="T64" fmla="*/ 2147483647 w 462"/>
                <a:gd name="T65" fmla="*/ 2147483647 h 210"/>
                <a:gd name="T66" fmla="*/ 2147483647 w 462"/>
                <a:gd name="T67" fmla="*/ 2147483647 h 210"/>
                <a:gd name="T68" fmla="*/ 2147483647 w 462"/>
                <a:gd name="T69" fmla="*/ 2147483647 h 210"/>
                <a:gd name="T70" fmla="*/ 2147483647 w 462"/>
                <a:gd name="T71" fmla="*/ 2147483647 h 210"/>
                <a:gd name="T72" fmla="*/ 2147483647 w 462"/>
                <a:gd name="T73" fmla="*/ 2147483647 h 210"/>
                <a:gd name="T74" fmla="*/ 2147483647 w 462"/>
                <a:gd name="T75" fmla="*/ 2147483647 h 210"/>
                <a:gd name="T76" fmla="*/ 2147483647 w 462"/>
                <a:gd name="T77" fmla="*/ 2147483647 h 210"/>
                <a:gd name="T78" fmla="*/ 2147483647 w 462"/>
                <a:gd name="T79" fmla="*/ 2147483647 h 210"/>
                <a:gd name="T80" fmla="*/ 2147483647 w 462"/>
                <a:gd name="T81" fmla="*/ 0 h 210"/>
                <a:gd name="T82" fmla="*/ 0 w 462"/>
                <a:gd name="T83" fmla="*/ 2147483647 h 21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62"/>
                <a:gd name="T127" fmla="*/ 0 h 210"/>
                <a:gd name="T128" fmla="*/ 462 w 462"/>
                <a:gd name="T129" fmla="*/ 210 h 21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62" h="210">
                  <a:moveTo>
                    <a:pt x="6" y="18"/>
                  </a:moveTo>
                  <a:lnTo>
                    <a:pt x="12" y="18"/>
                  </a:lnTo>
                  <a:lnTo>
                    <a:pt x="18" y="24"/>
                  </a:lnTo>
                  <a:lnTo>
                    <a:pt x="30" y="30"/>
                  </a:lnTo>
                  <a:lnTo>
                    <a:pt x="42" y="42"/>
                  </a:lnTo>
                  <a:lnTo>
                    <a:pt x="60" y="48"/>
                  </a:lnTo>
                  <a:lnTo>
                    <a:pt x="72" y="54"/>
                  </a:lnTo>
                  <a:lnTo>
                    <a:pt x="78" y="54"/>
                  </a:lnTo>
                  <a:lnTo>
                    <a:pt x="84" y="60"/>
                  </a:lnTo>
                  <a:lnTo>
                    <a:pt x="96" y="66"/>
                  </a:lnTo>
                  <a:lnTo>
                    <a:pt x="102" y="78"/>
                  </a:lnTo>
                  <a:lnTo>
                    <a:pt x="114" y="84"/>
                  </a:lnTo>
                  <a:lnTo>
                    <a:pt x="114" y="96"/>
                  </a:lnTo>
                  <a:lnTo>
                    <a:pt x="120" y="114"/>
                  </a:lnTo>
                  <a:lnTo>
                    <a:pt x="120" y="132"/>
                  </a:lnTo>
                  <a:lnTo>
                    <a:pt x="126" y="138"/>
                  </a:lnTo>
                  <a:lnTo>
                    <a:pt x="132" y="150"/>
                  </a:lnTo>
                  <a:lnTo>
                    <a:pt x="138" y="156"/>
                  </a:lnTo>
                  <a:lnTo>
                    <a:pt x="138" y="162"/>
                  </a:lnTo>
                  <a:lnTo>
                    <a:pt x="132" y="168"/>
                  </a:lnTo>
                  <a:lnTo>
                    <a:pt x="168" y="174"/>
                  </a:lnTo>
                  <a:lnTo>
                    <a:pt x="174" y="168"/>
                  </a:lnTo>
                  <a:lnTo>
                    <a:pt x="186" y="162"/>
                  </a:lnTo>
                  <a:lnTo>
                    <a:pt x="198" y="162"/>
                  </a:lnTo>
                  <a:lnTo>
                    <a:pt x="210" y="168"/>
                  </a:lnTo>
                  <a:lnTo>
                    <a:pt x="216" y="174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46" y="192"/>
                  </a:lnTo>
                  <a:lnTo>
                    <a:pt x="246" y="198"/>
                  </a:lnTo>
                  <a:lnTo>
                    <a:pt x="252" y="204"/>
                  </a:lnTo>
                  <a:lnTo>
                    <a:pt x="276" y="198"/>
                  </a:lnTo>
                  <a:lnTo>
                    <a:pt x="282" y="192"/>
                  </a:lnTo>
                  <a:lnTo>
                    <a:pt x="336" y="198"/>
                  </a:lnTo>
                  <a:lnTo>
                    <a:pt x="336" y="180"/>
                  </a:lnTo>
                  <a:lnTo>
                    <a:pt x="342" y="180"/>
                  </a:lnTo>
                  <a:lnTo>
                    <a:pt x="348" y="186"/>
                  </a:lnTo>
                  <a:lnTo>
                    <a:pt x="354" y="186"/>
                  </a:lnTo>
                  <a:lnTo>
                    <a:pt x="354" y="180"/>
                  </a:lnTo>
                  <a:lnTo>
                    <a:pt x="366" y="168"/>
                  </a:lnTo>
                  <a:lnTo>
                    <a:pt x="390" y="168"/>
                  </a:lnTo>
                  <a:lnTo>
                    <a:pt x="396" y="174"/>
                  </a:lnTo>
                  <a:lnTo>
                    <a:pt x="396" y="180"/>
                  </a:lnTo>
                  <a:lnTo>
                    <a:pt x="414" y="198"/>
                  </a:lnTo>
                  <a:lnTo>
                    <a:pt x="426" y="192"/>
                  </a:lnTo>
                  <a:lnTo>
                    <a:pt x="438" y="192"/>
                  </a:lnTo>
                  <a:lnTo>
                    <a:pt x="456" y="210"/>
                  </a:lnTo>
                  <a:lnTo>
                    <a:pt x="462" y="204"/>
                  </a:lnTo>
                  <a:lnTo>
                    <a:pt x="456" y="192"/>
                  </a:lnTo>
                  <a:lnTo>
                    <a:pt x="450" y="186"/>
                  </a:lnTo>
                  <a:lnTo>
                    <a:pt x="444" y="174"/>
                  </a:lnTo>
                  <a:lnTo>
                    <a:pt x="438" y="168"/>
                  </a:lnTo>
                  <a:lnTo>
                    <a:pt x="432" y="168"/>
                  </a:lnTo>
                  <a:lnTo>
                    <a:pt x="414" y="150"/>
                  </a:lnTo>
                  <a:lnTo>
                    <a:pt x="420" y="144"/>
                  </a:lnTo>
                  <a:lnTo>
                    <a:pt x="432" y="144"/>
                  </a:lnTo>
                  <a:lnTo>
                    <a:pt x="420" y="132"/>
                  </a:lnTo>
                  <a:lnTo>
                    <a:pt x="408" y="126"/>
                  </a:lnTo>
                  <a:lnTo>
                    <a:pt x="396" y="114"/>
                  </a:lnTo>
                  <a:lnTo>
                    <a:pt x="378" y="114"/>
                  </a:lnTo>
                  <a:lnTo>
                    <a:pt x="378" y="108"/>
                  </a:lnTo>
                  <a:lnTo>
                    <a:pt x="384" y="102"/>
                  </a:lnTo>
                  <a:lnTo>
                    <a:pt x="384" y="90"/>
                  </a:lnTo>
                  <a:lnTo>
                    <a:pt x="354" y="84"/>
                  </a:lnTo>
                  <a:lnTo>
                    <a:pt x="342" y="72"/>
                  </a:lnTo>
                  <a:lnTo>
                    <a:pt x="330" y="66"/>
                  </a:lnTo>
                  <a:lnTo>
                    <a:pt x="300" y="66"/>
                  </a:lnTo>
                  <a:lnTo>
                    <a:pt x="300" y="72"/>
                  </a:lnTo>
                  <a:lnTo>
                    <a:pt x="288" y="72"/>
                  </a:lnTo>
                  <a:lnTo>
                    <a:pt x="282" y="78"/>
                  </a:lnTo>
                  <a:lnTo>
                    <a:pt x="258" y="78"/>
                  </a:lnTo>
                  <a:lnTo>
                    <a:pt x="246" y="72"/>
                  </a:lnTo>
                  <a:lnTo>
                    <a:pt x="240" y="72"/>
                  </a:lnTo>
                  <a:lnTo>
                    <a:pt x="240" y="66"/>
                  </a:lnTo>
                  <a:lnTo>
                    <a:pt x="192" y="36"/>
                  </a:lnTo>
                  <a:lnTo>
                    <a:pt x="186" y="36"/>
                  </a:lnTo>
                  <a:lnTo>
                    <a:pt x="180" y="30"/>
                  </a:lnTo>
                  <a:lnTo>
                    <a:pt x="144" y="30"/>
                  </a:lnTo>
                  <a:lnTo>
                    <a:pt x="84" y="18"/>
                  </a:lnTo>
                  <a:lnTo>
                    <a:pt x="66" y="12"/>
                  </a:lnTo>
                  <a:lnTo>
                    <a:pt x="54" y="6"/>
                  </a:lnTo>
                  <a:lnTo>
                    <a:pt x="36" y="0"/>
                  </a:lnTo>
                  <a:lnTo>
                    <a:pt x="24" y="0"/>
                  </a:lnTo>
                  <a:lnTo>
                    <a:pt x="0" y="18"/>
                  </a:lnTo>
                  <a:lnTo>
                    <a:pt x="6" y="18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88" name="The Gambia" descr="© INSCALE GmbH, 05.05.2010&#10;http://www.presentationload.com/">
              <a:extLst>
                <a:ext uri="{FF2B5EF4-FFF2-40B4-BE49-F238E27FC236}">
                  <a16:creationId xmlns:a16="http://schemas.microsoft.com/office/drawing/2014/main" id="{2D9CCC67-C9A9-4703-B34A-FDBB9D09BD8A}"/>
                </a:ext>
              </a:extLst>
            </p:cNvPr>
            <p:cNvSpPr>
              <a:spLocks/>
            </p:cNvSpPr>
            <p:nvPr/>
          </p:nvSpPr>
          <p:spPr bwMode="gray">
            <a:xfrm>
              <a:off x="3341678" y="2637194"/>
              <a:ext cx="71083" cy="16698"/>
            </a:xfrm>
            <a:custGeom>
              <a:avLst/>
              <a:gdLst>
                <a:gd name="T0" fmla="*/ 2147483647 w 216"/>
                <a:gd name="T1" fmla="*/ 2147483647 h 54"/>
                <a:gd name="T2" fmla="*/ 2147483647 w 216"/>
                <a:gd name="T3" fmla="*/ 2147483647 h 54"/>
                <a:gd name="T4" fmla="*/ 2147483647 w 216"/>
                <a:gd name="T5" fmla="*/ 2147483647 h 54"/>
                <a:gd name="T6" fmla="*/ 2147483647 w 216"/>
                <a:gd name="T7" fmla="*/ 2147483647 h 54"/>
                <a:gd name="T8" fmla="*/ 0 w 216"/>
                <a:gd name="T9" fmla="*/ 2147483647 h 54"/>
                <a:gd name="T10" fmla="*/ 0 w 216"/>
                <a:gd name="T11" fmla="*/ 2147483647 h 54"/>
                <a:gd name="T12" fmla="*/ 2147483647 w 216"/>
                <a:gd name="T13" fmla="*/ 2147483647 h 54"/>
                <a:gd name="T14" fmla="*/ 2147483647 w 216"/>
                <a:gd name="T15" fmla="*/ 2147483647 h 54"/>
                <a:gd name="T16" fmla="*/ 2147483647 w 216"/>
                <a:gd name="T17" fmla="*/ 2147483647 h 54"/>
                <a:gd name="T18" fmla="*/ 2147483647 w 216"/>
                <a:gd name="T19" fmla="*/ 2147483647 h 54"/>
                <a:gd name="T20" fmla="*/ 2147483647 w 216"/>
                <a:gd name="T21" fmla="*/ 2147483647 h 54"/>
                <a:gd name="T22" fmla="*/ 2147483647 w 216"/>
                <a:gd name="T23" fmla="*/ 2147483647 h 54"/>
                <a:gd name="T24" fmla="*/ 2147483647 w 216"/>
                <a:gd name="T25" fmla="*/ 2147483647 h 54"/>
                <a:gd name="T26" fmla="*/ 2147483647 w 216"/>
                <a:gd name="T27" fmla="*/ 2147483647 h 54"/>
                <a:gd name="T28" fmla="*/ 2147483647 w 216"/>
                <a:gd name="T29" fmla="*/ 2147483647 h 54"/>
                <a:gd name="T30" fmla="*/ 2147483647 w 216"/>
                <a:gd name="T31" fmla="*/ 2147483647 h 54"/>
                <a:gd name="T32" fmla="*/ 2147483647 w 216"/>
                <a:gd name="T33" fmla="*/ 2147483647 h 54"/>
                <a:gd name="T34" fmla="*/ 2147483647 w 216"/>
                <a:gd name="T35" fmla="*/ 2147483647 h 54"/>
                <a:gd name="T36" fmla="*/ 2147483647 w 216"/>
                <a:gd name="T37" fmla="*/ 2147483647 h 54"/>
                <a:gd name="T38" fmla="*/ 2147483647 w 216"/>
                <a:gd name="T39" fmla="*/ 2147483647 h 54"/>
                <a:gd name="T40" fmla="*/ 2147483647 w 216"/>
                <a:gd name="T41" fmla="*/ 2147483647 h 54"/>
                <a:gd name="T42" fmla="*/ 2147483647 w 216"/>
                <a:gd name="T43" fmla="*/ 2147483647 h 54"/>
                <a:gd name="T44" fmla="*/ 2147483647 w 216"/>
                <a:gd name="T45" fmla="*/ 2147483647 h 54"/>
                <a:gd name="T46" fmla="*/ 2147483647 w 216"/>
                <a:gd name="T47" fmla="*/ 2147483647 h 54"/>
                <a:gd name="T48" fmla="*/ 2147483647 w 216"/>
                <a:gd name="T49" fmla="*/ 2147483647 h 54"/>
                <a:gd name="T50" fmla="*/ 2147483647 w 216"/>
                <a:gd name="T51" fmla="*/ 2147483647 h 54"/>
                <a:gd name="T52" fmla="*/ 2147483647 w 216"/>
                <a:gd name="T53" fmla="*/ 2147483647 h 54"/>
                <a:gd name="T54" fmla="*/ 2147483647 w 216"/>
                <a:gd name="T55" fmla="*/ 2147483647 h 54"/>
                <a:gd name="T56" fmla="*/ 2147483647 w 216"/>
                <a:gd name="T57" fmla="*/ 2147483647 h 54"/>
                <a:gd name="T58" fmla="*/ 2147483647 w 216"/>
                <a:gd name="T59" fmla="*/ 0 h 54"/>
                <a:gd name="T60" fmla="*/ 2147483647 w 216"/>
                <a:gd name="T61" fmla="*/ 0 h 54"/>
                <a:gd name="T62" fmla="*/ 2147483647 w 216"/>
                <a:gd name="T63" fmla="*/ 2147483647 h 54"/>
                <a:gd name="T64" fmla="*/ 2147483647 w 216"/>
                <a:gd name="T65" fmla="*/ 2147483647 h 54"/>
                <a:gd name="T66" fmla="*/ 2147483647 w 216"/>
                <a:gd name="T67" fmla="*/ 2147483647 h 5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16"/>
                <a:gd name="T103" fmla="*/ 0 h 54"/>
                <a:gd name="T104" fmla="*/ 216 w 216"/>
                <a:gd name="T105" fmla="*/ 54 h 5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16" h="54">
                  <a:moveTo>
                    <a:pt x="18" y="18"/>
                  </a:moveTo>
                  <a:lnTo>
                    <a:pt x="12" y="24"/>
                  </a:lnTo>
                  <a:lnTo>
                    <a:pt x="6" y="36"/>
                  </a:lnTo>
                  <a:lnTo>
                    <a:pt x="6" y="42"/>
                  </a:lnTo>
                  <a:lnTo>
                    <a:pt x="0" y="48"/>
                  </a:lnTo>
                  <a:lnTo>
                    <a:pt x="0" y="54"/>
                  </a:lnTo>
                  <a:lnTo>
                    <a:pt x="72" y="54"/>
                  </a:lnTo>
                  <a:lnTo>
                    <a:pt x="72" y="42"/>
                  </a:lnTo>
                  <a:lnTo>
                    <a:pt x="84" y="42"/>
                  </a:lnTo>
                  <a:lnTo>
                    <a:pt x="90" y="36"/>
                  </a:lnTo>
                  <a:lnTo>
                    <a:pt x="114" y="36"/>
                  </a:lnTo>
                  <a:lnTo>
                    <a:pt x="120" y="24"/>
                  </a:lnTo>
                  <a:lnTo>
                    <a:pt x="126" y="18"/>
                  </a:lnTo>
                  <a:lnTo>
                    <a:pt x="132" y="24"/>
                  </a:lnTo>
                  <a:lnTo>
                    <a:pt x="144" y="30"/>
                  </a:lnTo>
                  <a:lnTo>
                    <a:pt x="150" y="42"/>
                  </a:lnTo>
                  <a:lnTo>
                    <a:pt x="168" y="48"/>
                  </a:lnTo>
                  <a:lnTo>
                    <a:pt x="192" y="48"/>
                  </a:lnTo>
                  <a:lnTo>
                    <a:pt x="198" y="42"/>
                  </a:lnTo>
                  <a:lnTo>
                    <a:pt x="210" y="36"/>
                  </a:lnTo>
                  <a:lnTo>
                    <a:pt x="216" y="30"/>
                  </a:lnTo>
                  <a:lnTo>
                    <a:pt x="216" y="24"/>
                  </a:lnTo>
                  <a:lnTo>
                    <a:pt x="210" y="18"/>
                  </a:lnTo>
                  <a:lnTo>
                    <a:pt x="186" y="18"/>
                  </a:lnTo>
                  <a:lnTo>
                    <a:pt x="180" y="24"/>
                  </a:lnTo>
                  <a:lnTo>
                    <a:pt x="168" y="24"/>
                  </a:lnTo>
                  <a:lnTo>
                    <a:pt x="162" y="12"/>
                  </a:lnTo>
                  <a:lnTo>
                    <a:pt x="156" y="6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90" y="0"/>
                  </a:lnTo>
                  <a:lnTo>
                    <a:pt x="90" y="12"/>
                  </a:lnTo>
                  <a:lnTo>
                    <a:pt x="18" y="12"/>
                  </a:lnTo>
                  <a:lnTo>
                    <a:pt x="18" y="18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89" name="Gabon" descr="© INSCALE GmbH, 05.05.2010&#10;http://www.presentationload.com/">
              <a:extLst>
                <a:ext uri="{FF2B5EF4-FFF2-40B4-BE49-F238E27FC236}">
                  <a16:creationId xmlns:a16="http://schemas.microsoft.com/office/drawing/2014/main" id="{FB2D2150-F7BB-4324-AA88-3F81015D339E}"/>
                </a:ext>
              </a:extLst>
            </p:cNvPr>
            <p:cNvSpPr>
              <a:spLocks/>
            </p:cNvSpPr>
            <p:nvPr/>
          </p:nvSpPr>
          <p:spPr bwMode="gray">
            <a:xfrm>
              <a:off x="3936189" y="2937749"/>
              <a:ext cx="138288" cy="168260"/>
            </a:xfrm>
            <a:custGeom>
              <a:avLst/>
              <a:gdLst>
                <a:gd name="T0" fmla="*/ 2147483647 w 420"/>
                <a:gd name="T1" fmla="*/ 2147483647 h 510"/>
                <a:gd name="T2" fmla="*/ 2147483647 w 420"/>
                <a:gd name="T3" fmla="*/ 2147483647 h 510"/>
                <a:gd name="T4" fmla="*/ 2147483647 w 420"/>
                <a:gd name="T5" fmla="*/ 2147483647 h 510"/>
                <a:gd name="T6" fmla="*/ 2147483647 w 420"/>
                <a:gd name="T7" fmla="*/ 2147483647 h 510"/>
                <a:gd name="T8" fmla="*/ 2147483647 w 420"/>
                <a:gd name="T9" fmla="*/ 2147483647 h 510"/>
                <a:gd name="T10" fmla="*/ 2147483647 w 420"/>
                <a:gd name="T11" fmla="*/ 2147483647 h 510"/>
                <a:gd name="T12" fmla="*/ 2147483647 w 420"/>
                <a:gd name="T13" fmla="*/ 2147483647 h 510"/>
                <a:gd name="T14" fmla="*/ 2147483647 w 420"/>
                <a:gd name="T15" fmla="*/ 2147483647 h 510"/>
                <a:gd name="T16" fmla="*/ 2147483647 w 420"/>
                <a:gd name="T17" fmla="*/ 2147483647 h 510"/>
                <a:gd name="T18" fmla="*/ 2147483647 w 420"/>
                <a:gd name="T19" fmla="*/ 2147483647 h 510"/>
                <a:gd name="T20" fmla="*/ 2147483647 w 420"/>
                <a:gd name="T21" fmla="*/ 2147483647 h 510"/>
                <a:gd name="T22" fmla="*/ 2147483647 w 420"/>
                <a:gd name="T23" fmla="*/ 2147483647 h 510"/>
                <a:gd name="T24" fmla="*/ 2147483647 w 420"/>
                <a:gd name="T25" fmla="*/ 2147483647 h 510"/>
                <a:gd name="T26" fmla="*/ 2147483647 w 420"/>
                <a:gd name="T27" fmla="*/ 2147483647 h 510"/>
                <a:gd name="T28" fmla="*/ 2147483647 w 420"/>
                <a:gd name="T29" fmla="*/ 2147483647 h 510"/>
                <a:gd name="T30" fmla="*/ 2147483647 w 420"/>
                <a:gd name="T31" fmla="*/ 2147483647 h 510"/>
                <a:gd name="T32" fmla="*/ 2147483647 w 420"/>
                <a:gd name="T33" fmla="*/ 2147483647 h 510"/>
                <a:gd name="T34" fmla="*/ 2147483647 w 420"/>
                <a:gd name="T35" fmla="*/ 2147483647 h 510"/>
                <a:gd name="T36" fmla="*/ 2147483647 w 420"/>
                <a:gd name="T37" fmla="*/ 2147483647 h 510"/>
                <a:gd name="T38" fmla="*/ 2147483647 w 420"/>
                <a:gd name="T39" fmla="*/ 2147483647 h 510"/>
                <a:gd name="T40" fmla="*/ 2147483647 w 420"/>
                <a:gd name="T41" fmla="*/ 2147483647 h 510"/>
                <a:gd name="T42" fmla="*/ 2147483647 w 420"/>
                <a:gd name="T43" fmla="*/ 2147483647 h 510"/>
                <a:gd name="T44" fmla="*/ 2147483647 w 420"/>
                <a:gd name="T45" fmla="*/ 2147483647 h 510"/>
                <a:gd name="T46" fmla="*/ 2147483647 w 420"/>
                <a:gd name="T47" fmla="*/ 2147483647 h 510"/>
                <a:gd name="T48" fmla="*/ 2147483647 w 420"/>
                <a:gd name="T49" fmla="*/ 2147483647 h 510"/>
                <a:gd name="T50" fmla="*/ 2147483647 w 420"/>
                <a:gd name="T51" fmla="*/ 2147483647 h 510"/>
                <a:gd name="T52" fmla="*/ 2147483647 w 420"/>
                <a:gd name="T53" fmla="*/ 2147483647 h 510"/>
                <a:gd name="T54" fmla="*/ 2147483647 w 420"/>
                <a:gd name="T55" fmla="*/ 2147483647 h 510"/>
                <a:gd name="T56" fmla="*/ 2147483647 w 420"/>
                <a:gd name="T57" fmla="*/ 2147483647 h 510"/>
                <a:gd name="T58" fmla="*/ 2147483647 w 420"/>
                <a:gd name="T59" fmla="*/ 2147483647 h 510"/>
                <a:gd name="T60" fmla="*/ 2147483647 w 420"/>
                <a:gd name="T61" fmla="*/ 2147483647 h 510"/>
                <a:gd name="T62" fmla="*/ 2147483647 w 420"/>
                <a:gd name="T63" fmla="*/ 2147483647 h 510"/>
                <a:gd name="T64" fmla="*/ 2147483647 w 420"/>
                <a:gd name="T65" fmla="*/ 2147483647 h 510"/>
                <a:gd name="T66" fmla="*/ 2147483647 w 420"/>
                <a:gd name="T67" fmla="*/ 2147483647 h 510"/>
                <a:gd name="T68" fmla="*/ 2147483647 w 420"/>
                <a:gd name="T69" fmla="*/ 2147483647 h 510"/>
                <a:gd name="T70" fmla="*/ 2147483647 w 420"/>
                <a:gd name="T71" fmla="*/ 2147483647 h 510"/>
                <a:gd name="T72" fmla="*/ 2147483647 w 420"/>
                <a:gd name="T73" fmla="*/ 2147483647 h 510"/>
                <a:gd name="T74" fmla="*/ 2147483647 w 420"/>
                <a:gd name="T75" fmla="*/ 2147483647 h 510"/>
                <a:gd name="T76" fmla="*/ 2147483647 w 420"/>
                <a:gd name="T77" fmla="*/ 2147483647 h 510"/>
                <a:gd name="T78" fmla="*/ 2147483647 w 420"/>
                <a:gd name="T79" fmla="*/ 2147483647 h 510"/>
                <a:gd name="T80" fmla="*/ 2147483647 w 420"/>
                <a:gd name="T81" fmla="*/ 2147483647 h 510"/>
                <a:gd name="T82" fmla="*/ 2147483647 w 420"/>
                <a:gd name="T83" fmla="*/ 2147483647 h 510"/>
                <a:gd name="T84" fmla="*/ 2147483647 w 420"/>
                <a:gd name="T85" fmla="*/ 2147483647 h 510"/>
                <a:gd name="T86" fmla="*/ 2147483647 w 420"/>
                <a:gd name="T87" fmla="*/ 2147483647 h 510"/>
                <a:gd name="T88" fmla="*/ 2147483647 w 420"/>
                <a:gd name="T89" fmla="*/ 2147483647 h 510"/>
                <a:gd name="T90" fmla="*/ 2147483647 w 420"/>
                <a:gd name="T91" fmla="*/ 2147483647 h 510"/>
                <a:gd name="T92" fmla="*/ 2147483647 w 420"/>
                <a:gd name="T93" fmla="*/ 2147483647 h 510"/>
                <a:gd name="T94" fmla="*/ 2147483647 w 420"/>
                <a:gd name="T95" fmla="*/ 2147483647 h 510"/>
                <a:gd name="T96" fmla="*/ 2147483647 w 420"/>
                <a:gd name="T97" fmla="*/ 2147483647 h 510"/>
                <a:gd name="T98" fmla="*/ 2147483647 w 420"/>
                <a:gd name="T99" fmla="*/ 2147483647 h 510"/>
                <a:gd name="T100" fmla="*/ 2147483647 w 420"/>
                <a:gd name="T101" fmla="*/ 2147483647 h 510"/>
                <a:gd name="T102" fmla="*/ 2147483647 w 420"/>
                <a:gd name="T103" fmla="*/ 2147483647 h 510"/>
                <a:gd name="T104" fmla="*/ 2147483647 w 420"/>
                <a:gd name="T105" fmla="*/ 2147483647 h 510"/>
                <a:gd name="T106" fmla="*/ 2147483647 w 420"/>
                <a:gd name="T107" fmla="*/ 2147483647 h 510"/>
                <a:gd name="T108" fmla="*/ 2147483647 w 420"/>
                <a:gd name="T109" fmla="*/ 2147483647 h 510"/>
                <a:gd name="T110" fmla="*/ 2147483647 w 420"/>
                <a:gd name="T111" fmla="*/ 2147483647 h 51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0"/>
                <a:gd name="T169" fmla="*/ 0 h 510"/>
                <a:gd name="T170" fmla="*/ 420 w 420"/>
                <a:gd name="T171" fmla="*/ 510 h 51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0" h="510">
                  <a:moveTo>
                    <a:pt x="420" y="240"/>
                  </a:moveTo>
                  <a:lnTo>
                    <a:pt x="414" y="234"/>
                  </a:lnTo>
                  <a:lnTo>
                    <a:pt x="396" y="234"/>
                  </a:lnTo>
                  <a:lnTo>
                    <a:pt x="390" y="216"/>
                  </a:lnTo>
                  <a:lnTo>
                    <a:pt x="372" y="210"/>
                  </a:lnTo>
                  <a:lnTo>
                    <a:pt x="372" y="174"/>
                  </a:lnTo>
                  <a:lnTo>
                    <a:pt x="384" y="150"/>
                  </a:lnTo>
                  <a:lnTo>
                    <a:pt x="396" y="150"/>
                  </a:lnTo>
                  <a:lnTo>
                    <a:pt x="402" y="144"/>
                  </a:lnTo>
                  <a:lnTo>
                    <a:pt x="408" y="132"/>
                  </a:lnTo>
                  <a:lnTo>
                    <a:pt x="414" y="126"/>
                  </a:lnTo>
                  <a:lnTo>
                    <a:pt x="414" y="114"/>
                  </a:lnTo>
                  <a:lnTo>
                    <a:pt x="402" y="108"/>
                  </a:lnTo>
                  <a:lnTo>
                    <a:pt x="402" y="90"/>
                  </a:lnTo>
                  <a:lnTo>
                    <a:pt x="396" y="84"/>
                  </a:lnTo>
                  <a:lnTo>
                    <a:pt x="396" y="78"/>
                  </a:lnTo>
                  <a:lnTo>
                    <a:pt x="384" y="78"/>
                  </a:lnTo>
                  <a:lnTo>
                    <a:pt x="378" y="72"/>
                  </a:lnTo>
                  <a:lnTo>
                    <a:pt x="360" y="72"/>
                  </a:lnTo>
                  <a:lnTo>
                    <a:pt x="360" y="90"/>
                  </a:lnTo>
                  <a:lnTo>
                    <a:pt x="354" y="96"/>
                  </a:lnTo>
                  <a:lnTo>
                    <a:pt x="330" y="96"/>
                  </a:lnTo>
                  <a:lnTo>
                    <a:pt x="324" y="90"/>
                  </a:lnTo>
                  <a:lnTo>
                    <a:pt x="318" y="54"/>
                  </a:lnTo>
                  <a:lnTo>
                    <a:pt x="336" y="24"/>
                  </a:lnTo>
                  <a:lnTo>
                    <a:pt x="336" y="6"/>
                  </a:lnTo>
                  <a:lnTo>
                    <a:pt x="288" y="12"/>
                  </a:lnTo>
                  <a:lnTo>
                    <a:pt x="282" y="12"/>
                  </a:lnTo>
                  <a:lnTo>
                    <a:pt x="270" y="6"/>
                  </a:lnTo>
                  <a:lnTo>
                    <a:pt x="264" y="6"/>
                  </a:lnTo>
                  <a:lnTo>
                    <a:pt x="252" y="18"/>
                  </a:lnTo>
                  <a:lnTo>
                    <a:pt x="222" y="18"/>
                  </a:lnTo>
                  <a:lnTo>
                    <a:pt x="210" y="0"/>
                  </a:lnTo>
                  <a:lnTo>
                    <a:pt x="192" y="18"/>
                  </a:lnTo>
                  <a:lnTo>
                    <a:pt x="186" y="54"/>
                  </a:lnTo>
                  <a:lnTo>
                    <a:pt x="192" y="60"/>
                  </a:lnTo>
                  <a:lnTo>
                    <a:pt x="192" y="90"/>
                  </a:lnTo>
                  <a:lnTo>
                    <a:pt x="186" y="108"/>
                  </a:lnTo>
                  <a:lnTo>
                    <a:pt x="186" y="114"/>
                  </a:lnTo>
                  <a:lnTo>
                    <a:pt x="84" y="114"/>
                  </a:lnTo>
                  <a:lnTo>
                    <a:pt x="84" y="108"/>
                  </a:lnTo>
                  <a:lnTo>
                    <a:pt x="72" y="108"/>
                  </a:lnTo>
                  <a:lnTo>
                    <a:pt x="60" y="120"/>
                  </a:lnTo>
                  <a:lnTo>
                    <a:pt x="60" y="126"/>
                  </a:lnTo>
                  <a:lnTo>
                    <a:pt x="66" y="132"/>
                  </a:lnTo>
                  <a:lnTo>
                    <a:pt x="66" y="144"/>
                  </a:lnTo>
                  <a:lnTo>
                    <a:pt x="72" y="150"/>
                  </a:lnTo>
                  <a:lnTo>
                    <a:pt x="72" y="162"/>
                  </a:lnTo>
                  <a:lnTo>
                    <a:pt x="48" y="162"/>
                  </a:lnTo>
                  <a:lnTo>
                    <a:pt x="48" y="210"/>
                  </a:lnTo>
                  <a:lnTo>
                    <a:pt x="42" y="228"/>
                  </a:lnTo>
                  <a:lnTo>
                    <a:pt x="36" y="240"/>
                  </a:lnTo>
                  <a:lnTo>
                    <a:pt x="30" y="246"/>
                  </a:lnTo>
                  <a:lnTo>
                    <a:pt x="18" y="252"/>
                  </a:lnTo>
                  <a:lnTo>
                    <a:pt x="0" y="252"/>
                  </a:lnTo>
                  <a:lnTo>
                    <a:pt x="30" y="306"/>
                  </a:lnTo>
                  <a:lnTo>
                    <a:pt x="42" y="294"/>
                  </a:lnTo>
                  <a:lnTo>
                    <a:pt x="54" y="312"/>
                  </a:lnTo>
                  <a:lnTo>
                    <a:pt x="48" y="318"/>
                  </a:lnTo>
                  <a:lnTo>
                    <a:pt x="48" y="330"/>
                  </a:lnTo>
                  <a:lnTo>
                    <a:pt x="42" y="336"/>
                  </a:lnTo>
                  <a:lnTo>
                    <a:pt x="42" y="342"/>
                  </a:lnTo>
                  <a:lnTo>
                    <a:pt x="48" y="348"/>
                  </a:lnTo>
                  <a:lnTo>
                    <a:pt x="66" y="348"/>
                  </a:lnTo>
                  <a:lnTo>
                    <a:pt x="72" y="390"/>
                  </a:lnTo>
                  <a:lnTo>
                    <a:pt x="102" y="396"/>
                  </a:lnTo>
                  <a:lnTo>
                    <a:pt x="96" y="408"/>
                  </a:lnTo>
                  <a:lnTo>
                    <a:pt x="144" y="462"/>
                  </a:lnTo>
                  <a:lnTo>
                    <a:pt x="138" y="468"/>
                  </a:lnTo>
                  <a:lnTo>
                    <a:pt x="174" y="510"/>
                  </a:lnTo>
                  <a:lnTo>
                    <a:pt x="180" y="492"/>
                  </a:lnTo>
                  <a:lnTo>
                    <a:pt x="204" y="480"/>
                  </a:lnTo>
                  <a:lnTo>
                    <a:pt x="222" y="498"/>
                  </a:lnTo>
                  <a:lnTo>
                    <a:pt x="228" y="492"/>
                  </a:lnTo>
                  <a:lnTo>
                    <a:pt x="228" y="456"/>
                  </a:lnTo>
                  <a:lnTo>
                    <a:pt x="210" y="444"/>
                  </a:lnTo>
                  <a:lnTo>
                    <a:pt x="228" y="432"/>
                  </a:lnTo>
                  <a:lnTo>
                    <a:pt x="198" y="414"/>
                  </a:lnTo>
                  <a:lnTo>
                    <a:pt x="210" y="414"/>
                  </a:lnTo>
                  <a:lnTo>
                    <a:pt x="210" y="402"/>
                  </a:lnTo>
                  <a:lnTo>
                    <a:pt x="204" y="396"/>
                  </a:lnTo>
                  <a:lnTo>
                    <a:pt x="204" y="378"/>
                  </a:lnTo>
                  <a:lnTo>
                    <a:pt x="210" y="378"/>
                  </a:lnTo>
                  <a:lnTo>
                    <a:pt x="216" y="384"/>
                  </a:lnTo>
                  <a:lnTo>
                    <a:pt x="228" y="384"/>
                  </a:lnTo>
                  <a:lnTo>
                    <a:pt x="240" y="390"/>
                  </a:lnTo>
                  <a:lnTo>
                    <a:pt x="258" y="390"/>
                  </a:lnTo>
                  <a:lnTo>
                    <a:pt x="264" y="384"/>
                  </a:lnTo>
                  <a:lnTo>
                    <a:pt x="270" y="372"/>
                  </a:lnTo>
                  <a:lnTo>
                    <a:pt x="282" y="366"/>
                  </a:lnTo>
                  <a:lnTo>
                    <a:pt x="264" y="348"/>
                  </a:lnTo>
                  <a:lnTo>
                    <a:pt x="264" y="342"/>
                  </a:lnTo>
                  <a:lnTo>
                    <a:pt x="294" y="342"/>
                  </a:lnTo>
                  <a:lnTo>
                    <a:pt x="312" y="384"/>
                  </a:lnTo>
                  <a:lnTo>
                    <a:pt x="342" y="384"/>
                  </a:lnTo>
                  <a:lnTo>
                    <a:pt x="348" y="378"/>
                  </a:lnTo>
                  <a:lnTo>
                    <a:pt x="354" y="366"/>
                  </a:lnTo>
                  <a:lnTo>
                    <a:pt x="360" y="360"/>
                  </a:lnTo>
                  <a:lnTo>
                    <a:pt x="366" y="360"/>
                  </a:lnTo>
                  <a:lnTo>
                    <a:pt x="366" y="390"/>
                  </a:lnTo>
                  <a:lnTo>
                    <a:pt x="372" y="396"/>
                  </a:lnTo>
                  <a:lnTo>
                    <a:pt x="384" y="396"/>
                  </a:lnTo>
                  <a:lnTo>
                    <a:pt x="390" y="390"/>
                  </a:lnTo>
                  <a:lnTo>
                    <a:pt x="396" y="378"/>
                  </a:lnTo>
                  <a:lnTo>
                    <a:pt x="396" y="354"/>
                  </a:lnTo>
                  <a:lnTo>
                    <a:pt x="408" y="348"/>
                  </a:lnTo>
                  <a:lnTo>
                    <a:pt x="414" y="342"/>
                  </a:lnTo>
                  <a:lnTo>
                    <a:pt x="408" y="318"/>
                  </a:lnTo>
                  <a:lnTo>
                    <a:pt x="414" y="306"/>
                  </a:lnTo>
                  <a:lnTo>
                    <a:pt x="414" y="258"/>
                  </a:lnTo>
                  <a:lnTo>
                    <a:pt x="420" y="252"/>
                  </a:lnTo>
                  <a:lnTo>
                    <a:pt x="420" y="240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90" name="France" descr="© INSCALE GmbH, 05.05.2010&#10;http://www.presentationload.com/">
              <a:extLst>
                <a:ext uri="{FF2B5EF4-FFF2-40B4-BE49-F238E27FC236}">
                  <a16:creationId xmlns:a16="http://schemas.microsoft.com/office/drawing/2014/main" id="{75054896-BC49-4C56-902F-957D5144351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658319" y="1652042"/>
              <a:ext cx="301133" cy="258171"/>
            </a:xfrm>
            <a:custGeom>
              <a:avLst/>
              <a:gdLst>
                <a:gd name="T0" fmla="*/ 2147483647 w 230"/>
                <a:gd name="T1" fmla="*/ 2147483647 h 198"/>
                <a:gd name="T2" fmla="*/ 2147483647 w 230"/>
                <a:gd name="T3" fmla="*/ 2147483647 h 198"/>
                <a:gd name="T4" fmla="*/ 2147483647 w 230"/>
                <a:gd name="T5" fmla="*/ 2147483647 h 198"/>
                <a:gd name="T6" fmla="*/ 2147483647 w 230"/>
                <a:gd name="T7" fmla="*/ 2147483647 h 198"/>
                <a:gd name="T8" fmla="*/ 2147483647 w 230"/>
                <a:gd name="T9" fmla="*/ 2147483647 h 198"/>
                <a:gd name="T10" fmla="*/ 2147483647 w 230"/>
                <a:gd name="T11" fmla="*/ 2147483647 h 198"/>
                <a:gd name="T12" fmla="*/ 2147483647 w 230"/>
                <a:gd name="T13" fmla="*/ 2147483647 h 198"/>
                <a:gd name="T14" fmla="*/ 2147483647 w 230"/>
                <a:gd name="T15" fmla="*/ 2147483647 h 198"/>
                <a:gd name="T16" fmla="*/ 2147483647 w 230"/>
                <a:gd name="T17" fmla="*/ 2147483647 h 198"/>
                <a:gd name="T18" fmla="*/ 2147483647 w 230"/>
                <a:gd name="T19" fmla="*/ 2147483647 h 198"/>
                <a:gd name="T20" fmla="*/ 2147483647 w 230"/>
                <a:gd name="T21" fmla="*/ 2147483647 h 198"/>
                <a:gd name="T22" fmla="*/ 2147483647 w 230"/>
                <a:gd name="T23" fmla="*/ 2147483647 h 198"/>
                <a:gd name="T24" fmla="*/ 2147483647 w 230"/>
                <a:gd name="T25" fmla="*/ 2147483647 h 198"/>
                <a:gd name="T26" fmla="*/ 2147483647 w 230"/>
                <a:gd name="T27" fmla="*/ 2147483647 h 198"/>
                <a:gd name="T28" fmla="*/ 2147483647 w 230"/>
                <a:gd name="T29" fmla="*/ 2147483647 h 198"/>
                <a:gd name="T30" fmla="*/ 2147483647 w 230"/>
                <a:gd name="T31" fmla="*/ 2147483647 h 198"/>
                <a:gd name="T32" fmla="*/ 2147483647 w 230"/>
                <a:gd name="T33" fmla="*/ 2147483647 h 198"/>
                <a:gd name="T34" fmla="*/ 2147483647 w 230"/>
                <a:gd name="T35" fmla="*/ 2147483647 h 198"/>
                <a:gd name="T36" fmla="*/ 2147483647 w 230"/>
                <a:gd name="T37" fmla="*/ 2147483647 h 198"/>
                <a:gd name="T38" fmla="*/ 2147483647 w 230"/>
                <a:gd name="T39" fmla="*/ 2147483647 h 198"/>
                <a:gd name="T40" fmla="*/ 2147483647 w 230"/>
                <a:gd name="T41" fmla="*/ 2147483647 h 198"/>
                <a:gd name="T42" fmla="*/ 2147483647 w 230"/>
                <a:gd name="T43" fmla="*/ 2147483647 h 198"/>
                <a:gd name="T44" fmla="*/ 2147483647 w 230"/>
                <a:gd name="T45" fmla="*/ 2147483647 h 198"/>
                <a:gd name="T46" fmla="*/ 2147483647 w 230"/>
                <a:gd name="T47" fmla="*/ 2147483647 h 198"/>
                <a:gd name="T48" fmla="*/ 2147483647 w 230"/>
                <a:gd name="T49" fmla="*/ 2147483647 h 198"/>
                <a:gd name="T50" fmla="*/ 2147483647 w 230"/>
                <a:gd name="T51" fmla="*/ 2147483647 h 198"/>
                <a:gd name="T52" fmla="*/ 2147483647 w 230"/>
                <a:gd name="T53" fmla="*/ 2147483647 h 198"/>
                <a:gd name="T54" fmla="*/ 2147483647 w 230"/>
                <a:gd name="T55" fmla="*/ 2147483647 h 198"/>
                <a:gd name="T56" fmla="*/ 2147483647 w 230"/>
                <a:gd name="T57" fmla="*/ 2147483647 h 198"/>
                <a:gd name="T58" fmla="*/ 2147483647 w 230"/>
                <a:gd name="T59" fmla="*/ 2147483647 h 198"/>
                <a:gd name="T60" fmla="*/ 2147483647 w 230"/>
                <a:gd name="T61" fmla="*/ 2147483647 h 198"/>
                <a:gd name="T62" fmla="*/ 2147483647 w 230"/>
                <a:gd name="T63" fmla="*/ 2147483647 h 198"/>
                <a:gd name="T64" fmla="*/ 2147483647 w 230"/>
                <a:gd name="T65" fmla="*/ 2147483647 h 198"/>
                <a:gd name="T66" fmla="*/ 2147483647 w 230"/>
                <a:gd name="T67" fmla="*/ 2147483647 h 198"/>
                <a:gd name="T68" fmla="*/ 2147483647 w 230"/>
                <a:gd name="T69" fmla="*/ 2147483647 h 198"/>
                <a:gd name="T70" fmla="*/ 2147483647 w 230"/>
                <a:gd name="T71" fmla="*/ 2147483647 h 198"/>
                <a:gd name="T72" fmla="*/ 2147483647 w 230"/>
                <a:gd name="T73" fmla="*/ 2147483647 h 198"/>
                <a:gd name="T74" fmla="*/ 2147483647 w 230"/>
                <a:gd name="T75" fmla="*/ 2147483647 h 198"/>
                <a:gd name="T76" fmla="*/ 2147483647 w 230"/>
                <a:gd name="T77" fmla="*/ 2147483647 h 198"/>
                <a:gd name="T78" fmla="*/ 2147483647 w 230"/>
                <a:gd name="T79" fmla="*/ 2147483647 h 198"/>
                <a:gd name="T80" fmla="*/ 2147483647 w 230"/>
                <a:gd name="T81" fmla="*/ 2147483647 h 198"/>
                <a:gd name="T82" fmla="*/ 2147483647 w 230"/>
                <a:gd name="T83" fmla="*/ 2147483647 h 198"/>
                <a:gd name="T84" fmla="*/ 2147483647 w 230"/>
                <a:gd name="T85" fmla="*/ 2147483647 h 198"/>
                <a:gd name="T86" fmla="*/ 2147483647 w 230"/>
                <a:gd name="T87" fmla="*/ 2147483647 h 198"/>
                <a:gd name="T88" fmla="*/ 2147483647 w 230"/>
                <a:gd name="T89" fmla="*/ 2147483647 h 198"/>
                <a:gd name="T90" fmla="*/ 2147483647 w 230"/>
                <a:gd name="T91" fmla="*/ 2147483647 h 198"/>
                <a:gd name="T92" fmla="*/ 2147483647 w 230"/>
                <a:gd name="T93" fmla="*/ 2147483647 h 198"/>
                <a:gd name="T94" fmla="*/ 2147483647 w 230"/>
                <a:gd name="T95" fmla="*/ 2147483647 h 198"/>
                <a:gd name="T96" fmla="*/ 2147483647 w 230"/>
                <a:gd name="T97" fmla="*/ 2147483647 h 198"/>
                <a:gd name="T98" fmla="*/ 2147483647 w 230"/>
                <a:gd name="T99" fmla="*/ 2147483647 h 198"/>
                <a:gd name="T100" fmla="*/ 2147483647 w 230"/>
                <a:gd name="T101" fmla="*/ 2147483647 h 198"/>
                <a:gd name="T102" fmla="*/ 2147483647 w 230"/>
                <a:gd name="T103" fmla="*/ 2147483647 h 198"/>
                <a:gd name="T104" fmla="*/ 2147483647 w 230"/>
                <a:gd name="T105" fmla="*/ 2147483647 h 198"/>
                <a:gd name="T106" fmla="*/ 2147483647 w 230"/>
                <a:gd name="T107" fmla="*/ 2147483647 h 198"/>
                <a:gd name="T108" fmla="*/ 2147483647 w 230"/>
                <a:gd name="T109" fmla="*/ 2147483647 h 198"/>
                <a:gd name="T110" fmla="*/ 2147483647 w 230"/>
                <a:gd name="T111" fmla="*/ 2147483647 h 198"/>
                <a:gd name="T112" fmla="*/ 2147483647 w 230"/>
                <a:gd name="T113" fmla="*/ 2147483647 h 198"/>
                <a:gd name="T114" fmla="*/ 2147483647 w 230"/>
                <a:gd name="T115" fmla="*/ 2147483647 h 198"/>
                <a:gd name="T116" fmla="*/ 2147483647 w 230"/>
                <a:gd name="T117" fmla="*/ 2147483647 h 198"/>
                <a:gd name="T118" fmla="*/ 2147483647 w 230"/>
                <a:gd name="T119" fmla="*/ 2147483647 h 198"/>
                <a:gd name="T120" fmla="*/ 2147483647 w 230"/>
                <a:gd name="T121" fmla="*/ 2147483647 h 19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0"/>
                <a:gd name="T184" fmla="*/ 0 h 198"/>
                <a:gd name="T185" fmla="*/ 230 w 230"/>
                <a:gd name="T186" fmla="*/ 198 h 19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0" h="198">
                  <a:moveTo>
                    <a:pt x="230" y="172"/>
                  </a:moveTo>
                  <a:lnTo>
                    <a:pt x="230" y="172"/>
                  </a:lnTo>
                  <a:lnTo>
                    <a:pt x="230" y="166"/>
                  </a:lnTo>
                  <a:lnTo>
                    <a:pt x="228" y="166"/>
                  </a:lnTo>
                  <a:lnTo>
                    <a:pt x="224" y="168"/>
                  </a:lnTo>
                  <a:lnTo>
                    <a:pt x="224" y="170"/>
                  </a:lnTo>
                  <a:lnTo>
                    <a:pt x="220" y="172"/>
                  </a:lnTo>
                  <a:lnTo>
                    <a:pt x="218" y="174"/>
                  </a:lnTo>
                  <a:lnTo>
                    <a:pt x="216" y="178"/>
                  </a:lnTo>
                  <a:lnTo>
                    <a:pt x="216" y="182"/>
                  </a:lnTo>
                  <a:lnTo>
                    <a:pt x="218" y="186"/>
                  </a:lnTo>
                  <a:lnTo>
                    <a:pt x="218" y="190"/>
                  </a:lnTo>
                  <a:lnTo>
                    <a:pt x="218" y="192"/>
                  </a:lnTo>
                  <a:lnTo>
                    <a:pt x="218" y="194"/>
                  </a:lnTo>
                  <a:lnTo>
                    <a:pt x="222" y="196"/>
                  </a:lnTo>
                  <a:lnTo>
                    <a:pt x="224" y="198"/>
                  </a:lnTo>
                  <a:lnTo>
                    <a:pt x="230" y="192"/>
                  </a:lnTo>
                  <a:lnTo>
                    <a:pt x="230" y="186"/>
                  </a:lnTo>
                  <a:lnTo>
                    <a:pt x="228" y="186"/>
                  </a:lnTo>
                  <a:lnTo>
                    <a:pt x="230" y="184"/>
                  </a:lnTo>
                  <a:lnTo>
                    <a:pt x="230" y="172"/>
                  </a:lnTo>
                  <a:close/>
                  <a:moveTo>
                    <a:pt x="198" y="40"/>
                  </a:moveTo>
                  <a:lnTo>
                    <a:pt x="198" y="40"/>
                  </a:lnTo>
                  <a:lnTo>
                    <a:pt x="196" y="40"/>
                  </a:lnTo>
                  <a:lnTo>
                    <a:pt x="192" y="40"/>
                  </a:lnTo>
                  <a:lnTo>
                    <a:pt x="190" y="40"/>
                  </a:lnTo>
                  <a:lnTo>
                    <a:pt x="184" y="40"/>
                  </a:lnTo>
                  <a:lnTo>
                    <a:pt x="184" y="34"/>
                  </a:lnTo>
                  <a:lnTo>
                    <a:pt x="182" y="34"/>
                  </a:lnTo>
                  <a:lnTo>
                    <a:pt x="182" y="32"/>
                  </a:lnTo>
                  <a:lnTo>
                    <a:pt x="178" y="30"/>
                  </a:lnTo>
                  <a:lnTo>
                    <a:pt x="174" y="34"/>
                  </a:lnTo>
                  <a:lnTo>
                    <a:pt x="172" y="32"/>
                  </a:lnTo>
                  <a:lnTo>
                    <a:pt x="166" y="32"/>
                  </a:lnTo>
                  <a:lnTo>
                    <a:pt x="164" y="28"/>
                  </a:lnTo>
                  <a:lnTo>
                    <a:pt x="162" y="28"/>
                  </a:lnTo>
                  <a:lnTo>
                    <a:pt x="158" y="28"/>
                  </a:lnTo>
                  <a:lnTo>
                    <a:pt x="156" y="28"/>
                  </a:lnTo>
                  <a:lnTo>
                    <a:pt x="156" y="22"/>
                  </a:lnTo>
                  <a:lnTo>
                    <a:pt x="152" y="24"/>
                  </a:lnTo>
                  <a:lnTo>
                    <a:pt x="146" y="24"/>
                  </a:lnTo>
                  <a:lnTo>
                    <a:pt x="146" y="18"/>
                  </a:lnTo>
                  <a:lnTo>
                    <a:pt x="144" y="16"/>
                  </a:lnTo>
                  <a:lnTo>
                    <a:pt x="142" y="14"/>
                  </a:lnTo>
                  <a:lnTo>
                    <a:pt x="136" y="14"/>
                  </a:lnTo>
                  <a:lnTo>
                    <a:pt x="132" y="12"/>
                  </a:lnTo>
                  <a:lnTo>
                    <a:pt x="126" y="10"/>
                  </a:lnTo>
                  <a:lnTo>
                    <a:pt x="126" y="6"/>
                  </a:lnTo>
                  <a:lnTo>
                    <a:pt x="126" y="0"/>
                  </a:lnTo>
                  <a:lnTo>
                    <a:pt x="118" y="0"/>
                  </a:lnTo>
                  <a:lnTo>
                    <a:pt x="114" y="2"/>
                  </a:lnTo>
                  <a:lnTo>
                    <a:pt x="112" y="2"/>
                  </a:lnTo>
                  <a:lnTo>
                    <a:pt x="110" y="4"/>
                  </a:lnTo>
                  <a:lnTo>
                    <a:pt x="104" y="4"/>
                  </a:lnTo>
                  <a:lnTo>
                    <a:pt x="104" y="6"/>
                  </a:lnTo>
                  <a:lnTo>
                    <a:pt x="104" y="8"/>
                  </a:lnTo>
                  <a:lnTo>
                    <a:pt x="104" y="12"/>
                  </a:lnTo>
                  <a:lnTo>
                    <a:pt x="106" y="14"/>
                  </a:lnTo>
                  <a:lnTo>
                    <a:pt x="106" y="20"/>
                  </a:lnTo>
                  <a:lnTo>
                    <a:pt x="104" y="22"/>
                  </a:lnTo>
                  <a:lnTo>
                    <a:pt x="98" y="24"/>
                  </a:lnTo>
                  <a:lnTo>
                    <a:pt x="92" y="24"/>
                  </a:lnTo>
                  <a:lnTo>
                    <a:pt x="82" y="32"/>
                  </a:lnTo>
                  <a:lnTo>
                    <a:pt x="86" y="34"/>
                  </a:lnTo>
                  <a:lnTo>
                    <a:pt x="84" y="34"/>
                  </a:lnTo>
                  <a:lnTo>
                    <a:pt x="82" y="34"/>
                  </a:lnTo>
                  <a:lnTo>
                    <a:pt x="76" y="38"/>
                  </a:lnTo>
                  <a:lnTo>
                    <a:pt x="68" y="38"/>
                  </a:lnTo>
                  <a:lnTo>
                    <a:pt x="66" y="36"/>
                  </a:lnTo>
                  <a:lnTo>
                    <a:pt x="60" y="30"/>
                  </a:lnTo>
                  <a:lnTo>
                    <a:pt x="58" y="30"/>
                  </a:lnTo>
                  <a:lnTo>
                    <a:pt x="56" y="28"/>
                  </a:lnTo>
                  <a:lnTo>
                    <a:pt x="52" y="28"/>
                  </a:lnTo>
                  <a:lnTo>
                    <a:pt x="52" y="30"/>
                  </a:lnTo>
                  <a:lnTo>
                    <a:pt x="52" y="34"/>
                  </a:lnTo>
                  <a:lnTo>
                    <a:pt x="54" y="34"/>
                  </a:lnTo>
                  <a:lnTo>
                    <a:pt x="56" y="38"/>
                  </a:lnTo>
                  <a:lnTo>
                    <a:pt x="58" y="40"/>
                  </a:lnTo>
                  <a:lnTo>
                    <a:pt x="58" y="46"/>
                  </a:lnTo>
                  <a:lnTo>
                    <a:pt x="56" y="48"/>
                  </a:lnTo>
                  <a:lnTo>
                    <a:pt x="54" y="48"/>
                  </a:lnTo>
                  <a:lnTo>
                    <a:pt x="48" y="48"/>
                  </a:lnTo>
                  <a:lnTo>
                    <a:pt x="38" y="48"/>
                  </a:lnTo>
                  <a:lnTo>
                    <a:pt x="38" y="54"/>
                  </a:lnTo>
                  <a:lnTo>
                    <a:pt x="36" y="52"/>
                  </a:lnTo>
                  <a:lnTo>
                    <a:pt x="34" y="48"/>
                  </a:lnTo>
                  <a:lnTo>
                    <a:pt x="32" y="48"/>
                  </a:lnTo>
                  <a:lnTo>
                    <a:pt x="30" y="46"/>
                  </a:lnTo>
                  <a:lnTo>
                    <a:pt x="26" y="46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0" y="48"/>
                  </a:lnTo>
                  <a:lnTo>
                    <a:pt x="16" y="48"/>
                  </a:lnTo>
                  <a:lnTo>
                    <a:pt x="12" y="50"/>
                  </a:lnTo>
                  <a:lnTo>
                    <a:pt x="8" y="50"/>
                  </a:lnTo>
                  <a:lnTo>
                    <a:pt x="6" y="52"/>
                  </a:lnTo>
                  <a:lnTo>
                    <a:pt x="4" y="54"/>
                  </a:lnTo>
                  <a:lnTo>
                    <a:pt x="6" y="56"/>
                  </a:lnTo>
                  <a:lnTo>
                    <a:pt x="8" y="56"/>
                  </a:lnTo>
                  <a:lnTo>
                    <a:pt x="10" y="58"/>
                  </a:lnTo>
                  <a:lnTo>
                    <a:pt x="10" y="60"/>
                  </a:lnTo>
                  <a:lnTo>
                    <a:pt x="6" y="60"/>
                  </a:lnTo>
                  <a:lnTo>
                    <a:pt x="2" y="60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12" y="64"/>
                  </a:lnTo>
                  <a:lnTo>
                    <a:pt x="26" y="72"/>
                  </a:lnTo>
                  <a:lnTo>
                    <a:pt x="32" y="72"/>
                  </a:lnTo>
                  <a:lnTo>
                    <a:pt x="38" y="76"/>
                  </a:lnTo>
                  <a:lnTo>
                    <a:pt x="48" y="76"/>
                  </a:lnTo>
                  <a:lnTo>
                    <a:pt x="40" y="80"/>
                  </a:lnTo>
                  <a:lnTo>
                    <a:pt x="42" y="84"/>
                  </a:lnTo>
                  <a:lnTo>
                    <a:pt x="44" y="86"/>
                  </a:lnTo>
                  <a:lnTo>
                    <a:pt x="46" y="92"/>
                  </a:lnTo>
                  <a:lnTo>
                    <a:pt x="52" y="96"/>
                  </a:lnTo>
                  <a:lnTo>
                    <a:pt x="58" y="96"/>
                  </a:lnTo>
                  <a:lnTo>
                    <a:pt x="58" y="106"/>
                  </a:lnTo>
                  <a:lnTo>
                    <a:pt x="62" y="114"/>
                  </a:lnTo>
                  <a:lnTo>
                    <a:pt x="66" y="124"/>
                  </a:lnTo>
                  <a:lnTo>
                    <a:pt x="58" y="114"/>
                  </a:lnTo>
                  <a:lnTo>
                    <a:pt x="58" y="118"/>
                  </a:lnTo>
                  <a:lnTo>
                    <a:pt x="56" y="120"/>
                  </a:lnTo>
                  <a:lnTo>
                    <a:pt x="56" y="132"/>
                  </a:lnTo>
                  <a:lnTo>
                    <a:pt x="54" y="134"/>
                  </a:lnTo>
                  <a:lnTo>
                    <a:pt x="52" y="144"/>
                  </a:lnTo>
                  <a:lnTo>
                    <a:pt x="52" y="146"/>
                  </a:lnTo>
                  <a:lnTo>
                    <a:pt x="50" y="150"/>
                  </a:lnTo>
                  <a:lnTo>
                    <a:pt x="50" y="152"/>
                  </a:lnTo>
                  <a:lnTo>
                    <a:pt x="48" y="152"/>
                  </a:lnTo>
                  <a:lnTo>
                    <a:pt x="48" y="154"/>
                  </a:lnTo>
                  <a:lnTo>
                    <a:pt x="46" y="156"/>
                  </a:lnTo>
                  <a:lnTo>
                    <a:pt x="44" y="158"/>
                  </a:lnTo>
                  <a:lnTo>
                    <a:pt x="46" y="160"/>
                  </a:lnTo>
                  <a:lnTo>
                    <a:pt x="46" y="158"/>
                  </a:lnTo>
                  <a:lnTo>
                    <a:pt x="48" y="158"/>
                  </a:lnTo>
                  <a:lnTo>
                    <a:pt x="52" y="160"/>
                  </a:lnTo>
                  <a:lnTo>
                    <a:pt x="52" y="162"/>
                  </a:lnTo>
                  <a:lnTo>
                    <a:pt x="50" y="164"/>
                  </a:lnTo>
                  <a:lnTo>
                    <a:pt x="60" y="164"/>
                  </a:lnTo>
                  <a:lnTo>
                    <a:pt x="64" y="168"/>
                  </a:lnTo>
                  <a:lnTo>
                    <a:pt x="66" y="166"/>
                  </a:lnTo>
                  <a:lnTo>
                    <a:pt x="68" y="166"/>
                  </a:lnTo>
                  <a:lnTo>
                    <a:pt x="72" y="170"/>
                  </a:lnTo>
                  <a:lnTo>
                    <a:pt x="78" y="170"/>
                  </a:lnTo>
                  <a:lnTo>
                    <a:pt x="78" y="172"/>
                  </a:lnTo>
                  <a:lnTo>
                    <a:pt x="84" y="172"/>
                  </a:lnTo>
                  <a:lnTo>
                    <a:pt x="84" y="168"/>
                  </a:lnTo>
                  <a:lnTo>
                    <a:pt x="86" y="166"/>
                  </a:lnTo>
                  <a:lnTo>
                    <a:pt x="90" y="166"/>
                  </a:lnTo>
                  <a:lnTo>
                    <a:pt x="92" y="168"/>
                  </a:lnTo>
                  <a:lnTo>
                    <a:pt x="92" y="170"/>
                  </a:lnTo>
                  <a:lnTo>
                    <a:pt x="96" y="170"/>
                  </a:lnTo>
                  <a:lnTo>
                    <a:pt x="96" y="172"/>
                  </a:lnTo>
                  <a:lnTo>
                    <a:pt x="104" y="172"/>
                  </a:lnTo>
                  <a:lnTo>
                    <a:pt x="104" y="174"/>
                  </a:lnTo>
                  <a:lnTo>
                    <a:pt x="104" y="176"/>
                  </a:lnTo>
                  <a:lnTo>
                    <a:pt x="112" y="176"/>
                  </a:lnTo>
                  <a:lnTo>
                    <a:pt x="112" y="178"/>
                  </a:lnTo>
                  <a:lnTo>
                    <a:pt x="118" y="178"/>
                  </a:lnTo>
                  <a:lnTo>
                    <a:pt x="118" y="176"/>
                  </a:lnTo>
                  <a:lnTo>
                    <a:pt x="118" y="174"/>
                  </a:lnTo>
                  <a:lnTo>
                    <a:pt x="122" y="174"/>
                  </a:lnTo>
                  <a:lnTo>
                    <a:pt x="122" y="170"/>
                  </a:lnTo>
                  <a:lnTo>
                    <a:pt x="126" y="164"/>
                  </a:lnTo>
                  <a:lnTo>
                    <a:pt x="130" y="160"/>
                  </a:lnTo>
                  <a:lnTo>
                    <a:pt x="132" y="158"/>
                  </a:lnTo>
                  <a:lnTo>
                    <a:pt x="134" y="156"/>
                  </a:lnTo>
                  <a:lnTo>
                    <a:pt x="138" y="154"/>
                  </a:lnTo>
                  <a:lnTo>
                    <a:pt x="140" y="152"/>
                  </a:lnTo>
                  <a:lnTo>
                    <a:pt x="144" y="152"/>
                  </a:lnTo>
                  <a:lnTo>
                    <a:pt x="146" y="154"/>
                  </a:lnTo>
                  <a:lnTo>
                    <a:pt x="150" y="154"/>
                  </a:lnTo>
                  <a:lnTo>
                    <a:pt x="152" y="156"/>
                  </a:lnTo>
                  <a:lnTo>
                    <a:pt x="162" y="156"/>
                  </a:lnTo>
                  <a:lnTo>
                    <a:pt x="166" y="160"/>
                  </a:lnTo>
                  <a:lnTo>
                    <a:pt x="166" y="162"/>
                  </a:lnTo>
                  <a:lnTo>
                    <a:pt x="170" y="162"/>
                  </a:lnTo>
                  <a:lnTo>
                    <a:pt x="172" y="164"/>
                  </a:lnTo>
                  <a:lnTo>
                    <a:pt x="178" y="164"/>
                  </a:lnTo>
                  <a:lnTo>
                    <a:pt x="182" y="162"/>
                  </a:lnTo>
                  <a:lnTo>
                    <a:pt x="184" y="160"/>
                  </a:lnTo>
                  <a:lnTo>
                    <a:pt x="186" y="154"/>
                  </a:lnTo>
                  <a:lnTo>
                    <a:pt x="192" y="150"/>
                  </a:lnTo>
                  <a:lnTo>
                    <a:pt x="196" y="150"/>
                  </a:lnTo>
                  <a:lnTo>
                    <a:pt x="196" y="148"/>
                  </a:lnTo>
                  <a:lnTo>
                    <a:pt x="200" y="144"/>
                  </a:lnTo>
                  <a:lnTo>
                    <a:pt x="200" y="142"/>
                  </a:lnTo>
                  <a:lnTo>
                    <a:pt x="198" y="140"/>
                  </a:lnTo>
                  <a:lnTo>
                    <a:pt x="192" y="140"/>
                  </a:lnTo>
                  <a:lnTo>
                    <a:pt x="188" y="138"/>
                  </a:lnTo>
                  <a:lnTo>
                    <a:pt x="186" y="136"/>
                  </a:lnTo>
                  <a:lnTo>
                    <a:pt x="186" y="134"/>
                  </a:lnTo>
                  <a:lnTo>
                    <a:pt x="188" y="132"/>
                  </a:lnTo>
                  <a:lnTo>
                    <a:pt x="190" y="130"/>
                  </a:lnTo>
                  <a:lnTo>
                    <a:pt x="190" y="126"/>
                  </a:lnTo>
                  <a:lnTo>
                    <a:pt x="188" y="126"/>
                  </a:lnTo>
                  <a:lnTo>
                    <a:pt x="184" y="126"/>
                  </a:lnTo>
                  <a:lnTo>
                    <a:pt x="182" y="120"/>
                  </a:lnTo>
                  <a:lnTo>
                    <a:pt x="188" y="120"/>
                  </a:lnTo>
                  <a:lnTo>
                    <a:pt x="192" y="116"/>
                  </a:lnTo>
                  <a:lnTo>
                    <a:pt x="192" y="114"/>
                  </a:lnTo>
                  <a:lnTo>
                    <a:pt x="186" y="108"/>
                  </a:lnTo>
                  <a:lnTo>
                    <a:pt x="188" y="106"/>
                  </a:lnTo>
                  <a:lnTo>
                    <a:pt x="190" y="106"/>
                  </a:lnTo>
                  <a:lnTo>
                    <a:pt x="190" y="104"/>
                  </a:lnTo>
                  <a:lnTo>
                    <a:pt x="186" y="100"/>
                  </a:lnTo>
                  <a:lnTo>
                    <a:pt x="188" y="94"/>
                  </a:lnTo>
                  <a:lnTo>
                    <a:pt x="186" y="94"/>
                  </a:lnTo>
                  <a:lnTo>
                    <a:pt x="182" y="94"/>
                  </a:lnTo>
                  <a:lnTo>
                    <a:pt x="176" y="100"/>
                  </a:lnTo>
                  <a:lnTo>
                    <a:pt x="174" y="100"/>
                  </a:lnTo>
                  <a:lnTo>
                    <a:pt x="174" y="98"/>
                  </a:lnTo>
                  <a:lnTo>
                    <a:pt x="176" y="96"/>
                  </a:lnTo>
                  <a:lnTo>
                    <a:pt x="174" y="94"/>
                  </a:lnTo>
                  <a:lnTo>
                    <a:pt x="178" y="92"/>
                  </a:lnTo>
                  <a:lnTo>
                    <a:pt x="178" y="88"/>
                  </a:lnTo>
                  <a:lnTo>
                    <a:pt x="182" y="86"/>
                  </a:lnTo>
                  <a:lnTo>
                    <a:pt x="182" y="82"/>
                  </a:lnTo>
                  <a:lnTo>
                    <a:pt x="186" y="82"/>
                  </a:lnTo>
                  <a:lnTo>
                    <a:pt x="188" y="80"/>
                  </a:lnTo>
                  <a:lnTo>
                    <a:pt x="190" y="78"/>
                  </a:lnTo>
                  <a:lnTo>
                    <a:pt x="192" y="76"/>
                  </a:lnTo>
                  <a:lnTo>
                    <a:pt x="192" y="74"/>
                  </a:lnTo>
                  <a:lnTo>
                    <a:pt x="198" y="76"/>
                  </a:lnTo>
                  <a:lnTo>
                    <a:pt x="198" y="72"/>
                  </a:lnTo>
                  <a:lnTo>
                    <a:pt x="198" y="60"/>
                  </a:lnTo>
                  <a:lnTo>
                    <a:pt x="200" y="58"/>
                  </a:lnTo>
                  <a:lnTo>
                    <a:pt x="202" y="56"/>
                  </a:lnTo>
                  <a:lnTo>
                    <a:pt x="204" y="54"/>
                  </a:lnTo>
                  <a:lnTo>
                    <a:pt x="204" y="50"/>
                  </a:lnTo>
                  <a:lnTo>
                    <a:pt x="208" y="46"/>
                  </a:lnTo>
                  <a:lnTo>
                    <a:pt x="210" y="42"/>
                  </a:lnTo>
                  <a:lnTo>
                    <a:pt x="204" y="40"/>
                  </a:lnTo>
                  <a:lnTo>
                    <a:pt x="198" y="40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91" name="Finland" descr="© INSCALE GmbH, 05.05.2010&#10;http://www.presentationload.com/">
              <a:extLst>
                <a:ext uri="{FF2B5EF4-FFF2-40B4-BE49-F238E27FC236}">
                  <a16:creationId xmlns:a16="http://schemas.microsoft.com/office/drawing/2014/main" id="{4DB12F41-D79D-46B8-A1DC-C6221BFC392F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152023" y="1199921"/>
              <a:ext cx="208079" cy="235050"/>
            </a:xfrm>
            <a:custGeom>
              <a:avLst/>
              <a:gdLst>
                <a:gd name="T0" fmla="*/ 2147483647 w 630"/>
                <a:gd name="T1" fmla="*/ 2147483647 h 714"/>
                <a:gd name="T2" fmla="*/ 2147483647 w 630"/>
                <a:gd name="T3" fmla="*/ 2147483647 h 714"/>
                <a:gd name="T4" fmla="*/ 2147483647 w 630"/>
                <a:gd name="T5" fmla="*/ 2147483647 h 714"/>
                <a:gd name="T6" fmla="*/ 2147483647 w 630"/>
                <a:gd name="T7" fmla="*/ 2147483647 h 714"/>
                <a:gd name="T8" fmla="*/ 2147483647 w 630"/>
                <a:gd name="T9" fmla="*/ 2147483647 h 714"/>
                <a:gd name="T10" fmla="*/ 2147483647 w 630"/>
                <a:gd name="T11" fmla="*/ 2147483647 h 714"/>
                <a:gd name="T12" fmla="*/ 2147483647 w 630"/>
                <a:gd name="T13" fmla="*/ 2147483647 h 714"/>
                <a:gd name="T14" fmla="*/ 2147483647 w 630"/>
                <a:gd name="T15" fmla="*/ 2147483647 h 714"/>
                <a:gd name="T16" fmla="*/ 2147483647 w 630"/>
                <a:gd name="T17" fmla="*/ 2147483647 h 714"/>
                <a:gd name="T18" fmla="*/ 2147483647 w 630"/>
                <a:gd name="T19" fmla="*/ 2147483647 h 714"/>
                <a:gd name="T20" fmla="*/ 2147483647 w 630"/>
                <a:gd name="T21" fmla="*/ 2147483647 h 714"/>
                <a:gd name="T22" fmla="*/ 2147483647 w 630"/>
                <a:gd name="T23" fmla="*/ 2147483647 h 714"/>
                <a:gd name="T24" fmla="*/ 2147483647 w 630"/>
                <a:gd name="T25" fmla="*/ 2147483647 h 714"/>
                <a:gd name="T26" fmla="*/ 2147483647 w 630"/>
                <a:gd name="T27" fmla="*/ 2147483647 h 714"/>
                <a:gd name="T28" fmla="*/ 2147483647 w 630"/>
                <a:gd name="T29" fmla="*/ 2147483647 h 714"/>
                <a:gd name="T30" fmla="*/ 2147483647 w 630"/>
                <a:gd name="T31" fmla="*/ 2147483647 h 714"/>
                <a:gd name="T32" fmla="*/ 2147483647 w 630"/>
                <a:gd name="T33" fmla="*/ 2147483647 h 714"/>
                <a:gd name="T34" fmla="*/ 2147483647 w 630"/>
                <a:gd name="T35" fmla="*/ 2147483647 h 714"/>
                <a:gd name="T36" fmla="*/ 2147483647 w 630"/>
                <a:gd name="T37" fmla="*/ 2147483647 h 714"/>
                <a:gd name="T38" fmla="*/ 2147483647 w 630"/>
                <a:gd name="T39" fmla="*/ 2147483647 h 714"/>
                <a:gd name="T40" fmla="*/ 2147483647 w 630"/>
                <a:gd name="T41" fmla="*/ 2147483647 h 714"/>
                <a:gd name="T42" fmla="*/ 2147483647 w 630"/>
                <a:gd name="T43" fmla="*/ 2147483647 h 714"/>
                <a:gd name="T44" fmla="*/ 2147483647 w 630"/>
                <a:gd name="T45" fmla="*/ 2147483647 h 714"/>
                <a:gd name="T46" fmla="*/ 2147483647 w 630"/>
                <a:gd name="T47" fmla="*/ 2147483647 h 714"/>
                <a:gd name="T48" fmla="*/ 2147483647 w 630"/>
                <a:gd name="T49" fmla="*/ 2147483647 h 714"/>
                <a:gd name="T50" fmla="*/ 2147483647 w 630"/>
                <a:gd name="T51" fmla="*/ 2147483647 h 714"/>
                <a:gd name="T52" fmla="*/ 2147483647 w 630"/>
                <a:gd name="T53" fmla="*/ 2147483647 h 714"/>
                <a:gd name="T54" fmla="*/ 2147483647 w 630"/>
                <a:gd name="T55" fmla="*/ 2147483647 h 714"/>
                <a:gd name="T56" fmla="*/ 2147483647 w 630"/>
                <a:gd name="T57" fmla="*/ 2147483647 h 714"/>
                <a:gd name="T58" fmla="*/ 2147483647 w 630"/>
                <a:gd name="T59" fmla="*/ 2147483647 h 714"/>
                <a:gd name="T60" fmla="*/ 2147483647 w 630"/>
                <a:gd name="T61" fmla="*/ 2147483647 h 714"/>
                <a:gd name="T62" fmla="*/ 2147483647 w 630"/>
                <a:gd name="T63" fmla="*/ 2147483647 h 714"/>
                <a:gd name="T64" fmla="*/ 2147483647 w 630"/>
                <a:gd name="T65" fmla="*/ 2147483647 h 714"/>
                <a:gd name="T66" fmla="*/ 2147483647 w 630"/>
                <a:gd name="T67" fmla="*/ 2147483647 h 714"/>
                <a:gd name="T68" fmla="*/ 2147483647 w 630"/>
                <a:gd name="T69" fmla="*/ 2147483647 h 714"/>
                <a:gd name="T70" fmla="*/ 2147483647 w 630"/>
                <a:gd name="T71" fmla="*/ 2147483647 h 714"/>
                <a:gd name="T72" fmla="*/ 2147483647 w 630"/>
                <a:gd name="T73" fmla="*/ 2147483647 h 714"/>
                <a:gd name="T74" fmla="*/ 2147483647 w 630"/>
                <a:gd name="T75" fmla="*/ 2147483647 h 714"/>
                <a:gd name="T76" fmla="*/ 2147483647 w 630"/>
                <a:gd name="T77" fmla="*/ 2147483647 h 714"/>
                <a:gd name="T78" fmla="*/ 2147483647 w 630"/>
                <a:gd name="T79" fmla="*/ 2147483647 h 714"/>
                <a:gd name="T80" fmla="*/ 2147483647 w 630"/>
                <a:gd name="T81" fmla="*/ 2147483647 h 714"/>
                <a:gd name="T82" fmla="*/ 2147483647 w 630"/>
                <a:gd name="T83" fmla="*/ 2147483647 h 714"/>
                <a:gd name="T84" fmla="*/ 2147483647 w 630"/>
                <a:gd name="T85" fmla="*/ 2147483647 h 714"/>
                <a:gd name="T86" fmla="*/ 2147483647 w 630"/>
                <a:gd name="T87" fmla="*/ 2147483647 h 714"/>
                <a:gd name="T88" fmla="*/ 2147483647 w 630"/>
                <a:gd name="T89" fmla="*/ 2147483647 h 714"/>
                <a:gd name="T90" fmla="*/ 2147483647 w 630"/>
                <a:gd name="T91" fmla="*/ 2147483647 h 714"/>
                <a:gd name="T92" fmla="*/ 2147483647 w 630"/>
                <a:gd name="T93" fmla="*/ 2147483647 h 714"/>
                <a:gd name="T94" fmla="*/ 2147483647 w 630"/>
                <a:gd name="T95" fmla="*/ 2147483647 h 714"/>
                <a:gd name="T96" fmla="*/ 2147483647 w 630"/>
                <a:gd name="T97" fmla="*/ 2147483647 h 714"/>
                <a:gd name="T98" fmla="*/ 2147483647 w 630"/>
                <a:gd name="T99" fmla="*/ 2147483647 h 714"/>
                <a:gd name="T100" fmla="*/ 2147483647 w 630"/>
                <a:gd name="T101" fmla="*/ 2147483647 h 714"/>
                <a:gd name="T102" fmla="*/ 2147483647 w 630"/>
                <a:gd name="T103" fmla="*/ 2147483647 h 714"/>
                <a:gd name="T104" fmla="*/ 2147483647 w 630"/>
                <a:gd name="T105" fmla="*/ 2147483647 h 714"/>
                <a:gd name="T106" fmla="*/ 2147483647 w 630"/>
                <a:gd name="T107" fmla="*/ 0 h 714"/>
                <a:gd name="T108" fmla="*/ 2147483647 w 630"/>
                <a:gd name="T109" fmla="*/ 2147483647 h 714"/>
                <a:gd name="T110" fmla="*/ 2147483647 w 630"/>
                <a:gd name="T111" fmla="*/ 2147483647 h 714"/>
                <a:gd name="T112" fmla="*/ 2147483647 w 630"/>
                <a:gd name="T113" fmla="*/ 2147483647 h 714"/>
                <a:gd name="T114" fmla="*/ 2147483647 w 630"/>
                <a:gd name="T115" fmla="*/ 2147483647 h 714"/>
                <a:gd name="T116" fmla="*/ 2147483647 w 630"/>
                <a:gd name="T117" fmla="*/ 2147483647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30"/>
                <a:gd name="T178" fmla="*/ 0 h 714"/>
                <a:gd name="T179" fmla="*/ 630 w 630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30" h="714">
                  <a:moveTo>
                    <a:pt x="162" y="84"/>
                  </a:moveTo>
                  <a:lnTo>
                    <a:pt x="156" y="90"/>
                  </a:lnTo>
                  <a:lnTo>
                    <a:pt x="144" y="96"/>
                  </a:lnTo>
                  <a:lnTo>
                    <a:pt x="132" y="96"/>
                  </a:lnTo>
                  <a:lnTo>
                    <a:pt x="126" y="90"/>
                  </a:lnTo>
                  <a:lnTo>
                    <a:pt x="108" y="90"/>
                  </a:lnTo>
                  <a:lnTo>
                    <a:pt x="96" y="84"/>
                  </a:lnTo>
                  <a:lnTo>
                    <a:pt x="84" y="84"/>
                  </a:lnTo>
                  <a:lnTo>
                    <a:pt x="72" y="72"/>
                  </a:lnTo>
                  <a:lnTo>
                    <a:pt x="60" y="66"/>
                  </a:lnTo>
                  <a:lnTo>
                    <a:pt x="54" y="54"/>
                  </a:lnTo>
                  <a:lnTo>
                    <a:pt x="48" y="48"/>
                  </a:lnTo>
                  <a:lnTo>
                    <a:pt x="30" y="48"/>
                  </a:lnTo>
                  <a:lnTo>
                    <a:pt x="24" y="54"/>
                  </a:lnTo>
                  <a:lnTo>
                    <a:pt x="24" y="66"/>
                  </a:lnTo>
                  <a:lnTo>
                    <a:pt x="6" y="60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8" y="78"/>
                  </a:lnTo>
                  <a:lnTo>
                    <a:pt x="24" y="84"/>
                  </a:lnTo>
                  <a:lnTo>
                    <a:pt x="36" y="90"/>
                  </a:lnTo>
                  <a:lnTo>
                    <a:pt x="48" y="90"/>
                  </a:lnTo>
                  <a:lnTo>
                    <a:pt x="54" y="96"/>
                  </a:lnTo>
                  <a:lnTo>
                    <a:pt x="60" y="96"/>
                  </a:lnTo>
                  <a:lnTo>
                    <a:pt x="72" y="108"/>
                  </a:lnTo>
                  <a:lnTo>
                    <a:pt x="108" y="108"/>
                  </a:lnTo>
                  <a:lnTo>
                    <a:pt x="138" y="126"/>
                  </a:lnTo>
                  <a:lnTo>
                    <a:pt x="150" y="126"/>
                  </a:lnTo>
                  <a:lnTo>
                    <a:pt x="156" y="132"/>
                  </a:lnTo>
                  <a:lnTo>
                    <a:pt x="162" y="132"/>
                  </a:lnTo>
                  <a:lnTo>
                    <a:pt x="162" y="156"/>
                  </a:lnTo>
                  <a:lnTo>
                    <a:pt x="156" y="162"/>
                  </a:lnTo>
                  <a:lnTo>
                    <a:pt x="156" y="168"/>
                  </a:lnTo>
                  <a:lnTo>
                    <a:pt x="168" y="174"/>
                  </a:lnTo>
                  <a:lnTo>
                    <a:pt x="162" y="198"/>
                  </a:lnTo>
                  <a:lnTo>
                    <a:pt x="186" y="210"/>
                  </a:lnTo>
                  <a:lnTo>
                    <a:pt x="180" y="222"/>
                  </a:lnTo>
                  <a:lnTo>
                    <a:pt x="174" y="228"/>
                  </a:lnTo>
                  <a:lnTo>
                    <a:pt x="168" y="240"/>
                  </a:lnTo>
                  <a:lnTo>
                    <a:pt x="168" y="246"/>
                  </a:lnTo>
                  <a:lnTo>
                    <a:pt x="180" y="258"/>
                  </a:lnTo>
                  <a:lnTo>
                    <a:pt x="192" y="264"/>
                  </a:lnTo>
                  <a:lnTo>
                    <a:pt x="198" y="270"/>
                  </a:lnTo>
                  <a:lnTo>
                    <a:pt x="210" y="306"/>
                  </a:lnTo>
                  <a:lnTo>
                    <a:pt x="222" y="294"/>
                  </a:lnTo>
                  <a:lnTo>
                    <a:pt x="228" y="294"/>
                  </a:lnTo>
                  <a:lnTo>
                    <a:pt x="234" y="300"/>
                  </a:lnTo>
                  <a:lnTo>
                    <a:pt x="246" y="300"/>
                  </a:lnTo>
                  <a:lnTo>
                    <a:pt x="270" y="324"/>
                  </a:lnTo>
                  <a:lnTo>
                    <a:pt x="270" y="336"/>
                  </a:lnTo>
                  <a:lnTo>
                    <a:pt x="276" y="348"/>
                  </a:lnTo>
                  <a:lnTo>
                    <a:pt x="276" y="354"/>
                  </a:lnTo>
                  <a:lnTo>
                    <a:pt x="264" y="348"/>
                  </a:lnTo>
                  <a:lnTo>
                    <a:pt x="246" y="348"/>
                  </a:lnTo>
                  <a:lnTo>
                    <a:pt x="240" y="354"/>
                  </a:lnTo>
                  <a:lnTo>
                    <a:pt x="234" y="366"/>
                  </a:lnTo>
                  <a:lnTo>
                    <a:pt x="228" y="372"/>
                  </a:lnTo>
                  <a:lnTo>
                    <a:pt x="222" y="384"/>
                  </a:lnTo>
                  <a:lnTo>
                    <a:pt x="216" y="390"/>
                  </a:lnTo>
                  <a:lnTo>
                    <a:pt x="180" y="420"/>
                  </a:lnTo>
                  <a:lnTo>
                    <a:pt x="144" y="432"/>
                  </a:lnTo>
                  <a:lnTo>
                    <a:pt x="138" y="438"/>
                  </a:lnTo>
                  <a:lnTo>
                    <a:pt x="126" y="444"/>
                  </a:lnTo>
                  <a:lnTo>
                    <a:pt x="120" y="456"/>
                  </a:lnTo>
                  <a:lnTo>
                    <a:pt x="120" y="462"/>
                  </a:lnTo>
                  <a:lnTo>
                    <a:pt x="108" y="474"/>
                  </a:lnTo>
                  <a:lnTo>
                    <a:pt x="90" y="474"/>
                  </a:lnTo>
                  <a:lnTo>
                    <a:pt x="66" y="504"/>
                  </a:lnTo>
                  <a:lnTo>
                    <a:pt x="66" y="534"/>
                  </a:lnTo>
                  <a:lnTo>
                    <a:pt x="72" y="540"/>
                  </a:lnTo>
                  <a:lnTo>
                    <a:pt x="72" y="570"/>
                  </a:lnTo>
                  <a:lnTo>
                    <a:pt x="96" y="588"/>
                  </a:lnTo>
                  <a:lnTo>
                    <a:pt x="96" y="594"/>
                  </a:lnTo>
                  <a:lnTo>
                    <a:pt x="90" y="600"/>
                  </a:lnTo>
                  <a:lnTo>
                    <a:pt x="90" y="612"/>
                  </a:lnTo>
                  <a:lnTo>
                    <a:pt x="84" y="630"/>
                  </a:lnTo>
                  <a:lnTo>
                    <a:pt x="84" y="648"/>
                  </a:lnTo>
                  <a:lnTo>
                    <a:pt x="90" y="654"/>
                  </a:lnTo>
                  <a:lnTo>
                    <a:pt x="96" y="666"/>
                  </a:lnTo>
                  <a:lnTo>
                    <a:pt x="108" y="678"/>
                  </a:lnTo>
                  <a:lnTo>
                    <a:pt x="132" y="690"/>
                  </a:lnTo>
                  <a:lnTo>
                    <a:pt x="174" y="690"/>
                  </a:lnTo>
                  <a:lnTo>
                    <a:pt x="174" y="696"/>
                  </a:lnTo>
                  <a:lnTo>
                    <a:pt x="168" y="702"/>
                  </a:lnTo>
                  <a:lnTo>
                    <a:pt x="168" y="708"/>
                  </a:lnTo>
                  <a:lnTo>
                    <a:pt x="174" y="714"/>
                  </a:lnTo>
                  <a:lnTo>
                    <a:pt x="240" y="714"/>
                  </a:lnTo>
                  <a:lnTo>
                    <a:pt x="252" y="708"/>
                  </a:lnTo>
                  <a:lnTo>
                    <a:pt x="270" y="708"/>
                  </a:lnTo>
                  <a:lnTo>
                    <a:pt x="300" y="696"/>
                  </a:lnTo>
                  <a:lnTo>
                    <a:pt x="336" y="696"/>
                  </a:lnTo>
                  <a:lnTo>
                    <a:pt x="384" y="672"/>
                  </a:lnTo>
                  <a:lnTo>
                    <a:pt x="462" y="672"/>
                  </a:lnTo>
                  <a:lnTo>
                    <a:pt x="456" y="660"/>
                  </a:lnTo>
                  <a:lnTo>
                    <a:pt x="516" y="630"/>
                  </a:lnTo>
                  <a:lnTo>
                    <a:pt x="576" y="570"/>
                  </a:lnTo>
                  <a:lnTo>
                    <a:pt x="582" y="570"/>
                  </a:lnTo>
                  <a:lnTo>
                    <a:pt x="618" y="534"/>
                  </a:lnTo>
                  <a:lnTo>
                    <a:pt x="624" y="522"/>
                  </a:lnTo>
                  <a:lnTo>
                    <a:pt x="630" y="516"/>
                  </a:lnTo>
                  <a:lnTo>
                    <a:pt x="630" y="504"/>
                  </a:lnTo>
                  <a:lnTo>
                    <a:pt x="624" y="492"/>
                  </a:lnTo>
                  <a:lnTo>
                    <a:pt x="618" y="486"/>
                  </a:lnTo>
                  <a:lnTo>
                    <a:pt x="612" y="474"/>
                  </a:lnTo>
                  <a:lnTo>
                    <a:pt x="540" y="438"/>
                  </a:lnTo>
                  <a:lnTo>
                    <a:pt x="546" y="438"/>
                  </a:lnTo>
                  <a:lnTo>
                    <a:pt x="570" y="414"/>
                  </a:lnTo>
                  <a:lnTo>
                    <a:pt x="570" y="408"/>
                  </a:lnTo>
                  <a:lnTo>
                    <a:pt x="564" y="402"/>
                  </a:lnTo>
                  <a:lnTo>
                    <a:pt x="552" y="396"/>
                  </a:lnTo>
                  <a:lnTo>
                    <a:pt x="528" y="390"/>
                  </a:lnTo>
                  <a:lnTo>
                    <a:pt x="534" y="378"/>
                  </a:lnTo>
                  <a:lnTo>
                    <a:pt x="540" y="372"/>
                  </a:lnTo>
                  <a:lnTo>
                    <a:pt x="540" y="366"/>
                  </a:lnTo>
                  <a:lnTo>
                    <a:pt x="534" y="360"/>
                  </a:lnTo>
                  <a:lnTo>
                    <a:pt x="528" y="360"/>
                  </a:lnTo>
                  <a:lnTo>
                    <a:pt x="522" y="354"/>
                  </a:lnTo>
                  <a:lnTo>
                    <a:pt x="510" y="354"/>
                  </a:lnTo>
                  <a:lnTo>
                    <a:pt x="510" y="342"/>
                  </a:lnTo>
                  <a:lnTo>
                    <a:pt x="498" y="330"/>
                  </a:lnTo>
                  <a:lnTo>
                    <a:pt x="504" y="300"/>
                  </a:lnTo>
                  <a:lnTo>
                    <a:pt x="510" y="300"/>
                  </a:lnTo>
                  <a:lnTo>
                    <a:pt x="522" y="306"/>
                  </a:lnTo>
                  <a:lnTo>
                    <a:pt x="534" y="306"/>
                  </a:lnTo>
                  <a:lnTo>
                    <a:pt x="540" y="300"/>
                  </a:lnTo>
                  <a:lnTo>
                    <a:pt x="540" y="294"/>
                  </a:lnTo>
                  <a:lnTo>
                    <a:pt x="534" y="288"/>
                  </a:lnTo>
                  <a:lnTo>
                    <a:pt x="522" y="282"/>
                  </a:lnTo>
                  <a:lnTo>
                    <a:pt x="498" y="258"/>
                  </a:lnTo>
                  <a:lnTo>
                    <a:pt x="486" y="252"/>
                  </a:lnTo>
                  <a:lnTo>
                    <a:pt x="480" y="240"/>
                  </a:lnTo>
                  <a:lnTo>
                    <a:pt x="468" y="234"/>
                  </a:lnTo>
                  <a:lnTo>
                    <a:pt x="450" y="216"/>
                  </a:lnTo>
                  <a:lnTo>
                    <a:pt x="456" y="210"/>
                  </a:lnTo>
                  <a:lnTo>
                    <a:pt x="468" y="204"/>
                  </a:lnTo>
                  <a:lnTo>
                    <a:pt x="474" y="204"/>
                  </a:lnTo>
                  <a:lnTo>
                    <a:pt x="474" y="192"/>
                  </a:lnTo>
                  <a:lnTo>
                    <a:pt x="480" y="192"/>
                  </a:lnTo>
                  <a:lnTo>
                    <a:pt x="492" y="186"/>
                  </a:lnTo>
                  <a:lnTo>
                    <a:pt x="498" y="186"/>
                  </a:lnTo>
                  <a:lnTo>
                    <a:pt x="498" y="174"/>
                  </a:lnTo>
                  <a:lnTo>
                    <a:pt x="450" y="126"/>
                  </a:lnTo>
                  <a:lnTo>
                    <a:pt x="432" y="126"/>
                  </a:lnTo>
                  <a:lnTo>
                    <a:pt x="426" y="132"/>
                  </a:lnTo>
                  <a:lnTo>
                    <a:pt x="420" y="132"/>
                  </a:lnTo>
                  <a:lnTo>
                    <a:pt x="414" y="126"/>
                  </a:lnTo>
                  <a:lnTo>
                    <a:pt x="414" y="120"/>
                  </a:lnTo>
                  <a:lnTo>
                    <a:pt x="408" y="108"/>
                  </a:lnTo>
                  <a:lnTo>
                    <a:pt x="408" y="96"/>
                  </a:lnTo>
                  <a:lnTo>
                    <a:pt x="426" y="96"/>
                  </a:lnTo>
                  <a:lnTo>
                    <a:pt x="426" y="90"/>
                  </a:lnTo>
                  <a:lnTo>
                    <a:pt x="414" y="78"/>
                  </a:lnTo>
                  <a:lnTo>
                    <a:pt x="420" y="54"/>
                  </a:lnTo>
                  <a:lnTo>
                    <a:pt x="426" y="54"/>
                  </a:lnTo>
                  <a:lnTo>
                    <a:pt x="426" y="60"/>
                  </a:lnTo>
                  <a:lnTo>
                    <a:pt x="432" y="60"/>
                  </a:lnTo>
                  <a:lnTo>
                    <a:pt x="432" y="42"/>
                  </a:lnTo>
                  <a:lnTo>
                    <a:pt x="426" y="30"/>
                  </a:lnTo>
                  <a:lnTo>
                    <a:pt x="414" y="18"/>
                  </a:lnTo>
                  <a:lnTo>
                    <a:pt x="408" y="18"/>
                  </a:lnTo>
                  <a:lnTo>
                    <a:pt x="372" y="12"/>
                  </a:lnTo>
                  <a:lnTo>
                    <a:pt x="372" y="0"/>
                  </a:lnTo>
                  <a:lnTo>
                    <a:pt x="336" y="0"/>
                  </a:lnTo>
                  <a:lnTo>
                    <a:pt x="324" y="6"/>
                  </a:lnTo>
                  <a:lnTo>
                    <a:pt x="294" y="6"/>
                  </a:lnTo>
                  <a:lnTo>
                    <a:pt x="282" y="12"/>
                  </a:lnTo>
                  <a:lnTo>
                    <a:pt x="276" y="12"/>
                  </a:lnTo>
                  <a:lnTo>
                    <a:pt x="264" y="18"/>
                  </a:lnTo>
                  <a:lnTo>
                    <a:pt x="264" y="30"/>
                  </a:lnTo>
                  <a:lnTo>
                    <a:pt x="258" y="36"/>
                  </a:lnTo>
                  <a:lnTo>
                    <a:pt x="258" y="72"/>
                  </a:lnTo>
                  <a:lnTo>
                    <a:pt x="234" y="72"/>
                  </a:lnTo>
                  <a:lnTo>
                    <a:pt x="234" y="78"/>
                  </a:lnTo>
                  <a:lnTo>
                    <a:pt x="228" y="84"/>
                  </a:lnTo>
                  <a:lnTo>
                    <a:pt x="228" y="96"/>
                  </a:lnTo>
                  <a:lnTo>
                    <a:pt x="210" y="96"/>
                  </a:lnTo>
                  <a:lnTo>
                    <a:pt x="204" y="90"/>
                  </a:lnTo>
                  <a:lnTo>
                    <a:pt x="192" y="84"/>
                  </a:lnTo>
                  <a:lnTo>
                    <a:pt x="162" y="84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92" name="Ethiopia" descr="© INSCALE GmbH, 05.05.2010&#10;http://www.presentationload.com/">
              <a:extLst>
                <a:ext uri="{FF2B5EF4-FFF2-40B4-BE49-F238E27FC236}">
                  <a16:creationId xmlns:a16="http://schemas.microsoft.com/office/drawing/2014/main" id="{E7D562E7-4E01-41C2-AEEA-88DB3E57409D}"/>
                </a:ext>
              </a:extLst>
            </p:cNvPr>
            <p:cNvSpPr>
              <a:spLocks/>
            </p:cNvSpPr>
            <p:nvPr/>
          </p:nvSpPr>
          <p:spPr bwMode="gray">
            <a:xfrm>
              <a:off x="4508729" y="2607652"/>
              <a:ext cx="348952" cy="303125"/>
            </a:xfrm>
            <a:custGeom>
              <a:avLst/>
              <a:gdLst>
                <a:gd name="T0" fmla="*/ 2147483647 w 1056"/>
                <a:gd name="T1" fmla="*/ 2147483647 h 924"/>
                <a:gd name="T2" fmla="*/ 2147483647 w 1056"/>
                <a:gd name="T3" fmla="*/ 2147483647 h 924"/>
                <a:gd name="T4" fmla="*/ 2147483647 w 1056"/>
                <a:gd name="T5" fmla="*/ 2147483647 h 924"/>
                <a:gd name="T6" fmla="*/ 2147483647 w 1056"/>
                <a:gd name="T7" fmla="*/ 2147483647 h 924"/>
                <a:gd name="T8" fmla="*/ 2147483647 w 1056"/>
                <a:gd name="T9" fmla="*/ 2147483647 h 924"/>
                <a:gd name="T10" fmla="*/ 2147483647 w 1056"/>
                <a:gd name="T11" fmla="*/ 2147483647 h 924"/>
                <a:gd name="T12" fmla="*/ 2147483647 w 1056"/>
                <a:gd name="T13" fmla="*/ 2147483647 h 924"/>
                <a:gd name="T14" fmla="*/ 2147483647 w 1056"/>
                <a:gd name="T15" fmla="*/ 2147483647 h 924"/>
                <a:gd name="T16" fmla="*/ 2147483647 w 1056"/>
                <a:gd name="T17" fmla="*/ 2147483647 h 924"/>
                <a:gd name="T18" fmla="*/ 2147483647 w 1056"/>
                <a:gd name="T19" fmla="*/ 2147483647 h 924"/>
                <a:gd name="T20" fmla="*/ 2147483647 w 1056"/>
                <a:gd name="T21" fmla="*/ 2147483647 h 924"/>
                <a:gd name="T22" fmla="*/ 2147483647 w 1056"/>
                <a:gd name="T23" fmla="*/ 2147483647 h 924"/>
                <a:gd name="T24" fmla="*/ 2147483647 w 1056"/>
                <a:gd name="T25" fmla="*/ 2147483647 h 924"/>
                <a:gd name="T26" fmla="*/ 2147483647 w 1056"/>
                <a:gd name="T27" fmla="*/ 2147483647 h 924"/>
                <a:gd name="T28" fmla="*/ 2147483647 w 1056"/>
                <a:gd name="T29" fmla="*/ 2147483647 h 924"/>
                <a:gd name="T30" fmla="*/ 2147483647 w 1056"/>
                <a:gd name="T31" fmla="*/ 2147483647 h 924"/>
                <a:gd name="T32" fmla="*/ 2147483647 w 1056"/>
                <a:gd name="T33" fmla="*/ 2147483647 h 924"/>
                <a:gd name="T34" fmla="*/ 2147483647 w 1056"/>
                <a:gd name="T35" fmla="*/ 2147483647 h 924"/>
                <a:gd name="T36" fmla="*/ 2147483647 w 1056"/>
                <a:gd name="T37" fmla="*/ 2147483647 h 924"/>
                <a:gd name="T38" fmla="*/ 2147483647 w 1056"/>
                <a:gd name="T39" fmla="*/ 2147483647 h 924"/>
                <a:gd name="T40" fmla="*/ 2147483647 w 1056"/>
                <a:gd name="T41" fmla="*/ 2147483647 h 924"/>
                <a:gd name="T42" fmla="*/ 2147483647 w 1056"/>
                <a:gd name="T43" fmla="*/ 2147483647 h 924"/>
                <a:gd name="T44" fmla="*/ 2147483647 w 1056"/>
                <a:gd name="T45" fmla="*/ 2147483647 h 924"/>
                <a:gd name="T46" fmla="*/ 2147483647 w 1056"/>
                <a:gd name="T47" fmla="*/ 2147483647 h 924"/>
                <a:gd name="T48" fmla="*/ 2147483647 w 1056"/>
                <a:gd name="T49" fmla="*/ 2147483647 h 924"/>
                <a:gd name="T50" fmla="*/ 2147483647 w 1056"/>
                <a:gd name="T51" fmla="*/ 2147483647 h 924"/>
                <a:gd name="T52" fmla="*/ 2147483647 w 1056"/>
                <a:gd name="T53" fmla="*/ 2147483647 h 924"/>
                <a:gd name="T54" fmla="*/ 2147483647 w 1056"/>
                <a:gd name="T55" fmla="*/ 2147483647 h 924"/>
                <a:gd name="T56" fmla="*/ 2147483647 w 1056"/>
                <a:gd name="T57" fmla="*/ 2147483647 h 924"/>
                <a:gd name="T58" fmla="*/ 2147483647 w 1056"/>
                <a:gd name="T59" fmla="*/ 2147483647 h 924"/>
                <a:gd name="T60" fmla="*/ 2147483647 w 1056"/>
                <a:gd name="T61" fmla="*/ 2147483647 h 924"/>
                <a:gd name="T62" fmla="*/ 2147483647 w 1056"/>
                <a:gd name="T63" fmla="*/ 2147483647 h 924"/>
                <a:gd name="T64" fmla="*/ 2147483647 w 1056"/>
                <a:gd name="T65" fmla="*/ 2147483647 h 924"/>
                <a:gd name="T66" fmla="*/ 2147483647 w 1056"/>
                <a:gd name="T67" fmla="*/ 2147483647 h 924"/>
                <a:gd name="T68" fmla="*/ 2147483647 w 1056"/>
                <a:gd name="T69" fmla="*/ 2147483647 h 924"/>
                <a:gd name="T70" fmla="*/ 2147483647 w 1056"/>
                <a:gd name="T71" fmla="*/ 2147483647 h 924"/>
                <a:gd name="T72" fmla="*/ 2147483647 w 1056"/>
                <a:gd name="T73" fmla="*/ 0 h 924"/>
                <a:gd name="T74" fmla="*/ 2147483647 w 1056"/>
                <a:gd name="T75" fmla="*/ 2147483647 h 924"/>
                <a:gd name="T76" fmla="*/ 2147483647 w 1056"/>
                <a:gd name="T77" fmla="*/ 2147483647 h 924"/>
                <a:gd name="T78" fmla="*/ 2147483647 w 1056"/>
                <a:gd name="T79" fmla="*/ 2147483647 h 924"/>
                <a:gd name="T80" fmla="*/ 2147483647 w 1056"/>
                <a:gd name="T81" fmla="*/ 2147483647 h 924"/>
                <a:gd name="T82" fmla="*/ 2147483647 w 1056"/>
                <a:gd name="T83" fmla="*/ 2147483647 h 924"/>
                <a:gd name="T84" fmla="*/ 2147483647 w 1056"/>
                <a:gd name="T85" fmla="*/ 2147483647 h 924"/>
                <a:gd name="T86" fmla="*/ 2147483647 w 1056"/>
                <a:gd name="T87" fmla="*/ 2147483647 h 924"/>
                <a:gd name="T88" fmla="*/ 2147483647 w 1056"/>
                <a:gd name="T89" fmla="*/ 2147483647 h 924"/>
                <a:gd name="T90" fmla="*/ 2147483647 w 1056"/>
                <a:gd name="T91" fmla="*/ 2147483647 h 924"/>
                <a:gd name="T92" fmla="*/ 2147483647 w 1056"/>
                <a:gd name="T93" fmla="*/ 2147483647 h 924"/>
                <a:gd name="T94" fmla="*/ 2147483647 w 1056"/>
                <a:gd name="T95" fmla="*/ 2147483647 h 924"/>
                <a:gd name="T96" fmla="*/ 2147483647 w 1056"/>
                <a:gd name="T97" fmla="*/ 2147483647 h 924"/>
                <a:gd name="T98" fmla="*/ 2147483647 w 1056"/>
                <a:gd name="T99" fmla="*/ 2147483647 h 924"/>
                <a:gd name="T100" fmla="*/ 2147483647 w 1056"/>
                <a:gd name="T101" fmla="*/ 2147483647 h 924"/>
                <a:gd name="T102" fmla="*/ 2147483647 w 1056"/>
                <a:gd name="T103" fmla="*/ 2147483647 h 924"/>
                <a:gd name="T104" fmla="*/ 2147483647 w 1056"/>
                <a:gd name="T105" fmla="*/ 2147483647 h 924"/>
                <a:gd name="T106" fmla="*/ 2147483647 w 1056"/>
                <a:gd name="T107" fmla="*/ 2147483647 h 924"/>
                <a:gd name="T108" fmla="*/ 2147483647 w 1056"/>
                <a:gd name="T109" fmla="*/ 2147483647 h 924"/>
                <a:gd name="T110" fmla="*/ 2147483647 w 1056"/>
                <a:gd name="T111" fmla="*/ 2147483647 h 924"/>
                <a:gd name="T112" fmla="*/ 2147483647 w 1056"/>
                <a:gd name="T113" fmla="*/ 2147483647 h 924"/>
                <a:gd name="T114" fmla="*/ 2147483647 w 1056"/>
                <a:gd name="T115" fmla="*/ 2147483647 h 924"/>
                <a:gd name="T116" fmla="*/ 2147483647 w 1056"/>
                <a:gd name="T117" fmla="*/ 2147483647 h 9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56"/>
                <a:gd name="T178" fmla="*/ 0 h 924"/>
                <a:gd name="T179" fmla="*/ 1056 w 1056"/>
                <a:gd name="T180" fmla="*/ 924 h 9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56" h="924">
                  <a:moveTo>
                    <a:pt x="84" y="642"/>
                  </a:moveTo>
                  <a:lnTo>
                    <a:pt x="108" y="642"/>
                  </a:lnTo>
                  <a:lnTo>
                    <a:pt x="114" y="666"/>
                  </a:lnTo>
                  <a:lnTo>
                    <a:pt x="126" y="666"/>
                  </a:lnTo>
                  <a:lnTo>
                    <a:pt x="126" y="702"/>
                  </a:lnTo>
                  <a:lnTo>
                    <a:pt x="138" y="708"/>
                  </a:lnTo>
                  <a:lnTo>
                    <a:pt x="138" y="726"/>
                  </a:lnTo>
                  <a:lnTo>
                    <a:pt x="156" y="762"/>
                  </a:lnTo>
                  <a:lnTo>
                    <a:pt x="168" y="768"/>
                  </a:lnTo>
                  <a:lnTo>
                    <a:pt x="186" y="768"/>
                  </a:lnTo>
                  <a:lnTo>
                    <a:pt x="192" y="774"/>
                  </a:lnTo>
                  <a:lnTo>
                    <a:pt x="198" y="786"/>
                  </a:lnTo>
                  <a:lnTo>
                    <a:pt x="198" y="804"/>
                  </a:lnTo>
                  <a:lnTo>
                    <a:pt x="210" y="840"/>
                  </a:lnTo>
                  <a:lnTo>
                    <a:pt x="282" y="846"/>
                  </a:lnTo>
                  <a:lnTo>
                    <a:pt x="360" y="906"/>
                  </a:lnTo>
                  <a:lnTo>
                    <a:pt x="390" y="906"/>
                  </a:lnTo>
                  <a:lnTo>
                    <a:pt x="402" y="912"/>
                  </a:lnTo>
                  <a:lnTo>
                    <a:pt x="432" y="912"/>
                  </a:lnTo>
                  <a:lnTo>
                    <a:pt x="444" y="918"/>
                  </a:lnTo>
                  <a:lnTo>
                    <a:pt x="450" y="918"/>
                  </a:lnTo>
                  <a:lnTo>
                    <a:pt x="462" y="924"/>
                  </a:lnTo>
                  <a:lnTo>
                    <a:pt x="486" y="906"/>
                  </a:lnTo>
                  <a:lnTo>
                    <a:pt x="486" y="894"/>
                  </a:lnTo>
                  <a:lnTo>
                    <a:pt x="498" y="882"/>
                  </a:lnTo>
                  <a:lnTo>
                    <a:pt x="510" y="882"/>
                  </a:lnTo>
                  <a:lnTo>
                    <a:pt x="522" y="876"/>
                  </a:lnTo>
                  <a:lnTo>
                    <a:pt x="528" y="870"/>
                  </a:lnTo>
                  <a:lnTo>
                    <a:pt x="534" y="870"/>
                  </a:lnTo>
                  <a:lnTo>
                    <a:pt x="552" y="852"/>
                  </a:lnTo>
                  <a:lnTo>
                    <a:pt x="576" y="882"/>
                  </a:lnTo>
                  <a:lnTo>
                    <a:pt x="606" y="882"/>
                  </a:lnTo>
                  <a:lnTo>
                    <a:pt x="612" y="876"/>
                  </a:lnTo>
                  <a:lnTo>
                    <a:pt x="636" y="882"/>
                  </a:lnTo>
                  <a:lnTo>
                    <a:pt x="636" y="876"/>
                  </a:lnTo>
                  <a:lnTo>
                    <a:pt x="648" y="864"/>
                  </a:lnTo>
                  <a:lnTo>
                    <a:pt x="660" y="864"/>
                  </a:lnTo>
                  <a:lnTo>
                    <a:pt x="672" y="858"/>
                  </a:lnTo>
                  <a:lnTo>
                    <a:pt x="696" y="858"/>
                  </a:lnTo>
                  <a:lnTo>
                    <a:pt x="714" y="840"/>
                  </a:lnTo>
                  <a:lnTo>
                    <a:pt x="714" y="828"/>
                  </a:lnTo>
                  <a:lnTo>
                    <a:pt x="726" y="822"/>
                  </a:lnTo>
                  <a:lnTo>
                    <a:pt x="732" y="816"/>
                  </a:lnTo>
                  <a:lnTo>
                    <a:pt x="744" y="810"/>
                  </a:lnTo>
                  <a:lnTo>
                    <a:pt x="756" y="810"/>
                  </a:lnTo>
                  <a:lnTo>
                    <a:pt x="762" y="804"/>
                  </a:lnTo>
                  <a:lnTo>
                    <a:pt x="846" y="804"/>
                  </a:lnTo>
                  <a:lnTo>
                    <a:pt x="1056" y="558"/>
                  </a:lnTo>
                  <a:lnTo>
                    <a:pt x="984" y="564"/>
                  </a:lnTo>
                  <a:lnTo>
                    <a:pt x="948" y="546"/>
                  </a:lnTo>
                  <a:lnTo>
                    <a:pt x="936" y="534"/>
                  </a:lnTo>
                  <a:lnTo>
                    <a:pt x="918" y="528"/>
                  </a:lnTo>
                  <a:lnTo>
                    <a:pt x="906" y="522"/>
                  </a:lnTo>
                  <a:lnTo>
                    <a:pt x="882" y="516"/>
                  </a:lnTo>
                  <a:lnTo>
                    <a:pt x="810" y="492"/>
                  </a:lnTo>
                  <a:lnTo>
                    <a:pt x="774" y="474"/>
                  </a:lnTo>
                  <a:lnTo>
                    <a:pt x="768" y="462"/>
                  </a:lnTo>
                  <a:lnTo>
                    <a:pt x="762" y="456"/>
                  </a:lnTo>
                  <a:lnTo>
                    <a:pt x="756" y="444"/>
                  </a:lnTo>
                  <a:lnTo>
                    <a:pt x="732" y="444"/>
                  </a:lnTo>
                  <a:lnTo>
                    <a:pt x="732" y="438"/>
                  </a:lnTo>
                  <a:lnTo>
                    <a:pt x="726" y="432"/>
                  </a:lnTo>
                  <a:lnTo>
                    <a:pt x="714" y="408"/>
                  </a:lnTo>
                  <a:lnTo>
                    <a:pt x="708" y="402"/>
                  </a:lnTo>
                  <a:lnTo>
                    <a:pt x="702" y="390"/>
                  </a:lnTo>
                  <a:lnTo>
                    <a:pt x="696" y="384"/>
                  </a:lnTo>
                  <a:lnTo>
                    <a:pt x="690" y="372"/>
                  </a:lnTo>
                  <a:lnTo>
                    <a:pt x="690" y="360"/>
                  </a:lnTo>
                  <a:lnTo>
                    <a:pt x="678" y="348"/>
                  </a:lnTo>
                  <a:lnTo>
                    <a:pt x="696" y="318"/>
                  </a:lnTo>
                  <a:lnTo>
                    <a:pt x="690" y="312"/>
                  </a:lnTo>
                  <a:lnTo>
                    <a:pt x="678" y="306"/>
                  </a:lnTo>
                  <a:lnTo>
                    <a:pt x="666" y="306"/>
                  </a:lnTo>
                  <a:lnTo>
                    <a:pt x="660" y="312"/>
                  </a:lnTo>
                  <a:lnTo>
                    <a:pt x="654" y="312"/>
                  </a:lnTo>
                  <a:lnTo>
                    <a:pt x="648" y="318"/>
                  </a:lnTo>
                  <a:lnTo>
                    <a:pt x="624" y="318"/>
                  </a:lnTo>
                  <a:lnTo>
                    <a:pt x="612" y="306"/>
                  </a:lnTo>
                  <a:lnTo>
                    <a:pt x="612" y="294"/>
                  </a:lnTo>
                  <a:lnTo>
                    <a:pt x="606" y="276"/>
                  </a:lnTo>
                  <a:lnTo>
                    <a:pt x="606" y="264"/>
                  </a:lnTo>
                  <a:lnTo>
                    <a:pt x="624" y="246"/>
                  </a:lnTo>
                  <a:lnTo>
                    <a:pt x="654" y="192"/>
                  </a:lnTo>
                  <a:lnTo>
                    <a:pt x="642" y="174"/>
                  </a:lnTo>
                  <a:lnTo>
                    <a:pt x="630" y="174"/>
                  </a:lnTo>
                  <a:lnTo>
                    <a:pt x="618" y="168"/>
                  </a:lnTo>
                  <a:lnTo>
                    <a:pt x="612" y="162"/>
                  </a:lnTo>
                  <a:lnTo>
                    <a:pt x="612" y="138"/>
                  </a:lnTo>
                  <a:lnTo>
                    <a:pt x="600" y="126"/>
                  </a:lnTo>
                  <a:lnTo>
                    <a:pt x="576" y="114"/>
                  </a:lnTo>
                  <a:lnTo>
                    <a:pt x="570" y="108"/>
                  </a:lnTo>
                  <a:lnTo>
                    <a:pt x="546" y="72"/>
                  </a:lnTo>
                  <a:lnTo>
                    <a:pt x="534" y="66"/>
                  </a:lnTo>
                  <a:lnTo>
                    <a:pt x="528" y="60"/>
                  </a:lnTo>
                  <a:lnTo>
                    <a:pt x="516" y="60"/>
                  </a:lnTo>
                  <a:lnTo>
                    <a:pt x="498" y="36"/>
                  </a:lnTo>
                  <a:lnTo>
                    <a:pt x="468" y="36"/>
                  </a:lnTo>
                  <a:lnTo>
                    <a:pt x="462" y="30"/>
                  </a:lnTo>
                  <a:lnTo>
                    <a:pt x="444" y="30"/>
                  </a:lnTo>
                  <a:lnTo>
                    <a:pt x="432" y="36"/>
                  </a:lnTo>
                  <a:lnTo>
                    <a:pt x="420" y="36"/>
                  </a:lnTo>
                  <a:lnTo>
                    <a:pt x="420" y="24"/>
                  </a:lnTo>
                  <a:lnTo>
                    <a:pt x="414" y="18"/>
                  </a:lnTo>
                  <a:lnTo>
                    <a:pt x="408" y="24"/>
                  </a:lnTo>
                  <a:lnTo>
                    <a:pt x="402" y="36"/>
                  </a:lnTo>
                  <a:lnTo>
                    <a:pt x="372" y="36"/>
                  </a:lnTo>
                  <a:lnTo>
                    <a:pt x="366" y="24"/>
                  </a:lnTo>
                  <a:lnTo>
                    <a:pt x="360" y="18"/>
                  </a:lnTo>
                  <a:lnTo>
                    <a:pt x="354" y="18"/>
                  </a:lnTo>
                  <a:lnTo>
                    <a:pt x="342" y="6"/>
                  </a:lnTo>
                  <a:lnTo>
                    <a:pt x="330" y="0"/>
                  </a:lnTo>
                  <a:lnTo>
                    <a:pt x="330" y="12"/>
                  </a:lnTo>
                  <a:lnTo>
                    <a:pt x="324" y="24"/>
                  </a:lnTo>
                  <a:lnTo>
                    <a:pt x="318" y="42"/>
                  </a:lnTo>
                  <a:lnTo>
                    <a:pt x="318" y="54"/>
                  </a:lnTo>
                  <a:lnTo>
                    <a:pt x="306" y="66"/>
                  </a:lnTo>
                  <a:lnTo>
                    <a:pt x="288" y="48"/>
                  </a:lnTo>
                  <a:lnTo>
                    <a:pt x="288" y="42"/>
                  </a:lnTo>
                  <a:lnTo>
                    <a:pt x="282" y="36"/>
                  </a:lnTo>
                  <a:lnTo>
                    <a:pt x="276" y="36"/>
                  </a:lnTo>
                  <a:lnTo>
                    <a:pt x="276" y="42"/>
                  </a:lnTo>
                  <a:lnTo>
                    <a:pt x="270" y="48"/>
                  </a:lnTo>
                  <a:lnTo>
                    <a:pt x="234" y="48"/>
                  </a:lnTo>
                  <a:lnTo>
                    <a:pt x="234" y="90"/>
                  </a:lnTo>
                  <a:lnTo>
                    <a:pt x="228" y="96"/>
                  </a:lnTo>
                  <a:lnTo>
                    <a:pt x="222" y="108"/>
                  </a:lnTo>
                  <a:lnTo>
                    <a:pt x="216" y="114"/>
                  </a:lnTo>
                  <a:lnTo>
                    <a:pt x="210" y="126"/>
                  </a:lnTo>
                  <a:lnTo>
                    <a:pt x="210" y="174"/>
                  </a:lnTo>
                  <a:lnTo>
                    <a:pt x="180" y="174"/>
                  </a:lnTo>
                  <a:lnTo>
                    <a:pt x="174" y="180"/>
                  </a:lnTo>
                  <a:lnTo>
                    <a:pt x="168" y="192"/>
                  </a:lnTo>
                  <a:lnTo>
                    <a:pt x="162" y="198"/>
                  </a:lnTo>
                  <a:lnTo>
                    <a:pt x="162" y="234"/>
                  </a:lnTo>
                  <a:lnTo>
                    <a:pt x="156" y="240"/>
                  </a:lnTo>
                  <a:lnTo>
                    <a:pt x="144" y="240"/>
                  </a:lnTo>
                  <a:lnTo>
                    <a:pt x="138" y="246"/>
                  </a:lnTo>
                  <a:lnTo>
                    <a:pt x="138" y="270"/>
                  </a:lnTo>
                  <a:lnTo>
                    <a:pt x="126" y="288"/>
                  </a:lnTo>
                  <a:lnTo>
                    <a:pt x="126" y="294"/>
                  </a:lnTo>
                  <a:lnTo>
                    <a:pt x="132" y="300"/>
                  </a:lnTo>
                  <a:lnTo>
                    <a:pt x="132" y="336"/>
                  </a:lnTo>
                  <a:lnTo>
                    <a:pt x="126" y="342"/>
                  </a:lnTo>
                  <a:lnTo>
                    <a:pt x="114" y="342"/>
                  </a:lnTo>
                  <a:lnTo>
                    <a:pt x="108" y="336"/>
                  </a:lnTo>
                  <a:lnTo>
                    <a:pt x="108" y="324"/>
                  </a:lnTo>
                  <a:lnTo>
                    <a:pt x="102" y="324"/>
                  </a:lnTo>
                  <a:lnTo>
                    <a:pt x="84" y="342"/>
                  </a:lnTo>
                  <a:lnTo>
                    <a:pt x="84" y="360"/>
                  </a:lnTo>
                  <a:lnTo>
                    <a:pt x="90" y="372"/>
                  </a:lnTo>
                  <a:lnTo>
                    <a:pt x="90" y="390"/>
                  </a:lnTo>
                  <a:lnTo>
                    <a:pt x="84" y="396"/>
                  </a:lnTo>
                  <a:lnTo>
                    <a:pt x="72" y="402"/>
                  </a:lnTo>
                  <a:lnTo>
                    <a:pt x="66" y="414"/>
                  </a:lnTo>
                  <a:lnTo>
                    <a:pt x="66" y="426"/>
                  </a:lnTo>
                  <a:lnTo>
                    <a:pt x="72" y="438"/>
                  </a:lnTo>
                  <a:lnTo>
                    <a:pt x="72" y="450"/>
                  </a:lnTo>
                  <a:lnTo>
                    <a:pt x="78" y="456"/>
                  </a:lnTo>
                  <a:lnTo>
                    <a:pt x="78" y="492"/>
                  </a:lnTo>
                  <a:lnTo>
                    <a:pt x="72" y="504"/>
                  </a:lnTo>
                  <a:lnTo>
                    <a:pt x="72" y="516"/>
                  </a:lnTo>
                  <a:lnTo>
                    <a:pt x="66" y="522"/>
                  </a:lnTo>
                  <a:lnTo>
                    <a:pt x="54" y="522"/>
                  </a:lnTo>
                  <a:lnTo>
                    <a:pt x="48" y="528"/>
                  </a:lnTo>
                  <a:lnTo>
                    <a:pt x="42" y="522"/>
                  </a:lnTo>
                  <a:lnTo>
                    <a:pt x="6" y="522"/>
                  </a:lnTo>
                  <a:lnTo>
                    <a:pt x="12" y="546"/>
                  </a:lnTo>
                  <a:lnTo>
                    <a:pt x="6" y="552"/>
                  </a:lnTo>
                  <a:lnTo>
                    <a:pt x="0" y="564"/>
                  </a:lnTo>
                  <a:lnTo>
                    <a:pt x="0" y="576"/>
                  </a:lnTo>
                  <a:lnTo>
                    <a:pt x="6" y="576"/>
                  </a:lnTo>
                  <a:lnTo>
                    <a:pt x="18" y="582"/>
                  </a:lnTo>
                  <a:lnTo>
                    <a:pt x="42" y="582"/>
                  </a:lnTo>
                  <a:lnTo>
                    <a:pt x="48" y="588"/>
                  </a:lnTo>
                  <a:lnTo>
                    <a:pt x="60" y="594"/>
                  </a:lnTo>
                  <a:lnTo>
                    <a:pt x="66" y="606"/>
                  </a:lnTo>
                  <a:lnTo>
                    <a:pt x="78" y="612"/>
                  </a:lnTo>
                  <a:lnTo>
                    <a:pt x="78" y="630"/>
                  </a:lnTo>
                  <a:lnTo>
                    <a:pt x="84" y="642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93" name="Estonia" descr="© INSCALE GmbH, 05.05.2010&#10;http://www.presentationload.com/">
              <a:extLst>
                <a:ext uri="{FF2B5EF4-FFF2-40B4-BE49-F238E27FC236}">
                  <a16:creationId xmlns:a16="http://schemas.microsoft.com/office/drawing/2014/main" id="{0636E874-67B3-43B8-A7A1-BD632F96EA80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4193381" y="1442677"/>
              <a:ext cx="115025" cy="51377"/>
            </a:xfrm>
            <a:custGeom>
              <a:avLst/>
              <a:gdLst>
                <a:gd name="T0" fmla="*/ 2147483647 w 348"/>
                <a:gd name="T1" fmla="*/ 2147483647 h 156"/>
                <a:gd name="T2" fmla="*/ 2147483647 w 348"/>
                <a:gd name="T3" fmla="*/ 2147483647 h 156"/>
                <a:gd name="T4" fmla="*/ 2147483647 w 348"/>
                <a:gd name="T5" fmla="*/ 2147483647 h 156"/>
                <a:gd name="T6" fmla="*/ 2147483647 w 348"/>
                <a:gd name="T7" fmla="*/ 2147483647 h 156"/>
                <a:gd name="T8" fmla="*/ 2147483647 w 348"/>
                <a:gd name="T9" fmla="*/ 2147483647 h 156"/>
                <a:gd name="T10" fmla="*/ 2147483647 w 348"/>
                <a:gd name="T11" fmla="*/ 2147483647 h 156"/>
                <a:gd name="T12" fmla="*/ 2147483647 w 348"/>
                <a:gd name="T13" fmla="*/ 2147483647 h 156"/>
                <a:gd name="T14" fmla="*/ 2147483647 w 348"/>
                <a:gd name="T15" fmla="*/ 0 h 156"/>
                <a:gd name="T16" fmla="*/ 2147483647 w 348"/>
                <a:gd name="T17" fmla="*/ 2147483647 h 156"/>
                <a:gd name="T18" fmla="*/ 2147483647 w 348"/>
                <a:gd name="T19" fmla="*/ 2147483647 h 156"/>
                <a:gd name="T20" fmla="*/ 2147483647 w 348"/>
                <a:gd name="T21" fmla="*/ 2147483647 h 156"/>
                <a:gd name="T22" fmla="*/ 2147483647 w 348"/>
                <a:gd name="T23" fmla="*/ 2147483647 h 156"/>
                <a:gd name="T24" fmla="*/ 2147483647 w 348"/>
                <a:gd name="T25" fmla="*/ 2147483647 h 156"/>
                <a:gd name="T26" fmla="*/ 2147483647 w 348"/>
                <a:gd name="T27" fmla="*/ 2147483647 h 156"/>
                <a:gd name="T28" fmla="*/ 2147483647 w 348"/>
                <a:gd name="T29" fmla="*/ 2147483647 h 156"/>
                <a:gd name="T30" fmla="*/ 2147483647 w 348"/>
                <a:gd name="T31" fmla="*/ 2147483647 h 156"/>
                <a:gd name="T32" fmla="*/ 2147483647 w 348"/>
                <a:gd name="T33" fmla="*/ 2147483647 h 156"/>
                <a:gd name="T34" fmla="*/ 2147483647 w 348"/>
                <a:gd name="T35" fmla="*/ 2147483647 h 156"/>
                <a:gd name="T36" fmla="*/ 2147483647 w 348"/>
                <a:gd name="T37" fmla="*/ 2147483647 h 156"/>
                <a:gd name="T38" fmla="*/ 2147483647 w 348"/>
                <a:gd name="T39" fmla="*/ 2147483647 h 156"/>
                <a:gd name="T40" fmla="*/ 2147483647 w 348"/>
                <a:gd name="T41" fmla="*/ 2147483647 h 156"/>
                <a:gd name="T42" fmla="*/ 2147483647 w 348"/>
                <a:gd name="T43" fmla="*/ 2147483647 h 156"/>
                <a:gd name="T44" fmla="*/ 2147483647 w 348"/>
                <a:gd name="T45" fmla="*/ 2147483647 h 156"/>
                <a:gd name="T46" fmla="*/ 2147483647 w 348"/>
                <a:gd name="T47" fmla="*/ 2147483647 h 156"/>
                <a:gd name="T48" fmla="*/ 0 w 348"/>
                <a:gd name="T49" fmla="*/ 2147483647 h 156"/>
                <a:gd name="T50" fmla="*/ 2147483647 w 348"/>
                <a:gd name="T51" fmla="*/ 2147483647 h 156"/>
                <a:gd name="T52" fmla="*/ 2147483647 w 348"/>
                <a:gd name="T53" fmla="*/ 2147483647 h 156"/>
                <a:gd name="T54" fmla="*/ 2147483647 w 348"/>
                <a:gd name="T55" fmla="*/ 2147483647 h 156"/>
                <a:gd name="T56" fmla="*/ 2147483647 w 348"/>
                <a:gd name="T57" fmla="*/ 2147483647 h 156"/>
                <a:gd name="T58" fmla="*/ 2147483647 w 348"/>
                <a:gd name="T59" fmla="*/ 2147483647 h 156"/>
                <a:gd name="T60" fmla="*/ 2147483647 w 348"/>
                <a:gd name="T61" fmla="*/ 2147483647 h 156"/>
                <a:gd name="T62" fmla="*/ 2147483647 w 348"/>
                <a:gd name="T63" fmla="*/ 2147483647 h 156"/>
                <a:gd name="T64" fmla="*/ 2147483647 w 348"/>
                <a:gd name="T65" fmla="*/ 2147483647 h 156"/>
                <a:gd name="T66" fmla="*/ 2147483647 w 348"/>
                <a:gd name="T67" fmla="*/ 2147483647 h 156"/>
                <a:gd name="T68" fmla="*/ 2147483647 w 348"/>
                <a:gd name="T69" fmla="*/ 2147483647 h 156"/>
                <a:gd name="T70" fmla="*/ 2147483647 w 348"/>
                <a:gd name="T71" fmla="*/ 2147483647 h 15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48"/>
                <a:gd name="T109" fmla="*/ 0 h 156"/>
                <a:gd name="T110" fmla="*/ 348 w 348"/>
                <a:gd name="T111" fmla="*/ 156 h 15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48" h="156">
                  <a:moveTo>
                    <a:pt x="336" y="114"/>
                  </a:moveTo>
                  <a:lnTo>
                    <a:pt x="324" y="108"/>
                  </a:lnTo>
                  <a:lnTo>
                    <a:pt x="336" y="84"/>
                  </a:lnTo>
                  <a:lnTo>
                    <a:pt x="318" y="78"/>
                  </a:lnTo>
                  <a:lnTo>
                    <a:pt x="318" y="60"/>
                  </a:lnTo>
                  <a:lnTo>
                    <a:pt x="330" y="48"/>
                  </a:lnTo>
                  <a:lnTo>
                    <a:pt x="336" y="48"/>
                  </a:lnTo>
                  <a:lnTo>
                    <a:pt x="342" y="42"/>
                  </a:lnTo>
                  <a:lnTo>
                    <a:pt x="336" y="30"/>
                  </a:lnTo>
                  <a:lnTo>
                    <a:pt x="342" y="18"/>
                  </a:lnTo>
                  <a:lnTo>
                    <a:pt x="330" y="12"/>
                  </a:lnTo>
                  <a:lnTo>
                    <a:pt x="312" y="12"/>
                  </a:lnTo>
                  <a:lnTo>
                    <a:pt x="294" y="6"/>
                  </a:lnTo>
                  <a:lnTo>
                    <a:pt x="276" y="6"/>
                  </a:lnTo>
                  <a:lnTo>
                    <a:pt x="264" y="0"/>
                  </a:lnTo>
                  <a:lnTo>
                    <a:pt x="204" y="0"/>
                  </a:lnTo>
                  <a:lnTo>
                    <a:pt x="192" y="6"/>
                  </a:lnTo>
                  <a:lnTo>
                    <a:pt x="156" y="6"/>
                  </a:lnTo>
                  <a:lnTo>
                    <a:pt x="150" y="12"/>
                  </a:lnTo>
                  <a:lnTo>
                    <a:pt x="126" y="24"/>
                  </a:lnTo>
                  <a:lnTo>
                    <a:pt x="108" y="30"/>
                  </a:lnTo>
                  <a:lnTo>
                    <a:pt x="96" y="36"/>
                  </a:lnTo>
                  <a:lnTo>
                    <a:pt x="90" y="36"/>
                  </a:lnTo>
                  <a:lnTo>
                    <a:pt x="84" y="42"/>
                  </a:lnTo>
                  <a:lnTo>
                    <a:pt x="84" y="48"/>
                  </a:lnTo>
                  <a:lnTo>
                    <a:pt x="90" y="60"/>
                  </a:lnTo>
                  <a:lnTo>
                    <a:pt x="90" y="72"/>
                  </a:lnTo>
                  <a:lnTo>
                    <a:pt x="96" y="78"/>
                  </a:lnTo>
                  <a:lnTo>
                    <a:pt x="96" y="84"/>
                  </a:lnTo>
                  <a:lnTo>
                    <a:pt x="150" y="90"/>
                  </a:lnTo>
                  <a:lnTo>
                    <a:pt x="138" y="126"/>
                  </a:lnTo>
                  <a:lnTo>
                    <a:pt x="150" y="126"/>
                  </a:lnTo>
                  <a:lnTo>
                    <a:pt x="180" y="114"/>
                  </a:lnTo>
                  <a:lnTo>
                    <a:pt x="210" y="114"/>
                  </a:lnTo>
                  <a:lnTo>
                    <a:pt x="234" y="126"/>
                  </a:lnTo>
                  <a:lnTo>
                    <a:pt x="240" y="132"/>
                  </a:lnTo>
                  <a:lnTo>
                    <a:pt x="252" y="138"/>
                  </a:lnTo>
                  <a:lnTo>
                    <a:pt x="270" y="156"/>
                  </a:lnTo>
                  <a:lnTo>
                    <a:pt x="288" y="156"/>
                  </a:lnTo>
                  <a:lnTo>
                    <a:pt x="294" y="150"/>
                  </a:lnTo>
                  <a:lnTo>
                    <a:pt x="312" y="150"/>
                  </a:lnTo>
                  <a:lnTo>
                    <a:pt x="318" y="156"/>
                  </a:lnTo>
                  <a:lnTo>
                    <a:pt x="330" y="156"/>
                  </a:lnTo>
                  <a:lnTo>
                    <a:pt x="330" y="144"/>
                  </a:lnTo>
                  <a:lnTo>
                    <a:pt x="348" y="132"/>
                  </a:lnTo>
                  <a:lnTo>
                    <a:pt x="336" y="114"/>
                  </a:lnTo>
                  <a:close/>
                  <a:moveTo>
                    <a:pt x="36" y="78"/>
                  </a:moveTo>
                  <a:lnTo>
                    <a:pt x="6" y="78"/>
                  </a:lnTo>
                  <a:lnTo>
                    <a:pt x="0" y="84"/>
                  </a:lnTo>
                  <a:lnTo>
                    <a:pt x="0" y="102"/>
                  </a:lnTo>
                  <a:lnTo>
                    <a:pt x="6" y="108"/>
                  </a:lnTo>
                  <a:lnTo>
                    <a:pt x="18" y="132"/>
                  </a:lnTo>
                  <a:lnTo>
                    <a:pt x="24" y="126"/>
                  </a:lnTo>
                  <a:lnTo>
                    <a:pt x="30" y="114"/>
                  </a:lnTo>
                  <a:lnTo>
                    <a:pt x="42" y="108"/>
                  </a:lnTo>
                  <a:lnTo>
                    <a:pt x="54" y="108"/>
                  </a:lnTo>
                  <a:lnTo>
                    <a:pt x="60" y="102"/>
                  </a:lnTo>
                  <a:lnTo>
                    <a:pt x="72" y="96"/>
                  </a:lnTo>
                  <a:lnTo>
                    <a:pt x="78" y="90"/>
                  </a:lnTo>
                  <a:lnTo>
                    <a:pt x="72" y="72"/>
                  </a:lnTo>
                  <a:lnTo>
                    <a:pt x="36" y="78"/>
                  </a:lnTo>
                  <a:close/>
                  <a:moveTo>
                    <a:pt x="36" y="66"/>
                  </a:moveTo>
                  <a:lnTo>
                    <a:pt x="48" y="66"/>
                  </a:lnTo>
                  <a:lnTo>
                    <a:pt x="54" y="54"/>
                  </a:lnTo>
                  <a:lnTo>
                    <a:pt x="60" y="48"/>
                  </a:lnTo>
                  <a:lnTo>
                    <a:pt x="60" y="42"/>
                  </a:lnTo>
                  <a:lnTo>
                    <a:pt x="54" y="36"/>
                  </a:lnTo>
                  <a:lnTo>
                    <a:pt x="48" y="36"/>
                  </a:lnTo>
                  <a:lnTo>
                    <a:pt x="36" y="42"/>
                  </a:lnTo>
                  <a:lnTo>
                    <a:pt x="30" y="48"/>
                  </a:lnTo>
                  <a:lnTo>
                    <a:pt x="24" y="60"/>
                  </a:lnTo>
                  <a:lnTo>
                    <a:pt x="30" y="66"/>
                  </a:lnTo>
                  <a:lnTo>
                    <a:pt x="36" y="66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94" name="Eritrea" descr="© INSCALE GmbH, 05.05.2010&#10;http://www.presentationload.com/">
              <a:extLst>
                <a:ext uri="{FF2B5EF4-FFF2-40B4-BE49-F238E27FC236}">
                  <a16:creationId xmlns:a16="http://schemas.microsoft.com/office/drawing/2014/main" id="{F51C6EF0-51AA-49D8-A85B-FEF04068364B}"/>
                </a:ext>
              </a:extLst>
            </p:cNvPr>
            <p:cNvSpPr>
              <a:spLocks/>
            </p:cNvSpPr>
            <p:nvPr/>
          </p:nvSpPr>
          <p:spPr bwMode="gray">
            <a:xfrm>
              <a:off x="4582398" y="2524164"/>
              <a:ext cx="158968" cy="150278"/>
            </a:xfrm>
            <a:custGeom>
              <a:avLst/>
              <a:gdLst>
                <a:gd name="T0" fmla="*/ 2147483647 w 480"/>
                <a:gd name="T1" fmla="*/ 2147483647 h 456"/>
                <a:gd name="T2" fmla="*/ 2147483647 w 480"/>
                <a:gd name="T3" fmla="*/ 2147483647 h 456"/>
                <a:gd name="T4" fmla="*/ 2147483647 w 480"/>
                <a:gd name="T5" fmla="*/ 2147483647 h 456"/>
                <a:gd name="T6" fmla="*/ 2147483647 w 480"/>
                <a:gd name="T7" fmla="*/ 2147483647 h 456"/>
                <a:gd name="T8" fmla="*/ 2147483647 w 480"/>
                <a:gd name="T9" fmla="*/ 2147483647 h 456"/>
                <a:gd name="T10" fmla="*/ 2147483647 w 480"/>
                <a:gd name="T11" fmla="*/ 2147483647 h 456"/>
                <a:gd name="T12" fmla="*/ 2147483647 w 480"/>
                <a:gd name="T13" fmla="*/ 2147483647 h 456"/>
                <a:gd name="T14" fmla="*/ 2147483647 w 480"/>
                <a:gd name="T15" fmla="*/ 2147483647 h 456"/>
                <a:gd name="T16" fmla="*/ 0 w 480"/>
                <a:gd name="T17" fmla="*/ 2147483647 h 456"/>
                <a:gd name="T18" fmla="*/ 2147483647 w 480"/>
                <a:gd name="T19" fmla="*/ 2147483647 h 456"/>
                <a:gd name="T20" fmla="*/ 2147483647 w 480"/>
                <a:gd name="T21" fmla="*/ 2147483647 h 456"/>
                <a:gd name="T22" fmla="*/ 2147483647 w 480"/>
                <a:gd name="T23" fmla="*/ 2147483647 h 456"/>
                <a:gd name="T24" fmla="*/ 2147483647 w 480"/>
                <a:gd name="T25" fmla="*/ 2147483647 h 456"/>
                <a:gd name="T26" fmla="*/ 2147483647 w 480"/>
                <a:gd name="T27" fmla="*/ 2147483647 h 456"/>
                <a:gd name="T28" fmla="*/ 2147483647 w 480"/>
                <a:gd name="T29" fmla="*/ 2147483647 h 456"/>
                <a:gd name="T30" fmla="*/ 2147483647 w 480"/>
                <a:gd name="T31" fmla="*/ 2147483647 h 456"/>
                <a:gd name="T32" fmla="*/ 2147483647 w 480"/>
                <a:gd name="T33" fmla="*/ 2147483647 h 456"/>
                <a:gd name="T34" fmla="*/ 2147483647 w 480"/>
                <a:gd name="T35" fmla="*/ 2147483647 h 456"/>
                <a:gd name="T36" fmla="*/ 2147483647 w 480"/>
                <a:gd name="T37" fmla="*/ 2147483647 h 456"/>
                <a:gd name="T38" fmla="*/ 2147483647 w 480"/>
                <a:gd name="T39" fmla="*/ 2147483647 h 456"/>
                <a:gd name="T40" fmla="*/ 2147483647 w 480"/>
                <a:gd name="T41" fmla="*/ 2147483647 h 456"/>
                <a:gd name="T42" fmla="*/ 2147483647 w 480"/>
                <a:gd name="T43" fmla="*/ 2147483647 h 456"/>
                <a:gd name="T44" fmla="*/ 2147483647 w 480"/>
                <a:gd name="T45" fmla="*/ 2147483647 h 456"/>
                <a:gd name="T46" fmla="*/ 2147483647 w 480"/>
                <a:gd name="T47" fmla="*/ 2147483647 h 456"/>
                <a:gd name="T48" fmla="*/ 2147483647 w 480"/>
                <a:gd name="T49" fmla="*/ 2147483647 h 456"/>
                <a:gd name="T50" fmla="*/ 2147483647 w 480"/>
                <a:gd name="T51" fmla="*/ 2147483647 h 456"/>
                <a:gd name="T52" fmla="*/ 2147483647 w 480"/>
                <a:gd name="T53" fmla="*/ 2147483647 h 456"/>
                <a:gd name="T54" fmla="*/ 2147483647 w 480"/>
                <a:gd name="T55" fmla="*/ 2147483647 h 456"/>
                <a:gd name="T56" fmla="*/ 2147483647 w 480"/>
                <a:gd name="T57" fmla="*/ 2147483647 h 456"/>
                <a:gd name="T58" fmla="*/ 2147483647 w 480"/>
                <a:gd name="T59" fmla="*/ 2147483647 h 456"/>
                <a:gd name="T60" fmla="*/ 2147483647 w 480"/>
                <a:gd name="T61" fmla="*/ 2147483647 h 456"/>
                <a:gd name="T62" fmla="*/ 2147483647 w 480"/>
                <a:gd name="T63" fmla="*/ 2147483647 h 456"/>
                <a:gd name="T64" fmla="*/ 2147483647 w 480"/>
                <a:gd name="T65" fmla="*/ 2147483647 h 456"/>
                <a:gd name="T66" fmla="*/ 2147483647 w 480"/>
                <a:gd name="T67" fmla="*/ 2147483647 h 456"/>
                <a:gd name="T68" fmla="*/ 2147483647 w 480"/>
                <a:gd name="T69" fmla="*/ 2147483647 h 456"/>
                <a:gd name="T70" fmla="*/ 2147483647 w 480"/>
                <a:gd name="T71" fmla="*/ 2147483647 h 456"/>
                <a:gd name="T72" fmla="*/ 2147483647 w 480"/>
                <a:gd name="T73" fmla="*/ 2147483647 h 456"/>
                <a:gd name="T74" fmla="*/ 2147483647 w 480"/>
                <a:gd name="T75" fmla="*/ 2147483647 h 456"/>
                <a:gd name="T76" fmla="*/ 2147483647 w 480"/>
                <a:gd name="T77" fmla="*/ 2147483647 h 456"/>
                <a:gd name="T78" fmla="*/ 2147483647 w 480"/>
                <a:gd name="T79" fmla="*/ 2147483647 h 456"/>
                <a:gd name="T80" fmla="*/ 2147483647 w 480"/>
                <a:gd name="T81" fmla="*/ 2147483647 h 456"/>
                <a:gd name="T82" fmla="*/ 2147483647 w 480"/>
                <a:gd name="T83" fmla="*/ 2147483647 h 456"/>
                <a:gd name="T84" fmla="*/ 2147483647 w 480"/>
                <a:gd name="T85" fmla="*/ 2147483647 h 456"/>
                <a:gd name="T86" fmla="*/ 2147483647 w 480"/>
                <a:gd name="T87" fmla="*/ 2147483647 h 456"/>
                <a:gd name="T88" fmla="*/ 2147483647 w 480"/>
                <a:gd name="T89" fmla="*/ 2147483647 h 456"/>
                <a:gd name="T90" fmla="*/ 2147483647 w 480"/>
                <a:gd name="T91" fmla="*/ 2147483647 h 456"/>
                <a:gd name="T92" fmla="*/ 2147483647 w 480"/>
                <a:gd name="T93" fmla="*/ 2147483647 h 456"/>
                <a:gd name="T94" fmla="*/ 2147483647 w 480"/>
                <a:gd name="T95" fmla="*/ 2147483647 h 456"/>
                <a:gd name="T96" fmla="*/ 2147483647 w 480"/>
                <a:gd name="T97" fmla="*/ 0 h 456"/>
                <a:gd name="T98" fmla="*/ 2147483647 w 480"/>
                <a:gd name="T99" fmla="*/ 2147483647 h 456"/>
                <a:gd name="T100" fmla="*/ 2147483647 w 480"/>
                <a:gd name="T101" fmla="*/ 2147483647 h 456"/>
                <a:gd name="T102" fmla="*/ 2147483647 w 480"/>
                <a:gd name="T103" fmla="*/ 2147483647 h 45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480"/>
                <a:gd name="T157" fmla="*/ 0 h 456"/>
                <a:gd name="T158" fmla="*/ 480 w 480"/>
                <a:gd name="T159" fmla="*/ 456 h 45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480" h="456">
                  <a:moveTo>
                    <a:pt x="78" y="54"/>
                  </a:moveTo>
                  <a:lnTo>
                    <a:pt x="78" y="66"/>
                  </a:lnTo>
                  <a:lnTo>
                    <a:pt x="72" y="72"/>
                  </a:lnTo>
                  <a:lnTo>
                    <a:pt x="72" y="78"/>
                  </a:lnTo>
                  <a:lnTo>
                    <a:pt x="66" y="84"/>
                  </a:lnTo>
                  <a:lnTo>
                    <a:pt x="48" y="84"/>
                  </a:lnTo>
                  <a:lnTo>
                    <a:pt x="48" y="102"/>
                  </a:lnTo>
                  <a:lnTo>
                    <a:pt x="42" y="108"/>
                  </a:lnTo>
                  <a:lnTo>
                    <a:pt x="30" y="108"/>
                  </a:lnTo>
                  <a:lnTo>
                    <a:pt x="30" y="120"/>
                  </a:lnTo>
                  <a:lnTo>
                    <a:pt x="36" y="126"/>
                  </a:lnTo>
                  <a:lnTo>
                    <a:pt x="36" y="168"/>
                  </a:lnTo>
                  <a:lnTo>
                    <a:pt x="30" y="180"/>
                  </a:lnTo>
                  <a:lnTo>
                    <a:pt x="24" y="186"/>
                  </a:lnTo>
                  <a:lnTo>
                    <a:pt x="18" y="186"/>
                  </a:lnTo>
                  <a:lnTo>
                    <a:pt x="18" y="222"/>
                  </a:lnTo>
                  <a:lnTo>
                    <a:pt x="12" y="222"/>
                  </a:lnTo>
                  <a:lnTo>
                    <a:pt x="0" y="228"/>
                  </a:lnTo>
                  <a:lnTo>
                    <a:pt x="0" y="246"/>
                  </a:lnTo>
                  <a:lnTo>
                    <a:pt x="6" y="252"/>
                  </a:lnTo>
                  <a:lnTo>
                    <a:pt x="12" y="300"/>
                  </a:lnTo>
                  <a:lnTo>
                    <a:pt x="48" y="300"/>
                  </a:lnTo>
                  <a:lnTo>
                    <a:pt x="54" y="294"/>
                  </a:lnTo>
                  <a:lnTo>
                    <a:pt x="54" y="288"/>
                  </a:lnTo>
                  <a:lnTo>
                    <a:pt x="60" y="288"/>
                  </a:lnTo>
                  <a:lnTo>
                    <a:pt x="66" y="294"/>
                  </a:lnTo>
                  <a:lnTo>
                    <a:pt x="66" y="300"/>
                  </a:lnTo>
                  <a:lnTo>
                    <a:pt x="84" y="318"/>
                  </a:lnTo>
                  <a:lnTo>
                    <a:pt x="96" y="306"/>
                  </a:lnTo>
                  <a:lnTo>
                    <a:pt x="96" y="294"/>
                  </a:lnTo>
                  <a:lnTo>
                    <a:pt x="102" y="276"/>
                  </a:lnTo>
                  <a:lnTo>
                    <a:pt x="108" y="264"/>
                  </a:lnTo>
                  <a:lnTo>
                    <a:pt x="108" y="252"/>
                  </a:lnTo>
                  <a:lnTo>
                    <a:pt x="120" y="258"/>
                  </a:lnTo>
                  <a:lnTo>
                    <a:pt x="132" y="270"/>
                  </a:lnTo>
                  <a:lnTo>
                    <a:pt x="138" y="270"/>
                  </a:lnTo>
                  <a:lnTo>
                    <a:pt x="144" y="276"/>
                  </a:lnTo>
                  <a:lnTo>
                    <a:pt x="150" y="288"/>
                  </a:lnTo>
                  <a:lnTo>
                    <a:pt x="180" y="288"/>
                  </a:lnTo>
                  <a:lnTo>
                    <a:pt x="186" y="276"/>
                  </a:lnTo>
                  <a:lnTo>
                    <a:pt x="192" y="270"/>
                  </a:lnTo>
                  <a:lnTo>
                    <a:pt x="198" y="276"/>
                  </a:lnTo>
                  <a:lnTo>
                    <a:pt x="198" y="288"/>
                  </a:lnTo>
                  <a:lnTo>
                    <a:pt x="210" y="288"/>
                  </a:lnTo>
                  <a:lnTo>
                    <a:pt x="222" y="282"/>
                  </a:lnTo>
                  <a:lnTo>
                    <a:pt x="240" y="282"/>
                  </a:lnTo>
                  <a:lnTo>
                    <a:pt x="246" y="288"/>
                  </a:lnTo>
                  <a:lnTo>
                    <a:pt x="276" y="288"/>
                  </a:lnTo>
                  <a:lnTo>
                    <a:pt x="294" y="312"/>
                  </a:lnTo>
                  <a:lnTo>
                    <a:pt x="306" y="312"/>
                  </a:lnTo>
                  <a:lnTo>
                    <a:pt x="312" y="318"/>
                  </a:lnTo>
                  <a:lnTo>
                    <a:pt x="324" y="324"/>
                  </a:lnTo>
                  <a:lnTo>
                    <a:pt x="348" y="360"/>
                  </a:lnTo>
                  <a:lnTo>
                    <a:pt x="354" y="366"/>
                  </a:lnTo>
                  <a:lnTo>
                    <a:pt x="378" y="378"/>
                  </a:lnTo>
                  <a:lnTo>
                    <a:pt x="390" y="390"/>
                  </a:lnTo>
                  <a:lnTo>
                    <a:pt x="390" y="414"/>
                  </a:lnTo>
                  <a:lnTo>
                    <a:pt x="396" y="420"/>
                  </a:lnTo>
                  <a:lnTo>
                    <a:pt x="408" y="426"/>
                  </a:lnTo>
                  <a:lnTo>
                    <a:pt x="420" y="426"/>
                  </a:lnTo>
                  <a:lnTo>
                    <a:pt x="432" y="444"/>
                  </a:lnTo>
                  <a:lnTo>
                    <a:pt x="456" y="456"/>
                  </a:lnTo>
                  <a:lnTo>
                    <a:pt x="468" y="438"/>
                  </a:lnTo>
                  <a:lnTo>
                    <a:pt x="480" y="432"/>
                  </a:lnTo>
                  <a:lnTo>
                    <a:pt x="474" y="420"/>
                  </a:lnTo>
                  <a:lnTo>
                    <a:pt x="456" y="402"/>
                  </a:lnTo>
                  <a:lnTo>
                    <a:pt x="432" y="402"/>
                  </a:lnTo>
                  <a:lnTo>
                    <a:pt x="426" y="396"/>
                  </a:lnTo>
                  <a:lnTo>
                    <a:pt x="426" y="360"/>
                  </a:lnTo>
                  <a:lnTo>
                    <a:pt x="420" y="360"/>
                  </a:lnTo>
                  <a:lnTo>
                    <a:pt x="414" y="354"/>
                  </a:lnTo>
                  <a:lnTo>
                    <a:pt x="366" y="330"/>
                  </a:lnTo>
                  <a:lnTo>
                    <a:pt x="360" y="324"/>
                  </a:lnTo>
                  <a:lnTo>
                    <a:pt x="360" y="312"/>
                  </a:lnTo>
                  <a:lnTo>
                    <a:pt x="354" y="300"/>
                  </a:lnTo>
                  <a:lnTo>
                    <a:pt x="354" y="288"/>
                  </a:lnTo>
                  <a:lnTo>
                    <a:pt x="348" y="276"/>
                  </a:lnTo>
                  <a:lnTo>
                    <a:pt x="348" y="270"/>
                  </a:lnTo>
                  <a:lnTo>
                    <a:pt x="336" y="270"/>
                  </a:lnTo>
                  <a:lnTo>
                    <a:pt x="324" y="264"/>
                  </a:lnTo>
                  <a:lnTo>
                    <a:pt x="306" y="264"/>
                  </a:lnTo>
                  <a:lnTo>
                    <a:pt x="282" y="240"/>
                  </a:lnTo>
                  <a:lnTo>
                    <a:pt x="264" y="246"/>
                  </a:lnTo>
                  <a:lnTo>
                    <a:pt x="252" y="228"/>
                  </a:lnTo>
                  <a:lnTo>
                    <a:pt x="234" y="222"/>
                  </a:lnTo>
                  <a:lnTo>
                    <a:pt x="216" y="204"/>
                  </a:lnTo>
                  <a:lnTo>
                    <a:pt x="210" y="192"/>
                  </a:lnTo>
                  <a:lnTo>
                    <a:pt x="204" y="186"/>
                  </a:lnTo>
                  <a:lnTo>
                    <a:pt x="198" y="174"/>
                  </a:lnTo>
                  <a:lnTo>
                    <a:pt x="198" y="114"/>
                  </a:lnTo>
                  <a:lnTo>
                    <a:pt x="192" y="90"/>
                  </a:lnTo>
                  <a:lnTo>
                    <a:pt x="186" y="78"/>
                  </a:lnTo>
                  <a:lnTo>
                    <a:pt x="180" y="60"/>
                  </a:lnTo>
                  <a:lnTo>
                    <a:pt x="168" y="42"/>
                  </a:lnTo>
                  <a:lnTo>
                    <a:pt x="162" y="24"/>
                  </a:lnTo>
                  <a:lnTo>
                    <a:pt x="156" y="12"/>
                  </a:lnTo>
                  <a:lnTo>
                    <a:pt x="150" y="6"/>
                  </a:lnTo>
                  <a:lnTo>
                    <a:pt x="150" y="0"/>
                  </a:lnTo>
                  <a:lnTo>
                    <a:pt x="144" y="0"/>
                  </a:lnTo>
                  <a:lnTo>
                    <a:pt x="144" y="12"/>
                  </a:lnTo>
                  <a:lnTo>
                    <a:pt x="132" y="36"/>
                  </a:lnTo>
                  <a:lnTo>
                    <a:pt x="108" y="48"/>
                  </a:lnTo>
                  <a:lnTo>
                    <a:pt x="90" y="54"/>
                  </a:lnTo>
                  <a:lnTo>
                    <a:pt x="78" y="54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95" name="Equatorial 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D02F6DDE-449C-4F9D-86EB-1E0C6D6D15D7}"/>
                </a:ext>
              </a:extLst>
            </p:cNvPr>
            <p:cNvSpPr>
              <a:spLocks/>
            </p:cNvSpPr>
            <p:nvPr/>
          </p:nvSpPr>
          <p:spPr bwMode="gray">
            <a:xfrm>
              <a:off x="3951698" y="2940317"/>
              <a:ext cx="47820" cy="35964"/>
            </a:xfrm>
            <a:custGeom>
              <a:avLst/>
              <a:gdLst>
                <a:gd name="T0" fmla="*/ 2147483647 w 144"/>
                <a:gd name="T1" fmla="*/ 2147483647 h 108"/>
                <a:gd name="T2" fmla="*/ 2147483647 w 144"/>
                <a:gd name="T3" fmla="*/ 2147483647 h 108"/>
                <a:gd name="T4" fmla="*/ 2147483647 w 144"/>
                <a:gd name="T5" fmla="*/ 2147483647 h 108"/>
                <a:gd name="T6" fmla="*/ 2147483647 w 144"/>
                <a:gd name="T7" fmla="*/ 0 h 108"/>
                <a:gd name="T8" fmla="*/ 2147483647 w 144"/>
                <a:gd name="T9" fmla="*/ 2147483647 h 108"/>
                <a:gd name="T10" fmla="*/ 2147483647 w 144"/>
                <a:gd name="T11" fmla="*/ 2147483647 h 108"/>
                <a:gd name="T12" fmla="*/ 2147483647 w 144"/>
                <a:gd name="T13" fmla="*/ 2147483647 h 108"/>
                <a:gd name="T14" fmla="*/ 2147483647 w 144"/>
                <a:gd name="T15" fmla="*/ 2147483647 h 108"/>
                <a:gd name="T16" fmla="*/ 2147483647 w 144"/>
                <a:gd name="T17" fmla="*/ 2147483647 h 108"/>
                <a:gd name="T18" fmla="*/ 0 w 144"/>
                <a:gd name="T19" fmla="*/ 2147483647 h 108"/>
                <a:gd name="T20" fmla="*/ 0 w 144"/>
                <a:gd name="T21" fmla="*/ 2147483647 h 108"/>
                <a:gd name="T22" fmla="*/ 2147483647 w 144"/>
                <a:gd name="T23" fmla="*/ 2147483647 h 108"/>
                <a:gd name="T24" fmla="*/ 2147483647 w 144"/>
                <a:gd name="T25" fmla="*/ 2147483647 h 108"/>
                <a:gd name="T26" fmla="*/ 2147483647 w 144"/>
                <a:gd name="T27" fmla="*/ 2147483647 h 108"/>
                <a:gd name="T28" fmla="*/ 2147483647 w 144"/>
                <a:gd name="T29" fmla="*/ 2147483647 h 108"/>
                <a:gd name="T30" fmla="*/ 2147483647 w 144"/>
                <a:gd name="T31" fmla="*/ 2147483647 h 108"/>
                <a:gd name="T32" fmla="*/ 2147483647 w 144"/>
                <a:gd name="T33" fmla="*/ 2147483647 h 108"/>
                <a:gd name="T34" fmla="*/ 2147483647 w 144"/>
                <a:gd name="T35" fmla="*/ 2147483647 h 108"/>
                <a:gd name="T36" fmla="*/ 2147483647 w 144"/>
                <a:gd name="T37" fmla="*/ 2147483647 h 108"/>
                <a:gd name="T38" fmla="*/ 2147483647 w 144"/>
                <a:gd name="T39" fmla="*/ 2147483647 h 10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44"/>
                <a:gd name="T61" fmla="*/ 0 h 108"/>
                <a:gd name="T62" fmla="*/ 144 w 144"/>
                <a:gd name="T63" fmla="*/ 108 h 108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44" h="108">
                  <a:moveTo>
                    <a:pt x="138" y="48"/>
                  </a:moveTo>
                  <a:lnTo>
                    <a:pt x="144" y="12"/>
                  </a:lnTo>
                  <a:lnTo>
                    <a:pt x="48" y="12"/>
                  </a:lnTo>
                  <a:lnTo>
                    <a:pt x="36" y="0"/>
                  </a:lnTo>
                  <a:lnTo>
                    <a:pt x="30" y="6"/>
                  </a:lnTo>
                  <a:lnTo>
                    <a:pt x="30" y="42"/>
                  </a:lnTo>
                  <a:lnTo>
                    <a:pt x="18" y="54"/>
                  </a:lnTo>
                  <a:lnTo>
                    <a:pt x="12" y="66"/>
                  </a:lnTo>
                  <a:lnTo>
                    <a:pt x="6" y="72"/>
                  </a:lnTo>
                  <a:lnTo>
                    <a:pt x="0" y="84"/>
                  </a:lnTo>
                  <a:lnTo>
                    <a:pt x="0" y="90"/>
                  </a:lnTo>
                  <a:lnTo>
                    <a:pt x="6" y="96"/>
                  </a:lnTo>
                  <a:lnTo>
                    <a:pt x="18" y="102"/>
                  </a:lnTo>
                  <a:lnTo>
                    <a:pt x="36" y="102"/>
                  </a:lnTo>
                  <a:lnTo>
                    <a:pt x="36" y="108"/>
                  </a:lnTo>
                  <a:lnTo>
                    <a:pt x="138" y="108"/>
                  </a:lnTo>
                  <a:lnTo>
                    <a:pt x="138" y="102"/>
                  </a:lnTo>
                  <a:lnTo>
                    <a:pt x="144" y="84"/>
                  </a:lnTo>
                  <a:lnTo>
                    <a:pt x="144" y="54"/>
                  </a:lnTo>
                  <a:lnTo>
                    <a:pt x="138" y="48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96" name="El Salvador" descr="© INSCALE GmbH, 05.05.2010&#10;http://www.presentationload.com/">
              <a:extLst>
                <a:ext uri="{FF2B5EF4-FFF2-40B4-BE49-F238E27FC236}">
                  <a16:creationId xmlns:a16="http://schemas.microsoft.com/office/drawing/2014/main" id="{B3A67237-6B91-46EC-BFAE-C7331B88C3D9}"/>
                </a:ext>
              </a:extLst>
            </p:cNvPr>
            <p:cNvSpPr>
              <a:spLocks/>
            </p:cNvSpPr>
            <p:nvPr/>
          </p:nvSpPr>
          <p:spPr bwMode="gray">
            <a:xfrm>
              <a:off x="1627932" y="2619210"/>
              <a:ext cx="56867" cy="37248"/>
            </a:xfrm>
            <a:custGeom>
              <a:avLst/>
              <a:gdLst>
                <a:gd name="T0" fmla="*/ 2147483647 w 174"/>
                <a:gd name="T1" fmla="*/ 2147483647 h 114"/>
                <a:gd name="T2" fmla="*/ 2147483647 w 174"/>
                <a:gd name="T3" fmla="*/ 2147483647 h 114"/>
                <a:gd name="T4" fmla="*/ 2147483647 w 174"/>
                <a:gd name="T5" fmla="*/ 2147483647 h 114"/>
                <a:gd name="T6" fmla="*/ 2147483647 w 174"/>
                <a:gd name="T7" fmla="*/ 2147483647 h 114"/>
                <a:gd name="T8" fmla="*/ 2147483647 w 174"/>
                <a:gd name="T9" fmla="*/ 2147483647 h 114"/>
                <a:gd name="T10" fmla="*/ 2147483647 w 174"/>
                <a:gd name="T11" fmla="*/ 2147483647 h 114"/>
                <a:gd name="T12" fmla="*/ 2147483647 w 174"/>
                <a:gd name="T13" fmla="*/ 2147483647 h 114"/>
                <a:gd name="T14" fmla="*/ 2147483647 w 174"/>
                <a:gd name="T15" fmla="*/ 2147483647 h 114"/>
                <a:gd name="T16" fmla="*/ 2147483647 w 174"/>
                <a:gd name="T17" fmla="*/ 2147483647 h 114"/>
                <a:gd name="T18" fmla="*/ 2147483647 w 174"/>
                <a:gd name="T19" fmla="*/ 0 h 114"/>
                <a:gd name="T20" fmla="*/ 2147483647 w 174"/>
                <a:gd name="T21" fmla="*/ 2147483647 h 114"/>
                <a:gd name="T22" fmla="*/ 2147483647 w 174"/>
                <a:gd name="T23" fmla="*/ 2147483647 h 114"/>
                <a:gd name="T24" fmla="*/ 2147483647 w 174"/>
                <a:gd name="T25" fmla="*/ 2147483647 h 114"/>
                <a:gd name="T26" fmla="*/ 2147483647 w 174"/>
                <a:gd name="T27" fmla="*/ 2147483647 h 114"/>
                <a:gd name="T28" fmla="*/ 2147483647 w 174"/>
                <a:gd name="T29" fmla="*/ 2147483647 h 114"/>
                <a:gd name="T30" fmla="*/ 2147483647 w 174"/>
                <a:gd name="T31" fmla="*/ 2147483647 h 114"/>
                <a:gd name="T32" fmla="*/ 2147483647 w 174"/>
                <a:gd name="T33" fmla="*/ 2147483647 h 114"/>
                <a:gd name="T34" fmla="*/ 2147483647 w 174"/>
                <a:gd name="T35" fmla="*/ 2147483647 h 114"/>
                <a:gd name="T36" fmla="*/ 0 w 174"/>
                <a:gd name="T37" fmla="*/ 2147483647 h 114"/>
                <a:gd name="T38" fmla="*/ 2147483647 w 174"/>
                <a:gd name="T39" fmla="*/ 2147483647 h 114"/>
                <a:gd name="T40" fmla="*/ 2147483647 w 174"/>
                <a:gd name="T41" fmla="*/ 2147483647 h 114"/>
                <a:gd name="T42" fmla="*/ 2147483647 w 174"/>
                <a:gd name="T43" fmla="*/ 2147483647 h 114"/>
                <a:gd name="T44" fmla="*/ 2147483647 w 174"/>
                <a:gd name="T45" fmla="*/ 2147483647 h 114"/>
                <a:gd name="T46" fmla="*/ 2147483647 w 174"/>
                <a:gd name="T47" fmla="*/ 2147483647 h 114"/>
                <a:gd name="T48" fmla="*/ 2147483647 w 174"/>
                <a:gd name="T49" fmla="*/ 2147483647 h 114"/>
                <a:gd name="T50" fmla="*/ 2147483647 w 174"/>
                <a:gd name="T51" fmla="*/ 2147483647 h 114"/>
                <a:gd name="T52" fmla="*/ 2147483647 w 174"/>
                <a:gd name="T53" fmla="*/ 2147483647 h 114"/>
                <a:gd name="T54" fmla="*/ 2147483647 w 174"/>
                <a:gd name="T55" fmla="*/ 2147483647 h 114"/>
                <a:gd name="T56" fmla="*/ 2147483647 w 174"/>
                <a:gd name="T57" fmla="*/ 2147483647 h 1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74"/>
                <a:gd name="T88" fmla="*/ 0 h 114"/>
                <a:gd name="T89" fmla="*/ 174 w 174"/>
                <a:gd name="T90" fmla="*/ 114 h 11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74" h="114">
                  <a:moveTo>
                    <a:pt x="174" y="84"/>
                  </a:moveTo>
                  <a:lnTo>
                    <a:pt x="174" y="42"/>
                  </a:lnTo>
                  <a:lnTo>
                    <a:pt x="138" y="42"/>
                  </a:lnTo>
                  <a:lnTo>
                    <a:pt x="132" y="48"/>
                  </a:lnTo>
                  <a:lnTo>
                    <a:pt x="120" y="48"/>
                  </a:lnTo>
                  <a:lnTo>
                    <a:pt x="114" y="42"/>
                  </a:lnTo>
                  <a:lnTo>
                    <a:pt x="114" y="24"/>
                  </a:lnTo>
                  <a:lnTo>
                    <a:pt x="90" y="24"/>
                  </a:lnTo>
                  <a:lnTo>
                    <a:pt x="78" y="12"/>
                  </a:lnTo>
                  <a:lnTo>
                    <a:pt x="72" y="0"/>
                  </a:lnTo>
                  <a:lnTo>
                    <a:pt x="60" y="6"/>
                  </a:lnTo>
                  <a:lnTo>
                    <a:pt x="48" y="6"/>
                  </a:lnTo>
                  <a:lnTo>
                    <a:pt x="48" y="18"/>
                  </a:lnTo>
                  <a:lnTo>
                    <a:pt x="42" y="24"/>
                  </a:lnTo>
                  <a:lnTo>
                    <a:pt x="36" y="36"/>
                  </a:lnTo>
                  <a:lnTo>
                    <a:pt x="30" y="36"/>
                  </a:lnTo>
                  <a:lnTo>
                    <a:pt x="24" y="42"/>
                  </a:lnTo>
                  <a:lnTo>
                    <a:pt x="12" y="48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8" y="72"/>
                  </a:lnTo>
                  <a:lnTo>
                    <a:pt x="24" y="78"/>
                  </a:lnTo>
                  <a:lnTo>
                    <a:pt x="72" y="78"/>
                  </a:lnTo>
                  <a:lnTo>
                    <a:pt x="96" y="102"/>
                  </a:lnTo>
                  <a:lnTo>
                    <a:pt x="132" y="96"/>
                  </a:lnTo>
                  <a:lnTo>
                    <a:pt x="150" y="114"/>
                  </a:lnTo>
                  <a:lnTo>
                    <a:pt x="168" y="84"/>
                  </a:lnTo>
                  <a:lnTo>
                    <a:pt x="174" y="90"/>
                  </a:lnTo>
                  <a:lnTo>
                    <a:pt x="174" y="84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97" name="Egypt" descr="© INSCALE GmbH, 05.05.2010&#10;http://www.presentationload.com/">
              <a:extLst>
                <a:ext uri="{FF2B5EF4-FFF2-40B4-BE49-F238E27FC236}">
                  <a16:creationId xmlns:a16="http://schemas.microsoft.com/office/drawing/2014/main" id="{52E8E4DF-3260-446C-94DD-0FEC2AB5DED7}"/>
                </a:ext>
              </a:extLst>
            </p:cNvPr>
            <p:cNvSpPr>
              <a:spLocks/>
            </p:cNvSpPr>
            <p:nvPr/>
          </p:nvSpPr>
          <p:spPr bwMode="gray">
            <a:xfrm>
              <a:off x="4299358" y="2163242"/>
              <a:ext cx="261069" cy="264592"/>
            </a:xfrm>
            <a:custGeom>
              <a:avLst/>
              <a:gdLst>
                <a:gd name="T0" fmla="*/ 2147483647 w 792"/>
                <a:gd name="T1" fmla="*/ 2147483647 h 804"/>
                <a:gd name="T2" fmla="*/ 2147483647 w 792"/>
                <a:gd name="T3" fmla="*/ 2147483647 h 804"/>
                <a:gd name="T4" fmla="*/ 2147483647 w 792"/>
                <a:gd name="T5" fmla="*/ 2147483647 h 804"/>
                <a:gd name="T6" fmla="*/ 2147483647 w 792"/>
                <a:gd name="T7" fmla="*/ 2147483647 h 804"/>
                <a:gd name="T8" fmla="*/ 2147483647 w 792"/>
                <a:gd name="T9" fmla="*/ 2147483647 h 804"/>
                <a:gd name="T10" fmla="*/ 2147483647 w 792"/>
                <a:gd name="T11" fmla="*/ 2147483647 h 804"/>
                <a:gd name="T12" fmla="*/ 2147483647 w 792"/>
                <a:gd name="T13" fmla="*/ 2147483647 h 804"/>
                <a:gd name="T14" fmla="*/ 2147483647 w 792"/>
                <a:gd name="T15" fmla="*/ 2147483647 h 804"/>
                <a:gd name="T16" fmla="*/ 2147483647 w 792"/>
                <a:gd name="T17" fmla="*/ 2147483647 h 804"/>
                <a:gd name="T18" fmla="*/ 2147483647 w 792"/>
                <a:gd name="T19" fmla="*/ 2147483647 h 804"/>
                <a:gd name="T20" fmla="*/ 2147483647 w 792"/>
                <a:gd name="T21" fmla="*/ 2147483647 h 804"/>
                <a:gd name="T22" fmla="*/ 2147483647 w 792"/>
                <a:gd name="T23" fmla="*/ 2147483647 h 804"/>
                <a:gd name="T24" fmla="*/ 2147483647 w 792"/>
                <a:gd name="T25" fmla="*/ 2147483647 h 804"/>
                <a:gd name="T26" fmla="*/ 2147483647 w 792"/>
                <a:gd name="T27" fmla="*/ 2147483647 h 804"/>
                <a:gd name="T28" fmla="*/ 2147483647 w 792"/>
                <a:gd name="T29" fmla="*/ 2147483647 h 804"/>
                <a:gd name="T30" fmla="*/ 2147483647 w 792"/>
                <a:gd name="T31" fmla="*/ 2147483647 h 804"/>
                <a:gd name="T32" fmla="*/ 2147483647 w 792"/>
                <a:gd name="T33" fmla="*/ 2147483647 h 804"/>
                <a:gd name="T34" fmla="*/ 2147483647 w 792"/>
                <a:gd name="T35" fmla="*/ 2147483647 h 804"/>
                <a:gd name="T36" fmla="*/ 2147483647 w 792"/>
                <a:gd name="T37" fmla="*/ 2147483647 h 804"/>
                <a:gd name="T38" fmla="*/ 2147483647 w 792"/>
                <a:gd name="T39" fmla="*/ 2147483647 h 804"/>
                <a:gd name="T40" fmla="*/ 2147483647 w 792"/>
                <a:gd name="T41" fmla="*/ 2147483647 h 804"/>
                <a:gd name="T42" fmla="*/ 2147483647 w 792"/>
                <a:gd name="T43" fmla="*/ 2147483647 h 804"/>
                <a:gd name="T44" fmla="*/ 2147483647 w 792"/>
                <a:gd name="T45" fmla="*/ 2147483647 h 804"/>
                <a:gd name="T46" fmla="*/ 2147483647 w 792"/>
                <a:gd name="T47" fmla="*/ 2147483647 h 804"/>
                <a:gd name="T48" fmla="*/ 2147483647 w 792"/>
                <a:gd name="T49" fmla="*/ 2147483647 h 804"/>
                <a:gd name="T50" fmla="*/ 2147483647 w 792"/>
                <a:gd name="T51" fmla="*/ 2147483647 h 804"/>
                <a:gd name="T52" fmla="*/ 2147483647 w 792"/>
                <a:gd name="T53" fmla="*/ 2147483647 h 804"/>
                <a:gd name="T54" fmla="*/ 2147483647 w 792"/>
                <a:gd name="T55" fmla="*/ 2147483647 h 804"/>
                <a:gd name="T56" fmla="*/ 2147483647 w 792"/>
                <a:gd name="T57" fmla="*/ 2147483647 h 804"/>
                <a:gd name="T58" fmla="*/ 2147483647 w 792"/>
                <a:gd name="T59" fmla="*/ 2147483647 h 804"/>
                <a:gd name="T60" fmla="*/ 2147483647 w 792"/>
                <a:gd name="T61" fmla="*/ 2147483647 h 804"/>
                <a:gd name="T62" fmla="*/ 2147483647 w 792"/>
                <a:gd name="T63" fmla="*/ 2147483647 h 804"/>
                <a:gd name="T64" fmla="*/ 2147483647 w 792"/>
                <a:gd name="T65" fmla="*/ 2147483647 h 804"/>
                <a:gd name="T66" fmla="*/ 2147483647 w 792"/>
                <a:gd name="T67" fmla="*/ 2147483647 h 804"/>
                <a:gd name="T68" fmla="*/ 2147483647 w 792"/>
                <a:gd name="T69" fmla="*/ 2147483647 h 804"/>
                <a:gd name="T70" fmla="*/ 2147483647 w 792"/>
                <a:gd name="T71" fmla="*/ 2147483647 h 804"/>
                <a:gd name="T72" fmla="*/ 2147483647 w 792"/>
                <a:gd name="T73" fmla="*/ 2147483647 h 804"/>
                <a:gd name="T74" fmla="*/ 2147483647 w 792"/>
                <a:gd name="T75" fmla="*/ 2147483647 h 804"/>
                <a:gd name="T76" fmla="*/ 2147483647 w 792"/>
                <a:gd name="T77" fmla="*/ 2147483647 h 804"/>
                <a:gd name="T78" fmla="*/ 2147483647 w 792"/>
                <a:gd name="T79" fmla="*/ 2147483647 h 804"/>
                <a:gd name="T80" fmla="*/ 2147483647 w 792"/>
                <a:gd name="T81" fmla="*/ 2147483647 h 804"/>
                <a:gd name="T82" fmla="*/ 2147483647 w 792"/>
                <a:gd name="T83" fmla="*/ 2147483647 h 804"/>
                <a:gd name="T84" fmla="*/ 2147483647 w 792"/>
                <a:gd name="T85" fmla="*/ 2147483647 h 804"/>
                <a:gd name="T86" fmla="*/ 2147483647 w 792"/>
                <a:gd name="T87" fmla="*/ 2147483647 h 804"/>
                <a:gd name="T88" fmla="*/ 2147483647 w 792"/>
                <a:gd name="T89" fmla="*/ 2147483647 h 804"/>
                <a:gd name="T90" fmla="*/ 2147483647 w 792"/>
                <a:gd name="T91" fmla="*/ 0 h 804"/>
                <a:gd name="T92" fmla="*/ 2147483647 w 792"/>
                <a:gd name="T93" fmla="*/ 2147483647 h 804"/>
                <a:gd name="T94" fmla="*/ 2147483647 w 792"/>
                <a:gd name="T95" fmla="*/ 0 h 80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792"/>
                <a:gd name="T145" fmla="*/ 0 h 804"/>
                <a:gd name="T146" fmla="*/ 792 w 792"/>
                <a:gd name="T147" fmla="*/ 804 h 80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792" h="804">
                  <a:moveTo>
                    <a:pt x="12" y="18"/>
                  </a:moveTo>
                  <a:lnTo>
                    <a:pt x="6" y="24"/>
                  </a:lnTo>
                  <a:lnTo>
                    <a:pt x="6" y="54"/>
                  </a:lnTo>
                  <a:lnTo>
                    <a:pt x="18" y="60"/>
                  </a:lnTo>
                  <a:lnTo>
                    <a:pt x="24" y="72"/>
                  </a:lnTo>
                  <a:lnTo>
                    <a:pt x="24" y="78"/>
                  </a:lnTo>
                  <a:lnTo>
                    <a:pt x="18" y="84"/>
                  </a:lnTo>
                  <a:lnTo>
                    <a:pt x="12" y="96"/>
                  </a:lnTo>
                  <a:lnTo>
                    <a:pt x="6" y="102"/>
                  </a:lnTo>
                  <a:lnTo>
                    <a:pt x="0" y="114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18" y="144"/>
                  </a:lnTo>
                  <a:lnTo>
                    <a:pt x="30" y="180"/>
                  </a:lnTo>
                  <a:lnTo>
                    <a:pt x="30" y="264"/>
                  </a:lnTo>
                  <a:lnTo>
                    <a:pt x="36" y="342"/>
                  </a:lnTo>
                  <a:lnTo>
                    <a:pt x="36" y="438"/>
                  </a:lnTo>
                  <a:lnTo>
                    <a:pt x="42" y="534"/>
                  </a:lnTo>
                  <a:lnTo>
                    <a:pt x="42" y="624"/>
                  </a:lnTo>
                  <a:lnTo>
                    <a:pt x="48" y="702"/>
                  </a:lnTo>
                  <a:lnTo>
                    <a:pt x="48" y="774"/>
                  </a:lnTo>
                  <a:lnTo>
                    <a:pt x="474" y="780"/>
                  </a:lnTo>
                  <a:lnTo>
                    <a:pt x="492" y="762"/>
                  </a:lnTo>
                  <a:lnTo>
                    <a:pt x="498" y="762"/>
                  </a:lnTo>
                  <a:lnTo>
                    <a:pt x="498" y="774"/>
                  </a:lnTo>
                  <a:lnTo>
                    <a:pt x="618" y="780"/>
                  </a:lnTo>
                  <a:lnTo>
                    <a:pt x="624" y="786"/>
                  </a:lnTo>
                  <a:lnTo>
                    <a:pt x="630" y="798"/>
                  </a:lnTo>
                  <a:lnTo>
                    <a:pt x="636" y="804"/>
                  </a:lnTo>
                  <a:lnTo>
                    <a:pt x="654" y="804"/>
                  </a:lnTo>
                  <a:lnTo>
                    <a:pt x="660" y="798"/>
                  </a:lnTo>
                  <a:lnTo>
                    <a:pt x="672" y="774"/>
                  </a:lnTo>
                  <a:lnTo>
                    <a:pt x="684" y="762"/>
                  </a:lnTo>
                  <a:lnTo>
                    <a:pt x="696" y="762"/>
                  </a:lnTo>
                  <a:lnTo>
                    <a:pt x="702" y="756"/>
                  </a:lnTo>
                  <a:lnTo>
                    <a:pt x="720" y="756"/>
                  </a:lnTo>
                  <a:lnTo>
                    <a:pt x="726" y="750"/>
                  </a:lnTo>
                  <a:lnTo>
                    <a:pt x="732" y="738"/>
                  </a:lnTo>
                  <a:lnTo>
                    <a:pt x="732" y="714"/>
                  </a:lnTo>
                  <a:lnTo>
                    <a:pt x="762" y="714"/>
                  </a:lnTo>
                  <a:lnTo>
                    <a:pt x="786" y="690"/>
                  </a:lnTo>
                  <a:lnTo>
                    <a:pt x="780" y="684"/>
                  </a:lnTo>
                  <a:lnTo>
                    <a:pt x="774" y="672"/>
                  </a:lnTo>
                  <a:lnTo>
                    <a:pt x="774" y="624"/>
                  </a:lnTo>
                  <a:lnTo>
                    <a:pt x="792" y="618"/>
                  </a:lnTo>
                  <a:lnTo>
                    <a:pt x="786" y="618"/>
                  </a:lnTo>
                  <a:lnTo>
                    <a:pt x="756" y="588"/>
                  </a:lnTo>
                  <a:lnTo>
                    <a:pt x="732" y="552"/>
                  </a:lnTo>
                  <a:lnTo>
                    <a:pt x="726" y="528"/>
                  </a:lnTo>
                  <a:lnTo>
                    <a:pt x="714" y="492"/>
                  </a:lnTo>
                  <a:lnTo>
                    <a:pt x="702" y="468"/>
                  </a:lnTo>
                  <a:lnTo>
                    <a:pt x="690" y="462"/>
                  </a:lnTo>
                  <a:lnTo>
                    <a:pt x="684" y="450"/>
                  </a:lnTo>
                  <a:lnTo>
                    <a:pt x="672" y="444"/>
                  </a:lnTo>
                  <a:lnTo>
                    <a:pt x="666" y="432"/>
                  </a:lnTo>
                  <a:lnTo>
                    <a:pt x="654" y="396"/>
                  </a:lnTo>
                  <a:lnTo>
                    <a:pt x="654" y="378"/>
                  </a:lnTo>
                  <a:lnTo>
                    <a:pt x="618" y="336"/>
                  </a:lnTo>
                  <a:lnTo>
                    <a:pt x="618" y="318"/>
                  </a:lnTo>
                  <a:lnTo>
                    <a:pt x="606" y="294"/>
                  </a:lnTo>
                  <a:lnTo>
                    <a:pt x="594" y="282"/>
                  </a:lnTo>
                  <a:lnTo>
                    <a:pt x="588" y="270"/>
                  </a:lnTo>
                  <a:lnTo>
                    <a:pt x="576" y="258"/>
                  </a:lnTo>
                  <a:lnTo>
                    <a:pt x="570" y="246"/>
                  </a:lnTo>
                  <a:lnTo>
                    <a:pt x="558" y="234"/>
                  </a:lnTo>
                  <a:lnTo>
                    <a:pt x="552" y="222"/>
                  </a:lnTo>
                  <a:lnTo>
                    <a:pt x="546" y="216"/>
                  </a:lnTo>
                  <a:lnTo>
                    <a:pt x="552" y="210"/>
                  </a:lnTo>
                  <a:lnTo>
                    <a:pt x="552" y="198"/>
                  </a:lnTo>
                  <a:lnTo>
                    <a:pt x="540" y="174"/>
                  </a:lnTo>
                  <a:lnTo>
                    <a:pt x="528" y="168"/>
                  </a:lnTo>
                  <a:lnTo>
                    <a:pt x="522" y="168"/>
                  </a:lnTo>
                  <a:lnTo>
                    <a:pt x="540" y="144"/>
                  </a:lnTo>
                  <a:lnTo>
                    <a:pt x="558" y="156"/>
                  </a:lnTo>
                  <a:lnTo>
                    <a:pt x="558" y="174"/>
                  </a:lnTo>
                  <a:lnTo>
                    <a:pt x="564" y="186"/>
                  </a:lnTo>
                  <a:lnTo>
                    <a:pt x="576" y="198"/>
                  </a:lnTo>
                  <a:lnTo>
                    <a:pt x="582" y="210"/>
                  </a:lnTo>
                  <a:lnTo>
                    <a:pt x="588" y="216"/>
                  </a:lnTo>
                  <a:lnTo>
                    <a:pt x="588" y="246"/>
                  </a:lnTo>
                  <a:lnTo>
                    <a:pt x="606" y="264"/>
                  </a:lnTo>
                  <a:lnTo>
                    <a:pt x="612" y="276"/>
                  </a:lnTo>
                  <a:lnTo>
                    <a:pt x="636" y="300"/>
                  </a:lnTo>
                  <a:lnTo>
                    <a:pt x="648" y="306"/>
                  </a:lnTo>
                  <a:lnTo>
                    <a:pt x="654" y="306"/>
                  </a:lnTo>
                  <a:lnTo>
                    <a:pt x="666" y="300"/>
                  </a:lnTo>
                  <a:lnTo>
                    <a:pt x="678" y="288"/>
                  </a:lnTo>
                  <a:lnTo>
                    <a:pt x="672" y="270"/>
                  </a:lnTo>
                  <a:lnTo>
                    <a:pt x="684" y="246"/>
                  </a:lnTo>
                  <a:lnTo>
                    <a:pt x="684" y="234"/>
                  </a:lnTo>
                  <a:lnTo>
                    <a:pt x="690" y="222"/>
                  </a:lnTo>
                  <a:lnTo>
                    <a:pt x="690" y="198"/>
                  </a:lnTo>
                  <a:lnTo>
                    <a:pt x="696" y="186"/>
                  </a:lnTo>
                  <a:lnTo>
                    <a:pt x="696" y="180"/>
                  </a:lnTo>
                  <a:lnTo>
                    <a:pt x="702" y="168"/>
                  </a:lnTo>
                  <a:lnTo>
                    <a:pt x="648" y="24"/>
                  </a:lnTo>
                  <a:lnTo>
                    <a:pt x="642" y="24"/>
                  </a:lnTo>
                  <a:lnTo>
                    <a:pt x="636" y="30"/>
                  </a:lnTo>
                  <a:lnTo>
                    <a:pt x="624" y="30"/>
                  </a:lnTo>
                  <a:lnTo>
                    <a:pt x="600" y="42"/>
                  </a:lnTo>
                  <a:lnTo>
                    <a:pt x="576" y="42"/>
                  </a:lnTo>
                  <a:lnTo>
                    <a:pt x="564" y="36"/>
                  </a:lnTo>
                  <a:lnTo>
                    <a:pt x="558" y="30"/>
                  </a:lnTo>
                  <a:lnTo>
                    <a:pt x="552" y="36"/>
                  </a:lnTo>
                  <a:lnTo>
                    <a:pt x="540" y="42"/>
                  </a:lnTo>
                  <a:lnTo>
                    <a:pt x="534" y="42"/>
                  </a:lnTo>
                  <a:lnTo>
                    <a:pt x="510" y="30"/>
                  </a:lnTo>
                  <a:lnTo>
                    <a:pt x="504" y="24"/>
                  </a:lnTo>
                  <a:lnTo>
                    <a:pt x="504" y="18"/>
                  </a:lnTo>
                  <a:lnTo>
                    <a:pt x="498" y="12"/>
                  </a:lnTo>
                  <a:lnTo>
                    <a:pt x="486" y="6"/>
                  </a:lnTo>
                  <a:lnTo>
                    <a:pt x="468" y="6"/>
                  </a:lnTo>
                  <a:lnTo>
                    <a:pt x="456" y="12"/>
                  </a:lnTo>
                  <a:lnTo>
                    <a:pt x="438" y="12"/>
                  </a:lnTo>
                  <a:lnTo>
                    <a:pt x="432" y="18"/>
                  </a:lnTo>
                  <a:lnTo>
                    <a:pt x="420" y="18"/>
                  </a:lnTo>
                  <a:lnTo>
                    <a:pt x="414" y="12"/>
                  </a:lnTo>
                  <a:lnTo>
                    <a:pt x="390" y="12"/>
                  </a:lnTo>
                  <a:lnTo>
                    <a:pt x="378" y="18"/>
                  </a:lnTo>
                  <a:lnTo>
                    <a:pt x="372" y="24"/>
                  </a:lnTo>
                  <a:lnTo>
                    <a:pt x="366" y="36"/>
                  </a:lnTo>
                  <a:lnTo>
                    <a:pt x="360" y="42"/>
                  </a:lnTo>
                  <a:lnTo>
                    <a:pt x="336" y="42"/>
                  </a:lnTo>
                  <a:lnTo>
                    <a:pt x="324" y="54"/>
                  </a:lnTo>
                  <a:lnTo>
                    <a:pt x="312" y="60"/>
                  </a:lnTo>
                  <a:lnTo>
                    <a:pt x="306" y="60"/>
                  </a:lnTo>
                  <a:lnTo>
                    <a:pt x="300" y="54"/>
                  </a:lnTo>
                  <a:lnTo>
                    <a:pt x="288" y="54"/>
                  </a:lnTo>
                  <a:lnTo>
                    <a:pt x="276" y="48"/>
                  </a:lnTo>
                  <a:lnTo>
                    <a:pt x="264" y="48"/>
                  </a:lnTo>
                  <a:lnTo>
                    <a:pt x="258" y="42"/>
                  </a:lnTo>
                  <a:lnTo>
                    <a:pt x="204" y="42"/>
                  </a:lnTo>
                  <a:lnTo>
                    <a:pt x="198" y="36"/>
                  </a:lnTo>
                  <a:lnTo>
                    <a:pt x="186" y="30"/>
                  </a:lnTo>
                  <a:lnTo>
                    <a:pt x="174" y="18"/>
                  </a:lnTo>
                  <a:lnTo>
                    <a:pt x="126" y="18"/>
                  </a:lnTo>
                  <a:lnTo>
                    <a:pt x="120" y="12"/>
                  </a:lnTo>
                  <a:lnTo>
                    <a:pt x="96" y="0"/>
                  </a:lnTo>
                  <a:lnTo>
                    <a:pt x="78" y="0"/>
                  </a:lnTo>
                  <a:lnTo>
                    <a:pt x="66" y="12"/>
                  </a:lnTo>
                  <a:lnTo>
                    <a:pt x="54" y="12"/>
                  </a:lnTo>
                  <a:lnTo>
                    <a:pt x="42" y="6"/>
                  </a:lnTo>
                  <a:lnTo>
                    <a:pt x="36" y="6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12" y="18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98" name="Ecuador" descr="© INSCALE GmbH, 05.05.2010&#10;http://www.presentationload.com/">
              <a:extLst>
                <a:ext uri="{FF2B5EF4-FFF2-40B4-BE49-F238E27FC236}">
                  <a16:creationId xmlns:a16="http://schemas.microsoft.com/office/drawing/2014/main" id="{D97CCD52-D191-46C8-8EBE-47E3417901BB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824379" y="2959585"/>
              <a:ext cx="136997" cy="173398"/>
            </a:xfrm>
            <a:custGeom>
              <a:avLst/>
              <a:gdLst>
                <a:gd name="T0" fmla="*/ 2147483647 w 414"/>
                <a:gd name="T1" fmla="*/ 2147483647 h 528"/>
                <a:gd name="T2" fmla="*/ 2147483647 w 414"/>
                <a:gd name="T3" fmla="*/ 2147483647 h 528"/>
                <a:gd name="T4" fmla="*/ 2147483647 w 414"/>
                <a:gd name="T5" fmla="*/ 2147483647 h 528"/>
                <a:gd name="T6" fmla="*/ 2147483647 w 414"/>
                <a:gd name="T7" fmla="*/ 2147483647 h 528"/>
                <a:gd name="T8" fmla="*/ 2147483647 w 414"/>
                <a:gd name="T9" fmla="*/ 2147483647 h 528"/>
                <a:gd name="T10" fmla="*/ 2147483647 w 414"/>
                <a:gd name="T11" fmla="*/ 2147483647 h 528"/>
                <a:gd name="T12" fmla="*/ 2147483647 w 414"/>
                <a:gd name="T13" fmla="*/ 2147483647 h 528"/>
                <a:gd name="T14" fmla="*/ 2147483647 w 414"/>
                <a:gd name="T15" fmla="*/ 2147483647 h 528"/>
                <a:gd name="T16" fmla="*/ 2147483647 w 414"/>
                <a:gd name="T17" fmla="*/ 2147483647 h 528"/>
                <a:gd name="T18" fmla="*/ 2147483647 w 414"/>
                <a:gd name="T19" fmla="*/ 2147483647 h 528"/>
                <a:gd name="T20" fmla="*/ 2147483647 w 414"/>
                <a:gd name="T21" fmla="*/ 2147483647 h 528"/>
                <a:gd name="T22" fmla="*/ 2147483647 w 414"/>
                <a:gd name="T23" fmla="*/ 2147483647 h 528"/>
                <a:gd name="T24" fmla="*/ 2147483647 w 414"/>
                <a:gd name="T25" fmla="*/ 2147483647 h 528"/>
                <a:gd name="T26" fmla="*/ 2147483647 w 414"/>
                <a:gd name="T27" fmla="*/ 2147483647 h 528"/>
                <a:gd name="T28" fmla="*/ 2147483647 w 414"/>
                <a:gd name="T29" fmla="*/ 2147483647 h 528"/>
                <a:gd name="T30" fmla="*/ 2147483647 w 414"/>
                <a:gd name="T31" fmla="*/ 2147483647 h 528"/>
                <a:gd name="T32" fmla="*/ 2147483647 w 414"/>
                <a:gd name="T33" fmla="*/ 2147483647 h 528"/>
                <a:gd name="T34" fmla="*/ 2147483647 w 414"/>
                <a:gd name="T35" fmla="*/ 2147483647 h 528"/>
                <a:gd name="T36" fmla="*/ 2147483647 w 414"/>
                <a:gd name="T37" fmla="*/ 2147483647 h 528"/>
                <a:gd name="T38" fmla="*/ 2147483647 w 414"/>
                <a:gd name="T39" fmla="*/ 2147483647 h 528"/>
                <a:gd name="T40" fmla="*/ 2147483647 w 414"/>
                <a:gd name="T41" fmla="*/ 2147483647 h 528"/>
                <a:gd name="T42" fmla="*/ 2147483647 w 414"/>
                <a:gd name="T43" fmla="*/ 2147483647 h 528"/>
                <a:gd name="T44" fmla="*/ 2147483647 w 414"/>
                <a:gd name="T45" fmla="*/ 2147483647 h 528"/>
                <a:gd name="T46" fmla="*/ 2147483647 w 414"/>
                <a:gd name="T47" fmla="*/ 2147483647 h 528"/>
                <a:gd name="T48" fmla="*/ 2147483647 w 414"/>
                <a:gd name="T49" fmla="*/ 2147483647 h 528"/>
                <a:gd name="T50" fmla="*/ 2147483647 w 414"/>
                <a:gd name="T51" fmla="*/ 2147483647 h 528"/>
                <a:gd name="T52" fmla="*/ 2147483647 w 414"/>
                <a:gd name="T53" fmla="*/ 2147483647 h 528"/>
                <a:gd name="T54" fmla="*/ 2147483647 w 414"/>
                <a:gd name="T55" fmla="*/ 2147483647 h 528"/>
                <a:gd name="T56" fmla="*/ 2147483647 w 414"/>
                <a:gd name="T57" fmla="*/ 2147483647 h 528"/>
                <a:gd name="T58" fmla="*/ 2147483647 w 414"/>
                <a:gd name="T59" fmla="*/ 2147483647 h 528"/>
                <a:gd name="T60" fmla="*/ 2147483647 w 414"/>
                <a:gd name="T61" fmla="*/ 2147483647 h 528"/>
                <a:gd name="T62" fmla="*/ 2147483647 w 414"/>
                <a:gd name="T63" fmla="*/ 2147483647 h 528"/>
                <a:gd name="T64" fmla="*/ 2147483647 w 414"/>
                <a:gd name="T65" fmla="*/ 2147483647 h 528"/>
                <a:gd name="T66" fmla="*/ 2147483647 w 414"/>
                <a:gd name="T67" fmla="*/ 2147483647 h 528"/>
                <a:gd name="T68" fmla="*/ 2147483647 w 414"/>
                <a:gd name="T69" fmla="*/ 2147483647 h 528"/>
                <a:gd name="T70" fmla="*/ 2147483647 w 414"/>
                <a:gd name="T71" fmla="*/ 2147483647 h 528"/>
                <a:gd name="T72" fmla="*/ 2147483647 w 414"/>
                <a:gd name="T73" fmla="*/ 2147483647 h 528"/>
                <a:gd name="T74" fmla="*/ 2147483647 w 414"/>
                <a:gd name="T75" fmla="*/ 2147483647 h 528"/>
                <a:gd name="T76" fmla="*/ 2147483647 w 414"/>
                <a:gd name="T77" fmla="*/ 2147483647 h 528"/>
                <a:gd name="T78" fmla="*/ 2147483647 w 414"/>
                <a:gd name="T79" fmla="*/ 2147483647 h 528"/>
                <a:gd name="T80" fmla="*/ 2147483647 w 414"/>
                <a:gd name="T81" fmla="*/ 2147483647 h 528"/>
                <a:gd name="T82" fmla="*/ 2147483647 w 414"/>
                <a:gd name="T83" fmla="*/ 2147483647 h 528"/>
                <a:gd name="T84" fmla="*/ 2147483647 w 414"/>
                <a:gd name="T85" fmla="*/ 2147483647 h 528"/>
                <a:gd name="T86" fmla="*/ 2147483647 w 414"/>
                <a:gd name="T87" fmla="*/ 2147483647 h 528"/>
                <a:gd name="T88" fmla="*/ 2147483647 w 414"/>
                <a:gd name="T89" fmla="*/ 2147483647 h 52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14"/>
                <a:gd name="T136" fmla="*/ 0 h 528"/>
                <a:gd name="T137" fmla="*/ 414 w 414"/>
                <a:gd name="T138" fmla="*/ 528 h 52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14" h="528">
                  <a:moveTo>
                    <a:pt x="60" y="372"/>
                  </a:moveTo>
                  <a:lnTo>
                    <a:pt x="72" y="366"/>
                  </a:lnTo>
                  <a:lnTo>
                    <a:pt x="78" y="360"/>
                  </a:lnTo>
                  <a:lnTo>
                    <a:pt x="78" y="342"/>
                  </a:lnTo>
                  <a:lnTo>
                    <a:pt x="72" y="342"/>
                  </a:lnTo>
                  <a:lnTo>
                    <a:pt x="54" y="360"/>
                  </a:lnTo>
                  <a:lnTo>
                    <a:pt x="54" y="372"/>
                  </a:lnTo>
                  <a:lnTo>
                    <a:pt x="60" y="372"/>
                  </a:lnTo>
                  <a:close/>
                  <a:moveTo>
                    <a:pt x="414" y="174"/>
                  </a:moveTo>
                  <a:lnTo>
                    <a:pt x="390" y="156"/>
                  </a:lnTo>
                  <a:lnTo>
                    <a:pt x="396" y="156"/>
                  </a:lnTo>
                  <a:lnTo>
                    <a:pt x="396" y="150"/>
                  </a:lnTo>
                  <a:lnTo>
                    <a:pt x="402" y="150"/>
                  </a:lnTo>
                  <a:lnTo>
                    <a:pt x="402" y="126"/>
                  </a:lnTo>
                  <a:lnTo>
                    <a:pt x="372" y="126"/>
                  </a:lnTo>
                  <a:lnTo>
                    <a:pt x="360" y="114"/>
                  </a:lnTo>
                  <a:lnTo>
                    <a:pt x="360" y="108"/>
                  </a:lnTo>
                  <a:lnTo>
                    <a:pt x="354" y="102"/>
                  </a:lnTo>
                  <a:lnTo>
                    <a:pt x="354" y="96"/>
                  </a:lnTo>
                  <a:lnTo>
                    <a:pt x="342" y="90"/>
                  </a:lnTo>
                  <a:lnTo>
                    <a:pt x="336" y="90"/>
                  </a:lnTo>
                  <a:lnTo>
                    <a:pt x="330" y="96"/>
                  </a:lnTo>
                  <a:lnTo>
                    <a:pt x="330" y="108"/>
                  </a:lnTo>
                  <a:lnTo>
                    <a:pt x="306" y="108"/>
                  </a:lnTo>
                  <a:lnTo>
                    <a:pt x="300" y="102"/>
                  </a:lnTo>
                  <a:lnTo>
                    <a:pt x="288" y="96"/>
                  </a:lnTo>
                  <a:lnTo>
                    <a:pt x="282" y="102"/>
                  </a:lnTo>
                  <a:lnTo>
                    <a:pt x="270" y="102"/>
                  </a:lnTo>
                  <a:lnTo>
                    <a:pt x="258" y="96"/>
                  </a:lnTo>
                  <a:lnTo>
                    <a:pt x="252" y="90"/>
                  </a:lnTo>
                  <a:lnTo>
                    <a:pt x="252" y="84"/>
                  </a:lnTo>
                  <a:lnTo>
                    <a:pt x="246" y="72"/>
                  </a:lnTo>
                  <a:lnTo>
                    <a:pt x="240" y="66"/>
                  </a:lnTo>
                  <a:lnTo>
                    <a:pt x="228" y="60"/>
                  </a:lnTo>
                  <a:lnTo>
                    <a:pt x="210" y="60"/>
                  </a:lnTo>
                  <a:lnTo>
                    <a:pt x="204" y="48"/>
                  </a:lnTo>
                  <a:lnTo>
                    <a:pt x="168" y="30"/>
                  </a:lnTo>
                  <a:lnTo>
                    <a:pt x="162" y="18"/>
                  </a:lnTo>
                  <a:lnTo>
                    <a:pt x="150" y="12"/>
                  </a:lnTo>
                  <a:lnTo>
                    <a:pt x="144" y="0"/>
                  </a:lnTo>
                  <a:lnTo>
                    <a:pt x="144" y="12"/>
                  </a:lnTo>
                  <a:lnTo>
                    <a:pt x="150" y="18"/>
                  </a:lnTo>
                  <a:lnTo>
                    <a:pt x="150" y="36"/>
                  </a:lnTo>
                  <a:lnTo>
                    <a:pt x="144" y="42"/>
                  </a:lnTo>
                  <a:lnTo>
                    <a:pt x="120" y="54"/>
                  </a:lnTo>
                  <a:lnTo>
                    <a:pt x="102" y="54"/>
                  </a:lnTo>
                  <a:lnTo>
                    <a:pt x="96" y="42"/>
                  </a:lnTo>
                  <a:lnTo>
                    <a:pt x="90" y="42"/>
                  </a:lnTo>
                  <a:lnTo>
                    <a:pt x="78" y="54"/>
                  </a:lnTo>
                  <a:lnTo>
                    <a:pt x="66" y="60"/>
                  </a:lnTo>
                  <a:lnTo>
                    <a:pt x="60" y="72"/>
                  </a:lnTo>
                  <a:lnTo>
                    <a:pt x="60" y="84"/>
                  </a:lnTo>
                  <a:lnTo>
                    <a:pt x="66" y="90"/>
                  </a:lnTo>
                  <a:lnTo>
                    <a:pt x="72" y="102"/>
                  </a:lnTo>
                  <a:lnTo>
                    <a:pt x="72" y="120"/>
                  </a:lnTo>
                  <a:lnTo>
                    <a:pt x="66" y="126"/>
                  </a:lnTo>
                  <a:lnTo>
                    <a:pt x="54" y="132"/>
                  </a:lnTo>
                  <a:lnTo>
                    <a:pt x="42" y="144"/>
                  </a:lnTo>
                  <a:lnTo>
                    <a:pt x="42" y="162"/>
                  </a:lnTo>
                  <a:lnTo>
                    <a:pt x="48" y="168"/>
                  </a:lnTo>
                  <a:lnTo>
                    <a:pt x="54" y="180"/>
                  </a:lnTo>
                  <a:lnTo>
                    <a:pt x="36" y="180"/>
                  </a:lnTo>
                  <a:lnTo>
                    <a:pt x="36" y="198"/>
                  </a:lnTo>
                  <a:lnTo>
                    <a:pt x="0" y="216"/>
                  </a:lnTo>
                  <a:lnTo>
                    <a:pt x="24" y="228"/>
                  </a:lnTo>
                  <a:lnTo>
                    <a:pt x="12" y="258"/>
                  </a:lnTo>
                  <a:lnTo>
                    <a:pt x="24" y="270"/>
                  </a:lnTo>
                  <a:lnTo>
                    <a:pt x="24" y="282"/>
                  </a:lnTo>
                  <a:lnTo>
                    <a:pt x="6" y="300"/>
                  </a:lnTo>
                  <a:lnTo>
                    <a:pt x="0" y="300"/>
                  </a:lnTo>
                  <a:lnTo>
                    <a:pt x="12" y="312"/>
                  </a:lnTo>
                  <a:lnTo>
                    <a:pt x="6" y="318"/>
                  </a:lnTo>
                  <a:lnTo>
                    <a:pt x="6" y="324"/>
                  </a:lnTo>
                  <a:lnTo>
                    <a:pt x="18" y="336"/>
                  </a:lnTo>
                  <a:lnTo>
                    <a:pt x="30" y="342"/>
                  </a:lnTo>
                  <a:lnTo>
                    <a:pt x="60" y="342"/>
                  </a:lnTo>
                  <a:lnTo>
                    <a:pt x="72" y="330"/>
                  </a:lnTo>
                  <a:lnTo>
                    <a:pt x="72" y="324"/>
                  </a:lnTo>
                  <a:lnTo>
                    <a:pt x="96" y="330"/>
                  </a:lnTo>
                  <a:lnTo>
                    <a:pt x="102" y="342"/>
                  </a:lnTo>
                  <a:lnTo>
                    <a:pt x="102" y="348"/>
                  </a:lnTo>
                  <a:lnTo>
                    <a:pt x="96" y="366"/>
                  </a:lnTo>
                  <a:lnTo>
                    <a:pt x="90" y="372"/>
                  </a:lnTo>
                  <a:lnTo>
                    <a:pt x="90" y="384"/>
                  </a:lnTo>
                  <a:lnTo>
                    <a:pt x="84" y="396"/>
                  </a:lnTo>
                  <a:lnTo>
                    <a:pt x="72" y="402"/>
                  </a:lnTo>
                  <a:lnTo>
                    <a:pt x="66" y="402"/>
                  </a:lnTo>
                  <a:lnTo>
                    <a:pt x="60" y="408"/>
                  </a:lnTo>
                  <a:lnTo>
                    <a:pt x="54" y="408"/>
                  </a:lnTo>
                  <a:lnTo>
                    <a:pt x="60" y="408"/>
                  </a:lnTo>
                  <a:lnTo>
                    <a:pt x="72" y="414"/>
                  </a:lnTo>
                  <a:lnTo>
                    <a:pt x="78" y="414"/>
                  </a:lnTo>
                  <a:lnTo>
                    <a:pt x="78" y="420"/>
                  </a:lnTo>
                  <a:lnTo>
                    <a:pt x="72" y="426"/>
                  </a:lnTo>
                  <a:lnTo>
                    <a:pt x="66" y="438"/>
                  </a:lnTo>
                  <a:lnTo>
                    <a:pt x="54" y="444"/>
                  </a:lnTo>
                  <a:lnTo>
                    <a:pt x="48" y="456"/>
                  </a:lnTo>
                  <a:lnTo>
                    <a:pt x="42" y="462"/>
                  </a:lnTo>
                  <a:lnTo>
                    <a:pt x="54" y="474"/>
                  </a:lnTo>
                  <a:lnTo>
                    <a:pt x="42" y="486"/>
                  </a:lnTo>
                  <a:lnTo>
                    <a:pt x="48" y="492"/>
                  </a:lnTo>
                  <a:lnTo>
                    <a:pt x="54" y="492"/>
                  </a:lnTo>
                  <a:lnTo>
                    <a:pt x="66" y="486"/>
                  </a:lnTo>
                  <a:lnTo>
                    <a:pt x="78" y="474"/>
                  </a:lnTo>
                  <a:lnTo>
                    <a:pt x="90" y="486"/>
                  </a:lnTo>
                  <a:lnTo>
                    <a:pt x="120" y="486"/>
                  </a:lnTo>
                  <a:lnTo>
                    <a:pt x="120" y="492"/>
                  </a:lnTo>
                  <a:lnTo>
                    <a:pt x="126" y="498"/>
                  </a:lnTo>
                  <a:lnTo>
                    <a:pt x="126" y="516"/>
                  </a:lnTo>
                  <a:lnTo>
                    <a:pt x="132" y="528"/>
                  </a:lnTo>
                  <a:lnTo>
                    <a:pt x="150" y="528"/>
                  </a:lnTo>
                  <a:lnTo>
                    <a:pt x="150" y="522"/>
                  </a:lnTo>
                  <a:lnTo>
                    <a:pt x="156" y="516"/>
                  </a:lnTo>
                  <a:lnTo>
                    <a:pt x="156" y="510"/>
                  </a:lnTo>
                  <a:lnTo>
                    <a:pt x="162" y="504"/>
                  </a:lnTo>
                  <a:lnTo>
                    <a:pt x="180" y="504"/>
                  </a:lnTo>
                  <a:lnTo>
                    <a:pt x="180" y="474"/>
                  </a:lnTo>
                  <a:lnTo>
                    <a:pt x="186" y="462"/>
                  </a:lnTo>
                  <a:lnTo>
                    <a:pt x="186" y="438"/>
                  </a:lnTo>
                  <a:lnTo>
                    <a:pt x="198" y="426"/>
                  </a:lnTo>
                  <a:lnTo>
                    <a:pt x="198" y="408"/>
                  </a:lnTo>
                  <a:lnTo>
                    <a:pt x="210" y="402"/>
                  </a:lnTo>
                  <a:lnTo>
                    <a:pt x="210" y="396"/>
                  </a:lnTo>
                  <a:lnTo>
                    <a:pt x="228" y="378"/>
                  </a:lnTo>
                  <a:lnTo>
                    <a:pt x="246" y="366"/>
                  </a:lnTo>
                  <a:lnTo>
                    <a:pt x="264" y="360"/>
                  </a:lnTo>
                  <a:lnTo>
                    <a:pt x="324" y="330"/>
                  </a:lnTo>
                  <a:lnTo>
                    <a:pt x="342" y="318"/>
                  </a:lnTo>
                  <a:lnTo>
                    <a:pt x="354" y="300"/>
                  </a:lnTo>
                  <a:lnTo>
                    <a:pt x="366" y="288"/>
                  </a:lnTo>
                  <a:lnTo>
                    <a:pt x="372" y="276"/>
                  </a:lnTo>
                  <a:lnTo>
                    <a:pt x="384" y="264"/>
                  </a:lnTo>
                  <a:lnTo>
                    <a:pt x="390" y="252"/>
                  </a:lnTo>
                  <a:lnTo>
                    <a:pt x="402" y="210"/>
                  </a:lnTo>
                  <a:lnTo>
                    <a:pt x="414" y="204"/>
                  </a:lnTo>
                  <a:lnTo>
                    <a:pt x="414" y="174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99" name="East Timor" descr="© INSCALE GmbH, 05.05.2010&#10;http://www.presentationload.com/">
              <a:extLst>
                <a:ext uri="{FF2B5EF4-FFF2-40B4-BE49-F238E27FC236}">
                  <a16:creationId xmlns:a16="http://schemas.microsoft.com/office/drawing/2014/main" id="{69F8D589-7121-4F8F-A65F-B80ADA9F8A9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641218" y="3220321"/>
              <a:ext cx="82715" cy="38532"/>
            </a:xfrm>
            <a:custGeom>
              <a:avLst/>
              <a:gdLst>
                <a:gd name="T0" fmla="*/ 2147483647 w 252"/>
                <a:gd name="T1" fmla="*/ 0 h 120"/>
                <a:gd name="T2" fmla="*/ 2147483647 w 252"/>
                <a:gd name="T3" fmla="*/ 2147483647 h 120"/>
                <a:gd name="T4" fmla="*/ 2147483647 w 252"/>
                <a:gd name="T5" fmla="*/ 2147483647 h 120"/>
                <a:gd name="T6" fmla="*/ 2147483647 w 252"/>
                <a:gd name="T7" fmla="*/ 2147483647 h 120"/>
                <a:gd name="T8" fmla="*/ 2147483647 w 252"/>
                <a:gd name="T9" fmla="*/ 2147483647 h 120"/>
                <a:gd name="T10" fmla="*/ 2147483647 w 252"/>
                <a:gd name="T11" fmla="*/ 2147483647 h 120"/>
                <a:gd name="T12" fmla="*/ 2147483647 w 252"/>
                <a:gd name="T13" fmla="*/ 2147483647 h 120"/>
                <a:gd name="T14" fmla="*/ 2147483647 w 252"/>
                <a:gd name="T15" fmla="*/ 2147483647 h 120"/>
                <a:gd name="T16" fmla="*/ 2147483647 w 252"/>
                <a:gd name="T17" fmla="*/ 2147483647 h 120"/>
                <a:gd name="T18" fmla="*/ 2147483647 w 252"/>
                <a:gd name="T19" fmla="*/ 2147483647 h 120"/>
                <a:gd name="T20" fmla="*/ 2147483647 w 252"/>
                <a:gd name="T21" fmla="*/ 2147483647 h 120"/>
                <a:gd name="T22" fmla="*/ 2147483647 w 252"/>
                <a:gd name="T23" fmla="*/ 2147483647 h 120"/>
                <a:gd name="T24" fmla="*/ 2147483647 w 252"/>
                <a:gd name="T25" fmla="*/ 2147483647 h 120"/>
                <a:gd name="T26" fmla="*/ 2147483647 w 252"/>
                <a:gd name="T27" fmla="*/ 2147483647 h 120"/>
                <a:gd name="T28" fmla="*/ 2147483647 w 252"/>
                <a:gd name="T29" fmla="*/ 2147483647 h 120"/>
                <a:gd name="T30" fmla="*/ 2147483647 w 252"/>
                <a:gd name="T31" fmla="*/ 2147483647 h 120"/>
                <a:gd name="T32" fmla="*/ 2147483647 w 252"/>
                <a:gd name="T33" fmla="*/ 2147483647 h 120"/>
                <a:gd name="T34" fmla="*/ 2147483647 w 252"/>
                <a:gd name="T35" fmla="*/ 2147483647 h 120"/>
                <a:gd name="T36" fmla="*/ 2147483647 w 252"/>
                <a:gd name="T37" fmla="*/ 2147483647 h 120"/>
                <a:gd name="T38" fmla="*/ 2147483647 w 252"/>
                <a:gd name="T39" fmla="*/ 2147483647 h 120"/>
                <a:gd name="T40" fmla="*/ 2147483647 w 252"/>
                <a:gd name="T41" fmla="*/ 2147483647 h 120"/>
                <a:gd name="T42" fmla="*/ 2147483647 w 252"/>
                <a:gd name="T43" fmla="*/ 2147483647 h 120"/>
                <a:gd name="T44" fmla="*/ 2147483647 w 252"/>
                <a:gd name="T45" fmla="*/ 2147483647 h 120"/>
                <a:gd name="T46" fmla="*/ 2147483647 w 252"/>
                <a:gd name="T47" fmla="*/ 0 h 120"/>
                <a:gd name="T48" fmla="*/ 0 w 252"/>
                <a:gd name="T49" fmla="*/ 2147483647 h 120"/>
                <a:gd name="T50" fmla="*/ 2147483647 w 252"/>
                <a:gd name="T51" fmla="*/ 2147483647 h 120"/>
                <a:gd name="T52" fmla="*/ 2147483647 w 252"/>
                <a:gd name="T53" fmla="*/ 2147483647 h 120"/>
                <a:gd name="T54" fmla="*/ 2147483647 w 252"/>
                <a:gd name="T55" fmla="*/ 2147483647 h 120"/>
                <a:gd name="T56" fmla="*/ 2147483647 w 252"/>
                <a:gd name="T57" fmla="*/ 2147483647 h 120"/>
                <a:gd name="T58" fmla="*/ 2147483647 w 252"/>
                <a:gd name="T59" fmla="*/ 2147483647 h 120"/>
                <a:gd name="T60" fmla="*/ 2147483647 w 252"/>
                <a:gd name="T61" fmla="*/ 2147483647 h 120"/>
                <a:gd name="T62" fmla="*/ 2147483647 w 252"/>
                <a:gd name="T63" fmla="*/ 2147483647 h 120"/>
                <a:gd name="T64" fmla="*/ 0 w 252"/>
                <a:gd name="T65" fmla="*/ 2147483647 h 12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52"/>
                <a:gd name="T100" fmla="*/ 0 h 120"/>
                <a:gd name="T101" fmla="*/ 252 w 252"/>
                <a:gd name="T102" fmla="*/ 120 h 12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52" h="120">
                  <a:moveTo>
                    <a:pt x="228" y="0"/>
                  </a:moveTo>
                  <a:lnTo>
                    <a:pt x="204" y="24"/>
                  </a:lnTo>
                  <a:lnTo>
                    <a:pt x="114" y="24"/>
                  </a:lnTo>
                  <a:lnTo>
                    <a:pt x="108" y="30"/>
                  </a:lnTo>
                  <a:lnTo>
                    <a:pt x="102" y="42"/>
                  </a:lnTo>
                  <a:lnTo>
                    <a:pt x="96" y="48"/>
                  </a:lnTo>
                  <a:lnTo>
                    <a:pt x="90" y="48"/>
                  </a:lnTo>
                  <a:lnTo>
                    <a:pt x="78" y="54"/>
                  </a:lnTo>
                  <a:lnTo>
                    <a:pt x="90" y="72"/>
                  </a:lnTo>
                  <a:lnTo>
                    <a:pt x="84" y="78"/>
                  </a:lnTo>
                  <a:lnTo>
                    <a:pt x="72" y="102"/>
                  </a:lnTo>
                  <a:lnTo>
                    <a:pt x="72" y="114"/>
                  </a:lnTo>
                  <a:lnTo>
                    <a:pt x="78" y="120"/>
                  </a:lnTo>
                  <a:lnTo>
                    <a:pt x="78" y="114"/>
                  </a:lnTo>
                  <a:lnTo>
                    <a:pt x="84" y="108"/>
                  </a:lnTo>
                  <a:lnTo>
                    <a:pt x="96" y="108"/>
                  </a:lnTo>
                  <a:lnTo>
                    <a:pt x="132" y="84"/>
                  </a:lnTo>
                  <a:lnTo>
                    <a:pt x="138" y="90"/>
                  </a:lnTo>
                  <a:lnTo>
                    <a:pt x="162" y="90"/>
                  </a:lnTo>
                  <a:lnTo>
                    <a:pt x="186" y="78"/>
                  </a:lnTo>
                  <a:lnTo>
                    <a:pt x="198" y="66"/>
                  </a:lnTo>
                  <a:lnTo>
                    <a:pt x="210" y="60"/>
                  </a:lnTo>
                  <a:lnTo>
                    <a:pt x="252" y="18"/>
                  </a:lnTo>
                  <a:lnTo>
                    <a:pt x="228" y="0"/>
                  </a:lnTo>
                  <a:close/>
                  <a:moveTo>
                    <a:pt x="0" y="90"/>
                  </a:moveTo>
                  <a:lnTo>
                    <a:pt x="6" y="102"/>
                  </a:lnTo>
                  <a:lnTo>
                    <a:pt x="18" y="96"/>
                  </a:lnTo>
                  <a:lnTo>
                    <a:pt x="24" y="90"/>
                  </a:lnTo>
                  <a:lnTo>
                    <a:pt x="36" y="90"/>
                  </a:lnTo>
                  <a:lnTo>
                    <a:pt x="36" y="84"/>
                  </a:lnTo>
                  <a:lnTo>
                    <a:pt x="42" y="72"/>
                  </a:lnTo>
                  <a:lnTo>
                    <a:pt x="18" y="72"/>
                  </a:lnTo>
                  <a:lnTo>
                    <a:pt x="0" y="90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500" name="Djibouti" descr="© INSCALE GmbH, 05.05.2010&#10;http://www.presentationload.com/">
              <a:extLst>
                <a:ext uri="{FF2B5EF4-FFF2-40B4-BE49-F238E27FC236}">
                  <a16:creationId xmlns:a16="http://schemas.microsoft.com/office/drawing/2014/main" id="{75FDFA5B-00B7-4F1D-BC17-206C8AD89F1F}"/>
                </a:ext>
              </a:extLst>
            </p:cNvPr>
            <p:cNvSpPr>
              <a:spLocks/>
            </p:cNvSpPr>
            <p:nvPr/>
          </p:nvSpPr>
          <p:spPr bwMode="gray">
            <a:xfrm>
              <a:off x="4709053" y="2666734"/>
              <a:ext cx="38772" cy="44954"/>
            </a:xfrm>
            <a:custGeom>
              <a:avLst/>
              <a:gdLst>
                <a:gd name="T0" fmla="*/ 2147483647 w 114"/>
                <a:gd name="T1" fmla="*/ 2147483647 h 138"/>
                <a:gd name="T2" fmla="*/ 2147483647 w 114"/>
                <a:gd name="T3" fmla="*/ 2147483647 h 138"/>
                <a:gd name="T4" fmla="*/ 2147483647 w 114"/>
                <a:gd name="T5" fmla="*/ 2147483647 h 138"/>
                <a:gd name="T6" fmla="*/ 0 w 114"/>
                <a:gd name="T7" fmla="*/ 2147483647 h 138"/>
                <a:gd name="T8" fmla="*/ 0 w 114"/>
                <a:gd name="T9" fmla="*/ 2147483647 h 138"/>
                <a:gd name="T10" fmla="*/ 2147483647 w 114"/>
                <a:gd name="T11" fmla="*/ 2147483647 h 138"/>
                <a:gd name="T12" fmla="*/ 2147483647 w 114"/>
                <a:gd name="T13" fmla="*/ 2147483647 h 138"/>
                <a:gd name="T14" fmla="*/ 2147483647 w 114"/>
                <a:gd name="T15" fmla="*/ 2147483647 h 138"/>
                <a:gd name="T16" fmla="*/ 2147483647 w 114"/>
                <a:gd name="T17" fmla="*/ 2147483647 h 138"/>
                <a:gd name="T18" fmla="*/ 2147483647 w 114"/>
                <a:gd name="T19" fmla="*/ 2147483647 h 138"/>
                <a:gd name="T20" fmla="*/ 2147483647 w 114"/>
                <a:gd name="T21" fmla="*/ 2147483647 h 138"/>
                <a:gd name="T22" fmla="*/ 2147483647 w 114"/>
                <a:gd name="T23" fmla="*/ 2147483647 h 138"/>
                <a:gd name="T24" fmla="*/ 2147483647 w 114"/>
                <a:gd name="T25" fmla="*/ 2147483647 h 138"/>
                <a:gd name="T26" fmla="*/ 2147483647 w 114"/>
                <a:gd name="T27" fmla="*/ 2147483647 h 138"/>
                <a:gd name="T28" fmla="*/ 2147483647 w 114"/>
                <a:gd name="T29" fmla="*/ 2147483647 h 138"/>
                <a:gd name="T30" fmla="*/ 2147483647 w 114"/>
                <a:gd name="T31" fmla="*/ 2147483647 h 138"/>
                <a:gd name="T32" fmla="*/ 2147483647 w 114"/>
                <a:gd name="T33" fmla="*/ 2147483647 h 138"/>
                <a:gd name="T34" fmla="*/ 2147483647 w 114"/>
                <a:gd name="T35" fmla="*/ 2147483647 h 138"/>
                <a:gd name="T36" fmla="*/ 2147483647 w 114"/>
                <a:gd name="T37" fmla="*/ 2147483647 h 138"/>
                <a:gd name="T38" fmla="*/ 2147483647 w 114"/>
                <a:gd name="T39" fmla="*/ 2147483647 h 138"/>
                <a:gd name="T40" fmla="*/ 2147483647 w 114"/>
                <a:gd name="T41" fmla="*/ 2147483647 h 138"/>
                <a:gd name="T42" fmla="*/ 2147483647 w 114"/>
                <a:gd name="T43" fmla="*/ 2147483647 h 138"/>
                <a:gd name="T44" fmla="*/ 2147483647 w 114"/>
                <a:gd name="T45" fmla="*/ 2147483647 h 138"/>
                <a:gd name="T46" fmla="*/ 2147483647 w 114"/>
                <a:gd name="T47" fmla="*/ 2147483647 h 138"/>
                <a:gd name="T48" fmla="*/ 2147483647 w 114"/>
                <a:gd name="T49" fmla="*/ 2147483647 h 138"/>
                <a:gd name="T50" fmla="*/ 2147483647 w 114"/>
                <a:gd name="T51" fmla="*/ 2147483647 h 138"/>
                <a:gd name="T52" fmla="*/ 2147483647 w 114"/>
                <a:gd name="T53" fmla="*/ 2147483647 h 138"/>
                <a:gd name="T54" fmla="*/ 2147483647 w 114"/>
                <a:gd name="T55" fmla="*/ 0 h 138"/>
                <a:gd name="T56" fmla="*/ 2147483647 w 114"/>
                <a:gd name="T57" fmla="*/ 2147483647 h 138"/>
                <a:gd name="T58" fmla="*/ 2147483647 w 114"/>
                <a:gd name="T59" fmla="*/ 2147483647 h 13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14"/>
                <a:gd name="T91" fmla="*/ 0 h 138"/>
                <a:gd name="T92" fmla="*/ 114 w 114"/>
                <a:gd name="T93" fmla="*/ 138 h 138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14" h="138">
                  <a:moveTo>
                    <a:pt x="72" y="24"/>
                  </a:moveTo>
                  <a:lnTo>
                    <a:pt x="48" y="12"/>
                  </a:lnTo>
                  <a:lnTo>
                    <a:pt x="18" y="66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6" y="114"/>
                  </a:lnTo>
                  <a:lnTo>
                    <a:pt x="6" y="126"/>
                  </a:lnTo>
                  <a:lnTo>
                    <a:pt x="18" y="138"/>
                  </a:lnTo>
                  <a:lnTo>
                    <a:pt x="42" y="138"/>
                  </a:lnTo>
                  <a:lnTo>
                    <a:pt x="48" y="132"/>
                  </a:lnTo>
                  <a:lnTo>
                    <a:pt x="54" y="132"/>
                  </a:lnTo>
                  <a:lnTo>
                    <a:pt x="60" y="126"/>
                  </a:lnTo>
                  <a:lnTo>
                    <a:pt x="72" y="126"/>
                  </a:lnTo>
                  <a:lnTo>
                    <a:pt x="84" y="132"/>
                  </a:lnTo>
                  <a:lnTo>
                    <a:pt x="90" y="138"/>
                  </a:lnTo>
                  <a:lnTo>
                    <a:pt x="90" y="132"/>
                  </a:lnTo>
                  <a:lnTo>
                    <a:pt x="114" y="108"/>
                  </a:lnTo>
                  <a:lnTo>
                    <a:pt x="114" y="102"/>
                  </a:lnTo>
                  <a:lnTo>
                    <a:pt x="102" y="90"/>
                  </a:lnTo>
                  <a:lnTo>
                    <a:pt x="66" y="90"/>
                  </a:lnTo>
                  <a:lnTo>
                    <a:pt x="78" y="84"/>
                  </a:lnTo>
                  <a:lnTo>
                    <a:pt x="84" y="72"/>
                  </a:lnTo>
                  <a:lnTo>
                    <a:pt x="96" y="66"/>
                  </a:lnTo>
                  <a:lnTo>
                    <a:pt x="102" y="54"/>
                  </a:lnTo>
                  <a:lnTo>
                    <a:pt x="114" y="42"/>
                  </a:lnTo>
                  <a:lnTo>
                    <a:pt x="114" y="24"/>
                  </a:lnTo>
                  <a:lnTo>
                    <a:pt x="108" y="12"/>
                  </a:lnTo>
                  <a:lnTo>
                    <a:pt x="96" y="0"/>
                  </a:lnTo>
                  <a:lnTo>
                    <a:pt x="84" y="6"/>
                  </a:lnTo>
                  <a:lnTo>
                    <a:pt x="72" y="24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501" name="Dominican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EA423C60-9EC8-4EAA-82C9-7BC08905DAE0}"/>
                </a:ext>
              </a:extLst>
            </p:cNvPr>
            <p:cNvSpPr>
              <a:spLocks/>
            </p:cNvSpPr>
            <p:nvPr/>
          </p:nvSpPr>
          <p:spPr bwMode="gray">
            <a:xfrm>
              <a:off x="2068646" y="2475359"/>
              <a:ext cx="82715" cy="55230"/>
            </a:xfrm>
            <a:custGeom>
              <a:avLst/>
              <a:gdLst>
                <a:gd name="T0" fmla="*/ 2147483647 w 252"/>
                <a:gd name="T1" fmla="*/ 2147483647 h 168"/>
                <a:gd name="T2" fmla="*/ 2147483647 w 252"/>
                <a:gd name="T3" fmla="*/ 2147483647 h 168"/>
                <a:gd name="T4" fmla="*/ 2147483647 w 252"/>
                <a:gd name="T5" fmla="*/ 2147483647 h 168"/>
                <a:gd name="T6" fmla="*/ 2147483647 w 252"/>
                <a:gd name="T7" fmla="*/ 2147483647 h 168"/>
                <a:gd name="T8" fmla="*/ 2147483647 w 252"/>
                <a:gd name="T9" fmla="*/ 2147483647 h 168"/>
                <a:gd name="T10" fmla="*/ 2147483647 w 252"/>
                <a:gd name="T11" fmla="*/ 2147483647 h 168"/>
                <a:gd name="T12" fmla="*/ 2147483647 w 252"/>
                <a:gd name="T13" fmla="*/ 2147483647 h 168"/>
                <a:gd name="T14" fmla="*/ 2147483647 w 252"/>
                <a:gd name="T15" fmla="*/ 2147483647 h 168"/>
                <a:gd name="T16" fmla="*/ 2147483647 w 252"/>
                <a:gd name="T17" fmla="*/ 2147483647 h 168"/>
                <a:gd name="T18" fmla="*/ 2147483647 w 252"/>
                <a:gd name="T19" fmla="*/ 2147483647 h 168"/>
                <a:gd name="T20" fmla="*/ 2147483647 w 252"/>
                <a:gd name="T21" fmla="*/ 0 h 168"/>
                <a:gd name="T22" fmla="*/ 2147483647 w 252"/>
                <a:gd name="T23" fmla="*/ 0 h 168"/>
                <a:gd name="T24" fmla="*/ 2147483647 w 252"/>
                <a:gd name="T25" fmla="*/ 2147483647 h 168"/>
                <a:gd name="T26" fmla="*/ 2147483647 w 252"/>
                <a:gd name="T27" fmla="*/ 2147483647 h 168"/>
                <a:gd name="T28" fmla="*/ 2147483647 w 252"/>
                <a:gd name="T29" fmla="*/ 2147483647 h 168"/>
                <a:gd name="T30" fmla="*/ 2147483647 w 252"/>
                <a:gd name="T31" fmla="*/ 2147483647 h 168"/>
                <a:gd name="T32" fmla="*/ 2147483647 w 252"/>
                <a:gd name="T33" fmla="*/ 2147483647 h 168"/>
                <a:gd name="T34" fmla="*/ 2147483647 w 252"/>
                <a:gd name="T35" fmla="*/ 2147483647 h 168"/>
                <a:gd name="T36" fmla="*/ 2147483647 w 252"/>
                <a:gd name="T37" fmla="*/ 2147483647 h 168"/>
                <a:gd name="T38" fmla="*/ 2147483647 w 252"/>
                <a:gd name="T39" fmla="*/ 2147483647 h 168"/>
                <a:gd name="T40" fmla="*/ 2147483647 w 252"/>
                <a:gd name="T41" fmla="*/ 2147483647 h 168"/>
                <a:gd name="T42" fmla="*/ 0 w 252"/>
                <a:gd name="T43" fmla="*/ 2147483647 h 168"/>
                <a:gd name="T44" fmla="*/ 0 w 252"/>
                <a:gd name="T45" fmla="*/ 2147483647 h 168"/>
                <a:gd name="T46" fmla="*/ 2147483647 w 252"/>
                <a:gd name="T47" fmla="*/ 2147483647 h 168"/>
                <a:gd name="T48" fmla="*/ 0 w 252"/>
                <a:gd name="T49" fmla="*/ 2147483647 h 168"/>
                <a:gd name="T50" fmla="*/ 2147483647 w 252"/>
                <a:gd name="T51" fmla="*/ 2147483647 h 168"/>
                <a:gd name="T52" fmla="*/ 2147483647 w 252"/>
                <a:gd name="T53" fmla="*/ 2147483647 h 168"/>
                <a:gd name="T54" fmla="*/ 2147483647 w 252"/>
                <a:gd name="T55" fmla="*/ 2147483647 h 168"/>
                <a:gd name="T56" fmla="*/ 2147483647 w 252"/>
                <a:gd name="T57" fmla="*/ 2147483647 h 168"/>
                <a:gd name="T58" fmla="*/ 2147483647 w 252"/>
                <a:gd name="T59" fmla="*/ 2147483647 h 168"/>
                <a:gd name="T60" fmla="*/ 2147483647 w 252"/>
                <a:gd name="T61" fmla="*/ 2147483647 h 168"/>
                <a:gd name="T62" fmla="*/ 2147483647 w 252"/>
                <a:gd name="T63" fmla="*/ 2147483647 h 168"/>
                <a:gd name="T64" fmla="*/ 2147483647 w 252"/>
                <a:gd name="T65" fmla="*/ 2147483647 h 168"/>
                <a:gd name="T66" fmla="*/ 2147483647 w 252"/>
                <a:gd name="T67" fmla="*/ 2147483647 h 16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52"/>
                <a:gd name="T103" fmla="*/ 0 h 168"/>
                <a:gd name="T104" fmla="*/ 252 w 252"/>
                <a:gd name="T105" fmla="*/ 168 h 16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52" h="168">
                  <a:moveTo>
                    <a:pt x="246" y="102"/>
                  </a:moveTo>
                  <a:lnTo>
                    <a:pt x="234" y="96"/>
                  </a:lnTo>
                  <a:lnTo>
                    <a:pt x="216" y="78"/>
                  </a:lnTo>
                  <a:lnTo>
                    <a:pt x="192" y="66"/>
                  </a:lnTo>
                  <a:lnTo>
                    <a:pt x="156" y="54"/>
                  </a:lnTo>
                  <a:lnTo>
                    <a:pt x="132" y="42"/>
                  </a:lnTo>
                  <a:lnTo>
                    <a:pt x="126" y="30"/>
                  </a:lnTo>
                  <a:lnTo>
                    <a:pt x="108" y="12"/>
                  </a:lnTo>
                  <a:lnTo>
                    <a:pt x="96" y="6"/>
                  </a:lnTo>
                  <a:lnTo>
                    <a:pt x="84" y="6"/>
                  </a:lnTo>
                  <a:lnTo>
                    <a:pt x="60" y="0"/>
                  </a:lnTo>
                  <a:lnTo>
                    <a:pt x="30" y="0"/>
                  </a:lnTo>
                  <a:lnTo>
                    <a:pt x="24" y="6"/>
                  </a:lnTo>
                  <a:lnTo>
                    <a:pt x="18" y="6"/>
                  </a:lnTo>
                  <a:lnTo>
                    <a:pt x="30" y="42"/>
                  </a:lnTo>
                  <a:lnTo>
                    <a:pt x="30" y="54"/>
                  </a:lnTo>
                  <a:lnTo>
                    <a:pt x="24" y="60"/>
                  </a:lnTo>
                  <a:lnTo>
                    <a:pt x="18" y="72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6" y="102"/>
                  </a:lnTo>
                  <a:lnTo>
                    <a:pt x="0" y="108"/>
                  </a:lnTo>
                  <a:lnTo>
                    <a:pt x="0" y="114"/>
                  </a:lnTo>
                  <a:lnTo>
                    <a:pt x="12" y="144"/>
                  </a:lnTo>
                  <a:lnTo>
                    <a:pt x="0" y="126"/>
                  </a:lnTo>
                  <a:lnTo>
                    <a:pt x="30" y="168"/>
                  </a:lnTo>
                  <a:lnTo>
                    <a:pt x="78" y="132"/>
                  </a:lnTo>
                  <a:lnTo>
                    <a:pt x="174" y="132"/>
                  </a:lnTo>
                  <a:lnTo>
                    <a:pt x="186" y="138"/>
                  </a:lnTo>
                  <a:lnTo>
                    <a:pt x="240" y="138"/>
                  </a:lnTo>
                  <a:lnTo>
                    <a:pt x="246" y="132"/>
                  </a:lnTo>
                  <a:lnTo>
                    <a:pt x="252" y="120"/>
                  </a:lnTo>
                  <a:lnTo>
                    <a:pt x="252" y="114"/>
                  </a:lnTo>
                  <a:lnTo>
                    <a:pt x="246" y="102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502" name="Denmark" descr="© INSCALE GmbH, 05.05.2010&#10;http://www.presentationload.com/">
              <a:extLst>
                <a:ext uri="{FF2B5EF4-FFF2-40B4-BE49-F238E27FC236}">
                  <a16:creationId xmlns:a16="http://schemas.microsoft.com/office/drawing/2014/main" id="{82237E30-9916-47C8-8FE3-1B8DC174B74C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3929727" y="1491489"/>
              <a:ext cx="91762" cy="77066"/>
            </a:xfrm>
            <a:custGeom>
              <a:avLst/>
              <a:gdLst>
                <a:gd name="T0" fmla="*/ 2147483647 w 71"/>
                <a:gd name="T1" fmla="*/ 2147483647 h 60"/>
                <a:gd name="T2" fmla="*/ 2147483647 w 71"/>
                <a:gd name="T3" fmla="*/ 2147483647 h 60"/>
                <a:gd name="T4" fmla="*/ 2147483647 w 71"/>
                <a:gd name="T5" fmla="*/ 2147483647 h 60"/>
                <a:gd name="T6" fmla="*/ 2147483647 w 71"/>
                <a:gd name="T7" fmla="*/ 2147483647 h 60"/>
                <a:gd name="T8" fmla="*/ 2147483647 w 71"/>
                <a:gd name="T9" fmla="*/ 2147483647 h 60"/>
                <a:gd name="T10" fmla="*/ 2147483647 w 71"/>
                <a:gd name="T11" fmla="*/ 2147483647 h 60"/>
                <a:gd name="T12" fmla="*/ 2147483647 w 71"/>
                <a:gd name="T13" fmla="*/ 2147483647 h 60"/>
                <a:gd name="T14" fmla="*/ 2147483647 w 71"/>
                <a:gd name="T15" fmla="*/ 2147483647 h 60"/>
                <a:gd name="T16" fmla="*/ 2147483647 w 71"/>
                <a:gd name="T17" fmla="*/ 2147483647 h 60"/>
                <a:gd name="T18" fmla="*/ 2147483647 w 71"/>
                <a:gd name="T19" fmla="*/ 2147483647 h 60"/>
                <a:gd name="T20" fmla="*/ 2147483647 w 71"/>
                <a:gd name="T21" fmla="*/ 2147483647 h 60"/>
                <a:gd name="T22" fmla="*/ 2147483647 w 71"/>
                <a:gd name="T23" fmla="*/ 2147483647 h 60"/>
                <a:gd name="T24" fmla="*/ 2147483647 w 71"/>
                <a:gd name="T25" fmla="*/ 2147483647 h 60"/>
                <a:gd name="T26" fmla="*/ 2147483647 w 71"/>
                <a:gd name="T27" fmla="*/ 2147483647 h 60"/>
                <a:gd name="T28" fmla="*/ 2147483647 w 71"/>
                <a:gd name="T29" fmla="*/ 2147483647 h 60"/>
                <a:gd name="T30" fmla="*/ 2147483647 w 71"/>
                <a:gd name="T31" fmla="*/ 2147483647 h 60"/>
                <a:gd name="T32" fmla="*/ 2147483647 w 71"/>
                <a:gd name="T33" fmla="*/ 2147483647 h 60"/>
                <a:gd name="T34" fmla="*/ 2147483647 w 71"/>
                <a:gd name="T35" fmla="*/ 2147483647 h 60"/>
                <a:gd name="T36" fmla="*/ 2147483647 w 71"/>
                <a:gd name="T37" fmla="*/ 2147483647 h 60"/>
                <a:gd name="T38" fmla="*/ 2147483647 w 71"/>
                <a:gd name="T39" fmla="*/ 2147483647 h 60"/>
                <a:gd name="T40" fmla="*/ 2147483647 w 71"/>
                <a:gd name="T41" fmla="*/ 2147483647 h 60"/>
                <a:gd name="T42" fmla="*/ 2147483647 w 71"/>
                <a:gd name="T43" fmla="*/ 2147483647 h 60"/>
                <a:gd name="T44" fmla="*/ 2147483647 w 71"/>
                <a:gd name="T45" fmla="*/ 2147483647 h 60"/>
                <a:gd name="T46" fmla="*/ 2147483647 w 71"/>
                <a:gd name="T47" fmla="*/ 2147483647 h 60"/>
                <a:gd name="T48" fmla="*/ 2147483647 w 71"/>
                <a:gd name="T49" fmla="*/ 2147483647 h 60"/>
                <a:gd name="T50" fmla="*/ 2147483647 w 71"/>
                <a:gd name="T51" fmla="*/ 2147483647 h 60"/>
                <a:gd name="T52" fmla="*/ 2147483647 w 71"/>
                <a:gd name="T53" fmla="*/ 2147483647 h 60"/>
                <a:gd name="T54" fmla="*/ 2147483647 w 71"/>
                <a:gd name="T55" fmla="*/ 2147483647 h 60"/>
                <a:gd name="T56" fmla="*/ 2147483647 w 71"/>
                <a:gd name="T57" fmla="*/ 2147483647 h 60"/>
                <a:gd name="T58" fmla="*/ 2147483647 w 71"/>
                <a:gd name="T59" fmla="*/ 2147483647 h 60"/>
                <a:gd name="T60" fmla="*/ 2147483647 w 71"/>
                <a:gd name="T61" fmla="*/ 2147483647 h 60"/>
                <a:gd name="T62" fmla="*/ 2147483647 w 71"/>
                <a:gd name="T63" fmla="*/ 0 h 60"/>
                <a:gd name="T64" fmla="*/ 2147483647 w 71"/>
                <a:gd name="T65" fmla="*/ 2147483647 h 60"/>
                <a:gd name="T66" fmla="*/ 2147483647 w 71"/>
                <a:gd name="T67" fmla="*/ 2147483647 h 60"/>
                <a:gd name="T68" fmla="*/ 2147483647 w 71"/>
                <a:gd name="T69" fmla="*/ 2147483647 h 60"/>
                <a:gd name="T70" fmla="*/ 2147483647 w 71"/>
                <a:gd name="T71" fmla="*/ 2147483647 h 60"/>
                <a:gd name="T72" fmla="*/ 2147483647 w 71"/>
                <a:gd name="T73" fmla="*/ 2147483647 h 60"/>
                <a:gd name="T74" fmla="*/ 2147483647 w 71"/>
                <a:gd name="T75" fmla="*/ 2147483647 h 60"/>
                <a:gd name="T76" fmla="*/ 2147483647 w 71"/>
                <a:gd name="T77" fmla="*/ 2147483647 h 60"/>
                <a:gd name="T78" fmla="*/ 2147483647 w 71"/>
                <a:gd name="T79" fmla="*/ 2147483647 h 60"/>
                <a:gd name="T80" fmla="*/ 2147483647 w 71"/>
                <a:gd name="T81" fmla="*/ 2147483647 h 60"/>
                <a:gd name="T82" fmla="*/ 0 w 71"/>
                <a:gd name="T83" fmla="*/ 2147483647 h 60"/>
                <a:gd name="T84" fmla="*/ 0 w 71"/>
                <a:gd name="T85" fmla="*/ 2147483647 h 60"/>
                <a:gd name="T86" fmla="*/ 2147483647 w 71"/>
                <a:gd name="T87" fmla="*/ 2147483647 h 60"/>
                <a:gd name="T88" fmla="*/ 2147483647 w 71"/>
                <a:gd name="T89" fmla="*/ 2147483647 h 60"/>
                <a:gd name="T90" fmla="*/ 2147483647 w 71"/>
                <a:gd name="T91" fmla="*/ 2147483647 h 60"/>
                <a:gd name="T92" fmla="*/ 2147483647 w 71"/>
                <a:gd name="T93" fmla="*/ 2147483647 h 60"/>
                <a:gd name="T94" fmla="*/ 2147483647 w 71"/>
                <a:gd name="T95" fmla="*/ 2147483647 h 60"/>
                <a:gd name="T96" fmla="*/ 2147483647 w 71"/>
                <a:gd name="T97" fmla="*/ 2147483647 h 60"/>
                <a:gd name="T98" fmla="*/ 2147483647 w 71"/>
                <a:gd name="T99" fmla="*/ 2147483647 h 60"/>
                <a:gd name="T100" fmla="*/ 2147483647 w 71"/>
                <a:gd name="T101" fmla="*/ 2147483647 h 60"/>
                <a:gd name="T102" fmla="*/ 2147483647 w 71"/>
                <a:gd name="T103" fmla="*/ 2147483647 h 60"/>
                <a:gd name="T104" fmla="*/ 2147483647 w 71"/>
                <a:gd name="T105" fmla="*/ 2147483647 h 60"/>
                <a:gd name="T106" fmla="*/ 2147483647 w 71"/>
                <a:gd name="T107" fmla="*/ 2147483647 h 60"/>
                <a:gd name="T108" fmla="*/ 2147483647 w 71"/>
                <a:gd name="T109" fmla="*/ 2147483647 h 60"/>
                <a:gd name="T110" fmla="*/ 2147483647 w 71"/>
                <a:gd name="T111" fmla="*/ 2147483647 h 60"/>
                <a:gd name="T112" fmla="*/ 2147483647 w 71"/>
                <a:gd name="T113" fmla="*/ 2147483647 h 60"/>
                <a:gd name="T114" fmla="*/ 2147483647 w 71"/>
                <a:gd name="T115" fmla="*/ 2147483647 h 60"/>
                <a:gd name="T116" fmla="*/ 2147483647 w 71"/>
                <a:gd name="T117" fmla="*/ 2147483647 h 60"/>
                <a:gd name="T118" fmla="*/ 2147483647 w 71"/>
                <a:gd name="T119" fmla="*/ 2147483647 h 60"/>
                <a:gd name="T120" fmla="*/ 2147483647 w 71"/>
                <a:gd name="T121" fmla="*/ 2147483647 h 6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1"/>
                <a:gd name="T184" fmla="*/ 0 h 60"/>
                <a:gd name="T185" fmla="*/ 71 w 71"/>
                <a:gd name="T186" fmla="*/ 60 h 6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1" h="60">
                  <a:moveTo>
                    <a:pt x="62" y="48"/>
                  </a:moveTo>
                  <a:lnTo>
                    <a:pt x="67" y="46"/>
                  </a:lnTo>
                  <a:lnTo>
                    <a:pt x="69" y="46"/>
                  </a:lnTo>
                  <a:lnTo>
                    <a:pt x="69" y="43"/>
                  </a:lnTo>
                  <a:lnTo>
                    <a:pt x="67" y="43"/>
                  </a:lnTo>
                  <a:lnTo>
                    <a:pt x="62" y="41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64" y="36"/>
                  </a:lnTo>
                  <a:lnTo>
                    <a:pt x="67" y="34"/>
                  </a:lnTo>
                  <a:lnTo>
                    <a:pt x="67" y="29"/>
                  </a:lnTo>
                  <a:lnTo>
                    <a:pt x="64" y="29"/>
                  </a:lnTo>
                  <a:lnTo>
                    <a:pt x="62" y="29"/>
                  </a:lnTo>
                  <a:lnTo>
                    <a:pt x="60" y="31"/>
                  </a:lnTo>
                  <a:lnTo>
                    <a:pt x="60" y="34"/>
                  </a:lnTo>
                  <a:lnTo>
                    <a:pt x="57" y="36"/>
                  </a:lnTo>
                  <a:lnTo>
                    <a:pt x="57" y="34"/>
                  </a:lnTo>
                  <a:lnTo>
                    <a:pt x="55" y="31"/>
                  </a:lnTo>
                  <a:lnTo>
                    <a:pt x="52" y="34"/>
                  </a:lnTo>
                  <a:lnTo>
                    <a:pt x="45" y="38"/>
                  </a:lnTo>
                  <a:lnTo>
                    <a:pt x="48" y="38"/>
                  </a:lnTo>
                  <a:lnTo>
                    <a:pt x="50" y="41"/>
                  </a:lnTo>
                  <a:lnTo>
                    <a:pt x="50" y="43"/>
                  </a:lnTo>
                  <a:lnTo>
                    <a:pt x="50" y="46"/>
                  </a:lnTo>
                  <a:lnTo>
                    <a:pt x="50" y="48"/>
                  </a:lnTo>
                  <a:lnTo>
                    <a:pt x="48" y="48"/>
                  </a:lnTo>
                  <a:lnTo>
                    <a:pt x="50" y="48"/>
                  </a:lnTo>
                  <a:lnTo>
                    <a:pt x="50" y="50"/>
                  </a:lnTo>
                  <a:lnTo>
                    <a:pt x="55" y="50"/>
                  </a:lnTo>
                  <a:lnTo>
                    <a:pt x="55" y="48"/>
                  </a:lnTo>
                  <a:lnTo>
                    <a:pt x="57" y="48"/>
                  </a:lnTo>
                  <a:lnTo>
                    <a:pt x="57" y="50"/>
                  </a:lnTo>
                  <a:lnTo>
                    <a:pt x="60" y="53"/>
                  </a:lnTo>
                  <a:lnTo>
                    <a:pt x="60" y="55"/>
                  </a:lnTo>
                  <a:lnTo>
                    <a:pt x="62" y="55"/>
                  </a:lnTo>
                  <a:lnTo>
                    <a:pt x="62" y="53"/>
                  </a:lnTo>
                  <a:lnTo>
                    <a:pt x="62" y="48"/>
                  </a:lnTo>
                  <a:close/>
                  <a:moveTo>
                    <a:pt x="71" y="53"/>
                  </a:moveTo>
                  <a:lnTo>
                    <a:pt x="62" y="55"/>
                  </a:lnTo>
                  <a:lnTo>
                    <a:pt x="60" y="58"/>
                  </a:lnTo>
                  <a:lnTo>
                    <a:pt x="57" y="58"/>
                  </a:lnTo>
                  <a:lnTo>
                    <a:pt x="57" y="55"/>
                  </a:lnTo>
                  <a:lnTo>
                    <a:pt x="55" y="55"/>
                  </a:lnTo>
                  <a:lnTo>
                    <a:pt x="50" y="53"/>
                  </a:lnTo>
                  <a:lnTo>
                    <a:pt x="45" y="53"/>
                  </a:lnTo>
                  <a:lnTo>
                    <a:pt x="45" y="58"/>
                  </a:lnTo>
                  <a:lnTo>
                    <a:pt x="50" y="58"/>
                  </a:lnTo>
                  <a:lnTo>
                    <a:pt x="52" y="58"/>
                  </a:lnTo>
                  <a:lnTo>
                    <a:pt x="55" y="60"/>
                  </a:lnTo>
                  <a:lnTo>
                    <a:pt x="57" y="60"/>
                  </a:lnTo>
                  <a:lnTo>
                    <a:pt x="60" y="60"/>
                  </a:lnTo>
                  <a:lnTo>
                    <a:pt x="62" y="60"/>
                  </a:lnTo>
                  <a:lnTo>
                    <a:pt x="69" y="58"/>
                  </a:lnTo>
                  <a:lnTo>
                    <a:pt x="71" y="58"/>
                  </a:lnTo>
                  <a:lnTo>
                    <a:pt x="71" y="53"/>
                  </a:lnTo>
                  <a:close/>
                  <a:moveTo>
                    <a:pt x="31" y="12"/>
                  </a:moveTo>
                  <a:lnTo>
                    <a:pt x="36" y="7"/>
                  </a:lnTo>
                  <a:lnTo>
                    <a:pt x="36" y="3"/>
                  </a:lnTo>
                  <a:lnTo>
                    <a:pt x="36" y="0"/>
                  </a:lnTo>
                  <a:lnTo>
                    <a:pt x="26" y="0"/>
                  </a:lnTo>
                  <a:lnTo>
                    <a:pt x="26" y="3"/>
                  </a:lnTo>
                  <a:lnTo>
                    <a:pt x="21" y="7"/>
                  </a:lnTo>
                  <a:lnTo>
                    <a:pt x="21" y="10"/>
                  </a:lnTo>
                  <a:lnTo>
                    <a:pt x="19" y="10"/>
                  </a:lnTo>
                  <a:lnTo>
                    <a:pt x="19" y="19"/>
                  </a:lnTo>
                  <a:lnTo>
                    <a:pt x="14" y="14"/>
                  </a:lnTo>
                  <a:lnTo>
                    <a:pt x="12" y="7"/>
                  </a:lnTo>
                  <a:lnTo>
                    <a:pt x="7" y="10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7" y="14"/>
                  </a:lnTo>
                  <a:lnTo>
                    <a:pt x="12" y="19"/>
                  </a:lnTo>
                  <a:lnTo>
                    <a:pt x="12" y="22"/>
                  </a:lnTo>
                  <a:lnTo>
                    <a:pt x="5" y="19"/>
                  </a:lnTo>
                  <a:lnTo>
                    <a:pt x="2" y="24"/>
                  </a:lnTo>
                  <a:lnTo>
                    <a:pt x="0" y="24"/>
                  </a:lnTo>
                  <a:lnTo>
                    <a:pt x="0" y="29"/>
                  </a:lnTo>
                  <a:lnTo>
                    <a:pt x="0" y="31"/>
                  </a:lnTo>
                  <a:lnTo>
                    <a:pt x="5" y="34"/>
                  </a:lnTo>
                  <a:lnTo>
                    <a:pt x="7" y="34"/>
                  </a:lnTo>
                  <a:lnTo>
                    <a:pt x="2" y="38"/>
                  </a:lnTo>
                  <a:lnTo>
                    <a:pt x="2" y="41"/>
                  </a:lnTo>
                  <a:lnTo>
                    <a:pt x="5" y="43"/>
                  </a:lnTo>
                  <a:lnTo>
                    <a:pt x="7" y="43"/>
                  </a:lnTo>
                  <a:lnTo>
                    <a:pt x="7" y="48"/>
                  </a:lnTo>
                  <a:lnTo>
                    <a:pt x="5" y="53"/>
                  </a:lnTo>
                  <a:lnTo>
                    <a:pt x="7" y="53"/>
                  </a:lnTo>
                  <a:lnTo>
                    <a:pt x="17" y="53"/>
                  </a:lnTo>
                  <a:lnTo>
                    <a:pt x="17" y="55"/>
                  </a:lnTo>
                  <a:lnTo>
                    <a:pt x="24" y="55"/>
                  </a:lnTo>
                  <a:lnTo>
                    <a:pt x="26" y="58"/>
                  </a:lnTo>
                  <a:lnTo>
                    <a:pt x="26" y="55"/>
                  </a:lnTo>
                  <a:lnTo>
                    <a:pt x="24" y="53"/>
                  </a:lnTo>
                  <a:lnTo>
                    <a:pt x="24" y="48"/>
                  </a:lnTo>
                  <a:lnTo>
                    <a:pt x="26" y="43"/>
                  </a:lnTo>
                  <a:lnTo>
                    <a:pt x="24" y="41"/>
                  </a:lnTo>
                  <a:lnTo>
                    <a:pt x="24" y="38"/>
                  </a:lnTo>
                  <a:lnTo>
                    <a:pt x="21" y="38"/>
                  </a:lnTo>
                  <a:lnTo>
                    <a:pt x="24" y="38"/>
                  </a:lnTo>
                  <a:lnTo>
                    <a:pt x="31" y="34"/>
                  </a:lnTo>
                  <a:lnTo>
                    <a:pt x="33" y="26"/>
                  </a:lnTo>
                  <a:lnTo>
                    <a:pt x="38" y="26"/>
                  </a:lnTo>
                  <a:lnTo>
                    <a:pt x="41" y="19"/>
                  </a:lnTo>
                  <a:lnTo>
                    <a:pt x="31" y="19"/>
                  </a:lnTo>
                  <a:lnTo>
                    <a:pt x="31" y="12"/>
                  </a:lnTo>
                  <a:close/>
                  <a:moveTo>
                    <a:pt x="29" y="38"/>
                  </a:moveTo>
                  <a:lnTo>
                    <a:pt x="31" y="48"/>
                  </a:lnTo>
                  <a:lnTo>
                    <a:pt x="36" y="53"/>
                  </a:lnTo>
                  <a:lnTo>
                    <a:pt x="38" y="46"/>
                  </a:lnTo>
                  <a:lnTo>
                    <a:pt x="33" y="41"/>
                  </a:lnTo>
                  <a:lnTo>
                    <a:pt x="29" y="38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503" name="Czech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00BA66B7-BDEE-4021-92F5-271807D7AED2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011150" y="1657180"/>
              <a:ext cx="139582" cy="62937"/>
            </a:xfrm>
            <a:custGeom>
              <a:avLst/>
              <a:gdLst>
                <a:gd name="T0" fmla="*/ 2147483647 w 420"/>
                <a:gd name="T1" fmla="*/ 2147483647 h 192"/>
                <a:gd name="T2" fmla="*/ 2147483647 w 420"/>
                <a:gd name="T3" fmla="*/ 2147483647 h 192"/>
                <a:gd name="T4" fmla="*/ 2147483647 w 420"/>
                <a:gd name="T5" fmla="*/ 2147483647 h 192"/>
                <a:gd name="T6" fmla="*/ 2147483647 w 420"/>
                <a:gd name="T7" fmla="*/ 2147483647 h 192"/>
                <a:gd name="T8" fmla="*/ 2147483647 w 420"/>
                <a:gd name="T9" fmla="*/ 2147483647 h 192"/>
                <a:gd name="T10" fmla="*/ 2147483647 w 420"/>
                <a:gd name="T11" fmla="*/ 2147483647 h 192"/>
                <a:gd name="T12" fmla="*/ 2147483647 w 420"/>
                <a:gd name="T13" fmla="*/ 2147483647 h 192"/>
                <a:gd name="T14" fmla="*/ 2147483647 w 420"/>
                <a:gd name="T15" fmla="*/ 2147483647 h 192"/>
                <a:gd name="T16" fmla="*/ 2147483647 w 420"/>
                <a:gd name="T17" fmla="*/ 2147483647 h 192"/>
                <a:gd name="T18" fmla="*/ 2147483647 w 420"/>
                <a:gd name="T19" fmla="*/ 2147483647 h 192"/>
                <a:gd name="T20" fmla="*/ 2147483647 w 420"/>
                <a:gd name="T21" fmla="*/ 2147483647 h 192"/>
                <a:gd name="T22" fmla="*/ 2147483647 w 420"/>
                <a:gd name="T23" fmla="*/ 2147483647 h 192"/>
                <a:gd name="T24" fmla="*/ 2147483647 w 420"/>
                <a:gd name="T25" fmla="*/ 2147483647 h 192"/>
                <a:gd name="T26" fmla="*/ 2147483647 w 420"/>
                <a:gd name="T27" fmla="*/ 2147483647 h 192"/>
                <a:gd name="T28" fmla="*/ 2147483647 w 420"/>
                <a:gd name="T29" fmla="*/ 0 h 192"/>
                <a:gd name="T30" fmla="*/ 2147483647 w 420"/>
                <a:gd name="T31" fmla="*/ 2147483647 h 192"/>
                <a:gd name="T32" fmla="*/ 2147483647 w 420"/>
                <a:gd name="T33" fmla="*/ 0 h 192"/>
                <a:gd name="T34" fmla="*/ 2147483647 w 420"/>
                <a:gd name="T35" fmla="*/ 2147483647 h 192"/>
                <a:gd name="T36" fmla="*/ 2147483647 w 420"/>
                <a:gd name="T37" fmla="*/ 2147483647 h 192"/>
                <a:gd name="T38" fmla="*/ 2147483647 w 420"/>
                <a:gd name="T39" fmla="*/ 2147483647 h 192"/>
                <a:gd name="T40" fmla="*/ 2147483647 w 420"/>
                <a:gd name="T41" fmla="*/ 2147483647 h 192"/>
                <a:gd name="T42" fmla="*/ 2147483647 w 420"/>
                <a:gd name="T43" fmla="*/ 2147483647 h 192"/>
                <a:gd name="T44" fmla="*/ 2147483647 w 420"/>
                <a:gd name="T45" fmla="*/ 2147483647 h 192"/>
                <a:gd name="T46" fmla="*/ 2147483647 w 420"/>
                <a:gd name="T47" fmla="*/ 2147483647 h 192"/>
                <a:gd name="T48" fmla="*/ 2147483647 w 420"/>
                <a:gd name="T49" fmla="*/ 2147483647 h 192"/>
                <a:gd name="T50" fmla="*/ 2147483647 w 420"/>
                <a:gd name="T51" fmla="*/ 2147483647 h 192"/>
                <a:gd name="T52" fmla="*/ 0 w 420"/>
                <a:gd name="T53" fmla="*/ 2147483647 h 192"/>
                <a:gd name="T54" fmla="*/ 2147483647 w 420"/>
                <a:gd name="T55" fmla="*/ 2147483647 h 192"/>
                <a:gd name="T56" fmla="*/ 2147483647 w 420"/>
                <a:gd name="T57" fmla="*/ 2147483647 h 192"/>
                <a:gd name="T58" fmla="*/ 2147483647 w 420"/>
                <a:gd name="T59" fmla="*/ 2147483647 h 192"/>
                <a:gd name="T60" fmla="*/ 2147483647 w 420"/>
                <a:gd name="T61" fmla="*/ 2147483647 h 192"/>
                <a:gd name="T62" fmla="*/ 2147483647 w 420"/>
                <a:gd name="T63" fmla="*/ 2147483647 h 192"/>
                <a:gd name="T64" fmla="*/ 2147483647 w 420"/>
                <a:gd name="T65" fmla="*/ 2147483647 h 192"/>
                <a:gd name="T66" fmla="*/ 2147483647 w 420"/>
                <a:gd name="T67" fmla="*/ 2147483647 h 192"/>
                <a:gd name="T68" fmla="*/ 2147483647 w 420"/>
                <a:gd name="T69" fmla="*/ 2147483647 h 192"/>
                <a:gd name="T70" fmla="*/ 2147483647 w 420"/>
                <a:gd name="T71" fmla="*/ 2147483647 h 192"/>
                <a:gd name="T72" fmla="*/ 2147483647 w 420"/>
                <a:gd name="T73" fmla="*/ 2147483647 h 192"/>
                <a:gd name="T74" fmla="*/ 2147483647 w 420"/>
                <a:gd name="T75" fmla="*/ 2147483647 h 192"/>
                <a:gd name="T76" fmla="*/ 2147483647 w 420"/>
                <a:gd name="T77" fmla="*/ 2147483647 h 192"/>
                <a:gd name="T78" fmla="*/ 2147483647 w 420"/>
                <a:gd name="T79" fmla="*/ 2147483647 h 192"/>
                <a:gd name="T80" fmla="*/ 2147483647 w 420"/>
                <a:gd name="T81" fmla="*/ 2147483647 h 192"/>
                <a:gd name="T82" fmla="*/ 2147483647 w 420"/>
                <a:gd name="T83" fmla="*/ 2147483647 h 192"/>
                <a:gd name="T84" fmla="*/ 2147483647 w 420"/>
                <a:gd name="T85" fmla="*/ 2147483647 h 192"/>
                <a:gd name="T86" fmla="*/ 2147483647 w 420"/>
                <a:gd name="T87" fmla="*/ 2147483647 h 192"/>
                <a:gd name="T88" fmla="*/ 2147483647 w 420"/>
                <a:gd name="T89" fmla="*/ 2147483647 h 192"/>
                <a:gd name="T90" fmla="*/ 2147483647 w 420"/>
                <a:gd name="T91" fmla="*/ 2147483647 h 192"/>
                <a:gd name="T92" fmla="*/ 2147483647 w 420"/>
                <a:gd name="T93" fmla="*/ 2147483647 h 192"/>
                <a:gd name="T94" fmla="*/ 2147483647 w 420"/>
                <a:gd name="T95" fmla="*/ 2147483647 h 192"/>
                <a:gd name="T96" fmla="*/ 2147483647 w 420"/>
                <a:gd name="T97" fmla="*/ 2147483647 h 192"/>
                <a:gd name="T98" fmla="*/ 2147483647 w 420"/>
                <a:gd name="T99" fmla="*/ 2147483647 h 192"/>
                <a:gd name="T100" fmla="*/ 2147483647 w 420"/>
                <a:gd name="T101" fmla="*/ 2147483647 h 192"/>
                <a:gd name="T102" fmla="*/ 2147483647 w 420"/>
                <a:gd name="T103" fmla="*/ 2147483647 h 192"/>
                <a:gd name="T104" fmla="*/ 2147483647 w 420"/>
                <a:gd name="T105" fmla="*/ 2147483647 h 19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20"/>
                <a:gd name="T160" fmla="*/ 0 h 192"/>
                <a:gd name="T161" fmla="*/ 420 w 420"/>
                <a:gd name="T162" fmla="*/ 192 h 19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20" h="192">
                  <a:moveTo>
                    <a:pt x="408" y="108"/>
                  </a:moveTo>
                  <a:lnTo>
                    <a:pt x="402" y="96"/>
                  </a:lnTo>
                  <a:lnTo>
                    <a:pt x="402" y="90"/>
                  </a:lnTo>
                  <a:lnTo>
                    <a:pt x="390" y="84"/>
                  </a:lnTo>
                  <a:lnTo>
                    <a:pt x="372" y="84"/>
                  </a:lnTo>
                  <a:lnTo>
                    <a:pt x="372" y="78"/>
                  </a:lnTo>
                  <a:lnTo>
                    <a:pt x="366" y="72"/>
                  </a:lnTo>
                  <a:lnTo>
                    <a:pt x="360" y="84"/>
                  </a:lnTo>
                  <a:lnTo>
                    <a:pt x="354" y="78"/>
                  </a:lnTo>
                  <a:lnTo>
                    <a:pt x="348" y="66"/>
                  </a:lnTo>
                  <a:lnTo>
                    <a:pt x="342" y="60"/>
                  </a:lnTo>
                  <a:lnTo>
                    <a:pt x="324" y="60"/>
                  </a:lnTo>
                  <a:lnTo>
                    <a:pt x="330" y="54"/>
                  </a:lnTo>
                  <a:lnTo>
                    <a:pt x="312" y="54"/>
                  </a:lnTo>
                  <a:lnTo>
                    <a:pt x="300" y="60"/>
                  </a:lnTo>
                  <a:lnTo>
                    <a:pt x="294" y="60"/>
                  </a:lnTo>
                  <a:lnTo>
                    <a:pt x="294" y="66"/>
                  </a:lnTo>
                  <a:lnTo>
                    <a:pt x="276" y="66"/>
                  </a:lnTo>
                  <a:lnTo>
                    <a:pt x="270" y="60"/>
                  </a:lnTo>
                  <a:lnTo>
                    <a:pt x="264" y="60"/>
                  </a:lnTo>
                  <a:lnTo>
                    <a:pt x="264" y="48"/>
                  </a:lnTo>
                  <a:lnTo>
                    <a:pt x="252" y="42"/>
                  </a:lnTo>
                  <a:lnTo>
                    <a:pt x="264" y="36"/>
                  </a:lnTo>
                  <a:lnTo>
                    <a:pt x="258" y="30"/>
                  </a:lnTo>
                  <a:lnTo>
                    <a:pt x="234" y="30"/>
                  </a:lnTo>
                  <a:lnTo>
                    <a:pt x="234" y="24"/>
                  </a:lnTo>
                  <a:lnTo>
                    <a:pt x="228" y="24"/>
                  </a:lnTo>
                  <a:lnTo>
                    <a:pt x="216" y="18"/>
                  </a:lnTo>
                  <a:lnTo>
                    <a:pt x="198" y="18"/>
                  </a:lnTo>
                  <a:lnTo>
                    <a:pt x="192" y="0"/>
                  </a:lnTo>
                  <a:lnTo>
                    <a:pt x="174" y="0"/>
                  </a:lnTo>
                  <a:lnTo>
                    <a:pt x="162" y="12"/>
                  </a:lnTo>
                  <a:lnTo>
                    <a:pt x="156" y="12"/>
                  </a:lnTo>
                  <a:lnTo>
                    <a:pt x="144" y="0"/>
                  </a:lnTo>
                  <a:lnTo>
                    <a:pt x="138" y="6"/>
                  </a:lnTo>
                  <a:lnTo>
                    <a:pt x="132" y="6"/>
                  </a:lnTo>
                  <a:lnTo>
                    <a:pt x="126" y="12"/>
                  </a:lnTo>
                  <a:lnTo>
                    <a:pt x="126" y="18"/>
                  </a:lnTo>
                  <a:lnTo>
                    <a:pt x="108" y="18"/>
                  </a:lnTo>
                  <a:lnTo>
                    <a:pt x="108" y="24"/>
                  </a:lnTo>
                  <a:lnTo>
                    <a:pt x="84" y="24"/>
                  </a:lnTo>
                  <a:lnTo>
                    <a:pt x="84" y="30"/>
                  </a:lnTo>
                  <a:lnTo>
                    <a:pt x="66" y="36"/>
                  </a:lnTo>
                  <a:lnTo>
                    <a:pt x="54" y="48"/>
                  </a:lnTo>
                  <a:lnTo>
                    <a:pt x="42" y="42"/>
                  </a:lnTo>
                  <a:lnTo>
                    <a:pt x="36" y="42"/>
                  </a:lnTo>
                  <a:lnTo>
                    <a:pt x="30" y="48"/>
                  </a:lnTo>
                  <a:lnTo>
                    <a:pt x="30" y="54"/>
                  </a:lnTo>
                  <a:lnTo>
                    <a:pt x="18" y="54"/>
                  </a:lnTo>
                  <a:lnTo>
                    <a:pt x="18" y="60"/>
                  </a:lnTo>
                  <a:lnTo>
                    <a:pt x="6" y="60"/>
                  </a:lnTo>
                  <a:lnTo>
                    <a:pt x="6" y="54"/>
                  </a:lnTo>
                  <a:lnTo>
                    <a:pt x="0" y="54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2" y="72"/>
                  </a:lnTo>
                  <a:lnTo>
                    <a:pt x="24" y="84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12" y="96"/>
                  </a:lnTo>
                  <a:lnTo>
                    <a:pt x="24" y="108"/>
                  </a:lnTo>
                  <a:lnTo>
                    <a:pt x="30" y="120"/>
                  </a:lnTo>
                  <a:lnTo>
                    <a:pt x="36" y="120"/>
                  </a:lnTo>
                  <a:lnTo>
                    <a:pt x="36" y="126"/>
                  </a:lnTo>
                  <a:lnTo>
                    <a:pt x="48" y="132"/>
                  </a:lnTo>
                  <a:lnTo>
                    <a:pt x="60" y="132"/>
                  </a:lnTo>
                  <a:lnTo>
                    <a:pt x="66" y="144"/>
                  </a:lnTo>
                  <a:lnTo>
                    <a:pt x="72" y="144"/>
                  </a:lnTo>
                  <a:lnTo>
                    <a:pt x="78" y="156"/>
                  </a:lnTo>
                  <a:lnTo>
                    <a:pt x="90" y="156"/>
                  </a:lnTo>
                  <a:lnTo>
                    <a:pt x="96" y="162"/>
                  </a:lnTo>
                  <a:lnTo>
                    <a:pt x="102" y="162"/>
                  </a:lnTo>
                  <a:lnTo>
                    <a:pt x="102" y="174"/>
                  </a:lnTo>
                  <a:lnTo>
                    <a:pt x="120" y="192"/>
                  </a:lnTo>
                  <a:lnTo>
                    <a:pt x="132" y="192"/>
                  </a:lnTo>
                  <a:lnTo>
                    <a:pt x="144" y="186"/>
                  </a:lnTo>
                  <a:lnTo>
                    <a:pt x="150" y="186"/>
                  </a:lnTo>
                  <a:lnTo>
                    <a:pt x="162" y="192"/>
                  </a:lnTo>
                  <a:lnTo>
                    <a:pt x="162" y="174"/>
                  </a:lnTo>
                  <a:lnTo>
                    <a:pt x="168" y="174"/>
                  </a:lnTo>
                  <a:lnTo>
                    <a:pt x="174" y="162"/>
                  </a:lnTo>
                  <a:lnTo>
                    <a:pt x="180" y="156"/>
                  </a:lnTo>
                  <a:lnTo>
                    <a:pt x="198" y="156"/>
                  </a:lnTo>
                  <a:lnTo>
                    <a:pt x="210" y="162"/>
                  </a:lnTo>
                  <a:lnTo>
                    <a:pt x="222" y="174"/>
                  </a:lnTo>
                  <a:lnTo>
                    <a:pt x="234" y="168"/>
                  </a:lnTo>
                  <a:lnTo>
                    <a:pt x="246" y="180"/>
                  </a:lnTo>
                  <a:lnTo>
                    <a:pt x="258" y="174"/>
                  </a:lnTo>
                  <a:lnTo>
                    <a:pt x="264" y="168"/>
                  </a:lnTo>
                  <a:lnTo>
                    <a:pt x="276" y="168"/>
                  </a:lnTo>
                  <a:lnTo>
                    <a:pt x="282" y="174"/>
                  </a:lnTo>
                  <a:lnTo>
                    <a:pt x="288" y="174"/>
                  </a:lnTo>
                  <a:lnTo>
                    <a:pt x="300" y="180"/>
                  </a:lnTo>
                  <a:lnTo>
                    <a:pt x="306" y="174"/>
                  </a:lnTo>
                  <a:lnTo>
                    <a:pt x="324" y="174"/>
                  </a:lnTo>
                  <a:lnTo>
                    <a:pt x="330" y="168"/>
                  </a:lnTo>
                  <a:lnTo>
                    <a:pt x="330" y="174"/>
                  </a:lnTo>
                  <a:lnTo>
                    <a:pt x="348" y="174"/>
                  </a:lnTo>
                  <a:lnTo>
                    <a:pt x="360" y="168"/>
                  </a:lnTo>
                  <a:lnTo>
                    <a:pt x="366" y="162"/>
                  </a:lnTo>
                  <a:lnTo>
                    <a:pt x="378" y="156"/>
                  </a:lnTo>
                  <a:lnTo>
                    <a:pt x="378" y="132"/>
                  </a:lnTo>
                  <a:lnTo>
                    <a:pt x="402" y="126"/>
                  </a:lnTo>
                  <a:lnTo>
                    <a:pt x="420" y="114"/>
                  </a:lnTo>
                  <a:lnTo>
                    <a:pt x="414" y="108"/>
                  </a:lnTo>
                  <a:lnTo>
                    <a:pt x="408" y="108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504" name="Cyprus" descr="© INSCALE GmbH, 05.05.2010&#10;http://www.presentationload.com/">
              <a:extLst>
                <a:ext uri="{FF2B5EF4-FFF2-40B4-BE49-F238E27FC236}">
                  <a16:creationId xmlns:a16="http://schemas.microsoft.com/office/drawing/2014/main" id="{5EE3717F-2366-49F5-958B-A3B9414D99B4}"/>
                </a:ext>
              </a:extLst>
            </p:cNvPr>
            <p:cNvSpPr>
              <a:spLocks/>
            </p:cNvSpPr>
            <p:nvPr/>
          </p:nvSpPr>
          <p:spPr bwMode="gray">
            <a:xfrm>
              <a:off x="4459618" y="2059202"/>
              <a:ext cx="49113" cy="28258"/>
            </a:xfrm>
            <a:custGeom>
              <a:avLst/>
              <a:gdLst>
                <a:gd name="T0" fmla="*/ 0 w 150"/>
                <a:gd name="T1" fmla="*/ 2147483647 h 84"/>
                <a:gd name="T2" fmla="*/ 2147483647 w 150"/>
                <a:gd name="T3" fmla="*/ 2147483647 h 84"/>
                <a:gd name="T4" fmla="*/ 2147483647 w 150"/>
                <a:gd name="T5" fmla="*/ 2147483647 h 84"/>
                <a:gd name="T6" fmla="*/ 2147483647 w 150"/>
                <a:gd name="T7" fmla="*/ 2147483647 h 84"/>
                <a:gd name="T8" fmla="*/ 2147483647 w 150"/>
                <a:gd name="T9" fmla="*/ 2147483647 h 84"/>
                <a:gd name="T10" fmla="*/ 2147483647 w 150"/>
                <a:gd name="T11" fmla="*/ 2147483647 h 84"/>
                <a:gd name="T12" fmla="*/ 2147483647 w 150"/>
                <a:gd name="T13" fmla="*/ 2147483647 h 84"/>
                <a:gd name="T14" fmla="*/ 2147483647 w 150"/>
                <a:gd name="T15" fmla="*/ 2147483647 h 84"/>
                <a:gd name="T16" fmla="*/ 2147483647 w 150"/>
                <a:gd name="T17" fmla="*/ 2147483647 h 84"/>
                <a:gd name="T18" fmla="*/ 2147483647 w 150"/>
                <a:gd name="T19" fmla="*/ 2147483647 h 84"/>
                <a:gd name="T20" fmla="*/ 2147483647 w 150"/>
                <a:gd name="T21" fmla="*/ 2147483647 h 84"/>
                <a:gd name="T22" fmla="*/ 2147483647 w 150"/>
                <a:gd name="T23" fmla="*/ 2147483647 h 84"/>
                <a:gd name="T24" fmla="*/ 2147483647 w 150"/>
                <a:gd name="T25" fmla="*/ 2147483647 h 84"/>
                <a:gd name="T26" fmla="*/ 2147483647 w 150"/>
                <a:gd name="T27" fmla="*/ 0 h 84"/>
                <a:gd name="T28" fmla="*/ 2147483647 w 150"/>
                <a:gd name="T29" fmla="*/ 2147483647 h 84"/>
                <a:gd name="T30" fmla="*/ 2147483647 w 150"/>
                <a:gd name="T31" fmla="*/ 2147483647 h 84"/>
                <a:gd name="T32" fmla="*/ 2147483647 w 150"/>
                <a:gd name="T33" fmla="*/ 2147483647 h 84"/>
                <a:gd name="T34" fmla="*/ 2147483647 w 150"/>
                <a:gd name="T35" fmla="*/ 2147483647 h 84"/>
                <a:gd name="T36" fmla="*/ 2147483647 w 150"/>
                <a:gd name="T37" fmla="*/ 2147483647 h 84"/>
                <a:gd name="T38" fmla="*/ 0 w 150"/>
                <a:gd name="T39" fmla="*/ 2147483647 h 84"/>
                <a:gd name="T40" fmla="*/ 0 w 150"/>
                <a:gd name="T41" fmla="*/ 2147483647 h 8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50"/>
                <a:gd name="T64" fmla="*/ 0 h 84"/>
                <a:gd name="T65" fmla="*/ 150 w 150"/>
                <a:gd name="T66" fmla="*/ 84 h 8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50" h="84">
                  <a:moveTo>
                    <a:pt x="0" y="48"/>
                  </a:moveTo>
                  <a:lnTo>
                    <a:pt x="6" y="60"/>
                  </a:lnTo>
                  <a:lnTo>
                    <a:pt x="30" y="72"/>
                  </a:lnTo>
                  <a:lnTo>
                    <a:pt x="36" y="84"/>
                  </a:lnTo>
                  <a:lnTo>
                    <a:pt x="54" y="84"/>
                  </a:lnTo>
                  <a:lnTo>
                    <a:pt x="60" y="78"/>
                  </a:lnTo>
                  <a:lnTo>
                    <a:pt x="72" y="72"/>
                  </a:lnTo>
                  <a:lnTo>
                    <a:pt x="78" y="66"/>
                  </a:lnTo>
                  <a:lnTo>
                    <a:pt x="90" y="60"/>
                  </a:lnTo>
                  <a:lnTo>
                    <a:pt x="96" y="54"/>
                  </a:lnTo>
                  <a:lnTo>
                    <a:pt x="102" y="60"/>
                  </a:lnTo>
                  <a:lnTo>
                    <a:pt x="120" y="60"/>
                  </a:lnTo>
                  <a:lnTo>
                    <a:pt x="120" y="36"/>
                  </a:lnTo>
                  <a:lnTo>
                    <a:pt x="150" y="0"/>
                  </a:lnTo>
                  <a:lnTo>
                    <a:pt x="108" y="24"/>
                  </a:lnTo>
                  <a:lnTo>
                    <a:pt x="54" y="24"/>
                  </a:lnTo>
                  <a:lnTo>
                    <a:pt x="48" y="30"/>
                  </a:lnTo>
                  <a:lnTo>
                    <a:pt x="48" y="36"/>
                  </a:lnTo>
                  <a:lnTo>
                    <a:pt x="12" y="36"/>
                  </a:lnTo>
                  <a:lnTo>
                    <a:pt x="0" y="42"/>
                  </a:lnTo>
                  <a:lnTo>
                    <a:pt x="0" y="48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505" name="Cuba" descr="© INSCALE GmbH, 05.05.2010&#10;http://www.presentationload.com/">
              <a:extLst>
                <a:ext uri="{FF2B5EF4-FFF2-40B4-BE49-F238E27FC236}">
                  <a16:creationId xmlns:a16="http://schemas.microsoft.com/office/drawing/2014/main" id="{43C30881-2E2E-4255-895D-B7EB0C121E92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780436" y="2386732"/>
              <a:ext cx="244266" cy="88626"/>
            </a:xfrm>
            <a:custGeom>
              <a:avLst/>
              <a:gdLst>
                <a:gd name="T0" fmla="*/ 2147483647 w 738"/>
                <a:gd name="T1" fmla="*/ 2147483647 h 270"/>
                <a:gd name="T2" fmla="*/ 2147483647 w 738"/>
                <a:gd name="T3" fmla="*/ 2147483647 h 270"/>
                <a:gd name="T4" fmla="*/ 2147483647 w 738"/>
                <a:gd name="T5" fmla="*/ 2147483647 h 270"/>
                <a:gd name="T6" fmla="*/ 2147483647 w 738"/>
                <a:gd name="T7" fmla="*/ 2147483647 h 270"/>
                <a:gd name="T8" fmla="*/ 2147483647 w 738"/>
                <a:gd name="T9" fmla="*/ 2147483647 h 270"/>
                <a:gd name="T10" fmla="*/ 2147483647 w 738"/>
                <a:gd name="T11" fmla="*/ 2147483647 h 270"/>
                <a:gd name="T12" fmla="*/ 2147483647 w 738"/>
                <a:gd name="T13" fmla="*/ 2147483647 h 270"/>
                <a:gd name="T14" fmla="*/ 2147483647 w 738"/>
                <a:gd name="T15" fmla="*/ 2147483647 h 270"/>
                <a:gd name="T16" fmla="*/ 2147483647 w 738"/>
                <a:gd name="T17" fmla="*/ 2147483647 h 270"/>
                <a:gd name="T18" fmla="*/ 2147483647 w 738"/>
                <a:gd name="T19" fmla="*/ 2147483647 h 270"/>
                <a:gd name="T20" fmla="*/ 2147483647 w 738"/>
                <a:gd name="T21" fmla="*/ 2147483647 h 270"/>
                <a:gd name="T22" fmla="*/ 2147483647 w 738"/>
                <a:gd name="T23" fmla="*/ 2147483647 h 270"/>
                <a:gd name="T24" fmla="*/ 2147483647 w 738"/>
                <a:gd name="T25" fmla="*/ 2147483647 h 270"/>
                <a:gd name="T26" fmla="*/ 2147483647 w 738"/>
                <a:gd name="T27" fmla="*/ 2147483647 h 270"/>
                <a:gd name="T28" fmla="*/ 2147483647 w 738"/>
                <a:gd name="T29" fmla="*/ 2147483647 h 270"/>
                <a:gd name="T30" fmla="*/ 2147483647 w 738"/>
                <a:gd name="T31" fmla="*/ 2147483647 h 270"/>
                <a:gd name="T32" fmla="*/ 2147483647 w 738"/>
                <a:gd name="T33" fmla="*/ 2147483647 h 270"/>
                <a:gd name="T34" fmla="*/ 2147483647 w 738"/>
                <a:gd name="T35" fmla="*/ 2147483647 h 270"/>
                <a:gd name="T36" fmla="*/ 2147483647 w 738"/>
                <a:gd name="T37" fmla="*/ 0 h 270"/>
                <a:gd name="T38" fmla="*/ 2147483647 w 738"/>
                <a:gd name="T39" fmla="*/ 2147483647 h 270"/>
                <a:gd name="T40" fmla="*/ 2147483647 w 738"/>
                <a:gd name="T41" fmla="*/ 2147483647 h 270"/>
                <a:gd name="T42" fmla="*/ 2147483647 w 738"/>
                <a:gd name="T43" fmla="*/ 2147483647 h 270"/>
                <a:gd name="T44" fmla="*/ 2147483647 w 738"/>
                <a:gd name="T45" fmla="*/ 2147483647 h 270"/>
                <a:gd name="T46" fmla="*/ 2147483647 w 738"/>
                <a:gd name="T47" fmla="*/ 2147483647 h 270"/>
                <a:gd name="T48" fmla="*/ 2147483647 w 738"/>
                <a:gd name="T49" fmla="*/ 2147483647 h 270"/>
                <a:gd name="T50" fmla="*/ 2147483647 w 738"/>
                <a:gd name="T51" fmla="*/ 2147483647 h 270"/>
                <a:gd name="T52" fmla="*/ 2147483647 w 738"/>
                <a:gd name="T53" fmla="*/ 2147483647 h 270"/>
                <a:gd name="T54" fmla="*/ 2147483647 w 738"/>
                <a:gd name="T55" fmla="*/ 2147483647 h 270"/>
                <a:gd name="T56" fmla="*/ 2147483647 w 738"/>
                <a:gd name="T57" fmla="*/ 2147483647 h 270"/>
                <a:gd name="T58" fmla="*/ 2147483647 w 738"/>
                <a:gd name="T59" fmla="*/ 2147483647 h 270"/>
                <a:gd name="T60" fmla="*/ 2147483647 w 738"/>
                <a:gd name="T61" fmla="*/ 2147483647 h 270"/>
                <a:gd name="T62" fmla="*/ 2147483647 w 738"/>
                <a:gd name="T63" fmla="*/ 2147483647 h 270"/>
                <a:gd name="T64" fmla="*/ 2147483647 w 738"/>
                <a:gd name="T65" fmla="*/ 2147483647 h 270"/>
                <a:gd name="T66" fmla="*/ 2147483647 w 738"/>
                <a:gd name="T67" fmla="*/ 2147483647 h 270"/>
                <a:gd name="T68" fmla="*/ 2147483647 w 738"/>
                <a:gd name="T69" fmla="*/ 2147483647 h 270"/>
                <a:gd name="T70" fmla="*/ 2147483647 w 738"/>
                <a:gd name="T71" fmla="*/ 2147483647 h 270"/>
                <a:gd name="T72" fmla="*/ 2147483647 w 738"/>
                <a:gd name="T73" fmla="*/ 2147483647 h 270"/>
                <a:gd name="T74" fmla="*/ 2147483647 w 738"/>
                <a:gd name="T75" fmla="*/ 2147483647 h 270"/>
                <a:gd name="T76" fmla="*/ 2147483647 w 738"/>
                <a:gd name="T77" fmla="*/ 2147483647 h 270"/>
                <a:gd name="T78" fmla="*/ 2147483647 w 738"/>
                <a:gd name="T79" fmla="*/ 2147483647 h 270"/>
                <a:gd name="T80" fmla="*/ 2147483647 w 738"/>
                <a:gd name="T81" fmla="*/ 2147483647 h 270"/>
                <a:gd name="T82" fmla="*/ 2147483647 w 738"/>
                <a:gd name="T83" fmla="*/ 2147483647 h 270"/>
                <a:gd name="T84" fmla="*/ 2147483647 w 738"/>
                <a:gd name="T85" fmla="*/ 2147483647 h 270"/>
                <a:gd name="T86" fmla="*/ 2147483647 w 738"/>
                <a:gd name="T87" fmla="*/ 2147483647 h 270"/>
                <a:gd name="T88" fmla="*/ 2147483647 w 738"/>
                <a:gd name="T89" fmla="*/ 2147483647 h 270"/>
                <a:gd name="T90" fmla="*/ 2147483647 w 738"/>
                <a:gd name="T91" fmla="*/ 2147483647 h 270"/>
                <a:gd name="T92" fmla="*/ 2147483647 w 738"/>
                <a:gd name="T93" fmla="*/ 2147483647 h 270"/>
                <a:gd name="T94" fmla="*/ 2147483647 w 738"/>
                <a:gd name="T95" fmla="*/ 2147483647 h 270"/>
                <a:gd name="T96" fmla="*/ 2147483647 w 738"/>
                <a:gd name="T97" fmla="*/ 2147483647 h 270"/>
                <a:gd name="T98" fmla="*/ 2147483647 w 738"/>
                <a:gd name="T99" fmla="*/ 2147483647 h 270"/>
                <a:gd name="T100" fmla="*/ 2147483647 w 738"/>
                <a:gd name="T101" fmla="*/ 2147483647 h 270"/>
                <a:gd name="T102" fmla="*/ 2147483647 w 738"/>
                <a:gd name="T103" fmla="*/ 2147483647 h 270"/>
                <a:gd name="T104" fmla="*/ 2147483647 w 738"/>
                <a:gd name="T105" fmla="*/ 2147483647 h 270"/>
                <a:gd name="T106" fmla="*/ 2147483647 w 738"/>
                <a:gd name="T107" fmla="*/ 2147483647 h 270"/>
                <a:gd name="T108" fmla="*/ 2147483647 w 738"/>
                <a:gd name="T109" fmla="*/ 2147483647 h 270"/>
                <a:gd name="T110" fmla="*/ 2147483647 w 738"/>
                <a:gd name="T111" fmla="*/ 2147483647 h 270"/>
                <a:gd name="T112" fmla="*/ 2147483647 w 738"/>
                <a:gd name="T113" fmla="*/ 2147483647 h 270"/>
                <a:gd name="T114" fmla="*/ 2147483647 w 738"/>
                <a:gd name="T115" fmla="*/ 2147483647 h 27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738"/>
                <a:gd name="T175" fmla="*/ 0 h 270"/>
                <a:gd name="T176" fmla="*/ 738 w 738"/>
                <a:gd name="T177" fmla="*/ 270 h 27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738" h="270">
                  <a:moveTo>
                    <a:pt x="708" y="228"/>
                  </a:moveTo>
                  <a:lnTo>
                    <a:pt x="690" y="222"/>
                  </a:lnTo>
                  <a:lnTo>
                    <a:pt x="666" y="222"/>
                  </a:lnTo>
                  <a:lnTo>
                    <a:pt x="666" y="204"/>
                  </a:lnTo>
                  <a:lnTo>
                    <a:pt x="660" y="198"/>
                  </a:lnTo>
                  <a:lnTo>
                    <a:pt x="648" y="192"/>
                  </a:lnTo>
                  <a:lnTo>
                    <a:pt x="600" y="192"/>
                  </a:lnTo>
                  <a:lnTo>
                    <a:pt x="624" y="168"/>
                  </a:lnTo>
                  <a:lnTo>
                    <a:pt x="612" y="168"/>
                  </a:lnTo>
                  <a:lnTo>
                    <a:pt x="600" y="162"/>
                  </a:lnTo>
                  <a:lnTo>
                    <a:pt x="558" y="162"/>
                  </a:lnTo>
                  <a:lnTo>
                    <a:pt x="534" y="150"/>
                  </a:lnTo>
                  <a:lnTo>
                    <a:pt x="528" y="144"/>
                  </a:lnTo>
                  <a:lnTo>
                    <a:pt x="522" y="144"/>
                  </a:lnTo>
                  <a:lnTo>
                    <a:pt x="528" y="138"/>
                  </a:lnTo>
                  <a:lnTo>
                    <a:pt x="528" y="132"/>
                  </a:lnTo>
                  <a:lnTo>
                    <a:pt x="534" y="126"/>
                  </a:lnTo>
                  <a:lnTo>
                    <a:pt x="534" y="120"/>
                  </a:lnTo>
                  <a:lnTo>
                    <a:pt x="522" y="120"/>
                  </a:lnTo>
                  <a:lnTo>
                    <a:pt x="510" y="114"/>
                  </a:lnTo>
                  <a:lnTo>
                    <a:pt x="504" y="114"/>
                  </a:lnTo>
                  <a:lnTo>
                    <a:pt x="474" y="84"/>
                  </a:lnTo>
                  <a:lnTo>
                    <a:pt x="462" y="78"/>
                  </a:lnTo>
                  <a:lnTo>
                    <a:pt x="450" y="66"/>
                  </a:lnTo>
                  <a:lnTo>
                    <a:pt x="432" y="66"/>
                  </a:lnTo>
                  <a:lnTo>
                    <a:pt x="432" y="84"/>
                  </a:lnTo>
                  <a:lnTo>
                    <a:pt x="444" y="96"/>
                  </a:lnTo>
                  <a:lnTo>
                    <a:pt x="450" y="96"/>
                  </a:lnTo>
                  <a:lnTo>
                    <a:pt x="378" y="60"/>
                  </a:lnTo>
                  <a:lnTo>
                    <a:pt x="372" y="54"/>
                  </a:lnTo>
                  <a:lnTo>
                    <a:pt x="360" y="48"/>
                  </a:lnTo>
                  <a:lnTo>
                    <a:pt x="354" y="36"/>
                  </a:lnTo>
                  <a:lnTo>
                    <a:pt x="342" y="30"/>
                  </a:lnTo>
                  <a:lnTo>
                    <a:pt x="330" y="18"/>
                  </a:lnTo>
                  <a:lnTo>
                    <a:pt x="270" y="18"/>
                  </a:lnTo>
                  <a:lnTo>
                    <a:pt x="258" y="12"/>
                  </a:lnTo>
                  <a:lnTo>
                    <a:pt x="228" y="6"/>
                  </a:lnTo>
                  <a:lnTo>
                    <a:pt x="174" y="0"/>
                  </a:lnTo>
                  <a:lnTo>
                    <a:pt x="126" y="6"/>
                  </a:lnTo>
                  <a:lnTo>
                    <a:pt x="96" y="18"/>
                  </a:lnTo>
                  <a:lnTo>
                    <a:pt x="72" y="42"/>
                  </a:lnTo>
                  <a:lnTo>
                    <a:pt x="60" y="48"/>
                  </a:lnTo>
                  <a:lnTo>
                    <a:pt x="42" y="60"/>
                  </a:lnTo>
                  <a:lnTo>
                    <a:pt x="24" y="66"/>
                  </a:lnTo>
                  <a:lnTo>
                    <a:pt x="12" y="72"/>
                  </a:lnTo>
                  <a:lnTo>
                    <a:pt x="6" y="78"/>
                  </a:lnTo>
                  <a:lnTo>
                    <a:pt x="0" y="78"/>
                  </a:lnTo>
                  <a:lnTo>
                    <a:pt x="72" y="72"/>
                  </a:lnTo>
                  <a:lnTo>
                    <a:pt x="72" y="60"/>
                  </a:lnTo>
                  <a:lnTo>
                    <a:pt x="150" y="54"/>
                  </a:lnTo>
                  <a:lnTo>
                    <a:pt x="174" y="42"/>
                  </a:lnTo>
                  <a:lnTo>
                    <a:pt x="198" y="42"/>
                  </a:lnTo>
                  <a:lnTo>
                    <a:pt x="222" y="54"/>
                  </a:lnTo>
                  <a:lnTo>
                    <a:pt x="222" y="60"/>
                  </a:lnTo>
                  <a:lnTo>
                    <a:pt x="216" y="60"/>
                  </a:lnTo>
                  <a:lnTo>
                    <a:pt x="210" y="66"/>
                  </a:lnTo>
                  <a:lnTo>
                    <a:pt x="198" y="66"/>
                  </a:lnTo>
                  <a:lnTo>
                    <a:pt x="192" y="72"/>
                  </a:lnTo>
                  <a:lnTo>
                    <a:pt x="186" y="72"/>
                  </a:lnTo>
                  <a:lnTo>
                    <a:pt x="204" y="78"/>
                  </a:lnTo>
                  <a:lnTo>
                    <a:pt x="210" y="78"/>
                  </a:lnTo>
                  <a:lnTo>
                    <a:pt x="216" y="84"/>
                  </a:lnTo>
                  <a:lnTo>
                    <a:pt x="228" y="90"/>
                  </a:lnTo>
                  <a:lnTo>
                    <a:pt x="246" y="96"/>
                  </a:lnTo>
                  <a:lnTo>
                    <a:pt x="258" y="102"/>
                  </a:lnTo>
                  <a:lnTo>
                    <a:pt x="276" y="102"/>
                  </a:lnTo>
                  <a:lnTo>
                    <a:pt x="282" y="96"/>
                  </a:lnTo>
                  <a:lnTo>
                    <a:pt x="282" y="90"/>
                  </a:lnTo>
                  <a:lnTo>
                    <a:pt x="294" y="96"/>
                  </a:lnTo>
                  <a:lnTo>
                    <a:pt x="300" y="102"/>
                  </a:lnTo>
                  <a:lnTo>
                    <a:pt x="318" y="114"/>
                  </a:lnTo>
                  <a:lnTo>
                    <a:pt x="342" y="126"/>
                  </a:lnTo>
                  <a:lnTo>
                    <a:pt x="372" y="126"/>
                  </a:lnTo>
                  <a:lnTo>
                    <a:pt x="390" y="120"/>
                  </a:lnTo>
                  <a:lnTo>
                    <a:pt x="402" y="120"/>
                  </a:lnTo>
                  <a:lnTo>
                    <a:pt x="390" y="144"/>
                  </a:lnTo>
                  <a:lnTo>
                    <a:pt x="450" y="168"/>
                  </a:lnTo>
                  <a:lnTo>
                    <a:pt x="474" y="204"/>
                  </a:lnTo>
                  <a:lnTo>
                    <a:pt x="480" y="210"/>
                  </a:lnTo>
                  <a:lnTo>
                    <a:pt x="492" y="216"/>
                  </a:lnTo>
                  <a:lnTo>
                    <a:pt x="498" y="222"/>
                  </a:lnTo>
                  <a:lnTo>
                    <a:pt x="498" y="228"/>
                  </a:lnTo>
                  <a:lnTo>
                    <a:pt x="474" y="252"/>
                  </a:lnTo>
                  <a:lnTo>
                    <a:pt x="474" y="258"/>
                  </a:lnTo>
                  <a:lnTo>
                    <a:pt x="480" y="264"/>
                  </a:lnTo>
                  <a:lnTo>
                    <a:pt x="492" y="258"/>
                  </a:lnTo>
                  <a:lnTo>
                    <a:pt x="504" y="258"/>
                  </a:lnTo>
                  <a:lnTo>
                    <a:pt x="528" y="246"/>
                  </a:lnTo>
                  <a:lnTo>
                    <a:pt x="558" y="246"/>
                  </a:lnTo>
                  <a:lnTo>
                    <a:pt x="558" y="252"/>
                  </a:lnTo>
                  <a:lnTo>
                    <a:pt x="552" y="252"/>
                  </a:lnTo>
                  <a:lnTo>
                    <a:pt x="546" y="258"/>
                  </a:lnTo>
                  <a:lnTo>
                    <a:pt x="546" y="264"/>
                  </a:lnTo>
                  <a:lnTo>
                    <a:pt x="558" y="264"/>
                  </a:lnTo>
                  <a:lnTo>
                    <a:pt x="564" y="270"/>
                  </a:lnTo>
                  <a:lnTo>
                    <a:pt x="612" y="270"/>
                  </a:lnTo>
                  <a:lnTo>
                    <a:pt x="636" y="264"/>
                  </a:lnTo>
                  <a:lnTo>
                    <a:pt x="684" y="258"/>
                  </a:lnTo>
                  <a:lnTo>
                    <a:pt x="720" y="252"/>
                  </a:lnTo>
                  <a:lnTo>
                    <a:pt x="738" y="246"/>
                  </a:lnTo>
                  <a:lnTo>
                    <a:pt x="738" y="240"/>
                  </a:lnTo>
                  <a:lnTo>
                    <a:pt x="732" y="234"/>
                  </a:lnTo>
                  <a:lnTo>
                    <a:pt x="720" y="228"/>
                  </a:lnTo>
                  <a:lnTo>
                    <a:pt x="708" y="228"/>
                  </a:lnTo>
                  <a:close/>
                  <a:moveTo>
                    <a:pt x="114" y="126"/>
                  </a:moveTo>
                  <a:lnTo>
                    <a:pt x="114" y="132"/>
                  </a:lnTo>
                  <a:lnTo>
                    <a:pt x="120" y="138"/>
                  </a:lnTo>
                  <a:lnTo>
                    <a:pt x="132" y="144"/>
                  </a:lnTo>
                  <a:lnTo>
                    <a:pt x="144" y="138"/>
                  </a:lnTo>
                  <a:lnTo>
                    <a:pt x="150" y="138"/>
                  </a:lnTo>
                  <a:lnTo>
                    <a:pt x="156" y="126"/>
                  </a:lnTo>
                  <a:lnTo>
                    <a:pt x="156" y="120"/>
                  </a:lnTo>
                  <a:lnTo>
                    <a:pt x="150" y="114"/>
                  </a:lnTo>
                  <a:lnTo>
                    <a:pt x="138" y="114"/>
                  </a:lnTo>
                  <a:lnTo>
                    <a:pt x="126" y="120"/>
                  </a:lnTo>
                  <a:lnTo>
                    <a:pt x="120" y="120"/>
                  </a:lnTo>
                  <a:lnTo>
                    <a:pt x="114" y="126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506" name="Croatia" descr="© INSCALE GmbH, 05.05.2010&#10;http://www.presentationload.com/">
              <a:extLst>
                <a:ext uri="{FF2B5EF4-FFF2-40B4-BE49-F238E27FC236}">
                  <a16:creationId xmlns:a16="http://schemas.microsoft.com/office/drawing/2014/main" id="{E773CFF9-9B9C-4821-B2F1-65CEAAD72801}"/>
                </a:ext>
              </a:extLst>
            </p:cNvPr>
            <p:cNvSpPr>
              <a:spLocks/>
            </p:cNvSpPr>
            <p:nvPr/>
          </p:nvSpPr>
          <p:spPr bwMode="gray">
            <a:xfrm>
              <a:off x="4044751" y="1774057"/>
              <a:ext cx="121487" cy="89909"/>
            </a:xfrm>
            <a:custGeom>
              <a:avLst/>
              <a:gdLst>
                <a:gd name="T0" fmla="*/ 2147483647 w 366"/>
                <a:gd name="T1" fmla="*/ 2147483647 h 276"/>
                <a:gd name="T2" fmla="*/ 2147483647 w 366"/>
                <a:gd name="T3" fmla="*/ 2147483647 h 276"/>
                <a:gd name="T4" fmla="*/ 2147483647 w 366"/>
                <a:gd name="T5" fmla="*/ 2147483647 h 276"/>
                <a:gd name="T6" fmla="*/ 2147483647 w 366"/>
                <a:gd name="T7" fmla="*/ 2147483647 h 276"/>
                <a:gd name="T8" fmla="*/ 2147483647 w 366"/>
                <a:gd name="T9" fmla="*/ 2147483647 h 276"/>
                <a:gd name="T10" fmla="*/ 2147483647 w 366"/>
                <a:gd name="T11" fmla="*/ 2147483647 h 276"/>
                <a:gd name="T12" fmla="*/ 2147483647 w 366"/>
                <a:gd name="T13" fmla="*/ 2147483647 h 276"/>
                <a:gd name="T14" fmla="*/ 2147483647 w 366"/>
                <a:gd name="T15" fmla="*/ 2147483647 h 276"/>
                <a:gd name="T16" fmla="*/ 2147483647 w 366"/>
                <a:gd name="T17" fmla="*/ 2147483647 h 276"/>
                <a:gd name="T18" fmla="*/ 2147483647 w 366"/>
                <a:gd name="T19" fmla="*/ 2147483647 h 276"/>
                <a:gd name="T20" fmla="*/ 2147483647 w 366"/>
                <a:gd name="T21" fmla="*/ 2147483647 h 276"/>
                <a:gd name="T22" fmla="*/ 2147483647 w 366"/>
                <a:gd name="T23" fmla="*/ 0 h 276"/>
                <a:gd name="T24" fmla="*/ 2147483647 w 366"/>
                <a:gd name="T25" fmla="*/ 2147483647 h 276"/>
                <a:gd name="T26" fmla="*/ 2147483647 w 366"/>
                <a:gd name="T27" fmla="*/ 2147483647 h 276"/>
                <a:gd name="T28" fmla="*/ 2147483647 w 366"/>
                <a:gd name="T29" fmla="*/ 2147483647 h 276"/>
                <a:gd name="T30" fmla="*/ 2147483647 w 366"/>
                <a:gd name="T31" fmla="*/ 2147483647 h 276"/>
                <a:gd name="T32" fmla="*/ 2147483647 w 366"/>
                <a:gd name="T33" fmla="*/ 2147483647 h 276"/>
                <a:gd name="T34" fmla="*/ 2147483647 w 366"/>
                <a:gd name="T35" fmla="*/ 2147483647 h 276"/>
                <a:gd name="T36" fmla="*/ 2147483647 w 366"/>
                <a:gd name="T37" fmla="*/ 2147483647 h 276"/>
                <a:gd name="T38" fmla="*/ 2147483647 w 366"/>
                <a:gd name="T39" fmla="*/ 2147483647 h 276"/>
                <a:gd name="T40" fmla="*/ 0 w 366"/>
                <a:gd name="T41" fmla="*/ 2147483647 h 276"/>
                <a:gd name="T42" fmla="*/ 2147483647 w 366"/>
                <a:gd name="T43" fmla="*/ 2147483647 h 276"/>
                <a:gd name="T44" fmla="*/ 2147483647 w 366"/>
                <a:gd name="T45" fmla="*/ 2147483647 h 276"/>
                <a:gd name="T46" fmla="*/ 2147483647 w 366"/>
                <a:gd name="T47" fmla="*/ 2147483647 h 276"/>
                <a:gd name="T48" fmla="*/ 2147483647 w 366"/>
                <a:gd name="T49" fmla="*/ 2147483647 h 276"/>
                <a:gd name="T50" fmla="*/ 2147483647 w 366"/>
                <a:gd name="T51" fmla="*/ 2147483647 h 276"/>
                <a:gd name="T52" fmla="*/ 2147483647 w 366"/>
                <a:gd name="T53" fmla="*/ 2147483647 h 276"/>
                <a:gd name="T54" fmla="*/ 2147483647 w 366"/>
                <a:gd name="T55" fmla="*/ 2147483647 h 276"/>
                <a:gd name="T56" fmla="*/ 2147483647 w 366"/>
                <a:gd name="T57" fmla="*/ 2147483647 h 276"/>
                <a:gd name="T58" fmla="*/ 2147483647 w 366"/>
                <a:gd name="T59" fmla="*/ 2147483647 h 276"/>
                <a:gd name="T60" fmla="*/ 2147483647 w 366"/>
                <a:gd name="T61" fmla="*/ 2147483647 h 276"/>
                <a:gd name="T62" fmla="*/ 2147483647 w 366"/>
                <a:gd name="T63" fmla="*/ 2147483647 h 276"/>
                <a:gd name="T64" fmla="*/ 2147483647 w 366"/>
                <a:gd name="T65" fmla="*/ 2147483647 h 276"/>
                <a:gd name="T66" fmla="*/ 2147483647 w 366"/>
                <a:gd name="T67" fmla="*/ 2147483647 h 276"/>
                <a:gd name="T68" fmla="*/ 2147483647 w 366"/>
                <a:gd name="T69" fmla="*/ 2147483647 h 276"/>
                <a:gd name="T70" fmla="*/ 2147483647 w 366"/>
                <a:gd name="T71" fmla="*/ 2147483647 h 276"/>
                <a:gd name="T72" fmla="*/ 2147483647 w 366"/>
                <a:gd name="T73" fmla="*/ 2147483647 h 276"/>
                <a:gd name="T74" fmla="*/ 2147483647 w 366"/>
                <a:gd name="T75" fmla="*/ 2147483647 h 276"/>
                <a:gd name="T76" fmla="*/ 2147483647 w 366"/>
                <a:gd name="T77" fmla="*/ 2147483647 h 276"/>
                <a:gd name="T78" fmla="*/ 2147483647 w 366"/>
                <a:gd name="T79" fmla="*/ 2147483647 h 276"/>
                <a:gd name="T80" fmla="*/ 2147483647 w 366"/>
                <a:gd name="T81" fmla="*/ 2147483647 h 276"/>
                <a:gd name="T82" fmla="*/ 2147483647 w 366"/>
                <a:gd name="T83" fmla="*/ 2147483647 h 276"/>
                <a:gd name="T84" fmla="*/ 2147483647 w 366"/>
                <a:gd name="T85" fmla="*/ 2147483647 h 276"/>
                <a:gd name="T86" fmla="*/ 2147483647 w 366"/>
                <a:gd name="T87" fmla="*/ 2147483647 h 276"/>
                <a:gd name="T88" fmla="*/ 2147483647 w 366"/>
                <a:gd name="T89" fmla="*/ 2147483647 h 276"/>
                <a:gd name="T90" fmla="*/ 2147483647 w 366"/>
                <a:gd name="T91" fmla="*/ 2147483647 h 27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66"/>
                <a:gd name="T139" fmla="*/ 0 h 276"/>
                <a:gd name="T140" fmla="*/ 366 w 366"/>
                <a:gd name="T141" fmla="*/ 276 h 27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66" h="276">
                  <a:moveTo>
                    <a:pt x="342" y="126"/>
                  </a:moveTo>
                  <a:lnTo>
                    <a:pt x="342" y="114"/>
                  </a:lnTo>
                  <a:lnTo>
                    <a:pt x="348" y="114"/>
                  </a:lnTo>
                  <a:lnTo>
                    <a:pt x="354" y="108"/>
                  </a:lnTo>
                  <a:lnTo>
                    <a:pt x="360" y="108"/>
                  </a:lnTo>
                  <a:lnTo>
                    <a:pt x="366" y="102"/>
                  </a:lnTo>
                  <a:lnTo>
                    <a:pt x="360" y="102"/>
                  </a:lnTo>
                  <a:lnTo>
                    <a:pt x="348" y="96"/>
                  </a:lnTo>
                  <a:lnTo>
                    <a:pt x="336" y="96"/>
                  </a:lnTo>
                  <a:lnTo>
                    <a:pt x="342" y="78"/>
                  </a:lnTo>
                  <a:lnTo>
                    <a:pt x="336" y="78"/>
                  </a:lnTo>
                  <a:lnTo>
                    <a:pt x="330" y="48"/>
                  </a:lnTo>
                  <a:lnTo>
                    <a:pt x="324" y="48"/>
                  </a:lnTo>
                  <a:lnTo>
                    <a:pt x="312" y="54"/>
                  </a:lnTo>
                  <a:lnTo>
                    <a:pt x="270" y="60"/>
                  </a:lnTo>
                  <a:lnTo>
                    <a:pt x="264" y="48"/>
                  </a:lnTo>
                  <a:lnTo>
                    <a:pt x="246" y="48"/>
                  </a:lnTo>
                  <a:lnTo>
                    <a:pt x="234" y="42"/>
                  </a:lnTo>
                  <a:lnTo>
                    <a:pt x="228" y="36"/>
                  </a:lnTo>
                  <a:lnTo>
                    <a:pt x="216" y="30"/>
                  </a:lnTo>
                  <a:lnTo>
                    <a:pt x="204" y="18"/>
                  </a:lnTo>
                  <a:lnTo>
                    <a:pt x="204" y="12"/>
                  </a:lnTo>
                  <a:lnTo>
                    <a:pt x="198" y="6"/>
                  </a:lnTo>
                  <a:lnTo>
                    <a:pt x="186" y="0"/>
                  </a:lnTo>
                  <a:lnTo>
                    <a:pt x="162" y="0"/>
                  </a:lnTo>
                  <a:lnTo>
                    <a:pt x="162" y="12"/>
                  </a:lnTo>
                  <a:lnTo>
                    <a:pt x="150" y="18"/>
                  </a:lnTo>
                  <a:lnTo>
                    <a:pt x="120" y="18"/>
                  </a:lnTo>
                  <a:lnTo>
                    <a:pt x="120" y="30"/>
                  </a:lnTo>
                  <a:lnTo>
                    <a:pt x="126" y="36"/>
                  </a:lnTo>
                  <a:lnTo>
                    <a:pt x="126" y="42"/>
                  </a:lnTo>
                  <a:lnTo>
                    <a:pt x="114" y="54"/>
                  </a:lnTo>
                  <a:lnTo>
                    <a:pt x="102" y="60"/>
                  </a:lnTo>
                  <a:lnTo>
                    <a:pt x="102" y="78"/>
                  </a:lnTo>
                  <a:lnTo>
                    <a:pt x="60" y="78"/>
                  </a:lnTo>
                  <a:lnTo>
                    <a:pt x="54" y="72"/>
                  </a:lnTo>
                  <a:lnTo>
                    <a:pt x="54" y="66"/>
                  </a:lnTo>
                  <a:lnTo>
                    <a:pt x="48" y="78"/>
                  </a:lnTo>
                  <a:lnTo>
                    <a:pt x="30" y="78"/>
                  </a:lnTo>
                  <a:lnTo>
                    <a:pt x="18" y="72"/>
                  </a:lnTo>
                  <a:lnTo>
                    <a:pt x="18" y="84"/>
                  </a:lnTo>
                  <a:lnTo>
                    <a:pt x="0" y="84"/>
                  </a:lnTo>
                  <a:lnTo>
                    <a:pt x="0" y="132"/>
                  </a:lnTo>
                  <a:lnTo>
                    <a:pt x="6" y="132"/>
                  </a:lnTo>
                  <a:lnTo>
                    <a:pt x="12" y="120"/>
                  </a:lnTo>
                  <a:lnTo>
                    <a:pt x="24" y="114"/>
                  </a:lnTo>
                  <a:lnTo>
                    <a:pt x="30" y="102"/>
                  </a:lnTo>
                  <a:lnTo>
                    <a:pt x="42" y="102"/>
                  </a:lnTo>
                  <a:lnTo>
                    <a:pt x="48" y="114"/>
                  </a:lnTo>
                  <a:lnTo>
                    <a:pt x="48" y="132"/>
                  </a:lnTo>
                  <a:lnTo>
                    <a:pt x="78" y="126"/>
                  </a:lnTo>
                  <a:lnTo>
                    <a:pt x="78" y="132"/>
                  </a:lnTo>
                  <a:lnTo>
                    <a:pt x="72" y="144"/>
                  </a:lnTo>
                  <a:lnTo>
                    <a:pt x="72" y="150"/>
                  </a:lnTo>
                  <a:lnTo>
                    <a:pt x="84" y="162"/>
                  </a:lnTo>
                  <a:lnTo>
                    <a:pt x="96" y="168"/>
                  </a:lnTo>
                  <a:lnTo>
                    <a:pt x="96" y="180"/>
                  </a:lnTo>
                  <a:lnTo>
                    <a:pt x="144" y="216"/>
                  </a:lnTo>
                  <a:lnTo>
                    <a:pt x="144" y="240"/>
                  </a:lnTo>
                  <a:lnTo>
                    <a:pt x="198" y="240"/>
                  </a:lnTo>
                  <a:lnTo>
                    <a:pt x="210" y="246"/>
                  </a:lnTo>
                  <a:lnTo>
                    <a:pt x="216" y="252"/>
                  </a:lnTo>
                  <a:lnTo>
                    <a:pt x="216" y="276"/>
                  </a:lnTo>
                  <a:lnTo>
                    <a:pt x="246" y="276"/>
                  </a:lnTo>
                  <a:lnTo>
                    <a:pt x="252" y="270"/>
                  </a:lnTo>
                  <a:lnTo>
                    <a:pt x="252" y="264"/>
                  </a:lnTo>
                  <a:lnTo>
                    <a:pt x="246" y="252"/>
                  </a:lnTo>
                  <a:lnTo>
                    <a:pt x="234" y="246"/>
                  </a:lnTo>
                  <a:lnTo>
                    <a:pt x="216" y="234"/>
                  </a:lnTo>
                  <a:lnTo>
                    <a:pt x="204" y="228"/>
                  </a:lnTo>
                  <a:lnTo>
                    <a:pt x="192" y="216"/>
                  </a:lnTo>
                  <a:lnTo>
                    <a:pt x="180" y="186"/>
                  </a:lnTo>
                  <a:lnTo>
                    <a:pt x="162" y="180"/>
                  </a:lnTo>
                  <a:lnTo>
                    <a:pt x="162" y="162"/>
                  </a:lnTo>
                  <a:lnTo>
                    <a:pt x="156" y="156"/>
                  </a:lnTo>
                  <a:lnTo>
                    <a:pt x="150" y="156"/>
                  </a:lnTo>
                  <a:lnTo>
                    <a:pt x="150" y="144"/>
                  </a:lnTo>
                  <a:lnTo>
                    <a:pt x="132" y="138"/>
                  </a:lnTo>
                  <a:lnTo>
                    <a:pt x="120" y="126"/>
                  </a:lnTo>
                  <a:lnTo>
                    <a:pt x="138" y="120"/>
                  </a:lnTo>
                  <a:lnTo>
                    <a:pt x="138" y="96"/>
                  </a:lnTo>
                  <a:lnTo>
                    <a:pt x="144" y="96"/>
                  </a:lnTo>
                  <a:lnTo>
                    <a:pt x="150" y="102"/>
                  </a:lnTo>
                  <a:lnTo>
                    <a:pt x="162" y="108"/>
                  </a:lnTo>
                  <a:lnTo>
                    <a:pt x="186" y="102"/>
                  </a:lnTo>
                  <a:lnTo>
                    <a:pt x="210" y="102"/>
                  </a:lnTo>
                  <a:lnTo>
                    <a:pt x="228" y="108"/>
                  </a:lnTo>
                  <a:lnTo>
                    <a:pt x="240" y="102"/>
                  </a:lnTo>
                  <a:lnTo>
                    <a:pt x="252" y="102"/>
                  </a:lnTo>
                  <a:lnTo>
                    <a:pt x="258" y="108"/>
                  </a:lnTo>
                  <a:lnTo>
                    <a:pt x="312" y="108"/>
                  </a:lnTo>
                  <a:lnTo>
                    <a:pt x="324" y="126"/>
                  </a:lnTo>
                  <a:lnTo>
                    <a:pt x="342" y="126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507" name="Côte d'Ivoire" descr="© INSCALE GmbH, 05.05.2010&#10;http://www.presentationload.com/">
              <a:extLst>
                <a:ext uri="{FF2B5EF4-FFF2-40B4-BE49-F238E27FC236}">
                  <a16:creationId xmlns:a16="http://schemas.microsoft.com/office/drawing/2014/main" id="{873F4595-75D6-41C5-B95F-176E3D13C93E}"/>
                </a:ext>
              </a:extLst>
            </p:cNvPr>
            <p:cNvSpPr>
              <a:spLocks/>
            </p:cNvSpPr>
            <p:nvPr/>
          </p:nvSpPr>
          <p:spPr bwMode="gray">
            <a:xfrm>
              <a:off x="3529079" y="2718112"/>
              <a:ext cx="144751" cy="169544"/>
            </a:xfrm>
            <a:custGeom>
              <a:avLst/>
              <a:gdLst>
                <a:gd name="T0" fmla="*/ 2147483647 w 438"/>
                <a:gd name="T1" fmla="*/ 2147483647 h 516"/>
                <a:gd name="T2" fmla="*/ 2147483647 w 438"/>
                <a:gd name="T3" fmla="*/ 2147483647 h 516"/>
                <a:gd name="T4" fmla="*/ 2147483647 w 438"/>
                <a:gd name="T5" fmla="*/ 2147483647 h 516"/>
                <a:gd name="T6" fmla="*/ 2147483647 w 438"/>
                <a:gd name="T7" fmla="*/ 2147483647 h 516"/>
                <a:gd name="T8" fmla="*/ 2147483647 w 438"/>
                <a:gd name="T9" fmla="*/ 2147483647 h 516"/>
                <a:gd name="T10" fmla="*/ 2147483647 w 438"/>
                <a:gd name="T11" fmla="*/ 2147483647 h 516"/>
                <a:gd name="T12" fmla="*/ 2147483647 w 438"/>
                <a:gd name="T13" fmla="*/ 2147483647 h 516"/>
                <a:gd name="T14" fmla="*/ 2147483647 w 438"/>
                <a:gd name="T15" fmla="*/ 2147483647 h 516"/>
                <a:gd name="T16" fmla="*/ 2147483647 w 438"/>
                <a:gd name="T17" fmla="*/ 2147483647 h 516"/>
                <a:gd name="T18" fmla="*/ 2147483647 w 438"/>
                <a:gd name="T19" fmla="*/ 2147483647 h 516"/>
                <a:gd name="T20" fmla="*/ 2147483647 w 438"/>
                <a:gd name="T21" fmla="*/ 2147483647 h 516"/>
                <a:gd name="T22" fmla="*/ 2147483647 w 438"/>
                <a:gd name="T23" fmla="*/ 2147483647 h 516"/>
                <a:gd name="T24" fmla="*/ 2147483647 w 438"/>
                <a:gd name="T25" fmla="*/ 2147483647 h 516"/>
                <a:gd name="T26" fmla="*/ 2147483647 w 438"/>
                <a:gd name="T27" fmla="*/ 2147483647 h 516"/>
                <a:gd name="T28" fmla="*/ 2147483647 w 438"/>
                <a:gd name="T29" fmla="*/ 2147483647 h 516"/>
                <a:gd name="T30" fmla="*/ 2147483647 w 438"/>
                <a:gd name="T31" fmla="*/ 2147483647 h 516"/>
                <a:gd name="T32" fmla="*/ 2147483647 w 438"/>
                <a:gd name="T33" fmla="*/ 0 h 516"/>
                <a:gd name="T34" fmla="*/ 2147483647 w 438"/>
                <a:gd name="T35" fmla="*/ 2147483647 h 516"/>
                <a:gd name="T36" fmla="*/ 2147483647 w 438"/>
                <a:gd name="T37" fmla="*/ 2147483647 h 516"/>
                <a:gd name="T38" fmla="*/ 2147483647 w 438"/>
                <a:gd name="T39" fmla="*/ 2147483647 h 516"/>
                <a:gd name="T40" fmla="*/ 2147483647 w 438"/>
                <a:gd name="T41" fmla="*/ 2147483647 h 516"/>
                <a:gd name="T42" fmla="*/ 2147483647 w 438"/>
                <a:gd name="T43" fmla="*/ 2147483647 h 516"/>
                <a:gd name="T44" fmla="*/ 2147483647 w 438"/>
                <a:gd name="T45" fmla="*/ 2147483647 h 516"/>
                <a:gd name="T46" fmla="*/ 2147483647 w 438"/>
                <a:gd name="T47" fmla="*/ 2147483647 h 516"/>
                <a:gd name="T48" fmla="*/ 2147483647 w 438"/>
                <a:gd name="T49" fmla="*/ 2147483647 h 516"/>
                <a:gd name="T50" fmla="*/ 2147483647 w 438"/>
                <a:gd name="T51" fmla="*/ 2147483647 h 516"/>
                <a:gd name="T52" fmla="*/ 2147483647 w 438"/>
                <a:gd name="T53" fmla="*/ 2147483647 h 516"/>
                <a:gd name="T54" fmla="*/ 2147483647 w 438"/>
                <a:gd name="T55" fmla="*/ 2147483647 h 516"/>
                <a:gd name="T56" fmla="*/ 2147483647 w 438"/>
                <a:gd name="T57" fmla="*/ 2147483647 h 516"/>
                <a:gd name="T58" fmla="*/ 2147483647 w 438"/>
                <a:gd name="T59" fmla="*/ 2147483647 h 516"/>
                <a:gd name="T60" fmla="*/ 2147483647 w 438"/>
                <a:gd name="T61" fmla="*/ 2147483647 h 516"/>
                <a:gd name="T62" fmla="*/ 2147483647 w 438"/>
                <a:gd name="T63" fmla="*/ 2147483647 h 516"/>
                <a:gd name="T64" fmla="*/ 2147483647 w 438"/>
                <a:gd name="T65" fmla="*/ 2147483647 h 516"/>
                <a:gd name="T66" fmla="*/ 2147483647 w 438"/>
                <a:gd name="T67" fmla="*/ 2147483647 h 516"/>
                <a:gd name="T68" fmla="*/ 2147483647 w 438"/>
                <a:gd name="T69" fmla="*/ 2147483647 h 516"/>
                <a:gd name="T70" fmla="*/ 2147483647 w 438"/>
                <a:gd name="T71" fmla="*/ 2147483647 h 516"/>
                <a:gd name="T72" fmla="*/ 2147483647 w 438"/>
                <a:gd name="T73" fmla="*/ 2147483647 h 516"/>
                <a:gd name="T74" fmla="*/ 2147483647 w 438"/>
                <a:gd name="T75" fmla="*/ 2147483647 h 516"/>
                <a:gd name="T76" fmla="*/ 2147483647 w 438"/>
                <a:gd name="T77" fmla="*/ 2147483647 h 516"/>
                <a:gd name="T78" fmla="*/ 2147483647 w 438"/>
                <a:gd name="T79" fmla="*/ 2147483647 h 516"/>
                <a:gd name="T80" fmla="*/ 2147483647 w 438"/>
                <a:gd name="T81" fmla="*/ 2147483647 h 516"/>
                <a:gd name="T82" fmla="*/ 2147483647 w 438"/>
                <a:gd name="T83" fmla="*/ 2147483647 h 516"/>
                <a:gd name="T84" fmla="*/ 2147483647 w 438"/>
                <a:gd name="T85" fmla="*/ 2147483647 h 516"/>
                <a:gd name="T86" fmla="*/ 2147483647 w 438"/>
                <a:gd name="T87" fmla="*/ 2147483647 h 516"/>
                <a:gd name="T88" fmla="*/ 2147483647 w 438"/>
                <a:gd name="T89" fmla="*/ 2147483647 h 51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38"/>
                <a:gd name="T136" fmla="*/ 0 h 516"/>
                <a:gd name="T137" fmla="*/ 438 w 438"/>
                <a:gd name="T138" fmla="*/ 516 h 51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38" h="516">
                  <a:moveTo>
                    <a:pt x="402" y="408"/>
                  </a:moveTo>
                  <a:lnTo>
                    <a:pt x="402" y="402"/>
                  </a:lnTo>
                  <a:lnTo>
                    <a:pt x="396" y="396"/>
                  </a:lnTo>
                  <a:lnTo>
                    <a:pt x="390" y="384"/>
                  </a:lnTo>
                  <a:lnTo>
                    <a:pt x="390" y="372"/>
                  </a:lnTo>
                  <a:lnTo>
                    <a:pt x="384" y="354"/>
                  </a:lnTo>
                  <a:lnTo>
                    <a:pt x="378" y="342"/>
                  </a:lnTo>
                  <a:lnTo>
                    <a:pt x="378" y="318"/>
                  </a:lnTo>
                  <a:lnTo>
                    <a:pt x="384" y="312"/>
                  </a:lnTo>
                  <a:lnTo>
                    <a:pt x="390" y="300"/>
                  </a:lnTo>
                  <a:lnTo>
                    <a:pt x="408" y="282"/>
                  </a:lnTo>
                  <a:lnTo>
                    <a:pt x="408" y="270"/>
                  </a:lnTo>
                  <a:lnTo>
                    <a:pt x="414" y="258"/>
                  </a:lnTo>
                  <a:lnTo>
                    <a:pt x="414" y="240"/>
                  </a:lnTo>
                  <a:lnTo>
                    <a:pt x="420" y="228"/>
                  </a:lnTo>
                  <a:lnTo>
                    <a:pt x="426" y="222"/>
                  </a:lnTo>
                  <a:lnTo>
                    <a:pt x="438" y="198"/>
                  </a:lnTo>
                  <a:lnTo>
                    <a:pt x="438" y="186"/>
                  </a:lnTo>
                  <a:lnTo>
                    <a:pt x="432" y="174"/>
                  </a:lnTo>
                  <a:lnTo>
                    <a:pt x="432" y="162"/>
                  </a:lnTo>
                  <a:lnTo>
                    <a:pt x="426" y="150"/>
                  </a:lnTo>
                  <a:lnTo>
                    <a:pt x="426" y="138"/>
                  </a:lnTo>
                  <a:lnTo>
                    <a:pt x="420" y="132"/>
                  </a:lnTo>
                  <a:lnTo>
                    <a:pt x="420" y="126"/>
                  </a:lnTo>
                  <a:lnTo>
                    <a:pt x="432" y="126"/>
                  </a:lnTo>
                  <a:lnTo>
                    <a:pt x="426" y="96"/>
                  </a:lnTo>
                  <a:lnTo>
                    <a:pt x="408" y="102"/>
                  </a:lnTo>
                  <a:lnTo>
                    <a:pt x="408" y="90"/>
                  </a:lnTo>
                  <a:lnTo>
                    <a:pt x="390" y="72"/>
                  </a:lnTo>
                  <a:lnTo>
                    <a:pt x="372" y="66"/>
                  </a:lnTo>
                  <a:lnTo>
                    <a:pt x="342" y="66"/>
                  </a:lnTo>
                  <a:lnTo>
                    <a:pt x="318" y="78"/>
                  </a:lnTo>
                  <a:lnTo>
                    <a:pt x="318" y="84"/>
                  </a:lnTo>
                  <a:lnTo>
                    <a:pt x="312" y="90"/>
                  </a:lnTo>
                  <a:lnTo>
                    <a:pt x="300" y="90"/>
                  </a:lnTo>
                  <a:lnTo>
                    <a:pt x="294" y="84"/>
                  </a:lnTo>
                  <a:lnTo>
                    <a:pt x="282" y="84"/>
                  </a:lnTo>
                  <a:lnTo>
                    <a:pt x="276" y="78"/>
                  </a:lnTo>
                  <a:lnTo>
                    <a:pt x="264" y="72"/>
                  </a:lnTo>
                  <a:lnTo>
                    <a:pt x="258" y="60"/>
                  </a:lnTo>
                  <a:lnTo>
                    <a:pt x="258" y="48"/>
                  </a:lnTo>
                  <a:lnTo>
                    <a:pt x="252" y="42"/>
                  </a:lnTo>
                  <a:lnTo>
                    <a:pt x="252" y="36"/>
                  </a:lnTo>
                  <a:lnTo>
                    <a:pt x="228" y="42"/>
                  </a:lnTo>
                  <a:lnTo>
                    <a:pt x="228" y="18"/>
                  </a:lnTo>
                  <a:lnTo>
                    <a:pt x="216" y="18"/>
                  </a:lnTo>
                  <a:lnTo>
                    <a:pt x="210" y="24"/>
                  </a:lnTo>
                  <a:lnTo>
                    <a:pt x="204" y="36"/>
                  </a:lnTo>
                  <a:lnTo>
                    <a:pt x="198" y="42"/>
                  </a:lnTo>
                  <a:lnTo>
                    <a:pt x="174" y="36"/>
                  </a:lnTo>
                  <a:lnTo>
                    <a:pt x="174" y="0"/>
                  </a:lnTo>
                  <a:lnTo>
                    <a:pt x="162" y="24"/>
                  </a:lnTo>
                  <a:lnTo>
                    <a:pt x="150" y="6"/>
                  </a:lnTo>
                  <a:lnTo>
                    <a:pt x="144" y="30"/>
                  </a:lnTo>
                  <a:lnTo>
                    <a:pt x="126" y="30"/>
                  </a:lnTo>
                  <a:lnTo>
                    <a:pt x="120" y="48"/>
                  </a:lnTo>
                  <a:lnTo>
                    <a:pt x="102" y="30"/>
                  </a:lnTo>
                  <a:lnTo>
                    <a:pt x="84" y="24"/>
                  </a:lnTo>
                  <a:lnTo>
                    <a:pt x="72" y="24"/>
                  </a:lnTo>
                  <a:lnTo>
                    <a:pt x="66" y="30"/>
                  </a:lnTo>
                  <a:lnTo>
                    <a:pt x="66" y="48"/>
                  </a:lnTo>
                  <a:lnTo>
                    <a:pt x="54" y="42"/>
                  </a:lnTo>
                  <a:lnTo>
                    <a:pt x="36" y="66"/>
                  </a:lnTo>
                  <a:lnTo>
                    <a:pt x="42" y="102"/>
                  </a:lnTo>
                  <a:lnTo>
                    <a:pt x="60" y="108"/>
                  </a:lnTo>
                  <a:lnTo>
                    <a:pt x="48" y="126"/>
                  </a:lnTo>
                  <a:lnTo>
                    <a:pt x="66" y="132"/>
                  </a:lnTo>
                  <a:lnTo>
                    <a:pt x="60" y="138"/>
                  </a:lnTo>
                  <a:lnTo>
                    <a:pt x="54" y="150"/>
                  </a:lnTo>
                  <a:lnTo>
                    <a:pt x="54" y="162"/>
                  </a:lnTo>
                  <a:lnTo>
                    <a:pt x="60" y="162"/>
                  </a:lnTo>
                  <a:lnTo>
                    <a:pt x="72" y="168"/>
                  </a:lnTo>
                  <a:lnTo>
                    <a:pt x="78" y="168"/>
                  </a:lnTo>
                  <a:lnTo>
                    <a:pt x="78" y="180"/>
                  </a:lnTo>
                  <a:lnTo>
                    <a:pt x="72" y="186"/>
                  </a:lnTo>
                  <a:lnTo>
                    <a:pt x="72" y="192"/>
                  </a:lnTo>
                  <a:lnTo>
                    <a:pt x="66" y="186"/>
                  </a:lnTo>
                  <a:lnTo>
                    <a:pt x="54" y="186"/>
                  </a:lnTo>
                  <a:lnTo>
                    <a:pt x="48" y="180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36" y="204"/>
                  </a:lnTo>
                  <a:lnTo>
                    <a:pt x="48" y="210"/>
                  </a:lnTo>
                  <a:lnTo>
                    <a:pt x="54" y="222"/>
                  </a:lnTo>
                  <a:lnTo>
                    <a:pt x="36" y="222"/>
                  </a:lnTo>
                  <a:lnTo>
                    <a:pt x="36" y="228"/>
                  </a:lnTo>
                  <a:lnTo>
                    <a:pt x="42" y="234"/>
                  </a:lnTo>
                  <a:lnTo>
                    <a:pt x="42" y="252"/>
                  </a:lnTo>
                  <a:lnTo>
                    <a:pt x="36" y="258"/>
                  </a:lnTo>
                  <a:lnTo>
                    <a:pt x="30" y="258"/>
                  </a:lnTo>
                  <a:lnTo>
                    <a:pt x="18" y="252"/>
                  </a:lnTo>
                  <a:lnTo>
                    <a:pt x="12" y="246"/>
                  </a:lnTo>
                  <a:lnTo>
                    <a:pt x="6" y="246"/>
                  </a:lnTo>
                  <a:lnTo>
                    <a:pt x="24" y="282"/>
                  </a:lnTo>
                  <a:lnTo>
                    <a:pt x="24" y="306"/>
                  </a:lnTo>
                  <a:lnTo>
                    <a:pt x="18" y="324"/>
                  </a:lnTo>
                  <a:lnTo>
                    <a:pt x="6" y="330"/>
                  </a:lnTo>
                  <a:lnTo>
                    <a:pt x="0" y="342"/>
                  </a:lnTo>
                  <a:lnTo>
                    <a:pt x="6" y="348"/>
                  </a:lnTo>
                  <a:lnTo>
                    <a:pt x="24" y="348"/>
                  </a:lnTo>
                  <a:lnTo>
                    <a:pt x="24" y="360"/>
                  </a:lnTo>
                  <a:lnTo>
                    <a:pt x="60" y="354"/>
                  </a:lnTo>
                  <a:lnTo>
                    <a:pt x="60" y="384"/>
                  </a:lnTo>
                  <a:lnTo>
                    <a:pt x="90" y="414"/>
                  </a:lnTo>
                  <a:lnTo>
                    <a:pt x="90" y="438"/>
                  </a:lnTo>
                  <a:lnTo>
                    <a:pt x="84" y="450"/>
                  </a:lnTo>
                  <a:lnTo>
                    <a:pt x="84" y="462"/>
                  </a:lnTo>
                  <a:lnTo>
                    <a:pt x="78" y="468"/>
                  </a:lnTo>
                  <a:lnTo>
                    <a:pt x="78" y="516"/>
                  </a:lnTo>
                  <a:lnTo>
                    <a:pt x="90" y="516"/>
                  </a:lnTo>
                  <a:lnTo>
                    <a:pt x="96" y="510"/>
                  </a:lnTo>
                  <a:lnTo>
                    <a:pt x="102" y="498"/>
                  </a:lnTo>
                  <a:lnTo>
                    <a:pt x="114" y="498"/>
                  </a:lnTo>
                  <a:lnTo>
                    <a:pt x="126" y="486"/>
                  </a:lnTo>
                  <a:lnTo>
                    <a:pt x="138" y="480"/>
                  </a:lnTo>
                  <a:lnTo>
                    <a:pt x="198" y="456"/>
                  </a:lnTo>
                  <a:lnTo>
                    <a:pt x="228" y="450"/>
                  </a:lnTo>
                  <a:lnTo>
                    <a:pt x="264" y="450"/>
                  </a:lnTo>
                  <a:lnTo>
                    <a:pt x="270" y="444"/>
                  </a:lnTo>
                  <a:lnTo>
                    <a:pt x="282" y="444"/>
                  </a:lnTo>
                  <a:lnTo>
                    <a:pt x="294" y="438"/>
                  </a:lnTo>
                  <a:lnTo>
                    <a:pt x="330" y="438"/>
                  </a:lnTo>
                  <a:lnTo>
                    <a:pt x="336" y="444"/>
                  </a:lnTo>
                  <a:lnTo>
                    <a:pt x="342" y="444"/>
                  </a:lnTo>
                  <a:lnTo>
                    <a:pt x="348" y="450"/>
                  </a:lnTo>
                  <a:lnTo>
                    <a:pt x="366" y="450"/>
                  </a:lnTo>
                  <a:lnTo>
                    <a:pt x="378" y="438"/>
                  </a:lnTo>
                  <a:lnTo>
                    <a:pt x="384" y="438"/>
                  </a:lnTo>
                  <a:lnTo>
                    <a:pt x="384" y="444"/>
                  </a:lnTo>
                  <a:lnTo>
                    <a:pt x="396" y="456"/>
                  </a:lnTo>
                  <a:lnTo>
                    <a:pt x="408" y="462"/>
                  </a:lnTo>
                  <a:lnTo>
                    <a:pt x="420" y="462"/>
                  </a:lnTo>
                  <a:lnTo>
                    <a:pt x="426" y="468"/>
                  </a:lnTo>
                  <a:lnTo>
                    <a:pt x="426" y="414"/>
                  </a:lnTo>
                  <a:lnTo>
                    <a:pt x="402" y="408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508" name="Costa Rica" descr="© INSCALE GmbH, 05.05.2010&#10;http://www.presentationload.com/">
              <a:extLst>
                <a:ext uri="{FF2B5EF4-FFF2-40B4-BE49-F238E27FC236}">
                  <a16:creationId xmlns:a16="http://schemas.microsoft.com/office/drawing/2014/main" id="{45B0936A-657E-4335-8E5B-5701FE4F0736}"/>
                </a:ext>
              </a:extLst>
            </p:cNvPr>
            <p:cNvSpPr>
              <a:spLocks/>
            </p:cNvSpPr>
            <p:nvPr/>
          </p:nvSpPr>
          <p:spPr bwMode="gray">
            <a:xfrm>
              <a:off x="1719692" y="2705268"/>
              <a:ext cx="78838" cy="75781"/>
            </a:xfrm>
            <a:custGeom>
              <a:avLst/>
              <a:gdLst>
                <a:gd name="T0" fmla="*/ 2147483647 w 240"/>
                <a:gd name="T1" fmla="*/ 2147483647 h 228"/>
                <a:gd name="T2" fmla="*/ 2147483647 w 240"/>
                <a:gd name="T3" fmla="*/ 2147483647 h 228"/>
                <a:gd name="T4" fmla="*/ 2147483647 w 240"/>
                <a:gd name="T5" fmla="*/ 2147483647 h 228"/>
                <a:gd name="T6" fmla="*/ 2147483647 w 240"/>
                <a:gd name="T7" fmla="*/ 2147483647 h 228"/>
                <a:gd name="T8" fmla="*/ 2147483647 w 240"/>
                <a:gd name="T9" fmla="*/ 2147483647 h 228"/>
                <a:gd name="T10" fmla="*/ 2147483647 w 240"/>
                <a:gd name="T11" fmla="*/ 2147483647 h 228"/>
                <a:gd name="T12" fmla="*/ 2147483647 w 240"/>
                <a:gd name="T13" fmla="*/ 2147483647 h 228"/>
                <a:gd name="T14" fmla="*/ 2147483647 w 240"/>
                <a:gd name="T15" fmla="*/ 2147483647 h 228"/>
                <a:gd name="T16" fmla="*/ 2147483647 w 240"/>
                <a:gd name="T17" fmla="*/ 2147483647 h 228"/>
                <a:gd name="T18" fmla="*/ 2147483647 w 240"/>
                <a:gd name="T19" fmla="*/ 2147483647 h 228"/>
                <a:gd name="T20" fmla="*/ 2147483647 w 240"/>
                <a:gd name="T21" fmla="*/ 2147483647 h 228"/>
                <a:gd name="T22" fmla="*/ 2147483647 w 240"/>
                <a:gd name="T23" fmla="*/ 2147483647 h 228"/>
                <a:gd name="T24" fmla="*/ 2147483647 w 240"/>
                <a:gd name="T25" fmla="*/ 2147483647 h 228"/>
                <a:gd name="T26" fmla="*/ 2147483647 w 240"/>
                <a:gd name="T27" fmla="*/ 2147483647 h 228"/>
                <a:gd name="T28" fmla="*/ 2147483647 w 240"/>
                <a:gd name="T29" fmla="*/ 2147483647 h 228"/>
                <a:gd name="T30" fmla="*/ 2147483647 w 240"/>
                <a:gd name="T31" fmla="*/ 0 h 228"/>
                <a:gd name="T32" fmla="*/ 2147483647 w 240"/>
                <a:gd name="T33" fmla="*/ 2147483647 h 228"/>
                <a:gd name="T34" fmla="*/ 2147483647 w 240"/>
                <a:gd name="T35" fmla="*/ 2147483647 h 228"/>
                <a:gd name="T36" fmla="*/ 0 w 240"/>
                <a:gd name="T37" fmla="*/ 2147483647 h 228"/>
                <a:gd name="T38" fmla="*/ 2147483647 w 240"/>
                <a:gd name="T39" fmla="*/ 2147483647 h 228"/>
                <a:gd name="T40" fmla="*/ 2147483647 w 240"/>
                <a:gd name="T41" fmla="*/ 2147483647 h 228"/>
                <a:gd name="T42" fmla="*/ 2147483647 w 240"/>
                <a:gd name="T43" fmla="*/ 2147483647 h 228"/>
                <a:gd name="T44" fmla="*/ 2147483647 w 240"/>
                <a:gd name="T45" fmla="*/ 2147483647 h 228"/>
                <a:gd name="T46" fmla="*/ 2147483647 w 240"/>
                <a:gd name="T47" fmla="*/ 2147483647 h 228"/>
                <a:gd name="T48" fmla="*/ 2147483647 w 240"/>
                <a:gd name="T49" fmla="*/ 2147483647 h 228"/>
                <a:gd name="T50" fmla="*/ 2147483647 w 240"/>
                <a:gd name="T51" fmla="*/ 2147483647 h 228"/>
                <a:gd name="T52" fmla="*/ 2147483647 w 240"/>
                <a:gd name="T53" fmla="*/ 2147483647 h 228"/>
                <a:gd name="T54" fmla="*/ 2147483647 w 240"/>
                <a:gd name="T55" fmla="*/ 2147483647 h 228"/>
                <a:gd name="T56" fmla="*/ 2147483647 w 240"/>
                <a:gd name="T57" fmla="*/ 2147483647 h 228"/>
                <a:gd name="T58" fmla="*/ 2147483647 w 240"/>
                <a:gd name="T59" fmla="*/ 2147483647 h 228"/>
                <a:gd name="T60" fmla="*/ 2147483647 w 240"/>
                <a:gd name="T61" fmla="*/ 2147483647 h 228"/>
                <a:gd name="T62" fmla="*/ 2147483647 w 240"/>
                <a:gd name="T63" fmla="*/ 2147483647 h 228"/>
                <a:gd name="T64" fmla="*/ 2147483647 w 240"/>
                <a:gd name="T65" fmla="*/ 2147483647 h 228"/>
                <a:gd name="T66" fmla="*/ 2147483647 w 240"/>
                <a:gd name="T67" fmla="*/ 2147483647 h 22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40"/>
                <a:gd name="T103" fmla="*/ 0 h 228"/>
                <a:gd name="T104" fmla="*/ 240 w 240"/>
                <a:gd name="T105" fmla="*/ 228 h 22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40" h="228">
                  <a:moveTo>
                    <a:pt x="210" y="198"/>
                  </a:moveTo>
                  <a:lnTo>
                    <a:pt x="216" y="198"/>
                  </a:lnTo>
                  <a:lnTo>
                    <a:pt x="234" y="180"/>
                  </a:lnTo>
                  <a:lnTo>
                    <a:pt x="228" y="174"/>
                  </a:lnTo>
                  <a:lnTo>
                    <a:pt x="210" y="174"/>
                  </a:lnTo>
                  <a:lnTo>
                    <a:pt x="210" y="168"/>
                  </a:lnTo>
                  <a:lnTo>
                    <a:pt x="204" y="162"/>
                  </a:lnTo>
                  <a:lnTo>
                    <a:pt x="204" y="144"/>
                  </a:lnTo>
                  <a:lnTo>
                    <a:pt x="210" y="138"/>
                  </a:lnTo>
                  <a:lnTo>
                    <a:pt x="222" y="138"/>
                  </a:lnTo>
                  <a:lnTo>
                    <a:pt x="228" y="132"/>
                  </a:lnTo>
                  <a:lnTo>
                    <a:pt x="240" y="132"/>
                  </a:lnTo>
                  <a:lnTo>
                    <a:pt x="228" y="126"/>
                  </a:lnTo>
                  <a:lnTo>
                    <a:pt x="210" y="108"/>
                  </a:lnTo>
                  <a:lnTo>
                    <a:pt x="198" y="84"/>
                  </a:lnTo>
                  <a:lnTo>
                    <a:pt x="192" y="78"/>
                  </a:lnTo>
                  <a:lnTo>
                    <a:pt x="186" y="66"/>
                  </a:lnTo>
                  <a:lnTo>
                    <a:pt x="180" y="60"/>
                  </a:lnTo>
                  <a:lnTo>
                    <a:pt x="174" y="36"/>
                  </a:lnTo>
                  <a:lnTo>
                    <a:pt x="138" y="36"/>
                  </a:lnTo>
                  <a:lnTo>
                    <a:pt x="126" y="24"/>
                  </a:lnTo>
                  <a:lnTo>
                    <a:pt x="126" y="18"/>
                  </a:lnTo>
                  <a:lnTo>
                    <a:pt x="120" y="18"/>
                  </a:lnTo>
                  <a:lnTo>
                    <a:pt x="114" y="12"/>
                  </a:lnTo>
                  <a:lnTo>
                    <a:pt x="84" y="12"/>
                  </a:lnTo>
                  <a:lnTo>
                    <a:pt x="84" y="18"/>
                  </a:lnTo>
                  <a:lnTo>
                    <a:pt x="78" y="18"/>
                  </a:lnTo>
                  <a:lnTo>
                    <a:pt x="72" y="12"/>
                  </a:lnTo>
                  <a:lnTo>
                    <a:pt x="60" y="6"/>
                  </a:lnTo>
                  <a:lnTo>
                    <a:pt x="48" y="6"/>
                  </a:lnTo>
                  <a:lnTo>
                    <a:pt x="42" y="0"/>
                  </a:lnTo>
                  <a:lnTo>
                    <a:pt x="24" y="0"/>
                  </a:lnTo>
                  <a:lnTo>
                    <a:pt x="6" y="30"/>
                  </a:lnTo>
                  <a:lnTo>
                    <a:pt x="18" y="42"/>
                  </a:lnTo>
                  <a:lnTo>
                    <a:pt x="24" y="42"/>
                  </a:lnTo>
                  <a:lnTo>
                    <a:pt x="24" y="48"/>
                  </a:lnTo>
                  <a:lnTo>
                    <a:pt x="6" y="66"/>
                  </a:lnTo>
                  <a:lnTo>
                    <a:pt x="0" y="78"/>
                  </a:lnTo>
                  <a:lnTo>
                    <a:pt x="6" y="90"/>
                  </a:lnTo>
                  <a:lnTo>
                    <a:pt x="18" y="102"/>
                  </a:lnTo>
                  <a:lnTo>
                    <a:pt x="30" y="108"/>
                  </a:lnTo>
                  <a:lnTo>
                    <a:pt x="42" y="108"/>
                  </a:lnTo>
                  <a:lnTo>
                    <a:pt x="60" y="126"/>
                  </a:lnTo>
                  <a:lnTo>
                    <a:pt x="72" y="126"/>
                  </a:lnTo>
                  <a:lnTo>
                    <a:pt x="72" y="102"/>
                  </a:lnTo>
                  <a:lnTo>
                    <a:pt x="66" y="96"/>
                  </a:lnTo>
                  <a:lnTo>
                    <a:pt x="54" y="90"/>
                  </a:lnTo>
                  <a:lnTo>
                    <a:pt x="42" y="78"/>
                  </a:lnTo>
                  <a:lnTo>
                    <a:pt x="42" y="72"/>
                  </a:lnTo>
                  <a:lnTo>
                    <a:pt x="48" y="72"/>
                  </a:lnTo>
                  <a:lnTo>
                    <a:pt x="60" y="78"/>
                  </a:lnTo>
                  <a:lnTo>
                    <a:pt x="66" y="84"/>
                  </a:lnTo>
                  <a:lnTo>
                    <a:pt x="90" y="96"/>
                  </a:lnTo>
                  <a:lnTo>
                    <a:pt x="96" y="102"/>
                  </a:lnTo>
                  <a:lnTo>
                    <a:pt x="96" y="132"/>
                  </a:lnTo>
                  <a:lnTo>
                    <a:pt x="114" y="132"/>
                  </a:lnTo>
                  <a:lnTo>
                    <a:pt x="126" y="138"/>
                  </a:lnTo>
                  <a:lnTo>
                    <a:pt x="138" y="138"/>
                  </a:lnTo>
                  <a:lnTo>
                    <a:pt x="156" y="180"/>
                  </a:lnTo>
                  <a:lnTo>
                    <a:pt x="150" y="186"/>
                  </a:lnTo>
                  <a:lnTo>
                    <a:pt x="150" y="198"/>
                  </a:lnTo>
                  <a:lnTo>
                    <a:pt x="168" y="216"/>
                  </a:lnTo>
                  <a:lnTo>
                    <a:pt x="180" y="222"/>
                  </a:lnTo>
                  <a:lnTo>
                    <a:pt x="192" y="222"/>
                  </a:lnTo>
                  <a:lnTo>
                    <a:pt x="174" y="198"/>
                  </a:lnTo>
                  <a:lnTo>
                    <a:pt x="204" y="228"/>
                  </a:lnTo>
                  <a:lnTo>
                    <a:pt x="210" y="222"/>
                  </a:lnTo>
                  <a:lnTo>
                    <a:pt x="210" y="198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509" name="Congo" descr="© INSCALE GmbH, 05.05.2010&#10;http://www.presentationload.com/">
              <a:extLst>
                <a:ext uri="{FF2B5EF4-FFF2-40B4-BE49-F238E27FC236}">
                  <a16:creationId xmlns:a16="http://schemas.microsoft.com/office/drawing/2014/main" id="{826C4B7B-6D7A-446F-BC96-5F534B6BCA41}"/>
                </a:ext>
              </a:extLst>
            </p:cNvPr>
            <p:cNvSpPr>
              <a:spLocks/>
            </p:cNvSpPr>
            <p:nvPr/>
          </p:nvSpPr>
          <p:spPr bwMode="gray">
            <a:xfrm>
              <a:off x="4021490" y="2859400"/>
              <a:ext cx="445885" cy="498357"/>
            </a:xfrm>
            <a:custGeom>
              <a:avLst/>
              <a:gdLst>
                <a:gd name="T0" fmla="*/ 2147483647 w 1350"/>
                <a:gd name="T1" fmla="*/ 2147483647 h 1518"/>
                <a:gd name="T2" fmla="*/ 2147483647 w 1350"/>
                <a:gd name="T3" fmla="*/ 2147483647 h 1518"/>
                <a:gd name="T4" fmla="*/ 2147483647 w 1350"/>
                <a:gd name="T5" fmla="*/ 2147483647 h 1518"/>
                <a:gd name="T6" fmla="*/ 2147483647 w 1350"/>
                <a:gd name="T7" fmla="*/ 2147483647 h 1518"/>
                <a:gd name="T8" fmla="*/ 2147483647 w 1350"/>
                <a:gd name="T9" fmla="*/ 2147483647 h 1518"/>
                <a:gd name="T10" fmla="*/ 2147483647 w 1350"/>
                <a:gd name="T11" fmla="*/ 2147483647 h 1518"/>
                <a:gd name="T12" fmla="*/ 2147483647 w 1350"/>
                <a:gd name="T13" fmla="*/ 2147483647 h 1518"/>
                <a:gd name="T14" fmla="*/ 2147483647 w 1350"/>
                <a:gd name="T15" fmla="*/ 2147483647 h 1518"/>
                <a:gd name="T16" fmla="*/ 2147483647 w 1350"/>
                <a:gd name="T17" fmla="*/ 2147483647 h 1518"/>
                <a:gd name="T18" fmla="*/ 2147483647 w 1350"/>
                <a:gd name="T19" fmla="*/ 2147483647 h 1518"/>
                <a:gd name="T20" fmla="*/ 2147483647 w 1350"/>
                <a:gd name="T21" fmla="*/ 2147483647 h 1518"/>
                <a:gd name="T22" fmla="*/ 2147483647 w 1350"/>
                <a:gd name="T23" fmla="*/ 2147483647 h 1518"/>
                <a:gd name="T24" fmla="*/ 2147483647 w 1350"/>
                <a:gd name="T25" fmla="*/ 2147483647 h 1518"/>
                <a:gd name="T26" fmla="*/ 2147483647 w 1350"/>
                <a:gd name="T27" fmla="*/ 2147483647 h 1518"/>
                <a:gd name="T28" fmla="*/ 2147483647 w 1350"/>
                <a:gd name="T29" fmla="*/ 2147483647 h 1518"/>
                <a:gd name="T30" fmla="*/ 2147483647 w 1350"/>
                <a:gd name="T31" fmla="*/ 2147483647 h 1518"/>
                <a:gd name="T32" fmla="*/ 2147483647 w 1350"/>
                <a:gd name="T33" fmla="*/ 2147483647 h 1518"/>
                <a:gd name="T34" fmla="*/ 2147483647 w 1350"/>
                <a:gd name="T35" fmla="*/ 2147483647 h 1518"/>
                <a:gd name="T36" fmla="*/ 2147483647 w 1350"/>
                <a:gd name="T37" fmla="*/ 2147483647 h 1518"/>
                <a:gd name="T38" fmla="*/ 2147483647 w 1350"/>
                <a:gd name="T39" fmla="*/ 2147483647 h 1518"/>
                <a:gd name="T40" fmla="*/ 2147483647 w 1350"/>
                <a:gd name="T41" fmla="*/ 2147483647 h 1518"/>
                <a:gd name="T42" fmla="*/ 2147483647 w 1350"/>
                <a:gd name="T43" fmla="*/ 2147483647 h 1518"/>
                <a:gd name="T44" fmla="*/ 2147483647 w 1350"/>
                <a:gd name="T45" fmla="*/ 2147483647 h 1518"/>
                <a:gd name="T46" fmla="*/ 2147483647 w 1350"/>
                <a:gd name="T47" fmla="*/ 2147483647 h 1518"/>
                <a:gd name="T48" fmla="*/ 2147483647 w 1350"/>
                <a:gd name="T49" fmla="*/ 2147483647 h 1518"/>
                <a:gd name="T50" fmla="*/ 2147483647 w 1350"/>
                <a:gd name="T51" fmla="*/ 2147483647 h 1518"/>
                <a:gd name="T52" fmla="*/ 2147483647 w 1350"/>
                <a:gd name="T53" fmla="*/ 2147483647 h 1518"/>
                <a:gd name="T54" fmla="*/ 2147483647 w 1350"/>
                <a:gd name="T55" fmla="*/ 2147483647 h 1518"/>
                <a:gd name="T56" fmla="*/ 2147483647 w 1350"/>
                <a:gd name="T57" fmla="*/ 2147483647 h 1518"/>
                <a:gd name="T58" fmla="*/ 2147483647 w 1350"/>
                <a:gd name="T59" fmla="*/ 2147483647 h 1518"/>
                <a:gd name="T60" fmla="*/ 2147483647 w 1350"/>
                <a:gd name="T61" fmla="*/ 2147483647 h 1518"/>
                <a:gd name="T62" fmla="*/ 2147483647 w 1350"/>
                <a:gd name="T63" fmla="*/ 2147483647 h 1518"/>
                <a:gd name="T64" fmla="*/ 2147483647 w 1350"/>
                <a:gd name="T65" fmla="*/ 2147483647 h 1518"/>
                <a:gd name="T66" fmla="*/ 2147483647 w 1350"/>
                <a:gd name="T67" fmla="*/ 2147483647 h 1518"/>
                <a:gd name="T68" fmla="*/ 2147483647 w 1350"/>
                <a:gd name="T69" fmla="*/ 2147483647 h 1518"/>
                <a:gd name="T70" fmla="*/ 2147483647 w 1350"/>
                <a:gd name="T71" fmla="*/ 2147483647 h 1518"/>
                <a:gd name="T72" fmla="*/ 2147483647 w 1350"/>
                <a:gd name="T73" fmla="*/ 2147483647 h 1518"/>
                <a:gd name="T74" fmla="*/ 2147483647 w 1350"/>
                <a:gd name="T75" fmla="*/ 2147483647 h 1518"/>
                <a:gd name="T76" fmla="*/ 2147483647 w 1350"/>
                <a:gd name="T77" fmla="*/ 2147483647 h 1518"/>
                <a:gd name="T78" fmla="*/ 2147483647 w 1350"/>
                <a:gd name="T79" fmla="*/ 2147483647 h 1518"/>
                <a:gd name="T80" fmla="*/ 2147483647 w 1350"/>
                <a:gd name="T81" fmla="*/ 2147483647 h 1518"/>
                <a:gd name="T82" fmla="*/ 2147483647 w 1350"/>
                <a:gd name="T83" fmla="*/ 2147483647 h 1518"/>
                <a:gd name="T84" fmla="*/ 2147483647 w 1350"/>
                <a:gd name="T85" fmla="*/ 2147483647 h 1518"/>
                <a:gd name="T86" fmla="*/ 2147483647 w 1350"/>
                <a:gd name="T87" fmla="*/ 2147483647 h 1518"/>
                <a:gd name="T88" fmla="*/ 2147483647 w 1350"/>
                <a:gd name="T89" fmla="*/ 2147483647 h 1518"/>
                <a:gd name="T90" fmla="*/ 2147483647 w 1350"/>
                <a:gd name="T91" fmla="*/ 2147483647 h 1518"/>
                <a:gd name="T92" fmla="*/ 2147483647 w 1350"/>
                <a:gd name="T93" fmla="*/ 2147483647 h 1518"/>
                <a:gd name="T94" fmla="*/ 2147483647 w 1350"/>
                <a:gd name="T95" fmla="*/ 2147483647 h 1518"/>
                <a:gd name="T96" fmla="*/ 2147483647 w 1350"/>
                <a:gd name="T97" fmla="*/ 2147483647 h 1518"/>
                <a:gd name="T98" fmla="*/ 2147483647 w 1350"/>
                <a:gd name="T99" fmla="*/ 2147483647 h 1518"/>
                <a:gd name="T100" fmla="*/ 2147483647 w 1350"/>
                <a:gd name="T101" fmla="*/ 2147483647 h 1518"/>
                <a:gd name="T102" fmla="*/ 2147483647 w 1350"/>
                <a:gd name="T103" fmla="*/ 2147483647 h 1518"/>
                <a:gd name="T104" fmla="*/ 2147483647 w 1350"/>
                <a:gd name="T105" fmla="*/ 2147483647 h 1518"/>
                <a:gd name="T106" fmla="*/ 2147483647 w 1350"/>
                <a:gd name="T107" fmla="*/ 2147483647 h 1518"/>
                <a:gd name="T108" fmla="*/ 2147483647 w 1350"/>
                <a:gd name="T109" fmla="*/ 2147483647 h 1518"/>
                <a:gd name="T110" fmla="*/ 2147483647 w 1350"/>
                <a:gd name="T111" fmla="*/ 2147483647 h 1518"/>
                <a:gd name="T112" fmla="*/ 2147483647 w 1350"/>
                <a:gd name="T113" fmla="*/ 2147483647 h 1518"/>
                <a:gd name="T114" fmla="*/ 2147483647 w 1350"/>
                <a:gd name="T115" fmla="*/ 2147483647 h 1518"/>
                <a:gd name="T116" fmla="*/ 2147483647 w 1350"/>
                <a:gd name="T117" fmla="*/ 2147483647 h 1518"/>
                <a:gd name="T118" fmla="*/ 2147483647 w 1350"/>
                <a:gd name="T119" fmla="*/ 2147483647 h 1518"/>
                <a:gd name="T120" fmla="*/ 2147483647 w 1350"/>
                <a:gd name="T121" fmla="*/ 2147483647 h 1518"/>
                <a:gd name="T122" fmla="*/ 2147483647 w 1350"/>
                <a:gd name="T123" fmla="*/ 2147483647 h 1518"/>
                <a:gd name="T124" fmla="*/ 2147483647 w 1350"/>
                <a:gd name="T125" fmla="*/ 2147483647 h 151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350"/>
                <a:gd name="T190" fmla="*/ 0 h 1518"/>
                <a:gd name="T191" fmla="*/ 1350 w 1350"/>
                <a:gd name="T192" fmla="*/ 1518 h 1518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350" h="1518">
                  <a:moveTo>
                    <a:pt x="1242" y="468"/>
                  </a:moveTo>
                  <a:lnTo>
                    <a:pt x="1242" y="438"/>
                  </a:lnTo>
                  <a:lnTo>
                    <a:pt x="1260" y="366"/>
                  </a:lnTo>
                  <a:lnTo>
                    <a:pt x="1278" y="354"/>
                  </a:lnTo>
                  <a:lnTo>
                    <a:pt x="1278" y="342"/>
                  </a:lnTo>
                  <a:lnTo>
                    <a:pt x="1302" y="330"/>
                  </a:lnTo>
                  <a:lnTo>
                    <a:pt x="1308" y="318"/>
                  </a:lnTo>
                  <a:lnTo>
                    <a:pt x="1320" y="312"/>
                  </a:lnTo>
                  <a:lnTo>
                    <a:pt x="1332" y="288"/>
                  </a:lnTo>
                  <a:lnTo>
                    <a:pt x="1344" y="276"/>
                  </a:lnTo>
                  <a:lnTo>
                    <a:pt x="1350" y="264"/>
                  </a:lnTo>
                  <a:lnTo>
                    <a:pt x="1350" y="252"/>
                  </a:lnTo>
                  <a:lnTo>
                    <a:pt x="1344" y="246"/>
                  </a:lnTo>
                  <a:lnTo>
                    <a:pt x="1332" y="240"/>
                  </a:lnTo>
                  <a:lnTo>
                    <a:pt x="1320" y="240"/>
                  </a:lnTo>
                  <a:lnTo>
                    <a:pt x="1314" y="234"/>
                  </a:lnTo>
                  <a:lnTo>
                    <a:pt x="1314" y="222"/>
                  </a:lnTo>
                  <a:lnTo>
                    <a:pt x="1320" y="210"/>
                  </a:lnTo>
                  <a:lnTo>
                    <a:pt x="1326" y="204"/>
                  </a:lnTo>
                  <a:lnTo>
                    <a:pt x="1326" y="198"/>
                  </a:lnTo>
                  <a:lnTo>
                    <a:pt x="1320" y="192"/>
                  </a:lnTo>
                  <a:lnTo>
                    <a:pt x="1308" y="186"/>
                  </a:lnTo>
                  <a:lnTo>
                    <a:pt x="1326" y="168"/>
                  </a:lnTo>
                  <a:lnTo>
                    <a:pt x="1320" y="144"/>
                  </a:lnTo>
                  <a:lnTo>
                    <a:pt x="1302" y="144"/>
                  </a:lnTo>
                  <a:lnTo>
                    <a:pt x="1296" y="120"/>
                  </a:lnTo>
                  <a:lnTo>
                    <a:pt x="1290" y="120"/>
                  </a:lnTo>
                  <a:lnTo>
                    <a:pt x="1284" y="114"/>
                  </a:lnTo>
                  <a:lnTo>
                    <a:pt x="1272" y="108"/>
                  </a:lnTo>
                  <a:lnTo>
                    <a:pt x="1260" y="96"/>
                  </a:lnTo>
                  <a:lnTo>
                    <a:pt x="1254" y="84"/>
                  </a:lnTo>
                  <a:lnTo>
                    <a:pt x="1248" y="66"/>
                  </a:lnTo>
                  <a:lnTo>
                    <a:pt x="1236" y="60"/>
                  </a:lnTo>
                  <a:lnTo>
                    <a:pt x="1230" y="54"/>
                  </a:lnTo>
                  <a:lnTo>
                    <a:pt x="1218" y="66"/>
                  </a:lnTo>
                  <a:lnTo>
                    <a:pt x="1218" y="72"/>
                  </a:lnTo>
                  <a:lnTo>
                    <a:pt x="1206" y="84"/>
                  </a:lnTo>
                  <a:lnTo>
                    <a:pt x="1200" y="84"/>
                  </a:lnTo>
                  <a:lnTo>
                    <a:pt x="1188" y="78"/>
                  </a:lnTo>
                  <a:lnTo>
                    <a:pt x="1188" y="72"/>
                  </a:lnTo>
                  <a:lnTo>
                    <a:pt x="1176" y="66"/>
                  </a:lnTo>
                  <a:lnTo>
                    <a:pt x="1164" y="66"/>
                  </a:lnTo>
                  <a:lnTo>
                    <a:pt x="1158" y="72"/>
                  </a:lnTo>
                  <a:lnTo>
                    <a:pt x="1152" y="84"/>
                  </a:lnTo>
                  <a:lnTo>
                    <a:pt x="1146" y="90"/>
                  </a:lnTo>
                  <a:lnTo>
                    <a:pt x="1098" y="66"/>
                  </a:lnTo>
                  <a:lnTo>
                    <a:pt x="1098" y="42"/>
                  </a:lnTo>
                  <a:lnTo>
                    <a:pt x="1068" y="18"/>
                  </a:lnTo>
                  <a:lnTo>
                    <a:pt x="1062" y="6"/>
                  </a:lnTo>
                  <a:lnTo>
                    <a:pt x="1044" y="24"/>
                  </a:lnTo>
                  <a:lnTo>
                    <a:pt x="1026" y="30"/>
                  </a:lnTo>
                  <a:lnTo>
                    <a:pt x="1002" y="30"/>
                  </a:lnTo>
                  <a:lnTo>
                    <a:pt x="990" y="18"/>
                  </a:lnTo>
                  <a:lnTo>
                    <a:pt x="990" y="12"/>
                  </a:lnTo>
                  <a:lnTo>
                    <a:pt x="954" y="18"/>
                  </a:lnTo>
                  <a:lnTo>
                    <a:pt x="942" y="6"/>
                  </a:lnTo>
                  <a:lnTo>
                    <a:pt x="942" y="0"/>
                  </a:lnTo>
                  <a:lnTo>
                    <a:pt x="936" y="0"/>
                  </a:lnTo>
                  <a:lnTo>
                    <a:pt x="918" y="18"/>
                  </a:lnTo>
                  <a:lnTo>
                    <a:pt x="918" y="30"/>
                  </a:lnTo>
                  <a:lnTo>
                    <a:pt x="906" y="30"/>
                  </a:lnTo>
                  <a:lnTo>
                    <a:pt x="900" y="36"/>
                  </a:lnTo>
                  <a:lnTo>
                    <a:pt x="876" y="36"/>
                  </a:lnTo>
                  <a:lnTo>
                    <a:pt x="864" y="24"/>
                  </a:lnTo>
                  <a:lnTo>
                    <a:pt x="840" y="42"/>
                  </a:lnTo>
                  <a:lnTo>
                    <a:pt x="822" y="42"/>
                  </a:lnTo>
                  <a:lnTo>
                    <a:pt x="810" y="54"/>
                  </a:lnTo>
                  <a:lnTo>
                    <a:pt x="798" y="60"/>
                  </a:lnTo>
                  <a:lnTo>
                    <a:pt x="792" y="66"/>
                  </a:lnTo>
                  <a:lnTo>
                    <a:pt x="786" y="66"/>
                  </a:lnTo>
                  <a:lnTo>
                    <a:pt x="762" y="42"/>
                  </a:lnTo>
                  <a:lnTo>
                    <a:pt x="756" y="54"/>
                  </a:lnTo>
                  <a:lnTo>
                    <a:pt x="738" y="72"/>
                  </a:lnTo>
                  <a:lnTo>
                    <a:pt x="738" y="84"/>
                  </a:lnTo>
                  <a:lnTo>
                    <a:pt x="732" y="90"/>
                  </a:lnTo>
                  <a:lnTo>
                    <a:pt x="726" y="102"/>
                  </a:lnTo>
                  <a:lnTo>
                    <a:pt x="720" y="108"/>
                  </a:lnTo>
                  <a:lnTo>
                    <a:pt x="708" y="102"/>
                  </a:lnTo>
                  <a:lnTo>
                    <a:pt x="702" y="96"/>
                  </a:lnTo>
                  <a:lnTo>
                    <a:pt x="690" y="90"/>
                  </a:lnTo>
                  <a:lnTo>
                    <a:pt x="642" y="90"/>
                  </a:lnTo>
                  <a:lnTo>
                    <a:pt x="630" y="84"/>
                  </a:lnTo>
                  <a:lnTo>
                    <a:pt x="624" y="78"/>
                  </a:lnTo>
                  <a:lnTo>
                    <a:pt x="582" y="78"/>
                  </a:lnTo>
                  <a:lnTo>
                    <a:pt x="582" y="48"/>
                  </a:lnTo>
                  <a:lnTo>
                    <a:pt x="576" y="42"/>
                  </a:lnTo>
                  <a:lnTo>
                    <a:pt x="558" y="42"/>
                  </a:lnTo>
                  <a:lnTo>
                    <a:pt x="558" y="30"/>
                  </a:lnTo>
                  <a:lnTo>
                    <a:pt x="546" y="24"/>
                  </a:lnTo>
                  <a:lnTo>
                    <a:pt x="534" y="24"/>
                  </a:lnTo>
                  <a:lnTo>
                    <a:pt x="516" y="18"/>
                  </a:lnTo>
                  <a:lnTo>
                    <a:pt x="504" y="18"/>
                  </a:lnTo>
                  <a:lnTo>
                    <a:pt x="492" y="24"/>
                  </a:lnTo>
                  <a:lnTo>
                    <a:pt x="486" y="30"/>
                  </a:lnTo>
                  <a:lnTo>
                    <a:pt x="486" y="36"/>
                  </a:lnTo>
                  <a:lnTo>
                    <a:pt x="480" y="48"/>
                  </a:lnTo>
                  <a:lnTo>
                    <a:pt x="480" y="54"/>
                  </a:lnTo>
                  <a:lnTo>
                    <a:pt x="474" y="66"/>
                  </a:lnTo>
                  <a:lnTo>
                    <a:pt x="462" y="78"/>
                  </a:lnTo>
                  <a:lnTo>
                    <a:pt x="456" y="78"/>
                  </a:lnTo>
                  <a:lnTo>
                    <a:pt x="444" y="90"/>
                  </a:lnTo>
                  <a:lnTo>
                    <a:pt x="444" y="102"/>
                  </a:lnTo>
                  <a:lnTo>
                    <a:pt x="450" y="102"/>
                  </a:lnTo>
                  <a:lnTo>
                    <a:pt x="450" y="120"/>
                  </a:lnTo>
                  <a:lnTo>
                    <a:pt x="438" y="138"/>
                  </a:lnTo>
                  <a:lnTo>
                    <a:pt x="450" y="150"/>
                  </a:lnTo>
                  <a:lnTo>
                    <a:pt x="450" y="186"/>
                  </a:lnTo>
                  <a:lnTo>
                    <a:pt x="444" y="198"/>
                  </a:lnTo>
                  <a:lnTo>
                    <a:pt x="438" y="216"/>
                  </a:lnTo>
                  <a:lnTo>
                    <a:pt x="426" y="228"/>
                  </a:lnTo>
                  <a:lnTo>
                    <a:pt x="414" y="252"/>
                  </a:lnTo>
                  <a:lnTo>
                    <a:pt x="408" y="258"/>
                  </a:lnTo>
                  <a:lnTo>
                    <a:pt x="408" y="288"/>
                  </a:lnTo>
                  <a:lnTo>
                    <a:pt x="414" y="300"/>
                  </a:lnTo>
                  <a:lnTo>
                    <a:pt x="414" y="324"/>
                  </a:lnTo>
                  <a:lnTo>
                    <a:pt x="396" y="360"/>
                  </a:lnTo>
                  <a:lnTo>
                    <a:pt x="396" y="372"/>
                  </a:lnTo>
                  <a:lnTo>
                    <a:pt x="402" y="378"/>
                  </a:lnTo>
                  <a:lnTo>
                    <a:pt x="408" y="390"/>
                  </a:lnTo>
                  <a:lnTo>
                    <a:pt x="408" y="414"/>
                  </a:lnTo>
                  <a:lnTo>
                    <a:pt x="402" y="426"/>
                  </a:lnTo>
                  <a:lnTo>
                    <a:pt x="390" y="432"/>
                  </a:lnTo>
                  <a:lnTo>
                    <a:pt x="390" y="486"/>
                  </a:lnTo>
                  <a:lnTo>
                    <a:pt x="384" y="492"/>
                  </a:lnTo>
                  <a:lnTo>
                    <a:pt x="372" y="498"/>
                  </a:lnTo>
                  <a:lnTo>
                    <a:pt x="366" y="510"/>
                  </a:lnTo>
                  <a:lnTo>
                    <a:pt x="318" y="534"/>
                  </a:lnTo>
                  <a:lnTo>
                    <a:pt x="312" y="540"/>
                  </a:lnTo>
                  <a:lnTo>
                    <a:pt x="306" y="552"/>
                  </a:lnTo>
                  <a:lnTo>
                    <a:pt x="306" y="588"/>
                  </a:lnTo>
                  <a:lnTo>
                    <a:pt x="282" y="612"/>
                  </a:lnTo>
                  <a:lnTo>
                    <a:pt x="276" y="612"/>
                  </a:lnTo>
                  <a:lnTo>
                    <a:pt x="282" y="714"/>
                  </a:lnTo>
                  <a:lnTo>
                    <a:pt x="252" y="756"/>
                  </a:lnTo>
                  <a:lnTo>
                    <a:pt x="246" y="762"/>
                  </a:lnTo>
                  <a:lnTo>
                    <a:pt x="228" y="762"/>
                  </a:lnTo>
                  <a:lnTo>
                    <a:pt x="216" y="774"/>
                  </a:lnTo>
                  <a:lnTo>
                    <a:pt x="210" y="786"/>
                  </a:lnTo>
                  <a:lnTo>
                    <a:pt x="192" y="804"/>
                  </a:lnTo>
                  <a:lnTo>
                    <a:pt x="186" y="816"/>
                  </a:lnTo>
                  <a:lnTo>
                    <a:pt x="180" y="822"/>
                  </a:lnTo>
                  <a:lnTo>
                    <a:pt x="168" y="828"/>
                  </a:lnTo>
                  <a:lnTo>
                    <a:pt x="150" y="828"/>
                  </a:lnTo>
                  <a:lnTo>
                    <a:pt x="144" y="822"/>
                  </a:lnTo>
                  <a:lnTo>
                    <a:pt x="150" y="810"/>
                  </a:lnTo>
                  <a:lnTo>
                    <a:pt x="150" y="780"/>
                  </a:lnTo>
                  <a:lnTo>
                    <a:pt x="144" y="780"/>
                  </a:lnTo>
                  <a:lnTo>
                    <a:pt x="126" y="798"/>
                  </a:lnTo>
                  <a:lnTo>
                    <a:pt x="102" y="792"/>
                  </a:lnTo>
                  <a:lnTo>
                    <a:pt x="102" y="810"/>
                  </a:lnTo>
                  <a:lnTo>
                    <a:pt x="96" y="822"/>
                  </a:lnTo>
                  <a:lnTo>
                    <a:pt x="90" y="828"/>
                  </a:lnTo>
                  <a:lnTo>
                    <a:pt x="78" y="828"/>
                  </a:lnTo>
                  <a:lnTo>
                    <a:pt x="72" y="822"/>
                  </a:lnTo>
                  <a:lnTo>
                    <a:pt x="72" y="816"/>
                  </a:lnTo>
                  <a:lnTo>
                    <a:pt x="66" y="810"/>
                  </a:lnTo>
                  <a:lnTo>
                    <a:pt x="66" y="804"/>
                  </a:lnTo>
                  <a:lnTo>
                    <a:pt x="54" y="804"/>
                  </a:lnTo>
                  <a:lnTo>
                    <a:pt x="48" y="816"/>
                  </a:lnTo>
                  <a:lnTo>
                    <a:pt x="12" y="846"/>
                  </a:lnTo>
                  <a:lnTo>
                    <a:pt x="18" y="858"/>
                  </a:lnTo>
                  <a:lnTo>
                    <a:pt x="18" y="864"/>
                  </a:lnTo>
                  <a:lnTo>
                    <a:pt x="24" y="876"/>
                  </a:lnTo>
                  <a:lnTo>
                    <a:pt x="24" y="882"/>
                  </a:lnTo>
                  <a:lnTo>
                    <a:pt x="18" y="888"/>
                  </a:lnTo>
                  <a:lnTo>
                    <a:pt x="6" y="894"/>
                  </a:lnTo>
                  <a:lnTo>
                    <a:pt x="0" y="900"/>
                  </a:lnTo>
                  <a:lnTo>
                    <a:pt x="6" y="906"/>
                  </a:lnTo>
                  <a:lnTo>
                    <a:pt x="6" y="912"/>
                  </a:lnTo>
                  <a:lnTo>
                    <a:pt x="18" y="918"/>
                  </a:lnTo>
                  <a:lnTo>
                    <a:pt x="18" y="924"/>
                  </a:lnTo>
                  <a:lnTo>
                    <a:pt x="54" y="906"/>
                  </a:lnTo>
                  <a:lnTo>
                    <a:pt x="78" y="912"/>
                  </a:lnTo>
                  <a:lnTo>
                    <a:pt x="84" y="906"/>
                  </a:lnTo>
                  <a:lnTo>
                    <a:pt x="96" y="912"/>
                  </a:lnTo>
                  <a:lnTo>
                    <a:pt x="120" y="906"/>
                  </a:lnTo>
                  <a:lnTo>
                    <a:pt x="132" y="912"/>
                  </a:lnTo>
                  <a:lnTo>
                    <a:pt x="162" y="912"/>
                  </a:lnTo>
                  <a:lnTo>
                    <a:pt x="174" y="906"/>
                  </a:lnTo>
                  <a:lnTo>
                    <a:pt x="186" y="906"/>
                  </a:lnTo>
                  <a:lnTo>
                    <a:pt x="198" y="912"/>
                  </a:lnTo>
                  <a:lnTo>
                    <a:pt x="228" y="912"/>
                  </a:lnTo>
                  <a:lnTo>
                    <a:pt x="246" y="906"/>
                  </a:lnTo>
                  <a:lnTo>
                    <a:pt x="270" y="906"/>
                  </a:lnTo>
                  <a:lnTo>
                    <a:pt x="276" y="900"/>
                  </a:lnTo>
                  <a:lnTo>
                    <a:pt x="294" y="900"/>
                  </a:lnTo>
                  <a:lnTo>
                    <a:pt x="300" y="906"/>
                  </a:lnTo>
                  <a:lnTo>
                    <a:pt x="306" y="918"/>
                  </a:lnTo>
                  <a:lnTo>
                    <a:pt x="318" y="930"/>
                  </a:lnTo>
                  <a:lnTo>
                    <a:pt x="318" y="972"/>
                  </a:lnTo>
                  <a:lnTo>
                    <a:pt x="336" y="990"/>
                  </a:lnTo>
                  <a:lnTo>
                    <a:pt x="336" y="1014"/>
                  </a:lnTo>
                  <a:lnTo>
                    <a:pt x="330" y="1020"/>
                  </a:lnTo>
                  <a:lnTo>
                    <a:pt x="330" y="1026"/>
                  </a:lnTo>
                  <a:lnTo>
                    <a:pt x="336" y="1032"/>
                  </a:lnTo>
                  <a:lnTo>
                    <a:pt x="342" y="1032"/>
                  </a:lnTo>
                  <a:lnTo>
                    <a:pt x="354" y="1044"/>
                  </a:lnTo>
                  <a:lnTo>
                    <a:pt x="354" y="1056"/>
                  </a:lnTo>
                  <a:lnTo>
                    <a:pt x="360" y="1062"/>
                  </a:lnTo>
                  <a:lnTo>
                    <a:pt x="372" y="1086"/>
                  </a:lnTo>
                  <a:lnTo>
                    <a:pt x="402" y="1086"/>
                  </a:lnTo>
                  <a:lnTo>
                    <a:pt x="414" y="1092"/>
                  </a:lnTo>
                  <a:lnTo>
                    <a:pt x="420" y="1080"/>
                  </a:lnTo>
                  <a:lnTo>
                    <a:pt x="444" y="1080"/>
                  </a:lnTo>
                  <a:lnTo>
                    <a:pt x="456" y="1074"/>
                  </a:lnTo>
                  <a:lnTo>
                    <a:pt x="462" y="1080"/>
                  </a:lnTo>
                  <a:lnTo>
                    <a:pt x="504" y="1074"/>
                  </a:lnTo>
                  <a:lnTo>
                    <a:pt x="504" y="1056"/>
                  </a:lnTo>
                  <a:lnTo>
                    <a:pt x="510" y="1050"/>
                  </a:lnTo>
                  <a:lnTo>
                    <a:pt x="510" y="1044"/>
                  </a:lnTo>
                  <a:lnTo>
                    <a:pt x="522" y="1044"/>
                  </a:lnTo>
                  <a:lnTo>
                    <a:pt x="522" y="1032"/>
                  </a:lnTo>
                  <a:lnTo>
                    <a:pt x="516" y="1020"/>
                  </a:lnTo>
                  <a:lnTo>
                    <a:pt x="510" y="1014"/>
                  </a:lnTo>
                  <a:lnTo>
                    <a:pt x="510" y="1008"/>
                  </a:lnTo>
                  <a:lnTo>
                    <a:pt x="516" y="1002"/>
                  </a:lnTo>
                  <a:lnTo>
                    <a:pt x="564" y="1002"/>
                  </a:lnTo>
                  <a:lnTo>
                    <a:pt x="564" y="996"/>
                  </a:lnTo>
                  <a:lnTo>
                    <a:pt x="576" y="996"/>
                  </a:lnTo>
                  <a:lnTo>
                    <a:pt x="588" y="1002"/>
                  </a:lnTo>
                  <a:lnTo>
                    <a:pt x="588" y="1026"/>
                  </a:lnTo>
                  <a:lnTo>
                    <a:pt x="678" y="1026"/>
                  </a:lnTo>
                  <a:lnTo>
                    <a:pt x="678" y="1050"/>
                  </a:lnTo>
                  <a:lnTo>
                    <a:pt x="666" y="1068"/>
                  </a:lnTo>
                  <a:lnTo>
                    <a:pt x="672" y="1086"/>
                  </a:lnTo>
                  <a:lnTo>
                    <a:pt x="684" y="1098"/>
                  </a:lnTo>
                  <a:lnTo>
                    <a:pt x="690" y="1110"/>
                  </a:lnTo>
                  <a:lnTo>
                    <a:pt x="690" y="1122"/>
                  </a:lnTo>
                  <a:lnTo>
                    <a:pt x="684" y="1134"/>
                  </a:lnTo>
                  <a:lnTo>
                    <a:pt x="678" y="1140"/>
                  </a:lnTo>
                  <a:lnTo>
                    <a:pt x="684" y="1164"/>
                  </a:lnTo>
                  <a:lnTo>
                    <a:pt x="684" y="1176"/>
                  </a:lnTo>
                  <a:lnTo>
                    <a:pt x="678" y="1182"/>
                  </a:lnTo>
                  <a:lnTo>
                    <a:pt x="678" y="1194"/>
                  </a:lnTo>
                  <a:lnTo>
                    <a:pt x="684" y="1212"/>
                  </a:lnTo>
                  <a:lnTo>
                    <a:pt x="696" y="1230"/>
                  </a:lnTo>
                  <a:lnTo>
                    <a:pt x="708" y="1254"/>
                  </a:lnTo>
                  <a:lnTo>
                    <a:pt x="714" y="1260"/>
                  </a:lnTo>
                  <a:lnTo>
                    <a:pt x="714" y="1278"/>
                  </a:lnTo>
                  <a:lnTo>
                    <a:pt x="708" y="1290"/>
                  </a:lnTo>
                  <a:lnTo>
                    <a:pt x="708" y="1302"/>
                  </a:lnTo>
                  <a:lnTo>
                    <a:pt x="702" y="1308"/>
                  </a:lnTo>
                  <a:lnTo>
                    <a:pt x="702" y="1332"/>
                  </a:lnTo>
                  <a:lnTo>
                    <a:pt x="708" y="1338"/>
                  </a:lnTo>
                  <a:lnTo>
                    <a:pt x="714" y="1338"/>
                  </a:lnTo>
                  <a:lnTo>
                    <a:pt x="720" y="1344"/>
                  </a:lnTo>
                  <a:lnTo>
                    <a:pt x="726" y="1326"/>
                  </a:lnTo>
                  <a:lnTo>
                    <a:pt x="756" y="1332"/>
                  </a:lnTo>
                  <a:lnTo>
                    <a:pt x="780" y="1326"/>
                  </a:lnTo>
                  <a:lnTo>
                    <a:pt x="780" y="1314"/>
                  </a:lnTo>
                  <a:lnTo>
                    <a:pt x="792" y="1314"/>
                  </a:lnTo>
                  <a:lnTo>
                    <a:pt x="804" y="1326"/>
                  </a:lnTo>
                  <a:lnTo>
                    <a:pt x="828" y="1326"/>
                  </a:lnTo>
                  <a:lnTo>
                    <a:pt x="834" y="1308"/>
                  </a:lnTo>
                  <a:lnTo>
                    <a:pt x="840" y="1320"/>
                  </a:lnTo>
                  <a:lnTo>
                    <a:pt x="858" y="1320"/>
                  </a:lnTo>
                  <a:lnTo>
                    <a:pt x="858" y="1350"/>
                  </a:lnTo>
                  <a:lnTo>
                    <a:pt x="864" y="1356"/>
                  </a:lnTo>
                  <a:lnTo>
                    <a:pt x="882" y="1356"/>
                  </a:lnTo>
                  <a:lnTo>
                    <a:pt x="882" y="1350"/>
                  </a:lnTo>
                  <a:lnTo>
                    <a:pt x="876" y="1344"/>
                  </a:lnTo>
                  <a:lnTo>
                    <a:pt x="918" y="1338"/>
                  </a:lnTo>
                  <a:lnTo>
                    <a:pt x="918" y="1356"/>
                  </a:lnTo>
                  <a:lnTo>
                    <a:pt x="924" y="1368"/>
                  </a:lnTo>
                  <a:lnTo>
                    <a:pt x="930" y="1374"/>
                  </a:lnTo>
                  <a:lnTo>
                    <a:pt x="948" y="1386"/>
                  </a:lnTo>
                  <a:lnTo>
                    <a:pt x="984" y="1392"/>
                  </a:lnTo>
                  <a:lnTo>
                    <a:pt x="1014" y="1398"/>
                  </a:lnTo>
                  <a:lnTo>
                    <a:pt x="1032" y="1398"/>
                  </a:lnTo>
                  <a:lnTo>
                    <a:pt x="1032" y="1392"/>
                  </a:lnTo>
                  <a:lnTo>
                    <a:pt x="1038" y="1386"/>
                  </a:lnTo>
                  <a:lnTo>
                    <a:pt x="1038" y="1368"/>
                  </a:lnTo>
                  <a:lnTo>
                    <a:pt x="1044" y="1362"/>
                  </a:lnTo>
                  <a:lnTo>
                    <a:pt x="1050" y="1362"/>
                  </a:lnTo>
                  <a:lnTo>
                    <a:pt x="1062" y="1374"/>
                  </a:lnTo>
                  <a:lnTo>
                    <a:pt x="1062" y="1386"/>
                  </a:lnTo>
                  <a:lnTo>
                    <a:pt x="1068" y="1392"/>
                  </a:lnTo>
                  <a:lnTo>
                    <a:pt x="1080" y="1392"/>
                  </a:lnTo>
                  <a:lnTo>
                    <a:pt x="1080" y="1404"/>
                  </a:lnTo>
                  <a:lnTo>
                    <a:pt x="1074" y="1404"/>
                  </a:lnTo>
                  <a:lnTo>
                    <a:pt x="1074" y="1416"/>
                  </a:lnTo>
                  <a:lnTo>
                    <a:pt x="1104" y="1416"/>
                  </a:lnTo>
                  <a:lnTo>
                    <a:pt x="1110" y="1422"/>
                  </a:lnTo>
                  <a:lnTo>
                    <a:pt x="1110" y="1434"/>
                  </a:lnTo>
                  <a:lnTo>
                    <a:pt x="1122" y="1434"/>
                  </a:lnTo>
                  <a:lnTo>
                    <a:pt x="1128" y="1428"/>
                  </a:lnTo>
                  <a:lnTo>
                    <a:pt x="1134" y="1428"/>
                  </a:lnTo>
                  <a:lnTo>
                    <a:pt x="1140" y="1434"/>
                  </a:lnTo>
                  <a:lnTo>
                    <a:pt x="1146" y="1446"/>
                  </a:lnTo>
                  <a:lnTo>
                    <a:pt x="1146" y="1452"/>
                  </a:lnTo>
                  <a:lnTo>
                    <a:pt x="1152" y="1464"/>
                  </a:lnTo>
                  <a:lnTo>
                    <a:pt x="1164" y="1464"/>
                  </a:lnTo>
                  <a:lnTo>
                    <a:pt x="1176" y="1476"/>
                  </a:lnTo>
                  <a:lnTo>
                    <a:pt x="1176" y="1488"/>
                  </a:lnTo>
                  <a:lnTo>
                    <a:pt x="1182" y="1500"/>
                  </a:lnTo>
                  <a:lnTo>
                    <a:pt x="1182" y="1512"/>
                  </a:lnTo>
                  <a:lnTo>
                    <a:pt x="1200" y="1512"/>
                  </a:lnTo>
                  <a:lnTo>
                    <a:pt x="1218" y="1500"/>
                  </a:lnTo>
                  <a:lnTo>
                    <a:pt x="1224" y="1512"/>
                  </a:lnTo>
                  <a:lnTo>
                    <a:pt x="1224" y="1518"/>
                  </a:lnTo>
                  <a:lnTo>
                    <a:pt x="1230" y="1518"/>
                  </a:lnTo>
                  <a:lnTo>
                    <a:pt x="1236" y="1500"/>
                  </a:lnTo>
                  <a:lnTo>
                    <a:pt x="1242" y="1464"/>
                  </a:lnTo>
                  <a:lnTo>
                    <a:pt x="1242" y="1416"/>
                  </a:lnTo>
                  <a:lnTo>
                    <a:pt x="1218" y="1416"/>
                  </a:lnTo>
                  <a:lnTo>
                    <a:pt x="1218" y="1434"/>
                  </a:lnTo>
                  <a:lnTo>
                    <a:pt x="1212" y="1440"/>
                  </a:lnTo>
                  <a:lnTo>
                    <a:pt x="1206" y="1440"/>
                  </a:lnTo>
                  <a:lnTo>
                    <a:pt x="1194" y="1434"/>
                  </a:lnTo>
                  <a:lnTo>
                    <a:pt x="1164" y="1404"/>
                  </a:lnTo>
                  <a:lnTo>
                    <a:pt x="1158" y="1404"/>
                  </a:lnTo>
                  <a:lnTo>
                    <a:pt x="1158" y="1398"/>
                  </a:lnTo>
                  <a:lnTo>
                    <a:pt x="1152" y="1398"/>
                  </a:lnTo>
                  <a:lnTo>
                    <a:pt x="1140" y="1386"/>
                  </a:lnTo>
                  <a:lnTo>
                    <a:pt x="1140" y="1362"/>
                  </a:lnTo>
                  <a:lnTo>
                    <a:pt x="1146" y="1350"/>
                  </a:lnTo>
                  <a:lnTo>
                    <a:pt x="1152" y="1332"/>
                  </a:lnTo>
                  <a:lnTo>
                    <a:pt x="1158" y="1320"/>
                  </a:lnTo>
                  <a:lnTo>
                    <a:pt x="1170" y="1308"/>
                  </a:lnTo>
                  <a:lnTo>
                    <a:pt x="1170" y="1254"/>
                  </a:lnTo>
                  <a:lnTo>
                    <a:pt x="1164" y="1236"/>
                  </a:lnTo>
                  <a:lnTo>
                    <a:pt x="1164" y="1212"/>
                  </a:lnTo>
                  <a:lnTo>
                    <a:pt x="1158" y="1206"/>
                  </a:lnTo>
                  <a:lnTo>
                    <a:pt x="1158" y="1200"/>
                  </a:lnTo>
                  <a:lnTo>
                    <a:pt x="1152" y="1194"/>
                  </a:lnTo>
                  <a:lnTo>
                    <a:pt x="1152" y="1188"/>
                  </a:lnTo>
                  <a:lnTo>
                    <a:pt x="1140" y="1176"/>
                  </a:lnTo>
                  <a:lnTo>
                    <a:pt x="1146" y="1176"/>
                  </a:lnTo>
                  <a:lnTo>
                    <a:pt x="1152" y="1170"/>
                  </a:lnTo>
                  <a:lnTo>
                    <a:pt x="1164" y="1164"/>
                  </a:lnTo>
                  <a:lnTo>
                    <a:pt x="1182" y="1146"/>
                  </a:lnTo>
                  <a:lnTo>
                    <a:pt x="1182" y="1116"/>
                  </a:lnTo>
                  <a:lnTo>
                    <a:pt x="1194" y="1116"/>
                  </a:lnTo>
                  <a:lnTo>
                    <a:pt x="1212" y="1110"/>
                  </a:lnTo>
                  <a:lnTo>
                    <a:pt x="1230" y="1110"/>
                  </a:lnTo>
                  <a:lnTo>
                    <a:pt x="1242" y="1104"/>
                  </a:lnTo>
                  <a:lnTo>
                    <a:pt x="1260" y="1104"/>
                  </a:lnTo>
                  <a:lnTo>
                    <a:pt x="1284" y="1092"/>
                  </a:lnTo>
                  <a:lnTo>
                    <a:pt x="1290" y="1092"/>
                  </a:lnTo>
                  <a:lnTo>
                    <a:pt x="1290" y="1086"/>
                  </a:lnTo>
                  <a:lnTo>
                    <a:pt x="1284" y="1074"/>
                  </a:lnTo>
                  <a:lnTo>
                    <a:pt x="1272" y="1062"/>
                  </a:lnTo>
                  <a:lnTo>
                    <a:pt x="1272" y="1014"/>
                  </a:lnTo>
                  <a:lnTo>
                    <a:pt x="1248" y="1014"/>
                  </a:lnTo>
                  <a:lnTo>
                    <a:pt x="1248" y="1008"/>
                  </a:lnTo>
                  <a:lnTo>
                    <a:pt x="1242" y="996"/>
                  </a:lnTo>
                  <a:lnTo>
                    <a:pt x="1242" y="978"/>
                  </a:lnTo>
                  <a:lnTo>
                    <a:pt x="1236" y="972"/>
                  </a:lnTo>
                  <a:lnTo>
                    <a:pt x="1224" y="966"/>
                  </a:lnTo>
                  <a:lnTo>
                    <a:pt x="1218" y="960"/>
                  </a:lnTo>
                  <a:lnTo>
                    <a:pt x="1206" y="936"/>
                  </a:lnTo>
                  <a:lnTo>
                    <a:pt x="1206" y="906"/>
                  </a:lnTo>
                  <a:lnTo>
                    <a:pt x="1212" y="900"/>
                  </a:lnTo>
                  <a:lnTo>
                    <a:pt x="1212" y="876"/>
                  </a:lnTo>
                  <a:lnTo>
                    <a:pt x="1200" y="864"/>
                  </a:lnTo>
                  <a:lnTo>
                    <a:pt x="1194" y="852"/>
                  </a:lnTo>
                  <a:lnTo>
                    <a:pt x="1194" y="804"/>
                  </a:lnTo>
                  <a:lnTo>
                    <a:pt x="1200" y="780"/>
                  </a:lnTo>
                  <a:lnTo>
                    <a:pt x="1200" y="750"/>
                  </a:lnTo>
                  <a:lnTo>
                    <a:pt x="1212" y="738"/>
                  </a:lnTo>
                  <a:lnTo>
                    <a:pt x="1218" y="744"/>
                  </a:lnTo>
                  <a:lnTo>
                    <a:pt x="1218" y="732"/>
                  </a:lnTo>
                  <a:lnTo>
                    <a:pt x="1224" y="726"/>
                  </a:lnTo>
                  <a:lnTo>
                    <a:pt x="1224" y="696"/>
                  </a:lnTo>
                  <a:lnTo>
                    <a:pt x="1218" y="690"/>
                  </a:lnTo>
                  <a:lnTo>
                    <a:pt x="1206" y="684"/>
                  </a:lnTo>
                  <a:lnTo>
                    <a:pt x="1200" y="678"/>
                  </a:lnTo>
                  <a:lnTo>
                    <a:pt x="1188" y="648"/>
                  </a:lnTo>
                  <a:lnTo>
                    <a:pt x="1182" y="642"/>
                  </a:lnTo>
                  <a:lnTo>
                    <a:pt x="1176" y="642"/>
                  </a:lnTo>
                  <a:lnTo>
                    <a:pt x="1176" y="636"/>
                  </a:lnTo>
                  <a:lnTo>
                    <a:pt x="1182" y="624"/>
                  </a:lnTo>
                  <a:lnTo>
                    <a:pt x="1194" y="618"/>
                  </a:lnTo>
                  <a:lnTo>
                    <a:pt x="1206" y="606"/>
                  </a:lnTo>
                  <a:lnTo>
                    <a:pt x="1206" y="594"/>
                  </a:lnTo>
                  <a:lnTo>
                    <a:pt x="1200" y="588"/>
                  </a:lnTo>
                  <a:lnTo>
                    <a:pt x="1194" y="576"/>
                  </a:lnTo>
                  <a:lnTo>
                    <a:pt x="1194" y="570"/>
                  </a:lnTo>
                  <a:lnTo>
                    <a:pt x="1200" y="564"/>
                  </a:lnTo>
                  <a:lnTo>
                    <a:pt x="1224" y="552"/>
                  </a:lnTo>
                  <a:lnTo>
                    <a:pt x="1230" y="546"/>
                  </a:lnTo>
                  <a:lnTo>
                    <a:pt x="1236" y="546"/>
                  </a:lnTo>
                  <a:lnTo>
                    <a:pt x="1242" y="468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510" name="Congo (Brazzaville)" descr="© INSCALE GmbH, 05.05.2010&#10;http://www.presentationload.com/">
              <a:extLst>
                <a:ext uri="{FF2B5EF4-FFF2-40B4-BE49-F238E27FC236}">
                  <a16:creationId xmlns:a16="http://schemas.microsoft.com/office/drawing/2014/main" id="{9975DCBE-D35A-4180-ABB3-AE7B42F61CE4}"/>
                </a:ext>
              </a:extLst>
            </p:cNvPr>
            <p:cNvSpPr>
              <a:spLocks/>
            </p:cNvSpPr>
            <p:nvPr/>
          </p:nvSpPr>
          <p:spPr bwMode="gray">
            <a:xfrm>
              <a:off x="3993056" y="2903070"/>
              <a:ext cx="177062" cy="229912"/>
            </a:xfrm>
            <a:custGeom>
              <a:avLst/>
              <a:gdLst>
                <a:gd name="T0" fmla="*/ 2147483647 w 534"/>
                <a:gd name="T1" fmla="*/ 2147483647 h 702"/>
                <a:gd name="T2" fmla="*/ 2147483647 w 534"/>
                <a:gd name="T3" fmla="*/ 2147483647 h 702"/>
                <a:gd name="T4" fmla="*/ 2147483647 w 534"/>
                <a:gd name="T5" fmla="*/ 2147483647 h 702"/>
                <a:gd name="T6" fmla="*/ 2147483647 w 534"/>
                <a:gd name="T7" fmla="*/ 2147483647 h 702"/>
                <a:gd name="T8" fmla="*/ 2147483647 w 534"/>
                <a:gd name="T9" fmla="*/ 2147483647 h 702"/>
                <a:gd name="T10" fmla="*/ 2147483647 w 534"/>
                <a:gd name="T11" fmla="*/ 2147483647 h 702"/>
                <a:gd name="T12" fmla="*/ 2147483647 w 534"/>
                <a:gd name="T13" fmla="*/ 2147483647 h 702"/>
                <a:gd name="T14" fmla="*/ 2147483647 w 534"/>
                <a:gd name="T15" fmla="*/ 2147483647 h 702"/>
                <a:gd name="T16" fmla="*/ 2147483647 w 534"/>
                <a:gd name="T17" fmla="*/ 2147483647 h 702"/>
                <a:gd name="T18" fmla="*/ 2147483647 w 534"/>
                <a:gd name="T19" fmla="*/ 2147483647 h 702"/>
                <a:gd name="T20" fmla="*/ 2147483647 w 534"/>
                <a:gd name="T21" fmla="*/ 2147483647 h 702"/>
                <a:gd name="T22" fmla="*/ 2147483647 w 534"/>
                <a:gd name="T23" fmla="*/ 2147483647 h 702"/>
                <a:gd name="T24" fmla="*/ 2147483647 w 534"/>
                <a:gd name="T25" fmla="*/ 2147483647 h 702"/>
                <a:gd name="T26" fmla="*/ 2147483647 w 534"/>
                <a:gd name="T27" fmla="*/ 2147483647 h 702"/>
                <a:gd name="T28" fmla="*/ 2147483647 w 534"/>
                <a:gd name="T29" fmla="*/ 2147483647 h 702"/>
                <a:gd name="T30" fmla="*/ 2147483647 w 534"/>
                <a:gd name="T31" fmla="*/ 2147483647 h 702"/>
                <a:gd name="T32" fmla="*/ 2147483647 w 534"/>
                <a:gd name="T33" fmla="*/ 2147483647 h 702"/>
                <a:gd name="T34" fmla="*/ 2147483647 w 534"/>
                <a:gd name="T35" fmla="*/ 2147483647 h 702"/>
                <a:gd name="T36" fmla="*/ 2147483647 w 534"/>
                <a:gd name="T37" fmla="*/ 2147483647 h 702"/>
                <a:gd name="T38" fmla="*/ 2147483647 w 534"/>
                <a:gd name="T39" fmla="*/ 2147483647 h 702"/>
                <a:gd name="T40" fmla="*/ 2147483647 w 534"/>
                <a:gd name="T41" fmla="*/ 2147483647 h 702"/>
                <a:gd name="T42" fmla="*/ 2147483647 w 534"/>
                <a:gd name="T43" fmla="*/ 2147483647 h 702"/>
                <a:gd name="T44" fmla="*/ 2147483647 w 534"/>
                <a:gd name="T45" fmla="*/ 2147483647 h 702"/>
                <a:gd name="T46" fmla="*/ 2147483647 w 534"/>
                <a:gd name="T47" fmla="*/ 2147483647 h 702"/>
                <a:gd name="T48" fmla="*/ 2147483647 w 534"/>
                <a:gd name="T49" fmla="*/ 2147483647 h 702"/>
                <a:gd name="T50" fmla="*/ 0 w 534"/>
                <a:gd name="T51" fmla="*/ 2147483647 h 702"/>
                <a:gd name="T52" fmla="*/ 2147483647 w 534"/>
                <a:gd name="T53" fmla="*/ 2147483647 h 702"/>
                <a:gd name="T54" fmla="*/ 2147483647 w 534"/>
                <a:gd name="T55" fmla="*/ 2147483647 h 702"/>
                <a:gd name="T56" fmla="*/ 2147483647 w 534"/>
                <a:gd name="T57" fmla="*/ 2147483647 h 702"/>
                <a:gd name="T58" fmla="*/ 2147483647 w 534"/>
                <a:gd name="T59" fmla="*/ 2147483647 h 702"/>
                <a:gd name="T60" fmla="*/ 2147483647 w 534"/>
                <a:gd name="T61" fmla="*/ 2147483647 h 702"/>
                <a:gd name="T62" fmla="*/ 2147483647 w 534"/>
                <a:gd name="T63" fmla="*/ 2147483647 h 702"/>
                <a:gd name="T64" fmla="*/ 2147483647 w 534"/>
                <a:gd name="T65" fmla="*/ 2147483647 h 702"/>
                <a:gd name="T66" fmla="*/ 2147483647 w 534"/>
                <a:gd name="T67" fmla="*/ 2147483647 h 702"/>
                <a:gd name="T68" fmla="*/ 2147483647 w 534"/>
                <a:gd name="T69" fmla="*/ 2147483647 h 702"/>
                <a:gd name="T70" fmla="*/ 2147483647 w 534"/>
                <a:gd name="T71" fmla="*/ 2147483647 h 702"/>
                <a:gd name="T72" fmla="*/ 2147483647 w 534"/>
                <a:gd name="T73" fmla="*/ 2147483647 h 702"/>
                <a:gd name="T74" fmla="*/ 2147483647 w 534"/>
                <a:gd name="T75" fmla="*/ 2147483647 h 702"/>
                <a:gd name="T76" fmla="*/ 2147483647 w 534"/>
                <a:gd name="T77" fmla="*/ 2147483647 h 702"/>
                <a:gd name="T78" fmla="*/ 2147483647 w 534"/>
                <a:gd name="T79" fmla="*/ 2147483647 h 702"/>
                <a:gd name="T80" fmla="*/ 2147483647 w 534"/>
                <a:gd name="T81" fmla="*/ 2147483647 h 702"/>
                <a:gd name="T82" fmla="*/ 2147483647 w 534"/>
                <a:gd name="T83" fmla="*/ 2147483647 h 702"/>
                <a:gd name="T84" fmla="*/ 2147483647 w 534"/>
                <a:gd name="T85" fmla="*/ 2147483647 h 702"/>
                <a:gd name="T86" fmla="*/ 2147483647 w 534"/>
                <a:gd name="T87" fmla="*/ 2147483647 h 702"/>
                <a:gd name="T88" fmla="*/ 2147483647 w 534"/>
                <a:gd name="T89" fmla="*/ 2147483647 h 702"/>
                <a:gd name="T90" fmla="*/ 2147483647 w 534"/>
                <a:gd name="T91" fmla="*/ 2147483647 h 702"/>
                <a:gd name="T92" fmla="*/ 2147483647 w 534"/>
                <a:gd name="T93" fmla="*/ 2147483647 h 702"/>
                <a:gd name="T94" fmla="*/ 2147483647 w 534"/>
                <a:gd name="T95" fmla="*/ 2147483647 h 702"/>
                <a:gd name="T96" fmla="*/ 2147483647 w 534"/>
                <a:gd name="T97" fmla="*/ 2147483647 h 702"/>
                <a:gd name="T98" fmla="*/ 2147483647 w 534"/>
                <a:gd name="T99" fmla="*/ 2147483647 h 702"/>
                <a:gd name="T100" fmla="*/ 2147483647 w 534"/>
                <a:gd name="T101" fmla="*/ 2147483647 h 702"/>
                <a:gd name="T102" fmla="*/ 2147483647 w 534"/>
                <a:gd name="T103" fmla="*/ 2147483647 h 70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34"/>
                <a:gd name="T157" fmla="*/ 0 h 702"/>
                <a:gd name="T158" fmla="*/ 534 w 534"/>
                <a:gd name="T159" fmla="*/ 702 h 70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34" h="702">
                  <a:moveTo>
                    <a:pt x="366" y="120"/>
                  </a:moveTo>
                  <a:lnTo>
                    <a:pt x="360" y="126"/>
                  </a:lnTo>
                  <a:lnTo>
                    <a:pt x="354" y="168"/>
                  </a:lnTo>
                  <a:lnTo>
                    <a:pt x="330" y="144"/>
                  </a:lnTo>
                  <a:lnTo>
                    <a:pt x="294" y="144"/>
                  </a:lnTo>
                  <a:lnTo>
                    <a:pt x="288" y="138"/>
                  </a:lnTo>
                  <a:lnTo>
                    <a:pt x="276" y="138"/>
                  </a:lnTo>
                  <a:lnTo>
                    <a:pt x="270" y="132"/>
                  </a:lnTo>
                  <a:lnTo>
                    <a:pt x="258" y="126"/>
                  </a:lnTo>
                  <a:lnTo>
                    <a:pt x="210" y="126"/>
                  </a:lnTo>
                  <a:lnTo>
                    <a:pt x="192" y="132"/>
                  </a:lnTo>
                  <a:lnTo>
                    <a:pt x="162" y="132"/>
                  </a:lnTo>
                  <a:lnTo>
                    <a:pt x="144" y="162"/>
                  </a:lnTo>
                  <a:lnTo>
                    <a:pt x="150" y="198"/>
                  </a:lnTo>
                  <a:lnTo>
                    <a:pt x="156" y="204"/>
                  </a:lnTo>
                  <a:lnTo>
                    <a:pt x="180" y="204"/>
                  </a:lnTo>
                  <a:lnTo>
                    <a:pt x="186" y="198"/>
                  </a:lnTo>
                  <a:lnTo>
                    <a:pt x="186" y="180"/>
                  </a:lnTo>
                  <a:lnTo>
                    <a:pt x="204" y="180"/>
                  </a:lnTo>
                  <a:lnTo>
                    <a:pt x="210" y="186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28" y="198"/>
                  </a:lnTo>
                  <a:lnTo>
                    <a:pt x="228" y="216"/>
                  </a:lnTo>
                  <a:lnTo>
                    <a:pt x="240" y="222"/>
                  </a:lnTo>
                  <a:lnTo>
                    <a:pt x="240" y="234"/>
                  </a:lnTo>
                  <a:lnTo>
                    <a:pt x="234" y="240"/>
                  </a:lnTo>
                  <a:lnTo>
                    <a:pt x="228" y="252"/>
                  </a:lnTo>
                  <a:lnTo>
                    <a:pt x="222" y="258"/>
                  </a:lnTo>
                  <a:lnTo>
                    <a:pt x="210" y="258"/>
                  </a:lnTo>
                  <a:lnTo>
                    <a:pt x="198" y="282"/>
                  </a:lnTo>
                  <a:lnTo>
                    <a:pt x="198" y="318"/>
                  </a:lnTo>
                  <a:lnTo>
                    <a:pt x="216" y="324"/>
                  </a:lnTo>
                  <a:lnTo>
                    <a:pt x="222" y="342"/>
                  </a:lnTo>
                  <a:lnTo>
                    <a:pt x="240" y="342"/>
                  </a:lnTo>
                  <a:lnTo>
                    <a:pt x="246" y="348"/>
                  </a:lnTo>
                  <a:lnTo>
                    <a:pt x="246" y="360"/>
                  </a:lnTo>
                  <a:lnTo>
                    <a:pt x="240" y="366"/>
                  </a:lnTo>
                  <a:lnTo>
                    <a:pt x="240" y="414"/>
                  </a:lnTo>
                  <a:lnTo>
                    <a:pt x="234" y="426"/>
                  </a:lnTo>
                  <a:lnTo>
                    <a:pt x="240" y="450"/>
                  </a:lnTo>
                  <a:lnTo>
                    <a:pt x="234" y="456"/>
                  </a:lnTo>
                  <a:lnTo>
                    <a:pt x="222" y="462"/>
                  </a:lnTo>
                  <a:lnTo>
                    <a:pt x="222" y="486"/>
                  </a:lnTo>
                  <a:lnTo>
                    <a:pt x="216" y="498"/>
                  </a:lnTo>
                  <a:lnTo>
                    <a:pt x="210" y="504"/>
                  </a:lnTo>
                  <a:lnTo>
                    <a:pt x="198" y="504"/>
                  </a:lnTo>
                  <a:lnTo>
                    <a:pt x="192" y="498"/>
                  </a:lnTo>
                  <a:lnTo>
                    <a:pt x="192" y="468"/>
                  </a:lnTo>
                  <a:lnTo>
                    <a:pt x="186" y="468"/>
                  </a:lnTo>
                  <a:lnTo>
                    <a:pt x="180" y="474"/>
                  </a:lnTo>
                  <a:lnTo>
                    <a:pt x="174" y="486"/>
                  </a:lnTo>
                  <a:lnTo>
                    <a:pt x="168" y="492"/>
                  </a:lnTo>
                  <a:lnTo>
                    <a:pt x="138" y="492"/>
                  </a:lnTo>
                  <a:lnTo>
                    <a:pt x="120" y="450"/>
                  </a:lnTo>
                  <a:lnTo>
                    <a:pt x="90" y="450"/>
                  </a:lnTo>
                  <a:lnTo>
                    <a:pt x="90" y="456"/>
                  </a:lnTo>
                  <a:lnTo>
                    <a:pt x="108" y="474"/>
                  </a:lnTo>
                  <a:lnTo>
                    <a:pt x="96" y="480"/>
                  </a:lnTo>
                  <a:lnTo>
                    <a:pt x="90" y="492"/>
                  </a:lnTo>
                  <a:lnTo>
                    <a:pt x="84" y="498"/>
                  </a:lnTo>
                  <a:lnTo>
                    <a:pt x="66" y="498"/>
                  </a:lnTo>
                  <a:lnTo>
                    <a:pt x="54" y="492"/>
                  </a:lnTo>
                  <a:lnTo>
                    <a:pt x="42" y="492"/>
                  </a:lnTo>
                  <a:lnTo>
                    <a:pt x="36" y="486"/>
                  </a:lnTo>
                  <a:lnTo>
                    <a:pt x="30" y="486"/>
                  </a:lnTo>
                  <a:lnTo>
                    <a:pt x="30" y="504"/>
                  </a:lnTo>
                  <a:lnTo>
                    <a:pt x="36" y="510"/>
                  </a:lnTo>
                  <a:lnTo>
                    <a:pt x="36" y="522"/>
                  </a:lnTo>
                  <a:lnTo>
                    <a:pt x="24" y="522"/>
                  </a:lnTo>
                  <a:lnTo>
                    <a:pt x="54" y="540"/>
                  </a:lnTo>
                  <a:lnTo>
                    <a:pt x="36" y="552"/>
                  </a:lnTo>
                  <a:lnTo>
                    <a:pt x="54" y="564"/>
                  </a:lnTo>
                  <a:lnTo>
                    <a:pt x="54" y="600"/>
                  </a:lnTo>
                  <a:lnTo>
                    <a:pt x="48" y="606"/>
                  </a:lnTo>
                  <a:lnTo>
                    <a:pt x="30" y="588"/>
                  </a:lnTo>
                  <a:lnTo>
                    <a:pt x="6" y="600"/>
                  </a:lnTo>
                  <a:lnTo>
                    <a:pt x="0" y="618"/>
                  </a:lnTo>
                  <a:lnTo>
                    <a:pt x="54" y="666"/>
                  </a:lnTo>
                  <a:lnTo>
                    <a:pt x="54" y="684"/>
                  </a:lnTo>
                  <a:lnTo>
                    <a:pt x="72" y="702"/>
                  </a:lnTo>
                  <a:lnTo>
                    <a:pt x="72" y="690"/>
                  </a:lnTo>
                  <a:lnTo>
                    <a:pt x="90" y="690"/>
                  </a:lnTo>
                  <a:lnTo>
                    <a:pt x="90" y="672"/>
                  </a:lnTo>
                  <a:lnTo>
                    <a:pt x="102" y="666"/>
                  </a:lnTo>
                  <a:lnTo>
                    <a:pt x="108" y="660"/>
                  </a:lnTo>
                  <a:lnTo>
                    <a:pt x="120" y="654"/>
                  </a:lnTo>
                  <a:lnTo>
                    <a:pt x="126" y="648"/>
                  </a:lnTo>
                  <a:lnTo>
                    <a:pt x="132" y="654"/>
                  </a:lnTo>
                  <a:lnTo>
                    <a:pt x="132" y="660"/>
                  </a:lnTo>
                  <a:lnTo>
                    <a:pt x="138" y="666"/>
                  </a:lnTo>
                  <a:lnTo>
                    <a:pt x="138" y="672"/>
                  </a:lnTo>
                  <a:lnTo>
                    <a:pt x="150" y="672"/>
                  </a:lnTo>
                  <a:lnTo>
                    <a:pt x="150" y="678"/>
                  </a:lnTo>
                  <a:lnTo>
                    <a:pt x="156" y="684"/>
                  </a:lnTo>
                  <a:lnTo>
                    <a:pt x="156" y="690"/>
                  </a:lnTo>
                  <a:lnTo>
                    <a:pt x="162" y="696"/>
                  </a:lnTo>
                  <a:lnTo>
                    <a:pt x="174" y="696"/>
                  </a:lnTo>
                  <a:lnTo>
                    <a:pt x="180" y="690"/>
                  </a:lnTo>
                  <a:lnTo>
                    <a:pt x="186" y="678"/>
                  </a:lnTo>
                  <a:lnTo>
                    <a:pt x="186" y="660"/>
                  </a:lnTo>
                  <a:lnTo>
                    <a:pt x="210" y="666"/>
                  </a:lnTo>
                  <a:lnTo>
                    <a:pt x="228" y="648"/>
                  </a:lnTo>
                  <a:lnTo>
                    <a:pt x="234" y="648"/>
                  </a:lnTo>
                  <a:lnTo>
                    <a:pt x="234" y="678"/>
                  </a:lnTo>
                  <a:lnTo>
                    <a:pt x="228" y="690"/>
                  </a:lnTo>
                  <a:lnTo>
                    <a:pt x="234" y="696"/>
                  </a:lnTo>
                  <a:lnTo>
                    <a:pt x="252" y="696"/>
                  </a:lnTo>
                  <a:lnTo>
                    <a:pt x="264" y="690"/>
                  </a:lnTo>
                  <a:lnTo>
                    <a:pt x="270" y="684"/>
                  </a:lnTo>
                  <a:lnTo>
                    <a:pt x="276" y="672"/>
                  </a:lnTo>
                  <a:lnTo>
                    <a:pt x="294" y="654"/>
                  </a:lnTo>
                  <a:lnTo>
                    <a:pt x="300" y="642"/>
                  </a:lnTo>
                  <a:lnTo>
                    <a:pt x="312" y="630"/>
                  </a:lnTo>
                  <a:lnTo>
                    <a:pt x="330" y="630"/>
                  </a:lnTo>
                  <a:lnTo>
                    <a:pt x="336" y="624"/>
                  </a:lnTo>
                  <a:lnTo>
                    <a:pt x="366" y="582"/>
                  </a:lnTo>
                  <a:lnTo>
                    <a:pt x="360" y="480"/>
                  </a:lnTo>
                  <a:lnTo>
                    <a:pt x="366" y="480"/>
                  </a:lnTo>
                  <a:lnTo>
                    <a:pt x="390" y="456"/>
                  </a:lnTo>
                  <a:lnTo>
                    <a:pt x="390" y="420"/>
                  </a:lnTo>
                  <a:lnTo>
                    <a:pt x="396" y="408"/>
                  </a:lnTo>
                  <a:lnTo>
                    <a:pt x="402" y="402"/>
                  </a:lnTo>
                  <a:lnTo>
                    <a:pt x="450" y="378"/>
                  </a:lnTo>
                  <a:lnTo>
                    <a:pt x="456" y="366"/>
                  </a:lnTo>
                  <a:lnTo>
                    <a:pt x="468" y="360"/>
                  </a:lnTo>
                  <a:lnTo>
                    <a:pt x="474" y="354"/>
                  </a:lnTo>
                  <a:lnTo>
                    <a:pt x="474" y="300"/>
                  </a:lnTo>
                  <a:lnTo>
                    <a:pt x="486" y="294"/>
                  </a:lnTo>
                  <a:lnTo>
                    <a:pt x="492" y="282"/>
                  </a:lnTo>
                  <a:lnTo>
                    <a:pt x="492" y="258"/>
                  </a:lnTo>
                  <a:lnTo>
                    <a:pt x="486" y="246"/>
                  </a:lnTo>
                  <a:lnTo>
                    <a:pt x="480" y="240"/>
                  </a:lnTo>
                  <a:lnTo>
                    <a:pt x="480" y="228"/>
                  </a:lnTo>
                  <a:lnTo>
                    <a:pt x="498" y="192"/>
                  </a:lnTo>
                  <a:lnTo>
                    <a:pt x="498" y="168"/>
                  </a:lnTo>
                  <a:lnTo>
                    <a:pt x="492" y="156"/>
                  </a:lnTo>
                  <a:lnTo>
                    <a:pt x="492" y="126"/>
                  </a:lnTo>
                  <a:lnTo>
                    <a:pt x="498" y="120"/>
                  </a:lnTo>
                  <a:lnTo>
                    <a:pt x="510" y="96"/>
                  </a:lnTo>
                  <a:lnTo>
                    <a:pt x="522" y="84"/>
                  </a:lnTo>
                  <a:lnTo>
                    <a:pt x="528" y="66"/>
                  </a:lnTo>
                  <a:lnTo>
                    <a:pt x="534" y="54"/>
                  </a:lnTo>
                  <a:lnTo>
                    <a:pt x="534" y="18"/>
                  </a:lnTo>
                  <a:lnTo>
                    <a:pt x="522" y="6"/>
                  </a:lnTo>
                  <a:lnTo>
                    <a:pt x="510" y="18"/>
                  </a:lnTo>
                  <a:lnTo>
                    <a:pt x="498" y="18"/>
                  </a:lnTo>
                  <a:lnTo>
                    <a:pt x="462" y="0"/>
                  </a:lnTo>
                  <a:lnTo>
                    <a:pt x="444" y="0"/>
                  </a:lnTo>
                  <a:lnTo>
                    <a:pt x="426" y="18"/>
                  </a:lnTo>
                  <a:lnTo>
                    <a:pt x="396" y="18"/>
                  </a:lnTo>
                  <a:lnTo>
                    <a:pt x="378" y="48"/>
                  </a:lnTo>
                  <a:lnTo>
                    <a:pt x="390" y="60"/>
                  </a:lnTo>
                  <a:lnTo>
                    <a:pt x="390" y="84"/>
                  </a:lnTo>
                  <a:lnTo>
                    <a:pt x="384" y="96"/>
                  </a:lnTo>
                  <a:lnTo>
                    <a:pt x="378" y="102"/>
                  </a:lnTo>
                  <a:lnTo>
                    <a:pt x="372" y="114"/>
                  </a:lnTo>
                  <a:lnTo>
                    <a:pt x="366" y="120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511" name="Colombia" descr="© INSCALE GmbH, 05.05.2010&#10;http://www.presentationload.com/">
              <a:extLst>
                <a:ext uri="{FF2B5EF4-FFF2-40B4-BE49-F238E27FC236}">
                  <a16:creationId xmlns:a16="http://schemas.microsoft.com/office/drawing/2014/main" id="{D2AD661D-715A-4DCE-8B69-0E4D83B03260}"/>
                </a:ext>
              </a:extLst>
            </p:cNvPr>
            <p:cNvSpPr>
              <a:spLocks/>
            </p:cNvSpPr>
            <p:nvPr/>
          </p:nvSpPr>
          <p:spPr bwMode="gray">
            <a:xfrm>
              <a:off x="1872196" y="2671876"/>
              <a:ext cx="286918" cy="441843"/>
            </a:xfrm>
            <a:custGeom>
              <a:avLst/>
              <a:gdLst>
                <a:gd name="T0" fmla="*/ 2147483647 w 870"/>
                <a:gd name="T1" fmla="*/ 2147483647 h 1344"/>
                <a:gd name="T2" fmla="*/ 2147483647 w 870"/>
                <a:gd name="T3" fmla="*/ 2147483647 h 1344"/>
                <a:gd name="T4" fmla="*/ 2147483647 w 870"/>
                <a:gd name="T5" fmla="*/ 2147483647 h 1344"/>
                <a:gd name="T6" fmla="*/ 2147483647 w 870"/>
                <a:gd name="T7" fmla="*/ 2147483647 h 1344"/>
                <a:gd name="T8" fmla="*/ 2147483647 w 870"/>
                <a:gd name="T9" fmla="*/ 2147483647 h 1344"/>
                <a:gd name="T10" fmla="*/ 2147483647 w 870"/>
                <a:gd name="T11" fmla="*/ 2147483647 h 1344"/>
                <a:gd name="T12" fmla="*/ 2147483647 w 870"/>
                <a:gd name="T13" fmla="*/ 2147483647 h 1344"/>
                <a:gd name="T14" fmla="*/ 2147483647 w 870"/>
                <a:gd name="T15" fmla="*/ 2147483647 h 1344"/>
                <a:gd name="T16" fmla="*/ 2147483647 w 870"/>
                <a:gd name="T17" fmla="*/ 2147483647 h 1344"/>
                <a:gd name="T18" fmla="*/ 2147483647 w 870"/>
                <a:gd name="T19" fmla="*/ 2147483647 h 1344"/>
                <a:gd name="T20" fmla="*/ 2147483647 w 870"/>
                <a:gd name="T21" fmla="*/ 2147483647 h 1344"/>
                <a:gd name="T22" fmla="*/ 2147483647 w 870"/>
                <a:gd name="T23" fmla="*/ 2147483647 h 1344"/>
                <a:gd name="T24" fmla="*/ 2147483647 w 870"/>
                <a:gd name="T25" fmla="*/ 2147483647 h 1344"/>
                <a:gd name="T26" fmla="*/ 2147483647 w 870"/>
                <a:gd name="T27" fmla="*/ 2147483647 h 1344"/>
                <a:gd name="T28" fmla="*/ 2147483647 w 870"/>
                <a:gd name="T29" fmla="*/ 2147483647 h 1344"/>
                <a:gd name="T30" fmla="*/ 2147483647 w 870"/>
                <a:gd name="T31" fmla="*/ 2147483647 h 1344"/>
                <a:gd name="T32" fmla="*/ 2147483647 w 870"/>
                <a:gd name="T33" fmla="*/ 2147483647 h 1344"/>
                <a:gd name="T34" fmla="*/ 2147483647 w 870"/>
                <a:gd name="T35" fmla="*/ 2147483647 h 1344"/>
                <a:gd name="T36" fmla="*/ 2147483647 w 870"/>
                <a:gd name="T37" fmla="*/ 2147483647 h 1344"/>
                <a:gd name="T38" fmla="*/ 2147483647 w 870"/>
                <a:gd name="T39" fmla="*/ 2147483647 h 1344"/>
                <a:gd name="T40" fmla="*/ 2147483647 w 870"/>
                <a:gd name="T41" fmla="*/ 2147483647 h 1344"/>
                <a:gd name="T42" fmla="*/ 2147483647 w 870"/>
                <a:gd name="T43" fmla="*/ 2147483647 h 1344"/>
                <a:gd name="T44" fmla="*/ 2147483647 w 870"/>
                <a:gd name="T45" fmla="*/ 2147483647 h 1344"/>
                <a:gd name="T46" fmla="*/ 2147483647 w 870"/>
                <a:gd name="T47" fmla="*/ 2147483647 h 1344"/>
                <a:gd name="T48" fmla="*/ 2147483647 w 870"/>
                <a:gd name="T49" fmla="*/ 2147483647 h 1344"/>
                <a:gd name="T50" fmla="*/ 2147483647 w 870"/>
                <a:gd name="T51" fmla="*/ 2147483647 h 1344"/>
                <a:gd name="T52" fmla="*/ 2147483647 w 870"/>
                <a:gd name="T53" fmla="*/ 2147483647 h 1344"/>
                <a:gd name="T54" fmla="*/ 2147483647 w 870"/>
                <a:gd name="T55" fmla="*/ 2147483647 h 1344"/>
                <a:gd name="T56" fmla="*/ 2147483647 w 870"/>
                <a:gd name="T57" fmla="*/ 2147483647 h 1344"/>
                <a:gd name="T58" fmla="*/ 2147483647 w 870"/>
                <a:gd name="T59" fmla="*/ 2147483647 h 1344"/>
                <a:gd name="T60" fmla="*/ 2147483647 w 870"/>
                <a:gd name="T61" fmla="*/ 2147483647 h 1344"/>
                <a:gd name="T62" fmla="*/ 2147483647 w 870"/>
                <a:gd name="T63" fmla="*/ 2147483647 h 1344"/>
                <a:gd name="T64" fmla="*/ 2147483647 w 870"/>
                <a:gd name="T65" fmla="*/ 2147483647 h 1344"/>
                <a:gd name="T66" fmla="*/ 2147483647 w 870"/>
                <a:gd name="T67" fmla="*/ 2147483647 h 1344"/>
                <a:gd name="T68" fmla="*/ 2147483647 w 870"/>
                <a:gd name="T69" fmla="*/ 2147483647 h 1344"/>
                <a:gd name="T70" fmla="*/ 2147483647 w 870"/>
                <a:gd name="T71" fmla="*/ 2147483647 h 1344"/>
                <a:gd name="T72" fmla="*/ 2147483647 w 870"/>
                <a:gd name="T73" fmla="*/ 0 h 1344"/>
                <a:gd name="T74" fmla="*/ 2147483647 w 870"/>
                <a:gd name="T75" fmla="*/ 2147483647 h 1344"/>
                <a:gd name="T76" fmla="*/ 2147483647 w 870"/>
                <a:gd name="T77" fmla="*/ 2147483647 h 1344"/>
                <a:gd name="T78" fmla="*/ 2147483647 w 870"/>
                <a:gd name="T79" fmla="*/ 2147483647 h 1344"/>
                <a:gd name="T80" fmla="*/ 2147483647 w 870"/>
                <a:gd name="T81" fmla="*/ 2147483647 h 1344"/>
                <a:gd name="T82" fmla="*/ 2147483647 w 870"/>
                <a:gd name="T83" fmla="*/ 2147483647 h 1344"/>
                <a:gd name="T84" fmla="*/ 2147483647 w 870"/>
                <a:gd name="T85" fmla="*/ 2147483647 h 1344"/>
                <a:gd name="T86" fmla="*/ 2147483647 w 870"/>
                <a:gd name="T87" fmla="*/ 2147483647 h 1344"/>
                <a:gd name="T88" fmla="*/ 2147483647 w 870"/>
                <a:gd name="T89" fmla="*/ 2147483647 h 1344"/>
                <a:gd name="T90" fmla="*/ 2147483647 w 870"/>
                <a:gd name="T91" fmla="*/ 2147483647 h 1344"/>
                <a:gd name="T92" fmla="*/ 2147483647 w 870"/>
                <a:gd name="T93" fmla="*/ 2147483647 h 1344"/>
                <a:gd name="T94" fmla="*/ 2147483647 w 870"/>
                <a:gd name="T95" fmla="*/ 2147483647 h 1344"/>
                <a:gd name="T96" fmla="*/ 2147483647 w 870"/>
                <a:gd name="T97" fmla="*/ 2147483647 h 1344"/>
                <a:gd name="T98" fmla="*/ 2147483647 w 870"/>
                <a:gd name="T99" fmla="*/ 2147483647 h 1344"/>
                <a:gd name="T100" fmla="*/ 2147483647 w 870"/>
                <a:gd name="T101" fmla="*/ 2147483647 h 1344"/>
                <a:gd name="T102" fmla="*/ 2147483647 w 870"/>
                <a:gd name="T103" fmla="*/ 2147483647 h 1344"/>
                <a:gd name="T104" fmla="*/ 2147483647 w 870"/>
                <a:gd name="T105" fmla="*/ 2147483647 h 1344"/>
                <a:gd name="T106" fmla="*/ 2147483647 w 870"/>
                <a:gd name="T107" fmla="*/ 2147483647 h 134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870"/>
                <a:gd name="T163" fmla="*/ 0 h 1344"/>
                <a:gd name="T164" fmla="*/ 870 w 870"/>
                <a:gd name="T165" fmla="*/ 1344 h 1344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870" h="1344">
                  <a:moveTo>
                    <a:pt x="36" y="912"/>
                  </a:moveTo>
                  <a:lnTo>
                    <a:pt x="60" y="924"/>
                  </a:lnTo>
                  <a:lnTo>
                    <a:pt x="66" y="936"/>
                  </a:lnTo>
                  <a:lnTo>
                    <a:pt x="84" y="936"/>
                  </a:lnTo>
                  <a:lnTo>
                    <a:pt x="96" y="942"/>
                  </a:lnTo>
                  <a:lnTo>
                    <a:pt x="102" y="948"/>
                  </a:lnTo>
                  <a:lnTo>
                    <a:pt x="108" y="960"/>
                  </a:lnTo>
                  <a:lnTo>
                    <a:pt x="108" y="966"/>
                  </a:lnTo>
                  <a:lnTo>
                    <a:pt x="114" y="972"/>
                  </a:lnTo>
                  <a:lnTo>
                    <a:pt x="126" y="978"/>
                  </a:lnTo>
                  <a:lnTo>
                    <a:pt x="138" y="978"/>
                  </a:lnTo>
                  <a:lnTo>
                    <a:pt x="144" y="972"/>
                  </a:lnTo>
                  <a:lnTo>
                    <a:pt x="156" y="978"/>
                  </a:lnTo>
                  <a:lnTo>
                    <a:pt x="162" y="984"/>
                  </a:lnTo>
                  <a:lnTo>
                    <a:pt x="186" y="984"/>
                  </a:lnTo>
                  <a:lnTo>
                    <a:pt x="186" y="972"/>
                  </a:lnTo>
                  <a:lnTo>
                    <a:pt x="192" y="966"/>
                  </a:lnTo>
                  <a:lnTo>
                    <a:pt x="198" y="966"/>
                  </a:lnTo>
                  <a:lnTo>
                    <a:pt x="210" y="972"/>
                  </a:lnTo>
                  <a:lnTo>
                    <a:pt x="210" y="978"/>
                  </a:lnTo>
                  <a:lnTo>
                    <a:pt x="216" y="984"/>
                  </a:lnTo>
                  <a:lnTo>
                    <a:pt x="216" y="990"/>
                  </a:lnTo>
                  <a:lnTo>
                    <a:pt x="228" y="1002"/>
                  </a:lnTo>
                  <a:lnTo>
                    <a:pt x="264" y="1002"/>
                  </a:lnTo>
                  <a:lnTo>
                    <a:pt x="276" y="1008"/>
                  </a:lnTo>
                  <a:lnTo>
                    <a:pt x="282" y="1014"/>
                  </a:lnTo>
                  <a:lnTo>
                    <a:pt x="294" y="1020"/>
                  </a:lnTo>
                  <a:lnTo>
                    <a:pt x="312" y="1038"/>
                  </a:lnTo>
                  <a:lnTo>
                    <a:pt x="324" y="1044"/>
                  </a:lnTo>
                  <a:lnTo>
                    <a:pt x="330" y="1050"/>
                  </a:lnTo>
                  <a:lnTo>
                    <a:pt x="342" y="1086"/>
                  </a:lnTo>
                  <a:lnTo>
                    <a:pt x="360" y="1086"/>
                  </a:lnTo>
                  <a:lnTo>
                    <a:pt x="372" y="1104"/>
                  </a:lnTo>
                  <a:lnTo>
                    <a:pt x="384" y="1104"/>
                  </a:lnTo>
                  <a:lnTo>
                    <a:pt x="390" y="1110"/>
                  </a:lnTo>
                  <a:lnTo>
                    <a:pt x="390" y="1134"/>
                  </a:lnTo>
                  <a:lnTo>
                    <a:pt x="396" y="1140"/>
                  </a:lnTo>
                  <a:lnTo>
                    <a:pt x="396" y="1146"/>
                  </a:lnTo>
                  <a:lnTo>
                    <a:pt x="408" y="1146"/>
                  </a:lnTo>
                  <a:lnTo>
                    <a:pt x="420" y="1152"/>
                  </a:lnTo>
                  <a:lnTo>
                    <a:pt x="426" y="1158"/>
                  </a:lnTo>
                  <a:lnTo>
                    <a:pt x="426" y="1164"/>
                  </a:lnTo>
                  <a:lnTo>
                    <a:pt x="420" y="1170"/>
                  </a:lnTo>
                  <a:lnTo>
                    <a:pt x="420" y="1194"/>
                  </a:lnTo>
                  <a:lnTo>
                    <a:pt x="432" y="1200"/>
                  </a:lnTo>
                  <a:lnTo>
                    <a:pt x="456" y="1206"/>
                  </a:lnTo>
                  <a:lnTo>
                    <a:pt x="492" y="1206"/>
                  </a:lnTo>
                  <a:lnTo>
                    <a:pt x="492" y="1194"/>
                  </a:lnTo>
                  <a:lnTo>
                    <a:pt x="504" y="1182"/>
                  </a:lnTo>
                  <a:lnTo>
                    <a:pt x="528" y="1182"/>
                  </a:lnTo>
                  <a:lnTo>
                    <a:pt x="534" y="1188"/>
                  </a:lnTo>
                  <a:lnTo>
                    <a:pt x="540" y="1188"/>
                  </a:lnTo>
                  <a:lnTo>
                    <a:pt x="546" y="1194"/>
                  </a:lnTo>
                  <a:lnTo>
                    <a:pt x="558" y="1194"/>
                  </a:lnTo>
                  <a:lnTo>
                    <a:pt x="570" y="1188"/>
                  </a:lnTo>
                  <a:lnTo>
                    <a:pt x="576" y="1182"/>
                  </a:lnTo>
                  <a:lnTo>
                    <a:pt x="588" y="1182"/>
                  </a:lnTo>
                  <a:lnTo>
                    <a:pt x="588" y="1188"/>
                  </a:lnTo>
                  <a:lnTo>
                    <a:pt x="594" y="1200"/>
                  </a:lnTo>
                  <a:lnTo>
                    <a:pt x="600" y="1206"/>
                  </a:lnTo>
                  <a:lnTo>
                    <a:pt x="624" y="1206"/>
                  </a:lnTo>
                  <a:lnTo>
                    <a:pt x="636" y="1212"/>
                  </a:lnTo>
                  <a:lnTo>
                    <a:pt x="642" y="1218"/>
                  </a:lnTo>
                  <a:lnTo>
                    <a:pt x="642" y="1236"/>
                  </a:lnTo>
                  <a:lnTo>
                    <a:pt x="636" y="1248"/>
                  </a:lnTo>
                  <a:lnTo>
                    <a:pt x="630" y="1254"/>
                  </a:lnTo>
                  <a:lnTo>
                    <a:pt x="624" y="1254"/>
                  </a:lnTo>
                  <a:lnTo>
                    <a:pt x="618" y="1260"/>
                  </a:lnTo>
                  <a:lnTo>
                    <a:pt x="618" y="1266"/>
                  </a:lnTo>
                  <a:lnTo>
                    <a:pt x="606" y="1290"/>
                  </a:lnTo>
                  <a:lnTo>
                    <a:pt x="606" y="1308"/>
                  </a:lnTo>
                  <a:lnTo>
                    <a:pt x="612" y="1314"/>
                  </a:lnTo>
                  <a:lnTo>
                    <a:pt x="630" y="1314"/>
                  </a:lnTo>
                  <a:lnTo>
                    <a:pt x="642" y="1332"/>
                  </a:lnTo>
                  <a:lnTo>
                    <a:pt x="660" y="1344"/>
                  </a:lnTo>
                  <a:lnTo>
                    <a:pt x="660" y="1308"/>
                  </a:lnTo>
                  <a:lnTo>
                    <a:pt x="666" y="1236"/>
                  </a:lnTo>
                  <a:lnTo>
                    <a:pt x="684" y="1188"/>
                  </a:lnTo>
                  <a:lnTo>
                    <a:pt x="678" y="1140"/>
                  </a:lnTo>
                  <a:lnTo>
                    <a:pt x="690" y="1128"/>
                  </a:lnTo>
                  <a:lnTo>
                    <a:pt x="696" y="1116"/>
                  </a:lnTo>
                  <a:lnTo>
                    <a:pt x="696" y="1104"/>
                  </a:lnTo>
                  <a:lnTo>
                    <a:pt x="690" y="1092"/>
                  </a:lnTo>
                  <a:lnTo>
                    <a:pt x="678" y="1080"/>
                  </a:lnTo>
                  <a:lnTo>
                    <a:pt x="678" y="1074"/>
                  </a:lnTo>
                  <a:lnTo>
                    <a:pt x="672" y="1068"/>
                  </a:lnTo>
                  <a:lnTo>
                    <a:pt x="672" y="1044"/>
                  </a:lnTo>
                  <a:lnTo>
                    <a:pt x="666" y="1038"/>
                  </a:lnTo>
                  <a:lnTo>
                    <a:pt x="654" y="1032"/>
                  </a:lnTo>
                  <a:lnTo>
                    <a:pt x="642" y="1020"/>
                  </a:lnTo>
                  <a:lnTo>
                    <a:pt x="636" y="1020"/>
                  </a:lnTo>
                  <a:lnTo>
                    <a:pt x="642" y="954"/>
                  </a:lnTo>
                  <a:lnTo>
                    <a:pt x="672" y="948"/>
                  </a:lnTo>
                  <a:lnTo>
                    <a:pt x="678" y="954"/>
                  </a:lnTo>
                  <a:lnTo>
                    <a:pt x="708" y="954"/>
                  </a:lnTo>
                  <a:lnTo>
                    <a:pt x="714" y="948"/>
                  </a:lnTo>
                  <a:lnTo>
                    <a:pt x="714" y="942"/>
                  </a:lnTo>
                  <a:lnTo>
                    <a:pt x="708" y="936"/>
                  </a:lnTo>
                  <a:lnTo>
                    <a:pt x="708" y="930"/>
                  </a:lnTo>
                  <a:lnTo>
                    <a:pt x="696" y="918"/>
                  </a:lnTo>
                  <a:lnTo>
                    <a:pt x="684" y="924"/>
                  </a:lnTo>
                  <a:lnTo>
                    <a:pt x="660" y="912"/>
                  </a:lnTo>
                  <a:lnTo>
                    <a:pt x="660" y="900"/>
                  </a:lnTo>
                  <a:lnTo>
                    <a:pt x="654" y="888"/>
                  </a:lnTo>
                  <a:lnTo>
                    <a:pt x="654" y="876"/>
                  </a:lnTo>
                  <a:lnTo>
                    <a:pt x="660" y="864"/>
                  </a:lnTo>
                  <a:lnTo>
                    <a:pt x="666" y="858"/>
                  </a:lnTo>
                  <a:lnTo>
                    <a:pt x="684" y="858"/>
                  </a:lnTo>
                  <a:lnTo>
                    <a:pt x="696" y="870"/>
                  </a:lnTo>
                  <a:lnTo>
                    <a:pt x="762" y="864"/>
                  </a:lnTo>
                  <a:lnTo>
                    <a:pt x="762" y="846"/>
                  </a:lnTo>
                  <a:lnTo>
                    <a:pt x="768" y="840"/>
                  </a:lnTo>
                  <a:lnTo>
                    <a:pt x="774" y="840"/>
                  </a:lnTo>
                  <a:lnTo>
                    <a:pt x="798" y="864"/>
                  </a:lnTo>
                  <a:lnTo>
                    <a:pt x="828" y="834"/>
                  </a:lnTo>
                  <a:lnTo>
                    <a:pt x="834" y="834"/>
                  </a:lnTo>
                  <a:lnTo>
                    <a:pt x="834" y="846"/>
                  </a:lnTo>
                  <a:lnTo>
                    <a:pt x="840" y="852"/>
                  </a:lnTo>
                  <a:lnTo>
                    <a:pt x="840" y="864"/>
                  </a:lnTo>
                  <a:lnTo>
                    <a:pt x="846" y="876"/>
                  </a:lnTo>
                  <a:lnTo>
                    <a:pt x="846" y="906"/>
                  </a:lnTo>
                  <a:lnTo>
                    <a:pt x="870" y="906"/>
                  </a:lnTo>
                  <a:lnTo>
                    <a:pt x="864" y="900"/>
                  </a:lnTo>
                  <a:lnTo>
                    <a:pt x="864" y="882"/>
                  </a:lnTo>
                  <a:lnTo>
                    <a:pt x="858" y="870"/>
                  </a:lnTo>
                  <a:lnTo>
                    <a:pt x="858" y="852"/>
                  </a:lnTo>
                  <a:lnTo>
                    <a:pt x="852" y="846"/>
                  </a:lnTo>
                  <a:lnTo>
                    <a:pt x="852" y="828"/>
                  </a:lnTo>
                  <a:lnTo>
                    <a:pt x="846" y="822"/>
                  </a:lnTo>
                  <a:lnTo>
                    <a:pt x="846" y="798"/>
                  </a:lnTo>
                  <a:lnTo>
                    <a:pt x="834" y="798"/>
                  </a:lnTo>
                  <a:lnTo>
                    <a:pt x="822" y="786"/>
                  </a:lnTo>
                  <a:lnTo>
                    <a:pt x="798" y="774"/>
                  </a:lnTo>
                  <a:lnTo>
                    <a:pt x="804" y="774"/>
                  </a:lnTo>
                  <a:lnTo>
                    <a:pt x="834" y="744"/>
                  </a:lnTo>
                  <a:lnTo>
                    <a:pt x="840" y="732"/>
                  </a:lnTo>
                  <a:lnTo>
                    <a:pt x="840" y="726"/>
                  </a:lnTo>
                  <a:lnTo>
                    <a:pt x="834" y="714"/>
                  </a:lnTo>
                  <a:lnTo>
                    <a:pt x="822" y="708"/>
                  </a:lnTo>
                  <a:lnTo>
                    <a:pt x="816" y="696"/>
                  </a:lnTo>
                  <a:lnTo>
                    <a:pt x="816" y="672"/>
                  </a:lnTo>
                  <a:lnTo>
                    <a:pt x="804" y="672"/>
                  </a:lnTo>
                  <a:lnTo>
                    <a:pt x="798" y="666"/>
                  </a:lnTo>
                  <a:lnTo>
                    <a:pt x="798" y="654"/>
                  </a:lnTo>
                  <a:lnTo>
                    <a:pt x="804" y="642"/>
                  </a:lnTo>
                  <a:lnTo>
                    <a:pt x="804" y="612"/>
                  </a:lnTo>
                  <a:lnTo>
                    <a:pt x="798" y="600"/>
                  </a:lnTo>
                  <a:lnTo>
                    <a:pt x="798" y="576"/>
                  </a:lnTo>
                  <a:lnTo>
                    <a:pt x="810" y="564"/>
                  </a:lnTo>
                  <a:lnTo>
                    <a:pt x="816" y="564"/>
                  </a:lnTo>
                  <a:lnTo>
                    <a:pt x="822" y="558"/>
                  </a:lnTo>
                  <a:lnTo>
                    <a:pt x="822" y="534"/>
                  </a:lnTo>
                  <a:lnTo>
                    <a:pt x="840" y="516"/>
                  </a:lnTo>
                  <a:lnTo>
                    <a:pt x="840" y="504"/>
                  </a:lnTo>
                  <a:lnTo>
                    <a:pt x="834" y="498"/>
                  </a:lnTo>
                  <a:lnTo>
                    <a:pt x="816" y="498"/>
                  </a:lnTo>
                  <a:lnTo>
                    <a:pt x="804" y="504"/>
                  </a:lnTo>
                  <a:lnTo>
                    <a:pt x="798" y="510"/>
                  </a:lnTo>
                  <a:lnTo>
                    <a:pt x="774" y="504"/>
                  </a:lnTo>
                  <a:lnTo>
                    <a:pt x="768" y="510"/>
                  </a:lnTo>
                  <a:lnTo>
                    <a:pt x="744" y="510"/>
                  </a:lnTo>
                  <a:lnTo>
                    <a:pt x="738" y="504"/>
                  </a:lnTo>
                  <a:lnTo>
                    <a:pt x="720" y="504"/>
                  </a:lnTo>
                  <a:lnTo>
                    <a:pt x="720" y="510"/>
                  </a:lnTo>
                  <a:lnTo>
                    <a:pt x="696" y="510"/>
                  </a:lnTo>
                  <a:lnTo>
                    <a:pt x="672" y="486"/>
                  </a:lnTo>
                  <a:lnTo>
                    <a:pt x="666" y="468"/>
                  </a:lnTo>
                  <a:lnTo>
                    <a:pt x="660" y="456"/>
                  </a:lnTo>
                  <a:lnTo>
                    <a:pt x="654" y="450"/>
                  </a:lnTo>
                  <a:lnTo>
                    <a:pt x="654" y="444"/>
                  </a:lnTo>
                  <a:lnTo>
                    <a:pt x="630" y="444"/>
                  </a:lnTo>
                  <a:lnTo>
                    <a:pt x="618" y="438"/>
                  </a:lnTo>
                  <a:lnTo>
                    <a:pt x="612" y="432"/>
                  </a:lnTo>
                  <a:lnTo>
                    <a:pt x="600" y="432"/>
                  </a:lnTo>
                  <a:lnTo>
                    <a:pt x="600" y="438"/>
                  </a:lnTo>
                  <a:lnTo>
                    <a:pt x="594" y="444"/>
                  </a:lnTo>
                  <a:lnTo>
                    <a:pt x="582" y="444"/>
                  </a:lnTo>
                  <a:lnTo>
                    <a:pt x="570" y="438"/>
                  </a:lnTo>
                  <a:lnTo>
                    <a:pt x="564" y="438"/>
                  </a:lnTo>
                  <a:lnTo>
                    <a:pt x="552" y="432"/>
                  </a:lnTo>
                  <a:lnTo>
                    <a:pt x="540" y="432"/>
                  </a:lnTo>
                  <a:lnTo>
                    <a:pt x="534" y="438"/>
                  </a:lnTo>
                  <a:lnTo>
                    <a:pt x="510" y="438"/>
                  </a:lnTo>
                  <a:lnTo>
                    <a:pt x="504" y="432"/>
                  </a:lnTo>
                  <a:lnTo>
                    <a:pt x="498" y="420"/>
                  </a:lnTo>
                  <a:lnTo>
                    <a:pt x="498" y="408"/>
                  </a:lnTo>
                  <a:lnTo>
                    <a:pt x="486" y="408"/>
                  </a:lnTo>
                  <a:lnTo>
                    <a:pt x="486" y="366"/>
                  </a:lnTo>
                  <a:lnTo>
                    <a:pt x="498" y="342"/>
                  </a:lnTo>
                  <a:lnTo>
                    <a:pt x="498" y="330"/>
                  </a:lnTo>
                  <a:lnTo>
                    <a:pt x="492" y="324"/>
                  </a:lnTo>
                  <a:lnTo>
                    <a:pt x="480" y="318"/>
                  </a:lnTo>
                  <a:lnTo>
                    <a:pt x="474" y="312"/>
                  </a:lnTo>
                  <a:lnTo>
                    <a:pt x="474" y="276"/>
                  </a:lnTo>
                  <a:lnTo>
                    <a:pt x="468" y="264"/>
                  </a:lnTo>
                  <a:lnTo>
                    <a:pt x="456" y="252"/>
                  </a:lnTo>
                  <a:lnTo>
                    <a:pt x="450" y="252"/>
                  </a:lnTo>
                  <a:lnTo>
                    <a:pt x="438" y="264"/>
                  </a:lnTo>
                  <a:lnTo>
                    <a:pt x="438" y="270"/>
                  </a:lnTo>
                  <a:lnTo>
                    <a:pt x="432" y="264"/>
                  </a:lnTo>
                  <a:lnTo>
                    <a:pt x="432" y="252"/>
                  </a:lnTo>
                  <a:lnTo>
                    <a:pt x="438" y="240"/>
                  </a:lnTo>
                  <a:lnTo>
                    <a:pt x="462" y="216"/>
                  </a:lnTo>
                  <a:lnTo>
                    <a:pt x="462" y="192"/>
                  </a:lnTo>
                  <a:lnTo>
                    <a:pt x="468" y="186"/>
                  </a:lnTo>
                  <a:lnTo>
                    <a:pt x="468" y="168"/>
                  </a:lnTo>
                  <a:lnTo>
                    <a:pt x="480" y="132"/>
                  </a:lnTo>
                  <a:lnTo>
                    <a:pt x="504" y="108"/>
                  </a:lnTo>
                  <a:lnTo>
                    <a:pt x="522" y="102"/>
                  </a:lnTo>
                  <a:lnTo>
                    <a:pt x="534" y="90"/>
                  </a:lnTo>
                  <a:lnTo>
                    <a:pt x="540" y="78"/>
                  </a:lnTo>
                  <a:lnTo>
                    <a:pt x="540" y="72"/>
                  </a:lnTo>
                  <a:lnTo>
                    <a:pt x="546" y="66"/>
                  </a:lnTo>
                  <a:lnTo>
                    <a:pt x="558" y="66"/>
                  </a:lnTo>
                  <a:lnTo>
                    <a:pt x="564" y="60"/>
                  </a:lnTo>
                  <a:lnTo>
                    <a:pt x="570" y="60"/>
                  </a:lnTo>
                  <a:lnTo>
                    <a:pt x="576" y="54"/>
                  </a:lnTo>
                  <a:lnTo>
                    <a:pt x="582" y="54"/>
                  </a:lnTo>
                  <a:lnTo>
                    <a:pt x="600" y="36"/>
                  </a:lnTo>
                  <a:lnTo>
                    <a:pt x="600" y="12"/>
                  </a:lnTo>
                  <a:lnTo>
                    <a:pt x="594" y="6"/>
                  </a:lnTo>
                  <a:lnTo>
                    <a:pt x="582" y="0"/>
                  </a:lnTo>
                  <a:lnTo>
                    <a:pt x="570" y="6"/>
                  </a:lnTo>
                  <a:lnTo>
                    <a:pt x="546" y="6"/>
                  </a:lnTo>
                  <a:lnTo>
                    <a:pt x="540" y="12"/>
                  </a:lnTo>
                  <a:lnTo>
                    <a:pt x="534" y="12"/>
                  </a:lnTo>
                  <a:lnTo>
                    <a:pt x="522" y="24"/>
                  </a:lnTo>
                  <a:lnTo>
                    <a:pt x="522" y="36"/>
                  </a:lnTo>
                  <a:lnTo>
                    <a:pt x="516" y="48"/>
                  </a:lnTo>
                  <a:lnTo>
                    <a:pt x="504" y="60"/>
                  </a:lnTo>
                  <a:lnTo>
                    <a:pt x="492" y="60"/>
                  </a:lnTo>
                  <a:lnTo>
                    <a:pt x="480" y="54"/>
                  </a:lnTo>
                  <a:lnTo>
                    <a:pt x="474" y="54"/>
                  </a:lnTo>
                  <a:lnTo>
                    <a:pt x="444" y="84"/>
                  </a:lnTo>
                  <a:lnTo>
                    <a:pt x="444" y="90"/>
                  </a:lnTo>
                  <a:lnTo>
                    <a:pt x="408" y="102"/>
                  </a:lnTo>
                  <a:lnTo>
                    <a:pt x="402" y="96"/>
                  </a:lnTo>
                  <a:lnTo>
                    <a:pt x="390" y="90"/>
                  </a:lnTo>
                  <a:lnTo>
                    <a:pt x="384" y="90"/>
                  </a:lnTo>
                  <a:lnTo>
                    <a:pt x="378" y="102"/>
                  </a:lnTo>
                  <a:lnTo>
                    <a:pt x="378" y="120"/>
                  </a:lnTo>
                  <a:lnTo>
                    <a:pt x="372" y="132"/>
                  </a:lnTo>
                  <a:lnTo>
                    <a:pt x="366" y="138"/>
                  </a:lnTo>
                  <a:lnTo>
                    <a:pt x="354" y="138"/>
                  </a:lnTo>
                  <a:lnTo>
                    <a:pt x="354" y="132"/>
                  </a:lnTo>
                  <a:lnTo>
                    <a:pt x="360" y="126"/>
                  </a:lnTo>
                  <a:lnTo>
                    <a:pt x="354" y="120"/>
                  </a:lnTo>
                  <a:lnTo>
                    <a:pt x="342" y="120"/>
                  </a:lnTo>
                  <a:lnTo>
                    <a:pt x="330" y="126"/>
                  </a:lnTo>
                  <a:lnTo>
                    <a:pt x="318" y="126"/>
                  </a:lnTo>
                  <a:lnTo>
                    <a:pt x="312" y="132"/>
                  </a:lnTo>
                  <a:lnTo>
                    <a:pt x="306" y="132"/>
                  </a:lnTo>
                  <a:lnTo>
                    <a:pt x="300" y="144"/>
                  </a:lnTo>
                  <a:lnTo>
                    <a:pt x="288" y="150"/>
                  </a:lnTo>
                  <a:lnTo>
                    <a:pt x="282" y="162"/>
                  </a:lnTo>
                  <a:lnTo>
                    <a:pt x="276" y="168"/>
                  </a:lnTo>
                  <a:lnTo>
                    <a:pt x="276" y="186"/>
                  </a:lnTo>
                  <a:lnTo>
                    <a:pt x="282" y="192"/>
                  </a:lnTo>
                  <a:lnTo>
                    <a:pt x="264" y="222"/>
                  </a:lnTo>
                  <a:lnTo>
                    <a:pt x="276" y="246"/>
                  </a:lnTo>
                  <a:lnTo>
                    <a:pt x="252" y="246"/>
                  </a:lnTo>
                  <a:lnTo>
                    <a:pt x="240" y="252"/>
                  </a:lnTo>
                  <a:lnTo>
                    <a:pt x="228" y="264"/>
                  </a:lnTo>
                  <a:lnTo>
                    <a:pt x="228" y="276"/>
                  </a:lnTo>
                  <a:lnTo>
                    <a:pt x="222" y="288"/>
                  </a:lnTo>
                  <a:lnTo>
                    <a:pt x="216" y="294"/>
                  </a:lnTo>
                  <a:lnTo>
                    <a:pt x="204" y="294"/>
                  </a:lnTo>
                  <a:lnTo>
                    <a:pt x="198" y="300"/>
                  </a:lnTo>
                  <a:lnTo>
                    <a:pt x="192" y="300"/>
                  </a:lnTo>
                  <a:lnTo>
                    <a:pt x="174" y="306"/>
                  </a:lnTo>
                  <a:lnTo>
                    <a:pt x="186" y="330"/>
                  </a:lnTo>
                  <a:lnTo>
                    <a:pt x="186" y="366"/>
                  </a:lnTo>
                  <a:lnTo>
                    <a:pt x="168" y="366"/>
                  </a:lnTo>
                  <a:lnTo>
                    <a:pt x="168" y="360"/>
                  </a:lnTo>
                  <a:lnTo>
                    <a:pt x="174" y="354"/>
                  </a:lnTo>
                  <a:lnTo>
                    <a:pt x="174" y="342"/>
                  </a:lnTo>
                  <a:lnTo>
                    <a:pt x="144" y="312"/>
                  </a:lnTo>
                  <a:lnTo>
                    <a:pt x="138" y="312"/>
                  </a:lnTo>
                  <a:lnTo>
                    <a:pt x="132" y="318"/>
                  </a:lnTo>
                  <a:lnTo>
                    <a:pt x="132" y="336"/>
                  </a:lnTo>
                  <a:lnTo>
                    <a:pt x="138" y="348"/>
                  </a:lnTo>
                  <a:lnTo>
                    <a:pt x="150" y="354"/>
                  </a:lnTo>
                  <a:lnTo>
                    <a:pt x="150" y="366"/>
                  </a:lnTo>
                  <a:lnTo>
                    <a:pt x="138" y="390"/>
                  </a:lnTo>
                  <a:lnTo>
                    <a:pt x="132" y="396"/>
                  </a:lnTo>
                  <a:lnTo>
                    <a:pt x="120" y="390"/>
                  </a:lnTo>
                  <a:lnTo>
                    <a:pt x="114" y="384"/>
                  </a:lnTo>
                  <a:lnTo>
                    <a:pt x="102" y="414"/>
                  </a:lnTo>
                  <a:lnTo>
                    <a:pt x="114" y="438"/>
                  </a:lnTo>
                  <a:lnTo>
                    <a:pt x="114" y="450"/>
                  </a:lnTo>
                  <a:lnTo>
                    <a:pt x="126" y="462"/>
                  </a:lnTo>
                  <a:lnTo>
                    <a:pt x="132" y="474"/>
                  </a:lnTo>
                  <a:lnTo>
                    <a:pt x="132" y="480"/>
                  </a:lnTo>
                  <a:lnTo>
                    <a:pt x="120" y="492"/>
                  </a:lnTo>
                  <a:lnTo>
                    <a:pt x="114" y="492"/>
                  </a:lnTo>
                  <a:lnTo>
                    <a:pt x="132" y="516"/>
                  </a:lnTo>
                  <a:lnTo>
                    <a:pt x="138" y="552"/>
                  </a:lnTo>
                  <a:lnTo>
                    <a:pt x="114" y="558"/>
                  </a:lnTo>
                  <a:lnTo>
                    <a:pt x="132" y="576"/>
                  </a:lnTo>
                  <a:lnTo>
                    <a:pt x="132" y="636"/>
                  </a:lnTo>
                  <a:lnTo>
                    <a:pt x="120" y="642"/>
                  </a:lnTo>
                  <a:lnTo>
                    <a:pt x="114" y="654"/>
                  </a:lnTo>
                  <a:lnTo>
                    <a:pt x="114" y="678"/>
                  </a:lnTo>
                  <a:lnTo>
                    <a:pt x="138" y="702"/>
                  </a:lnTo>
                  <a:lnTo>
                    <a:pt x="138" y="720"/>
                  </a:lnTo>
                  <a:lnTo>
                    <a:pt x="132" y="732"/>
                  </a:lnTo>
                  <a:lnTo>
                    <a:pt x="120" y="738"/>
                  </a:lnTo>
                  <a:lnTo>
                    <a:pt x="114" y="750"/>
                  </a:lnTo>
                  <a:lnTo>
                    <a:pt x="102" y="756"/>
                  </a:lnTo>
                  <a:lnTo>
                    <a:pt x="96" y="762"/>
                  </a:lnTo>
                  <a:lnTo>
                    <a:pt x="114" y="774"/>
                  </a:lnTo>
                  <a:lnTo>
                    <a:pt x="84" y="798"/>
                  </a:lnTo>
                  <a:lnTo>
                    <a:pt x="66" y="798"/>
                  </a:lnTo>
                  <a:lnTo>
                    <a:pt x="54" y="804"/>
                  </a:lnTo>
                  <a:lnTo>
                    <a:pt x="36" y="810"/>
                  </a:lnTo>
                  <a:lnTo>
                    <a:pt x="30" y="822"/>
                  </a:lnTo>
                  <a:lnTo>
                    <a:pt x="30" y="846"/>
                  </a:lnTo>
                  <a:lnTo>
                    <a:pt x="36" y="852"/>
                  </a:lnTo>
                  <a:lnTo>
                    <a:pt x="36" y="858"/>
                  </a:lnTo>
                  <a:lnTo>
                    <a:pt x="6" y="858"/>
                  </a:lnTo>
                  <a:lnTo>
                    <a:pt x="0" y="864"/>
                  </a:lnTo>
                  <a:lnTo>
                    <a:pt x="0" y="876"/>
                  </a:lnTo>
                  <a:lnTo>
                    <a:pt x="6" y="888"/>
                  </a:lnTo>
                  <a:lnTo>
                    <a:pt x="18" y="894"/>
                  </a:lnTo>
                  <a:lnTo>
                    <a:pt x="24" y="906"/>
                  </a:lnTo>
                  <a:lnTo>
                    <a:pt x="36" y="912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512" name="China" descr="© INSCALE GmbH, 05.05.2010&#10;http://www.presentationload.com/">
              <a:extLst>
                <a:ext uri="{FF2B5EF4-FFF2-40B4-BE49-F238E27FC236}">
                  <a16:creationId xmlns:a16="http://schemas.microsoft.com/office/drawing/2014/main" id="{78C67A7B-81DE-4AD4-BA4A-C909AC462471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353971" y="1590388"/>
              <a:ext cx="1209703" cy="928641"/>
            </a:xfrm>
            <a:custGeom>
              <a:avLst/>
              <a:gdLst>
                <a:gd name="T0" fmla="*/ 2147483647 w 3660"/>
                <a:gd name="T1" fmla="*/ 2147483647 h 2826"/>
                <a:gd name="T2" fmla="*/ 2147483647 w 3660"/>
                <a:gd name="T3" fmla="*/ 2147483647 h 2826"/>
                <a:gd name="T4" fmla="*/ 2147483647 w 3660"/>
                <a:gd name="T5" fmla="*/ 2147483647 h 2826"/>
                <a:gd name="T6" fmla="*/ 2147483647 w 3660"/>
                <a:gd name="T7" fmla="*/ 2147483647 h 2826"/>
                <a:gd name="T8" fmla="*/ 2147483647 w 3660"/>
                <a:gd name="T9" fmla="*/ 2147483647 h 2826"/>
                <a:gd name="T10" fmla="*/ 2147483647 w 3660"/>
                <a:gd name="T11" fmla="*/ 2147483647 h 2826"/>
                <a:gd name="T12" fmla="*/ 2147483647 w 3660"/>
                <a:gd name="T13" fmla="*/ 2147483647 h 2826"/>
                <a:gd name="T14" fmla="*/ 2147483647 w 3660"/>
                <a:gd name="T15" fmla="*/ 2147483647 h 2826"/>
                <a:gd name="T16" fmla="*/ 2147483647 w 3660"/>
                <a:gd name="T17" fmla="*/ 2147483647 h 2826"/>
                <a:gd name="T18" fmla="*/ 2147483647 w 3660"/>
                <a:gd name="T19" fmla="*/ 2147483647 h 2826"/>
                <a:gd name="T20" fmla="*/ 2147483647 w 3660"/>
                <a:gd name="T21" fmla="*/ 2147483647 h 2826"/>
                <a:gd name="T22" fmla="*/ 2147483647 w 3660"/>
                <a:gd name="T23" fmla="*/ 2147483647 h 2826"/>
                <a:gd name="T24" fmla="*/ 2147483647 w 3660"/>
                <a:gd name="T25" fmla="*/ 2147483647 h 2826"/>
                <a:gd name="T26" fmla="*/ 2147483647 w 3660"/>
                <a:gd name="T27" fmla="*/ 2147483647 h 2826"/>
                <a:gd name="T28" fmla="*/ 2147483647 w 3660"/>
                <a:gd name="T29" fmla="*/ 2147483647 h 2826"/>
                <a:gd name="T30" fmla="*/ 2147483647 w 3660"/>
                <a:gd name="T31" fmla="*/ 2147483647 h 2826"/>
                <a:gd name="T32" fmla="*/ 2147483647 w 3660"/>
                <a:gd name="T33" fmla="*/ 2147483647 h 2826"/>
                <a:gd name="T34" fmla="*/ 2147483647 w 3660"/>
                <a:gd name="T35" fmla="*/ 2147483647 h 2826"/>
                <a:gd name="T36" fmla="*/ 2147483647 w 3660"/>
                <a:gd name="T37" fmla="*/ 2147483647 h 2826"/>
                <a:gd name="T38" fmla="*/ 2147483647 w 3660"/>
                <a:gd name="T39" fmla="*/ 2147483647 h 2826"/>
                <a:gd name="T40" fmla="*/ 2147483647 w 3660"/>
                <a:gd name="T41" fmla="*/ 2147483647 h 2826"/>
                <a:gd name="T42" fmla="*/ 2147483647 w 3660"/>
                <a:gd name="T43" fmla="*/ 2147483647 h 2826"/>
                <a:gd name="T44" fmla="*/ 2147483647 w 3660"/>
                <a:gd name="T45" fmla="*/ 2147483647 h 2826"/>
                <a:gd name="T46" fmla="*/ 0 w 3660"/>
                <a:gd name="T47" fmla="*/ 2147483647 h 2826"/>
                <a:gd name="T48" fmla="*/ 2147483647 w 3660"/>
                <a:gd name="T49" fmla="*/ 2147483647 h 2826"/>
                <a:gd name="T50" fmla="*/ 2147483647 w 3660"/>
                <a:gd name="T51" fmla="*/ 2147483647 h 2826"/>
                <a:gd name="T52" fmla="*/ 2147483647 w 3660"/>
                <a:gd name="T53" fmla="*/ 2147483647 h 2826"/>
                <a:gd name="T54" fmla="*/ 2147483647 w 3660"/>
                <a:gd name="T55" fmla="*/ 2147483647 h 2826"/>
                <a:gd name="T56" fmla="*/ 2147483647 w 3660"/>
                <a:gd name="T57" fmla="*/ 2147483647 h 2826"/>
                <a:gd name="T58" fmla="*/ 2147483647 w 3660"/>
                <a:gd name="T59" fmla="*/ 2147483647 h 2826"/>
                <a:gd name="T60" fmla="*/ 2147483647 w 3660"/>
                <a:gd name="T61" fmla="*/ 2147483647 h 2826"/>
                <a:gd name="T62" fmla="*/ 2147483647 w 3660"/>
                <a:gd name="T63" fmla="*/ 2147483647 h 2826"/>
                <a:gd name="T64" fmla="*/ 2147483647 w 3660"/>
                <a:gd name="T65" fmla="*/ 2147483647 h 2826"/>
                <a:gd name="T66" fmla="*/ 2147483647 w 3660"/>
                <a:gd name="T67" fmla="*/ 2147483647 h 2826"/>
                <a:gd name="T68" fmla="*/ 2147483647 w 3660"/>
                <a:gd name="T69" fmla="*/ 2147483647 h 2826"/>
                <a:gd name="T70" fmla="*/ 2147483647 w 3660"/>
                <a:gd name="T71" fmla="*/ 2147483647 h 2826"/>
                <a:gd name="T72" fmla="*/ 2147483647 w 3660"/>
                <a:gd name="T73" fmla="*/ 2147483647 h 2826"/>
                <a:gd name="T74" fmla="*/ 2147483647 w 3660"/>
                <a:gd name="T75" fmla="*/ 2147483647 h 2826"/>
                <a:gd name="T76" fmla="*/ 2147483647 w 3660"/>
                <a:gd name="T77" fmla="*/ 2147483647 h 2826"/>
                <a:gd name="T78" fmla="*/ 2147483647 w 3660"/>
                <a:gd name="T79" fmla="*/ 2147483647 h 2826"/>
                <a:gd name="T80" fmla="*/ 2147483647 w 3660"/>
                <a:gd name="T81" fmla="*/ 2147483647 h 2826"/>
                <a:gd name="T82" fmla="*/ 2147483647 w 3660"/>
                <a:gd name="T83" fmla="*/ 2147483647 h 2826"/>
                <a:gd name="T84" fmla="*/ 2147483647 w 3660"/>
                <a:gd name="T85" fmla="*/ 2147483647 h 2826"/>
                <a:gd name="T86" fmla="*/ 2147483647 w 3660"/>
                <a:gd name="T87" fmla="*/ 2147483647 h 2826"/>
                <a:gd name="T88" fmla="*/ 2147483647 w 3660"/>
                <a:gd name="T89" fmla="*/ 2147483647 h 2826"/>
                <a:gd name="T90" fmla="*/ 2147483647 w 3660"/>
                <a:gd name="T91" fmla="*/ 2147483647 h 2826"/>
                <a:gd name="T92" fmla="*/ 2147483647 w 3660"/>
                <a:gd name="T93" fmla="*/ 2147483647 h 2826"/>
                <a:gd name="T94" fmla="*/ 2147483647 w 3660"/>
                <a:gd name="T95" fmla="*/ 2147483647 h 2826"/>
                <a:gd name="T96" fmla="*/ 2147483647 w 3660"/>
                <a:gd name="T97" fmla="*/ 2147483647 h 2826"/>
                <a:gd name="T98" fmla="*/ 2147483647 w 3660"/>
                <a:gd name="T99" fmla="*/ 2147483647 h 2826"/>
                <a:gd name="T100" fmla="*/ 2147483647 w 3660"/>
                <a:gd name="T101" fmla="*/ 2147483647 h 2826"/>
                <a:gd name="T102" fmla="*/ 2147483647 w 3660"/>
                <a:gd name="T103" fmla="*/ 2147483647 h 2826"/>
                <a:gd name="T104" fmla="*/ 2147483647 w 3660"/>
                <a:gd name="T105" fmla="*/ 2147483647 h 2826"/>
                <a:gd name="T106" fmla="*/ 2147483647 w 3660"/>
                <a:gd name="T107" fmla="*/ 2147483647 h 2826"/>
                <a:gd name="T108" fmla="*/ 2147483647 w 3660"/>
                <a:gd name="T109" fmla="*/ 2147483647 h 2826"/>
                <a:gd name="T110" fmla="*/ 2147483647 w 3660"/>
                <a:gd name="T111" fmla="*/ 2147483647 h 2826"/>
                <a:gd name="T112" fmla="*/ 2147483647 w 3660"/>
                <a:gd name="T113" fmla="*/ 2147483647 h 2826"/>
                <a:gd name="T114" fmla="*/ 2147483647 w 3660"/>
                <a:gd name="T115" fmla="*/ 2147483647 h 2826"/>
                <a:gd name="T116" fmla="*/ 2147483647 w 3660"/>
                <a:gd name="T117" fmla="*/ 2147483647 h 2826"/>
                <a:gd name="T118" fmla="*/ 2147483647 w 3660"/>
                <a:gd name="T119" fmla="*/ 2147483647 h 2826"/>
                <a:gd name="T120" fmla="*/ 2147483647 w 3660"/>
                <a:gd name="T121" fmla="*/ 2147483647 h 2826"/>
                <a:gd name="T122" fmla="*/ 2147483647 w 3660"/>
                <a:gd name="T123" fmla="*/ 2147483647 h 282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660"/>
                <a:gd name="T187" fmla="*/ 0 h 2826"/>
                <a:gd name="T188" fmla="*/ 3660 w 3660"/>
                <a:gd name="T189" fmla="*/ 2826 h 282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660" h="2826">
                  <a:moveTo>
                    <a:pt x="2862" y="2688"/>
                  </a:moveTo>
                  <a:lnTo>
                    <a:pt x="2850" y="2682"/>
                  </a:lnTo>
                  <a:lnTo>
                    <a:pt x="2772" y="2682"/>
                  </a:lnTo>
                  <a:lnTo>
                    <a:pt x="2766" y="2700"/>
                  </a:lnTo>
                  <a:lnTo>
                    <a:pt x="2748" y="2694"/>
                  </a:lnTo>
                  <a:lnTo>
                    <a:pt x="2736" y="2718"/>
                  </a:lnTo>
                  <a:lnTo>
                    <a:pt x="2730" y="2724"/>
                  </a:lnTo>
                  <a:lnTo>
                    <a:pt x="2712" y="2760"/>
                  </a:lnTo>
                  <a:lnTo>
                    <a:pt x="2718" y="2772"/>
                  </a:lnTo>
                  <a:lnTo>
                    <a:pt x="2724" y="2790"/>
                  </a:lnTo>
                  <a:lnTo>
                    <a:pt x="2754" y="2820"/>
                  </a:lnTo>
                  <a:lnTo>
                    <a:pt x="2766" y="2826"/>
                  </a:lnTo>
                  <a:lnTo>
                    <a:pt x="2772" y="2826"/>
                  </a:lnTo>
                  <a:lnTo>
                    <a:pt x="2802" y="2820"/>
                  </a:lnTo>
                  <a:lnTo>
                    <a:pt x="2820" y="2820"/>
                  </a:lnTo>
                  <a:lnTo>
                    <a:pt x="2844" y="2808"/>
                  </a:lnTo>
                  <a:lnTo>
                    <a:pt x="2850" y="2802"/>
                  </a:lnTo>
                  <a:lnTo>
                    <a:pt x="2850" y="2754"/>
                  </a:lnTo>
                  <a:lnTo>
                    <a:pt x="2856" y="2742"/>
                  </a:lnTo>
                  <a:lnTo>
                    <a:pt x="2862" y="2736"/>
                  </a:lnTo>
                  <a:lnTo>
                    <a:pt x="2868" y="2724"/>
                  </a:lnTo>
                  <a:lnTo>
                    <a:pt x="2868" y="2700"/>
                  </a:lnTo>
                  <a:lnTo>
                    <a:pt x="2862" y="2688"/>
                  </a:lnTo>
                  <a:close/>
                  <a:moveTo>
                    <a:pt x="3660" y="624"/>
                  </a:moveTo>
                  <a:lnTo>
                    <a:pt x="3654" y="600"/>
                  </a:lnTo>
                  <a:lnTo>
                    <a:pt x="3660" y="570"/>
                  </a:lnTo>
                  <a:lnTo>
                    <a:pt x="3642" y="564"/>
                  </a:lnTo>
                  <a:lnTo>
                    <a:pt x="3642" y="540"/>
                  </a:lnTo>
                  <a:lnTo>
                    <a:pt x="3630" y="528"/>
                  </a:lnTo>
                  <a:lnTo>
                    <a:pt x="3630" y="510"/>
                  </a:lnTo>
                  <a:lnTo>
                    <a:pt x="3618" y="492"/>
                  </a:lnTo>
                  <a:lnTo>
                    <a:pt x="3636" y="486"/>
                  </a:lnTo>
                  <a:lnTo>
                    <a:pt x="3636" y="456"/>
                  </a:lnTo>
                  <a:lnTo>
                    <a:pt x="3612" y="444"/>
                  </a:lnTo>
                  <a:lnTo>
                    <a:pt x="3612" y="426"/>
                  </a:lnTo>
                  <a:lnTo>
                    <a:pt x="3606" y="414"/>
                  </a:lnTo>
                  <a:lnTo>
                    <a:pt x="3594" y="408"/>
                  </a:lnTo>
                  <a:lnTo>
                    <a:pt x="3552" y="408"/>
                  </a:lnTo>
                  <a:lnTo>
                    <a:pt x="3546" y="432"/>
                  </a:lnTo>
                  <a:lnTo>
                    <a:pt x="3516" y="432"/>
                  </a:lnTo>
                  <a:lnTo>
                    <a:pt x="3504" y="438"/>
                  </a:lnTo>
                  <a:lnTo>
                    <a:pt x="3498" y="438"/>
                  </a:lnTo>
                  <a:lnTo>
                    <a:pt x="3492" y="444"/>
                  </a:lnTo>
                  <a:lnTo>
                    <a:pt x="3492" y="462"/>
                  </a:lnTo>
                  <a:lnTo>
                    <a:pt x="3462" y="456"/>
                  </a:lnTo>
                  <a:lnTo>
                    <a:pt x="3462" y="468"/>
                  </a:lnTo>
                  <a:lnTo>
                    <a:pt x="3444" y="468"/>
                  </a:lnTo>
                  <a:lnTo>
                    <a:pt x="3432" y="456"/>
                  </a:lnTo>
                  <a:lnTo>
                    <a:pt x="3408" y="462"/>
                  </a:lnTo>
                  <a:lnTo>
                    <a:pt x="3366" y="432"/>
                  </a:lnTo>
                  <a:lnTo>
                    <a:pt x="3366" y="420"/>
                  </a:lnTo>
                  <a:lnTo>
                    <a:pt x="3360" y="408"/>
                  </a:lnTo>
                  <a:lnTo>
                    <a:pt x="3360" y="402"/>
                  </a:lnTo>
                  <a:lnTo>
                    <a:pt x="3354" y="396"/>
                  </a:lnTo>
                  <a:lnTo>
                    <a:pt x="3336" y="396"/>
                  </a:lnTo>
                  <a:lnTo>
                    <a:pt x="3318" y="366"/>
                  </a:lnTo>
                  <a:lnTo>
                    <a:pt x="3276" y="366"/>
                  </a:lnTo>
                  <a:lnTo>
                    <a:pt x="3258" y="348"/>
                  </a:lnTo>
                  <a:lnTo>
                    <a:pt x="3246" y="342"/>
                  </a:lnTo>
                  <a:lnTo>
                    <a:pt x="3228" y="324"/>
                  </a:lnTo>
                  <a:lnTo>
                    <a:pt x="3216" y="324"/>
                  </a:lnTo>
                  <a:lnTo>
                    <a:pt x="3204" y="336"/>
                  </a:lnTo>
                  <a:lnTo>
                    <a:pt x="3192" y="330"/>
                  </a:lnTo>
                  <a:lnTo>
                    <a:pt x="3186" y="324"/>
                  </a:lnTo>
                  <a:lnTo>
                    <a:pt x="3174" y="318"/>
                  </a:lnTo>
                  <a:lnTo>
                    <a:pt x="3126" y="318"/>
                  </a:lnTo>
                  <a:lnTo>
                    <a:pt x="3114" y="312"/>
                  </a:lnTo>
                  <a:lnTo>
                    <a:pt x="3108" y="306"/>
                  </a:lnTo>
                  <a:lnTo>
                    <a:pt x="3084" y="294"/>
                  </a:lnTo>
                  <a:lnTo>
                    <a:pt x="3078" y="288"/>
                  </a:lnTo>
                  <a:lnTo>
                    <a:pt x="3072" y="288"/>
                  </a:lnTo>
                  <a:lnTo>
                    <a:pt x="3066" y="264"/>
                  </a:lnTo>
                  <a:lnTo>
                    <a:pt x="3054" y="264"/>
                  </a:lnTo>
                  <a:lnTo>
                    <a:pt x="3048" y="252"/>
                  </a:lnTo>
                  <a:lnTo>
                    <a:pt x="3030" y="234"/>
                  </a:lnTo>
                  <a:lnTo>
                    <a:pt x="3024" y="222"/>
                  </a:lnTo>
                  <a:lnTo>
                    <a:pt x="2976" y="198"/>
                  </a:lnTo>
                  <a:lnTo>
                    <a:pt x="2964" y="198"/>
                  </a:lnTo>
                  <a:lnTo>
                    <a:pt x="2952" y="168"/>
                  </a:lnTo>
                  <a:lnTo>
                    <a:pt x="2904" y="144"/>
                  </a:lnTo>
                  <a:lnTo>
                    <a:pt x="2898" y="114"/>
                  </a:lnTo>
                  <a:lnTo>
                    <a:pt x="2892" y="114"/>
                  </a:lnTo>
                  <a:lnTo>
                    <a:pt x="2886" y="108"/>
                  </a:lnTo>
                  <a:lnTo>
                    <a:pt x="2874" y="108"/>
                  </a:lnTo>
                  <a:lnTo>
                    <a:pt x="2862" y="96"/>
                  </a:lnTo>
                  <a:lnTo>
                    <a:pt x="2850" y="90"/>
                  </a:lnTo>
                  <a:lnTo>
                    <a:pt x="2838" y="78"/>
                  </a:lnTo>
                  <a:lnTo>
                    <a:pt x="2832" y="78"/>
                  </a:lnTo>
                  <a:lnTo>
                    <a:pt x="2832" y="66"/>
                  </a:lnTo>
                  <a:lnTo>
                    <a:pt x="2820" y="60"/>
                  </a:lnTo>
                  <a:lnTo>
                    <a:pt x="2814" y="54"/>
                  </a:lnTo>
                  <a:lnTo>
                    <a:pt x="2802" y="48"/>
                  </a:lnTo>
                  <a:lnTo>
                    <a:pt x="2796" y="42"/>
                  </a:lnTo>
                  <a:lnTo>
                    <a:pt x="2724" y="42"/>
                  </a:lnTo>
                  <a:lnTo>
                    <a:pt x="2688" y="18"/>
                  </a:lnTo>
                  <a:lnTo>
                    <a:pt x="2652" y="0"/>
                  </a:lnTo>
                  <a:lnTo>
                    <a:pt x="2598" y="12"/>
                  </a:lnTo>
                  <a:lnTo>
                    <a:pt x="2556" y="6"/>
                  </a:lnTo>
                  <a:lnTo>
                    <a:pt x="2550" y="18"/>
                  </a:lnTo>
                  <a:lnTo>
                    <a:pt x="2514" y="24"/>
                  </a:lnTo>
                  <a:lnTo>
                    <a:pt x="2472" y="66"/>
                  </a:lnTo>
                  <a:lnTo>
                    <a:pt x="2466" y="66"/>
                  </a:lnTo>
                  <a:lnTo>
                    <a:pt x="2466" y="78"/>
                  </a:lnTo>
                  <a:lnTo>
                    <a:pt x="2472" y="78"/>
                  </a:lnTo>
                  <a:lnTo>
                    <a:pt x="2490" y="84"/>
                  </a:lnTo>
                  <a:lnTo>
                    <a:pt x="2502" y="84"/>
                  </a:lnTo>
                  <a:lnTo>
                    <a:pt x="2508" y="90"/>
                  </a:lnTo>
                  <a:lnTo>
                    <a:pt x="2520" y="90"/>
                  </a:lnTo>
                  <a:lnTo>
                    <a:pt x="2532" y="102"/>
                  </a:lnTo>
                  <a:lnTo>
                    <a:pt x="2544" y="108"/>
                  </a:lnTo>
                  <a:lnTo>
                    <a:pt x="2550" y="114"/>
                  </a:lnTo>
                  <a:lnTo>
                    <a:pt x="2550" y="126"/>
                  </a:lnTo>
                  <a:lnTo>
                    <a:pt x="2532" y="144"/>
                  </a:lnTo>
                  <a:lnTo>
                    <a:pt x="2532" y="216"/>
                  </a:lnTo>
                  <a:lnTo>
                    <a:pt x="2538" y="258"/>
                  </a:lnTo>
                  <a:lnTo>
                    <a:pt x="2544" y="264"/>
                  </a:lnTo>
                  <a:lnTo>
                    <a:pt x="2556" y="264"/>
                  </a:lnTo>
                  <a:lnTo>
                    <a:pt x="2556" y="276"/>
                  </a:lnTo>
                  <a:lnTo>
                    <a:pt x="2550" y="282"/>
                  </a:lnTo>
                  <a:lnTo>
                    <a:pt x="2538" y="288"/>
                  </a:lnTo>
                  <a:lnTo>
                    <a:pt x="2514" y="288"/>
                  </a:lnTo>
                  <a:lnTo>
                    <a:pt x="2514" y="300"/>
                  </a:lnTo>
                  <a:lnTo>
                    <a:pt x="2496" y="318"/>
                  </a:lnTo>
                  <a:lnTo>
                    <a:pt x="2484" y="318"/>
                  </a:lnTo>
                  <a:lnTo>
                    <a:pt x="2478" y="312"/>
                  </a:lnTo>
                  <a:lnTo>
                    <a:pt x="2442" y="312"/>
                  </a:lnTo>
                  <a:lnTo>
                    <a:pt x="2406" y="288"/>
                  </a:lnTo>
                  <a:lnTo>
                    <a:pt x="2406" y="372"/>
                  </a:lnTo>
                  <a:lnTo>
                    <a:pt x="2412" y="384"/>
                  </a:lnTo>
                  <a:lnTo>
                    <a:pt x="2418" y="408"/>
                  </a:lnTo>
                  <a:lnTo>
                    <a:pt x="2424" y="420"/>
                  </a:lnTo>
                  <a:lnTo>
                    <a:pt x="2418" y="420"/>
                  </a:lnTo>
                  <a:lnTo>
                    <a:pt x="2418" y="438"/>
                  </a:lnTo>
                  <a:lnTo>
                    <a:pt x="2424" y="450"/>
                  </a:lnTo>
                  <a:lnTo>
                    <a:pt x="2436" y="456"/>
                  </a:lnTo>
                  <a:lnTo>
                    <a:pt x="2442" y="462"/>
                  </a:lnTo>
                  <a:lnTo>
                    <a:pt x="2460" y="462"/>
                  </a:lnTo>
                  <a:lnTo>
                    <a:pt x="2460" y="456"/>
                  </a:lnTo>
                  <a:lnTo>
                    <a:pt x="2454" y="456"/>
                  </a:lnTo>
                  <a:lnTo>
                    <a:pt x="2460" y="450"/>
                  </a:lnTo>
                  <a:lnTo>
                    <a:pt x="2514" y="450"/>
                  </a:lnTo>
                  <a:lnTo>
                    <a:pt x="2526" y="462"/>
                  </a:lnTo>
                  <a:lnTo>
                    <a:pt x="2538" y="468"/>
                  </a:lnTo>
                  <a:lnTo>
                    <a:pt x="2544" y="468"/>
                  </a:lnTo>
                  <a:lnTo>
                    <a:pt x="2550" y="462"/>
                  </a:lnTo>
                  <a:lnTo>
                    <a:pt x="2550" y="438"/>
                  </a:lnTo>
                  <a:lnTo>
                    <a:pt x="2616" y="438"/>
                  </a:lnTo>
                  <a:lnTo>
                    <a:pt x="2616" y="450"/>
                  </a:lnTo>
                  <a:lnTo>
                    <a:pt x="2622" y="456"/>
                  </a:lnTo>
                  <a:lnTo>
                    <a:pt x="2634" y="462"/>
                  </a:lnTo>
                  <a:lnTo>
                    <a:pt x="2652" y="462"/>
                  </a:lnTo>
                  <a:lnTo>
                    <a:pt x="2658" y="468"/>
                  </a:lnTo>
                  <a:lnTo>
                    <a:pt x="2670" y="474"/>
                  </a:lnTo>
                  <a:lnTo>
                    <a:pt x="2682" y="486"/>
                  </a:lnTo>
                  <a:lnTo>
                    <a:pt x="2706" y="498"/>
                  </a:lnTo>
                  <a:lnTo>
                    <a:pt x="2718" y="498"/>
                  </a:lnTo>
                  <a:lnTo>
                    <a:pt x="2724" y="510"/>
                  </a:lnTo>
                  <a:lnTo>
                    <a:pt x="2748" y="534"/>
                  </a:lnTo>
                  <a:lnTo>
                    <a:pt x="2748" y="540"/>
                  </a:lnTo>
                  <a:lnTo>
                    <a:pt x="2742" y="546"/>
                  </a:lnTo>
                  <a:lnTo>
                    <a:pt x="2706" y="546"/>
                  </a:lnTo>
                  <a:lnTo>
                    <a:pt x="2700" y="540"/>
                  </a:lnTo>
                  <a:lnTo>
                    <a:pt x="2688" y="534"/>
                  </a:lnTo>
                  <a:lnTo>
                    <a:pt x="2658" y="534"/>
                  </a:lnTo>
                  <a:lnTo>
                    <a:pt x="2652" y="540"/>
                  </a:lnTo>
                  <a:lnTo>
                    <a:pt x="2646" y="540"/>
                  </a:lnTo>
                  <a:lnTo>
                    <a:pt x="2628" y="558"/>
                  </a:lnTo>
                  <a:lnTo>
                    <a:pt x="2598" y="552"/>
                  </a:lnTo>
                  <a:lnTo>
                    <a:pt x="2598" y="570"/>
                  </a:lnTo>
                  <a:lnTo>
                    <a:pt x="2586" y="570"/>
                  </a:lnTo>
                  <a:lnTo>
                    <a:pt x="2550" y="588"/>
                  </a:lnTo>
                  <a:lnTo>
                    <a:pt x="2544" y="594"/>
                  </a:lnTo>
                  <a:lnTo>
                    <a:pt x="2550" y="606"/>
                  </a:lnTo>
                  <a:lnTo>
                    <a:pt x="2562" y="618"/>
                  </a:lnTo>
                  <a:lnTo>
                    <a:pt x="2538" y="642"/>
                  </a:lnTo>
                  <a:lnTo>
                    <a:pt x="2466" y="642"/>
                  </a:lnTo>
                  <a:lnTo>
                    <a:pt x="2466" y="666"/>
                  </a:lnTo>
                  <a:lnTo>
                    <a:pt x="2460" y="672"/>
                  </a:lnTo>
                  <a:lnTo>
                    <a:pt x="2454" y="684"/>
                  </a:lnTo>
                  <a:lnTo>
                    <a:pt x="2442" y="690"/>
                  </a:lnTo>
                  <a:lnTo>
                    <a:pt x="2424" y="690"/>
                  </a:lnTo>
                  <a:lnTo>
                    <a:pt x="2412" y="696"/>
                  </a:lnTo>
                  <a:lnTo>
                    <a:pt x="2388" y="696"/>
                  </a:lnTo>
                  <a:lnTo>
                    <a:pt x="2376" y="690"/>
                  </a:lnTo>
                  <a:lnTo>
                    <a:pt x="2370" y="684"/>
                  </a:lnTo>
                  <a:lnTo>
                    <a:pt x="2358" y="678"/>
                  </a:lnTo>
                  <a:lnTo>
                    <a:pt x="2352" y="672"/>
                  </a:lnTo>
                  <a:lnTo>
                    <a:pt x="2346" y="672"/>
                  </a:lnTo>
                  <a:lnTo>
                    <a:pt x="2340" y="666"/>
                  </a:lnTo>
                  <a:lnTo>
                    <a:pt x="2316" y="666"/>
                  </a:lnTo>
                  <a:lnTo>
                    <a:pt x="2304" y="672"/>
                  </a:lnTo>
                  <a:lnTo>
                    <a:pt x="2304" y="684"/>
                  </a:lnTo>
                  <a:lnTo>
                    <a:pt x="2298" y="696"/>
                  </a:lnTo>
                  <a:lnTo>
                    <a:pt x="2298" y="708"/>
                  </a:lnTo>
                  <a:lnTo>
                    <a:pt x="2304" y="720"/>
                  </a:lnTo>
                  <a:lnTo>
                    <a:pt x="2322" y="738"/>
                  </a:lnTo>
                  <a:lnTo>
                    <a:pt x="2334" y="744"/>
                  </a:lnTo>
                  <a:lnTo>
                    <a:pt x="2352" y="762"/>
                  </a:lnTo>
                  <a:lnTo>
                    <a:pt x="2364" y="768"/>
                  </a:lnTo>
                  <a:lnTo>
                    <a:pt x="2364" y="774"/>
                  </a:lnTo>
                  <a:lnTo>
                    <a:pt x="2358" y="780"/>
                  </a:lnTo>
                  <a:lnTo>
                    <a:pt x="2352" y="792"/>
                  </a:lnTo>
                  <a:lnTo>
                    <a:pt x="2340" y="804"/>
                  </a:lnTo>
                  <a:lnTo>
                    <a:pt x="2316" y="804"/>
                  </a:lnTo>
                  <a:lnTo>
                    <a:pt x="2316" y="810"/>
                  </a:lnTo>
                  <a:lnTo>
                    <a:pt x="2310" y="822"/>
                  </a:lnTo>
                  <a:lnTo>
                    <a:pt x="2310" y="828"/>
                  </a:lnTo>
                  <a:lnTo>
                    <a:pt x="2298" y="852"/>
                  </a:lnTo>
                  <a:lnTo>
                    <a:pt x="2286" y="858"/>
                  </a:lnTo>
                  <a:lnTo>
                    <a:pt x="2262" y="858"/>
                  </a:lnTo>
                  <a:lnTo>
                    <a:pt x="2244" y="882"/>
                  </a:lnTo>
                  <a:lnTo>
                    <a:pt x="2088" y="882"/>
                  </a:lnTo>
                  <a:lnTo>
                    <a:pt x="2070" y="894"/>
                  </a:lnTo>
                  <a:lnTo>
                    <a:pt x="2010" y="930"/>
                  </a:lnTo>
                  <a:lnTo>
                    <a:pt x="1992" y="942"/>
                  </a:lnTo>
                  <a:lnTo>
                    <a:pt x="1986" y="948"/>
                  </a:lnTo>
                  <a:lnTo>
                    <a:pt x="1968" y="948"/>
                  </a:lnTo>
                  <a:lnTo>
                    <a:pt x="1962" y="942"/>
                  </a:lnTo>
                  <a:lnTo>
                    <a:pt x="1956" y="942"/>
                  </a:lnTo>
                  <a:lnTo>
                    <a:pt x="1950" y="930"/>
                  </a:lnTo>
                  <a:lnTo>
                    <a:pt x="1950" y="924"/>
                  </a:lnTo>
                  <a:lnTo>
                    <a:pt x="1938" y="924"/>
                  </a:lnTo>
                  <a:lnTo>
                    <a:pt x="1926" y="930"/>
                  </a:lnTo>
                  <a:lnTo>
                    <a:pt x="1914" y="930"/>
                  </a:lnTo>
                  <a:lnTo>
                    <a:pt x="1908" y="936"/>
                  </a:lnTo>
                  <a:lnTo>
                    <a:pt x="1896" y="936"/>
                  </a:lnTo>
                  <a:lnTo>
                    <a:pt x="1890" y="930"/>
                  </a:lnTo>
                  <a:lnTo>
                    <a:pt x="1866" y="918"/>
                  </a:lnTo>
                  <a:lnTo>
                    <a:pt x="1848" y="912"/>
                  </a:lnTo>
                  <a:lnTo>
                    <a:pt x="1800" y="912"/>
                  </a:lnTo>
                  <a:lnTo>
                    <a:pt x="1776" y="906"/>
                  </a:lnTo>
                  <a:lnTo>
                    <a:pt x="1764" y="900"/>
                  </a:lnTo>
                  <a:lnTo>
                    <a:pt x="1758" y="888"/>
                  </a:lnTo>
                  <a:lnTo>
                    <a:pt x="1740" y="870"/>
                  </a:lnTo>
                  <a:lnTo>
                    <a:pt x="1728" y="870"/>
                  </a:lnTo>
                  <a:lnTo>
                    <a:pt x="1710" y="864"/>
                  </a:lnTo>
                  <a:lnTo>
                    <a:pt x="1656" y="864"/>
                  </a:lnTo>
                  <a:lnTo>
                    <a:pt x="1650" y="858"/>
                  </a:lnTo>
                  <a:lnTo>
                    <a:pt x="1644" y="858"/>
                  </a:lnTo>
                  <a:lnTo>
                    <a:pt x="1632" y="852"/>
                  </a:lnTo>
                  <a:lnTo>
                    <a:pt x="1620" y="852"/>
                  </a:lnTo>
                  <a:lnTo>
                    <a:pt x="1614" y="858"/>
                  </a:lnTo>
                  <a:lnTo>
                    <a:pt x="1602" y="864"/>
                  </a:lnTo>
                  <a:lnTo>
                    <a:pt x="1596" y="870"/>
                  </a:lnTo>
                  <a:lnTo>
                    <a:pt x="1560" y="864"/>
                  </a:lnTo>
                  <a:lnTo>
                    <a:pt x="1512" y="864"/>
                  </a:lnTo>
                  <a:lnTo>
                    <a:pt x="1458" y="858"/>
                  </a:lnTo>
                  <a:lnTo>
                    <a:pt x="1398" y="864"/>
                  </a:lnTo>
                  <a:lnTo>
                    <a:pt x="1386" y="858"/>
                  </a:lnTo>
                  <a:lnTo>
                    <a:pt x="1380" y="846"/>
                  </a:lnTo>
                  <a:lnTo>
                    <a:pt x="1368" y="840"/>
                  </a:lnTo>
                  <a:lnTo>
                    <a:pt x="1338" y="810"/>
                  </a:lnTo>
                  <a:lnTo>
                    <a:pt x="1332" y="798"/>
                  </a:lnTo>
                  <a:lnTo>
                    <a:pt x="1290" y="756"/>
                  </a:lnTo>
                  <a:lnTo>
                    <a:pt x="1278" y="732"/>
                  </a:lnTo>
                  <a:lnTo>
                    <a:pt x="1242" y="732"/>
                  </a:lnTo>
                  <a:lnTo>
                    <a:pt x="1236" y="726"/>
                  </a:lnTo>
                  <a:lnTo>
                    <a:pt x="1224" y="726"/>
                  </a:lnTo>
                  <a:lnTo>
                    <a:pt x="1200" y="714"/>
                  </a:lnTo>
                  <a:lnTo>
                    <a:pt x="1194" y="714"/>
                  </a:lnTo>
                  <a:lnTo>
                    <a:pt x="1188" y="708"/>
                  </a:lnTo>
                  <a:lnTo>
                    <a:pt x="1182" y="708"/>
                  </a:lnTo>
                  <a:lnTo>
                    <a:pt x="1176" y="696"/>
                  </a:lnTo>
                  <a:lnTo>
                    <a:pt x="1164" y="690"/>
                  </a:lnTo>
                  <a:lnTo>
                    <a:pt x="1158" y="690"/>
                  </a:lnTo>
                  <a:lnTo>
                    <a:pt x="1146" y="684"/>
                  </a:lnTo>
                  <a:lnTo>
                    <a:pt x="1140" y="684"/>
                  </a:lnTo>
                  <a:lnTo>
                    <a:pt x="1134" y="678"/>
                  </a:lnTo>
                  <a:lnTo>
                    <a:pt x="1038" y="678"/>
                  </a:lnTo>
                  <a:lnTo>
                    <a:pt x="1014" y="672"/>
                  </a:lnTo>
                  <a:lnTo>
                    <a:pt x="996" y="666"/>
                  </a:lnTo>
                  <a:lnTo>
                    <a:pt x="990" y="666"/>
                  </a:lnTo>
                  <a:lnTo>
                    <a:pt x="978" y="660"/>
                  </a:lnTo>
                  <a:lnTo>
                    <a:pt x="966" y="660"/>
                  </a:lnTo>
                  <a:lnTo>
                    <a:pt x="954" y="654"/>
                  </a:lnTo>
                  <a:lnTo>
                    <a:pt x="948" y="648"/>
                  </a:lnTo>
                  <a:lnTo>
                    <a:pt x="942" y="636"/>
                  </a:lnTo>
                  <a:lnTo>
                    <a:pt x="936" y="618"/>
                  </a:lnTo>
                  <a:lnTo>
                    <a:pt x="936" y="606"/>
                  </a:lnTo>
                  <a:lnTo>
                    <a:pt x="948" y="594"/>
                  </a:lnTo>
                  <a:lnTo>
                    <a:pt x="948" y="588"/>
                  </a:lnTo>
                  <a:lnTo>
                    <a:pt x="942" y="582"/>
                  </a:lnTo>
                  <a:lnTo>
                    <a:pt x="936" y="570"/>
                  </a:lnTo>
                  <a:lnTo>
                    <a:pt x="930" y="564"/>
                  </a:lnTo>
                  <a:lnTo>
                    <a:pt x="930" y="552"/>
                  </a:lnTo>
                  <a:lnTo>
                    <a:pt x="924" y="540"/>
                  </a:lnTo>
                  <a:lnTo>
                    <a:pt x="912" y="528"/>
                  </a:lnTo>
                  <a:lnTo>
                    <a:pt x="888" y="510"/>
                  </a:lnTo>
                  <a:lnTo>
                    <a:pt x="876" y="492"/>
                  </a:lnTo>
                  <a:lnTo>
                    <a:pt x="870" y="480"/>
                  </a:lnTo>
                  <a:lnTo>
                    <a:pt x="852" y="462"/>
                  </a:lnTo>
                  <a:lnTo>
                    <a:pt x="834" y="456"/>
                  </a:lnTo>
                  <a:lnTo>
                    <a:pt x="822" y="450"/>
                  </a:lnTo>
                  <a:lnTo>
                    <a:pt x="810" y="450"/>
                  </a:lnTo>
                  <a:lnTo>
                    <a:pt x="804" y="444"/>
                  </a:lnTo>
                  <a:lnTo>
                    <a:pt x="786" y="432"/>
                  </a:lnTo>
                  <a:lnTo>
                    <a:pt x="750" y="444"/>
                  </a:lnTo>
                  <a:lnTo>
                    <a:pt x="726" y="420"/>
                  </a:lnTo>
                  <a:lnTo>
                    <a:pt x="720" y="408"/>
                  </a:lnTo>
                  <a:lnTo>
                    <a:pt x="708" y="408"/>
                  </a:lnTo>
                  <a:lnTo>
                    <a:pt x="696" y="402"/>
                  </a:lnTo>
                  <a:lnTo>
                    <a:pt x="684" y="402"/>
                  </a:lnTo>
                  <a:lnTo>
                    <a:pt x="672" y="396"/>
                  </a:lnTo>
                  <a:lnTo>
                    <a:pt x="672" y="378"/>
                  </a:lnTo>
                  <a:lnTo>
                    <a:pt x="648" y="378"/>
                  </a:lnTo>
                  <a:lnTo>
                    <a:pt x="654" y="372"/>
                  </a:lnTo>
                  <a:lnTo>
                    <a:pt x="654" y="360"/>
                  </a:lnTo>
                  <a:lnTo>
                    <a:pt x="648" y="354"/>
                  </a:lnTo>
                  <a:lnTo>
                    <a:pt x="612" y="354"/>
                  </a:lnTo>
                  <a:lnTo>
                    <a:pt x="600" y="348"/>
                  </a:lnTo>
                  <a:lnTo>
                    <a:pt x="582" y="348"/>
                  </a:lnTo>
                  <a:lnTo>
                    <a:pt x="576" y="354"/>
                  </a:lnTo>
                  <a:lnTo>
                    <a:pt x="576" y="360"/>
                  </a:lnTo>
                  <a:lnTo>
                    <a:pt x="594" y="378"/>
                  </a:lnTo>
                  <a:lnTo>
                    <a:pt x="594" y="390"/>
                  </a:lnTo>
                  <a:lnTo>
                    <a:pt x="588" y="396"/>
                  </a:lnTo>
                  <a:lnTo>
                    <a:pt x="546" y="396"/>
                  </a:lnTo>
                  <a:lnTo>
                    <a:pt x="534" y="408"/>
                  </a:lnTo>
                  <a:lnTo>
                    <a:pt x="534" y="426"/>
                  </a:lnTo>
                  <a:lnTo>
                    <a:pt x="546" y="450"/>
                  </a:lnTo>
                  <a:lnTo>
                    <a:pt x="558" y="462"/>
                  </a:lnTo>
                  <a:lnTo>
                    <a:pt x="570" y="486"/>
                  </a:lnTo>
                  <a:lnTo>
                    <a:pt x="570" y="504"/>
                  </a:lnTo>
                  <a:lnTo>
                    <a:pt x="564" y="510"/>
                  </a:lnTo>
                  <a:lnTo>
                    <a:pt x="546" y="510"/>
                  </a:lnTo>
                  <a:lnTo>
                    <a:pt x="528" y="528"/>
                  </a:lnTo>
                  <a:lnTo>
                    <a:pt x="516" y="516"/>
                  </a:lnTo>
                  <a:lnTo>
                    <a:pt x="468" y="516"/>
                  </a:lnTo>
                  <a:lnTo>
                    <a:pt x="444" y="504"/>
                  </a:lnTo>
                  <a:lnTo>
                    <a:pt x="432" y="504"/>
                  </a:lnTo>
                  <a:lnTo>
                    <a:pt x="420" y="498"/>
                  </a:lnTo>
                  <a:lnTo>
                    <a:pt x="408" y="498"/>
                  </a:lnTo>
                  <a:lnTo>
                    <a:pt x="408" y="636"/>
                  </a:lnTo>
                  <a:lnTo>
                    <a:pt x="414" y="636"/>
                  </a:lnTo>
                  <a:lnTo>
                    <a:pt x="420" y="642"/>
                  </a:lnTo>
                  <a:lnTo>
                    <a:pt x="426" y="642"/>
                  </a:lnTo>
                  <a:lnTo>
                    <a:pt x="432" y="648"/>
                  </a:lnTo>
                  <a:lnTo>
                    <a:pt x="432" y="660"/>
                  </a:lnTo>
                  <a:lnTo>
                    <a:pt x="426" y="666"/>
                  </a:lnTo>
                  <a:lnTo>
                    <a:pt x="420" y="666"/>
                  </a:lnTo>
                  <a:lnTo>
                    <a:pt x="408" y="654"/>
                  </a:lnTo>
                  <a:lnTo>
                    <a:pt x="390" y="666"/>
                  </a:lnTo>
                  <a:lnTo>
                    <a:pt x="384" y="660"/>
                  </a:lnTo>
                  <a:lnTo>
                    <a:pt x="378" y="648"/>
                  </a:lnTo>
                  <a:lnTo>
                    <a:pt x="372" y="642"/>
                  </a:lnTo>
                  <a:lnTo>
                    <a:pt x="360" y="642"/>
                  </a:lnTo>
                  <a:lnTo>
                    <a:pt x="324" y="660"/>
                  </a:lnTo>
                  <a:lnTo>
                    <a:pt x="312" y="660"/>
                  </a:lnTo>
                  <a:lnTo>
                    <a:pt x="300" y="666"/>
                  </a:lnTo>
                  <a:lnTo>
                    <a:pt x="288" y="666"/>
                  </a:lnTo>
                  <a:lnTo>
                    <a:pt x="276" y="672"/>
                  </a:lnTo>
                  <a:lnTo>
                    <a:pt x="270" y="678"/>
                  </a:lnTo>
                  <a:lnTo>
                    <a:pt x="270" y="684"/>
                  </a:lnTo>
                  <a:lnTo>
                    <a:pt x="276" y="690"/>
                  </a:lnTo>
                  <a:lnTo>
                    <a:pt x="288" y="696"/>
                  </a:lnTo>
                  <a:lnTo>
                    <a:pt x="306" y="696"/>
                  </a:lnTo>
                  <a:lnTo>
                    <a:pt x="306" y="726"/>
                  </a:lnTo>
                  <a:lnTo>
                    <a:pt x="318" y="750"/>
                  </a:lnTo>
                  <a:lnTo>
                    <a:pt x="360" y="792"/>
                  </a:lnTo>
                  <a:lnTo>
                    <a:pt x="366" y="804"/>
                  </a:lnTo>
                  <a:lnTo>
                    <a:pt x="378" y="810"/>
                  </a:lnTo>
                  <a:lnTo>
                    <a:pt x="378" y="822"/>
                  </a:lnTo>
                  <a:lnTo>
                    <a:pt x="360" y="822"/>
                  </a:lnTo>
                  <a:lnTo>
                    <a:pt x="354" y="828"/>
                  </a:lnTo>
                  <a:lnTo>
                    <a:pt x="354" y="834"/>
                  </a:lnTo>
                  <a:lnTo>
                    <a:pt x="372" y="852"/>
                  </a:lnTo>
                  <a:lnTo>
                    <a:pt x="348" y="852"/>
                  </a:lnTo>
                  <a:lnTo>
                    <a:pt x="348" y="864"/>
                  </a:lnTo>
                  <a:lnTo>
                    <a:pt x="354" y="870"/>
                  </a:lnTo>
                  <a:lnTo>
                    <a:pt x="354" y="882"/>
                  </a:lnTo>
                  <a:lnTo>
                    <a:pt x="372" y="900"/>
                  </a:lnTo>
                  <a:lnTo>
                    <a:pt x="372" y="912"/>
                  </a:lnTo>
                  <a:lnTo>
                    <a:pt x="366" y="918"/>
                  </a:lnTo>
                  <a:lnTo>
                    <a:pt x="342" y="918"/>
                  </a:lnTo>
                  <a:lnTo>
                    <a:pt x="294" y="936"/>
                  </a:lnTo>
                  <a:lnTo>
                    <a:pt x="282" y="948"/>
                  </a:lnTo>
                  <a:lnTo>
                    <a:pt x="270" y="954"/>
                  </a:lnTo>
                  <a:lnTo>
                    <a:pt x="264" y="960"/>
                  </a:lnTo>
                  <a:lnTo>
                    <a:pt x="264" y="978"/>
                  </a:lnTo>
                  <a:lnTo>
                    <a:pt x="258" y="990"/>
                  </a:lnTo>
                  <a:lnTo>
                    <a:pt x="252" y="996"/>
                  </a:lnTo>
                  <a:lnTo>
                    <a:pt x="234" y="996"/>
                  </a:lnTo>
                  <a:lnTo>
                    <a:pt x="216" y="990"/>
                  </a:lnTo>
                  <a:lnTo>
                    <a:pt x="186" y="990"/>
                  </a:lnTo>
                  <a:lnTo>
                    <a:pt x="168" y="1008"/>
                  </a:lnTo>
                  <a:lnTo>
                    <a:pt x="162" y="1020"/>
                  </a:lnTo>
                  <a:lnTo>
                    <a:pt x="162" y="1044"/>
                  </a:lnTo>
                  <a:lnTo>
                    <a:pt x="156" y="1050"/>
                  </a:lnTo>
                  <a:lnTo>
                    <a:pt x="126" y="1044"/>
                  </a:lnTo>
                  <a:lnTo>
                    <a:pt x="114" y="1050"/>
                  </a:lnTo>
                  <a:lnTo>
                    <a:pt x="108" y="1044"/>
                  </a:lnTo>
                  <a:lnTo>
                    <a:pt x="102" y="1032"/>
                  </a:lnTo>
                  <a:lnTo>
                    <a:pt x="96" y="1026"/>
                  </a:lnTo>
                  <a:lnTo>
                    <a:pt x="84" y="1026"/>
                  </a:lnTo>
                  <a:lnTo>
                    <a:pt x="72" y="1038"/>
                  </a:lnTo>
                  <a:lnTo>
                    <a:pt x="48" y="1038"/>
                  </a:lnTo>
                  <a:lnTo>
                    <a:pt x="48" y="1056"/>
                  </a:lnTo>
                  <a:lnTo>
                    <a:pt x="36" y="1062"/>
                  </a:lnTo>
                  <a:lnTo>
                    <a:pt x="30" y="1068"/>
                  </a:lnTo>
                  <a:lnTo>
                    <a:pt x="18" y="1068"/>
                  </a:lnTo>
                  <a:lnTo>
                    <a:pt x="6" y="1074"/>
                  </a:lnTo>
                  <a:lnTo>
                    <a:pt x="0" y="1080"/>
                  </a:lnTo>
                  <a:lnTo>
                    <a:pt x="0" y="1086"/>
                  </a:lnTo>
                  <a:lnTo>
                    <a:pt x="12" y="1092"/>
                  </a:lnTo>
                  <a:lnTo>
                    <a:pt x="18" y="1104"/>
                  </a:lnTo>
                  <a:lnTo>
                    <a:pt x="18" y="1116"/>
                  </a:lnTo>
                  <a:lnTo>
                    <a:pt x="0" y="1116"/>
                  </a:lnTo>
                  <a:lnTo>
                    <a:pt x="0" y="1140"/>
                  </a:lnTo>
                  <a:lnTo>
                    <a:pt x="18" y="1140"/>
                  </a:lnTo>
                  <a:lnTo>
                    <a:pt x="18" y="1152"/>
                  </a:lnTo>
                  <a:lnTo>
                    <a:pt x="12" y="1164"/>
                  </a:lnTo>
                  <a:lnTo>
                    <a:pt x="12" y="1176"/>
                  </a:lnTo>
                  <a:lnTo>
                    <a:pt x="24" y="1188"/>
                  </a:lnTo>
                  <a:lnTo>
                    <a:pt x="36" y="1188"/>
                  </a:lnTo>
                  <a:lnTo>
                    <a:pt x="42" y="1182"/>
                  </a:lnTo>
                  <a:lnTo>
                    <a:pt x="66" y="1182"/>
                  </a:lnTo>
                  <a:lnTo>
                    <a:pt x="78" y="1188"/>
                  </a:lnTo>
                  <a:lnTo>
                    <a:pt x="84" y="1188"/>
                  </a:lnTo>
                  <a:lnTo>
                    <a:pt x="96" y="1194"/>
                  </a:lnTo>
                  <a:lnTo>
                    <a:pt x="102" y="1200"/>
                  </a:lnTo>
                  <a:lnTo>
                    <a:pt x="102" y="1242"/>
                  </a:lnTo>
                  <a:lnTo>
                    <a:pt x="114" y="1266"/>
                  </a:lnTo>
                  <a:lnTo>
                    <a:pt x="120" y="1272"/>
                  </a:lnTo>
                  <a:lnTo>
                    <a:pt x="126" y="1272"/>
                  </a:lnTo>
                  <a:lnTo>
                    <a:pt x="138" y="1284"/>
                  </a:lnTo>
                  <a:lnTo>
                    <a:pt x="132" y="1290"/>
                  </a:lnTo>
                  <a:lnTo>
                    <a:pt x="102" y="1290"/>
                  </a:lnTo>
                  <a:lnTo>
                    <a:pt x="96" y="1296"/>
                  </a:lnTo>
                  <a:lnTo>
                    <a:pt x="96" y="1308"/>
                  </a:lnTo>
                  <a:lnTo>
                    <a:pt x="108" y="1314"/>
                  </a:lnTo>
                  <a:lnTo>
                    <a:pt x="114" y="1320"/>
                  </a:lnTo>
                  <a:lnTo>
                    <a:pt x="162" y="1320"/>
                  </a:lnTo>
                  <a:lnTo>
                    <a:pt x="168" y="1332"/>
                  </a:lnTo>
                  <a:lnTo>
                    <a:pt x="180" y="1332"/>
                  </a:lnTo>
                  <a:lnTo>
                    <a:pt x="192" y="1338"/>
                  </a:lnTo>
                  <a:lnTo>
                    <a:pt x="204" y="1350"/>
                  </a:lnTo>
                  <a:lnTo>
                    <a:pt x="216" y="1374"/>
                  </a:lnTo>
                  <a:lnTo>
                    <a:pt x="216" y="1398"/>
                  </a:lnTo>
                  <a:lnTo>
                    <a:pt x="252" y="1410"/>
                  </a:lnTo>
                  <a:lnTo>
                    <a:pt x="264" y="1404"/>
                  </a:lnTo>
                  <a:lnTo>
                    <a:pt x="264" y="1410"/>
                  </a:lnTo>
                  <a:lnTo>
                    <a:pt x="270" y="1416"/>
                  </a:lnTo>
                  <a:lnTo>
                    <a:pt x="276" y="1428"/>
                  </a:lnTo>
                  <a:lnTo>
                    <a:pt x="288" y="1434"/>
                  </a:lnTo>
                  <a:lnTo>
                    <a:pt x="366" y="1434"/>
                  </a:lnTo>
                  <a:lnTo>
                    <a:pt x="378" y="1428"/>
                  </a:lnTo>
                  <a:lnTo>
                    <a:pt x="384" y="1416"/>
                  </a:lnTo>
                  <a:lnTo>
                    <a:pt x="402" y="1410"/>
                  </a:lnTo>
                  <a:lnTo>
                    <a:pt x="426" y="1398"/>
                  </a:lnTo>
                  <a:lnTo>
                    <a:pt x="438" y="1398"/>
                  </a:lnTo>
                  <a:lnTo>
                    <a:pt x="456" y="1410"/>
                  </a:lnTo>
                  <a:lnTo>
                    <a:pt x="480" y="1434"/>
                  </a:lnTo>
                  <a:lnTo>
                    <a:pt x="522" y="1434"/>
                  </a:lnTo>
                  <a:lnTo>
                    <a:pt x="522" y="1494"/>
                  </a:lnTo>
                  <a:lnTo>
                    <a:pt x="516" y="1500"/>
                  </a:lnTo>
                  <a:lnTo>
                    <a:pt x="498" y="1500"/>
                  </a:lnTo>
                  <a:lnTo>
                    <a:pt x="498" y="1506"/>
                  </a:lnTo>
                  <a:lnTo>
                    <a:pt x="504" y="1512"/>
                  </a:lnTo>
                  <a:lnTo>
                    <a:pt x="504" y="1536"/>
                  </a:lnTo>
                  <a:lnTo>
                    <a:pt x="498" y="1548"/>
                  </a:lnTo>
                  <a:lnTo>
                    <a:pt x="486" y="1554"/>
                  </a:lnTo>
                  <a:lnTo>
                    <a:pt x="456" y="1554"/>
                  </a:lnTo>
                  <a:lnTo>
                    <a:pt x="474" y="1578"/>
                  </a:lnTo>
                  <a:lnTo>
                    <a:pt x="456" y="1584"/>
                  </a:lnTo>
                  <a:lnTo>
                    <a:pt x="456" y="1608"/>
                  </a:lnTo>
                  <a:lnTo>
                    <a:pt x="480" y="1620"/>
                  </a:lnTo>
                  <a:lnTo>
                    <a:pt x="492" y="1620"/>
                  </a:lnTo>
                  <a:lnTo>
                    <a:pt x="498" y="1626"/>
                  </a:lnTo>
                  <a:lnTo>
                    <a:pt x="504" y="1638"/>
                  </a:lnTo>
                  <a:lnTo>
                    <a:pt x="522" y="1656"/>
                  </a:lnTo>
                  <a:lnTo>
                    <a:pt x="522" y="1668"/>
                  </a:lnTo>
                  <a:lnTo>
                    <a:pt x="510" y="1674"/>
                  </a:lnTo>
                  <a:lnTo>
                    <a:pt x="504" y="1680"/>
                  </a:lnTo>
                  <a:lnTo>
                    <a:pt x="498" y="1680"/>
                  </a:lnTo>
                  <a:lnTo>
                    <a:pt x="486" y="1698"/>
                  </a:lnTo>
                  <a:lnTo>
                    <a:pt x="474" y="1686"/>
                  </a:lnTo>
                  <a:lnTo>
                    <a:pt x="474" y="1668"/>
                  </a:lnTo>
                  <a:lnTo>
                    <a:pt x="462" y="1668"/>
                  </a:lnTo>
                  <a:lnTo>
                    <a:pt x="456" y="1674"/>
                  </a:lnTo>
                  <a:lnTo>
                    <a:pt x="450" y="1674"/>
                  </a:lnTo>
                  <a:lnTo>
                    <a:pt x="450" y="1692"/>
                  </a:lnTo>
                  <a:lnTo>
                    <a:pt x="456" y="1698"/>
                  </a:lnTo>
                  <a:lnTo>
                    <a:pt x="462" y="1710"/>
                  </a:lnTo>
                  <a:lnTo>
                    <a:pt x="474" y="1722"/>
                  </a:lnTo>
                  <a:lnTo>
                    <a:pt x="480" y="1722"/>
                  </a:lnTo>
                  <a:lnTo>
                    <a:pt x="480" y="1734"/>
                  </a:lnTo>
                  <a:lnTo>
                    <a:pt x="474" y="1740"/>
                  </a:lnTo>
                  <a:lnTo>
                    <a:pt x="474" y="1758"/>
                  </a:lnTo>
                  <a:lnTo>
                    <a:pt x="480" y="1764"/>
                  </a:lnTo>
                  <a:lnTo>
                    <a:pt x="510" y="1764"/>
                  </a:lnTo>
                  <a:lnTo>
                    <a:pt x="516" y="1776"/>
                  </a:lnTo>
                  <a:lnTo>
                    <a:pt x="528" y="1788"/>
                  </a:lnTo>
                  <a:lnTo>
                    <a:pt x="540" y="1794"/>
                  </a:lnTo>
                  <a:lnTo>
                    <a:pt x="552" y="1794"/>
                  </a:lnTo>
                  <a:lnTo>
                    <a:pt x="558" y="1800"/>
                  </a:lnTo>
                  <a:lnTo>
                    <a:pt x="564" y="1800"/>
                  </a:lnTo>
                  <a:lnTo>
                    <a:pt x="582" y="1818"/>
                  </a:lnTo>
                  <a:lnTo>
                    <a:pt x="600" y="1812"/>
                  </a:lnTo>
                  <a:lnTo>
                    <a:pt x="600" y="1830"/>
                  </a:lnTo>
                  <a:lnTo>
                    <a:pt x="612" y="1836"/>
                  </a:lnTo>
                  <a:lnTo>
                    <a:pt x="624" y="1836"/>
                  </a:lnTo>
                  <a:lnTo>
                    <a:pt x="666" y="1872"/>
                  </a:lnTo>
                  <a:lnTo>
                    <a:pt x="690" y="1854"/>
                  </a:lnTo>
                  <a:lnTo>
                    <a:pt x="696" y="1848"/>
                  </a:lnTo>
                  <a:lnTo>
                    <a:pt x="708" y="1842"/>
                  </a:lnTo>
                  <a:lnTo>
                    <a:pt x="720" y="1842"/>
                  </a:lnTo>
                  <a:lnTo>
                    <a:pt x="732" y="1848"/>
                  </a:lnTo>
                  <a:lnTo>
                    <a:pt x="744" y="1860"/>
                  </a:lnTo>
                  <a:lnTo>
                    <a:pt x="750" y="1872"/>
                  </a:lnTo>
                  <a:lnTo>
                    <a:pt x="762" y="1878"/>
                  </a:lnTo>
                  <a:lnTo>
                    <a:pt x="780" y="1896"/>
                  </a:lnTo>
                  <a:lnTo>
                    <a:pt x="822" y="1902"/>
                  </a:lnTo>
                  <a:lnTo>
                    <a:pt x="828" y="1914"/>
                  </a:lnTo>
                  <a:lnTo>
                    <a:pt x="834" y="1920"/>
                  </a:lnTo>
                  <a:lnTo>
                    <a:pt x="840" y="1932"/>
                  </a:lnTo>
                  <a:lnTo>
                    <a:pt x="846" y="1938"/>
                  </a:lnTo>
                  <a:lnTo>
                    <a:pt x="846" y="1950"/>
                  </a:lnTo>
                  <a:lnTo>
                    <a:pt x="858" y="1950"/>
                  </a:lnTo>
                  <a:lnTo>
                    <a:pt x="858" y="1944"/>
                  </a:lnTo>
                  <a:lnTo>
                    <a:pt x="864" y="1938"/>
                  </a:lnTo>
                  <a:lnTo>
                    <a:pt x="870" y="1926"/>
                  </a:lnTo>
                  <a:lnTo>
                    <a:pt x="882" y="1926"/>
                  </a:lnTo>
                  <a:lnTo>
                    <a:pt x="888" y="1932"/>
                  </a:lnTo>
                  <a:lnTo>
                    <a:pt x="894" y="1944"/>
                  </a:lnTo>
                  <a:lnTo>
                    <a:pt x="894" y="1962"/>
                  </a:lnTo>
                  <a:lnTo>
                    <a:pt x="924" y="1992"/>
                  </a:lnTo>
                  <a:lnTo>
                    <a:pt x="936" y="1998"/>
                  </a:lnTo>
                  <a:lnTo>
                    <a:pt x="942" y="1992"/>
                  </a:lnTo>
                  <a:lnTo>
                    <a:pt x="954" y="1986"/>
                  </a:lnTo>
                  <a:lnTo>
                    <a:pt x="960" y="1986"/>
                  </a:lnTo>
                  <a:lnTo>
                    <a:pt x="966" y="1992"/>
                  </a:lnTo>
                  <a:lnTo>
                    <a:pt x="966" y="1998"/>
                  </a:lnTo>
                  <a:lnTo>
                    <a:pt x="960" y="2004"/>
                  </a:lnTo>
                  <a:lnTo>
                    <a:pt x="960" y="2010"/>
                  </a:lnTo>
                  <a:lnTo>
                    <a:pt x="966" y="2010"/>
                  </a:lnTo>
                  <a:lnTo>
                    <a:pt x="972" y="2016"/>
                  </a:lnTo>
                  <a:lnTo>
                    <a:pt x="990" y="2022"/>
                  </a:lnTo>
                  <a:lnTo>
                    <a:pt x="1002" y="2022"/>
                  </a:lnTo>
                  <a:lnTo>
                    <a:pt x="1008" y="2016"/>
                  </a:lnTo>
                  <a:lnTo>
                    <a:pt x="1014" y="2016"/>
                  </a:lnTo>
                  <a:lnTo>
                    <a:pt x="1014" y="2034"/>
                  </a:lnTo>
                  <a:lnTo>
                    <a:pt x="1020" y="2040"/>
                  </a:lnTo>
                  <a:lnTo>
                    <a:pt x="1032" y="2040"/>
                  </a:lnTo>
                  <a:lnTo>
                    <a:pt x="1044" y="2028"/>
                  </a:lnTo>
                  <a:lnTo>
                    <a:pt x="1044" y="2022"/>
                  </a:lnTo>
                  <a:lnTo>
                    <a:pt x="1044" y="2034"/>
                  </a:lnTo>
                  <a:lnTo>
                    <a:pt x="1050" y="2040"/>
                  </a:lnTo>
                  <a:lnTo>
                    <a:pt x="1068" y="2040"/>
                  </a:lnTo>
                  <a:lnTo>
                    <a:pt x="1074" y="2034"/>
                  </a:lnTo>
                  <a:lnTo>
                    <a:pt x="1074" y="2028"/>
                  </a:lnTo>
                  <a:lnTo>
                    <a:pt x="1086" y="2034"/>
                  </a:lnTo>
                  <a:lnTo>
                    <a:pt x="1092" y="2040"/>
                  </a:lnTo>
                  <a:lnTo>
                    <a:pt x="1110" y="2046"/>
                  </a:lnTo>
                  <a:lnTo>
                    <a:pt x="1134" y="2058"/>
                  </a:lnTo>
                  <a:lnTo>
                    <a:pt x="1158" y="2058"/>
                  </a:lnTo>
                  <a:lnTo>
                    <a:pt x="1176" y="2040"/>
                  </a:lnTo>
                  <a:lnTo>
                    <a:pt x="1194" y="2034"/>
                  </a:lnTo>
                  <a:lnTo>
                    <a:pt x="1206" y="2028"/>
                  </a:lnTo>
                  <a:lnTo>
                    <a:pt x="1212" y="2028"/>
                  </a:lnTo>
                  <a:lnTo>
                    <a:pt x="1224" y="2034"/>
                  </a:lnTo>
                  <a:lnTo>
                    <a:pt x="1230" y="2040"/>
                  </a:lnTo>
                  <a:lnTo>
                    <a:pt x="1230" y="2088"/>
                  </a:lnTo>
                  <a:lnTo>
                    <a:pt x="1236" y="2094"/>
                  </a:lnTo>
                  <a:lnTo>
                    <a:pt x="1242" y="2094"/>
                  </a:lnTo>
                  <a:lnTo>
                    <a:pt x="1242" y="2088"/>
                  </a:lnTo>
                  <a:lnTo>
                    <a:pt x="1248" y="2082"/>
                  </a:lnTo>
                  <a:lnTo>
                    <a:pt x="1254" y="2070"/>
                  </a:lnTo>
                  <a:lnTo>
                    <a:pt x="1266" y="2052"/>
                  </a:lnTo>
                  <a:lnTo>
                    <a:pt x="1272" y="2040"/>
                  </a:lnTo>
                  <a:lnTo>
                    <a:pt x="1284" y="2028"/>
                  </a:lnTo>
                  <a:lnTo>
                    <a:pt x="1290" y="2016"/>
                  </a:lnTo>
                  <a:lnTo>
                    <a:pt x="1302" y="2016"/>
                  </a:lnTo>
                  <a:lnTo>
                    <a:pt x="1314" y="2022"/>
                  </a:lnTo>
                  <a:lnTo>
                    <a:pt x="1338" y="2022"/>
                  </a:lnTo>
                  <a:lnTo>
                    <a:pt x="1338" y="2046"/>
                  </a:lnTo>
                  <a:lnTo>
                    <a:pt x="1344" y="2046"/>
                  </a:lnTo>
                  <a:lnTo>
                    <a:pt x="1350" y="2040"/>
                  </a:lnTo>
                  <a:lnTo>
                    <a:pt x="1362" y="2034"/>
                  </a:lnTo>
                  <a:lnTo>
                    <a:pt x="1374" y="2034"/>
                  </a:lnTo>
                  <a:lnTo>
                    <a:pt x="1386" y="2028"/>
                  </a:lnTo>
                  <a:lnTo>
                    <a:pt x="1398" y="2028"/>
                  </a:lnTo>
                  <a:lnTo>
                    <a:pt x="1410" y="2034"/>
                  </a:lnTo>
                  <a:lnTo>
                    <a:pt x="1422" y="2046"/>
                  </a:lnTo>
                  <a:lnTo>
                    <a:pt x="1428" y="2058"/>
                  </a:lnTo>
                  <a:lnTo>
                    <a:pt x="1428" y="2064"/>
                  </a:lnTo>
                  <a:lnTo>
                    <a:pt x="1482" y="2064"/>
                  </a:lnTo>
                  <a:lnTo>
                    <a:pt x="1494" y="2052"/>
                  </a:lnTo>
                  <a:lnTo>
                    <a:pt x="1494" y="2034"/>
                  </a:lnTo>
                  <a:lnTo>
                    <a:pt x="1488" y="2022"/>
                  </a:lnTo>
                  <a:lnTo>
                    <a:pt x="1518" y="2022"/>
                  </a:lnTo>
                  <a:lnTo>
                    <a:pt x="1524" y="2016"/>
                  </a:lnTo>
                  <a:lnTo>
                    <a:pt x="1524" y="1992"/>
                  </a:lnTo>
                  <a:lnTo>
                    <a:pt x="1518" y="1986"/>
                  </a:lnTo>
                  <a:lnTo>
                    <a:pt x="1518" y="1980"/>
                  </a:lnTo>
                  <a:lnTo>
                    <a:pt x="1554" y="1980"/>
                  </a:lnTo>
                  <a:lnTo>
                    <a:pt x="1578" y="1956"/>
                  </a:lnTo>
                  <a:lnTo>
                    <a:pt x="1590" y="1950"/>
                  </a:lnTo>
                  <a:lnTo>
                    <a:pt x="1602" y="1938"/>
                  </a:lnTo>
                  <a:lnTo>
                    <a:pt x="1620" y="1938"/>
                  </a:lnTo>
                  <a:lnTo>
                    <a:pt x="1632" y="1944"/>
                  </a:lnTo>
                  <a:lnTo>
                    <a:pt x="1650" y="1956"/>
                  </a:lnTo>
                  <a:lnTo>
                    <a:pt x="1668" y="1956"/>
                  </a:lnTo>
                  <a:lnTo>
                    <a:pt x="1668" y="1932"/>
                  </a:lnTo>
                  <a:lnTo>
                    <a:pt x="1680" y="1920"/>
                  </a:lnTo>
                  <a:lnTo>
                    <a:pt x="1716" y="1938"/>
                  </a:lnTo>
                  <a:lnTo>
                    <a:pt x="1722" y="1944"/>
                  </a:lnTo>
                  <a:lnTo>
                    <a:pt x="1710" y="1956"/>
                  </a:lnTo>
                  <a:lnTo>
                    <a:pt x="1704" y="1956"/>
                  </a:lnTo>
                  <a:lnTo>
                    <a:pt x="1710" y="1962"/>
                  </a:lnTo>
                  <a:lnTo>
                    <a:pt x="1740" y="1962"/>
                  </a:lnTo>
                  <a:lnTo>
                    <a:pt x="1758" y="1992"/>
                  </a:lnTo>
                  <a:lnTo>
                    <a:pt x="1752" y="1992"/>
                  </a:lnTo>
                  <a:lnTo>
                    <a:pt x="1740" y="2004"/>
                  </a:lnTo>
                  <a:lnTo>
                    <a:pt x="1740" y="2010"/>
                  </a:lnTo>
                  <a:lnTo>
                    <a:pt x="1806" y="2010"/>
                  </a:lnTo>
                  <a:lnTo>
                    <a:pt x="1812" y="2016"/>
                  </a:lnTo>
                  <a:lnTo>
                    <a:pt x="1818" y="2016"/>
                  </a:lnTo>
                  <a:lnTo>
                    <a:pt x="1824" y="1998"/>
                  </a:lnTo>
                  <a:lnTo>
                    <a:pt x="1830" y="1998"/>
                  </a:lnTo>
                  <a:lnTo>
                    <a:pt x="1836" y="2004"/>
                  </a:lnTo>
                  <a:lnTo>
                    <a:pt x="1842" y="2016"/>
                  </a:lnTo>
                  <a:lnTo>
                    <a:pt x="1854" y="2022"/>
                  </a:lnTo>
                  <a:lnTo>
                    <a:pt x="1872" y="2058"/>
                  </a:lnTo>
                  <a:lnTo>
                    <a:pt x="1878" y="2064"/>
                  </a:lnTo>
                  <a:lnTo>
                    <a:pt x="1878" y="2070"/>
                  </a:lnTo>
                  <a:lnTo>
                    <a:pt x="1914" y="2070"/>
                  </a:lnTo>
                  <a:lnTo>
                    <a:pt x="1920" y="2076"/>
                  </a:lnTo>
                  <a:lnTo>
                    <a:pt x="1920" y="2106"/>
                  </a:lnTo>
                  <a:lnTo>
                    <a:pt x="1932" y="2130"/>
                  </a:lnTo>
                  <a:lnTo>
                    <a:pt x="1944" y="2190"/>
                  </a:lnTo>
                  <a:lnTo>
                    <a:pt x="1932" y="2190"/>
                  </a:lnTo>
                  <a:lnTo>
                    <a:pt x="1926" y="2196"/>
                  </a:lnTo>
                  <a:lnTo>
                    <a:pt x="1914" y="2196"/>
                  </a:lnTo>
                  <a:lnTo>
                    <a:pt x="1932" y="2214"/>
                  </a:lnTo>
                  <a:lnTo>
                    <a:pt x="1932" y="2220"/>
                  </a:lnTo>
                  <a:lnTo>
                    <a:pt x="1926" y="2232"/>
                  </a:lnTo>
                  <a:lnTo>
                    <a:pt x="1920" y="2238"/>
                  </a:lnTo>
                  <a:lnTo>
                    <a:pt x="1908" y="2238"/>
                  </a:lnTo>
                  <a:lnTo>
                    <a:pt x="1902" y="2232"/>
                  </a:lnTo>
                  <a:lnTo>
                    <a:pt x="1902" y="2268"/>
                  </a:lnTo>
                  <a:lnTo>
                    <a:pt x="1896" y="2274"/>
                  </a:lnTo>
                  <a:lnTo>
                    <a:pt x="1884" y="2274"/>
                  </a:lnTo>
                  <a:lnTo>
                    <a:pt x="1890" y="2304"/>
                  </a:lnTo>
                  <a:lnTo>
                    <a:pt x="1878" y="2304"/>
                  </a:lnTo>
                  <a:lnTo>
                    <a:pt x="1878" y="2322"/>
                  </a:lnTo>
                  <a:lnTo>
                    <a:pt x="1896" y="2340"/>
                  </a:lnTo>
                  <a:lnTo>
                    <a:pt x="1902" y="2352"/>
                  </a:lnTo>
                  <a:lnTo>
                    <a:pt x="1890" y="2370"/>
                  </a:lnTo>
                  <a:lnTo>
                    <a:pt x="1902" y="2364"/>
                  </a:lnTo>
                  <a:lnTo>
                    <a:pt x="1908" y="2358"/>
                  </a:lnTo>
                  <a:lnTo>
                    <a:pt x="1920" y="2358"/>
                  </a:lnTo>
                  <a:lnTo>
                    <a:pt x="1926" y="2352"/>
                  </a:lnTo>
                  <a:lnTo>
                    <a:pt x="1986" y="2352"/>
                  </a:lnTo>
                  <a:lnTo>
                    <a:pt x="1956" y="2376"/>
                  </a:lnTo>
                  <a:lnTo>
                    <a:pt x="1980" y="2394"/>
                  </a:lnTo>
                  <a:lnTo>
                    <a:pt x="1992" y="2436"/>
                  </a:lnTo>
                  <a:lnTo>
                    <a:pt x="2022" y="2436"/>
                  </a:lnTo>
                  <a:lnTo>
                    <a:pt x="2034" y="2442"/>
                  </a:lnTo>
                  <a:lnTo>
                    <a:pt x="2040" y="2448"/>
                  </a:lnTo>
                  <a:lnTo>
                    <a:pt x="2040" y="2454"/>
                  </a:lnTo>
                  <a:lnTo>
                    <a:pt x="2034" y="2460"/>
                  </a:lnTo>
                  <a:lnTo>
                    <a:pt x="2022" y="2460"/>
                  </a:lnTo>
                  <a:lnTo>
                    <a:pt x="2016" y="2466"/>
                  </a:lnTo>
                  <a:lnTo>
                    <a:pt x="2028" y="2478"/>
                  </a:lnTo>
                  <a:lnTo>
                    <a:pt x="2028" y="2490"/>
                  </a:lnTo>
                  <a:lnTo>
                    <a:pt x="2022" y="2496"/>
                  </a:lnTo>
                  <a:lnTo>
                    <a:pt x="2022" y="2502"/>
                  </a:lnTo>
                  <a:lnTo>
                    <a:pt x="2016" y="2514"/>
                  </a:lnTo>
                  <a:lnTo>
                    <a:pt x="2070" y="2520"/>
                  </a:lnTo>
                  <a:lnTo>
                    <a:pt x="2082" y="2550"/>
                  </a:lnTo>
                  <a:lnTo>
                    <a:pt x="2094" y="2550"/>
                  </a:lnTo>
                  <a:lnTo>
                    <a:pt x="2094" y="2568"/>
                  </a:lnTo>
                  <a:lnTo>
                    <a:pt x="2136" y="2568"/>
                  </a:lnTo>
                  <a:lnTo>
                    <a:pt x="2136" y="2562"/>
                  </a:lnTo>
                  <a:lnTo>
                    <a:pt x="2154" y="2544"/>
                  </a:lnTo>
                  <a:lnTo>
                    <a:pt x="2166" y="2544"/>
                  </a:lnTo>
                  <a:lnTo>
                    <a:pt x="2172" y="2550"/>
                  </a:lnTo>
                  <a:lnTo>
                    <a:pt x="2172" y="2592"/>
                  </a:lnTo>
                  <a:lnTo>
                    <a:pt x="2214" y="2592"/>
                  </a:lnTo>
                  <a:lnTo>
                    <a:pt x="2214" y="2556"/>
                  </a:lnTo>
                  <a:lnTo>
                    <a:pt x="2190" y="2532"/>
                  </a:lnTo>
                  <a:lnTo>
                    <a:pt x="2190" y="2490"/>
                  </a:lnTo>
                  <a:lnTo>
                    <a:pt x="2196" y="2484"/>
                  </a:lnTo>
                  <a:lnTo>
                    <a:pt x="2232" y="2490"/>
                  </a:lnTo>
                  <a:lnTo>
                    <a:pt x="2232" y="2472"/>
                  </a:lnTo>
                  <a:lnTo>
                    <a:pt x="2238" y="2460"/>
                  </a:lnTo>
                  <a:lnTo>
                    <a:pt x="2250" y="2460"/>
                  </a:lnTo>
                  <a:lnTo>
                    <a:pt x="2274" y="2484"/>
                  </a:lnTo>
                  <a:lnTo>
                    <a:pt x="2286" y="2484"/>
                  </a:lnTo>
                  <a:lnTo>
                    <a:pt x="2292" y="2478"/>
                  </a:lnTo>
                  <a:lnTo>
                    <a:pt x="2298" y="2466"/>
                  </a:lnTo>
                  <a:lnTo>
                    <a:pt x="2304" y="2460"/>
                  </a:lnTo>
                  <a:lnTo>
                    <a:pt x="2322" y="2478"/>
                  </a:lnTo>
                  <a:lnTo>
                    <a:pt x="2322" y="2460"/>
                  </a:lnTo>
                  <a:lnTo>
                    <a:pt x="2328" y="2460"/>
                  </a:lnTo>
                  <a:lnTo>
                    <a:pt x="2340" y="2478"/>
                  </a:lnTo>
                  <a:lnTo>
                    <a:pt x="2346" y="2484"/>
                  </a:lnTo>
                  <a:lnTo>
                    <a:pt x="2364" y="2484"/>
                  </a:lnTo>
                  <a:lnTo>
                    <a:pt x="2364" y="2472"/>
                  </a:lnTo>
                  <a:lnTo>
                    <a:pt x="2352" y="2460"/>
                  </a:lnTo>
                  <a:lnTo>
                    <a:pt x="2370" y="2460"/>
                  </a:lnTo>
                  <a:lnTo>
                    <a:pt x="2376" y="2466"/>
                  </a:lnTo>
                  <a:lnTo>
                    <a:pt x="2382" y="2460"/>
                  </a:lnTo>
                  <a:lnTo>
                    <a:pt x="2400" y="2460"/>
                  </a:lnTo>
                  <a:lnTo>
                    <a:pt x="2400" y="2454"/>
                  </a:lnTo>
                  <a:lnTo>
                    <a:pt x="2406" y="2442"/>
                  </a:lnTo>
                  <a:lnTo>
                    <a:pt x="2406" y="2430"/>
                  </a:lnTo>
                  <a:lnTo>
                    <a:pt x="2412" y="2424"/>
                  </a:lnTo>
                  <a:lnTo>
                    <a:pt x="2424" y="2418"/>
                  </a:lnTo>
                  <a:lnTo>
                    <a:pt x="2430" y="2412"/>
                  </a:lnTo>
                  <a:lnTo>
                    <a:pt x="2436" y="2412"/>
                  </a:lnTo>
                  <a:lnTo>
                    <a:pt x="2466" y="2448"/>
                  </a:lnTo>
                  <a:lnTo>
                    <a:pt x="2496" y="2442"/>
                  </a:lnTo>
                  <a:lnTo>
                    <a:pt x="2508" y="2454"/>
                  </a:lnTo>
                  <a:lnTo>
                    <a:pt x="2538" y="2454"/>
                  </a:lnTo>
                  <a:lnTo>
                    <a:pt x="2544" y="2460"/>
                  </a:lnTo>
                  <a:lnTo>
                    <a:pt x="2544" y="2466"/>
                  </a:lnTo>
                  <a:lnTo>
                    <a:pt x="2526" y="2484"/>
                  </a:lnTo>
                  <a:lnTo>
                    <a:pt x="2532" y="2502"/>
                  </a:lnTo>
                  <a:lnTo>
                    <a:pt x="2544" y="2508"/>
                  </a:lnTo>
                  <a:lnTo>
                    <a:pt x="2544" y="2526"/>
                  </a:lnTo>
                  <a:lnTo>
                    <a:pt x="2562" y="2526"/>
                  </a:lnTo>
                  <a:lnTo>
                    <a:pt x="2568" y="2532"/>
                  </a:lnTo>
                  <a:lnTo>
                    <a:pt x="2574" y="2544"/>
                  </a:lnTo>
                  <a:lnTo>
                    <a:pt x="2586" y="2550"/>
                  </a:lnTo>
                  <a:lnTo>
                    <a:pt x="2616" y="2550"/>
                  </a:lnTo>
                  <a:lnTo>
                    <a:pt x="2622" y="2556"/>
                  </a:lnTo>
                  <a:lnTo>
                    <a:pt x="2628" y="2556"/>
                  </a:lnTo>
                  <a:lnTo>
                    <a:pt x="2676" y="2526"/>
                  </a:lnTo>
                  <a:lnTo>
                    <a:pt x="2694" y="2538"/>
                  </a:lnTo>
                  <a:lnTo>
                    <a:pt x="2718" y="2538"/>
                  </a:lnTo>
                  <a:lnTo>
                    <a:pt x="2736" y="2544"/>
                  </a:lnTo>
                  <a:lnTo>
                    <a:pt x="2748" y="2544"/>
                  </a:lnTo>
                  <a:lnTo>
                    <a:pt x="2760" y="2550"/>
                  </a:lnTo>
                  <a:lnTo>
                    <a:pt x="2766" y="2556"/>
                  </a:lnTo>
                  <a:lnTo>
                    <a:pt x="2772" y="2568"/>
                  </a:lnTo>
                  <a:lnTo>
                    <a:pt x="2766" y="2580"/>
                  </a:lnTo>
                  <a:lnTo>
                    <a:pt x="2766" y="2604"/>
                  </a:lnTo>
                  <a:lnTo>
                    <a:pt x="2760" y="2616"/>
                  </a:lnTo>
                  <a:lnTo>
                    <a:pt x="2766" y="2628"/>
                  </a:lnTo>
                  <a:lnTo>
                    <a:pt x="2772" y="2634"/>
                  </a:lnTo>
                  <a:lnTo>
                    <a:pt x="2784" y="2640"/>
                  </a:lnTo>
                  <a:lnTo>
                    <a:pt x="2790" y="2652"/>
                  </a:lnTo>
                  <a:lnTo>
                    <a:pt x="2802" y="2658"/>
                  </a:lnTo>
                  <a:lnTo>
                    <a:pt x="2808" y="2664"/>
                  </a:lnTo>
                  <a:lnTo>
                    <a:pt x="2826" y="2664"/>
                  </a:lnTo>
                  <a:lnTo>
                    <a:pt x="2832" y="2640"/>
                  </a:lnTo>
                  <a:lnTo>
                    <a:pt x="2832" y="2634"/>
                  </a:lnTo>
                  <a:lnTo>
                    <a:pt x="2826" y="2628"/>
                  </a:lnTo>
                  <a:lnTo>
                    <a:pt x="2826" y="2586"/>
                  </a:lnTo>
                  <a:lnTo>
                    <a:pt x="2832" y="2568"/>
                  </a:lnTo>
                  <a:lnTo>
                    <a:pt x="2844" y="2556"/>
                  </a:lnTo>
                  <a:lnTo>
                    <a:pt x="2856" y="2550"/>
                  </a:lnTo>
                  <a:lnTo>
                    <a:pt x="2886" y="2550"/>
                  </a:lnTo>
                  <a:lnTo>
                    <a:pt x="2898" y="2544"/>
                  </a:lnTo>
                  <a:lnTo>
                    <a:pt x="2910" y="2544"/>
                  </a:lnTo>
                  <a:lnTo>
                    <a:pt x="2922" y="2538"/>
                  </a:lnTo>
                  <a:lnTo>
                    <a:pt x="2940" y="2538"/>
                  </a:lnTo>
                  <a:lnTo>
                    <a:pt x="2964" y="2532"/>
                  </a:lnTo>
                  <a:lnTo>
                    <a:pt x="2982" y="2526"/>
                  </a:lnTo>
                  <a:lnTo>
                    <a:pt x="3000" y="2508"/>
                  </a:lnTo>
                  <a:lnTo>
                    <a:pt x="3000" y="2466"/>
                  </a:lnTo>
                  <a:lnTo>
                    <a:pt x="3006" y="2454"/>
                  </a:lnTo>
                  <a:lnTo>
                    <a:pt x="3012" y="2448"/>
                  </a:lnTo>
                  <a:lnTo>
                    <a:pt x="3024" y="2460"/>
                  </a:lnTo>
                  <a:lnTo>
                    <a:pt x="3036" y="2484"/>
                  </a:lnTo>
                  <a:lnTo>
                    <a:pt x="3042" y="2490"/>
                  </a:lnTo>
                  <a:lnTo>
                    <a:pt x="3048" y="2490"/>
                  </a:lnTo>
                  <a:lnTo>
                    <a:pt x="3054" y="2484"/>
                  </a:lnTo>
                  <a:lnTo>
                    <a:pt x="3066" y="2478"/>
                  </a:lnTo>
                  <a:lnTo>
                    <a:pt x="3072" y="2466"/>
                  </a:lnTo>
                  <a:lnTo>
                    <a:pt x="3090" y="2448"/>
                  </a:lnTo>
                  <a:lnTo>
                    <a:pt x="3096" y="2436"/>
                  </a:lnTo>
                  <a:lnTo>
                    <a:pt x="3114" y="2454"/>
                  </a:lnTo>
                  <a:lnTo>
                    <a:pt x="3144" y="2442"/>
                  </a:lnTo>
                  <a:lnTo>
                    <a:pt x="3150" y="2442"/>
                  </a:lnTo>
                  <a:lnTo>
                    <a:pt x="3156" y="2448"/>
                  </a:lnTo>
                  <a:lnTo>
                    <a:pt x="3186" y="2448"/>
                  </a:lnTo>
                  <a:lnTo>
                    <a:pt x="3234" y="2424"/>
                  </a:lnTo>
                  <a:lnTo>
                    <a:pt x="3288" y="2370"/>
                  </a:lnTo>
                  <a:lnTo>
                    <a:pt x="3294" y="2358"/>
                  </a:lnTo>
                  <a:lnTo>
                    <a:pt x="3300" y="2352"/>
                  </a:lnTo>
                  <a:lnTo>
                    <a:pt x="3294" y="2340"/>
                  </a:lnTo>
                  <a:lnTo>
                    <a:pt x="3294" y="2334"/>
                  </a:lnTo>
                  <a:lnTo>
                    <a:pt x="3288" y="2322"/>
                  </a:lnTo>
                  <a:lnTo>
                    <a:pt x="3282" y="2316"/>
                  </a:lnTo>
                  <a:lnTo>
                    <a:pt x="3300" y="2316"/>
                  </a:lnTo>
                  <a:lnTo>
                    <a:pt x="3312" y="2286"/>
                  </a:lnTo>
                  <a:lnTo>
                    <a:pt x="3336" y="2286"/>
                  </a:lnTo>
                  <a:lnTo>
                    <a:pt x="3348" y="2250"/>
                  </a:lnTo>
                  <a:lnTo>
                    <a:pt x="3360" y="2250"/>
                  </a:lnTo>
                  <a:lnTo>
                    <a:pt x="3360" y="2208"/>
                  </a:lnTo>
                  <a:lnTo>
                    <a:pt x="3372" y="2208"/>
                  </a:lnTo>
                  <a:lnTo>
                    <a:pt x="3384" y="2196"/>
                  </a:lnTo>
                  <a:lnTo>
                    <a:pt x="3384" y="2172"/>
                  </a:lnTo>
                  <a:lnTo>
                    <a:pt x="3378" y="2160"/>
                  </a:lnTo>
                  <a:lnTo>
                    <a:pt x="3372" y="2154"/>
                  </a:lnTo>
                  <a:lnTo>
                    <a:pt x="3372" y="2142"/>
                  </a:lnTo>
                  <a:lnTo>
                    <a:pt x="3378" y="2136"/>
                  </a:lnTo>
                  <a:lnTo>
                    <a:pt x="3384" y="2136"/>
                  </a:lnTo>
                  <a:lnTo>
                    <a:pt x="3390" y="2130"/>
                  </a:lnTo>
                  <a:lnTo>
                    <a:pt x="3402" y="2124"/>
                  </a:lnTo>
                  <a:lnTo>
                    <a:pt x="3408" y="2118"/>
                  </a:lnTo>
                  <a:lnTo>
                    <a:pt x="3408" y="2094"/>
                  </a:lnTo>
                  <a:lnTo>
                    <a:pt x="3390" y="2076"/>
                  </a:lnTo>
                  <a:lnTo>
                    <a:pt x="3390" y="2064"/>
                  </a:lnTo>
                  <a:lnTo>
                    <a:pt x="3402" y="2058"/>
                  </a:lnTo>
                  <a:lnTo>
                    <a:pt x="3408" y="2052"/>
                  </a:lnTo>
                  <a:lnTo>
                    <a:pt x="3408" y="2016"/>
                  </a:lnTo>
                  <a:lnTo>
                    <a:pt x="3414" y="2016"/>
                  </a:lnTo>
                  <a:lnTo>
                    <a:pt x="3420" y="2010"/>
                  </a:lnTo>
                  <a:lnTo>
                    <a:pt x="3456" y="1992"/>
                  </a:lnTo>
                  <a:lnTo>
                    <a:pt x="3462" y="1980"/>
                  </a:lnTo>
                  <a:lnTo>
                    <a:pt x="3462" y="1962"/>
                  </a:lnTo>
                  <a:lnTo>
                    <a:pt x="3456" y="1956"/>
                  </a:lnTo>
                  <a:lnTo>
                    <a:pt x="3444" y="1956"/>
                  </a:lnTo>
                  <a:lnTo>
                    <a:pt x="3450" y="1956"/>
                  </a:lnTo>
                  <a:lnTo>
                    <a:pt x="3456" y="1950"/>
                  </a:lnTo>
                  <a:lnTo>
                    <a:pt x="3468" y="1950"/>
                  </a:lnTo>
                  <a:lnTo>
                    <a:pt x="3480" y="1944"/>
                  </a:lnTo>
                  <a:lnTo>
                    <a:pt x="3492" y="1932"/>
                  </a:lnTo>
                  <a:lnTo>
                    <a:pt x="3474" y="1914"/>
                  </a:lnTo>
                  <a:lnTo>
                    <a:pt x="3468" y="1914"/>
                  </a:lnTo>
                  <a:lnTo>
                    <a:pt x="3486" y="1896"/>
                  </a:lnTo>
                  <a:lnTo>
                    <a:pt x="3498" y="1872"/>
                  </a:lnTo>
                  <a:lnTo>
                    <a:pt x="3504" y="1866"/>
                  </a:lnTo>
                  <a:lnTo>
                    <a:pt x="3504" y="1854"/>
                  </a:lnTo>
                  <a:lnTo>
                    <a:pt x="3498" y="1848"/>
                  </a:lnTo>
                  <a:lnTo>
                    <a:pt x="3474" y="1842"/>
                  </a:lnTo>
                  <a:lnTo>
                    <a:pt x="3438" y="1848"/>
                  </a:lnTo>
                  <a:lnTo>
                    <a:pt x="3396" y="1854"/>
                  </a:lnTo>
                  <a:lnTo>
                    <a:pt x="3366" y="1860"/>
                  </a:lnTo>
                  <a:lnTo>
                    <a:pt x="3354" y="1866"/>
                  </a:lnTo>
                  <a:lnTo>
                    <a:pt x="3336" y="1848"/>
                  </a:lnTo>
                  <a:lnTo>
                    <a:pt x="3378" y="1848"/>
                  </a:lnTo>
                  <a:lnTo>
                    <a:pt x="3378" y="1836"/>
                  </a:lnTo>
                  <a:lnTo>
                    <a:pt x="3384" y="1824"/>
                  </a:lnTo>
                  <a:lnTo>
                    <a:pt x="3390" y="1818"/>
                  </a:lnTo>
                  <a:lnTo>
                    <a:pt x="3402" y="1812"/>
                  </a:lnTo>
                  <a:lnTo>
                    <a:pt x="3432" y="1812"/>
                  </a:lnTo>
                  <a:lnTo>
                    <a:pt x="3426" y="1800"/>
                  </a:lnTo>
                  <a:lnTo>
                    <a:pt x="3420" y="1794"/>
                  </a:lnTo>
                  <a:lnTo>
                    <a:pt x="3414" y="1782"/>
                  </a:lnTo>
                  <a:lnTo>
                    <a:pt x="3414" y="1776"/>
                  </a:lnTo>
                  <a:lnTo>
                    <a:pt x="3408" y="1770"/>
                  </a:lnTo>
                  <a:lnTo>
                    <a:pt x="3390" y="1770"/>
                  </a:lnTo>
                  <a:lnTo>
                    <a:pt x="3378" y="1764"/>
                  </a:lnTo>
                  <a:lnTo>
                    <a:pt x="3366" y="1764"/>
                  </a:lnTo>
                  <a:lnTo>
                    <a:pt x="3354" y="1746"/>
                  </a:lnTo>
                  <a:lnTo>
                    <a:pt x="3342" y="1746"/>
                  </a:lnTo>
                  <a:lnTo>
                    <a:pt x="3336" y="1734"/>
                  </a:lnTo>
                  <a:lnTo>
                    <a:pt x="3324" y="1728"/>
                  </a:lnTo>
                  <a:lnTo>
                    <a:pt x="3294" y="1728"/>
                  </a:lnTo>
                  <a:lnTo>
                    <a:pt x="3288" y="1734"/>
                  </a:lnTo>
                  <a:lnTo>
                    <a:pt x="3282" y="1734"/>
                  </a:lnTo>
                  <a:lnTo>
                    <a:pt x="3246" y="1686"/>
                  </a:lnTo>
                  <a:lnTo>
                    <a:pt x="3252" y="1698"/>
                  </a:lnTo>
                  <a:lnTo>
                    <a:pt x="3264" y="1704"/>
                  </a:lnTo>
                  <a:lnTo>
                    <a:pt x="3270" y="1710"/>
                  </a:lnTo>
                  <a:lnTo>
                    <a:pt x="3282" y="1716"/>
                  </a:lnTo>
                  <a:lnTo>
                    <a:pt x="3294" y="1716"/>
                  </a:lnTo>
                  <a:lnTo>
                    <a:pt x="3300" y="1710"/>
                  </a:lnTo>
                  <a:lnTo>
                    <a:pt x="3306" y="1710"/>
                  </a:lnTo>
                  <a:lnTo>
                    <a:pt x="3336" y="1716"/>
                  </a:lnTo>
                  <a:lnTo>
                    <a:pt x="3348" y="1734"/>
                  </a:lnTo>
                  <a:lnTo>
                    <a:pt x="3366" y="1728"/>
                  </a:lnTo>
                  <a:lnTo>
                    <a:pt x="3408" y="1740"/>
                  </a:lnTo>
                  <a:lnTo>
                    <a:pt x="3390" y="1716"/>
                  </a:lnTo>
                  <a:lnTo>
                    <a:pt x="3372" y="1710"/>
                  </a:lnTo>
                  <a:lnTo>
                    <a:pt x="3372" y="1692"/>
                  </a:lnTo>
                  <a:lnTo>
                    <a:pt x="3360" y="1680"/>
                  </a:lnTo>
                  <a:lnTo>
                    <a:pt x="3348" y="1674"/>
                  </a:lnTo>
                  <a:lnTo>
                    <a:pt x="3330" y="1674"/>
                  </a:lnTo>
                  <a:lnTo>
                    <a:pt x="3318" y="1662"/>
                  </a:lnTo>
                  <a:lnTo>
                    <a:pt x="3318" y="1650"/>
                  </a:lnTo>
                  <a:lnTo>
                    <a:pt x="3312" y="1644"/>
                  </a:lnTo>
                  <a:lnTo>
                    <a:pt x="3312" y="1632"/>
                  </a:lnTo>
                  <a:lnTo>
                    <a:pt x="3234" y="1530"/>
                  </a:lnTo>
                  <a:lnTo>
                    <a:pt x="3198" y="1524"/>
                  </a:lnTo>
                  <a:lnTo>
                    <a:pt x="3162" y="1494"/>
                  </a:lnTo>
                  <a:lnTo>
                    <a:pt x="3144" y="1500"/>
                  </a:lnTo>
                  <a:lnTo>
                    <a:pt x="3138" y="1488"/>
                  </a:lnTo>
                  <a:lnTo>
                    <a:pt x="3132" y="1482"/>
                  </a:lnTo>
                  <a:lnTo>
                    <a:pt x="3132" y="1470"/>
                  </a:lnTo>
                  <a:lnTo>
                    <a:pt x="3126" y="1464"/>
                  </a:lnTo>
                  <a:lnTo>
                    <a:pt x="3138" y="1452"/>
                  </a:lnTo>
                  <a:lnTo>
                    <a:pt x="3150" y="1446"/>
                  </a:lnTo>
                  <a:lnTo>
                    <a:pt x="3156" y="1434"/>
                  </a:lnTo>
                  <a:lnTo>
                    <a:pt x="3162" y="1428"/>
                  </a:lnTo>
                  <a:lnTo>
                    <a:pt x="3168" y="1416"/>
                  </a:lnTo>
                  <a:lnTo>
                    <a:pt x="3168" y="1410"/>
                  </a:lnTo>
                  <a:lnTo>
                    <a:pt x="3162" y="1398"/>
                  </a:lnTo>
                  <a:lnTo>
                    <a:pt x="3162" y="1392"/>
                  </a:lnTo>
                  <a:lnTo>
                    <a:pt x="3156" y="1380"/>
                  </a:lnTo>
                  <a:lnTo>
                    <a:pt x="3168" y="1386"/>
                  </a:lnTo>
                  <a:lnTo>
                    <a:pt x="3174" y="1392"/>
                  </a:lnTo>
                  <a:lnTo>
                    <a:pt x="3186" y="1398"/>
                  </a:lnTo>
                  <a:lnTo>
                    <a:pt x="3198" y="1386"/>
                  </a:lnTo>
                  <a:lnTo>
                    <a:pt x="3198" y="1368"/>
                  </a:lnTo>
                  <a:lnTo>
                    <a:pt x="3192" y="1356"/>
                  </a:lnTo>
                  <a:lnTo>
                    <a:pt x="3192" y="1344"/>
                  </a:lnTo>
                  <a:lnTo>
                    <a:pt x="3216" y="1344"/>
                  </a:lnTo>
                  <a:lnTo>
                    <a:pt x="3252" y="1320"/>
                  </a:lnTo>
                  <a:lnTo>
                    <a:pt x="3264" y="1320"/>
                  </a:lnTo>
                  <a:lnTo>
                    <a:pt x="3270" y="1326"/>
                  </a:lnTo>
                  <a:lnTo>
                    <a:pt x="3294" y="1326"/>
                  </a:lnTo>
                  <a:lnTo>
                    <a:pt x="3294" y="1320"/>
                  </a:lnTo>
                  <a:lnTo>
                    <a:pt x="3288" y="1314"/>
                  </a:lnTo>
                  <a:lnTo>
                    <a:pt x="3288" y="1308"/>
                  </a:lnTo>
                  <a:lnTo>
                    <a:pt x="3282" y="1302"/>
                  </a:lnTo>
                  <a:lnTo>
                    <a:pt x="3288" y="1278"/>
                  </a:lnTo>
                  <a:lnTo>
                    <a:pt x="3258" y="1278"/>
                  </a:lnTo>
                  <a:lnTo>
                    <a:pt x="3246" y="1266"/>
                  </a:lnTo>
                  <a:lnTo>
                    <a:pt x="3240" y="1278"/>
                  </a:lnTo>
                  <a:lnTo>
                    <a:pt x="3204" y="1278"/>
                  </a:lnTo>
                  <a:lnTo>
                    <a:pt x="3198" y="1272"/>
                  </a:lnTo>
                  <a:lnTo>
                    <a:pt x="3192" y="1260"/>
                  </a:lnTo>
                  <a:lnTo>
                    <a:pt x="3180" y="1254"/>
                  </a:lnTo>
                  <a:lnTo>
                    <a:pt x="3174" y="1248"/>
                  </a:lnTo>
                  <a:lnTo>
                    <a:pt x="3150" y="1248"/>
                  </a:lnTo>
                  <a:lnTo>
                    <a:pt x="3144" y="1260"/>
                  </a:lnTo>
                  <a:lnTo>
                    <a:pt x="3132" y="1266"/>
                  </a:lnTo>
                  <a:lnTo>
                    <a:pt x="3114" y="1284"/>
                  </a:lnTo>
                  <a:lnTo>
                    <a:pt x="3114" y="1296"/>
                  </a:lnTo>
                  <a:lnTo>
                    <a:pt x="3108" y="1302"/>
                  </a:lnTo>
                  <a:lnTo>
                    <a:pt x="3108" y="1308"/>
                  </a:lnTo>
                  <a:lnTo>
                    <a:pt x="3078" y="1308"/>
                  </a:lnTo>
                  <a:lnTo>
                    <a:pt x="3054" y="1296"/>
                  </a:lnTo>
                  <a:lnTo>
                    <a:pt x="3048" y="1290"/>
                  </a:lnTo>
                  <a:lnTo>
                    <a:pt x="3042" y="1278"/>
                  </a:lnTo>
                  <a:lnTo>
                    <a:pt x="3030" y="1242"/>
                  </a:lnTo>
                  <a:lnTo>
                    <a:pt x="3024" y="1230"/>
                  </a:lnTo>
                  <a:lnTo>
                    <a:pt x="3018" y="1224"/>
                  </a:lnTo>
                  <a:lnTo>
                    <a:pt x="3006" y="1224"/>
                  </a:lnTo>
                  <a:lnTo>
                    <a:pt x="3000" y="1230"/>
                  </a:lnTo>
                  <a:lnTo>
                    <a:pt x="3000" y="1242"/>
                  </a:lnTo>
                  <a:lnTo>
                    <a:pt x="2988" y="1224"/>
                  </a:lnTo>
                  <a:lnTo>
                    <a:pt x="2952" y="1224"/>
                  </a:lnTo>
                  <a:lnTo>
                    <a:pt x="2940" y="1218"/>
                  </a:lnTo>
                  <a:lnTo>
                    <a:pt x="2934" y="1212"/>
                  </a:lnTo>
                  <a:lnTo>
                    <a:pt x="2928" y="1200"/>
                  </a:lnTo>
                  <a:lnTo>
                    <a:pt x="2916" y="1194"/>
                  </a:lnTo>
                  <a:lnTo>
                    <a:pt x="2910" y="1182"/>
                  </a:lnTo>
                  <a:lnTo>
                    <a:pt x="2910" y="1140"/>
                  </a:lnTo>
                  <a:lnTo>
                    <a:pt x="2928" y="1140"/>
                  </a:lnTo>
                  <a:lnTo>
                    <a:pt x="2940" y="1152"/>
                  </a:lnTo>
                  <a:lnTo>
                    <a:pt x="2946" y="1152"/>
                  </a:lnTo>
                  <a:lnTo>
                    <a:pt x="2952" y="1146"/>
                  </a:lnTo>
                  <a:lnTo>
                    <a:pt x="2952" y="1140"/>
                  </a:lnTo>
                  <a:lnTo>
                    <a:pt x="2958" y="1134"/>
                  </a:lnTo>
                  <a:lnTo>
                    <a:pt x="2964" y="1134"/>
                  </a:lnTo>
                  <a:lnTo>
                    <a:pt x="2970" y="1140"/>
                  </a:lnTo>
                  <a:lnTo>
                    <a:pt x="2982" y="1140"/>
                  </a:lnTo>
                  <a:lnTo>
                    <a:pt x="2994" y="1134"/>
                  </a:lnTo>
                  <a:lnTo>
                    <a:pt x="3000" y="1128"/>
                  </a:lnTo>
                  <a:lnTo>
                    <a:pt x="3000" y="1116"/>
                  </a:lnTo>
                  <a:lnTo>
                    <a:pt x="2994" y="1110"/>
                  </a:lnTo>
                  <a:lnTo>
                    <a:pt x="2994" y="1086"/>
                  </a:lnTo>
                  <a:lnTo>
                    <a:pt x="3000" y="1074"/>
                  </a:lnTo>
                  <a:lnTo>
                    <a:pt x="3000" y="1068"/>
                  </a:lnTo>
                  <a:lnTo>
                    <a:pt x="3036" y="1068"/>
                  </a:lnTo>
                  <a:lnTo>
                    <a:pt x="3042" y="1062"/>
                  </a:lnTo>
                  <a:lnTo>
                    <a:pt x="3048" y="1050"/>
                  </a:lnTo>
                  <a:lnTo>
                    <a:pt x="3048" y="1038"/>
                  </a:lnTo>
                  <a:lnTo>
                    <a:pt x="3054" y="1032"/>
                  </a:lnTo>
                  <a:lnTo>
                    <a:pt x="3054" y="1026"/>
                  </a:lnTo>
                  <a:lnTo>
                    <a:pt x="3072" y="1014"/>
                  </a:lnTo>
                  <a:lnTo>
                    <a:pt x="3060" y="1002"/>
                  </a:lnTo>
                  <a:lnTo>
                    <a:pt x="3096" y="1014"/>
                  </a:lnTo>
                  <a:lnTo>
                    <a:pt x="3114" y="996"/>
                  </a:lnTo>
                  <a:lnTo>
                    <a:pt x="3126" y="1002"/>
                  </a:lnTo>
                  <a:lnTo>
                    <a:pt x="3132" y="1014"/>
                  </a:lnTo>
                  <a:lnTo>
                    <a:pt x="3144" y="1020"/>
                  </a:lnTo>
                  <a:lnTo>
                    <a:pt x="3156" y="1044"/>
                  </a:lnTo>
                  <a:lnTo>
                    <a:pt x="3156" y="1050"/>
                  </a:lnTo>
                  <a:lnTo>
                    <a:pt x="3144" y="1074"/>
                  </a:lnTo>
                  <a:lnTo>
                    <a:pt x="3126" y="1092"/>
                  </a:lnTo>
                  <a:lnTo>
                    <a:pt x="3126" y="1104"/>
                  </a:lnTo>
                  <a:lnTo>
                    <a:pt x="3132" y="1116"/>
                  </a:lnTo>
                  <a:lnTo>
                    <a:pt x="3144" y="1128"/>
                  </a:lnTo>
                  <a:lnTo>
                    <a:pt x="3150" y="1128"/>
                  </a:lnTo>
                  <a:lnTo>
                    <a:pt x="3162" y="1122"/>
                  </a:lnTo>
                  <a:lnTo>
                    <a:pt x="3168" y="1122"/>
                  </a:lnTo>
                  <a:lnTo>
                    <a:pt x="3162" y="1152"/>
                  </a:lnTo>
                  <a:lnTo>
                    <a:pt x="3144" y="1170"/>
                  </a:lnTo>
                  <a:lnTo>
                    <a:pt x="3144" y="1176"/>
                  </a:lnTo>
                  <a:lnTo>
                    <a:pt x="3150" y="1176"/>
                  </a:lnTo>
                  <a:lnTo>
                    <a:pt x="3162" y="1170"/>
                  </a:lnTo>
                  <a:lnTo>
                    <a:pt x="3168" y="1164"/>
                  </a:lnTo>
                  <a:lnTo>
                    <a:pt x="3180" y="1158"/>
                  </a:lnTo>
                  <a:lnTo>
                    <a:pt x="3186" y="1158"/>
                  </a:lnTo>
                  <a:lnTo>
                    <a:pt x="3198" y="1146"/>
                  </a:lnTo>
                  <a:lnTo>
                    <a:pt x="3198" y="1122"/>
                  </a:lnTo>
                  <a:lnTo>
                    <a:pt x="3204" y="1122"/>
                  </a:lnTo>
                  <a:lnTo>
                    <a:pt x="3210" y="1116"/>
                  </a:lnTo>
                  <a:lnTo>
                    <a:pt x="3258" y="1092"/>
                  </a:lnTo>
                  <a:lnTo>
                    <a:pt x="3264" y="1086"/>
                  </a:lnTo>
                  <a:lnTo>
                    <a:pt x="3306" y="1086"/>
                  </a:lnTo>
                  <a:lnTo>
                    <a:pt x="3312" y="1074"/>
                  </a:lnTo>
                  <a:lnTo>
                    <a:pt x="3312" y="1062"/>
                  </a:lnTo>
                  <a:lnTo>
                    <a:pt x="3318" y="1056"/>
                  </a:lnTo>
                  <a:lnTo>
                    <a:pt x="3324" y="1044"/>
                  </a:lnTo>
                  <a:lnTo>
                    <a:pt x="3360" y="1026"/>
                  </a:lnTo>
                  <a:lnTo>
                    <a:pt x="3372" y="1014"/>
                  </a:lnTo>
                  <a:lnTo>
                    <a:pt x="3390" y="978"/>
                  </a:lnTo>
                  <a:lnTo>
                    <a:pt x="3390" y="948"/>
                  </a:lnTo>
                  <a:lnTo>
                    <a:pt x="3396" y="942"/>
                  </a:lnTo>
                  <a:lnTo>
                    <a:pt x="3396" y="936"/>
                  </a:lnTo>
                  <a:lnTo>
                    <a:pt x="3408" y="936"/>
                  </a:lnTo>
                  <a:lnTo>
                    <a:pt x="3420" y="942"/>
                  </a:lnTo>
                  <a:lnTo>
                    <a:pt x="3432" y="954"/>
                  </a:lnTo>
                  <a:lnTo>
                    <a:pt x="3444" y="954"/>
                  </a:lnTo>
                  <a:lnTo>
                    <a:pt x="3456" y="960"/>
                  </a:lnTo>
                  <a:lnTo>
                    <a:pt x="3504" y="960"/>
                  </a:lnTo>
                  <a:lnTo>
                    <a:pt x="3504" y="948"/>
                  </a:lnTo>
                  <a:lnTo>
                    <a:pt x="3498" y="948"/>
                  </a:lnTo>
                  <a:lnTo>
                    <a:pt x="3474" y="924"/>
                  </a:lnTo>
                  <a:lnTo>
                    <a:pt x="3474" y="912"/>
                  </a:lnTo>
                  <a:lnTo>
                    <a:pt x="3480" y="906"/>
                  </a:lnTo>
                  <a:lnTo>
                    <a:pt x="3486" y="912"/>
                  </a:lnTo>
                  <a:lnTo>
                    <a:pt x="3510" y="912"/>
                  </a:lnTo>
                  <a:lnTo>
                    <a:pt x="3522" y="918"/>
                  </a:lnTo>
                  <a:lnTo>
                    <a:pt x="3534" y="912"/>
                  </a:lnTo>
                  <a:lnTo>
                    <a:pt x="3540" y="900"/>
                  </a:lnTo>
                  <a:lnTo>
                    <a:pt x="3540" y="894"/>
                  </a:lnTo>
                  <a:lnTo>
                    <a:pt x="3534" y="882"/>
                  </a:lnTo>
                  <a:lnTo>
                    <a:pt x="3558" y="882"/>
                  </a:lnTo>
                  <a:lnTo>
                    <a:pt x="3558" y="864"/>
                  </a:lnTo>
                  <a:lnTo>
                    <a:pt x="3552" y="852"/>
                  </a:lnTo>
                  <a:lnTo>
                    <a:pt x="3546" y="846"/>
                  </a:lnTo>
                  <a:lnTo>
                    <a:pt x="3546" y="840"/>
                  </a:lnTo>
                  <a:lnTo>
                    <a:pt x="3576" y="840"/>
                  </a:lnTo>
                  <a:lnTo>
                    <a:pt x="3594" y="864"/>
                  </a:lnTo>
                  <a:lnTo>
                    <a:pt x="3600" y="840"/>
                  </a:lnTo>
                  <a:lnTo>
                    <a:pt x="3630" y="846"/>
                  </a:lnTo>
                  <a:lnTo>
                    <a:pt x="3624" y="810"/>
                  </a:lnTo>
                  <a:lnTo>
                    <a:pt x="3618" y="798"/>
                  </a:lnTo>
                  <a:lnTo>
                    <a:pt x="3606" y="786"/>
                  </a:lnTo>
                  <a:lnTo>
                    <a:pt x="3606" y="774"/>
                  </a:lnTo>
                  <a:lnTo>
                    <a:pt x="3600" y="756"/>
                  </a:lnTo>
                  <a:lnTo>
                    <a:pt x="3588" y="744"/>
                  </a:lnTo>
                  <a:lnTo>
                    <a:pt x="3576" y="726"/>
                  </a:lnTo>
                  <a:lnTo>
                    <a:pt x="3564" y="720"/>
                  </a:lnTo>
                  <a:lnTo>
                    <a:pt x="3552" y="708"/>
                  </a:lnTo>
                  <a:lnTo>
                    <a:pt x="3546" y="708"/>
                  </a:lnTo>
                  <a:lnTo>
                    <a:pt x="3540" y="696"/>
                  </a:lnTo>
                  <a:lnTo>
                    <a:pt x="3540" y="684"/>
                  </a:lnTo>
                  <a:lnTo>
                    <a:pt x="3564" y="684"/>
                  </a:lnTo>
                  <a:lnTo>
                    <a:pt x="3564" y="672"/>
                  </a:lnTo>
                  <a:lnTo>
                    <a:pt x="3558" y="666"/>
                  </a:lnTo>
                  <a:lnTo>
                    <a:pt x="3564" y="660"/>
                  </a:lnTo>
                  <a:lnTo>
                    <a:pt x="3588" y="660"/>
                  </a:lnTo>
                  <a:lnTo>
                    <a:pt x="3600" y="666"/>
                  </a:lnTo>
                  <a:lnTo>
                    <a:pt x="3618" y="672"/>
                  </a:lnTo>
                  <a:lnTo>
                    <a:pt x="3630" y="672"/>
                  </a:lnTo>
                  <a:lnTo>
                    <a:pt x="3642" y="678"/>
                  </a:lnTo>
                  <a:lnTo>
                    <a:pt x="3648" y="678"/>
                  </a:lnTo>
                  <a:lnTo>
                    <a:pt x="3654" y="672"/>
                  </a:lnTo>
                  <a:lnTo>
                    <a:pt x="3654" y="660"/>
                  </a:lnTo>
                  <a:lnTo>
                    <a:pt x="3648" y="648"/>
                  </a:lnTo>
                  <a:lnTo>
                    <a:pt x="3648" y="630"/>
                  </a:lnTo>
                  <a:lnTo>
                    <a:pt x="3654" y="630"/>
                  </a:lnTo>
                  <a:lnTo>
                    <a:pt x="3660" y="624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513" name="Chile" descr="© INSCALE GmbH, 05.05.2010&#10;http://www.presentationload.com/">
              <a:extLst>
                <a:ext uri="{FF2B5EF4-FFF2-40B4-BE49-F238E27FC236}">
                  <a16:creationId xmlns:a16="http://schemas.microsoft.com/office/drawing/2014/main" id="{4304935D-B5C9-4F25-8DD9-0342BE33CBB2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103540" y="3468218"/>
              <a:ext cx="382556" cy="995430"/>
            </a:xfrm>
            <a:custGeom>
              <a:avLst/>
              <a:gdLst>
                <a:gd name="T0" fmla="*/ 2147483647 w 1158"/>
                <a:gd name="T1" fmla="*/ 2147483647 h 3030"/>
                <a:gd name="T2" fmla="*/ 2147483647 w 1158"/>
                <a:gd name="T3" fmla="*/ 2147483647 h 3030"/>
                <a:gd name="T4" fmla="*/ 2147483647 w 1158"/>
                <a:gd name="T5" fmla="*/ 2147483647 h 3030"/>
                <a:gd name="T6" fmla="*/ 2147483647 w 1158"/>
                <a:gd name="T7" fmla="*/ 2147483647 h 3030"/>
                <a:gd name="T8" fmla="*/ 2147483647 w 1158"/>
                <a:gd name="T9" fmla="*/ 2147483647 h 3030"/>
                <a:gd name="T10" fmla="*/ 2147483647 w 1158"/>
                <a:gd name="T11" fmla="*/ 2147483647 h 3030"/>
                <a:gd name="T12" fmla="*/ 2147483647 w 1158"/>
                <a:gd name="T13" fmla="*/ 2147483647 h 3030"/>
                <a:gd name="T14" fmla="*/ 2147483647 w 1158"/>
                <a:gd name="T15" fmla="*/ 2147483647 h 3030"/>
                <a:gd name="T16" fmla="*/ 2147483647 w 1158"/>
                <a:gd name="T17" fmla="*/ 2147483647 h 3030"/>
                <a:gd name="T18" fmla="*/ 2147483647 w 1158"/>
                <a:gd name="T19" fmla="*/ 2147483647 h 3030"/>
                <a:gd name="T20" fmla="*/ 2147483647 w 1158"/>
                <a:gd name="T21" fmla="*/ 2147483647 h 3030"/>
                <a:gd name="T22" fmla="*/ 2147483647 w 1158"/>
                <a:gd name="T23" fmla="*/ 2147483647 h 3030"/>
                <a:gd name="T24" fmla="*/ 2147483647 w 1158"/>
                <a:gd name="T25" fmla="*/ 2147483647 h 3030"/>
                <a:gd name="T26" fmla="*/ 2147483647 w 1158"/>
                <a:gd name="T27" fmla="*/ 2147483647 h 3030"/>
                <a:gd name="T28" fmla="*/ 2147483647 w 1158"/>
                <a:gd name="T29" fmla="*/ 2147483647 h 3030"/>
                <a:gd name="T30" fmla="*/ 2147483647 w 1158"/>
                <a:gd name="T31" fmla="*/ 2147483647 h 3030"/>
                <a:gd name="T32" fmla="*/ 2147483647 w 1158"/>
                <a:gd name="T33" fmla="*/ 2147483647 h 3030"/>
                <a:gd name="T34" fmla="*/ 2147483647 w 1158"/>
                <a:gd name="T35" fmla="*/ 2147483647 h 3030"/>
                <a:gd name="T36" fmla="*/ 2147483647 w 1158"/>
                <a:gd name="T37" fmla="*/ 2147483647 h 3030"/>
                <a:gd name="T38" fmla="*/ 2147483647 w 1158"/>
                <a:gd name="T39" fmla="*/ 2147483647 h 3030"/>
                <a:gd name="T40" fmla="*/ 2147483647 w 1158"/>
                <a:gd name="T41" fmla="*/ 2147483647 h 3030"/>
                <a:gd name="T42" fmla="*/ 2147483647 w 1158"/>
                <a:gd name="T43" fmla="*/ 2147483647 h 3030"/>
                <a:gd name="T44" fmla="*/ 2147483647 w 1158"/>
                <a:gd name="T45" fmla="*/ 2147483647 h 3030"/>
                <a:gd name="T46" fmla="*/ 2147483647 w 1158"/>
                <a:gd name="T47" fmla="*/ 2147483647 h 3030"/>
                <a:gd name="T48" fmla="*/ 2147483647 w 1158"/>
                <a:gd name="T49" fmla="*/ 2147483647 h 3030"/>
                <a:gd name="T50" fmla="*/ 2147483647 w 1158"/>
                <a:gd name="T51" fmla="*/ 2147483647 h 3030"/>
                <a:gd name="T52" fmla="*/ 2147483647 w 1158"/>
                <a:gd name="T53" fmla="*/ 2147483647 h 3030"/>
                <a:gd name="T54" fmla="*/ 2147483647 w 1158"/>
                <a:gd name="T55" fmla="*/ 2147483647 h 3030"/>
                <a:gd name="T56" fmla="*/ 2147483647 w 1158"/>
                <a:gd name="T57" fmla="*/ 2147483647 h 3030"/>
                <a:gd name="T58" fmla="*/ 2147483647 w 1158"/>
                <a:gd name="T59" fmla="*/ 2147483647 h 3030"/>
                <a:gd name="T60" fmla="*/ 2147483647 w 1158"/>
                <a:gd name="T61" fmla="*/ 2147483647 h 3030"/>
                <a:gd name="T62" fmla="*/ 2147483647 w 1158"/>
                <a:gd name="T63" fmla="*/ 2147483647 h 3030"/>
                <a:gd name="T64" fmla="*/ 2147483647 w 1158"/>
                <a:gd name="T65" fmla="*/ 2147483647 h 3030"/>
                <a:gd name="T66" fmla="*/ 2147483647 w 1158"/>
                <a:gd name="T67" fmla="*/ 2147483647 h 3030"/>
                <a:gd name="T68" fmla="*/ 2147483647 w 1158"/>
                <a:gd name="T69" fmla="*/ 2147483647 h 3030"/>
                <a:gd name="T70" fmla="*/ 2147483647 w 1158"/>
                <a:gd name="T71" fmla="*/ 2147483647 h 3030"/>
                <a:gd name="T72" fmla="*/ 2147483647 w 1158"/>
                <a:gd name="T73" fmla="*/ 2147483647 h 3030"/>
                <a:gd name="T74" fmla="*/ 2147483647 w 1158"/>
                <a:gd name="T75" fmla="*/ 2147483647 h 3030"/>
                <a:gd name="T76" fmla="*/ 2147483647 w 1158"/>
                <a:gd name="T77" fmla="*/ 2147483647 h 3030"/>
                <a:gd name="T78" fmla="*/ 0 w 1158"/>
                <a:gd name="T79" fmla="*/ 2147483647 h 3030"/>
                <a:gd name="T80" fmla="*/ 2147483647 w 1158"/>
                <a:gd name="T81" fmla="*/ 2147483647 h 3030"/>
                <a:gd name="T82" fmla="*/ 2147483647 w 1158"/>
                <a:gd name="T83" fmla="*/ 2147483647 h 3030"/>
                <a:gd name="T84" fmla="*/ 2147483647 w 1158"/>
                <a:gd name="T85" fmla="*/ 2147483647 h 3030"/>
                <a:gd name="T86" fmla="*/ 2147483647 w 1158"/>
                <a:gd name="T87" fmla="*/ 2147483647 h 3030"/>
                <a:gd name="T88" fmla="*/ 2147483647 w 1158"/>
                <a:gd name="T89" fmla="*/ 2147483647 h 3030"/>
                <a:gd name="T90" fmla="*/ 2147483647 w 1158"/>
                <a:gd name="T91" fmla="*/ 2147483647 h 3030"/>
                <a:gd name="T92" fmla="*/ 2147483647 w 1158"/>
                <a:gd name="T93" fmla="*/ 2147483647 h 3030"/>
                <a:gd name="T94" fmla="*/ 2147483647 w 1158"/>
                <a:gd name="T95" fmla="*/ 2147483647 h 3030"/>
                <a:gd name="T96" fmla="*/ 2147483647 w 1158"/>
                <a:gd name="T97" fmla="*/ 2147483647 h 3030"/>
                <a:gd name="T98" fmla="*/ 2147483647 w 1158"/>
                <a:gd name="T99" fmla="*/ 2147483647 h 3030"/>
                <a:gd name="T100" fmla="*/ 2147483647 w 1158"/>
                <a:gd name="T101" fmla="*/ 2147483647 h 3030"/>
                <a:gd name="T102" fmla="*/ 2147483647 w 1158"/>
                <a:gd name="T103" fmla="*/ 2147483647 h 3030"/>
                <a:gd name="T104" fmla="*/ 2147483647 w 1158"/>
                <a:gd name="T105" fmla="*/ 2147483647 h 3030"/>
                <a:gd name="T106" fmla="*/ 2147483647 w 1158"/>
                <a:gd name="T107" fmla="*/ 2147483647 h 3030"/>
                <a:gd name="T108" fmla="*/ 2147483647 w 1158"/>
                <a:gd name="T109" fmla="*/ 2147483647 h 3030"/>
                <a:gd name="T110" fmla="*/ 2147483647 w 1158"/>
                <a:gd name="T111" fmla="*/ 2147483647 h 3030"/>
                <a:gd name="T112" fmla="*/ 2147483647 w 1158"/>
                <a:gd name="T113" fmla="*/ 2147483647 h 3030"/>
                <a:gd name="T114" fmla="*/ 2147483647 w 1158"/>
                <a:gd name="T115" fmla="*/ 2147483647 h 3030"/>
                <a:gd name="T116" fmla="*/ 2147483647 w 1158"/>
                <a:gd name="T117" fmla="*/ 2147483647 h 3030"/>
                <a:gd name="T118" fmla="*/ 2147483647 w 1158"/>
                <a:gd name="T119" fmla="*/ 2147483647 h 3030"/>
                <a:gd name="T120" fmla="*/ 2147483647 w 1158"/>
                <a:gd name="T121" fmla="*/ 2147483647 h 3030"/>
                <a:gd name="T122" fmla="*/ 2147483647 w 1158"/>
                <a:gd name="T123" fmla="*/ 2147483647 h 303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58"/>
                <a:gd name="T187" fmla="*/ 0 h 3030"/>
                <a:gd name="T188" fmla="*/ 1158 w 1158"/>
                <a:gd name="T189" fmla="*/ 3030 h 303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58" h="3030">
                  <a:moveTo>
                    <a:pt x="1014" y="2910"/>
                  </a:moveTo>
                  <a:lnTo>
                    <a:pt x="984" y="2898"/>
                  </a:lnTo>
                  <a:lnTo>
                    <a:pt x="966" y="2880"/>
                  </a:lnTo>
                  <a:lnTo>
                    <a:pt x="948" y="2874"/>
                  </a:lnTo>
                  <a:lnTo>
                    <a:pt x="942" y="2862"/>
                  </a:lnTo>
                  <a:lnTo>
                    <a:pt x="936" y="2856"/>
                  </a:lnTo>
                  <a:lnTo>
                    <a:pt x="936" y="2850"/>
                  </a:lnTo>
                  <a:lnTo>
                    <a:pt x="906" y="2850"/>
                  </a:lnTo>
                  <a:lnTo>
                    <a:pt x="912" y="2832"/>
                  </a:lnTo>
                  <a:lnTo>
                    <a:pt x="870" y="2796"/>
                  </a:lnTo>
                  <a:lnTo>
                    <a:pt x="840" y="2802"/>
                  </a:lnTo>
                  <a:lnTo>
                    <a:pt x="828" y="2796"/>
                  </a:lnTo>
                  <a:lnTo>
                    <a:pt x="816" y="2808"/>
                  </a:lnTo>
                  <a:lnTo>
                    <a:pt x="792" y="2814"/>
                  </a:lnTo>
                  <a:lnTo>
                    <a:pt x="798" y="2832"/>
                  </a:lnTo>
                  <a:lnTo>
                    <a:pt x="780" y="2832"/>
                  </a:lnTo>
                  <a:lnTo>
                    <a:pt x="780" y="2862"/>
                  </a:lnTo>
                  <a:lnTo>
                    <a:pt x="786" y="2868"/>
                  </a:lnTo>
                  <a:lnTo>
                    <a:pt x="798" y="2868"/>
                  </a:lnTo>
                  <a:lnTo>
                    <a:pt x="810" y="2862"/>
                  </a:lnTo>
                  <a:lnTo>
                    <a:pt x="816" y="2856"/>
                  </a:lnTo>
                  <a:lnTo>
                    <a:pt x="828" y="2850"/>
                  </a:lnTo>
                  <a:lnTo>
                    <a:pt x="834" y="2844"/>
                  </a:lnTo>
                  <a:lnTo>
                    <a:pt x="858" y="2856"/>
                  </a:lnTo>
                  <a:lnTo>
                    <a:pt x="858" y="2874"/>
                  </a:lnTo>
                  <a:lnTo>
                    <a:pt x="846" y="2880"/>
                  </a:lnTo>
                  <a:lnTo>
                    <a:pt x="828" y="2898"/>
                  </a:lnTo>
                  <a:lnTo>
                    <a:pt x="822" y="2898"/>
                  </a:lnTo>
                  <a:lnTo>
                    <a:pt x="828" y="2904"/>
                  </a:lnTo>
                  <a:lnTo>
                    <a:pt x="882" y="2922"/>
                  </a:lnTo>
                  <a:lnTo>
                    <a:pt x="912" y="2928"/>
                  </a:lnTo>
                  <a:lnTo>
                    <a:pt x="924" y="2934"/>
                  </a:lnTo>
                  <a:lnTo>
                    <a:pt x="906" y="2958"/>
                  </a:lnTo>
                  <a:lnTo>
                    <a:pt x="906" y="2952"/>
                  </a:lnTo>
                  <a:lnTo>
                    <a:pt x="894" y="2940"/>
                  </a:lnTo>
                  <a:lnTo>
                    <a:pt x="876" y="2940"/>
                  </a:lnTo>
                  <a:lnTo>
                    <a:pt x="870" y="2946"/>
                  </a:lnTo>
                  <a:lnTo>
                    <a:pt x="870" y="2952"/>
                  </a:lnTo>
                  <a:lnTo>
                    <a:pt x="852" y="2928"/>
                  </a:lnTo>
                  <a:lnTo>
                    <a:pt x="834" y="2934"/>
                  </a:lnTo>
                  <a:lnTo>
                    <a:pt x="846" y="2946"/>
                  </a:lnTo>
                  <a:lnTo>
                    <a:pt x="816" y="2940"/>
                  </a:lnTo>
                  <a:lnTo>
                    <a:pt x="822" y="2946"/>
                  </a:lnTo>
                  <a:lnTo>
                    <a:pt x="828" y="2958"/>
                  </a:lnTo>
                  <a:lnTo>
                    <a:pt x="834" y="2964"/>
                  </a:lnTo>
                  <a:lnTo>
                    <a:pt x="894" y="2964"/>
                  </a:lnTo>
                  <a:lnTo>
                    <a:pt x="906" y="2970"/>
                  </a:lnTo>
                  <a:lnTo>
                    <a:pt x="1050" y="2970"/>
                  </a:lnTo>
                  <a:lnTo>
                    <a:pt x="1074" y="2982"/>
                  </a:lnTo>
                  <a:lnTo>
                    <a:pt x="1080" y="2988"/>
                  </a:lnTo>
                  <a:lnTo>
                    <a:pt x="1086" y="2988"/>
                  </a:lnTo>
                  <a:lnTo>
                    <a:pt x="1122" y="2970"/>
                  </a:lnTo>
                  <a:lnTo>
                    <a:pt x="1140" y="2976"/>
                  </a:lnTo>
                  <a:lnTo>
                    <a:pt x="1152" y="2976"/>
                  </a:lnTo>
                  <a:lnTo>
                    <a:pt x="1158" y="2952"/>
                  </a:lnTo>
                  <a:lnTo>
                    <a:pt x="1140" y="2952"/>
                  </a:lnTo>
                  <a:lnTo>
                    <a:pt x="1086" y="2940"/>
                  </a:lnTo>
                  <a:lnTo>
                    <a:pt x="1014" y="2910"/>
                  </a:lnTo>
                  <a:close/>
                  <a:moveTo>
                    <a:pt x="990" y="2988"/>
                  </a:moveTo>
                  <a:lnTo>
                    <a:pt x="1014" y="3000"/>
                  </a:lnTo>
                  <a:lnTo>
                    <a:pt x="1068" y="3006"/>
                  </a:lnTo>
                  <a:lnTo>
                    <a:pt x="1038" y="2982"/>
                  </a:lnTo>
                  <a:lnTo>
                    <a:pt x="990" y="2988"/>
                  </a:lnTo>
                  <a:close/>
                  <a:moveTo>
                    <a:pt x="960" y="2994"/>
                  </a:moveTo>
                  <a:lnTo>
                    <a:pt x="966" y="2982"/>
                  </a:lnTo>
                  <a:lnTo>
                    <a:pt x="888" y="2982"/>
                  </a:lnTo>
                  <a:lnTo>
                    <a:pt x="906" y="3012"/>
                  </a:lnTo>
                  <a:lnTo>
                    <a:pt x="936" y="3018"/>
                  </a:lnTo>
                  <a:lnTo>
                    <a:pt x="930" y="3006"/>
                  </a:lnTo>
                  <a:lnTo>
                    <a:pt x="936" y="3000"/>
                  </a:lnTo>
                  <a:lnTo>
                    <a:pt x="948" y="3012"/>
                  </a:lnTo>
                  <a:lnTo>
                    <a:pt x="996" y="3012"/>
                  </a:lnTo>
                  <a:lnTo>
                    <a:pt x="1008" y="3030"/>
                  </a:lnTo>
                  <a:lnTo>
                    <a:pt x="1026" y="3030"/>
                  </a:lnTo>
                  <a:lnTo>
                    <a:pt x="996" y="3000"/>
                  </a:lnTo>
                  <a:lnTo>
                    <a:pt x="960" y="2994"/>
                  </a:lnTo>
                  <a:close/>
                  <a:moveTo>
                    <a:pt x="804" y="2946"/>
                  </a:moveTo>
                  <a:lnTo>
                    <a:pt x="744" y="2940"/>
                  </a:lnTo>
                  <a:lnTo>
                    <a:pt x="750" y="2958"/>
                  </a:lnTo>
                  <a:lnTo>
                    <a:pt x="792" y="2958"/>
                  </a:lnTo>
                  <a:lnTo>
                    <a:pt x="804" y="2976"/>
                  </a:lnTo>
                  <a:lnTo>
                    <a:pt x="864" y="3000"/>
                  </a:lnTo>
                  <a:lnTo>
                    <a:pt x="828" y="2970"/>
                  </a:lnTo>
                  <a:lnTo>
                    <a:pt x="804" y="2946"/>
                  </a:lnTo>
                  <a:close/>
                  <a:moveTo>
                    <a:pt x="804" y="2880"/>
                  </a:moveTo>
                  <a:lnTo>
                    <a:pt x="786" y="2898"/>
                  </a:lnTo>
                  <a:lnTo>
                    <a:pt x="792" y="2928"/>
                  </a:lnTo>
                  <a:lnTo>
                    <a:pt x="816" y="2922"/>
                  </a:lnTo>
                  <a:lnTo>
                    <a:pt x="804" y="2880"/>
                  </a:lnTo>
                  <a:close/>
                  <a:moveTo>
                    <a:pt x="774" y="2928"/>
                  </a:moveTo>
                  <a:lnTo>
                    <a:pt x="768" y="2910"/>
                  </a:lnTo>
                  <a:lnTo>
                    <a:pt x="720" y="2898"/>
                  </a:lnTo>
                  <a:lnTo>
                    <a:pt x="708" y="2916"/>
                  </a:lnTo>
                  <a:lnTo>
                    <a:pt x="708" y="2934"/>
                  </a:lnTo>
                  <a:lnTo>
                    <a:pt x="744" y="2922"/>
                  </a:lnTo>
                  <a:lnTo>
                    <a:pt x="774" y="2928"/>
                  </a:lnTo>
                  <a:close/>
                  <a:moveTo>
                    <a:pt x="612" y="2772"/>
                  </a:moveTo>
                  <a:lnTo>
                    <a:pt x="606" y="2766"/>
                  </a:lnTo>
                  <a:lnTo>
                    <a:pt x="594" y="2766"/>
                  </a:lnTo>
                  <a:lnTo>
                    <a:pt x="588" y="2760"/>
                  </a:lnTo>
                  <a:lnTo>
                    <a:pt x="570" y="2760"/>
                  </a:lnTo>
                  <a:lnTo>
                    <a:pt x="570" y="2766"/>
                  </a:lnTo>
                  <a:lnTo>
                    <a:pt x="564" y="2778"/>
                  </a:lnTo>
                  <a:lnTo>
                    <a:pt x="564" y="2808"/>
                  </a:lnTo>
                  <a:lnTo>
                    <a:pt x="570" y="2808"/>
                  </a:lnTo>
                  <a:lnTo>
                    <a:pt x="576" y="2802"/>
                  </a:lnTo>
                  <a:lnTo>
                    <a:pt x="588" y="2802"/>
                  </a:lnTo>
                  <a:lnTo>
                    <a:pt x="594" y="2796"/>
                  </a:lnTo>
                  <a:lnTo>
                    <a:pt x="600" y="2820"/>
                  </a:lnTo>
                  <a:lnTo>
                    <a:pt x="630" y="2808"/>
                  </a:lnTo>
                  <a:lnTo>
                    <a:pt x="612" y="2790"/>
                  </a:lnTo>
                  <a:lnTo>
                    <a:pt x="618" y="2772"/>
                  </a:lnTo>
                  <a:lnTo>
                    <a:pt x="612" y="2772"/>
                  </a:lnTo>
                  <a:close/>
                  <a:moveTo>
                    <a:pt x="552" y="2826"/>
                  </a:moveTo>
                  <a:lnTo>
                    <a:pt x="516" y="2808"/>
                  </a:lnTo>
                  <a:lnTo>
                    <a:pt x="546" y="2832"/>
                  </a:lnTo>
                  <a:lnTo>
                    <a:pt x="588" y="2844"/>
                  </a:lnTo>
                  <a:lnTo>
                    <a:pt x="606" y="2850"/>
                  </a:lnTo>
                  <a:lnTo>
                    <a:pt x="588" y="2832"/>
                  </a:lnTo>
                  <a:lnTo>
                    <a:pt x="552" y="2826"/>
                  </a:lnTo>
                  <a:close/>
                  <a:moveTo>
                    <a:pt x="552" y="2748"/>
                  </a:moveTo>
                  <a:lnTo>
                    <a:pt x="534" y="2730"/>
                  </a:lnTo>
                  <a:lnTo>
                    <a:pt x="528" y="2766"/>
                  </a:lnTo>
                  <a:lnTo>
                    <a:pt x="504" y="2772"/>
                  </a:lnTo>
                  <a:lnTo>
                    <a:pt x="546" y="2784"/>
                  </a:lnTo>
                  <a:lnTo>
                    <a:pt x="552" y="2748"/>
                  </a:lnTo>
                  <a:close/>
                  <a:moveTo>
                    <a:pt x="444" y="2736"/>
                  </a:moveTo>
                  <a:lnTo>
                    <a:pt x="480" y="2772"/>
                  </a:lnTo>
                  <a:lnTo>
                    <a:pt x="492" y="2760"/>
                  </a:lnTo>
                  <a:lnTo>
                    <a:pt x="462" y="2724"/>
                  </a:lnTo>
                  <a:lnTo>
                    <a:pt x="444" y="2736"/>
                  </a:lnTo>
                  <a:close/>
                  <a:moveTo>
                    <a:pt x="516" y="2724"/>
                  </a:moveTo>
                  <a:lnTo>
                    <a:pt x="504" y="2718"/>
                  </a:lnTo>
                  <a:lnTo>
                    <a:pt x="492" y="2730"/>
                  </a:lnTo>
                  <a:lnTo>
                    <a:pt x="504" y="2748"/>
                  </a:lnTo>
                  <a:lnTo>
                    <a:pt x="516" y="2724"/>
                  </a:lnTo>
                  <a:close/>
                  <a:moveTo>
                    <a:pt x="456" y="2706"/>
                  </a:moveTo>
                  <a:lnTo>
                    <a:pt x="462" y="2676"/>
                  </a:lnTo>
                  <a:lnTo>
                    <a:pt x="456" y="2640"/>
                  </a:lnTo>
                  <a:lnTo>
                    <a:pt x="438" y="2634"/>
                  </a:lnTo>
                  <a:lnTo>
                    <a:pt x="438" y="2652"/>
                  </a:lnTo>
                  <a:lnTo>
                    <a:pt x="408" y="2646"/>
                  </a:lnTo>
                  <a:lnTo>
                    <a:pt x="432" y="2682"/>
                  </a:lnTo>
                  <a:lnTo>
                    <a:pt x="426" y="2724"/>
                  </a:lnTo>
                  <a:lnTo>
                    <a:pt x="456" y="2706"/>
                  </a:lnTo>
                  <a:close/>
                  <a:moveTo>
                    <a:pt x="366" y="2622"/>
                  </a:moveTo>
                  <a:lnTo>
                    <a:pt x="384" y="2628"/>
                  </a:lnTo>
                  <a:lnTo>
                    <a:pt x="390" y="2658"/>
                  </a:lnTo>
                  <a:lnTo>
                    <a:pt x="396" y="2628"/>
                  </a:lnTo>
                  <a:lnTo>
                    <a:pt x="402" y="2604"/>
                  </a:lnTo>
                  <a:lnTo>
                    <a:pt x="372" y="2598"/>
                  </a:lnTo>
                  <a:lnTo>
                    <a:pt x="366" y="2622"/>
                  </a:lnTo>
                  <a:close/>
                  <a:moveTo>
                    <a:pt x="372" y="2586"/>
                  </a:moveTo>
                  <a:lnTo>
                    <a:pt x="378" y="2586"/>
                  </a:lnTo>
                  <a:lnTo>
                    <a:pt x="378" y="2580"/>
                  </a:lnTo>
                  <a:lnTo>
                    <a:pt x="384" y="2574"/>
                  </a:lnTo>
                  <a:lnTo>
                    <a:pt x="414" y="2598"/>
                  </a:lnTo>
                  <a:lnTo>
                    <a:pt x="414" y="2574"/>
                  </a:lnTo>
                  <a:lnTo>
                    <a:pt x="384" y="2544"/>
                  </a:lnTo>
                  <a:lnTo>
                    <a:pt x="378" y="2532"/>
                  </a:lnTo>
                  <a:lnTo>
                    <a:pt x="372" y="2526"/>
                  </a:lnTo>
                  <a:lnTo>
                    <a:pt x="360" y="2502"/>
                  </a:lnTo>
                  <a:lnTo>
                    <a:pt x="360" y="2490"/>
                  </a:lnTo>
                  <a:lnTo>
                    <a:pt x="342" y="2454"/>
                  </a:lnTo>
                  <a:lnTo>
                    <a:pt x="330" y="2448"/>
                  </a:lnTo>
                  <a:lnTo>
                    <a:pt x="324" y="2442"/>
                  </a:lnTo>
                  <a:lnTo>
                    <a:pt x="318" y="2442"/>
                  </a:lnTo>
                  <a:lnTo>
                    <a:pt x="312" y="2448"/>
                  </a:lnTo>
                  <a:lnTo>
                    <a:pt x="312" y="2454"/>
                  </a:lnTo>
                  <a:lnTo>
                    <a:pt x="294" y="2448"/>
                  </a:lnTo>
                  <a:lnTo>
                    <a:pt x="288" y="2454"/>
                  </a:lnTo>
                  <a:lnTo>
                    <a:pt x="288" y="2466"/>
                  </a:lnTo>
                  <a:lnTo>
                    <a:pt x="282" y="2472"/>
                  </a:lnTo>
                  <a:lnTo>
                    <a:pt x="282" y="2490"/>
                  </a:lnTo>
                  <a:lnTo>
                    <a:pt x="330" y="2490"/>
                  </a:lnTo>
                  <a:lnTo>
                    <a:pt x="312" y="2532"/>
                  </a:lnTo>
                  <a:lnTo>
                    <a:pt x="324" y="2532"/>
                  </a:lnTo>
                  <a:lnTo>
                    <a:pt x="348" y="2508"/>
                  </a:lnTo>
                  <a:lnTo>
                    <a:pt x="342" y="2532"/>
                  </a:lnTo>
                  <a:lnTo>
                    <a:pt x="342" y="2538"/>
                  </a:lnTo>
                  <a:lnTo>
                    <a:pt x="348" y="2544"/>
                  </a:lnTo>
                  <a:lnTo>
                    <a:pt x="366" y="2580"/>
                  </a:lnTo>
                  <a:lnTo>
                    <a:pt x="366" y="2586"/>
                  </a:lnTo>
                  <a:lnTo>
                    <a:pt x="372" y="2586"/>
                  </a:lnTo>
                  <a:close/>
                  <a:moveTo>
                    <a:pt x="246" y="2082"/>
                  </a:moveTo>
                  <a:lnTo>
                    <a:pt x="246" y="2034"/>
                  </a:lnTo>
                  <a:lnTo>
                    <a:pt x="216" y="2004"/>
                  </a:lnTo>
                  <a:lnTo>
                    <a:pt x="234" y="1992"/>
                  </a:lnTo>
                  <a:lnTo>
                    <a:pt x="210" y="1968"/>
                  </a:lnTo>
                  <a:lnTo>
                    <a:pt x="174" y="1956"/>
                  </a:lnTo>
                  <a:lnTo>
                    <a:pt x="174" y="1986"/>
                  </a:lnTo>
                  <a:lnTo>
                    <a:pt x="180" y="1998"/>
                  </a:lnTo>
                  <a:lnTo>
                    <a:pt x="180" y="2004"/>
                  </a:lnTo>
                  <a:lnTo>
                    <a:pt x="192" y="2016"/>
                  </a:lnTo>
                  <a:lnTo>
                    <a:pt x="198" y="2028"/>
                  </a:lnTo>
                  <a:lnTo>
                    <a:pt x="204" y="2034"/>
                  </a:lnTo>
                  <a:lnTo>
                    <a:pt x="204" y="2046"/>
                  </a:lnTo>
                  <a:lnTo>
                    <a:pt x="198" y="2064"/>
                  </a:lnTo>
                  <a:lnTo>
                    <a:pt x="246" y="2082"/>
                  </a:lnTo>
                  <a:close/>
                  <a:moveTo>
                    <a:pt x="246" y="2178"/>
                  </a:moveTo>
                  <a:lnTo>
                    <a:pt x="258" y="2190"/>
                  </a:lnTo>
                  <a:lnTo>
                    <a:pt x="282" y="2190"/>
                  </a:lnTo>
                  <a:lnTo>
                    <a:pt x="294" y="2172"/>
                  </a:lnTo>
                  <a:lnTo>
                    <a:pt x="264" y="2178"/>
                  </a:lnTo>
                  <a:lnTo>
                    <a:pt x="246" y="2178"/>
                  </a:lnTo>
                  <a:close/>
                  <a:moveTo>
                    <a:pt x="282" y="2220"/>
                  </a:moveTo>
                  <a:lnTo>
                    <a:pt x="282" y="2238"/>
                  </a:lnTo>
                  <a:lnTo>
                    <a:pt x="306" y="2256"/>
                  </a:lnTo>
                  <a:lnTo>
                    <a:pt x="306" y="2232"/>
                  </a:lnTo>
                  <a:lnTo>
                    <a:pt x="294" y="2208"/>
                  </a:lnTo>
                  <a:lnTo>
                    <a:pt x="258" y="2208"/>
                  </a:lnTo>
                  <a:lnTo>
                    <a:pt x="282" y="2220"/>
                  </a:lnTo>
                  <a:close/>
                  <a:moveTo>
                    <a:pt x="318" y="2190"/>
                  </a:moveTo>
                  <a:lnTo>
                    <a:pt x="324" y="2184"/>
                  </a:lnTo>
                  <a:lnTo>
                    <a:pt x="336" y="2178"/>
                  </a:lnTo>
                  <a:lnTo>
                    <a:pt x="348" y="2166"/>
                  </a:lnTo>
                  <a:lnTo>
                    <a:pt x="336" y="2154"/>
                  </a:lnTo>
                  <a:lnTo>
                    <a:pt x="324" y="2154"/>
                  </a:lnTo>
                  <a:lnTo>
                    <a:pt x="312" y="2160"/>
                  </a:lnTo>
                  <a:lnTo>
                    <a:pt x="306" y="2166"/>
                  </a:lnTo>
                  <a:lnTo>
                    <a:pt x="306" y="2184"/>
                  </a:lnTo>
                  <a:lnTo>
                    <a:pt x="312" y="2190"/>
                  </a:lnTo>
                  <a:lnTo>
                    <a:pt x="318" y="2190"/>
                  </a:lnTo>
                  <a:close/>
                  <a:moveTo>
                    <a:pt x="252" y="2112"/>
                  </a:moveTo>
                  <a:lnTo>
                    <a:pt x="240" y="2118"/>
                  </a:lnTo>
                  <a:lnTo>
                    <a:pt x="240" y="2136"/>
                  </a:lnTo>
                  <a:lnTo>
                    <a:pt x="252" y="2136"/>
                  </a:lnTo>
                  <a:lnTo>
                    <a:pt x="264" y="2124"/>
                  </a:lnTo>
                  <a:lnTo>
                    <a:pt x="264" y="2106"/>
                  </a:lnTo>
                  <a:lnTo>
                    <a:pt x="258" y="2106"/>
                  </a:lnTo>
                  <a:lnTo>
                    <a:pt x="252" y="2112"/>
                  </a:lnTo>
                  <a:close/>
                  <a:moveTo>
                    <a:pt x="234" y="2154"/>
                  </a:moveTo>
                  <a:lnTo>
                    <a:pt x="216" y="2154"/>
                  </a:lnTo>
                  <a:lnTo>
                    <a:pt x="228" y="2178"/>
                  </a:lnTo>
                  <a:lnTo>
                    <a:pt x="234" y="2154"/>
                  </a:lnTo>
                  <a:close/>
                  <a:moveTo>
                    <a:pt x="714" y="2874"/>
                  </a:moveTo>
                  <a:lnTo>
                    <a:pt x="726" y="2874"/>
                  </a:lnTo>
                  <a:lnTo>
                    <a:pt x="726" y="2886"/>
                  </a:lnTo>
                  <a:lnTo>
                    <a:pt x="768" y="2886"/>
                  </a:lnTo>
                  <a:lnTo>
                    <a:pt x="774" y="2880"/>
                  </a:lnTo>
                  <a:lnTo>
                    <a:pt x="774" y="2874"/>
                  </a:lnTo>
                  <a:lnTo>
                    <a:pt x="744" y="2844"/>
                  </a:lnTo>
                  <a:lnTo>
                    <a:pt x="744" y="2808"/>
                  </a:lnTo>
                  <a:lnTo>
                    <a:pt x="786" y="2802"/>
                  </a:lnTo>
                  <a:lnTo>
                    <a:pt x="780" y="2790"/>
                  </a:lnTo>
                  <a:lnTo>
                    <a:pt x="804" y="2790"/>
                  </a:lnTo>
                  <a:lnTo>
                    <a:pt x="816" y="2772"/>
                  </a:lnTo>
                  <a:lnTo>
                    <a:pt x="792" y="2754"/>
                  </a:lnTo>
                  <a:lnTo>
                    <a:pt x="696" y="2754"/>
                  </a:lnTo>
                  <a:lnTo>
                    <a:pt x="684" y="2760"/>
                  </a:lnTo>
                  <a:lnTo>
                    <a:pt x="672" y="2760"/>
                  </a:lnTo>
                  <a:lnTo>
                    <a:pt x="654" y="2742"/>
                  </a:lnTo>
                  <a:lnTo>
                    <a:pt x="618" y="2724"/>
                  </a:lnTo>
                  <a:lnTo>
                    <a:pt x="606" y="2706"/>
                  </a:lnTo>
                  <a:lnTo>
                    <a:pt x="588" y="2682"/>
                  </a:lnTo>
                  <a:lnTo>
                    <a:pt x="588" y="2658"/>
                  </a:lnTo>
                  <a:lnTo>
                    <a:pt x="576" y="2646"/>
                  </a:lnTo>
                  <a:lnTo>
                    <a:pt x="564" y="2640"/>
                  </a:lnTo>
                  <a:lnTo>
                    <a:pt x="546" y="2640"/>
                  </a:lnTo>
                  <a:lnTo>
                    <a:pt x="534" y="2652"/>
                  </a:lnTo>
                  <a:lnTo>
                    <a:pt x="528" y="2652"/>
                  </a:lnTo>
                  <a:lnTo>
                    <a:pt x="516" y="2646"/>
                  </a:lnTo>
                  <a:lnTo>
                    <a:pt x="510" y="2640"/>
                  </a:lnTo>
                  <a:lnTo>
                    <a:pt x="510" y="2628"/>
                  </a:lnTo>
                  <a:lnTo>
                    <a:pt x="504" y="2622"/>
                  </a:lnTo>
                  <a:lnTo>
                    <a:pt x="504" y="2616"/>
                  </a:lnTo>
                  <a:lnTo>
                    <a:pt x="474" y="2610"/>
                  </a:lnTo>
                  <a:lnTo>
                    <a:pt x="474" y="2574"/>
                  </a:lnTo>
                  <a:lnTo>
                    <a:pt x="468" y="2568"/>
                  </a:lnTo>
                  <a:lnTo>
                    <a:pt x="462" y="2556"/>
                  </a:lnTo>
                  <a:lnTo>
                    <a:pt x="462" y="2544"/>
                  </a:lnTo>
                  <a:lnTo>
                    <a:pt x="474" y="2538"/>
                  </a:lnTo>
                  <a:lnTo>
                    <a:pt x="474" y="2514"/>
                  </a:lnTo>
                  <a:lnTo>
                    <a:pt x="480" y="2514"/>
                  </a:lnTo>
                  <a:lnTo>
                    <a:pt x="486" y="2508"/>
                  </a:lnTo>
                  <a:lnTo>
                    <a:pt x="492" y="2508"/>
                  </a:lnTo>
                  <a:lnTo>
                    <a:pt x="498" y="2502"/>
                  </a:lnTo>
                  <a:lnTo>
                    <a:pt x="498" y="2496"/>
                  </a:lnTo>
                  <a:lnTo>
                    <a:pt x="474" y="2472"/>
                  </a:lnTo>
                  <a:lnTo>
                    <a:pt x="480" y="2466"/>
                  </a:lnTo>
                  <a:lnTo>
                    <a:pt x="492" y="2460"/>
                  </a:lnTo>
                  <a:lnTo>
                    <a:pt x="498" y="2460"/>
                  </a:lnTo>
                  <a:lnTo>
                    <a:pt x="498" y="2454"/>
                  </a:lnTo>
                  <a:lnTo>
                    <a:pt x="474" y="2430"/>
                  </a:lnTo>
                  <a:lnTo>
                    <a:pt x="468" y="2430"/>
                  </a:lnTo>
                  <a:lnTo>
                    <a:pt x="474" y="2388"/>
                  </a:lnTo>
                  <a:lnTo>
                    <a:pt x="486" y="2382"/>
                  </a:lnTo>
                  <a:lnTo>
                    <a:pt x="474" y="2358"/>
                  </a:lnTo>
                  <a:lnTo>
                    <a:pt x="480" y="2322"/>
                  </a:lnTo>
                  <a:lnTo>
                    <a:pt x="456" y="2298"/>
                  </a:lnTo>
                  <a:lnTo>
                    <a:pt x="462" y="2274"/>
                  </a:lnTo>
                  <a:lnTo>
                    <a:pt x="438" y="2256"/>
                  </a:lnTo>
                  <a:lnTo>
                    <a:pt x="450" y="2244"/>
                  </a:lnTo>
                  <a:lnTo>
                    <a:pt x="456" y="2232"/>
                  </a:lnTo>
                  <a:lnTo>
                    <a:pt x="462" y="2226"/>
                  </a:lnTo>
                  <a:lnTo>
                    <a:pt x="438" y="2202"/>
                  </a:lnTo>
                  <a:lnTo>
                    <a:pt x="426" y="2202"/>
                  </a:lnTo>
                  <a:lnTo>
                    <a:pt x="420" y="2196"/>
                  </a:lnTo>
                  <a:lnTo>
                    <a:pt x="408" y="2190"/>
                  </a:lnTo>
                  <a:lnTo>
                    <a:pt x="402" y="2190"/>
                  </a:lnTo>
                  <a:lnTo>
                    <a:pt x="396" y="2184"/>
                  </a:lnTo>
                  <a:lnTo>
                    <a:pt x="414" y="2184"/>
                  </a:lnTo>
                  <a:lnTo>
                    <a:pt x="426" y="2178"/>
                  </a:lnTo>
                  <a:lnTo>
                    <a:pt x="438" y="2178"/>
                  </a:lnTo>
                  <a:lnTo>
                    <a:pt x="444" y="2172"/>
                  </a:lnTo>
                  <a:lnTo>
                    <a:pt x="444" y="2166"/>
                  </a:lnTo>
                  <a:lnTo>
                    <a:pt x="432" y="2160"/>
                  </a:lnTo>
                  <a:lnTo>
                    <a:pt x="402" y="2160"/>
                  </a:lnTo>
                  <a:lnTo>
                    <a:pt x="390" y="2148"/>
                  </a:lnTo>
                  <a:lnTo>
                    <a:pt x="390" y="2118"/>
                  </a:lnTo>
                  <a:lnTo>
                    <a:pt x="384" y="2106"/>
                  </a:lnTo>
                  <a:lnTo>
                    <a:pt x="384" y="2100"/>
                  </a:lnTo>
                  <a:lnTo>
                    <a:pt x="378" y="2094"/>
                  </a:lnTo>
                  <a:lnTo>
                    <a:pt x="366" y="2088"/>
                  </a:lnTo>
                  <a:lnTo>
                    <a:pt x="360" y="2088"/>
                  </a:lnTo>
                  <a:lnTo>
                    <a:pt x="366" y="2058"/>
                  </a:lnTo>
                  <a:lnTo>
                    <a:pt x="342" y="2046"/>
                  </a:lnTo>
                  <a:lnTo>
                    <a:pt x="336" y="2040"/>
                  </a:lnTo>
                  <a:lnTo>
                    <a:pt x="336" y="2028"/>
                  </a:lnTo>
                  <a:lnTo>
                    <a:pt x="330" y="2016"/>
                  </a:lnTo>
                  <a:lnTo>
                    <a:pt x="330" y="1998"/>
                  </a:lnTo>
                  <a:lnTo>
                    <a:pt x="324" y="1986"/>
                  </a:lnTo>
                  <a:lnTo>
                    <a:pt x="324" y="1974"/>
                  </a:lnTo>
                  <a:lnTo>
                    <a:pt x="330" y="1968"/>
                  </a:lnTo>
                  <a:lnTo>
                    <a:pt x="342" y="1962"/>
                  </a:lnTo>
                  <a:lnTo>
                    <a:pt x="348" y="1962"/>
                  </a:lnTo>
                  <a:lnTo>
                    <a:pt x="336" y="1950"/>
                  </a:lnTo>
                  <a:lnTo>
                    <a:pt x="324" y="1944"/>
                  </a:lnTo>
                  <a:lnTo>
                    <a:pt x="306" y="1926"/>
                  </a:lnTo>
                  <a:lnTo>
                    <a:pt x="300" y="1914"/>
                  </a:lnTo>
                  <a:lnTo>
                    <a:pt x="300" y="1890"/>
                  </a:lnTo>
                  <a:lnTo>
                    <a:pt x="294" y="1878"/>
                  </a:lnTo>
                  <a:lnTo>
                    <a:pt x="288" y="1872"/>
                  </a:lnTo>
                  <a:lnTo>
                    <a:pt x="288" y="1842"/>
                  </a:lnTo>
                  <a:lnTo>
                    <a:pt x="294" y="1836"/>
                  </a:lnTo>
                  <a:lnTo>
                    <a:pt x="294" y="1824"/>
                  </a:lnTo>
                  <a:lnTo>
                    <a:pt x="276" y="1812"/>
                  </a:lnTo>
                  <a:lnTo>
                    <a:pt x="276" y="1806"/>
                  </a:lnTo>
                  <a:lnTo>
                    <a:pt x="282" y="1794"/>
                  </a:lnTo>
                  <a:lnTo>
                    <a:pt x="282" y="1788"/>
                  </a:lnTo>
                  <a:lnTo>
                    <a:pt x="264" y="1770"/>
                  </a:lnTo>
                  <a:lnTo>
                    <a:pt x="282" y="1758"/>
                  </a:lnTo>
                  <a:lnTo>
                    <a:pt x="270" y="1716"/>
                  </a:lnTo>
                  <a:lnTo>
                    <a:pt x="276" y="1716"/>
                  </a:lnTo>
                  <a:lnTo>
                    <a:pt x="282" y="1710"/>
                  </a:lnTo>
                  <a:lnTo>
                    <a:pt x="294" y="1704"/>
                  </a:lnTo>
                  <a:lnTo>
                    <a:pt x="300" y="1692"/>
                  </a:lnTo>
                  <a:lnTo>
                    <a:pt x="300" y="1686"/>
                  </a:lnTo>
                  <a:lnTo>
                    <a:pt x="282" y="1668"/>
                  </a:lnTo>
                  <a:lnTo>
                    <a:pt x="276" y="1668"/>
                  </a:lnTo>
                  <a:lnTo>
                    <a:pt x="276" y="1650"/>
                  </a:lnTo>
                  <a:lnTo>
                    <a:pt x="246" y="1626"/>
                  </a:lnTo>
                  <a:lnTo>
                    <a:pt x="246" y="1578"/>
                  </a:lnTo>
                  <a:lnTo>
                    <a:pt x="240" y="1566"/>
                  </a:lnTo>
                  <a:lnTo>
                    <a:pt x="234" y="1548"/>
                  </a:lnTo>
                  <a:lnTo>
                    <a:pt x="234" y="1536"/>
                  </a:lnTo>
                  <a:lnTo>
                    <a:pt x="228" y="1530"/>
                  </a:lnTo>
                  <a:lnTo>
                    <a:pt x="228" y="1524"/>
                  </a:lnTo>
                  <a:lnTo>
                    <a:pt x="252" y="1518"/>
                  </a:lnTo>
                  <a:lnTo>
                    <a:pt x="258" y="1500"/>
                  </a:lnTo>
                  <a:lnTo>
                    <a:pt x="258" y="1494"/>
                  </a:lnTo>
                  <a:lnTo>
                    <a:pt x="264" y="1482"/>
                  </a:lnTo>
                  <a:lnTo>
                    <a:pt x="264" y="1470"/>
                  </a:lnTo>
                  <a:lnTo>
                    <a:pt x="258" y="1464"/>
                  </a:lnTo>
                  <a:lnTo>
                    <a:pt x="252" y="1452"/>
                  </a:lnTo>
                  <a:lnTo>
                    <a:pt x="246" y="1446"/>
                  </a:lnTo>
                  <a:lnTo>
                    <a:pt x="240" y="1434"/>
                  </a:lnTo>
                  <a:lnTo>
                    <a:pt x="234" y="1428"/>
                  </a:lnTo>
                  <a:lnTo>
                    <a:pt x="246" y="1428"/>
                  </a:lnTo>
                  <a:lnTo>
                    <a:pt x="246" y="1398"/>
                  </a:lnTo>
                  <a:lnTo>
                    <a:pt x="252" y="1380"/>
                  </a:lnTo>
                  <a:lnTo>
                    <a:pt x="252" y="1356"/>
                  </a:lnTo>
                  <a:lnTo>
                    <a:pt x="270" y="1338"/>
                  </a:lnTo>
                  <a:lnTo>
                    <a:pt x="270" y="1332"/>
                  </a:lnTo>
                  <a:lnTo>
                    <a:pt x="264" y="1320"/>
                  </a:lnTo>
                  <a:lnTo>
                    <a:pt x="258" y="1314"/>
                  </a:lnTo>
                  <a:lnTo>
                    <a:pt x="252" y="1302"/>
                  </a:lnTo>
                  <a:lnTo>
                    <a:pt x="246" y="1260"/>
                  </a:lnTo>
                  <a:lnTo>
                    <a:pt x="222" y="1260"/>
                  </a:lnTo>
                  <a:lnTo>
                    <a:pt x="210" y="1248"/>
                  </a:lnTo>
                  <a:lnTo>
                    <a:pt x="210" y="1236"/>
                  </a:lnTo>
                  <a:lnTo>
                    <a:pt x="216" y="1230"/>
                  </a:lnTo>
                  <a:lnTo>
                    <a:pt x="210" y="1218"/>
                  </a:lnTo>
                  <a:lnTo>
                    <a:pt x="198" y="1188"/>
                  </a:lnTo>
                  <a:lnTo>
                    <a:pt x="180" y="1170"/>
                  </a:lnTo>
                  <a:lnTo>
                    <a:pt x="180" y="1164"/>
                  </a:lnTo>
                  <a:lnTo>
                    <a:pt x="186" y="1158"/>
                  </a:lnTo>
                  <a:lnTo>
                    <a:pt x="186" y="1146"/>
                  </a:lnTo>
                  <a:lnTo>
                    <a:pt x="168" y="1128"/>
                  </a:lnTo>
                  <a:lnTo>
                    <a:pt x="156" y="1122"/>
                  </a:lnTo>
                  <a:lnTo>
                    <a:pt x="156" y="1116"/>
                  </a:lnTo>
                  <a:lnTo>
                    <a:pt x="150" y="1110"/>
                  </a:lnTo>
                  <a:lnTo>
                    <a:pt x="150" y="1086"/>
                  </a:lnTo>
                  <a:lnTo>
                    <a:pt x="156" y="1086"/>
                  </a:lnTo>
                  <a:lnTo>
                    <a:pt x="168" y="1080"/>
                  </a:lnTo>
                  <a:lnTo>
                    <a:pt x="162" y="1026"/>
                  </a:lnTo>
                  <a:lnTo>
                    <a:pt x="186" y="1026"/>
                  </a:lnTo>
                  <a:lnTo>
                    <a:pt x="186" y="1020"/>
                  </a:lnTo>
                  <a:lnTo>
                    <a:pt x="180" y="1008"/>
                  </a:lnTo>
                  <a:lnTo>
                    <a:pt x="168" y="972"/>
                  </a:lnTo>
                  <a:lnTo>
                    <a:pt x="156" y="948"/>
                  </a:lnTo>
                  <a:lnTo>
                    <a:pt x="156" y="936"/>
                  </a:lnTo>
                  <a:lnTo>
                    <a:pt x="168" y="924"/>
                  </a:lnTo>
                  <a:lnTo>
                    <a:pt x="168" y="858"/>
                  </a:lnTo>
                  <a:lnTo>
                    <a:pt x="174" y="852"/>
                  </a:lnTo>
                  <a:lnTo>
                    <a:pt x="180" y="840"/>
                  </a:lnTo>
                  <a:lnTo>
                    <a:pt x="192" y="828"/>
                  </a:lnTo>
                  <a:lnTo>
                    <a:pt x="192" y="816"/>
                  </a:lnTo>
                  <a:lnTo>
                    <a:pt x="198" y="804"/>
                  </a:lnTo>
                  <a:lnTo>
                    <a:pt x="198" y="792"/>
                  </a:lnTo>
                  <a:lnTo>
                    <a:pt x="204" y="774"/>
                  </a:lnTo>
                  <a:lnTo>
                    <a:pt x="204" y="762"/>
                  </a:lnTo>
                  <a:lnTo>
                    <a:pt x="222" y="762"/>
                  </a:lnTo>
                  <a:lnTo>
                    <a:pt x="228" y="756"/>
                  </a:lnTo>
                  <a:lnTo>
                    <a:pt x="240" y="750"/>
                  </a:lnTo>
                  <a:lnTo>
                    <a:pt x="240" y="738"/>
                  </a:lnTo>
                  <a:lnTo>
                    <a:pt x="234" y="726"/>
                  </a:lnTo>
                  <a:lnTo>
                    <a:pt x="210" y="714"/>
                  </a:lnTo>
                  <a:lnTo>
                    <a:pt x="204" y="708"/>
                  </a:lnTo>
                  <a:lnTo>
                    <a:pt x="198" y="708"/>
                  </a:lnTo>
                  <a:lnTo>
                    <a:pt x="204" y="708"/>
                  </a:lnTo>
                  <a:lnTo>
                    <a:pt x="216" y="696"/>
                  </a:lnTo>
                  <a:lnTo>
                    <a:pt x="222" y="684"/>
                  </a:lnTo>
                  <a:lnTo>
                    <a:pt x="228" y="678"/>
                  </a:lnTo>
                  <a:lnTo>
                    <a:pt x="222" y="666"/>
                  </a:lnTo>
                  <a:lnTo>
                    <a:pt x="210" y="654"/>
                  </a:lnTo>
                  <a:lnTo>
                    <a:pt x="198" y="648"/>
                  </a:lnTo>
                  <a:lnTo>
                    <a:pt x="192" y="642"/>
                  </a:lnTo>
                  <a:lnTo>
                    <a:pt x="192" y="624"/>
                  </a:lnTo>
                  <a:lnTo>
                    <a:pt x="216" y="600"/>
                  </a:lnTo>
                  <a:lnTo>
                    <a:pt x="216" y="594"/>
                  </a:lnTo>
                  <a:lnTo>
                    <a:pt x="204" y="594"/>
                  </a:lnTo>
                  <a:lnTo>
                    <a:pt x="192" y="588"/>
                  </a:lnTo>
                  <a:lnTo>
                    <a:pt x="186" y="582"/>
                  </a:lnTo>
                  <a:lnTo>
                    <a:pt x="186" y="576"/>
                  </a:lnTo>
                  <a:lnTo>
                    <a:pt x="192" y="570"/>
                  </a:lnTo>
                  <a:lnTo>
                    <a:pt x="198" y="558"/>
                  </a:lnTo>
                  <a:lnTo>
                    <a:pt x="210" y="552"/>
                  </a:lnTo>
                  <a:lnTo>
                    <a:pt x="222" y="540"/>
                  </a:lnTo>
                  <a:lnTo>
                    <a:pt x="240" y="534"/>
                  </a:lnTo>
                  <a:lnTo>
                    <a:pt x="252" y="528"/>
                  </a:lnTo>
                  <a:lnTo>
                    <a:pt x="258" y="522"/>
                  </a:lnTo>
                  <a:lnTo>
                    <a:pt x="264" y="522"/>
                  </a:lnTo>
                  <a:lnTo>
                    <a:pt x="276" y="438"/>
                  </a:lnTo>
                  <a:lnTo>
                    <a:pt x="264" y="420"/>
                  </a:lnTo>
                  <a:lnTo>
                    <a:pt x="222" y="420"/>
                  </a:lnTo>
                  <a:lnTo>
                    <a:pt x="216" y="408"/>
                  </a:lnTo>
                  <a:lnTo>
                    <a:pt x="216" y="384"/>
                  </a:lnTo>
                  <a:lnTo>
                    <a:pt x="192" y="360"/>
                  </a:lnTo>
                  <a:lnTo>
                    <a:pt x="192" y="294"/>
                  </a:lnTo>
                  <a:lnTo>
                    <a:pt x="186" y="288"/>
                  </a:lnTo>
                  <a:lnTo>
                    <a:pt x="174" y="282"/>
                  </a:lnTo>
                  <a:lnTo>
                    <a:pt x="168" y="276"/>
                  </a:lnTo>
                  <a:lnTo>
                    <a:pt x="156" y="270"/>
                  </a:lnTo>
                  <a:lnTo>
                    <a:pt x="150" y="264"/>
                  </a:lnTo>
                  <a:lnTo>
                    <a:pt x="144" y="264"/>
                  </a:lnTo>
                  <a:lnTo>
                    <a:pt x="144" y="240"/>
                  </a:lnTo>
                  <a:lnTo>
                    <a:pt x="138" y="234"/>
                  </a:lnTo>
                  <a:lnTo>
                    <a:pt x="132" y="222"/>
                  </a:lnTo>
                  <a:lnTo>
                    <a:pt x="132" y="210"/>
                  </a:lnTo>
                  <a:lnTo>
                    <a:pt x="138" y="204"/>
                  </a:lnTo>
                  <a:lnTo>
                    <a:pt x="144" y="192"/>
                  </a:lnTo>
                  <a:lnTo>
                    <a:pt x="150" y="186"/>
                  </a:lnTo>
                  <a:lnTo>
                    <a:pt x="132" y="168"/>
                  </a:lnTo>
                  <a:lnTo>
                    <a:pt x="144" y="156"/>
                  </a:lnTo>
                  <a:lnTo>
                    <a:pt x="150" y="144"/>
                  </a:lnTo>
                  <a:lnTo>
                    <a:pt x="150" y="138"/>
                  </a:lnTo>
                  <a:lnTo>
                    <a:pt x="144" y="126"/>
                  </a:lnTo>
                  <a:lnTo>
                    <a:pt x="120" y="114"/>
                  </a:lnTo>
                  <a:lnTo>
                    <a:pt x="114" y="114"/>
                  </a:lnTo>
                  <a:lnTo>
                    <a:pt x="102" y="108"/>
                  </a:lnTo>
                  <a:lnTo>
                    <a:pt x="90" y="30"/>
                  </a:lnTo>
                  <a:lnTo>
                    <a:pt x="66" y="30"/>
                  </a:lnTo>
                  <a:lnTo>
                    <a:pt x="48" y="0"/>
                  </a:lnTo>
                  <a:lnTo>
                    <a:pt x="36" y="6"/>
                  </a:lnTo>
                  <a:lnTo>
                    <a:pt x="42" y="18"/>
                  </a:lnTo>
                  <a:lnTo>
                    <a:pt x="42" y="36"/>
                  </a:lnTo>
                  <a:lnTo>
                    <a:pt x="36" y="42"/>
                  </a:lnTo>
                  <a:lnTo>
                    <a:pt x="0" y="66"/>
                  </a:lnTo>
                  <a:lnTo>
                    <a:pt x="0" y="108"/>
                  </a:lnTo>
                  <a:lnTo>
                    <a:pt x="24" y="156"/>
                  </a:lnTo>
                  <a:lnTo>
                    <a:pt x="30" y="174"/>
                  </a:lnTo>
                  <a:lnTo>
                    <a:pt x="36" y="228"/>
                  </a:lnTo>
                  <a:lnTo>
                    <a:pt x="36" y="282"/>
                  </a:lnTo>
                  <a:lnTo>
                    <a:pt x="48" y="318"/>
                  </a:lnTo>
                  <a:lnTo>
                    <a:pt x="48" y="360"/>
                  </a:lnTo>
                  <a:lnTo>
                    <a:pt x="54" y="384"/>
                  </a:lnTo>
                  <a:lnTo>
                    <a:pt x="54" y="432"/>
                  </a:lnTo>
                  <a:lnTo>
                    <a:pt x="30" y="444"/>
                  </a:lnTo>
                  <a:lnTo>
                    <a:pt x="36" y="474"/>
                  </a:lnTo>
                  <a:lnTo>
                    <a:pt x="54" y="486"/>
                  </a:lnTo>
                  <a:lnTo>
                    <a:pt x="48" y="582"/>
                  </a:lnTo>
                  <a:lnTo>
                    <a:pt x="72" y="624"/>
                  </a:lnTo>
                  <a:lnTo>
                    <a:pt x="54" y="642"/>
                  </a:lnTo>
                  <a:lnTo>
                    <a:pt x="60" y="702"/>
                  </a:lnTo>
                  <a:lnTo>
                    <a:pt x="66" y="708"/>
                  </a:lnTo>
                  <a:lnTo>
                    <a:pt x="78" y="732"/>
                  </a:lnTo>
                  <a:lnTo>
                    <a:pt x="78" y="744"/>
                  </a:lnTo>
                  <a:lnTo>
                    <a:pt x="72" y="756"/>
                  </a:lnTo>
                  <a:lnTo>
                    <a:pt x="66" y="762"/>
                  </a:lnTo>
                  <a:lnTo>
                    <a:pt x="60" y="762"/>
                  </a:lnTo>
                  <a:lnTo>
                    <a:pt x="60" y="792"/>
                  </a:lnTo>
                  <a:lnTo>
                    <a:pt x="72" y="810"/>
                  </a:lnTo>
                  <a:lnTo>
                    <a:pt x="60" y="822"/>
                  </a:lnTo>
                  <a:lnTo>
                    <a:pt x="48" y="846"/>
                  </a:lnTo>
                  <a:lnTo>
                    <a:pt x="48" y="852"/>
                  </a:lnTo>
                  <a:lnTo>
                    <a:pt x="60" y="852"/>
                  </a:lnTo>
                  <a:lnTo>
                    <a:pt x="60" y="864"/>
                  </a:lnTo>
                  <a:lnTo>
                    <a:pt x="66" y="870"/>
                  </a:lnTo>
                  <a:lnTo>
                    <a:pt x="66" y="888"/>
                  </a:lnTo>
                  <a:lnTo>
                    <a:pt x="54" y="900"/>
                  </a:lnTo>
                  <a:lnTo>
                    <a:pt x="54" y="906"/>
                  </a:lnTo>
                  <a:lnTo>
                    <a:pt x="48" y="912"/>
                  </a:lnTo>
                  <a:lnTo>
                    <a:pt x="48" y="936"/>
                  </a:lnTo>
                  <a:lnTo>
                    <a:pt x="54" y="948"/>
                  </a:lnTo>
                  <a:lnTo>
                    <a:pt x="60" y="954"/>
                  </a:lnTo>
                  <a:lnTo>
                    <a:pt x="66" y="954"/>
                  </a:lnTo>
                  <a:lnTo>
                    <a:pt x="78" y="966"/>
                  </a:lnTo>
                  <a:lnTo>
                    <a:pt x="78" y="1020"/>
                  </a:lnTo>
                  <a:lnTo>
                    <a:pt x="60" y="1020"/>
                  </a:lnTo>
                  <a:lnTo>
                    <a:pt x="60" y="1044"/>
                  </a:lnTo>
                  <a:lnTo>
                    <a:pt x="66" y="1056"/>
                  </a:lnTo>
                  <a:lnTo>
                    <a:pt x="90" y="1128"/>
                  </a:lnTo>
                  <a:lnTo>
                    <a:pt x="96" y="1140"/>
                  </a:lnTo>
                  <a:lnTo>
                    <a:pt x="102" y="1146"/>
                  </a:lnTo>
                  <a:lnTo>
                    <a:pt x="102" y="1164"/>
                  </a:lnTo>
                  <a:lnTo>
                    <a:pt x="108" y="1170"/>
                  </a:lnTo>
                  <a:lnTo>
                    <a:pt x="114" y="1182"/>
                  </a:lnTo>
                  <a:lnTo>
                    <a:pt x="120" y="1188"/>
                  </a:lnTo>
                  <a:lnTo>
                    <a:pt x="120" y="1236"/>
                  </a:lnTo>
                  <a:lnTo>
                    <a:pt x="114" y="1266"/>
                  </a:lnTo>
                  <a:lnTo>
                    <a:pt x="138" y="1290"/>
                  </a:lnTo>
                  <a:lnTo>
                    <a:pt x="138" y="1296"/>
                  </a:lnTo>
                  <a:lnTo>
                    <a:pt x="132" y="1302"/>
                  </a:lnTo>
                  <a:lnTo>
                    <a:pt x="126" y="1314"/>
                  </a:lnTo>
                  <a:lnTo>
                    <a:pt x="126" y="1326"/>
                  </a:lnTo>
                  <a:lnTo>
                    <a:pt x="120" y="1338"/>
                  </a:lnTo>
                  <a:lnTo>
                    <a:pt x="120" y="1416"/>
                  </a:lnTo>
                  <a:lnTo>
                    <a:pt x="102" y="1452"/>
                  </a:lnTo>
                  <a:lnTo>
                    <a:pt x="114" y="1464"/>
                  </a:lnTo>
                  <a:lnTo>
                    <a:pt x="114" y="1470"/>
                  </a:lnTo>
                  <a:lnTo>
                    <a:pt x="108" y="1476"/>
                  </a:lnTo>
                  <a:lnTo>
                    <a:pt x="108" y="1536"/>
                  </a:lnTo>
                  <a:lnTo>
                    <a:pt x="102" y="1554"/>
                  </a:lnTo>
                  <a:lnTo>
                    <a:pt x="102" y="1578"/>
                  </a:lnTo>
                  <a:lnTo>
                    <a:pt x="84" y="1584"/>
                  </a:lnTo>
                  <a:lnTo>
                    <a:pt x="84" y="1608"/>
                  </a:lnTo>
                  <a:lnTo>
                    <a:pt x="108" y="1650"/>
                  </a:lnTo>
                  <a:lnTo>
                    <a:pt x="108" y="1692"/>
                  </a:lnTo>
                  <a:lnTo>
                    <a:pt x="114" y="1704"/>
                  </a:lnTo>
                  <a:lnTo>
                    <a:pt x="144" y="1734"/>
                  </a:lnTo>
                  <a:lnTo>
                    <a:pt x="156" y="1758"/>
                  </a:lnTo>
                  <a:lnTo>
                    <a:pt x="156" y="1800"/>
                  </a:lnTo>
                  <a:lnTo>
                    <a:pt x="150" y="1812"/>
                  </a:lnTo>
                  <a:lnTo>
                    <a:pt x="150" y="1824"/>
                  </a:lnTo>
                  <a:lnTo>
                    <a:pt x="162" y="1836"/>
                  </a:lnTo>
                  <a:lnTo>
                    <a:pt x="162" y="1896"/>
                  </a:lnTo>
                  <a:lnTo>
                    <a:pt x="168" y="1908"/>
                  </a:lnTo>
                  <a:lnTo>
                    <a:pt x="174" y="1914"/>
                  </a:lnTo>
                  <a:lnTo>
                    <a:pt x="186" y="1920"/>
                  </a:lnTo>
                  <a:lnTo>
                    <a:pt x="192" y="1926"/>
                  </a:lnTo>
                  <a:lnTo>
                    <a:pt x="198" y="1926"/>
                  </a:lnTo>
                  <a:lnTo>
                    <a:pt x="192" y="1944"/>
                  </a:lnTo>
                  <a:lnTo>
                    <a:pt x="234" y="1944"/>
                  </a:lnTo>
                  <a:lnTo>
                    <a:pt x="234" y="1914"/>
                  </a:lnTo>
                  <a:lnTo>
                    <a:pt x="246" y="1926"/>
                  </a:lnTo>
                  <a:lnTo>
                    <a:pt x="258" y="1932"/>
                  </a:lnTo>
                  <a:lnTo>
                    <a:pt x="270" y="1932"/>
                  </a:lnTo>
                  <a:lnTo>
                    <a:pt x="276" y="1926"/>
                  </a:lnTo>
                  <a:lnTo>
                    <a:pt x="276" y="1914"/>
                  </a:lnTo>
                  <a:lnTo>
                    <a:pt x="288" y="1932"/>
                  </a:lnTo>
                  <a:lnTo>
                    <a:pt x="282" y="1938"/>
                  </a:lnTo>
                  <a:lnTo>
                    <a:pt x="270" y="1944"/>
                  </a:lnTo>
                  <a:lnTo>
                    <a:pt x="264" y="1956"/>
                  </a:lnTo>
                  <a:lnTo>
                    <a:pt x="258" y="1962"/>
                  </a:lnTo>
                  <a:lnTo>
                    <a:pt x="258" y="1968"/>
                  </a:lnTo>
                  <a:lnTo>
                    <a:pt x="288" y="1968"/>
                  </a:lnTo>
                  <a:lnTo>
                    <a:pt x="294" y="1974"/>
                  </a:lnTo>
                  <a:lnTo>
                    <a:pt x="294" y="1992"/>
                  </a:lnTo>
                  <a:lnTo>
                    <a:pt x="270" y="1986"/>
                  </a:lnTo>
                  <a:lnTo>
                    <a:pt x="288" y="2010"/>
                  </a:lnTo>
                  <a:lnTo>
                    <a:pt x="276" y="2022"/>
                  </a:lnTo>
                  <a:lnTo>
                    <a:pt x="294" y="2046"/>
                  </a:lnTo>
                  <a:lnTo>
                    <a:pt x="276" y="2064"/>
                  </a:lnTo>
                  <a:lnTo>
                    <a:pt x="270" y="2076"/>
                  </a:lnTo>
                  <a:lnTo>
                    <a:pt x="270" y="2082"/>
                  </a:lnTo>
                  <a:lnTo>
                    <a:pt x="276" y="2088"/>
                  </a:lnTo>
                  <a:lnTo>
                    <a:pt x="282" y="2088"/>
                  </a:lnTo>
                  <a:lnTo>
                    <a:pt x="306" y="2100"/>
                  </a:lnTo>
                  <a:lnTo>
                    <a:pt x="318" y="2100"/>
                  </a:lnTo>
                  <a:lnTo>
                    <a:pt x="300" y="2118"/>
                  </a:lnTo>
                  <a:lnTo>
                    <a:pt x="300" y="2130"/>
                  </a:lnTo>
                  <a:lnTo>
                    <a:pt x="312" y="2136"/>
                  </a:lnTo>
                  <a:lnTo>
                    <a:pt x="318" y="2142"/>
                  </a:lnTo>
                  <a:lnTo>
                    <a:pt x="330" y="2148"/>
                  </a:lnTo>
                  <a:lnTo>
                    <a:pt x="354" y="2148"/>
                  </a:lnTo>
                  <a:lnTo>
                    <a:pt x="360" y="2184"/>
                  </a:lnTo>
                  <a:lnTo>
                    <a:pt x="354" y="2184"/>
                  </a:lnTo>
                  <a:lnTo>
                    <a:pt x="324" y="2214"/>
                  </a:lnTo>
                  <a:lnTo>
                    <a:pt x="324" y="2220"/>
                  </a:lnTo>
                  <a:lnTo>
                    <a:pt x="330" y="2226"/>
                  </a:lnTo>
                  <a:lnTo>
                    <a:pt x="354" y="2226"/>
                  </a:lnTo>
                  <a:lnTo>
                    <a:pt x="366" y="2232"/>
                  </a:lnTo>
                  <a:lnTo>
                    <a:pt x="378" y="2244"/>
                  </a:lnTo>
                  <a:lnTo>
                    <a:pt x="348" y="2244"/>
                  </a:lnTo>
                  <a:lnTo>
                    <a:pt x="342" y="2238"/>
                  </a:lnTo>
                  <a:lnTo>
                    <a:pt x="330" y="2238"/>
                  </a:lnTo>
                  <a:lnTo>
                    <a:pt x="324" y="2244"/>
                  </a:lnTo>
                  <a:lnTo>
                    <a:pt x="324" y="2250"/>
                  </a:lnTo>
                  <a:lnTo>
                    <a:pt x="354" y="2256"/>
                  </a:lnTo>
                  <a:lnTo>
                    <a:pt x="330" y="2268"/>
                  </a:lnTo>
                  <a:lnTo>
                    <a:pt x="336" y="2292"/>
                  </a:lnTo>
                  <a:lnTo>
                    <a:pt x="348" y="2292"/>
                  </a:lnTo>
                  <a:lnTo>
                    <a:pt x="348" y="2316"/>
                  </a:lnTo>
                  <a:lnTo>
                    <a:pt x="336" y="2328"/>
                  </a:lnTo>
                  <a:lnTo>
                    <a:pt x="336" y="2322"/>
                  </a:lnTo>
                  <a:lnTo>
                    <a:pt x="330" y="2316"/>
                  </a:lnTo>
                  <a:lnTo>
                    <a:pt x="324" y="2304"/>
                  </a:lnTo>
                  <a:lnTo>
                    <a:pt x="324" y="2298"/>
                  </a:lnTo>
                  <a:lnTo>
                    <a:pt x="288" y="2298"/>
                  </a:lnTo>
                  <a:lnTo>
                    <a:pt x="306" y="2292"/>
                  </a:lnTo>
                  <a:lnTo>
                    <a:pt x="282" y="2268"/>
                  </a:lnTo>
                  <a:lnTo>
                    <a:pt x="276" y="2268"/>
                  </a:lnTo>
                  <a:lnTo>
                    <a:pt x="276" y="2280"/>
                  </a:lnTo>
                  <a:lnTo>
                    <a:pt x="270" y="2268"/>
                  </a:lnTo>
                  <a:lnTo>
                    <a:pt x="228" y="2280"/>
                  </a:lnTo>
                  <a:lnTo>
                    <a:pt x="264" y="2286"/>
                  </a:lnTo>
                  <a:lnTo>
                    <a:pt x="258" y="2292"/>
                  </a:lnTo>
                  <a:lnTo>
                    <a:pt x="252" y="2304"/>
                  </a:lnTo>
                  <a:lnTo>
                    <a:pt x="246" y="2310"/>
                  </a:lnTo>
                  <a:lnTo>
                    <a:pt x="234" y="2316"/>
                  </a:lnTo>
                  <a:lnTo>
                    <a:pt x="228" y="2328"/>
                  </a:lnTo>
                  <a:lnTo>
                    <a:pt x="222" y="2334"/>
                  </a:lnTo>
                  <a:lnTo>
                    <a:pt x="222" y="2340"/>
                  </a:lnTo>
                  <a:lnTo>
                    <a:pt x="228" y="2346"/>
                  </a:lnTo>
                  <a:lnTo>
                    <a:pt x="240" y="2352"/>
                  </a:lnTo>
                  <a:lnTo>
                    <a:pt x="252" y="2352"/>
                  </a:lnTo>
                  <a:lnTo>
                    <a:pt x="252" y="2346"/>
                  </a:lnTo>
                  <a:lnTo>
                    <a:pt x="240" y="2334"/>
                  </a:lnTo>
                  <a:lnTo>
                    <a:pt x="264" y="2328"/>
                  </a:lnTo>
                  <a:lnTo>
                    <a:pt x="282" y="2346"/>
                  </a:lnTo>
                  <a:lnTo>
                    <a:pt x="324" y="2346"/>
                  </a:lnTo>
                  <a:lnTo>
                    <a:pt x="336" y="2352"/>
                  </a:lnTo>
                  <a:lnTo>
                    <a:pt x="342" y="2364"/>
                  </a:lnTo>
                  <a:lnTo>
                    <a:pt x="354" y="2370"/>
                  </a:lnTo>
                  <a:lnTo>
                    <a:pt x="354" y="2376"/>
                  </a:lnTo>
                  <a:lnTo>
                    <a:pt x="336" y="2394"/>
                  </a:lnTo>
                  <a:lnTo>
                    <a:pt x="342" y="2406"/>
                  </a:lnTo>
                  <a:lnTo>
                    <a:pt x="360" y="2406"/>
                  </a:lnTo>
                  <a:lnTo>
                    <a:pt x="360" y="2418"/>
                  </a:lnTo>
                  <a:lnTo>
                    <a:pt x="378" y="2424"/>
                  </a:lnTo>
                  <a:lnTo>
                    <a:pt x="384" y="2406"/>
                  </a:lnTo>
                  <a:lnTo>
                    <a:pt x="402" y="2424"/>
                  </a:lnTo>
                  <a:lnTo>
                    <a:pt x="408" y="2424"/>
                  </a:lnTo>
                  <a:lnTo>
                    <a:pt x="420" y="2430"/>
                  </a:lnTo>
                  <a:lnTo>
                    <a:pt x="426" y="2436"/>
                  </a:lnTo>
                  <a:lnTo>
                    <a:pt x="426" y="2448"/>
                  </a:lnTo>
                  <a:lnTo>
                    <a:pt x="414" y="2460"/>
                  </a:lnTo>
                  <a:lnTo>
                    <a:pt x="408" y="2454"/>
                  </a:lnTo>
                  <a:lnTo>
                    <a:pt x="396" y="2454"/>
                  </a:lnTo>
                  <a:lnTo>
                    <a:pt x="384" y="2448"/>
                  </a:lnTo>
                  <a:lnTo>
                    <a:pt x="378" y="2442"/>
                  </a:lnTo>
                  <a:lnTo>
                    <a:pt x="366" y="2442"/>
                  </a:lnTo>
                  <a:lnTo>
                    <a:pt x="366" y="2454"/>
                  </a:lnTo>
                  <a:lnTo>
                    <a:pt x="372" y="2460"/>
                  </a:lnTo>
                  <a:lnTo>
                    <a:pt x="378" y="2460"/>
                  </a:lnTo>
                  <a:lnTo>
                    <a:pt x="390" y="2472"/>
                  </a:lnTo>
                  <a:lnTo>
                    <a:pt x="402" y="2496"/>
                  </a:lnTo>
                  <a:lnTo>
                    <a:pt x="402" y="2508"/>
                  </a:lnTo>
                  <a:lnTo>
                    <a:pt x="384" y="2508"/>
                  </a:lnTo>
                  <a:lnTo>
                    <a:pt x="396" y="2526"/>
                  </a:lnTo>
                  <a:lnTo>
                    <a:pt x="414" y="2562"/>
                  </a:lnTo>
                  <a:lnTo>
                    <a:pt x="426" y="2520"/>
                  </a:lnTo>
                  <a:lnTo>
                    <a:pt x="426" y="2550"/>
                  </a:lnTo>
                  <a:lnTo>
                    <a:pt x="444" y="2574"/>
                  </a:lnTo>
                  <a:lnTo>
                    <a:pt x="420" y="2574"/>
                  </a:lnTo>
                  <a:lnTo>
                    <a:pt x="426" y="2592"/>
                  </a:lnTo>
                  <a:lnTo>
                    <a:pt x="450" y="2592"/>
                  </a:lnTo>
                  <a:lnTo>
                    <a:pt x="432" y="2604"/>
                  </a:lnTo>
                  <a:lnTo>
                    <a:pt x="462" y="2616"/>
                  </a:lnTo>
                  <a:lnTo>
                    <a:pt x="444" y="2628"/>
                  </a:lnTo>
                  <a:lnTo>
                    <a:pt x="474" y="2640"/>
                  </a:lnTo>
                  <a:lnTo>
                    <a:pt x="462" y="2652"/>
                  </a:lnTo>
                  <a:lnTo>
                    <a:pt x="480" y="2658"/>
                  </a:lnTo>
                  <a:lnTo>
                    <a:pt x="480" y="2652"/>
                  </a:lnTo>
                  <a:lnTo>
                    <a:pt x="486" y="2640"/>
                  </a:lnTo>
                  <a:lnTo>
                    <a:pt x="486" y="2634"/>
                  </a:lnTo>
                  <a:lnTo>
                    <a:pt x="492" y="2634"/>
                  </a:lnTo>
                  <a:lnTo>
                    <a:pt x="498" y="2640"/>
                  </a:lnTo>
                  <a:lnTo>
                    <a:pt x="504" y="2652"/>
                  </a:lnTo>
                  <a:lnTo>
                    <a:pt x="498" y="2658"/>
                  </a:lnTo>
                  <a:lnTo>
                    <a:pt x="498" y="2664"/>
                  </a:lnTo>
                  <a:lnTo>
                    <a:pt x="492" y="2664"/>
                  </a:lnTo>
                  <a:lnTo>
                    <a:pt x="480" y="2676"/>
                  </a:lnTo>
                  <a:lnTo>
                    <a:pt x="480" y="2682"/>
                  </a:lnTo>
                  <a:lnTo>
                    <a:pt x="486" y="2688"/>
                  </a:lnTo>
                  <a:lnTo>
                    <a:pt x="516" y="2688"/>
                  </a:lnTo>
                  <a:lnTo>
                    <a:pt x="516" y="2700"/>
                  </a:lnTo>
                  <a:lnTo>
                    <a:pt x="540" y="2724"/>
                  </a:lnTo>
                  <a:lnTo>
                    <a:pt x="552" y="2730"/>
                  </a:lnTo>
                  <a:lnTo>
                    <a:pt x="558" y="2736"/>
                  </a:lnTo>
                  <a:lnTo>
                    <a:pt x="558" y="2700"/>
                  </a:lnTo>
                  <a:lnTo>
                    <a:pt x="564" y="2700"/>
                  </a:lnTo>
                  <a:lnTo>
                    <a:pt x="570" y="2706"/>
                  </a:lnTo>
                  <a:lnTo>
                    <a:pt x="582" y="2712"/>
                  </a:lnTo>
                  <a:lnTo>
                    <a:pt x="600" y="2718"/>
                  </a:lnTo>
                  <a:lnTo>
                    <a:pt x="624" y="2742"/>
                  </a:lnTo>
                  <a:lnTo>
                    <a:pt x="618" y="2748"/>
                  </a:lnTo>
                  <a:lnTo>
                    <a:pt x="618" y="2754"/>
                  </a:lnTo>
                  <a:lnTo>
                    <a:pt x="612" y="2760"/>
                  </a:lnTo>
                  <a:lnTo>
                    <a:pt x="630" y="2766"/>
                  </a:lnTo>
                  <a:lnTo>
                    <a:pt x="630" y="2790"/>
                  </a:lnTo>
                  <a:lnTo>
                    <a:pt x="684" y="2790"/>
                  </a:lnTo>
                  <a:lnTo>
                    <a:pt x="696" y="2802"/>
                  </a:lnTo>
                  <a:lnTo>
                    <a:pt x="666" y="2802"/>
                  </a:lnTo>
                  <a:lnTo>
                    <a:pt x="654" y="2814"/>
                  </a:lnTo>
                  <a:lnTo>
                    <a:pt x="630" y="2814"/>
                  </a:lnTo>
                  <a:lnTo>
                    <a:pt x="618" y="2832"/>
                  </a:lnTo>
                  <a:lnTo>
                    <a:pt x="648" y="2832"/>
                  </a:lnTo>
                  <a:lnTo>
                    <a:pt x="636" y="2850"/>
                  </a:lnTo>
                  <a:lnTo>
                    <a:pt x="666" y="2844"/>
                  </a:lnTo>
                  <a:lnTo>
                    <a:pt x="666" y="2826"/>
                  </a:lnTo>
                  <a:lnTo>
                    <a:pt x="690" y="2838"/>
                  </a:lnTo>
                  <a:lnTo>
                    <a:pt x="696" y="2826"/>
                  </a:lnTo>
                  <a:lnTo>
                    <a:pt x="702" y="2820"/>
                  </a:lnTo>
                  <a:lnTo>
                    <a:pt x="714" y="2814"/>
                  </a:lnTo>
                  <a:lnTo>
                    <a:pt x="720" y="2808"/>
                  </a:lnTo>
                  <a:lnTo>
                    <a:pt x="732" y="2808"/>
                  </a:lnTo>
                  <a:lnTo>
                    <a:pt x="732" y="2820"/>
                  </a:lnTo>
                  <a:lnTo>
                    <a:pt x="726" y="2832"/>
                  </a:lnTo>
                  <a:lnTo>
                    <a:pt x="702" y="2856"/>
                  </a:lnTo>
                  <a:lnTo>
                    <a:pt x="696" y="2850"/>
                  </a:lnTo>
                  <a:lnTo>
                    <a:pt x="678" y="2850"/>
                  </a:lnTo>
                  <a:lnTo>
                    <a:pt x="678" y="2868"/>
                  </a:lnTo>
                  <a:lnTo>
                    <a:pt x="642" y="2868"/>
                  </a:lnTo>
                  <a:lnTo>
                    <a:pt x="630" y="2880"/>
                  </a:lnTo>
                  <a:lnTo>
                    <a:pt x="642" y="2886"/>
                  </a:lnTo>
                  <a:lnTo>
                    <a:pt x="648" y="2916"/>
                  </a:lnTo>
                  <a:lnTo>
                    <a:pt x="678" y="2898"/>
                  </a:lnTo>
                  <a:lnTo>
                    <a:pt x="684" y="2910"/>
                  </a:lnTo>
                  <a:lnTo>
                    <a:pt x="684" y="2916"/>
                  </a:lnTo>
                  <a:lnTo>
                    <a:pt x="690" y="2916"/>
                  </a:lnTo>
                  <a:lnTo>
                    <a:pt x="696" y="2910"/>
                  </a:lnTo>
                  <a:lnTo>
                    <a:pt x="702" y="2898"/>
                  </a:lnTo>
                  <a:lnTo>
                    <a:pt x="702" y="2892"/>
                  </a:lnTo>
                  <a:lnTo>
                    <a:pt x="708" y="2880"/>
                  </a:lnTo>
                  <a:lnTo>
                    <a:pt x="714" y="2874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514" name="Chad" descr="© INSCALE GmbH, 05.05.2010&#10;http://www.presentationload.com/">
              <a:extLst>
                <a:ext uri="{FF2B5EF4-FFF2-40B4-BE49-F238E27FC236}">
                  <a16:creationId xmlns:a16="http://schemas.microsoft.com/office/drawing/2014/main" id="{EE979A86-F226-4CE0-9727-1DED678ADB9F}"/>
                </a:ext>
              </a:extLst>
            </p:cNvPr>
            <p:cNvSpPr>
              <a:spLocks/>
            </p:cNvSpPr>
            <p:nvPr/>
          </p:nvSpPr>
          <p:spPr bwMode="gray">
            <a:xfrm>
              <a:off x="4047335" y="2380309"/>
              <a:ext cx="245560" cy="423861"/>
            </a:xfrm>
            <a:custGeom>
              <a:avLst/>
              <a:gdLst>
                <a:gd name="T0" fmla="*/ 2147483647 w 744"/>
                <a:gd name="T1" fmla="*/ 2147483647 h 1290"/>
                <a:gd name="T2" fmla="*/ 2147483647 w 744"/>
                <a:gd name="T3" fmla="*/ 0 h 1290"/>
                <a:gd name="T4" fmla="*/ 2147483647 w 744"/>
                <a:gd name="T5" fmla="*/ 2147483647 h 1290"/>
                <a:gd name="T6" fmla="*/ 2147483647 w 744"/>
                <a:gd name="T7" fmla="*/ 2147483647 h 1290"/>
                <a:gd name="T8" fmla="*/ 2147483647 w 744"/>
                <a:gd name="T9" fmla="*/ 2147483647 h 1290"/>
                <a:gd name="T10" fmla="*/ 2147483647 w 744"/>
                <a:gd name="T11" fmla="*/ 2147483647 h 1290"/>
                <a:gd name="T12" fmla="*/ 2147483647 w 744"/>
                <a:gd name="T13" fmla="*/ 2147483647 h 1290"/>
                <a:gd name="T14" fmla="*/ 2147483647 w 744"/>
                <a:gd name="T15" fmla="*/ 2147483647 h 1290"/>
                <a:gd name="T16" fmla="*/ 2147483647 w 744"/>
                <a:gd name="T17" fmla="*/ 2147483647 h 1290"/>
                <a:gd name="T18" fmla="*/ 0 w 744"/>
                <a:gd name="T19" fmla="*/ 2147483647 h 1290"/>
                <a:gd name="T20" fmla="*/ 2147483647 w 744"/>
                <a:gd name="T21" fmla="*/ 2147483647 h 1290"/>
                <a:gd name="T22" fmla="*/ 2147483647 w 744"/>
                <a:gd name="T23" fmla="*/ 2147483647 h 1290"/>
                <a:gd name="T24" fmla="*/ 2147483647 w 744"/>
                <a:gd name="T25" fmla="*/ 2147483647 h 1290"/>
                <a:gd name="T26" fmla="*/ 2147483647 w 744"/>
                <a:gd name="T27" fmla="*/ 2147483647 h 1290"/>
                <a:gd name="T28" fmla="*/ 2147483647 w 744"/>
                <a:gd name="T29" fmla="*/ 2147483647 h 1290"/>
                <a:gd name="T30" fmla="*/ 2147483647 w 744"/>
                <a:gd name="T31" fmla="*/ 2147483647 h 1290"/>
                <a:gd name="T32" fmla="*/ 2147483647 w 744"/>
                <a:gd name="T33" fmla="*/ 2147483647 h 1290"/>
                <a:gd name="T34" fmla="*/ 2147483647 w 744"/>
                <a:gd name="T35" fmla="*/ 2147483647 h 1290"/>
                <a:gd name="T36" fmla="*/ 2147483647 w 744"/>
                <a:gd name="T37" fmla="*/ 2147483647 h 1290"/>
                <a:gd name="T38" fmla="*/ 2147483647 w 744"/>
                <a:gd name="T39" fmla="*/ 2147483647 h 1290"/>
                <a:gd name="T40" fmla="*/ 2147483647 w 744"/>
                <a:gd name="T41" fmla="*/ 2147483647 h 1290"/>
                <a:gd name="T42" fmla="*/ 2147483647 w 744"/>
                <a:gd name="T43" fmla="*/ 2147483647 h 1290"/>
                <a:gd name="T44" fmla="*/ 2147483647 w 744"/>
                <a:gd name="T45" fmla="*/ 2147483647 h 1290"/>
                <a:gd name="T46" fmla="*/ 2147483647 w 744"/>
                <a:gd name="T47" fmla="*/ 2147483647 h 1290"/>
                <a:gd name="T48" fmla="*/ 2147483647 w 744"/>
                <a:gd name="T49" fmla="*/ 2147483647 h 1290"/>
                <a:gd name="T50" fmla="*/ 2147483647 w 744"/>
                <a:gd name="T51" fmla="*/ 2147483647 h 1290"/>
                <a:gd name="T52" fmla="*/ 2147483647 w 744"/>
                <a:gd name="T53" fmla="*/ 2147483647 h 1290"/>
                <a:gd name="T54" fmla="*/ 2147483647 w 744"/>
                <a:gd name="T55" fmla="*/ 2147483647 h 1290"/>
                <a:gd name="T56" fmla="*/ 2147483647 w 744"/>
                <a:gd name="T57" fmla="*/ 2147483647 h 1290"/>
                <a:gd name="T58" fmla="*/ 2147483647 w 744"/>
                <a:gd name="T59" fmla="*/ 2147483647 h 1290"/>
                <a:gd name="T60" fmla="*/ 2147483647 w 744"/>
                <a:gd name="T61" fmla="*/ 2147483647 h 1290"/>
                <a:gd name="T62" fmla="*/ 2147483647 w 744"/>
                <a:gd name="T63" fmla="*/ 2147483647 h 1290"/>
                <a:gd name="T64" fmla="*/ 2147483647 w 744"/>
                <a:gd name="T65" fmla="*/ 2147483647 h 1290"/>
                <a:gd name="T66" fmla="*/ 2147483647 w 744"/>
                <a:gd name="T67" fmla="*/ 2147483647 h 1290"/>
                <a:gd name="T68" fmla="*/ 2147483647 w 744"/>
                <a:gd name="T69" fmla="*/ 2147483647 h 1290"/>
                <a:gd name="T70" fmla="*/ 2147483647 w 744"/>
                <a:gd name="T71" fmla="*/ 2147483647 h 1290"/>
                <a:gd name="T72" fmla="*/ 2147483647 w 744"/>
                <a:gd name="T73" fmla="*/ 2147483647 h 1290"/>
                <a:gd name="T74" fmla="*/ 2147483647 w 744"/>
                <a:gd name="T75" fmla="*/ 2147483647 h 1290"/>
                <a:gd name="T76" fmla="*/ 2147483647 w 744"/>
                <a:gd name="T77" fmla="*/ 2147483647 h 1290"/>
                <a:gd name="T78" fmla="*/ 2147483647 w 744"/>
                <a:gd name="T79" fmla="*/ 2147483647 h 1290"/>
                <a:gd name="T80" fmla="*/ 2147483647 w 744"/>
                <a:gd name="T81" fmla="*/ 2147483647 h 1290"/>
                <a:gd name="T82" fmla="*/ 2147483647 w 744"/>
                <a:gd name="T83" fmla="*/ 2147483647 h 1290"/>
                <a:gd name="T84" fmla="*/ 2147483647 w 744"/>
                <a:gd name="T85" fmla="*/ 2147483647 h 1290"/>
                <a:gd name="T86" fmla="*/ 2147483647 w 744"/>
                <a:gd name="T87" fmla="*/ 2147483647 h 1290"/>
                <a:gd name="T88" fmla="*/ 2147483647 w 744"/>
                <a:gd name="T89" fmla="*/ 2147483647 h 1290"/>
                <a:gd name="T90" fmla="*/ 2147483647 w 744"/>
                <a:gd name="T91" fmla="*/ 2147483647 h 1290"/>
                <a:gd name="T92" fmla="*/ 2147483647 w 744"/>
                <a:gd name="T93" fmla="*/ 2147483647 h 129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744"/>
                <a:gd name="T142" fmla="*/ 0 h 1290"/>
                <a:gd name="T143" fmla="*/ 744 w 744"/>
                <a:gd name="T144" fmla="*/ 1290 h 1290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744" h="1290">
                  <a:moveTo>
                    <a:pt x="678" y="624"/>
                  </a:moveTo>
                  <a:lnTo>
                    <a:pt x="720" y="624"/>
                  </a:lnTo>
                  <a:lnTo>
                    <a:pt x="732" y="630"/>
                  </a:lnTo>
                  <a:lnTo>
                    <a:pt x="744" y="630"/>
                  </a:lnTo>
                  <a:lnTo>
                    <a:pt x="738" y="324"/>
                  </a:lnTo>
                  <a:lnTo>
                    <a:pt x="180" y="0"/>
                  </a:lnTo>
                  <a:lnTo>
                    <a:pt x="156" y="12"/>
                  </a:lnTo>
                  <a:lnTo>
                    <a:pt x="144" y="24"/>
                  </a:lnTo>
                  <a:lnTo>
                    <a:pt x="126" y="30"/>
                  </a:lnTo>
                  <a:lnTo>
                    <a:pt x="108" y="42"/>
                  </a:lnTo>
                  <a:lnTo>
                    <a:pt x="126" y="108"/>
                  </a:lnTo>
                  <a:lnTo>
                    <a:pt x="114" y="156"/>
                  </a:lnTo>
                  <a:lnTo>
                    <a:pt x="144" y="192"/>
                  </a:lnTo>
                  <a:lnTo>
                    <a:pt x="150" y="216"/>
                  </a:lnTo>
                  <a:lnTo>
                    <a:pt x="180" y="252"/>
                  </a:lnTo>
                  <a:lnTo>
                    <a:pt x="162" y="288"/>
                  </a:lnTo>
                  <a:lnTo>
                    <a:pt x="144" y="534"/>
                  </a:lnTo>
                  <a:lnTo>
                    <a:pt x="138" y="540"/>
                  </a:lnTo>
                  <a:lnTo>
                    <a:pt x="120" y="564"/>
                  </a:lnTo>
                  <a:lnTo>
                    <a:pt x="96" y="588"/>
                  </a:lnTo>
                  <a:lnTo>
                    <a:pt x="72" y="618"/>
                  </a:lnTo>
                  <a:lnTo>
                    <a:pt x="54" y="636"/>
                  </a:lnTo>
                  <a:lnTo>
                    <a:pt x="48" y="648"/>
                  </a:lnTo>
                  <a:lnTo>
                    <a:pt x="36" y="666"/>
                  </a:lnTo>
                  <a:lnTo>
                    <a:pt x="30" y="678"/>
                  </a:lnTo>
                  <a:lnTo>
                    <a:pt x="24" y="696"/>
                  </a:lnTo>
                  <a:lnTo>
                    <a:pt x="24" y="708"/>
                  </a:lnTo>
                  <a:lnTo>
                    <a:pt x="18" y="714"/>
                  </a:lnTo>
                  <a:lnTo>
                    <a:pt x="18" y="720"/>
                  </a:lnTo>
                  <a:lnTo>
                    <a:pt x="0" y="726"/>
                  </a:lnTo>
                  <a:lnTo>
                    <a:pt x="6" y="786"/>
                  </a:lnTo>
                  <a:lnTo>
                    <a:pt x="18" y="786"/>
                  </a:lnTo>
                  <a:lnTo>
                    <a:pt x="48" y="834"/>
                  </a:lnTo>
                  <a:lnTo>
                    <a:pt x="48" y="846"/>
                  </a:lnTo>
                  <a:lnTo>
                    <a:pt x="48" y="840"/>
                  </a:lnTo>
                  <a:lnTo>
                    <a:pt x="72" y="834"/>
                  </a:lnTo>
                  <a:lnTo>
                    <a:pt x="72" y="852"/>
                  </a:lnTo>
                  <a:lnTo>
                    <a:pt x="78" y="864"/>
                  </a:lnTo>
                  <a:lnTo>
                    <a:pt x="84" y="870"/>
                  </a:lnTo>
                  <a:lnTo>
                    <a:pt x="96" y="870"/>
                  </a:lnTo>
                  <a:lnTo>
                    <a:pt x="102" y="876"/>
                  </a:lnTo>
                  <a:lnTo>
                    <a:pt x="108" y="876"/>
                  </a:lnTo>
                  <a:lnTo>
                    <a:pt x="102" y="912"/>
                  </a:lnTo>
                  <a:lnTo>
                    <a:pt x="114" y="918"/>
                  </a:lnTo>
                  <a:lnTo>
                    <a:pt x="120" y="930"/>
                  </a:lnTo>
                  <a:lnTo>
                    <a:pt x="120" y="966"/>
                  </a:lnTo>
                  <a:lnTo>
                    <a:pt x="114" y="966"/>
                  </a:lnTo>
                  <a:lnTo>
                    <a:pt x="114" y="1002"/>
                  </a:lnTo>
                  <a:lnTo>
                    <a:pt x="120" y="1020"/>
                  </a:lnTo>
                  <a:lnTo>
                    <a:pt x="120" y="1038"/>
                  </a:lnTo>
                  <a:lnTo>
                    <a:pt x="126" y="1050"/>
                  </a:lnTo>
                  <a:lnTo>
                    <a:pt x="138" y="1056"/>
                  </a:lnTo>
                  <a:lnTo>
                    <a:pt x="144" y="1068"/>
                  </a:lnTo>
                  <a:lnTo>
                    <a:pt x="162" y="1086"/>
                  </a:lnTo>
                  <a:lnTo>
                    <a:pt x="66" y="1086"/>
                  </a:lnTo>
                  <a:lnTo>
                    <a:pt x="54" y="1092"/>
                  </a:lnTo>
                  <a:lnTo>
                    <a:pt x="48" y="1098"/>
                  </a:lnTo>
                  <a:lnTo>
                    <a:pt x="48" y="1110"/>
                  </a:lnTo>
                  <a:lnTo>
                    <a:pt x="60" y="1134"/>
                  </a:lnTo>
                  <a:lnTo>
                    <a:pt x="72" y="1146"/>
                  </a:lnTo>
                  <a:lnTo>
                    <a:pt x="78" y="1158"/>
                  </a:lnTo>
                  <a:lnTo>
                    <a:pt x="90" y="1170"/>
                  </a:lnTo>
                  <a:lnTo>
                    <a:pt x="108" y="1182"/>
                  </a:lnTo>
                  <a:lnTo>
                    <a:pt x="120" y="1188"/>
                  </a:lnTo>
                  <a:lnTo>
                    <a:pt x="132" y="1200"/>
                  </a:lnTo>
                  <a:lnTo>
                    <a:pt x="144" y="1224"/>
                  </a:lnTo>
                  <a:lnTo>
                    <a:pt x="144" y="1242"/>
                  </a:lnTo>
                  <a:lnTo>
                    <a:pt x="150" y="1254"/>
                  </a:lnTo>
                  <a:lnTo>
                    <a:pt x="156" y="1272"/>
                  </a:lnTo>
                  <a:lnTo>
                    <a:pt x="156" y="1284"/>
                  </a:lnTo>
                  <a:lnTo>
                    <a:pt x="162" y="1284"/>
                  </a:lnTo>
                  <a:lnTo>
                    <a:pt x="168" y="1290"/>
                  </a:lnTo>
                  <a:lnTo>
                    <a:pt x="186" y="1290"/>
                  </a:lnTo>
                  <a:lnTo>
                    <a:pt x="198" y="1284"/>
                  </a:lnTo>
                  <a:lnTo>
                    <a:pt x="216" y="1266"/>
                  </a:lnTo>
                  <a:lnTo>
                    <a:pt x="228" y="1260"/>
                  </a:lnTo>
                  <a:lnTo>
                    <a:pt x="234" y="1254"/>
                  </a:lnTo>
                  <a:lnTo>
                    <a:pt x="234" y="1278"/>
                  </a:lnTo>
                  <a:lnTo>
                    <a:pt x="240" y="1284"/>
                  </a:lnTo>
                  <a:lnTo>
                    <a:pt x="246" y="1284"/>
                  </a:lnTo>
                  <a:lnTo>
                    <a:pt x="258" y="1278"/>
                  </a:lnTo>
                  <a:lnTo>
                    <a:pt x="270" y="1266"/>
                  </a:lnTo>
                  <a:lnTo>
                    <a:pt x="276" y="1254"/>
                  </a:lnTo>
                  <a:lnTo>
                    <a:pt x="282" y="1248"/>
                  </a:lnTo>
                  <a:lnTo>
                    <a:pt x="372" y="1248"/>
                  </a:lnTo>
                  <a:lnTo>
                    <a:pt x="378" y="1242"/>
                  </a:lnTo>
                  <a:lnTo>
                    <a:pt x="384" y="1230"/>
                  </a:lnTo>
                  <a:lnTo>
                    <a:pt x="390" y="1224"/>
                  </a:lnTo>
                  <a:lnTo>
                    <a:pt x="396" y="1212"/>
                  </a:lnTo>
                  <a:lnTo>
                    <a:pt x="402" y="1206"/>
                  </a:lnTo>
                  <a:lnTo>
                    <a:pt x="402" y="1194"/>
                  </a:lnTo>
                  <a:lnTo>
                    <a:pt x="390" y="1182"/>
                  </a:lnTo>
                  <a:lnTo>
                    <a:pt x="384" y="1182"/>
                  </a:lnTo>
                  <a:lnTo>
                    <a:pt x="402" y="1170"/>
                  </a:lnTo>
                  <a:lnTo>
                    <a:pt x="420" y="1170"/>
                  </a:lnTo>
                  <a:lnTo>
                    <a:pt x="462" y="1164"/>
                  </a:lnTo>
                  <a:lnTo>
                    <a:pt x="510" y="1146"/>
                  </a:lnTo>
                  <a:lnTo>
                    <a:pt x="528" y="1134"/>
                  </a:lnTo>
                  <a:lnTo>
                    <a:pt x="552" y="1110"/>
                  </a:lnTo>
                  <a:lnTo>
                    <a:pt x="552" y="1092"/>
                  </a:lnTo>
                  <a:lnTo>
                    <a:pt x="588" y="1068"/>
                  </a:lnTo>
                  <a:lnTo>
                    <a:pt x="594" y="1038"/>
                  </a:lnTo>
                  <a:lnTo>
                    <a:pt x="648" y="1008"/>
                  </a:lnTo>
                  <a:lnTo>
                    <a:pt x="672" y="1008"/>
                  </a:lnTo>
                  <a:lnTo>
                    <a:pt x="672" y="996"/>
                  </a:lnTo>
                  <a:lnTo>
                    <a:pt x="684" y="996"/>
                  </a:lnTo>
                  <a:lnTo>
                    <a:pt x="684" y="990"/>
                  </a:lnTo>
                  <a:lnTo>
                    <a:pt x="678" y="984"/>
                  </a:lnTo>
                  <a:lnTo>
                    <a:pt x="666" y="966"/>
                  </a:lnTo>
                  <a:lnTo>
                    <a:pt x="654" y="960"/>
                  </a:lnTo>
                  <a:lnTo>
                    <a:pt x="648" y="960"/>
                  </a:lnTo>
                  <a:lnTo>
                    <a:pt x="642" y="936"/>
                  </a:lnTo>
                  <a:lnTo>
                    <a:pt x="660" y="930"/>
                  </a:lnTo>
                  <a:lnTo>
                    <a:pt x="642" y="918"/>
                  </a:lnTo>
                  <a:lnTo>
                    <a:pt x="642" y="876"/>
                  </a:lnTo>
                  <a:lnTo>
                    <a:pt x="636" y="870"/>
                  </a:lnTo>
                  <a:lnTo>
                    <a:pt x="624" y="870"/>
                  </a:lnTo>
                  <a:lnTo>
                    <a:pt x="618" y="876"/>
                  </a:lnTo>
                  <a:lnTo>
                    <a:pt x="606" y="876"/>
                  </a:lnTo>
                  <a:lnTo>
                    <a:pt x="600" y="870"/>
                  </a:lnTo>
                  <a:lnTo>
                    <a:pt x="600" y="852"/>
                  </a:lnTo>
                  <a:lnTo>
                    <a:pt x="606" y="840"/>
                  </a:lnTo>
                  <a:lnTo>
                    <a:pt x="618" y="834"/>
                  </a:lnTo>
                  <a:lnTo>
                    <a:pt x="630" y="822"/>
                  </a:lnTo>
                  <a:lnTo>
                    <a:pt x="630" y="810"/>
                  </a:lnTo>
                  <a:lnTo>
                    <a:pt x="618" y="786"/>
                  </a:lnTo>
                  <a:lnTo>
                    <a:pt x="612" y="780"/>
                  </a:lnTo>
                  <a:lnTo>
                    <a:pt x="630" y="762"/>
                  </a:lnTo>
                  <a:lnTo>
                    <a:pt x="648" y="750"/>
                  </a:lnTo>
                  <a:lnTo>
                    <a:pt x="642" y="732"/>
                  </a:lnTo>
                  <a:lnTo>
                    <a:pt x="636" y="708"/>
                  </a:lnTo>
                  <a:lnTo>
                    <a:pt x="648" y="708"/>
                  </a:lnTo>
                  <a:lnTo>
                    <a:pt x="648" y="690"/>
                  </a:lnTo>
                  <a:lnTo>
                    <a:pt x="660" y="678"/>
                  </a:lnTo>
                  <a:lnTo>
                    <a:pt x="672" y="672"/>
                  </a:lnTo>
                  <a:lnTo>
                    <a:pt x="678" y="666"/>
                  </a:lnTo>
                  <a:lnTo>
                    <a:pt x="678" y="660"/>
                  </a:lnTo>
                  <a:lnTo>
                    <a:pt x="672" y="654"/>
                  </a:lnTo>
                  <a:lnTo>
                    <a:pt x="672" y="642"/>
                  </a:lnTo>
                  <a:lnTo>
                    <a:pt x="666" y="636"/>
                  </a:lnTo>
                  <a:lnTo>
                    <a:pt x="678" y="624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515" name="Central African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FE349650-094E-418C-ACDB-886B185B26C0}"/>
                </a:ext>
              </a:extLst>
            </p:cNvPr>
            <p:cNvSpPr>
              <a:spLocks/>
            </p:cNvSpPr>
            <p:nvPr/>
          </p:nvSpPr>
          <p:spPr bwMode="gray">
            <a:xfrm>
              <a:off x="4070603" y="2711689"/>
              <a:ext cx="302427" cy="229912"/>
            </a:xfrm>
            <a:custGeom>
              <a:avLst/>
              <a:gdLst>
                <a:gd name="T0" fmla="*/ 2147483647 w 912"/>
                <a:gd name="T1" fmla="*/ 2147483647 h 702"/>
                <a:gd name="T2" fmla="*/ 2147483647 w 912"/>
                <a:gd name="T3" fmla="*/ 2147483647 h 702"/>
                <a:gd name="T4" fmla="*/ 2147483647 w 912"/>
                <a:gd name="T5" fmla="*/ 2147483647 h 702"/>
                <a:gd name="T6" fmla="*/ 2147483647 w 912"/>
                <a:gd name="T7" fmla="*/ 2147483647 h 702"/>
                <a:gd name="T8" fmla="*/ 2147483647 w 912"/>
                <a:gd name="T9" fmla="*/ 2147483647 h 702"/>
                <a:gd name="T10" fmla="*/ 2147483647 w 912"/>
                <a:gd name="T11" fmla="*/ 2147483647 h 702"/>
                <a:gd name="T12" fmla="*/ 2147483647 w 912"/>
                <a:gd name="T13" fmla="*/ 2147483647 h 702"/>
                <a:gd name="T14" fmla="*/ 2147483647 w 912"/>
                <a:gd name="T15" fmla="*/ 2147483647 h 702"/>
                <a:gd name="T16" fmla="*/ 2147483647 w 912"/>
                <a:gd name="T17" fmla="*/ 2147483647 h 702"/>
                <a:gd name="T18" fmla="*/ 2147483647 w 912"/>
                <a:gd name="T19" fmla="*/ 2147483647 h 702"/>
                <a:gd name="T20" fmla="*/ 2147483647 w 912"/>
                <a:gd name="T21" fmla="*/ 2147483647 h 702"/>
                <a:gd name="T22" fmla="*/ 2147483647 w 912"/>
                <a:gd name="T23" fmla="*/ 2147483647 h 702"/>
                <a:gd name="T24" fmla="*/ 2147483647 w 912"/>
                <a:gd name="T25" fmla="*/ 2147483647 h 702"/>
                <a:gd name="T26" fmla="*/ 2147483647 w 912"/>
                <a:gd name="T27" fmla="*/ 2147483647 h 702"/>
                <a:gd name="T28" fmla="*/ 2147483647 w 912"/>
                <a:gd name="T29" fmla="*/ 2147483647 h 702"/>
                <a:gd name="T30" fmla="*/ 2147483647 w 912"/>
                <a:gd name="T31" fmla="*/ 0 h 702"/>
                <a:gd name="T32" fmla="*/ 2147483647 w 912"/>
                <a:gd name="T33" fmla="*/ 2147483647 h 702"/>
                <a:gd name="T34" fmla="*/ 2147483647 w 912"/>
                <a:gd name="T35" fmla="*/ 2147483647 h 702"/>
                <a:gd name="T36" fmla="*/ 2147483647 w 912"/>
                <a:gd name="T37" fmla="*/ 2147483647 h 702"/>
                <a:gd name="T38" fmla="*/ 2147483647 w 912"/>
                <a:gd name="T39" fmla="*/ 2147483647 h 702"/>
                <a:gd name="T40" fmla="*/ 2147483647 w 912"/>
                <a:gd name="T41" fmla="*/ 2147483647 h 702"/>
                <a:gd name="T42" fmla="*/ 2147483647 w 912"/>
                <a:gd name="T43" fmla="*/ 2147483647 h 702"/>
                <a:gd name="T44" fmla="*/ 2147483647 w 912"/>
                <a:gd name="T45" fmla="*/ 2147483647 h 702"/>
                <a:gd name="T46" fmla="*/ 2147483647 w 912"/>
                <a:gd name="T47" fmla="*/ 2147483647 h 702"/>
                <a:gd name="T48" fmla="*/ 2147483647 w 912"/>
                <a:gd name="T49" fmla="*/ 2147483647 h 702"/>
                <a:gd name="T50" fmla="*/ 2147483647 w 912"/>
                <a:gd name="T51" fmla="*/ 2147483647 h 702"/>
                <a:gd name="T52" fmla="*/ 2147483647 w 912"/>
                <a:gd name="T53" fmla="*/ 2147483647 h 702"/>
                <a:gd name="T54" fmla="*/ 2147483647 w 912"/>
                <a:gd name="T55" fmla="*/ 2147483647 h 702"/>
                <a:gd name="T56" fmla="*/ 2147483647 w 912"/>
                <a:gd name="T57" fmla="*/ 2147483647 h 702"/>
                <a:gd name="T58" fmla="*/ 2147483647 w 912"/>
                <a:gd name="T59" fmla="*/ 2147483647 h 702"/>
                <a:gd name="T60" fmla="*/ 0 w 912"/>
                <a:gd name="T61" fmla="*/ 2147483647 h 702"/>
                <a:gd name="T62" fmla="*/ 2147483647 w 912"/>
                <a:gd name="T63" fmla="*/ 2147483647 h 702"/>
                <a:gd name="T64" fmla="*/ 2147483647 w 912"/>
                <a:gd name="T65" fmla="*/ 2147483647 h 702"/>
                <a:gd name="T66" fmla="*/ 2147483647 w 912"/>
                <a:gd name="T67" fmla="*/ 2147483647 h 702"/>
                <a:gd name="T68" fmla="*/ 2147483647 w 912"/>
                <a:gd name="T69" fmla="*/ 2147483647 h 702"/>
                <a:gd name="T70" fmla="*/ 2147483647 w 912"/>
                <a:gd name="T71" fmla="*/ 2147483647 h 702"/>
                <a:gd name="T72" fmla="*/ 2147483647 w 912"/>
                <a:gd name="T73" fmla="*/ 2147483647 h 702"/>
                <a:gd name="T74" fmla="*/ 2147483647 w 912"/>
                <a:gd name="T75" fmla="*/ 2147483647 h 702"/>
                <a:gd name="T76" fmla="*/ 2147483647 w 912"/>
                <a:gd name="T77" fmla="*/ 2147483647 h 702"/>
                <a:gd name="T78" fmla="*/ 2147483647 w 912"/>
                <a:gd name="T79" fmla="*/ 2147483647 h 702"/>
                <a:gd name="T80" fmla="*/ 2147483647 w 912"/>
                <a:gd name="T81" fmla="*/ 2147483647 h 702"/>
                <a:gd name="T82" fmla="*/ 2147483647 w 912"/>
                <a:gd name="T83" fmla="*/ 2147483647 h 702"/>
                <a:gd name="T84" fmla="*/ 2147483647 w 912"/>
                <a:gd name="T85" fmla="*/ 2147483647 h 702"/>
                <a:gd name="T86" fmla="*/ 2147483647 w 912"/>
                <a:gd name="T87" fmla="*/ 2147483647 h 702"/>
                <a:gd name="T88" fmla="*/ 2147483647 w 912"/>
                <a:gd name="T89" fmla="*/ 2147483647 h 702"/>
                <a:gd name="T90" fmla="*/ 2147483647 w 912"/>
                <a:gd name="T91" fmla="*/ 2147483647 h 702"/>
                <a:gd name="T92" fmla="*/ 2147483647 w 912"/>
                <a:gd name="T93" fmla="*/ 2147483647 h 702"/>
                <a:gd name="T94" fmla="*/ 2147483647 w 912"/>
                <a:gd name="T95" fmla="*/ 2147483647 h 702"/>
                <a:gd name="T96" fmla="*/ 2147483647 w 912"/>
                <a:gd name="T97" fmla="*/ 2147483647 h 702"/>
                <a:gd name="T98" fmla="*/ 2147483647 w 912"/>
                <a:gd name="T99" fmla="*/ 2147483647 h 702"/>
                <a:gd name="T100" fmla="*/ 2147483647 w 912"/>
                <a:gd name="T101" fmla="*/ 2147483647 h 702"/>
                <a:gd name="T102" fmla="*/ 2147483647 w 912"/>
                <a:gd name="T103" fmla="*/ 2147483647 h 702"/>
                <a:gd name="T104" fmla="*/ 2147483647 w 912"/>
                <a:gd name="T105" fmla="*/ 2147483647 h 702"/>
                <a:gd name="T106" fmla="*/ 2147483647 w 912"/>
                <a:gd name="T107" fmla="*/ 2147483647 h 702"/>
                <a:gd name="T108" fmla="*/ 2147483647 w 912"/>
                <a:gd name="T109" fmla="*/ 2147483647 h 702"/>
                <a:gd name="T110" fmla="*/ 2147483647 w 912"/>
                <a:gd name="T111" fmla="*/ 2147483647 h 702"/>
                <a:gd name="T112" fmla="*/ 2147483647 w 912"/>
                <a:gd name="T113" fmla="*/ 2147483647 h 702"/>
                <a:gd name="T114" fmla="*/ 2147483647 w 912"/>
                <a:gd name="T115" fmla="*/ 2147483647 h 702"/>
                <a:gd name="T116" fmla="*/ 2147483647 w 912"/>
                <a:gd name="T117" fmla="*/ 2147483647 h 702"/>
                <a:gd name="T118" fmla="*/ 2147483647 w 912"/>
                <a:gd name="T119" fmla="*/ 2147483647 h 702"/>
                <a:gd name="T120" fmla="*/ 2147483647 w 912"/>
                <a:gd name="T121" fmla="*/ 2147483647 h 70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912"/>
                <a:gd name="T184" fmla="*/ 0 h 702"/>
                <a:gd name="T185" fmla="*/ 912 w 912"/>
                <a:gd name="T186" fmla="*/ 702 h 70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912" h="702">
                  <a:moveTo>
                    <a:pt x="906" y="420"/>
                  </a:moveTo>
                  <a:lnTo>
                    <a:pt x="900" y="414"/>
                  </a:lnTo>
                  <a:lnTo>
                    <a:pt x="888" y="408"/>
                  </a:lnTo>
                  <a:lnTo>
                    <a:pt x="882" y="402"/>
                  </a:lnTo>
                  <a:lnTo>
                    <a:pt x="858" y="396"/>
                  </a:lnTo>
                  <a:lnTo>
                    <a:pt x="858" y="378"/>
                  </a:lnTo>
                  <a:lnTo>
                    <a:pt x="846" y="366"/>
                  </a:lnTo>
                  <a:lnTo>
                    <a:pt x="846" y="360"/>
                  </a:lnTo>
                  <a:lnTo>
                    <a:pt x="858" y="360"/>
                  </a:lnTo>
                  <a:lnTo>
                    <a:pt x="858" y="348"/>
                  </a:lnTo>
                  <a:lnTo>
                    <a:pt x="852" y="342"/>
                  </a:lnTo>
                  <a:lnTo>
                    <a:pt x="834" y="342"/>
                  </a:lnTo>
                  <a:lnTo>
                    <a:pt x="834" y="336"/>
                  </a:lnTo>
                  <a:lnTo>
                    <a:pt x="828" y="330"/>
                  </a:lnTo>
                  <a:lnTo>
                    <a:pt x="822" y="318"/>
                  </a:lnTo>
                  <a:lnTo>
                    <a:pt x="810" y="306"/>
                  </a:lnTo>
                  <a:lnTo>
                    <a:pt x="798" y="300"/>
                  </a:lnTo>
                  <a:lnTo>
                    <a:pt x="792" y="300"/>
                  </a:lnTo>
                  <a:lnTo>
                    <a:pt x="780" y="294"/>
                  </a:lnTo>
                  <a:lnTo>
                    <a:pt x="768" y="282"/>
                  </a:lnTo>
                  <a:lnTo>
                    <a:pt x="768" y="276"/>
                  </a:lnTo>
                  <a:lnTo>
                    <a:pt x="774" y="276"/>
                  </a:lnTo>
                  <a:lnTo>
                    <a:pt x="774" y="270"/>
                  </a:lnTo>
                  <a:lnTo>
                    <a:pt x="780" y="270"/>
                  </a:lnTo>
                  <a:lnTo>
                    <a:pt x="780" y="264"/>
                  </a:lnTo>
                  <a:lnTo>
                    <a:pt x="768" y="252"/>
                  </a:lnTo>
                  <a:lnTo>
                    <a:pt x="756" y="246"/>
                  </a:lnTo>
                  <a:lnTo>
                    <a:pt x="750" y="246"/>
                  </a:lnTo>
                  <a:lnTo>
                    <a:pt x="750" y="228"/>
                  </a:lnTo>
                  <a:lnTo>
                    <a:pt x="720" y="228"/>
                  </a:lnTo>
                  <a:lnTo>
                    <a:pt x="696" y="216"/>
                  </a:lnTo>
                  <a:lnTo>
                    <a:pt x="696" y="186"/>
                  </a:lnTo>
                  <a:lnTo>
                    <a:pt x="648" y="180"/>
                  </a:lnTo>
                  <a:lnTo>
                    <a:pt x="654" y="162"/>
                  </a:lnTo>
                  <a:lnTo>
                    <a:pt x="648" y="162"/>
                  </a:lnTo>
                  <a:lnTo>
                    <a:pt x="642" y="156"/>
                  </a:lnTo>
                  <a:lnTo>
                    <a:pt x="642" y="150"/>
                  </a:lnTo>
                  <a:lnTo>
                    <a:pt x="648" y="144"/>
                  </a:lnTo>
                  <a:lnTo>
                    <a:pt x="654" y="132"/>
                  </a:lnTo>
                  <a:lnTo>
                    <a:pt x="660" y="126"/>
                  </a:lnTo>
                  <a:lnTo>
                    <a:pt x="660" y="96"/>
                  </a:lnTo>
                  <a:lnTo>
                    <a:pt x="654" y="84"/>
                  </a:lnTo>
                  <a:lnTo>
                    <a:pt x="648" y="66"/>
                  </a:lnTo>
                  <a:lnTo>
                    <a:pt x="636" y="54"/>
                  </a:lnTo>
                  <a:lnTo>
                    <a:pt x="630" y="42"/>
                  </a:lnTo>
                  <a:lnTo>
                    <a:pt x="600" y="12"/>
                  </a:lnTo>
                  <a:lnTo>
                    <a:pt x="600" y="0"/>
                  </a:lnTo>
                  <a:lnTo>
                    <a:pt x="576" y="0"/>
                  </a:lnTo>
                  <a:lnTo>
                    <a:pt x="522" y="30"/>
                  </a:lnTo>
                  <a:lnTo>
                    <a:pt x="516" y="60"/>
                  </a:lnTo>
                  <a:lnTo>
                    <a:pt x="480" y="84"/>
                  </a:lnTo>
                  <a:lnTo>
                    <a:pt x="480" y="102"/>
                  </a:lnTo>
                  <a:lnTo>
                    <a:pt x="456" y="126"/>
                  </a:lnTo>
                  <a:lnTo>
                    <a:pt x="438" y="138"/>
                  </a:lnTo>
                  <a:lnTo>
                    <a:pt x="390" y="156"/>
                  </a:lnTo>
                  <a:lnTo>
                    <a:pt x="348" y="162"/>
                  </a:lnTo>
                  <a:lnTo>
                    <a:pt x="330" y="162"/>
                  </a:lnTo>
                  <a:lnTo>
                    <a:pt x="312" y="174"/>
                  </a:lnTo>
                  <a:lnTo>
                    <a:pt x="318" y="174"/>
                  </a:lnTo>
                  <a:lnTo>
                    <a:pt x="330" y="186"/>
                  </a:lnTo>
                  <a:lnTo>
                    <a:pt x="330" y="198"/>
                  </a:lnTo>
                  <a:lnTo>
                    <a:pt x="324" y="204"/>
                  </a:lnTo>
                  <a:lnTo>
                    <a:pt x="318" y="216"/>
                  </a:lnTo>
                  <a:lnTo>
                    <a:pt x="312" y="222"/>
                  </a:lnTo>
                  <a:lnTo>
                    <a:pt x="306" y="234"/>
                  </a:lnTo>
                  <a:lnTo>
                    <a:pt x="300" y="240"/>
                  </a:lnTo>
                  <a:lnTo>
                    <a:pt x="210" y="240"/>
                  </a:lnTo>
                  <a:lnTo>
                    <a:pt x="204" y="246"/>
                  </a:lnTo>
                  <a:lnTo>
                    <a:pt x="198" y="258"/>
                  </a:lnTo>
                  <a:lnTo>
                    <a:pt x="186" y="270"/>
                  </a:lnTo>
                  <a:lnTo>
                    <a:pt x="174" y="276"/>
                  </a:lnTo>
                  <a:lnTo>
                    <a:pt x="168" y="276"/>
                  </a:lnTo>
                  <a:lnTo>
                    <a:pt x="162" y="270"/>
                  </a:lnTo>
                  <a:lnTo>
                    <a:pt x="162" y="246"/>
                  </a:lnTo>
                  <a:lnTo>
                    <a:pt x="156" y="252"/>
                  </a:lnTo>
                  <a:lnTo>
                    <a:pt x="144" y="258"/>
                  </a:lnTo>
                  <a:lnTo>
                    <a:pt x="126" y="276"/>
                  </a:lnTo>
                  <a:lnTo>
                    <a:pt x="114" y="282"/>
                  </a:lnTo>
                  <a:lnTo>
                    <a:pt x="96" y="282"/>
                  </a:lnTo>
                  <a:lnTo>
                    <a:pt x="90" y="276"/>
                  </a:lnTo>
                  <a:lnTo>
                    <a:pt x="78" y="276"/>
                  </a:lnTo>
                  <a:lnTo>
                    <a:pt x="66" y="288"/>
                  </a:lnTo>
                  <a:lnTo>
                    <a:pt x="60" y="300"/>
                  </a:lnTo>
                  <a:lnTo>
                    <a:pt x="54" y="306"/>
                  </a:lnTo>
                  <a:lnTo>
                    <a:pt x="54" y="324"/>
                  </a:lnTo>
                  <a:lnTo>
                    <a:pt x="48" y="336"/>
                  </a:lnTo>
                  <a:lnTo>
                    <a:pt x="42" y="336"/>
                  </a:lnTo>
                  <a:lnTo>
                    <a:pt x="36" y="372"/>
                  </a:lnTo>
                  <a:lnTo>
                    <a:pt x="30" y="372"/>
                  </a:lnTo>
                  <a:lnTo>
                    <a:pt x="24" y="378"/>
                  </a:lnTo>
                  <a:lnTo>
                    <a:pt x="12" y="384"/>
                  </a:lnTo>
                  <a:lnTo>
                    <a:pt x="0" y="396"/>
                  </a:lnTo>
                  <a:lnTo>
                    <a:pt x="0" y="402"/>
                  </a:lnTo>
                  <a:lnTo>
                    <a:pt x="12" y="408"/>
                  </a:lnTo>
                  <a:lnTo>
                    <a:pt x="18" y="408"/>
                  </a:lnTo>
                  <a:lnTo>
                    <a:pt x="18" y="444"/>
                  </a:lnTo>
                  <a:lnTo>
                    <a:pt x="6" y="456"/>
                  </a:lnTo>
                  <a:lnTo>
                    <a:pt x="24" y="468"/>
                  </a:lnTo>
                  <a:lnTo>
                    <a:pt x="24" y="516"/>
                  </a:lnTo>
                  <a:lnTo>
                    <a:pt x="30" y="516"/>
                  </a:lnTo>
                  <a:lnTo>
                    <a:pt x="48" y="534"/>
                  </a:lnTo>
                  <a:lnTo>
                    <a:pt x="54" y="534"/>
                  </a:lnTo>
                  <a:lnTo>
                    <a:pt x="54" y="576"/>
                  </a:lnTo>
                  <a:lnTo>
                    <a:pt x="60" y="582"/>
                  </a:lnTo>
                  <a:lnTo>
                    <a:pt x="72" y="606"/>
                  </a:lnTo>
                  <a:lnTo>
                    <a:pt x="84" y="618"/>
                  </a:lnTo>
                  <a:lnTo>
                    <a:pt x="96" y="624"/>
                  </a:lnTo>
                  <a:lnTo>
                    <a:pt x="102" y="636"/>
                  </a:lnTo>
                  <a:lnTo>
                    <a:pt x="114" y="642"/>
                  </a:lnTo>
                  <a:lnTo>
                    <a:pt x="120" y="660"/>
                  </a:lnTo>
                  <a:lnTo>
                    <a:pt x="120" y="690"/>
                  </a:lnTo>
                  <a:lnTo>
                    <a:pt x="132" y="702"/>
                  </a:lnTo>
                  <a:lnTo>
                    <a:pt x="138" y="696"/>
                  </a:lnTo>
                  <a:lnTo>
                    <a:pt x="144" y="684"/>
                  </a:lnTo>
                  <a:lnTo>
                    <a:pt x="150" y="678"/>
                  </a:lnTo>
                  <a:lnTo>
                    <a:pt x="156" y="666"/>
                  </a:lnTo>
                  <a:lnTo>
                    <a:pt x="156" y="642"/>
                  </a:lnTo>
                  <a:lnTo>
                    <a:pt x="144" y="630"/>
                  </a:lnTo>
                  <a:lnTo>
                    <a:pt x="162" y="600"/>
                  </a:lnTo>
                  <a:lnTo>
                    <a:pt x="192" y="600"/>
                  </a:lnTo>
                  <a:lnTo>
                    <a:pt x="210" y="582"/>
                  </a:lnTo>
                  <a:lnTo>
                    <a:pt x="228" y="582"/>
                  </a:lnTo>
                  <a:lnTo>
                    <a:pt x="264" y="600"/>
                  </a:lnTo>
                  <a:lnTo>
                    <a:pt x="276" y="600"/>
                  </a:lnTo>
                  <a:lnTo>
                    <a:pt x="288" y="588"/>
                  </a:lnTo>
                  <a:lnTo>
                    <a:pt x="300" y="570"/>
                  </a:lnTo>
                  <a:lnTo>
                    <a:pt x="300" y="552"/>
                  </a:lnTo>
                  <a:lnTo>
                    <a:pt x="294" y="552"/>
                  </a:lnTo>
                  <a:lnTo>
                    <a:pt x="294" y="540"/>
                  </a:lnTo>
                  <a:lnTo>
                    <a:pt x="306" y="528"/>
                  </a:lnTo>
                  <a:lnTo>
                    <a:pt x="312" y="528"/>
                  </a:lnTo>
                  <a:lnTo>
                    <a:pt x="324" y="516"/>
                  </a:lnTo>
                  <a:lnTo>
                    <a:pt x="330" y="504"/>
                  </a:lnTo>
                  <a:lnTo>
                    <a:pt x="330" y="498"/>
                  </a:lnTo>
                  <a:lnTo>
                    <a:pt x="336" y="486"/>
                  </a:lnTo>
                  <a:lnTo>
                    <a:pt x="336" y="480"/>
                  </a:lnTo>
                  <a:lnTo>
                    <a:pt x="342" y="474"/>
                  </a:lnTo>
                  <a:lnTo>
                    <a:pt x="354" y="468"/>
                  </a:lnTo>
                  <a:lnTo>
                    <a:pt x="366" y="468"/>
                  </a:lnTo>
                  <a:lnTo>
                    <a:pt x="384" y="474"/>
                  </a:lnTo>
                  <a:lnTo>
                    <a:pt x="396" y="474"/>
                  </a:lnTo>
                  <a:lnTo>
                    <a:pt x="408" y="480"/>
                  </a:lnTo>
                  <a:lnTo>
                    <a:pt x="408" y="492"/>
                  </a:lnTo>
                  <a:lnTo>
                    <a:pt x="426" y="492"/>
                  </a:lnTo>
                  <a:lnTo>
                    <a:pt x="432" y="498"/>
                  </a:lnTo>
                  <a:lnTo>
                    <a:pt x="432" y="528"/>
                  </a:lnTo>
                  <a:lnTo>
                    <a:pt x="474" y="528"/>
                  </a:lnTo>
                  <a:lnTo>
                    <a:pt x="480" y="534"/>
                  </a:lnTo>
                  <a:lnTo>
                    <a:pt x="492" y="540"/>
                  </a:lnTo>
                  <a:lnTo>
                    <a:pt x="540" y="540"/>
                  </a:lnTo>
                  <a:lnTo>
                    <a:pt x="552" y="546"/>
                  </a:lnTo>
                  <a:lnTo>
                    <a:pt x="558" y="552"/>
                  </a:lnTo>
                  <a:lnTo>
                    <a:pt x="570" y="558"/>
                  </a:lnTo>
                  <a:lnTo>
                    <a:pt x="576" y="552"/>
                  </a:lnTo>
                  <a:lnTo>
                    <a:pt x="582" y="540"/>
                  </a:lnTo>
                  <a:lnTo>
                    <a:pt x="588" y="534"/>
                  </a:lnTo>
                  <a:lnTo>
                    <a:pt x="588" y="522"/>
                  </a:lnTo>
                  <a:lnTo>
                    <a:pt x="606" y="504"/>
                  </a:lnTo>
                  <a:lnTo>
                    <a:pt x="612" y="492"/>
                  </a:lnTo>
                  <a:lnTo>
                    <a:pt x="636" y="516"/>
                  </a:lnTo>
                  <a:lnTo>
                    <a:pt x="642" y="516"/>
                  </a:lnTo>
                  <a:lnTo>
                    <a:pt x="648" y="510"/>
                  </a:lnTo>
                  <a:lnTo>
                    <a:pt x="660" y="504"/>
                  </a:lnTo>
                  <a:lnTo>
                    <a:pt x="672" y="492"/>
                  </a:lnTo>
                  <a:lnTo>
                    <a:pt x="690" y="492"/>
                  </a:lnTo>
                  <a:lnTo>
                    <a:pt x="714" y="474"/>
                  </a:lnTo>
                  <a:lnTo>
                    <a:pt x="726" y="486"/>
                  </a:lnTo>
                  <a:lnTo>
                    <a:pt x="750" y="486"/>
                  </a:lnTo>
                  <a:lnTo>
                    <a:pt x="756" y="480"/>
                  </a:lnTo>
                  <a:lnTo>
                    <a:pt x="768" y="480"/>
                  </a:lnTo>
                  <a:lnTo>
                    <a:pt x="768" y="468"/>
                  </a:lnTo>
                  <a:lnTo>
                    <a:pt x="786" y="450"/>
                  </a:lnTo>
                  <a:lnTo>
                    <a:pt x="792" y="450"/>
                  </a:lnTo>
                  <a:lnTo>
                    <a:pt x="792" y="456"/>
                  </a:lnTo>
                  <a:lnTo>
                    <a:pt x="804" y="468"/>
                  </a:lnTo>
                  <a:lnTo>
                    <a:pt x="840" y="462"/>
                  </a:lnTo>
                  <a:lnTo>
                    <a:pt x="840" y="468"/>
                  </a:lnTo>
                  <a:lnTo>
                    <a:pt x="852" y="480"/>
                  </a:lnTo>
                  <a:lnTo>
                    <a:pt x="876" y="480"/>
                  </a:lnTo>
                  <a:lnTo>
                    <a:pt x="894" y="474"/>
                  </a:lnTo>
                  <a:lnTo>
                    <a:pt x="912" y="456"/>
                  </a:lnTo>
                  <a:lnTo>
                    <a:pt x="912" y="432"/>
                  </a:lnTo>
                  <a:lnTo>
                    <a:pt x="906" y="420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516" name="Cayman Islands" descr="© INSCALE GmbH, 05.05.2010&#10;http://www.presentationload.com/">
              <a:extLst>
                <a:ext uri="{FF2B5EF4-FFF2-40B4-BE49-F238E27FC236}">
                  <a16:creationId xmlns:a16="http://schemas.microsoft.com/office/drawing/2014/main" id="{4C4108D1-B676-4874-AC85-E43A26339455}"/>
                </a:ext>
              </a:extLst>
            </p:cNvPr>
            <p:cNvSpPr>
              <a:spLocks noChangeAspect="1"/>
            </p:cNvSpPr>
            <p:nvPr/>
          </p:nvSpPr>
          <p:spPr bwMode="gray">
            <a:xfrm>
              <a:off x="1866942" y="2472570"/>
              <a:ext cx="28800" cy="12111"/>
            </a:xfrm>
            <a:custGeom>
              <a:avLst/>
              <a:gdLst>
                <a:gd name="T0" fmla="*/ 2147483647 w 156"/>
                <a:gd name="T1" fmla="*/ 2147483647 h 54"/>
                <a:gd name="T2" fmla="*/ 2147483647 w 156"/>
                <a:gd name="T3" fmla="*/ 2147483647 h 54"/>
                <a:gd name="T4" fmla="*/ 2147483647 w 156"/>
                <a:gd name="T5" fmla="*/ 2147483647 h 54"/>
                <a:gd name="T6" fmla="*/ 2147483647 w 156"/>
                <a:gd name="T7" fmla="*/ 2147483647 h 54"/>
                <a:gd name="T8" fmla="*/ 2147483647 w 156"/>
                <a:gd name="T9" fmla="*/ 2147483647 h 54"/>
                <a:gd name="T10" fmla="*/ 2147483647 w 156"/>
                <a:gd name="T11" fmla="*/ 2147483647 h 54"/>
                <a:gd name="T12" fmla="*/ 2147483647 w 156"/>
                <a:gd name="T13" fmla="*/ 2147483647 h 54"/>
                <a:gd name="T14" fmla="*/ 2147483647 w 156"/>
                <a:gd name="T15" fmla="*/ 2147483647 h 54"/>
                <a:gd name="T16" fmla="*/ 2147483647 w 156"/>
                <a:gd name="T17" fmla="*/ 0 h 54"/>
                <a:gd name="T18" fmla="*/ 2147483647 w 156"/>
                <a:gd name="T19" fmla="*/ 0 h 54"/>
                <a:gd name="T20" fmla="*/ 2147483647 w 156"/>
                <a:gd name="T21" fmla="*/ 2147483647 h 54"/>
                <a:gd name="T22" fmla="*/ 0 w 156"/>
                <a:gd name="T23" fmla="*/ 2147483647 h 54"/>
                <a:gd name="T24" fmla="*/ 2147483647 w 156"/>
                <a:gd name="T25" fmla="*/ 2147483647 h 54"/>
                <a:gd name="T26" fmla="*/ 2147483647 w 156"/>
                <a:gd name="T27" fmla="*/ 2147483647 h 54"/>
                <a:gd name="T28" fmla="*/ 2147483647 w 156"/>
                <a:gd name="T29" fmla="*/ 2147483647 h 54"/>
                <a:gd name="T30" fmla="*/ 2147483647 w 156"/>
                <a:gd name="T31" fmla="*/ 2147483647 h 54"/>
                <a:gd name="T32" fmla="*/ 2147483647 w 156"/>
                <a:gd name="T33" fmla="*/ 2147483647 h 54"/>
                <a:gd name="T34" fmla="*/ 2147483647 w 156"/>
                <a:gd name="T35" fmla="*/ 2147483647 h 54"/>
                <a:gd name="T36" fmla="*/ 2147483647 w 156"/>
                <a:gd name="T37" fmla="*/ 2147483647 h 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56"/>
                <a:gd name="T58" fmla="*/ 0 h 54"/>
                <a:gd name="T59" fmla="*/ 156 w 156"/>
                <a:gd name="T60" fmla="*/ 54 h 54"/>
                <a:gd name="connsiteX0" fmla="*/ 6923 w 10000"/>
                <a:gd name="connsiteY0" fmla="*/ 10000 h 10000"/>
                <a:gd name="connsiteX1" fmla="*/ 7308 w 10000"/>
                <a:gd name="connsiteY1" fmla="*/ 6667 h 10000"/>
                <a:gd name="connsiteX2" fmla="*/ 10000 w 10000"/>
                <a:gd name="connsiteY2" fmla="*/ 8889 h 10000"/>
                <a:gd name="connsiteX3" fmla="*/ 10000 w 10000"/>
                <a:gd name="connsiteY3" fmla="*/ 7778 h 10000"/>
                <a:gd name="connsiteX4" fmla="*/ 9615 w 10000"/>
                <a:gd name="connsiteY4" fmla="*/ 6667 h 10000"/>
                <a:gd name="connsiteX5" fmla="*/ 8077 w 10000"/>
                <a:gd name="connsiteY5" fmla="*/ 1111 h 10000"/>
                <a:gd name="connsiteX6" fmla="*/ 5385 w 10000"/>
                <a:gd name="connsiteY6" fmla="*/ 1111 h 10000"/>
                <a:gd name="connsiteX7" fmla="*/ 4231 w 10000"/>
                <a:gd name="connsiteY7" fmla="*/ 0 h 10000"/>
                <a:gd name="connsiteX8" fmla="*/ 1538 w 10000"/>
                <a:gd name="connsiteY8" fmla="*/ 0 h 10000"/>
                <a:gd name="connsiteX9" fmla="*/ 769 w 10000"/>
                <a:gd name="connsiteY9" fmla="*/ 1111 h 10000"/>
                <a:gd name="connsiteX10" fmla="*/ 0 w 10000"/>
                <a:gd name="connsiteY10" fmla="*/ 1111 h 10000"/>
                <a:gd name="connsiteX11" fmla="*/ 385 w 10000"/>
                <a:gd name="connsiteY11" fmla="*/ 3333 h 10000"/>
                <a:gd name="connsiteX12" fmla="*/ 1154 w 10000"/>
                <a:gd name="connsiteY12" fmla="*/ 4444 h 10000"/>
                <a:gd name="connsiteX13" fmla="*/ 1538 w 10000"/>
                <a:gd name="connsiteY13" fmla="*/ 6667 h 10000"/>
                <a:gd name="connsiteX14" fmla="*/ 2308 w 10000"/>
                <a:gd name="connsiteY14" fmla="*/ 7778 h 10000"/>
                <a:gd name="connsiteX15" fmla="*/ 3846 w 10000"/>
                <a:gd name="connsiteY15" fmla="*/ 7778 h 10000"/>
                <a:gd name="connsiteX16" fmla="*/ 5000 w 10000"/>
                <a:gd name="connsiteY16" fmla="*/ 8889 h 10000"/>
                <a:gd name="connsiteX17" fmla="*/ 6923 w 10000"/>
                <a:gd name="connsiteY17" fmla="*/ 10000 h 10000"/>
                <a:gd name="connsiteX0" fmla="*/ 6923 w 10000"/>
                <a:gd name="connsiteY0" fmla="*/ 10000 h 10000"/>
                <a:gd name="connsiteX1" fmla="*/ 7308 w 10000"/>
                <a:gd name="connsiteY1" fmla="*/ 6667 h 10000"/>
                <a:gd name="connsiteX2" fmla="*/ 10000 w 10000"/>
                <a:gd name="connsiteY2" fmla="*/ 8889 h 10000"/>
                <a:gd name="connsiteX3" fmla="*/ 10000 w 10000"/>
                <a:gd name="connsiteY3" fmla="*/ 7778 h 10000"/>
                <a:gd name="connsiteX4" fmla="*/ 8077 w 10000"/>
                <a:gd name="connsiteY4" fmla="*/ 1111 h 10000"/>
                <a:gd name="connsiteX5" fmla="*/ 5385 w 10000"/>
                <a:gd name="connsiteY5" fmla="*/ 1111 h 10000"/>
                <a:gd name="connsiteX6" fmla="*/ 4231 w 10000"/>
                <a:gd name="connsiteY6" fmla="*/ 0 h 10000"/>
                <a:gd name="connsiteX7" fmla="*/ 1538 w 10000"/>
                <a:gd name="connsiteY7" fmla="*/ 0 h 10000"/>
                <a:gd name="connsiteX8" fmla="*/ 769 w 10000"/>
                <a:gd name="connsiteY8" fmla="*/ 1111 h 10000"/>
                <a:gd name="connsiteX9" fmla="*/ 0 w 10000"/>
                <a:gd name="connsiteY9" fmla="*/ 1111 h 10000"/>
                <a:gd name="connsiteX10" fmla="*/ 385 w 10000"/>
                <a:gd name="connsiteY10" fmla="*/ 3333 h 10000"/>
                <a:gd name="connsiteX11" fmla="*/ 1154 w 10000"/>
                <a:gd name="connsiteY11" fmla="*/ 4444 h 10000"/>
                <a:gd name="connsiteX12" fmla="*/ 1538 w 10000"/>
                <a:gd name="connsiteY12" fmla="*/ 6667 h 10000"/>
                <a:gd name="connsiteX13" fmla="*/ 2308 w 10000"/>
                <a:gd name="connsiteY13" fmla="*/ 7778 h 10000"/>
                <a:gd name="connsiteX14" fmla="*/ 3846 w 10000"/>
                <a:gd name="connsiteY14" fmla="*/ 7778 h 10000"/>
                <a:gd name="connsiteX15" fmla="*/ 5000 w 10000"/>
                <a:gd name="connsiteY15" fmla="*/ 8889 h 10000"/>
                <a:gd name="connsiteX16" fmla="*/ 6923 w 10000"/>
                <a:gd name="connsiteY16" fmla="*/ 10000 h 10000"/>
                <a:gd name="connsiteX0" fmla="*/ 6923 w 10000"/>
                <a:gd name="connsiteY0" fmla="*/ 10000 h 10000"/>
                <a:gd name="connsiteX1" fmla="*/ 7308 w 10000"/>
                <a:gd name="connsiteY1" fmla="*/ 6667 h 10000"/>
                <a:gd name="connsiteX2" fmla="*/ 10000 w 10000"/>
                <a:gd name="connsiteY2" fmla="*/ 8889 h 10000"/>
                <a:gd name="connsiteX3" fmla="*/ 8077 w 10000"/>
                <a:gd name="connsiteY3" fmla="*/ 1111 h 10000"/>
                <a:gd name="connsiteX4" fmla="*/ 5385 w 10000"/>
                <a:gd name="connsiteY4" fmla="*/ 1111 h 10000"/>
                <a:gd name="connsiteX5" fmla="*/ 4231 w 10000"/>
                <a:gd name="connsiteY5" fmla="*/ 0 h 10000"/>
                <a:gd name="connsiteX6" fmla="*/ 1538 w 10000"/>
                <a:gd name="connsiteY6" fmla="*/ 0 h 10000"/>
                <a:gd name="connsiteX7" fmla="*/ 769 w 10000"/>
                <a:gd name="connsiteY7" fmla="*/ 1111 h 10000"/>
                <a:gd name="connsiteX8" fmla="*/ 0 w 10000"/>
                <a:gd name="connsiteY8" fmla="*/ 1111 h 10000"/>
                <a:gd name="connsiteX9" fmla="*/ 385 w 10000"/>
                <a:gd name="connsiteY9" fmla="*/ 3333 h 10000"/>
                <a:gd name="connsiteX10" fmla="*/ 1154 w 10000"/>
                <a:gd name="connsiteY10" fmla="*/ 4444 h 10000"/>
                <a:gd name="connsiteX11" fmla="*/ 1538 w 10000"/>
                <a:gd name="connsiteY11" fmla="*/ 6667 h 10000"/>
                <a:gd name="connsiteX12" fmla="*/ 2308 w 10000"/>
                <a:gd name="connsiteY12" fmla="*/ 7778 h 10000"/>
                <a:gd name="connsiteX13" fmla="*/ 3846 w 10000"/>
                <a:gd name="connsiteY13" fmla="*/ 7778 h 10000"/>
                <a:gd name="connsiteX14" fmla="*/ 5000 w 10000"/>
                <a:gd name="connsiteY14" fmla="*/ 8889 h 10000"/>
                <a:gd name="connsiteX15" fmla="*/ 6923 w 10000"/>
                <a:gd name="connsiteY15" fmla="*/ 10000 h 10000"/>
                <a:gd name="connsiteX0" fmla="*/ 6923 w 8077"/>
                <a:gd name="connsiteY0" fmla="*/ 10000 h 10000"/>
                <a:gd name="connsiteX1" fmla="*/ 7308 w 8077"/>
                <a:gd name="connsiteY1" fmla="*/ 6667 h 10000"/>
                <a:gd name="connsiteX2" fmla="*/ 8077 w 8077"/>
                <a:gd name="connsiteY2" fmla="*/ 1111 h 10000"/>
                <a:gd name="connsiteX3" fmla="*/ 5385 w 8077"/>
                <a:gd name="connsiteY3" fmla="*/ 1111 h 10000"/>
                <a:gd name="connsiteX4" fmla="*/ 4231 w 8077"/>
                <a:gd name="connsiteY4" fmla="*/ 0 h 10000"/>
                <a:gd name="connsiteX5" fmla="*/ 1538 w 8077"/>
                <a:gd name="connsiteY5" fmla="*/ 0 h 10000"/>
                <a:gd name="connsiteX6" fmla="*/ 769 w 8077"/>
                <a:gd name="connsiteY6" fmla="*/ 1111 h 10000"/>
                <a:gd name="connsiteX7" fmla="*/ 0 w 8077"/>
                <a:gd name="connsiteY7" fmla="*/ 1111 h 10000"/>
                <a:gd name="connsiteX8" fmla="*/ 385 w 8077"/>
                <a:gd name="connsiteY8" fmla="*/ 3333 h 10000"/>
                <a:gd name="connsiteX9" fmla="*/ 1154 w 8077"/>
                <a:gd name="connsiteY9" fmla="*/ 4444 h 10000"/>
                <a:gd name="connsiteX10" fmla="*/ 1538 w 8077"/>
                <a:gd name="connsiteY10" fmla="*/ 6667 h 10000"/>
                <a:gd name="connsiteX11" fmla="*/ 2308 w 8077"/>
                <a:gd name="connsiteY11" fmla="*/ 7778 h 10000"/>
                <a:gd name="connsiteX12" fmla="*/ 3846 w 8077"/>
                <a:gd name="connsiteY12" fmla="*/ 7778 h 10000"/>
                <a:gd name="connsiteX13" fmla="*/ 5000 w 8077"/>
                <a:gd name="connsiteY13" fmla="*/ 8889 h 10000"/>
                <a:gd name="connsiteX14" fmla="*/ 6923 w 8077"/>
                <a:gd name="connsiteY14" fmla="*/ 10000 h 10000"/>
                <a:gd name="connsiteX0" fmla="*/ 8571 w 10000"/>
                <a:gd name="connsiteY0" fmla="*/ 8809 h 8889"/>
                <a:gd name="connsiteX1" fmla="*/ 9048 w 10000"/>
                <a:gd name="connsiteY1" fmla="*/ 6667 h 8889"/>
                <a:gd name="connsiteX2" fmla="*/ 10000 w 10000"/>
                <a:gd name="connsiteY2" fmla="*/ 1111 h 8889"/>
                <a:gd name="connsiteX3" fmla="*/ 6667 w 10000"/>
                <a:gd name="connsiteY3" fmla="*/ 1111 h 8889"/>
                <a:gd name="connsiteX4" fmla="*/ 5238 w 10000"/>
                <a:gd name="connsiteY4" fmla="*/ 0 h 8889"/>
                <a:gd name="connsiteX5" fmla="*/ 1904 w 10000"/>
                <a:gd name="connsiteY5" fmla="*/ 0 h 8889"/>
                <a:gd name="connsiteX6" fmla="*/ 952 w 10000"/>
                <a:gd name="connsiteY6" fmla="*/ 1111 h 8889"/>
                <a:gd name="connsiteX7" fmla="*/ 0 w 10000"/>
                <a:gd name="connsiteY7" fmla="*/ 1111 h 8889"/>
                <a:gd name="connsiteX8" fmla="*/ 477 w 10000"/>
                <a:gd name="connsiteY8" fmla="*/ 3333 h 8889"/>
                <a:gd name="connsiteX9" fmla="*/ 1429 w 10000"/>
                <a:gd name="connsiteY9" fmla="*/ 4444 h 8889"/>
                <a:gd name="connsiteX10" fmla="*/ 1904 w 10000"/>
                <a:gd name="connsiteY10" fmla="*/ 6667 h 8889"/>
                <a:gd name="connsiteX11" fmla="*/ 2857 w 10000"/>
                <a:gd name="connsiteY11" fmla="*/ 7778 h 8889"/>
                <a:gd name="connsiteX12" fmla="*/ 4762 w 10000"/>
                <a:gd name="connsiteY12" fmla="*/ 7778 h 8889"/>
                <a:gd name="connsiteX13" fmla="*/ 6190 w 10000"/>
                <a:gd name="connsiteY13" fmla="*/ 8889 h 8889"/>
                <a:gd name="connsiteX14" fmla="*/ 8571 w 10000"/>
                <a:gd name="connsiteY14" fmla="*/ 8809 h 8889"/>
                <a:gd name="connsiteX0" fmla="*/ 8571 w 9048"/>
                <a:gd name="connsiteY0" fmla="*/ 9910 h 10000"/>
                <a:gd name="connsiteX1" fmla="*/ 9048 w 9048"/>
                <a:gd name="connsiteY1" fmla="*/ 7500 h 10000"/>
                <a:gd name="connsiteX2" fmla="*/ 9048 w 9048"/>
                <a:gd name="connsiteY2" fmla="*/ 1771 h 10000"/>
                <a:gd name="connsiteX3" fmla="*/ 6667 w 9048"/>
                <a:gd name="connsiteY3" fmla="*/ 1250 h 10000"/>
                <a:gd name="connsiteX4" fmla="*/ 5238 w 9048"/>
                <a:gd name="connsiteY4" fmla="*/ 0 h 10000"/>
                <a:gd name="connsiteX5" fmla="*/ 1904 w 9048"/>
                <a:gd name="connsiteY5" fmla="*/ 0 h 10000"/>
                <a:gd name="connsiteX6" fmla="*/ 952 w 9048"/>
                <a:gd name="connsiteY6" fmla="*/ 1250 h 10000"/>
                <a:gd name="connsiteX7" fmla="*/ 0 w 9048"/>
                <a:gd name="connsiteY7" fmla="*/ 1250 h 10000"/>
                <a:gd name="connsiteX8" fmla="*/ 477 w 9048"/>
                <a:gd name="connsiteY8" fmla="*/ 3750 h 10000"/>
                <a:gd name="connsiteX9" fmla="*/ 1429 w 9048"/>
                <a:gd name="connsiteY9" fmla="*/ 4999 h 10000"/>
                <a:gd name="connsiteX10" fmla="*/ 1904 w 9048"/>
                <a:gd name="connsiteY10" fmla="*/ 7500 h 10000"/>
                <a:gd name="connsiteX11" fmla="*/ 2857 w 9048"/>
                <a:gd name="connsiteY11" fmla="*/ 8750 h 10000"/>
                <a:gd name="connsiteX12" fmla="*/ 4762 w 9048"/>
                <a:gd name="connsiteY12" fmla="*/ 8750 h 10000"/>
                <a:gd name="connsiteX13" fmla="*/ 6190 w 9048"/>
                <a:gd name="connsiteY13" fmla="*/ 10000 h 10000"/>
                <a:gd name="connsiteX14" fmla="*/ 8571 w 9048"/>
                <a:gd name="connsiteY14" fmla="*/ 9910 h 10000"/>
                <a:gd name="connsiteX0" fmla="*/ 8946 w 9473"/>
                <a:gd name="connsiteY0" fmla="*/ 9910 h 10000"/>
                <a:gd name="connsiteX1" fmla="*/ 9473 w 9473"/>
                <a:gd name="connsiteY1" fmla="*/ 7500 h 10000"/>
                <a:gd name="connsiteX2" fmla="*/ 9473 w 9473"/>
                <a:gd name="connsiteY2" fmla="*/ 1771 h 10000"/>
                <a:gd name="connsiteX3" fmla="*/ 6841 w 9473"/>
                <a:gd name="connsiteY3" fmla="*/ 1250 h 10000"/>
                <a:gd name="connsiteX4" fmla="*/ 5262 w 9473"/>
                <a:gd name="connsiteY4" fmla="*/ 0 h 10000"/>
                <a:gd name="connsiteX5" fmla="*/ 1577 w 9473"/>
                <a:gd name="connsiteY5" fmla="*/ 0 h 10000"/>
                <a:gd name="connsiteX6" fmla="*/ 525 w 9473"/>
                <a:gd name="connsiteY6" fmla="*/ 1250 h 10000"/>
                <a:gd name="connsiteX7" fmla="*/ 0 w 9473"/>
                <a:gd name="connsiteY7" fmla="*/ 3750 h 10000"/>
                <a:gd name="connsiteX8" fmla="*/ 1052 w 9473"/>
                <a:gd name="connsiteY8" fmla="*/ 4999 h 10000"/>
                <a:gd name="connsiteX9" fmla="*/ 1577 w 9473"/>
                <a:gd name="connsiteY9" fmla="*/ 7500 h 10000"/>
                <a:gd name="connsiteX10" fmla="*/ 2631 w 9473"/>
                <a:gd name="connsiteY10" fmla="*/ 8750 h 10000"/>
                <a:gd name="connsiteX11" fmla="*/ 4736 w 9473"/>
                <a:gd name="connsiteY11" fmla="*/ 8750 h 10000"/>
                <a:gd name="connsiteX12" fmla="*/ 6314 w 9473"/>
                <a:gd name="connsiteY12" fmla="*/ 10000 h 10000"/>
                <a:gd name="connsiteX13" fmla="*/ 8946 w 9473"/>
                <a:gd name="connsiteY13" fmla="*/ 9910 h 10000"/>
                <a:gd name="connsiteX0" fmla="*/ 9444 w 10000"/>
                <a:gd name="connsiteY0" fmla="*/ 9910 h 10000"/>
                <a:gd name="connsiteX1" fmla="*/ 10000 w 10000"/>
                <a:gd name="connsiteY1" fmla="*/ 7500 h 10000"/>
                <a:gd name="connsiteX2" fmla="*/ 9969 w 10000"/>
                <a:gd name="connsiteY2" fmla="*/ 5120 h 10000"/>
                <a:gd name="connsiteX3" fmla="*/ 7222 w 10000"/>
                <a:gd name="connsiteY3" fmla="*/ 1250 h 10000"/>
                <a:gd name="connsiteX4" fmla="*/ 5555 w 10000"/>
                <a:gd name="connsiteY4" fmla="*/ 0 h 10000"/>
                <a:gd name="connsiteX5" fmla="*/ 1665 w 10000"/>
                <a:gd name="connsiteY5" fmla="*/ 0 h 10000"/>
                <a:gd name="connsiteX6" fmla="*/ 554 w 10000"/>
                <a:gd name="connsiteY6" fmla="*/ 1250 h 10000"/>
                <a:gd name="connsiteX7" fmla="*/ 0 w 10000"/>
                <a:gd name="connsiteY7" fmla="*/ 3750 h 10000"/>
                <a:gd name="connsiteX8" fmla="*/ 1111 w 10000"/>
                <a:gd name="connsiteY8" fmla="*/ 4999 h 10000"/>
                <a:gd name="connsiteX9" fmla="*/ 1665 w 10000"/>
                <a:gd name="connsiteY9" fmla="*/ 7500 h 10000"/>
                <a:gd name="connsiteX10" fmla="*/ 2777 w 10000"/>
                <a:gd name="connsiteY10" fmla="*/ 8750 h 10000"/>
                <a:gd name="connsiteX11" fmla="*/ 4999 w 10000"/>
                <a:gd name="connsiteY11" fmla="*/ 8750 h 10000"/>
                <a:gd name="connsiteX12" fmla="*/ 6665 w 10000"/>
                <a:gd name="connsiteY12" fmla="*/ 10000 h 10000"/>
                <a:gd name="connsiteX13" fmla="*/ 9444 w 10000"/>
                <a:gd name="connsiteY13" fmla="*/ 9910 h 10000"/>
                <a:gd name="connsiteX0" fmla="*/ 8890 w 9446"/>
                <a:gd name="connsiteY0" fmla="*/ 9910 h 10000"/>
                <a:gd name="connsiteX1" fmla="*/ 9446 w 9446"/>
                <a:gd name="connsiteY1" fmla="*/ 7500 h 10000"/>
                <a:gd name="connsiteX2" fmla="*/ 9415 w 9446"/>
                <a:gd name="connsiteY2" fmla="*/ 5120 h 10000"/>
                <a:gd name="connsiteX3" fmla="*/ 6668 w 9446"/>
                <a:gd name="connsiteY3" fmla="*/ 1250 h 10000"/>
                <a:gd name="connsiteX4" fmla="*/ 5001 w 9446"/>
                <a:gd name="connsiteY4" fmla="*/ 0 h 10000"/>
                <a:gd name="connsiteX5" fmla="*/ 1111 w 9446"/>
                <a:gd name="connsiteY5" fmla="*/ 0 h 10000"/>
                <a:gd name="connsiteX6" fmla="*/ 0 w 9446"/>
                <a:gd name="connsiteY6" fmla="*/ 1250 h 10000"/>
                <a:gd name="connsiteX7" fmla="*/ 557 w 9446"/>
                <a:gd name="connsiteY7" fmla="*/ 4999 h 10000"/>
                <a:gd name="connsiteX8" fmla="*/ 1111 w 9446"/>
                <a:gd name="connsiteY8" fmla="*/ 7500 h 10000"/>
                <a:gd name="connsiteX9" fmla="*/ 2223 w 9446"/>
                <a:gd name="connsiteY9" fmla="*/ 8750 h 10000"/>
                <a:gd name="connsiteX10" fmla="*/ 4445 w 9446"/>
                <a:gd name="connsiteY10" fmla="*/ 8750 h 10000"/>
                <a:gd name="connsiteX11" fmla="*/ 6111 w 9446"/>
                <a:gd name="connsiteY11" fmla="*/ 10000 h 10000"/>
                <a:gd name="connsiteX12" fmla="*/ 8890 w 9446"/>
                <a:gd name="connsiteY12" fmla="*/ 9910 h 10000"/>
                <a:gd name="connsiteX0" fmla="*/ 8856 w 9445"/>
                <a:gd name="connsiteY0" fmla="*/ 9910 h 10000"/>
                <a:gd name="connsiteX1" fmla="*/ 9445 w 9445"/>
                <a:gd name="connsiteY1" fmla="*/ 7500 h 10000"/>
                <a:gd name="connsiteX2" fmla="*/ 9412 w 9445"/>
                <a:gd name="connsiteY2" fmla="*/ 5120 h 10000"/>
                <a:gd name="connsiteX3" fmla="*/ 6504 w 9445"/>
                <a:gd name="connsiteY3" fmla="*/ 1250 h 10000"/>
                <a:gd name="connsiteX4" fmla="*/ 4739 w 9445"/>
                <a:gd name="connsiteY4" fmla="*/ 0 h 10000"/>
                <a:gd name="connsiteX5" fmla="*/ 621 w 9445"/>
                <a:gd name="connsiteY5" fmla="*/ 0 h 10000"/>
                <a:gd name="connsiteX6" fmla="*/ 360 w 9445"/>
                <a:gd name="connsiteY6" fmla="*/ 2589 h 10000"/>
                <a:gd name="connsiteX7" fmla="*/ 35 w 9445"/>
                <a:gd name="connsiteY7" fmla="*/ 4999 h 10000"/>
                <a:gd name="connsiteX8" fmla="*/ 621 w 9445"/>
                <a:gd name="connsiteY8" fmla="*/ 7500 h 10000"/>
                <a:gd name="connsiteX9" fmla="*/ 1798 w 9445"/>
                <a:gd name="connsiteY9" fmla="*/ 8750 h 10000"/>
                <a:gd name="connsiteX10" fmla="*/ 4151 w 9445"/>
                <a:gd name="connsiteY10" fmla="*/ 8750 h 10000"/>
                <a:gd name="connsiteX11" fmla="*/ 5914 w 9445"/>
                <a:gd name="connsiteY11" fmla="*/ 10000 h 10000"/>
                <a:gd name="connsiteX12" fmla="*/ 8856 w 9445"/>
                <a:gd name="connsiteY12" fmla="*/ 9910 h 10000"/>
                <a:gd name="connsiteX0" fmla="*/ 9376 w 10000"/>
                <a:gd name="connsiteY0" fmla="*/ 9910 h 10000"/>
                <a:gd name="connsiteX1" fmla="*/ 10000 w 10000"/>
                <a:gd name="connsiteY1" fmla="*/ 7500 h 10000"/>
                <a:gd name="connsiteX2" fmla="*/ 9965 w 10000"/>
                <a:gd name="connsiteY2" fmla="*/ 5120 h 10000"/>
                <a:gd name="connsiteX3" fmla="*/ 6886 w 10000"/>
                <a:gd name="connsiteY3" fmla="*/ 1250 h 10000"/>
                <a:gd name="connsiteX4" fmla="*/ 5017 w 10000"/>
                <a:gd name="connsiteY4" fmla="*/ 0 h 10000"/>
                <a:gd name="connsiteX5" fmla="*/ 380 w 10000"/>
                <a:gd name="connsiteY5" fmla="*/ 74 h 10000"/>
                <a:gd name="connsiteX6" fmla="*/ 381 w 10000"/>
                <a:gd name="connsiteY6" fmla="*/ 2589 h 10000"/>
                <a:gd name="connsiteX7" fmla="*/ 37 w 10000"/>
                <a:gd name="connsiteY7" fmla="*/ 4999 h 10000"/>
                <a:gd name="connsiteX8" fmla="*/ 657 w 10000"/>
                <a:gd name="connsiteY8" fmla="*/ 7500 h 10000"/>
                <a:gd name="connsiteX9" fmla="*/ 1904 w 10000"/>
                <a:gd name="connsiteY9" fmla="*/ 8750 h 10000"/>
                <a:gd name="connsiteX10" fmla="*/ 4395 w 10000"/>
                <a:gd name="connsiteY10" fmla="*/ 8750 h 10000"/>
                <a:gd name="connsiteX11" fmla="*/ 6262 w 10000"/>
                <a:gd name="connsiteY11" fmla="*/ 10000 h 10000"/>
                <a:gd name="connsiteX12" fmla="*/ 9376 w 10000"/>
                <a:gd name="connsiteY12" fmla="*/ 9910 h 10000"/>
                <a:gd name="connsiteX0" fmla="*/ 9148 w 9772"/>
                <a:gd name="connsiteY0" fmla="*/ 9910 h 10000"/>
                <a:gd name="connsiteX1" fmla="*/ 9772 w 9772"/>
                <a:gd name="connsiteY1" fmla="*/ 7500 h 10000"/>
                <a:gd name="connsiteX2" fmla="*/ 9737 w 9772"/>
                <a:gd name="connsiteY2" fmla="*/ 5120 h 10000"/>
                <a:gd name="connsiteX3" fmla="*/ 6658 w 9772"/>
                <a:gd name="connsiteY3" fmla="*/ 1250 h 10000"/>
                <a:gd name="connsiteX4" fmla="*/ 4789 w 9772"/>
                <a:gd name="connsiteY4" fmla="*/ 0 h 10000"/>
                <a:gd name="connsiteX5" fmla="*/ 152 w 9772"/>
                <a:gd name="connsiteY5" fmla="*/ 74 h 10000"/>
                <a:gd name="connsiteX6" fmla="*/ 153 w 9772"/>
                <a:gd name="connsiteY6" fmla="*/ 2589 h 10000"/>
                <a:gd name="connsiteX7" fmla="*/ 51 w 9772"/>
                <a:gd name="connsiteY7" fmla="*/ 5743 h 10000"/>
                <a:gd name="connsiteX8" fmla="*/ 429 w 9772"/>
                <a:gd name="connsiteY8" fmla="*/ 7500 h 10000"/>
                <a:gd name="connsiteX9" fmla="*/ 1676 w 9772"/>
                <a:gd name="connsiteY9" fmla="*/ 8750 h 10000"/>
                <a:gd name="connsiteX10" fmla="*/ 4167 w 9772"/>
                <a:gd name="connsiteY10" fmla="*/ 8750 h 10000"/>
                <a:gd name="connsiteX11" fmla="*/ 6034 w 9772"/>
                <a:gd name="connsiteY11" fmla="*/ 10000 h 10000"/>
                <a:gd name="connsiteX12" fmla="*/ 9148 w 9772"/>
                <a:gd name="connsiteY12" fmla="*/ 9910 h 10000"/>
                <a:gd name="connsiteX0" fmla="*/ 9309 w 9948"/>
                <a:gd name="connsiteY0" fmla="*/ 9910 h 10000"/>
                <a:gd name="connsiteX1" fmla="*/ 9948 w 9948"/>
                <a:gd name="connsiteY1" fmla="*/ 7500 h 10000"/>
                <a:gd name="connsiteX2" fmla="*/ 9912 w 9948"/>
                <a:gd name="connsiteY2" fmla="*/ 5120 h 10000"/>
                <a:gd name="connsiteX3" fmla="*/ 6761 w 9948"/>
                <a:gd name="connsiteY3" fmla="*/ 1250 h 10000"/>
                <a:gd name="connsiteX4" fmla="*/ 4849 w 9948"/>
                <a:gd name="connsiteY4" fmla="*/ 0 h 10000"/>
                <a:gd name="connsiteX5" fmla="*/ 104 w 9948"/>
                <a:gd name="connsiteY5" fmla="*/ 74 h 10000"/>
                <a:gd name="connsiteX6" fmla="*/ 105 w 9948"/>
                <a:gd name="connsiteY6" fmla="*/ 2589 h 10000"/>
                <a:gd name="connsiteX7" fmla="*/ 0 w 9948"/>
                <a:gd name="connsiteY7" fmla="*/ 5743 h 10000"/>
                <a:gd name="connsiteX8" fmla="*/ 387 w 9948"/>
                <a:gd name="connsiteY8" fmla="*/ 7500 h 10000"/>
                <a:gd name="connsiteX9" fmla="*/ 1663 w 9948"/>
                <a:gd name="connsiteY9" fmla="*/ 8750 h 10000"/>
                <a:gd name="connsiteX10" fmla="*/ 4212 w 9948"/>
                <a:gd name="connsiteY10" fmla="*/ 8750 h 10000"/>
                <a:gd name="connsiteX11" fmla="*/ 6123 w 9948"/>
                <a:gd name="connsiteY11" fmla="*/ 10000 h 10000"/>
                <a:gd name="connsiteX12" fmla="*/ 9309 w 9948"/>
                <a:gd name="connsiteY12" fmla="*/ 9910 h 10000"/>
                <a:gd name="connsiteX0" fmla="*/ 9358 w 10000"/>
                <a:gd name="connsiteY0" fmla="*/ 9910 h 10000"/>
                <a:gd name="connsiteX1" fmla="*/ 10000 w 10000"/>
                <a:gd name="connsiteY1" fmla="*/ 7500 h 10000"/>
                <a:gd name="connsiteX2" fmla="*/ 9964 w 10000"/>
                <a:gd name="connsiteY2" fmla="*/ 5120 h 10000"/>
                <a:gd name="connsiteX3" fmla="*/ 6796 w 10000"/>
                <a:gd name="connsiteY3" fmla="*/ 1250 h 10000"/>
                <a:gd name="connsiteX4" fmla="*/ 4874 w 10000"/>
                <a:gd name="connsiteY4" fmla="*/ 0 h 10000"/>
                <a:gd name="connsiteX5" fmla="*/ 105 w 10000"/>
                <a:gd name="connsiteY5" fmla="*/ 74 h 10000"/>
                <a:gd name="connsiteX6" fmla="*/ 284 w 10000"/>
                <a:gd name="connsiteY6" fmla="*/ 2589 h 10000"/>
                <a:gd name="connsiteX7" fmla="*/ 0 w 10000"/>
                <a:gd name="connsiteY7" fmla="*/ 5743 h 10000"/>
                <a:gd name="connsiteX8" fmla="*/ 389 w 10000"/>
                <a:gd name="connsiteY8" fmla="*/ 7500 h 10000"/>
                <a:gd name="connsiteX9" fmla="*/ 1672 w 10000"/>
                <a:gd name="connsiteY9" fmla="*/ 8750 h 10000"/>
                <a:gd name="connsiteX10" fmla="*/ 4234 w 10000"/>
                <a:gd name="connsiteY10" fmla="*/ 8750 h 10000"/>
                <a:gd name="connsiteX11" fmla="*/ 6155 w 10000"/>
                <a:gd name="connsiteY11" fmla="*/ 10000 h 10000"/>
                <a:gd name="connsiteX12" fmla="*/ 9358 w 10000"/>
                <a:gd name="connsiteY12" fmla="*/ 9910 h 10000"/>
                <a:gd name="connsiteX0" fmla="*/ 9678 w 10000"/>
                <a:gd name="connsiteY0" fmla="*/ 8868 h 10000"/>
                <a:gd name="connsiteX1" fmla="*/ 10000 w 10000"/>
                <a:gd name="connsiteY1" fmla="*/ 7500 h 10000"/>
                <a:gd name="connsiteX2" fmla="*/ 9964 w 10000"/>
                <a:gd name="connsiteY2" fmla="*/ 5120 h 10000"/>
                <a:gd name="connsiteX3" fmla="*/ 6796 w 10000"/>
                <a:gd name="connsiteY3" fmla="*/ 1250 h 10000"/>
                <a:gd name="connsiteX4" fmla="*/ 4874 w 10000"/>
                <a:gd name="connsiteY4" fmla="*/ 0 h 10000"/>
                <a:gd name="connsiteX5" fmla="*/ 105 w 10000"/>
                <a:gd name="connsiteY5" fmla="*/ 74 h 10000"/>
                <a:gd name="connsiteX6" fmla="*/ 284 w 10000"/>
                <a:gd name="connsiteY6" fmla="*/ 2589 h 10000"/>
                <a:gd name="connsiteX7" fmla="*/ 0 w 10000"/>
                <a:gd name="connsiteY7" fmla="*/ 5743 h 10000"/>
                <a:gd name="connsiteX8" fmla="*/ 389 w 10000"/>
                <a:gd name="connsiteY8" fmla="*/ 7500 h 10000"/>
                <a:gd name="connsiteX9" fmla="*/ 1672 w 10000"/>
                <a:gd name="connsiteY9" fmla="*/ 8750 h 10000"/>
                <a:gd name="connsiteX10" fmla="*/ 4234 w 10000"/>
                <a:gd name="connsiteY10" fmla="*/ 8750 h 10000"/>
                <a:gd name="connsiteX11" fmla="*/ 6155 w 10000"/>
                <a:gd name="connsiteY11" fmla="*/ 10000 h 10000"/>
                <a:gd name="connsiteX12" fmla="*/ 9678 w 10000"/>
                <a:gd name="connsiteY12" fmla="*/ 8868 h 10000"/>
                <a:gd name="connsiteX0" fmla="*/ 9678 w 10000"/>
                <a:gd name="connsiteY0" fmla="*/ 8868 h 8868"/>
                <a:gd name="connsiteX1" fmla="*/ 10000 w 10000"/>
                <a:gd name="connsiteY1" fmla="*/ 7500 h 8868"/>
                <a:gd name="connsiteX2" fmla="*/ 9964 w 10000"/>
                <a:gd name="connsiteY2" fmla="*/ 5120 h 8868"/>
                <a:gd name="connsiteX3" fmla="*/ 6796 w 10000"/>
                <a:gd name="connsiteY3" fmla="*/ 1250 h 8868"/>
                <a:gd name="connsiteX4" fmla="*/ 4874 w 10000"/>
                <a:gd name="connsiteY4" fmla="*/ 0 h 8868"/>
                <a:gd name="connsiteX5" fmla="*/ 105 w 10000"/>
                <a:gd name="connsiteY5" fmla="*/ 74 h 8868"/>
                <a:gd name="connsiteX6" fmla="*/ 284 w 10000"/>
                <a:gd name="connsiteY6" fmla="*/ 2589 h 8868"/>
                <a:gd name="connsiteX7" fmla="*/ 0 w 10000"/>
                <a:gd name="connsiteY7" fmla="*/ 5743 h 8868"/>
                <a:gd name="connsiteX8" fmla="*/ 389 w 10000"/>
                <a:gd name="connsiteY8" fmla="*/ 7500 h 8868"/>
                <a:gd name="connsiteX9" fmla="*/ 1672 w 10000"/>
                <a:gd name="connsiteY9" fmla="*/ 8750 h 8868"/>
                <a:gd name="connsiteX10" fmla="*/ 4234 w 10000"/>
                <a:gd name="connsiteY10" fmla="*/ 8750 h 8868"/>
                <a:gd name="connsiteX11" fmla="*/ 6440 w 10000"/>
                <a:gd name="connsiteY11" fmla="*/ 8809 h 8868"/>
                <a:gd name="connsiteX12" fmla="*/ 9678 w 10000"/>
                <a:gd name="connsiteY12" fmla="*/ 8868 h 8868"/>
                <a:gd name="connsiteX0" fmla="*/ 9678 w 10000"/>
                <a:gd name="connsiteY0" fmla="*/ 10000 h 10000"/>
                <a:gd name="connsiteX1" fmla="*/ 10000 w 10000"/>
                <a:gd name="connsiteY1" fmla="*/ 8457 h 10000"/>
                <a:gd name="connsiteX2" fmla="*/ 9964 w 10000"/>
                <a:gd name="connsiteY2" fmla="*/ 5774 h 10000"/>
                <a:gd name="connsiteX3" fmla="*/ 6796 w 10000"/>
                <a:gd name="connsiteY3" fmla="*/ 1410 h 10000"/>
                <a:gd name="connsiteX4" fmla="*/ 4874 w 10000"/>
                <a:gd name="connsiteY4" fmla="*/ 0 h 10000"/>
                <a:gd name="connsiteX5" fmla="*/ 105 w 10000"/>
                <a:gd name="connsiteY5" fmla="*/ 83 h 10000"/>
                <a:gd name="connsiteX6" fmla="*/ 284 w 10000"/>
                <a:gd name="connsiteY6" fmla="*/ 2919 h 10000"/>
                <a:gd name="connsiteX7" fmla="*/ 0 w 10000"/>
                <a:gd name="connsiteY7" fmla="*/ 6476 h 10000"/>
                <a:gd name="connsiteX8" fmla="*/ 389 w 10000"/>
                <a:gd name="connsiteY8" fmla="*/ 8457 h 10000"/>
                <a:gd name="connsiteX9" fmla="*/ 2277 w 10000"/>
                <a:gd name="connsiteY9" fmla="*/ 8273 h 10000"/>
                <a:gd name="connsiteX10" fmla="*/ 4234 w 10000"/>
                <a:gd name="connsiteY10" fmla="*/ 9867 h 10000"/>
                <a:gd name="connsiteX11" fmla="*/ 6440 w 10000"/>
                <a:gd name="connsiteY11" fmla="*/ 9933 h 10000"/>
                <a:gd name="connsiteX12" fmla="*/ 9678 w 10000"/>
                <a:gd name="connsiteY12" fmla="*/ 10000 h 10000"/>
                <a:gd name="connsiteX0" fmla="*/ 9678 w 10000"/>
                <a:gd name="connsiteY0" fmla="*/ 10000 h 10000"/>
                <a:gd name="connsiteX1" fmla="*/ 10000 w 10000"/>
                <a:gd name="connsiteY1" fmla="*/ 8457 h 10000"/>
                <a:gd name="connsiteX2" fmla="*/ 9964 w 10000"/>
                <a:gd name="connsiteY2" fmla="*/ 5774 h 10000"/>
                <a:gd name="connsiteX3" fmla="*/ 6796 w 10000"/>
                <a:gd name="connsiteY3" fmla="*/ 1410 h 10000"/>
                <a:gd name="connsiteX4" fmla="*/ 4874 w 10000"/>
                <a:gd name="connsiteY4" fmla="*/ 0 h 10000"/>
                <a:gd name="connsiteX5" fmla="*/ 105 w 10000"/>
                <a:gd name="connsiteY5" fmla="*/ 83 h 10000"/>
                <a:gd name="connsiteX6" fmla="*/ 284 w 10000"/>
                <a:gd name="connsiteY6" fmla="*/ 2919 h 10000"/>
                <a:gd name="connsiteX7" fmla="*/ 0 w 10000"/>
                <a:gd name="connsiteY7" fmla="*/ 6476 h 10000"/>
                <a:gd name="connsiteX8" fmla="*/ 389 w 10000"/>
                <a:gd name="connsiteY8" fmla="*/ 8457 h 10000"/>
                <a:gd name="connsiteX9" fmla="*/ 2277 w 10000"/>
                <a:gd name="connsiteY9" fmla="*/ 8273 h 10000"/>
                <a:gd name="connsiteX10" fmla="*/ 4234 w 10000"/>
                <a:gd name="connsiteY10" fmla="*/ 9867 h 10000"/>
                <a:gd name="connsiteX11" fmla="*/ 6760 w 10000"/>
                <a:gd name="connsiteY11" fmla="*/ 8674 h 10000"/>
                <a:gd name="connsiteX12" fmla="*/ 9678 w 10000"/>
                <a:gd name="connsiteY12" fmla="*/ 10000 h 10000"/>
                <a:gd name="connsiteX0" fmla="*/ 9678 w 10000"/>
                <a:gd name="connsiteY0" fmla="*/ 10000 h 10000"/>
                <a:gd name="connsiteX1" fmla="*/ 10000 w 10000"/>
                <a:gd name="connsiteY1" fmla="*/ 8457 h 10000"/>
                <a:gd name="connsiteX2" fmla="*/ 9964 w 10000"/>
                <a:gd name="connsiteY2" fmla="*/ 5774 h 10000"/>
                <a:gd name="connsiteX3" fmla="*/ 6867 w 10000"/>
                <a:gd name="connsiteY3" fmla="*/ 2920 h 10000"/>
                <a:gd name="connsiteX4" fmla="*/ 4874 w 10000"/>
                <a:gd name="connsiteY4" fmla="*/ 0 h 10000"/>
                <a:gd name="connsiteX5" fmla="*/ 105 w 10000"/>
                <a:gd name="connsiteY5" fmla="*/ 83 h 10000"/>
                <a:gd name="connsiteX6" fmla="*/ 284 w 10000"/>
                <a:gd name="connsiteY6" fmla="*/ 2919 h 10000"/>
                <a:gd name="connsiteX7" fmla="*/ 0 w 10000"/>
                <a:gd name="connsiteY7" fmla="*/ 6476 h 10000"/>
                <a:gd name="connsiteX8" fmla="*/ 389 w 10000"/>
                <a:gd name="connsiteY8" fmla="*/ 8457 h 10000"/>
                <a:gd name="connsiteX9" fmla="*/ 2277 w 10000"/>
                <a:gd name="connsiteY9" fmla="*/ 8273 h 10000"/>
                <a:gd name="connsiteX10" fmla="*/ 4234 w 10000"/>
                <a:gd name="connsiteY10" fmla="*/ 9867 h 10000"/>
                <a:gd name="connsiteX11" fmla="*/ 6760 w 10000"/>
                <a:gd name="connsiteY11" fmla="*/ 8674 h 10000"/>
                <a:gd name="connsiteX12" fmla="*/ 9678 w 10000"/>
                <a:gd name="connsiteY12" fmla="*/ 10000 h 10000"/>
                <a:gd name="connsiteX0" fmla="*/ 9678 w 10000"/>
                <a:gd name="connsiteY0" fmla="*/ 9917 h 9917"/>
                <a:gd name="connsiteX1" fmla="*/ 10000 w 10000"/>
                <a:gd name="connsiteY1" fmla="*/ 8374 h 9917"/>
                <a:gd name="connsiteX2" fmla="*/ 9964 w 10000"/>
                <a:gd name="connsiteY2" fmla="*/ 5691 h 9917"/>
                <a:gd name="connsiteX3" fmla="*/ 6867 w 10000"/>
                <a:gd name="connsiteY3" fmla="*/ 2837 h 9917"/>
                <a:gd name="connsiteX4" fmla="*/ 4483 w 10000"/>
                <a:gd name="connsiteY4" fmla="*/ 1008 h 9917"/>
                <a:gd name="connsiteX5" fmla="*/ 105 w 10000"/>
                <a:gd name="connsiteY5" fmla="*/ 0 h 9917"/>
                <a:gd name="connsiteX6" fmla="*/ 284 w 10000"/>
                <a:gd name="connsiteY6" fmla="*/ 2836 h 9917"/>
                <a:gd name="connsiteX7" fmla="*/ 0 w 10000"/>
                <a:gd name="connsiteY7" fmla="*/ 6393 h 9917"/>
                <a:gd name="connsiteX8" fmla="*/ 389 w 10000"/>
                <a:gd name="connsiteY8" fmla="*/ 8374 h 9917"/>
                <a:gd name="connsiteX9" fmla="*/ 2277 w 10000"/>
                <a:gd name="connsiteY9" fmla="*/ 8190 h 9917"/>
                <a:gd name="connsiteX10" fmla="*/ 4234 w 10000"/>
                <a:gd name="connsiteY10" fmla="*/ 9784 h 9917"/>
                <a:gd name="connsiteX11" fmla="*/ 6760 w 10000"/>
                <a:gd name="connsiteY11" fmla="*/ 8591 h 9917"/>
                <a:gd name="connsiteX12" fmla="*/ 9678 w 10000"/>
                <a:gd name="connsiteY12" fmla="*/ 9917 h 9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000" h="9917">
                  <a:moveTo>
                    <a:pt x="9678" y="9917"/>
                  </a:moveTo>
                  <a:cubicBezTo>
                    <a:pt x="9892" y="8507"/>
                    <a:pt x="9785" y="9784"/>
                    <a:pt x="10000" y="8374"/>
                  </a:cubicBezTo>
                  <a:cubicBezTo>
                    <a:pt x="9988" y="7480"/>
                    <a:pt x="9976" y="6585"/>
                    <a:pt x="9964" y="5691"/>
                  </a:cubicBezTo>
                  <a:lnTo>
                    <a:pt x="6867" y="2837"/>
                  </a:lnTo>
                  <a:lnTo>
                    <a:pt x="4483" y="1008"/>
                  </a:lnTo>
                  <a:lnTo>
                    <a:pt x="105" y="0"/>
                  </a:lnTo>
                  <a:cubicBezTo>
                    <a:pt x="105" y="945"/>
                    <a:pt x="284" y="1892"/>
                    <a:pt x="284" y="2836"/>
                  </a:cubicBezTo>
                  <a:cubicBezTo>
                    <a:pt x="498" y="4246"/>
                    <a:pt x="497" y="5403"/>
                    <a:pt x="0" y="6393"/>
                  </a:cubicBezTo>
                  <a:cubicBezTo>
                    <a:pt x="211" y="7334"/>
                    <a:pt x="177" y="7434"/>
                    <a:pt x="389" y="8374"/>
                  </a:cubicBezTo>
                  <a:lnTo>
                    <a:pt x="2277" y="8190"/>
                  </a:lnTo>
                  <a:lnTo>
                    <a:pt x="4234" y="9784"/>
                  </a:lnTo>
                  <a:lnTo>
                    <a:pt x="6760" y="8591"/>
                  </a:lnTo>
                  <a:lnTo>
                    <a:pt x="9678" y="9917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517" name="Canada" descr="© INSCALE GmbH, 05.05.2010&#10;http://www.presentationload.com/">
              <a:extLst>
                <a:ext uri="{FF2B5EF4-FFF2-40B4-BE49-F238E27FC236}">
                  <a16:creationId xmlns:a16="http://schemas.microsoft.com/office/drawing/2014/main" id="{78FA7488-FCF1-4DEF-ADCD-E8A152A757B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122596" y="944325"/>
              <a:ext cx="1841696" cy="947905"/>
            </a:xfrm>
            <a:custGeom>
              <a:avLst/>
              <a:gdLst>
                <a:gd name="T0" fmla="*/ 2147483647 w 5574"/>
                <a:gd name="T1" fmla="*/ 2147483647 h 2886"/>
                <a:gd name="T2" fmla="*/ 2147483647 w 5574"/>
                <a:gd name="T3" fmla="*/ 2147483647 h 2886"/>
                <a:gd name="T4" fmla="*/ 2147483647 w 5574"/>
                <a:gd name="T5" fmla="*/ 2147483647 h 2886"/>
                <a:gd name="T6" fmla="*/ 2147483647 w 5574"/>
                <a:gd name="T7" fmla="*/ 2147483647 h 2886"/>
                <a:gd name="T8" fmla="*/ 2147483647 w 5574"/>
                <a:gd name="T9" fmla="*/ 2147483647 h 2886"/>
                <a:gd name="T10" fmla="*/ 2147483647 w 5574"/>
                <a:gd name="T11" fmla="*/ 2147483647 h 2886"/>
                <a:gd name="T12" fmla="*/ 2147483647 w 5574"/>
                <a:gd name="T13" fmla="*/ 2147483647 h 2886"/>
                <a:gd name="T14" fmla="*/ 2147483647 w 5574"/>
                <a:gd name="T15" fmla="*/ 2147483647 h 2886"/>
                <a:gd name="T16" fmla="*/ 2147483647 w 5574"/>
                <a:gd name="T17" fmla="*/ 2147483647 h 2886"/>
                <a:gd name="T18" fmla="*/ 2147483647 w 5574"/>
                <a:gd name="T19" fmla="*/ 2147483647 h 2886"/>
                <a:gd name="T20" fmla="*/ 2147483647 w 5574"/>
                <a:gd name="T21" fmla="*/ 2147483647 h 2886"/>
                <a:gd name="T22" fmla="*/ 2147483647 w 5574"/>
                <a:gd name="T23" fmla="*/ 2147483647 h 2886"/>
                <a:gd name="T24" fmla="*/ 2147483647 w 5574"/>
                <a:gd name="T25" fmla="*/ 2147483647 h 2886"/>
                <a:gd name="T26" fmla="*/ 2147483647 w 5574"/>
                <a:gd name="T27" fmla="*/ 2147483647 h 2886"/>
                <a:gd name="T28" fmla="*/ 2147483647 w 5574"/>
                <a:gd name="T29" fmla="*/ 2147483647 h 2886"/>
                <a:gd name="T30" fmla="*/ 2147483647 w 5574"/>
                <a:gd name="T31" fmla="*/ 2147483647 h 2886"/>
                <a:gd name="T32" fmla="*/ 2147483647 w 5574"/>
                <a:gd name="T33" fmla="*/ 2147483647 h 2886"/>
                <a:gd name="T34" fmla="*/ 2147483647 w 5574"/>
                <a:gd name="T35" fmla="*/ 2147483647 h 2886"/>
                <a:gd name="T36" fmla="*/ 2147483647 w 5574"/>
                <a:gd name="T37" fmla="*/ 2147483647 h 2886"/>
                <a:gd name="T38" fmla="*/ 2147483647 w 5574"/>
                <a:gd name="T39" fmla="*/ 2147483647 h 2886"/>
                <a:gd name="T40" fmla="*/ 2147483647 w 5574"/>
                <a:gd name="T41" fmla="*/ 2147483647 h 2886"/>
                <a:gd name="T42" fmla="*/ 2147483647 w 5574"/>
                <a:gd name="T43" fmla="*/ 2147483647 h 2886"/>
                <a:gd name="T44" fmla="*/ 2147483647 w 5574"/>
                <a:gd name="T45" fmla="*/ 2147483647 h 2886"/>
                <a:gd name="T46" fmla="*/ 2147483647 w 5574"/>
                <a:gd name="T47" fmla="*/ 2147483647 h 2886"/>
                <a:gd name="T48" fmla="*/ 2147483647 w 5574"/>
                <a:gd name="T49" fmla="*/ 2147483647 h 2886"/>
                <a:gd name="T50" fmla="*/ 2147483647 w 5574"/>
                <a:gd name="T51" fmla="*/ 2147483647 h 2886"/>
                <a:gd name="T52" fmla="*/ 2147483647 w 5574"/>
                <a:gd name="T53" fmla="*/ 2147483647 h 2886"/>
                <a:gd name="T54" fmla="*/ 2147483647 w 5574"/>
                <a:gd name="T55" fmla="*/ 2147483647 h 2886"/>
                <a:gd name="T56" fmla="*/ 2147483647 w 5574"/>
                <a:gd name="T57" fmla="*/ 2147483647 h 2886"/>
                <a:gd name="T58" fmla="*/ 2147483647 w 5574"/>
                <a:gd name="T59" fmla="*/ 2147483647 h 2886"/>
                <a:gd name="T60" fmla="*/ 2147483647 w 5574"/>
                <a:gd name="T61" fmla="*/ 2147483647 h 2886"/>
                <a:gd name="T62" fmla="*/ 2147483647 w 5574"/>
                <a:gd name="T63" fmla="*/ 2147483647 h 2886"/>
                <a:gd name="T64" fmla="*/ 2147483647 w 5574"/>
                <a:gd name="T65" fmla="*/ 2147483647 h 2886"/>
                <a:gd name="T66" fmla="*/ 2147483647 w 5574"/>
                <a:gd name="T67" fmla="*/ 2147483647 h 2886"/>
                <a:gd name="T68" fmla="*/ 2147483647 w 5574"/>
                <a:gd name="T69" fmla="*/ 2147483647 h 2886"/>
                <a:gd name="T70" fmla="*/ 2147483647 w 5574"/>
                <a:gd name="T71" fmla="*/ 2147483647 h 2886"/>
                <a:gd name="T72" fmla="*/ 2147483647 w 5574"/>
                <a:gd name="T73" fmla="*/ 2147483647 h 2886"/>
                <a:gd name="T74" fmla="*/ 2147483647 w 5574"/>
                <a:gd name="T75" fmla="*/ 2147483647 h 2886"/>
                <a:gd name="T76" fmla="*/ 2147483647 w 5574"/>
                <a:gd name="T77" fmla="*/ 2147483647 h 2886"/>
                <a:gd name="T78" fmla="*/ 2147483647 w 5574"/>
                <a:gd name="T79" fmla="*/ 2147483647 h 2886"/>
                <a:gd name="T80" fmla="*/ 2147483647 w 5574"/>
                <a:gd name="T81" fmla="*/ 2147483647 h 2886"/>
                <a:gd name="T82" fmla="*/ 2147483647 w 5574"/>
                <a:gd name="T83" fmla="*/ 2147483647 h 2886"/>
                <a:gd name="T84" fmla="*/ 2147483647 w 5574"/>
                <a:gd name="T85" fmla="*/ 2147483647 h 2886"/>
                <a:gd name="T86" fmla="*/ 2147483647 w 5574"/>
                <a:gd name="T87" fmla="*/ 2147483647 h 2886"/>
                <a:gd name="T88" fmla="*/ 2147483647 w 5574"/>
                <a:gd name="T89" fmla="*/ 2147483647 h 2886"/>
                <a:gd name="T90" fmla="*/ 2147483647 w 5574"/>
                <a:gd name="T91" fmla="*/ 2147483647 h 2886"/>
                <a:gd name="T92" fmla="*/ 2147483647 w 5574"/>
                <a:gd name="T93" fmla="*/ 2147483647 h 2886"/>
                <a:gd name="T94" fmla="*/ 2147483647 w 5574"/>
                <a:gd name="T95" fmla="*/ 2147483647 h 2886"/>
                <a:gd name="T96" fmla="*/ 2147483647 w 5574"/>
                <a:gd name="T97" fmla="*/ 2147483647 h 2886"/>
                <a:gd name="T98" fmla="*/ 2147483647 w 5574"/>
                <a:gd name="T99" fmla="*/ 2147483647 h 2886"/>
                <a:gd name="T100" fmla="*/ 2147483647 w 5574"/>
                <a:gd name="T101" fmla="*/ 2147483647 h 2886"/>
                <a:gd name="T102" fmla="*/ 2147483647 w 5574"/>
                <a:gd name="T103" fmla="*/ 2147483647 h 2886"/>
                <a:gd name="T104" fmla="*/ 2147483647 w 5574"/>
                <a:gd name="T105" fmla="*/ 2147483647 h 2886"/>
                <a:gd name="T106" fmla="*/ 2147483647 w 5574"/>
                <a:gd name="T107" fmla="*/ 2147483647 h 2886"/>
                <a:gd name="T108" fmla="*/ 2147483647 w 5574"/>
                <a:gd name="T109" fmla="*/ 2147483647 h 2886"/>
                <a:gd name="T110" fmla="*/ 2147483647 w 5574"/>
                <a:gd name="T111" fmla="*/ 2147483647 h 2886"/>
                <a:gd name="T112" fmla="*/ 2147483647 w 5574"/>
                <a:gd name="T113" fmla="*/ 2147483647 h 2886"/>
                <a:gd name="T114" fmla="*/ 2147483647 w 5574"/>
                <a:gd name="T115" fmla="*/ 2147483647 h 2886"/>
                <a:gd name="T116" fmla="*/ 2147483647 w 5574"/>
                <a:gd name="T117" fmla="*/ 2147483647 h 2886"/>
                <a:gd name="T118" fmla="*/ 2147483647 w 5574"/>
                <a:gd name="T119" fmla="*/ 2147483647 h 2886"/>
                <a:gd name="T120" fmla="*/ 2147483647 w 5574"/>
                <a:gd name="T121" fmla="*/ 2147483647 h 2886"/>
                <a:gd name="T122" fmla="*/ 2147483647 w 5574"/>
                <a:gd name="T123" fmla="*/ 2147483647 h 2886"/>
                <a:gd name="T124" fmla="*/ 2147483647 w 5574"/>
                <a:gd name="T125" fmla="*/ 2147483647 h 288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5574"/>
                <a:gd name="T190" fmla="*/ 0 h 2886"/>
                <a:gd name="T191" fmla="*/ 5574 w 5574"/>
                <a:gd name="T192" fmla="*/ 2886 h 288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5574" h="2886">
                  <a:moveTo>
                    <a:pt x="3114" y="252"/>
                  </a:moveTo>
                  <a:lnTo>
                    <a:pt x="3138" y="252"/>
                  </a:lnTo>
                  <a:lnTo>
                    <a:pt x="3150" y="258"/>
                  </a:lnTo>
                  <a:lnTo>
                    <a:pt x="3168" y="258"/>
                  </a:lnTo>
                  <a:lnTo>
                    <a:pt x="3174" y="252"/>
                  </a:lnTo>
                  <a:lnTo>
                    <a:pt x="3174" y="246"/>
                  </a:lnTo>
                  <a:lnTo>
                    <a:pt x="3168" y="234"/>
                  </a:lnTo>
                  <a:lnTo>
                    <a:pt x="3156" y="228"/>
                  </a:lnTo>
                  <a:lnTo>
                    <a:pt x="3108" y="228"/>
                  </a:lnTo>
                  <a:lnTo>
                    <a:pt x="3066" y="234"/>
                  </a:lnTo>
                  <a:lnTo>
                    <a:pt x="3036" y="246"/>
                  </a:lnTo>
                  <a:lnTo>
                    <a:pt x="3018" y="246"/>
                  </a:lnTo>
                  <a:lnTo>
                    <a:pt x="3060" y="246"/>
                  </a:lnTo>
                  <a:lnTo>
                    <a:pt x="3096" y="252"/>
                  </a:lnTo>
                  <a:lnTo>
                    <a:pt x="3114" y="252"/>
                  </a:lnTo>
                  <a:close/>
                  <a:moveTo>
                    <a:pt x="2988" y="318"/>
                  </a:moveTo>
                  <a:lnTo>
                    <a:pt x="3036" y="318"/>
                  </a:lnTo>
                  <a:lnTo>
                    <a:pt x="3048" y="312"/>
                  </a:lnTo>
                  <a:lnTo>
                    <a:pt x="3060" y="312"/>
                  </a:lnTo>
                  <a:lnTo>
                    <a:pt x="3072" y="300"/>
                  </a:lnTo>
                  <a:lnTo>
                    <a:pt x="3072" y="294"/>
                  </a:lnTo>
                  <a:lnTo>
                    <a:pt x="3066" y="282"/>
                  </a:lnTo>
                  <a:lnTo>
                    <a:pt x="3138" y="270"/>
                  </a:lnTo>
                  <a:lnTo>
                    <a:pt x="3120" y="264"/>
                  </a:lnTo>
                  <a:lnTo>
                    <a:pt x="3054" y="264"/>
                  </a:lnTo>
                  <a:lnTo>
                    <a:pt x="3042" y="276"/>
                  </a:lnTo>
                  <a:lnTo>
                    <a:pt x="3030" y="276"/>
                  </a:lnTo>
                  <a:lnTo>
                    <a:pt x="2994" y="270"/>
                  </a:lnTo>
                  <a:lnTo>
                    <a:pt x="2958" y="270"/>
                  </a:lnTo>
                  <a:lnTo>
                    <a:pt x="2940" y="282"/>
                  </a:lnTo>
                  <a:lnTo>
                    <a:pt x="2940" y="294"/>
                  </a:lnTo>
                  <a:lnTo>
                    <a:pt x="2946" y="300"/>
                  </a:lnTo>
                  <a:lnTo>
                    <a:pt x="2970" y="312"/>
                  </a:lnTo>
                  <a:lnTo>
                    <a:pt x="2976" y="318"/>
                  </a:lnTo>
                  <a:lnTo>
                    <a:pt x="2988" y="318"/>
                  </a:lnTo>
                  <a:close/>
                  <a:moveTo>
                    <a:pt x="2682" y="384"/>
                  </a:moveTo>
                  <a:lnTo>
                    <a:pt x="2628" y="408"/>
                  </a:lnTo>
                  <a:lnTo>
                    <a:pt x="2634" y="408"/>
                  </a:lnTo>
                  <a:lnTo>
                    <a:pt x="2646" y="414"/>
                  </a:lnTo>
                  <a:lnTo>
                    <a:pt x="2652" y="414"/>
                  </a:lnTo>
                  <a:lnTo>
                    <a:pt x="2658" y="420"/>
                  </a:lnTo>
                  <a:lnTo>
                    <a:pt x="2658" y="426"/>
                  </a:lnTo>
                  <a:lnTo>
                    <a:pt x="2622" y="426"/>
                  </a:lnTo>
                  <a:lnTo>
                    <a:pt x="2586" y="432"/>
                  </a:lnTo>
                  <a:lnTo>
                    <a:pt x="2556" y="438"/>
                  </a:lnTo>
                  <a:lnTo>
                    <a:pt x="2544" y="438"/>
                  </a:lnTo>
                  <a:lnTo>
                    <a:pt x="2520" y="456"/>
                  </a:lnTo>
                  <a:lnTo>
                    <a:pt x="2580" y="450"/>
                  </a:lnTo>
                  <a:lnTo>
                    <a:pt x="2586" y="450"/>
                  </a:lnTo>
                  <a:lnTo>
                    <a:pt x="2592" y="456"/>
                  </a:lnTo>
                  <a:lnTo>
                    <a:pt x="2610" y="456"/>
                  </a:lnTo>
                  <a:lnTo>
                    <a:pt x="2628" y="462"/>
                  </a:lnTo>
                  <a:lnTo>
                    <a:pt x="2658" y="462"/>
                  </a:lnTo>
                  <a:lnTo>
                    <a:pt x="2694" y="450"/>
                  </a:lnTo>
                  <a:lnTo>
                    <a:pt x="2730" y="444"/>
                  </a:lnTo>
                  <a:lnTo>
                    <a:pt x="2742" y="438"/>
                  </a:lnTo>
                  <a:lnTo>
                    <a:pt x="2742" y="450"/>
                  </a:lnTo>
                  <a:lnTo>
                    <a:pt x="2760" y="450"/>
                  </a:lnTo>
                  <a:lnTo>
                    <a:pt x="2796" y="444"/>
                  </a:lnTo>
                  <a:lnTo>
                    <a:pt x="2856" y="444"/>
                  </a:lnTo>
                  <a:lnTo>
                    <a:pt x="2850" y="444"/>
                  </a:lnTo>
                  <a:lnTo>
                    <a:pt x="2844" y="450"/>
                  </a:lnTo>
                  <a:lnTo>
                    <a:pt x="2832" y="450"/>
                  </a:lnTo>
                  <a:lnTo>
                    <a:pt x="2790" y="456"/>
                  </a:lnTo>
                  <a:lnTo>
                    <a:pt x="2730" y="468"/>
                  </a:lnTo>
                  <a:lnTo>
                    <a:pt x="2706" y="468"/>
                  </a:lnTo>
                  <a:lnTo>
                    <a:pt x="2688" y="474"/>
                  </a:lnTo>
                  <a:lnTo>
                    <a:pt x="2670" y="474"/>
                  </a:lnTo>
                  <a:lnTo>
                    <a:pt x="2652" y="480"/>
                  </a:lnTo>
                  <a:lnTo>
                    <a:pt x="2646" y="486"/>
                  </a:lnTo>
                  <a:lnTo>
                    <a:pt x="2640" y="486"/>
                  </a:lnTo>
                  <a:lnTo>
                    <a:pt x="2658" y="486"/>
                  </a:lnTo>
                  <a:lnTo>
                    <a:pt x="2694" y="492"/>
                  </a:lnTo>
                  <a:lnTo>
                    <a:pt x="2760" y="498"/>
                  </a:lnTo>
                  <a:lnTo>
                    <a:pt x="2808" y="492"/>
                  </a:lnTo>
                  <a:lnTo>
                    <a:pt x="2850" y="480"/>
                  </a:lnTo>
                  <a:lnTo>
                    <a:pt x="2874" y="474"/>
                  </a:lnTo>
                  <a:lnTo>
                    <a:pt x="2886" y="468"/>
                  </a:lnTo>
                  <a:lnTo>
                    <a:pt x="2958" y="450"/>
                  </a:lnTo>
                  <a:lnTo>
                    <a:pt x="3000" y="450"/>
                  </a:lnTo>
                  <a:lnTo>
                    <a:pt x="3054" y="444"/>
                  </a:lnTo>
                  <a:lnTo>
                    <a:pt x="3096" y="438"/>
                  </a:lnTo>
                  <a:lnTo>
                    <a:pt x="3120" y="432"/>
                  </a:lnTo>
                  <a:lnTo>
                    <a:pt x="3138" y="420"/>
                  </a:lnTo>
                  <a:lnTo>
                    <a:pt x="3156" y="414"/>
                  </a:lnTo>
                  <a:lnTo>
                    <a:pt x="3168" y="408"/>
                  </a:lnTo>
                  <a:lnTo>
                    <a:pt x="3168" y="396"/>
                  </a:lnTo>
                  <a:lnTo>
                    <a:pt x="3156" y="384"/>
                  </a:lnTo>
                  <a:lnTo>
                    <a:pt x="3144" y="378"/>
                  </a:lnTo>
                  <a:lnTo>
                    <a:pt x="3120" y="378"/>
                  </a:lnTo>
                  <a:lnTo>
                    <a:pt x="3114" y="384"/>
                  </a:lnTo>
                  <a:lnTo>
                    <a:pt x="3108" y="384"/>
                  </a:lnTo>
                  <a:lnTo>
                    <a:pt x="3108" y="396"/>
                  </a:lnTo>
                  <a:lnTo>
                    <a:pt x="3072" y="396"/>
                  </a:lnTo>
                  <a:lnTo>
                    <a:pt x="3078" y="390"/>
                  </a:lnTo>
                  <a:lnTo>
                    <a:pt x="3078" y="378"/>
                  </a:lnTo>
                  <a:lnTo>
                    <a:pt x="3102" y="354"/>
                  </a:lnTo>
                  <a:lnTo>
                    <a:pt x="3102" y="342"/>
                  </a:lnTo>
                  <a:lnTo>
                    <a:pt x="3096" y="342"/>
                  </a:lnTo>
                  <a:lnTo>
                    <a:pt x="3054" y="348"/>
                  </a:lnTo>
                  <a:lnTo>
                    <a:pt x="2988" y="372"/>
                  </a:lnTo>
                  <a:lnTo>
                    <a:pt x="2976" y="378"/>
                  </a:lnTo>
                  <a:lnTo>
                    <a:pt x="3024" y="378"/>
                  </a:lnTo>
                  <a:lnTo>
                    <a:pt x="3018" y="408"/>
                  </a:lnTo>
                  <a:lnTo>
                    <a:pt x="2898" y="420"/>
                  </a:lnTo>
                  <a:lnTo>
                    <a:pt x="2898" y="414"/>
                  </a:lnTo>
                  <a:lnTo>
                    <a:pt x="2892" y="408"/>
                  </a:lnTo>
                  <a:lnTo>
                    <a:pt x="2892" y="372"/>
                  </a:lnTo>
                  <a:lnTo>
                    <a:pt x="2886" y="366"/>
                  </a:lnTo>
                  <a:lnTo>
                    <a:pt x="2874" y="366"/>
                  </a:lnTo>
                  <a:lnTo>
                    <a:pt x="2856" y="360"/>
                  </a:lnTo>
                  <a:lnTo>
                    <a:pt x="2814" y="360"/>
                  </a:lnTo>
                  <a:lnTo>
                    <a:pt x="2682" y="384"/>
                  </a:lnTo>
                  <a:close/>
                  <a:moveTo>
                    <a:pt x="2832" y="342"/>
                  </a:moveTo>
                  <a:lnTo>
                    <a:pt x="2844" y="330"/>
                  </a:lnTo>
                  <a:lnTo>
                    <a:pt x="2844" y="318"/>
                  </a:lnTo>
                  <a:lnTo>
                    <a:pt x="2838" y="312"/>
                  </a:lnTo>
                  <a:lnTo>
                    <a:pt x="2814" y="312"/>
                  </a:lnTo>
                  <a:lnTo>
                    <a:pt x="2802" y="318"/>
                  </a:lnTo>
                  <a:lnTo>
                    <a:pt x="2796" y="324"/>
                  </a:lnTo>
                  <a:lnTo>
                    <a:pt x="2796" y="330"/>
                  </a:lnTo>
                  <a:lnTo>
                    <a:pt x="2802" y="336"/>
                  </a:lnTo>
                  <a:lnTo>
                    <a:pt x="2814" y="336"/>
                  </a:lnTo>
                  <a:lnTo>
                    <a:pt x="2820" y="342"/>
                  </a:lnTo>
                  <a:lnTo>
                    <a:pt x="2832" y="342"/>
                  </a:lnTo>
                  <a:close/>
                  <a:moveTo>
                    <a:pt x="3012" y="564"/>
                  </a:moveTo>
                  <a:lnTo>
                    <a:pt x="2988" y="540"/>
                  </a:lnTo>
                  <a:lnTo>
                    <a:pt x="2958" y="540"/>
                  </a:lnTo>
                  <a:lnTo>
                    <a:pt x="2952" y="534"/>
                  </a:lnTo>
                  <a:lnTo>
                    <a:pt x="2946" y="534"/>
                  </a:lnTo>
                  <a:lnTo>
                    <a:pt x="2934" y="528"/>
                  </a:lnTo>
                  <a:lnTo>
                    <a:pt x="2916" y="528"/>
                  </a:lnTo>
                  <a:lnTo>
                    <a:pt x="2898" y="534"/>
                  </a:lnTo>
                  <a:lnTo>
                    <a:pt x="2892" y="540"/>
                  </a:lnTo>
                  <a:lnTo>
                    <a:pt x="2892" y="552"/>
                  </a:lnTo>
                  <a:lnTo>
                    <a:pt x="2928" y="570"/>
                  </a:lnTo>
                  <a:lnTo>
                    <a:pt x="2934" y="576"/>
                  </a:lnTo>
                  <a:lnTo>
                    <a:pt x="2946" y="582"/>
                  </a:lnTo>
                  <a:lnTo>
                    <a:pt x="3012" y="564"/>
                  </a:lnTo>
                  <a:close/>
                  <a:moveTo>
                    <a:pt x="2460" y="414"/>
                  </a:moveTo>
                  <a:lnTo>
                    <a:pt x="2442" y="420"/>
                  </a:lnTo>
                  <a:lnTo>
                    <a:pt x="2430" y="426"/>
                  </a:lnTo>
                  <a:lnTo>
                    <a:pt x="2430" y="438"/>
                  </a:lnTo>
                  <a:lnTo>
                    <a:pt x="2442" y="438"/>
                  </a:lnTo>
                  <a:lnTo>
                    <a:pt x="2472" y="432"/>
                  </a:lnTo>
                  <a:lnTo>
                    <a:pt x="2490" y="426"/>
                  </a:lnTo>
                  <a:lnTo>
                    <a:pt x="2502" y="420"/>
                  </a:lnTo>
                  <a:lnTo>
                    <a:pt x="2502" y="414"/>
                  </a:lnTo>
                  <a:lnTo>
                    <a:pt x="2496" y="408"/>
                  </a:lnTo>
                  <a:lnTo>
                    <a:pt x="2484" y="408"/>
                  </a:lnTo>
                  <a:lnTo>
                    <a:pt x="2460" y="414"/>
                  </a:lnTo>
                  <a:close/>
                  <a:moveTo>
                    <a:pt x="2970" y="858"/>
                  </a:moveTo>
                  <a:lnTo>
                    <a:pt x="2988" y="858"/>
                  </a:lnTo>
                  <a:lnTo>
                    <a:pt x="3006" y="864"/>
                  </a:lnTo>
                  <a:lnTo>
                    <a:pt x="3018" y="870"/>
                  </a:lnTo>
                  <a:lnTo>
                    <a:pt x="3036" y="876"/>
                  </a:lnTo>
                  <a:lnTo>
                    <a:pt x="3060" y="882"/>
                  </a:lnTo>
                  <a:lnTo>
                    <a:pt x="3096" y="882"/>
                  </a:lnTo>
                  <a:lnTo>
                    <a:pt x="3126" y="876"/>
                  </a:lnTo>
                  <a:lnTo>
                    <a:pt x="3138" y="876"/>
                  </a:lnTo>
                  <a:lnTo>
                    <a:pt x="3120" y="810"/>
                  </a:lnTo>
                  <a:lnTo>
                    <a:pt x="3018" y="792"/>
                  </a:lnTo>
                  <a:lnTo>
                    <a:pt x="2988" y="828"/>
                  </a:lnTo>
                  <a:lnTo>
                    <a:pt x="2958" y="828"/>
                  </a:lnTo>
                  <a:lnTo>
                    <a:pt x="2952" y="834"/>
                  </a:lnTo>
                  <a:lnTo>
                    <a:pt x="2952" y="846"/>
                  </a:lnTo>
                  <a:lnTo>
                    <a:pt x="2958" y="852"/>
                  </a:lnTo>
                  <a:lnTo>
                    <a:pt x="2970" y="858"/>
                  </a:lnTo>
                  <a:close/>
                  <a:moveTo>
                    <a:pt x="168" y="2034"/>
                  </a:moveTo>
                  <a:lnTo>
                    <a:pt x="168" y="2040"/>
                  </a:lnTo>
                  <a:lnTo>
                    <a:pt x="174" y="2046"/>
                  </a:lnTo>
                  <a:lnTo>
                    <a:pt x="192" y="2046"/>
                  </a:lnTo>
                  <a:lnTo>
                    <a:pt x="186" y="2070"/>
                  </a:lnTo>
                  <a:lnTo>
                    <a:pt x="216" y="2052"/>
                  </a:lnTo>
                  <a:lnTo>
                    <a:pt x="216" y="2028"/>
                  </a:lnTo>
                  <a:lnTo>
                    <a:pt x="174" y="2028"/>
                  </a:lnTo>
                  <a:lnTo>
                    <a:pt x="168" y="2034"/>
                  </a:lnTo>
                  <a:close/>
                  <a:moveTo>
                    <a:pt x="252" y="2298"/>
                  </a:moveTo>
                  <a:lnTo>
                    <a:pt x="252" y="2292"/>
                  </a:lnTo>
                  <a:lnTo>
                    <a:pt x="246" y="2286"/>
                  </a:lnTo>
                  <a:lnTo>
                    <a:pt x="246" y="2268"/>
                  </a:lnTo>
                  <a:lnTo>
                    <a:pt x="252" y="2256"/>
                  </a:lnTo>
                  <a:lnTo>
                    <a:pt x="252" y="2238"/>
                  </a:lnTo>
                  <a:lnTo>
                    <a:pt x="246" y="2226"/>
                  </a:lnTo>
                  <a:lnTo>
                    <a:pt x="228" y="2226"/>
                  </a:lnTo>
                  <a:lnTo>
                    <a:pt x="216" y="2220"/>
                  </a:lnTo>
                  <a:lnTo>
                    <a:pt x="204" y="2220"/>
                  </a:lnTo>
                  <a:lnTo>
                    <a:pt x="192" y="2214"/>
                  </a:lnTo>
                  <a:lnTo>
                    <a:pt x="186" y="2208"/>
                  </a:lnTo>
                  <a:lnTo>
                    <a:pt x="174" y="2202"/>
                  </a:lnTo>
                  <a:lnTo>
                    <a:pt x="150" y="2178"/>
                  </a:lnTo>
                  <a:lnTo>
                    <a:pt x="138" y="2172"/>
                  </a:lnTo>
                  <a:lnTo>
                    <a:pt x="126" y="2172"/>
                  </a:lnTo>
                  <a:lnTo>
                    <a:pt x="102" y="2184"/>
                  </a:lnTo>
                  <a:lnTo>
                    <a:pt x="96" y="2196"/>
                  </a:lnTo>
                  <a:lnTo>
                    <a:pt x="96" y="2202"/>
                  </a:lnTo>
                  <a:lnTo>
                    <a:pt x="108" y="2208"/>
                  </a:lnTo>
                  <a:lnTo>
                    <a:pt x="114" y="2214"/>
                  </a:lnTo>
                  <a:lnTo>
                    <a:pt x="120" y="2214"/>
                  </a:lnTo>
                  <a:lnTo>
                    <a:pt x="132" y="2202"/>
                  </a:lnTo>
                  <a:lnTo>
                    <a:pt x="144" y="2208"/>
                  </a:lnTo>
                  <a:lnTo>
                    <a:pt x="132" y="2220"/>
                  </a:lnTo>
                  <a:lnTo>
                    <a:pt x="120" y="2220"/>
                  </a:lnTo>
                  <a:lnTo>
                    <a:pt x="114" y="2226"/>
                  </a:lnTo>
                  <a:lnTo>
                    <a:pt x="102" y="2232"/>
                  </a:lnTo>
                  <a:lnTo>
                    <a:pt x="102" y="2244"/>
                  </a:lnTo>
                  <a:lnTo>
                    <a:pt x="108" y="2250"/>
                  </a:lnTo>
                  <a:lnTo>
                    <a:pt x="126" y="2250"/>
                  </a:lnTo>
                  <a:lnTo>
                    <a:pt x="138" y="2244"/>
                  </a:lnTo>
                  <a:lnTo>
                    <a:pt x="132" y="2262"/>
                  </a:lnTo>
                  <a:lnTo>
                    <a:pt x="150" y="2262"/>
                  </a:lnTo>
                  <a:lnTo>
                    <a:pt x="132" y="2280"/>
                  </a:lnTo>
                  <a:lnTo>
                    <a:pt x="168" y="2274"/>
                  </a:lnTo>
                  <a:lnTo>
                    <a:pt x="156" y="2280"/>
                  </a:lnTo>
                  <a:lnTo>
                    <a:pt x="144" y="2292"/>
                  </a:lnTo>
                  <a:lnTo>
                    <a:pt x="138" y="2292"/>
                  </a:lnTo>
                  <a:lnTo>
                    <a:pt x="138" y="2298"/>
                  </a:lnTo>
                  <a:lnTo>
                    <a:pt x="150" y="2298"/>
                  </a:lnTo>
                  <a:lnTo>
                    <a:pt x="162" y="2286"/>
                  </a:lnTo>
                  <a:lnTo>
                    <a:pt x="168" y="2286"/>
                  </a:lnTo>
                  <a:lnTo>
                    <a:pt x="174" y="2292"/>
                  </a:lnTo>
                  <a:lnTo>
                    <a:pt x="174" y="2304"/>
                  </a:lnTo>
                  <a:lnTo>
                    <a:pt x="162" y="2316"/>
                  </a:lnTo>
                  <a:lnTo>
                    <a:pt x="162" y="2328"/>
                  </a:lnTo>
                  <a:lnTo>
                    <a:pt x="210" y="2328"/>
                  </a:lnTo>
                  <a:lnTo>
                    <a:pt x="228" y="2316"/>
                  </a:lnTo>
                  <a:lnTo>
                    <a:pt x="210" y="2340"/>
                  </a:lnTo>
                  <a:lnTo>
                    <a:pt x="192" y="2340"/>
                  </a:lnTo>
                  <a:lnTo>
                    <a:pt x="186" y="2346"/>
                  </a:lnTo>
                  <a:lnTo>
                    <a:pt x="186" y="2352"/>
                  </a:lnTo>
                  <a:lnTo>
                    <a:pt x="210" y="2364"/>
                  </a:lnTo>
                  <a:lnTo>
                    <a:pt x="216" y="2364"/>
                  </a:lnTo>
                  <a:lnTo>
                    <a:pt x="228" y="2370"/>
                  </a:lnTo>
                  <a:lnTo>
                    <a:pt x="234" y="2376"/>
                  </a:lnTo>
                  <a:lnTo>
                    <a:pt x="246" y="2376"/>
                  </a:lnTo>
                  <a:lnTo>
                    <a:pt x="258" y="2382"/>
                  </a:lnTo>
                  <a:lnTo>
                    <a:pt x="270" y="2376"/>
                  </a:lnTo>
                  <a:lnTo>
                    <a:pt x="288" y="2358"/>
                  </a:lnTo>
                  <a:lnTo>
                    <a:pt x="294" y="2346"/>
                  </a:lnTo>
                  <a:lnTo>
                    <a:pt x="294" y="2340"/>
                  </a:lnTo>
                  <a:lnTo>
                    <a:pt x="288" y="2334"/>
                  </a:lnTo>
                  <a:lnTo>
                    <a:pt x="282" y="2322"/>
                  </a:lnTo>
                  <a:lnTo>
                    <a:pt x="270" y="2316"/>
                  </a:lnTo>
                  <a:lnTo>
                    <a:pt x="264" y="2304"/>
                  </a:lnTo>
                  <a:lnTo>
                    <a:pt x="252" y="2298"/>
                  </a:lnTo>
                  <a:close/>
                  <a:moveTo>
                    <a:pt x="2304" y="372"/>
                  </a:moveTo>
                  <a:lnTo>
                    <a:pt x="2316" y="372"/>
                  </a:lnTo>
                  <a:lnTo>
                    <a:pt x="2328" y="366"/>
                  </a:lnTo>
                  <a:lnTo>
                    <a:pt x="2376" y="366"/>
                  </a:lnTo>
                  <a:lnTo>
                    <a:pt x="2388" y="378"/>
                  </a:lnTo>
                  <a:lnTo>
                    <a:pt x="2388" y="390"/>
                  </a:lnTo>
                  <a:lnTo>
                    <a:pt x="2424" y="390"/>
                  </a:lnTo>
                  <a:lnTo>
                    <a:pt x="2442" y="384"/>
                  </a:lnTo>
                  <a:lnTo>
                    <a:pt x="2454" y="384"/>
                  </a:lnTo>
                  <a:lnTo>
                    <a:pt x="2466" y="390"/>
                  </a:lnTo>
                  <a:lnTo>
                    <a:pt x="2472" y="396"/>
                  </a:lnTo>
                  <a:lnTo>
                    <a:pt x="2490" y="396"/>
                  </a:lnTo>
                  <a:lnTo>
                    <a:pt x="2514" y="384"/>
                  </a:lnTo>
                  <a:lnTo>
                    <a:pt x="2520" y="372"/>
                  </a:lnTo>
                  <a:lnTo>
                    <a:pt x="2520" y="354"/>
                  </a:lnTo>
                  <a:lnTo>
                    <a:pt x="2550" y="354"/>
                  </a:lnTo>
                  <a:lnTo>
                    <a:pt x="2616" y="336"/>
                  </a:lnTo>
                  <a:lnTo>
                    <a:pt x="2580" y="366"/>
                  </a:lnTo>
                  <a:lnTo>
                    <a:pt x="2634" y="378"/>
                  </a:lnTo>
                  <a:lnTo>
                    <a:pt x="2688" y="354"/>
                  </a:lnTo>
                  <a:lnTo>
                    <a:pt x="2784" y="312"/>
                  </a:lnTo>
                  <a:lnTo>
                    <a:pt x="2778" y="312"/>
                  </a:lnTo>
                  <a:lnTo>
                    <a:pt x="2772" y="306"/>
                  </a:lnTo>
                  <a:lnTo>
                    <a:pt x="2754" y="300"/>
                  </a:lnTo>
                  <a:lnTo>
                    <a:pt x="2736" y="300"/>
                  </a:lnTo>
                  <a:lnTo>
                    <a:pt x="2724" y="294"/>
                  </a:lnTo>
                  <a:lnTo>
                    <a:pt x="2706" y="288"/>
                  </a:lnTo>
                  <a:lnTo>
                    <a:pt x="2676" y="288"/>
                  </a:lnTo>
                  <a:lnTo>
                    <a:pt x="2646" y="282"/>
                  </a:lnTo>
                  <a:lnTo>
                    <a:pt x="2604" y="282"/>
                  </a:lnTo>
                  <a:lnTo>
                    <a:pt x="2526" y="294"/>
                  </a:lnTo>
                  <a:lnTo>
                    <a:pt x="2526" y="318"/>
                  </a:lnTo>
                  <a:lnTo>
                    <a:pt x="2406" y="324"/>
                  </a:lnTo>
                  <a:lnTo>
                    <a:pt x="2400" y="324"/>
                  </a:lnTo>
                  <a:lnTo>
                    <a:pt x="2394" y="318"/>
                  </a:lnTo>
                  <a:lnTo>
                    <a:pt x="2334" y="318"/>
                  </a:lnTo>
                  <a:lnTo>
                    <a:pt x="2322" y="324"/>
                  </a:lnTo>
                  <a:lnTo>
                    <a:pt x="2310" y="324"/>
                  </a:lnTo>
                  <a:lnTo>
                    <a:pt x="2304" y="330"/>
                  </a:lnTo>
                  <a:lnTo>
                    <a:pt x="2304" y="372"/>
                  </a:lnTo>
                  <a:close/>
                  <a:moveTo>
                    <a:pt x="150" y="1980"/>
                  </a:moveTo>
                  <a:lnTo>
                    <a:pt x="162" y="2004"/>
                  </a:lnTo>
                  <a:lnTo>
                    <a:pt x="174" y="2010"/>
                  </a:lnTo>
                  <a:lnTo>
                    <a:pt x="186" y="1980"/>
                  </a:lnTo>
                  <a:lnTo>
                    <a:pt x="180" y="1974"/>
                  </a:lnTo>
                  <a:lnTo>
                    <a:pt x="174" y="1974"/>
                  </a:lnTo>
                  <a:lnTo>
                    <a:pt x="162" y="1968"/>
                  </a:lnTo>
                  <a:lnTo>
                    <a:pt x="156" y="1968"/>
                  </a:lnTo>
                  <a:lnTo>
                    <a:pt x="150" y="1974"/>
                  </a:lnTo>
                  <a:lnTo>
                    <a:pt x="150" y="1980"/>
                  </a:lnTo>
                  <a:close/>
                  <a:moveTo>
                    <a:pt x="126" y="1932"/>
                  </a:moveTo>
                  <a:lnTo>
                    <a:pt x="120" y="1932"/>
                  </a:lnTo>
                  <a:lnTo>
                    <a:pt x="108" y="1938"/>
                  </a:lnTo>
                  <a:lnTo>
                    <a:pt x="96" y="1938"/>
                  </a:lnTo>
                  <a:lnTo>
                    <a:pt x="84" y="1944"/>
                  </a:lnTo>
                  <a:lnTo>
                    <a:pt x="78" y="1944"/>
                  </a:lnTo>
                  <a:lnTo>
                    <a:pt x="78" y="1950"/>
                  </a:lnTo>
                  <a:lnTo>
                    <a:pt x="72" y="1962"/>
                  </a:lnTo>
                  <a:lnTo>
                    <a:pt x="66" y="1968"/>
                  </a:lnTo>
                  <a:lnTo>
                    <a:pt x="48" y="1968"/>
                  </a:lnTo>
                  <a:lnTo>
                    <a:pt x="42" y="1962"/>
                  </a:lnTo>
                  <a:lnTo>
                    <a:pt x="48" y="1956"/>
                  </a:lnTo>
                  <a:lnTo>
                    <a:pt x="60" y="1956"/>
                  </a:lnTo>
                  <a:lnTo>
                    <a:pt x="66" y="1950"/>
                  </a:lnTo>
                  <a:lnTo>
                    <a:pt x="72" y="1950"/>
                  </a:lnTo>
                  <a:lnTo>
                    <a:pt x="78" y="1944"/>
                  </a:lnTo>
                  <a:lnTo>
                    <a:pt x="84" y="1944"/>
                  </a:lnTo>
                  <a:lnTo>
                    <a:pt x="78" y="1938"/>
                  </a:lnTo>
                  <a:lnTo>
                    <a:pt x="54" y="1938"/>
                  </a:lnTo>
                  <a:lnTo>
                    <a:pt x="48" y="1944"/>
                  </a:lnTo>
                  <a:lnTo>
                    <a:pt x="48" y="1932"/>
                  </a:lnTo>
                  <a:lnTo>
                    <a:pt x="36" y="1932"/>
                  </a:lnTo>
                  <a:lnTo>
                    <a:pt x="24" y="1944"/>
                  </a:lnTo>
                  <a:lnTo>
                    <a:pt x="6" y="1980"/>
                  </a:lnTo>
                  <a:lnTo>
                    <a:pt x="6" y="2004"/>
                  </a:lnTo>
                  <a:lnTo>
                    <a:pt x="12" y="2004"/>
                  </a:lnTo>
                  <a:lnTo>
                    <a:pt x="12" y="2010"/>
                  </a:lnTo>
                  <a:lnTo>
                    <a:pt x="18" y="2016"/>
                  </a:lnTo>
                  <a:lnTo>
                    <a:pt x="0" y="2022"/>
                  </a:lnTo>
                  <a:lnTo>
                    <a:pt x="12" y="2076"/>
                  </a:lnTo>
                  <a:lnTo>
                    <a:pt x="12" y="2082"/>
                  </a:lnTo>
                  <a:lnTo>
                    <a:pt x="6" y="2082"/>
                  </a:lnTo>
                  <a:lnTo>
                    <a:pt x="12" y="2088"/>
                  </a:lnTo>
                  <a:lnTo>
                    <a:pt x="12" y="2094"/>
                  </a:lnTo>
                  <a:lnTo>
                    <a:pt x="30" y="2094"/>
                  </a:lnTo>
                  <a:lnTo>
                    <a:pt x="30" y="2070"/>
                  </a:lnTo>
                  <a:lnTo>
                    <a:pt x="24" y="2058"/>
                  </a:lnTo>
                  <a:lnTo>
                    <a:pt x="24" y="2040"/>
                  </a:lnTo>
                  <a:lnTo>
                    <a:pt x="36" y="2028"/>
                  </a:lnTo>
                  <a:lnTo>
                    <a:pt x="42" y="2028"/>
                  </a:lnTo>
                  <a:lnTo>
                    <a:pt x="48" y="2016"/>
                  </a:lnTo>
                  <a:lnTo>
                    <a:pt x="54" y="2010"/>
                  </a:lnTo>
                  <a:lnTo>
                    <a:pt x="54" y="1986"/>
                  </a:lnTo>
                  <a:lnTo>
                    <a:pt x="84" y="1956"/>
                  </a:lnTo>
                  <a:lnTo>
                    <a:pt x="108" y="1944"/>
                  </a:lnTo>
                  <a:lnTo>
                    <a:pt x="114" y="1944"/>
                  </a:lnTo>
                  <a:lnTo>
                    <a:pt x="126" y="1938"/>
                  </a:lnTo>
                  <a:lnTo>
                    <a:pt x="126" y="1932"/>
                  </a:lnTo>
                  <a:close/>
                  <a:moveTo>
                    <a:pt x="1896" y="678"/>
                  </a:moveTo>
                  <a:lnTo>
                    <a:pt x="1896" y="690"/>
                  </a:lnTo>
                  <a:lnTo>
                    <a:pt x="1884" y="702"/>
                  </a:lnTo>
                  <a:lnTo>
                    <a:pt x="1884" y="714"/>
                  </a:lnTo>
                  <a:lnTo>
                    <a:pt x="1902" y="714"/>
                  </a:lnTo>
                  <a:lnTo>
                    <a:pt x="1926" y="708"/>
                  </a:lnTo>
                  <a:lnTo>
                    <a:pt x="1944" y="708"/>
                  </a:lnTo>
                  <a:lnTo>
                    <a:pt x="1980" y="696"/>
                  </a:lnTo>
                  <a:lnTo>
                    <a:pt x="1986" y="690"/>
                  </a:lnTo>
                  <a:lnTo>
                    <a:pt x="1992" y="690"/>
                  </a:lnTo>
                  <a:lnTo>
                    <a:pt x="2034" y="702"/>
                  </a:lnTo>
                  <a:lnTo>
                    <a:pt x="2112" y="642"/>
                  </a:lnTo>
                  <a:lnTo>
                    <a:pt x="2244" y="600"/>
                  </a:lnTo>
                  <a:lnTo>
                    <a:pt x="2370" y="564"/>
                  </a:lnTo>
                  <a:lnTo>
                    <a:pt x="2466" y="546"/>
                  </a:lnTo>
                  <a:lnTo>
                    <a:pt x="2454" y="540"/>
                  </a:lnTo>
                  <a:lnTo>
                    <a:pt x="2448" y="528"/>
                  </a:lnTo>
                  <a:lnTo>
                    <a:pt x="2436" y="522"/>
                  </a:lnTo>
                  <a:lnTo>
                    <a:pt x="2424" y="510"/>
                  </a:lnTo>
                  <a:lnTo>
                    <a:pt x="2412" y="504"/>
                  </a:lnTo>
                  <a:lnTo>
                    <a:pt x="2400" y="492"/>
                  </a:lnTo>
                  <a:lnTo>
                    <a:pt x="2352" y="492"/>
                  </a:lnTo>
                  <a:lnTo>
                    <a:pt x="2340" y="498"/>
                  </a:lnTo>
                  <a:lnTo>
                    <a:pt x="2328" y="498"/>
                  </a:lnTo>
                  <a:lnTo>
                    <a:pt x="2262" y="504"/>
                  </a:lnTo>
                  <a:lnTo>
                    <a:pt x="2226" y="480"/>
                  </a:lnTo>
                  <a:lnTo>
                    <a:pt x="2142" y="486"/>
                  </a:lnTo>
                  <a:lnTo>
                    <a:pt x="2094" y="504"/>
                  </a:lnTo>
                  <a:lnTo>
                    <a:pt x="2076" y="522"/>
                  </a:lnTo>
                  <a:lnTo>
                    <a:pt x="2064" y="552"/>
                  </a:lnTo>
                  <a:lnTo>
                    <a:pt x="2010" y="564"/>
                  </a:lnTo>
                  <a:lnTo>
                    <a:pt x="1944" y="588"/>
                  </a:lnTo>
                  <a:lnTo>
                    <a:pt x="1962" y="600"/>
                  </a:lnTo>
                  <a:lnTo>
                    <a:pt x="1842" y="654"/>
                  </a:lnTo>
                  <a:lnTo>
                    <a:pt x="1854" y="654"/>
                  </a:lnTo>
                  <a:lnTo>
                    <a:pt x="1890" y="672"/>
                  </a:lnTo>
                  <a:lnTo>
                    <a:pt x="1896" y="678"/>
                  </a:lnTo>
                  <a:close/>
                  <a:moveTo>
                    <a:pt x="198" y="1968"/>
                  </a:moveTo>
                  <a:lnTo>
                    <a:pt x="192" y="1992"/>
                  </a:lnTo>
                  <a:lnTo>
                    <a:pt x="192" y="2010"/>
                  </a:lnTo>
                  <a:lnTo>
                    <a:pt x="216" y="1998"/>
                  </a:lnTo>
                  <a:lnTo>
                    <a:pt x="198" y="1968"/>
                  </a:lnTo>
                  <a:close/>
                  <a:moveTo>
                    <a:pt x="4182" y="600"/>
                  </a:moveTo>
                  <a:lnTo>
                    <a:pt x="4194" y="606"/>
                  </a:lnTo>
                  <a:lnTo>
                    <a:pt x="4206" y="600"/>
                  </a:lnTo>
                  <a:lnTo>
                    <a:pt x="4218" y="600"/>
                  </a:lnTo>
                  <a:lnTo>
                    <a:pt x="4242" y="588"/>
                  </a:lnTo>
                  <a:lnTo>
                    <a:pt x="4308" y="588"/>
                  </a:lnTo>
                  <a:lnTo>
                    <a:pt x="4314" y="594"/>
                  </a:lnTo>
                  <a:lnTo>
                    <a:pt x="4350" y="594"/>
                  </a:lnTo>
                  <a:lnTo>
                    <a:pt x="4356" y="588"/>
                  </a:lnTo>
                  <a:lnTo>
                    <a:pt x="4356" y="582"/>
                  </a:lnTo>
                  <a:lnTo>
                    <a:pt x="4344" y="558"/>
                  </a:lnTo>
                  <a:lnTo>
                    <a:pt x="4338" y="552"/>
                  </a:lnTo>
                  <a:lnTo>
                    <a:pt x="4326" y="546"/>
                  </a:lnTo>
                  <a:lnTo>
                    <a:pt x="4230" y="546"/>
                  </a:lnTo>
                  <a:lnTo>
                    <a:pt x="4224" y="540"/>
                  </a:lnTo>
                  <a:lnTo>
                    <a:pt x="4212" y="540"/>
                  </a:lnTo>
                  <a:lnTo>
                    <a:pt x="4200" y="534"/>
                  </a:lnTo>
                  <a:lnTo>
                    <a:pt x="4188" y="534"/>
                  </a:lnTo>
                  <a:lnTo>
                    <a:pt x="4176" y="540"/>
                  </a:lnTo>
                  <a:lnTo>
                    <a:pt x="4158" y="558"/>
                  </a:lnTo>
                  <a:lnTo>
                    <a:pt x="4158" y="564"/>
                  </a:lnTo>
                  <a:lnTo>
                    <a:pt x="4176" y="576"/>
                  </a:lnTo>
                  <a:lnTo>
                    <a:pt x="4170" y="582"/>
                  </a:lnTo>
                  <a:lnTo>
                    <a:pt x="4170" y="594"/>
                  </a:lnTo>
                  <a:lnTo>
                    <a:pt x="4176" y="594"/>
                  </a:lnTo>
                  <a:lnTo>
                    <a:pt x="4182" y="600"/>
                  </a:lnTo>
                  <a:close/>
                  <a:moveTo>
                    <a:pt x="3708" y="516"/>
                  </a:moveTo>
                  <a:lnTo>
                    <a:pt x="3678" y="516"/>
                  </a:lnTo>
                  <a:lnTo>
                    <a:pt x="3624" y="510"/>
                  </a:lnTo>
                  <a:lnTo>
                    <a:pt x="3564" y="504"/>
                  </a:lnTo>
                  <a:lnTo>
                    <a:pt x="3468" y="504"/>
                  </a:lnTo>
                  <a:lnTo>
                    <a:pt x="3468" y="516"/>
                  </a:lnTo>
                  <a:lnTo>
                    <a:pt x="3462" y="522"/>
                  </a:lnTo>
                  <a:lnTo>
                    <a:pt x="3426" y="540"/>
                  </a:lnTo>
                  <a:lnTo>
                    <a:pt x="3396" y="546"/>
                  </a:lnTo>
                  <a:lnTo>
                    <a:pt x="3378" y="552"/>
                  </a:lnTo>
                  <a:lnTo>
                    <a:pt x="3372" y="552"/>
                  </a:lnTo>
                  <a:lnTo>
                    <a:pt x="3372" y="558"/>
                  </a:lnTo>
                  <a:lnTo>
                    <a:pt x="3384" y="570"/>
                  </a:lnTo>
                  <a:lnTo>
                    <a:pt x="3390" y="582"/>
                  </a:lnTo>
                  <a:lnTo>
                    <a:pt x="3390" y="594"/>
                  </a:lnTo>
                  <a:lnTo>
                    <a:pt x="3372" y="618"/>
                  </a:lnTo>
                  <a:lnTo>
                    <a:pt x="3402" y="636"/>
                  </a:lnTo>
                  <a:lnTo>
                    <a:pt x="3480" y="606"/>
                  </a:lnTo>
                  <a:lnTo>
                    <a:pt x="3474" y="600"/>
                  </a:lnTo>
                  <a:lnTo>
                    <a:pt x="3468" y="600"/>
                  </a:lnTo>
                  <a:lnTo>
                    <a:pt x="3468" y="594"/>
                  </a:lnTo>
                  <a:lnTo>
                    <a:pt x="3474" y="588"/>
                  </a:lnTo>
                  <a:lnTo>
                    <a:pt x="3486" y="582"/>
                  </a:lnTo>
                  <a:lnTo>
                    <a:pt x="3522" y="582"/>
                  </a:lnTo>
                  <a:lnTo>
                    <a:pt x="3546" y="594"/>
                  </a:lnTo>
                  <a:lnTo>
                    <a:pt x="3552" y="600"/>
                  </a:lnTo>
                  <a:lnTo>
                    <a:pt x="3606" y="594"/>
                  </a:lnTo>
                  <a:lnTo>
                    <a:pt x="3600" y="570"/>
                  </a:lnTo>
                  <a:lnTo>
                    <a:pt x="3630" y="570"/>
                  </a:lnTo>
                  <a:lnTo>
                    <a:pt x="3648" y="564"/>
                  </a:lnTo>
                  <a:lnTo>
                    <a:pt x="3666" y="564"/>
                  </a:lnTo>
                  <a:lnTo>
                    <a:pt x="3690" y="552"/>
                  </a:lnTo>
                  <a:lnTo>
                    <a:pt x="3696" y="546"/>
                  </a:lnTo>
                  <a:lnTo>
                    <a:pt x="3702" y="534"/>
                  </a:lnTo>
                  <a:lnTo>
                    <a:pt x="3714" y="522"/>
                  </a:lnTo>
                  <a:lnTo>
                    <a:pt x="3720" y="522"/>
                  </a:lnTo>
                  <a:lnTo>
                    <a:pt x="3714" y="516"/>
                  </a:lnTo>
                  <a:lnTo>
                    <a:pt x="3708" y="516"/>
                  </a:lnTo>
                  <a:close/>
                  <a:moveTo>
                    <a:pt x="3792" y="150"/>
                  </a:moveTo>
                  <a:lnTo>
                    <a:pt x="3738" y="156"/>
                  </a:lnTo>
                  <a:lnTo>
                    <a:pt x="3756" y="180"/>
                  </a:lnTo>
                  <a:lnTo>
                    <a:pt x="3792" y="150"/>
                  </a:lnTo>
                  <a:close/>
                  <a:moveTo>
                    <a:pt x="3612" y="480"/>
                  </a:moveTo>
                  <a:lnTo>
                    <a:pt x="3636" y="468"/>
                  </a:lnTo>
                  <a:lnTo>
                    <a:pt x="3642" y="456"/>
                  </a:lnTo>
                  <a:lnTo>
                    <a:pt x="3654" y="450"/>
                  </a:lnTo>
                  <a:lnTo>
                    <a:pt x="3660" y="438"/>
                  </a:lnTo>
                  <a:lnTo>
                    <a:pt x="3660" y="432"/>
                  </a:lnTo>
                  <a:lnTo>
                    <a:pt x="3654" y="426"/>
                  </a:lnTo>
                  <a:lnTo>
                    <a:pt x="3642" y="426"/>
                  </a:lnTo>
                  <a:lnTo>
                    <a:pt x="3630" y="420"/>
                  </a:lnTo>
                  <a:lnTo>
                    <a:pt x="3588" y="420"/>
                  </a:lnTo>
                  <a:lnTo>
                    <a:pt x="3570" y="426"/>
                  </a:lnTo>
                  <a:lnTo>
                    <a:pt x="3552" y="426"/>
                  </a:lnTo>
                  <a:lnTo>
                    <a:pt x="3534" y="438"/>
                  </a:lnTo>
                  <a:lnTo>
                    <a:pt x="3516" y="444"/>
                  </a:lnTo>
                  <a:lnTo>
                    <a:pt x="3504" y="450"/>
                  </a:lnTo>
                  <a:lnTo>
                    <a:pt x="3504" y="462"/>
                  </a:lnTo>
                  <a:lnTo>
                    <a:pt x="3528" y="468"/>
                  </a:lnTo>
                  <a:lnTo>
                    <a:pt x="3600" y="480"/>
                  </a:lnTo>
                  <a:lnTo>
                    <a:pt x="3612" y="480"/>
                  </a:lnTo>
                  <a:close/>
                  <a:moveTo>
                    <a:pt x="3954" y="180"/>
                  </a:moveTo>
                  <a:lnTo>
                    <a:pt x="3900" y="192"/>
                  </a:lnTo>
                  <a:lnTo>
                    <a:pt x="3936" y="210"/>
                  </a:lnTo>
                  <a:lnTo>
                    <a:pt x="3924" y="216"/>
                  </a:lnTo>
                  <a:lnTo>
                    <a:pt x="3918" y="222"/>
                  </a:lnTo>
                  <a:lnTo>
                    <a:pt x="3918" y="228"/>
                  </a:lnTo>
                  <a:lnTo>
                    <a:pt x="3924" y="234"/>
                  </a:lnTo>
                  <a:lnTo>
                    <a:pt x="3936" y="240"/>
                  </a:lnTo>
                  <a:lnTo>
                    <a:pt x="3966" y="240"/>
                  </a:lnTo>
                  <a:lnTo>
                    <a:pt x="3942" y="252"/>
                  </a:lnTo>
                  <a:lnTo>
                    <a:pt x="3954" y="252"/>
                  </a:lnTo>
                  <a:lnTo>
                    <a:pt x="4002" y="276"/>
                  </a:lnTo>
                  <a:lnTo>
                    <a:pt x="4014" y="276"/>
                  </a:lnTo>
                  <a:lnTo>
                    <a:pt x="4026" y="270"/>
                  </a:lnTo>
                  <a:lnTo>
                    <a:pt x="4032" y="264"/>
                  </a:lnTo>
                  <a:lnTo>
                    <a:pt x="4044" y="258"/>
                  </a:lnTo>
                  <a:lnTo>
                    <a:pt x="4050" y="252"/>
                  </a:lnTo>
                  <a:lnTo>
                    <a:pt x="4074" y="246"/>
                  </a:lnTo>
                  <a:lnTo>
                    <a:pt x="4086" y="258"/>
                  </a:lnTo>
                  <a:lnTo>
                    <a:pt x="4092" y="270"/>
                  </a:lnTo>
                  <a:lnTo>
                    <a:pt x="4098" y="276"/>
                  </a:lnTo>
                  <a:lnTo>
                    <a:pt x="4104" y="270"/>
                  </a:lnTo>
                  <a:lnTo>
                    <a:pt x="4116" y="270"/>
                  </a:lnTo>
                  <a:lnTo>
                    <a:pt x="4128" y="264"/>
                  </a:lnTo>
                  <a:lnTo>
                    <a:pt x="4134" y="258"/>
                  </a:lnTo>
                  <a:lnTo>
                    <a:pt x="4146" y="258"/>
                  </a:lnTo>
                  <a:lnTo>
                    <a:pt x="4152" y="252"/>
                  </a:lnTo>
                  <a:lnTo>
                    <a:pt x="4158" y="252"/>
                  </a:lnTo>
                  <a:lnTo>
                    <a:pt x="4170" y="246"/>
                  </a:lnTo>
                  <a:lnTo>
                    <a:pt x="4176" y="234"/>
                  </a:lnTo>
                  <a:lnTo>
                    <a:pt x="4182" y="228"/>
                  </a:lnTo>
                  <a:lnTo>
                    <a:pt x="4194" y="246"/>
                  </a:lnTo>
                  <a:lnTo>
                    <a:pt x="4218" y="222"/>
                  </a:lnTo>
                  <a:lnTo>
                    <a:pt x="4218" y="216"/>
                  </a:lnTo>
                  <a:lnTo>
                    <a:pt x="4236" y="210"/>
                  </a:lnTo>
                  <a:lnTo>
                    <a:pt x="4326" y="210"/>
                  </a:lnTo>
                  <a:lnTo>
                    <a:pt x="4332" y="204"/>
                  </a:lnTo>
                  <a:lnTo>
                    <a:pt x="4332" y="192"/>
                  </a:lnTo>
                  <a:lnTo>
                    <a:pt x="4266" y="186"/>
                  </a:lnTo>
                  <a:lnTo>
                    <a:pt x="4302" y="174"/>
                  </a:lnTo>
                  <a:lnTo>
                    <a:pt x="4302" y="132"/>
                  </a:lnTo>
                  <a:lnTo>
                    <a:pt x="4278" y="132"/>
                  </a:lnTo>
                  <a:lnTo>
                    <a:pt x="4266" y="138"/>
                  </a:lnTo>
                  <a:lnTo>
                    <a:pt x="4260" y="144"/>
                  </a:lnTo>
                  <a:lnTo>
                    <a:pt x="4248" y="150"/>
                  </a:lnTo>
                  <a:lnTo>
                    <a:pt x="4242" y="126"/>
                  </a:lnTo>
                  <a:lnTo>
                    <a:pt x="4194" y="132"/>
                  </a:lnTo>
                  <a:lnTo>
                    <a:pt x="4194" y="120"/>
                  </a:lnTo>
                  <a:lnTo>
                    <a:pt x="4176" y="84"/>
                  </a:lnTo>
                  <a:lnTo>
                    <a:pt x="4140" y="84"/>
                  </a:lnTo>
                  <a:lnTo>
                    <a:pt x="4122" y="90"/>
                  </a:lnTo>
                  <a:lnTo>
                    <a:pt x="4110" y="96"/>
                  </a:lnTo>
                  <a:lnTo>
                    <a:pt x="4104" y="102"/>
                  </a:lnTo>
                  <a:lnTo>
                    <a:pt x="4098" y="102"/>
                  </a:lnTo>
                  <a:lnTo>
                    <a:pt x="4020" y="108"/>
                  </a:lnTo>
                  <a:lnTo>
                    <a:pt x="4044" y="126"/>
                  </a:lnTo>
                  <a:lnTo>
                    <a:pt x="3996" y="126"/>
                  </a:lnTo>
                  <a:lnTo>
                    <a:pt x="3984" y="132"/>
                  </a:lnTo>
                  <a:lnTo>
                    <a:pt x="3972" y="132"/>
                  </a:lnTo>
                  <a:lnTo>
                    <a:pt x="3966" y="138"/>
                  </a:lnTo>
                  <a:lnTo>
                    <a:pt x="3984" y="156"/>
                  </a:lnTo>
                  <a:lnTo>
                    <a:pt x="3972" y="156"/>
                  </a:lnTo>
                  <a:lnTo>
                    <a:pt x="3936" y="150"/>
                  </a:lnTo>
                  <a:lnTo>
                    <a:pt x="3906" y="156"/>
                  </a:lnTo>
                  <a:lnTo>
                    <a:pt x="3888" y="168"/>
                  </a:lnTo>
                  <a:lnTo>
                    <a:pt x="3888" y="174"/>
                  </a:lnTo>
                  <a:lnTo>
                    <a:pt x="3894" y="180"/>
                  </a:lnTo>
                  <a:lnTo>
                    <a:pt x="3954" y="180"/>
                  </a:lnTo>
                  <a:close/>
                  <a:moveTo>
                    <a:pt x="3972" y="294"/>
                  </a:moveTo>
                  <a:lnTo>
                    <a:pt x="3954" y="300"/>
                  </a:lnTo>
                  <a:lnTo>
                    <a:pt x="3942" y="306"/>
                  </a:lnTo>
                  <a:lnTo>
                    <a:pt x="3936" y="312"/>
                  </a:lnTo>
                  <a:lnTo>
                    <a:pt x="3936" y="318"/>
                  </a:lnTo>
                  <a:lnTo>
                    <a:pt x="3966" y="324"/>
                  </a:lnTo>
                  <a:lnTo>
                    <a:pt x="3972" y="324"/>
                  </a:lnTo>
                  <a:lnTo>
                    <a:pt x="3990" y="306"/>
                  </a:lnTo>
                  <a:lnTo>
                    <a:pt x="3990" y="300"/>
                  </a:lnTo>
                  <a:lnTo>
                    <a:pt x="3984" y="294"/>
                  </a:lnTo>
                  <a:lnTo>
                    <a:pt x="3972" y="294"/>
                  </a:lnTo>
                  <a:close/>
                  <a:moveTo>
                    <a:pt x="3738" y="336"/>
                  </a:moveTo>
                  <a:lnTo>
                    <a:pt x="3726" y="336"/>
                  </a:lnTo>
                  <a:lnTo>
                    <a:pt x="3720" y="330"/>
                  </a:lnTo>
                  <a:lnTo>
                    <a:pt x="3672" y="330"/>
                  </a:lnTo>
                  <a:lnTo>
                    <a:pt x="3636" y="336"/>
                  </a:lnTo>
                  <a:lnTo>
                    <a:pt x="3624" y="342"/>
                  </a:lnTo>
                  <a:lnTo>
                    <a:pt x="3642" y="360"/>
                  </a:lnTo>
                  <a:lnTo>
                    <a:pt x="3654" y="360"/>
                  </a:lnTo>
                  <a:lnTo>
                    <a:pt x="3660" y="378"/>
                  </a:lnTo>
                  <a:lnTo>
                    <a:pt x="3768" y="378"/>
                  </a:lnTo>
                  <a:lnTo>
                    <a:pt x="3768" y="390"/>
                  </a:lnTo>
                  <a:lnTo>
                    <a:pt x="3762" y="396"/>
                  </a:lnTo>
                  <a:lnTo>
                    <a:pt x="3762" y="408"/>
                  </a:lnTo>
                  <a:lnTo>
                    <a:pt x="3708" y="450"/>
                  </a:lnTo>
                  <a:lnTo>
                    <a:pt x="3732" y="456"/>
                  </a:lnTo>
                  <a:lnTo>
                    <a:pt x="3720" y="468"/>
                  </a:lnTo>
                  <a:lnTo>
                    <a:pt x="3714" y="468"/>
                  </a:lnTo>
                  <a:lnTo>
                    <a:pt x="3708" y="474"/>
                  </a:lnTo>
                  <a:lnTo>
                    <a:pt x="3708" y="480"/>
                  </a:lnTo>
                  <a:lnTo>
                    <a:pt x="3726" y="480"/>
                  </a:lnTo>
                  <a:lnTo>
                    <a:pt x="3738" y="474"/>
                  </a:lnTo>
                  <a:lnTo>
                    <a:pt x="3744" y="474"/>
                  </a:lnTo>
                  <a:lnTo>
                    <a:pt x="3756" y="468"/>
                  </a:lnTo>
                  <a:lnTo>
                    <a:pt x="3756" y="480"/>
                  </a:lnTo>
                  <a:lnTo>
                    <a:pt x="3792" y="480"/>
                  </a:lnTo>
                  <a:lnTo>
                    <a:pt x="3810" y="474"/>
                  </a:lnTo>
                  <a:lnTo>
                    <a:pt x="3822" y="468"/>
                  </a:lnTo>
                  <a:lnTo>
                    <a:pt x="3840" y="468"/>
                  </a:lnTo>
                  <a:lnTo>
                    <a:pt x="3846" y="462"/>
                  </a:lnTo>
                  <a:lnTo>
                    <a:pt x="3852" y="462"/>
                  </a:lnTo>
                  <a:lnTo>
                    <a:pt x="3858" y="486"/>
                  </a:lnTo>
                  <a:lnTo>
                    <a:pt x="3924" y="480"/>
                  </a:lnTo>
                  <a:lnTo>
                    <a:pt x="4002" y="498"/>
                  </a:lnTo>
                  <a:lnTo>
                    <a:pt x="4098" y="486"/>
                  </a:lnTo>
                  <a:lnTo>
                    <a:pt x="4128" y="468"/>
                  </a:lnTo>
                  <a:lnTo>
                    <a:pt x="4122" y="474"/>
                  </a:lnTo>
                  <a:lnTo>
                    <a:pt x="4122" y="486"/>
                  </a:lnTo>
                  <a:lnTo>
                    <a:pt x="4260" y="486"/>
                  </a:lnTo>
                  <a:lnTo>
                    <a:pt x="4272" y="468"/>
                  </a:lnTo>
                  <a:lnTo>
                    <a:pt x="4338" y="438"/>
                  </a:lnTo>
                  <a:lnTo>
                    <a:pt x="4320" y="432"/>
                  </a:lnTo>
                  <a:lnTo>
                    <a:pt x="4320" y="420"/>
                  </a:lnTo>
                  <a:lnTo>
                    <a:pt x="4314" y="420"/>
                  </a:lnTo>
                  <a:lnTo>
                    <a:pt x="4308" y="414"/>
                  </a:lnTo>
                  <a:lnTo>
                    <a:pt x="4290" y="414"/>
                  </a:lnTo>
                  <a:lnTo>
                    <a:pt x="4278" y="408"/>
                  </a:lnTo>
                  <a:lnTo>
                    <a:pt x="4260" y="408"/>
                  </a:lnTo>
                  <a:lnTo>
                    <a:pt x="4242" y="402"/>
                  </a:lnTo>
                  <a:lnTo>
                    <a:pt x="4206" y="402"/>
                  </a:lnTo>
                  <a:lnTo>
                    <a:pt x="4164" y="414"/>
                  </a:lnTo>
                  <a:lnTo>
                    <a:pt x="4116" y="420"/>
                  </a:lnTo>
                  <a:lnTo>
                    <a:pt x="4074" y="426"/>
                  </a:lnTo>
                  <a:lnTo>
                    <a:pt x="4038" y="438"/>
                  </a:lnTo>
                  <a:lnTo>
                    <a:pt x="4026" y="438"/>
                  </a:lnTo>
                  <a:lnTo>
                    <a:pt x="4014" y="432"/>
                  </a:lnTo>
                  <a:lnTo>
                    <a:pt x="4008" y="426"/>
                  </a:lnTo>
                  <a:lnTo>
                    <a:pt x="3996" y="420"/>
                  </a:lnTo>
                  <a:lnTo>
                    <a:pt x="3984" y="420"/>
                  </a:lnTo>
                  <a:lnTo>
                    <a:pt x="3972" y="426"/>
                  </a:lnTo>
                  <a:lnTo>
                    <a:pt x="3960" y="426"/>
                  </a:lnTo>
                  <a:lnTo>
                    <a:pt x="3948" y="432"/>
                  </a:lnTo>
                  <a:lnTo>
                    <a:pt x="3942" y="438"/>
                  </a:lnTo>
                  <a:lnTo>
                    <a:pt x="3936" y="438"/>
                  </a:lnTo>
                  <a:lnTo>
                    <a:pt x="3912" y="414"/>
                  </a:lnTo>
                  <a:lnTo>
                    <a:pt x="3894" y="426"/>
                  </a:lnTo>
                  <a:lnTo>
                    <a:pt x="3864" y="420"/>
                  </a:lnTo>
                  <a:lnTo>
                    <a:pt x="3894" y="408"/>
                  </a:lnTo>
                  <a:lnTo>
                    <a:pt x="3876" y="396"/>
                  </a:lnTo>
                  <a:lnTo>
                    <a:pt x="3822" y="408"/>
                  </a:lnTo>
                  <a:lnTo>
                    <a:pt x="3858" y="396"/>
                  </a:lnTo>
                  <a:lnTo>
                    <a:pt x="3858" y="390"/>
                  </a:lnTo>
                  <a:lnTo>
                    <a:pt x="3924" y="384"/>
                  </a:lnTo>
                  <a:lnTo>
                    <a:pt x="3888" y="372"/>
                  </a:lnTo>
                  <a:lnTo>
                    <a:pt x="3870" y="372"/>
                  </a:lnTo>
                  <a:lnTo>
                    <a:pt x="3876" y="366"/>
                  </a:lnTo>
                  <a:lnTo>
                    <a:pt x="3876" y="360"/>
                  </a:lnTo>
                  <a:lnTo>
                    <a:pt x="3870" y="354"/>
                  </a:lnTo>
                  <a:lnTo>
                    <a:pt x="3840" y="354"/>
                  </a:lnTo>
                  <a:lnTo>
                    <a:pt x="3822" y="360"/>
                  </a:lnTo>
                  <a:lnTo>
                    <a:pt x="3804" y="360"/>
                  </a:lnTo>
                  <a:lnTo>
                    <a:pt x="3786" y="366"/>
                  </a:lnTo>
                  <a:lnTo>
                    <a:pt x="3774" y="354"/>
                  </a:lnTo>
                  <a:lnTo>
                    <a:pt x="3762" y="348"/>
                  </a:lnTo>
                  <a:lnTo>
                    <a:pt x="3756" y="342"/>
                  </a:lnTo>
                  <a:lnTo>
                    <a:pt x="3744" y="336"/>
                  </a:lnTo>
                  <a:lnTo>
                    <a:pt x="3738" y="336"/>
                  </a:lnTo>
                  <a:close/>
                  <a:moveTo>
                    <a:pt x="3264" y="420"/>
                  </a:moveTo>
                  <a:lnTo>
                    <a:pt x="3282" y="420"/>
                  </a:lnTo>
                  <a:lnTo>
                    <a:pt x="3300" y="426"/>
                  </a:lnTo>
                  <a:lnTo>
                    <a:pt x="3318" y="426"/>
                  </a:lnTo>
                  <a:lnTo>
                    <a:pt x="3330" y="432"/>
                  </a:lnTo>
                  <a:lnTo>
                    <a:pt x="3342" y="432"/>
                  </a:lnTo>
                  <a:lnTo>
                    <a:pt x="3330" y="444"/>
                  </a:lnTo>
                  <a:lnTo>
                    <a:pt x="3324" y="444"/>
                  </a:lnTo>
                  <a:lnTo>
                    <a:pt x="3324" y="456"/>
                  </a:lnTo>
                  <a:lnTo>
                    <a:pt x="3438" y="456"/>
                  </a:lnTo>
                  <a:lnTo>
                    <a:pt x="3462" y="444"/>
                  </a:lnTo>
                  <a:lnTo>
                    <a:pt x="3462" y="432"/>
                  </a:lnTo>
                  <a:lnTo>
                    <a:pt x="3468" y="426"/>
                  </a:lnTo>
                  <a:lnTo>
                    <a:pt x="3480" y="426"/>
                  </a:lnTo>
                  <a:lnTo>
                    <a:pt x="3492" y="420"/>
                  </a:lnTo>
                  <a:lnTo>
                    <a:pt x="3504" y="420"/>
                  </a:lnTo>
                  <a:lnTo>
                    <a:pt x="3510" y="414"/>
                  </a:lnTo>
                  <a:lnTo>
                    <a:pt x="3510" y="408"/>
                  </a:lnTo>
                  <a:lnTo>
                    <a:pt x="3522" y="396"/>
                  </a:lnTo>
                  <a:lnTo>
                    <a:pt x="3534" y="390"/>
                  </a:lnTo>
                  <a:lnTo>
                    <a:pt x="3540" y="384"/>
                  </a:lnTo>
                  <a:lnTo>
                    <a:pt x="3552" y="378"/>
                  </a:lnTo>
                  <a:lnTo>
                    <a:pt x="3552" y="372"/>
                  </a:lnTo>
                  <a:lnTo>
                    <a:pt x="3546" y="366"/>
                  </a:lnTo>
                  <a:lnTo>
                    <a:pt x="3534" y="360"/>
                  </a:lnTo>
                  <a:lnTo>
                    <a:pt x="3510" y="360"/>
                  </a:lnTo>
                  <a:lnTo>
                    <a:pt x="3504" y="366"/>
                  </a:lnTo>
                  <a:lnTo>
                    <a:pt x="3492" y="366"/>
                  </a:lnTo>
                  <a:lnTo>
                    <a:pt x="3486" y="360"/>
                  </a:lnTo>
                  <a:lnTo>
                    <a:pt x="3474" y="360"/>
                  </a:lnTo>
                  <a:lnTo>
                    <a:pt x="3462" y="354"/>
                  </a:lnTo>
                  <a:lnTo>
                    <a:pt x="3450" y="354"/>
                  </a:lnTo>
                  <a:lnTo>
                    <a:pt x="3432" y="348"/>
                  </a:lnTo>
                  <a:lnTo>
                    <a:pt x="3426" y="354"/>
                  </a:lnTo>
                  <a:lnTo>
                    <a:pt x="3420" y="354"/>
                  </a:lnTo>
                  <a:lnTo>
                    <a:pt x="3414" y="366"/>
                  </a:lnTo>
                  <a:lnTo>
                    <a:pt x="3414" y="396"/>
                  </a:lnTo>
                  <a:lnTo>
                    <a:pt x="3396" y="378"/>
                  </a:lnTo>
                  <a:lnTo>
                    <a:pt x="3384" y="372"/>
                  </a:lnTo>
                  <a:lnTo>
                    <a:pt x="3366" y="372"/>
                  </a:lnTo>
                  <a:lnTo>
                    <a:pt x="3354" y="384"/>
                  </a:lnTo>
                  <a:lnTo>
                    <a:pt x="3348" y="396"/>
                  </a:lnTo>
                  <a:lnTo>
                    <a:pt x="3330" y="414"/>
                  </a:lnTo>
                  <a:lnTo>
                    <a:pt x="3324" y="414"/>
                  </a:lnTo>
                  <a:lnTo>
                    <a:pt x="3300" y="366"/>
                  </a:lnTo>
                  <a:lnTo>
                    <a:pt x="3288" y="360"/>
                  </a:lnTo>
                  <a:lnTo>
                    <a:pt x="3258" y="360"/>
                  </a:lnTo>
                  <a:lnTo>
                    <a:pt x="3246" y="366"/>
                  </a:lnTo>
                  <a:lnTo>
                    <a:pt x="3240" y="372"/>
                  </a:lnTo>
                  <a:lnTo>
                    <a:pt x="3240" y="396"/>
                  </a:lnTo>
                  <a:lnTo>
                    <a:pt x="3246" y="408"/>
                  </a:lnTo>
                  <a:lnTo>
                    <a:pt x="3258" y="414"/>
                  </a:lnTo>
                  <a:lnTo>
                    <a:pt x="3264" y="420"/>
                  </a:lnTo>
                  <a:close/>
                  <a:moveTo>
                    <a:pt x="3720" y="288"/>
                  </a:moveTo>
                  <a:lnTo>
                    <a:pt x="3726" y="288"/>
                  </a:lnTo>
                  <a:lnTo>
                    <a:pt x="3732" y="294"/>
                  </a:lnTo>
                  <a:lnTo>
                    <a:pt x="3738" y="306"/>
                  </a:lnTo>
                  <a:lnTo>
                    <a:pt x="3768" y="306"/>
                  </a:lnTo>
                  <a:lnTo>
                    <a:pt x="3780" y="300"/>
                  </a:lnTo>
                  <a:lnTo>
                    <a:pt x="3834" y="300"/>
                  </a:lnTo>
                  <a:lnTo>
                    <a:pt x="3834" y="294"/>
                  </a:lnTo>
                  <a:lnTo>
                    <a:pt x="3828" y="294"/>
                  </a:lnTo>
                  <a:lnTo>
                    <a:pt x="3822" y="288"/>
                  </a:lnTo>
                  <a:lnTo>
                    <a:pt x="3810" y="288"/>
                  </a:lnTo>
                  <a:lnTo>
                    <a:pt x="3804" y="282"/>
                  </a:lnTo>
                  <a:lnTo>
                    <a:pt x="3792" y="282"/>
                  </a:lnTo>
                  <a:lnTo>
                    <a:pt x="3804" y="270"/>
                  </a:lnTo>
                  <a:lnTo>
                    <a:pt x="3816" y="264"/>
                  </a:lnTo>
                  <a:lnTo>
                    <a:pt x="3822" y="264"/>
                  </a:lnTo>
                  <a:lnTo>
                    <a:pt x="3828" y="258"/>
                  </a:lnTo>
                  <a:lnTo>
                    <a:pt x="3822" y="258"/>
                  </a:lnTo>
                  <a:lnTo>
                    <a:pt x="3810" y="252"/>
                  </a:lnTo>
                  <a:lnTo>
                    <a:pt x="3738" y="228"/>
                  </a:lnTo>
                  <a:lnTo>
                    <a:pt x="3732" y="228"/>
                  </a:lnTo>
                  <a:lnTo>
                    <a:pt x="3726" y="234"/>
                  </a:lnTo>
                  <a:lnTo>
                    <a:pt x="3714" y="240"/>
                  </a:lnTo>
                  <a:lnTo>
                    <a:pt x="3702" y="240"/>
                  </a:lnTo>
                  <a:lnTo>
                    <a:pt x="3690" y="252"/>
                  </a:lnTo>
                  <a:lnTo>
                    <a:pt x="3690" y="258"/>
                  </a:lnTo>
                  <a:lnTo>
                    <a:pt x="3696" y="264"/>
                  </a:lnTo>
                  <a:lnTo>
                    <a:pt x="3702" y="276"/>
                  </a:lnTo>
                  <a:lnTo>
                    <a:pt x="3714" y="282"/>
                  </a:lnTo>
                  <a:lnTo>
                    <a:pt x="3720" y="288"/>
                  </a:lnTo>
                  <a:close/>
                  <a:moveTo>
                    <a:pt x="3288" y="504"/>
                  </a:moveTo>
                  <a:lnTo>
                    <a:pt x="3270" y="504"/>
                  </a:lnTo>
                  <a:lnTo>
                    <a:pt x="3234" y="510"/>
                  </a:lnTo>
                  <a:lnTo>
                    <a:pt x="3186" y="516"/>
                  </a:lnTo>
                  <a:lnTo>
                    <a:pt x="3144" y="528"/>
                  </a:lnTo>
                  <a:lnTo>
                    <a:pt x="3132" y="534"/>
                  </a:lnTo>
                  <a:lnTo>
                    <a:pt x="3126" y="540"/>
                  </a:lnTo>
                  <a:lnTo>
                    <a:pt x="3132" y="540"/>
                  </a:lnTo>
                  <a:lnTo>
                    <a:pt x="3150" y="558"/>
                  </a:lnTo>
                  <a:lnTo>
                    <a:pt x="3156" y="570"/>
                  </a:lnTo>
                  <a:lnTo>
                    <a:pt x="3156" y="576"/>
                  </a:lnTo>
                  <a:lnTo>
                    <a:pt x="3138" y="582"/>
                  </a:lnTo>
                  <a:lnTo>
                    <a:pt x="3120" y="570"/>
                  </a:lnTo>
                  <a:lnTo>
                    <a:pt x="3090" y="564"/>
                  </a:lnTo>
                  <a:lnTo>
                    <a:pt x="3048" y="570"/>
                  </a:lnTo>
                  <a:lnTo>
                    <a:pt x="3066" y="606"/>
                  </a:lnTo>
                  <a:lnTo>
                    <a:pt x="3072" y="612"/>
                  </a:lnTo>
                  <a:lnTo>
                    <a:pt x="3084" y="618"/>
                  </a:lnTo>
                  <a:lnTo>
                    <a:pt x="3102" y="624"/>
                  </a:lnTo>
                  <a:lnTo>
                    <a:pt x="3114" y="630"/>
                  </a:lnTo>
                  <a:lnTo>
                    <a:pt x="3120" y="642"/>
                  </a:lnTo>
                  <a:lnTo>
                    <a:pt x="3120" y="654"/>
                  </a:lnTo>
                  <a:lnTo>
                    <a:pt x="3126" y="666"/>
                  </a:lnTo>
                  <a:lnTo>
                    <a:pt x="3126" y="678"/>
                  </a:lnTo>
                  <a:lnTo>
                    <a:pt x="3144" y="678"/>
                  </a:lnTo>
                  <a:lnTo>
                    <a:pt x="3228" y="666"/>
                  </a:lnTo>
                  <a:lnTo>
                    <a:pt x="3264" y="660"/>
                  </a:lnTo>
                  <a:lnTo>
                    <a:pt x="3276" y="654"/>
                  </a:lnTo>
                  <a:lnTo>
                    <a:pt x="3282" y="642"/>
                  </a:lnTo>
                  <a:lnTo>
                    <a:pt x="3288" y="624"/>
                  </a:lnTo>
                  <a:lnTo>
                    <a:pt x="3300" y="600"/>
                  </a:lnTo>
                  <a:lnTo>
                    <a:pt x="3300" y="588"/>
                  </a:lnTo>
                  <a:lnTo>
                    <a:pt x="3228" y="576"/>
                  </a:lnTo>
                  <a:lnTo>
                    <a:pt x="3240" y="570"/>
                  </a:lnTo>
                  <a:lnTo>
                    <a:pt x="3348" y="534"/>
                  </a:lnTo>
                  <a:lnTo>
                    <a:pt x="3360" y="528"/>
                  </a:lnTo>
                  <a:lnTo>
                    <a:pt x="3354" y="522"/>
                  </a:lnTo>
                  <a:lnTo>
                    <a:pt x="3342" y="516"/>
                  </a:lnTo>
                  <a:lnTo>
                    <a:pt x="3324" y="510"/>
                  </a:lnTo>
                  <a:lnTo>
                    <a:pt x="3312" y="510"/>
                  </a:lnTo>
                  <a:lnTo>
                    <a:pt x="3300" y="504"/>
                  </a:lnTo>
                  <a:lnTo>
                    <a:pt x="3288" y="504"/>
                  </a:lnTo>
                  <a:close/>
                  <a:moveTo>
                    <a:pt x="2898" y="744"/>
                  </a:moveTo>
                  <a:lnTo>
                    <a:pt x="2880" y="738"/>
                  </a:lnTo>
                  <a:lnTo>
                    <a:pt x="2796" y="738"/>
                  </a:lnTo>
                  <a:lnTo>
                    <a:pt x="2874" y="696"/>
                  </a:lnTo>
                  <a:lnTo>
                    <a:pt x="2880" y="684"/>
                  </a:lnTo>
                  <a:lnTo>
                    <a:pt x="2886" y="654"/>
                  </a:lnTo>
                  <a:lnTo>
                    <a:pt x="2898" y="624"/>
                  </a:lnTo>
                  <a:lnTo>
                    <a:pt x="2898" y="588"/>
                  </a:lnTo>
                  <a:lnTo>
                    <a:pt x="2880" y="570"/>
                  </a:lnTo>
                  <a:lnTo>
                    <a:pt x="2850" y="570"/>
                  </a:lnTo>
                  <a:lnTo>
                    <a:pt x="2814" y="576"/>
                  </a:lnTo>
                  <a:lnTo>
                    <a:pt x="2796" y="582"/>
                  </a:lnTo>
                  <a:lnTo>
                    <a:pt x="2784" y="588"/>
                  </a:lnTo>
                  <a:lnTo>
                    <a:pt x="2784" y="594"/>
                  </a:lnTo>
                  <a:lnTo>
                    <a:pt x="2766" y="612"/>
                  </a:lnTo>
                  <a:lnTo>
                    <a:pt x="2760" y="630"/>
                  </a:lnTo>
                  <a:lnTo>
                    <a:pt x="2736" y="654"/>
                  </a:lnTo>
                  <a:lnTo>
                    <a:pt x="2718" y="666"/>
                  </a:lnTo>
                  <a:lnTo>
                    <a:pt x="2706" y="672"/>
                  </a:lnTo>
                  <a:lnTo>
                    <a:pt x="2700" y="672"/>
                  </a:lnTo>
                  <a:lnTo>
                    <a:pt x="2694" y="666"/>
                  </a:lnTo>
                  <a:lnTo>
                    <a:pt x="2694" y="660"/>
                  </a:lnTo>
                  <a:lnTo>
                    <a:pt x="2700" y="654"/>
                  </a:lnTo>
                  <a:lnTo>
                    <a:pt x="2706" y="642"/>
                  </a:lnTo>
                  <a:lnTo>
                    <a:pt x="2712" y="636"/>
                  </a:lnTo>
                  <a:lnTo>
                    <a:pt x="2718" y="624"/>
                  </a:lnTo>
                  <a:lnTo>
                    <a:pt x="2718" y="612"/>
                  </a:lnTo>
                  <a:lnTo>
                    <a:pt x="2724" y="606"/>
                  </a:lnTo>
                  <a:lnTo>
                    <a:pt x="2724" y="600"/>
                  </a:lnTo>
                  <a:lnTo>
                    <a:pt x="2706" y="594"/>
                  </a:lnTo>
                  <a:lnTo>
                    <a:pt x="2676" y="588"/>
                  </a:lnTo>
                  <a:lnTo>
                    <a:pt x="2628" y="588"/>
                  </a:lnTo>
                  <a:lnTo>
                    <a:pt x="2622" y="606"/>
                  </a:lnTo>
                  <a:lnTo>
                    <a:pt x="2610" y="612"/>
                  </a:lnTo>
                  <a:lnTo>
                    <a:pt x="2586" y="618"/>
                  </a:lnTo>
                  <a:lnTo>
                    <a:pt x="2550" y="624"/>
                  </a:lnTo>
                  <a:lnTo>
                    <a:pt x="2508" y="630"/>
                  </a:lnTo>
                  <a:lnTo>
                    <a:pt x="2490" y="630"/>
                  </a:lnTo>
                  <a:lnTo>
                    <a:pt x="2496" y="624"/>
                  </a:lnTo>
                  <a:lnTo>
                    <a:pt x="2508" y="618"/>
                  </a:lnTo>
                  <a:lnTo>
                    <a:pt x="2520" y="618"/>
                  </a:lnTo>
                  <a:lnTo>
                    <a:pt x="2538" y="612"/>
                  </a:lnTo>
                  <a:lnTo>
                    <a:pt x="2550" y="606"/>
                  </a:lnTo>
                  <a:lnTo>
                    <a:pt x="2586" y="594"/>
                  </a:lnTo>
                  <a:lnTo>
                    <a:pt x="2598" y="588"/>
                  </a:lnTo>
                  <a:lnTo>
                    <a:pt x="2604" y="588"/>
                  </a:lnTo>
                  <a:lnTo>
                    <a:pt x="2604" y="582"/>
                  </a:lnTo>
                  <a:lnTo>
                    <a:pt x="2592" y="576"/>
                  </a:lnTo>
                  <a:lnTo>
                    <a:pt x="2556" y="576"/>
                  </a:lnTo>
                  <a:lnTo>
                    <a:pt x="2496" y="594"/>
                  </a:lnTo>
                  <a:lnTo>
                    <a:pt x="2460" y="600"/>
                  </a:lnTo>
                  <a:lnTo>
                    <a:pt x="2466" y="594"/>
                  </a:lnTo>
                  <a:lnTo>
                    <a:pt x="2478" y="588"/>
                  </a:lnTo>
                  <a:lnTo>
                    <a:pt x="2490" y="576"/>
                  </a:lnTo>
                  <a:lnTo>
                    <a:pt x="2502" y="570"/>
                  </a:lnTo>
                  <a:lnTo>
                    <a:pt x="2514" y="558"/>
                  </a:lnTo>
                  <a:lnTo>
                    <a:pt x="2508" y="558"/>
                  </a:lnTo>
                  <a:lnTo>
                    <a:pt x="2508" y="552"/>
                  </a:lnTo>
                  <a:lnTo>
                    <a:pt x="2496" y="552"/>
                  </a:lnTo>
                  <a:lnTo>
                    <a:pt x="2346" y="600"/>
                  </a:lnTo>
                  <a:lnTo>
                    <a:pt x="2328" y="600"/>
                  </a:lnTo>
                  <a:lnTo>
                    <a:pt x="2244" y="624"/>
                  </a:lnTo>
                  <a:lnTo>
                    <a:pt x="2250" y="642"/>
                  </a:lnTo>
                  <a:lnTo>
                    <a:pt x="2190" y="660"/>
                  </a:lnTo>
                  <a:lnTo>
                    <a:pt x="2172" y="678"/>
                  </a:lnTo>
                  <a:lnTo>
                    <a:pt x="2202" y="690"/>
                  </a:lnTo>
                  <a:lnTo>
                    <a:pt x="2208" y="684"/>
                  </a:lnTo>
                  <a:lnTo>
                    <a:pt x="2220" y="678"/>
                  </a:lnTo>
                  <a:lnTo>
                    <a:pt x="2238" y="678"/>
                  </a:lnTo>
                  <a:lnTo>
                    <a:pt x="2244" y="684"/>
                  </a:lnTo>
                  <a:lnTo>
                    <a:pt x="2244" y="690"/>
                  </a:lnTo>
                  <a:lnTo>
                    <a:pt x="2238" y="696"/>
                  </a:lnTo>
                  <a:lnTo>
                    <a:pt x="2226" y="696"/>
                  </a:lnTo>
                  <a:lnTo>
                    <a:pt x="2208" y="702"/>
                  </a:lnTo>
                  <a:lnTo>
                    <a:pt x="2196" y="702"/>
                  </a:lnTo>
                  <a:lnTo>
                    <a:pt x="2160" y="720"/>
                  </a:lnTo>
                  <a:lnTo>
                    <a:pt x="2166" y="732"/>
                  </a:lnTo>
                  <a:lnTo>
                    <a:pt x="2196" y="732"/>
                  </a:lnTo>
                  <a:lnTo>
                    <a:pt x="2238" y="738"/>
                  </a:lnTo>
                  <a:lnTo>
                    <a:pt x="2322" y="738"/>
                  </a:lnTo>
                  <a:lnTo>
                    <a:pt x="2352" y="744"/>
                  </a:lnTo>
                  <a:lnTo>
                    <a:pt x="2352" y="750"/>
                  </a:lnTo>
                  <a:lnTo>
                    <a:pt x="2322" y="762"/>
                  </a:lnTo>
                  <a:lnTo>
                    <a:pt x="2280" y="762"/>
                  </a:lnTo>
                  <a:lnTo>
                    <a:pt x="2172" y="774"/>
                  </a:lnTo>
                  <a:lnTo>
                    <a:pt x="2136" y="774"/>
                  </a:lnTo>
                  <a:lnTo>
                    <a:pt x="2112" y="786"/>
                  </a:lnTo>
                  <a:lnTo>
                    <a:pt x="2106" y="792"/>
                  </a:lnTo>
                  <a:lnTo>
                    <a:pt x="2118" y="804"/>
                  </a:lnTo>
                  <a:lnTo>
                    <a:pt x="2130" y="810"/>
                  </a:lnTo>
                  <a:lnTo>
                    <a:pt x="2148" y="810"/>
                  </a:lnTo>
                  <a:lnTo>
                    <a:pt x="2160" y="816"/>
                  </a:lnTo>
                  <a:lnTo>
                    <a:pt x="2178" y="822"/>
                  </a:lnTo>
                  <a:lnTo>
                    <a:pt x="2190" y="828"/>
                  </a:lnTo>
                  <a:lnTo>
                    <a:pt x="2190" y="834"/>
                  </a:lnTo>
                  <a:lnTo>
                    <a:pt x="2184" y="840"/>
                  </a:lnTo>
                  <a:lnTo>
                    <a:pt x="2172" y="840"/>
                  </a:lnTo>
                  <a:lnTo>
                    <a:pt x="2154" y="858"/>
                  </a:lnTo>
                  <a:lnTo>
                    <a:pt x="2166" y="870"/>
                  </a:lnTo>
                  <a:lnTo>
                    <a:pt x="2322" y="870"/>
                  </a:lnTo>
                  <a:lnTo>
                    <a:pt x="2370" y="864"/>
                  </a:lnTo>
                  <a:lnTo>
                    <a:pt x="2436" y="858"/>
                  </a:lnTo>
                  <a:lnTo>
                    <a:pt x="2508" y="846"/>
                  </a:lnTo>
                  <a:lnTo>
                    <a:pt x="2574" y="840"/>
                  </a:lnTo>
                  <a:lnTo>
                    <a:pt x="2616" y="828"/>
                  </a:lnTo>
                  <a:lnTo>
                    <a:pt x="2652" y="828"/>
                  </a:lnTo>
                  <a:lnTo>
                    <a:pt x="2736" y="864"/>
                  </a:lnTo>
                  <a:lnTo>
                    <a:pt x="2778" y="876"/>
                  </a:lnTo>
                  <a:lnTo>
                    <a:pt x="2796" y="876"/>
                  </a:lnTo>
                  <a:lnTo>
                    <a:pt x="2814" y="870"/>
                  </a:lnTo>
                  <a:lnTo>
                    <a:pt x="2832" y="852"/>
                  </a:lnTo>
                  <a:lnTo>
                    <a:pt x="2838" y="840"/>
                  </a:lnTo>
                  <a:lnTo>
                    <a:pt x="2844" y="834"/>
                  </a:lnTo>
                  <a:lnTo>
                    <a:pt x="2844" y="822"/>
                  </a:lnTo>
                  <a:lnTo>
                    <a:pt x="2766" y="822"/>
                  </a:lnTo>
                  <a:lnTo>
                    <a:pt x="2802" y="798"/>
                  </a:lnTo>
                  <a:lnTo>
                    <a:pt x="2850" y="798"/>
                  </a:lnTo>
                  <a:lnTo>
                    <a:pt x="2898" y="792"/>
                  </a:lnTo>
                  <a:lnTo>
                    <a:pt x="2910" y="786"/>
                  </a:lnTo>
                  <a:lnTo>
                    <a:pt x="2916" y="786"/>
                  </a:lnTo>
                  <a:lnTo>
                    <a:pt x="2922" y="780"/>
                  </a:lnTo>
                  <a:lnTo>
                    <a:pt x="2916" y="768"/>
                  </a:lnTo>
                  <a:lnTo>
                    <a:pt x="2898" y="750"/>
                  </a:lnTo>
                  <a:lnTo>
                    <a:pt x="2898" y="744"/>
                  </a:lnTo>
                  <a:close/>
                  <a:moveTo>
                    <a:pt x="2868" y="882"/>
                  </a:moveTo>
                  <a:lnTo>
                    <a:pt x="2886" y="882"/>
                  </a:lnTo>
                  <a:lnTo>
                    <a:pt x="2904" y="876"/>
                  </a:lnTo>
                  <a:lnTo>
                    <a:pt x="2910" y="870"/>
                  </a:lnTo>
                  <a:lnTo>
                    <a:pt x="2910" y="864"/>
                  </a:lnTo>
                  <a:lnTo>
                    <a:pt x="2904" y="858"/>
                  </a:lnTo>
                  <a:lnTo>
                    <a:pt x="2880" y="858"/>
                  </a:lnTo>
                  <a:lnTo>
                    <a:pt x="2868" y="870"/>
                  </a:lnTo>
                  <a:lnTo>
                    <a:pt x="2868" y="882"/>
                  </a:lnTo>
                  <a:close/>
                  <a:moveTo>
                    <a:pt x="3276" y="330"/>
                  </a:moveTo>
                  <a:lnTo>
                    <a:pt x="3288" y="330"/>
                  </a:lnTo>
                  <a:lnTo>
                    <a:pt x="3294" y="324"/>
                  </a:lnTo>
                  <a:lnTo>
                    <a:pt x="3300" y="312"/>
                  </a:lnTo>
                  <a:lnTo>
                    <a:pt x="3300" y="306"/>
                  </a:lnTo>
                  <a:lnTo>
                    <a:pt x="3294" y="294"/>
                  </a:lnTo>
                  <a:lnTo>
                    <a:pt x="3288" y="288"/>
                  </a:lnTo>
                  <a:lnTo>
                    <a:pt x="3276" y="288"/>
                  </a:lnTo>
                  <a:lnTo>
                    <a:pt x="3270" y="300"/>
                  </a:lnTo>
                  <a:lnTo>
                    <a:pt x="3264" y="306"/>
                  </a:lnTo>
                  <a:lnTo>
                    <a:pt x="3264" y="324"/>
                  </a:lnTo>
                  <a:lnTo>
                    <a:pt x="3270" y="330"/>
                  </a:lnTo>
                  <a:lnTo>
                    <a:pt x="3276" y="330"/>
                  </a:lnTo>
                  <a:close/>
                  <a:moveTo>
                    <a:pt x="3462" y="228"/>
                  </a:moveTo>
                  <a:lnTo>
                    <a:pt x="3450" y="240"/>
                  </a:lnTo>
                  <a:lnTo>
                    <a:pt x="3450" y="252"/>
                  </a:lnTo>
                  <a:lnTo>
                    <a:pt x="3456" y="258"/>
                  </a:lnTo>
                  <a:lnTo>
                    <a:pt x="3528" y="258"/>
                  </a:lnTo>
                  <a:lnTo>
                    <a:pt x="3546" y="276"/>
                  </a:lnTo>
                  <a:lnTo>
                    <a:pt x="3558" y="282"/>
                  </a:lnTo>
                  <a:lnTo>
                    <a:pt x="3588" y="282"/>
                  </a:lnTo>
                  <a:lnTo>
                    <a:pt x="3612" y="270"/>
                  </a:lnTo>
                  <a:lnTo>
                    <a:pt x="3618" y="264"/>
                  </a:lnTo>
                  <a:lnTo>
                    <a:pt x="3606" y="252"/>
                  </a:lnTo>
                  <a:lnTo>
                    <a:pt x="3636" y="246"/>
                  </a:lnTo>
                  <a:lnTo>
                    <a:pt x="3594" y="210"/>
                  </a:lnTo>
                  <a:lnTo>
                    <a:pt x="3552" y="216"/>
                  </a:lnTo>
                  <a:lnTo>
                    <a:pt x="3534" y="198"/>
                  </a:lnTo>
                  <a:lnTo>
                    <a:pt x="3450" y="198"/>
                  </a:lnTo>
                  <a:lnTo>
                    <a:pt x="3438" y="204"/>
                  </a:lnTo>
                  <a:lnTo>
                    <a:pt x="3426" y="204"/>
                  </a:lnTo>
                  <a:lnTo>
                    <a:pt x="3420" y="210"/>
                  </a:lnTo>
                  <a:lnTo>
                    <a:pt x="3438" y="228"/>
                  </a:lnTo>
                  <a:lnTo>
                    <a:pt x="3462" y="228"/>
                  </a:lnTo>
                  <a:close/>
                  <a:moveTo>
                    <a:pt x="3432" y="1302"/>
                  </a:moveTo>
                  <a:lnTo>
                    <a:pt x="3408" y="1326"/>
                  </a:lnTo>
                  <a:lnTo>
                    <a:pt x="3408" y="1344"/>
                  </a:lnTo>
                  <a:lnTo>
                    <a:pt x="3438" y="1344"/>
                  </a:lnTo>
                  <a:lnTo>
                    <a:pt x="3462" y="1332"/>
                  </a:lnTo>
                  <a:lnTo>
                    <a:pt x="3468" y="1332"/>
                  </a:lnTo>
                  <a:lnTo>
                    <a:pt x="3480" y="1326"/>
                  </a:lnTo>
                  <a:lnTo>
                    <a:pt x="3486" y="1326"/>
                  </a:lnTo>
                  <a:lnTo>
                    <a:pt x="3504" y="1308"/>
                  </a:lnTo>
                  <a:lnTo>
                    <a:pt x="3516" y="1290"/>
                  </a:lnTo>
                  <a:lnTo>
                    <a:pt x="3516" y="1266"/>
                  </a:lnTo>
                  <a:lnTo>
                    <a:pt x="3510" y="1260"/>
                  </a:lnTo>
                  <a:lnTo>
                    <a:pt x="3498" y="1260"/>
                  </a:lnTo>
                  <a:lnTo>
                    <a:pt x="3480" y="1266"/>
                  </a:lnTo>
                  <a:lnTo>
                    <a:pt x="3432" y="1302"/>
                  </a:lnTo>
                  <a:close/>
                  <a:moveTo>
                    <a:pt x="4416" y="1392"/>
                  </a:moveTo>
                  <a:lnTo>
                    <a:pt x="4428" y="1380"/>
                  </a:lnTo>
                  <a:lnTo>
                    <a:pt x="4428" y="1374"/>
                  </a:lnTo>
                  <a:lnTo>
                    <a:pt x="4386" y="1374"/>
                  </a:lnTo>
                  <a:lnTo>
                    <a:pt x="4386" y="1380"/>
                  </a:lnTo>
                  <a:lnTo>
                    <a:pt x="4404" y="1398"/>
                  </a:lnTo>
                  <a:lnTo>
                    <a:pt x="4416" y="1392"/>
                  </a:lnTo>
                  <a:close/>
                  <a:moveTo>
                    <a:pt x="3120" y="2034"/>
                  </a:moveTo>
                  <a:lnTo>
                    <a:pt x="3132" y="2034"/>
                  </a:lnTo>
                  <a:lnTo>
                    <a:pt x="3138" y="2028"/>
                  </a:lnTo>
                  <a:lnTo>
                    <a:pt x="3132" y="2022"/>
                  </a:lnTo>
                  <a:lnTo>
                    <a:pt x="3120" y="2016"/>
                  </a:lnTo>
                  <a:lnTo>
                    <a:pt x="3114" y="2010"/>
                  </a:lnTo>
                  <a:lnTo>
                    <a:pt x="3108" y="2010"/>
                  </a:lnTo>
                  <a:lnTo>
                    <a:pt x="3090" y="2016"/>
                  </a:lnTo>
                  <a:lnTo>
                    <a:pt x="3078" y="2022"/>
                  </a:lnTo>
                  <a:lnTo>
                    <a:pt x="3072" y="2022"/>
                  </a:lnTo>
                  <a:lnTo>
                    <a:pt x="3072" y="2028"/>
                  </a:lnTo>
                  <a:lnTo>
                    <a:pt x="3078" y="2034"/>
                  </a:lnTo>
                  <a:lnTo>
                    <a:pt x="3120" y="2034"/>
                  </a:lnTo>
                  <a:close/>
                  <a:moveTo>
                    <a:pt x="4758" y="996"/>
                  </a:moveTo>
                  <a:lnTo>
                    <a:pt x="4746" y="996"/>
                  </a:lnTo>
                  <a:lnTo>
                    <a:pt x="4734" y="984"/>
                  </a:lnTo>
                  <a:lnTo>
                    <a:pt x="4704" y="1008"/>
                  </a:lnTo>
                  <a:lnTo>
                    <a:pt x="4704" y="978"/>
                  </a:lnTo>
                  <a:lnTo>
                    <a:pt x="4662" y="978"/>
                  </a:lnTo>
                  <a:lnTo>
                    <a:pt x="4668" y="978"/>
                  </a:lnTo>
                  <a:lnTo>
                    <a:pt x="4674" y="972"/>
                  </a:lnTo>
                  <a:lnTo>
                    <a:pt x="4686" y="972"/>
                  </a:lnTo>
                  <a:lnTo>
                    <a:pt x="4698" y="966"/>
                  </a:lnTo>
                  <a:lnTo>
                    <a:pt x="4704" y="954"/>
                  </a:lnTo>
                  <a:lnTo>
                    <a:pt x="4704" y="948"/>
                  </a:lnTo>
                  <a:lnTo>
                    <a:pt x="4698" y="942"/>
                  </a:lnTo>
                  <a:lnTo>
                    <a:pt x="4680" y="942"/>
                  </a:lnTo>
                  <a:lnTo>
                    <a:pt x="4668" y="936"/>
                  </a:lnTo>
                  <a:lnTo>
                    <a:pt x="4650" y="936"/>
                  </a:lnTo>
                  <a:lnTo>
                    <a:pt x="4632" y="930"/>
                  </a:lnTo>
                  <a:lnTo>
                    <a:pt x="4620" y="930"/>
                  </a:lnTo>
                  <a:lnTo>
                    <a:pt x="4614" y="918"/>
                  </a:lnTo>
                  <a:lnTo>
                    <a:pt x="4566" y="912"/>
                  </a:lnTo>
                  <a:lnTo>
                    <a:pt x="4500" y="870"/>
                  </a:lnTo>
                  <a:lnTo>
                    <a:pt x="4566" y="864"/>
                  </a:lnTo>
                  <a:lnTo>
                    <a:pt x="4536" y="840"/>
                  </a:lnTo>
                  <a:lnTo>
                    <a:pt x="4542" y="840"/>
                  </a:lnTo>
                  <a:lnTo>
                    <a:pt x="4548" y="834"/>
                  </a:lnTo>
                  <a:lnTo>
                    <a:pt x="4584" y="834"/>
                  </a:lnTo>
                  <a:lnTo>
                    <a:pt x="4596" y="840"/>
                  </a:lnTo>
                  <a:lnTo>
                    <a:pt x="4638" y="840"/>
                  </a:lnTo>
                  <a:lnTo>
                    <a:pt x="4638" y="834"/>
                  </a:lnTo>
                  <a:lnTo>
                    <a:pt x="4632" y="828"/>
                  </a:lnTo>
                  <a:lnTo>
                    <a:pt x="4614" y="822"/>
                  </a:lnTo>
                  <a:lnTo>
                    <a:pt x="4596" y="822"/>
                  </a:lnTo>
                  <a:lnTo>
                    <a:pt x="4578" y="816"/>
                  </a:lnTo>
                  <a:lnTo>
                    <a:pt x="4518" y="816"/>
                  </a:lnTo>
                  <a:lnTo>
                    <a:pt x="4536" y="816"/>
                  </a:lnTo>
                  <a:lnTo>
                    <a:pt x="4620" y="804"/>
                  </a:lnTo>
                  <a:lnTo>
                    <a:pt x="4638" y="798"/>
                  </a:lnTo>
                  <a:lnTo>
                    <a:pt x="4638" y="792"/>
                  </a:lnTo>
                  <a:lnTo>
                    <a:pt x="4632" y="792"/>
                  </a:lnTo>
                  <a:lnTo>
                    <a:pt x="4626" y="786"/>
                  </a:lnTo>
                  <a:lnTo>
                    <a:pt x="4608" y="786"/>
                  </a:lnTo>
                  <a:lnTo>
                    <a:pt x="4500" y="798"/>
                  </a:lnTo>
                  <a:lnTo>
                    <a:pt x="4560" y="762"/>
                  </a:lnTo>
                  <a:lnTo>
                    <a:pt x="4620" y="762"/>
                  </a:lnTo>
                  <a:lnTo>
                    <a:pt x="4626" y="756"/>
                  </a:lnTo>
                  <a:lnTo>
                    <a:pt x="4620" y="750"/>
                  </a:lnTo>
                  <a:lnTo>
                    <a:pt x="4584" y="738"/>
                  </a:lnTo>
                  <a:lnTo>
                    <a:pt x="4572" y="732"/>
                  </a:lnTo>
                  <a:lnTo>
                    <a:pt x="4554" y="732"/>
                  </a:lnTo>
                  <a:lnTo>
                    <a:pt x="4518" y="750"/>
                  </a:lnTo>
                  <a:lnTo>
                    <a:pt x="4500" y="744"/>
                  </a:lnTo>
                  <a:lnTo>
                    <a:pt x="4458" y="774"/>
                  </a:lnTo>
                  <a:lnTo>
                    <a:pt x="4464" y="756"/>
                  </a:lnTo>
                  <a:lnTo>
                    <a:pt x="4440" y="774"/>
                  </a:lnTo>
                  <a:lnTo>
                    <a:pt x="4464" y="744"/>
                  </a:lnTo>
                  <a:lnTo>
                    <a:pt x="4500" y="744"/>
                  </a:lnTo>
                  <a:lnTo>
                    <a:pt x="4506" y="738"/>
                  </a:lnTo>
                  <a:lnTo>
                    <a:pt x="4518" y="714"/>
                  </a:lnTo>
                  <a:lnTo>
                    <a:pt x="4518" y="708"/>
                  </a:lnTo>
                  <a:lnTo>
                    <a:pt x="4512" y="702"/>
                  </a:lnTo>
                  <a:lnTo>
                    <a:pt x="4506" y="708"/>
                  </a:lnTo>
                  <a:lnTo>
                    <a:pt x="4494" y="714"/>
                  </a:lnTo>
                  <a:lnTo>
                    <a:pt x="4488" y="726"/>
                  </a:lnTo>
                  <a:lnTo>
                    <a:pt x="4452" y="726"/>
                  </a:lnTo>
                  <a:lnTo>
                    <a:pt x="4428" y="738"/>
                  </a:lnTo>
                  <a:lnTo>
                    <a:pt x="4452" y="708"/>
                  </a:lnTo>
                  <a:lnTo>
                    <a:pt x="4482" y="708"/>
                  </a:lnTo>
                  <a:lnTo>
                    <a:pt x="4494" y="702"/>
                  </a:lnTo>
                  <a:lnTo>
                    <a:pt x="4500" y="702"/>
                  </a:lnTo>
                  <a:lnTo>
                    <a:pt x="4506" y="696"/>
                  </a:lnTo>
                  <a:lnTo>
                    <a:pt x="4506" y="690"/>
                  </a:lnTo>
                  <a:lnTo>
                    <a:pt x="4500" y="684"/>
                  </a:lnTo>
                  <a:lnTo>
                    <a:pt x="4458" y="684"/>
                  </a:lnTo>
                  <a:lnTo>
                    <a:pt x="4446" y="690"/>
                  </a:lnTo>
                  <a:lnTo>
                    <a:pt x="4428" y="696"/>
                  </a:lnTo>
                  <a:lnTo>
                    <a:pt x="4422" y="702"/>
                  </a:lnTo>
                  <a:lnTo>
                    <a:pt x="4416" y="702"/>
                  </a:lnTo>
                  <a:lnTo>
                    <a:pt x="4404" y="684"/>
                  </a:lnTo>
                  <a:lnTo>
                    <a:pt x="4380" y="702"/>
                  </a:lnTo>
                  <a:lnTo>
                    <a:pt x="4398" y="672"/>
                  </a:lnTo>
                  <a:lnTo>
                    <a:pt x="4344" y="696"/>
                  </a:lnTo>
                  <a:lnTo>
                    <a:pt x="4344" y="672"/>
                  </a:lnTo>
                  <a:lnTo>
                    <a:pt x="4350" y="672"/>
                  </a:lnTo>
                  <a:lnTo>
                    <a:pt x="4356" y="666"/>
                  </a:lnTo>
                  <a:lnTo>
                    <a:pt x="4368" y="666"/>
                  </a:lnTo>
                  <a:lnTo>
                    <a:pt x="4386" y="660"/>
                  </a:lnTo>
                  <a:lnTo>
                    <a:pt x="4392" y="660"/>
                  </a:lnTo>
                  <a:lnTo>
                    <a:pt x="4398" y="654"/>
                  </a:lnTo>
                  <a:lnTo>
                    <a:pt x="4356" y="654"/>
                  </a:lnTo>
                  <a:lnTo>
                    <a:pt x="4338" y="660"/>
                  </a:lnTo>
                  <a:lnTo>
                    <a:pt x="4326" y="660"/>
                  </a:lnTo>
                  <a:lnTo>
                    <a:pt x="4320" y="648"/>
                  </a:lnTo>
                  <a:lnTo>
                    <a:pt x="4332" y="648"/>
                  </a:lnTo>
                  <a:lnTo>
                    <a:pt x="4356" y="636"/>
                  </a:lnTo>
                  <a:lnTo>
                    <a:pt x="4368" y="636"/>
                  </a:lnTo>
                  <a:lnTo>
                    <a:pt x="4380" y="630"/>
                  </a:lnTo>
                  <a:lnTo>
                    <a:pt x="4386" y="624"/>
                  </a:lnTo>
                  <a:lnTo>
                    <a:pt x="4368" y="618"/>
                  </a:lnTo>
                  <a:lnTo>
                    <a:pt x="4326" y="612"/>
                  </a:lnTo>
                  <a:lnTo>
                    <a:pt x="4290" y="612"/>
                  </a:lnTo>
                  <a:lnTo>
                    <a:pt x="4266" y="606"/>
                  </a:lnTo>
                  <a:lnTo>
                    <a:pt x="4236" y="606"/>
                  </a:lnTo>
                  <a:lnTo>
                    <a:pt x="4230" y="612"/>
                  </a:lnTo>
                  <a:lnTo>
                    <a:pt x="4230" y="618"/>
                  </a:lnTo>
                  <a:lnTo>
                    <a:pt x="4236" y="624"/>
                  </a:lnTo>
                  <a:lnTo>
                    <a:pt x="4242" y="636"/>
                  </a:lnTo>
                  <a:lnTo>
                    <a:pt x="4206" y="630"/>
                  </a:lnTo>
                  <a:lnTo>
                    <a:pt x="4212" y="660"/>
                  </a:lnTo>
                  <a:lnTo>
                    <a:pt x="4194" y="636"/>
                  </a:lnTo>
                  <a:lnTo>
                    <a:pt x="4152" y="660"/>
                  </a:lnTo>
                  <a:lnTo>
                    <a:pt x="4158" y="654"/>
                  </a:lnTo>
                  <a:lnTo>
                    <a:pt x="4158" y="636"/>
                  </a:lnTo>
                  <a:lnTo>
                    <a:pt x="4152" y="630"/>
                  </a:lnTo>
                  <a:lnTo>
                    <a:pt x="4140" y="630"/>
                  </a:lnTo>
                  <a:lnTo>
                    <a:pt x="4122" y="636"/>
                  </a:lnTo>
                  <a:lnTo>
                    <a:pt x="4110" y="642"/>
                  </a:lnTo>
                  <a:lnTo>
                    <a:pt x="4098" y="642"/>
                  </a:lnTo>
                  <a:lnTo>
                    <a:pt x="4086" y="648"/>
                  </a:lnTo>
                  <a:lnTo>
                    <a:pt x="4080" y="654"/>
                  </a:lnTo>
                  <a:lnTo>
                    <a:pt x="4074" y="654"/>
                  </a:lnTo>
                  <a:lnTo>
                    <a:pt x="4092" y="618"/>
                  </a:lnTo>
                  <a:lnTo>
                    <a:pt x="4110" y="618"/>
                  </a:lnTo>
                  <a:lnTo>
                    <a:pt x="4122" y="612"/>
                  </a:lnTo>
                  <a:lnTo>
                    <a:pt x="4134" y="612"/>
                  </a:lnTo>
                  <a:lnTo>
                    <a:pt x="4146" y="606"/>
                  </a:lnTo>
                  <a:lnTo>
                    <a:pt x="4152" y="600"/>
                  </a:lnTo>
                  <a:lnTo>
                    <a:pt x="4152" y="594"/>
                  </a:lnTo>
                  <a:lnTo>
                    <a:pt x="4146" y="582"/>
                  </a:lnTo>
                  <a:lnTo>
                    <a:pt x="4134" y="570"/>
                  </a:lnTo>
                  <a:lnTo>
                    <a:pt x="4152" y="552"/>
                  </a:lnTo>
                  <a:lnTo>
                    <a:pt x="4152" y="540"/>
                  </a:lnTo>
                  <a:lnTo>
                    <a:pt x="4050" y="540"/>
                  </a:lnTo>
                  <a:lnTo>
                    <a:pt x="4026" y="558"/>
                  </a:lnTo>
                  <a:lnTo>
                    <a:pt x="3942" y="558"/>
                  </a:lnTo>
                  <a:lnTo>
                    <a:pt x="3948" y="576"/>
                  </a:lnTo>
                  <a:lnTo>
                    <a:pt x="3978" y="588"/>
                  </a:lnTo>
                  <a:lnTo>
                    <a:pt x="3936" y="576"/>
                  </a:lnTo>
                  <a:lnTo>
                    <a:pt x="3948" y="600"/>
                  </a:lnTo>
                  <a:lnTo>
                    <a:pt x="3936" y="594"/>
                  </a:lnTo>
                  <a:lnTo>
                    <a:pt x="3930" y="594"/>
                  </a:lnTo>
                  <a:lnTo>
                    <a:pt x="3918" y="588"/>
                  </a:lnTo>
                  <a:lnTo>
                    <a:pt x="3894" y="588"/>
                  </a:lnTo>
                  <a:lnTo>
                    <a:pt x="3882" y="594"/>
                  </a:lnTo>
                  <a:lnTo>
                    <a:pt x="3876" y="606"/>
                  </a:lnTo>
                  <a:lnTo>
                    <a:pt x="3882" y="612"/>
                  </a:lnTo>
                  <a:lnTo>
                    <a:pt x="3888" y="624"/>
                  </a:lnTo>
                  <a:lnTo>
                    <a:pt x="3894" y="630"/>
                  </a:lnTo>
                  <a:lnTo>
                    <a:pt x="3900" y="660"/>
                  </a:lnTo>
                  <a:lnTo>
                    <a:pt x="3894" y="660"/>
                  </a:lnTo>
                  <a:lnTo>
                    <a:pt x="3888" y="654"/>
                  </a:lnTo>
                  <a:lnTo>
                    <a:pt x="3864" y="642"/>
                  </a:lnTo>
                  <a:lnTo>
                    <a:pt x="3852" y="642"/>
                  </a:lnTo>
                  <a:lnTo>
                    <a:pt x="3828" y="666"/>
                  </a:lnTo>
                  <a:lnTo>
                    <a:pt x="3828" y="678"/>
                  </a:lnTo>
                  <a:lnTo>
                    <a:pt x="3846" y="678"/>
                  </a:lnTo>
                  <a:lnTo>
                    <a:pt x="3858" y="690"/>
                  </a:lnTo>
                  <a:lnTo>
                    <a:pt x="3810" y="714"/>
                  </a:lnTo>
                  <a:lnTo>
                    <a:pt x="3750" y="720"/>
                  </a:lnTo>
                  <a:lnTo>
                    <a:pt x="3762" y="720"/>
                  </a:lnTo>
                  <a:lnTo>
                    <a:pt x="3798" y="702"/>
                  </a:lnTo>
                  <a:lnTo>
                    <a:pt x="3810" y="690"/>
                  </a:lnTo>
                  <a:lnTo>
                    <a:pt x="3810" y="684"/>
                  </a:lnTo>
                  <a:lnTo>
                    <a:pt x="3804" y="684"/>
                  </a:lnTo>
                  <a:lnTo>
                    <a:pt x="3792" y="672"/>
                  </a:lnTo>
                  <a:lnTo>
                    <a:pt x="3786" y="672"/>
                  </a:lnTo>
                  <a:lnTo>
                    <a:pt x="3786" y="660"/>
                  </a:lnTo>
                  <a:lnTo>
                    <a:pt x="3804" y="642"/>
                  </a:lnTo>
                  <a:lnTo>
                    <a:pt x="3816" y="636"/>
                  </a:lnTo>
                  <a:lnTo>
                    <a:pt x="3828" y="636"/>
                  </a:lnTo>
                  <a:lnTo>
                    <a:pt x="3828" y="606"/>
                  </a:lnTo>
                  <a:lnTo>
                    <a:pt x="3840" y="600"/>
                  </a:lnTo>
                  <a:lnTo>
                    <a:pt x="3858" y="582"/>
                  </a:lnTo>
                  <a:lnTo>
                    <a:pt x="3876" y="576"/>
                  </a:lnTo>
                  <a:lnTo>
                    <a:pt x="3882" y="570"/>
                  </a:lnTo>
                  <a:lnTo>
                    <a:pt x="3894" y="564"/>
                  </a:lnTo>
                  <a:lnTo>
                    <a:pt x="3906" y="564"/>
                  </a:lnTo>
                  <a:lnTo>
                    <a:pt x="3918" y="558"/>
                  </a:lnTo>
                  <a:lnTo>
                    <a:pt x="3936" y="552"/>
                  </a:lnTo>
                  <a:lnTo>
                    <a:pt x="3954" y="552"/>
                  </a:lnTo>
                  <a:lnTo>
                    <a:pt x="3966" y="546"/>
                  </a:lnTo>
                  <a:lnTo>
                    <a:pt x="3972" y="540"/>
                  </a:lnTo>
                  <a:lnTo>
                    <a:pt x="3942" y="534"/>
                  </a:lnTo>
                  <a:lnTo>
                    <a:pt x="3852" y="534"/>
                  </a:lnTo>
                  <a:lnTo>
                    <a:pt x="3822" y="540"/>
                  </a:lnTo>
                  <a:lnTo>
                    <a:pt x="3786" y="558"/>
                  </a:lnTo>
                  <a:lnTo>
                    <a:pt x="3744" y="576"/>
                  </a:lnTo>
                  <a:lnTo>
                    <a:pt x="3720" y="594"/>
                  </a:lnTo>
                  <a:lnTo>
                    <a:pt x="3708" y="600"/>
                  </a:lnTo>
                  <a:lnTo>
                    <a:pt x="3702" y="600"/>
                  </a:lnTo>
                  <a:lnTo>
                    <a:pt x="3696" y="606"/>
                  </a:lnTo>
                  <a:lnTo>
                    <a:pt x="3684" y="606"/>
                  </a:lnTo>
                  <a:lnTo>
                    <a:pt x="3660" y="618"/>
                  </a:lnTo>
                  <a:lnTo>
                    <a:pt x="3654" y="618"/>
                  </a:lnTo>
                  <a:lnTo>
                    <a:pt x="3642" y="624"/>
                  </a:lnTo>
                  <a:lnTo>
                    <a:pt x="3630" y="636"/>
                  </a:lnTo>
                  <a:lnTo>
                    <a:pt x="3618" y="642"/>
                  </a:lnTo>
                  <a:lnTo>
                    <a:pt x="3600" y="660"/>
                  </a:lnTo>
                  <a:lnTo>
                    <a:pt x="3588" y="666"/>
                  </a:lnTo>
                  <a:lnTo>
                    <a:pt x="3582" y="678"/>
                  </a:lnTo>
                  <a:lnTo>
                    <a:pt x="3582" y="684"/>
                  </a:lnTo>
                  <a:lnTo>
                    <a:pt x="3588" y="690"/>
                  </a:lnTo>
                  <a:lnTo>
                    <a:pt x="3612" y="690"/>
                  </a:lnTo>
                  <a:lnTo>
                    <a:pt x="3648" y="696"/>
                  </a:lnTo>
                  <a:lnTo>
                    <a:pt x="3672" y="696"/>
                  </a:lnTo>
                  <a:lnTo>
                    <a:pt x="3684" y="708"/>
                  </a:lnTo>
                  <a:lnTo>
                    <a:pt x="3666" y="714"/>
                  </a:lnTo>
                  <a:lnTo>
                    <a:pt x="3594" y="726"/>
                  </a:lnTo>
                  <a:lnTo>
                    <a:pt x="3570" y="732"/>
                  </a:lnTo>
                  <a:lnTo>
                    <a:pt x="3576" y="738"/>
                  </a:lnTo>
                  <a:lnTo>
                    <a:pt x="3594" y="750"/>
                  </a:lnTo>
                  <a:lnTo>
                    <a:pt x="3630" y="762"/>
                  </a:lnTo>
                  <a:lnTo>
                    <a:pt x="3642" y="768"/>
                  </a:lnTo>
                  <a:lnTo>
                    <a:pt x="3648" y="768"/>
                  </a:lnTo>
                  <a:lnTo>
                    <a:pt x="3690" y="750"/>
                  </a:lnTo>
                  <a:lnTo>
                    <a:pt x="3690" y="762"/>
                  </a:lnTo>
                  <a:lnTo>
                    <a:pt x="3702" y="774"/>
                  </a:lnTo>
                  <a:lnTo>
                    <a:pt x="3744" y="774"/>
                  </a:lnTo>
                  <a:lnTo>
                    <a:pt x="3786" y="780"/>
                  </a:lnTo>
                  <a:lnTo>
                    <a:pt x="3834" y="786"/>
                  </a:lnTo>
                  <a:lnTo>
                    <a:pt x="3876" y="792"/>
                  </a:lnTo>
                  <a:lnTo>
                    <a:pt x="3894" y="792"/>
                  </a:lnTo>
                  <a:lnTo>
                    <a:pt x="3900" y="786"/>
                  </a:lnTo>
                  <a:lnTo>
                    <a:pt x="3894" y="780"/>
                  </a:lnTo>
                  <a:lnTo>
                    <a:pt x="3882" y="774"/>
                  </a:lnTo>
                  <a:lnTo>
                    <a:pt x="3876" y="768"/>
                  </a:lnTo>
                  <a:lnTo>
                    <a:pt x="3894" y="768"/>
                  </a:lnTo>
                  <a:lnTo>
                    <a:pt x="3930" y="774"/>
                  </a:lnTo>
                  <a:lnTo>
                    <a:pt x="3966" y="774"/>
                  </a:lnTo>
                  <a:lnTo>
                    <a:pt x="3990" y="780"/>
                  </a:lnTo>
                  <a:lnTo>
                    <a:pt x="4002" y="780"/>
                  </a:lnTo>
                  <a:lnTo>
                    <a:pt x="4020" y="786"/>
                  </a:lnTo>
                  <a:lnTo>
                    <a:pt x="4032" y="792"/>
                  </a:lnTo>
                  <a:lnTo>
                    <a:pt x="4050" y="792"/>
                  </a:lnTo>
                  <a:lnTo>
                    <a:pt x="4062" y="786"/>
                  </a:lnTo>
                  <a:lnTo>
                    <a:pt x="4062" y="774"/>
                  </a:lnTo>
                  <a:lnTo>
                    <a:pt x="4056" y="768"/>
                  </a:lnTo>
                  <a:lnTo>
                    <a:pt x="4050" y="756"/>
                  </a:lnTo>
                  <a:lnTo>
                    <a:pt x="4044" y="750"/>
                  </a:lnTo>
                  <a:lnTo>
                    <a:pt x="4092" y="738"/>
                  </a:lnTo>
                  <a:lnTo>
                    <a:pt x="4092" y="744"/>
                  </a:lnTo>
                  <a:lnTo>
                    <a:pt x="4098" y="750"/>
                  </a:lnTo>
                  <a:lnTo>
                    <a:pt x="4104" y="762"/>
                  </a:lnTo>
                  <a:lnTo>
                    <a:pt x="4104" y="768"/>
                  </a:lnTo>
                  <a:lnTo>
                    <a:pt x="4110" y="774"/>
                  </a:lnTo>
                  <a:lnTo>
                    <a:pt x="4116" y="774"/>
                  </a:lnTo>
                  <a:lnTo>
                    <a:pt x="4122" y="780"/>
                  </a:lnTo>
                  <a:lnTo>
                    <a:pt x="4134" y="786"/>
                  </a:lnTo>
                  <a:lnTo>
                    <a:pt x="4140" y="792"/>
                  </a:lnTo>
                  <a:lnTo>
                    <a:pt x="4170" y="786"/>
                  </a:lnTo>
                  <a:lnTo>
                    <a:pt x="4170" y="792"/>
                  </a:lnTo>
                  <a:lnTo>
                    <a:pt x="4164" y="798"/>
                  </a:lnTo>
                  <a:lnTo>
                    <a:pt x="4164" y="816"/>
                  </a:lnTo>
                  <a:lnTo>
                    <a:pt x="4170" y="816"/>
                  </a:lnTo>
                  <a:lnTo>
                    <a:pt x="4182" y="822"/>
                  </a:lnTo>
                  <a:lnTo>
                    <a:pt x="4200" y="822"/>
                  </a:lnTo>
                  <a:lnTo>
                    <a:pt x="4206" y="828"/>
                  </a:lnTo>
                  <a:lnTo>
                    <a:pt x="4212" y="828"/>
                  </a:lnTo>
                  <a:lnTo>
                    <a:pt x="4194" y="846"/>
                  </a:lnTo>
                  <a:lnTo>
                    <a:pt x="4194" y="858"/>
                  </a:lnTo>
                  <a:lnTo>
                    <a:pt x="4230" y="858"/>
                  </a:lnTo>
                  <a:lnTo>
                    <a:pt x="4224" y="882"/>
                  </a:lnTo>
                  <a:lnTo>
                    <a:pt x="4236" y="882"/>
                  </a:lnTo>
                  <a:lnTo>
                    <a:pt x="4248" y="888"/>
                  </a:lnTo>
                  <a:lnTo>
                    <a:pt x="4254" y="888"/>
                  </a:lnTo>
                  <a:lnTo>
                    <a:pt x="4278" y="900"/>
                  </a:lnTo>
                  <a:lnTo>
                    <a:pt x="4278" y="924"/>
                  </a:lnTo>
                  <a:lnTo>
                    <a:pt x="4266" y="948"/>
                  </a:lnTo>
                  <a:lnTo>
                    <a:pt x="4254" y="966"/>
                  </a:lnTo>
                  <a:lnTo>
                    <a:pt x="4248" y="978"/>
                  </a:lnTo>
                  <a:lnTo>
                    <a:pt x="4236" y="990"/>
                  </a:lnTo>
                  <a:lnTo>
                    <a:pt x="4218" y="996"/>
                  </a:lnTo>
                  <a:lnTo>
                    <a:pt x="4182" y="1014"/>
                  </a:lnTo>
                  <a:lnTo>
                    <a:pt x="4140" y="1026"/>
                  </a:lnTo>
                  <a:lnTo>
                    <a:pt x="4092" y="1050"/>
                  </a:lnTo>
                  <a:lnTo>
                    <a:pt x="4098" y="1056"/>
                  </a:lnTo>
                  <a:lnTo>
                    <a:pt x="4110" y="1062"/>
                  </a:lnTo>
                  <a:lnTo>
                    <a:pt x="4122" y="1074"/>
                  </a:lnTo>
                  <a:lnTo>
                    <a:pt x="4122" y="1080"/>
                  </a:lnTo>
                  <a:lnTo>
                    <a:pt x="4116" y="1086"/>
                  </a:lnTo>
                  <a:lnTo>
                    <a:pt x="4080" y="1098"/>
                  </a:lnTo>
                  <a:lnTo>
                    <a:pt x="4062" y="1098"/>
                  </a:lnTo>
                  <a:lnTo>
                    <a:pt x="3984" y="1110"/>
                  </a:lnTo>
                  <a:lnTo>
                    <a:pt x="3978" y="1128"/>
                  </a:lnTo>
                  <a:lnTo>
                    <a:pt x="3960" y="1110"/>
                  </a:lnTo>
                  <a:lnTo>
                    <a:pt x="3954" y="1110"/>
                  </a:lnTo>
                  <a:lnTo>
                    <a:pt x="3948" y="1104"/>
                  </a:lnTo>
                  <a:lnTo>
                    <a:pt x="3930" y="1104"/>
                  </a:lnTo>
                  <a:lnTo>
                    <a:pt x="3918" y="1098"/>
                  </a:lnTo>
                  <a:lnTo>
                    <a:pt x="3900" y="1098"/>
                  </a:lnTo>
                  <a:lnTo>
                    <a:pt x="3888" y="1104"/>
                  </a:lnTo>
                  <a:lnTo>
                    <a:pt x="3882" y="1110"/>
                  </a:lnTo>
                  <a:lnTo>
                    <a:pt x="3882" y="1122"/>
                  </a:lnTo>
                  <a:lnTo>
                    <a:pt x="3870" y="1122"/>
                  </a:lnTo>
                  <a:lnTo>
                    <a:pt x="3858" y="1128"/>
                  </a:lnTo>
                  <a:lnTo>
                    <a:pt x="3840" y="1134"/>
                  </a:lnTo>
                  <a:lnTo>
                    <a:pt x="3828" y="1140"/>
                  </a:lnTo>
                  <a:lnTo>
                    <a:pt x="3822" y="1146"/>
                  </a:lnTo>
                  <a:lnTo>
                    <a:pt x="3816" y="1158"/>
                  </a:lnTo>
                  <a:lnTo>
                    <a:pt x="3816" y="1170"/>
                  </a:lnTo>
                  <a:lnTo>
                    <a:pt x="3822" y="1182"/>
                  </a:lnTo>
                  <a:lnTo>
                    <a:pt x="3834" y="1188"/>
                  </a:lnTo>
                  <a:lnTo>
                    <a:pt x="3864" y="1188"/>
                  </a:lnTo>
                  <a:lnTo>
                    <a:pt x="3876" y="1182"/>
                  </a:lnTo>
                  <a:lnTo>
                    <a:pt x="3894" y="1182"/>
                  </a:lnTo>
                  <a:lnTo>
                    <a:pt x="3906" y="1176"/>
                  </a:lnTo>
                  <a:lnTo>
                    <a:pt x="3924" y="1170"/>
                  </a:lnTo>
                  <a:lnTo>
                    <a:pt x="3936" y="1164"/>
                  </a:lnTo>
                  <a:lnTo>
                    <a:pt x="3966" y="1164"/>
                  </a:lnTo>
                  <a:lnTo>
                    <a:pt x="3978" y="1176"/>
                  </a:lnTo>
                  <a:lnTo>
                    <a:pt x="3996" y="1176"/>
                  </a:lnTo>
                  <a:lnTo>
                    <a:pt x="4002" y="1170"/>
                  </a:lnTo>
                  <a:lnTo>
                    <a:pt x="4002" y="1152"/>
                  </a:lnTo>
                  <a:lnTo>
                    <a:pt x="4026" y="1128"/>
                  </a:lnTo>
                  <a:lnTo>
                    <a:pt x="4014" y="1140"/>
                  </a:lnTo>
                  <a:lnTo>
                    <a:pt x="4014" y="1146"/>
                  </a:lnTo>
                  <a:lnTo>
                    <a:pt x="4020" y="1152"/>
                  </a:lnTo>
                  <a:lnTo>
                    <a:pt x="4086" y="1152"/>
                  </a:lnTo>
                  <a:lnTo>
                    <a:pt x="4080" y="1158"/>
                  </a:lnTo>
                  <a:lnTo>
                    <a:pt x="4068" y="1164"/>
                  </a:lnTo>
                  <a:lnTo>
                    <a:pt x="4062" y="1170"/>
                  </a:lnTo>
                  <a:lnTo>
                    <a:pt x="4062" y="1176"/>
                  </a:lnTo>
                  <a:lnTo>
                    <a:pt x="4068" y="1182"/>
                  </a:lnTo>
                  <a:lnTo>
                    <a:pt x="4080" y="1182"/>
                  </a:lnTo>
                  <a:lnTo>
                    <a:pt x="4086" y="1188"/>
                  </a:lnTo>
                  <a:lnTo>
                    <a:pt x="4098" y="1188"/>
                  </a:lnTo>
                  <a:lnTo>
                    <a:pt x="4086" y="1200"/>
                  </a:lnTo>
                  <a:lnTo>
                    <a:pt x="4086" y="1206"/>
                  </a:lnTo>
                  <a:lnTo>
                    <a:pt x="4092" y="1212"/>
                  </a:lnTo>
                  <a:lnTo>
                    <a:pt x="4116" y="1224"/>
                  </a:lnTo>
                  <a:lnTo>
                    <a:pt x="4146" y="1224"/>
                  </a:lnTo>
                  <a:lnTo>
                    <a:pt x="4098" y="1242"/>
                  </a:lnTo>
                  <a:lnTo>
                    <a:pt x="4098" y="1248"/>
                  </a:lnTo>
                  <a:lnTo>
                    <a:pt x="4110" y="1260"/>
                  </a:lnTo>
                  <a:lnTo>
                    <a:pt x="4110" y="1266"/>
                  </a:lnTo>
                  <a:lnTo>
                    <a:pt x="4116" y="1272"/>
                  </a:lnTo>
                  <a:lnTo>
                    <a:pt x="4122" y="1266"/>
                  </a:lnTo>
                  <a:lnTo>
                    <a:pt x="4128" y="1266"/>
                  </a:lnTo>
                  <a:lnTo>
                    <a:pt x="4140" y="1260"/>
                  </a:lnTo>
                  <a:lnTo>
                    <a:pt x="4146" y="1272"/>
                  </a:lnTo>
                  <a:lnTo>
                    <a:pt x="4158" y="1284"/>
                  </a:lnTo>
                  <a:lnTo>
                    <a:pt x="4182" y="1284"/>
                  </a:lnTo>
                  <a:lnTo>
                    <a:pt x="4194" y="1290"/>
                  </a:lnTo>
                  <a:lnTo>
                    <a:pt x="4206" y="1290"/>
                  </a:lnTo>
                  <a:lnTo>
                    <a:pt x="4206" y="1308"/>
                  </a:lnTo>
                  <a:lnTo>
                    <a:pt x="4212" y="1314"/>
                  </a:lnTo>
                  <a:lnTo>
                    <a:pt x="4224" y="1320"/>
                  </a:lnTo>
                  <a:lnTo>
                    <a:pt x="4272" y="1320"/>
                  </a:lnTo>
                  <a:lnTo>
                    <a:pt x="4290" y="1326"/>
                  </a:lnTo>
                  <a:lnTo>
                    <a:pt x="4350" y="1356"/>
                  </a:lnTo>
                  <a:lnTo>
                    <a:pt x="4356" y="1362"/>
                  </a:lnTo>
                  <a:lnTo>
                    <a:pt x="4362" y="1362"/>
                  </a:lnTo>
                  <a:lnTo>
                    <a:pt x="4362" y="1356"/>
                  </a:lnTo>
                  <a:lnTo>
                    <a:pt x="4368" y="1350"/>
                  </a:lnTo>
                  <a:lnTo>
                    <a:pt x="4368" y="1320"/>
                  </a:lnTo>
                  <a:lnTo>
                    <a:pt x="4362" y="1308"/>
                  </a:lnTo>
                  <a:lnTo>
                    <a:pt x="4350" y="1296"/>
                  </a:lnTo>
                  <a:lnTo>
                    <a:pt x="4338" y="1290"/>
                  </a:lnTo>
                  <a:lnTo>
                    <a:pt x="4320" y="1272"/>
                  </a:lnTo>
                  <a:lnTo>
                    <a:pt x="4314" y="1272"/>
                  </a:lnTo>
                  <a:lnTo>
                    <a:pt x="4308" y="1260"/>
                  </a:lnTo>
                  <a:lnTo>
                    <a:pt x="4302" y="1254"/>
                  </a:lnTo>
                  <a:lnTo>
                    <a:pt x="4290" y="1230"/>
                  </a:lnTo>
                  <a:lnTo>
                    <a:pt x="4290" y="1224"/>
                  </a:lnTo>
                  <a:lnTo>
                    <a:pt x="4308" y="1224"/>
                  </a:lnTo>
                  <a:lnTo>
                    <a:pt x="4314" y="1230"/>
                  </a:lnTo>
                  <a:lnTo>
                    <a:pt x="4326" y="1236"/>
                  </a:lnTo>
                  <a:lnTo>
                    <a:pt x="4332" y="1242"/>
                  </a:lnTo>
                  <a:lnTo>
                    <a:pt x="4332" y="1212"/>
                  </a:lnTo>
                  <a:lnTo>
                    <a:pt x="4332" y="1218"/>
                  </a:lnTo>
                  <a:lnTo>
                    <a:pt x="4344" y="1230"/>
                  </a:lnTo>
                  <a:lnTo>
                    <a:pt x="4350" y="1242"/>
                  </a:lnTo>
                  <a:lnTo>
                    <a:pt x="4362" y="1254"/>
                  </a:lnTo>
                  <a:lnTo>
                    <a:pt x="4374" y="1254"/>
                  </a:lnTo>
                  <a:lnTo>
                    <a:pt x="4386" y="1248"/>
                  </a:lnTo>
                  <a:lnTo>
                    <a:pt x="4398" y="1248"/>
                  </a:lnTo>
                  <a:lnTo>
                    <a:pt x="4398" y="1272"/>
                  </a:lnTo>
                  <a:lnTo>
                    <a:pt x="4404" y="1278"/>
                  </a:lnTo>
                  <a:lnTo>
                    <a:pt x="4416" y="1278"/>
                  </a:lnTo>
                  <a:lnTo>
                    <a:pt x="4428" y="1290"/>
                  </a:lnTo>
                  <a:lnTo>
                    <a:pt x="4452" y="1272"/>
                  </a:lnTo>
                  <a:lnTo>
                    <a:pt x="4464" y="1284"/>
                  </a:lnTo>
                  <a:lnTo>
                    <a:pt x="4470" y="1284"/>
                  </a:lnTo>
                  <a:lnTo>
                    <a:pt x="4476" y="1278"/>
                  </a:lnTo>
                  <a:lnTo>
                    <a:pt x="4476" y="1260"/>
                  </a:lnTo>
                  <a:lnTo>
                    <a:pt x="4470" y="1254"/>
                  </a:lnTo>
                  <a:lnTo>
                    <a:pt x="4488" y="1212"/>
                  </a:lnTo>
                  <a:lnTo>
                    <a:pt x="4488" y="1236"/>
                  </a:lnTo>
                  <a:lnTo>
                    <a:pt x="4500" y="1248"/>
                  </a:lnTo>
                  <a:lnTo>
                    <a:pt x="4512" y="1236"/>
                  </a:lnTo>
                  <a:lnTo>
                    <a:pt x="4518" y="1218"/>
                  </a:lnTo>
                  <a:lnTo>
                    <a:pt x="4518" y="1206"/>
                  </a:lnTo>
                  <a:lnTo>
                    <a:pt x="4494" y="1182"/>
                  </a:lnTo>
                  <a:lnTo>
                    <a:pt x="4518" y="1176"/>
                  </a:lnTo>
                  <a:lnTo>
                    <a:pt x="4500" y="1164"/>
                  </a:lnTo>
                  <a:lnTo>
                    <a:pt x="4500" y="1146"/>
                  </a:lnTo>
                  <a:lnTo>
                    <a:pt x="4470" y="1146"/>
                  </a:lnTo>
                  <a:lnTo>
                    <a:pt x="4470" y="1134"/>
                  </a:lnTo>
                  <a:lnTo>
                    <a:pt x="4446" y="1134"/>
                  </a:lnTo>
                  <a:lnTo>
                    <a:pt x="4446" y="1080"/>
                  </a:lnTo>
                  <a:lnTo>
                    <a:pt x="4416" y="1086"/>
                  </a:lnTo>
                  <a:lnTo>
                    <a:pt x="4410" y="1080"/>
                  </a:lnTo>
                  <a:lnTo>
                    <a:pt x="4410" y="1056"/>
                  </a:lnTo>
                  <a:lnTo>
                    <a:pt x="4416" y="1050"/>
                  </a:lnTo>
                  <a:lnTo>
                    <a:pt x="4428" y="1050"/>
                  </a:lnTo>
                  <a:lnTo>
                    <a:pt x="4434" y="1056"/>
                  </a:lnTo>
                  <a:lnTo>
                    <a:pt x="4446" y="1062"/>
                  </a:lnTo>
                  <a:lnTo>
                    <a:pt x="4452" y="1068"/>
                  </a:lnTo>
                  <a:lnTo>
                    <a:pt x="4458" y="1068"/>
                  </a:lnTo>
                  <a:lnTo>
                    <a:pt x="4464" y="1062"/>
                  </a:lnTo>
                  <a:lnTo>
                    <a:pt x="4464" y="1026"/>
                  </a:lnTo>
                  <a:lnTo>
                    <a:pt x="4488" y="1032"/>
                  </a:lnTo>
                  <a:lnTo>
                    <a:pt x="4524" y="1014"/>
                  </a:lnTo>
                  <a:lnTo>
                    <a:pt x="4524" y="1026"/>
                  </a:lnTo>
                  <a:lnTo>
                    <a:pt x="4530" y="1038"/>
                  </a:lnTo>
                  <a:lnTo>
                    <a:pt x="4530" y="1044"/>
                  </a:lnTo>
                  <a:lnTo>
                    <a:pt x="4536" y="1050"/>
                  </a:lnTo>
                  <a:lnTo>
                    <a:pt x="4548" y="1044"/>
                  </a:lnTo>
                  <a:lnTo>
                    <a:pt x="4566" y="1044"/>
                  </a:lnTo>
                  <a:lnTo>
                    <a:pt x="4554" y="1062"/>
                  </a:lnTo>
                  <a:lnTo>
                    <a:pt x="4578" y="1062"/>
                  </a:lnTo>
                  <a:lnTo>
                    <a:pt x="4566" y="1092"/>
                  </a:lnTo>
                  <a:lnTo>
                    <a:pt x="4566" y="1098"/>
                  </a:lnTo>
                  <a:lnTo>
                    <a:pt x="4584" y="1116"/>
                  </a:lnTo>
                  <a:lnTo>
                    <a:pt x="4590" y="1128"/>
                  </a:lnTo>
                  <a:lnTo>
                    <a:pt x="4614" y="1140"/>
                  </a:lnTo>
                  <a:lnTo>
                    <a:pt x="4626" y="1134"/>
                  </a:lnTo>
                  <a:lnTo>
                    <a:pt x="4638" y="1122"/>
                  </a:lnTo>
                  <a:lnTo>
                    <a:pt x="4656" y="1086"/>
                  </a:lnTo>
                  <a:lnTo>
                    <a:pt x="4656" y="1080"/>
                  </a:lnTo>
                  <a:lnTo>
                    <a:pt x="4662" y="1068"/>
                  </a:lnTo>
                  <a:lnTo>
                    <a:pt x="4668" y="1074"/>
                  </a:lnTo>
                  <a:lnTo>
                    <a:pt x="4680" y="1080"/>
                  </a:lnTo>
                  <a:lnTo>
                    <a:pt x="4692" y="1080"/>
                  </a:lnTo>
                  <a:lnTo>
                    <a:pt x="4698" y="1086"/>
                  </a:lnTo>
                  <a:lnTo>
                    <a:pt x="4710" y="1080"/>
                  </a:lnTo>
                  <a:lnTo>
                    <a:pt x="4722" y="1068"/>
                  </a:lnTo>
                  <a:lnTo>
                    <a:pt x="4728" y="1056"/>
                  </a:lnTo>
                  <a:lnTo>
                    <a:pt x="4728" y="1038"/>
                  </a:lnTo>
                  <a:lnTo>
                    <a:pt x="4794" y="1038"/>
                  </a:lnTo>
                  <a:lnTo>
                    <a:pt x="4806" y="1026"/>
                  </a:lnTo>
                  <a:lnTo>
                    <a:pt x="4812" y="1014"/>
                  </a:lnTo>
                  <a:lnTo>
                    <a:pt x="4800" y="1002"/>
                  </a:lnTo>
                  <a:lnTo>
                    <a:pt x="4788" y="996"/>
                  </a:lnTo>
                  <a:lnTo>
                    <a:pt x="4758" y="996"/>
                  </a:lnTo>
                  <a:close/>
                  <a:moveTo>
                    <a:pt x="4476" y="1308"/>
                  </a:moveTo>
                  <a:lnTo>
                    <a:pt x="4446" y="1308"/>
                  </a:lnTo>
                  <a:lnTo>
                    <a:pt x="4440" y="1326"/>
                  </a:lnTo>
                  <a:lnTo>
                    <a:pt x="4476" y="1320"/>
                  </a:lnTo>
                  <a:lnTo>
                    <a:pt x="4476" y="1308"/>
                  </a:lnTo>
                  <a:close/>
                  <a:moveTo>
                    <a:pt x="4140" y="1290"/>
                  </a:moveTo>
                  <a:lnTo>
                    <a:pt x="4134" y="1290"/>
                  </a:lnTo>
                  <a:lnTo>
                    <a:pt x="4128" y="1296"/>
                  </a:lnTo>
                  <a:lnTo>
                    <a:pt x="4128" y="1308"/>
                  </a:lnTo>
                  <a:lnTo>
                    <a:pt x="4134" y="1314"/>
                  </a:lnTo>
                  <a:lnTo>
                    <a:pt x="4158" y="1314"/>
                  </a:lnTo>
                  <a:lnTo>
                    <a:pt x="4164" y="1308"/>
                  </a:lnTo>
                  <a:lnTo>
                    <a:pt x="4164" y="1296"/>
                  </a:lnTo>
                  <a:lnTo>
                    <a:pt x="4158" y="1290"/>
                  </a:lnTo>
                  <a:lnTo>
                    <a:pt x="4140" y="1290"/>
                  </a:lnTo>
                  <a:close/>
                  <a:moveTo>
                    <a:pt x="3834" y="1242"/>
                  </a:moveTo>
                  <a:lnTo>
                    <a:pt x="3840" y="1236"/>
                  </a:lnTo>
                  <a:lnTo>
                    <a:pt x="3834" y="1230"/>
                  </a:lnTo>
                  <a:lnTo>
                    <a:pt x="3828" y="1230"/>
                  </a:lnTo>
                  <a:lnTo>
                    <a:pt x="3822" y="1224"/>
                  </a:lnTo>
                  <a:lnTo>
                    <a:pt x="3810" y="1224"/>
                  </a:lnTo>
                  <a:lnTo>
                    <a:pt x="3810" y="1236"/>
                  </a:lnTo>
                  <a:lnTo>
                    <a:pt x="3816" y="1242"/>
                  </a:lnTo>
                  <a:lnTo>
                    <a:pt x="3816" y="1248"/>
                  </a:lnTo>
                  <a:lnTo>
                    <a:pt x="3828" y="1248"/>
                  </a:lnTo>
                  <a:lnTo>
                    <a:pt x="3834" y="1242"/>
                  </a:lnTo>
                  <a:close/>
                  <a:moveTo>
                    <a:pt x="4206" y="1452"/>
                  </a:moveTo>
                  <a:lnTo>
                    <a:pt x="4170" y="1452"/>
                  </a:lnTo>
                  <a:lnTo>
                    <a:pt x="4206" y="1476"/>
                  </a:lnTo>
                  <a:lnTo>
                    <a:pt x="4218" y="1470"/>
                  </a:lnTo>
                  <a:lnTo>
                    <a:pt x="4218" y="1458"/>
                  </a:lnTo>
                  <a:lnTo>
                    <a:pt x="4212" y="1458"/>
                  </a:lnTo>
                  <a:lnTo>
                    <a:pt x="4206" y="1452"/>
                  </a:lnTo>
                  <a:close/>
                  <a:moveTo>
                    <a:pt x="4170" y="870"/>
                  </a:moveTo>
                  <a:lnTo>
                    <a:pt x="4152" y="870"/>
                  </a:lnTo>
                  <a:lnTo>
                    <a:pt x="4152" y="876"/>
                  </a:lnTo>
                  <a:lnTo>
                    <a:pt x="4158" y="882"/>
                  </a:lnTo>
                  <a:lnTo>
                    <a:pt x="4164" y="882"/>
                  </a:lnTo>
                  <a:lnTo>
                    <a:pt x="4170" y="888"/>
                  </a:lnTo>
                  <a:lnTo>
                    <a:pt x="4182" y="882"/>
                  </a:lnTo>
                  <a:lnTo>
                    <a:pt x="4188" y="882"/>
                  </a:lnTo>
                  <a:lnTo>
                    <a:pt x="4194" y="876"/>
                  </a:lnTo>
                  <a:lnTo>
                    <a:pt x="4188" y="870"/>
                  </a:lnTo>
                  <a:lnTo>
                    <a:pt x="4170" y="870"/>
                  </a:lnTo>
                  <a:close/>
                  <a:moveTo>
                    <a:pt x="4170" y="936"/>
                  </a:moveTo>
                  <a:lnTo>
                    <a:pt x="4236" y="936"/>
                  </a:lnTo>
                  <a:lnTo>
                    <a:pt x="4236" y="918"/>
                  </a:lnTo>
                  <a:lnTo>
                    <a:pt x="4188" y="918"/>
                  </a:lnTo>
                  <a:lnTo>
                    <a:pt x="4170" y="936"/>
                  </a:lnTo>
                  <a:close/>
                  <a:moveTo>
                    <a:pt x="5574" y="36"/>
                  </a:moveTo>
                  <a:lnTo>
                    <a:pt x="5490" y="36"/>
                  </a:lnTo>
                  <a:lnTo>
                    <a:pt x="5496" y="24"/>
                  </a:lnTo>
                  <a:lnTo>
                    <a:pt x="5490" y="24"/>
                  </a:lnTo>
                  <a:lnTo>
                    <a:pt x="5484" y="18"/>
                  </a:lnTo>
                  <a:lnTo>
                    <a:pt x="5448" y="18"/>
                  </a:lnTo>
                  <a:lnTo>
                    <a:pt x="5430" y="12"/>
                  </a:lnTo>
                  <a:lnTo>
                    <a:pt x="5400" y="12"/>
                  </a:lnTo>
                  <a:lnTo>
                    <a:pt x="5364" y="18"/>
                  </a:lnTo>
                  <a:lnTo>
                    <a:pt x="5334" y="30"/>
                  </a:lnTo>
                  <a:lnTo>
                    <a:pt x="5304" y="36"/>
                  </a:lnTo>
                  <a:lnTo>
                    <a:pt x="5292" y="36"/>
                  </a:lnTo>
                  <a:lnTo>
                    <a:pt x="5346" y="12"/>
                  </a:lnTo>
                  <a:lnTo>
                    <a:pt x="5274" y="18"/>
                  </a:lnTo>
                  <a:lnTo>
                    <a:pt x="5268" y="18"/>
                  </a:lnTo>
                  <a:lnTo>
                    <a:pt x="5262" y="12"/>
                  </a:lnTo>
                  <a:lnTo>
                    <a:pt x="5250" y="12"/>
                  </a:lnTo>
                  <a:lnTo>
                    <a:pt x="5226" y="0"/>
                  </a:lnTo>
                  <a:lnTo>
                    <a:pt x="5196" y="0"/>
                  </a:lnTo>
                  <a:lnTo>
                    <a:pt x="5190" y="6"/>
                  </a:lnTo>
                  <a:lnTo>
                    <a:pt x="5184" y="18"/>
                  </a:lnTo>
                  <a:lnTo>
                    <a:pt x="5178" y="18"/>
                  </a:lnTo>
                  <a:lnTo>
                    <a:pt x="5172" y="12"/>
                  </a:lnTo>
                  <a:lnTo>
                    <a:pt x="5160" y="6"/>
                  </a:lnTo>
                  <a:lnTo>
                    <a:pt x="5148" y="6"/>
                  </a:lnTo>
                  <a:lnTo>
                    <a:pt x="5136" y="0"/>
                  </a:lnTo>
                  <a:lnTo>
                    <a:pt x="5124" y="0"/>
                  </a:lnTo>
                  <a:lnTo>
                    <a:pt x="5112" y="6"/>
                  </a:lnTo>
                  <a:lnTo>
                    <a:pt x="5106" y="12"/>
                  </a:lnTo>
                  <a:lnTo>
                    <a:pt x="5094" y="18"/>
                  </a:lnTo>
                  <a:lnTo>
                    <a:pt x="5088" y="24"/>
                  </a:lnTo>
                  <a:lnTo>
                    <a:pt x="5046" y="12"/>
                  </a:lnTo>
                  <a:lnTo>
                    <a:pt x="4938" y="6"/>
                  </a:lnTo>
                  <a:lnTo>
                    <a:pt x="4968" y="36"/>
                  </a:lnTo>
                  <a:lnTo>
                    <a:pt x="4902" y="12"/>
                  </a:lnTo>
                  <a:lnTo>
                    <a:pt x="4842" y="24"/>
                  </a:lnTo>
                  <a:lnTo>
                    <a:pt x="4830" y="24"/>
                  </a:lnTo>
                  <a:lnTo>
                    <a:pt x="4812" y="18"/>
                  </a:lnTo>
                  <a:lnTo>
                    <a:pt x="4746" y="18"/>
                  </a:lnTo>
                  <a:lnTo>
                    <a:pt x="4710" y="24"/>
                  </a:lnTo>
                  <a:lnTo>
                    <a:pt x="4686" y="36"/>
                  </a:lnTo>
                  <a:lnTo>
                    <a:pt x="4674" y="36"/>
                  </a:lnTo>
                  <a:lnTo>
                    <a:pt x="4764" y="60"/>
                  </a:lnTo>
                  <a:lnTo>
                    <a:pt x="4674" y="48"/>
                  </a:lnTo>
                  <a:lnTo>
                    <a:pt x="4662" y="48"/>
                  </a:lnTo>
                  <a:lnTo>
                    <a:pt x="4590" y="36"/>
                  </a:lnTo>
                  <a:lnTo>
                    <a:pt x="4542" y="36"/>
                  </a:lnTo>
                  <a:lnTo>
                    <a:pt x="4530" y="48"/>
                  </a:lnTo>
                  <a:lnTo>
                    <a:pt x="4530" y="60"/>
                  </a:lnTo>
                  <a:lnTo>
                    <a:pt x="4512" y="60"/>
                  </a:lnTo>
                  <a:lnTo>
                    <a:pt x="4482" y="54"/>
                  </a:lnTo>
                  <a:lnTo>
                    <a:pt x="4392" y="54"/>
                  </a:lnTo>
                  <a:lnTo>
                    <a:pt x="4350" y="60"/>
                  </a:lnTo>
                  <a:lnTo>
                    <a:pt x="4302" y="66"/>
                  </a:lnTo>
                  <a:lnTo>
                    <a:pt x="4260" y="66"/>
                  </a:lnTo>
                  <a:lnTo>
                    <a:pt x="4242" y="72"/>
                  </a:lnTo>
                  <a:lnTo>
                    <a:pt x="4260" y="72"/>
                  </a:lnTo>
                  <a:lnTo>
                    <a:pt x="4266" y="78"/>
                  </a:lnTo>
                  <a:lnTo>
                    <a:pt x="4278" y="78"/>
                  </a:lnTo>
                  <a:lnTo>
                    <a:pt x="4362" y="84"/>
                  </a:lnTo>
                  <a:lnTo>
                    <a:pt x="4278" y="96"/>
                  </a:lnTo>
                  <a:lnTo>
                    <a:pt x="4284" y="96"/>
                  </a:lnTo>
                  <a:lnTo>
                    <a:pt x="4290" y="102"/>
                  </a:lnTo>
                  <a:lnTo>
                    <a:pt x="4314" y="114"/>
                  </a:lnTo>
                  <a:lnTo>
                    <a:pt x="4338" y="114"/>
                  </a:lnTo>
                  <a:lnTo>
                    <a:pt x="4356" y="108"/>
                  </a:lnTo>
                  <a:lnTo>
                    <a:pt x="4392" y="108"/>
                  </a:lnTo>
                  <a:lnTo>
                    <a:pt x="4398" y="102"/>
                  </a:lnTo>
                  <a:lnTo>
                    <a:pt x="4410" y="102"/>
                  </a:lnTo>
                  <a:lnTo>
                    <a:pt x="4416" y="96"/>
                  </a:lnTo>
                  <a:lnTo>
                    <a:pt x="4440" y="96"/>
                  </a:lnTo>
                  <a:lnTo>
                    <a:pt x="4458" y="90"/>
                  </a:lnTo>
                  <a:lnTo>
                    <a:pt x="4500" y="90"/>
                  </a:lnTo>
                  <a:lnTo>
                    <a:pt x="4518" y="96"/>
                  </a:lnTo>
                  <a:lnTo>
                    <a:pt x="4536" y="96"/>
                  </a:lnTo>
                  <a:lnTo>
                    <a:pt x="4548" y="102"/>
                  </a:lnTo>
                  <a:lnTo>
                    <a:pt x="4560" y="102"/>
                  </a:lnTo>
                  <a:lnTo>
                    <a:pt x="4494" y="102"/>
                  </a:lnTo>
                  <a:lnTo>
                    <a:pt x="4482" y="108"/>
                  </a:lnTo>
                  <a:lnTo>
                    <a:pt x="4458" y="108"/>
                  </a:lnTo>
                  <a:lnTo>
                    <a:pt x="4446" y="114"/>
                  </a:lnTo>
                  <a:lnTo>
                    <a:pt x="4434" y="114"/>
                  </a:lnTo>
                  <a:lnTo>
                    <a:pt x="4422" y="120"/>
                  </a:lnTo>
                  <a:lnTo>
                    <a:pt x="4410" y="120"/>
                  </a:lnTo>
                  <a:lnTo>
                    <a:pt x="4404" y="126"/>
                  </a:lnTo>
                  <a:lnTo>
                    <a:pt x="4398" y="126"/>
                  </a:lnTo>
                  <a:lnTo>
                    <a:pt x="4434" y="126"/>
                  </a:lnTo>
                  <a:lnTo>
                    <a:pt x="4452" y="132"/>
                  </a:lnTo>
                  <a:lnTo>
                    <a:pt x="4488" y="132"/>
                  </a:lnTo>
                  <a:lnTo>
                    <a:pt x="4500" y="126"/>
                  </a:lnTo>
                  <a:lnTo>
                    <a:pt x="4506" y="126"/>
                  </a:lnTo>
                  <a:lnTo>
                    <a:pt x="4512" y="120"/>
                  </a:lnTo>
                  <a:lnTo>
                    <a:pt x="4638" y="120"/>
                  </a:lnTo>
                  <a:lnTo>
                    <a:pt x="4656" y="114"/>
                  </a:lnTo>
                  <a:lnTo>
                    <a:pt x="4680" y="114"/>
                  </a:lnTo>
                  <a:lnTo>
                    <a:pt x="4698" y="108"/>
                  </a:lnTo>
                  <a:lnTo>
                    <a:pt x="4710" y="108"/>
                  </a:lnTo>
                  <a:lnTo>
                    <a:pt x="4722" y="96"/>
                  </a:lnTo>
                  <a:lnTo>
                    <a:pt x="4734" y="96"/>
                  </a:lnTo>
                  <a:lnTo>
                    <a:pt x="4752" y="90"/>
                  </a:lnTo>
                  <a:lnTo>
                    <a:pt x="4770" y="90"/>
                  </a:lnTo>
                  <a:lnTo>
                    <a:pt x="4782" y="84"/>
                  </a:lnTo>
                  <a:lnTo>
                    <a:pt x="4830" y="84"/>
                  </a:lnTo>
                  <a:lnTo>
                    <a:pt x="4746" y="114"/>
                  </a:lnTo>
                  <a:lnTo>
                    <a:pt x="4782" y="114"/>
                  </a:lnTo>
                  <a:lnTo>
                    <a:pt x="4734" y="126"/>
                  </a:lnTo>
                  <a:lnTo>
                    <a:pt x="4716" y="126"/>
                  </a:lnTo>
                  <a:lnTo>
                    <a:pt x="4674" y="132"/>
                  </a:lnTo>
                  <a:lnTo>
                    <a:pt x="4620" y="132"/>
                  </a:lnTo>
                  <a:lnTo>
                    <a:pt x="4566" y="138"/>
                  </a:lnTo>
                  <a:lnTo>
                    <a:pt x="4536" y="138"/>
                  </a:lnTo>
                  <a:lnTo>
                    <a:pt x="4524" y="150"/>
                  </a:lnTo>
                  <a:lnTo>
                    <a:pt x="4524" y="156"/>
                  </a:lnTo>
                  <a:lnTo>
                    <a:pt x="4602" y="174"/>
                  </a:lnTo>
                  <a:lnTo>
                    <a:pt x="4596" y="174"/>
                  </a:lnTo>
                  <a:lnTo>
                    <a:pt x="4590" y="180"/>
                  </a:lnTo>
                  <a:lnTo>
                    <a:pt x="4578" y="180"/>
                  </a:lnTo>
                  <a:lnTo>
                    <a:pt x="4566" y="186"/>
                  </a:lnTo>
                  <a:lnTo>
                    <a:pt x="4542" y="186"/>
                  </a:lnTo>
                  <a:lnTo>
                    <a:pt x="4518" y="174"/>
                  </a:lnTo>
                  <a:lnTo>
                    <a:pt x="4500" y="162"/>
                  </a:lnTo>
                  <a:lnTo>
                    <a:pt x="4476" y="150"/>
                  </a:lnTo>
                  <a:lnTo>
                    <a:pt x="4470" y="144"/>
                  </a:lnTo>
                  <a:lnTo>
                    <a:pt x="4356" y="144"/>
                  </a:lnTo>
                  <a:lnTo>
                    <a:pt x="4350" y="150"/>
                  </a:lnTo>
                  <a:lnTo>
                    <a:pt x="4344" y="162"/>
                  </a:lnTo>
                  <a:lnTo>
                    <a:pt x="4338" y="168"/>
                  </a:lnTo>
                  <a:lnTo>
                    <a:pt x="4368" y="186"/>
                  </a:lnTo>
                  <a:lnTo>
                    <a:pt x="4386" y="204"/>
                  </a:lnTo>
                  <a:lnTo>
                    <a:pt x="4410" y="216"/>
                  </a:lnTo>
                  <a:lnTo>
                    <a:pt x="4458" y="216"/>
                  </a:lnTo>
                  <a:lnTo>
                    <a:pt x="4476" y="210"/>
                  </a:lnTo>
                  <a:lnTo>
                    <a:pt x="4488" y="210"/>
                  </a:lnTo>
                  <a:lnTo>
                    <a:pt x="4476" y="216"/>
                  </a:lnTo>
                  <a:lnTo>
                    <a:pt x="4470" y="228"/>
                  </a:lnTo>
                  <a:lnTo>
                    <a:pt x="4398" y="228"/>
                  </a:lnTo>
                  <a:lnTo>
                    <a:pt x="4380" y="222"/>
                  </a:lnTo>
                  <a:lnTo>
                    <a:pt x="4350" y="222"/>
                  </a:lnTo>
                  <a:lnTo>
                    <a:pt x="4314" y="228"/>
                  </a:lnTo>
                  <a:lnTo>
                    <a:pt x="4272" y="234"/>
                  </a:lnTo>
                  <a:lnTo>
                    <a:pt x="4230" y="234"/>
                  </a:lnTo>
                  <a:lnTo>
                    <a:pt x="4218" y="240"/>
                  </a:lnTo>
                  <a:lnTo>
                    <a:pt x="4200" y="246"/>
                  </a:lnTo>
                  <a:lnTo>
                    <a:pt x="4188" y="258"/>
                  </a:lnTo>
                  <a:lnTo>
                    <a:pt x="4176" y="264"/>
                  </a:lnTo>
                  <a:lnTo>
                    <a:pt x="4170" y="270"/>
                  </a:lnTo>
                  <a:lnTo>
                    <a:pt x="4164" y="270"/>
                  </a:lnTo>
                  <a:lnTo>
                    <a:pt x="4236" y="258"/>
                  </a:lnTo>
                  <a:lnTo>
                    <a:pt x="4236" y="276"/>
                  </a:lnTo>
                  <a:lnTo>
                    <a:pt x="4296" y="258"/>
                  </a:lnTo>
                  <a:lnTo>
                    <a:pt x="4224" y="288"/>
                  </a:lnTo>
                  <a:lnTo>
                    <a:pt x="4230" y="288"/>
                  </a:lnTo>
                  <a:lnTo>
                    <a:pt x="4236" y="294"/>
                  </a:lnTo>
                  <a:lnTo>
                    <a:pt x="4248" y="300"/>
                  </a:lnTo>
                  <a:lnTo>
                    <a:pt x="4278" y="300"/>
                  </a:lnTo>
                  <a:lnTo>
                    <a:pt x="4314" y="288"/>
                  </a:lnTo>
                  <a:lnTo>
                    <a:pt x="4326" y="288"/>
                  </a:lnTo>
                  <a:lnTo>
                    <a:pt x="4344" y="282"/>
                  </a:lnTo>
                  <a:lnTo>
                    <a:pt x="4350" y="276"/>
                  </a:lnTo>
                  <a:lnTo>
                    <a:pt x="4356" y="276"/>
                  </a:lnTo>
                  <a:lnTo>
                    <a:pt x="4254" y="312"/>
                  </a:lnTo>
                  <a:lnTo>
                    <a:pt x="4188" y="312"/>
                  </a:lnTo>
                  <a:lnTo>
                    <a:pt x="4176" y="288"/>
                  </a:lnTo>
                  <a:lnTo>
                    <a:pt x="4164" y="288"/>
                  </a:lnTo>
                  <a:lnTo>
                    <a:pt x="4146" y="282"/>
                  </a:lnTo>
                  <a:lnTo>
                    <a:pt x="4110" y="282"/>
                  </a:lnTo>
                  <a:lnTo>
                    <a:pt x="4104" y="288"/>
                  </a:lnTo>
                  <a:lnTo>
                    <a:pt x="4104" y="300"/>
                  </a:lnTo>
                  <a:lnTo>
                    <a:pt x="4110" y="312"/>
                  </a:lnTo>
                  <a:lnTo>
                    <a:pt x="4110" y="318"/>
                  </a:lnTo>
                  <a:lnTo>
                    <a:pt x="4116" y="324"/>
                  </a:lnTo>
                  <a:lnTo>
                    <a:pt x="4092" y="324"/>
                  </a:lnTo>
                  <a:lnTo>
                    <a:pt x="4074" y="330"/>
                  </a:lnTo>
                  <a:lnTo>
                    <a:pt x="4032" y="330"/>
                  </a:lnTo>
                  <a:lnTo>
                    <a:pt x="4020" y="336"/>
                  </a:lnTo>
                  <a:lnTo>
                    <a:pt x="4002" y="342"/>
                  </a:lnTo>
                  <a:lnTo>
                    <a:pt x="3990" y="348"/>
                  </a:lnTo>
                  <a:lnTo>
                    <a:pt x="3972" y="354"/>
                  </a:lnTo>
                  <a:lnTo>
                    <a:pt x="3936" y="354"/>
                  </a:lnTo>
                  <a:lnTo>
                    <a:pt x="3924" y="360"/>
                  </a:lnTo>
                  <a:lnTo>
                    <a:pt x="3918" y="360"/>
                  </a:lnTo>
                  <a:lnTo>
                    <a:pt x="3924" y="360"/>
                  </a:lnTo>
                  <a:lnTo>
                    <a:pt x="3936" y="366"/>
                  </a:lnTo>
                  <a:lnTo>
                    <a:pt x="3978" y="366"/>
                  </a:lnTo>
                  <a:lnTo>
                    <a:pt x="3990" y="360"/>
                  </a:lnTo>
                  <a:lnTo>
                    <a:pt x="3996" y="354"/>
                  </a:lnTo>
                  <a:lnTo>
                    <a:pt x="3984" y="372"/>
                  </a:lnTo>
                  <a:lnTo>
                    <a:pt x="4020" y="366"/>
                  </a:lnTo>
                  <a:lnTo>
                    <a:pt x="4044" y="354"/>
                  </a:lnTo>
                  <a:lnTo>
                    <a:pt x="4044" y="372"/>
                  </a:lnTo>
                  <a:lnTo>
                    <a:pt x="4074" y="366"/>
                  </a:lnTo>
                  <a:lnTo>
                    <a:pt x="4098" y="366"/>
                  </a:lnTo>
                  <a:lnTo>
                    <a:pt x="4098" y="372"/>
                  </a:lnTo>
                  <a:lnTo>
                    <a:pt x="4104" y="378"/>
                  </a:lnTo>
                  <a:lnTo>
                    <a:pt x="4122" y="378"/>
                  </a:lnTo>
                  <a:lnTo>
                    <a:pt x="4146" y="366"/>
                  </a:lnTo>
                  <a:lnTo>
                    <a:pt x="4152" y="366"/>
                  </a:lnTo>
                  <a:lnTo>
                    <a:pt x="4164" y="360"/>
                  </a:lnTo>
                  <a:lnTo>
                    <a:pt x="4170" y="372"/>
                  </a:lnTo>
                  <a:lnTo>
                    <a:pt x="4200" y="354"/>
                  </a:lnTo>
                  <a:lnTo>
                    <a:pt x="4206" y="360"/>
                  </a:lnTo>
                  <a:lnTo>
                    <a:pt x="4212" y="372"/>
                  </a:lnTo>
                  <a:lnTo>
                    <a:pt x="4224" y="372"/>
                  </a:lnTo>
                  <a:lnTo>
                    <a:pt x="4236" y="366"/>
                  </a:lnTo>
                  <a:lnTo>
                    <a:pt x="4242" y="360"/>
                  </a:lnTo>
                  <a:lnTo>
                    <a:pt x="4248" y="360"/>
                  </a:lnTo>
                  <a:lnTo>
                    <a:pt x="4254" y="366"/>
                  </a:lnTo>
                  <a:lnTo>
                    <a:pt x="4266" y="372"/>
                  </a:lnTo>
                  <a:lnTo>
                    <a:pt x="4284" y="372"/>
                  </a:lnTo>
                  <a:lnTo>
                    <a:pt x="4290" y="366"/>
                  </a:lnTo>
                  <a:lnTo>
                    <a:pt x="4290" y="360"/>
                  </a:lnTo>
                  <a:lnTo>
                    <a:pt x="4284" y="354"/>
                  </a:lnTo>
                  <a:lnTo>
                    <a:pt x="4338" y="372"/>
                  </a:lnTo>
                  <a:lnTo>
                    <a:pt x="4344" y="378"/>
                  </a:lnTo>
                  <a:lnTo>
                    <a:pt x="4350" y="390"/>
                  </a:lnTo>
                  <a:lnTo>
                    <a:pt x="4374" y="390"/>
                  </a:lnTo>
                  <a:lnTo>
                    <a:pt x="4410" y="378"/>
                  </a:lnTo>
                  <a:lnTo>
                    <a:pt x="4440" y="372"/>
                  </a:lnTo>
                  <a:lnTo>
                    <a:pt x="4476" y="372"/>
                  </a:lnTo>
                  <a:lnTo>
                    <a:pt x="4494" y="366"/>
                  </a:lnTo>
                  <a:lnTo>
                    <a:pt x="4506" y="360"/>
                  </a:lnTo>
                  <a:lnTo>
                    <a:pt x="4524" y="342"/>
                  </a:lnTo>
                  <a:lnTo>
                    <a:pt x="4464" y="342"/>
                  </a:lnTo>
                  <a:lnTo>
                    <a:pt x="4470" y="336"/>
                  </a:lnTo>
                  <a:lnTo>
                    <a:pt x="4470" y="330"/>
                  </a:lnTo>
                  <a:lnTo>
                    <a:pt x="4416" y="330"/>
                  </a:lnTo>
                  <a:lnTo>
                    <a:pt x="4362" y="318"/>
                  </a:lnTo>
                  <a:lnTo>
                    <a:pt x="4380" y="300"/>
                  </a:lnTo>
                  <a:lnTo>
                    <a:pt x="4440" y="318"/>
                  </a:lnTo>
                  <a:lnTo>
                    <a:pt x="4452" y="318"/>
                  </a:lnTo>
                  <a:lnTo>
                    <a:pt x="4488" y="312"/>
                  </a:lnTo>
                  <a:lnTo>
                    <a:pt x="4566" y="312"/>
                  </a:lnTo>
                  <a:lnTo>
                    <a:pt x="4578" y="300"/>
                  </a:lnTo>
                  <a:lnTo>
                    <a:pt x="4578" y="288"/>
                  </a:lnTo>
                  <a:lnTo>
                    <a:pt x="4584" y="288"/>
                  </a:lnTo>
                  <a:lnTo>
                    <a:pt x="4590" y="282"/>
                  </a:lnTo>
                  <a:lnTo>
                    <a:pt x="4608" y="282"/>
                  </a:lnTo>
                  <a:lnTo>
                    <a:pt x="4626" y="276"/>
                  </a:lnTo>
                  <a:lnTo>
                    <a:pt x="4662" y="276"/>
                  </a:lnTo>
                  <a:lnTo>
                    <a:pt x="4680" y="270"/>
                  </a:lnTo>
                  <a:lnTo>
                    <a:pt x="4710" y="270"/>
                  </a:lnTo>
                  <a:lnTo>
                    <a:pt x="4722" y="264"/>
                  </a:lnTo>
                  <a:lnTo>
                    <a:pt x="4728" y="264"/>
                  </a:lnTo>
                  <a:lnTo>
                    <a:pt x="4704" y="246"/>
                  </a:lnTo>
                  <a:lnTo>
                    <a:pt x="4746" y="246"/>
                  </a:lnTo>
                  <a:lnTo>
                    <a:pt x="4770" y="240"/>
                  </a:lnTo>
                  <a:lnTo>
                    <a:pt x="4782" y="234"/>
                  </a:lnTo>
                  <a:lnTo>
                    <a:pt x="4776" y="228"/>
                  </a:lnTo>
                  <a:lnTo>
                    <a:pt x="4770" y="228"/>
                  </a:lnTo>
                  <a:lnTo>
                    <a:pt x="4758" y="222"/>
                  </a:lnTo>
                  <a:lnTo>
                    <a:pt x="4746" y="222"/>
                  </a:lnTo>
                  <a:lnTo>
                    <a:pt x="4734" y="216"/>
                  </a:lnTo>
                  <a:lnTo>
                    <a:pt x="4686" y="216"/>
                  </a:lnTo>
                  <a:lnTo>
                    <a:pt x="4674" y="210"/>
                  </a:lnTo>
                  <a:lnTo>
                    <a:pt x="4662" y="210"/>
                  </a:lnTo>
                  <a:lnTo>
                    <a:pt x="4662" y="204"/>
                  </a:lnTo>
                  <a:lnTo>
                    <a:pt x="4674" y="198"/>
                  </a:lnTo>
                  <a:lnTo>
                    <a:pt x="4686" y="198"/>
                  </a:lnTo>
                  <a:lnTo>
                    <a:pt x="4704" y="192"/>
                  </a:lnTo>
                  <a:lnTo>
                    <a:pt x="4716" y="186"/>
                  </a:lnTo>
                  <a:lnTo>
                    <a:pt x="4764" y="186"/>
                  </a:lnTo>
                  <a:lnTo>
                    <a:pt x="4782" y="192"/>
                  </a:lnTo>
                  <a:lnTo>
                    <a:pt x="4860" y="192"/>
                  </a:lnTo>
                  <a:lnTo>
                    <a:pt x="4878" y="186"/>
                  </a:lnTo>
                  <a:lnTo>
                    <a:pt x="4902" y="186"/>
                  </a:lnTo>
                  <a:lnTo>
                    <a:pt x="4896" y="180"/>
                  </a:lnTo>
                  <a:lnTo>
                    <a:pt x="4878" y="180"/>
                  </a:lnTo>
                  <a:lnTo>
                    <a:pt x="4866" y="174"/>
                  </a:lnTo>
                  <a:lnTo>
                    <a:pt x="4872" y="168"/>
                  </a:lnTo>
                  <a:lnTo>
                    <a:pt x="4902" y="162"/>
                  </a:lnTo>
                  <a:lnTo>
                    <a:pt x="4944" y="168"/>
                  </a:lnTo>
                  <a:lnTo>
                    <a:pt x="4974" y="174"/>
                  </a:lnTo>
                  <a:lnTo>
                    <a:pt x="4986" y="174"/>
                  </a:lnTo>
                  <a:lnTo>
                    <a:pt x="4992" y="168"/>
                  </a:lnTo>
                  <a:lnTo>
                    <a:pt x="4992" y="150"/>
                  </a:lnTo>
                  <a:lnTo>
                    <a:pt x="5070" y="156"/>
                  </a:lnTo>
                  <a:lnTo>
                    <a:pt x="5070" y="132"/>
                  </a:lnTo>
                  <a:lnTo>
                    <a:pt x="5082" y="132"/>
                  </a:lnTo>
                  <a:lnTo>
                    <a:pt x="5094" y="138"/>
                  </a:lnTo>
                  <a:lnTo>
                    <a:pt x="5112" y="138"/>
                  </a:lnTo>
                  <a:lnTo>
                    <a:pt x="5136" y="126"/>
                  </a:lnTo>
                  <a:lnTo>
                    <a:pt x="5148" y="126"/>
                  </a:lnTo>
                  <a:lnTo>
                    <a:pt x="5154" y="120"/>
                  </a:lnTo>
                  <a:lnTo>
                    <a:pt x="5172" y="120"/>
                  </a:lnTo>
                  <a:lnTo>
                    <a:pt x="5208" y="114"/>
                  </a:lnTo>
                  <a:lnTo>
                    <a:pt x="5256" y="102"/>
                  </a:lnTo>
                  <a:lnTo>
                    <a:pt x="5298" y="96"/>
                  </a:lnTo>
                  <a:lnTo>
                    <a:pt x="5322" y="90"/>
                  </a:lnTo>
                  <a:lnTo>
                    <a:pt x="5340" y="90"/>
                  </a:lnTo>
                  <a:lnTo>
                    <a:pt x="5346" y="84"/>
                  </a:lnTo>
                  <a:lnTo>
                    <a:pt x="5238" y="84"/>
                  </a:lnTo>
                  <a:lnTo>
                    <a:pt x="5214" y="96"/>
                  </a:lnTo>
                  <a:lnTo>
                    <a:pt x="5142" y="96"/>
                  </a:lnTo>
                  <a:lnTo>
                    <a:pt x="5226" y="90"/>
                  </a:lnTo>
                  <a:lnTo>
                    <a:pt x="5220" y="78"/>
                  </a:lnTo>
                  <a:lnTo>
                    <a:pt x="5268" y="84"/>
                  </a:lnTo>
                  <a:lnTo>
                    <a:pt x="5274" y="78"/>
                  </a:lnTo>
                  <a:lnTo>
                    <a:pt x="5286" y="72"/>
                  </a:lnTo>
                  <a:lnTo>
                    <a:pt x="5358" y="72"/>
                  </a:lnTo>
                  <a:lnTo>
                    <a:pt x="5406" y="66"/>
                  </a:lnTo>
                  <a:lnTo>
                    <a:pt x="5454" y="66"/>
                  </a:lnTo>
                  <a:lnTo>
                    <a:pt x="5484" y="60"/>
                  </a:lnTo>
                  <a:lnTo>
                    <a:pt x="5496" y="60"/>
                  </a:lnTo>
                  <a:lnTo>
                    <a:pt x="5514" y="54"/>
                  </a:lnTo>
                  <a:lnTo>
                    <a:pt x="5532" y="54"/>
                  </a:lnTo>
                  <a:lnTo>
                    <a:pt x="5550" y="48"/>
                  </a:lnTo>
                  <a:lnTo>
                    <a:pt x="5562" y="42"/>
                  </a:lnTo>
                  <a:lnTo>
                    <a:pt x="5574" y="42"/>
                  </a:lnTo>
                  <a:lnTo>
                    <a:pt x="5574" y="36"/>
                  </a:lnTo>
                  <a:close/>
                  <a:moveTo>
                    <a:pt x="4032" y="966"/>
                  </a:moveTo>
                  <a:lnTo>
                    <a:pt x="4086" y="966"/>
                  </a:lnTo>
                  <a:lnTo>
                    <a:pt x="4134" y="942"/>
                  </a:lnTo>
                  <a:lnTo>
                    <a:pt x="4140" y="930"/>
                  </a:lnTo>
                  <a:lnTo>
                    <a:pt x="4134" y="918"/>
                  </a:lnTo>
                  <a:lnTo>
                    <a:pt x="4134" y="912"/>
                  </a:lnTo>
                  <a:lnTo>
                    <a:pt x="4122" y="906"/>
                  </a:lnTo>
                  <a:lnTo>
                    <a:pt x="4074" y="906"/>
                  </a:lnTo>
                  <a:lnTo>
                    <a:pt x="4062" y="912"/>
                  </a:lnTo>
                  <a:lnTo>
                    <a:pt x="4050" y="912"/>
                  </a:lnTo>
                  <a:lnTo>
                    <a:pt x="4026" y="924"/>
                  </a:lnTo>
                  <a:lnTo>
                    <a:pt x="4014" y="936"/>
                  </a:lnTo>
                  <a:lnTo>
                    <a:pt x="4002" y="942"/>
                  </a:lnTo>
                  <a:lnTo>
                    <a:pt x="4002" y="954"/>
                  </a:lnTo>
                  <a:lnTo>
                    <a:pt x="4014" y="960"/>
                  </a:lnTo>
                  <a:lnTo>
                    <a:pt x="4032" y="966"/>
                  </a:lnTo>
                  <a:close/>
                  <a:moveTo>
                    <a:pt x="4014" y="840"/>
                  </a:moveTo>
                  <a:lnTo>
                    <a:pt x="4002" y="840"/>
                  </a:lnTo>
                  <a:lnTo>
                    <a:pt x="3990" y="846"/>
                  </a:lnTo>
                  <a:lnTo>
                    <a:pt x="3984" y="852"/>
                  </a:lnTo>
                  <a:lnTo>
                    <a:pt x="3972" y="852"/>
                  </a:lnTo>
                  <a:lnTo>
                    <a:pt x="3990" y="852"/>
                  </a:lnTo>
                  <a:lnTo>
                    <a:pt x="4008" y="846"/>
                  </a:lnTo>
                  <a:lnTo>
                    <a:pt x="4026" y="846"/>
                  </a:lnTo>
                  <a:lnTo>
                    <a:pt x="4044" y="840"/>
                  </a:lnTo>
                  <a:lnTo>
                    <a:pt x="4050" y="834"/>
                  </a:lnTo>
                  <a:lnTo>
                    <a:pt x="4056" y="834"/>
                  </a:lnTo>
                  <a:lnTo>
                    <a:pt x="4068" y="822"/>
                  </a:lnTo>
                  <a:lnTo>
                    <a:pt x="4050" y="822"/>
                  </a:lnTo>
                  <a:lnTo>
                    <a:pt x="4044" y="828"/>
                  </a:lnTo>
                  <a:lnTo>
                    <a:pt x="4032" y="828"/>
                  </a:lnTo>
                  <a:lnTo>
                    <a:pt x="4020" y="834"/>
                  </a:lnTo>
                  <a:lnTo>
                    <a:pt x="4014" y="840"/>
                  </a:lnTo>
                  <a:close/>
                  <a:moveTo>
                    <a:pt x="4122" y="822"/>
                  </a:moveTo>
                  <a:lnTo>
                    <a:pt x="4104" y="822"/>
                  </a:lnTo>
                  <a:lnTo>
                    <a:pt x="4098" y="828"/>
                  </a:lnTo>
                  <a:lnTo>
                    <a:pt x="4098" y="840"/>
                  </a:lnTo>
                  <a:lnTo>
                    <a:pt x="4104" y="846"/>
                  </a:lnTo>
                  <a:lnTo>
                    <a:pt x="4110" y="840"/>
                  </a:lnTo>
                  <a:lnTo>
                    <a:pt x="4116" y="840"/>
                  </a:lnTo>
                  <a:lnTo>
                    <a:pt x="4128" y="828"/>
                  </a:lnTo>
                  <a:lnTo>
                    <a:pt x="4122" y="822"/>
                  </a:lnTo>
                  <a:close/>
                  <a:moveTo>
                    <a:pt x="3528" y="1062"/>
                  </a:moveTo>
                  <a:lnTo>
                    <a:pt x="3522" y="1062"/>
                  </a:lnTo>
                  <a:lnTo>
                    <a:pt x="3504" y="1080"/>
                  </a:lnTo>
                  <a:lnTo>
                    <a:pt x="3504" y="1086"/>
                  </a:lnTo>
                  <a:lnTo>
                    <a:pt x="3510" y="1092"/>
                  </a:lnTo>
                  <a:lnTo>
                    <a:pt x="3528" y="1092"/>
                  </a:lnTo>
                  <a:lnTo>
                    <a:pt x="3534" y="1086"/>
                  </a:lnTo>
                  <a:lnTo>
                    <a:pt x="3540" y="1074"/>
                  </a:lnTo>
                  <a:lnTo>
                    <a:pt x="3540" y="1068"/>
                  </a:lnTo>
                  <a:lnTo>
                    <a:pt x="3534" y="1062"/>
                  </a:lnTo>
                  <a:lnTo>
                    <a:pt x="3528" y="1062"/>
                  </a:lnTo>
                  <a:close/>
                  <a:moveTo>
                    <a:pt x="3588" y="1062"/>
                  </a:moveTo>
                  <a:lnTo>
                    <a:pt x="3582" y="1062"/>
                  </a:lnTo>
                  <a:lnTo>
                    <a:pt x="3576" y="1068"/>
                  </a:lnTo>
                  <a:lnTo>
                    <a:pt x="3576" y="1080"/>
                  </a:lnTo>
                  <a:lnTo>
                    <a:pt x="3582" y="1086"/>
                  </a:lnTo>
                  <a:lnTo>
                    <a:pt x="3594" y="1086"/>
                  </a:lnTo>
                  <a:lnTo>
                    <a:pt x="3600" y="1080"/>
                  </a:lnTo>
                  <a:lnTo>
                    <a:pt x="3600" y="1068"/>
                  </a:lnTo>
                  <a:lnTo>
                    <a:pt x="3588" y="1062"/>
                  </a:lnTo>
                  <a:close/>
                  <a:moveTo>
                    <a:pt x="3756" y="1242"/>
                  </a:moveTo>
                  <a:lnTo>
                    <a:pt x="3744" y="1248"/>
                  </a:lnTo>
                  <a:lnTo>
                    <a:pt x="3744" y="1260"/>
                  </a:lnTo>
                  <a:lnTo>
                    <a:pt x="3750" y="1266"/>
                  </a:lnTo>
                  <a:lnTo>
                    <a:pt x="3762" y="1272"/>
                  </a:lnTo>
                  <a:lnTo>
                    <a:pt x="3768" y="1272"/>
                  </a:lnTo>
                  <a:lnTo>
                    <a:pt x="3786" y="1254"/>
                  </a:lnTo>
                  <a:lnTo>
                    <a:pt x="3786" y="1242"/>
                  </a:lnTo>
                  <a:lnTo>
                    <a:pt x="3780" y="1236"/>
                  </a:lnTo>
                  <a:lnTo>
                    <a:pt x="3768" y="1236"/>
                  </a:lnTo>
                  <a:lnTo>
                    <a:pt x="3756" y="1242"/>
                  </a:lnTo>
                  <a:close/>
                  <a:moveTo>
                    <a:pt x="3984" y="2532"/>
                  </a:moveTo>
                  <a:lnTo>
                    <a:pt x="3948" y="2520"/>
                  </a:lnTo>
                  <a:lnTo>
                    <a:pt x="3942" y="2514"/>
                  </a:lnTo>
                  <a:lnTo>
                    <a:pt x="3936" y="2514"/>
                  </a:lnTo>
                  <a:lnTo>
                    <a:pt x="3924" y="2526"/>
                  </a:lnTo>
                  <a:lnTo>
                    <a:pt x="3930" y="2532"/>
                  </a:lnTo>
                  <a:lnTo>
                    <a:pt x="3942" y="2538"/>
                  </a:lnTo>
                  <a:lnTo>
                    <a:pt x="3948" y="2544"/>
                  </a:lnTo>
                  <a:lnTo>
                    <a:pt x="3954" y="2544"/>
                  </a:lnTo>
                  <a:lnTo>
                    <a:pt x="3960" y="2550"/>
                  </a:lnTo>
                  <a:lnTo>
                    <a:pt x="3996" y="2550"/>
                  </a:lnTo>
                  <a:lnTo>
                    <a:pt x="4008" y="2556"/>
                  </a:lnTo>
                  <a:lnTo>
                    <a:pt x="4020" y="2556"/>
                  </a:lnTo>
                  <a:lnTo>
                    <a:pt x="4038" y="2538"/>
                  </a:lnTo>
                  <a:lnTo>
                    <a:pt x="4008" y="2538"/>
                  </a:lnTo>
                  <a:lnTo>
                    <a:pt x="3984" y="2532"/>
                  </a:lnTo>
                  <a:close/>
                  <a:moveTo>
                    <a:pt x="4098" y="2280"/>
                  </a:moveTo>
                  <a:lnTo>
                    <a:pt x="4092" y="2280"/>
                  </a:lnTo>
                  <a:lnTo>
                    <a:pt x="4086" y="2274"/>
                  </a:lnTo>
                  <a:lnTo>
                    <a:pt x="4050" y="2274"/>
                  </a:lnTo>
                  <a:lnTo>
                    <a:pt x="4032" y="2268"/>
                  </a:lnTo>
                  <a:lnTo>
                    <a:pt x="3996" y="2268"/>
                  </a:lnTo>
                  <a:lnTo>
                    <a:pt x="4002" y="2274"/>
                  </a:lnTo>
                  <a:lnTo>
                    <a:pt x="4008" y="2274"/>
                  </a:lnTo>
                  <a:lnTo>
                    <a:pt x="4014" y="2280"/>
                  </a:lnTo>
                  <a:lnTo>
                    <a:pt x="4026" y="2286"/>
                  </a:lnTo>
                  <a:lnTo>
                    <a:pt x="4032" y="2286"/>
                  </a:lnTo>
                  <a:lnTo>
                    <a:pt x="4032" y="2304"/>
                  </a:lnTo>
                  <a:lnTo>
                    <a:pt x="4044" y="2304"/>
                  </a:lnTo>
                  <a:lnTo>
                    <a:pt x="4080" y="2310"/>
                  </a:lnTo>
                  <a:lnTo>
                    <a:pt x="4128" y="2316"/>
                  </a:lnTo>
                  <a:lnTo>
                    <a:pt x="4164" y="2316"/>
                  </a:lnTo>
                  <a:lnTo>
                    <a:pt x="4170" y="2310"/>
                  </a:lnTo>
                  <a:lnTo>
                    <a:pt x="4170" y="2304"/>
                  </a:lnTo>
                  <a:lnTo>
                    <a:pt x="4164" y="2304"/>
                  </a:lnTo>
                  <a:lnTo>
                    <a:pt x="4152" y="2292"/>
                  </a:lnTo>
                  <a:lnTo>
                    <a:pt x="4128" y="2286"/>
                  </a:lnTo>
                  <a:lnTo>
                    <a:pt x="4098" y="2280"/>
                  </a:lnTo>
                  <a:close/>
                  <a:moveTo>
                    <a:pt x="4194" y="2550"/>
                  </a:moveTo>
                  <a:lnTo>
                    <a:pt x="4164" y="2550"/>
                  </a:lnTo>
                  <a:lnTo>
                    <a:pt x="4152" y="2556"/>
                  </a:lnTo>
                  <a:lnTo>
                    <a:pt x="4146" y="2562"/>
                  </a:lnTo>
                  <a:lnTo>
                    <a:pt x="4182" y="2526"/>
                  </a:lnTo>
                  <a:lnTo>
                    <a:pt x="4176" y="2520"/>
                  </a:lnTo>
                  <a:lnTo>
                    <a:pt x="4152" y="2520"/>
                  </a:lnTo>
                  <a:lnTo>
                    <a:pt x="4140" y="2526"/>
                  </a:lnTo>
                  <a:lnTo>
                    <a:pt x="4128" y="2538"/>
                  </a:lnTo>
                  <a:lnTo>
                    <a:pt x="4104" y="2574"/>
                  </a:lnTo>
                  <a:lnTo>
                    <a:pt x="4164" y="2568"/>
                  </a:lnTo>
                  <a:lnTo>
                    <a:pt x="4176" y="2568"/>
                  </a:lnTo>
                  <a:lnTo>
                    <a:pt x="4182" y="2562"/>
                  </a:lnTo>
                  <a:lnTo>
                    <a:pt x="4194" y="2562"/>
                  </a:lnTo>
                  <a:lnTo>
                    <a:pt x="4200" y="2556"/>
                  </a:lnTo>
                  <a:lnTo>
                    <a:pt x="4200" y="2550"/>
                  </a:lnTo>
                  <a:lnTo>
                    <a:pt x="4194" y="2550"/>
                  </a:lnTo>
                  <a:close/>
                  <a:moveTo>
                    <a:pt x="4590" y="1962"/>
                  </a:moveTo>
                  <a:lnTo>
                    <a:pt x="4578" y="1974"/>
                  </a:lnTo>
                  <a:lnTo>
                    <a:pt x="4578" y="1980"/>
                  </a:lnTo>
                  <a:lnTo>
                    <a:pt x="4572" y="1986"/>
                  </a:lnTo>
                  <a:lnTo>
                    <a:pt x="4566" y="1986"/>
                  </a:lnTo>
                  <a:lnTo>
                    <a:pt x="4554" y="1974"/>
                  </a:lnTo>
                  <a:lnTo>
                    <a:pt x="4554" y="1962"/>
                  </a:lnTo>
                  <a:lnTo>
                    <a:pt x="4566" y="1962"/>
                  </a:lnTo>
                  <a:lnTo>
                    <a:pt x="4572" y="1956"/>
                  </a:lnTo>
                  <a:lnTo>
                    <a:pt x="4566" y="1932"/>
                  </a:lnTo>
                  <a:lnTo>
                    <a:pt x="4536" y="1926"/>
                  </a:lnTo>
                  <a:lnTo>
                    <a:pt x="4530" y="1926"/>
                  </a:lnTo>
                  <a:lnTo>
                    <a:pt x="4524" y="1932"/>
                  </a:lnTo>
                  <a:lnTo>
                    <a:pt x="4512" y="1938"/>
                  </a:lnTo>
                  <a:lnTo>
                    <a:pt x="4494" y="1944"/>
                  </a:lnTo>
                  <a:lnTo>
                    <a:pt x="4470" y="1956"/>
                  </a:lnTo>
                  <a:lnTo>
                    <a:pt x="4464" y="1962"/>
                  </a:lnTo>
                  <a:lnTo>
                    <a:pt x="4458" y="1962"/>
                  </a:lnTo>
                  <a:lnTo>
                    <a:pt x="4446" y="1968"/>
                  </a:lnTo>
                  <a:lnTo>
                    <a:pt x="4434" y="1968"/>
                  </a:lnTo>
                  <a:lnTo>
                    <a:pt x="4416" y="1974"/>
                  </a:lnTo>
                  <a:lnTo>
                    <a:pt x="4404" y="1974"/>
                  </a:lnTo>
                  <a:lnTo>
                    <a:pt x="4374" y="1998"/>
                  </a:lnTo>
                  <a:lnTo>
                    <a:pt x="4386" y="1974"/>
                  </a:lnTo>
                  <a:lnTo>
                    <a:pt x="4362" y="1956"/>
                  </a:lnTo>
                  <a:lnTo>
                    <a:pt x="4398" y="1968"/>
                  </a:lnTo>
                  <a:lnTo>
                    <a:pt x="4410" y="1956"/>
                  </a:lnTo>
                  <a:lnTo>
                    <a:pt x="4440" y="1950"/>
                  </a:lnTo>
                  <a:lnTo>
                    <a:pt x="4440" y="1932"/>
                  </a:lnTo>
                  <a:lnTo>
                    <a:pt x="4494" y="1932"/>
                  </a:lnTo>
                  <a:lnTo>
                    <a:pt x="4518" y="1920"/>
                  </a:lnTo>
                  <a:lnTo>
                    <a:pt x="4524" y="1914"/>
                  </a:lnTo>
                  <a:lnTo>
                    <a:pt x="4536" y="1908"/>
                  </a:lnTo>
                  <a:lnTo>
                    <a:pt x="4608" y="1908"/>
                  </a:lnTo>
                  <a:lnTo>
                    <a:pt x="4602" y="1902"/>
                  </a:lnTo>
                  <a:lnTo>
                    <a:pt x="4596" y="1902"/>
                  </a:lnTo>
                  <a:lnTo>
                    <a:pt x="4584" y="1896"/>
                  </a:lnTo>
                  <a:lnTo>
                    <a:pt x="4578" y="1890"/>
                  </a:lnTo>
                  <a:lnTo>
                    <a:pt x="4578" y="1866"/>
                  </a:lnTo>
                  <a:lnTo>
                    <a:pt x="4572" y="1866"/>
                  </a:lnTo>
                  <a:lnTo>
                    <a:pt x="4566" y="1872"/>
                  </a:lnTo>
                  <a:lnTo>
                    <a:pt x="4542" y="1872"/>
                  </a:lnTo>
                  <a:lnTo>
                    <a:pt x="4530" y="1878"/>
                  </a:lnTo>
                  <a:lnTo>
                    <a:pt x="4518" y="1878"/>
                  </a:lnTo>
                  <a:lnTo>
                    <a:pt x="4518" y="1866"/>
                  </a:lnTo>
                  <a:lnTo>
                    <a:pt x="4512" y="1860"/>
                  </a:lnTo>
                  <a:lnTo>
                    <a:pt x="4452" y="1878"/>
                  </a:lnTo>
                  <a:lnTo>
                    <a:pt x="4458" y="1848"/>
                  </a:lnTo>
                  <a:lnTo>
                    <a:pt x="4410" y="1860"/>
                  </a:lnTo>
                  <a:lnTo>
                    <a:pt x="4416" y="1854"/>
                  </a:lnTo>
                  <a:lnTo>
                    <a:pt x="4422" y="1842"/>
                  </a:lnTo>
                  <a:lnTo>
                    <a:pt x="4440" y="1824"/>
                  </a:lnTo>
                  <a:lnTo>
                    <a:pt x="4446" y="1812"/>
                  </a:lnTo>
                  <a:lnTo>
                    <a:pt x="4446" y="1800"/>
                  </a:lnTo>
                  <a:lnTo>
                    <a:pt x="4434" y="1800"/>
                  </a:lnTo>
                  <a:lnTo>
                    <a:pt x="4422" y="1794"/>
                  </a:lnTo>
                  <a:lnTo>
                    <a:pt x="4398" y="1794"/>
                  </a:lnTo>
                  <a:lnTo>
                    <a:pt x="4404" y="1770"/>
                  </a:lnTo>
                  <a:lnTo>
                    <a:pt x="4368" y="1770"/>
                  </a:lnTo>
                  <a:lnTo>
                    <a:pt x="4380" y="1752"/>
                  </a:lnTo>
                  <a:lnTo>
                    <a:pt x="4356" y="1728"/>
                  </a:lnTo>
                  <a:lnTo>
                    <a:pt x="4368" y="1728"/>
                  </a:lnTo>
                  <a:lnTo>
                    <a:pt x="4380" y="1734"/>
                  </a:lnTo>
                  <a:lnTo>
                    <a:pt x="4404" y="1734"/>
                  </a:lnTo>
                  <a:lnTo>
                    <a:pt x="4410" y="1728"/>
                  </a:lnTo>
                  <a:lnTo>
                    <a:pt x="4422" y="1722"/>
                  </a:lnTo>
                  <a:lnTo>
                    <a:pt x="4434" y="1710"/>
                  </a:lnTo>
                  <a:lnTo>
                    <a:pt x="4440" y="1710"/>
                  </a:lnTo>
                  <a:lnTo>
                    <a:pt x="4398" y="1686"/>
                  </a:lnTo>
                  <a:lnTo>
                    <a:pt x="4446" y="1656"/>
                  </a:lnTo>
                  <a:lnTo>
                    <a:pt x="4398" y="1632"/>
                  </a:lnTo>
                  <a:lnTo>
                    <a:pt x="4350" y="1638"/>
                  </a:lnTo>
                  <a:lnTo>
                    <a:pt x="4404" y="1614"/>
                  </a:lnTo>
                  <a:lnTo>
                    <a:pt x="4368" y="1608"/>
                  </a:lnTo>
                  <a:lnTo>
                    <a:pt x="4410" y="1584"/>
                  </a:lnTo>
                  <a:lnTo>
                    <a:pt x="4404" y="1560"/>
                  </a:lnTo>
                  <a:lnTo>
                    <a:pt x="4374" y="1560"/>
                  </a:lnTo>
                  <a:lnTo>
                    <a:pt x="4380" y="1554"/>
                  </a:lnTo>
                  <a:lnTo>
                    <a:pt x="4392" y="1530"/>
                  </a:lnTo>
                  <a:lnTo>
                    <a:pt x="4374" y="1494"/>
                  </a:lnTo>
                  <a:lnTo>
                    <a:pt x="4362" y="1494"/>
                  </a:lnTo>
                  <a:lnTo>
                    <a:pt x="4374" y="1470"/>
                  </a:lnTo>
                  <a:lnTo>
                    <a:pt x="4362" y="1476"/>
                  </a:lnTo>
                  <a:lnTo>
                    <a:pt x="4356" y="1482"/>
                  </a:lnTo>
                  <a:lnTo>
                    <a:pt x="4344" y="1488"/>
                  </a:lnTo>
                  <a:lnTo>
                    <a:pt x="4332" y="1500"/>
                  </a:lnTo>
                  <a:lnTo>
                    <a:pt x="4332" y="1518"/>
                  </a:lnTo>
                  <a:lnTo>
                    <a:pt x="4302" y="1506"/>
                  </a:lnTo>
                  <a:lnTo>
                    <a:pt x="4308" y="1542"/>
                  </a:lnTo>
                  <a:lnTo>
                    <a:pt x="4284" y="1542"/>
                  </a:lnTo>
                  <a:lnTo>
                    <a:pt x="4272" y="1560"/>
                  </a:lnTo>
                  <a:lnTo>
                    <a:pt x="4278" y="1572"/>
                  </a:lnTo>
                  <a:lnTo>
                    <a:pt x="4254" y="1572"/>
                  </a:lnTo>
                  <a:lnTo>
                    <a:pt x="4230" y="1614"/>
                  </a:lnTo>
                  <a:lnTo>
                    <a:pt x="4218" y="1614"/>
                  </a:lnTo>
                  <a:lnTo>
                    <a:pt x="4236" y="1578"/>
                  </a:lnTo>
                  <a:lnTo>
                    <a:pt x="4224" y="1566"/>
                  </a:lnTo>
                  <a:lnTo>
                    <a:pt x="4212" y="1566"/>
                  </a:lnTo>
                  <a:lnTo>
                    <a:pt x="4194" y="1584"/>
                  </a:lnTo>
                  <a:lnTo>
                    <a:pt x="4182" y="1590"/>
                  </a:lnTo>
                  <a:lnTo>
                    <a:pt x="4176" y="1596"/>
                  </a:lnTo>
                  <a:lnTo>
                    <a:pt x="4164" y="1602"/>
                  </a:lnTo>
                  <a:lnTo>
                    <a:pt x="4158" y="1608"/>
                  </a:lnTo>
                  <a:lnTo>
                    <a:pt x="4146" y="1614"/>
                  </a:lnTo>
                  <a:lnTo>
                    <a:pt x="4140" y="1620"/>
                  </a:lnTo>
                  <a:lnTo>
                    <a:pt x="4116" y="1632"/>
                  </a:lnTo>
                  <a:lnTo>
                    <a:pt x="4110" y="1638"/>
                  </a:lnTo>
                  <a:lnTo>
                    <a:pt x="4116" y="1614"/>
                  </a:lnTo>
                  <a:lnTo>
                    <a:pt x="4116" y="1596"/>
                  </a:lnTo>
                  <a:lnTo>
                    <a:pt x="4080" y="1632"/>
                  </a:lnTo>
                  <a:lnTo>
                    <a:pt x="4014" y="1644"/>
                  </a:lnTo>
                  <a:lnTo>
                    <a:pt x="4074" y="1626"/>
                  </a:lnTo>
                  <a:lnTo>
                    <a:pt x="4080" y="1620"/>
                  </a:lnTo>
                  <a:lnTo>
                    <a:pt x="4092" y="1596"/>
                  </a:lnTo>
                  <a:lnTo>
                    <a:pt x="4098" y="1590"/>
                  </a:lnTo>
                  <a:lnTo>
                    <a:pt x="4098" y="1578"/>
                  </a:lnTo>
                  <a:lnTo>
                    <a:pt x="4092" y="1572"/>
                  </a:lnTo>
                  <a:lnTo>
                    <a:pt x="4050" y="1572"/>
                  </a:lnTo>
                  <a:lnTo>
                    <a:pt x="4038" y="1578"/>
                  </a:lnTo>
                  <a:lnTo>
                    <a:pt x="4032" y="1578"/>
                  </a:lnTo>
                  <a:lnTo>
                    <a:pt x="4020" y="1584"/>
                  </a:lnTo>
                  <a:lnTo>
                    <a:pt x="4002" y="1584"/>
                  </a:lnTo>
                  <a:lnTo>
                    <a:pt x="4002" y="1578"/>
                  </a:lnTo>
                  <a:lnTo>
                    <a:pt x="4008" y="1572"/>
                  </a:lnTo>
                  <a:lnTo>
                    <a:pt x="4020" y="1566"/>
                  </a:lnTo>
                  <a:lnTo>
                    <a:pt x="4026" y="1560"/>
                  </a:lnTo>
                  <a:lnTo>
                    <a:pt x="4032" y="1560"/>
                  </a:lnTo>
                  <a:lnTo>
                    <a:pt x="4032" y="1572"/>
                  </a:lnTo>
                  <a:lnTo>
                    <a:pt x="4050" y="1560"/>
                  </a:lnTo>
                  <a:lnTo>
                    <a:pt x="4044" y="1536"/>
                  </a:lnTo>
                  <a:lnTo>
                    <a:pt x="4050" y="1530"/>
                  </a:lnTo>
                  <a:lnTo>
                    <a:pt x="4062" y="1524"/>
                  </a:lnTo>
                  <a:lnTo>
                    <a:pt x="4074" y="1512"/>
                  </a:lnTo>
                  <a:lnTo>
                    <a:pt x="4074" y="1506"/>
                  </a:lnTo>
                  <a:lnTo>
                    <a:pt x="4068" y="1500"/>
                  </a:lnTo>
                  <a:lnTo>
                    <a:pt x="4056" y="1494"/>
                  </a:lnTo>
                  <a:lnTo>
                    <a:pt x="4044" y="1494"/>
                  </a:lnTo>
                  <a:lnTo>
                    <a:pt x="4032" y="1488"/>
                  </a:lnTo>
                  <a:lnTo>
                    <a:pt x="4014" y="1488"/>
                  </a:lnTo>
                  <a:lnTo>
                    <a:pt x="4044" y="1488"/>
                  </a:lnTo>
                  <a:lnTo>
                    <a:pt x="4056" y="1482"/>
                  </a:lnTo>
                  <a:lnTo>
                    <a:pt x="4074" y="1482"/>
                  </a:lnTo>
                  <a:lnTo>
                    <a:pt x="4086" y="1470"/>
                  </a:lnTo>
                  <a:lnTo>
                    <a:pt x="4098" y="1446"/>
                  </a:lnTo>
                  <a:lnTo>
                    <a:pt x="4104" y="1440"/>
                  </a:lnTo>
                  <a:lnTo>
                    <a:pt x="4110" y="1440"/>
                  </a:lnTo>
                  <a:lnTo>
                    <a:pt x="4122" y="1434"/>
                  </a:lnTo>
                  <a:lnTo>
                    <a:pt x="4128" y="1434"/>
                  </a:lnTo>
                  <a:lnTo>
                    <a:pt x="4134" y="1428"/>
                  </a:lnTo>
                  <a:lnTo>
                    <a:pt x="4122" y="1416"/>
                  </a:lnTo>
                  <a:lnTo>
                    <a:pt x="4110" y="1422"/>
                  </a:lnTo>
                  <a:lnTo>
                    <a:pt x="4098" y="1434"/>
                  </a:lnTo>
                  <a:lnTo>
                    <a:pt x="4092" y="1404"/>
                  </a:lnTo>
                  <a:lnTo>
                    <a:pt x="4068" y="1404"/>
                  </a:lnTo>
                  <a:lnTo>
                    <a:pt x="4050" y="1410"/>
                  </a:lnTo>
                  <a:lnTo>
                    <a:pt x="4026" y="1410"/>
                  </a:lnTo>
                  <a:lnTo>
                    <a:pt x="4020" y="1404"/>
                  </a:lnTo>
                  <a:lnTo>
                    <a:pt x="4020" y="1386"/>
                  </a:lnTo>
                  <a:lnTo>
                    <a:pt x="4038" y="1368"/>
                  </a:lnTo>
                  <a:lnTo>
                    <a:pt x="4032" y="1362"/>
                  </a:lnTo>
                  <a:lnTo>
                    <a:pt x="4014" y="1362"/>
                  </a:lnTo>
                  <a:lnTo>
                    <a:pt x="4008" y="1368"/>
                  </a:lnTo>
                  <a:lnTo>
                    <a:pt x="4020" y="1344"/>
                  </a:lnTo>
                  <a:lnTo>
                    <a:pt x="3984" y="1350"/>
                  </a:lnTo>
                  <a:lnTo>
                    <a:pt x="3984" y="1326"/>
                  </a:lnTo>
                  <a:lnTo>
                    <a:pt x="3978" y="1314"/>
                  </a:lnTo>
                  <a:lnTo>
                    <a:pt x="3972" y="1308"/>
                  </a:lnTo>
                  <a:lnTo>
                    <a:pt x="3948" y="1308"/>
                  </a:lnTo>
                  <a:lnTo>
                    <a:pt x="3930" y="1314"/>
                  </a:lnTo>
                  <a:lnTo>
                    <a:pt x="3906" y="1326"/>
                  </a:lnTo>
                  <a:lnTo>
                    <a:pt x="3900" y="1332"/>
                  </a:lnTo>
                  <a:lnTo>
                    <a:pt x="3894" y="1332"/>
                  </a:lnTo>
                  <a:lnTo>
                    <a:pt x="3888" y="1326"/>
                  </a:lnTo>
                  <a:lnTo>
                    <a:pt x="3876" y="1320"/>
                  </a:lnTo>
                  <a:lnTo>
                    <a:pt x="3864" y="1320"/>
                  </a:lnTo>
                  <a:lnTo>
                    <a:pt x="3852" y="1326"/>
                  </a:lnTo>
                  <a:lnTo>
                    <a:pt x="3846" y="1326"/>
                  </a:lnTo>
                  <a:lnTo>
                    <a:pt x="3834" y="1332"/>
                  </a:lnTo>
                  <a:lnTo>
                    <a:pt x="3822" y="1326"/>
                  </a:lnTo>
                  <a:lnTo>
                    <a:pt x="3762" y="1302"/>
                  </a:lnTo>
                  <a:lnTo>
                    <a:pt x="3738" y="1302"/>
                  </a:lnTo>
                  <a:lnTo>
                    <a:pt x="3714" y="1314"/>
                  </a:lnTo>
                  <a:lnTo>
                    <a:pt x="3708" y="1326"/>
                  </a:lnTo>
                  <a:lnTo>
                    <a:pt x="3702" y="1326"/>
                  </a:lnTo>
                  <a:lnTo>
                    <a:pt x="3684" y="1344"/>
                  </a:lnTo>
                  <a:lnTo>
                    <a:pt x="3684" y="1350"/>
                  </a:lnTo>
                  <a:lnTo>
                    <a:pt x="3696" y="1356"/>
                  </a:lnTo>
                  <a:lnTo>
                    <a:pt x="3702" y="1362"/>
                  </a:lnTo>
                  <a:lnTo>
                    <a:pt x="3708" y="1374"/>
                  </a:lnTo>
                  <a:lnTo>
                    <a:pt x="3708" y="1380"/>
                  </a:lnTo>
                  <a:lnTo>
                    <a:pt x="3702" y="1386"/>
                  </a:lnTo>
                  <a:lnTo>
                    <a:pt x="3690" y="1392"/>
                  </a:lnTo>
                  <a:lnTo>
                    <a:pt x="3672" y="1410"/>
                  </a:lnTo>
                  <a:lnTo>
                    <a:pt x="3660" y="1416"/>
                  </a:lnTo>
                  <a:lnTo>
                    <a:pt x="3636" y="1422"/>
                  </a:lnTo>
                  <a:lnTo>
                    <a:pt x="3660" y="1440"/>
                  </a:lnTo>
                  <a:lnTo>
                    <a:pt x="3654" y="1446"/>
                  </a:lnTo>
                  <a:lnTo>
                    <a:pt x="3642" y="1446"/>
                  </a:lnTo>
                  <a:lnTo>
                    <a:pt x="3636" y="1452"/>
                  </a:lnTo>
                  <a:lnTo>
                    <a:pt x="3636" y="1470"/>
                  </a:lnTo>
                  <a:lnTo>
                    <a:pt x="3642" y="1482"/>
                  </a:lnTo>
                  <a:lnTo>
                    <a:pt x="3642" y="1488"/>
                  </a:lnTo>
                  <a:lnTo>
                    <a:pt x="3636" y="1500"/>
                  </a:lnTo>
                  <a:lnTo>
                    <a:pt x="3624" y="1506"/>
                  </a:lnTo>
                  <a:lnTo>
                    <a:pt x="3618" y="1512"/>
                  </a:lnTo>
                  <a:lnTo>
                    <a:pt x="3606" y="1512"/>
                  </a:lnTo>
                  <a:lnTo>
                    <a:pt x="3582" y="1524"/>
                  </a:lnTo>
                  <a:lnTo>
                    <a:pt x="3576" y="1536"/>
                  </a:lnTo>
                  <a:lnTo>
                    <a:pt x="3576" y="1548"/>
                  </a:lnTo>
                  <a:lnTo>
                    <a:pt x="3570" y="1548"/>
                  </a:lnTo>
                  <a:lnTo>
                    <a:pt x="3564" y="1554"/>
                  </a:lnTo>
                  <a:lnTo>
                    <a:pt x="3552" y="1554"/>
                  </a:lnTo>
                  <a:lnTo>
                    <a:pt x="3540" y="1560"/>
                  </a:lnTo>
                  <a:lnTo>
                    <a:pt x="3534" y="1566"/>
                  </a:lnTo>
                  <a:lnTo>
                    <a:pt x="3522" y="1572"/>
                  </a:lnTo>
                  <a:lnTo>
                    <a:pt x="3504" y="1590"/>
                  </a:lnTo>
                  <a:lnTo>
                    <a:pt x="3510" y="1596"/>
                  </a:lnTo>
                  <a:lnTo>
                    <a:pt x="3522" y="1602"/>
                  </a:lnTo>
                  <a:lnTo>
                    <a:pt x="3534" y="1614"/>
                  </a:lnTo>
                  <a:lnTo>
                    <a:pt x="3552" y="1620"/>
                  </a:lnTo>
                  <a:lnTo>
                    <a:pt x="3558" y="1632"/>
                  </a:lnTo>
                  <a:lnTo>
                    <a:pt x="3564" y="1638"/>
                  </a:lnTo>
                  <a:lnTo>
                    <a:pt x="3564" y="1662"/>
                  </a:lnTo>
                  <a:lnTo>
                    <a:pt x="3558" y="1698"/>
                  </a:lnTo>
                  <a:lnTo>
                    <a:pt x="3540" y="1746"/>
                  </a:lnTo>
                  <a:lnTo>
                    <a:pt x="3510" y="1776"/>
                  </a:lnTo>
                  <a:lnTo>
                    <a:pt x="3468" y="1800"/>
                  </a:lnTo>
                  <a:lnTo>
                    <a:pt x="3426" y="1830"/>
                  </a:lnTo>
                  <a:lnTo>
                    <a:pt x="3390" y="1854"/>
                  </a:lnTo>
                  <a:lnTo>
                    <a:pt x="3366" y="1860"/>
                  </a:lnTo>
                  <a:lnTo>
                    <a:pt x="3336" y="1860"/>
                  </a:lnTo>
                  <a:lnTo>
                    <a:pt x="3300" y="1866"/>
                  </a:lnTo>
                  <a:lnTo>
                    <a:pt x="3276" y="1872"/>
                  </a:lnTo>
                  <a:lnTo>
                    <a:pt x="3258" y="1878"/>
                  </a:lnTo>
                  <a:lnTo>
                    <a:pt x="3258" y="1902"/>
                  </a:lnTo>
                  <a:lnTo>
                    <a:pt x="3264" y="1914"/>
                  </a:lnTo>
                  <a:lnTo>
                    <a:pt x="3264" y="1926"/>
                  </a:lnTo>
                  <a:lnTo>
                    <a:pt x="3270" y="1938"/>
                  </a:lnTo>
                  <a:lnTo>
                    <a:pt x="3270" y="1950"/>
                  </a:lnTo>
                  <a:lnTo>
                    <a:pt x="3252" y="1968"/>
                  </a:lnTo>
                  <a:lnTo>
                    <a:pt x="3234" y="2004"/>
                  </a:lnTo>
                  <a:lnTo>
                    <a:pt x="3234" y="2076"/>
                  </a:lnTo>
                  <a:lnTo>
                    <a:pt x="3210" y="2088"/>
                  </a:lnTo>
                  <a:lnTo>
                    <a:pt x="3204" y="2094"/>
                  </a:lnTo>
                  <a:lnTo>
                    <a:pt x="3180" y="2106"/>
                  </a:lnTo>
                  <a:lnTo>
                    <a:pt x="3180" y="2142"/>
                  </a:lnTo>
                  <a:lnTo>
                    <a:pt x="3156" y="2166"/>
                  </a:lnTo>
                  <a:lnTo>
                    <a:pt x="3156" y="2154"/>
                  </a:lnTo>
                  <a:lnTo>
                    <a:pt x="3162" y="2148"/>
                  </a:lnTo>
                  <a:lnTo>
                    <a:pt x="3162" y="2142"/>
                  </a:lnTo>
                  <a:lnTo>
                    <a:pt x="3156" y="2130"/>
                  </a:lnTo>
                  <a:lnTo>
                    <a:pt x="3138" y="2130"/>
                  </a:lnTo>
                  <a:lnTo>
                    <a:pt x="3126" y="2136"/>
                  </a:lnTo>
                  <a:lnTo>
                    <a:pt x="3108" y="2154"/>
                  </a:lnTo>
                  <a:lnTo>
                    <a:pt x="3108" y="2166"/>
                  </a:lnTo>
                  <a:lnTo>
                    <a:pt x="3114" y="2178"/>
                  </a:lnTo>
                  <a:lnTo>
                    <a:pt x="3114" y="2190"/>
                  </a:lnTo>
                  <a:lnTo>
                    <a:pt x="3108" y="2196"/>
                  </a:lnTo>
                  <a:lnTo>
                    <a:pt x="3108" y="2178"/>
                  </a:lnTo>
                  <a:lnTo>
                    <a:pt x="3102" y="2166"/>
                  </a:lnTo>
                  <a:lnTo>
                    <a:pt x="3090" y="2154"/>
                  </a:lnTo>
                  <a:lnTo>
                    <a:pt x="3078" y="2154"/>
                  </a:lnTo>
                  <a:lnTo>
                    <a:pt x="3066" y="2160"/>
                  </a:lnTo>
                  <a:lnTo>
                    <a:pt x="3042" y="2160"/>
                  </a:lnTo>
                  <a:lnTo>
                    <a:pt x="3036" y="2166"/>
                  </a:lnTo>
                  <a:lnTo>
                    <a:pt x="3030" y="2166"/>
                  </a:lnTo>
                  <a:lnTo>
                    <a:pt x="3042" y="2160"/>
                  </a:lnTo>
                  <a:lnTo>
                    <a:pt x="3060" y="2142"/>
                  </a:lnTo>
                  <a:lnTo>
                    <a:pt x="3072" y="2136"/>
                  </a:lnTo>
                  <a:lnTo>
                    <a:pt x="3078" y="2124"/>
                  </a:lnTo>
                  <a:lnTo>
                    <a:pt x="3078" y="2118"/>
                  </a:lnTo>
                  <a:lnTo>
                    <a:pt x="3072" y="2106"/>
                  </a:lnTo>
                  <a:lnTo>
                    <a:pt x="3060" y="2100"/>
                  </a:lnTo>
                  <a:lnTo>
                    <a:pt x="3048" y="2088"/>
                  </a:lnTo>
                  <a:lnTo>
                    <a:pt x="3030" y="2088"/>
                  </a:lnTo>
                  <a:lnTo>
                    <a:pt x="3024" y="2082"/>
                  </a:lnTo>
                  <a:lnTo>
                    <a:pt x="3018" y="2082"/>
                  </a:lnTo>
                  <a:lnTo>
                    <a:pt x="3024" y="2082"/>
                  </a:lnTo>
                  <a:lnTo>
                    <a:pt x="3042" y="2064"/>
                  </a:lnTo>
                  <a:lnTo>
                    <a:pt x="3042" y="2058"/>
                  </a:lnTo>
                  <a:lnTo>
                    <a:pt x="3030" y="2034"/>
                  </a:lnTo>
                  <a:lnTo>
                    <a:pt x="3030" y="2028"/>
                  </a:lnTo>
                  <a:lnTo>
                    <a:pt x="3024" y="2016"/>
                  </a:lnTo>
                  <a:lnTo>
                    <a:pt x="3060" y="1992"/>
                  </a:lnTo>
                  <a:lnTo>
                    <a:pt x="3060" y="1968"/>
                  </a:lnTo>
                  <a:lnTo>
                    <a:pt x="3084" y="1956"/>
                  </a:lnTo>
                  <a:lnTo>
                    <a:pt x="3084" y="1914"/>
                  </a:lnTo>
                  <a:lnTo>
                    <a:pt x="3090" y="1914"/>
                  </a:lnTo>
                  <a:lnTo>
                    <a:pt x="3102" y="1902"/>
                  </a:lnTo>
                  <a:lnTo>
                    <a:pt x="3114" y="1896"/>
                  </a:lnTo>
                  <a:lnTo>
                    <a:pt x="3132" y="1878"/>
                  </a:lnTo>
                  <a:lnTo>
                    <a:pt x="3126" y="1866"/>
                  </a:lnTo>
                  <a:lnTo>
                    <a:pt x="3120" y="1860"/>
                  </a:lnTo>
                  <a:lnTo>
                    <a:pt x="3084" y="1848"/>
                  </a:lnTo>
                  <a:lnTo>
                    <a:pt x="2976" y="1848"/>
                  </a:lnTo>
                  <a:lnTo>
                    <a:pt x="2940" y="1860"/>
                  </a:lnTo>
                  <a:lnTo>
                    <a:pt x="2946" y="1848"/>
                  </a:lnTo>
                  <a:lnTo>
                    <a:pt x="2952" y="1842"/>
                  </a:lnTo>
                  <a:lnTo>
                    <a:pt x="2952" y="1830"/>
                  </a:lnTo>
                  <a:lnTo>
                    <a:pt x="2958" y="1824"/>
                  </a:lnTo>
                  <a:lnTo>
                    <a:pt x="2952" y="1818"/>
                  </a:lnTo>
                  <a:lnTo>
                    <a:pt x="2940" y="1812"/>
                  </a:lnTo>
                  <a:lnTo>
                    <a:pt x="2928" y="1812"/>
                  </a:lnTo>
                  <a:lnTo>
                    <a:pt x="2892" y="1800"/>
                  </a:lnTo>
                  <a:lnTo>
                    <a:pt x="2874" y="1800"/>
                  </a:lnTo>
                  <a:lnTo>
                    <a:pt x="2868" y="1794"/>
                  </a:lnTo>
                  <a:lnTo>
                    <a:pt x="2862" y="1794"/>
                  </a:lnTo>
                  <a:lnTo>
                    <a:pt x="2862" y="1770"/>
                  </a:lnTo>
                  <a:lnTo>
                    <a:pt x="2856" y="1752"/>
                  </a:lnTo>
                  <a:lnTo>
                    <a:pt x="2844" y="1740"/>
                  </a:lnTo>
                  <a:lnTo>
                    <a:pt x="2790" y="1722"/>
                  </a:lnTo>
                  <a:lnTo>
                    <a:pt x="2778" y="1722"/>
                  </a:lnTo>
                  <a:lnTo>
                    <a:pt x="2778" y="1716"/>
                  </a:lnTo>
                  <a:lnTo>
                    <a:pt x="2766" y="1704"/>
                  </a:lnTo>
                  <a:lnTo>
                    <a:pt x="2754" y="1704"/>
                  </a:lnTo>
                  <a:lnTo>
                    <a:pt x="2736" y="1698"/>
                  </a:lnTo>
                  <a:lnTo>
                    <a:pt x="2694" y="1698"/>
                  </a:lnTo>
                  <a:lnTo>
                    <a:pt x="2646" y="1704"/>
                  </a:lnTo>
                  <a:lnTo>
                    <a:pt x="2610" y="1716"/>
                  </a:lnTo>
                  <a:lnTo>
                    <a:pt x="2592" y="1716"/>
                  </a:lnTo>
                  <a:lnTo>
                    <a:pt x="2598" y="1716"/>
                  </a:lnTo>
                  <a:lnTo>
                    <a:pt x="2604" y="1710"/>
                  </a:lnTo>
                  <a:lnTo>
                    <a:pt x="2616" y="1710"/>
                  </a:lnTo>
                  <a:lnTo>
                    <a:pt x="2628" y="1704"/>
                  </a:lnTo>
                  <a:lnTo>
                    <a:pt x="2634" y="1692"/>
                  </a:lnTo>
                  <a:lnTo>
                    <a:pt x="2640" y="1686"/>
                  </a:lnTo>
                  <a:lnTo>
                    <a:pt x="2646" y="1662"/>
                  </a:lnTo>
                  <a:lnTo>
                    <a:pt x="2658" y="1632"/>
                  </a:lnTo>
                  <a:lnTo>
                    <a:pt x="2664" y="1602"/>
                  </a:lnTo>
                  <a:lnTo>
                    <a:pt x="2670" y="1590"/>
                  </a:lnTo>
                  <a:lnTo>
                    <a:pt x="2658" y="1590"/>
                  </a:lnTo>
                  <a:lnTo>
                    <a:pt x="2646" y="1584"/>
                  </a:lnTo>
                  <a:lnTo>
                    <a:pt x="2616" y="1584"/>
                  </a:lnTo>
                  <a:lnTo>
                    <a:pt x="2610" y="1590"/>
                  </a:lnTo>
                  <a:lnTo>
                    <a:pt x="2598" y="1596"/>
                  </a:lnTo>
                  <a:lnTo>
                    <a:pt x="2592" y="1602"/>
                  </a:lnTo>
                  <a:lnTo>
                    <a:pt x="2580" y="1608"/>
                  </a:lnTo>
                  <a:lnTo>
                    <a:pt x="2598" y="1578"/>
                  </a:lnTo>
                  <a:lnTo>
                    <a:pt x="2592" y="1560"/>
                  </a:lnTo>
                  <a:lnTo>
                    <a:pt x="2610" y="1542"/>
                  </a:lnTo>
                  <a:lnTo>
                    <a:pt x="2616" y="1530"/>
                  </a:lnTo>
                  <a:lnTo>
                    <a:pt x="2640" y="1506"/>
                  </a:lnTo>
                  <a:lnTo>
                    <a:pt x="2646" y="1494"/>
                  </a:lnTo>
                  <a:lnTo>
                    <a:pt x="2664" y="1476"/>
                  </a:lnTo>
                  <a:lnTo>
                    <a:pt x="2694" y="1452"/>
                  </a:lnTo>
                  <a:lnTo>
                    <a:pt x="2730" y="1428"/>
                  </a:lnTo>
                  <a:lnTo>
                    <a:pt x="2754" y="1410"/>
                  </a:lnTo>
                  <a:lnTo>
                    <a:pt x="2766" y="1404"/>
                  </a:lnTo>
                  <a:lnTo>
                    <a:pt x="2760" y="1392"/>
                  </a:lnTo>
                  <a:lnTo>
                    <a:pt x="2826" y="1368"/>
                  </a:lnTo>
                  <a:lnTo>
                    <a:pt x="2826" y="1350"/>
                  </a:lnTo>
                  <a:lnTo>
                    <a:pt x="2868" y="1344"/>
                  </a:lnTo>
                  <a:lnTo>
                    <a:pt x="2868" y="1326"/>
                  </a:lnTo>
                  <a:lnTo>
                    <a:pt x="2898" y="1320"/>
                  </a:lnTo>
                  <a:lnTo>
                    <a:pt x="2952" y="1284"/>
                  </a:lnTo>
                  <a:lnTo>
                    <a:pt x="3006" y="1284"/>
                  </a:lnTo>
                  <a:lnTo>
                    <a:pt x="3042" y="1278"/>
                  </a:lnTo>
                  <a:lnTo>
                    <a:pt x="3060" y="1266"/>
                  </a:lnTo>
                  <a:lnTo>
                    <a:pt x="3060" y="1254"/>
                  </a:lnTo>
                  <a:lnTo>
                    <a:pt x="3030" y="1224"/>
                  </a:lnTo>
                  <a:lnTo>
                    <a:pt x="2970" y="1230"/>
                  </a:lnTo>
                  <a:lnTo>
                    <a:pt x="2982" y="1218"/>
                  </a:lnTo>
                  <a:lnTo>
                    <a:pt x="2928" y="1194"/>
                  </a:lnTo>
                  <a:lnTo>
                    <a:pt x="2952" y="1188"/>
                  </a:lnTo>
                  <a:lnTo>
                    <a:pt x="3036" y="1212"/>
                  </a:lnTo>
                  <a:lnTo>
                    <a:pt x="3054" y="1230"/>
                  </a:lnTo>
                  <a:lnTo>
                    <a:pt x="3066" y="1236"/>
                  </a:lnTo>
                  <a:lnTo>
                    <a:pt x="3096" y="1236"/>
                  </a:lnTo>
                  <a:lnTo>
                    <a:pt x="3108" y="1230"/>
                  </a:lnTo>
                  <a:lnTo>
                    <a:pt x="3114" y="1218"/>
                  </a:lnTo>
                  <a:lnTo>
                    <a:pt x="3126" y="1206"/>
                  </a:lnTo>
                  <a:lnTo>
                    <a:pt x="3132" y="1194"/>
                  </a:lnTo>
                  <a:lnTo>
                    <a:pt x="3144" y="1188"/>
                  </a:lnTo>
                  <a:lnTo>
                    <a:pt x="3150" y="1182"/>
                  </a:lnTo>
                  <a:lnTo>
                    <a:pt x="3156" y="1182"/>
                  </a:lnTo>
                  <a:lnTo>
                    <a:pt x="3180" y="1194"/>
                  </a:lnTo>
                  <a:lnTo>
                    <a:pt x="3198" y="1200"/>
                  </a:lnTo>
                  <a:lnTo>
                    <a:pt x="3210" y="1200"/>
                  </a:lnTo>
                  <a:lnTo>
                    <a:pt x="3246" y="1182"/>
                  </a:lnTo>
                  <a:lnTo>
                    <a:pt x="3282" y="1170"/>
                  </a:lnTo>
                  <a:lnTo>
                    <a:pt x="3318" y="1152"/>
                  </a:lnTo>
                  <a:lnTo>
                    <a:pt x="3336" y="1146"/>
                  </a:lnTo>
                  <a:lnTo>
                    <a:pt x="3360" y="1134"/>
                  </a:lnTo>
                  <a:lnTo>
                    <a:pt x="3372" y="1122"/>
                  </a:lnTo>
                  <a:lnTo>
                    <a:pt x="3366" y="1116"/>
                  </a:lnTo>
                  <a:lnTo>
                    <a:pt x="3342" y="1110"/>
                  </a:lnTo>
                  <a:lnTo>
                    <a:pt x="3264" y="1110"/>
                  </a:lnTo>
                  <a:lnTo>
                    <a:pt x="3258" y="1086"/>
                  </a:lnTo>
                  <a:lnTo>
                    <a:pt x="3174" y="1056"/>
                  </a:lnTo>
                  <a:lnTo>
                    <a:pt x="3186" y="1056"/>
                  </a:lnTo>
                  <a:lnTo>
                    <a:pt x="3216" y="1050"/>
                  </a:lnTo>
                  <a:lnTo>
                    <a:pt x="3252" y="1050"/>
                  </a:lnTo>
                  <a:lnTo>
                    <a:pt x="3282" y="1056"/>
                  </a:lnTo>
                  <a:lnTo>
                    <a:pt x="3294" y="1062"/>
                  </a:lnTo>
                  <a:lnTo>
                    <a:pt x="3306" y="1074"/>
                  </a:lnTo>
                  <a:lnTo>
                    <a:pt x="3324" y="1086"/>
                  </a:lnTo>
                  <a:lnTo>
                    <a:pt x="3336" y="1098"/>
                  </a:lnTo>
                  <a:lnTo>
                    <a:pt x="3348" y="1104"/>
                  </a:lnTo>
                  <a:lnTo>
                    <a:pt x="3372" y="1098"/>
                  </a:lnTo>
                  <a:lnTo>
                    <a:pt x="3408" y="1080"/>
                  </a:lnTo>
                  <a:lnTo>
                    <a:pt x="3444" y="1068"/>
                  </a:lnTo>
                  <a:lnTo>
                    <a:pt x="3474" y="1050"/>
                  </a:lnTo>
                  <a:lnTo>
                    <a:pt x="3486" y="1044"/>
                  </a:lnTo>
                  <a:lnTo>
                    <a:pt x="3462" y="1032"/>
                  </a:lnTo>
                  <a:lnTo>
                    <a:pt x="3468" y="1026"/>
                  </a:lnTo>
                  <a:lnTo>
                    <a:pt x="3492" y="1014"/>
                  </a:lnTo>
                  <a:lnTo>
                    <a:pt x="3522" y="1014"/>
                  </a:lnTo>
                  <a:lnTo>
                    <a:pt x="3528" y="1020"/>
                  </a:lnTo>
                  <a:lnTo>
                    <a:pt x="3534" y="1032"/>
                  </a:lnTo>
                  <a:lnTo>
                    <a:pt x="3540" y="1038"/>
                  </a:lnTo>
                  <a:lnTo>
                    <a:pt x="3570" y="1050"/>
                  </a:lnTo>
                  <a:lnTo>
                    <a:pt x="3576" y="1026"/>
                  </a:lnTo>
                  <a:lnTo>
                    <a:pt x="3594" y="1044"/>
                  </a:lnTo>
                  <a:lnTo>
                    <a:pt x="3600" y="1038"/>
                  </a:lnTo>
                  <a:lnTo>
                    <a:pt x="3600" y="1026"/>
                  </a:lnTo>
                  <a:lnTo>
                    <a:pt x="3594" y="1014"/>
                  </a:lnTo>
                  <a:lnTo>
                    <a:pt x="3582" y="1002"/>
                  </a:lnTo>
                  <a:lnTo>
                    <a:pt x="3564" y="990"/>
                  </a:lnTo>
                  <a:lnTo>
                    <a:pt x="3606" y="984"/>
                  </a:lnTo>
                  <a:lnTo>
                    <a:pt x="3606" y="990"/>
                  </a:lnTo>
                  <a:lnTo>
                    <a:pt x="3612" y="996"/>
                  </a:lnTo>
                  <a:lnTo>
                    <a:pt x="3612" y="1008"/>
                  </a:lnTo>
                  <a:lnTo>
                    <a:pt x="3624" y="1032"/>
                  </a:lnTo>
                  <a:lnTo>
                    <a:pt x="3630" y="1038"/>
                  </a:lnTo>
                  <a:lnTo>
                    <a:pt x="3636" y="1038"/>
                  </a:lnTo>
                  <a:lnTo>
                    <a:pt x="3654" y="1032"/>
                  </a:lnTo>
                  <a:lnTo>
                    <a:pt x="3690" y="1026"/>
                  </a:lnTo>
                  <a:lnTo>
                    <a:pt x="3732" y="1008"/>
                  </a:lnTo>
                  <a:lnTo>
                    <a:pt x="3768" y="990"/>
                  </a:lnTo>
                  <a:lnTo>
                    <a:pt x="3798" y="972"/>
                  </a:lnTo>
                  <a:lnTo>
                    <a:pt x="3798" y="960"/>
                  </a:lnTo>
                  <a:lnTo>
                    <a:pt x="3786" y="942"/>
                  </a:lnTo>
                  <a:lnTo>
                    <a:pt x="3780" y="930"/>
                  </a:lnTo>
                  <a:lnTo>
                    <a:pt x="3774" y="912"/>
                  </a:lnTo>
                  <a:lnTo>
                    <a:pt x="3774" y="900"/>
                  </a:lnTo>
                  <a:lnTo>
                    <a:pt x="3780" y="894"/>
                  </a:lnTo>
                  <a:lnTo>
                    <a:pt x="3792" y="894"/>
                  </a:lnTo>
                  <a:lnTo>
                    <a:pt x="3804" y="888"/>
                  </a:lnTo>
                  <a:lnTo>
                    <a:pt x="3822" y="888"/>
                  </a:lnTo>
                  <a:lnTo>
                    <a:pt x="3840" y="882"/>
                  </a:lnTo>
                  <a:lnTo>
                    <a:pt x="3858" y="882"/>
                  </a:lnTo>
                  <a:lnTo>
                    <a:pt x="3864" y="876"/>
                  </a:lnTo>
                  <a:lnTo>
                    <a:pt x="3870" y="876"/>
                  </a:lnTo>
                  <a:lnTo>
                    <a:pt x="3870" y="858"/>
                  </a:lnTo>
                  <a:lnTo>
                    <a:pt x="3864" y="846"/>
                  </a:lnTo>
                  <a:lnTo>
                    <a:pt x="3864" y="840"/>
                  </a:lnTo>
                  <a:lnTo>
                    <a:pt x="3858" y="828"/>
                  </a:lnTo>
                  <a:lnTo>
                    <a:pt x="3840" y="804"/>
                  </a:lnTo>
                  <a:lnTo>
                    <a:pt x="3822" y="798"/>
                  </a:lnTo>
                  <a:lnTo>
                    <a:pt x="3786" y="792"/>
                  </a:lnTo>
                  <a:lnTo>
                    <a:pt x="3744" y="792"/>
                  </a:lnTo>
                  <a:lnTo>
                    <a:pt x="3708" y="804"/>
                  </a:lnTo>
                  <a:lnTo>
                    <a:pt x="3690" y="822"/>
                  </a:lnTo>
                  <a:lnTo>
                    <a:pt x="3690" y="840"/>
                  </a:lnTo>
                  <a:lnTo>
                    <a:pt x="3696" y="840"/>
                  </a:lnTo>
                  <a:lnTo>
                    <a:pt x="3702" y="846"/>
                  </a:lnTo>
                  <a:lnTo>
                    <a:pt x="3666" y="870"/>
                  </a:lnTo>
                  <a:lnTo>
                    <a:pt x="3642" y="870"/>
                  </a:lnTo>
                  <a:lnTo>
                    <a:pt x="3576" y="918"/>
                  </a:lnTo>
                  <a:lnTo>
                    <a:pt x="3552" y="930"/>
                  </a:lnTo>
                  <a:lnTo>
                    <a:pt x="3546" y="936"/>
                  </a:lnTo>
                  <a:lnTo>
                    <a:pt x="3540" y="948"/>
                  </a:lnTo>
                  <a:lnTo>
                    <a:pt x="3522" y="966"/>
                  </a:lnTo>
                  <a:lnTo>
                    <a:pt x="3492" y="966"/>
                  </a:lnTo>
                  <a:lnTo>
                    <a:pt x="3456" y="984"/>
                  </a:lnTo>
                  <a:lnTo>
                    <a:pt x="3456" y="972"/>
                  </a:lnTo>
                  <a:lnTo>
                    <a:pt x="3450" y="954"/>
                  </a:lnTo>
                  <a:lnTo>
                    <a:pt x="3450" y="918"/>
                  </a:lnTo>
                  <a:lnTo>
                    <a:pt x="3456" y="912"/>
                  </a:lnTo>
                  <a:lnTo>
                    <a:pt x="3480" y="900"/>
                  </a:lnTo>
                  <a:lnTo>
                    <a:pt x="3498" y="900"/>
                  </a:lnTo>
                  <a:lnTo>
                    <a:pt x="3510" y="894"/>
                  </a:lnTo>
                  <a:lnTo>
                    <a:pt x="3516" y="882"/>
                  </a:lnTo>
                  <a:lnTo>
                    <a:pt x="3516" y="870"/>
                  </a:lnTo>
                  <a:lnTo>
                    <a:pt x="3510" y="852"/>
                  </a:lnTo>
                  <a:lnTo>
                    <a:pt x="3504" y="846"/>
                  </a:lnTo>
                  <a:lnTo>
                    <a:pt x="3498" y="834"/>
                  </a:lnTo>
                  <a:lnTo>
                    <a:pt x="3486" y="834"/>
                  </a:lnTo>
                  <a:lnTo>
                    <a:pt x="3450" y="852"/>
                  </a:lnTo>
                  <a:lnTo>
                    <a:pt x="3432" y="858"/>
                  </a:lnTo>
                  <a:lnTo>
                    <a:pt x="3420" y="864"/>
                  </a:lnTo>
                  <a:lnTo>
                    <a:pt x="3414" y="870"/>
                  </a:lnTo>
                  <a:lnTo>
                    <a:pt x="3408" y="870"/>
                  </a:lnTo>
                  <a:lnTo>
                    <a:pt x="3378" y="900"/>
                  </a:lnTo>
                  <a:lnTo>
                    <a:pt x="3372" y="888"/>
                  </a:lnTo>
                  <a:lnTo>
                    <a:pt x="3396" y="858"/>
                  </a:lnTo>
                  <a:lnTo>
                    <a:pt x="3396" y="840"/>
                  </a:lnTo>
                  <a:lnTo>
                    <a:pt x="3438" y="822"/>
                  </a:lnTo>
                  <a:lnTo>
                    <a:pt x="3402" y="816"/>
                  </a:lnTo>
                  <a:lnTo>
                    <a:pt x="3408" y="804"/>
                  </a:lnTo>
                  <a:lnTo>
                    <a:pt x="3360" y="816"/>
                  </a:lnTo>
                  <a:lnTo>
                    <a:pt x="3336" y="804"/>
                  </a:lnTo>
                  <a:lnTo>
                    <a:pt x="3378" y="792"/>
                  </a:lnTo>
                  <a:lnTo>
                    <a:pt x="3378" y="774"/>
                  </a:lnTo>
                  <a:lnTo>
                    <a:pt x="3390" y="774"/>
                  </a:lnTo>
                  <a:lnTo>
                    <a:pt x="3396" y="780"/>
                  </a:lnTo>
                  <a:lnTo>
                    <a:pt x="3420" y="780"/>
                  </a:lnTo>
                  <a:lnTo>
                    <a:pt x="3426" y="774"/>
                  </a:lnTo>
                  <a:lnTo>
                    <a:pt x="3426" y="762"/>
                  </a:lnTo>
                  <a:lnTo>
                    <a:pt x="3420" y="756"/>
                  </a:lnTo>
                  <a:lnTo>
                    <a:pt x="3408" y="756"/>
                  </a:lnTo>
                  <a:lnTo>
                    <a:pt x="3396" y="744"/>
                  </a:lnTo>
                  <a:lnTo>
                    <a:pt x="3396" y="738"/>
                  </a:lnTo>
                  <a:lnTo>
                    <a:pt x="3420" y="690"/>
                  </a:lnTo>
                  <a:lnTo>
                    <a:pt x="3426" y="684"/>
                  </a:lnTo>
                  <a:lnTo>
                    <a:pt x="3426" y="672"/>
                  </a:lnTo>
                  <a:lnTo>
                    <a:pt x="3420" y="666"/>
                  </a:lnTo>
                  <a:lnTo>
                    <a:pt x="3414" y="666"/>
                  </a:lnTo>
                  <a:lnTo>
                    <a:pt x="3372" y="648"/>
                  </a:lnTo>
                  <a:lnTo>
                    <a:pt x="3348" y="660"/>
                  </a:lnTo>
                  <a:lnTo>
                    <a:pt x="3336" y="660"/>
                  </a:lnTo>
                  <a:lnTo>
                    <a:pt x="3318" y="666"/>
                  </a:lnTo>
                  <a:lnTo>
                    <a:pt x="3312" y="666"/>
                  </a:lnTo>
                  <a:lnTo>
                    <a:pt x="3306" y="672"/>
                  </a:lnTo>
                  <a:lnTo>
                    <a:pt x="3306" y="690"/>
                  </a:lnTo>
                  <a:lnTo>
                    <a:pt x="3240" y="690"/>
                  </a:lnTo>
                  <a:lnTo>
                    <a:pt x="3228" y="696"/>
                  </a:lnTo>
                  <a:lnTo>
                    <a:pt x="3222" y="702"/>
                  </a:lnTo>
                  <a:lnTo>
                    <a:pt x="3210" y="708"/>
                  </a:lnTo>
                  <a:lnTo>
                    <a:pt x="3198" y="720"/>
                  </a:lnTo>
                  <a:lnTo>
                    <a:pt x="3204" y="726"/>
                  </a:lnTo>
                  <a:lnTo>
                    <a:pt x="3216" y="732"/>
                  </a:lnTo>
                  <a:lnTo>
                    <a:pt x="3228" y="732"/>
                  </a:lnTo>
                  <a:lnTo>
                    <a:pt x="3234" y="738"/>
                  </a:lnTo>
                  <a:lnTo>
                    <a:pt x="3228" y="738"/>
                  </a:lnTo>
                  <a:lnTo>
                    <a:pt x="3222" y="744"/>
                  </a:lnTo>
                  <a:lnTo>
                    <a:pt x="3204" y="744"/>
                  </a:lnTo>
                  <a:lnTo>
                    <a:pt x="3180" y="756"/>
                  </a:lnTo>
                  <a:lnTo>
                    <a:pt x="3168" y="768"/>
                  </a:lnTo>
                  <a:lnTo>
                    <a:pt x="3168" y="774"/>
                  </a:lnTo>
                  <a:lnTo>
                    <a:pt x="3174" y="786"/>
                  </a:lnTo>
                  <a:lnTo>
                    <a:pt x="3186" y="798"/>
                  </a:lnTo>
                  <a:lnTo>
                    <a:pt x="3198" y="804"/>
                  </a:lnTo>
                  <a:lnTo>
                    <a:pt x="3204" y="810"/>
                  </a:lnTo>
                  <a:lnTo>
                    <a:pt x="3210" y="810"/>
                  </a:lnTo>
                  <a:lnTo>
                    <a:pt x="3234" y="798"/>
                  </a:lnTo>
                  <a:lnTo>
                    <a:pt x="3234" y="822"/>
                  </a:lnTo>
                  <a:lnTo>
                    <a:pt x="3240" y="828"/>
                  </a:lnTo>
                  <a:lnTo>
                    <a:pt x="3246" y="828"/>
                  </a:lnTo>
                  <a:lnTo>
                    <a:pt x="3258" y="822"/>
                  </a:lnTo>
                  <a:lnTo>
                    <a:pt x="3282" y="822"/>
                  </a:lnTo>
                  <a:lnTo>
                    <a:pt x="3276" y="828"/>
                  </a:lnTo>
                  <a:lnTo>
                    <a:pt x="3252" y="840"/>
                  </a:lnTo>
                  <a:lnTo>
                    <a:pt x="3246" y="840"/>
                  </a:lnTo>
                  <a:lnTo>
                    <a:pt x="3228" y="828"/>
                  </a:lnTo>
                  <a:lnTo>
                    <a:pt x="3222" y="846"/>
                  </a:lnTo>
                  <a:lnTo>
                    <a:pt x="3204" y="846"/>
                  </a:lnTo>
                  <a:lnTo>
                    <a:pt x="3192" y="852"/>
                  </a:lnTo>
                  <a:lnTo>
                    <a:pt x="3186" y="852"/>
                  </a:lnTo>
                  <a:lnTo>
                    <a:pt x="3180" y="858"/>
                  </a:lnTo>
                  <a:lnTo>
                    <a:pt x="3204" y="858"/>
                  </a:lnTo>
                  <a:lnTo>
                    <a:pt x="3228" y="846"/>
                  </a:lnTo>
                  <a:lnTo>
                    <a:pt x="3240" y="846"/>
                  </a:lnTo>
                  <a:lnTo>
                    <a:pt x="3240" y="852"/>
                  </a:lnTo>
                  <a:lnTo>
                    <a:pt x="3228" y="870"/>
                  </a:lnTo>
                  <a:lnTo>
                    <a:pt x="3210" y="882"/>
                  </a:lnTo>
                  <a:lnTo>
                    <a:pt x="3198" y="888"/>
                  </a:lnTo>
                  <a:lnTo>
                    <a:pt x="3180" y="894"/>
                  </a:lnTo>
                  <a:lnTo>
                    <a:pt x="3168" y="900"/>
                  </a:lnTo>
                  <a:lnTo>
                    <a:pt x="3162" y="906"/>
                  </a:lnTo>
                  <a:lnTo>
                    <a:pt x="3138" y="918"/>
                  </a:lnTo>
                  <a:lnTo>
                    <a:pt x="3132" y="924"/>
                  </a:lnTo>
                  <a:lnTo>
                    <a:pt x="3120" y="918"/>
                  </a:lnTo>
                  <a:lnTo>
                    <a:pt x="3114" y="918"/>
                  </a:lnTo>
                  <a:lnTo>
                    <a:pt x="3102" y="912"/>
                  </a:lnTo>
                  <a:lnTo>
                    <a:pt x="3090" y="912"/>
                  </a:lnTo>
                  <a:lnTo>
                    <a:pt x="3072" y="930"/>
                  </a:lnTo>
                  <a:lnTo>
                    <a:pt x="3060" y="936"/>
                  </a:lnTo>
                  <a:lnTo>
                    <a:pt x="3054" y="948"/>
                  </a:lnTo>
                  <a:lnTo>
                    <a:pt x="3054" y="972"/>
                  </a:lnTo>
                  <a:lnTo>
                    <a:pt x="3048" y="978"/>
                  </a:lnTo>
                  <a:lnTo>
                    <a:pt x="3042" y="966"/>
                  </a:lnTo>
                  <a:lnTo>
                    <a:pt x="3030" y="966"/>
                  </a:lnTo>
                  <a:lnTo>
                    <a:pt x="3018" y="960"/>
                  </a:lnTo>
                  <a:lnTo>
                    <a:pt x="3012" y="960"/>
                  </a:lnTo>
                  <a:lnTo>
                    <a:pt x="3006" y="954"/>
                  </a:lnTo>
                  <a:lnTo>
                    <a:pt x="3030" y="930"/>
                  </a:lnTo>
                  <a:lnTo>
                    <a:pt x="3042" y="924"/>
                  </a:lnTo>
                  <a:lnTo>
                    <a:pt x="3060" y="906"/>
                  </a:lnTo>
                  <a:lnTo>
                    <a:pt x="3072" y="900"/>
                  </a:lnTo>
                  <a:lnTo>
                    <a:pt x="3036" y="900"/>
                  </a:lnTo>
                  <a:lnTo>
                    <a:pt x="3030" y="888"/>
                  </a:lnTo>
                  <a:lnTo>
                    <a:pt x="3018" y="882"/>
                  </a:lnTo>
                  <a:lnTo>
                    <a:pt x="2994" y="882"/>
                  </a:lnTo>
                  <a:lnTo>
                    <a:pt x="2988" y="888"/>
                  </a:lnTo>
                  <a:lnTo>
                    <a:pt x="2946" y="888"/>
                  </a:lnTo>
                  <a:lnTo>
                    <a:pt x="2946" y="894"/>
                  </a:lnTo>
                  <a:lnTo>
                    <a:pt x="2940" y="906"/>
                  </a:lnTo>
                  <a:lnTo>
                    <a:pt x="2940" y="918"/>
                  </a:lnTo>
                  <a:lnTo>
                    <a:pt x="2946" y="918"/>
                  </a:lnTo>
                  <a:lnTo>
                    <a:pt x="2952" y="924"/>
                  </a:lnTo>
                  <a:lnTo>
                    <a:pt x="2964" y="924"/>
                  </a:lnTo>
                  <a:lnTo>
                    <a:pt x="2976" y="936"/>
                  </a:lnTo>
                  <a:lnTo>
                    <a:pt x="2982" y="936"/>
                  </a:lnTo>
                  <a:lnTo>
                    <a:pt x="2976" y="942"/>
                  </a:lnTo>
                  <a:lnTo>
                    <a:pt x="2958" y="942"/>
                  </a:lnTo>
                  <a:lnTo>
                    <a:pt x="2952" y="936"/>
                  </a:lnTo>
                  <a:lnTo>
                    <a:pt x="2940" y="930"/>
                  </a:lnTo>
                  <a:lnTo>
                    <a:pt x="2934" y="924"/>
                  </a:lnTo>
                  <a:lnTo>
                    <a:pt x="2916" y="912"/>
                  </a:lnTo>
                  <a:lnTo>
                    <a:pt x="2910" y="942"/>
                  </a:lnTo>
                  <a:lnTo>
                    <a:pt x="2904" y="942"/>
                  </a:lnTo>
                  <a:lnTo>
                    <a:pt x="2898" y="948"/>
                  </a:lnTo>
                  <a:lnTo>
                    <a:pt x="2862" y="948"/>
                  </a:lnTo>
                  <a:lnTo>
                    <a:pt x="2844" y="942"/>
                  </a:lnTo>
                  <a:lnTo>
                    <a:pt x="2826" y="942"/>
                  </a:lnTo>
                  <a:lnTo>
                    <a:pt x="2808" y="936"/>
                  </a:lnTo>
                  <a:lnTo>
                    <a:pt x="2718" y="936"/>
                  </a:lnTo>
                  <a:lnTo>
                    <a:pt x="2706" y="930"/>
                  </a:lnTo>
                  <a:lnTo>
                    <a:pt x="2700" y="918"/>
                  </a:lnTo>
                  <a:lnTo>
                    <a:pt x="2688" y="912"/>
                  </a:lnTo>
                  <a:lnTo>
                    <a:pt x="2628" y="918"/>
                  </a:lnTo>
                  <a:lnTo>
                    <a:pt x="2622" y="912"/>
                  </a:lnTo>
                  <a:lnTo>
                    <a:pt x="2616" y="900"/>
                  </a:lnTo>
                  <a:lnTo>
                    <a:pt x="2604" y="894"/>
                  </a:lnTo>
                  <a:lnTo>
                    <a:pt x="2598" y="894"/>
                  </a:lnTo>
                  <a:lnTo>
                    <a:pt x="2586" y="888"/>
                  </a:lnTo>
                  <a:lnTo>
                    <a:pt x="2568" y="888"/>
                  </a:lnTo>
                  <a:lnTo>
                    <a:pt x="2556" y="894"/>
                  </a:lnTo>
                  <a:lnTo>
                    <a:pt x="2538" y="900"/>
                  </a:lnTo>
                  <a:lnTo>
                    <a:pt x="2532" y="906"/>
                  </a:lnTo>
                  <a:lnTo>
                    <a:pt x="2526" y="906"/>
                  </a:lnTo>
                  <a:lnTo>
                    <a:pt x="2526" y="912"/>
                  </a:lnTo>
                  <a:lnTo>
                    <a:pt x="2484" y="912"/>
                  </a:lnTo>
                  <a:lnTo>
                    <a:pt x="2472" y="906"/>
                  </a:lnTo>
                  <a:lnTo>
                    <a:pt x="2442" y="906"/>
                  </a:lnTo>
                  <a:lnTo>
                    <a:pt x="2430" y="918"/>
                  </a:lnTo>
                  <a:lnTo>
                    <a:pt x="2430" y="930"/>
                  </a:lnTo>
                  <a:lnTo>
                    <a:pt x="2418" y="954"/>
                  </a:lnTo>
                  <a:lnTo>
                    <a:pt x="2412" y="960"/>
                  </a:lnTo>
                  <a:lnTo>
                    <a:pt x="2412" y="966"/>
                  </a:lnTo>
                  <a:lnTo>
                    <a:pt x="2400" y="996"/>
                  </a:lnTo>
                  <a:lnTo>
                    <a:pt x="2364" y="996"/>
                  </a:lnTo>
                  <a:lnTo>
                    <a:pt x="2358" y="1026"/>
                  </a:lnTo>
                  <a:lnTo>
                    <a:pt x="2334" y="978"/>
                  </a:lnTo>
                  <a:lnTo>
                    <a:pt x="2340" y="978"/>
                  </a:lnTo>
                  <a:lnTo>
                    <a:pt x="2352" y="984"/>
                  </a:lnTo>
                  <a:lnTo>
                    <a:pt x="2376" y="984"/>
                  </a:lnTo>
                  <a:lnTo>
                    <a:pt x="2388" y="972"/>
                  </a:lnTo>
                  <a:lnTo>
                    <a:pt x="2358" y="942"/>
                  </a:lnTo>
                  <a:lnTo>
                    <a:pt x="2340" y="942"/>
                  </a:lnTo>
                  <a:lnTo>
                    <a:pt x="2328" y="936"/>
                  </a:lnTo>
                  <a:lnTo>
                    <a:pt x="2316" y="936"/>
                  </a:lnTo>
                  <a:lnTo>
                    <a:pt x="2322" y="918"/>
                  </a:lnTo>
                  <a:lnTo>
                    <a:pt x="2304" y="924"/>
                  </a:lnTo>
                  <a:lnTo>
                    <a:pt x="2262" y="930"/>
                  </a:lnTo>
                  <a:lnTo>
                    <a:pt x="2208" y="936"/>
                  </a:lnTo>
                  <a:lnTo>
                    <a:pt x="2160" y="942"/>
                  </a:lnTo>
                  <a:lnTo>
                    <a:pt x="2112" y="942"/>
                  </a:lnTo>
                  <a:lnTo>
                    <a:pt x="2064" y="936"/>
                  </a:lnTo>
                  <a:lnTo>
                    <a:pt x="2034" y="930"/>
                  </a:lnTo>
                  <a:lnTo>
                    <a:pt x="2028" y="924"/>
                  </a:lnTo>
                  <a:lnTo>
                    <a:pt x="2052" y="918"/>
                  </a:lnTo>
                  <a:lnTo>
                    <a:pt x="2082" y="918"/>
                  </a:lnTo>
                  <a:lnTo>
                    <a:pt x="2118" y="912"/>
                  </a:lnTo>
                  <a:lnTo>
                    <a:pt x="2142" y="900"/>
                  </a:lnTo>
                  <a:lnTo>
                    <a:pt x="2142" y="888"/>
                  </a:lnTo>
                  <a:lnTo>
                    <a:pt x="2112" y="864"/>
                  </a:lnTo>
                  <a:lnTo>
                    <a:pt x="2082" y="852"/>
                  </a:lnTo>
                  <a:lnTo>
                    <a:pt x="2004" y="852"/>
                  </a:lnTo>
                  <a:lnTo>
                    <a:pt x="1968" y="840"/>
                  </a:lnTo>
                  <a:lnTo>
                    <a:pt x="1944" y="834"/>
                  </a:lnTo>
                  <a:lnTo>
                    <a:pt x="1938" y="828"/>
                  </a:lnTo>
                  <a:lnTo>
                    <a:pt x="1908" y="828"/>
                  </a:lnTo>
                  <a:lnTo>
                    <a:pt x="1896" y="822"/>
                  </a:lnTo>
                  <a:lnTo>
                    <a:pt x="1866" y="804"/>
                  </a:lnTo>
                  <a:lnTo>
                    <a:pt x="1836" y="792"/>
                  </a:lnTo>
                  <a:lnTo>
                    <a:pt x="1812" y="786"/>
                  </a:lnTo>
                  <a:lnTo>
                    <a:pt x="1800" y="792"/>
                  </a:lnTo>
                  <a:lnTo>
                    <a:pt x="1782" y="798"/>
                  </a:lnTo>
                  <a:lnTo>
                    <a:pt x="1770" y="804"/>
                  </a:lnTo>
                  <a:lnTo>
                    <a:pt x="1758" y="816"/>
                  </a:lnTo>
                  <a:lnTo>
                    <a:pt x="1734" y="828"/>
                  </a:lnTo>
                  <a:lnTo>
                    <a:pt x="1680" y="828"/>
                  </a:lnTo>
                  <a:lnTo>
                    <a:pt x="1710" y="810"/>
                  </a:lnTo>
                  <a:lnTo>
                    <a:pt x="1710" y="798"/>
                  </a:lnTo>
                  <a:lnTo>
                    <a:pt x="1734" y="768"/>
                  </a:lnTo>
                  <a:lnTo>
                    <a:pt x="1728" y="768"/>
                  </a:lnTo>
                  <a:lnTo>
                    <a:pt x="1722" y="774"/>
                  </a:lnTo>
                  <a:lnTo>
                    <a:pt x="1674" y="798"/>
                  </a:lnTo>
                  <a:lnTo>
                    <a:pt x="1650" y="822"/>
                  </a:lnTo>
                  <a:lnTo>
                    <a:pt x="1638" y="828"/>
                  </a:lnTo>
                  <a:lnTo>
                    <a:pt x="1620" y="834"/>
                  </a:lnTo>
                  <a:lnTo>
                    <a:pt x="1608" y="828"/>
                  </a:lnTo>
                  <a:lnTo>
                    <a:pt x="1602" y="816"/>
                  </a:lnTo>
                  <a:lnTo>
                    <a:pt x="1602" y="798"/>
                  </a:lnTo>
                  <a:lnTo>
                    <a:pt x="1614" y="774"/>
                  </a:lnTo>
                  <a:lnTo>
                    <a:pt x="1614" y="762"/>
                  </a:lnTo>
                  <a:lnTo>
                    <a:pt x="1608" y="750"/>
                  </a:lnTo>
                  <a:lnTo>
                    <a:pt x="1596" y="744"/>
                  </a:lnTo>
                  <a:lnTo>
                    <a:pt x="1590" y="738"/>
                  </a:lnTo>
                  <a:lnTo>
                    <a:pt x="1578" y="738"/>
                  </a:lnTo>
                  <a:lnTo>
                    <a:pt x="1572" y="744"/>
                  </a:lnTo>
                  <a:lnTo>
                    <a:pt x="1572" y="750"/>
                  </a:lnTo>
                  <a:lnTo>
                    <a:pt x="1578" y="762"/>
                  </a:lnTo>
                  <a:lnTo>
                    <a:pt x="1584" y="768"/>
                  </a:lnTo>
                  <a:lnTo>
                    <a:pt x="1542" y="768"/>
                  </a:lnTo>
                  <a:lnTo>
                    <a:pt x="1530" y="774"/>
                  </a:lnTo>
                  <a:lnTo>
                    <a:pt x="1512" y="780"/>
                  </a:lnTo>
                  <a:lnTo>
                    <a:pt x="1494" y="798"/>
                  </a:lnTo>
                  <a:lnTo>
                    <a:pt x="1446" y="798"/>
                  </a:lnTo>
                  <a:lnTo>
                    <a:pt x="1428" y="804"/>
                  </a:lnTo>
                  <a:lnTo>
                    <a:pt x="1416" y="804"/>
                  </a:lnTo>
                  <a:lnTo>
                    <a:pt x="1398" y="810"/>
                  </a:lnTo>
                  <a:lnTo>
                    <a:pt x="1380" y="810"/>
                  </a:lnTo>
                  <a:lnTo>
                    <a:pt x="1374" y="816"/>
                  </a:lnTo>
                  <a:lnTo>
                    <a:pt x="1368" y="816"/>
                  </a:lnTo>
                  <a:lnTo>
                    <a:pt x="1356" y="822"/>
                  </a:lnTo>
                  <a:lnTo>
                    <a:pt x="1350" y="828"/>
                  </a:lnTo>
                  <a:lnTo>
                    <a:pt x="1338" y="834"/>
                  </a:lnTo>
                  <a:lnTo>
                    <a:pt x="1314" y="816"/>
                  </a:lnTo>
                  <a:lnTo>
                    <a:pt x="1302" y="822"/>
                  </a:lnTo>
                  <a:lnTo>
                    <a:pt x="1296" y="828"/>
                  </a:lnTo>
                  <a:lnTo>
                    <a:pt x="1272" y="840"/>
                  </a:lnTo>
                  <a:lnTo>
                    <a:pt x="1260" y="840"/>
                  </a:lnTo>
                  <a:lnTo>
                    <a:pt x="1254" y="846"/>
                  </a:lnTo>
                  <a:lnTo>
                    <a:pt x="1242" y="846"/>
                  </a:lnTo>
                  <a:lnTo>
                    <a:pt x="1230" y="852"/>
                  </a:lnTo>
                  <a:lnTo>
                    <a:pt x="1224" y="858"/>
                  </a:lnTo>
                  <a:lnTo>
                    <a:pt x="1212" y="864"/>
                  </a:lnTo>
                  <a:lnTo>
                    <a:pt x="1176" y="864"/>
                  </a:lnTo>
                  <a:lnTo>
                    <a:pt x="1188" y="858"/>
                  </a:lnTo>
                  <a:lnTo>
                    <a:pt x="1194" y="846"/>
                  </a:lnTo>
                  <a:lnTo>
                    <a:pt x="1212" y="840"/>
                  </a:lnTo>
                  <a:lnTo>
                    <a:pt x="1236" y="828"/>
                  </a:lnTo>
                  <a:lnTo>
                    <a:pt x="1254" y="828"/>
                  </a:lnTo>
                  <a:lnTo>
                    <a:pt x="1266" y="822"/>
                  </a:lnTo>
                  <a:lnTo>
                    <a:pt x="1284" y="816"/>
                  </a:lnTo>
                  <a:lnTo>
                    <a:pt x="1290" y="810"/>
                  </a:lnTo>
                  <a:lnTo>
                    <a:pt x="1362" y="810"/>
                  </a:lnTo>
                  <a:lnTo>
                    <a:pt x="1386" y="798"/>
                  </a:lnTo>
                  <a:lnTo>
                    <a:pt x="1422" y="792"/>
                  </a:lnTo>
                  <a:lnTo>
                    <a:pt x="1458" y="780"/>
                  </a:lnTo>
                  <a:lnTo>
                    <a:pt x="1470" y="780"/>
                  </a:lnTo>
                  <a:lnTo>
                    <a:pt x="1476" y="774"/>
                  </a:lnTo>
                  <a:lnTo>
                    <a:pt x="1482" y="774"/>
                  </a:lnTo>
                  <a:lnTo>
                    <a:pt x="1476" y="768"/>
                  </a:lnTo>
                  <a:lnTo>
                    <a:pt x="1410" y="768"/>
                  </a:lnTo>
                  <a:lnTo>
                    <a:pt x="1398" y="774"/>
                  </a:lnTo>
                  <a:lnTo>
                    <a:pt x="1392" y="774"/>
                  </a:lnTo>
                  <a:lnTo>
                    <a:pt x="1380" y="780"/>
                  </a:lnTo>
                  <a:lnTo>
                    <a:pt x="1374" y="786"/>
                  </a:lnTo>
                  <a:lnTo>
                    <a:pt x="1368" y="786"/>
                  </a:lnTo>
                  <a:lnTo>
                    <a:pt x="1362" y="792"/>
                  </a:lnTo>
                  <a:lnTo>
                    <a:pt x="1278" y="792"/>
                  </a:lnTo>
                  <a:lnTo>
                    <a:pt x="1254" y="804"/>
                  </a:lnTo>
                  <a:lnTo>
                    <a:pt x="1248" y="810"/>
                  </a:lnTo>
                  <a:lnTo>
                    <a:pt x="1236" y="816"/>
                  </a:lnTo>
                  <a:lnTo>
                    <a:pt x="1230" y="822"/>
                  </a:lnTo>
                  <a:lnTo>
                    <a:pt x="1212" y="822"/>
                  </a:lnTo>
                  <a:lnTo>
                    <a:pt x="1158" y="846"/>
                  </a:lnTo>
                  <a:lnTo>
                    <a:pt x="1140" y="846"/>
                  </a:lnTo>
                  <a:lnTo>
                    <a:pt x="1128" y="858"/>
                  </a:lnTo>
                  <a:lnTo>
                    <a:pt x="1122" y="870"/>
                  </a:lnTo>
                  <a:lnTo>
                    <a:pt x="1122" y="876"/>
                  </a:lnTo>
                  <a:lnTo>
                    <a:pt x="1116" y="876"/>
                  </a:lnTo>
                  <a:lnTo>
                    <a:pt x="1110" y="870"/>
                  </a:lnTo>
                  <a:lnTo>
                    <a:pt x="1110" y="846"/>
                  </a:lnTo>
                  <a:lnTo>
                    <a:pt x="1116" y="846"/>
                  </a:lnTo>
                  <a:lnTo>
                    <a:pt x="1152" y="834"/>
                  </a:lnTo>
                  <a:lnTo>
                    <a:pt x="1176" y="822"/>
                  </a:lnTo>
                  <a:lnTo>
                    <a:pt x="1194" y="816"/>
                  </a:lnTo>
                  <a:lnTo>
                    <a:pt x="1188" y="810"/>
                  </a:lnTo>
                  <a:lnTo>
                    <a:pt x="1176" y="810"/>
                  </a:lnTo>
                  <a:lnTo>
                    <a:pt x="1164" y="804"/>
                  </a:lnTo>
                  <a:lnTo>
                    <a:pt x="1140" y="804"/>
                  </a:lnTo>
                  <a:lnTo>
                    <a:pt x="1122" y="822"/>
                  </a:lnTo>
                  <a:lnTo>
                    <a:pt x="1110" y="828"/>
                  </a:lnTo>
                  <a:lnTo>
                    <a:pt x="1092" y="828"/>
                  </a:lnTo>
                  <a:lnTo>
                    <a:pt x="1080" y="834"/>
                  </a:lnTo>
                  <a:lnTo>
                    <a:pt x="1068" y="834"/>
                  </a:lnTo>
                  <a:lnTo>
                    <a:pt x="1068" y="840"/>
                  </a:lnTo>
                  <a:lnTo>
                    <a:pt x="1062" y="846"/>
                  </a:lnTo>
                  <a:lnTo>
                    <a:pt x="1062" y="876"/>
                  </a:lnTo>
                  <a:lnTo>
                    <a:pt x="1038" y="858"/>
                  </a:lnTo>
                  <a:lnTo>
                    <a:pt x="972" y="852"/>
                  </a:lnTo>
                  <a:lnTo>
                    <a:pt x="960" y="846"/>
                  </a:lnTo>
                  <a:lnTo>
                    <a:pt x="948" y="834"/>
                  </a:lnTo>
                  <a:lnTo>
                    <a:pt x="936" y="834"/>
                  </a:lnTo>
                  <a:lnTo>
                    <a:pt x="936" y="828"/>
                  </a:lnTo>
                  <a:lnTo>
                    <a:pt x="942" y="822"/>
                  </a:lnTo>
                  <a:lnTo>
                    <a:pt x="942" y="810"/>
                  </a:lnTo>
                  <a:lnTo>
                    <a:pt x="948" y="804"/>
                  </a:lnTo>
                  <a:lnTo>
                    <a:pt x="834" y="804"/>
                  </a:lnTo>
                  <a:lnTo>
                    <a:pt x="852" y="804"/>
                  </a:lnTo>
                  <a:lnTo>
                    <a:pt x="78" y="1440"/>
                  </a:lnTo>
                  <a:lnTo>
                    <a:pt x="72" y="1446"/>
                  </a:lnTo>
                  <a:lnTo>
                    <a:pt x="60" y="1452"/>
                  </a:lnTo>
                  <a:lnTo>
                    <a:pt x="54" y="1464"/>
                  </a:lnTo>
                  <a:lnTo>
                    <a:pt x="54" y="1476"/>
                  </a:lnTo>
                  <a:lnTo>
                    <a:pt x="108" y="1476"/>
                  </a:lnTo>
                  <a:lnTo>
                    <a:pt x="120" y="1464"/>
                  </a:lnTo>
                  <a:lnTo>
                    <a:pt x="156" y="1464"/>
                  </a:lnTo>
                  <a:lnTo>
                    <a:pt x="132" y="1488"/>
                  </a:lnTo>
                  <a:lnTo>
                    <a:pt x="132" y="1494"/>
                  </a:lnTo>
                  <a:lnTo>
                    <a:pt x="138" y="1506"/>
                  </a:lnTo>
                  <a:lnTo>
                    <a:pt x="138" y="1524"/>
                  </a:lnTo>
                  <a:lnTo>
                    <a:pt x="144" y="1530"/>
                  </a:lnTo>
                  <a:lnTo>
                    <a:pt x="156" y="1536"/>
                  </a:lnTo>
                  <a:lnTo>
                    <a:pt x="162" y="1542"/>
                  </a:lnTo>
                  <a:lnTo>
                    <a:pt x="144" y="1560"/>
                  </a:lnTo>
                  <a:lnTo>
                    <a:pt x="144" y="1572"/>
                  </a:lnTo>
                  <a:lnTo>
                    <a:pt x="150" y="1572"/>
                  </a:lnTo>
                  <a:lnTo>
                    <a:pt x="156" y="1566"/>
                  </a:lnTo>
                  <a:lnTo>
                    <a:pt x="168" y="1560"/>
                  </a:lnTo>
                  <a:lnTo>
                    <a:pt x="174" y="1554"/>
                  </a:lnTo>
                  <a:lnTo>
                    <a:pt x="180" y="1554"/>
                  </a:lnTo>
                  <a:lnTo>
                    <a:pt x="186" y="1548"/>
                  </a:lnTo>
                  <a:lnTo>
                    <a:pt x="198" y="1548"/>
                  </a:lnTo>
                  <a:lnTo>
                    <a:pt x="210" y="1542"/>
                  </a:lnTo>
                  <a:lnTo>
                    <a:pt x="222" y="1542"/>
                  </a:lnTo>
                  <a:lnTo>
                    <a:pt x="234" y="1536"/>
                  </a:lnTo>
                  <a:lnTo>
                    <a:pt x="240" y="1530"/>
                  </a:lnTo>
                  <a:lnTo>
                    <a:pt x="258" y="1530"/>
                  </a:lnTo>
                  <a:lnTo>
                    <a:pt x="258" y="1518"/>
                  </a:lnTo>
                  <a:lnTo>
                    <a:pt x="264" y="1518"/>
                  </a:lnTo>
                  <a:lnTo>
                    <a:pt x="270" y="1512"/>
                  </a:lnTo>
                  <a:lnTo>
                    <a:pt x="282" y="1512"/>
                  </a:lnTo>
                  <a:lnTo>
                    <a:pt x="300" y="1506"/>
                  </a:lnTo>
                  <a:lnTo>
                    <a:pt x="312" y="1506"/>
                  </a:lnTo>
                  <a:lnTo>
                    <a:pt x="330" y="1512"/>
                  </a:lnTo>
                  <a:lnTo>
                    <a:pt x="336" y="1518"/>
                  </a:lnTo>
                  <a:lnTo>
                    <a:pt x="330" y="1524"/>
                  </a:lnTo>
                  <a:lnTo>
                    <a:pt x="324" y="1524"/>
                  </a:lnTo>
                  <a:lnTo>
                    <a:pt x="318" y="1530"/>
                  </a:lnTo>
                  <a:lnTo>
                    <a:pt x="318" y="1560"/>
                  </a:lnTo>
                  <a:lnTo>
                    <a:pt x="306" y="1572"/>
                  </a:lnTo>
                  <a:lnTo>
                    <a:pt x="324" y="1590"/>
                  </a:lnTo>
                  <a:lnTo>
                    <a:pt x="330" y="1602"/>
                  </a:lnTo>
                  <a:lnTo>
                    <a:pt x="330" y="1620"/>
                  </a:lnTo>
                  <a:lnTo>
                    <a:pt x="312" y="1656"/>
                  </a:lnTo>
                  <a:lnTo>
                    <a:pt x="312" y="1698"/>
                  </a:lnTo>
                  <a:lnTo>
                    <a:pt x="306" y="1704"/>
                  </a:lnTo>
                  <a:lnTo>
                    <a:pt x="300" y="1716"/>
                  </a:lnTo>
                  <a:lnTo>
                    <a:pt x="300" y="1728"/>
                  </a:lnTo>
                  <a:lnTo>
                    <a:pt x="294" y="1740"/>
                  </a:lnTo>
                  <a:lnTo>
                    <a:pt x="294" y="1746"/>
                  </a:lnTo>
                  <a:lnTo>
                    <a:pt x="300" y="1752"/>
                  </a:lnTo>
                  <a:lnTo>
                    <a:pt x="312" y="1758"/>
                  </a:lnTo>
                  <a:lnTo>
                    <a:pt x="318" y="1764"/>
                  </a:lnTo>
                  <a:lnTo>
                    <a:pt x="324" y="1764"/>
                  </a:lnTo>
                  <a:lnTo>
                    <a:pt x="330" y="1770"/>
                  </a:lnTo>
                  <a:lnTo>
                    <a:pt x="330" y="1776"/>
                  </a:lnTo>
                  <a:lnTo>
                    <a:pt x="348" y="1776"/>
                  </a:lnTo>
                  <a:lnTo>
                    <a:pt x="354" y="1782"/>
                  </a:lnTo>
                  <a:lnTo>
                    <a:pt x="354" y="1794"/>
                  </a:lnTo>
                  <a:lnTo>
                    <a:pt x="342" y="1800"/>
                  </a:lnTo>
                  <a:lnTo>
                    <a:pt x="330" y="1812"/>
                  </a:lnTo>
                  <a:lnTo>
                    <a:pt x="318" y="1818"/>
                  </a:lnTo>
                  <a:lnTo>
                    <a:pt x="318" y="1830"/>
                  </a:lnTo>
                  <a:lnTo>
                    <a:pt x="312" y="1842"/>
                  </a:lnTo>
                  <a:lnTo>
                    <a:pt x="294" y="1860"/>
                  </a:lnTo>
                  <a:lnTo>
                    <a:pt x="282" y="1866"/>
                  </a:lnTo>
                  <a:lnTo>
                    <a:pt x="270" y="1878"/>
                  </a:lnTo>
                  <a:lnTo>
                    <a:pt x="252" y="1884"/>
                  </a:lnTo>
                  <a:lnTo>
                    <a:pt x="234" y="1896"/>
                  </a:lnTo>
                  <a:lnTo>
                    <a:pt x="228" y="1902"/>
                  </a:lnTo>
                  <a:lnTo>
                    <a:pt x="222" y="1914"/>
                  </a:lnTo>
                  <a:lnTo>
                    <a:pt x="222" y="1926"/>
                  </a:lnTo>
                  <a:lnTo>
                    <a:pt x="216" y="1932"/>
                  </a:lnTo>
                  <a:lnTo>
                    <a:pt x="216" y="1944"/>
                  </a:lnTo>
                  <a:lnTo>
                    <a:pt x="204" y="1956"/>
                  </a:lnTo>
                  <a:lnTo>
                    <a:pt x="210" y="1962"/>
                  </a:lnTo>
                  <a:lnTo>
                    <a:pt x="216" y="1962"/>
                  </a:lnTo>
                  <a:lnTo>
                    <a:pt x="216" y="1974"/>
                  </a:lnTo>
                  <a:lnTo>
                    <a:pt x="228" y="1986"/>
                  </a:lnTo>
                  <a:lnTo>
                    <a:pt x="240" y="1980"/>
                  </a:lnTo>
                  <a:lnTo>
                    <a:pt x="246" y="1968"/>
                  </a:lnTo>
                  <a:lnTo>
                    <a:pt x="258" y="1962"/>
                  </a:lnTo>
                  <a:lnTo>
                    <a:pt x="276" y="1956"/>
                  </a:lnTo>
                  <a:lnTo>
                    <a:pt x="294" y="1938"/>
                  </a:lnTo>
                  <a:lnTo>
                    <a:pt x="306" y="1938"/>
                  </a:lnTo>
                  <a:lnTo>
                    <a:pt x="306" y="1944"/>
                  </a:lnTo>
                  <a:lnTo>
                    <a:pt x="300" y="1950"/>
                  </a:lnTo>
                  <a:lnTo>
                    <a:pt x="288" y="1956"/>
                  </a:lnTo>
                  <a:lnTo>
                    <a:pt x="282" y="1956"/>
                  </a:lnTo>
                  <a:lnTo>
                    <a:pt x="276" y="1962"/>
                  </a:lnTo>
                  <a:lnTo>
                    <a:pt x="276" y="1974"/>
                  </a:lnTo>
                  <a:lnTo>
                    <a:pt x="282" y="1986"/>
                  </a:lnTo>
                  <a:lnTo>
                    <a:pt x="294" y="1998"/>
                  </a:lnTo>
                  <a:lnTo>
                    <a:pt x="252" y="1992"/>
                  </a:lnTo>
                  <a:lnTo>
                    <a:pt x="246" y="1998"/>
                  </a:lnTo>
                  <a:lnTo>
                    <a:pt x="240" y="2010"/>
                  </a:lnTo>
                  <a:lnTo>
                    <a:pt x="234" y="2016"/>
                  </a:lnTo>
                  <a:lnTo>
                    <a:pt x="228" y="2028"/>
                  </a:lnTo>
                  <a:lnTo>
                    <a:pt x="228" y="2034"/>
                  </a:lnTo>
                  <a:lnTo>
                    <a:pt x="234" y="2034"/>
                  </a:lnTo>
                  <a:lnTo>
                    <a:pt x="240" y="2040"/>
                  </a:lnTo>
                  <a:lnTo>
                    <a:pt x="252" y="2040"/>
                  </a:lnTo>
                  <a:lnTo>
                    <a:pt x="258" y="2046"/>
                  </a:lnTo>
                  <a:lnTo>
                    <a:pt x="252" y="2052"/>
                  </a:lnTo>
                  <a:lnTo>
                    <a:pt x="252" y="2058"/>
                  </a:lnTo>
                  <a:lnTo>
                    <a:pt x="246" y="2070"/>
                  </a:lnTo>
                  <a:lnTo>
                    <a:pt x="246" y="2076"/>
                  </a:lnTo>
                  <a:lnTo>
                    <a:pt x="252" y="2070"/>
                  </a:lnTo>
                  <a:lnTo>
                    <a:pt x="288" y="2052"/>
                  </a:lnTo>
                  <a:lnTo>
                    <a:pt x="306" y="2034"/>
                  </a:lnTo>
                  <a:lnTo>
                    <a:pt x="318" y="2028"/>
                  </a:lnTo>
                  <a:lnTo>
                    <a:pt x="318" y="2040"/>
                  </a:lnTo>
                  <a:lnTo>
                    <a:pt x="288" y="2058"/>
                  </a:lnTo>
                  <a:lnTo>
                    <a:pt x="312" y="2064"/>
                  </a:lnTo>
                  <a:lnTo>
                    <a:pt x="312" y="2076"/>
                  </a:lnTo>
                  <a:lnTo>
                    <a:pt x="294" y="2094"/>
                  </a:lnTo>
                  <a:lnTo>
                    <a:pt x="276" y="2076"/>
                  </a:lnTo>
                  <a:lnTo>
                    <a:pt x="270" y="2076"/>
                  </a:lnTo>
                  <a:lnTo>
                    <a:pt x="264" y="2082"/>
                  </a:lnTo>
                  <a:lnTo>
                    <a:pt x="240" y="2094"/>
                  </a:lnTo>
                  <a:lnTo>
                    <a:pt x="228" y="2094"/>
                  </a:lnTo>
                  <a:lnTo>
                    <a:pt x="216" y="2106"/>
                  </a:lnTo>
                  <a:lnTo>
                    <a:pt x="210" y="2118"/>
                  </a:lnTo>
                  <a:lnTo>
                    <a:pt x="204" y="2124"/>
                  </a:lnTo>
                  <a:lnTo>
                    <a:pt x="210" y="2118"/>
                  </a:lnTo>
                  <a:lnTo>
                    <a:pt x="222" y="2118"/>
                  </a:lnTo>
                  <a:lnTo>
                    <a:pt x="228" y="2112"/>
                  </a:lnTo>
                  <a:lnTo>
                    <a:pt x="276" y="2112"/>
                  </a:lnTo>
                  <a:lnTo>
                    <a:pt x="270" y="2112"/>
                  </a:lnTo>
                  <a:lnTo>
                    <a:pt x="264" y="2118"/>
                  </a:lnTo>
                  <a:lnTo>
                    <a:pt x="252" y="2118"/>
                  </a:lnTo>
                  <a:lnTo>
                    <a:pt x="240" y="2124"/>
                  </a:lnTo>
                  <a:lnTo>
                    <a:pt x="228" y="2124"/>
                  </a:lnTo>
                  <a:lnTo>
                    <a:pt x="216" y="2130"/>
                  </a:lnTo>
                  <a:lnTo>
                    <a:pt x="210" y="2130"/>
                  </a:lnTo>
                  <a:lnTo>
                    <a:pt x="210" y="2148"/>
                  </a:lnTo>
                  <a:lnTo>
                    <a:pt x="204" y="2148"/>
                  </a:lnTo>
                  <a:lnTo>
                    <a:pt x="198" y="2142"/>
                  </a:lnTo>
                  <a:lnTo>
                    <a:pt x="174" y="2142"/>
                  </a:lnTo>
                  <a:lnTo>
                    <a:pt x="174" y="2154"/>
                  </a:lnTo>
                  <a:lnTo>
                    <a:pt x="180" y="2166"/>
                  </a:lnTo>
                  <a:lnTo>
                    <a:pt x="192" y="2172"/>
                  </a:lnTo>
                  <a:lnTo>
                    <a:pt x="198" y="2178"/>
                  </a:lnTo>
                  <a:lnTo>
                    <a:pt x="246" y="2160"/>
                  </a:lnTo>
                  <a:lnTo>
                    <a:pt x="264" y="2184"/>
                  </a:lnTo>
                  <a:lnTo>
                    <a:pt x="300" y="2166"/>
                  </a:lnTo>
                  <a:lnTo>
                    <a:pt x="294" y="2172"/>
                  </a:lnTo>
                  <a:lnTo>
                    <a:pt x="288" y="2184"/>
                  </a:lnTo>
                  <a:lnTo>
                    <a:pt x="276" y="2190"/>
                  </a:lnTo>
                  <a:lnTo>
                    <a:pt x="270" y="2196"/>
                  </a:lnTo>
                  <a:lnTo>
                    <a:pt x="264" y="2208"/>
                  </a:lnTo>
                  <a:lnTo>
                    <a:pt x="264" y="2214"/>
                  </a:lnTo>
                  <a:lnTo>
                    <a:pt x="276" y="2214"/>
                  </a:lnTo>
                  <a:lnTo>
                    <a:pt x="282" y="2208"/>
                  </a:lnTo>
                  <a:lnTo>
                    <a:pt x="300" y="2202"/>
                  </a:lnTo>
                  <a:lnTo>
                    <a:pt x="318" y="2184"/>
                  </a:lnTo>
                  <a:lnTo>
                    <a:pt x="330" y="2178"/>
                  </a:lnTo>
                  <a:lnTo>
                    <a:pt x="306" y="2202"/>
                  </a:lnTo>
                  <a:lnTo>
                    <a:pt x="300" y="2214"/>
                  </a:lnTo>
                  <a:lnTo>
                    <a:pt x="294" y="2220"/>
                  </a:lnTo>
                  <a:lnTo>
                    <a:pt x="300" y="2220"/>
                  </a:lnTo>
                  <a:lnTo>
                    <a:pt x="312" y="2214"/>
                  </a:lnTo>
                  <a:lnTo>
                    <a:pt x="324" y="2214"/>
                  </a:lnTo>
                  <a:lnTo>
                    <a:pt x="318" y="2220"/>
                  </a:lnTo>
                  <a:lnTo>
                    <a:pt x="306" y="2226"/>
                  </a:lnTo>
                  <a:lnTo>
                    <a:pt x="300" y="2238"/>
                  </a:lnTo>
                  <a:lnTo>
                    <a:pt x="282" y="2256"/>
                  </a:lnTo>
                  <a:lnTo>
                    <a:pt x="288" y="2262"/>
                  </a:lnTo>
                  <a:lnTo>
                    <a:pt x="294" y="2262"/>
                  </a:lnTo>
                  <a:lnTo>
                    <a:pt x="342" y="2238"/>
                  </a:lnTo>
                  <a:lnTo>
                    <a:pt x="348" y="2232"/>
                  </a:lnTo>
                  <a:lnTo>
                    <a:pt x="324" y="2256"/>
                  </a:lnTo>
                  <a:lnTo>
                    <a:pt x="318" y="2268"/>
                  </a:lnTo>
                  <a:lnTo>
                    <a:pt x="318" y="2274"/>
                  </a:lnTo>
                  <a:lnTo>
                    <a:pt x="330" y="2280"/>
                  </a:lnTo>
                  <a:lnTo>
                    <a:pt x="342" y="2280"/>
                  </a:lnTo>
                  <a:lnTo>
                    <a:pt x="354" y="2292"/>
                  </a:lnTo>
                  <a:lnTo>
                    <a:pt x="354" y="2298"/>
                  </a:lnTo>
                  <a:lnTo>
                    <a:pt x="348" y="2304"/>
                  </a:lnTo>
                  <a:lnTo>
                    <a:pt x="348" y="2340"/>
                  </a:lnTo>
                  <a:lnTo>
                    <a:pt x="2058" y="2340"/>
                  </a:lnTo>
                  <a:lnTo>
                    <a:pt x="2064" y="2328"/>
                  </a:lnTo>
                  <a:lnTo>
                    <a:pt x="2064" y="2322"/>
                  </a:lnTo>
                  <a:lnTo>
                    <a:pt x="2070" y="2310"/>
                  </a:lnTo>
                  <a:lnTo>
                    <a:pt x="2076" y="2304"/>
                  </a:lnTo>
                  <a:lnTo>
                    <a:pt x="2088" y="2298"/>
                  </a:lnTo>
                  <a:lnTo>
                    <a:pt x="2100" y="2310"/>
                  </a:lnTo>
                  <a:lnTo>
                    <a:pt x="2088" y="2322"/>
                  </a:lnTo>
                  <a:lnTo>
                    <a:pt x="2082" y="2334"/>
                  </a:lnTo>
                  <a:lnTo>
                    <a:pt x="2082" y="2346"/>
                  </a:lnTo>
                  <a:lnTo>
                    <a:pt x="2094" y="2352"/>
                  </a:lnTo>
                  <a:lnTo>
                    <a:pt x="2112" y="2358"/>
                  </a:lnTo>
                  <a:lnTo>
                    <a:pt x="2124" y="2358"/>
                  </a:lnTo>
                  <a:lnTo>
                    <a:pt x="2142" y="2376"/>
                  </a:lnTo>
                  <a:lnTo>
                    <a:pt x="2154" y="2376"/>
                  </a:lnTo>
                  <a:lnTo>
                    <a:pt x="2154" y="2370"/>
                  </a:lnTo>
                  <a:lnTo>
                    <a:pt x="2166" y="2358"/>
                  </a:lnTo>
                  <a:lnTo>
                    <a:pt x="2178" y="2358"/>
                  </a:lnTo>
                  <a:lnTo>
                    <a:pt x="2190" y="2364"/>
                  </a:lnTo>
                  <a:lnTo>
                    <a:pt x="2202" y="2376"/>
                  </a:lnTo>
                  <a:lnTo>
                    <a:pt x="2202" y="2382"/>
                  </a:lnTo>
                  <a:lnTo>
                    <a:pt x="2208" y="2388"/>
                  </a:lnTo>
                  <a:lnTo>
                    <a:pt x="2238" y="2388"/>
                  </a:lnTo>
                  <a:lnTo>
                    <a:pt x="2256" y="2406"/>
                  </a:lnTo>
                  <a:lnTo>
                    <a:pt x="2268" y="2406"/>
                  </a:lnTo>
                  <a:lnTo>
                    <a:pt x="2280" y="2394"/>
                  </a:lnTo>
                  <a:lnTo>
                    <a:pt x="2292" y="2388"/>
                  </a:lnTo>
                  <a:lnTo>
                    <a:pt x="2298" y="2382"/>
                  </a:lnTo>
                  <a:lnTo>
                    <a:pt x="2298" y="2400"/>
                  </a:lnTo>
                  <a:lnTo>
                    <a:pt x="2346" y="2394"/>
                  </a:lnTo>
                  <a:lnTo>
                    <a:pt x="2346" y="2400"/>
                  </a:lnTo>
                  <a:lnTo>
                    <a:pt x="2352" y="2400"/>
                  </a:lnTo>
                  <a:lnTo>
                    <a:pt x="2364" y="2406"/>
                  </a:lnTo>
                  <a:lnTo>
                    <a:pt x="2382" y="2406"/>
                  </a:lnTo>
                  <a:lnTo>
                    <a:pt x="2394" y="2394"/>
                  </a:lnTo>
                  <a:lnTo>
                    <a:pt x="2406" y="2388"/>
                  </a:lnTo>
                  <a:lnTo>
                    <a:pt x="2412" y="2376"/>
                  </a:lnTo>
                  <a:lnTo>
                    <a:pt x="2412" y="2370"/>
                  </a:lnTo>
                  <a:lnTo>
                    <a:pt x="2430" y="2370"/>
                  </a:lnTo>
                  <a:lnTo>
                    <a:pt x="2436" y="2376"/>
                  </a:lnTo>
                  <a:lnTo>
                    <a:pt x="2442" y="2376"/>
                  </a:lnTo>
                  <a:lnTo>
                    <a:pt x="2454" y="2364"/>
                  </a:lnTo>
                  <a:lnTo>
                    <a:pt x="2460" y="2352"/>
                  </a:lnTo>
                  <a:lnTo>
                    <a:pt x="2466" y="2346"/>
                  </a:lnTo>
                  <a:lnTo>
                    <a:pt x="2472" y="2346"/>
                  </a:lnTo>
                  <a:lnTo>
                    <a:pt x="2472" y="2352"/>
                  </a:lnTo>
                  <a:lnTo>
                    <a:pt x="2478" y="2358"/>
                  </a:lnTo>
                  <a:lnTo>
                    <a:pt x="2502" y="2352"/>
                  </a:lnTo>
                  <a:lnTo>
                    <a:pt x="2496" y="2346"/>
                  </a:lnTo>
                  <a:lnTo>
                    <a:pt x="2496" y="2334"/>
                  </a:lnTo>
                  <a:lnTo>
                    <a:pt x="2502" y="2328"/>
                  </a:lnTo>
                  <a:lnTo>
                    <a:pt x="2514" y="2322"/>
                  </a:lnTo>
                  <a:lnTo>
                    <a:pt x="2532" y="2340"/>
                  </a:lnTo>
                  <a:lnTo>
                    <a:pt x="2556" y="2340"/>
                  </a:lnTo>
                  <a:lnTo>
                    <a:pt x="2562" y="2346"/>
                  </a:lnTo>
                  <a:lnTo>
                    <a:pt x="2580" y="2346"/>
                  </a:lnTo>
                  <a:lnTo>
                    <a:pt x="2604" y="2358"/>
                  </a:lnTo>
                  <a:lnTo>
                    <a:pt x="2604" y="2370"/>
                  </a:lnTo>
                  <a:lnTo>
                    <a:pt x="2598" y="2382"/>
                  </a:lnTo>
                  <a:lnTo>
                    <a:pt x="2598" y="2388"/>
                  </a:lnTo>
                  <a:lnTo>
                    <a:pt x="2592" y="2400"/>
                  </a:lnTo>
                  <a:lnTo>
                    <a:pt x="2604" y="2412"/>
                  </a:lnTo>
                  <a:lnTo>
                    <a:pt x="2592" y="2436"/>
                  </a:lnTo>
                  <a:lnTo>
                    <a:pt x="2598" y="2436"/>
                  </a:lnTo>
                  <a:lnTo>
                    <a:pt x="2604" y="2430"/>
                  </a:lnTo>
                  <a:lnTo>
                    <a:pt x="2616" y="2424"/>
                  </a:lnTo>
                  <a:lnTo>
                    <a:pt x="2634" y="2418"/>
                  </a:lnTo>
                  <a:lnTo>
                    <a:pt x="2646" y="2412"/>
                  </a:lnTo>
                  <a:lnTo>
                    <a:pt x="2670" y="2412"/>
                  </a:lnTo>
                  <a:lnTo>
                    <a:pt x="2670" y="2424"/>
                  </a:lnTo>
                  <a:lnTo>
                    <a:pt x="2658" y="2430"/>
                  </a:lnTo>
                  <a:lnTo>
                    <a:pt x="2652" y="2436"/>
                  </a:lnTo>
                  <a:lnTo>
                    <a:pt x="2646" y="2436"/>
                  </a:lnTo>
                  <a:lnTo>
                    <a:pt x="2640" y="2442"/>
                  </a:lnTo>
                  <a:lnTo>
                    <a:pt x="2646" y="2448"/>
                  </a:lnTo>
                  <a:lnTo>
                    <a:pt x="2652" y="2448"/>
                  </a:lnTo>
                  <a:lnTo>
                    <a:pt x="2664" y="2460"/>
                  </a:lnTo>
                  <a:lnTo>
                    <a:pt x="2640" y="2484"/>
                  </a:lnTo>
                  <a:lnTo>
                    <a:pt x="2640" y="2490"/>
                  </a:lnTo>
                  <a:lnTo>
                    <a:pt x="2652" y="2490"/>
                  </a:lnTo>
                  <a:lnTo>
                    <a:pt x="2652" y="2502"/>
                  </a:lnTo>
                  <a:lnTo>
                    <a:pt x="2640" y="2514"/>
                  </a:lnTo>
                  <a:lnTo>
                    <a:pt x="2640" y="2526"/>
                  </a:lnTo>
                  <a:lnTo>
                    <a:pt x="2658" y="2526"/>
                  </a:lnTo>
                  <a:lnTo>
                    <a:pt x="2652" y="2544"/>
                  </a:lnTo>
                  <a:lnTo>
                    <a:pt x="2658" y="2544"/>
                  </a:lnTo>
                  <a:lnTo>
                    <a:pt x="2670" y="2550"/>
                  </a:lnTo>
                  <a:lnTo>
                    <a:pt x="2754" y="2550"/>
                  </a:lnTo>
                  <a:lnTo>
                    <a:pt x="2766" y="2556"/>
                  </a:lnTo>
                  <a:lnTo>
                    <a:pt x="2784" y="2568"/>
                  </a:lnTo>
                  <a:lnTo>
                    <a:pt x="2838" y="2568"/>
                  </a:lnTo>
                  <a:lnTo>
                    <a:pt x="2850" y="2574"/>
                  </a:lnTo>
                  <a:lnTo>
                    <a:pt x="2856" y="2580"/>
                  </a:lnTo>
                  <a:lnTo>
                    <a:pt x="2856" y="2610"/>
                  </a:lnTo>
                  <a:lnTo>
                    <a:pt x="2874" y="2610"/>
                  </a:lnTo>
                  <a:lnTo>
                    <a:pt x="2874" y="2628"/>
                  </a:lnTo>
                  <a:lnTo>
                    <a:pt x="2862" y="2640"/>
                  </a:lnTo>
                  <a:lnTo>
                    <a:pt x="2862" y="2652"/>
                  </a:lnTo>
                  <a:lnTo>
                    <a:pt x="2874" y="2664"/>
                  </a:lnTo>
                  <a:lnTo>
                    <a:pt x="2880" y="2664"/>
                  </a:lnTo>
                  <a:lnTo>
                    <a:pt x="2856" y="2658"/>
                  </a:lnTo>
                  <a:lnTo>
                    <a:pt x="2856" y="2670"/>
                  </a:lnTo>
                  <a:lnTo>
                    <a:pt x="2850" y="2676"/>
                  </a:lnTo>
                  <a:lnTo>
                    <a:pt x="2844" y="2688"/>
                  </a:lnTo>
                  <a:lnTo>
                    <a:pt x="2838" y="2694"/>
                  </a:lnTo>
                  <a:lnTo>
                    <a:pt x="2832" y="2688"/>
                  </a:lnTo>
                  <a:lnTo>
                    <a:pt x="2820" y="2682"/>
                  </a:lnTo>
                  <a:lnTo>
                    <a:pt x="2802" y="2670"/>
                  </a:lnTo>
                  <a:lnTo>
                    <a:pt x="2790" y="2664"/>
                  </a:lnTo>
                  <a:lnTo>
                    <a:pt x="2784" y="2652"/>
                  </a:lnTo>
                  <a:lnTo>
                    <a:pt x="2784" y="2628"/>
                  </a:lnTo>
                  <a:lnTo>
                    <a:pt x="2766" y="2622"/>
                  </a:lnTo>
                  <a:lnTo>
                    <a:pt x="2772" y="2640"/>
                  </a:lnTo>
                  <a:lnTo>
                    <a:pt x="2772" y="2646"/>
                  </a:lnTo>
                  <a:lnTo>
                    <a:pt x="2778" y="2652"/>
                  </a:lnTo>
                  <a:lnTo>
                    <a:pt x="2778" y="2664"/>
                  </a:lnTo>
                  <a:lnTo>
                    <a:pt x="2772" y="2676"/>
                  </a:lnTo>
                  <a:lnTo>
                    <a:pt x="2760" y="2688"/>
                  </a:lnTo>
                  <a:lnTo>
                    <a:pt x="2754" y="2700"/>
                  </a:lnTo>
                  <a:lnTo>
                    <a:pt x="2736" y="2706"/>
                  </a:lnTo>
                  <a:lnTo>
                    <a:pt x="2718" y="2724"/>
                  </a:lnTo>
                  <a:lnTo>
                    <a:pt x="2712" y="2742"/>
                  </a:lnTo>
                  <a:lnTo>
                    <a:pt x="2700" y="2760"/>
                  </a:lnTo>
                  <a:lnTo>
                    <a:pt x="2694" y="2778"/>
                  </a:lnTo>
                  <a:lnTo>
                    <a:pt x="2688" y="2784"/>
                  </a:lnTo>
                  <a:lnTo>
                    <a:pt x="2664" y="2796"/>
                  </a:lnTo>
                  <a:lnTo>
                    <a:pt x="2652" y="2796"/>
                  </a:lnTo>
                  <a:lnTo>
                    <a:pt x="2646" y="2790"/>
                  </a:lnTo>
                  <a:lnTo>
                    <a:pt x="2640" y="2802"/>
                  </a:lnTo>
                  <a:lnTo>
                    <a:pt x="2634" y="2808"/>
                  </a:lnTo>
                  <a:lnTo>
                    <a:pt x="2634" y="2832"/>
                  </a:lnTo>
                  <a:lnTo>
                    <a:pt x="2628" y="2838"/>
                  </a:lnTo>
                  <a:lnTo>
                    <a:pt x="2622" y="2838"/>
                  </a:lnTo>
                  <a:lnTo>
                    <a:pt x="2586" y="2856"/>
                  </a:lnTo>
                  <a:lnTo>
                    <a:pt x="2562" y="2880"/>
                  </a:lnTo>
                  <a:lnTo>
                    <a:pt x="2562" y="2886"/>
                  </a:lnTo>
                  <a:lnTo>
                    <a:pt x="2568" y="2886"/>
                  </a:lnTo>
                  <a:lnTo>
                    <a:pt x="2580" y="2880"/>
                  </a:lnTo>
                  <a:lnTo>
                    <a:pt x="2592" y="2880"/>
                  </a:lnTo>
                  <a:lnTo>
                    <a:pt x="2598" y="2886"/>
                  </a:lnTo>
                  <a:lnTo>
                    <a:pt x="2610" y="2880"/>
                  </a:lnTo>
                  <a:lnTo>
                    <a:pt x="2616" y="2868"/>
                  </a:lnTo>
                  <a:lnTo>
                    <a:pt x="2628" y="2862"/>
                  </a:lnTo>
                  <a:lnTo>
                    <a:pt x="2658" y="2862"/>
                  </a:lnTo>
                  <a:lnTo>
                    <a:pt x="2658" y="2856"/>
                  </a:lnTo>
                  <a:lnTo>
                    <a:pt x="2664" y="2844"/>
                  </a:lnTo>
                  <a:lnTo>
                    <a:pt x="2676" y="2838"/>
                  </a:lnTo>
                  <a:lnTo>
                    <a:pt x="2682" y="2832"/>
                  </a:lnTo>
                  <a:lnTo>
                    <a:pt x="2754" y="2832"/>
                  </a:lnTo>
                  <a:lnTo>
                    <a:pt x="2766" y="2838"/>
                  </a:lnTo>
                  <a:lnTo>
                    <a:pt x="2790" y="2820"/>
                  </a:lnTo>
                  <a:lnTo>
                    <a:pt x="2856" y="2820"/>
                  </a:lnTo>
                  <a:lnTo>
                    <a:pt x="2862" y="2814"/>
                  </a:lnTo>
                  <a:lnTo>
                    <a:pt x="2862" y="2790"/>
                  </a:lnTo>
                  <a:lnTo>
                    <a:pt x="2844" y="2796"/>
                  </a:lnTo>
                  <a:lnTo>
                    <a:pt x="2832" y="2796"/>
                  </a:lnTo>
                  <a:lnTo>
                    <a:pt x="2826" y="2790"/>
                  </a:lnTo>
                  <a:lnTo>
                    <a:pt x="2826" y="2784"/>
                  </a:lnTo>
                  <a:lnTo>
                    <a:pt x="2832" y="2772"/>
                  </a:lnTo>
                  <a:lnTo>
                    <a:pt x="2850" y="2754"/>
                  </a:lnTo>
                  <a:lnTo>
                    <a:pt x="2868" y="2742"/>
                  </a:lnTo>
                  <a:lnTo>
                    <a:pt x="2880" y="2736"/>
                  </a:lnTo>
                  <a:lnTo>
                    <a:pt x="2910" y="2736"/>
                  </a:lnTo>
                  <a:lnTo>
                    <a:pt x="2928" y="2730"/>
                  </a:lnTo>
                  <a:lnTo>
                    <a:pt x="2952" y="2730"/>
                  </a:lnTo>
                  <a:lnTo>
                    <a:pt x="2964" y="2724"/>
                  </a:lnTo>
                  <a:lnTo>
                    <a:pt x="2970" y="2724"/>
                  </a:lnTo>
                  <a:lnTo>
                    <a:pt x="2976" y="2718"/>
                  </a:lnTo>
                  <a:lnTo>
                    <a:pt x="2982" y="2718"/>
                  </a:lnTo>
                  <a:lnTo>
                    <a:pt x="2994" y="2724"/>
                  </a:lnTo>
                  <a:lnTo>
                    <a:pt x="3000" y="2724"/>
                  </a:lnTo>
                  <a:lnTo>
                    <a:pt x="3012" y="2730"/>
                  </a:lnTo>
                  <a:lnTo>
                    <a:pt x="3018" y="2736"/>
                  </a:lnTo>
                  <a:lnTo>
                    <a:pt x="3024" y="2736"/>
                  </a:lnTo>
                  <a:lnTo>
                    <a:pt x="3030" y="2730"/>
                  </a:lnTo>
                  <a:lnTo>
                    <a:pt x="3030" y="2712"/>
                  </a:lnTo>
                  <a:lnTo>
                    <a:pt x="3036" y="2706"/>
                  </a:lnTo>
                  <a:lnTo>
                    <a:pt x="3048" y="2700"/>
                  </a:lnTo>
                  <a:lnTo>
                    <a:pt x="3060" y="2700"/>
                  </a:lnTo>
                  <a:lnTo>
                    <a:pt x="3066" y="2706"/>
                  </a:lnTo>
                  <a:lnTo>
                    <a:pt x="3072" y="2706"/>
                  </a:lnTo>
                  <a:lnTo>
                    <a:pt x="3072" y="2700"/>
                  </a:lnTo>
                  <a:lnTo>
                    <a:pt x="3102" y="2700"/>
                  </a:lnTo>
                  <a:lnTo>
                    <a:pt x="3114" y="2688"/>
                  </a:lnTo>
                  <a:lnTo>
                    <a:pt x="3126" y="2682"/>
                  </a:lnTo>
                  <a:lnTo>
                    <a:pt x="3150" y="2658"/>
                  </a:lnTo>
                  <a:lnTo>
                    <a:pt x="3162" y="2652"/>
                  </a:lnTo>
                  <a:lnTo>
                    <a:pt x="3174" y="2640"/>
                  </a:lnTo>
                  <a:lnTo>
                    <a:pt x="3408" y="2640"/>
                  </a:lnTo>
                  <a:lnTo>
                    <a:pt x="3408" y="2634"/>
                  </a:lnTo>
                  <a:lnTo>
                    <a:pt x="3420" y="2622"/>
                  </a:lnTo>
                  <a:lnTo>
                    <a:pt x="3438" y="2622"/>
                  </a:lnTo>
                  <a:lnTo>
                    <a:pt x="3450" y="2616"/>
                  </a:lnTo>
                  <a:lnTo>
                    <a:pt x="3456" y="2616"/>
                  </a:lnTo>
                  <a:lnTo>
                    <a:pt x="3456" y="2610"/>
                  </a:lnTo>
                  <a:lnTo>
                    <a:pt x="3468" y="2598"/>
                  </a:lnTo>
                  <a:lnTo>
                    <a:pt x="3480" y="2592"/>
                  </a:lnTo>
                  <a:lnTo>
                    <a:pt x="3486" y="2586"/>
                  </a:lnTo>
                  <a:lnTo>
                    <a:pt x="3498" y="2586"/>
                  </a:lnTo>
                  <a:lnTo>
                    <a:pt x="3504" y="2592"/>
                  </a:lnTo>
                  <a:lnTo>
                    <a:pt x="3510" y="2592"/>
                  </a:lnTo>
                  <a:lnTo>
                    <a:pt x="3510" y="2568"/>
                  </a:lnTo>
                  <a:lnTo>
                    <a:pt x="3516" y="2556"/>
                  </a:lnTo>
                  <a:lnTo>
                    <a:pt x="3528" y="2544"/>
                  </a:lnTo>
                  <a:lnTo>
                    <a:pt x="3534" y="2544"/>
                  </a:lnTo>
                  <a:lnTo>
                    <a:pt x="3546" y="2532"/>
                  </a:lnTo>
                  <a:lnTo>
                    <a:pt x="3546" y="2508"/>
                  </a:lnTo>
                  <a:lnTo>
                    <a:pt x="3588" y="2484"/>
                  </a:lnTo>
                  <a:lnTo>
                    <a:pt x="3594" y="2472"/>
                  </a:lnTo>
                  <a:lnTo>
                    <a:pt x="3618" y="2448"/>
                  </a:lnTo>
                  <a:lnTo>
                    <a:pt x="3630" y="2448"/>
                  </a:lnTo>
                  <a:lnTo>
                    <a:pt x="3636" y="2454"/>
                  </a:lnTo>
                  <a:lnTo>
                    <a:pt x="3636" y="2460"/>
                  </a:lnTo>
                  <a:lnTo>
                    <a:pt x="3642" y="2466"/>
                  </a:lnTo>
                  <a:lnTo>
                    <a:pt x="3654" y="2466"/>
                  </a:lnTo>
                  <a:lnTo>
                    <a:pt x="3666" y="2460"/>
                  </a:lnTo>
                  <a:lnTo>
                    <a:pt x="3702" y="2460"/>
                  </a:lnTo>
                  <a:lnTo>
                    <a:pt x="3708" y="2466"/>
                  </a:lnTo>
                  <a:lnTo>
                    <a:pt x="3708" y="2472"/>
                  </a:lnTo>
                  <a:lnTo>
                    <a:pt x="3702" y="2496"/>
                  </a:lnTo>
                  <a:lnTo>
                    <a:pt x="3690" y="2520"/>
                  </a:lnTo>
                  <a:lnTo>
                    <a:pt x="3678" y="2550"/>
                  </a:lnTo>
                  <a:lnTo>
                    <a:pt x="3666" y="2574"/>
                  </a:lnTo>
                  <a:lnTo>
                    <a:pt x="3666" y="2586"/>
                  </a:lnTo>
                  <a:lnTo>
                    <a:pt x="3672" y="2592"/>
                  </a:lnTo>
                  <a:lnTo>
                    <a:pt x="3678" y="2592"/>
                  </a:lnTo>
                  <a:lnTo>
                    <a:pt x="3684" y="2598"/>
                  </a:lnTo>
                  <a:lnTo>
                    <a:pt x="3672" y="2610"/>
                  </a:lnTo>
                  <a:lnTo>
                    <a:pt x="3666" y="2622"/>
                  </a:lnTo>
                  <a:lnTo>
                    <a:pt x="3666" y="2628"/>
                  </a:lnTo>
                  <a:lnTo>
                    <a:pt x="3690" y="2628"/>
                  </a:lnTo>
                  <a:lnTo>
                    <a:pt x="3690" y="2634"/>
                  </a:lnTo>
                  <a:lnTo>
                    <a:pt x="3696" y="2640"/>
                  </a:lnTo>
                  <a:lnTo>
                    <a:pt x="3714" y="2640"/>
                  </a:lnTo>
                  <a:lnTo>
                    <a:pt x="3750" y="2622"/>
                  </a:lnTo>
                  <a:lnTo>
                    <a:pt x="3768" y="2604"/>
                  </a:lnTo>
                  <a:lnTo>
                    <a:pt x="3780" y="2622"/>
                  </a:lnTo>
                  <a:lnTo>
                    <a:pt x="3786" y="2622"/>
                  </a:lnTo>
                  <a:lnTo>
                    <a:pt x="3792" y="2616"/>
                  </a:lnTo>
                  <a:lnTo>
                    <a:pt x="3816" y="2604"/>
                  </a:lnTo>
                  <a:lnTo>
                    <a:pt x="3828" y="2604"/>
                  </a:lnTo>
                  <a:lnTo>
                    <a:pt x="3840" y="2592"/>
                  </a:lnTo>
                  <a:lnTo>
                    <a:pt x="3852" y="2592"/>
                  </a:lnTo>
                  <a:lnTo>
                    <a:pt x="3864" y="2580"/>
                  </a:lnTo>
                  <a:lnTo>
                    <a:pt x="3870" y="2580"/>
                  </a:lnTo>
                  <a:lnTo>
                    <a:pt x="3888" y="2586"/>
                  </a:lnTo>
                  <a:lnTo>
                    <a:pt x="3846" y="2616"/>
                  </a:lnTo>
                  <a:lnTo>
                    <a:pt x="3936" y="2610"/>
                  </a:lnTo>
                  <a:lnTo>
                    <a:pt x="3918" y="2610"/>
                  </a:lnTo>
                  <a:lnTo>
                    <a:pt x="3906" y="2616"/>
                  </a:lnTo>
                  <a:lnTo>
                    <a:pt x="3894" y="2616"/>
                  </a:lnTo>
                  <a:lnTo>
                    <a:pt x="3888" y="2622"/>
                  </a:lnTo>
                  <a:lnTo>
                    <a:pt x="3888" y="2634"/>
                  </a:lnTo>
                  <a:lnTo>
                    <a:pt x="3882" y="2640"/>
                  </a:lnTo>
                  <a:lnTo>
                    <a:pt x="3876" y="2640"/>
                  </a:lnTo>
                  <a:lnTo>
                    <a:pt x="3870" y="2634"/>
                  </a:lnTo>
                  <a:lnTo>
                    <a:pt x="3864" y="2634"/>
                  </a:lnTo>
                  <a:lnTo>
                    <a:pt x="3852" y="2628"/>
                  </a:lnTo>
                  <a:lnTo>
                    <a:pt x="3846" y="2628"/>
                  </a:lnTo>
                  <a:lnTo>
                    <a:pt x="3828" y="2634"/>
                  </a:lnTo>
                  <a:lnTo>
                    <a:pt x="3738" y="2688"/>
                  </a:lnTo>
                  <a:lnTo>
                    <a:pt x="3726" y="2700"/>
                  </a:lnTo>
                  <a:lnTo>
                    <a:pt x="3720" y="2712"/>
                  </a:lnTo>
                  <a:lnTo>
                    <a:pt x="3720" y="2748"/>
                  </a:lnTo>
                  <a:lnTo>
                    <a:pt x="3726" y="2748"/>
                  </a:lnTo>
                  <a:lnTo>
                    <a:pt x="3732" y="2742"/>
                  </a:lnTo>
                  <a:lnTo>
                    <a:pt x="3738" y="2742"/>
                  </a:lnTo>
                  <a:lnTo>
                    <a:pt x="3738" y="2754"/>
                  </a:lnTo>
                  <a:lnTo>
                    <a:pt x="3744" y="2760"/>
                  </a:lnTo>
                  <a:lnTo>
                    <a:pt x="3756" y="2760"/>
                  </a:lnTo>
                  <a:lnTo>
                    <a:pt x="3762" y="2754"/>
                  </a:lnTo>
                  <a:lnTo>
                    <a:pt x="3768" y="2742"/>
                  </a:lnTo>
                  <a:lnTo>
                    <a:pt x="3774" y="2736"/>
                  </a:lnTo>
                  <a:lnTo>
                    <a:pt x="3786" y="2736"/>
                  </a:lnTo>
                  <a:lnTo>
                    <a:pt x="3804" y="2730"/>
                  </a:lnTo>
                  <a:lnTo>
                    <a:pt x="3816" y="2724"/>
                  </a:lnTo>
                  <a:lnTo>
                    <a:pt x="3834" y="2718"/>
                  </a:lnTo>
                  <a:lnTo>
                    <a:pt x="3846" y="2706"/>
                  </a:lnTo>
                  <a:lnTo>
                    <a:pt x="3852" y="2694"/>
                  </a:lnTo>
                  <a:lnTo>
                    <a:pt x="3870" y="2676"/>
                  </a:lnTo>
                  <a:lnTo>
                    <a:pt x="3876" y="2664"/>
                  </a:lnTo>
                  <a:lnTo>
                    <a:pt x="3876" y="2670"/>
                  </a:lnTo>
                  <a:lnTo>
                    <a:pt x="3882" y="2682"/>
                  </a:lnTo>
                  <a:lnTo>
                    <a:pt x="3888" y="2688"/>
                  </a:lnTo>
                  <a:lnTo>
                    <a:pt x="3894" y="2688"/>
                  </a:lnTo>
                  <a:lnTo>
                    <a:pt x="3930" y="2676"/>
                  </a:lnTo>
                  <a:lnTo>
                    <a:pt x="3954" y="2664"/>
                  </a:lnTo>
                  <a:lnTo>
                    <a:pt x="3972" y="2658"/>
                  </a:lnTo>
                  <a:lnTo>
                    <a:pt x="3984" y="2652"/>
                  </a:lnTo>
                  <a:lnTo>
                    <a:pt x="4008" y="2646"/>
                  </a:lnTo>
                  <a:lnTo>
                    <a:pt x="4068" y="2634"/>
                  </a:lnTo>
                  <a:lnTo>
                    <a:pt x="4080" y="2628"/>
                  </a:lnTo>
                  <a:lnTo>
                    <a:pt x="4068" y="2616"/>
                  </a:lnTo>
                  <a:lnTo>
                    <a:pt x="4074" y="2598"/>
                  </a:lnTo>
                  <a:lnTo>
                    <a:pt x="4038" y="2604"/>
                  </a:lnTo>
                  <a:lnTo>
                    <a:pt x="4038" y="2580"/>
                  </a:lnTo>
                  <a:lnTo>
                    <a:pt x="4026" y="2586"/>
                  </a:lnTo>
                  <a:lnTo>
                    <a:pt x="4020" y="2586"/>
                  </a:lnTo>
                  <a:lnTo>
                    <a:pt x="4008" y="2592"/>
                  </a:lnTo>
                  <a:lnTo>
                    <a:pt x="4002" y="2598"/>
                  </a:lnTo>
                  <a:lnTo>
                    <a:pt x="3990" y="2598"/>
                  </a:lnTo>
                  <a:lnTo>
                    <a:pt x="3990" y="2580"/>
                  </a:lnTo>
                  <a:lnTo>
                    <a:pt x="3930" y="2580"/>
                  </a:lnTo>
                  <a:lnTo>
                    <a:pt x="3924" y="2574"/>
                  </a:lnTo>
                  <a:lnTo>
                    <a:pt x="3924" y="2568"/>
                  </a:lnTo>
                  <a:lnTo>
                    <a:pt x="3918" y="2562"/>
                  </a:lnTo>
                  <a:lnTo>
                    <a:pt x="3918" y="2556"/>
                  </a:lnTo>
                  <a:lnTo>
                    <a:pt x="3930" y="2556"/>
                  </a:lnTo>
                  <a:lnTo>
                    <a:pt x="3918" y="2544"/>
                  </a:lnTo>
                  <a:lnTo>
                    <a:pt x="3888" y="2544"/>
                  </a:lnTo>
                  <a:lnTo>
                    <a:pt x="3882" y="2532"/>
                  </a:lnTo>
                  <a:lnTo>
                    <a:pt x="3882" y="2526"/>
                  </a:lnTo>
                  <a:lnTo>
                    <a:pt x="3876" y="2514"/>
                  </a:lnTo>
                  <a:lnTo>
                    <a:pt x="3876" y="2502"/>
                  </a:lnTo>
                  <a:lnTo>
                    <a:pt x="3894" y="2484"/>
                  </a:lnTo>
                  <a:lnTo>
                    <a:pt x="3870" y="2484"/>
                  </a:lnTo>
                  <a:lnTo>
                    <a:pt x="3876" y="2478"/>
                  </a:lnTo>
                  <a:lnTo>
                    <a:pt x="3888" y="2472"/>
                  </a:lnTo>
                  <a:lnTo>
                    <a:pt x="3894" y="2460"/>
                  </a:lnTo>
                  <a:lnTo>
                    <a:pt x="3906" y="2454"/>
                  </a:lnTo>
                  <a:lnTo>
                    <a:pt x="3918" y="2442"/>
                  </a:lnTo>
                  <a:lnTo>
                    <a:pt x="3924" y="2430"/>
                  </a:lnTo>
                  <a:lnTo>
                    <a:pt x="3936" y="2424"/>
                  </a:lnTo>
                  <a:lnTo>
                    <a:pt x="3942" y="2412"/>
                  </a:lnTo>
                  <a:lnTo>
                    <a:pt x="3948" y="2406"/>
                  </a:lnTo>
                  <a:lnTo>
                    <a:pt x="3936" y="2400"/>
                  </a:lnTo>
                  <a:lnTo>
                    <a:pt x="3912" y="2430"/>
                  </a:lnTo>
                  <a:lnTo>
                    <a:pt x="3894" y="2418"/>
                  </a:lnTo>
                  <a:lnTo>
                    <a:pt x="3864" y="2436"/>
                  </a:lnTo>
                  <a:lnTo>
                    <a:pt x="3858" y="2418"/>
                  </a:lnTo>
                  <a:lnTo>
                    <a:pt x="3828" y="2406"/>
                  </a:lnTo>
                  <a:lnTo>
                    <a:pt x="3810" y="2412"/>
                  </a:lnTo>
                  <a:lnTo>
                    <a:pt x="3864" y="2394"/>
                  </a:lnTo>
                  <a:lnTo>
                    <a:pt x="3870" y="2400"/>
                  </a:lnTo>
                  <a:lnTo>
                    <a:pt x="3882" y="2406"/>
                  </a:lnTo>
                  <a:lnTo>
                    <a:pt x="3900" y="2406"/>
                  </a:lnTo>
                  <a:lnTo>
                    <a:pt x="3918" y="2388"/>
                  </a:lnTo>
                  <a:lnTo>
                    <a:pt x="3930" y="2382"/>
                  </a:lnTo>
                  <a:lnTo>
                    <a:pt x="3936" y="2376"/>
                  </a:lnTo>
                  <a:lnTo>
                    <a:pt x="3978" y="2376"/>
                  </a:lnTo>
                  <a:lnTo>
                    <a:pt x="3978" y="2364"/>
                  </a:lnTo>
                  <a:lnTo>
                    <a:pt x="3972" y="2358"/>
                  </a:lnTo>
                  <a:lnTo>
                    <a:pt x="3966" y="2346"/>
                  </a:lnTo>
                  <a:lnTo>
                    <a:pt x="3990" y="2346"/>
                  </a:lnTo>
                  <a:lnTo>
                    <a:pt x="3978" y="2334"/>
                  </a:lnTo>
                  <a:lnTo>
                    <a:pt x="3972" y="2322"/>
                  </a:lnTo>
                  <a:lnTo>
                    <a:pt x="3960" y="2316"/>
                  </a:lnTo>
                  <a:lnTo>
                    <a:pt x="3942" y="2310"/>
                  </a:lnTo>
                  <a:lnTo>
                    <a:pt x="3918" y="2310"/>
                  </a:lnTo>
                  <a:lnTo>
                    <a:pt x="3852" y="2316"/>
                  </a:lnTo>
                  <a:lnTo>
                    <a:pt x="3792" y="2334"/>
                  </a:lnTo>
                  <a:lnTo>
                    <a:pt x="3744" y="2352"/>
                  </a:lnTo>
                  <a:lnTo>
                    <a:pt x="3684" y="2376"/>
                  </a:lnTo>
                  <a:lnTo>
                    <a:pt x="3660" y="2388"/>
                  </a:lnTo>
                  <a:lnTo>
                    <a:pt x="3642" y="2400"/>
                  </a:lnTo>
                  <a:lnTo>
                    <a:pt x="3624" y="2418"/>
                  </a:lnTo>
                  <a:lnTo>
                    <a:pt x="3606" y="2430"/>
                  </a:lnTo>
                  <a:lnTo>
                    <a:pt x="3594" y="2442"/>
                  </a:lnTo>
                  <a:lnTo>
                    <a:pt x="3576" y="2454"/>
                  </a:lnTo>
                  <a:lnTo>
                    <a:pt x="3564" y="2466"/>
                  </a:lnTo>
                  <a:lnTo>
                    <a:pt x="3528" y="2484"/>
                  </a:lnTo>
                  <a:lnTo>
                    <a:pt x="3516" y="2484"/>
                  </a:lnTo>
                  <a:lnTo>
                    <a:pt x="3498" y="2490"/>
                  </a:lnTo>
                  <a:lnTo>
                    <a:pt x="3486" y="2490"/>
                  </a:lnTo>
                  <a:lnTo>
                    <a:pt x="3492" y="2490"/>
                  </a:lnTo>
                  <a:lnTo>
                    <a:pt x="3498" y="2484"/>
                  </a:lnTo>
                  <a:lnTo>
                    <a:pt x="3510" y="2478"/>
                  </a:lnTo>
                  <a:lnTo>
                    <a:pt x="3522" y="2466"/>
                  </a:lnTo>
                  <a:lnTo>
                    <a:pt x="3540" y="2460"/>
                  </a:lnTo>
                  <a:lnTo>
                    <a:pt x="3552" y="2448"/>
                  </a:lnTo>
                  <a:lnTo>
                    <a:pt x="3576" y="2436"/>
                  </a:lnTo>
                  <a:lnTo>
                    <a:pt x="3600" y="2412"/>
                  </a:lnTo>
                  <a:lnTo>
                    <a:pt x="3606" y="2400"/>
                  </a:lnTo>
                  <a:lnTo>
                    <a:pt x="3582" y="2388"/>
                  </a:lnTo>
                  <a:lnTo>
                    <a:pt x="3588" y="2388"/>
                  </a:lnTo>
                  <a:lnTo>
                    <a:pt x="3594" y="2394"/>
                  </a:lnTo>
                  <a:lnTo>
                    <a:pt x="3624" y="2394"/>
                  </a:lnTo>
                  <a:lnTo>
                    <a:pt x="3642" y="2382"/>
                  </a:lnTo>
                  <a:lnTo>
                    <a:pt x="3702" y="2334"/>
                  </a:lnTo>
                  <a:lnTo>
                    <a:pt x="3750" y="2310"/>
                  </a:lnTo>
                  <a:lnTo>
                    <a:pt x="3768" y="2304"/>
                  </a:lnTo>
                  <a:lnTo>
                    <a:pt x="3804" y="2304"/>
                  </a:lnTo>
                  <a:lnTo>
                    <a:pt x="3852" y="2256"/>
                  </a:lnTo>
                  <a:lnTo>
                    <a:pt x="3870" y="2244"/>
                  </a:lnTo>
                  <a:lnTo>
                    <a:pt x="3888" y="2238"/>
                  </a:lnTo>
                  <a:lnTo>
                    <a:pt x="3936" y="2232"/>
                  </a:lnTo>
                  <a:lnTo>
                    <a:pt x="3990" y="2232"/>
                  </a:lnTo>
                  <a:lnTo>
                    <a:pt x="4044" y="2226"/>
                  </a:lnTo>
                  <a:lnTo>
                    <a:pt x="4074" y="2226"/>
                  </a:lnTo>
                  <a:lnTo>
                    <a:pt x="4104" y="2232"/>
                  </a:lnTo>
                  <a:lnTo>
                    <a:pt x="4176" y="2244"/>
                  </a:lnTo>
                  <a:lnTo>
                    <a:pt x="4200" y="2250"/>
                  </a:lnTo>
                  <a:lnTo>
                    <a:pt x="4212" y="2244"/>
                  </a:lnTo>
                  <a:lnTo>
                    <a:pt x="4248" y="2232"/>
                  </a:lnTo>
                  <a:lnTo>
                    <a:pt x="4260" y="2226"/>
                  </a:lnTo>
                  <a:lnTo>
                    <a:pt x="4278" y="2226"/>
                  </a:lnTo>
                  <a:lnTo>
                    <a:pt x="4296" y="2220"/>
                  </a:lnTo>
                  <a:lnTo>
                    <a:pt x="4320" y="2214"/>
                  </a:lnTo>
                  <a:lnTo>
                    <a:pt x="4338" y="2208"/>
                  </a:lnTo>
                  <a:lnTo>
                    <a:pt x="4374" y="2172"/>
                  </a:lnTo>
                  <a:lnTo>
                    <a:pt x="4392" y="2166"/>
                  </a:lnTo>
                  <a:lnTo>
                    <a:pt x="4404" y="2154"/>
                  </a:lnTo>
                  <a:lnTo>
                    <a:pt x="4410" y="2154"/>
                  </a:lnTo>
                  <a:lnTo>
                    <a:pt x="4422" y="2148"/>
                  </a:lnTo>
                  <a:lnTo>
                    <a:pt x="4452" y="2148"/>
                  </a:lnTo>
                  <a:lnTo>
                    <a:pt x="4458" y="2142"/>
                  </a:lnTo>
                  <a:lnTo>
                    <a:pt x="4470" y="2136"/>
                  </a:lnTo>
                  <a:lnTo>
                    <a:pt x="4476" y="2130"/>
                  </a:lnTo>
                  <a:lnTo>
                    <a:pt x="4494" y="2130"/>
                  </a:lnTo>
                  <a:lnTo>
                    <a:pt x="4500" y="2136"/>
                  </a:lnTo>
                  <a:lnTo>
                    <a:pt x="4518" y="2136"/>
                  </a:lnTo>
                  <a:lnTo>
                    <a:pt x="4530" y="2130"/>
                  </a:lnTo>
                  <a:lnTo>
                    <a:pt x="4536" y="2130"/>
                  </a:lnTo>
                  <a:lnTo>
                    <a:pt x="4542" y="2124"/>
                  </a:lnTo>
                  <a:lnTo>
                    <a:pt x="4596" y="2106"/>
                  </a:lnTo>
                  <a:lnTo>
                    <a:pt x="4620" y="2094"/>
                  </a:lnTo>
                  <a:lnTo>
                    <a:pt x="4620" y="2088"/>
                  </a:lnTo>
                  <a:lnTo>
                    <a:pt x="4614" y="2076"/>
                  </a:lnTo>
                  <a:lnTo>
                    <a:pt x="4602" y="2070"/>
                  </a:lnTo>
                  <a:lnTo>
                    <a:pt x="4584" y="2052"/>
                  </a:lnTo>
                  <a:lnTo>
                    <a:pt x="4578" y="2052"/>
                  </a:lnTo>
                  <a:lnTo>
                    <a:pt x="4602" y="2052"/>
                  </a:lnTo>
                  <a:lnTo>
                    <a:pt x="4614" y="2046"/>
                  </a:lnTo>
                  <a:lnTo>
                    <a:pt x="4614" y="2028"/>
                  </a:lnTo>
                  <a:lnTo>
                    <a:pt x="4608" y="2022"/>
                  </a:lnTo>
                  <a:lnTo>
                    <a:pt x="4608" y="2010"/>
                  </a:lnTo>
                  <a:lnTo>
                    <a:pt x="4632" y="2010"/>
                  </a:lnTo>
                  <a:lnTo>
                    <a:pt x="4644" y="1998"/>
                  </a:lnTo>
                  <a:lnTo>
                    <a:pt x="4644" y="1992"/>
                  </a:lnTo>
                  <a:lnTo>
                    <a:pt x="4632" y="1980"/>
                  </a:lnTo>
                  <a:lnTo>
                    <a:pt x="4626" y="1968"/>
                  </a:lnTo>
                  <a:lnTo>
                    <a:pt x="4608" y="1962"/>
                  </a:lnTo>
                  <a:lnTo>
                    <a:pt x="4602" y="1956"/>
                  </a:lnTo>
                  <a:lnTo>
                    <a:pt x="4590" y="1962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518" name="Cameroon" descr="© INSCALE GmbH, 05.05.2010&#10;http://www.presentationload.com/">
              <a:extLst>
                <a:ext uri="{FF2B5EF4-FFF2-40B4-BE49-F238E27FC236}">
                  <a16:creationId xmlns:a16="http://schemas.microsoft.com/office/drawing/2014/main" id="{2BBD6BAC-6422-4557-9826-3C4BB6510718}"/>
                </a:ext>
              </a:extLst>
            </p:cNvPr>
            <p:cNvSpPr>
              <a:spLocks/>
            </p:cNvSpPr>
            <p:nvPr/>
          </p:nvSpPr>
          <p:spPr bwMode="gray">
            <a:xfrm>
              <a:off x="3933604" y="2653892"/>
              <a:ext cx="180939" cy="304410"/>
            </a:xfrm>
            <a:custGeom>
              <a:avLst/>
              <a:gdLst>
                <a:gd name="T0" fmla="*/ 2147483647 w 546"/>
                <a:gd name="T1" fmla="*/ 0 h 924"/>
                <a:gd name="T2" fmla="*/ 2147483647 w 546"/>
                <a:gd name="T3" fmla="*/ 2147483647 h 924"/>
                <a:gd name="T4" fmla="*/ 2147483647 w 546"/>
                <a:gd name="T5" fmla="*/ 2147483647 h 924"/>
                <a:gd name="T6" fmla="*/ 2147483647 w 546"/>
                <a:gd name="T7" fmla="*/ 2147483647 h 924"/>
                <a:gd name="T8" fmla="*/ 2147483647 w 546"/>
                <a:gd name="T9" fmla="*/ 2147483647 h 924"/>
                <a:gd name="T10" fmla="*/ 2147483647 w 546"/>
                <a:gd name="T11" fmla="*/ 2147483647 h 924"/>
                <a:gd name="T12" fmla="*/ 2147483647 w 546"/>
                <a:gd name="T13" fmla="*/ 2147483647 h 924"/>
                <a:gd name="T14" fmla="*/ 2147483647 w 546"/>
                <a:gd name="T15" fmla="*/ 2147483647 h 924"/>
                <a:gd name="T16" fmla="*/ 2147483647 w 546"/>
                <a:gd name="T17" fmla="*/ 2147483647 h 924"/>
                <a:gd name="T18" fmla="*/ 2147483647 w 546"/>
                <a:gd name="T19" fmla="*/ 2147483647 h 924"/>
                <a:gd name="T20" fmla="*/ 2147483647 w 546"/>
                <a:gd name="T21" fmla="*/ 2147483647 h 924"/>
                <a:gd name="T22" fmla="*/ 2147483647 w 546"/>
                <a:gd name="T23" fmla="*/ 2147483647 h 924"/>
                <a:gd name="T24" fmla="*/ 2147483647 w 546"/>
                <a:gd name="T25" fmla="*/ 2147483647 h 924"/>
                <a:gd name="T26" fmla="*/ 2147483647 w 546"/>
                <a:gd name="T27" fmla="*/ 2147483647 h 924"/>
                <a:gd name="T28" fmla="*/ 2147483647 w 546"/>
                <a:gd name="T29" fmla="*/ 2147483647 h 924"/>
                <a:gd name="T30" fmla="*/ 2147483647 w 546"/>
                <a:gd name="T31" fmla="*/ 2147483647 h 924"/>
                <a:gd name="T32" fmla="*/ 2147483647 w 546"/>
                <a:gd name="T33" fmla="*/ 2147483647 h 924"/>
                <a:gd name="T34" fmla="*/ 2147483647 w 546"/>
                <a:gd name="T35" fmla="*/ 2147483647 h 924"/>
                <a:gd name="T36" fmla="*/ 2147483647 w 546"/>
                <a:gd name="T37" fmla="*/ 2147483647 h 924"/>
                <a:gd name="T38" fmla="*/ 2147483647 w 546"/>
                <a:gd name="T39" fmla="*/ 2147483647 h 924"/>
                <a:gd name="T40" fmla="*/ 2147483647 w 546"/>
                <a:gd name="T41" fmla="*/ 2147483647 h 924"/>
                <a:gd name="T42" fmla="*/ 2147483647 w 546"/>
                <a:gd name="T43" fmla="*/ 2147483647 h 924"/>
                <a:gd name="T44" fmla="*/ 2147483647 w 546"/>
                <a:gd name="T45" fmla="*/ 2147483647 h 924"/>
                <a:gd name="T46" fmla="*/ 2147483647 w 546"/>
                <a:gd name="T47" fmla="*/ 2147483647 h 924"/>
                <a:gd name="T48" fmla="*/ 2147483647 w 546"/>
                <a:gd name="T49" fmla="*/ 2147483647 h 924"/>
                <a:gd name="T50" fmla="*/ 2147483647 w 546"/>
                <a:gd name="T51" fmla="*/ 2147483647 h 924"/>
                <a:gd name="T52" fmla="*/ 2147483647 w 546"/>
                <a:gd name="T53" fmla="*/ 2147483647 h 924"/>
                <a:gd name="T54" fmla="*/ 2147483647 w 546"/>
                <a:gd name="T55" fmla="*/ 2147483647 h 924"/>
                <a:gd name="T56" fmla="*/ 2147483647 w 546"/>
                <a:gd name="T57" fmla="*/ 2147483647 h 924"/>
                <a:gd name="T58" fmla="*/ 2147483647 w 546"/>
                <a:gd name="T59" fmla="*/ 2147483647 h 924"/>
                <a:gd name="T60" fmla="*/ 2147483647 w 546"/>
                <a:gd name="T61" fmla="*/ 2147483647 h 924"/>
                <a:gd name="T62" fmla="*/ 2147483647 w 546"/>
                <a:gd name="T63" fmla="*/ 2147483647 h 924"/>
                <a:gd name="T64" fmla="*/ 2147483647 w 546"/>
                <a:gd name="T65" fmla="*/ 2147483647 h 924"/>
                <a:gd name="T66" fmla="*/ 2147483647 w 546"/>
                <a:gd name="T67" fmla="*/ 2147483647 h 924"/>
                <a:gd name="T68" fmla="*/ 2147483647 w 546"/>
                <a:gd name="T69" fmla="*/ 2147483647 h 924"/>
                <a:gd name="T70" fmla="*/ 2147483647 w 546"/>
                <a:gd name="T71" fmla="*/ 2147483647 h 924"/>
                <a:gd name="T72" fmla="*/ 2147483647 w 546"/>
                <a:gd name="T73" fmla="*/ 2147483647 h 924"/>
                <a:gd name="T74" fmla="*/ 2147483647 w 546"/>
                <a:gd name="T75" fmla="*/ 2147483647 h 924"/>
                <a:gd name="T76" fmla="*/ 2147483647 w 546"/>
                <a:gd name="T77" fmla="*/ 2147483647 h 924"/>
                <a:gd name="T78" fmla="*/ 2147483647 w 546"/>
                <a:gd name="T79" fmla="*/ 2147483647 h 924"/>
                <a:gd name="T80" fmla="*/ 2147483647 w 546"/>
                <a:gd name="T81" fmla="*/ 2147483647 h 924"/>
                <a:gd name="T82" fmla="*/ 2147483647 w 546"/>
                <a:gd name="T83" fmla="*/ 2147483647 h 924"/>
                <a:gd name="T84" fmla="*/ 2147483647 w 546"/>
                <a:gd name="T85" fmla="*/ 2147483647 h 924"/>
                <a:gd name="T86" fmla="*/ 2147483647 w 546"/>
                <a:gd name="T87" fmla="*/ 2147483647 h 924"/>
                <a:gd name="T88" fmla="*/ 2147483647 w 546"/>
                <a:gd name="T89" fmla="*/ 2147483647 h 924"/>
                <a:gd name="T90" fmla="*/ 2147483647 w 546"/>
                <a:gd name="T91" fmla="*/ 2147483647 h 924"/>
                <a:gd name="T92" fmla="*/ 2147483647 w 546"/>
                <a:gd name="T93" fmla="*/ 2147483647 h 924"/>
                <a:gd name="T94" fmla="*/ 2147483647 w 546"/>
                <a:gd name="T95" fmla="*/ 2147483647 h 924"/>
                <a:gd name="T96" fmla="*/ 2147483647 w 546"/>
                <a:gd name="T97" fmla="*/ 2147483647 h 924"/>
                <a:gd name="T98" fmla="*/ 2147483647 w 546"/>
                <a:gd name="T99" fmla="*/ 2147483647 h 924"/>
                <a:gd name="T100" fmla="*/ 2147483647 w 546"/>
                <a:gd name="T101" fmla="*/ 2147483647 h 924"/>
                <a:gd name="T102" fmla="*/ 2147483647 w 546"/>
                <a:gd name="T103" fmla="*/ 2147483647 h 924"/>
                <a:gd name="T104" fmla="*/ 2147483647 w 546"/>
                <a:gd name="T105" fmla="*/ 2147483647 h 924"/>
                <a:gd name="T106" fmla="*/ 2147483647 w 546"/>
                <a:gd name="T107" fmla="*/ 2147483647 h 924"/>
                <a:gd name="T108" fmla="*/ 2147483647 w 546"/>
                <a:gd name="T109" fmla="*/ 2147483647 h 924"/>
                <a:gd name="T110" fmla="*/ 2147483647 w 546"/>
                <a:gd name="T111" fmla="*/ 2147483647 h 92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6"/>
                <a:gd name="T169" fmla="*/ 0 h 924"/>
                <a:gd name="T170" fmla="*/ 546 w 546"/>
                <a:gd name="T171" fmla="*/ 924 h 92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6" h="924">
                  <a:moveTo>
                    <a:pt x="420" y="30"/>
                  </a:moveTo>
                  <a:lnTo>
                    <a:pt x="414" y="18"/>
                  </a:lnTo>
                  <a:lnTo>
                    <a:pt x="414" y="0"/>
                  </a:lnTo>
                  <a:lnTo>
                    <a:pt x="390" y="6"/>
                  </a:lnTo>
                  <a:lnTo>
                    <a:pt x="390" y="54"/>
                  </a:lnTo>
                  <a:lnTo>
                    <a:pt x="396" y="60"/>
                  </a:lnTo>
                  <a:lnTo>
                    <a:pt x="396" y="66"/>
                  </a:lnTo>
                  <a:lnTo>
                    <a:pt x="426" y="66"/>
                  </a:lnTo>
                  <a:lnTo>
                    <a:pt x="426" y="96"/>
                  </a:lnTo>
                  <a:lnTo>
                    <a:pt x="420" y="102"/>
                  </a:lnTo>
                  <a:lnTo>
                    <a:pt x="420" y="108"/>
                  </a:lnTo>
                  <a:lnTo>
                    <a:pt x="426" y="114"/>
                  </a:lnTo>
                  <a:lnTo>
                    <a:pt x="426" y="126"/>
                  </a:lnTo>
                  <a:lnTo>
                    <a:pt x="408" y="144"/>
                  </a:lnTo>
                  <a:lnTo>
                    <a:pt x="396" y="150"/>
                  </a:lnTo>
                  <a:lnTo>
                    <a:pt x="384" y="150"/>
                  </a:lnTo>
                  <a:lnTo>
                    <a:pt x="384" y="156"/>
                  </a:lnTo>
                  <a:lnTo>
                    <a:pt x="378" y="162"/>
                  </a:lnTo>
                  <a:lnTo>
                    <a:pt x="378" y="168"/>
                  </a:lnTo>
                  <a:lnTo>
                    <a:pt x="372" y="174"/>
                  </a:lnTo>
                  <a:lnTo>
                    <a:pt x="372" y="180"/>
                  </a:lnTo>
                  <a:lnTo>
                    <a:pt x="360" y="192"/>
                  </a:lnTo>
                  <a:lnTo>
                    <a:pt x="354" y="204"/>
                  </a:lnTo>
                  <a:lnTo>
                    <a:pt x="348" y="234"/>
                  </a:lnTo>
                  <a:lnTo>
                    <a:pt x="342" y="240"/>
                  </a:lnTo>
                  <a:lnTo>
                    <a:pt x="342" y="270"/>
                  </a:lnTo>
                  <a:lnTo>
                    <a:pt x="336" y="288"/>
                  </a:lnTo>
                  <a:lnTo>
                    <a:pt x="330" y="294"/>
                  </a:lnTo>
                  <a:lnTo>
                    <a:pt x="312" y="294"/>
                  </a:lnTo>
                  <a:lnTo>
                    <a:pt x="312" y="324"/>
                  </a:lnTo>
                  <a:lnTo>
                    <a:pt x="306" y="342"/>
                  </a:lnTo>
                  <a:lnTo>
                    <a:pt x="306" y="354"/>
                  </a:lnTo>
                  <a:lnTo>
                    <a:pt x="300" y="360"/>
                  </a:lnTo>
                  <a:lnTo>
                    <a:pt x="288" y="366"/>
                  </a:lnTo>
                  <a:lnTo>
                    <a:pt x="282" y="372"/>
                  </a:lnTo>
                  <a:lnTo>
                    <a:pt x="270" y="378"/>
                  </a:lnTo>
                  <a:lnTo>
                    <a:pt x="258" y="426"/>
                  </a:lnTo>
                  <a:lnTo>
                    <a:pt x="234" y="456"/>
                  </a:lnTo>
                  <a:lnTo>
                    <a:pt x="234" y="486"/>
                  </a:lnTo>
                  <a:lnTo>
                    <a:pt x="228" y="492"/>
                  </a:lnTo>
                  <a:lnTo>
                    <a:pt x="216" y="498"/>
                  </a:lnTo>
                  <a:lnTo>
                    <a:pt x="210" y="510"/>
                  </a:lnTo>
                  <a:lnTo>
                    <a:pt x="210" y="522"/>
                  </a:lnTo>
                  <a:lnTo>
                    <a:pt x="192" y="540"/>
                  </a:lnTo>
                  <a:lnTo>
                    <a:pt x="186" y="540"/>
                  </a:lnTo>
                  <a:lnTo>
                    <a:pt x="180" y="534"/>
                  </a:lnTo>
                  <a:lnTo>
                    <a:pt x="174" y="522"/>
                  </a:lnTo>
                  <a:lnTo>
                    <a:pt x="174" y="516"/>
                  </a:lnTo>
                  <a:lnTo>
                    <a:pt x="168" y="504"/>
                  </a:lnTo>
                  <a:lnTo>
                    <a:pt x="156" y="492"/>
                  </a:lnTo>
                  <a:lnTo>
                    <a:pt x="150" y="480"/>
                  </a:lnTo>
                  <a:lnTo>
                    <a:pt x="138" y="480"/>
                  </a:lnTo>
                  <a:lnTo>
                    <a:pt x="144" y="486"/>
                  </a:lnTo>
                  <a:lnTo>
                    <a:pt x="144" y="498"/>
                  </a:lnTo>
                  <a:lnTo>
                    <a:pt x="138" y="504"/>
                  </a:lnTo>
                  <a:lnTo>
                    <a:pt x="132" y="504"/>
                  </a:lnTo>
                  <a:lnTo>
                    <a:pt x="120" y="498"/>
                  </a:lnTo>
                  <a:lnTo>
                    <a:pt x="114" y="492"/>
                  </a:lnTo>
                  <a:lnTo>
                    <a:pt x="108" y="492"/>
                  </a:lnTo>
                  <a:lnTo>
                    <a:pt x="102" y="498"/>
                  </a:lnTo>
                  <a:lnTo>
                    <a:pt x="90" y="522"/>
                  </a:lnTo>
                  <a:lnTo>
                    <a:pt x="84" y="528"/>
                  </a:lnTo>
                  <a:lnTo>
                    <a:pt x="84" y="534"/>
                  </a:lnTo>
                  <a:lnTo>
                    <a:pt x="18" y="588"/>
                  </a:lnTo>
                  <a:lnTo>
                    <a:pt x="18" y="642"/>
                  </a:lnTo>
                  <a:lnTo>
                    <a:pt x="12" y="654"/>
                  </a:lnTo>
                  <a:lnTo>
                    <a:pt x="12" y="666"/>
                  </a:lnTo>
                  <a:lnTo>
                    <a:pt x="6" y="672"/>
                  </a:lnTo>
                  <a:lnTo>
                    <a:pt x="6" y="678"/>
                  </a:lnTo>
                  <a:lnTo>
                    <a:pt x="0" y="690"/>
                  </a:lnTo>
                  <a:lnTo>
                    <a:pt x="24" y="684"/>
                  </a:lnTo>
                  <a:lnTo>
                    <a:pt x="24" y="708"/>
                  </a:lnTo>
                  <a:lnTo>
                    <a:pt x="36" y="732"/>
                  </a:lnTo>
                  <a:lnTo>
                    <a:pt x="60" y="744"/>
                  </a:lnTo>
                  <a:lnTo>
                    <a:pt x="66" y="750"/>
                  </a:lnTo>
                  <a:lnTo>
                    <a:pt x="84" y="726"/>
                  </a:lnTo>
                  <a:lnTo>
                    <a:pt x="66" y="756"/>
                  </a:lnTo>
                  <a:lnTo>
                    <a:pt x="84" y="786"/>
                  </a:lnTo>
                  <a:lnTo>
                    <a:pt x="102" y="792"/>
                  </a:lnTo>
                  <a:lnTo>
                    <a:pt x="102" y="840"/>
                  </a:lnTo>
                  <a:lnTo>
                    <a:pt x="90" y="840"/>
                  </a:lnTo>
                  <a:lnTo>
                    <a:pt x="90" y="870"/>
                  </a:lnTo>
                  <a:lnTo>
                    <a:pt x="102" y="882"/>
                  </a:lnTo>
                  <a:lnTo>
                    <a:pt x="198" y="882"/>
                  </a:lnTo>
                  <a:lnTo>
                    <a:pt x="216" y="864"/>
                  </a:lnTo>
                  <a:lnTo>
                    <a:pt x="228" y="882"/>
                  </a:lnTo>
                  <a:lnTo>
                    <a:pt x="258" y="882"/>
                  </a:lnTo>
                  <a:lnTo>
                    <a:pt x="270" y="870"/>
                  </a:lnTo>
                  <a:lnTo>
                    <a:pt x="276" y="870"/>
                  </a:lnTo>
                  <a:lnTo>
                    <a:pt x="288" y="876"/>
                  </a:lnTo>
                  <a:lnTo>
                    <a:pt x="294" y="876"/>
                  </a:lnTo>
                  <a:lnTo>
                    <a:pt x="342" y="870"/>
                  </a:lnTo>
                  <a:lnTo>
                    <a:pt x="342" y="888"/>
                  </a:lnTo>
                  <a:lnTo>
                    <a:pt x="372" y="888"/>
                  </a:lnTo>
                  <a:lnTo>
                    <a:pt x="390" y="882"/>
                  </a:lnTo>
                  <a:lnTo>
                    <a:pt x="438" y="882"/>
                  </a:lnTo>
                  <a:lnTo>
                    <a:pt x="450" y="888"/>
                  </a:lnTo>
                  <a:lnTo>
                    <a:pt x="456" y="894"/>
                  </a:lnTo>
                  <a:lnTo>
                    <a:pt x="468" y="894"/>
                  </a:lnTo>
                  <a:lnTo>
                    <a:pt x="474" y="900"/>
                  </a:lnTo>
                  <a:lnTo>
                    <a:pt x="510" y="900"/>
                  </a:lnTo>
                  <a:lnTo>
                    <a:pt x="534" y="924"/>
                  </a:lnTo>
                  <a:lnTo>
                    <a:pt x="540" y="882"/>
                  </a:lnTo>
                  <a:lnTo>
                    <a:pt x="546" y="876"/>
                  </a:lnTo>
                  <a:lnTo>
                    <a:pt x="534" y="864"/>
                  </a:lnTo>
                  <a:lnTo>
                    <a:pt x="534" y="834"/>
                  </a:lnTo>
                  <a:lnTo>
                    <a:pt x="528" y="816"/>
                  </a:lnTo>
                  <a:lnTo>
                    <a:pt x="516" y="810"/>
                  </a:lnTo>
                  <a:lnTo>
                    <a:pt x="510" y="798"/>
                  </a:lnTo>
                  <a:lnTo>
                    <a:pt x="498" y="792"/>
                  </a:lnTo>
                  <a:lnTo>
                    <a:pt x="486" y="780"/>
                  </a:lnTo>
                  <a:lnTo>
                    <a:pt x="474" y="756"/>
                  </a:lnTo>
                  <a:lnTo>
                    <a:pt x="468" y="750"/>
                  </a:lnTo>
                  <a:lnTo>
                    <a:pt x="468" y="708"/>
                  </a:lnTo>
                  <a:lnTo>
                    <a:pt x="462" y="708"/>
                  </a:lnTo>
                  <a:lnTo>
                    <a:pt x="444" y="690"/>
                  </a:lnTo>
                  <a:lnTo>
                    <a:pt x="438" y="690"/>
                  </a:lnTo>
                  <a:lnTo>
                    <a:pt x="438" y="642"/>
                  </a:lnTo>
                  <a:lnTo>
                    <a:pt x="420" y="630"/>
                  </a:lnTo>
                  <a:lnTo>
                    <a:pt x="432" y="618"/>
                  </a:lnTo>
                  <a:lnTo>
                    <a:pt x="432" y="582"/>
                  </a:lnTo>
                  <a:lnTo>
                    <a:pt x="426" y="582"/>
                  </a:lnTo>
                  <a:lnTo>
                    <a:pt x="414" y="576"/>
                  </a:lnTo>
                  <a:lnTo>
                    <a:pt x="414" y="570"/>
                  </a:lnTo>
                  <a:lnTo>
                    <a:pt x="426" y="558"/>
                  </a:lnTo>
                  <a:lnTo>
                    <a:pt x="438" y="552"/>
                  </a:lnTo>
                  <a:lnTo>
                    <a:pt x="444" y="546"/>
                  </a:lnTo>
                  <a:lnTo>
                    <a:pt x="450" y="546"/>
                  </a:lnTo>
                  <a:lnTo>
                    <a:pt x="456" y="510"/>
                  </a:lnTo>
                  <a:lnTo>
                    <a:pt x="462" y="510"/>
                  </a:lnTo>
                  <a:lnTo>
                    <a:pt x="468" y="498"/>
                  </a:lnTo>
                  <a:lnTo>
                    <a:pt x="468" y="480"/>
                  </a:lnTo>
                  <a:lnTo>
                    <a:pt x="474" y="474"/>
                  </a:lnTo>
                  <a:lnTo>
                    <a:pt x="480" y="462"/>
                  </a:lnTo>
                  <a:lnTo>
                    <a:pt x="492" y="450"/>
                  </a:lnTo>
                  <a:lnTo>
                    <a:pt x="498" y="450"/>
                  </a:lnTo>
                  <a:lnTo>
                    <a:pt x="498" y="438"/>
                  </a:lnTo>
                  <a:lnTo>
                    <a:pt x="492" y="420"/>
                  </a:lnTo>
                  <a:lnTo>
                    <a:pt x="486" y="408"/>
                  </a:lnTo>
                  <a:lnTo>
                    <a:pt x="486" y="390"/>
                  </a:lnTo>
                  <a:lnTo>
                    <a:pt x="474" y="366"/>
                  </a:lnTo>
                  <a:lnTo>
                    <a:pt x="462" y="354"/>
                  </a:lnTo>
                  <a:lnTo>
                    <a:pt x="450" y="348"/>
                  </a:lnTo>
                  <a:lnTo>
                    <a:pt x="432" y="336"/>
                  </a:lnTo>
                  <a:lnTo>
                    <a:pt x="420" y="324"/>
                  </a:lnTo>
                  <a:lnTo>
                    <a:pt x="414" y="312"/>
                  </a:lnTo>
                  <a:lnTo>
                    <a:pt x="402" y="300"/>
                  </a:lnTo>
                  <a:lnTo>
                    <a:pt x="390" y="276"/>
                  </a:lnTo>
                  <a:lnTo>
                    <a:pt x="390" y="264"/>
                  </a:lnTo>
                  <a:lnTo>
                    <a:pt x="396" y="258"/>
                  </a:lnTo>
                  <a:lnTo>
                    <a:pt x="408" y="252"/>
                  </a:lnTo>
                  <a:lnTo>
                    <a:pt x="504" y="252"/>
                  </a:lnTo>
                  <a:lnTo>
                    <a:pt x="486" y="234"/>
                  </a:lnTo>
                  <a:lnTo>
                    <a:pt x="480" y="222"/>
                  </a:lnTo>
                  <a:lnTo>
                    <a:pt x="468" y="216"/>
                  </a:lnTo>
                  <a:lnTo>
                    <a:pt x="462" y="204"/>
                  </a:lnTo>
                  <a:lnTo>
                    <a:pt x="462" y="186"/>
                  </a:lnTo>
                  <a:lnTo>
                    <a:pt x="456" y="168"/>
                  </a:lnTo>
                  <a:lnTo>
                    <a:pt x="456" y="132"/>
                  </a:lnTo>
                  <a:lnTo>
                    <a:pt x="462" y="132"/>
                  </a:lnTo>
                  <a:lnTo>
                    <a:pt x="462" y="96"/>
                  </a:lnTo>
                  <a:lnTo>
                    <a:pt x="456" y="84"/>
                  </a:lnTo>
                  <a:lnTo>
                    <a:pt x="444" y="78"/>
                  </a:lnTo>
                  <a:lnTo>
                    <a:pt x="450" y="42"/>
                  </a:lnTo>
                  <a:lnTo>
                    <a:pt x="444" y="42"/>
                  </a:lnTo>
                  <a:lnTo>
                    <a:pt x="438" y="36"/>
                  </a:lnTo>
                  <a:lnTo>
                    <a:pt x="426" y="36"/>
                  </a:lnTo>
                  <a:lnTo>
                    <a:pt x="420" y="30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519" name="Cambodia" descr="© INSCALE GmbH, 05.05.2010&#10;http://www.presentationload.com/">
              <a:extLst>
                <a:ext uri="{FF2B5EF4-FFF2-40B4-BE49-F238E27FC236}">
                  <a16:creationId xmlns:a16="http://schemas.microsoft.com/office/drawing/2014/main" id="{2491FF53-1A3B-4749-8C4E-8FD5468F2999}"/>
                </a:ext>
              </a:extLst>
            </p:cNvPr>
            <p:cNvSpPr>
              <a:spLocks/>
            </p:cNvSpPr>
            <p:nvPr/>
          </p:nvSpPr>
          <p:spPr bwMode="gray">
            <a:xfrm>
              <a:off x="6125543" y="2616644"/>
              <a:ext cx="125364" cy="110461"/>
            </a:xfrm>
            <a:custGeom>
              <a:avLst/>
              <a:gdLst>
                <a:gd name="T0" fmla="*/ 2147483647 w 378"/>
                <a:gd name="T1" fmla="*/ 2147483647 h 336"/>
                <a:gd name="T2" fmla="*/ 2147483647 w 378"/>
                <a:gd name="T3" fmla="*/ 2147483647 h 336"/>
                <a:gd name="T4" fmla="*/ 2147483647 w 378"/>
                <a:gd name="T5" fmla="*/ 2147483647 h 336"/>
                <a:gd name="T6" fmla="*/ 2147483647 w 378"/>
                <a:gd name="T7" fmla="*/ 2147483647 h 336"/>
                <a:gd name="T8" fmla="*/ 2147483647 w 378"/>
                <a:gd name="T9" fmla="*/ 2147483647 h 336"/>
                <a:gd name="T10" fmla="*/ 2147483647 w 378"/>
                <a:gd name="T11" fmla="*/ 2147483647 h 336"/>
                <a:gd name="T12" fmla="*/ 2147483647 w 378"/>
                <a:gd name="T13" fmla="*/ 2147483647 h 336"/>
                <a:gd name="T14" fmla="*/ 2147483647 w 378"/>
                <a:gd name="T15" fmla="*/ 2147483647 h 336"/>
                <a:gd name="T16" fmla="*/ 2147483647 w 378"/>
                <a:gd name="T17" fmla="*/ 2147483647 h 336"/>
                <a:gd name="T18" fmla="*/ 2147483647 w 378"/>
                <a:gd name="T19" fmla="*/ 2147483647 h 336"/>
                <a:gd name="T20" fmla="*/ 2147483647 w 378"/>
                <a:gd name="T21" fmla="*/ 2147483647 h 336"/>
                <a:gd name="T22" fmla="*/ 2147483647 w 378"/>
                <a:gd name="T23" fmla="*/ 2147483647 h 336"/>
                <a:gd name="T24" fmla="*/ 2147483647 w 378"/>
                <a:gd name="T25" fmla="*/ 2147483647 h 336"/>
                <a:gd name="T26" fmla="*/ 2147483647 w 378"/>
                <a:gd name="T27" fmla="*/ 2147483647 h 336"/>
                <a:gd name="T28" fmla="*/ 0 w 378"/>
                <a:gd name="T29" fmla="*/ 2147483647 h 336"/>
                <a:gd name="T30" fmla="*/ 2147483647 w 378"/>
                <a:gd name="T31" fmla="*/ 2147483647 h 336"/>
                <a:gd name="T32" fmla="*/ 2147483647 w 378"/>
                <a:gd name="T33" fmla="*/ 2147483647 h 336"/>
                <a:gd name="T34" fmla="*/ 2147483647 w 378"/>
                <a:gd name="T35" fmla="*/ 2147483647 h 336"/>
                <a:gd name="T36" fmla="*/ 2147483647 w 378"/>
                <a:gd name="T37" fmla="*/ 2147483647 h 336"/>
                <a:gd name="T38" fmla="*/ 2147483647 w 378"/>
                <a:gd name="T39" fmla="*/ 2147483647 h 336"/>
                <a:gd name="T40" fmla="*/ 2147483647 w 378"/>
                <a:gd name="T41" fmla="*/ 2147483647 h 336"/>
                <a:gd name="T42" fmla="*/ 2147483647 w 378"/>
                <a:gd name="T43" fmla="*/ 2147483647 h 336"/>
                <a:gd name="T44" fmla="*/ 2147483647 w 378"/>
                <a:gd name="T45" fmla="*/ 2147483647 h 336"/>
                <a:gd name="T46" fmla="*/ 2147483647 w 378"/>
                <a:gd name="T47" fmla="*/ 2147483647 h 336"/>
                <a:gd name="T48" fmla="*/ 2147483647 w 378"/>
                <a:gd name="T49" fmla="*/ 2147483647 h 336"/>
                <a:gd name="T50" fmla="*/ 2147483647 w 378"/>
                <a:gd name="T51" fmla="*/ 2147483647 h 336"/>
                <a:gd name="T52" fmla="*/ 2147483647 w 378"/>
                <a:gd name="T53" fmla="*/ 2147483647 h 336"/>
                <a:gd name="T54" fmla="*/ 2147483647 w 378"/>
                <a:gd name="T55" fmla="*/ 2147483647 h 336"/>
                <a:gd name="T56" fmla="*/ 2147483647 w 378"/>
                <a:gd name="T57" fmla="*/ 2147483647 h 336"/>
                <a:gd name="T58" fmla="*/ 2147483647 w 378"/>
                <a:gd name="T59" fmla="*/ 2147483647 h 336"/>
                <a:gd name="T60" fmla="*/ 2147483647 w 378"/>
                <a:gd name="T61" fmla="*/ 2147483647 h 336"/>
                <a:gd name="T62" fmla="*/ 2147483647 w 378"/>
                <a:gd name="T63" fmla="*/ 2147483647 h 336"/>
                <a:gd name="T64" fmla="*/ 2147483647 w 378"/>
                <a:gd name="T65" fmla="*/ 2147483647 h 336"/>
                <a:gd name="T66" fmla="*/ 2147483647 w 378"/>
                <a:gd name="T67" fmla="*/ 2147483647 h 336"/>
                <a:gd name="T68" fmla="*/ 2147483647 w 378"/>
                <a:gd name="T69" fmla="*/ 2147483647 h 336"/>
                <a:gd name="T70" fmla="*/ 2147483647 w 378"/>
                <a:gd name="T71" fmla="*/ 2147483647 h 336"/>
                <a:gd name="T72" fmla="*/ 2147483647 w 378"/>
                <a:gd name="T73" fmla="*/ 2147483647 h 336"/>
                <a:gd name="T74" fmla="*/ 2147483647 w 378"/>
                <a:gd name="T75" fmla="*/ 2147483647 h 336"/>
                <a:gd name="T76" fmla="*/ 2147483647 w 378"/>
                <a:gd name="T77" fmla="*/ 2147483647 h 336"/>
                <a:gd name="T78" fmla="*/ 2147483647 w 378"/>
                <a:gd name="T79" fmla="*/ 2147483647 h 336"/>
                <a:gd name="T80" fmla="*/ 2147483647 w 378"/>
                <a:gd name="T81" fmla="*/ 2147483647 h 336"/>
                <a:gd name="T82" fmla="*/ 2147483647 w 378"/>
                <a:gd name="T83" fmla="*/ 2147483647 h 336"/>
                <a:gd name="T84" fmla="*/ 2147483647 w 378"/>
                <a:gd name="T85" fmla="*/ 2147483647 h 336"/>
                <a:gd name="T86" fmla="*/ 2147483647 w 378"/>
                <a:gd name="T87" fmla="*/ 2147483647 h 336"/>
                <a:gd name="T88" fmla="*/ 2147483647 w 378"/>
                <a:gd name="T89" fmla="*/ 2147483647 h 336"/>
                <a:gd name="T90" fmla="*/ 2147483647 w 378"/>
                <a:gd name="T91" fmla="*/ 2147483647 h 336"/>
                <a:gd name="T92" fmla="*/ 2147483647 w 378"/>
                <a:gd name="T93" fmla="*/ 2147483647 h 336"/>
                <a:gd name="T94" fmla="*/ 2147483647 w 378"/>
                <a:gd name="T95" fmla="*/ 0 h 3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378"/>
                <a:gd name="T145" fmla="*/ 0 h 336"/>
                <a:gd name="T146" fmla="*/ 378 w 378"/>
                <a:gd name="T147" fmla="*/ 336 h 3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378" h="336">
                  <a:moveTo>
                    <a:pt x="324" y="0"/>
                  </a:moveTo>
                  <a:lnTo>
                    <a:pt x="312" y="12"/>
                  </a:lnTo>
                  <a:lnTo>
                    <a:pt x="276" y="0"/>
                  </a:lnTo>
                  <a:lnTo>
                    <a:pt x="264" y="12"/>
                  </a:lnTo>
                  <a:lnTo>
                    <a:pt x="246" y="24"/>
                  </a:lnTo>
                  <a:lnTo>
                    <a:pt x="258" y="36"/>
                  </a:lnTo>
                  <a:lnTo>
                    <a:pt x="258" y="48"/>
                  </a:lnTo>
                  <a:lnTo>
                    <a:pt x="252" y="54"/>
                  </a:lnTo>
                  <a:lnTo>
                    <a:pt x="240" y="54"/>
                  </a:lnTo>
                  <a:lnTo>
                    <a:pt x="228" y="42"/>
                  </a:lnTo>
                  <a:lnTo>
                    <a:pt x="228" y="36"/>
                  </a:lnTo>
                  <a:lnTo>
                    <a:pt x="222" y="36"/>
                  </a:lnTo>
                  <a:lnTo>
                    <a:pt x="216" y="30"/>
                  </a:lnTo>
                  <a:lnTo>
                    <a:pt x="192" y="30"/>
                  </a:lnTo>
                  <a:lnTo>
                    <a:pt x="192" y="18"/>
                  </a:lnTo>
                  <a:lnTo>
                    <a:pt x="186" y="18"/>
                  </a:lnTo>
                  <a:lnTo>
                    <a:pt x="186" y="24"/>
                  </a:lnTo>
                  <a:lnTo>
                    <a:pt x="180" y="18"/>
                  </a:lnTo>
                  <a:lnTo>
                    <a:pt x="168" y="12"/>
                  </a:lnTo>
                  <a:lnTo>
                    <a:pt x="138" y="12"/>
                  </a:lnTo>
                  <a:lnTo>
                    <a:pt x="126" y="18"/>
                  </a:lnTo>
                  <a:lnTo>
                    <a:pt x="114" y="18"/>
                  </a:lnTo>
                  <a:lnTo>
                    <a:pt x="108" y="12"/>
                  </a:lnTo>
                  <a:lnTo>
                    <a:pt x="72" y="12"/>
                  </a:lnTo>
                  <a:lnTo>
                    <a:pt x="54" y="18"/>
                  </a:lnTo>
                  <a:lnTo>
                    <a:pt x="42" y="24"/>
                  </a:lnTo>
                  <a:lnTo>
                    <a:pt x="36" y="30"/>
                  </a:lnTo>
                  <a:lnTo>
                    <a:pt x="30" y="42"/>
                  </a:lnTo>
                  <a:lnTo>
                    <a:pt x="30" y="48"/>
                  </a:lnTo>
                  <a:lnTo>
                    <a:pt x="0" y="78"/>
                  </a:lnTo>
                  <a:lnTo>
                    <a:pt x="6" y="114"/>
                  </a:lnTo>
                  <a:lnTo>
                    <a:pt x="18" y="126"/>
                  </a:lnTo>
                  <a:lnTo>
                    <a:pt x="18" y="156"/>
                  </a:lnTo>
                  <a:lnTo>
                    <a:pt x="30" y="168"/>
                  </a:lnTo>
                  <a:lnTo>
                    <a:pt x="30" y="198"/>
                  </a:lnTo>
                  <a:lnTo>
                    <a:pt x="42" y="210"/>
                  </a:lnTo>
                  <a:lnTo>
                    <a:pt x="48" y="222"/>
                  </a:lnTo>
                  <a:lnTo>
                    <a:pt x="54" y="228"/>
                  </a:lnTo>
                  <a:lnTo>
                    <a:pt x="54" y="234"/>
                  </a:lnTo>
                  <a:lnTo>
                    <a:pt x="42" y="246"/>
                  </a:lnTo>
                  <a:lnTo>
                    <a:pt x="54" y="270"/>
                  </a:lnTo>
                  <a:lnTo>
                    <a:pt x="60" y="276"/>
                  </a:lnTo>
                  <a:lnTo>
                    <a:pt x="72" y="282"/>
                  </a:lnTo>
                  <a:lnTo>
                    <a:pt x="78" y="282"/>
                  </a:lnTo>
                  <a:lnTo>
                    <a:pt x="90" y="270"/>
                  </a:lnTo>
                  <a:lnTo>
                    <a:pt x="90" y="264"/>
                  </a:lnTo>
                  <a:lnTo>
                    <a:pt x="90" y="288"/>
                  </a:lnTo>
                  <a:lnTo>
                    <a:pt x="96" y="300"/>
                  </a:lnTo>
                  <a:lnTo>
                    <a:pt x="102" y="306"/>
                  </a:lnTo>
                  <a:lnTo>
                    <a:pt x="114" y="306"/>
                  </a:lnTo>
                  <a:lnTo>
                    <a:pt x="120" y="300"/>
                  </a:lnTo>
                  <a:lnTo>
                    <a:pt x="132" y="300"/>
                  </a:lnTo>
                  <a:lnTo>
                    <a:pt x="138" y="306"/>
                  </a:lnTo>
                  <a:lnTo>
                    <a:pt x="138" y="312"/>
                  </a:lnTo>
                  <a:lnTo>
                    <a:pt x="150" y="336"/>
                  </a:lnTo>
                  <a:lnTo>
                    <a:pt x="168" y="336"/>
                  </a:lnTo>
                  <a:lnTo>
                    <a:pt x="180" y="324"/>
                  </a:lnTo>
                  <a:lnTo>
                    <a:pt x="192" y="318"/>
                  </a:lnTo>
                  <a:lnTo>
                    <a:pt x="210" y="318"/>
                  </a:lnTo>
                  <a:lnTo>
                    <a:pt x="222" y="312"/>
                  </a:lnTo>
                  <a:lnTo>
                    <a:pt x="222" y="306"/>
                  </a:lnTo>
                  <a:lnTo>
                    <a:pt x="216" y="300"/>
                  </a:lnTo>
                  <a:lnTo>
                    <a:pt x="210" y="300"/>
                  </a:lnTo>
                  <a:lnTo>
                    <a:pt x="204" y="294"/>
                  </a:lnTo>
                  <a:lnTo>
                    <a:pt x="240" y="294"/>
                  </a:lnTo>
                  <a:lnTo>
                    <a:pt x="240" y="288"/>
                  </a:lnTo>
                  <a:lnTo>
                    <a:pt x="246" y="282"/>
                  </a:lnTo>
                  <a:lnTo>
                    <a:pt x="258" y="282"/>
                  </a:lnTo>
                  <a:lnTo>
                    <a:pt x="270" y="288"/>
                  </a:lnTo>
                  <a:lnTo>
                    <a:pt x="276" y="294"/>
                  </a:lnTo>
                  <a:lnTo>
                    <a:pt x="288" y="300"/>
                  </a:lnTo>
                  <a:lnTo>
                    <a:pt x="294" y="306"/>
                  </a:lnTo>
                  <a:lnTo>
                    <a:pt x="294" y="294"/>
                  </a:lnTo>
                  <a:lnTo>
                    <a:pt x="276" y="276"/>
                  </a:lnTo>
                  <a:lnTo>
                    <a:pt x="264" y="252"/>
                  </a:lnTo>
                  <a:lnTo>
                    <a:pt x="264" y="228"/>
                  </a:lnTo>
                  <a:lnTo>
                    <a:pt x="306" y="228"/>
                  </a:lnTo>
                  <a:lnTo>
                    <a:pt x="306" y="204"/>
                  </a:lnTo>
                  <a:lnTo>
                    <a:pt x="336" y="204"/>
                  </a:lnTo>
                  <a:lnTo>
                    <a:pt x="336" y="186"/>
                  </a:lnTo>
                  <a:lnTo>
                    <a:pt x="342" y="180"/>
                  </a:lnTo>
                  <a:lnTo>
                    <a:pt x="360" y="180"/>
                  </a:lnTo>
                  <a:lnTo>
                    <a:pt x="372" y="186"/>
                  </a:lnTo>
                  <a:lnTo>
                    <a:pt x="372" y="156"/>
                  </a:lnTo>
                  <a:lnTo>
                    <a:pt x="366" y="150"/>
                  </a:lnTo>
                  <a:lnTo>
                    <a:pt x="366" y="120"/>
                  </a:lnTo>
                  <a:lnTo>
                    <a:pt x="360" y="114"/>
                  </a:lnTo>
                  <a:lnTo>
                    <a:pt x="360" y="102"/>
                  </a:lnTo>
                  <a:lnTo>
                    <a:pt x="366" y="102"/>
                  </a:lnTo>
                  <a:lnTo>
                    <a:pt x="378" y="90"/>
                  </a:lnTo>
                  <a:lnTo>
                    <a:pt x="378" y="84"/>
                  </a:lnTo>
                  <a:lnTo>
                    <a:pt x="366" y="60"/>
                  </a:lnTo>
                  <a:lnTo>
                    <a:pt x="354" y="48"/>
                  </a:lnTo>
                  <a:lnTo>
                    <a:pt x="348" y="48"/>
                  </a:lnTo>
                  <a:lnTo>
                    <a:pt x="348" y="6"/>
                  </a:lnTo>
                  <a:lnTo>
                    <a:pt x="324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520" name="Brazil" descr="© INSCALE GmbH, 05.05.2010&#10;http://www.presentationload.com/">
              <a:extLst>
                <a:ext uri="{FF2B5EF4-FFF2-40B4-BE49-F238E27FC236}">
                  <a16:creationId xmlns:a16="http://schemas.microsoft.com/office/drawing/2014/main" id="{5BD69B7B-12EF-4F78-B424-C1715C865D10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996269" y="2861971"/>
              <a:ext cx="920201" cy="1033963"/>
            </a:xfrm>
            <a:custGeom>
              <a:avLst/>
              <a:gdLst>
                <a:gd name="T0" fmla="*/ 2147483647 w 2784"/>
                <a:gd name="T1" fmla="*/ 2147483647 h 3150"/>
                <a:gd name="T2" fmla="*/ 2147483647 w 2784"/>
                <a:gd name="T3" fmla="*/ 2147483647 h 3150"/>
                <a:gd name="T4" fmla="*/ 2147483647 w 2784"/>
                <a:gd name="T5" fmla="*/ 2147483647 h 3150"/>
                <a:gd name="T6" fmla="*/ 2147483647 w 2784"/>
                <a:gd name="T7" fmla="*/ 2147483647 h 3150"/>
                <a:gd name="T8" fmla="*/ 2147483647 w 2784"/>
                <a:gd name="T9" fmla="*/ 2147483647 h 3150"/>
                <a:gd name="T10" fmla="*/ 2147483647 w 2784"/>
                <a:gd name="T11" fmla="*/ 2147483647 h 3150"/>
                <a:gd name="T12" fmla="*/ 2147483647 w 2784"/>
                <a:gd name="T13" fmla="*/ 2147483647 h 3150"/>
                <a:gd name="T14" fmla="*/ 2147483647 w 2784"/>
                <a:gd name="T15" fmla="*/ 2147483647 h 3150"/>
                <a:gd name="T16" fmla="*/ 2147483647 w 2784"/>
                <a:gd name="T17" fmla="*/ 2147483647 h 3150"/>
                <a:gd name="T18" fmla="*/ 2147483647 w 2784"/>
                <a:gd name="T19" fmla="*/ 2147483647 h 3150"/>
                <a:gd name="T20" fmla="*/ 2147483647 w 2784"/>
                <a:gd name="T21" fmla="*/ 2147483647 h 3150"/>
                <a:gd name="T22" fmla="*/ 2147483647 w 2784"/>
                <a:gd name="T23" fmla="*/ 2147483647 h 3150"/>
                <a:gd name="T24" fmla="*/ 2147483647 w 2784"/>
                <a:gd name="T25" fmla="*/ 2147483647 h 3150"/>
                <a:gd name="T26" fmla="*/ 2147483647 w 2784"/>
                <a:gd name="T27" fmla="*/ 2147483647 h 3150"/>
                <a:gd name="T28" fmla="*/ 2147483647 w 2784"/>
                <a:gd name="T29" fmla="*/ 2147483647 h 3150"/>
                <a:gd name="T30" fmla="*/ 2147483647 w 2784"/>
                <a:gd name="T31" fmla="*/ 2147483647 h 3150"/>
                <a:gd name="T32" fmla="*/ 2147483647 w 2784"/>
                <a:gd name="T33" fmla="*/ 2147483647 h 3150"/>
                <a:gd name="T34" fmla="*/ 2147483647 w 2784"/>
                <a:gd name="T35" fmla="*/ 2147483647 h 3150"/>
                <a:gd name="T36" fmla="*/ 2147483647 w 2784"/>
                <a:gd name="T37" fmla="*/ 2147483647 h 3150"/>
                <a:gd name="T38" fmla="*/ 2147483647 w 2784"/>
                <a:gd name="T39" fmla="*/ 2147483647 h 3150"/>
                <a:gd name="T40" fmla="*/ 2147483647 w 2784"/>
                <a:gd name="T41" fmla="*/ 2147483647 h 3150"/>
                <a:gd name="T42" fmla="*/ 2147483647 w 2784"/>
                <a:gd name="T43" fmla="*/ 2147483647 h 3150"/>
                <a:gd name="T44" fmla="*/ 2147483647 w 2784"/>
                <a:gd name="T45" fmla="*/ 2147483647 h 3150"/>
                <a:gd name="T46" fmla="*/ 2147483647 w 2784"/>
                <a:gd name="T47" fmla="*/ 2147483647 h 3150"/>
                <a:gd name="T48" fmla="*/ 2147483647 w 2784"/>
                <a:gd name="T49" fmla="*/ 2147483647 h 3150"/>
                <a:gd name="T50" fmla="*/ 2147483647 w 2784"/>
                <a:gd name="T51" fmla="*/ 2147483647 h 3150"/>
                <a:gd name="T52" fmla="*/ 2147483647 w 2784"/>
                <a:gd name="T53" fmla="*/ 2147483647 h 3150"/>
                <a:gd name="T54" fmla="*/ 2147483647 w 2784"/>
                <a:gd name="T55" fmla="*/ 2147483647 h 3150"/>
                <a:gd name="T56" fmla="*/ 2147483647 w 2784"/>
                <a:gd name="T57" fmla="*/ 2147483647 h 3150"/>
                <a:gd name="T58" fmla="*/ 2147483647 w 2784"/>
                <a:gd name="T59" fmla="*/ 2147483647 h 3150"/>
                <a:gd name="T60" fmla="*/ 2147483647 w 2784"/>
                <a:gd name="T61" fmla="*/ 2147483647 h 3150"/>
                <a:gd name="T62" fmla="*/ 2147483647 w 2784"/>
                <a:gd name="T63" fmla="*/ 2147483647 h 3150"/>
                <a:gd name="T64" fmla="*/ 2147483647 w 2784"/>
                <a:gd name="T65" fmla="*/ 2147483647 h 3150"/>
                <a:gd name="T66" fmla="*/ 2147483647 w 2784"/>
                <a:gd name="T67" fmla="*/ 2147483647 h 3150"/>
                <a:gd name="T68" fmla="*/ 2147483647 w 2784"/>
                <a:gd name="T69" fmla="*/ 2147483647 h 3150"/>
                <a:gd name="T70" fmla="*/ 2147483647 w 2784"/>
                <a:gd name="T71" fmla="*/ 2147483647 h 3150"/>
                <a:gd name="T72" fmla="*/ 2147483647 w 2784"/>
                <a:gd name="T73" fmla="*/ 2147483647 h 3150"/>
                <a:gd name="T74" fmla="*/ 2147483647 w 2784"/>
                <a:gd name="T75" fmla="*/ 2147483647 h 3150"/>
                <a:gd name="T76" fmla="*/ 2147483647 w 2784"/>
                <a:gd name="T77" fmla="*/ 2147483647 h 3150"/>
                <a:gd name="T78" fmla="*/ 2147483647 w 2784"/>
                <a:gd name="T79" fmla="*/ 2147483647 h 3150"/>
                <a:gd name="T80" fmla="*/ 2147483647 w 2784"/>
                <a:gd name="T81" fmla="*/ 2147483647 h 3150"/>
                <a:gd name="T82" fmla="*/ 2147483647 w 2784"/>
                <a:gd name="T83" fmla="*/ 2147483647 h 3150"/>
                <a:gd name="T84" fmla="*/ 2147483647 w 2784"/>
                <a:gd name="T85" fmla="*/ 2147483647 h 3150"/>
                <a:gd name="T86" fmla="*/ 2147483647 w 2784"/>
                <a:gd name="T87" fmla="*/ 2147483647 h 3150"/>
                <a:gd name="T88" fmla="*/ 2147483647 w 2784"/>
                <a:gd name="T89" fmla="*/ 2147483647 h 3150"/>
                <a:gd name="T90" fmla="*/ 2147483647 w 2784"/>
                <a:gd name="T91" fmla="*/ 2147483647 h 3150"/>
                <a:gd name="T92" fmla="*/ 2147483647 w 2784"/>
                <a:gd name="T93" fmla="*/ 2147483647 h 3150"/>
                <a:gd name="T94" fmla="*/ 2147483647 w 2784"/>
                <a:gd name="T95" fmla="*/ 2147483647 h 3150"/>
                <a:gd name="T96" fmla="*/ 2147483647 w 2784"/>
                <a:gd name="T97" fmla="*/ 2147483647 h 3150"/>
                <a:gd name="T98" fmla="*/ 2147483647 w 2784"/>
                <a:gd name="T99" fmla="*/ 2147483647 h 3150"/>
                <a:gd name="T100" fmla="*/ 2147483647 w 2784"/>
                <a:gd name="T101" fmla="*/ 2147483647 h 3150"/>
                <a:gd name="T102" fmla="*/ 2147483647 w 2784"/>
                <a:gd name="T103" fmla="*/ 2147483647 h 3150"/>
                <a:gd name="T104" fmla="*/ 2147483647 w 2784"/>
                <a:gd name="T105" fmla="*/ 2147483647 h 3150"/>
                <a:gd name="T106" fmla="*/ 2147483647 w 2784"/>
                <a:gd name="T107" fmla="*/ 2147483647 h 3150"/>
                <a:gd name="T108" fmla="*/ 2147483647 w 2784"/>
                <a:gd name="T109" fmla="*/ 2147483647 h 3150"/>
                <a:gd name="T110" fmla="*/ 2147483647 w 2784"/>
                <a:gd name="T111" fmla="*/ 2147483647 h 3150"/>
                <a:gd name="T112" fmla="*/ 2147483647 w 2784"/>
                <a:gd name="T113" fmla="*/ 2147483647 h 3150"/>
                <a:gd name="T114" fmla="*/ 2147483647 w 2784"/>
                <a:gd name="T115" fmla="*/ 2147483647 h 3150"/>
                <a:gd name="T116" fmla="*/ 2147483647 w 2784"/>
                <a:gd name="T117" fmla="*/ 2147483647 h 3150"/>
                <a:gd name="T118" fmla="*/ 2147483647 w 2784"/>
                <a:gd name="T119" fmla="*/ 2147483647 h 315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784"/>
                <a:gd name="T181" fmla="*/ 0 h 3150"/>
                <a:gd name="T182" fmla="*/ 2784 w 2784"/>
                <a:gd name="T183" fmla="*/ 3150 h 315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784" h="3150">
                  <a:moveTo>
                    <a:pt x="1716" y="450"/>
                  </a:moveTo>
                  <a:lnTo>
                    <a:pt x="1710" y="450"/>
                  </a:lnTo>
                  <a:lnTo>
                    <a:pt x="1698" y="444"/>
                  </a:lnTo>
                  <a:lnTo>
                    <a:pt x="1680" y="444"/>
                  </a:lnTo>
                  <a:lnTo>
                    <a:pt x="1662" y="438"/>
                  </a:lnTo>
                  <a:lnTo>
                    <a:pt x="1650" y="438"/>
                  </a:lnTo>
                  <a:lnTo>
                    <a:pt x="1644" y="444"/>
                  </a:lnTo>
                  <a:lnTo>
                    <a:pt x="1644" y="450"/>
                  </a:lnTo>
                  <a:lnTo>
                    <a:pt x="1650" y="462"/>
                  </a:lnTo>
                  <a:lnTo>
                    <a:pt x="1650" y="468"/>
                  </a:lnTo>
                  <a:lnTo>
                    <a:pt x="1656" y="480"/>
                  </a:lnTo>
                  <a:lnTo>
                    <a:pt x="1638" y="480"/>
                  </a:lnTo>
                  <a:lnTo>
                    <a:pt x="1638" y="504"/>
                  </a:lnTo>
                  <a:lnTo>
                    <a:pt x="1656" y="516"/>
                  </a:lnTo>
                  <a:lnTo>
                    <a:pt x="1644" y="528"/>
                  </a:lnTo>
                  <a:lnTo>
                    <a:pt x="1644" y="540"/>
                  </a:lnTo>
                  <a:lnTo>
                    <a:pt x="1656" y="564"/>
                  </a:lnTo>
                  <a:lnTo>
                    <a:pt x="1668" y="570"/>
                  </a:lnTo>
                  <a:lnTo>
                    <a:pt x="1674" y="576"/>
                  </a:lnTo>
                  <a:lnTo>
                    <a:pt x="1686" y="576"/>
                  </a:lnTo>
                  <a:lnTo>
                    <a:pt x="1698" y="570"/>
                  </a:lnTo>
                  <a:lnTo>
                    <a:pt x="1710" y="570"/>
                  </a:lnTo>
                  <a:lnTo>
                    <a:pt x="1716" y="564"/>
                  </a:lnTo>
                  <a:lnTo>
                    <a:pt x="1716" y="558"/>
                  </a:lnTo>
                  <a:lnTo>
                    <a:pt x="1728" y="558"/>
                  </a:lnTo>
                  <a:lnTo>
                    <a:pt x="1740" y="552"/>
                  </a:lnTo>
                  <a:lnTo>
                    <a:pt x="1758" y="552"/>
                  </a:lnTo>
                  <a:lnTo>
                    <a:pt x="1770" y="546"/>
                  </a:lnTo>
                  <a:lnTo>
                    <a:pt x="1776" y="534"/>
                  </a:lnTo>
                  <a:lnTo>
                    <a:pt x="1788" y="492"/>
                  </a:lnTo>
                  <a:lnTo>
                    <a:pt x="1794" y="480"/>
                  </a:lnTo>
                  <a:lnTo>
                    <a:pt x="1794" y="474"/>
                  </a:lnTo>
                  <a:lnTo>
                    <a:pt x="1800" y="462"/>
                  </a:lnTo>
                  <a:lnTo>
                    <a:pt x="1800" y="444"/>
                  </a:lnTo>
                  <a:lnTo>
                    <a:pt x="1794" y="438"/>
                  </a:lnTo>
                  <a:lnTo>
                    <a:pt x="1752" y="438"/>
                  </a:lnTo>
                  <a:lnTo>
                    <a:pt x="1740" y="444"/>
                  </a:lnTo>
                  <a:lnTo>
                    <a:pt x="1734" y="444"/>
                  </a:lnTo>
                  <a:lnTo>
                    <a:pt x="1722" y="450"/>
                  </a:lnTo>
                  <a:lnTo>
                    <a:pt x="1716" y="450"/>
                  </a:lnTo>
                  <a:close/>
                  <a:moveTo>
                    <a:pt x="1716" y="438"/>
                  </a:moveTo>
                  <a:lnTo>
                    <a:pt x="1740" y="432"/>
                  </a:lnTo>
                  <a:lnTo>
                    <a:pt x="1722" y="414"/>
                  </a:lnTo>
                  <a:lnTo>
                    <a:pt x="1698" y="438"/>
                  </a:lnTo>
                  <a:lnTo>
                    <a:pt x="1716" y="438"/>
                  </a:lnTo>
                  <a:close/>
                  <a:moveTo>
                    <a:pt x="1686" y="408"/>
                  </a:moveTo>
                  <a:lnTo>
                    <a:pt x="1662" y="408"/>
                  </a:lnTo>
                  <a:lnTo>
                    <a:pt x="1662" y="426"/>
                  </a:lnTo>
                  <a:lnTo>
                    <a:pt x="1698" y="426"/>
                  </a:lnTo>
                  <a:lnTo>
                    <a:pt x="1716" y="402"/>
                  </a:lnTo>
                  <a:lnTo>
                    <a:pt x="1698" y="384"/>
                  </a:lnTo>
                  <a:lnTo>
                    <a:pt x="1686" y="408"/>
                  </a:lnTo>
                  <a:close/>
                  <a:moveTo>
                    <a:pt x="1572" y="492"/>
                  </a:moveTo>
                  <a:lnTo>
                    <a:pt x="1572" y="510"/>
                  </a:lnTo>
                  <a:lnTo>
                    <a:pt x="1554" y="546"/>
                  </a:lnTo>
                  <a:lnTo>
                    <a:pt x="1584" y="528"/>
                  </a:lnTo>
                  <a:lnTo>
                    <a:pt x="1590" y="516"/>
                  </a:lnTo>
                  <a:lnTo>
                    <a:pt x="1596" y="510"/>
                  </a:lnTo>
                  <a:lnTo>
                    <a:pt x="1608" y="486"/>
                  </a:lnTo>
                  <a:lnTo>
                    <a:pt x="1608" y="480"/>
                  </a:lnTo>
                  <a:lnTo>
                    <a:pt x="1602" y="474"/>
                  </a:lnTo>
                  <a:lnTo>
                    <a:pt x="1596" y="474"/>
                  </a:lnTo>
                  <a:lnTo>
                    <a:pt x="1584" y="480"/>
                  </a:lnTo>
                  <a:lnTo>
                    <a:pt x="1572" y="492"/>
                  </a:lnTo>
                  <a:close/>
                  <a:moveTo>
                    <a:pt x="1632" y="426"/>
                  </a:moveTo>
                  <a:lnTo>
                    <a:pt x="1608" y="450"/>
                  </a:lnTo>
                  <a:lnTo>
                    <a:pt x="1626" y="456"/>
                  </a:lnTo>
                  <a:lnTo>
                    <a:pt x="1644" y="432"/>
                  </a:lnTo>
                  <a:lnTo>
                    <a:pt x="1632" y="426"/>
                  </a:lnTo>
                  <a:close/>
                  <a:moveTo>
                    <a:pt x="2778" y="1002"/>
                  </a:moveTo>
                  <a:lnTo>
                    <a:pt x="2778" y="984"/>
                  </a:lnTo>
                  <a:lnTo>
                    <a:pt x="2772" y="972"/>
                  </a:lnTo>
                  <a:lnTo>
                    <a:pt x="2760" y="954"/>
                  </a:lnTo>
                  <a:lnTo>
                    <a:pt x="2754" y="936"/>
                  </a:lnTo>
                  <a:lnTo>
                    <a:pt x="2754" y="870"/>
                  </a:lnTo>
                  <a:lnTo>
                    <a:pt x="2724" y="840"/>
                  </a:lnTo>
                  <a:lnTo>
                    <a:pt x="2694" y="834"/>
                  </a:lnTo>
                  <a:lnTo>
                    <a:pt x="2646" y="840"/>
                  </a:lnTo>
                  <a:lnTo>
                    <a:pt x="2628" y="822"/>
                  </a:lnTo>
                  <a:lnTo>
                    <a:pt x="2610" y="822"/>
                  </a:lnTo>
                  <a:lnTo>
                    <a:pt x="2592" y="798"/>
                  </a:lnTo>
                  <a:lnTo>
                    <a:pt x="2568" y="798"/>
                  </a:lnTo>
                  <a:lnTo>
                    <a:pt x="2538" y="768"/>
                  </a:lnTo>
                  <a:lnTo>
                    <a:pt x="2526" y="750"/>
                  </a:lnTo>
                  <a:lnTo>
                    <a:pt x="2490" y="714"/>
                  </a:lnTo>
                  <a:lnTo>
                    <a:pt x="2418" y="666"/>
                  </a:lnTo>
                  <a:lnTo>
                    <a:pt x="2394" y="660"/>
                  </a:lnTo>
                  <a:lnTo>
                    <a:pt x="2316" y="660"/>
                  </a:lnTo>
                  <a:lnTo>
                    <a:pt x="2316" y="672"/>
                  </a:lnTo>
                  <a:lnTo>
                    <a:pt x="2310" y="672"/>
                  </a:lnTo>
                  <a:lnTo>
                    <a:pt x="2298" y="660"/>
                  </a:lnTo>
                  <a:lnTo>
                    <a:pt x="2286" y="654"/>
                  </a:lnTo>
                  <a:lnTo>
                    <a:pt x="2274" y="654"/>
                  </a:lnTo>
                  <a:lnTo>
                    <a:pt x="2262" y="648"/>
                  </a:lnTo>
                  <a:lnTo>
                    <a:pt x="2232" y="648"/>
                  </a:lnTo>
                  <a:lnTo>
                    <a:pt x="2226" y="642"/>
                  </a:lnTo>
                  <a:lnTo>
                    <a:pt x="2214" y="636"/>
                  </a:lnTo>
                  <a:lnTo>
                    <a:pt x="2196" y="630"/>
                  </a:lnTo>
                  <a:lnTo>
                    <a:pt x="2184" y="624"/>
                  </a:lnTo>
                  <a:lnTo>
                    <a:pt x="2166" y="618"/>
                  </a:lnTo>
                  <a:lnTo>
                    <a:pt x="2154" y="618"/>
                  </a:lnTo>
                  <a:lnTo>
                    <a:pt x="2142" y="624"/>
                  </a:lnTo>
                  <a:lnTo>
                    <a:pt x="2112" y="654"/>
                  </a:lnTo>
                  <a:lnTo>
                    <a:pt x="2106" y="666"/>
                  </a:lnTo>
                  <a:lnTo>
                    <a:pt x="2088" y="642"/>
                  </a:lnTo>
                  <a:lnTo>
                    <a:pt x="2088" y="678"/>
                  </a:lnTo>
                  <a:lnTo>
                    <a:pt x="2058" y="702"/>
                  </a:lnTo>
                  <a:lnTo>
                    <a:pt x="2076" y="636"/>
                  </a:lnTo>
                  <a:lnTo>
                    <a:pt x="2082" y="636"/>
                  </a:lnTo>
                  <a:lnTo>
                    <a:pt x="2094" y="624"/>
                  </a:lnTo>
                  <a:lnTo>
                    <a:pt x="2094" y="606"/>
                  </a:lnTo>
                  <a:lnTo>
                    <a:pt x="2088" y="600"/>
                  </a:lnTo>
                  <a:lnTo>
                    <a:pt x="2082" y="600"/>
                  </a:lnTo>
                  <a:lnTo>
                    <a:pt x="2064" y="618"/>
                  </a:lnTo>
                  <a:lnTo>
                    <a:pt x="2076" y="582"/>
                  </a:lnTo>
                  <a:lnTo>
                    <a:pt x="2070" y="582"/>
                  </a:lnTo>
                  <a:lnTo>
                    <a:pt x="2064" y="576"/>
                  </a:lnTo>
                  <a:lnTo>
                    <a:pt x="2064" y="570"/>
                  </a:lnTo>
                  <a:lnTo>
                    <a:pt x="2040" y="546"/>
                  </a:lnTo>
                  <a:lnTo>
                    <a:pt x="2034" y="546"/>
                  </a:lnTo>
                  <a:lnTo>
                    <a:pt x="2022" y="564"/>
                  </a:lnTo>
                  <a:lnTo>
                    <a:pt x="2016" y="552"/>
                  </a:lnTo>
                  <a:lnTo>
                    <a:pt x="2004" y="546"/>
                  </a:lnTo>
                  <a:lnTo>
                    <a:pt x="1998" y="534"/>
                  </a:lnTo>
                  <a:lnTo>
                    <a:pt x="1986" y="528"/>
                  </a:lnTo>
                  <a:lnTo>
                    <a:pt x="1980" y="522"/>
                  </a:lnTo>
                  <a:lnTo>
                    <a:pt x="1968" y="516"/>
                  </a:lnTo>
                  <a:lnTo>
                    <a:pt x="1944" y="516"/>
                  </a:lnTo>
                  <a:lnTo>
                    <a:pt x="1932" y="510"/>
                  </a:lnTo>
                  <a:lnTo>
                    <a:pt x="1926" y="510"/>
                  </a:lnTo>
                  <a:lnTo>
                    <a:pt x="1914" y="498"/>
                  </a:lnTo>
                  <a:lnTo>
                    <a:pt x="1902" y="492"/>
                  </a:lnTo>
                  <a:lnTo>
                    <a:pt x="1896" y="480"/>
                  </a:lnTo>
                  <a:lnTo>
                    <a:pt x="1884" y="474"/>
                  </a:lnTo>
                  <a:lnTo>
                    <a:pt x="1878" y="486"/>
                  </a:lnTo>
                  <a:lnTo>
                    <a:pt x="1824" y="486"/>
                  </a:lnTo>
                  <a:lnTo>
                    <a:pt x="1812" y="498"/>
                  </a:lnTo>
                  <a:lnTo>
                    <a:pt x="1806" y="510"/>
                  </a:lnTo>
                  <a:lnTo>
                    <a:pt x="1806" y="522"/>
                  </a:lnTo>
                  <a:lnTo>
                    <a:pt x="1800" y="528"/>
                  </a:lnTo>
                  <a:lnTo>
                    <a:pt x="1800" y="534"/>
                  </a:lnTo>
                  <a:lnTo>
                    <a:pt x="1812" y="552"/>
                  </a:lnTo>
                  <a:lnTo>
                    <a:pt x="1776" y="552"/>
                  </a:lnTo>
                  <a:lnTo>
                    <a:pt x="1770" y="564"/>
                  </a:lnTo>
                  <a:lnTo>
                    <a:pt x="1758" y="576"/>
                  </a:lnTo>
                  <a:lnTo>
                    <a:pt x="1752" y="588"/>
                  </a:lnTo>
                  <a:lnTo>
                    <a:pt x="1752" y="594"/>
                  </a:lnTo>
                  <a:lnTo>
                    <a:pt x="1746" y="600"/>
                  </a:lnTo>
                  <a:lnTo>
                    <a:pt x="1746" y="612"/>
                  </a:lnTo>
                  <a:lnTo>
                    <a:pt x="1740" y="624"/>
                  </a:lnTo>
                  <a:lnTo>
                    <a:pt x="1728" y="636"/>
                  </a:lnTo>
                  <a:lnTo>
                    <a:pt x="1722" y="636"/>
                  </a:lnTo>
                  <a:lnTo>
                    <a:pt x="1728" y="630"/>
                  </a:lnTo>
                  <a:lnTo>
                    <a:pt x="1728" y="618"/>
                  </a:lnTo>
                  <a:lnTo>
                    <a:pt x="1734" y="606"/>
                  </a:lnTo>
                  <a:lnTo>
                    <a:pt x="1734" y="600"/>
                  </a:lnTo>
                  <a:lnTo>
                    <a:pt x="1740" y="588"/>
                  </a:lnTo>
                  <a:lnTo>
                    <a:pt x="1740" y="582"/>
                  </a:lnTo>
                  <a:lnTo>
                    <a:pt x="1734" y="576"/>
                  </a:lnTo>
                  <a:lnTo>
                    <a:pt x="1728" y="576"/>
                  </a:lnTo>
                  <a:lnTo>
                    <a:pt x="1722" y="582"/>
                  </a:lnTo>
                  <a:lnTo>
                    <a:pt x="1716" y="582"/>
                  </a:lnTo>
                  <a:lnTo>
                    <a:pt x="1704" y="594"/>
                  </a:lnTo>
                  <a:lnTo>
                    <a:pt x="1692" y="588"/>
                  </a:lnTo>
                  <a:lnTo>
                    <a:pt x="1656" y="588"/>
                  </a:lnTo>
                  <a:lnTo>
                    <a:pt x="1644" y="582"/>
                  </a:lnTo>
                  <a:lnTo>
                    <a:pt x="1632" y="570"/>
                  </a:lnTo>
                  <a:lnTo>
                    <a:pt x="1632" y="522"/>
                  </a:lnTo>
                  <a:lnTo>
                    <a:pt x="1626" y="516"/>
                  </a:lnTo>
                  <a:lnTo>
                    <a:pt x="1626" y="504"/>
                  </a:lnTo>
                  <a:lnTo>
                    <a:pt x="1620" y="504"/>
                  </a:lnTo>
                  <a:lnTo>
                    <a:pt x="1614" y="510"/>
                  </a:lnTo>
                  <a:lnTo>
                    <a:pt x="1602" y="516"/>
                  </a:lnTo>
                  <a:lnTo>
                    <a:pt x="1596" y="522"/>
                  </a:lnTo>
                  <a:lnTo>
                    <a:pt x="1590" y="534"/>
                  </a:lnTo>
                  <a:lnTo>
                    <a:pt x="1584" y="540"/>
                  </a:lnTo>
                  <a:lnTo>
                    <a:pt x="1560" y="552"/>
                  </a:lnTo>
                  <a:lnTo>
                    <a:pt x="1554" y="558"/>
                  </a:lnTo>
                  <a:lnTo>
                    <a:pt x="1512" y="558"/>
                  </a:lnTo>
                  <a:lnTo>
                    <a:pt x="1500" y="552"/>
                  </a:lnTo>
                  <a:lnTo>
                    <a:pt x="1542" y="540"/>
                  </a:lnTo>
                  <a:lnTo>
                    <a:pt x="1548" y="528"/>
                  </a:lnTo>
                  <a:lnTo>
                    <a:pt x="1566" y="510"/>
                  </a:lnTo>
                  <a:lnTo>
                    <a:pt x="1566" y="492"/>
                  </a:lnTo>
                  <a:lnTo>
                    <a:pt x="1572" y="486"/>
                  </a:lnTo>
                  <a:lnTo>
                    <a:pt x="1590" y="450"/>
                  </a:lnTo>
                  <a:lnTo>
                    <a:pt x="1626" y="414"/>
                  </a:lnTo>
                  <a:lnTo>
                    <a:pt x="1638" y="408"/>
                  </a:lnTo>
                  <a:lnTo>
                    <a:pt x="1656" y="390"/>
                  </a:lnTo>
                  <a:lnTo>
                    <a:pt x="1656" y="378"/>
                  </a:lnTo>
                  <a:lnTo>
                    <a:pt x="1662" y="366"/>
                  </a:lnTo>
                  <a:lnTo>
                    <a:pt x="1674" y="354"/>
                  </a:lnTo>
                  <a:lnTo>
                    <a:pt x="1686" y="348"/>
                  </a:lnTo>
                  <a:lnTo>
                    <a:pt x="1692" y="342"/>
                  </a:lnTo>
                  <a:lnTo>
                    <a:pt x="1704" y="336"/>
                  </a:lnTo>
                  <a:lnTo>
                    <a:pt x="1680" y="330"/>
                  </a:lnTo>
                  <a:lnTo>
                    <a:pt x="1698" y="312"/>
                  </a:lnTo>
                  <a:lnTo>
                    <a:pt x="1698" y="294"/>
                  </a:lnTo>
                  <a:lnTo>
                    <a:pt x="1692" y="288"/>
                  </a:lnTo>
                  <a:lnTo>
                    <a:pt x="1680" y="282"/>
                  </a:lnTo>
                  <a:lnTo>
                    <a:pt x="1662" y="282"/>
                  </a:lnTo>
                  <a:lnTo>
                    <a:pt x="1650" y="276"/>
                  </a:lnTo>
                  <a:lnTo>
                    <a:pt x="1644" y="270"/>
                  </a:lnTo>
                  <a:lnTo>
                    <a:pt x="1638" y="252"/>
                  </a:lnTo>
                  <a:lnTo>
                    <a:pt x="1632" y="216"/>
                  </a:lnTo>
                  <a:lnTo>
                    <a:pt x="1626" y="168"/>
                  </a:lnTo>
                  <a:lnTo>
                    <a:pt x="1620" y="138"/>
                  </a:lnTo>
                  <a:lnTo>
                    <a:pt x="1614" y="114"/>
                  </a:lnTo>
                  <a:lnTo>
                    <a:pt x="1608" y="96"/>
                  </a:lnTo>
                  <a:lnTo>
                    <a:pt x="1602" y="84"/>
                  </a:lnTo>
                  <a:lnTo>
                    <a:pt x="1590" y="78"/>
                  </a:lnTo>
                  <a:lnTo>
                    <a:pt x="1584" y="78"/>
                  </a:lnTo>
                  <a:lnTo>
                    <a:pt x="1584" y="90"/>
                  </a:lnTo>
                  <a:lnTo>
                    <a:pt x="1590" y="96"/>
                  </a:lnTo>
                  <a:lnTo>
                    <a:pt x="1590" y="108"/>
                  </a:lnTo>
                  <a:lnTo>
                    <a:pt x="1572" y="108"/>
                  </a:lnTo>
                  <a:lnTo>
                    <a:pt x="1572" y="102"/>
                  </a:lnTo>
                  <a:lnTo>
                    <a:pt x="1566" y="108"/>
                  </a:lnTo>
                  <a:lnTo>
                    <a:pt x="1560" y="120"/>
                  </a:lnTo>
                  <a:lnTo>
                    <a:pt x="1560" y="126"/>
                  </a:lnTo>
                  <a:lnTo>
                    <a:pt x="1554" y="132"/>
                  </a:lnTo>
                  <a:lnTo>
                    <a:pt x="1548" y="144"/>
                  </a:lnTo>
                  <a:lnTo>
                    <a:pt x="1536" y="156"/>
                  </a:lnTo>
                  <a:lnTo>
                    <a:pt x="1518" y="192"/>
                  </a:lnTo>
                  <a:lnTo>
                    <a:pt x="1518" y="210"/>
                  </a:lnTo>
                  <a:lnTo>
                    <a:pt x="1494" y="246"/>
                  </a:lnTo>
                  <a:lnTo>
                    <a:pt x="1488" y="246"/>
                  </a:lnTo>
                  <a:lnTo>
                    <a:pt x="1482" y="252"/>
                  </a:lnTo>
                  <a:lnTo>
                    <a:pt x="1464" y="252"/>
                  </a:lnTo>
                  <a:lnTo>
                    <a:pt x="1452" y="240"/>
                  </a:lnTo>
                  <a:lnTo>
                    <a:pt x="1446" y="246"/>
                  </a:lnTo>
                  <a:lnTo>
                    <a:pt x="1434" y="246"/>
                  </a:lnTo>
                  <a:lnTo>
                    <a:pt x="1428" y="240"/>
                  </a:lnTo>
                  <a:lnTo>
                    <a:pt x="1416" y="240"/>
                  </a:lnTo>
                  <a:lnTo>
                    <a:pt x="1410" y="246"/>
                  </a:lnTo>
                  <a:lnTo>
                    <a:pt x="1410" y="252"/>
                  </a:lnTo>
                  <a:lnTo>
                    <a:pt x="1404" y="258"/>
                  </a:lnTo>
                  <a:lnTo>
                    <a:pt x="1380" y="258"/>
                  </a:lnTo>
                  <a:lnTo>
                    <a:pt x="1368" y="246"/>
                  </a:lnTo>
                  <a:lnTo>
                    <a:pt x="1368" y="240"/>
                  </a:lnTo>
                  <a:lnTo>
                    <a:pt x="1350" y="234"/>
                  </a:lnTo>
                  <a:lnTo>
                    <a:pt x="1344" y="228"/>
                  </a:lnTo>
                  <a:lnTo>
                    <a:pt x="1338" y="216"/>
                  </a:lnTo>
                  <a:lnTo>
                    <a:pt x="1332" y="216"/>
                  </a:lnTo>
                  <a:lnTo>
                    <a:pt x="1320" y="222"/>
                  </a:lnTo>
                  <a:lnTo>
                    <a:pt x="1314" y="228"/>
                  </a:lnTo>
                  <a:lnTo>
                    <a:pt x="1302" y="234"/>
                  </a:lnTo>
                  <a:lnTo>
                    <a:pt x="1278" y="234"/>
                  </a:lnTo>
                  <a:lnTo>
                    <a:pt x="1278" y="222"/>
                  </a:lnTo>
                  <a:lnTo>
                    <a:pt x="1272" y="222"/>
                  </a:lnTo>
                  <a:lnTo>
                    <a:pt x="1260" y="228"/>
                  </a:lnTo>
                  <a:lnTo>
                    <a:pt x="1260" y="252"/>
                  </a:lnTo>
                  <a:lnTo>
                    <a:pt x="1272" y="264"/>
                  </a:lnTo>
                  <a:lnTo>
                    <a:pt x="1272" y="270"/>
                  </a:lnTo>
                  <a:lnTo>
                    <a:pt x="1278" y="276"/>
                  </a:lnTo>
                  <a:lnTo>
                    <a:pt x="1272" y="282"/>
                  </a:lnTo>
                  <a:lnTo>
                    <a:pt x="1254" y="282"/>
                  </a:lnTo>
                  <a:lnTo>
                    <a:pt x="1230" y="270"/>
                  </a:lnTo>
                  <a:lnTo>
                    <a:pt x="1224" y="270"/>
                  </a:lnTo>
                  <a:lnTo>
                    <a:pt x="1212" y="264"/>
                  </a:lnTo>
                  <a:lnTo>
                    <a:pt x="1212" y="270"/>
                  </a:lnTo>
                  <a:lnTo>
                    <a:pt x="1206" y="276"/>
                  </a:lnTo>
                  <a:lnTo>
                    <a:pt x="1200" y="276"/>
                  </a:lnTo>
                  <a:lnTo>
                    <a:pt x="1188" y="264"/>
                  </a:lnTo>
                  <a:lnTo>
                    <a:pt x="1176" y="264"/>
                  </a:lnTo>
                  <a:lnTo>
                    <a:pt x="1158" y="282"/>
                  </a:lnTo>
                  <a:lnTo>
                    <a:pt x="1158" y="288"/>
                  </a:lnTo>
                  <a:lnTo>
                    <a:pt x="1128" y="288"/>
                  </a:lnTo>
                  <a:lnTo>
                    <a:pt x="1122" y="300"/>
                  </a:lnTo>
                  <a:lnTo>
                    <a:pt x="1104" y="300"/>
                  </a:lnTo>
                  <a:lnTo>
                    <a:pt x="1092" y="312"/>
                  </a:lnTo>
                  <a:lnTo>
                    <a:pt x="1092" y="324"/>
                  </a:lnTo>
                  <a:lnTo>
                    <a:pt x="1086" y="330"/>
                  </a:lnTo>
                  <a:lnTo>
                    <a:pt x="1050" y="330"/>
                  </a:lnTo>
                  <a:lnTo>
                    <a:pt x="1044" y="318"/>
                  </a:lnTo>
                  <a:lnTo>
                    <a:pt x="1032" y="318"/>
                  </a:lnTo>
                  <a:lnTo>
                    <a:pt x="1002" y="282"/>
                  </a:lnTo>
                  <a:lnTo>
                    <a:pt x="1002" y="252"/>
                  </a:lnTo>
                  <a:lnTo>
                    <a:pt x="978" y="228"/>
                  </a:lnTo>
                  <a:lnTo>
                    <a:pt x="972" y="216"/>
                  </a:lnTo>
                  <a:lnTo>
                    <a:pt x="972" y="210"/>
                  </a:lnTo>
                  <a:lnTo>
                    <a:pt x="978" y="198"/>
                  </a:lnTo>
                  <a:lnTo>
                    <a:pt x="978" y="192"/>
                  </a:lnTo>
                  <a:lnTo>
                    <a:pt x="984" y="180"/>
                  </a:lnTo>
                  <a:lnTo>
                    <a:pt x="996" y="138"/>
                  </a:lnTo>
                  <a:lnTo>
                    <a:pt x="1008" y="126"/>
                  </a:lnTo>
                  <a:lnTo>
                    <a:pt x="1014" y="114"/>
                  </a:lnTo>
                  <a:lnTo>
                    <a:pt x="1014" y="102"/>
                  </a:lnTo>
                  <a:lnTo>
                    <a:pt x="1008" y="102"/>
                  </a:lnTo>
                  <a:lnTo>
                    <a:pt x="1002" y="96"/>
                  </a:lnTo>
                  <a:lnTo>
                    <a:pt x="1002" y="66"/>
                  </a:lnTo>
                  <a:lnTo>
                    <a:pt x="996" y="66"/>
                  </a:lnTo>
                  <a:lnTo>
                    <a:pt x="984" y="72"/>
                  </a:lnTo>
                  <a:lnTo>
                    <a:pt x="978" y="72"/>
                  </a:lnTo>
                  <a:lnTo>
                    <a:pt x="972" y="66"/>
                  </a:lnTo>
                  <a:lnTo>
                    <a:pt x="972" y="60"/>
                  </a:lnTo>
                  <a:lnTo>
                    <a:pt x="978" y="54"/>
                  </a:lnTo>
                  <a:lnTo>
                    <a:pt x="984" y="42"/>
                  </a:lnTo>
                  <a:lnTo>
                    <a:pt x="984" y="24"/>
                  </a:lnTo>
                  <a:lnTo>
                    <a:pt x="978" y="12"/>
                  </a:lnTo>
                  <a:lnTo>
                    <a:pt x="966" y="0"/>
                  </a:lnTo>
                  <a:lnTo>
                    <a:pt x="960" y="12"/>
                  </a:lnTo>
                  <a:lnTo>
                    <a:pt x="936" y="6"/>
                  </a:lnTo>
                  <a:lnTo>
                    <a:pt x="936" y="42"/>
                  </a:lnTo>
                  <a:lnTo>
                    <a:pt x="930" y="48"/>
                  </a:lnTo>
                  <a:lnTo>
                    <a:pt x="918" y="48"/>
                  </a:lnTo>
                  <a:lnTo>
                    <a:pt x="918" y="60"/>
                  </a:lnTo>
                  <a:lnTo>
                    <a:pt x="894" y="60"/>
                  </a:lnTo>
                  <a:lnTo>
                    <a:pt x="882" y="66"/>
                  </a:lnTo>
                  <a:lnTo>
                    <a:pt x="858" y="90"/>
                  </a:lnTo>
                  <a:lnTo>
                    <a:pt x="846" y="96"/>
                  </a:lnTo>
                  <a:lnTo>
                    <a:pt x="828" y="96"/>
                  </a:lnTo>
                  <a:lnTo>
                    <a:pt x="822" y="90"/>
                  </a:lnTo>
                  <a:lnTo>
                    <a:pt x="804" y="90"/>
                  </a:lnTo>
                  <a:lnTo>
                    <a:pt x="798" y="96"/>
                  </a:lnTo>
                  <a:lnTo>
                    <a:pt x="798" y="108"/>
                  </a:lnTo>
                  <a:lnTo>
                    <a:pt x="792" y="120"/>
                  </a:lnTo>
                  <a:lnTo>
                    <a:pt x="792" y="138"/>
                  </a:lnTo>
                  <a:lnTo>
                    <a:pt x="786" y="144"/>
                  </a:lnTo>
                  <a:lnTo>
                    <a:pt x="774" y="138"/>
                  </a:lnTo>
                  <a:lnTo>
                    <a:pt x="762" y="126"/>
                  </a:lnTo>
                  <a:lnTo>
                    <a:pt x="756" y="114"/>
                  </a:lnTo>
                  <a:lnTo>
                    <a:pt x="750" y="108"/>
                  </a:lnTo>
                  <a:lnTo>
                    <a:pt x="738" y="108"/>
                  </a:lnTo>
                  <a:lnTo>
                    <a:pt x="732" y="114"/>
                  </a:lnTo>
                  <a:lnTo>
                    <a:pt x="720" y="108"/>
                  </a:lnTo>
                  <a:lnTo>
                    <a:pt x="708" y="114"/>
                  </a:lnTo>
                  <a:lnTo>
                    <a:pt x="696" y="114"/>
                  </a:lnTo>
                  <a:lnTo>
                    <a:pt x="696" y="96"/>
                  </a:lnTo>
                  <a:lnTo>
                    <a:pt x="690" y="90"/>
                  </a:lnTo>
                  <a:lnTo>
                    <a:pt x="648" y="90"/>
                  </a:lnTo>
                  <a:lnTo>
                    <a:pt x="648" y="84"/>
                  </a:lnTo>
                  <a:lnTo>
                    <a:pt x="642" y="78"/>
                  </a:lnTo>
                  <a:lnTo>
                    <a:pt x="642" y="108"/>
                  </a:lnTo>
                  <a:lnTo>
                    <a:pt x="660" y="126"/>
                  </a:lnTo>
                  <a:lnTo>
                    <a:pt x="672" y="132"/>
                  </a:lnTo>
                  <a:lnTo>
                    <a:pt x="678" y="138"/>
                  </a:lnTo>
                  <a:lnTo>
                    <a:pt x="678" y="168"/>
                  </a:lnTo>
                  <a:lnTo>
                    <a:pt x="672" y="174"/>
                  </a:lnTo>
                  <a:lnTo>
                    <a:pt x="684" y="186"/>
                  </a:lnTo>
                  <a:lnTo>
                    <a:pt x="690" y="198"/>
                  </a:lnTo>
                  <a:lnTo>
                    <a:pt x="690" y="228"/>
                  </a:lnTo>
                  <a:lnTo>
                    <a:pt x="738" y="234"/>
                  </a:lnTo>
                  <a:lnTo>
                    <a:pt x="744" y="240"/>
                  </a:lnTo>
                  <a:lnTo>
                    <a:pt x="744" y="246"/>
                  </a:lnTo>
                  <a:lnTo>
                    <a:pt x="738" y="258"/>
                  </a:lnTo>
                  <a:lnTo>
                    <a:pt x="732" y="264"/>
                  </a:lnTo>
                  <a:lnTo>
                    <a:pt x="690" y="264"/>
                  </a:lnTo>
                  <a:lnTo>
                    <a:pt x="690" y="294"/>
                  </a:lnTo>
                  <a:lnTo>
                    <a:pt x="684" y="306"/>
                  </a:lnTo>
                  <a:lnTo>
                    <a:pt x="648" y="324"/>
                  </a:lnTo>
                  <a:lnTo>
                    <a:pt x="642" y="330"/>
                  </a:lnTo>
                  <a:lnTo>
                    <a:pt x="624" y="330"/>
                  </a:lnTo>
                  <a:lnTo>
                    <a:pt x="612" y="342"/>
                  </a:lnTo>
                  <a:lnTo>
                    <a:pt x="600" y="366"/>
                  </a:lnTo>
                  <a:lnTo>
                    <a:pt x="588" y="378"/>
                  </a:lnTo>
                  <a:lnTo>
                    <a:pt x="582" y="378"/>
                  </a:lnTo>
                  <a:lnTo>
                    <a:pt x="582" y="354"/>
                  </a:lnTo>
                  <a:lnTo>
                    <a:pt x="576" y="348"/>
                  </a:lnTo>
                  <a:lnTo>
                    <a:pt x="570" y="354"/>
                  </a:lnTo>
                  <a:lnTo>
                    <a:pt x="558" y="360"/>
                  </a:lnTo>
                  <a:lnTo>
                    <a:pt x="552" y="366"/>
                  </a:lnTo>
                  <a:lnTo>
                    <a:pt x="540" y="372"/>
                  </a:lnTo>
                  <a:lnTo>
                    <a:pt x="534" y="372"/>
                  </a:lnTo>
                  <a:lnTo>
                    <a:pt x="522" y="366"/>
                  </a:lnTo>
                  <a:lnTo>
                    <a:pt x="516" y="366"/>
                  </a:lnTo>
                  <a:lnTo>
                    <a:pt x="504" y="354"/>
                  </a:lnTo>
                  <a:lnTo>
                    <a:pt x="504" y="348"/>
                  </a:lnTo>
                  <a:lnTo>
                    <a:pt x="498" y="336"/>
                  </a:lnTo>
                  <a:lnTo>
                    <a:pt x="492" y="330"/>
                  </a:lnTo>
                  <a:lnTo>
                    <a:pt x="468" y="330"/>
                  </a:lnTo>
                  <a:lnTo>
                    <a:pt x="468" y="300"/>
                  </a:lnTo>
                  <a:lnTo>
                    <a:pt x="462" y="288"/>
                  </a:lnTo>
                  <a:lnTo>
                    <a:pt x="462" y="276"/>
                  </a:lnTo>
                  <a:lnTo>
                    <a:pt x="456" y="270"/>
                  </a:lnTo>
                  <a:lnTo>
                    <a:pt x="456" y="258"/>
                  </a:lnTo>
                  <a:lnTo>
                    <a:pt x="450" y="258"/>
                  </a:lnTo>
                  <a:lnTo>
                    <a:pt x="420" y="288"/>
                  </a:lnTo>
                  <a:lnTo>
                    <a:pt x="396" y="264"/>
                  </a:lnTo>
                  <a:lnTo>
                    <a:pt x="390" y="264"/>
                  </a:lnTo>
                  <a:lnTo>
                    <a:pt x="384" y="270"/>
                  </a:lnTo>
                  <a:lnTo>
                    <a:pt x="384" y="288"/>
                  </a:lnTo>
                  <a:lnTo>
                    <a:pt x="318" y="294"/>
                  </a:lnTo>
                  <a:lnTo>
                    <a:pt x="306" y="282"/>
                  </a:lnTo>
                  <a:lnTo>
                    <a:pt x="288" y="282"/>
                  </a:lnTo>
                  <a:lnTo>
                    <a:pt x="282" y="288"/>
                  </a:lnTo>
                  <a:lnTo>
                    <a:pt x="276" y="300"/>
                  </a:lnTo>
                  <a:lnTo>
                    <a:pt x="276" y="312"/>
                  </a:lnTo>
                  <a:lnTo>
                    <a:pt x="282" y="324"/>
                  </a:lnTo>
                  <a:lnTo>
                    <a:pt x="282" y="336"/>
                  </a:lnTo>
                  <a:lnTo>
                    <a:pt x="306" y="348"/>
                  </a:lnTo>
                  <a:lnTo>
                    <a:pt x="318" y="342"/>
                  </a:lnTo>
                  <a:lnTo>
                    <a:pt x="330" y="354"/>
                  </a:lnTo>
                  <a:lnTo>
                    <a:pt x="330" y="360"/>
                  </a:lnTo>
                  <a:lnTo>
                    <a:pt x="336" y="366"/>
                  </a:lnTo>
                  <a:lnTo>
                    <a:pt x="336" y="372"/>
                  </a:lnTo>
                  <a:lnTo>
                    <a:pt x="330" y="378"/>
                  </a:lnTo>
                  <a:lnTo>
                    <a:pt x="300" y="378"/>
                  </a:lnTo>
                  <a:lnTo>
                    <a:pt x="294" y="372"/>
                  </a:lnTo>
                  <a:lnTo>
                    <a:pt x="264" y="378"/>
                  </a:lnTo>
                  <a:lnTo>
                    <a:pt x="258" y="444"/>
                  </a:lnTo>
                  <a:lnTo>
                    <a:pt x="264" y="444"/>
                  </a:lnTo>
                  <a:lnTo>
                    <a:pt x="276" y="456"/>
                  </a:lnTo>
                  <a:lnTo>
                    <a:pt x="288" y="462"/>
                  </a:lnTo>
                  <a:lnTo>
                    <a:pt x="294" y="468"/>
                  </a:lnTo>
                  <a:lnTo>
                    <a:pt x="294" y="492"/>
                  </a:lnTo>
                  <a:lnTo>
                    <a:pt x="300" y="498"/>
                  </a:lnTo>
                  <a:lnTo>
                    <a:pt x="300" y="504"/>
                  </a:lnTo>
                  <a:lnTo>
                    <a:pt x="312" y="516"/>
                  </a:lnTo>
                  <a:lnTo>
                    <a:pt x="318" y="528"/>
                  </a:lnTo>
                  <a:lnTo>
                    <a:pt x="318" y="540"/>
                  </a:lnTo>
                  <a:lnTo>
                    <a:pt x="312" y="552"/>
                  </a:lnTo>
                  <a:lnTo>
                    <a:pt x="300" y="564"/>
                  </a:lnTo>
                  <a:lnTo>
                    <a:pt x="306" y="612"/>
                  </a:lnTo>
                  <a:lnTo>
                    <a:pt x="288" y="660"/>
                  </a:lnTo>
                  <a:lnTo>
                    <a:pt x="282" y="732"/>
                  </a:lnTo>
                  <a:lnTo>
                    <a:pt x="282" y="762"/>
                  </a:lnTo>
                  <a:lnTo>
                    <a:pt x="276" y="774"/>
                  </a:lnTo>
                  <a:lnTo>
                    <a:pt x="270" y="780"/>
                  </a:lnTo>
                  <a:lnTo>
                    <a:pt x="252" y="780"/>
                  </a:lnTo>
                  <a:lnTo>
                    <a:pt x="252" y="774"/>
                  </a:lnTo>
                  <a:lnTo>
                    <a:pt x="240" y="762"/>
                  </a:lnTo>
                  <a:lnTo>
                    <a:pt x="222" y="762"/>
                  </a:lnTo>
                  <a:lnTo>
                    <a:pt x="216" y="768"/>
                  </a:lnTo>
                  <a:lnTo>
                    <a:pt x="210" y="780"/>
                  </a:lnTo>
                  <a:lnTo>
                    <a:pt x="204" y="786"/>
                  </a:lnTo>
                  <a:lnTo>
                    <a:pt x="174" y="780"/>
                  </a:lnTo>
                  <a:lnTo>
                    <a:pt x="168" y="792"/>
                  </a:lnTo>
                  <a:lnTo>
                    <a:pt x="138" y="792"/>
                  </a:lnTo>
                  <a:lnTo>
                    <a:pt x="126" y="798"/>
                  </a:lnTo>
                  <a:lnTo>
                    <a:pt x="120" y="804"/>
                  </a:lnTo>
                  <a:lnTo>
                    <a:pt x="108" y="810"/>
                  </a:lnTo>
                  <a:lnTo>
                    <a:pt x="96" y="822"/>
                  </a:lnTo>
                  <a:lnTo>
                    <a:pt x="96" y="828"/>
                  </a:lnTo>
                  <a:lnTo>
                    <a:pt x="90" y="834"/>
                  </a:lnTo>
                  <a:lnTo>
                    <a:pt x="90" y="840"/>
                  </a:lnTo>
                  <a:lnTo>
                    <a:pt x="66" y="840"/>
                  </a:lnTo>
                  <a:lnTo>
                    <a:pt x="66" y="894"/>
                  </a:lnTo>
                  <a:lnTo>
                    <a:pt x="48" y="912"/>
                  </a:lnTo>
                  <a:lnTo>
                    <a:pt x="48" y="924"/>
                  </a:lnTo>
                  <a:lnTo>
                    <a:pt x="54" y="930"/>
                  </a:lnTo>
                  <a:lnTo>
                    <a:pt x="54" y="948"/>
                  </a:lnTo>
                  <a:lnTo>
                    <a:pt x="60" y="954"/>
                  </a:lnTo>
                  <a:lnTo>
                    <a:pt x="54" y="954"/>
                  </a:lnTo>
                  <a:lnTo>
                    <a:pt x="48" y="948"/>
                  </a:lnTo>
                  <a:lnTo>
                    <a:pt x="18" y="978"/>
                  </a:lnTo>
                  <a:lnTo>
                    <a:pt x="12" y="990"/>
                  </a:lnTo>
                  <a:lnTo>
                    <a:pt x="12" y="1014"/>
                  </a:lnTo>
                  <a:lnTo>
                    <a:pt x="18" y="1020"/>
                  </a:lnTo>
                  <a:lnTo>
                    <a:pt x="6" y="1026"/>
                  </a:lnTo>
                  <a:lnTo>
                    <a:pt x="0" y="1032"/>
                  </a:lnTo>
                  <a:lnTo>
                    <a:pt x="0" y="1044"/>
                  </a:lnTo>
                  <a:lnTo>
                    <a:pt x="6" y="1050"/>
                  </a:lnTo>
                  <a:lnTo>
                    <a:pt x="18" y="1056"/>
                  </a:lnTo>
                  <a:lnTo>
                    <a:pt x="24" y="1080"/>
                  </a:lnTo>
                  <a:lnTo>
                    <a:pt x="24" y="1086"/>
                  </a:lnTo>
                  <a:lnTo>
                    <a:pt x="30" y="1092"/>
                  </a:lnTo>
                  <a:lnTo>
                    <a:pt x="42" y="1116"/>
                  </a:lnTo>
                  <a:lnTo>
                    <a:pt x="54" y="1128"/>
                  </a:lnTo>
                  <a:lnTo>
                    <a:pt x="66" y="1134"/>
                  </a:lnTo>
                  <a:lnTo>
                    <a:pt x="90" y="1158"/>
                  </a:lnTo>
                  <a:lnTo>
                    <a:pt x="84" y="1164"/>
                  </a:lnTo>
                  <a:lnTo>
                    <a:pt x="78" y="1176"/>
                  </a:lnTo>
                  <a:lnTo>
                    <a:pt x="66" y="1182"/>
                  </a:lnTo>
                  <a:lnTo>
                    <a:pt x="60" y="1188"/>
                  </a:lnTo>
                  <a:lnTo>
                    <a:pt x="102" y="1188"/>
                  </a:lnTo>
                  <a:lnTo>
                    <a:pt x="114" y="1194"/>
                  </a:lnTo>
                  <a:lnTo>
                    <a:pt x="120" y="1194"/>
                  </a:lnTo>
                  <a:lnTo>
                    <a:pt x="126" y="1200"/>
                  </a:lnTo>
                  <a:lnTo>
                    <a:pt x="126" y="1212"/>
                  </a:lnTo>
                  <a:lnTo>
                    <a:pt x="132" y="1224"/>
                  </a:lnTo>
                  <a:lnTo>
                    <a:pt x="138" y="1230"/>
                  </a:lnTo>
                  <a:lnTo>
                    <a:pt x="138" y="1236"/>
                  </a:lnTo>
                  <a:lnTo>
                    <a:pt x="198" y="1230"/>
                  </a:lnTo>
                  <a:lnTo>
                    <a:pt x="252" y="1182"/>
                  </a:lnTo>
                  <a:lnTo>
                    <a:pt x="252" y="1194"/>
                  </a:lnTo>
                  <a:lnTo>
                    <a:pt x="258" y="1206"/>
                  </a:lnTo>
                  <a:lnTo>
                    <a:pt x="258" y="1224"/>
                  </a:lnTo>
                  <a:lnTo>
                    <a:pt x="252" y="1230"/>
                  </a:lnTo>
                  <a:lnTo>
                    <a:pt x="252" y="1242"/>
                  </a:lnTo>
                  <a:lnTo>
                    <a:pt x="246" y="1254"/>
                  </a:lnTo>
                  <a:lnTo>
                    <a:pt x="246" y="1266"/>
                  </a:lnTo>
                  <a:lnTo>
                    <a:pt x="252" y="1284"/>
                  </a:lnTo>
                  <a:lnTo>
                    <a:pt x="252" y="1314"/>
                  </a:lnTo>
                  <a:lnTo>
                    <a:pt x="264" y="1308"/>
                  </a:lnTo>
                  <a:lnTo>
                    <a:pt x="264" y="1314"/>
                  </a:lnTo>
                  <a:lnTo>
                    <a:pt x="270" y="1320"/>
                  </a:lnTo>
                  <a:lnTo>
                    <a:pt x="282" y="1320"/>
                  </a:lnTo>
                  <a:lnTo>
                    <a:pt x="282" y="1314"/>
                  </a:lnTo>
                  <a:lnTo>
                    <a:pt x="288" y="1314"/>
                  </a:lnTo>
                  <a:lnTo>
                    <a:pt x="294" y="1308"/>
                  </a:lnTo>
                  <a:lnTo>
                    <a:pt x="324" y="1308"/>
                  </a:lnTo>
                  <a:lnTo>
                    <a:pt x="336" y="1314"/>
                  </a:lnTo>
                  <a:lnTo>
                    <a:pt x="366" y="1314"/>
                  </a:lnTo>
                  <a:lnTo>
                    <a:pt x="372" y="1320"/>
                  </a:lnTo>
                  <a:lnTo>
                    <a:pt x="372" y="1326"/>
                  </a:lnTo>
                  <a:lnTo>
                    <a:pt x="390" y="1326"/>
                  </a:lnTo>
                  <a:lnTo>
                    <a:pt x="414" y="1314"/>
                  </a:lnTo>
                  <a:lnTo>
                    <a:pt x="420" y="1308"/>
                  </a:lnTo>
                  <a:lnTo>
                    <a:pt x="432" y="1290"/>
                  </a:lnTo>
                  <a:lnTo>
                    <a:pt x="468" y="1290"/>
                  </a:lnTo>
                  <a:lnTo>
                    <a:pt x="474" y="1260"/>
                  </a:lnTo>
                  <a:lnTo>
                    <a:pt x="510" y="1260"/>
                  </a:lnTo>
                  <a:lnTo>
                    <a:pt x="510" y="1254"/>
                  </a:lnTo>
                  <a:lnTo>
                    <a:pt x="516" y="1248"/>
                  </a:lnTo>
                  <a:lnTo>
                    <a:pt x="522" y="1236"/>
                  </a:lnTo>
                  <a:lnTo>
                    <a:pt x="528" y="1230"/>
                  </a:lnTo>
                  <a:lnTo>
                    <a:pt x="540" y="1224"/>
                  </a:lnTo>
                  <a:lnTo>
                    <a:pt x="576" y="1224"/>
                  </a:lnTo>
                  <a:lnTo>
                    <a:pt x="588" y="1212"/>
                  </a:lnTo>
                  <a:lnTo>
                    <a:pt x="600" y="1224"/>
                  </a:lnTo>
                  <a:lnTo>
                    <a:pt x="606" y="1224"/>
                  </a:lnTo>
                  <a:lnTo>
                    <a:pt x="606" y="1218"/>
                  </a:lnTo>
                  <a:lnTo>
                    <a:pt x="618" y="1212"/>
                  </a:lnTo>
                  <a:lnTo>
                    <a:pt x="630" y="1212"/>
                  </a:lnTo>
                  <a:lnTo>
                    <a:pt x="630" y="1242"/>
                  </a:lnTo>
                  <a:lnTo>
                    <a:pt x="624" y="1248"/>
                  </a:lnTo>
                  <a:lnTo>
                    <a:pt x="624" y="1254"/>
                  </a:lnTo>
                  <a:lnTo>
                    <a:pt x="618" y="1260"/>
                  </a:lnTo>
                  <a:lnTo>
                    <a:pt x="618" y="1290"/>
                  </a:lnTo>
                  <a:lnTo>
                    <a:pt x="624" y="1296"/>
                  </a:lnTo>
                  <a:lnTo>
                    <a:pt x="630" y="1308"/>
                  </a:lnTo>
                  <a:lnTo>
                    <a:pt x="630" y="1326"/>
                  </a:lnTo>
                  <a:lnTo>
                    <a:pt x="624" y="1332"/>
                  </a:lnTo>
                  <a:lnTo>
                    <a:pt x="624" y="1344"/>
                  </a:lnTo>
                  <a:lnTo>
                    <a:pt x="636" y="1356"/>
                  </a:lnTo>
                  <a:lnTo>
                    <a:pt x="648" y="1362"/>
                  </a:lnTo>
                  <a:lnTo>
                    <a:pt x="654" y="1368"/>
                  </a:lnTo>
                  <a:lnTo>
                    <a:pt x="660" y="1398"/>
                  </a:lnTo>
                  <a:lnTo>
                    <a:pt x="684" y="1398"/>
                  </a:lnTo>
                  <a:lnTo>
                    <a:pt x="690" y="1404"/>
                  </a:lnTo>
                  <a:lnTo>
                    <a:pt x="690" y="1410"/>
                  </a:lnTo>
                  <a:lnTo>
                    <a:pt x="696" y="1422"/>
                  </a:lnTo>
                  <a:lnTo>
                    <a:pt x="696" y="1428"/>
                  </a:lnTo>
                  <a:lnTo>
                    <a:pt x="702" y="1434"/>
                  </a:lnTo>
                  <a:lnTo>
                    <a:pt x="714" y="1440"/>
                  </a:lnTo>
                  <a:lnTo>
                    <a:pt x="744" y="1440"/>
                  </a:lnTo>
                  <a:lnTo>
                    <a:pt x="750" y="1434"/>
                  </a:lnTo>
                  <a:lnTo>
                    <a:pt x="756" y="1446"/>
                  </a:lnTo>
                  <a:lnTo>
                    <a:pt x="768" y="1452"/>
                  </a:lnTo>
                  <a:lnTo>
                    <a:pt x="780" y="1452"/>
                  </a:lnTo>
                  <a:lnTo>
                    <a:pt x="786" y="1446"/>
                  </a:lnTo>
                  <a:lnTo>
                    <a:pt x="798" y="1446"/>
                  </a:lnTo>
                  <a:lnTo>
                    <a:pt x="798" y="1452"/>
                  </a:lnTo>
                  <a:lnTo>
                    <a:pt x="804" y="1464"/>
                  </a:lnTo>
                  <a:lnTo>
                    <a:pt x="816" y="1470"/>
                  </a:lnTo>
                  <a:lnTo>
                    <a:pt x="828" y="1482"/>
                  </a:lnTo>
                  <a:lnTo>
                    <a:pt x="840" y="1488"/>
                  </a:lnTo>
                  <a:lnTo>
                    <a:pt x="864" y="1488"/>
                  </a:lnTo>
                  <a:lnTo>
                    <a:pt x="864" y="1494"/>
                  </a:lnTo>
                  <a:lnTo>
                    <a:pt x="876" y="1506"/>
                  </a:lnTo>
                  <a:lnTo>
                    <a:pt x="888" y="1512"/>
                  </a:lnTo>
                  <a:lnTo>
                    <a:pt x="894" y="1518"/>
                  </a:lnTo>
                  <a:lnTo>
                    <a:pt x="954" y="1518"/>
                  </a:lnTo>
                  <a:lnTo>
                    <a:pt x="978" y="1530"/>
                  </a:lnTo>
                  <a:lnTo>
                    <a:pt x="984" y="1542"/>
                  </a:lnTo>
                  <a:lnTo>
                    <a:pt x="990" y="1548"/>
                  </a:lnTo>
                  <a:lnTo>
                    <a:pt x="990" y="1578"/>
                  </a:lnTo>
                  <a:lnTo>
                    <a:pt x="996" y="1590"/>
                  </a:lnTo>
                  <a:lnTo>
                    <a:pt x="1002" y="1596"/>
                  </a:lnTo>
                  <a:lnTo>
                    <a:pt x="1008" y="1608"/>
                  </a:lnTo>
                  <a:lnTo>
                    <a:pt x="1008" y="1638"/>
                  </a:lnTo>
                  <a:lnTo>
                    <a:pt x="990" y="1638"/>
                  </a:lnTo>
                  <a:lnTo>
                    <a:pt x="990" y="1644"/>
                  </a:lnTo>
                  <a:lnTo>
                    <a:pt x="996" y="1650"/>
                  </a:lnTo>
                  <a:lnTo>
                    <a:pt x="1002" y="1662"/>
                  </a:lnTo>
                  <a:lnTo>
                    <a:pt x="1014" y="1668"/>
                  </a:lnTo>
                  <a:lnTo>
                    <a:pt x="1020" y="1674"/>
                  </a:lnTo>
                  <a:lnTo>
                    <a:pt x="1014" y="1686"/>
                  </a:lnTo>
                  <a:lnTo>
                    <a:pt x="1014" y="1728"/>
                  </a:lnTo>
                  <a:lnTo>
                    <a:pt x="1020" y="1734"/>
                  </a:lnTo>
                  <a:lnTo>
                    <a:pt x="1050" y="1740"/>
                  </a:lnTo>
                  <a:lnTo>
                    <a:pt x="1098" y="1746"/>
                  </a:lnTo>
                  <a:lnTo>
                    <a:pt x="1158" y="1746"/>
                  </a:lnTo>
                  <a:lnTo>
                    <a:pt x="1158" y="1752"/>
                  </a:lnTo>
                  <a:lnTo>
                    <a:pt x="1152" y="1758"/>
                  </a:lnTo>
                  <a:lnTo>
                    <a:pt x="1152" y="1770"/>
                  </a:lnTo>
                  <a:lnTo>
                    <a:pt x="1146" y="1788"/>
                  </a:lnTo>
                  <a:lnTo>
                    <a:pt x="1146" y="1800"/>
                  </a:lnTo>
                  <a:lnTo>
                    <a:pt x="1152" y="1812"/>
                  </a:lnTo>
                  <a:lnTo>
                    <a:pt x="1164" y="1818"/>
                  </a:lnTo>
                  <a:lnTo>
                    <a:pt x="1170" y="1824"/>
                  </a:lnTo>
                  <a:lnTo>
                    <a:pt x="1194" y="1836"/>
                  </a:lnTo>
                  <a:lnTo>
                    <a:pt x="1206" y="1848"/>
                  </a:lnTo>
                  <a:lnTo>
                    <a:pt x="1212" y="1860"/>
                  </a:lnTo>
                  <a:lnTo>
                    <a:pt x="1224" y="1896"/>
                  </a:lnTo>
                  <a:lnTo>
                    <a:pt x="1224" y="1908"/>
                  </a:lnTo>
                  <a:lnTo>
                    <a:pt x="1218" y="1920"/>
                  </a:lnTo>
                  <a:lnTo>
                    <a:pt x="1218" y="1944"/>
                  </a:lnTo>
                  <a:lnTo>
                    <a:pt x="1212" y="1950"/>
                  </a:lnTo>
                  <a:lnTo>
                    <a:pt x="1212" y="1956"/>
                  </a:lnTo>
                  <a:lnTo>
                    <a:pt x="1218" y="1968"/>
                  </a:lnTo>
                  <a:lnTo>
                    <a:pt x="1212" y="1980"/>
                  </a:lnTo>
                  <a:lnTo>
                    <a:pt x="1206" y="1986"/>
                  </a:lnTo>
                  <a:lnTo>
                    <a:pt x="1200" y="1998"/>
                  </a:lnTo>
                  <a:lnTo>
                    <a:pt x="1200" y="2022"/>
                  </a:lnTo>
                  <a:lnTo>
                    <a:pt x="1206" y="2028"/>
                  </a:lnTo>
                  <a:lnTo>
                    <a:pt x="1218" y="2034"/>
                  </a:lnTo>
                  <a:lnTo>
                    <a:pt x="1212" y="2040"/>
                  </a:lnTo>
                  <a:lnTo>
                    <a:pt x="1200" y="2046"/>
                  </a:lnTo>
                  <a:lnTo>
                    <a:pt x="1194" y="2052"/>
                  </a:lnTo>
                  <a:lnTo>
                    <a:pt x="1194" y="2064"/>
                  </a:lnTo>
                  <a:lnTo>
                    <a:pt x="1200" y="2070"/>
                  </a:lnTo>
                  <a:lnTo>
                    <a:pt x="1212" y="2076"/>
                  </a:lnTo>
                  <a:lnTo>
                    <a:pt x="1212" y="2112"/>
                  </a:lnTo>
                  <a:lnTo>
                    <a:pt x="1224" y="2112"/>
                  </a:lnTo>
                  <a:lnTo>
                    <a:pt x="1224" y="2130"/>
                  </a:lnTo>
                  <a:lnTo>
                    <a:pt x="1218" y="2142"/>
                  </a:lnTo>
                  <a:lnTo>
                    <a:pt x="1218" y="2184"/>
                  </a:lnTo>
                  <a:lnTo>
                    <a:pt x="1224" y="2196"/>
                  </a:lnTo>
                  <a:lnTo>
                    <a:pt x="1230" y="2202"/>
                  </a:lnTo>
                  <a:lnTo>
                    <a:pt x="1266" y="2214"/>
                  </a:lnTo>
                  <a:lnTo>
                    <a:pt x="1308" y="2220"/>
                  </a:lnTo>
                  <a:lnTo>
                    <a:pt x="1380" y="2220"/>
                  </a:lnTo>
                  <a:lnTo>
                    <a:pt x="1392" y="2226"/>
                  </a:lnTo>
                  <a:lnTo>
                    <a:pt x="1398" y="2232"/>
                  </a:lnTo>
                  <a:lnTo>
                    <a:pt x="1398" y="2256"/>
                  </a:lnTo>
                  <a:lnTo>
                    <a:pt x="1404" y="2274"/>
                  </a:lnTo>
                  <a:lnTo>
                    <a:pt x="1404" y="2298"/>
                  </a:lnTo>
                  <a:lnTo>
                    <a:pt x="1410" y="2316"/>
                  </a:lnTo>
                  <a:lnTo>
                    <a:pt x="1410" y="2334"/>
                  </a:lnTo>
                  <a:lnTo>
                    <a:pt x="1422" y="2358"/>
                  </a:lnTo>
                  <a:lnTo>
                    <a:pt x="1434" y="2364"/>
                  </a:lnTo>
                  <a:lnTo>
                    <a:pt x="1446" y="2364"/>
                  </a:lnTo>
                  <a:lnTo>
                    <a:pt x="1464" y="2346"/>
                  </a:lnTo>
                  <a:lnTo>
                    <a:pt x="1476" y="2346"/>
                  </a:lnTo>
                  <a:lnTo>
                    <a:pt x="1488" y="2352"/>
                  </a:lnTo>
                  <a:lnTo>
                    <a:pt x="1500" y="2364"/>
                  </a:lnTo>
                  <a:lnTo>
                    <a:pt x="1506" y="2376"/>
                  </a:lnTo>
                  <a:lnTo>
                    <a:pt x="1506" y="2394"/>
                  </a:lnTo>
                  <a:lnTo>
                    <a:pt x="1500" y="2412"/>
                  </a:lnTo>
                  <a:lnTo>
                    <a:pt x="1500" y="2442"/>
                  </a:lnTo>
                  <a:lnTo>
                    <a:pt x="1494" y="2448"/>
                  </a:lnTo>
                  <a:lnTo>
                    <a:pt x="1494" y="2454"/>
                  </a:lnTo>
                  <a:lnTo>
                    <a:pt x="1488" y="2466"/>
                  </a:lnTo>
                  <a:lnTo>
                    <a:pt x="1488" y="2478"/>
                  </a:lnTo>
                  <a:lnTo>
                    <a:pt x="1494" y="2496"/>
                  </a:lnTo>
                  <a:lnTo>
                    <a:pt x="1506" y="2490"/>
                  </a:lnTo>
                  <a:lnTo>
                    <a:pt x="1512" y="2484"/>
                  </a:lnTo>
                  <a:lnTo>
                    <a:pt x="1530" y="2484"/>
                  </a:lnTo>
                  <a:lnTo>
                    <a:pt x="1536" y="2490"/>
                  </a:lnTo>
                  <a:lnTo>
                    <a:pt x="1548" y="2514"/>
                  </a:lnTo>
                  <a:lnTo>
                    <a:pt x="1548" y="2526"/>
                  </a:lnTo>
                  <a:lnTo>
                    <a:pt x="1554" y="2526"/>
                  </a:lnTo>
                  <a:lnTo>
                    <a:pt x="1560" y="2532"/>
                  </a:lnTo>
                  <a:lnTo>
                    <a:pt x="1560" y="2562"/>
                  </a:lnTo>
                  <a:lnTo>
                    <a:pt x="1566" y="2580"/>
                  </a:lnTo>
                  <a:lnTo>
                    <a:pt x="1566" y="2616"/>
                  </a:lnTo>
                  <a:lnTo>
                    <a:pt x="1512" y="2634"/>
                  </a:lnTo>
                  <a:lnTo>
                    <a:pt x="1506" y="2640"/>
                  </a:lnTo>
                  <a:lnTo>
                    <a:pt x="1500" y="2652"/>
                  </a:lnTo>
                  <a:lnTo>
                    <a:pt x="1500" y="2670"/>
                  </a:lnTo>
                  <a:lnTo>
                    <a:pt x="1464" y="2670"/>
                  </a:lnTo>
                  <a:lnTo>
                    <a:pt x="1464" y="2688"/>
                  </a:lnTo>
                  <a:lnTo>
                    <a:pt x="1458" y="2694"/>
                  </a:lnTo>
                  <a:lnTo>
                    <a:pt x="1452" y="2718"/>
                  </a:lnTo>
                  <a:lnTo>
                    <a:pt x="1428" y="2724"/>
                  </a:lnTo>
                  <a:lnTo>
                    <a:pt x="1428" y="2736"/>
                  </a:lnTo>
                  <a:lnTo>
                    <a:pt x="1422" y="2748"/>
                  </a:lnTo>
                  <a:lnTo>
                    <a:pt x="1422" y="2760"/>
                  </a:lnTo>
                  <a:lnTo>
                    <a:pt x="1404" y="2778"/>
                  </a:lnTo>
                  <a:lnTo>
                    <a:pt x="1392" y="2778"/>
                  </a:lnTo>
                  <a:lnTo>
                    <a:pt x="1392" y="2802"/>
                  </a:lnTo>
                  <a:lnTo>
                    <a:pt x="1386" y="2808"/>
                  </a:lnTo>
                  <a:lnTo>
                    <a:pt x="1380" y="2820"/>
                  </a:lnTo>
                  <a:lnTo>
                    <a:pt x="1374" y="2826"/>
                  </a:lnTo>
                  <a:lnTo>
                    <a:pt x="1356" y="2826"/>
                  </a:lnTo>
                  <a:lnTo>
                    <a:pt x="1350" y="2832"/>
                  </a:lnTo>
                  <a:lnTo>
                    <a:pt x="1350" y="2844"/>
                  </a:lnTo>
                  <a:lnTo>
                    <a:pt x="1344" y="2856"/>
                  </a:lnTo>
                  <a:lnTo>
                    <a:pt x="1344" y="2868"/>
                  </a:lnTo>
                  <a:lnTo>
                    <a:pt x="1368" y="2868"/>
                  </a:lnTo>
                  <a:lnTo>
                    <a:pt x="1374" y="2862"/>
                  </a:lnTo>
                  <a:lnTo>
                    <a:pt x="1386" y="2856"/>
                  </a:lnTo>
                  <a:lnTo>
                    <a:pt x="1398" y="2856"/>
                  </a:lnTo>
                  <a:lnTo>
                    <a:pt x="1404" y="2862"/>
                  </a:lnTo>
                  <a:lnTo>
                    <a:pt x="1428" y="2874"/>
                  </a:lnTo>
                  <a:lnTo>
                    <a:pt x="1434" y="2886"/>
                  </a:lnTo>
                  <a:lnTo>
                    <a:pt x="1446" y="2892"/>
                  </a:lnTo>
                  <a:lnTo>
                    <a:pt x="1452" y="2898"/>
                  </a:lnTo>
                  <a:lnTo>
                    <a:pt x="1458" y="2910"/>
                  </a:lnTo>
                  <a:lnTo>
                    <a:pt x="1470" y="2922"/>
                  </a:lnTo>
                  <a:lnTo>
                    <a:pt x="1470" y="2934"/>
                  </a:lnTo>
                  <a:lnTo>
                    <a:pt x="1482" y="2934"/>
                  </a:lnTo>
                  <a:lnTo>
                    <a:pt x="1482" y="2928"/>
                  </a:lnTo>
                  <a:lnTo>
                    <a:pt x="1494" y="2916"/>
                  </a:lnTo>
                  <a:lnTo>
                    <a:pt x="1500" y="2916"/>
                  </a:lnTo>
                  <a:lnTo>
                    <a:pt x="1512" y="2922"/>
                  </a:lnTo>
                  <a:lnTo>
                    <a:pt x="1518" y="2934"/>
                  </a:lnTo>
                  <a:lnTo>
                    <a:pt x="1536" y="2952"/>
                  </a:lnTo>
                  <a:lnTo>
                    <a:pt x="1554" y="2952"/>
                  </a:lnTo>
                  <a:lnTo>
                    <a:pt x="1572" y="2970"/>
                  </a:lnTo>
                  <a:lnTo>
                    <a:pt x="1578" y="2970"/>
                  </a:lnTo>
                  <a:lnTo>
                    <a:pt x="1578" y="2982"/>
                  </a:lnTo>
                  <a:lnTo>
                    <a:pt x="1584" y="2988"/>
                  </a:lnTo>
                  <a:lnTo>
                    <a:pt x="1596" y="2994"/>
                  </a:lnTo>
                  <a:lnTo>
                    <a:pt x="1614" y="3000"/>
                  </a:lnTo>
                  <a:lnTo>
                    <a:pt x="1626" y="3000"/>
                  </a:lnTo>
                  <a:lnTo>
                    <a:pt x="1632" y="3012"/>
                  </a:lnTo>
                  <a:lnTo>
                    <a:pt x="1638" y="3018"/>
                  </a:lnTo>
                  <a:lnTo>
                    <a:pt x="1644" y="3030"/>
                  </a:lnTo>
                  <a:lnTo>
                    <a:pt x="1662" y="3048"/>
                  </a:lnTo>
                  <a:lnTo>
                    <a:pt x="1668" y="3048"/>
                  </a:lnTo>
                  <a:lnTo>
                    <a:pt x="1680" y="3054"/>
                  </a:lnTo>
                  <a:lnTo>
                    <a:pt x="1686" y="3054"/>
                  </a:lnTo>
                  <a:lnTo>
                    <a:pt x="1686" y="3066"/>
                  </a:lnTo>
                  <a:lnTo>
                    <a:pt x="1674" y="3090"/>
                  </a:lnTo>
                  <a:lnTo>
                    <a:pt x="1668" y="3096"/>
                  </a:lnTo>
                  <a:lnTo>
                    <a:pt x="1668" y="3120"/>
                  </a:lnTo>
                  <a:lnTo>
                    <a:pt x="1674" y="3120"/>
                  </a:lnTo>
                  <a:lnTo>
                    <a:pt x="1674" y="3150"/>
                  </a:lnTo>
                  <a:lnTo>
                    <a:pt x="1692" y="3150"/>
                  </a:lnTo>
                  <a:lnTo>
                    <a:pt x="1692" y="3144"/>
                  </a:lnTo>
                  <a:lnTo>
                    <a:pt x="1698" y="3132"/>
                  </a:lnTo>
                  <a:lnTo>
                    <a:pt x="1710" y="3126"/>
                  </a:lnTo>
                  <a:lnTo>
                    <a:pt x="1716" y="3114"/>
                  </a:lnTo>
                  <a:lnTo>
                    <a:pt x="1728" y="3102"/>
                  </a:lnTo>
                  <a:lnTo>
                    <a:pt x="1734" y="3090"/>
                  </a:lnTo>
                  <a:lnTo>
                    <a:pt x="1734" y="3060"/>
                  </a:lnTo>
                  <a:lnTo>
                    <a:pt x="1728" y="3054"/>
                  </a:lnTo>
                  <a:lnTo>
                    <a:pt x="1728" y="3048"/>
                  </a:lnTo>
                  <a:lnTo>
                    <a:pt x="1746" y="3018"/>
                  </a:lnTo>
                  <a:lnTo>
                    <a:pt x="1734" y="3012"/>
                  </a:lnTo>
                  <a:lnTo>
                    <a:pt x="1728" y="3000"/>
                  </a:lnTo>
                  <a:lnTo>
                    <a:pt x="1728" y="2988"/>
                  </a:lnTo>
                  <a:lnTo>
                    <a:pt x="1740" y="2976"/>
                  </a:lnTo>
                  <a:lnTo>
                    <a:pt x="1746" y="2976"/>
                  </a:lnTo>
                  <a:lnTo>
                    <a:pt x="1746" y="2952"/>
                  </a:lnTo>
                  <a:lnTo>
                    <a:pt x="1764" y="2952"/>
                  </a:lnTo>
                  <a:lnTo>
                    <a:pt x="1776" y="2940"/>
                  </a:lnTo>
                  <a:lnTo>
                    <a:pt x="1776" y="2904"/>
                  </a:lnTo>
                  <a:lnTo>
                    <a:pt x="1782" y="2898"/>
                  </a:lnTo>
                  <a:lnTo>
                    <a:pt x="1788" y="2886"/>
                  </a:lnTo>
                  <a:lnTo>
                    <a:pt x="1800" y="2874"/>
                  </a:lnTo>
                  <a:lnTo>
                    <a:pt x="1812" y="2868"/>
                  </a:lnTo>
                  <a:lnTo>
                    <a:pt x="1818" y="2862"/>
                  </a:lnTo>
                  <a:lnTo>
                    <a:pt x="1824" y="2862"/>
                  </a:lnTo>
                  <a:lnTo>
                    <a:pt x="1824" y="2898"/>
                  </a:lnTo>
                  <a:lnTo>
                    <a:pt x="1818" y="2904"/>
                  </a:lnTo>
                  <a:lnTo>
                    <a:pt x="1818" y="2910"/>
                  </a:lnTo>
                  <a:lnTo>
                    <a:pt x="1812" y="2916"/>
                  </a:lnTo>
                  <a:lnTo>
                    <a:pt x="1812" y="2934"/>
                  </a:lnTo>
                  <a:lnTo>
                    <a:pt x="1800" y="2940"/>
                  </a:lnTo>
                  <a:lnTo>
                    <a:pt x="1800" y="2952"/>
                  </a:lnTo>
                  <a:lnTo>
                    <a:pt x="1776" y="2982"/>
                  </a:lnTo>
                  <a:lnTo>
                    <a:pt x="1746" y="3006"/>
                  </a:lnTo>
                  <a:lnTo>
                    <a:pt x="1752" y="3012"/>
                  </a:lnTo>
                  <a:lnTo>
                    <a:pt x="1770" y="3012"/>
                  </a:lnTo>
                  <a:lnTo>
                    <a:pt x="1770" y="2994"/>
                  </a:lnTo>
                  <a:lnTo>
                    <a:pt x="1776" y="2988"/>
                  </a:lnTo>
                  <a:lnTo>
                    <a:pt x="1788" y="2988"/>
                  </a:lnTo>
                  <a:lnTo>
                    <a:pt x="1794" y="2982"/>
                  </a:lnTo>
                  <a:lnTo>
                    <a:pt x="1800" y="2982"/>
                  </a:lnTo>
                  <a:lnTo>
                    <a:pt x="1812" y="2964"/>
                  </a:lnTo>
                  <a:lnTo>
                    <a:pt x="1824" y="2940"/>
                  </a:lnTo>
                  <a:lnTo>
                    <a:pt x="1848" y="2880"/>
                  </a:lnTo>
                  <a:lnTo>
                    <a:pt x="1860" y="2832"/>
                  </a:lnTo>
                  <a:lnTo>
                    <a:pt x="1872" y="2808"/>
                  </a:lnTo>
                  <a:lnTo>
                    <a:pt x="1878" y="2790"/>
                  </a:lnTo>
                  <a:lnTo>
                    <a:pt x="1884" y="2778"/>
                  </a:lnTo>
                  <a:lnTo>
                    <a:pt x="1896" y="2772"/>
                  </a:lnTo>
                  <a:lnTo>
                    <a:pt x="1902" y="2760"/>
                  </a:lnTo>
                  <a:lnTo>
                    <a:pt x="1926" y="2736"/>
                  </a:lnTo>
                  <a:lnTo>
                    <a:pt x="1926" y="2724"/>
                  </a:lnTo>
                  <a:lnTo>
                    <a:pt x="1920" y="2718"/>
                  </a:lnTo>
                  <a:lnTo>
                    <a:pt x="1938" y="2706"/>
                  </a:lnTo>
                  <a:lnTo>
                    <a:pt x="1932" y="2670"/>
                  </a:lnTo>
                  <a:lnTo>
                    <a:pt x="1938" y="2646"/>
                  </a:lnTo>
                  <a:lnTo>
                    <a:pt x="1926" y="2640"/>
                  </a:lnTo>
                  <a:lnTo>
                    <a:pt x="1932" y="2634"/>
                  </a:lnTo>
                  <a:lnTo>
                    <a:pt x="1938" y="2622"/>
                  </a:lnTo>
                  <a:lnTo>
                    <a:pt x="1938" y="2610"/>
                  </a:lnTo>
                  <a:lnTo>
                    <a:pt x="1932" y="2604"/>
                  </a:lnTo>
                  <a:lnTo>
                    <a:pt x="1920" y="2598"/>
                  </a:lnTo>
                  <a:lnTo>
                    <a:pt x="1914" y="2592"/>
                  </a:lnTo>
                  <a:lnTo>
                    <a:pt x="1914" y="2556"/>
                  </a:lnTo>
                  <a:lnTo>
                    <a:pt x="1896" y="2544"/>
                  </a:lnTo>
                  <a:lnTo>
                    <a:pt x="1920" y="2544"/>
                  </a:lnTo>
                  <a:lnTo>
                    <a:pt x="1914" y="2520"/>
                  </a:lnTo>
                  <a:lnTo>
                    <a:pt x="1902" y="2508"/>
                  </a:lnTo>
                  <a:lnTo>
                    <a:pt x="1908" y="2508"/>
                  </a:lnTo>
                  <a:lnTo>
                    <a:pt x="1920" y="2502"/>
                  </a:lnTo>
                  <a:lnTo>
                    <a:pt x="1920" y="2490"/>
                  </a:lnTo>
                  <a:lnTo>
                    <a:pt x="1914" y="2490"/>
                  </a:lnTo>
                  <a:lnTo>
                    <a:pt x="1902" y="2484"/>
                  </a:lnTo>
                  <a:lnTo>
                    <a:pt x="1896" y="2478"/>
                  </a:lnTo>
                  <a:lnTo>
                    <a:pt x="1920" y="2460"/>
                  </a:lnTo>
                  <a:lnTo>
                    <a:pt x="1932" y="2472"/>
                  </a:lnTo>
                  <a:lnTo>
                    <a:pt x="1944" y="2478"/>
                  </a:lnTo>
                  <a:lnTo>
                    <a:pt x="1950" y="2478"/>
                  </a:lnTo>
                  <a:lnTo>
                    <a:pt x="1950" y="2448"/>
                  </a:lnTo>
                  <a:lnTo>
                    <a:pt x="1962" y="2424"/>
                  </a:lnTo>
                  <a:lnTo>
                    <a:pt x="1974" y="2418"/>
                  </a:lnTo>
                  <a:lnTo>
                    <a:pt x="1980" y="2418"/>
                  </a:lnTo>
                  <a:lnTo>
                    <a:pt x="2004" y="2406"/>
                  </a:lnTo>
                  <a:lnTo>
                    <a:pt x="2010" y="2394"/>
                  </a:lnTo>
                  <a:lnTo>
                    <a:pt x="2010" y="2382"/>
                  </a:lnTo>
                  <a:lnTo>
                    <a:pt x="2016" y="2376"/>
                  </a:lnTo>
                  <a:lnTo>
                    <a:pt x="2028" y="2376"/>
                  </a:lnTo>
                  <a:lnTo>
                    <a:pt x="2034" y="2370"/>
                  </a:lnTo>
                  <a:lnTo>
                    <a:pt x="2046" y="2370"/>
                  </a:lnTo>
                  <a:lnTo>
                    <a:pt x="2046" y="2358"/>
                  </a:lnTo>
                  <a:lnTo>
                    <a:pt x="2070" y="2358"/>
                  </a:lnTo>
                  <a:lnTo>
                    <a:pt x="2070" y="2340"/>
                  </a:lnTo>
                  <a:lnTo>
                    <a:pt x="2118" y="2340"/>
                  </a:lnTo>
                  <a:lnTo>
                    <a:pt x="2124" y="2358"/>
                  </a:lnTo>
                  <a:lnTo>
                    <a:pt x="2136" y="2352"/>
                  </a:lnTo>
                  <a:lnTo>
                    <a:pt x="2118" y="2334"/>
                  </a:lnTo>
                  <a:lnTo>
                    <a:pt x="2136" y="2316"/>
                  </a:lnTo>
                  <a:lnTo>
                    <a:pt x="2142" y="2316"/>
                  </a:lnTo>
                  <a:lnTo>
                    <a:pt x="2154" y="2310"/>
                  </a:lnTo>
                  <a:lnTo>
                    <a:pt x="2178" y="2310"/>
                  </a:lnTo>
                  <a:lnTo>
                    <a:pt x="2160" y="2292"/>
                  </a:lnTo>
                  <a:lnTo>
                    <a:pt x="2172" y="2286"/>
                  </a:lnTo>
                  <a:lnTo>
                    <a:pt x="2178" y="2280"/>
                  </a:lnTo>
                  <a:lnTo>
                    <a:pt x="2190" y="2280"/>
                  </a:lnTo>
                  <a:lnTo>
                    <a:pt x="2190" y="2304"/>
                  </a:lnTo>
                  <a:lnTo>
                    <a:pt x="2196" y="2304"/>
                  </a:lnTo>
                  <a:lnTo>
                    <a:pt x="2196" y="2298"/>
                  </a:lnTo>
                  <a:lnTo>
                    <a:pt x="2202" y="2286"/>
                  </a:lnTo>
                  <a:lnTo>
                    <a:pt x="2208" y="2280"/>
                  </a:lnTo>
                  <a:lnTo>
                    <a:pt x="2244" y="2286"/>
                  </a:lnTo>
                  <a:lnTo>
                    <a:pt x="2244" y="2280"/>
                  </a:lnTo>
                  <a:lnTo>
                    <a:pt x="2250" y="2274"/>
                  </a:lnTo>
                  <a:lnTo>
                    <a:pt x="2250" y="2268"/>
                  </a:lnTo>
                  <a:lnTo>
                    <a:pt x="2256" y="2262"/>
                  </a:lnTo>
                  <a:lnTo>
                    <a:pt x="2268" y="2256"/>
                  </a:lnTo>
                  <a:lnTo>
                    <a:pt x="2274" y="2256"/>
                  </a:lnTo>
                  <a:lnTo>
                    <a:pt x="2280" y="2262"/>
                  </a:lnTo>
                  <a:lnTo>
                    <a:pt x="2280" y="2286"/>
                  </a:lnTo>
                  <a:lnTo>
                    <a:pt x="2346" y="2280"/>
                  </a:lnTo>
                  <a:lnTo>
                    <a:pt x="2352" y="2262"/>
                  </a:lnTo>
                  <a:lnTo>
                    <a:pt x="2346" y="2250"/>
                  </a:lnTo>
                  <a:lnTo>
                    <a:pt x="2352" y="2244"/>
                  </a:lnTo>
                  <a:lnTo>
                    <a:pt x="2358" y="2232"/>
                  </a:lnTo>
                  <a:lnTo>
                    <a:pt x="2370" y="2220"/>
                  </a:lnTo>
                  <a:lnTo>
                    <a:pt x="2406" y="2202"/>
                  </a:lnTo>
                  <a:lnTo>
                    <a:pt x="2418" y="2202"/>
                  </a:lnTo>
                  <a:lnTo>
                    <a:pt x="2412" y="2190"/>
                  </a:lnTo>
                  <a:lnTo>
                    <a:pt x="2412" y="2112"/>
                  </a:lnTo>
                  <a:lnTo>
                    <a:pt x="2442" y="2082"/>
                  </a:lnTo>
                  <a:lnTo>
                    <a:pt x="2442" y="2058"/>
                  </a:lnTo>
                  <a:lnTo>
                    <a:pt x="2460" y="2052"/>
                  </a:lnTo>
                  <a:lnTo>
                    <a:pt x="2460" y="2022"/>
                  </a:lnTo>
                  <a:lnTo>
                    <a:pt x="2466" y="2022"/>
                  </a:lnTo>
                  <a:lnTo>
                    <a:pt x="2472" y="2016"/>
                  </a:lnTo>
                  <a:lnTo>
                    <a:pt x="2478" y="2016"/>
                  </a:lnTo>
                  <a:lnTo>
                    <a:pt x="2478" y="2010"/>
                  </a:lnTo>
                  <a:lnTo>
                    <a:pt x="2484" y="2004"/>
                  </a:lnTo>
                  <a:lnTo>
                    <a:pt x="2484" y="1956"/>
                  </a:lnTo>
                  <a:lnTo>
                    <a:pt x="2478" y="1944"/>
                  </a:lnTo>
                  <a:lnTo>
                    <a:pt x="2478" y="1926"/>
                  </a:lnTo>
                  <a:lnTo>
                    <a:pt x="2472" y="1908"/>
                  </a:lnTo>
                  <a:lnTo>
                    <a:pt x="2484" y="1884"/>
                  </a:lnTo>
                  <a:lnTo>
                    <a:pt x="2514" y="1854"/>
                  </a:lnTo>
                  <a:lnTo>
                    <a:pt x="2514" y="1848"/>
                  </a:lnTo>
                  <a:lnTo>
                    <a:pt x="2508" y="1836"/>
                  </a:lnTo>
                  <a:lnTo>
                    <a:pt x="2508" y="1830"/>
                  </a:lnTo>
                  <a:lnTo>
                    <a:pt x="2502" y="1818"/>
                  </a:lnTo>
                  <a:lnTo>
                    <a:pt x="2508" y="1764"/>
                  </a:lnTo>
                  <a:lnTo>
                    <a:pt x="2508" y="1758"/>
                  </a:lnTo>
                  <a:lnTo>
                    <a:pt x="2514" y="1752"/>
                  </a:lnTo>
                  <a:lnTo>
                    <a:pt x="2514" y="1722"/>
                  </a:lnTo>
                  <a:lnTo>
                    <a:pt x="2520" y="1710"/>
                  </a:lnTo>
                  <a:lnTo>
                    <a:pt x="2520" y="1680"/>
                  </a:lnTo>
                  <a:lnTo>
                    <a:pt x="2508" y="1644"/>
                  </a:lnTo>
                  <a:lnTo>
                    <a:pt x="2502" y="1608"/>
                  </a:lnTo>
                  <a:lnTo>
                    <a:pt x="2502" y="1596"/>
                  </a:lnTo>
                  <a:lnTo>
                    <a:pt x="2508" y="1560"/>
                  </a:lnTo>
                  <a:lnTo>
                    <a:pt x="2508" y="1548"/>
                  </a:lnTo>
                  <a:lnTo>
                    <a:pt x="2502" y="1536"/>
                  </a:lnTo>
                  <a:lnTo>
                    <a:pt x="2502" y="1500"/>
                  </a:lnTo>
                  <a:lnTo>
                    <a:pt x="2508" y="1488"/>
                  </a:lnTo>
                  <a:lnTo>
                    <a:pt x="2520" y="1476"/>
                  </a:lnTo>
                  <a:lnTo>
                    <a:pt x="2508" y="1458"/>
                  </a:lnTo>
                  <a:lnTo>
                    <a:pt x="2520" y="1446"/>
                  </a:lnTo>
                  <a:lnTo>
                    <a:pt x="2532" y="1446"/>
                  </a:lnTo>
                  <a:lnTo>
                    <a:pt x="2532" y="1452"/>
                  </a:lnTo>
                  <a:lnTo>
                    <a:pt x="2538" y="1464"/>
                  </a:lnTo>
                  <a:lnTo>
                    <a:pt x="2544" y="1470"/>
                  </a:lnTo>
                  <a:lnTo>
                    <a:pt x="2556" y="1464"/>
                  </a:lnTo>
                  <a:lnTo>
                    <a:pt x="2562" y="1452"/>
                  </a:lnTo>
                  <a:lnTo>
                    <a:pt x="2574" y="1446"/>
                  </a:lnTo>
                  <a:lnTo>
                    <a:pt x="2580" y="1434"/>
                  </a:lnTo>
                  <a:lnTo>
                    <a:pt x="2586" y="1428"/>
                  </a:lnTo>
                  <a:lnTo>
                    <a:pt x="2592" y="1416"/>
                  </a:lnTo>
                  <a:lnTo>
                    <a:pt x="2592" y="1404"/>
                  </a:lnTo>
                  <a:lnTo>
                    <a:pt x="2598" y="1386"/>
                  </a:lnTo>
                  <a:lnTo>
                    <a:pt x="2598" y="1374"/>
                  </a:lnTo>
                  <a:lnTo>
                    <a:pt x="2604" y="1356"/>
                  </a:lnTo>
                  <a:lnTo>
                    <a:pt x="2604" y="1344"/>
                  </a:lnTo>
                  <a:lnTo>
                    <a:pt x="2610" y="1338"/>
                  </a:lnTo>
                  <a:lnTo>
                    <a:pt x="2616" y="1338"/>
                  </a:lnTo>
                  <a:lnTo>
                    <a:pt x="2628" y="1326"/>
                  </a:lnTo>
                  <a:lnTo>
                    <a:pt x="2634" y="1314"/>
                  </a:lnTo>
                  <a:lnTo>
                    <a:pt x="2640" y="1308"/>
                  </a:lnTo>
                  <a:lnTo>
                    <a:pt x="2640" y="1296"/>
                  </a:lnTo>
                  <a:lnTo>
                    <a:pt x="2652" y="1290"/>
                  </a:lnTo>
                  <a:lnTo>
                    <a:pt x="2658" y="1284"/>
                  </a:lnTo>
                  <a:lnTo>
                    <a:pt x="2670" y="1284"/>
                  </a:lnTo>
                  <a:lnTo>
                    <a:pt x="2682" y="1272"/>
                  </a:lnTo>
                  <a:lnTo>
                    <a:pt x="2682" y="1254"/>
                  </a:lnTo>
                  <a:lnTo>
                    <a:pt x="2688" y="1254"/>
                  </a:lnTo>
                  <a:lnTo>
                    <a:pt x="2724" y="1218"/>
                  </a:lnTo>
                  <a:lnTo>
                    <a:pt x="2736" y="1188"/>
                  </a:lnTo>
                  <a:lnTo>
                    <a:pt x="2754" y="1158"/>
                  </a:lnTo>
                  <a:lnTo>
                    <a:pt x="2760" y="1134"/>
                  </a:lnTo>
                  <a:lnTo>
                    <a:pt x="2766" y="1122"/>
                  </a:lnTo>
                  <a:lnTo>
                    <a:pt x="2772" y="1116"/>
                  </a:lnTo>
                  <a:lnTo>
                    <a:pt x="2778" y="1104"/>
                  </a:lnTo>
                  <a:lnTo>
                    <a:pt x="2784" y="1098"/>
                  </a:lnTo>
                  <a:lnTo>
                    <a:pt x="2784" y="1080"/>
                  </a:lnTo>
                  <a:lnTo>
                    <a:pt x="2778" y="1068"/>
                  </a:lnTo>
                  <a:lnTo>
                    <a:pt x="2778" y="1002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521" name="Burundi" descr="© INSCALE GmbH, 05.05.2010&#10;http://www.presentationload.com/">
              <a:extLst>
                <a:ext uri="{FF2B5EF4-FFF2-40B4-BE49-F238E27FC236}">
                  <a16:creationId xmlns:a16="http://schemas.microsoft.com/office/drawing/2014/main" id="{2BAABB68-93EC-4F1C-88C4-C520869C5C41}"/>
                </a:ext>
              </a:extLst>
            </p:cNvPr>
            <p:cNvSpPr>
              <a:spLocks/>
            </p:cNvSpPr>
            <p:nvPr/>
          </p:nvSpPr>
          <p:spPr bwMode="gray">
            <a:xfrm>
              <a:off x="4414383" y="3066193"/>
              <a:ext cx="43943" cy="55231"/>
            </a:xfrm>
            <a:custGeom>
              <a:avLst/>
              <a:gdLst>
                <a:gd name="T0" fmla="*/ 2147483647 w 132"/>
                <a:gd name="T1" fmla="*/ 2147483647 h 168"/>
                <a:gd name="T2" fmla="*/ 2147483647 w 132"/>
                <a:gd name="T3" fmla="*/ 2147483647 h 168"/>
                <a:gd name="T4" fmla="*/ 2147483647 w 132"/>
                <a:gd name="T5" fmla="*/ 2147483647 h 168"/>
                <a:gd name="T6" fmla="*/ 2147483647 w 132"/>
                <a:gd name="T7" fmla="*/ 2147483647 h 168"/>
                <a:gd name="T8" fmla="*/ 2147483647 w 132"/>
                <a:gd name="T9" fmla="*/ 2147483647 h 168"/>
                <a:gd name="T10" fmla="*/ 2147483647 w 132"/>
                <a:gd name="T11" fmla="*/ 2147483647 h 168"/>
                <a:gd name="T12" fmla="*/ 2147483647 w 132"/>
                <a:gd name="T13" fmla="*/ 2147483647 h 168"/>
                <a:gd name="T14" fmla="*/ 2147483647 w 132"/>
                <a:gd name="T15" fmla="*/ 2147483647 h 168"/>
                <a:gd name="T16" fmla="*/ 2147483647 w 132"/>
                <a:gd name="T17" fmla="*/ 2147483647 h 168"/>
                <a:gd name="T18" fmla="*/ 2147483647 w 132"/>
                <a:gd name="T19" fmla="*/ 2147483647 h 168"/>
                <a:gd name="T20" fmla="*/ 2147483647 w 132"/>
                <a:gd name="T21" fmla="*/ 2147483647 h 168"/>
                <a:gd name="T22" fmla="*/ 2147483647 w 132"/>
                <a:gd name="T23" fmla="*/ 2147483647 h 168"/>
                <a:gd name="T24" fmla="*/ 2147483647 w 132"/>
                <a:gd name="T25" fmla="*/ 2147483647 h 168"/>
                <a:gd name="T26" fmla="*/ 2147483647 w 132"/>
                <a:gd name="T27" fmla="*/ 2147483647 h 168"/>
                <a:gd name="T28" fmla="*/ 2147483647 w 132"/>
                <a:gd name="T29" fmla="*/ 2147483647 h 168"/>
                <a:gd name="T30" fmla="*/ 2147483647 w 132"/>
                <a:gd name="T31" fmla="*/ 2147483647 h 168"/>
                <a:gd name="T32" fmla="*/ 2147483647 w 132"/>
                <a:gd name="T33" fmla="*/ 2147483647 h 168"/>
                <a:gd name="T34" fmla="*/ 2147483647 w 132"/>
                <a:gd name="T35" fmla="*/ 2147483647 h 168"/>
                <a:gd name="T36" fmla="*/ 2147483647 w 132"/>
                <a:gd name="T37" fmla="*/ 2147483647 h 168"/>
                <a:gd name="T38" fmla="*/ 2147483647 w 132"/>
                <a:gd name="T39" fmla="*/ 2147483647 h 168"/>
                <a:gd name="T40" fmla="*/ 2147483647 w 132"/>
                <a:gd name="T41" fmla="*/ 2147483647 h 168"/>
                <a:gd name="T42" fmla="*/ 2147483647 w 132"/>
                <a:gd name="T43" fmla="*/ 2147483647 h 168"/>
                <a:gd name="T44" fmla="*/ 2147483647 w 132"/>
                <a:gd name="T45" fmla="*/ 2147483647 h 168"/>
                <a:gd name="T46" fmla="*/ 2147483647 w 132"/>
                <a:gd name="T47" fmla="*/ 0 h 168"/>
                <a:gd name="T48" fmla="*/ 2147483647 w 132"/>
                <a:gd name="T49" fmla="*/ 0 h 168"/>
                <a:gd name="T50" fmla="*/ 2147483647 w 132"/>
                <a:gd name="T51" fmla="*/ 0 h 168"/>
                <a:gd name="T52" fmla="*/ 2147483647 w 132"/>
                <a:gd name="T53" fmla="*/ 2147483647 h 168"/>
                <a:gd name="T54" fmla="*/ 2147483647 w 132"/>
                <a:gd name="T55" fmla="*/ 2147483647 h 168"/>
                <a:gd name="T56" fmla="*/ 2147483647 w 132"/>
                <a:gd name="T57" fmla="*/ 2147483647 h 168"/>
                <a:gd name="T58" fmla="*/ 2147483647 w 132"/>
                <a:gd name="T59" fmla="*/ 2147483647 h 168"/>
                <a:gd name="T60" fmla="*/ 2147483647 w 132"/>
                <a:gd name="T61" fmla="*/ 2147483647 h 168"/>
                <a:gd name="T62" fmla="*/ 2147483647 w 132"/>
                <a:gd name="T63" fmla="*/ 2147483647 h 168"/>
                <a:gd name="T64" fmla="*/ 0 w 132"/>
                <a:gd name="T65" fmla="*/ 2147483647 h 168"/>
                <a:gd name="T66" fmla="*/ 2147483647 w 132"/>
                <a:gd name="T67" fmla="*/ 2147483647 h 168"/>
                <a:gd name="T68" fmla="*/ 2147483647 w 132"/>
                <a:gd name="T69" fmla="*/ 2147483647 h 168"/>
                <a:gd name="T70" fmla="*/ 2147483647 w 132"/>
                <a:gd name="T71" fmla="*/ 2147483647 h 168"/>
                <a:gd name="T72" fmla="*/ 2147483647 w 132"/>
                <a:gd name="T73" fmla="*/ 2147483647 h 168"/>
                <a:gd name="T74" fmla="*/ 2147483647 w 132"/>
                <a:gd name="T75" fmla="*/ 2147483647 h 16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2"/>
                <a:gd name="T115" fmla="*/ 0 h 168"/>
                <a:gd name="T116" fmla="*/ 132 w 132"/>
                <a:gd name="T117" fmla="*/ 168 h 16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2" h="168">
                  <a:moveTo>
                    <a:pt x="36" y="72"/>
                  </a:moveTo>
                  <a:lnTo>
                    <a:pt x="36" y="96"/>
                  </a:lnTo>
                  <a:lnTo>
                    <a:pt x="30" y="102"/>
                  </a:lnTo>
                  <a:lnTo>
                    <a:pt x="30" y="138"/>
                  </a:lnTo>
                  <a:lnTo>
                    <a:pt x="36" y="156"/>
                  </a:lnTo>
                  <a:lnTo>
                    <a:pt x="42" y="168"/>
                  </a:lnTo>
                  <a:lnTo>
                    <a:pt x="54" y="168"/>
                  </a:lnTo>
                  <a:lnTo>
                    <a:pt x="60" y="162"/>
                  </a:lnTo>
                  <a:lnTo>
                    <a:pt x="72" y="156"/>
                  </a:lnTo>
                  <a:lnTo>
                    <a:pt x="84" y="144"/>
                  </a:lnTo>
                  <a:lnTo>
                    <a:pt x="90" y="132"/>
                  </a:lnTo>
                  <a:lnTo>
                    <a:pt x="90" y="114"/>
                  </a:lnTo>
                  <a:lnTo>
                    <a:pt x="96" y="102"/>
                  </a:lnTo>
                  <a:lnTo>
                    <a:pt x="114" y="84"/>
                  </a:lnTo>
                  <a:lnTo>
                    <a:pt x="126" y="84"/>
                  </a:lnTo>
                  <a:lnTo>
                    <a:pt x="120" y="72"/>
                  </a:lnTo>
                  <a:lnTo>
                    <a:pt x="132" y="66"/>
                  </a:lnTo>
                  <a:lnTo>
                    <a:pt x="132" y="48"/>
                  </a:lnTo>
                  <a:lnTo>
                    <a:pt x="114" y="48"/>
                  </a:lnTo>
                  <a:lnTo>
                    <a:pt x="108" y="42"/>
                  </a:lnTo>
                  <a:lnTo>
                    <a:pt x="102" y="42"/>
                  </a:lnTo>
                  <a:lnTo>
                    <a:pt x="102" y="24"/>
                  </a:lnTo>
                  <a:lnTo>
                    <a:pt x="108" y="12"/>
                  </a:lnTo>
                  <a:lnTo>
                    <a:pt x="108" y="0"/>
                  </a:lnTo>
                  <a:lnTo>
                    <a:pt x="120" y="0"/>
                  </a:lnTo>
                  <a:lnTo>
                    <a:pt x="66" y="0"/>
                  </a:lnTo>
                  <a:lnTo>
                    <a:pt x="60" y="24"/>
                  </a:lnTo>
                  <a:lnTo>
                    <a:pt x="48" y="30"/>
                  </a:lnTo>
                  <a:lnTo>
                    <a:pt x="42" y="36"/>
                  </a:lnTo>
                  <a:lnTo>
                    <a:pt x="30" y="36"/>
                  </a:lnTo>
                  <a:lnTo>
                    <a:pt x="24" y="30"/>
                  </a:lnTo>
                  <a:lnTo>
                    <a:pt x="18" y="18"/>
                  </a:lnTo>
                  <a:lnTo>
                    <a:pt x="0" y="18"/>
                  </a:lnTo>
                  <a:lnTo>
                    <a:pt x="12" y="48"/>
                  </a:lnTo>
                  <a:lnTo>
                    <a:pt x="18" y="54"/>
                  </a:lnTo>
                  <a:lnTo>
                    <a:pt x="30" y="60"/>
                  </a:lnTo>
                  <a:lnTo>
                    <a:pt x="36" y="66"/>
                  </a:lnTo>
                  <a:lnTo>
                    <a:pt x="36" y="72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522" name="Bulgaria" descr="© INSCALE GmbH, 05.05.2010&#10;http://www.presentationload.com/">
              <a:extLst>
                <a:ext uri="{FF2B5EF4-FFF2-40B4-BE49-F238E27FC236}">
                  <a16:creationId xmlns:a16="http://schemas.microsoft.com/office/drawing/2014/main" id="{01AD156C-C184-4A91-B0FB-6D9AE38C92B4}"/>
                </a:ext>
              </a:extLst>
            </p:cNvPr>
            <p:cNvSpPr>
              <a:spLocks/>
            </p:cNvSpPr>
            <p:nvPr/>
          </p:nvSpPr>
          <p:spPr bwMode="gray">
            <a:xfrm>
              <a:off x="4232152" y="1834427"/>
              <a:ext cx="130534" cy="74497"/>
            </a:xfrm>
            <a:custGeom>
              <a:avLst/>
              <a:gdLst>
                <a:gd name="T0" fmla="*/ 2147483647 w 396"/>
                <a:gd name="T1" fmla="*/ 2147483647 h 228"/>
                <a:gd name="T2" fmla="*/ 2147483647 w 396"/>
                <a:gd name="T3" fmla="*/ 2147483647 h 228"/>
                <a:gd name="T4" fmla="*/ 2147483647 w 396"/>
                <a:gd name="T5" fmla="*/ 2147483647 h 228"/>
                <a:gd name="T6" fmla="*/ 2147483647 w 396"/>
                <a:gd name="T7" fmla="*/ 2147483647 h 228"/>
                <a:gd name="T8" fmla="*/ 2147483647 w 396"/>
                <a:gd name="T9" fmla="*/ 2147483647 h 228"/>
                <a:gd name="T10" fmla="*/ 2147483647 w 396"/>
                <a:gd name="T11" fmla="*/ 2147483647 h 228"/>
                <a:gd name="T12" fmla="*/ 2147483647 w 396"/>
                <a:gd name="T13" fmla="*/ 2147483647 h 228"/>
                <a:gd name="T14" fmla="*/ 2147483647 w 396"/>
                <a:gd name="T15" fmla="*/ 0 h 228"/>
                <a:gd name="T16" fmla="*/ 2147483647 w 396"/>
                <a:gd name="T17" fmla="*/ 2147483647 h 228"/>
                <a:gd name="T18" fmla="*/ 2147483647 w 396"/>
                <a:gd name="T19" fmla="*/ 2147483647 h 228"/>
                <a:gd name="T20" fmla="*/ 2147483647 w 396"/>
                <a:gd name="T21" fmla="*/ 2147483647 h 228"/>
                <a:gd name="T22" fmla="*/ 2147483647 w 396"/>
                <a:gd name="T23" fmla="*/ 2147483647 h 228"/>
                <a:gd name="T24" fmla="*/ 2147483647 w 396"/>
                <a:gd name="T25" fmla="*/ 2147483647 h 228"/>
                <a:gd name="T26" fmla="*/ 2147483647 w 396"/>
                <a:gd name="T27" fmla="*/ 2147483647 h 228"/>
                <a:gd name="T28" fmla="*/ 2147483647 w 396"/>
                <a:gd name="T29" fmla="*/ 2147483647 h 228"/>
                <a:gd name="T30" fmla="*/ 2147483647 w 396"/>
                <a:gd name="T31" fmla="*/ 2147483647 h 228"/>
                <a:gd name="T32" fmla="*/ 2147483647 w 396"/>
                <a:gd name="T33" fmla="*/ 2147483647 h 228"/>
                <a:gd name="T34" fmla="*/ 2147483647 w 396"/>
                <a:gd name="T35" fmla="*/ 2147483647 h 228"/>
                <a:gd name="T36" fmla="*/ 2147483647 w 396"/>
                <a:gd name="T37" fmla="*/ 2147483647 h 228"/>
                <a:gd name="T38" fmla="*/ 2147483647 w 396"/>
                <a:gd name="T39" fmla="*/ 2147483647 h 228"/>
                <a:gd name="T40" fmla="*/ 2147483647 w 396"/>
                <a:gd name="T41" fmla="*/ 2147483647 h 228"/>
                <a:gd name="T42" fmla="*/ 2147483647 w 396"/>
                <a:gd name="T43" fmla="*/ 0 h 228"/>
                <a:gd name="T44" fmla="*/ 0 w 396"/>
                <a:gd name="T45" fmla="*/ 2147483647 h 228"/>
                <a:gd name="T46" fmla="*/ 2147483647 w 396"/>
                <a:gd name="T47" fmla="*/ 2147483647 h 228"/>
                <a:gd name="T48" fmla="*/ 2147483647 w 396"/>
                <a:gd name="T49" fmla="*/ 2147483647 h 228"/>
                <a:gd name="T50" fmla="*/ 2147483647 w 396"/>
                <a:gd name="T51" fmla="*/ 2147483647 h 228"/>
                <a:gd name="T52" fmla="*/ 2147483647 w 396"/>
                <a:gd name="T53" fmla="*/ 2147483647 h 228"/>
                <a:gd name="T54" fmla="*/ 2147483647 w 396"/>
                <a:gd name="T55" fmla="*/ 2147483647 h 228"/>
                <a:gd name="T56" fmla="*/ 0 w 396"/>
                <a:gd name="T57" fmla="*/ 2147483647 h 228"/>
                <a:gd name="T58" fmla="*/ 2147483647 w 396"/>
                <a:gd name="T59" fmla="*/ 2147483647 h 228"/>
                <a:gd name="T60" fmla="*/ 2147483647 w 396"/>
                <a:gd name="T61" fmla="*/ 2147483647 h 228"/>
                <a:gd name="T62" fmla="*/ 2147483647 w 396"/>
                <a:gd name="T63" fmla="*/ 2147483647 h 228"/>
                <a:gd name="T64" fmla="*/ 2147483647 w 396"/>
                <a:gd name="T65" fmla="*/ 2147483647 h 228"/>
                <a:gd name="T66" fmla="*/ 2147483647 w 396"/>
                <a:gd name="T67" fmla="*/ 2147483647 h 228"/>
                <a:gd name="T68" fmla="*/ 2147483647 w 396"/>
                <a:gd name="T69" fmla="*/ 2147483647 h 228"/>
                <a:gd name="T70" fmla="*/ 2147483647 w 396"/>
                <a:gd name="T71" fmla="*/ 2147483647 h 228"/>
                <a:gd name="T72" fmla="*/ 2147483647 w 396"/>
                <a:gd name="T73" fmla="*/ 2147483647 h 228"/>
                <a:gd name="T74" fmla="*/ 2147483647 w 396"/>
                <a:gd name="T75" fmla="*/ 2147483647 h 228"/>
                <a:gd name="T76" fmla="*/ 2147483647 w 396"/>
                <a:gd name="T77" fmla="*/ 2147483647 h 228"/>
                <a:gd name="T78" fmla="*/ 2147483647 w 396"/>
                <a:gd name="T79" fmla="*/ 2147483647 h 228"/>
                <a:gd name="T80" fmla="*/ 2147483647 w 396"/>
                <a:gd name="T81" fmla="*/ 2147483647 h 228"/>
                <a:gd name="T82" fmla="*/ 2147483647 w 396"/>
                <a:gd name="T83" fmla="*/ 2147483647 h 228"/>
                <a:gd name="T84" fmla="*/ 2147483647 w 396"/>
                <a:gd name="T85" fmla="*/ 2147483647 h 228"/>
                <a:gd name="T86" fmla="*/ 2147483647 w 396"/>
                <a:gd name="T87" fmla="*/ 2147483647 h 228"/>
                <a:gd name="T88" fmla="*/ 2147483647 w 396"/>
                <a:gd name="T89" fmla="*/ 2147483647 h 228"/>
                <a:gd name="T90" fmla="*/ 2147483647 w 396"/>
                <a:gd name="T91" fmla="*/ 2147483647 h 228"/>
                <a:gd name="T92" fmla="*/ 2147483647 w 396"/>
                <a:gd name="T93" fmla="*/ 2147483647 h 22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96"/>
                <a:gd name="T142" fmla="*/ 0 h 228"/>
                <a:gd name="T143" fmla="*/ 396 w 396"/>
                <a:gd name="T144" fmla="*/ 228 h 228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96" h="228">
                  <a:moveTo>
                    <a:pt x="372" y="168"/>
                  </a:moveTo>
                  <a:lnTo>
                    <a:pt x="336" y="126"/>
                  </a:lnTo>
                  <a:lnTo>
                    <a:pt x="354" y="108"/>
                  </a:lnTo>
                  <a:lnTo>
                    <a:pt x="354" y="78"/>
                  </a:lnTo>
                  <a:lnTo>
                    <a:pt x="360" y="72"/>
                  </a:lnTo>
                  <a:lnTo>
                    <a:pt x="372" y="66"/>
                  </a:lnTo>
                  <a:lnTo>
                    <a:pt x="396" y="66"/>
                  </a:lnTo>
                  <a:lnTo>
                    <a:pt x="396" y="48"/>
                  </a:lnTo>
                  <a:lnTo>
                    <a:pt x="390" y="36"/>
                  </a:lnTo>
                  <a:lnTo>
                    <a:pt x="372" y="36"/>
                  </a:lnTo>
                  <a:lnTo>
                    <a:pt x="348" y="12"/>
                  </a:lnTo>
                  <a:lnTo>
                    <a:pt x="324" y="12"/>
                  </a:lnTo>
                  <a:lnTo>
                    <a:pt x="312" y="6"/>
                  </a:lnTo>
                  <a:lnTo>
                    <a:pt x="300" y="6"/>
                  </a:lnTo>
                  <a:lnTo>
                    <a:pt x="288" y="0"/>
                  </a:lnTo>
                  <a:lnTo>
                    <a:pt x="282" y="0"/>
                  </a:lnTo>
                  <a:lnTo>
                    <a:pt x="282" y="12"/>
                  </a:lnTo>
                  <a:lnTo>
                    <a:pt x="252" y="6"/>
                  </a:lnTo>
                  <a:lnTo>
                    <a:pt x="252" y="12"/>
                  </a:lnTo>
                  <a:lnTo>
                    <a:pt x="246" y="12"/>
                  </a:lnTo>
                  <a:lnTo>
                    <a:pt x="234" y="18"/>
                  </a:lnTo>
                  <a:lnTo>
                    <a:pt x="228" y="18"/>
                  </a:lnTo>
                  <a:lnTo>
                    <a:pt x="222" y="24"/>
                  </a:lnTo>
                  <a:lnTo>
                    <a:pt x="222" y="36"/>
                  </a:lnTo>
                  <a:lnTo>
                    <a:pt x="216" y="42"/>
                  </a:lnTo>
                  <a:lnTo>
                    <a:pt x="198" y="42"/>
                  </a:lnTo>
                  <a:lnTo>
                    <a:pt x="186" y="36"/>
                  </a:lnTo>
                  <a:lnTo>
                    <a:pt x="180" y="30"/>
                  </a:lnTo>
                  <a:lnTo>
                    <a:pt x="156" y="30"/>
                  </a:lnTo>
                  <a:lnTo>
                    <a:pt x="138" y="24"/>
                  </a:lnTo>
                  <a:lnTo>
                    <a:pt x="138" y="30"/>
                  </a:lnTo>
                  <a:lnTo>
                    <a:pt x="132" y="36"/>
                  </a:lnTo>
                  <a:lnTo>
                    <a:pt x="108" y="36"/>
                  </a:lnTo>
                  <a:lnTo>
                    <a:pt x="102" y="30"/>
                  </a:lnTo>
                  <a:lnTo>
                    <a:pt x="90" y="30"/>
                  </a:lnTo>
                  <a:lnTo>
                    <a:pt x="66" y="18"/>
                  </a:lnTo>
                  <a:lnTo>
                    <a:pt x="54" y="30"/>
                  </a:lnTo>
                  <a:lnTo>
                    <a:pt x="36" y="30"/>
                  </a:lnTo>
                  <a:lnTo>
                    <a:pt x="30" y="24"/>
                  </a:lnTo>
                  <a:lnTo>
                    <a:pt x="36" y="18"/>
                  </a:lnTo>
                  <a:lnTo>
                    <a:pt x="36" y="12"/>
                  </a:lnTo>
                  <a:lnTo>
                    <a:pt x="42" y="6"/>
                  </a:lnTo>
                  <a:lnTo>
                    <a:pt x="36" y="0"/>
                  </a:lnTo>
                  <a:lnTo>
                    <a:pt x="12" y="0"/>
                  </a:lnTo>
                  <a:lnTo>
                    <a:pt x="12" y="12"/>
                  </a:lnTo>
                  <a:lnTo>
                    <a:pt x="0" y="24"/>
                  </a:lnTo>
                  <a:lnTo>
                    <a:pt x="0" y="42"/>
                  </a:lnTo>
                  <a:lnTo>
                    <a:pt x="18" y="48"/>
                  </a:lnTo>
                  <a:lnTo>
                    <a:pt x="12" y="60"/>
                  </a:lnTo>
                  <a:lnTo>
                    <a:pt x="30" y="66"/>
                  </a:lnTo>
                  <a:lnTo>
                    <a:pt x="36" y="72"/>
                  </a:lnTo>
                  <a:lnTo>
                    <a:pt x="36" y="96"/>
                  </a:lnTo>
                  <a:lnTo>
                    <a:pt x="30" y="102"/>
                  </a:lnTo>
                  <a:lnTo>
                    <a:pt x="6" y="102"/>
                  </a:lnTo>
                  <a:lnTo>
                    <a:pt x="6" y="108"/>
                  </a:lnTo>
                  <a:lnTo>
                    <a:pt x="12" y="114"/>
                  </a:lnTo>
                  <a:lnTo>
                    <a:pt x="12" y="138"/>
                  </a:lnTo>
                  <a:lnTo>
                    <a:pt x="0" y="138"/>
                  </a:lnTo>
                  <a:lnTo>
                    <a:pt x="12" y="156"/>
                  </a:lnTo>
                  <a:lnTo>
                    <a:pt x="18" y="156"/>
                  </a:lnTo>
                  <a:lnTo>
                    <a:pt x="18" y="168"/>
                  </a:lnTo>
                  <a:lnTo>
                    <a:pt x="36" y="180"/>
                  </a:lnTo>
                  <a:lnTo>
                    <a:pt x="42" y="186"/>
                  </a:lnTo>
                  <a:lnTo>
                    <a:pt x="48" y="198"/>
                  </a:lnTo>
                  <a:lnTo>
                    <a:pt x="48" y="210"/>
                  </a:lnTo>
                  <a:lnTo>
                    <a:pt x="42" y="222"/>
                  </a:lnTo>
                  <a:lnTo>
                    <a:pt x="48" y="222"/>
                  </a:lnTo>
                  <a:lnTo>
                    <a:pt x="54" y="228"/>
                  </a:lnTo>
                  <a:lnTo>
                    <a:pt x="66" y="228"/>
                  </a:lnTo>
                  <a:lnTo>
                    <a:pt x="78" y="222"/>
                  </a:lnTo>
                  <a:lnTo>
                    <a:pt x="84" y="216"/>
                  </a:lnTo>
                  <a:lnTo>
                    <a:pt x="108" y="222"/>
                  </a:lnTo>
                  <a:lnTo>
                    <a:pt x="114" y="204"/>
                  </a:lnTo>
                  <a:lnTo>
                    <a:pt x="144" y="198"/>
                  </a:lnTo>
                  <a:lnTo>
                    <a:pt x="144" y="204"/>
                  </a:lnTo>
                  <a:lnTo>
                    <a:pt x="162" y="222"/>
                  </a:lnTo>
                  <a:lnTo>
                    <a:pt x="174" y="222"/>
                  </a:lnTo>
                  <a:lnTo>
                    <a:pt x="180" y="216"/>
                  </a:lnTo>
                  <a:lnTo>
                    <a:pt x="192" y="228"/>
                  </a:lnTo>
                  <a:lnTo>
                    <a:pt x="204" y="228"/>
                  </a:lnTo>
                  <a:lnTo>
                    <a:pt x="216" y="216"/>
                  </a:lnTo>
                  <a:lnTo>
                    <a:pt x="228" y="228"/>
                  </a:lnTo>
                  <a:lnTo>
                    <a:pt x="246" y="228"/>
                  </a:lnTo>
                  <a:lnTo>
                    <a:pt x="252" y="222"/>
                  </a:lnTo>
                  <a:lnTo>
                    <a:pt x="252" y="204"/>
                  </a:lnTo>
                  <a:lnTo>
                    <a:pt x="246" y="198"/>
                  </a:lnTo>
                  <a:lnTo>
                    <a:pt x="264" y="192"/>
                  </a:lnTo>
                  <a:lnTo>
                    <a:pt x="282" y="168"/>
                  </a:lnTo>
                  <a:lnTo>
                    <a:pt x="312" y="174"/>
                  </a:lnTo>
                  <a:lnTo>
                    <a:pt x="324" y="156"/>
                  </a:lnTo>
                  <a:lnTo>
                    <a:pt x="336" y="174"/>
                  </a:lnTo>
                  <a:lnTo>
                    <a:pt x="348" y="174"/>
                  </a:lnTo>
                  <a:lnTo>
                    <a:pt x="360" y="180"/>
                  </a:lnTo>
                  <a:lnTo>
                    <a:pt x="372" y="180"/>
                  </a:lnTo>
                  <a:lnTo>
                    <a:pt x="372" y="168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523" name="Burkina Faso" descr="© INSCALE GmbH, 05.05.2010&#10;http://www.presentationload.com/">
              <a:extLst>
                <a:ext uri="{FF2B5EF4-FFF2-40B4-BE49-F238E27FC236}">
                  <a16:creationId xmlns:a16="http://schemas.microsoft.com/office/drawing/2014/main" id="{E60069D8-C953-4EC6-ACB1-020ABD98BD19}"/>
                </a:ext>
              </a:extLst>
            </p:cNvPr>
            <p:cNvSpPr>
              <a:spLocks/>
            </p:cNvSpPr>
            <p:nvPr/>
          </p:nvSpPr>
          <p:spPr bwMode="gray">
            <a:xfrm>
              <a:off x="3602744" y="2603800"/>
              <a:ext cx="188693" cy="147708"/>
            </a:xfrm>
            <a:custGeom>
              <a:avLst/>
              <a:gdLst>
                <a:gd name="T0" fmla="*/ 2147483647 w 570"/>
                <a:gd name="T1" fmla="*/ 2147483647 h 450"/>
                <a:gd name="T2" fmla="*/ 2147483647 w 570"/>
                <a:gd name="T3" fmla="*/ 2147483647 h 450"/>
                <a:gd name="T4" fmla="*/ 2147483647 w 570"/>
                <a:gd name="T5" fmla="*/ 2147483647 h 450"/>
                <a:gd name="T6" fmla="*/ 2147483647 w 570"/>
                <a:gd name="T7" fmla="*/ 2147483647 h 450"/>
                <a:gd name="T8" fmla="*/ 2147483647 w 570"/>
                <a:gd name="T9" fmla="*/ 2147483647 h 450"/>
                <a:gd name="T10" fmla="*/ 2147483647 w 570"/>
                <a:gd name="T11" fmla="*/ 2147483647 h 450"/>
                <a:gd name="T12" fmla="*/ 2147483647 w 570"/>
                <a:gd name="T13" fmla="*/ 2147483647 h 450"/>
                <a:gd name="T14" fmla="*/ 2147483647 w 570"/>
                <a:gd name="T15" fmla="*/ 2147483647 h 450"/>
                <a:gd name="T16" fmla="*/ 2147483647 w 570"/>
                <a:gd name="T17" fmla="*/ 2147483647 h 450"/>
                <a:gd name="T18" fmla="*/ 2147483647 w 570"/>
                <a:gd name="T19" fmla="*/ 2147483647 h 450"/>
                <a:gd name="T20" fmla="*/ 2147483647 w 570"/>
                <a:gd name="T21" fmla="*/ 2147483647 h 450"/>
                <a:gd name="T22" fmla="*/ 2147483647 w 570"/>
                <a:gd name="T23" fmla="*/ 2147483647 h 450"/>
                <a:gd name="T24" fmla="*/ 2147483647 w 570"/>
                <a:gd name="T25" fmla="*/ 2147483647 h 450"/>
                <a:gd name="T26" fmla="*/ 2147483647 w 570"/>
                <a:gd name="T27" fmla="*/ 2147483647 h 450"/>
                <a:gd name="T28" fmla="*/ 2147483647 w 570"/>
                <a:gd name="T29" fmla="*/ 2147483647 h 450"/>
                <a:gd name="T30" fmla="*/ 2147483647 w 570"/>
                <a:gd name="T31" fmla="*/ 2147483647 h 450"/>
                <a:gd name="T32" fmla="*/ 2147483647 w 570"/>
                <a:gd name="T33" fmla="*/ 2147483647 h 450"/>
                <a:gd name="T34" fmla="*/ 2147483647 w 570"/>
                <a:gd name="T35" fmla="*/ 2147483647 h 450"/>
                <a:gd name="T36" fmla="*/ 2147483647 w 570"/>
                <a:gd name="T37" fmla="*/ 2147483647 h 450"/>
                <a:gd name="T38" fmla="*/ 2147483647 w 570"/>
                <a:gd name="T39" fmla="*/ 2147483647 h 450"/>
                <a:gd name="T40" fmla="*/ 2147483647 w 570"/>
                <a:gd name="T41" fmla="*/ 2147483647 h 450"/>
                <a:gd name="T42" fmla="*/ 2147483647 w 570"/>
                <a:gd name="T43" fmla="*/ 2147483647 h 450"/>
                <a:gd name="T44" fmla="*/ 2147483647 w 570"/>
                <a:gd name="T45" fmla="*/ 2147483647 h 450"/>
                <a:gd name="T46" fmla="*/ 2147483647 w 570"/>
                <a:gd name="T47" fmla="*/ 2147483647 h 450"/>
                <a:gd name="T48" fmla="*/ 2147483647 w 570"/>
                <a:gd name="T49" fmla="*/ 2147483647 h 450"/>
                <a:gd name="T50" fmla="*/ 2147483647 w 570"/>
                <a:gd name="T51" fmla="*/ 2147483647 h 450"/>
                <a:gd name="T52" fmla="*/ 2147483647 w 570"/>
                <a:gd name="T53" fmla="*/ 2147483647 h 450"/>
                <a:gd name="T54" fmla="*/ 2147483647 w 570"/>
                <a:gd name="T55" fmla="*/ 2147483647 h 450"/>
                <a:gd name="T56" fmla="*/ 2147483647 w 570"/>
                <a:gd name="T57" fmla="*/ 2147483647 h 450"/>
                <a:gd name="T58" fmla="*/ 2147483647 w 570"/>
                <a:gd name="T59" fmla="*/ 2147483647 h 450"/>
                <a:gd name="T60" fmla="*/ 2147483647 w 570"/>
                <a:gd name="T61" fmla="*/ 2147483647 h 450"/>
                <a:gd name="T62" fmla="*/ 2147483647 w 570"/>
                <a:gd name="T63" fmla="*/ 2147483647 h 450"/>
                <a:gd name="T64" fmla="*/ 2147483647 w 570"/>
                <a:gd name="T65" fmla="*/ 2147483647 h 450"/>
                <a:gd name="T66" fmla="*/ 2147483647 w 570"/>
                <a:gd name="T67" fmla="*/ 0 h 450"/>
                <a:gd name="T68" fmla="*/ 2147483647 w 570"/>
                <a:gd name="T69" fmla="*/ 2147483647 h 450"/>
                <a:gd name="T70" fmla="*/ 2147483647 w 570"/>
                <a:gd name="T71" fmla="*/ 2147483647 h 450"/>
                <a:gd name="T72" fmla="*/ 2147483647 w 570"/>
                <a:gd name="T73" fmla="*/ 2147483647 h 450"/>
                <a:gd name="T74" fmla="*/ 2147483647 w 570"/>
                <a:gd name="T75" fmla="*/ 2147483647 h 450"/>
                <a:gd name="T76" fmla="*/ 2147483647 w 570"/>
                <a:gd name="T77" fmla="*/ 2147483647 h 450"/>
                <a:gd name="T78" fmla="*/ 2147483647 w 570"/>
                <a:gd name="T79" fmla="*/ 2147483647 h 450"/>
                <a:gd name="T80" fmla="*/ 2147483647 w 570"/>
                <a:gd name="T81" fmla="*/ 2147483647 h 450"/>
                <a:gd name="T82" fmla="*/ 2147483647 w 570"/>
                <a:gd name="T83" fmla="*/ 2147483647 h 450"/>
                <a:gd name="T84" fmla="*/ 2147483647 w 570"/>
                <a:gd name="T85" fmla="*/ 2147483647 h 450"/>
                <a:gd name="T86" fmla="*/ 2147483647 w 570"/>
                <a:gd name="T87" fmla="*/ 2147483647 h 450"/>
                <a:gd name="T88" fmla="*/ 2147483647 w 570"/>
                <a:gd name="T89" fmla="*/ 2147483647 h 450"/>
                <a:gd name="T90" fmla="*/ 2147483647 w 570"/>
                <a:gd name="T91" fmla="*/ 2147483647 h 450"/>
                <a:gd name="T92" fmla="*/ 2147483647 w 570"/>
                <a:gd name="T93" fmla="*/ 2147483647 h 450"/>
                <a:gd name="T94" fmla="*/ 2147483647 w 570"/>
                <a:gd name="T95" fmla="*/ 2147483647 h 450"/>
                <a:gd name="T96" fmla="*/ 2147483647 w 570"/>
                <a:gd name="T97" fmla="*/ 2147483647 h 450"/>
                <a:gd name="T98" fmla="*/ 2147483647 w 570"/>
                <a:gd name="T99" fmla="*/ 2147483647 h 450"/>
                <a:gd name="T100" fmla="*/ 2147483647 w 570"/>
                <a:gd name="T101" fmla="*/ 2147483647 h 450"/>
                <a:gd name="T102" fmla="*/ 2147483647 w 570"/>
                <a:gd name="T103" fmla="*/ 2147483647 h 45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70"/>
                <a:gd name="T157" fmla="*/ 0 h 450"/>
                <a:gd name="T158" fmla="*/ 570 w 570"/>
                <a:gd name="T159" fmla="*/ 450 h 45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70" h="450">
                  <a:moveTo>
                    <a:pt x="0" y="312"/>
                  </a:moveTo>
                  <a:lnTo>
                    <a:pt x="6" y="366"/>
                  </a:lnTo>
                  <a:lnTo>
                    <a:pt x="6" y="390"/>
                  </a:lnTo>
                  <a:lnTo>
                    <a:pt x="30" y="384"/>
                  </a:lnTo>
                  <a:lnTo>
                    <a:pt x="30" y="390"/>
                  </a:lnTo>
                  <a:lnTo>
                    <a:pt x="36" y="396"/>
                  </a:lnTo>
                  <a:lnTo>
                    <a:pt x="36" y="408"/>
                  </a:lnTo>
                  <a:lnTo>
                    <a:pt x="42" y="420"/>
                  </a:lnTo>
                  <a:lnTo>
                    <a:pt x="54" y="426"/>
                  </a:lnTo>
                  <a:lnTo>
                    <a:pt x="60" y="432"/>
                  </a:lnTo>
                  <a:lnTo>
                    <a:pt x="72" y="432"/>
                  </a:lnTo>
                  <a:lnTo>
                    <a:pt x="78" y="438"/>
                  </a:lnTo>
                  <a:lnTo>
                    <a:pt x="90" y="438"/>
                  </a:lnTo>
                  <a:lnTo>
                    <a:pt x="96" y="432"/>
                  </a:lnTo>
                  <a:lnTo>
                    <a:pt x="96" y="426"/>
                  </a:lnTo>
                  <a:lnTo>
                    <a:pt x="120" y="414"/>
                  </a:lnTo>
                  <a:lnTo>
                    <a:pt x="150" y="414"/>
                  </a:lnTo>
                  <a:lnTo>
                    <a:pt x="168" y="420"/>
                  </a:lnTo>
                  <a:lnTo>
                    <a:pt x="186" y="438"/>
                  </a:lnTo>
                  <a:lnTo>
                    <a:pt x="186" y="450"/>
                  </a:lnTo>
                  <a:lnTo>
                    <a:pt x="204" y="444"/>
                  </a:lnTo>
                  <a:lnTo>
                    <a:pt x="198" y="450"/>
                  </a:lnTo>
                  <a:lnTo>
                    <a:pt x="198" y="396"/>
                  </a:lnTo>
                  <a:lnTo>
                    <a:pt x="192" y="366"/>
                  </a:lnTo>
                  <a:lnTo>
                    <a:pt x="186" y="366"/>
                  </a:lnTo>
                  <a:lnTo>
                    <a:pt x="186" y="348"/>
                  </a:lnTo>
                  <a:lnTo>
                    <a:pt x="192" y="336"/>
                  </a:lnTo>
                  <a:lnTo>
                    <a:pt x="198" y="330"/>
                  </a:lnTo>
                  <a:lnTo>
                    <a:pt x="354" y="330"/>
                  </a:lnTo>
                  <a:lnTo>
                    <a:pt x="378" y="318"/>
                  </a:lnTo>
                  <a:lnTo>
                    <a:pt x="396" y="324"/>
                  </a:lnTo>
                  <a:lnTo>
                    <a:pt x="414" y="324"/>
                  </a:lnTo>
                  <a:lnTo>
                    <a:pt x="438" y="330"/>
                  </a:lnTo>
                  <a:lnTo>
                    <a:pt x="456" y="330"/>
                  </a:lnTo>
                  <a:lnTo>
                    <a:pt x="462" y="318"/>
                  </a:lnTo>
                  <a:lnTo>
                    <a:pt x="474" y="318"/>
                  </a:lnTo>
                  <a:lnTo>
                    <a:pt x="480" y="306"/>
                  </a:lnTo>
                  <a:lnTo>
                    <a:pt x="498" y="288"/>
                  </a:lnTo>
                  <a:lnTo>
                    <a:pt x="528" y="288"/>
                  </a:lnTo>
                  <a:lnTo>
                    <a:pt x="534" y="294"/>
                  </a:lnTo>
                  <a:lnTo>
                    <a:pt x="534" y="282"/>
                  </a:lnTo>
                  <a:lnTo>
                    <a:pt x="540" y="282"/>
                  </a:lnTo>
                  <a:lnTo>
                    <a:pt x="546" y="276"/>
                  </a:lnTo>
                  <a:lnTo>
                    <a:pt x="558" y="276"/>
                  </a:lnTo>
                  <a:lnTo>
                    <a:pt x="564" y="258"/>
                  </a:lnTo>
                  <a:lnTo>
                    <a:pt x="570" y="252"/>
                  </a:lnTo>
                  <a:lnTo>
                    <a:pt x="564" y="252"/>
                  </a:lnTo>
                  <a:lnTo>
                    <a:pt x="540" y="216"/>
                  </a:lnTo>
                  <a:lnTo>
                    <a:pt x="564" y="210"/>
                  </a:lnTo>
                  <a:lnTo>
                    <a:pt x="558" y="198"/>
                  </a:lnTo>
                  <a:lnTo>
                    <a:pt x="546" y="186"/>
                  </a:lnTo>
                  <a:lnTo>
                    <a:pt x="534" y="186"/>
                  </a:lnTo>
                  <a:lnTo>
                    <a:pt x="522" y="198"/>
                  </a:lnTo>
                  <a:lnTo>
                    <a:pt x="504" y="198"/>
                  </a:lnTo>
                  <a:lnTo>
                    <a:pt x="498" y="186"/>
                  </a:lnTo>
                  <a:lnTo>
                    <a:pt x="486" y="180"/>
                  </a:lnTo>
                  <a:lnTo>
                    <a:pt x="462" y="156"/>
                  </a:lnTo>
                  <a:lnTo>
                    <a:pt x="462" y="150"/>
                  </a:lnTo>
                  <a:lnTo>
                    <a:pt x="480" y="132"/>
                  </a:lnTo>
                  <a:lnTo>
                    <a:pt x="468" y="132"/>
                  </a:lnTo>
                  <a:lnTo>
                    <a:pt x="468" y="114"/>
                  </a:lnTo>
                  <a:lnTo>
                    <a:pt x="444" y="114"/>
                  </a:lnTo>
                  <a:lnTo>
                    <a:pt x="432" y="108"/>
                  </a:lnTo>
                  <a:lnTo>
                    <a:pt x="420" y="84"/>
                  </a:lnTo>
                  <a:lnTo>
                    <a:pt x="420" y="60"/>
                  </a:lnTo>
                  <a:lnTo>
                    <a:pt x="414" y="48"/>
                  </a:lnTo>
                  <a:lnTo>
                    <a:pt x="414" y="12"/>
                  </a:lnTo>
                  <a:lnTo>
                    <a:pt x="390" y="0"/>
                  </a:lnTo>
                  <a:lnTo>
                    <a:pt x="342" y="0"/>
                  </a:lnTo>
                  <a:lnTo>
                    <a:pt x="324" y="18"/>
                  </a:lnTo>
                  <a:lnTo>
                    <a:pt x="300" y="18"/>
                  </a:lnTo>
                  <a:lnTo>
                    <a:pt x="282" y="42"/>
                  </a:lnTo>
                  <a:lnTo>
                    <a:pt x="258" y="42"/>
                  </a:lnTo>
                  <a:lnTo>
                    <a:pt x="258" y="60"/>
                  </a:lnTo>
                  <a:lnTo>
                    <a:pt x="252" y="66"/>
                  </a:lnTo>
                  <a:lnTo>
                    <a:pt x="252" y="72"/>
                  </a:lnTo>
                  <a:lnTo>
                    <a:pt x="240" y="72"/>
                  </a:lnTo>
                  <a:lnTo>
                    <a:pt x="228" y="60"/>
                  </a:lnTo>
                  <a:lnTo>
                    <a:pt x="222" y="60"/>
                  </a:lnTo>
                  <a:lnTo>
                    <a:pt x="216" y="66"/>
                  </a:lnTo>
                  <a:lnTo>
                    <a:pt x="210" y="78"/>
                  </a:lnTo>
                  <a:lnTo>
                    <a:pt x="198" y="84"/>
                  </a:lnTo>
                  <a:lnTo>
                    <a:pt x="192" y="96"/>
                  </a:lnTo>
                  <a:lnTo>
                    <a:pt x="186" y="102"/>
                  </a:lnTo>
                  <a:lnTo>
                    <a:pt x="186" y="108"/>
                  </a:lnTo>
                  <a:lnTo>
                    <a:pt x="168" y="108"/>
                  </a:lnTo>
                  <a:lnTo>
                    <a:pt x="168" y="144"/>
                  </a:lnTo>
                  <a:lnTo>
                    <a:pt x="144" y="150"/>
                  </a:lnTo>
                  <a:lnTo>
                    <a:pt x="114" y="120"/>
                  </a:lnTo>
                  <a:lnTo>
                    <a:pt x="96" y="150"/>
                  </a:lnTo>
                  <a:lnTo>
                    <a:pt x="102" y="156"/>
                  </a:lnTo>
                  <a:lnTo>
                    <a:pt x="102" y="186"/>
                  </a:lnTo>
                  <a:lnTo>
                    <a:pt x="84" y="186"/>
                  </a:lnTo>
                  <a:lnTo>
                    <a:pt x="84" y="216"/>
                  </a:lnTo>
                  <a:lnTo>
                    <a:pt x="78" y="222"/>
                  </a:lnTo>
                  <a:lnTo>
                    <a:pt x="72" y="222"/>
                  </a:lnTo>
                  <a:lnTo>
                    <a:pt x="78" y="228"/>
                  </a:lnTo>
                  <a:lnTo>
                    <a:pt x="78" y="240"/>
                  </a:lnTo>
                  <a:lnTo>
                    <a:pt x="42" y="240"/>
                  </a:lnTo>
                  <a:lnTo>
                    <a:pt x="36" y="246"/>
                  </a:lnTo>
                  <a:lnTo>
                    <a:pt x="30" y="246"/>
                  </a:lnTo>
                  <a:lnTo>
                    <a:pt x="12" y="258"/>
                  </a:lnTo>
                  <a:lnTo>
                    <a:pt x="36" y="288"/>
                  </a:lnTo>
                  <a:lnTo>
                    <a:pt x="24" y="312"/>
                  </a:lnTo>
                  <a:lnTo>
                    <a:pt x="0" y="312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524" name="Brunei" descr="© INSCALE GmbH, 05.05.2010&#10;http://www.presentationload.com/">
              <a:extLst>
                <a:ext uri="{FF2B5EF4-FFF2-40B4-BE49-F238E27FC236}">
                  <a16:creationId xmlns:a16="http://schemas.microsoft.com/office/drawing/2014/main" id="{0A2C2D27-A084-4EF9-89C1-9440DDA338A6}"/>
                </a:ext>
              </a:extLst>
            </p:cNvPr>
            <p:cNvSpPr>
              <a:spLocks/>
            </p:cNvSpPr>
            <p:nvPr/>
          </p:nvSpPr>
          <p:spPr bwMode="gray">
            <a:xfrm>
              <a:off x="6417625" y="2855999"/>
              <a:ext cx="37104" cy="34794"/>
            </a:xfrm>
            <a:custGeom>
              <a:avLst/>
              <a:gdLst/>
              <a:ahLst/>
              <a:cxnLst/>
              <a:rect l="l" t="t" r="r" b="b"/>
              <a:pathLst>
                <a:path w="37104" h="35043">
                  <a:moveTo>
                    <a:pt x="17188" y="0"/>
                  </a:moveTo>
                  <a:lnTo>
                    <a:pt x="19166" y="0"/>
                  </a:lnTo>
                  <a:lnTo>
                    <a:pt x="25100" y="1985"/>
                  </a:lnTo>
                  <a:lnTo>
                    <a:pt x="29056" y="1985"/>
                  </a:lnTo>
                  <a:lnTo>
                    <a:pt x="33506" y="3473"/>
                  </a:lnTo>
                  <a:cubicBezTo>
                    <a:pt x="36384" y="5627"/>
                    <a:pt x="37104" y="8809"/>
                    <a:pt x="37104" y="12160"/>
                  </a:cubicBezTo>
                  <a:cubicBezTo>
                    <a:pt x="37104" y="24798"/>
                    <a:pt x="26859" y="35043"/>
                    <a:pt x="14221" y="35043"/>
                  </a:cubicBezTo>
                  <a:lnTo>
                    <a:pt x="0" y="29153"/>
                  </a:lnTo>
                  <a:lnTo>
                    <a:pt x="11254" y="17861"/>
                  </a:lnTo>
                  <a:lnTo>
                    <a:pt x="11254" y="9923"/>
                  </a:lnTo>
                  <a:lnTo>
                    <a:pt x="13232" y="5954"/>
                  </a:lnTo>
                  <a:lnTo>
                    <a:pt x="13232" y="1985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525" name="Bosnia and Herzegovina" descr="© INSCALE GmbH, 05.05.2010&#10;http://www.presentationload.com/">
              <a:extLst>
                <a:ext uri="{FF2B5EF4-FFF2-40B4-BE49-F238E27FC236}">
                  <a16:creationId xmlns:a16="http://schemas.microsoft.com/office/drawing/2014/main" id="{F67E6E57-D496-430B-80AA-D53DCE732CBD}"/>
                </a:ext>
              </a:extLst>
            </p:cNvPr>
            <p:cNvSpPr>
              <a:spLocks/>
            </p:cNvSpPr>
            <p:nvPr/>
          </p:nvSpPr>
          <p:spPr bwMode="gray">
            <a:xfrm>
              <a:off x="4084816" y="1804890"/>
              <a:ext cx="87885" cy="77066"/>
            </a:xfrm>
            <a:custGeom>
              <a:avLst/>
              <a:gdLst>
                <a:gd name="T0" fmla="*/ 2147483647 w 264"/>
                <a:gd name="T1" fmla="*/ 2147483647 h 234"/>
                <a:gd name="T2" fmla="*/ 2147483647 w 264"/>
                <a:gd name="T3" fmla="*/ 2147483647 h 234"/>
                <a:gd name="T4" fmla="*/ 2147483647 w 264"/>
                <a:gd name="T5" fmla="*/ 2147483647 h 234"/>
                <a:gd name="T6" fmla="*/ 2147483647 w 264"/>
                <a:gd name="T7" fmla="*/ 2147483647 h 234"/>
                <a:gd name="T8" fmla="*/ 2147483647 w 264"/>
                <a:gd name="T9" fmla="*/ 2147483647 h 234"/>
                <a:gd name="T10" fmla="*/ 2147483647 w 264"/>
                <a:gd name="T11" fmla="*/ 2147483647 h 234"/>
                <a:gd name="T12" fmla="*/ 2147483647 w 264"/>
                <a:gd name="T13" fmla="*/ 2147483647 h 234"/>
                <a:gd name="T14" fmla="*/ 2147483647 w 264"/>
                <a:gd name="T15" fmla="*/ 2147483647 h 234"/>
                <a:gd name="T16" fmla="*/ 2147483647 w 264"/>
                <a:gd name="T17" fmla="*/ 2147483647 h 234"/>
                <a:gd name="T18" fmla="*/ 2147483647 w 264"/>
                <a:gd name="T19" fmla="*/ 2147483647 h 234"/>
                <a:gd name="T20" fmla="*/ 2147483647 w 264"/>
                <a:gd name="T21" fmla="*/ 2147483647 h 234"/>
                <a:gd name="T22" fmla="*/ 2147483647 w 264"/>
                <a:gd name="T23" fmla="*/ 2147483647 h 234"/>
                <a:gd name="T24" fmla="*/ 2147483647 w 264"/>
                <a:gd name="T25" fmla="*/ 2147483647 h 234"/>
                <a:gd name="T26" fmla="*/ 2147483647 w 264"/>
                <a:gd name="T27" fmla="*/ 2147483647 h 234"/>
                <a:gd name="T28" fmla="*/ 2147483647 w 264"/>
                <a:gd name="T29" fmla="*/ 2147483647 h 234"/>
                <a:gd name="T30" fmla="*/ 2147483647 w 264"/>
                <a:gd name="T31" fmla="*/ 2147483647 h 234"/>
                <a:gd name="T32" fmla="*/ 2147483647 w 264"/>
                <a:gd name="T33" fmla="*/ 2147483647 h 234"/>
                <a:gd name="T34" fmla="*/ 2147483647 w 264"/>
                <a:gd name="T35" fmla="*/ 2147483647 h 234"/>
                <a:gd name="T36" fmla="*/ 2147483647 w 264"/>
                <a:gd name="T37" fmla="*/ 2147483647 h 234"/>
                <a:gd name="T38" fmla="*/ 2147483647 w 264"/>
                <a:gd name="T39" fmla="*/ 0 h 234"/>
                <a:gd name="T40" fmla="*/ 2147483647 w 264"/>
                <a:gd name="T41" fmla="*/ 0 h 234"/>
                <a:gd name="T42" fmla="*/ 2147483647 w 264"/>
                <a:gd name="T43" fmla="*/ 2147483647 h 234"/>
                <a:gd name="T44" fmla="*/ 0 w 264"/>
                <a:gd name="T45" fmla="*/ 2147483647 h 234"/>
                <a:gd name="T46" fmla="*/ 2147483647 w 264"/>
                <a:gd name="T47" fmla="*/ 2147483647 h 234"/>
                <a:gd name="T48" fmla="*/ 2147483647 w 264"/>
                <a:gd name="T49" fmla="*/ 2147483647 h 234"/>
                <a:gd name="T50" fmla="*/ 2147483647 w 264"/>
                <a:gd name="T51" fmla="*/ 2147483647 h 234"/>
                <a:gd name="T52" fmla="*/ 2147483647 w 264"/>
                <a:gd name="T53" fmla="*/ 2147483647 h 234"/>
                <a:gd name="T54" fmla="*/ 2147483647 w 264"/>
                <a:gd name="T55" fmla="*/ 2147483647 h 234"/>
                <a:gd name="T56" fmla="*/ 2147483647 w 264"/>
                <a:gd name="T57" fmla="*/ 2147483647 h 234"/>
                <a:gd name="T58" fmla="*/ 2147483647 w 264"/>
                <a:gd name="T59" fmla="*/ 2147483647 h 234"/>
                <a:gd name="T60" fmla="*/ 2147483647 w 264"/>
                <a:gd name="T61" fmla="*/ 2147483647 h 234"/>
                <a:gd name="T62" fmla="*/ 2147483647 w 264"/>
                <a:gd name="T63" fmla="*/ 2147483647 h 234"/>
                <a:gd name="T64" fmla="*/ 2147483647 w 264"/>
                <a:gd name="T65" fmla="*/ 2147483647 h 234"/>
                <a:gd name="T66" fmla="*/ 2147483647 w 264"/>
                <a:gd name="T67" fmla="*/ 2147483647 h 234"/>
                <a:gd name="T68" fmla="*/ 2147483647 w 264"/>
                <a:gd name="T69" fmla="*/ 2147483647 h 234"/>
                <a:gd name="T70" fmla="*/ 2147483647 w 264"/>
                <a:gd name="T71" fmla="*/ 2147483647 h 234"/>
                <a:gd name="T72" fmla="*/ 2147483647 w 264"/>
                <a:gd name="T73" fmla="*/ 2147483647 h 234"/>
                <a:gd name="T74" fmla="*/ 2147483647 w 264"/>
                <a:gd name="T75" fmla="*/ 2147483647 h 234"/>
                <a:gd name="T76" fmla="*/ 2147483647 w 264"/>
                <a:gd name="T77" fmla="*/ 2147483647 h 234"/>
                <a:gd name="T78" fmla="*/ 2147483647 w 264"/>
                <a:gd name="T79" fmla="*/ 2147483647 h 234"/>
                <a:gd name="T80" fmla="*/ 2147483647 w 264"/>
                <a:gd name="T81" fmla="*/ 2147483647 h 234"/>
                <a:gd name="T82" fmla="*/ 2147483647 w 264"/>
                <a:gd name="T83" fmla="*/ 2147483647 h 234"/>
                <a:gd name="T84" fmla="*/ 2147483647 w 264"/>
                <a:gd name="T85" fmla="*/ 2147483647 h 234"/>
                <a:gd name="T86" fmla="*/ 2147483647 w 264"/>
                <a:gd name="T87" fmla="*/ 2147483647 h 234"/>
                <a:gd name="T88" fmla="*/ 2147483647 w 264"/>
                <a:gd name="T89" fmla="*/ 2147483647 h 234"/>
                <a:gd name="T90" fmla="*/ 2147483647 w 264"/>
                <a:gd name="T91" fmla="*/ 2147483647 h 234"/>
                <a:gd name="T92" fmla="*/ 2147483647 w 264"/>
                <a:gd name="T93" fmla="*/ 2147483647 h 234"/>
                <a:gd name="T94" fmla="*/ 2147483647 w 264"/>
                <a:gd name="T95" fmla="*/ 2147483647 h 234"/>
                <a:gd name="T96" fmla="*/ 2147483647 w 264"/>
                <a:gd name="T97" fmla="*/ 2147483647 h 234"/>
                <a:gd name="T98" fmla="*/ 2147483647 w 264"/>
                <a:gd name="T99" fmla="*/ 2147483647 h 234"/>
                <a:gd name="T100" fmla="*/ 2147483647 w 264"/>
                <a:gd name="T101" fmla="*/ 2147483647 h 234"/>
                <a:gd name="T102" fmla="*/ 2147483647 w 264"/>
                <a:gd name="T103" fmla="*/ 2147483647 h 234"/>
                <a:gd name="T104" fmla="*/ 2147483647 w 264"/>
                <a:gd name="T105" fmla="*/ 2147483647 h 234"/>
                <a:gd name="T106" fmla="*/ 2147483647 w 264"/>
                <a:gd name="T107" fmla="*/ 2147483647 h 234"/>
                <a:gd name="T108" fmla="*/ 2147483647 w 264"/>
                <a:gd name="T109" fmla="*/ 2147483647 h 234"/>
                <a:gd name="T110" fmla="*/ 2147483647 w 264"/>
                <a:gd name="T111" fmla="*/ 2147483647 h 234"/>
                <a:gd name="T112" fmla="*/ 2147483647 w 264"/>
                <a:gd name="T113" fmla="*/ 2147483647 h 234"/>
                <a:gd name="T114" fmla="*/ 2147483647 w 264"/>
                <a:gd name="T115" fmla="*/ 2147483647 h 234"/>
                <a:gd name="T116" fmla="*/ 2147483647 w 264"/>
                <a:gd name="T117" fmla="*/ 2147483647 h 234"/>
                <a:gd name="T118" fmla="*/ 2147483647 w 264"/>
                <a:gd name="T119" fmla="*/ 2147483647 h 234"/>
                <a:gd name="T120" fmla="*/ 2147483647 w 264"/>
                <a:gd name="T121" fmla="*/ 2147483647 h 234"/>
                <a:gd name="T122" fmla="*/ 2147483647 w 264"/>
                <a:gd name="T123" fmla="*/ 2147483647 h 234"/>
                <a:gd name="T124" fmla="*/ 2147483647 w 264"/>
                <a:gd name="T125" fmla="*/ 2147483647 h 23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64"/>
                <a:gd name="T190" fmla="*/ 0 h 234"/>
                <a:gd name="T191" fmla="*/ 264 w 264"/>
                <a:gd name="T192" fmla="*/ 234 h 23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64" h="234">
                  <a:moveTo>
                    <a:pt x="246" y="78"/>
                  </a:moveTo>
                  <a:lnTo>
                    <a:pt x="228" y="78"/>
                  </a:lnTo>
                  <a:lnTo>
                    <a:pt x="228" y="60"/>
                  </a:lnTo>
                  <a:lnTo>
                    <a:pt x="246" y="42"/>
                  </a:lnTo>
                  <a:lnTo>
                    <a:pt x="246" y="30"/>
                  </a:lnTo>
                  <a:lnTo>
                    <a:pt x="234" y="30"/>
                  </a:lnTo>
                  <a:lnTo>
                    <a:pt x="222" y="36"/>
                  </a:lnTo>
                  <a:lnTo>
                    <a:pt x="216" y="36"/>
                  </a:lnTo>
                  <a:lnTo>
                    <a:pt x="216" y="30"/>
                  </a:lnTo>
                  <a:lnTo>
                    <a:pt x="204" y="30"/>
                  </a:lnTo>
                  <a:lnTo>
                    <a:pt x="192" y="12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120" y="6"/>
                  </a:lnTo>
                  <a:lnTo>
                    <a:pt x="108" y="12"/>
                  </a:lnTo>
                  <a:lnTo>
                    <a:pt x="90" y="6"/>
                  </a:lnTo>
                  <a:lnTo>
                    <a:pt x="66" y="6"/>
                  </a:lnTo>
                  <a:lnTo>
                    <a:pt x="42" y="12"/>
                  </a:lnTo>
                  <a:lnTo>
                    <a:pt x="30" y="6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8" y="24"/>
                  </a:lnTo>
                  <a:lnTo>
                    <a:pt x="0" y="30"/>
                  </a:lnTo>
                  <a:lnTo>
                    <a:pt x="12" y="42"/>
                  </a:lnTo>
                  <a:lnTo>
                    <a:pt x="30" y="48"/>
                  </a:lnTo>
                  <a:lnTo>
                    <a:pt x="30" y="60"/>
                  </a:lnTo>
                  <a:lnTo>
                    <a:pt x="36" y="60"/>
                  </a:lnTo>
                  <a:lnTo>
                    <a:pt x="42" y="66"/>
                  </a:lnTo>
                  <a:lnTo>
                    <a:pt x="42" y="84"/>
                  </a:lnTo>
                  <a:lnTo>
                    <a:pt x="60" y="90"/>
                  </a:lnTo>
                  <a:lnTo>
                    <a:pt x="72" y="120"/>
                  </a:lnTo>
                  <a:lnTo>
                    <a:pt x="84" y="132"/>
                  </a:lnTo>
                  <a:lnTo>
                    <a:pt x="96" y="138"/>
                  </a:lnTo>
                  <a:lnTo>
                    <a:pt x="114" y="150"/>
                  </a:lnTo>
                  <a:lnTo>
                    <a:pt x="126" y="156"/>
                  </a:lnTo>
                  <a:lnTo>
                    <a:pt x="132" y="168"/>
                  </a:lnTo>
                  <a:lnTo>
                    <a:pt x="132" y="174"/>
                  </a:lnTo>
                  <a:lnTo>
                    <a:pt x="126" y="180"/>
                  </a:lnTo>
                  <a:lnTo>
                    <a:pt x="138" y="180"/>
                  </a:lnTo>
                  <a:lnTo>
                    <a:pt x="156" y="198"/>
                  </a:lnTo>
                  <a:lnTo>
                    <a:pt x="162" y="210"/>
                  </a:lnTo>
                  <a:lnTo>
                    <a:pt x="174" y="216"/>
                  </a:lnTo>
                  <a:lnTo>
                    <a:pt x="192" y="234"/>
                  </a:lnTo>
                  <a:lnTo>
                    <a:pt x="210" y="204"/>
                  </a:lnTo>
                  <a:lnTo>
                    <a:pt x="198" y="198"/>
                  </a:lnTo>
                  <a:lnTo>
                    <a:pt x="192" y="198"/>
                  </a:lnTo>
                  <a:lnTo>
                    <a:pt x="186" y="192"/>
                  </a:lnTo>
                  <a:lnTo>
                    <a:pt x="186" y="186"/>
                  </a:lnTo>
                  <a:lnTo>
                    <a:pt x="192" y="180"/>
                  </a:lnTo>
                  <a:lnTo>
                    <a:pt x="198" y="180"/>
                  </a:lnTo>
                  <a:lnTo>
                    <a:pt x="204" y="168"/>
                  </a:lnTo>
                  <a:lnTo>
                    <a:pt x="204" y="162"/>
                  </a:lnTo>
                  <a:lnTo>
                    <a:pt x="210" y="156"/>
                  </a:lnTo>
                  <a:lnTo>
                    <a:pt x="228" y="156"/>
                  </a:lnTo>
                  <a:lnTo>
                    <a:pt x="228" y="132"/>
                  </a:lnTo>
                  <a:lnTo>
                    <a:pt x="258" y="132"/>
                  </a:lnTo>
                  <a:lnTo>
                    <a:pt x="258" y="126"/>
                  </a:lnTo>
                  <a:lnTo>
                    <a:pt x="252" y="114"/>
                  </a:lnTo>
                  <a:lnTo>
                    <a:pt x="240" y="102"/>
                  </a:lnTo>
                  <a:lnTo>
                    <a:pt x="264" y="96"/>
                  </a:lnTo>
                  <a:lnTo>
                    <a:pt x="258" y="84"/>
                  </a:lnTo>
                  <a:lnTo>
                    <a:pt x="252" y="78"/>
                  </a:lnTo>
                  <a:lnTo>
                    <a:pt x="246" y="78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526" name="Botswana" descr="© INSCALE GmbH, 05.05.2010&#10;http://www.presentationload.com/">
              <a:extLst>
                <a:ext uri="{FF2B5EF4-FFF2-40B4-BE49-F238E27FC236}">
                  <a16:creationId xmlns:a16="http://schemas.microsoft.com/office/drawing/2014/main" id="{42D6EAB8-C44E-4A49-BE15-12DADBB33E7D}"/>
                </a:ext>
              </a:extLst>
            </p:cNvPr>
            <p:cNvSpPr>
              <a:spLocks/>
            </p:cNvSpPr>
            <p:nvPr/>
          </p:nvSpPr>
          <p:spPr bwMode="gray">
            <a:xfrm>
              <a:off x="4195965" y="3472070"/>
              <a:ext cx="214542" cy="240189"/>
            </a:xfrm>
            <a:custGeom>
              <a:avLst/>
              <a:gdLst>
                <a:gd name="T0" fmla="*/ 2147483647 w 648"/>
                <a:gd name="T1" fmla="*/ 2147483647 h 732"/>
                <a:gd name="T2" fmla="*/ 2147483647 w 648"/>
                <a:gd name="T3" fmla="*/ 2147483647 h 732"/>
                <a:gd name="T4" fmla="*/ 2147483647 w 648"/>
                <a:gd name="T5" fmla="*/ 2147483647 h 732"/>
                <a:gd name="T6" fmla="*/ 2147483647 w 648"/>
                <a:gd name="T7" fmla="*/ 2147483647 h 732"/>
                <a:gd name="T8" fmla="*/ 2147483647 w 648"/>
                <a:gd name="T9" fmla="*/ 2147483647 h 732"/>
                <a:gd name="T10" fmla="*/ 2147483647 w 648"/>
                <a:gd name="T11" fmla="*/ 2147483647 h 732"/>
                <a:gd name="T12" fmla="*/ 2147483647 w 648"/>
                <a:gd name="T13" fmla="*/ 2147483647 h 732"/>
                <a:gd name="T14" fmla="*/ 2147483647 w 648"/>
                <a:gd name="T15" fmla="*/ 2147483647 h 732"/>
                <a:gd name="T16" fmla="*/ 2147483647 w 648"/>
                <a:gd name="T17" fmla="*/ 2147483647 h 732"/>
                <a:gd name="T18" fmla="*/ 2147483647 w 648"/>
                <a:gd name="T19" fmla="*/ 2147483647 h 732"/>
                <a:gd name="T20" fmla="*/ 2147483647 w 648"/>
                <a:gd name="T21" fmla="*/ 2147483647 h 732"/>
                <a:gd name="T22" fmla="*/ 2147483647 w 648"/>
                <a:gd name="T23" fmla="*/ 2147483647 h 732"/>
                <a:gd name="T24" fmla="*/ 2147483647 w 648"/>
                <a:gd name="T25" fmla="*/ 2147483647 h 732"/>
                <a:gd name="T26" fmla="*/ 2147483647 w 648"/>
                <a:gd name="T27" fmla="*/ 2147483647 h 732"/>
                <a:gd name="T28" fmla="*/ 2147483647 w 648"/>
                <a:gd name="T29" fmla="*/ 2147483647 h 732"/>
                <a:gd name="T30" fmla="*/ 2147483647 w 648"/>
                <a:gd name="T31" fmla="*/ 2147483647 h 732"/>
                <a:gd name="T32" fmla="*/ 2147483647 w 648"/>
                <a:gd name="T33" fmla="*/ 2147483647 h 732"/>
                <a:gd name="T34" fmla="*/ 2147483647 w 648"/>
                <a:gd name="T35" fmla="*/ 2147483647 h 732"/>
                <a:gd name="T36" fmla="*/ 2147483647 w 648"/>
                <a:gd name="T37" fmla="*/ 2147483647 h 732"/>
                <a:gd name="T38" fmla="*/ 2147483647 w 648"/>
                <a:gd name="T39" fmla="*/ 2147483647 h 732"/>
                <a:gd name="T40" fmla="*/ 2147483647 w 648"/>
                <a:gd name="T41" fmla="*/ 2147483647 h 732"/>
                <a:gd name="T42" fmla="*/ 2147483647 w 648"/>
                <a:gd name="T43" fmla="*/ 2147483647 h 732"/>
                <a:gd name="T44" fmla="*/ 2147483647 w 648"/>
                <a:gd name="T45" fmla="*/ 2147483647 h 732"/>
                <a:gd name="T46" fmla="*/ 2147483647 w 648"/>
                <a:gd name="T47" fmla="*/ 2147483647 h 732"/>
                <a:gd name="T48" fmla="*/ 2147483647 w 648"/>
                <a:gd name="T49" fmla="*/ 2147483647 h 732"/>
                <a:gd name="T50" fmla="*/ 2147483647 w 648"/>
                <a:gd name="T51" fmla="*/ 2147483647 h 732"/>
                <a:gd name="T52" fmla="*/ 2147483647 w 648"/>
                <a:gd name="T53" fmla="*/ 2147483647 h 732"/>
                <a:gd name="T54" fmla="*/ 2147483647 w 648"/>
                <a:gd name="T55" fmla="*/ 2147483647 h 732"/>
                <a:gd name="T56" fmla="*/ 2147483647 w 648"/>
                <a:gd name="T57" fmla="*/ 2147483647 h 732"/>
                <a:gd name="T58" fmla="*/ 2147483647 w 648"/>
                <a:gd name="T59" fmla="*/ 2147483647 h 732"/>
                <a:gd name="T60" fmla="*/ 2147483647 w 648"/>
                <a:gd name="T61" fmla="*/ 2147483647 h 732"/>
                <a:gd name="T62" fmla="*/ 2147483647 w 648"/>
                <a:gd name="T63" fmla="*/ 2147483647 h 732"/>
                <a:gd name="T64" fmla="*/ 2147483647 w 648"/>
                <a:gd name="T65" fmla="*/ 2147483647 h 732"/>
                <a:gd name="T66" fmla="*/ 2147483647 w 648"/>
                <a:gd name="T67" fmla="*/ 2147483647 h 732"/>
                <a:gd name="T68" fmla="*/ 2147483647 w 648"/>
                <a:gd name="T69" fmla="*/ 2147483647 h 732"/>
                <a:gd name="T70" fmla="*/ 2147483647 w 648"/>
                <a:gd name="T71" fmla="*/ 2147483647 h 732"/>
                <a:gd name="T72" fmla="*/ 2147483647 w 648"/>
                <a:gd name="T73" fmla="*/ 2147483647 h 732"/>
                <a:gd name="T74" fmla="*/ 2147483647 w 648"/>
                <a:gd name="T75" fmla="*/ 2147483647 h 732"/>
                <a:gd name="T76" fmla="*/ 2147483647 w 648"/>
                <a:gd name="T77" fmla="*/ 2147483647 h 732"/>
                <a:gd name="T78" fmla="*/ 2147483647 w 648"/>
                <a:gd name="T79" fmla="*/ 2147483647 h 732"/>
                <a:gd name="T80" fmla="*/ 2147483647 w 648"/>
                <a:gd name="T81" fmla="*/ 2147483647 h 732"/>
                <a:gd name="T82" fmla="*/ 2147483647 w 648"/>
                <a:gd name="T83" fmla="*/ 2147483647 h 732"/>
                <a:gd name="T84" fmla="*/ 2147483647 w 648"/>
                <a:gd name="T85" fmla="*/ 2147483647 h 732"/>
                <a:gd name="T86" fmla="*/ 2147483647 w 648"/>
                <a:gd name="T87" fmla="*/ 2147483647 h 732"/>
                <a:gd name="T88" fmla="*/ 2147483647 w 648"/>
                <a:gd name="T89" fmla="*/ 2147483647 h 732"/>
                <a:gd name="T90" fmla="*/ 2147483647 w 648"/>
                <a:gd name="T91" fmla="*/ 2147483647 h 732"/>
                <a:gd name="T92" fmla="*/ 2147483647 w 648"/>
                <a:gd name="T93" fmla="*/ 2147483647 h 732"/>
                <a:gd name="T94" fmla="*/ 2147483647 w 648"/>
                <a:gd name="T95" fmla="*/ 0 h 732"/>
                <a:gd name="T96" fmla="*/ 2147483647 w 648"/>
                <a:gd name="T97" fmla="*/ 2147483647 h 732"/>
                <a:gd name="T98" fmla="*/ 2147483647 w 648"/>
                <a:gd name="T99" fmla="*/ 2147483647 h 732"/>
                <a:gd name="T100" fmla="*/ 2147483647 w 648"/>
                <a:gd name="T101" fmla="*/ 2147483647 h 732"/>
                <a:gd name="T102" fmla="*/ 2147483647 w 648"/>
                <a:gd name="T103" fmla="*/ 2147483647 h 732"/>
                <a:gd name="T104" fmla="*/ 2147483647 w 648"/>
                <a:gd name="T105" fmla="*/ 2147483647 h 732"/>
                <a:gd name="T106" fmla="*/ 2147483647 w 648"/>
                <a:gd name="T107" fmla="*/ 2147483647 h 732"/>
                <a:gd name="T108" fmla="*/ 2147483647 w 648"/>
                <a:gd name="T109" fmla="*/ 2147483647 h 732"/>
                <a:gd name="T110" fmla="*/ 2147483647 w 648"/>
                <a:gd name="T111" fmla="*/ 2147483647 h 732"/>
                <a:gd name="T112" fmla="*/ 2147483647 w 648"/>
                <a:gd name="T113" fmla="*/ 2147483647 h 732"/>
                <a:gd name="T114" fmla="*/ 0 w 648"/>
                <a:gd name="T115" fmla="*/ 2147483647 h 73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48"/>
                <a:gd name="T175" fmla="*/ 0 h 732"/>
                <a:gd name="T176" fmla="*/ 648 w 648"/>
                <a:gd name="T177" fmla="*/ 732 h 732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48" h="732">
                  <a:moveTo>
                    <a:pt x="0" y="570"/>
                  </a:moveTo>
                  <a:lnTo>
                    <a:pt x="12" y="576"/>
                  </a:lnTo>
                  <a:lnTo>
                    <a:pt x="18" y="582"/>
                  </a:lnTo>
                  <a:lnTo>
                    <a:pt x="30" y="588"/>
                  </a:lnTo>
                  <a:lnTo>
                    <a:pt x="36" y="594"/>
                  </a:lnTo>
                  <a:lnTo>
                    <a:pt x="42" y="612"/>
                  </a:lnTo>
                  <a:lnTo>
                    <a:pt x="48" y="624"/>
                  </a:lnTo>
                  <a:lnTo>
                    <a:pt x="48" y="642"/>
                  </a:lnTo>
                  <a:lnTo>
                    <a:pt x="54" y="648"/>
                  </a:lnTo>
                  <a:lnTo>
                    <a:pt x="54" y="672"/>
                  </a:lnTo>
                  <a:lnTo>
                    <a:pt x="48" y="684"/>
                  </a:lnTo>
                  <a:lnTo>
                    <a:pt x="48" y="690"/>
                  </a:lnTo>
                  <a:lnTo>
                    <a:pt x="42" y="702"/>
                  </a:lnTo>
                  <a:lnTo>
                    <a:pt x="42" y="732"/>
                  </a:lnTo>
                  <a:lnTo>
                    <a:pt x="120" y="732"/>
                  </a:lnTo>
                  <a:lnTo>
                    <a:pt x="120" y="714"/>
                  </a:lnTo>
                  <a:lnTo>
                    <a:pt x="144" y="714"/>
                  </a:lnTo>
                  <a:lnTo>
                    <a:pt x="144" y="708"/>
                  </a:lnTo>
                  <a:lnTo>
                    <a:pt x="150" y="702"/>
                  </a:lnTo>
                  <a:lnTo>
                    <a:pt x="156" y="690"/>
                  </a:lnTo>
                  <a:lnTo>
                    <a:pt x="162" y="684"/>
                  </a:lnTo>
                  <a:lnTo>
                    <a:pt x="168" y="684"/>
                  </a:lnTo>
                  <a:lnTo>
                    <a:pt x="174" y="678"/>
                  </a:lnTo>
                  <a:lnTo>
                    <a:pt x="186" y="678"/>
                  </a:lnTo>
                  <a:lnTo>
                    <a:pt x="186" y="654"/>
                  </a:lnTo>
                  <a:lnTo>
                    <a:pt x="192" y="642"/>
                  </a:lnTo>
                  <a:lnTo>
                    <a:pt x="192" y="630"/>
                  </a:lnTo>
                  <a:lnTo>
                    <a:pt x="198" y="618"/>
                  </a:lnTo>
                  <a:lnTo>
                    <a:pt x="204" y="612"/>
                  </a:lnTo>
                  <a:lnTo>
                    <a:pt x="216" y="606"/>
                  </a:lnTo>
                  <a:lnTo>
                    <a:pt x="228" y="606"/>
                  </a:lnTo>
                  <a:lnTo>
                    <a:pt x="240" y="612"/>
                  </a:lnTo>
                  <a:lnTo>
                    <a:pt x="246" y="618"/>
                  </a:lnTo>
                  <a:lnTo>
                    <a:pt x="258" y="624"/>
                  </a:lnTo>
                  <a:lnTo>
                    <a:pt x="270" y="636"/>
                  </a:lnTo>
                  <a:lnTo>
                    <a:pt x="300" y="636"/>
                  </a:lnTo>
                  <a:lnTo>
                    <a:pt x="306" y="642"/>
                  </a:lnTo>
                  <a:lnTo>
                    <a:pt x="318" y="648"/>
                  </a:lnTo>
                  <a:lnTo>
                    <a:pt x="324" y="654"/>
                  </a:lnTo>
                  <a:lnTo>
                    <a:pt x="336" y="654"/>
                  </a:lnTo>
                  <a:lnTo>
                    <a:pt x="348" y="648"/>
                  </a:lnTo>
                  <a:lnTo>
                    <a:pt x="354" y="642"/>
                  </a:lnTo>
                  <a:lnTo>
                    <a:pt x="360" y="648"/>
                  </a:lnTo>
                  <a:lnTo>
                    <a:pt x="372" y="648"/>
                  </a:lnTo>
                  <a:lnTo>
                    <a:pt x="384" y="642"/>
                  </a:lnTo>
                  <a:lnTo>
                    <a:pt x="390" y="636"/>
                  </a:lnTo>
                  <a:lnTo>
                    <a:pt x="396" y="624"/>
                  </a:lnTo>
                  <a:lnTo>
                    <a:pt x="402" y="606"/>
                  </a:lnTo>
                  <a:lnTo>
                    <a:pt x="408" y="594"/>
                  </a:lnTo>
                  <a:lnTo>
                    <a:pt x="408" y="582"/>
                  </a:lnTo>
                  <a:lnTo>
                    <a:pt x="426" y="564"/>
                  </a:lnTo>
                  <a:lnTo>
                    <a:pt x="444" y="558"/>
                  </a:lnTo>
                  <a:lnTo>
                    <a:pt x="456" y="552"/>
                  </a:lnTo>
                  <a:lnTo>
                    <a:pt x="462" y="546"/>
                  </a:lnTo>
                  <a:lnTo>
                    <a:pt x="468" y="534"/>
                  </a:lnTo>
                  <a:lnTo>
                    <a:pt x="480" y="528"/>
                  </a:lnTo>
                  <a:lnTo>
                    <a:pt x="480" y="492"/>
                  </a:lnTo>
                  <a:lnTo>
                    <a:pt x="492" y="468"/>
                  </a:lnTo>
                  <a:lnTo>
                    <a:pt x="504" y="462"/>
                  </a:lnTo>
                  <a:lnTo>
                    <a:pt x="510" y="462"/>
                  </a:lnTo>
                  <a:lnTo>
                    <a:pt x="522" y="456"/>
                  </a:lnTo>
                  <a:lnTo>
                    <a:pt x="564" y="414"/>
                  </a:lnTo>
                  <a:lnTo>
                    <a:pt x="576" y="390"/>
                  </a:lnTo>
                  <a:lnTo>
                    <a:pt x="582" y="384"/>
                  </a:lnTo>
                  <a:lnTo>
                    <a:pt x="594" y="384"/>
                  </a:lnTo>
                  <a:lnTo>
                    <a:pt x="606" y="378"/>
                  </a:lnTo>
                  <a:lnTo>
                    <a:pt x="618" y="378"/>
                  </a:lnTo>
                  <a:lnTo>
                    <a:pt x="630" y="354"/>
                  </a:lnTo>
                  <a:lnTo>
                    <a:pt x="648" y="354"/>
                  </a:lnTo>
                  <a:lnTo>
                    <a:pt x="648" y="348"/>
                  </a:lnTo>
                  <a:lnTo>
                    <a:pt x="642" y="336"/>
                  </a:lnTo>
                  <a:lnTo>
                    <a:pt x="624" y="318"/>
                  </a:lnTo>
                  <a:lnTo>
                    <a:pt x="606" y="312"/>
                  </a:lnTo>
                  <a:lnTo>
                    <a:pt x="594" y="312"/>
                  </a:lnTo>
                  <a:lnTo>
                    <a:pt x="576" y="306"/>
                  </a:lnTo>
                  <a:lnTo>
                    <a:pt x="564" y="306"/>
                  </a:lnTo>
                  <a:lnTo>
                    <a:pt x="564" y="276"/>
                  </a:lnTo>
                  <a:lnTo>
                    <a:pt x="546" y="276"/>
                  </a:lnTo>
                  <a:lnTo>
                    <a:pt x="546" y="246"/>
                  </a:lnTo>
                  <a:lnTo>
                    <a:pt x="552" y="240"/>
                  </a:lnTo>
                  <a:lnTo>
                    <a:pt x="546" y="216"/>
                  </a:lnTo>
                  <a:lnTo>
                    <a:pt x="516" y="216"/>
                  </a:lnTo>
                  <a:lnTo>
                    <a:pt x="516" y="186"/>
                  </a:lnTo>
                  <a:lnTo>
                    <a:pt x="510" y="180"/>
                  </a:lnTo>
                  <a:lnTo>
                    <a:pt x="480" y="180"/>
                  </a:lnTo>
                  <a:lnTo>
                    <a:pt x="462" y="162"/>
                  </a:lnTo>
                  <a:lnTo>
                    <a:pt x="450" y="156"/>
                  </a:lnTo>
                  <a:lnTo>
                    <a:pt x="432" y="120"/>
                  </a:lnTo>
                  <a:lnTo>
                    <a:pt x="432" y="96"/>
                  </a:lnTo>
                  <a:lnTo>
                    <a:pt x="426" y="90"/>
                  </a:lnTo>
                  <a:lnTo>
                    <a:pt x="414" y="66"/>
                  </a:lnTo>
                  <a:lnTo>
                    <a:pt x="408" y="60"/>
                  </a:lnTo>
                  <a:lnTo>
                    <a:pt x="396" y="60"/>
                  </a:lnTo>
                  <a:lnTo>
                    <a:pt x="396" y="30"/>
                  </a:lnTo>
                  <a:lnTo>
                    <a:pt x="384" y="18"/>
                  </a:lnTo>
                  <a:lnTo>
                    <a:pt x="378" y="0"/>
                  </a:lnTo>
                  <a:lnTo>
                    <a:pt x="342" y="6"/>
                  </a:lnTo>
                  <a:lnTo>
                    <a:pt x="330" y="18"/>
                  </a:lnTo>
                  <a:lnTo>
                    <a:pt x="306" y="18"/>
                  </a:lnTo>
                  <a:lnTo>
                    <a:pt x="264" y="60"/>
                  </a:lnTo>
                  <a:lnTo>
                    <a:pt x="258" y="60"/>
                  </a:lnTo>
                  <a:lnTo>
                    <a:pt x="258" y="42"/>
                  </a:lnTo>
                  <a:lnTo>
                    <a:pt x="252" y="42"/>
                  </a:lnTo>
                  <a:lnTo>
                    <a:pt x="252" y="24"/>
                  </a:lnTo>
                  <a:lnTo>
                    <a:pt x="246" y="18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168" y="36"/>
                  </a:lnTo>
                  <a:lnTo>
                    <a:pt x="132" y="36"/>
                  </a:lnTo>
                  <a:lnTo>
                    <a:pt x="114" y="42"/>
                  </a:lnTo>
                  <a:lnTo>
                    <a:pt x="78" y="42"/>
                  </a:lnTo>
                  <a:lnTo>
                    <a:pt x="78" y="216"/>
                  </a:lnTo>
                  <a:lnTo>
                    <a:pt x="72" y="222"/>
                  </a:lnTo>
                  <a:lnTo>
                    <a:pt x="78" y="348"/>
                  </a:lnTo>
                  <a:lnTo>
                    <a:pt x="6" y="348"/>
                  </a:lnTo>
                  <a:lnTo>
                    <a:pt x="0" y="570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527" name="Bolivia" descr="© INSCALE GmbH, 05.05.2010&#10;http://www.presentationload.com/">
              <a:extLst>
                <a:ext uri="{FF2B5EF4-FFF2-40B4-BE49-F238E27FC236}">
                  <a16:creationId xmlns:a16="http://schemas.microsoft.com/office/drawing/2014/main" id="{E9E496E6-6B82-401E-B0DD-57EB765F0A3F}"/>
                </a:ext>
              </a:extLst>
            </p:cNvPr>
            <p:cNvSpPr>
              <a:spLocks/>
            </p:cNvSpPr>
            <p:nvPr/>
          </p:nvSpPr>
          <p:spPr bwMode="gray">
            <a:xfrm>
              <a:off x="2106126" y="3258856"/>
              <a:ext cx="294673" cy="348079"/>
            </a:xfrm>
            <a:custGeom>
              <a:avLst/>
              <a:gdLst>
                <a:gd name="T0" fmla="*/ 2147483647 w 894"/>
                <a:gd name="T1" fmla="*/ 2147483647 h 1056"/>
                <a:gd name="T2" fmla="*/ 2147483647 w 894"/>
                <a:gd name="T3" fmla="*/ 2147483647 h 1056"/>
                <a:gd name="T4" fmla="*/ 2147483647 w 894"/>
                <a:gd name="T5" fmla="*/ 2147483647 h 1056"/>
                <a:gd name="T6" fmla="*/ 2147483647 w 894"/>
                <a:gd name="T7" fmla="*/ 2147483647 h 1056"/>
                <a:gd name="T8" fmla="*/ 2147483647 w 894"/>
                <a:gd name="T9" fmla="*/ 2147483647 h 1056"/>
                <a:gd name="T10" fmla="*/ 2147483647 w 894"/>
                <a:gd name="T11" fmla="*/ 2147483647 h 1056"/>
                <a:gd name="T12" fmla="*/ 2147483647 w 894"/>
                <a:gd name="T13" fmla="*/ 2147483647 h 1056"/>
                <a:gd name="T14" fmla="*/ 2147483647 w 894"/>
                <a:gd name="T15" fmla="*/ 2147483647 h 1056"/>
                <a:gd name="T16" fmla="*/ 2147483647 w 894"/>
                <a:gd name="T17" fmla="*/ 2147483647 h 1056"/>
                <a:gd name="T18" fmla="*/ 2147483647 w 894"/>
                <a:gd name="T19" fmla="*/ 2147483647 h 1056"/>
                <a:gd name="T20" fmla="*/ 2147483647 w 894"/>
                <a:gd name="T21" fmla="*/ 2147483647 h 1056"/>
                <a:gd name="T22" fmla="*/ 2147483647 w 894"/>
                <a:gd name="T23" fmla="*/ 2147483647 h 1056"/>
                <a:gd name="T24" fmla="*/ 2147483647 w 894"/>
                <a:gd name="T25" fmla="*/ 2147483647 h 1056"/>
                <a:gd name="T26" fmla="*/ 2147483647 w 894"/>
                <a:gd name="T27" fmla="*/ 2147483647 h 1056"/>
                <a:gd name="T28" fmla="*/ 2147483647 w 894"/>
                <a:gd name="T29" fmla="*/ 2147483647 h 1056"/>
                <a:gd name="T30" fmla="*/ 2147483647 w 894"/>
                <a:gd name="T31" fmla="*/ 2147483647 h 1056"/>
                <a:gd name="T32" fmla="*/ 2147483647 w 894"/>
                <a:gd name="T33" fmla="*/ 2147483647 h 1056"/>
                <a:gd name="T34" fmla="*/ 2147483647 w 894"/>
                <a:gd name="T35" fmla="*/ 2147483647 h 1056"/>
                <a:gd name="T36" fmla="*/ 2147483647 w 894"/>
                <a:gd name="T37" fmla="*/ 2147483647 h 1056"/>
                <a:gd name="T38" fmla="*/ 2147483647 w 894"/>
                <a:gd name="T39" fmla="*/ 2147483647 h 1056"/>
                <a:gd name="T40" fmla="*/ 2147483647 w 894"/>
                <a:gd name="T41" fmla="*/ 2147483647 h 1056"/>
                <a:gd name="T42" fmla="*/ 2147483647 w 894"/>
                <a:gd name="T43" fmla="*/ 2147483647 h 1056"/>
                <a:gd name="T44" fmla="*/ 2147483647 w 894"/>
                <a:gd name="T45" fmla="*/ 2147483647 h 1056"/>
                <a:gd name="T46" fmla="*/ 2147483647 w 894"/>
                <a:gd name="T47" fmla="*/ 2147483647 h 1056"/>
                <a:gd name="T48" fmla="*/ 0 w 894"/>
                <a:gd name="T49" fmla="*/ 2147483647 h 1056"/>
                <a:gd name="T50" fmla="*/ 2147483647 w 894"/>
                <a:gd name="T51" fmla="*/ 2147483647 h 1056"/>
                <a:gd name="T52" fmla="*/ 2147483647 w 894"/>
                <a:gd name="T53" fmla="*/ 2147483647 h 1056"/>
                <a:gd name="T54" fmla="*/ 2147483647 w 894"/>
                <a:gd name="T55" fmla="*/ 2147483647 h 1056"/>
                <a:gd name="T56" fmla="*/ 2147483647 w 894"/>
                <a:gd name="T57" fmla="*/ 2147483647 h 1056"/>
                <a:gd name="T58" fmla="*/ 2147483647 w 894"/>
                <a:gd name="T59" fmla="*/ 2147483647 h 1056"/>
                <a:gd name="T60" fmla="*/ 2147483647 w 894"/>
                <a:gd name="T61" fmla="*/ 2147483647 h 1056"/>
                <a:gd name="T62" fmla="*/ 2147483647 w 894"/>
                <a:gd name="T63" fmla="*/ 2147483647 h 1056"/>
                <a:gd name="T64" fmla="*/ 2147483647 w 894"/>
                <a:gd name="T65" fmla="*/ 2147483647 h 1056"/>
                <a:gd name="T66" fmla="*/ 2147483647 w 894"/>
                <a:gd name="T67" fmla="*/ 2147483647 h 1056"/>
                <a:gd name="T68" fmla="*/ 2147483647 w 894"/>
                <a:gd name="T69" fmla="*/ 2147483647 h 1056"/>
                <a:gd name="T70" fmla="*/ 2147483647 w 894"/>
                <a:gd name="T71" fmla="*/ 2147483647 h 1056"/>
                <a:gd name="T72" fmla="*/ 2147483647 w 894"/>
                <a:gd name="T73" fmla="*/ 2147483647 h 1056"/>
                <a:gd name="T74" fmla="*/ 2147483647 w 894"/>
                <a:gd name="T75" fmla="*/ 2147483647 h 1056"/>
                <a:gd name="T76" fmla="*/ 2147483647 w 894"/>
                <a:gd name="T77" fmla="*/ 2147483647 h 1056"/>
                <a:gd name="T78" fmla="*/ 2147483647 w 894"/>
                <a:gd name="T79" fmla="*/ 2147483647 h 1056"/>
                <a:gd name="T80" fmla="*/ 2147483647 w 894"/>
                <a:gd name="T81" fmla="*/ 2147483647 h 1056"/>
                <a:gd name="T82" fmla="*/ 2147483647 w 894"/>
                <a:gd name="T83" fmla="*/ 2147483647 h 1056"/>
                <a:gd name="T84" fmla="*/ 2147483647 w 894"/>
                <a:gd name="T85" fmla="*/ 2147483647 h 1056"/>
                <a:gd name="T86" fmla="*/ 2147483647 w 894"/>
                <a:gd name="T87" fmla="*/ 2147483647 h 1056"/>
                <a:gd name="T88" fmla="*/ 2147483647 w 894"/>
                <a:gd name="T89" fmla="*/ 2147483647 h 1056"/>
                <a:gd name="T90" fmla="*/ 2147483647 w 894"/>
                <a:gd name="T91" fmla="*/ 2147483647 h 1056"/>
                <a:gd name="T92" fmla="*/ 2147483647 w 894"/>
                <a:gd name="T93" fmla="*/ 2147483647 h 1056"/>
                <a:gd name="T94" fmla="*/ 2147483647 w 894"/>
                <a:gd name="T95" fmla="*/ 2147483647 h 1056"/>
                <a:gd name="T96" fmla="*/ 2147483647 w 894"/>
                <a:gd name="T97" fmla="*/ 2147483647 h 1056"/>
                <a:gd name="T98" fmla="*/ 2147483647 w 894"/>
                <a:gd name="T99" fmla="*/ 2147483647 h 1056"/>
                <a:gd name="T100" fmla="*/ 2147483647 w 894"/>
                <a:gd name="T101" fmla="*/ 2147483647 h 105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94"/>
                <a:gd name="T154" fmla="*/ 0 h 1056"/>
                <a:gd name="T155" fmla="*/ 894 w 894"/>
                <a:gd name="T156" fmla="*/ 1056 h 105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94" h="1056">
                  <a:moveTo>
                    <a:pt x="882" y="744"/>
                  </a:moveTo>
                  <a:lnTo>
                    <a:pt x="882" y="738"/>
                  </a:lnTo>
                  <a:lnTo>
                    <a:pt x="888" y="732"/>
                  </a:lnTo>
                  <a:lnTo>
                    <a:pt x="888" y="708"/>
                  </a:lnTo>
                  <a:lnTo>
                    <a:pt x="894" y="696"/>
                  </a:lnTo>
                  <a:lnTo>
                    <a:pt x="894" y="684"/>
                  </a:lnTo>
                  <a:lnTo>
                    <a:pt x="882" y="648"/>
                  </a:lnTo>
                  <a:lnTo>
                    <a:pt x="876" y="636"/>
                  </a:lnTo>
                  <a:lnTo>
                    <a:pt x="864" y="624"/>
                  </a:lnTo>
                  <a:lnTo>
                    <a:pt x="840" y="612"/>
                  </a:lnTo>
                  <a:lnTo>
                    <a:pt x="834" y="606"/>
                  </a:lnTo>
                  <a:lnTo>
                    <a:pt x="822" y="600"/>
                  </a:lnTo>
                  <a:lnTo>
                    <a:pt x="816" y="588"/>
                  </a:lnTo>
                  <a:lnTo>
                    <a:pt x="816" y="576"/>
                  </a:lnTo>
                  <a:lnTo>
                    <a:pt x="822" y="558"/>
                  </a:lnTo>
                  <a:lnTo>
                    <a:pt x="822" y="546"/>
                  </a:lnTo>
                  <a:lnTo>
                    <a:pt x="828" y="540"/>
                  </a:lnTo>
                  <a:lnTo>
                    <a:pt x="828" y="534"/>
                  </a:lnTo>
                  <a:lnTo>
                    <a:pt x="768" y="534"/>
                  </a:lnTo>
                  <a:lnTo>
                    <a:pt x="720" y="528"/>
                  </a:lnTo>
                  <a:lnTo>
                    <a:pt x="690" y="522"/>
                  </a:lnTo>
                  <a:lnTo>
                    <a:pt x="684" y="516"/>
                  </a:lnTo>
                  <a:lnTo>
                    <a:pt x="684" y="474"/>
                  </a:lnTo>
                  <a:lnTo>
                    <a:pt x="690" y="462"/>
                  </a:lnTo>
                  <a:lnTo>
                    <a:pt x="684" y="456"/>
                  </a:lnTo>
                  <a:lnTo>
                    <a:pt x="672" y="450"/>
                  </a:lnTo>
                  <a:lnTo>
                    <a:pt x="666" y="438"/>
                  </a:lnTo>
                  <a:lnTo>
                    <a:pt x="660" y="432"/>
                  </a:lnTo>
                  <a:lnTo>
                    <a:pt x="660" y="426"/>
                  </a:lnTo>
                  <a:lnTo>
                    <a:pt x="678" y="426"/>
                  </a:lnTo>
                  <a:lnTo>
                    <a:pt x="678" y="396"/>
                  </a:lnTo>
                  <a:lnTo>
                    <a:pt x="672" y="384"/>
                  </a:lnTo>
                  <a:lnTo>
                    <a:pt x="666" y="378"/>
                  </a:lnTo>
                  <a:lnTo>
                    <a:pt x="660" y="366"/>
                  </a:lnTo>
                  <a:lnTo>
                    <a:pt x="660" y="336"/>
                  </a:lnTo>
                  <a:lnTo>
                    <a:pt x="654" y="330"/>
                  </a:lnTo>
                  <a:lnTo>
                    <a:pt x="648" y="318"/>
                  </a:lnTo>
                  <a:lnTo>
                    <a:pt x="624" y="306"/>
                  </a:lnTo>
                  <a:lnTo>
                    <a:pt x="564" y="306"/>
                  </a:lnTo>
                  <a:lnTo>
                    <a:pt x="558" y="300"/>
                  </a:lnTo>
                  <a:lnTo>
                    <a:pt x="546" y="294"/>
                  </a:lnTo>
                  <a:lnTo>
                    <a:pt x="534" y="282"/>
                  </a:lnTo>
                  <a:lnTo>
                    <a:pt x="534" y="276"/>
                  </a:lnTo>
                  <a:lnTo>
                    <a:pt x="510" y="276"/>
                  </a:lnTo>
                  <a:lnTo>
                    <a:pt x="498" y="270"/>
                  </a:lnTo>
                  <a:lnTo>
                    <a:pt x="486" y="258"/>
                  </a:lnTo>
                  <a:lnTo>
                    <a:pt x="474" y="252"/>
                  </a:lnTo>
                  <a:lnTo>
                    <a:pt x="468" y="240"/>
                  </a:lnTo>
                  <a:lnTo>
                    <a:pt x="468" y="234"/>
                  </a:lnTo>
                  <a:lnTo>
                    <a:pt x="456" y="234"/>
                  </a:lnTo>
                  <a:lnTo>
                    <a:pt x="450" y="240"/>
                  </a:lnTo>
                  <a:lnTo>
                    <a:pt x="438" y="240"/>
                  </a:lnTo>
                  <a:lnTo>
                    <a:pt x="426" y="234"/>
                  </a:lnTo>
                  <a:lnTo>
                    <a:pt x="420" y="222"/>
                  </a:lnTo>
                  <a:lnTo>
                    <a:pt x="414" y="228"/>
                  </a:lnTo>
                  <a:lnTo>
                    <a:pt x="384" y="228"/>
                  </a:lnTo>
                  <a:lnTo>
                    <a:pt x="372" y="222"/>
                  </a:lnTo>
                  <a:lnTo>
                    <a:pt x="366" y="216"/>
                  </a:lnTo>
                  <a:lnTo>
                    <a:pt x="366" y="210"/>
                  </a:lnTo>
                  <a:lnTo>
                    <a:pt x="360" y="198"/>
                  </a:lnTo>
                  <a:lnTo>
                    <a:pt x="360" y="192"/>
                  </a:lnTo>
                  <a:lnTo>
                    <a:pt x="354" y="186"/>
                  </a:lnTo>
                  <a:lnTo>
                    <a:pt x="330" y="186"/>
                  </a:lnTo>
                  <a:lnTo>
                    <a:pt x="324" y="156"/>
                  </a:lnTo>
                  <a:lnTo>
                    <a:pt x="318" y="150"/>
                  </a:lnTo>
                  <a:lnTo>
                    <a:pt x="306" y="144"/>
                  </a:lnTo>
                  <a:lnTo>
                    <a:pt x="294" y="132"/>
                  </a:lnTo>
                  <a:lnTo>
                    <a:pt x="294" y="120"/>
                  </a:lnTo>
                  <a:lnTo>
                    <a:pt x="300" y="114"/>
                  </a:lnTo>
                  <a:lnTo>
                    <a:pt x="300" y="96"/>
                  </a:lnTo>
                  <a:lnTo>
                    <a:pt x="294" y="84"/>
                  </a:lnTo>
                  <a:lnTo>
                    <a:pt x="288" y="78"/>
                  </a:lnTo>
                  <a:lnTo>
                    <a:pt x="288" y="48"/>
                  </a:lnTo>
                  <a:lnTo>
                    <a:pt x="294" y="42"/>
                  </a:lnTo>
                  <a:lnTo>
                    <a:pt x="294" y="36"/>
                  </a:lnTo>
                  <a:lnTo>
                    <a:pt x="300" y="30"/>
                  </a:lnTo>
                  <a:lnTo>
                    <a:pt x="300" y="0"/>
                  </a:lnTo>
                  <a:lnTo>
                    <a:pt x="288" y="0"/>
                  </a:lnTo>
                  <a:lnTo>
                    <a:pt x="276" y="6"/>
                  </a:lnTo>
                  <a:lnTo>
                    <a:pt x="276" y="12"/>
                  </a:lnTo>
                  <a:lnTo>
                    <a:pt x="270" y="12"/>
                  </a:lnTo>
                  <a:lnTo>
                    <a:pt x="258" y="0"/>
                  </a:lnTo>
                  <a:lnTo>
                    <a:pt x="246" y="12"/>
                  </a:lnTo>
                  <a:lnTo>
                    <a:pt x="210" y="12"/>
                  </a:lnTo>
                  <a:lnTo>
                    <a:pt x="198" y="18"/>
                  </a:lnTo>
                  <a:lnTo>
                    <a:pt x="192" y="24"/>
                  </a:lnTo>
                  <a:lnTo>
                    <a:pt x="186" y="36"/>
                  </a:lnTo>
                  <a:lnTo>
                    <a:pt x="180" y="42"/>
                  </a:lnTo>
                  <a:lnTo>
                    <a:pt x="180" y="48"/>
                  </a:lnTo>
                  <a:lnTo>
                    <a:pt x="144" y="48"/>
                  </a:lnTo>
                  <a:lnTo>
                    <a:pt x="138" y="78"/>
                  </a:lnTo>
                  <a:lnTo>
                    <a:pt x="102" y="78"/>
                  </a:lnTo>
                  <a:lnTo>
                    <a:pt x="90" y="96"/>
                  </a:lnTo>
                  <a:lnTo>
                    <a:pt x="84" y="102"/>
                  </a:lnTo>
                  <a:lnTo>
                    <a:pt x="60" y="114"/>
                  </a:lnTo>
                  <a:lnTo>
                    <a:pt x="42" y="114"/>
                  </a:lnTo>
                  <a:lnTo>
                    <a:pt x="42" y="108"/>
                  </a:lnTo>
                  <a:lnTo>
                    <a:pt x="36" y="102"/>
                  </a:lnTo>
                  <a:lnTo>
                    <a:pt x="12" y="102"/>
                  </a:lnTo>
                  <a:lnTo>
                    <a:pt x="0" y="96"/>
                  </a:lnTo>
                  <a:lnTo>
                    <a:pt x="0" y="114"/>
                  </a:lnTo>
                  <a:lnTo>
                    <a:pt x="6" y="132"/>
                  </a:lnTo>
                  <a:lnTo>
                    <a:pt x="18" y="144"/>
                  </a:lnTo>
                  <a:lnTo>
                    <a:pt x="30" y="162"/>
                  </a:lnTo>
                  <a:lnTo>
                    <a:pt x="42" y="174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66" y="228"/>
                  </a:lnTo>
                  <a:lnTo>
                    <a:pt x="60" y="234"/>
                  </a:lnTo>
                  <a:lnTo>
                    <a:pt x="54" y="246"/>
                  </a:lnTo>
                  <a:lnTo>
                    <a:pt x="48" y="252"/>
                  </a:lnTo>
                  <a:lnTo>
                    <a:pt x="60" y="300"/>
                  </a:lnTo>
                  <a:lnTo>
                    <a:pt x="42" y="330"/>
                  </a:lnTo>
                  <a:lnTo>
                    <a:pt x="48" y="330"/>
                  </a:lnTo>
                  <a:lnTo>
                    <a:pt x="60" y="342"/>
                  </a:lnTo>
                  <a:lnTo>
                    <a:pt x="66" y="354"/>
                  </a:lnTo>
                  <a:lnTo>
                    <a:pt x="66" y="360"/>
                  </a:lnTo>
                  <a:lnTo>
                    <a:pt x="60" y="372"/>
                  </a:lnTo>
                  <a:lnTo>
                    <a:pt x="48" y="384"/>
                  </a:lnTo>
                  <a:lnTo>
                    <a:pt x="36" y="408"/>
                  </a:lnTo>
                  <a:lnTo>
                    <a:pt x="42" y="426"/>
                  </a:lnTo>
                  <a:lnTo>
                    <a:pt x="48" y="438"/>
                  </a:lnTo>
                  <a:lnTo>
                    <a:pt x="54" y="444"/>
                  </a:lnTo>
                  <a:lnTo>
                    <a:pt x="54" y="450"/>
                  </a:lnTo>
                  <a:lnTo>
                    <a:pt x="42" y="468"/>
                  </a:lnTo>
                  <a:lnTo>
                    <a:pt x="54" y="480"/>
                  </a:lnTo>
                  <a:lnTo>
                    <a:pt x="78" y="498"/>
                  </a:lnTo>
                  <a:lnTo>
                    <a:pt x="78" y="516"/>
                  </a:lnTo>
                  <a:lnTo>
                    <a:pt x="102" y="528"/>
                  </a:lnTo>
                  <a:lnTo>
                    <a:pt x="90" y="558"/>
                  </a:lnTo>
                  <a:lnTo>
                    <a:pt x="78" y="546"/>
                  </a:lnTo>
                  <a:lnTo>
                    <a:pt x="78" y="558"/>
                  </a:lnTo>
                  <a:lnTo>
                    <a:pt x="66" y="582"/>
                  </a:lnTo>
                  <a:lnTo>
                    <a:pt x="54" y="588"/>
                  </a:lnTo>
                  <a:lnTo>
                    <a:pt x="36" y="606"/>
                  </a:lnTo>
                  <a:lnTo>
                    <a:pt x="48" y="630"/>
                  </a:lnTo>
                  <a:lnTo>
                    <a:pt x="42" y="636"/>
                  </a:lnTo>
                  <a:lnTo>
                    <a:pt x="60" y="666"/>
                  </a:lnTo>
                  <a:lnTo>
                    <a:pt x="84" y="666"/>
                  </a:lnTo>
                  <a:lnTo>
                    <a:pt x="96" y="744"/>
                  </a:lnTo>
                  <a:lnTo>
                    <a:pt x="108" y="750"/>
                  </a:lnTo>
                  <a:lnTo>
                    <a:pt x="114" y="750"/>
                  </a:lnTo>
                  <a:lnTo>
                    <a:pt x="138" y="762"/>
                  </a:lnTo>
                  <a:lnTo>
                    <a:pt x="144" y="774"/>
                  </a:lnTo>
                  <a:lnTo>
                    <a:pt x="144" y="780"/>
                  </a:lnTo>
                  <a:lnTo>
                    <a:pt x="138" y="792"/>
                  </a:lnTo>
                  <a:lnTo>
                    <a:pt x="126" y="804"/>
                  </a:lnTo>
                  <a:lnTo>
                    <a:pt x="144" y="822"/>
                  </a:lnTo>
                  <a:lnTo>
                    <a:pt x="138" y="828"/>
                  </a:lnTo>
                  <a:lnTo>
                    <a:pt x="132" y="840"/>
                  </a:lnTo>
                  <a:lnTo>
                    <a:pt x="126" y="846"/>
                  </a:lnTo>
                  <a:lnTo>
                    <a:pt x="126" y="858"/>
                  </a:lnTo>
                  <a:lnTo>
                    <a:pt x="132" y="870"/>
                  </a:lnTo>
                  <a:lnTo>
                    <a:pt x="138" y="876"/>
                  </a:lnTo>
                  <a:lnTo>
                    <a:pt x="138" y="900"/>
                  </a:lnTo>
                  <a:lnTo>
                    <a:pt x="144" y="900"/>
                  </a:lnTo>
                  <a:lnTo>
                    <a:pt x="150" y="906"/>
                  </a:lnTo>
                  <a:lnTo>
                    <a:pt x="162" y="912"/>
                  </a:lnTo>
                  <a:lnTo>
                    <a:pt x="168" y="918"/>
                  </a:lnTo>
                  <a:lnTo>
                    <a:pt x="180" y="924"/>
                  </a:lnTo>
                  <a:lnTo>
                    <a:pt x="186" y="930"/>
                  </a:lnTo>
                  <a:lnTo>
                    <a:pt x="186" y="996"/>
                  </a:lnTo>
                  <a:lnTo>
                    <a:pt x="210" y="1020"/>
                  </a:lnTo>
                  <a:lnTo>
                    <a:pt x="210" y="1044"/>
                  </a:lnTo>
                  <a:lnTo>
                    <a:pt x="216" y="1056"/>
                  </a:lnTo>
                  <a:lnTo>
                    <a:pt x="270" y="1056"/>
                  </a:lnTo>
                  <a:lnTo>
                    <a:pt x="270" y="1026"/>
                  </a:lnTo>
                  <a:lnTo>
                    <a:pt x="282" y="1026"/>
                  </a:lnTo>
                  <a:lnTo>
                    <a:pt x="282" y="1008"/>
                  </a:lnTo>
                  <a:lnTo>
                    <a:pt x="306" y="1002"/>
                  </a:lnTo>
                  <a:lnTo>
                    <a:pt x="318" y="978"/>
                  </a:lnTo>
                  <a:lnTo>
                    <a:pt x="324" y="984"/>
                  </a:lnTo>
                  <a:lnTo>
                    <a:pt x="348" y="996"/>
                  </a:lnTo>
                  <a:lnTo>
                    <a:pt x="360" y="996"/>
                  </a:lnTo>
                  <a:lnTo>
                    <a:pt x="378" y="1002"/>
                  </a:lnTo>
                  <a:lnTo>
                    <a:pt x="432" y="1002"/>
                  </a:lnTo>
                  <a:lnTo>
                    <a:pt x="462" y="1050"/>
                  </a:lnTo>
                  <a:lnTo>
                    <a:pt x="474" y="996"/>
                  </a:lnTo>
                  <a:lnTo>
                    <a:pt x="546" y="990"/>
                  </a:lnTo>
                  <a:lnTo>
                    <a:pt x="582" y="1014"/>
                  </a:lnTo>
                  <a:lnTo>
                    <a:pt x="582" y="996"/>
                  </a:lnTo>
                  <a:lnTo>
                    <a:pt x="594" y="924"/>
                  </a:lnTo>
                  <a:lnTo>
                    <a:pt x="594" y="900"/>
                  </a:lnTo>
                  <a:lnTo>
                    <a:pt x="588" y="894"/>
                  </a:lnTo>
                  <a:lnTo>
                    <a:pt x="588" y="888"/>
                  </a:lnTo>
                  <a:lnTo>
                    <a:pt x="576" y="864"/>
                  </a:lnTo>
                  <a:lnTo>
                    <a:pt x="576" y="852"/>
                  </a:lnTo>
                  <a:lnTo>
                    <a:pt x="582" y="846"/>
                  </a:lnTo>
                  <a:lnTo>
                    <a:pt x="594" y="840"/>
                  </a:lnTo>
                  <a:lnTo>
                    <a:pt x="606" y="828"/>
                  </a:lnTo>
                  <a:lnTo>
                    <a:pt x="612" y="798"/>
                  </a:lnTo>
                  <a:lnTo>
                    <a:pt x="714" y="780"/>
                  </a:lnTo>
                  <a:lnTo>
                    <a:pt x="792" y="768"/>
                  </a:lnTo>
                  <a:lnTo>
                    <a:pt x="846" y="810"/>
                  </a:lnTo>
                  <a:lnTo>
                    <a:pt x="864" y="846"/>
                  </a:lnTo>
                  <a:lnTo>
                    <a:pt x="864" y="840"/>
                  </a:lnTo>
                  <a:lnTo>
                    <a:pt x="870" y="834"/>
                  </a:lnTo>
                  <a:lnTo>
                    <a:pt x="882" y="828"/>
                  </a:lnTo>
                  <a:lnTo>
                    <a:pt x="888" y="822"/>
                  </a:lnTo>
                  <a:lnTo>
                    <a:pt x="876" y="816"/>
                  </a:lnTo>
                  <a:lnTo>
                    <a:pt x="870" y="810"/>
                  </a:lnTo>
                  <a:lnTo>
                    <a:pt x="870" y="786"/>
                  </a:lnTo>
                  <a:lnTo>
                    <a:pt x="876" y="774"/>
                  </a:lnTo>
                  <a:lnTo>
                    <a:pt x="882" y="768"/>
                  </a:lnTo>
                  <a:lnTo>
                    <a:pt x="888" y="756"/>
                  </a:lnTo>
                  <a:lnTo>
                    <a:pt x="882" y="744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528" name="Bhutan" descr="© INSCALE GmbH, 05.05.2010&#10;http://www.presentationload.com/">
              <a:extLst>
                <a:ext uri="{FF2B5EF4-FFF2-40B4-BE49-F238E27FC236}">
                  <a16:creationId xmlns:a16="http://schemas.microsoft.com/office/drawing/2014/main" id="{FE3153B5-565C-45C8-BEEC-DB9349DCE7CA}"/>
                </a:ext>
              </a:extLst>
            </p:cNvPr>
            <p:cNvSpPr>
              <a:spLocks/>
            </p:cNvSpPr>
            <p:nvPr/>
          </p:nvSpPr>
          <p:spPr bwMode="gray">
            <a:xfrm>
              <a:off x="5762375" y="2251868"/>
              <a:ext cx="77545" cy="43670"/>
            </a:xfrm>
            <a:custGeom>
              <a:avLst/>
              <a:gdLst>
                <a:gd name="T0" fmla="*/ 2147483647 w 234"/>
                <a:gd name="T1" fmla="*/ 2147483647 h 132"/>
                <a:gd name="T2" fmla="*/ 2147483647 w 234"/>
                <a:gd name="T3" fmla="*/ 2147483647 h 132"/>
                <a:gd name="T4" fmla="*/ 2147483647 w 234"/>
                <a:gd name="T5" fmla="*/ 2147483647 h 132"/>
                <a:gd name="T6" fmla="*/ 2147483647 w 234"/>
                <a:gd name="T7" fmla="*/ 2147483647 h 132"/>
                <a:gd name="T8" fmla="*/ 2147483647 w 234"/>
                <a:gd name="T9" fmla="*/ 2147483647 h 132"/>
                <a:gd name="T10" fmla="*/ 2147483647 w 234"/>
                <a:gd name="T11" fmla="*/ 2147483647 h 132"/>
                <a:gd name="T12" fmla="*/ 2147483647 w 234"/>
                <a:gd name="T13" fmla="*/ 2147483647 h 132"/>
                <a:gd name="T14" fmla="*/ 2147483647 w 234"/>
                <a:gd name="T15" fmla="*/ 2147483647 h 132"/>
                <a:gd name="T16" fmla="*/ 2147483647 w 234"/>
                <a:gd name="T17" fmla="*/ 2147483647 h 132"/>
                <a:gd name="T18" fmla="*/ 2147483647 w 234"/>
                <a:gd name="T19" fmla="*/ 2147483647 h 132"/>
                <a:gd name="T20" fmla="*/ 2147483647 w 234"/>
                <a:gd name="T21" fmla="*/ 2147483647 h 132"/>
                <a:gd name="T22" fmla="*/ 2147483647 w 234"/>
                <a:gd name="T23" fmla="*/ 2147483647 h 132"/>
                <a:gd name="T24" fmla="*/ 2147483647 w 234"/>
                <a:gd name="T25" fmla="*/ 2147483647 h 132"/>
                <a:gd name="T26" fmla="*/ 2147483647 w 234"/>
                <a:gd name="T27" fmla="*/ 2147483647 h 132"/>
                <a:gd name="T28" fmla="*/ 2147483647 w 234"/>
                <a:gd name="T29" fmla="*/ 2147483647 h 132"/>
                <a:gd name="T30" fmla="*/ 2147483647 w 234"/>
                <a:gd name="T31" fmla="*/ 2147483647 h 132"/>
                <a:gd name="T32" fmla="*/ 2147483647 w 234"/>
                <a:gd name="T33" fmla="*/ 2147483647 h 132"/>
                <a:gd name="T34" fmla="*/ 2147483647 w 234"/>
                <a:gd name="T35" fmla="*/ 2147483647 h 132"/>
                <a:gd name="T36" fmla="*/ 2147483647 w 234"/>
                <a:gd name="T37" fmla="*/ 2147483647 h 132"/>
                <a:gd name="T38" fmla="*/ 2147483647 w 234"/>
                <a:gd name="T39" fmla="*/ 2147483647 h 132"/>
                <a:gd name="T40" fmla="*/ 2147483647 w 234"/>
                <a:gd name="T41" fmla="*/ 2147483647 h 132"/>
                <a:gd name="T42" fmla="*/ 2147483647 w 234"/>
                <a:gd name="T43" fmla="*/ 2147483647 h 132"/>
                <a:gd name="T44" fmla="*/ 2147483647 w 234"/>
                <a:gd name="T45" fmla="*/ 2147483647 h 132"/>
                <a:gd name="T46" fmla="*/ 2147483647 w 234"/>
                <a:gd name="T47" fmla="*/ 2147483647 h 132"/>
                <a:gd name="T48" fmla="*/ 2147483647 w 234"/>
                <a:gd name="T49" fmla="*/ 2147483647 h 132"/>
                <a:gd name="T50" fmla="*/ 2147483647 w 234"/>
                <a:gd name="T51" fmla="*/ 2147483647 h 132"/>
                <a:gd name="T52" fmla="*/ 2147483647 w 234"/>
                <a:gd name="T53" fmla="*/ 2147483647 h 132"/>
                <a:gd name="T54" fmla="*/ 2147483647 w 234"/>
                <a:gd name="T55" fmla="*/ 2147483647 h 132"/>
                <a:gd name="T56" fmla="*/ 2147483647 w 234"/>
                <a:gd name="T57" fmla="*/ 2147483647 h 132"/>
                <a:gd name="T58" fmla="*/ 2147483647 w 234"/>
                <a:gd name="T59" fmla="*/ 0 h 132"/>
                <a:gd name="T60" fmla="*/ 2147483647 w 234"/>
                <a:gd name="T61" fmla="*/ 0 h 132"/>
                <a:gd name="T62" fmla="*/ 2147483647 w 234"/>
                <a:gd name="T63" fmla="*/ 2147483647 h 132"/>
                <a:gd name="T64" fmla="*/ 2147483647 w 234"/>
                <a:gd name="T65" fmla="*/ 2147483647 h 132"/>
                <a:gd name="T66" fmla="*/ 2147483647 w 234"/>
                <a:gd name="T67" fmla="*/ 2147483647 h 132"/>
                <a:gd name="T68" fmla="*/ 2147483647 w 234"/>
                <a:gd name="T69" fmla="*/ 2147483647 h 132"/>
                <a:gd name="T70" fmla="*/ 2147483647 w 234"/>
                <a:gd name="T71" fmla="*/ 2147483647 h 132"/>
                <a:gd name="T72" fmla="*/ 2147483647 w 234"/>
                <a:gd name="T73" fmla="*/ 2147483647 h 132"/>
                <a:gd name="T74" fmla="*/ 2147483647 w 234"/>
                <a:gd name="T75" fmla="*/ 2147483647 h 132"/>
                <a:gd name="T76" fmla="*/ 0 w 234"/>
                <a:gd name="T77" fmla="*/ 2147483647 h 132"/>
                <a:gd name="T78" fmla="*/ 0 w 234"/>
                <a:gd name="T79" fmla="*/ 2147483647 h 132"/>
                <a:gd name="T80" fmla="*/ 2147483647 w 234"/>
                <a:gd name="T81" fmla="*/ 2147483647 h 132"/>
                <a:gd name="T82" fmla="*/ 2147483647 w 234"/>
                <a:gd name="T83" fmla="*/ 2147483647 h 132"/>
                <a:gd name="T84" fmla="*/ 2147483647 w 234"/>
                <a:gd name="T85" fmla="*/ 2147483647 h 132"/>
                <a:gd name="T86" fmla="*/ 2147483647 w 234"/>
                <a:gd name="T87" fmla="*/ 2147483647 h 132"/>
                <a:gd name="T88" fmla="*/ 2147483647 w 234"/>
                <a:gd name="T89" fmla="*/ 2147483647 h 132"/>
                <a:gd name="T90" fmla="*/ 2147483647 w 234"/>
                <a:gd name="T91" fmla="*/ 2147483647 h 132"/>
                <a:gd name="T92" fmla="*/ 2147483647 w 234"/>
                <a:gd name="T93" fmla="*/ 2147483647 h 13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234"/>
                <a:gd name="T142" fmla="*/ 0 h 132"/>
                <a:gd name="T143" fmla="*/ 234 w 234"/>
                <a:gd name="T144" fmla="*/ 132 h 13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234" h="132">
                  <a:moveTo>
                    <a:pt x="78" y="132"/>
                  </a:moveTo>
                  <a:lnTo>
                    <a:pt x="90" y="132"/>
                  </a:lnTo>
                  <a:lnTo>
                    <a:pt x="102" y="126"/>
                  </a:lnTo>
                  <a:lnTo>
                    <a:pt x="108" y="120"/>
                  </a:lnTo>
                  <a:lnTo>
                    <a:pt x="126" y="120"/>
                  </a:lnTo>
                  <a:lnTo>
                    <a:pt x="138" y="126"/>
                  </a:lnTo>
                  <a:lnTo>
                    <a:pt x="168" y="126"/>
                  </a:lnTo>
                  <a:lnTo>
                    <a:pt x="180" y="120"/>
                  </a:lnTo>
                  <a:lnTo>
                    <a:pt x="192" y="120"/>
                  </a:lnTo>
                  <a:lnTo>
                    <a:pt x="198" y="126"/>
                  </a:lnTo>
                  <a:lnTo>
                    <a:pt x="210" y="126"/>
                  </a:lnTo>
                  <a:lnTo>
                    <a:pt x="234" y="114"/>
                  </a:lnTo>
                  <a:lnTo>
                    <a:pt x="234" y="108"/>
                  </a:lnTo>
                  <a:lnTo>
                    <a:pt x="222" y="96"/>
                  </a:lnTo>
                  <a:lnTo>
                    <a:pt x="222" y="72"/>
                  </a:lnTo>
                  <a:lnTo>
                    <a:pt x="198" y="72"/>
                  </a:lnTo>
                  <a:lnTo>
                    <a:pt x="192" y="66"/>
                  </a:lnTo>
                  <a:lnTo>
                    <a:pt x="192" y="42"/>
                  </a:lnTo>
                  <a:lnTo>
                    <a:pt x="186" y="30"/>
                  </a:lnTo>
                  <a:lnTo>
                    <a:pt x="174" y="18"/>
                  </a:lnTo>
                  <a:lnTo>
                    <a:pt x="162" y="12"/>
                  </a:lnTo>
                  <a:lnTo>
                    <a:pt x="150" y="12"/>
                  </a:lnTo>
                  <a:lnTo>
                    <a:pt x="138" y="18"/>
                  </a:lnTo>
                  <a:lnTo>
                    <a:pt x="126" y="18"/>
                  </a:lnTo>
                  <a:lnTo>
                    <a:pt x="114" y="24"/>
                  </a:lnTo>
                  <a:lnTo>
                    <a:pt x="108" y="30"/>
                  </a:lnTo>
                  <a:lnTo>
                    <a:pt x="102" y="30"/>
                  </a:lnTo>
                  <a:lnTo>
                    <a:pt x="102" y="6"/>
                  </a:lnTo>
                  <a:lnTo>
                    <a:pt x="78" y="6"/>
                  </a:lnTo>
                  <a:lnTo>
                    <a:pt x="66" y="0"/>
                  </a:lnTo>
                  <a:lnTo>
                    <a:pt x="54" y="0"/>
                  </a:lnTo>
                  <a:lnTo>
                    <a:pt x="48" y="12"/>
                  </a:lnTo>
                  <a:lnTo>
                    <a:pt x="36" y="24"/>
                  </a:lnTo>
                  <a:lnTo>
                    <a:pt x="30" y="36"/>
                  </a:lnTo>
                  <a:lnTo>
                    <a:pt x="18" y="54"/>
                  </a:lnTo>
                  <a:lnTo>
                    <a:pt x="12" y="66"/>
                  </a:lnTo>
                  <a:lnTo>
                    <a:pt x="6" y="72"/>
                  </a:lnTo>
                  <a:lnTo>
                    <a:pt x="6" y="78"/>
                  </a:lnTo>
                  <a:lnTo>
                    <a:pt x="0" y="78"/>
                  </a:lnTo>
                  <a:lnTo>
                    <a:pt x="0" y="90"/>
                  </a:lnTo>
                  <a:lnTo>
                    <a:pt x="18" y="108"/>
                  </a:lnTo>
                  <a:lnTo>
                    <a:pt x="42" y="120"/>
                  </a:lnTo>
                  <a:lnTo>
                    <a:pt x="54" y="120"/>
                  </a:lnTo>
                  <a:lnTo>
                    <a:pt x="54" y="114"/>
                  </a:lnTo>
                  <a:lnTo>
                    <a:pt x="54" y="120"/>
                  </a:lnTo>
                  <a:lnTo>
                    <a:pt x="66" y="132"/>
                  </a:lnTo>
                  <a:lnTo>
                    <a:pt x="78" y="132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529" name="Benin" descr="© INSCALE GmbH, 05.05.2010&#10;http://www.presentationload.com/">
              <a:extLst>
                <a:ext uri="{FF2B5EF4-FFF2-40B4-BE49-F238E27FC236}">
                  <a16:creationId xmlns:a16="http://schemas.microsoft.com/office/drawing/2014/main" id="{F8F5DFCC-BB57-4BD3-B346-103314DD4D19}"/>
                </a:ext>
              </a:extLst>
            </p:cNvPr>
            <p:cNvSpPr>
              <a:spLocks/>
            </p:cNvSpPr>
            <p:nvPr/>
          </p:nvSpPr>
          <p:spPr bwMode="gray">
            <a:xfrm>
              <a:off x="3751371" y="2674440"/>
              <a:ext cx="73668" cy="163123"/>
            </a:xfrm>
            <a:custGeom>
              <a:avLst/>
              <a:gdLst>
                <a:gd name="T0" fmla="*/ 2147483647 w 222"/>
                <a:gd name="T1" fmla="*/ 2147483647 h 498"/>
                <a:gd name="T2" fmla="*/ 2147483647 w 222"/>
                <a:gd name="T3" fmla="*/ 2147483647 h 498"/>
                <a:gd name="T4" fmla="*/ 2147483647 w 222"/>
                <a:gd name="T5" fmla="*/ 2147483647 h 498"/>
                <a:gd name="T6" fmla="*/ 2147483647 w 222"/>
                <a:gd name="T7" fmla="*/ 2147483647 h 498"/>
                <a:gd name="T8" fmla="*/ 2147483647 w 222"/>
                <a:gd name="T9" fmla="*/ 2147483647 h 498"/>
                <a:gd name="T10" fmla="*/ 2147483647 w 222"/>
                <a:gd name="T11" fmla="*/ 2147483647 h 498"/>
                <a:gd name="T12" fmla="*/ 2147483647 w 222"/>
                <a:gd name="T13" fmla="*/ 2147483647 h 498"/>
                <a:gd name="T14" fmla="*/ 2147483647 w 222"/>
                <a:gd name="T15" fmla="*/ 2147483647 h 498"/>
                <a:gd name="T16" fmla="*/ 2147483647 w 222"/>
                <a:gd name="T17" fmla="*/ 2147483647 h 498"/>
                <a:gd name="T18" fmla="*/ 2147483647 w 222"/>
                <a:gd name="T19" fmla="*/ 2147483647 h 498"/>
                <a:gd name="T20" fmla="*/ 2147483647 w 222"/>
                <a:gd name="T21" fmla="*/ 2147483647 h 498"/>
                <a:gd name="T22" fmla="*/ 2147483647 w 222"/>
                <a:gd name="T23" fmla="*/ 2147483647 h 498"/>
                <a:gd name="T24" fmla="*/ 2147483647 w 222"/>
                <a:gd name="T25" fmla="*/ 2147483647 h 498"/>
                <a:gd name="T26" fmla="*/ 2147483647 w 222"/>
                <a:gd name="T27" fmla="*/ 2147483647 h 498"/>
                <a:gd name="T28" fmla="*/ 2147483647 w 222"/>
                <a:gd name="T29" fmla="*/ 2147483647 h 498"/>
                <a:gd name="T30" fmla="*/ 2147483647 w 222"/>
                <a:gd name="T31" fmla="*/ 2147483647 h 498"/>
                <a:gd name="T32" fmla="*/ 2147483647 w 222"/>
                <a:gd name="T33" fmla="*/ 2147483647 h 498"/>
                <a:gd name="T34" fmla="*/ 2147483647 w 222"/>
                <a:gd name="T35" fmla="*/ 2147483647 h 498"/>
                <a:gd name="T36" fmla="*/ 2147483647 w 222"/>
                <a:gd name="T37" fmla="*/ 2147483647 h 498"/>
                <a:gd name="T38" fmla="*/ 2147483647 w 222"/>
                <a:gd name="T39" fmla="*/ 2147483647 h 498"/>
                <a:gd name="T40" fmla="*/ 2147483647 w 222"/>
                <a:gd name="T41" fmla="*/ 2147483647 h 498"/>
                <a:gd name="T42" fmla="*/ 2147483647 w 222"/>
                <a:gd name="T43" fmla="*/ 2147483647 h 498"/>
                <a:gd name="T44" fmla="*/ 2147483647 w 222"/>
                <a:gd name="T45" fmla="*/ 2147483647 h 498"/>
                <a:gd name="T46" fmla="*/ 0 w 222"/>
                <a:gd name="T47" fmla="*/ 2147483647 h 498"/>
                <a:gd name="T48" fmla="*/ 2147483647 w 222"/>
                <a:gd name="T49" fmla="*/ 2147483647 h 498"/>
                <a:gd name="T50" fmla="*/ 2147483647 w 222"/>
                <a:gd name="T51" fmla="*/ 2147483647 h 498"/>
                <a:gd name="T52" fmla="*/ 2147483647 w 222"/>
                <a:gd name="T53" fmla="*/ 2147483647 h 498"/>
                <a:gd name="T54" fmla="*/ 2147483647 w 222"/>
                <a:gd name="T55" fmla="*/ 2147483647 h 498"/>
                <a:gd name="T56" fmla="*/ 2147483647 w 222"/>
                <a:gd name="T57" fmla="*/ 2147483647 h 498"/>
                <a:gd name="T58" fmla="*/ 2147483647 w 222"/>
                <a:gd name="T59" fmla="*/ 2147483647 h 498"/>
                <a:gd name="T60" fmla="*/ 2147483647 w 222"/>
                <a:gd name="T61" fmla="*/ 2147483647 h 498"/>
                <a:gd name="T62" fmla="*/ 2147483647 w 222"/>
                <a:gd name="T63" fmla="*/ 2147483647 h 498"/>
                <a:gd name="T64" fmla="*/ 2147483647 w 222"/>
                <a:gd name="T65" fmla="*/ 2147483647 h 498"/>
                <a:gd name="T66" fmla="*/ 2147483647 w 222"/>
                <a:gd name="T67" fmla="*/ 2147483647 h 498"/>
                <a:gd name="T68" fmla="*/ 2147483647 w 222"/>
                <a:gd name="T69" fmla="*/ 2147483647 h 4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22"/>
                <a:gd name="T106" fmla="*/ 0 h 498"/>
                <a:gd name="T107" fmla="*/ 222 w 222"/>
                <a:gd name="T108" fmla="*/ 498 h 4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22" h="498">
                  <a:moveTo>
                    <a:pt x="138" y="372"/>
                  </a:moveTo>
                  <a:lnTo>
                    <a:pt x="144" y="342"/>
                  </a:lnTo>
                  <a:lnTo>
                    <a:pt x="138" y="306"/>
                  </a:lnTo>
                  <a:lnTo>
                    <a:pt x="144" y="276"/>
                  </a:lnTo>
                  <a:lnTo>
                    <a:pt x="162" y="276"/>
                  </a:lnTo>
                  <a:lnTo>
                    <a:pt x="174" y="252"/>
                  </a:lnTo>
                  <a:lnTo>
                    <a:pt x="174" y="222"/>
                  </a:lnTo>
                  <a:lnTo>
                    <a:pt x="180" y="216"/>
                  </a:lnTo>
                  <a:lnTo>
                    <a:pt x="186" y="204"/>
                  </a:lnTo>
                  <a:lnTo>
                    <a:pt x="198" y="198"/>
                  </a:lnTo>
                  <a:lnTo>
                    <a:pt x="198" y="156"/>
                  </a:lnTo>
                  <a:lnTo>
                    <a:pt x="210" y="150"/>
                  </a:lnTo>
                  <a:lnTo>
                    <a:pt x="216" y="150"/>
                  </a:lnTo>
                  <a:lnTo>
                    <a:pt x="222" y="144"/>
                  </a:lnTo>
                  <a:lnTo>
                    <a:pt x="222" y="132"/>
                  </a:lnTo>
                  <a:lnTo>
                    <a:pt x="216" y="126"/>
                  </a:lnTo>
                  <a:lnTo>
                    <a:pt x="216" y="114"/>
                  </a:lnTo>
                  <a:lnTo>
                    <a:pt x="210" y="102"/>
                  </a:lnTo>
                  <a:lnTo>
                    <a:pt x="204" y="96"/>
                  </a:lnTo>
                  <a:lnTo>
                    <a:pt x="192" y="72"/>
                  </a:lnTo>
                  <a:lnTo>
                    <a:pt x="198" y="66"/>
                  </a:lnTo>
                  <a:lnTo>
                    <a:pt x="198" y="60"/>
                  </a:lnTo>
                  <a:lnTo>
                    <a:pt x="204" y="48"/>
                  </a:lnTo>
                  <a:lnTo>
                    <a:pt x="198" y="42"/>
                  </a:lnTo>
                  <a:lnTo>
                    <a:pt x="186" y="36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30"/>
                  </a:lnTo>
                  <a:lnTo>
                    <a:pt x="162" y="24"/>
                  </a:lnTo>
                  <a:lnTo>
                    <a:pt x="156" y="12"/>
                  </a:lnTo>
                  <a:lnTo>
                    <a:pt x="144" y="0"/>
                  </a:lnTo>
                  <a:lnTo>
                    <a:pt x="114" y="12"/>
                  </a:lnTo>
                  <a:lnTo>
                    <a:pt x="114" y="36"/>
                  </a:lnTo>
                  <a:lnTo>
                    <a:pt x="120" y="36"/>
                  </a:lnTo>
                  <a:lnTo>
                    <a:pt x="114" y="42"/>
                  </a:lnTo>
                  <a:lnTo>
                    <a:pt x="108" y="60"/>
                  </a:lnTo>
                  <a:lnTo>
                    <a:pt x="96" y="60"/>
                  </a:lnTo>
                  <a:lnTo>
                    <a:pt x="90" y="66"/>
                  </a:lnTo>
                  <a:lnTo>
                    <a:pt x="84" y="66"/>
                  </a:lnTo>
                  <a:lnTo>
                    <a:pt x="84" y="78"/>
                  </a:lnTo>
                  <a:lnTo>
                    <a:pt x="78" y="72"/>
                  </a:lnTo>
                  <a:lnTo>
                    <a:pt x="48" y="72"/>
                  </a:lnTo>
                  <a:lnTo>
                    <a:pt x="30" y="90"/>
                  </a:lnTo>
                  <a:lnTo>
                    <a:pt x="24" y="102"/>
                  </a:lnTo>
                  <a:lnTo>
                    <a:pt x="12" y="102"/>
                  </a:lnTo>
                  <a:lnTo>
                    <a:pt x="6" y="114"/>
                  </a:lnTo>
                  <a:lnTo>
                    <a:pt x="0" y="132"/>
                  </a:lnTo>
                  <a:lnTo>
                    <a:pt x="0" y="162"/>
                  </a:lnTo>
                  <a:lnTo>
                    <a:pt x="12" y="168"/>
                  </a:lnTo>
                  <a:lnTo>
                    <a:pt x="42" y="198"/>
                  </a:lnTo>
                  <a:lnTo>
                    <a:pt x="42" y="240"/>
                  </a:lnTo>
                  <a:lnTo>
                    <a:pt x="54" y="252"/>
                  </a:lnTo>
                  <a:lnTo>
                    <a:pt x="60" y="264"/>
                  </a:lnTo>
                  <a:lnTo>
                    <a:pt x="60" y="294"/>
                  </a:lnTo>
                  <a:lnTo>
                    <a:pt x="66" y="306"/>
                  </a:lnTo>
                  <a:lnTo>
                    <a:pt x="54" y="318"/>
                  </a:lnTo>
                  <a:lnTo>
                    <a:pt x="54" y="378"/>
                  </a:lnTo>
                  <a:lnTo>
                    <a:pt x="66" y="390"/>
                  </a:lnTo>
                  <a:lnTo>
                    <a:pt x="54" y="396"/>
                  </a:lnTo>
                  <a:lnTo>
                    <a:pt x="60" y="462"/>
                  </a:lnTo>
                  <a:lnTo>
                    <a:pt x="60" y="468"/>
                  </a:lnTo>
                  <a:lnTo>
                    <a:pt x="72" y="480"/>
                  </a:lnTo>
                  <a:lnTo>
                    <a:pt x="72" y="492"/>
                  </a:lnTo>
                  <a:lnTo>
                    <a:pt x="84" y="492"/>
                  </a:lnTo>
                  <a:lnTo>
                    <a:pt x="96" y="498"/>
                  </a:lnTo>
                  <a:lnTo>
                    <a:pt x="108" y="498"/>
                  </a:lnTo>
                  <a:lnTo>
                    <a:pt x="120" y="474"/>
                  </a:lnTo>
                  <a:lnTo>
                    <a:pt x="126" y="480"/>
                  </a:lnTo>
                  <a:lnTo>
                    <a:pt x="138" y="486"/>
                  </a:lnTo>
                  <a:lnTo>
                    <a:pt x="138" y="372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530" name="Belgium" descr="© INSCALE GmbH, 05.05.2010&#10;http://www.presentationload.com/">
              <a:extLst>
                <a:ext uri="{FF2B5EF4-FFF2-40B4-BE49-F238E27FC236}">
                  <a16:creationId xmlns:a16="http://schemas.microsoft.com/office/drawing/2014/main" id="{531F4FCF-3BE9-4F93-ADF9-39BD7D060178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821162" y="1646904"/>
              <a:ext cx="73668" cy="50093"/>
            </a:xfrm>
            <a:custGeom>
              <a:avLst/>
              <a:gdLst>
                <a:gd name="T0" fmla="*/ 0 w 222"/>
                <a:gd name="T1" fmla="*/ 2147483647 h 150"/>
                <a:gd name="T2" fmla="*/ 2147483647 w 222"/>
                <a:gd name="T3" fmla="*/ 2147483647 h 150"/>
                <a:gd name="T4" fmla="*/ 2147483647 w 222"/>
                <a:gd name="T5" fmla="*/ 2147483647 h 150"/>
                <a:gd name="T6" fmla="*/ 2147483647 w 222"/>
                <a:gd name="T7" fmla="*/ 2147483647 h 150"/>
                <a:gd name="T8" fmla="*/ 2147483647 w 222"/>
                <a:gd name="T9" fmla="*/ 2147483647 h 150"/>
                <a:gd name="T10" fmla="*/ 2147483647 w 222"/>
                <a:gd name="T11" fmla="*/ 2147483647 h 150"/>
                <a:gd name="T12" fmla="*/ 2147483647 w 222"/>
                <a:gd name="T13" fmla="*/ 2147483647 h 150"/>
                <a:gd name="T14" fmla="*/ 2147483647 w 222"/>
                <a:gd name="T15" fmla="*/ 2147483647 h 150"/>
                <a:gd name="T16" fmla="*/ 2147483647 w 222"/>
                <a:gd name="T17" fmla="*/ 2147483647 h 150"/>
                <a:gd name="T18" fmla="*/ 2147483647 w 222"/>
                <a:gd name="T19" fmla="*/ 2147483647 h 150"/>
                <a:gd name="T20" fmla="*/ 2147483647 w 222"/>
                <a:gd name="T21" fmla="*/ 2147483647 h 150"/>
                <a:gd name="T22" fmla="*/ 2147483647 w 222"/>
                <a:gd name="T23" fmla="*/ 2147483647 h 150"/>
                <a:gd name="T24" fmla="*/ 2147483647 w 222"/>
                <a:gd name="T25" fmla="*/ 2147483647 h 150"/>
                <a:gd name="T26" fmla="*/ 2147483647 w 222"/>
                <a:gd name="T27" fmla="*/ 2147483647 h 150"/>
                <a:gd name="T28" fmla="*/ 2147483647 w 222"/>
                <a:gd name="T29" fmla="*/ 2147483647 h 150"/>
                <a:gd name="T30" fmla="*/ 2147483647 w 222"/>
                <a:gd name="T31" fmla="*/ 2147483647 h 150"/>
                <a:gd name="T32" fmla="*/ 2147483647 w 222"/>
                <a:gd name="T33" fmla="*/ 2147483647 h 150"/>
                <a:gd name="T34" fmla="*/ 2147483647 w 222"/>
                <a:gd name="T35" fmla="*/ 2147483647 h 150"/>
                <a:gd name="T36" fmla="*/ 2147483647 w 222"/>
                <a:gd name="T37" fmla="*/ 2147483647 h 150"/>
                <a:gd name="T38" fmla="*/ 2147483647 w 222"/>
                <a:gd name="T39" fmla="*/ 2147483647 h 150"/>
                <a:gd name="T40" fmla="*/ 2147483647 w 222"/>
                <a:gd name="T41" fmla="*/ 2147483647 h 150"/>
                <a:gd name="T42" fmla="*/ 2147483647 w 222"/>
                <a:gd name="T43" fmla="*/ 2147483647 h 150"/>
                <a:gd name="T44" fmla="*/ 2147483647 w 222"/>
                <a:gd name="T45" fmla="*/ 2147483647 h 150"/>
                <a:gd name="T46" fmla="*/ 2147483647 w 222"/>
                <a:gd name="T47" fmla="*/ 2147483647 h 150"/>
                <a:gd name="T48" fmla="*/ 2147483647 w 222"/>
                <a:gd name="T49" fmla="*/ 2147483647 h 150"/>
                <a:gd name="T50" fmla="*/ 2147483647 w 222"/>
                <a:gd name="T51" fmla="*/ 2147483647 h 150"/>
                <a:gd name="T52" fmla="*/ 2147483647 w 222"/>
                <a:gd name="T53" fmla="*/ 2147483647 h 150"/>
                <a:gd name="T54" fmla="*/ 2147483647 w 222"/>
                <a:gd name="T55" fmla="*/ 2147483647 h 150"/>
                <a:gd name="T56" fmla="*/ 2147483647 w 222"/>
                <a:gd name="T57" fmla="*/ 2147483647 h 150"/>
                <a:gd name="T58" fmla="*/ 2147483647 w 222"/>
                <a:gd name="T59" fmla="*/ 2147483647 h 150"/>
                <a:gd name="T60" fmla="*/ 2147483647 w 222"/>
                <a:gd name="T61" fmla="*/ 2147483647 h 150"/>
                <a:gd name="T62" fmla="*/ 2147483647 w 222"/>
                <a:gd name="T63" fmla="*/ 2147483647 h 150"/>
                <a:gd name="T64" fmla="*/ 2147483647 w 222"/>
                <a:gd name="T65" fmla="*/ 2147483647 h 150"/>
                <a:gd name="T66" fmla="*/ 2147483647 w 222"/>
                <a:gd name="T67" fmla="*/ 2147483647 h 150"/>
                <a:gd name="T68" fmla="*/ 2147483647 w 222"/>
                <a:gd name="T69" fmla="*/ 2147483647 h 150"/>
                <a:gd name="T70" fmla="*/ 2147483647 w 222"/>
                <a:gd name="T71" fmla="*/ 2147483647 h 150"/>
                <a:gd name="T72" fmla="*/ 2147483647 w 222"/>
                <a:gd name="T73" fmla="*/ 2147483647 h 150"/>
                <a:gd name="T74" fmla="*/ 2147483647 w 222"/>
                <a:gd name="T75" fmla="*/ 2147483647 h 150"/>
                <a:gd name="T76" fmla="*/ 2147483647 w 222"/>
                <a:gd name="T77" fmla="*/ 2147483647 h 150"/>
                <a:gd name="T78" fmla="*/ 2147483647 w 222"/>
                <a:gd name="T79" fmla="*/ 2147483647 h 150"/>
                <a:gd name="T80" fmla="*/ 2147483647 w 222"/>
                <a:gd name="T81" fmla="*/ 0 h 150"/>
                <a:gd name="T82" fmla="*/ 2147483647 w 222"/>
                <a:gd name="T83" fmla="*/ 0 h 150"/>
                <a:gd name="T84" fmla="*/ 2147483647 w 222"/>
                <a:gd name="T85" fmla="*/ 2147483647 h 150"/>
                <a:gd name="T86" fmla="*/ 2147483647 w 222"/>
                <a:gd name="T87" fmla="*/ 0 h 150"/>
                <a:gd name="T88" fmla="*/ 2147483647 w 222"/>
                <a:gd name="T89" fmla="*/ 2147483647 h 150"/>
                <a:gd name="T90" fmla="*/ 2147483647 w 222"/>
                <a:gd name="T91" fmla="*/ 2147483647 h 150"/>
                <a:gd name="T92" fmla="*/ 2147483647 w 222"/>
                <a:gd name="T93" fmla="*/ 2147483647 h 150"/>
                <a:gd name="T94" fmla="*/ 2147483647 w 222"/>
                <a:gd name="T95" fmla="*/ 2147483647 h 150"/>
                <a:gd name="T96" fmla="*/ 2147483647 w 222"/>
                <a:gd name="T97" fmla="*/ 2147483647 h 150"/>
                <a:gd name="T98" fmla="*/ 2147483647 w 222"/>
                <a:gd name="T99" fmla="*/ 2147483647 h 150"/>
                <a:gd name="T100" fmla="*/ 2147483647 w 222"/>
                <a:gd name="T101" fmla="*/ 2147483647 h 150"/>
                <a:gd name="T102" fmla="*/ 0 w 222"/>
                <a:gd name="T103" fmla="*/ 2147483647 h 150"/>
                <a:gd name="T104" fmla="*/ 0 w 222"/>
                <a:gd name="T105" fmla="*/ 2147483647 h 15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22"/>
                <a:gd name="T160" fmla="*/ 0 h 150"/>
                <a:gd name="T161" fmla="*/ 222 w 222"/>
                <a:gd name="T162" fmla="*/ 150 h 15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22" h="150">
                  <a:moveTo>
                    <a:pt x="0" y="42"/>
                  </a:moveTo>
                  <a:lnTo>
                    <a:pt x="6" y="60"/>
                  </a:lnTo>
                  <a:lnTo>
                    <a:pt x="30" y="66"/>
                  </a:lnTo>
                  <a:lnTo>
                    <a:pt x="42" y="78"/>
                  </a:lnTo>
                  <a:lnTo>
                    <a:pt x="66" y="78"/>
                  </a:lnTo>
                  <a:lnTo>
                    <a:pt x="78" y="84"/>
                  </a:lnTo>
                  <a:lnTo>
                    <a:pt x="84" y="90"/>
                  </a:lnTo>
                  <a:lnTo>
                    <a:pt x="84" y="114"/>
                  </a:lnTo>
                  <a:lnTo>
                    <a:pt x="108" y="114"/>
                  </a:lnTo>
                  <a:lnTo>
                    <a:pt x="120" y="102"/>
                  </a:lnTo>
                  <a:lnTo>
                    <a:pt x="120" y="126"/>
                  </a:lnTo>
                  <a:lnTo>
                    <a:pt x="132" y="126"/>
                  </a:lnTo>
                  <a:lnTo>
                    <a:pt x="144" y="132"/>
                  </a:lnTo>
                  <a:lnTo>
                    <a:pt x="150" y="132"/>
                  </a:lnTo>
                  <a:lnTo>
                    <a:pt x="162" y="144"/>
                  </a:lnTo>
                  <a:lnTo>
                    <a:pt x="180" y="144"/>
                  </a:lnTo>
                  <a:lnTo>
                    <a:pt x="192" y="150"/>
                  </a:lnTo>
                  <a:lnTo>
                    <a:pt x="192" y="144"/>
                  </a:lnTo>
                  <a:lnTo>
                    <a:pt x="186" y="132"/>
                  </a:lnTo>
                  <a:lnTo>
                    <a:pt x="174" y="120"/>
                  </a:lnTo>
                  <a:lnTo>
                    <a:pt x="174" y="114"/>
                  </a:lnTo>
                  <a:lnTo>
                    <a:pt x="180" y="114"/>
                  </a:lnTo>
                  <a:lnTo>
                    <a:pt x="192" y="108"/>
                  </a:lnTo>
                  <a:lnTo>
                    <a:pt x="198" y="102"/>
                  </a:lnTo>
                  <a:lnTo>
                    <a:pt x="204" y="102"/>
                  </a:lnTo>
                  <a:lnTo>
                    <a:pt x="204" y="96"/>
                  </a:lnTo>
                  <a:lnTo>
                    <a:pt x="210" y="90"/>
                  </a:lnTo>
                  <a:lnTo>
                    <a:pt x="222" y="90"/>
                  </a:lnTo>
                  <a:lnTo>
                    <a:pt x="216" y="84"/>
                  </a:lnTo>
                  <a:lnTo>
                    <a:pt x="216" y="66"/>
                  </a:lnTo>
                  <a:lnTo>
                    <a:pt x="204" y="54"/>
                  </a:lnTo>
                  <a:lnTo>
                    <a:pt x="180" y="54"/>
                  </a:lnTo>
                  <a:lnTo>
                    <a:pt x="180" y="42"/>
                  </a:lnTo>
                  <a:lnTo>
                    <a:pt x="186" y="36"/>
                  </a:lnTo>
                  <a:lnTo>
                    <a:pt x="186" y="18"/>
                  </a:lnTo>
                  <a:lnTo>
                    <a:pt x="180" y="12"/>
                  </a:lnTo>
                  <a:lnTo>
                    <a:pt x="174" y="12"/>
                  </a:lnTo>
                  <a:lnTo>
                    <a:pt x="162" y="18"/>
                  </a:lnTo>
                  <a:lnTo>
                    <a:pt x="150" y="18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108" y="0"/>
                  </a:lnTo>
                  <a:lnTo>
                    <a:pt x="108" y="6"/>
                  </a:lnTo>
                  <a:lnTo>
                    <a:pt x="96" y="0"/>
                  </a:lnTo>
                  <a:lnTo>
                    <a:pt x="96" y="12"/>
                  </a:lnTo>
                  <a:lnTo>
                    <a:pt x="78" y="6"/>
                  </a:lnTo>
                  <a:lnTo>
                    <a:pt x="72" y="18"/>
                  </a:lnTo>
                  <a:lnTo>
                    <a:pt x="66" y="12"/>
                  </a:lnTo>
                  <a:lnTo>
                    <a:pt x="42" y="12"/>
                  </a:lnTo>
                  <a:lnTo>
                    <a:pt x="36" y="6"/>
                  </a:lnTo>
                  <a:lnTo>
                    <a:pt x="24" y="6"/>
                  </a:lnTo>
                  <a:lnTo>
                    <a:pt x="0" y="24"/>
                  </a:lnTo>
                  <a:lnTo>
                    <a:pt x="0" y="42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531" name="Belize" descr="© INSCALE GmbH, 05.05.2010&#10;http://www.presentationload.com/">
              <a:extLst>
                <a:ext uri="{FF2B5EF4-FFF2-40B4-BE49-F238E27FC236}">
                  <a16:creationId xmlns:a16="http://schemas.microsoft.com/office/drawing/2014/main" id="{735F6FF6-C847-400C-A6F7-F998F326B83B}"/>
                </a:ext>
              </a:extLst>
            </p:cNvPr>
            <p:cNvSpPr>
              <a:spLocks/>
            </p:cNvSpPr>
            <p:nvPr/>
          </p:nvSpPr>
          <p:spPr bwMode="gray">
            <a:xfrm>
              <a:off x="1657658" y="2512603"/>
              <a:ext cx="36187" cy="69359"/>
            </a:xfrm>
            <a:custGeom>
              <a:avLst/>
              <a:gdLst>
                <a:gd name="T0" fmla="*/ 2147483647 w 108"/>
                <a:gd name="T1" fmla="*/ 2147483647 h 210"/>
                <a:gd name="T2" fmla="*/ 2147483647 w 108"/>
                <a:gd name="T3" fmla="*/ 2147483647 h 210"/>
                <a:gd name="T4" fmla="*/ 2147483647 w 108"/>
                <a:gd name="T5" fmla="*/ 2147483647 h 210"/>
                <a:gd name="T6" fmla="*/ 2147483647 w 108"/>
                <a:gd name="T7" fmla="*/ 2147483647 h 210"/>
                <a:gd name="T8" fmla="*/ 2147483647 w 108"/>
                <a:gd name="T9" fmla="*/ 2147483647 h 210"/>
                <a:gd name="T10" fmla="*/ 2147483647 w 108"/>
                <a:gd name="T11" fmla="*/ 0 h 210"/>
                <a:gd name="T12" fmla="*/ 2147483647 w 108"/>
                <a:gd name="T13" fmla="*/ 2147483647 h 210"/>
                <a:gd name="T14" fmla="*/ 2147483647 w 108"/>
                <a:gd name="T15" fmla="*/ 2147483647 h 210"/>
                <a:gd name="T16" fmla="*/ 2147483647 w 108"/>
                <a:gd name="T17" fmla="*/ 2147483647 h 210"/>
                <a:gd name="T18" fmla="*/ 2147483647 w 108"/>
                <a:gd name="T19" fmla="*/ 2147483647 h 210"/>
                <a:gd name="T20" fmla="*/ 2147483647 w 108"/>
                <a:gd name="T21" fmla="*/ 2147483647 h 210"/>
                <a:gd name="T22" fmla="*/ 2147483647 w 108"/>
                <a:gd name="T23" fmla="*/ 2147483647 h 210"/>
                <a:gd name="T24" fmla="*/ 2147483647 w 108"/>
                <a:gd name="T25" fmla="*/ 2147483647 h 210"/>
                <a:gd name="T26" fmla="*/ 2147483647 w 108"/>
                <a:gd name="T27" fmla="*/ 2147483647 h 210"/>
                <a:gd name="T28" fmla="*/ 2147483647 w 108"/>
                <a:gd name="T29" fmla="*/ 2147483647 h 210"/>
                <a:gd name="T30" fmla="*/ 2147483647 w 108"/>
                <a:gd name="T31" fmla="*/ 2147483647 h 210"/>
                <a:gd name="T32" fmla="*/ 2147483647 w 108"/>
                <a:gd name="T33" fmla="*/ 2147483647 h 210"/>
                <a:gd name="T34" fmla="*/ 2147483647 w 108"/>
                <a:gd name="T35" fmla="*/ 2147483647 h 210"/>
                <a:gd name="T36" fmla="*/ 0 w 108"/>
                <a:gd name="T37" fmla="*/ 2147483647 h 210"/>
                <a:gd name="T38" fmla="*/ 2147483647 w 108"/>
                <a:gd name="T39" fmla="*/ 2147483647 h 210"/>
                <a:gd name="T40" fmla="*/ 2147483647 w 108"/>
                <a:gd name="T41" fmla="*/ 2147483647 h 210"/>
                <a:gd name="T42" fmla="*/ 2147483647 w 108"/>
                <a:gd name="T43" fmla="*/ 2147483647 h 210"/>
                <a:gd name="T44" fmla="*/ 2147483647 w 108"/>
                <a:gd name="T45" fmla="*/ 2147483647 h 210"/>
                <a:gd name="T46" fmla="*/ 2147483647 w 108"/>
                <a:gd name="T47" fmla="*/ 2147483647 h 210"/>
                <a:gd name="T48" fmla="*/ 2147483647 w 108"/>
                <a:gd name="T49" fmla="*/ 2147483647 h 210"/>
                <a:gd name="T50" fmla="*/ 2147483647 w 108"/>
                <a:gd name="T51" fmla="*/ 2147483647 h 210"/>
                <a:gd name="T52" fmla="*/ 2147483647 w 108"/>
                <a:gd name="T53" fmla="*/ 2147483647 h 210"/>
                <a:gd name="T54" fmla="*/ 2147483647 w 108"/>
                <a:gd name="T55" fmla="*/ 2147483647 h 21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08"/>
                <a:gd name="T85" fmla="*/ 0 h 210"/>
                <a:gd name="T86" fmla="*/ 108 w 108"/>
                <a:gd name="T87" fmla="*/ 210 h 210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08" h="210">
                  <a:moveTo>
                    <a:pt x="108" y="30"/>
                  </a:moveTo>
                  <a:lnTo>
                    <a:pt x="108" y="24"/>
                  </a:lnTo>
                  <a:lnTo>
                    <a:pt x="102" y="24"/>
                  </a:lnTo>
                  <a:lnTo>
                    <a:pt x="90" y="18"/>
                  </a:lnTo>
                  <a:lnTo>
                    <a:pt x="84" y="12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2" y="12"/>
                  </a:lnTo>
                  <a:lnTo>
                    <a:pt x="72" y="24"/>
                  </a:lnTo>
                  <a:lnTo>
                    <a:pt x="66" y="36"/>
                  </a:lnTo>
                  <a:lnTo>
                    <a:pt x="54" y="42"/>
                  </a:lnTo>
                  <a:lnTo>
                    <a:pt x="48" y="48"/>
                  </a:lnTo>
                  <a:lnTo>
                    <a:pt x="42" y="48"/>
                  </a:lnTo>
                  <a:lnTo>
                    <a:pt x="42" y="42"/>
                  </a:lnTo>
                  <a:lnTo>
                    <a:pt x="36" y="36"/>
                  </a:lnTo>
                  <a:lnTo>
                    <a:pt x="30" y="36"/>
                  </a:lnTo>
                  <a:lnTo>
                    <a:pt x="30" y="42"/>
                  </a:lnTo>
                  <a:lnTo>
                    <a:pt x="24" y="54"/>
                  </a:lnTo>
                  <a:lnTo>
                    <a:pt x="0" y="210"/>
                  </a:lnTo>
                  <a:lnTo>
                    <a:pt x="30" y="210"/>
                  </a:lnTo>
                  <a:lnTo>
                    <a:pt x="42" y="168"/>
                  </a:lnTo>
                  <a:lnTo>
                    <a:pt x="60" y="174"/>
                  </a:lnTo>
                  <a:lnTo>
                    <a:pt x="84" y="150"/>
                  </a:lnTo>
                  <a:lnTo>
                    <a:pt x="84" y="90"/>
                  </a:lnTo>
                  <a:lnTo>
                    <a:pt x="90" y="78"/>
                  </a:lnTo>
                  <a:lnTo>
                    <a:pt x="96" y="60"/>
                  </a:lnTo>
                  <a:lnTo>
                    <a:pt x="108" y="36"/>
                  </a:lnTo>
                  <a:lnTo>
                    <a:pt x="108" y="30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532" name="Belarus" descr="© INSCALE GmbH, 05.05.2010&#10;http://www.presentationload.com/">
              <a:extLst>
                <a:ext uri="{FF2B5EF4-FFF2-40B4-BE49-F238E27FC236}">
                  <a16:creationId xmlns:a16="http://schemas.microsoft.com/office/drawing/2014/main" id="{01234FBE-4E02-4D1A-84E0-3B3577CF0C9A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233444" y="1527452"/>
              <a:ext cx="188693" cy="122021"/>
            </a:xfrm>
            <a:custGeom>
              <a:avLst/>
              <a:gdLst>
                <a:gd name="T0" fmla="*/ 2147483647 w 570"/>
                <a:gd name="T1" fmla="*/ 2147483647 h 372"/>
                <a:gd name="T2" fmla="*/ 2147483647 w 570"/>
                <a:gd name="T3" fmla="*/ 2147483647 h 372"/>
                <a:gd name="T4" fmla="*/ 2147483647 w 570"/>
                <a:gd name="T5" fmla="*/ 2147483647 h 372"/>
                <a:gd name="T6" fmla="*/ 2147483647 w 570"/>
                <a:gd name="T7" fmla="*/ 2147483647 h 372"/>
                <a:gd name="T8" fmla="*/ 2147483647 w 570"/>
                <a:gd name="T9" fmla="*/ 2147483647 h 372"/>
                <a:gd name="T10" fmla="*/ 2147483647 w 570"/>
                <a:gd name="T11" fmla="*/ 2147483647 h 372"/>
                <a:gd name="T12" fmla="*/ 2147483647 w 570"/>
                <a:gd name="T13" fmla="*/ 2147483647 h 372"/>
                <a:gd name="T14" fmla="*/ 2147483647 w 570"/>
                <a:gd name="T15" fmla="*/ 2147483647 h 372"/>
                <a:gd name="T16" fmla="*/ 2147483647 w 570"/>
                <a:gd name="T17" fmla="*/ 2147483647 h 372"/>
                <a:gd name="T18" fmla="*/ 2147483647 w 570"/>
                <a:gd name="T19" fmla="*/ 2147483647 h 372"/>
                <a:gd name="T20" fmla="*/ 2147483647 w 570"/>
                <a:gd name="T21" fmla="*/ 2147483647 h 372"/>
                <a:gd name="T22" fmla="*/ 2147483647 w 570"/>
                <a:gd name="T23" fmla="*/ 2147483647 h 372"/>
                <a:gd name="T24" fmla="*/ 2147483647 w 570"/>
                <a:gd name="T25" fmla="*/ 2147483647 h 372"/>
                <a:gd name="T26" fmla="*/ 2147483647 w 570"/>
                <a:gd name="T27" fmla="*/ 2147483647 h 372"/>
                <a:gd name="T28" fmla="*/ 2147483647 w 570"/>
                <a:gd name="T29" fmla="*/ 2147483647 h 372"/>
                <a:gd name="T30" fmla="*/ 2147483647 w 570"/>
                <a:gd name="T31" fmla="*/ 2147483647 h 372"/>
                <a:gd name="T32" fmla="*/ 2147483647 w 570"/>
                <a:gd name="T33" fmla="*/ 2147483647 h 372"/>
                <a:gd name="T34" fmla="*/ 2147483647 w 570"/>
                <a:gd name="T35" fmla="*/ 2147483647 h 372"/>
                <a:gd name="T36" fmla="*/ 2147483647 w 570"/>
                <a:gd name="T37" fmla="*/ 2147483647 h 372"/>
                <a:gd name="T38" fmla="*/ 2147483647 w 570"/>
                <a:gd name="T39" fmla="*/ 2147483647 h 372"/>
                <a:gd name="T40" fmla="*/ 2147483647 w 570"/>
                <a:gd name="T41" fmla="*/ 2147483647 h 372"/>
                <a:gd name="T42" fmla="*/ 2147483647 w 570"/>
                <a:gd name="T43" fmla="*/ 2147483647 h 372"/>
                <a:gd name="T44" fmla="*/ 2147483647 w 570"/>
                <a:gd name="T45" fmla="*/ 2147483647 h 372"/>
                <a:gd name="T46" fmla="*/ 2147483647 w 570"/>
                <a:gd name="T47" fmla="*/ 2147483647 h 372"/>
                <a:gd name="T48" fmla="*/ 2147483647 w 570"/>
                <a:gd name="T49" fmla="*/ 2147483647 h 372"/>
                <a:gd name="T50" fmla="*/ 2147483647 w 570"/>
                <a:gd name="T51" fmla="*/ 2147483647 h 372"/>
                <a:gd name="T52" fmla="*/ 2147483647 w 570"/>
                <a:gd name="T53" fmla="*/ 2147483647 h 372"/>
                <a:gd name="T54" fmla="*/ 2147483647 w 570"/>
                <a:gd name="T55" fmla="*/ 2147483647 h 372"/>
                <a:gd name="T56" fmla="*/ 2147483647 w 570"/>
                <a:gd name="T57" fmla="*/ 0 h 372"/>
                <a:gd name="T58" fmla="*/ 2147483647 w 570"/>
                <a:gd name="T59" fmla="*/ 2147483647 h 372"/>
                <a:gd name="T60" fmla="*/ 2147483647 w 570"/>
                <a:gd name="T61" fmla="*/ 2147483647 h 372"/>
                <a:gd name="T62" fmla="*/ 2147483647 w 570"/>
                <a:gd name="T63" fmla="*/ 2147483647 h 372"/>
                <a:gd name="T64" fmla="*/ 2147483647 w 570"/>
                <a:gd name="T65" fmla="*/ 2147483647 h 372"/>
                <a:gd name="T66" fmla="*/ 2147483647 w 570"/>
                <a:gd name="T67" fmla="*/ 2147483647 h 372"/>
                <a:gd name="T68" fmla="*/ 2147483647 w 570"/>
                <a:gd name="T69" fmla="*/ 2147483647 h 372"/>
                <a:gd name="T70" fmla="*/ 2147483647 w 570"/>
                <a:gd name="T71" fmla="*/ 2147483647 h 372"/>
                <a:gd name="T72" fmla="*/ 2147483647 w 570"/>
                <a:gd name="T73" fmla="*/ 2147483647 h 372"/>
                <a:gd name="T74" fmla="*/ 2147483647 w 570"/>
                <a:gd name="T75" fmla="*/ 2147483647 h 372"/>
                <a:gd name="T76" fmla="*/ 2147483647 w 570"/>
                <a:gd name="T77" fmla="*/ 2147483647 h 372"/>
                <a:gd name="T78" fmla="*/ 2147483647 w 570"/>
                <a:gd name="T79" fmla="*/ 2147483647 h 372"/>
                <a:gd name="T80" fmla="*/ 2147483647 w 570"/>
                <a:gd name="T81" fmla="*/ 2147483647 h 372"/>
                <a:gd name="T82" fmla="*/ 2147483647 w 570"/>
                <a:gd name="T83" fmla="*/ 2147483647 h 372"/>
                <a:gd name="T84" fmla="*/ 2147483647 w 570"/>
                <a:gd name="T85" fmla="*/ 2147483647 h 372"/>
                <a:gd name="T86" fmla="*/ 2147483647 w 570"/>
                <a:gd name="T87" fmla="*/ 2147483647 h 372"/>
                <a:gd name="T88" fmla="*/ 2147483647 w 570"/>
                <a:gd name="T89" fmla="*/ 2147483647 h 372"/>
                <a:gd name="T90" fmla="*/ 2147483647 w 570"/>
                <a:gd name="T91" fmla="*/ 2147483647 h 372"/>
                <a:gd name="T92" fmla="*/ 2147483647 w 570"/>
                <a:gd name="T93" fmla="*/ 2147483647 h 372"/>
                <a:gd name="T94" fmla="*/ 2147483647 w 570"/>
                <a:gd name="T95" fmla="*/ 2147483647 h 372"/>
                <a:gd name="T96" fmla="*/ 2147483647 w 570"/>
                <a:gd name="T97" fmla="*/ 2147483647 h 37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70"/>
                <a:gd name="T148" fmla="*/ 0 h 372"/>
                <a:gd name="T149" fmla="*/ 570 w 570"/>
                <a:gd name="T150" fmla="*/ 372 h 37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70" h="372">
                  <a:moveTo>
                    <a:pt x="24" y="312"/>
                  </a:moveTo>
                  <a:lnTo>
                    <a:pt x="24" y="342"/>
                  </a:lnTo>
                  <a:lnTo>
                    <a:pt x="30" y="354"/>
                  </a:lnTo>
                  <a:lnTo>
                    <a:pt x="36" y="360"/>
                  </a:lnTo>
                  <a:lnTo>
                    <a:pt x="48" y="360"/>
                  </a:lnTo>
                  <a:lnTo>
                    <a:pt x="60" y="354"/>
                  </a:lnTo>
                  <a:lnTo>
                    <a:pt x="72" y="342"/>
                  </a:lnTo>
                  <a:lnTo>
                    <a:pt x="72" y="336"/>
                  </a:lnTo>
                  <a:lnTo>
                    <a:pt x="108" y="336"/>
                  </a:lnTo>
                  <a:lnTo>
                    <a:pt x="120" y="330"/>
                  </a:lnTo>
                  <a:lnTo>
                    <a:pt x="126" y="324"/>
                  </a:lnTo>
                  <a:lnTo>
                    <a:pt x="174" y="324"/>
                  </a:lnTo>
                  <a:lnTo>
                    <a:pt x="174" y="330"/>
                  </a:lnTo>
                  <a:lnTo>
                    <a:pt x="180" y="336"/>
                  </a:lnTo>
                  <a:lnTo>
                    <a:pt x="216" y="336"/>
                  </a:lnTo>
                  <a:lnTo>
                    <a:pt x="240" y="342"/>
                  </a:lnTo>
                  <a:lnTo>
                    <a:pt x="258" y="354"/>
                  </a:lnTo>
                  <a:lnTo>
                    <a:pt x="264" y="348"/>
                  </a:lnTo>
                  <a:lnTo>
                    <a:pt x="282" y="360"/>
                  </a:lnTo>
                  <a:lnTo>
                    <a:pt x="294" y="348"/>
                  </a:lnTo>
                  <a:lnTo>
                    <a:pt x="300" y="360"/>
                  </a:lnTo>
                  <a:lnTo>
                    <a:pt x="318" y="354"/>
                  </a:lnTo>
                  <a:lnTo>
                    <a:pt x="324" y="360"/>
                  </a:lnTo>
                  <a:lnTo>
                    <a:pt x="336" y="354"/>
                  </a:lnTo>
                  <a:lnTo>
                    <a:pt x="348" y="366"/>
                  </a:lnTo>
                  <a:lnTo>
                    <a:pt x="348" y="360"/>
                  </a:lnTo>
                  <a:lnTo>
                    <a:pt x="354" y="354"/>
                  </a:lnTo>
                  <a:lnTo>
                    <a:pt x="372" y="354"/>
                  </a:lnTo>
                  <a:lnTo>
                    <a:pt x="378" y="360"/>
                  </a:lnTo>
                  <a:lnTo>
                    <a:pt x="378" y="372"/>
                  </a:lnTo>
                  <a:lnTo>
                    <a:pt x="384" y="372"/>
                  </a:lnTo>
                  <a:lnTo>
                    <a:pt x="396" y="366"/>
                  </a:lnTo>
                  <a:lnTo>
                    <a:pt x="420" y="366"/>
                  </a:lnTo>
                  <a:lnTo>
                    <a:pt x="426" y="372"/>
                  </a:lnTo>
                  <a:lnTo>
                    <a:pt x="444" y="372"/>
                  </a:lnTo>
                  <a:lnTo>
                    <a:pt x="450" y="366"/>
                  </a:lnTo>
                  <a:lnTo>
                    <a:pt x="450" y="354"/>
                  </a:lnTo>
                  <a:lnTo>
                    <a:pt x="444" y="348"/>
                  </a:lnTo>
                  <a:lnTo>
                    <a:pt x="450" y="336"/>
                  </a:lnTo>
                  <a:lnTo>
                    <a:pt x="456" y="330"/>
                  </a:lnTo>
                  <a:lnTo>
                    <a:pt x="468" y="324"/>
                  </a:lnTo>
                  <a:lnTo>
                    <a:pt x="474" y="312"/>
                  </a:lnTo>
                  <a:lnTo>
                    <a:pt x="498" y="312"/>
                  </a:lnTo>
                  <a:lnTo>
                    <a:pt x="516" y="318"/>
                  </a:lnTo>
                  <a:lnTo>
                    <a:pt x="516" y="300"/>
                  </a:lnTo>
                  <a:lnTo>
                    <a:pt x="510" y="288"/>
                  </a:lnTo>
                  <a:lnTo>
                    <a:pt x="504" y="282"/>
                  </a:lnTo>
                  <a:lnTo>
                    <a:pt x="504" y="264"/>
                  </a:lnTo>
                  <a:lnTo>
                    <a:pt x="480" y="240"/>
                  </a:lnTo>
                  <a:lnTo>
                    <a:pt x="480" y="234"/>
                  </a:lnTo>
                  <a:lnTo>
                    <a:pt x="486" y="228"/>
                  </a:lnTo>
                  <a:lnTo>
                    <a:pt x="510" y="228"/>
                  </a:lnTo>
                  <a:lnTo>
                    <a:pt x="510" y="234"/>
                  </a:lnTo>
                  <a:lnTo>
                    <a:pt x="516" y="234"/>
                  </a:lnTo>
                  <a:lnTo>
                    <a:pt x="522" y="240"/>
                  </a:lnTo>
                  <a:lnTo>
                    <a:pt x="528" y="240"/>
                  </a:lnTo>
                  <a:lnTo>
                    <a:pt x="552" y="228"/>
                  </a:lnTo>
                  <a:lnTo>
                    <a:pt x="558" y="216"/>
                  </a:lnTo>
                  <a:lnTo>
                    <a:pt x="570" y="210"/>
                  </a:lnTo>
                  <a:lnTo>
                    <a:pt x="546" y="198"/>
                  </a:lnTo>
                  <a:lnTo>
                    <a:pt x="552" y="192"/>
                  </a:lnTo>
                  <a:lnTo>
                    <a:pt x="552" y="186"/>
                  </a:lnTo>
                  <a:lnTo>
                    <a:pt x="546" y="186"/>
                  </a:lnTo>
                  <a:lnTo>
                    <a:pt x="540" y="180"/>
                  </a:lnTo>
                  <a:lnTo>
                    <a:pt x="504" y="180"/>
                  </a:lnTo>
                  <a:lnTo>
                    <a:pt x="504" y="156"/>
                  </a:lnTo>
                  <a:lnTo>
                    <a:pt x="474" y="144"/>
                  </a:lnTo>
                  <a:lnTo>
                    <a:pt x="474" y="132"/>
                  </a:lnTo>
                  <a:lnTo>
                    <a:pt x="456" y="114"/>
                  </a:lnTo>
                  <a:lnTo>
                    <a:pt x="444" y="108"/>
                  </a:lnTo>
                  <a:lnTo>
                    <a:pt x="438" y="102"/>
                  </a:lnTo>
                  <a:lnTo>
                    <a:pt x="444" y="84"/>
                  </a:lnTo>
                  <a:lnTo>
                    <a:pt x="432" y="66"/>
                  </a:lnTo>
                  <a:lnTo>
                    <a:pt x="438" y="60"/>
                  </a:lnTo>
                  <a:lnTo>
                    <a:pt x="438" y="48"/>
                  </a:lnTo>
                  <a:lnTo>
                    <a:pt x="432" y="42"/>
                  </a:lnTo>
                  <a:lnTo>
                    <a:pt x="396" y="24"/>
                  </a:lnTo>
                  <a:lnTo>
                    <a:pt x="390" y="18"/>
                  </a:lnTo>
                  <a:lnTo>
                    <a:pt x="384" y="18"/>
                  </a:lnTo>
                  <a:lnTo>
                    <a:pt x="354" y="36"/>
                  </a:lnTo>
                  <a:lnTo>
                    <a:pt x="348" y="18"/>
                  </a:lnTo>
                  <a:lnTo>
                    <a:pt x="312" y="12"/>
                  </a:lnTo>
                  <a:lnTo>
                    <a:pt x="300" y="18"/>
                  </a:lnTo>
                  <a:lnTo>
                    <a:pt x="300" y="12"/>
                  </a:lnTo>
                  <a:lnTo>
                    <a:pt x="294" y="6"/>
                  </a:lnTo>
                  <a:lnTo>
                    <a:pt x="276" y="6"/>
                  </a:lnTo>
                  <a:lnTo>
                    <a:pt x="270" y="0"/>
                  </a:lnTo>
                  <a:lnTo>
                    <a:pt x="258" y="0"/>
                  </a:lnTo>
                  <a:lnTo>
                    <a:pt x="252" y="6"/>
                  </a:lnTo>
                  <a:lnTo>
                    <a:pt x="246" y="18"/>
                  </a:lnTo>
                  <a:lnTo>
                    <a:pt x="240" y="24"/>
                  </a:lnTo>
                  <a:lnTo>
                    <a:pt x="234" y="24"/>
                  </a:lnTo>
                  <a:lnTo>
                    <a:pt x="228" y="30"/>
                  </a:lnTo>
                  <a:lnTo>
                    <a:pt x="222" y="24"/>
                  </a:lnTo>
                  <a:lnTo>
                    <a:pt x="198" y="24"/>
                  </a:lnTo>
                  <a:lnTo>
                    <a:pt x="192" y="30"/>
                  </a:lnTo>
                  <a:lnTo>
                    <a:pt x="180" y="36"/>
                  </a:lnTo>
                  <a:lnTo>
                    <a:pt x="174" y="42"/>
                  </a:lnTo>
                  <a:lnTo>
                    <a:pt x="174" y="54"/>
                  </a:lnTo>
                  <a:lnTo>
                    <a:pt x="192" y="72"/>
                  </a:lnTo>
                  <a:lnTo>
                    <a:pt x="186" y="78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56" y="72"/>
                  </a:lnTo>
                  <a:lnTo>
                    <a:pt x="162" y="90"/>
                  </a:lnTo>
                  <a:lnTo>
                    <a:pt x="144" y="90"/>
                  </a:lnTo>
                  <a:lnTo>
                    <a:pt x="138" y="96"/>
                  </a:lnTo>
                  <a:lnTo>
                    <a:pt x="138" y="102"/>
                  </a:lnTo>
                  <a:lnTo>
                    <a:pt x="144" y="114"/>
                  </a:lnTo>
                  <a:lnTo>
                    <a:pt x="144" y="120"/>
                  </a:lnTo>
                  <a:lnTo>
                    <a:pt x="132" y="120"/>
                  </a:lnTo>
                  <a:lnTo>
                    <a:pt x="132" y="126"/>
                  </a:lnTo>
                  <a:lnTo>
                    <a:pt x="138" y="132"/>
                  </a:lnTo>
                  <a:lnTo>
                    <a:pt x="138" y="144"/>
                  </a:lnTo>
                  <a:lnTo>
                    <a:pt x="144" y="150"/>
                  </a:lnTo>
                  <a:lnTo>
                    <a:pt x="144" y="156"/>
                  </a:lnTo>
                  <a:lnTo>
                    <a:pt x="132" y="156"/>
                  </a:lnTo>
                  <a:lnTo>
                    <a:pt x="138" y="150"/>
                  </a:lnTo>
                  <a:lnTo>
                    <a:pt x="138" y="144"/>
                  </a:lnTo>
                  <a:lnTo>
                    <a:pt x="120" y="144"/>
                  </a:lnTo>
                  <a:lnTo>
                    <a:pt x="108" y="150"/>
                  </a:lnTo>
                  <a:lnTo>
                    <a:pt x="102" y="156"/>
                  </a:lnTo>
                  <a:lnTo>
                    <a:pt x="96" y="168"/>
                  </a:lnTo>
                  <a:lnTo>
                    <a:pt x="84" y="156"/>
                  </a:lnTo>
                  <a:lnTo>
                    <a:pt x="84" y="174"/>
                  </a:lnTo>
                  <a:lnTo>
                    <a:pt x="54" y="174"/>
                  </a:lnTo>
                  <a:lnTo>
                    <a:pt x="54" y="168"/>
                  </a:lnTo>
                  <a:lnTo>
                    <a:pt x="48" y="162"/>
                  </a:lnTo>
                  <a:lnTo>
                    <a:pt x="42" y="162"/>
                  </a:lnTo>
                  <a:lnTo>
                    <a:pt x="30" y="168"/>
                  </a:lnTo>
                  <a:lnTo>
                    <a:pt x="18" y="168"/>
                  </a:lnTo>
                  <a:lnTo>
                    <a:pt x="12" y="174"/>
                  </a:lnTo>
                  <a:lnTo>
                    <a:pt x="6" y="174"/>
                  </a:lnTo>
                  <a:lnTo>
                    <a:pt x="12" y="186"/>
                  </a:lnTo>
                  <a:lnTo>
                    <a:pt x="18" y="192"/>
                  </a:lnTo>
                  <a:lnTo>
                    <a:pt x="18" y="204"/>
                  </a:lnTo>
                  <a:lnTo>
                    <a:pt x="24" y="210"/>
                  </a:lnTo>
                  <a:lnTo>
                    <a:pt x="36" y="234"/>
                  </a:lnTo>
                  <a:lnTo>
                    <a:pt x="42" y="240"/>
                  </a:lnTo>
                  <a:lnTo>
                    <a:pt x="42" y="246"/>
                  </a:lnTo>
                  <a:lnTo>
                    <a:pt x="36" y="252"/>
                  </a:lnTo>
                  <a:lnTo>
                    <a:pt x="36" y="264"/>
                  </a:lnTo>
                  <a:lnTo>
                    <a:pt x="12" y="270"/>
                  </a:lnTo>
                  <a:lnTo>
                    <a:pt x="12" y="288"/>
                  </a:lnTo>
                  <a:lnTo>
                    <a:pt x="0" y="288"/>
                  </a:lnTo>
                  <a:lnTo>
                    <a:pt x="0" y="294"/>
                  </a:lnTo>
                  <a:lnTo>
                    <a:pt x="6" y="300"/>
                  </a:lnTo>
                  <a:lnTo>
                    <a:pt x="12" y="300"/>
                  </a:lnTo>
                  <a:lnTo>
                    <a:pt x="24" y="312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533" name="Bangladesh" descr="© INSCALE GmbH, 05.05.2010&#10;http://www.presentationload.com/">
              <a:extLst>
                <a:ext uri="{FF2B5EF4-FFF2-40B4-BE49-F238E27FC236}">
                  <a16:creationId xmlns:a16="http://schemas.microsoft.com/office/drawing/2014/main" id="{A154A604-AA5C-4E0C-9AE3-860571D0CF3E}"/>
                </a:ext>
              </a:extLst>
            </p:cNvPr>
            <p:cNvSpPr>
              <a:spLocks/>
            </p:cNvSpPr>
            <p:nvPr/>
          </p:nvSpPr>
          <p:spPr bwMode="gray">
            <a:xfrm>
              <a:off x="5752034" y="2299390"/>
              <a:ext cx="124073" cy="140004"/>
            </a:xfrm>
            <a:custGeom>
              <a:avLst/>
              <a:gdLst>
                <a:gd name="T0" fmla="*/ 2147483647 w 372"/>
                <a:gd name="T1" fmla="*/ 2147483647 h 426"/>
                <a:gd name="T2" fmla="*/ 2147483647 w 372"/>
                <a:gd name="T3" fmla="*/ 2147483647 h 426"/>
                <a:gd name="T4" fmla="*/ 2147483647 w 372"/>
                <a:gd name="T5" fmla="*/ 2147483647 h 426"/>
                <a:gd name="T6" fmla="*/ 2147483647 w 372"/>
                <a:gd name="T7" fmla="*/ 2147483647 h 426"/>
                <a:gd name="T8" fmla="*/ 2147483647 w 372"/>
                <a:gd name="T9" fmla="*/ 2147483647 h 426"/>
                <a:gd name="T10" fmla="*/ 2147483647 w 372"/>
                <a:gd name="T11" fmla="*/ 2147483647 h 426"/>
                <a:gd name="T12" fmla="*/ 2147483647 w 372"/>
                <a:gd name="T13" fmla="*/ 2147483647 h 426"/>
                <a:gd name="T14" fmla="*/ 2147483647 w 372"/>
                <a:gd name="T15" fmla="*/ 2147483647 h 426"/>
                <a:gd name="T16" fmla="*/ 2147483647 w 372"/>
                <a:gd name="T17" fmla="*/ 2147483647 h 426"/>
                <a:gd name="T18" fmla="*/ 2147483647 w 372"/>
                <a:gd name="T19" fmla="*/ 2147483647 h 426"/>
                <a:gd name="T20" fmla="*/ 2147483647 w 372"/>
                <a:gd name="T21" fmla="*/ 2147483647 h 426"/>
                <a:gd name="T22" fmla="*/ 2147483647 w 372"/>
                <a:gd name="T23" fmla="*/ 2147483647 h 426"/>
                <a:gd name="T24" fmla="*/ 2147483647 w 372"/>
                <a:gd name="T25" fmla="*/ 2147483647 h 426"/>
                <a:gd name="T26" fmla="*/ 2147483647 w 372"/>
                <a:gd name="T27" fmla="*/ 2147483647 h 426"/>
                <a:gd name="T28" fmla="*/ 2147483647 w 372"/>
                <a:gd name="T29" fmla="*/ 2147483647 h 426"/>
                <a:gd name="T30" fmla="*/ 2147483647 w 372"/>
                <a:gd name="T31" fmla="*/ 2147483647 h 426"/>
                <a:gd name="T32" fmla="*/ 2147483647 w 372"/>
                <a:gd name="T33" fmla="*/ 2147483647 h 426"/>
                <a:gd name="T34" fmla="*/ 2147483647 w 372"/>
                <a:gd name="T35" fmla="*/ 2147483647 h 426"/>
                <a:gd name="T36" fmla="*/ 2147483647 w 372"/>
                <a:gd name="T37" fmla="*/ 2147483647 h 426"/>
                <a:gd name="T38" fmla="*/ 2147483647 w 372"/>
                <a:gd name="T39" fmla="*/ 2147483647 h 426"/>
                <a:gd name="T40" fmla="*/ 2147483647 w 372"/>
                <a:gd name="T41" fmla="*/ 2147483647 h 426"/>
                <a:gd name="T42" fmla="*/ 2147483647 w 372"/>
                <a:gd name="T43" fmla="*/ 2147483647 h 426"/>
                <a:gd name="T44" fmla="*/ 2147483647 w 372"/>
                <a:gd name="T45" fmla="*/ 2147483647 h 426"/>
                <a:gd name="T46" fmla="*/ 2147483647 w 372"/>
                <a:gd name="T47" fmla="*/ 2147483647 h 426"/>
                <a:gd name="T48" fmla="*/ 2147483647 w 372"/>
                <a:gd name="T49" fmla="*/ 2147483647 h 426"/>
                <a:gd name="T50" fmla="*/ 2147483647 w 372"/>
                <a:gd name="T51" fmla="*/ 2147483647 h 426"/>
                <a:gd name="T52" fmla="*/ 2147483647 w 372"/>
                <a:gd name="T53" fmla="*/ 2147483647 h 426"/>
                <a:gd name="T54" fmla="*/ 2147483647 w 372"/>
                <a:gd name="T55" fmla="*/ 2147483647 h 426"/>
                <a:gd name="T56" fmla="*/ 2147483647 w 372"/>
                <a:gd name="T57" fmla="*/ 2147483647 h 426"/>
                <a:gd name="T58" fmla="*/ 2147483647 w 372"/>
                <a:gd name="T59" fmla="*/ 2147483647 h 426"/>
                <a:gd name="T60" fmla="*/ 2147483647 w 372"/>
                <a:gd name="T61" fmla="*/ 2147483647 h 426"/>
                <a:gd name="T62" fmla="*/ 2147483647 w 372"/>
                <a:gd name="T63" fmla="*/ 2147483647 h 426"/>
                <a:gd name="T64" fmla="*/ 2147483647 w 372"/>
                <a:gd name="T65" fmla="*/ 2147483647 h 426"/>
                <a:gd name="T66" fmla="*/ 2147483647 w 372"/>
                <a:gd name="T67" fmla="*/ 2147483647 h 426"/>
                <a:gd name="T68" fmla="*/ 2147483647 w 372"/>
                <a:gd name="T69" fmla="*/ 2147483647 h 426"/>
                <a:gd name="T70" fmla="*/ 2147483647 w 372"/>
                <a:gd name="T71" fmla="*/ 2147483647 h 426"/>
                <a:gd name="T72" fmla="*/ 2147483647 w 372"/>
                <a:gd name="T73" fmla="*/ 2147483647 h 426"/>
                <a:gd name="T74" fmla="*/ 2147483647 w 372"/>
                <a:gd name="T75" fmla="*/ 2147483647 h 426"/>
                <a:gd name="T76" fmla="*/ 2147483647 w 372"/>
                <a:gd name="T77" fmla="*/ 2147483647 h 426"/>
                <a:gd name="T78" fmla="*/ 2147483647 w 372"/>
                <a:gd name="T79" fmla="*/ 2147483647 h 426"/>
                <a:gd name="T80" fmla="*/ 2147483647 w 372"/>
                <a:gd name="T81" fmla="*/ 2147483647 h 426"/>
                <a:gd name="T82" fmla="*/ 2147483647 w 372"/>
                <a:gd name="T83" fmla="*/ 2147483647 h 426"/>
                <a:gd name="T84" fmla="*/ 2147483647 w 372"/>
                <a:gd name="T85" fmla="*/ 0 h 426"/>
                <a:gd name="T86" fmla="*/ 2147483647 w 372"/>
                <a:gd name="T87" fmla="*/ 2147483647 h 426"/>
                <a:gd name="T88" fmla="*/ 0 w 372"/>
                <a:gd name="T89" fmla="*/ 2147483647 h 426"/>
                <a:gd name="T90" fmla="*/ 2147483647 w 372"/>
                <a:gd name="T91" fmla="*/ 2147483647 h 426"/>
                <a:gd name="T92" fmla="*/ 2147483647 w 372"/>
                <a:gd name="T93" fmla="*/ 2147483647 h 426"/>
                <a:gd name="T94" fmla="*/ 2147483647 w 372"/>
                <a:gd name="T95" fmla="*/ 2147483647 h 426"/>
                <a:gd name="T96" fmla="*/ 2147483647 w 372"/>
                <a:gd name="T97" fmla="*/ 2147483647 h 426"/>
                <a:gd name="T98" fmla="*/ 2147483647 w 372"/>
                <a:gd name="T99" fmla="*/ 2147483647 h 426"/>
                <a:gd name="T100" fmla="*/ 2147483647 w 372"/>
                <a:gd name="T101" fmla="*/ 2147483647 h 426"/>
                <a:gd name="T102" fmla="*/ 2147483647 w 372"/>
                <a:gd name="T103" fmla="*/ 2147483647 h 426"/>
                <a:gd name="T104" fmla="*/ 2147483647 w 372"/>
                <a:gd name="T105" fmla="*/ 2147483647 h 426"/>
                <a:gd name="T106" fmla="*/ 2147483647 w 372"/>
                <a:gd name="T107" fmla="*/ 2147483647 h 426"/>
                <a:gd name="T108" fmla="*/ 2147483647 w 372"/>
                <a:gd name="T109" fmla="*/ 2147483647 h 426"/>
                <a:gd name="T110" fmla="*/ 2147483647 w 372"/>
                <a:gd name="T111" fmla="*/ 2147483647 h 426"/>
                <a:gd name="T112" fmla="*/ 2147483647 w 372"/>
                <a:gd name="T113" fmla="*/ 2147483647 h 426"/>
                <a:gd name="T114" fmla="*/ 2147483647 w 372"/>
                <a:gd name="T115" fmla="*/ 2147483647 h 42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72"/>
                <a:gd name="T175" fmla="*/ 0 h 426"/>
                <a:gd name="T176" fmla="*/ 372 w 372"/>
                <a:gd name="T177" fmla="*/ 426 h 42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72" h="426">
                  <a:moveTo>
                    <a:pt x="132" y="414"/>
                  </a:moveTo>
                  <a:lnTo>
                    <a:pt x="138" y="354"/>
                  </a:lnTo>
                  <a:lnTo>
                    <a:pt x="144" y="354"/>
                  </a:lnTo>
                  <a:lnTo>
                    <a:pt x="150" y="360"/>
                  </a:lnTo>
                  <a:lnTo>
                    <a:pt x="162" y="360"/>
                  </a:lnTo>
                  <a:lnTo>
                    <a:pt x="174" y="366"/>
                  </a:lnTo>
                  <a:lnTo>
                    <a:pt x="192" y="372"/>
                  </a:lnTo>
                  <a:lnTo>
                    <a:pt x="216" y="372"/>
                  </a:lnTo>
                  <a:lnTo>
                    <a:pt x="210" y="366"/>
                  </a:lnTo>
                  <a:lnTo>
                    <a:pt x="210" y="348"/>
                  </a:lnTo>
                  <a:lnTo>
                    <a:pt x="204" y="342"/>
                  </a:lnTo>
                  <a:lnTo>
                    <a:pt x="222" y="342"/>
                  </a:lnTo>
                  <a:lnTo>
                    <a:pt x="258" y="360"/>
                  </a:lnTo>
                  <a:lnTo>
                    <a:pt x="270" y="360"/>
                  </a:lnTo>
                  <a:lnTo>
                    <a:pt x="282" y="348"/>
                  </a:lnTo>
                  <a:lnTo>
                    <a:pt x="282" y="336"/>
                  </a:lnTo>
                  <a:lnTo>
                    <a:pt x="270" y="300"/>
                  </a:lnTo>
                  <a:lnTo>
                    <a:pt x="318" y="354"/>
                  </a:lnTo>
                  <a:lnTo>
                    <a:pt x="318" y="360"/>
                  </a:lnTo>
                  <a:lnTo>
                    <a:pt x="312" y="366"/>
                  </a:lnTo>
                  <a:lnTo>
                    <a:pt x="312" y="390"/>
                  </a:lnTo>
                  <a:lnTo>
                    <a:pt x="306" y="402"/>
                  </a:lnTo>
                  <a:lnTo>
                    <a:pt x="306" y="414"/>
                  </a:lnTo>
                  <a:lnTo>
                    <a:pt x="312" y="420"/>
                  </a:lnTo>
                  <a:lnTo>
                    <a:pt x="324" y="420"/>
                  </a:lnTo>
                  <a:lnTo>
                    <a:pt x="330" y="426"/>
                  </a:lnTo>
                  <a:lnTo>
                    <a:pt x="336" y="414"/>
                  </a:lnTo>
                  <a:lnTo>
                    <a:pt x="336" y="408"/>
                  </a:lnTo>
                  <a:lnTo>
                    <a:pt x="372" y="414"/>
                  </a:lnTo>
                  <a:lnTo>
                    <a:pt x="360" y="354"/>
                  </a:lnTo>
                  <a:lnTo>
                    <a:pt x="360" y="348"/>
                  </a:lnTo>
                  <a:lnTo>
                    <a:pt x="354" y="342"/>
                  </a:lnTo>
                  <a:lnTo>
                    <a:pt x="348" y="330"/>
                  </a:lnTo>
                  <a:lnTo>
                    <a:pt x="342" y="312"/>
                  </a:lnTo>
                  <a:lnTo>
                    <a:pt x="336" y="300"/>
                  </a:lnTo>
                  <a:lnTo>
                    <a:pt x="336" y="288"/>
                  </a:lnTo>
                  <a:lnTo>
                    <a:pt x="330" y="276"/>
                  </a:lnTo>
                  <a:lnTo>
                    <a:pt x="330" y="270"/>
                  </a:lnTo>
                  <a:lnTo>
                    <a:pt x="324" y="258"/>
                  </a:lnTo>
                  <a:lnTo>
                    <a:pt x="324" y="240"/>
                  </a:lnTo>
                  <a:lnTo>
                    <a:pt x="318" y="234"/>
                  </a:lnTo>
                  <a:lnTo>
                    <a:pt x="306" y="228"/>
                  </a:lnTo>
                  <a:lnTo>
                    <a:pt x="288" y="228"/>
                  </a:lnTo>
                  <a:lnTo>
                    <a:pt x="288" y="252"/>
                  </a:lnTo>
                  <a:lnTo>
                    <a:pt x="282" y="288"/>
                  </a:lnTo>
                  <a:lnTo>
                    <a:pt x="264" y="264"/>
                  </a:lnTo>
                  <a:lnTo>
                    <a:pt x="258" y="264"/>
                  </a:lnTo>
                  <a:lnTo>
                    <a:pt x="240" y="246"/>
                  </a:lnTo>
                  <a:lnTo>
                    <a:pt x="234" y="234"/>
                  </a:lnTo>
                  <a:lnTo>
                    <a:pt x="234" y="216"/>
                  </a:lnTo>
                  <a:lnTo>
                    <a:pt x="240" y="204"/>
                  </a:lnTo>
                  <a:lnTo>
                    <a:pt x="252" y="192"/>
                  </a:lnTo>
                  <a:lnTo>
                    <a:pt x="258" y="192"/>
                  </a:lnTo>
                  <a:lnTo>
                    <a:pt x="270" y="186"/>
                  </a:lnTo>
                  <a:lnTo>
                    <a:pt x="276" y="186"/>
                  </a:lnTo>
                  <a:lnTo>
                    <a:pt x="282" y="180"/>
                  </a:lnTo>
                  <a:lnTo>
                    <a:pt x="288" y="168"/>
                  </a:lnTo>
                  <a:lnTo>
                    <a:pt x="294" y="150"/>
                  </a:lnTo>
                  <a:lnTo>
                    <a:pt x="294" y="138"/>
                  </a:lnTo>
                  <a:lnTo>
                    <a:pt x="300" y="138"/>
                  </a:lnTo>
                  <a:lnTo>
                    <a:pt x="306" y="132"/>
                  </a:lnTo>
                  <a:lnTo>
                    <a:pt x="306" y="126"/>
                  </a:lnTo>
                  <a:lnTo>
                    <a:pt x="282" y="102"/>
                  </a:lnTo>
                  <a:lnTo>
                    <a:pt x="276" y="102"/>
                  </a:lnTo>
                  <a:lnTo>
                    <a:pt x="228" y="114"/>
                  </a:lnTo>
                  <a:lnTo>
                    <a:pt x="210" y="114"/>
                  </a:lnTo>
                  <a:lnTo>
                    <a:pt x="198" y="108"/>
                  </a:lnTo>
                  <a:lnTo>
                    <a:pt x="138" y="108"/>
                  </a:lnTo>
                  <a:lnTo>
                    <a:pt x="132" y="102"/>
                  </a:lnTo>
                  <a:lnTo>
                    <a:pt x="126" y="102"/>
                  </a:lnTo>
                  <a:lnTo>
                    <a:pt x="126" y="66"/>
                  </a:lnTo>
                  <a:lnTo>
                    <a:pt x="120" y="66"/>
                  </a:lnTo>
                  <a:lnTo>
                    <a:pt x="120" y="36"/>
                  </a:lnTo>
                  <a:lnTo>
                    <a:pt x="114" y="30"/>
                  </a:lnTo>
                  <a:lnTo>
                    <a:pt x="108" y="30"/>
                  </a:lnTo>
                  <a:lnTo>
                    <a:pt x="102" y="24"/>
                  </a:lnTo>
                  <a:lnTo>
                    <a:pt x="96" y="42"/>
                  </a:lnTo>
                  <a:lnTo>
                    <a:pt x="90" y="36"/>
                  </a:lnTo>
                  <a:lnTo>
                    <a:pt x="78" y="36"/>
                  </a:lnTo>
                  <a:lnTo>
                    <a:pt x="72" y="30"/>
                  </a:lnTo>
                  <a:lnTo>
                    <a:pt x="66" y="18"/>
                  </a:lnTo>
                  <a:lnTo>
                    <a:pt x="66" y="12"/>
                  </a:lnTo>
                  <a:lnTo>
                    <a:pt x="60" y="0"/>
                  </a:lnTo>
                  <a:lnTo>
                    <a:pt x="42" y="6"/>
                  </a:lnTo>
                  <a:lnTo>
                    <a:pt x="48" y="12"/>
                  </a:lnTo>
                  <a:lnTo>
                    <a:pt x="24" y="0"/>
                  </a:lnTo>
                  <a:lnTo>
                    <a:pt x="6" y="0"/>
                  </a:lnTo>
                  <a:lnTo>
                    <a:pt x="18" y="18"/>
                  </a:lnTo>
                  <a:lnTo>
                    <a:pt x="6" y="30"/>
                  </a:lnTo>
                  <a:lnTo>
                    <a:pt x="0" y="42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8" y="66"/>
                  </a:lnTo>
                  <a:lnTo>
                    <a:pt x="30" y="78"/>
                  </a:lnTo>
                  <a:lnTo>
                    <a:pt x="36" y="78"/>
                  </a:lnTo>
                  <a:lnTo>
                    <a:pt x="66" y="96"/>
                  </a:lnTo>
                  <a:lnTo>
                    <a:pt x="66" y="108"/>
                  </a:lnTo>
                  <a:lnTo>
                    <a:pt x="30" y="108"/>
                  </a:lnTo>
                  <a:lnTo>
                    <a:pt x="30" y="138"/>
                  </a:lnTo>
                  <a:lnTo>
                    <a:pt x="24" y="138"/>
                  </a:lnTo>
                  <a:lnTo>
                    <a:pt x="12" y="150"/>
                  </a:lnTo>
                  <a:lnTo>
                    <a:pt x="24" y="162"/>
                  </a:lnTo>
                  <a:lnTo>
                    <a:pt x="36" y="168"/>
                  </a:lnTo>
                  <a:lnTo>
                    <a:pt x="54" y="168"/>
                  </a:lnTo>
                  <a:lnTo>
                    <a:pt x="66" y="174"/>
                  </a:lnTo>
                  <a:lnTo>
                    <a:pt x="72" y="180"/>
                  </a:lnTo>
                  <a:lnTo>
                    <a:pt x="72" y="186"/>
                  </a:lnTo>
                  <a:lnTo>
                    <a:pt x="66" y="204"/>
                  </a:lnTo>
                  <a:lnTo>
                    <a:pt x="60" y="210"/>
                  </a:lnTo>
                  <a:lnTo>
                    <a:pt x="54" y="222"/>
                  </a:lnTo>
                  <a:lnTo>
                    <a:pt x="66" y="252"/>
                  </a:lnTo>
                  <a:lnTo>
                    <a:pt x="96" y="276"/>
                  </a:lnTo>
                  <a:lnTo>
                    <a:pt x="96" y="306"/>
                  </a:lnTo>
                  <a:lnTo>
                    <a:pt x="114" y="348"/>
                  </a:lnTo>
                  <a:lnTo>
                    <a:pt x="108" y="378"/>
                  </a:lnTo>
                  <a:lnTo>
                    <a:pt x="132" y="414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534" name="Bahrain" descr="© INSCALE GmbH, 05.05.2010&#10;http://www.presentationload.com/">
              <a:extLst>
                <a:ext uri="{FF2B5EF4-FFF2-40B4-BE49-F238E27FC236}">
                  <a16:creationId xmlns:a16="http://schemas.microsoft.com/office/drawing/2014/main" id="{CD6FE1BB-FEE1-4662-9222-4BB9CD0CEDE9}"/>
                </a:ext>
              </a:extLst>
            </p:cNvPr>
            <p:cNvSpPr>
              <a:spLocks/>
            </p:cNvSpPr>
            <p:nvPr/>
          </p:nvSpPr>
          <p:spPr bwMode="gray">
            <a:xfrm>
              <a:off x="4896453" y="2304527"/>
              <a:ext cx="9047" cy="17982"/>
            </a:xfrm>
            <a:custGeom>
              <a:avLst/>
              <a:gdLst>
                <a:gd name="T0" fmla="*/ 2147483647 w 15"/>
                <a:gd name="T1" fmla="*/ 0 h 28"/>
                <a:gd name="T2" fmla="*/ 2147483647 w 15"/>
                <a:gd name="T3" fmla="*/ 2147483647 h 28"/>
                <a:gd name="T4" fmla="*/ 2147483647 w 15"/>
                <a:gd name="T5" fmla="*/ 2147483647 h 28"/>
                <a:gd name="T6" fmla="*/ 2032697641 w 15"/>
                <a:gd name="T7" fmla="*/ 2147483647 h 28"/>
                <a:gd name="T8" fmla="*/ 813299296 w 15"/>
                <a:gd name="T9" fmla="*/ 2147483647 h 28"/>
                <a:gd name="T10" fmla="*/ 2147483647 w 15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"/>
                <a:gd name="T19" fmla="*/ 0 h 28"/>
                <a:gd name="T20" fmla="*/ 15 w 15"/>
                <a:gd name="T21" fmla="*/ 28 h 2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" h="28">
                  <a:moveTo>
                    <a:pt x="9" y="0"/>
                  </a:moveTo>
                  <a:cubicBezTo>
                    <a:pt x="14" y="0"/>
                    <a:pt x="15" y="10"/>
                    <a:pt x="14" y="14"/>
                  </a:cubicBezTo>
                  <a:cubicBezTo>
                    <a:pt x="13" y="18"/>
                    <a:pt x="15" y="28"/>
                    <a:pt x="9" y="28"/>
                  </a:cubicBezTo>
                  <a:cubicBezTo>
                    <a:pt x="4" y="27"/>
                    <a:pt x="5" y="21"/>
                    <a:pt x="5" y="18"/>
                  </a:cubicBezTo>
                  <a:cubicBezTo>
                    <a:pt x="5" y="14"/>
                    <a:pt x="0" y="14"/>
                    <a:pt x="2" y="8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535" name="Azerbaijan" descr="© INSCALE GmbH, 05.05.2010&#10;http://www.presentationload.com/">
              <a:extLst>
                <a:ext uri="{FF2B5EF4-FFF2-40B4-BE49-F238E27FC236}">
                  <a16:creationId xmlns:a16="http://schemas.microsoft.com/office/drawing/2014/main" id="{DEE9FA29-BD77-44AD-B458-6EFB71B50C12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723269" y="1893512"/>
              <a:ext cx="118902" cy="95047"/>
            </a:xfrm>
            <a:custGeom>
              <a:avLst/>
              <a:gdLst>
                <a:gd name="T0" fmla="*/ 2147483647 w 360"/>
                <a:gd name="T1" fmla="*/ 2147483647 h 288"/>
                <a:gd name="T2" fmla="*/ 2147483647 w 360"/>
                <a:gd name="T3" fmla="*/ 2147483647 h 288"/>
                <a:gd name="T4" fmla="*/ 2147483647 w 360"/>
                <a:gd name="T5" fmla="*/ 2147483647 h 288"/>
                <a:gd name="T6" fmla="*/ 2147483647 w 360"/>
                <a:gd name="T7" fmla="*/ 2147483647 h 288"/>
                <a:gd name="T8" fmla="*/ 2147483647 w 360"/>
                <a:gd name="T9" fmla="*/ 2147483647 h 288"/>
                <a:gd name="T10" fmla="*/ 2147483647 w 360"/>
                <a:gd name="T11" fmla="*/ 2147483647 h 288"/>
                <a:gd name="T12" fmla="*/ 2147483647 w 360"/>
                <a:gd name="T13" fmla="*/ 2147483647 h 288"/>
                <a:gd name="T14" fmla="*/ 2147483647 w 360"/>
                <a:gd name="T15" fmla="*/ 2147483647 h 288"/>
                <a:gd name="T16" fmla="*/ 2147483647 w 360"/>
                <a:gd name="T17" fmla="*/ 2147483647 h 288"/>
                <a:gd name="T18" fmla="*/ 2147483647 w 360"/>
                <a:gd name="T19" fmla="*/ 2147483647 h 288"/>
                <a:gd name="T20" fmla="*/ 2147483647 w 360"/>
                <a:gd name="T21" fmla="*/ 2147483647 h 288"/>
                <a:gd name="T22" fmla="*/ 2147483647 w 360"/>
                <a:gd name="T23" fmla="*/ 2147483647 h 288"/>
                <a:gd name="T24" fmla="*/ 2147483647 w 360"/>
                <a:gd name="T25" fmla="*/ 2147483647 h 288"/>
                <a:gd name="T26" fmla="*/ 2147483647 w 360"/>
                <a:gd name="T27" fmla="*/ 0 h 288"/>
                <a:gd name="T28" fmla="*/ 2147483647 w 360"/>
                <a:gd name="T29" fmla="*/ 2147483647 h 288"/>
                <a:gd name="T30" fmla="*/ 2147483647 w 360"/>
                <a:gd name="T31" fmla="*/ 2147483647 h 288"/>
                <a:gd name="T32" fmla="*/ 2147483647 w 360"/>
                <a:gd name="T33" fmla="*/ 2147483647 h 288"/>
                <a:gd name="T34" fmla="*/ 2147483647 w 360"/>
                <a:gd name="T35" fmla="*/ 2147483647 h 288"/>
                <a:gd name="T36" fmla="*/ 2147483647 w 360"/>
                <a:gd name="T37" fmla="*/ 2147483647 h 288"/>
                <a:gd name="T38" fmla="*/ 2147483647 w 360"/>
                <a:gd name="T39" fmla="*/ 0 h 288"/>
                <a:gd name="T40" fmla="*/ 2147483647 w 360"/>
                <a:gd name="T41" fmla="*/ 2147483647 h 288"/>
                <a:gd name="T42" fmla="*/ 2147483647 w 360"/>
                <a:gd name="T43" fmla="*/ 2147483647 h 288"/>
                <a:gd name="T44" fmla="*/ 2147483647 w 360"/>
                <a:gd name="T45" fmla="*/ 2147483647 h 288"/>
                <a:gd name="T46" fmla="*/ 2147483647 w 360"/>
                <a:gd name="T47" fmla="*/ 2147483647 h 288"/>
                <a:gd name="T48" fmla="*/ 2147483647 w 360"/>
                <a:gd name="T49" fmla="*/ 2147483647 h 288"/>
                <a:gd name="T50" fmla="*/ 2147483647 w 360"/>
                <a:gd name="T51" fmla="*/ 2147483647 h 288"/>
                <a:gd name="T52" fmla="*/ 2147483647 w 360"/>
                <a:gd name="T53" fmla="*/ 2147483647 h 288"/>
                <a:gd name="T54" fmla="*/ 0 w 360"/>
                <a:gd name="T55" fmla="*/ 2147483647 h 288"/>
                <a:gd name="T56" fmla="*/ 2147483647 w 360"/>
                <a:gd name="T57" fmla="*/ 2147483647 h 288"/>
                <a:gd name="T58" fmla="*/ 2147483647 w 360"/>
                <a:gd name="T59" fmla="*/ 2147483647 h 288"/>
                <a:gd name="T60" fmla="*/ 2147483647 w 360"/>
                <a:gd name="T61" fmla="*/ 2147483647 h 288"/>
                <a:gd name="T62" fmla="*/ 2147483647 w 360"/>
                <a:gd name="T63" fmla="*/ 2147483647 h 288"/>
                <a:gd name="T64" fmla="*/ 2147483647 w 360"/>
                <a:gd name="T65" fmla="*/ 2147483647 h 288"/>
                <a:gd name="T66" fmla="*/ 2147483647 w 360"/>
                <a:gd name="T67" fmla="*/ 2147483647 h 288"/>
                <a:gd name="T68" fmla="*/ 2147483647 w 360"/>
                <a:gd name="T69" fmla="*/ 2147483647 h 288"/>
                <a:gd name="T70" fmla="*/ 2147483647 w 360"/>
                <a:gd name="T71" fmla="*/ 2147483647 h 288"/>
                <a:gd name="T72" fmla="*/ 2147483647 w 360"/>
                <a:gd name="T73" fmla="*/ 2147483647 h 288"/>
                <a:gd name="T74" fmla="*/ 2147483647 w 360"/>
                <a:gd name="T75" fmla="*/ 2147483647 h 288"/>
                <a:gd name="T76" fmla="*/ 2147483647 w 360"/>
                <a:gd name="T77" fmla="*/ 2147483647 h 288"/>
                <a:gd name="T78" fmla="*/ 2147483647 w 360"/>
                <a:gd name="T79" fmla="*/ 2147483647 h 288"/>
                <a:gd name="T80" fmla="*/ 2147483647 w 360"/>
                <a:gd name="T81" fmla="*/ 2147483647 h 288"/>
                <a:gd name="T82" fmla="*/ 2147483647 w 360"/>
                <a:gd name="T83" fmla="*/ 2147483647 h 288"/>
                <a:gd name="T84" fmla="*/ 2147483647 w 360"/>
                <a:gd name="T85" fmla="*/ 2147483647 h 288"/>
                <a:gd name="T86" fmla="*/ 2147483647 w 360"/>
                <a:gd name="T87" fmla="*/ 2147483647 h 288"/>
                <a:gd name="T88" fmla="*/ 2147483647 w 360"/>
                <a:gd name="T89" fmla="*/ 2147483647 h 288"/>
                <a:gd name="T90" fmla="*/ 2147483647 w 360"/>
                <a:gd name="T91" fmla="*/ 2147483647 h 288"/>
                <a:gd name="T92" fmla="*/ 2147483647 w 360"/>
                <a:gd name="T93" fmla="*/ 2147483647 h 288"/>
                <a:gd name="T94" fmla="*/ 2147483647 w 360"/>
                <a:gd name="T95" fmla="*/ 2147483647 h 288"/>
                <a:gd name="T96" fmla="*/ 2147483647 w 360"/>
                <a:gd name="T97" fmla="*/ 2147483647 h 288"/>
                <a:gd name="T98" fmla="*/ 2147483647 w 360"/>
                <a:gd name="T99" fmla="*/ 2147483647 h 288"/>
                <a:gd name="T100" fmla="*/ 2147483647 w 360"/>
                <a:gd name="T101" fmla="*/ 2147483647 h 288"/>
                <a:gd name="T102" fmla="*/ 2147483647 w 360"/>
                <a:gd name="T103" fmla="*/ 2147483647 h 288"/>
                <a:gd name="T104" fmla="*/ 2147483647 w 360"/>
                <a:gd name="T105" fmla="*/ 2147483647 h 288"/>
                <a:gd name="T106" fmla="*/ 2147483647 w 360"/>
                <a:gd name="T107" fmla="*/ 2147483647 h 288"/>
                <a:gd name="T108" fmla="*/ 2147483647 w 360"/>
                <a:gd name="T109" fmla="*/ 2147483647 h 288"/>
                <a:gd name="T110" fmla="*/ 2147483647 w 360"/>
                <a:gd name="T111" fmla="*/ 2147483647 h 288"/>
                <a:gd name="T112" fmla="*/ 2147483647 w 360"/>
                <a:gd name="T113" fmla="*/ 2147483647 h 288"/>
                <a:gd name="T114" fmla="*/ 2147483647 w 360"/>
                <a:gd name="T115" fmla="*/ 2147483647 h 288"/>
                <a:gd name="T116" fmla="*/ 2147483647 w 360"/>
                <a:gd name="T117" fmla="*/ 2147483647 h 288"/>
                <a:gd name="T118" fmla="*/ 2147483647 w 360"/>
                <a:gd name="T119" fmla="*/ 2147483647 h 288"/>
                <a:gd name="T120" fmla="*/ 2147483647 w 360"/>
                <a:gd name="T121" fmla="*/ 2147483647 h 28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60"/>
                <a:gd name="T184" fmla="*/ 0 h 288"/>
                <a:gd name="T185" fmla="*/ 360 w 360"/>
                <a:gd name="T186" fmla="*/ 288 h 28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60" h="288">
                  <a:moveTo>
                    <a:pt x="66" y="186"/>
                  </a:moveTo>
                  <a:lnTo>
                    <a:pt x="36" y="186"/>
                  </a:lnTo>
                  <a:lnTo>
                    <a:pt x="24" y="174"/>
                  </a:lnTo>
                  <a:lnTo>
                    <a:pt x="6" y="174"/>
                  </a:lnTo>
                  <a:lnTo>
                    <a:pt x="12" y="186"/>
                  </a:lnTo>
                  <a:lnTo>
                    <a:pt x="12" y="192"/>
                  </a:lnTo>
                  <a:lnTo>
                    <a:pt x="18" y="204"/>
                  </a:lnTo>
                  <a:lnTo>
                    <a:pt x="36" y="222"/>
                  </a:lnTo>
                  <a:lnTo>
                    <a:pt x="48" y="228"/>
                  </a:lnTo>
                  <a:lnTo>
                    <a:pt x="84" y="240"/>
                  </a:lnTo>
                  <a:lnTo>
                    <a:pt x="90" y="240"/>
                  </a:lnTo>
                  <a:lnTo>
                    <a:pt x="84" y="234"/>
                  </a:lnTo>
                  <a:lnTo>
                    <a:pt x="84" y="222"/>
                  </a:lnTo>
                  <a:lnTo>
                    <a:pt x="78" y="216"/>
                  </a:lnTo>
                  <a:lnTo>
                    <a:pt x="78" y="204"/>
                  </a:lnTo>
                  <a:lnTo>
                    <a:pt x="72" y="198"/>
                  </a:lnTo>
                  <a:lnTo>
                    <a:pt x="72" y="186"/>
                  </a:lnTo>
                  <a:lnTo>
                    <a:pt x="66" y="186"/>
                  </a:lnTo>
                  <a:close/>
                  <a:moveTo>
                    <a:pt x="354" y="108"/>
                  </a:moveTo>
                  <a:lnTo>
                    <a:pt x="348" y="102"/>
                  </a:lnTo>
                  <a:lnTo>
                    <a:pt x="330" y="102"/>
                  </a:lnTo>
                  <a:lnTo>
                    <a:pt x="318" y="108"/>
                  </a:lnTo>
                  <a:lnTo>
                    <a:pt x="306" y="108"/>
                  </a:lnTo>
                  <a:lnTo>
                    <a:pt x="288" y="90"/>
                  </a:lnTo>
                  <a:lnTo>
                    <a:pt x="288" y="84"/>
                  </a:lnTo>
                  <a:lnTo>
                    <a:pt x="264" y="54"/>
                  </a:lnTo>
                  <a:lnTo>
                    <a:pt x="264" y="42"/>
                  </a:lnTo>
                  <a:lnTo>
                    <a:pt x="216" y="0"/>
                  </a:lnTo>
                  <a:lnTo>
                    <a:pt x="216" y="30"/>
                  </a:lnTo>
                  <a:lnTo>
                    <a:pt x="210" y="36"/>
                  </a:lnTo>
                  <a:lnTo>
                    <a:pt x="192" y="36"/>
                  </a:lnTo>
                  <a:lnTo>
                    <a:pt x="192" y="48"/>
                  </a:lnTo>
                  <a:lnTo>
                    <a:pt x="186" y="54"/>
                  </a:lnTo>
                  <a:lnTo>
                    <a:pt x="162" y="54"/>
                  </a:lnTo>
                  <a:lnTo>
                    <a:pt x="156" y="48"/>
                  </a:lnTo>
                  <a:lnTo>
                    <a:pt x="144" y="42"/>
                  </a:lnTo>
                  <a:lnTo>
                    <a:pt x="138" y="30"/>
                  </a:lnTo>
                  <a:lnTo>
                    <a:pt x="120" y="12"/>
                  </a:lnTo>
                  <a:lnTo>
                    <a:pt x="84" y="0"/>
                  </a:lnTo>
                  <a:lnTo>
                    <a:pt x="72" y="0"/>
                  </a:lnTo>
                  <a:lnTo>
                    <a:pt x="60" y="12"/>
                  </a:lnTo>
                  <a:lnTo>
                    <a:pt x="78" y="30"/>
                  </a:lnTo>
                  <a:lnTo>
                    <a:pt x="84" y="30"/>
                  </a:lnTo>
                  <a:lnTo>
                    <a:pt x="90" y="36"/>
                  </a:lnTo>
                  <a:lnTo>
                    <a:pt x="96" y="48"/>
                  </a:lnTo>
                  <a:lnTo>
                    <a:pt x="102" y="54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84" y="54"/>
                  </a:lnTo>
                  <a:lnTo>
                    <a:pt x="72" y="54"/>
                  </a:lnTo>
                  <a:lnTo>
                    <a:pt x="60" y="60"/>
                  </a:lnTo>
                  <a:lnTo>
                    <a:pt x="42" y="42"/>
                  </a:lnTo>
                  <a:lnTo>
                    <a:pt x="42" y="36"/>
                  </a:lnTo>
                  <a:lnTo>
                    <a:pt x="36" y="30"/>
                  </a:lnTo>
                  <a:lnTo>
                    <a:pt x="12" y="30"/>
                  </a:lnTo>
                  <a:lnTo>
                    <a:pt x="0" y="42"/>
                  </a:lnTo>
                  <a:lnTo>
                    <a:pt x="0" y="48"/>
                  </a:lnTo>
                  <a:lnTo>
                    <a:pt x="6" y="48"/>
                  </a:lnTo>
                  <a:lnTo>
                    <a:pt x="12" y="54"/>
                  </a:lnTo>
                  <a:lnTo>
                    <a:pt x="12" y="66"/>
                  </a:lnTo>
                  <a:lnTo>
                    <a:pt x="30" y="66"/>
                  </a:lnTo>
                  <a:lnTo>
                    <a:pt x="36" y="72"/>
                  </a:lnTo>
                  <a:lnTo>
                    <a:pt x="36" y="96"/>
                  </a:lnTo>
                  <a:lnTo>
                    <a:pt x="30" y="102"/>
                  </a:lnTo>
                  <a:lnTo>
                    <a:pt x="36" y="102"/>
                  </a:lnTo>
                  <a:lnTo>
                    <a:pt x="42" y="108"/>
                  </a:lnTo>
                  <a:lnTo>
                    <a:pt x="66" y="120"/>
                  </a:lnTo>
                  <a:lnTo>
                    <a:pt x="72" y="126"/>
                  </a:lnTo>
                  <a:lnTo>
                    <a:pt x="72" y="132"/>
                  </a:lnTo>
                  <a:lnTo>
                    <a:pt x="54" y="150"/>
                  </a:lnTo>
                  <a:lnTo>
                    <a:pt x="42" y="150"/>
                  </a:lnTo>
                  <a:lnTo>
                    <a:pt x="72" y="162"/>
                  </a:lnTo>
                  <a:lnTo>
                    <a:pt x="84" y="180"/>
                  </a:lnTo>
                  <a:lnTo>
                    <a:pt x="114" y="186"/>
                  </a:lnTo>
                  <a:lnTo>
                    <a:pt x="114" y="198"/>
                  </a:lnTo>
                  <a:lnTo>
                    <a:pt x="120" y="210"/>
                  </a:lnTo>
                  <a:lnTo>
                    <a:pt x="120" y="240"/>
                  </a:lnTo>
                  <a:lnTo>
                    <a:pt x="132" y="240"/>
                  </a:lnTo>
                  <a:lnTo>
                    <a:pt x="138" y="228"/>
                  </a:lnTo>
                  <a:lnTo>
                    <a:pt x="144" y="222"/>
                  </a:lnTo>
                  <a:lnTo>
                    <a:pt x="144" y="216"/>
                  </a:lnTo>
                  <a:lnTo>
                    <a:pt x="156" y="204"/>
                  </a:lnTo>
                  <a:lnTo>
                    <a:pt x="174" y="192"/>
                  </a:lnTo>
                  <a:lnTo>
                    <a:pt x="186" y="186"/>
                  </a:lnTo>
                  <a:lnTo>
                    <a:pt x="198" y="174"/>
                  </a:lnTo>
                  <a:lnTo>
                    <a:pt x="210" y="168"/>
                  </a:lnTo>
                  <a:lnTo>
                    <a:pt x="222" y="168"/>
                  </a:lnTo>
                  <a:lnTo>
                    <a:pt x="228" y="180"/>
                  </a:lnTo>
                  <a:lnTo>
                    <a:pt x="234" y="186"/>
                  </a:lnTo>
                  <a:lnTo>
                    <a:pt x="234" y="204"/>
                  </a:lnTo>
                  <a:lnTo>
                    <a:pt x="228" y="210"/>
                  </a:lnTo>
                  <a:lnTo>
                    <a:pt x="228" y="222"/>
                  </a:lnTo>
                  <a:lnTo>
                    <a:pt x="234" y="222"/>
                  </a:lnTo>
                  <a:lnTo>
                    <a:pt x="240" y="228"/>
                  </a:lnTo>
                  <a:lnTo>
                    <a:pt x="240" y="234"/>
                  </a:lnTo>
                  <a:lnTo>
                    <a:pt x="234" y="240"/>
                  </a:lnTo>
                  <a:lnTo>
                    <a:pt x="222" y="240"/>
                  </a:lnTo>
                  <a:lnTo>
                    <a:pt x="222" y="246"/>
                  </a:lnTo>
                  <a:lnTo>
                    <a:pt x="234" y="258"/>
                  </a:lnTo>
                  <a:lnTo>
                    <a:pt x="246" y="264"/>
                  </a:lnTo>
                  <a:lnTo>
                    <a:pt x="252" y="270"/>
                  </a:lnTo>
                  <a:lnTo>
                    <a:pt x="258" y="270"/>
                  </a:lnTo>
                  <a:lnTo>
                    <a:pt x="264" y="276"/>
                  </a:lnTo>
                  <a:lnTo>
                    <a:pt x="264" y="282"/>
                  </a:lnTo>
                  <a:lnTo>
                    <a:pt x="282" y="282"/>
                  </a:lnTo>
                  <a:lnTo>
                    <a:pt x="282" y="288"/>
                  </a:lnTo>
                  <a:lnTo>
                    <a:pt x="288" y="282"/>
                  </a:lnTo>
                  <a:lnTo>
                    <a:pt x="288" y="258"/>
                  </a:lnTo>
                  <a:lnTo>
                    <a:pt x="282" y="252"/>
                  </a:lnTo>
                  <a:lnTo>
                    <a:pt x="276" y="252"/>
                  </a:lnTo>
                  <a:lnTo>
                    <a:pt x="270" y="246"/>
                  </a:lnTo>
                  <a:lnTo>
                    <a:pt x="288" y="240"/>
                  </a:lnTo>
                  <a:lnTo>
                    <a:pt x="288" y="210"/>
                  </a:lnTo>
                  <a:lnTo>
                    <a:pt x="300" y="222"/>
                  </a:lnTo>
                  <a:lnTo>
                    <a:pt x="306" y="222"/>
                  </a:lnTo>
                  <a:lnTo>
                    <a:pt x="318" y="210"/>
                  </a:lnTo>
                  <a:lnTo>
                    <a:pt x="300" y="192"/>
                  </a:lnTo>
                  <a:lnTo>
                    <a:pt x="300" y="138"/>
                  </a:lnTo>
                  <a:lnTo>
                    <a:pt x="318" y="138"/>
                  </a:lnTo>
                  <a:lnTo>
                    <a:pt x="330" y="126"/>
                  </a:lnTo>
                  <a:lnTo>
                    <a:pt x="360" y="132"/>
                  </a:lnTo>
                  <a:lnTo>
                    <a:pt x="360" y="120"/>
                  </a:lnTo>
                  <a:lnTo>
                    <a:pt x="354" y="108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536" name="Austria" descr="© INSCALE GmbH, 05.05.2010&#10;http://www.presentationload.com/">
              <a:extLst>
                <a:ext uri="{FF2B5EF4-FFF2-40B4-BE49-F238E27FC236}">
                  <a16:creationId xmlns:a16="http://schemas.microsoft.com/office/drawing/2014/main" id="{1B93147F-5A73-4FCA-A484-DB978F83C523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959451" y="1708556"/>
              <a:ext cx="151212" cy="66789"/>
            </a:xfrm>
            <a:custGeom>
              <a:avLst/>
              <a:gdLst>
                <a:gd name="T0" fmla="*/ 2147483647 w 456"/>
                <a:gd name="T1" fmla="*/ 2147483647 h 204"/>
                <a:gd name="T2" fmla="*/ 2147483647 w 456"/>
                <a:gd name="T3" fmla="*/ 2147483647 h 204"/>
                <a:gd name="T4" fmla="*/ 2147483647 w 456"/>
                <a:gd name="T5" fmla="*/ 2147483647 h 204"/>
                <a:gd name="T6" fmla="*/ 2147483647 w 456"/>
                <a:gd name="T7" fmla="*/ 2147483647 h 204"/>
                <a:gd name="T8" fmla="*/ 2147483647 w 456"/>
                <a:gd name="T9" fmla="*/ 2147483647 h 204"/>
                <a:gd name="T10" fmla="*/ 2147483647 w 456"/>
                <a:gd name="T11" fmla="*/ 2147483647 h 204"/>
                <a:gd name="T12" fmla="*/ 2147483647 w 456"/>
                <a:gd name="T13" fmla="*/ 2147483647 h 204"/>
                <a:gd name="T14" fmla="*/ 2147483647 w 456"/>
                <a:gd name="T15" fmla="*/ 0 h 204"/>
                <a:gd name="T16" fmla="*/ 2147483647 w 456"/>
                <a:gd name="T17" fmla="*/ 2147483647 h 204"/>
                <a:gd name="T18" fmla="*/ 2147483647 w 456"/>
                <a:gd name="T19" fmla="*/ 2147483647 h 204"/>
                <a:gd name="T20" fmla="*/ 2147483647 w 456"/>
                <a:gd name="T21" fmla="*/ 2147483647 h 204"/>
                <a:gd name="T22" fmla="*/ 2147483647 w 456"/>
                <a:gd name="T23" fmla="*/ 2147483647 h 204"/>
                <a:gd name="T24" fmla="*/ 2147483647 w 456"/>
                <a:gd name="T25" fmla="*/ 2147483647 h 204"/>
                <a:gd name="T26" fmla="*/ 2147483647 w 456"/>
                <a:gd name="T27" fmla="*/ 2147483647 h 204"/>
                <a:gd name="T28" fmla="*/ 2147483647 w 456"/>
                <a:gd name="T29" fmla="*/ 2147483647 h 204"/>
                <a:gd name="T30" fmla="*/ 2147483647 w 456"/>
                <a:gd name="T31" fmla="*/ 2147483647 h 204"/>
                <a:gd name="T32" fmla="*/ 2147483647 w 456"/>
                <a:gd name="T33" fmla="*/ 2147483647 h 204"/>
                <a:gd name="T34" fmla="*/ 2147483647 w 456"/>
                <a:gd name="T35" fmla="*/ 2147483647 h 204"/>
                <a:gd name="T36" fmla="*/ 2147483647 w 456"/>
                <a:gd name="T37" fmla="*/ 2147483647 h 204"/>
                <a:gd name="T38" fmla="*/ 2147483647 w 456"/>
                <a:gd name="T39" fmla="*/ 2147483647 h 204"/>
                <a:gd name="T40" fmla="*/ 2147483647 w 456"/>
                <a:gd name="T41" fmla="*/ 2147483647 h 204"/>
                <a:gd name="T42" fmla="*/ 2147483647 w 456"/>
                <a:gd name="T43" fmla="*/ 2147483647 h 204"/>
                <a:gd name="T44" fmla="*/ 2147483647 w 456"/>
                <a:gd name="T45" fmla="*/ 2147483647 h 204"/>
                <a:gd name="T46" fmla="*/ 2147483647 w 456"/>
                <a:gd name="T47" fmla="*/ 2147483647 h 204"/>
                <a:gd name="T48" fmla="*/ 2147483647 w 456"/>
                <a:gd name="T49" fmla="*/ 2147483647 h 204"/>
                <a:gd name="T50" fmla="*/ 2147483647 w 456"/>
                <a:gd name="T51" fmla="*/ 2147483647 h 204"/>
                <a:gd name="T52" fmla="*/ 2147483647 w 456"/>
                <a:gd name="T53" fmla="*/ 2147483647 h 204"/>
                <a:gd name="T54" fmla="*/ 0 w 456"/>
                <a:gd name="T55" fmla="*/ 2147483647 h 204"/>
                <a:gd name="T56" fmla="*/ 2147483647 w 456"/>
                <a:gd name="T57" fmla="*/ 2147483647 h 204"/>
                <a:gd name="T58" fmla="*/ 2147483647 w 456"/>
                <a:gd name="T59" fmla="*/ 2147483647 h 204"/>
                <a:gd name="T60" fmla="*/ 2147483647 w 456"/>
                <a:gd name="T61" fmla="*/ 2147483647 h 204"/>
                <a:gd name="T62" fmla="*/ 2147483647 w 456"/>
                <a:gd name="T63" fmla="*/ 2147483647 h 204"/>
                <a:gd name="T64" fmla="*/ 2147483647 w 456"/>
                <a:gd name="T65" fmla="*/ 2147483647 h 204"/>
                <a:gd name="T66" fmla="*/ 2147483647 w 456"/>
                <a:gd name="T67" fmla="*/ 2147483647 h 204"/>
                <a:gd name="T68" fmla="*/ 2147483647 w 456"/>
                <a:gd name="T69" fmla="*/ 2147483647 h 204"/>
                <a:gd name="T70" fmla="*/ 2147483647 w 456"/>
                <a:gd name="T71" fmla="*/ 2147483647 h 204"/>
                <a:gd name="T72" fmla="*/ 2147483647 w 456"/>
                <a:gd name="T73" fmla="*/ 2147483647 h 204"/>
                <a:gd name="T74" fmla="*/ 2147483647 w 456"/>
                <a:gd name="T75" fmla="*/ 2147483647 h 204"/>
                <a:gd name="T76" fmla="*/ 2147483647 w 456"/>
                <a:gd name="T77" fmla="*/ 2147483647 h 204"/>
                <a:gd name="T78" fmla="*/ 2147483647 w 456"/>
                <a:gd name="T79" fmla="*/ 2147483647 h 204"/>
                <a:gd name="T80" fmla="*/ 2147483647 w 456"/>
                <a:gd name="T81" fmla="*/ 2147483647 h 204"/>
                <a:gd name="T82" fmla="*/ 2147483647 w 456"/>
                <a:gd name="T83" fmla="*/ 2147483647 h 204"/>
                <a:gd name="T84" fmla="*/ 2147483647 w 456"/>
                <a:gd name="T85" fmla="*/ 2147483647 h 204"/>
                <a:gd name="T86" fmla="*/ 2147483647 w 456"/>
                <a:gd name="T87" fmla="*/ 2147483647 h 204"/>
                <a:gd name="T88" fmla="*/ 2147483647 w 456"/>
                <a:gd name="T89" fmla="*/ 2147483647 h 204"/>
                <a:gd name="T90" fmla="*/ 2147483647 w 456"/>
                <a:gd name="T91" fmla="*/ 2147483647 h 20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56"/>
                <a:gd name="T139" fmla="*/ 0 h 204"/>
                <a:gd name="T140" fmla="*/ 456 w 456"/>
                <a:gd name="T141" fmla="*/ 204 h 20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56" h="204">
                  <a:moveTo>
                    <a:pt x="456" y="102"/>
                  </a:moveTo>
                  <a:lnTo>
                    <a:pt x="456" y="60"/>
                  </a:lnTo>
                  <a:lnTo>
                    <a:pt x="450" y="60"/>
                  </a:lnTo>
                  <a:lnTo>
                    <a:pt x="450" y="48"/>
                  </a:lnTo>
                  <a:lnTo>
                    <a:pt x="456" y="24"/>
                  </a:lnTo>
                  <a:lnTo>
                    <a:pt x="444" y="18"/>
                  </a:lnTo>
                  <a:lnTo>
                    <a:pt x="438" y="18"/>
                  </a:lnTo>
                  <a:lnTo>
                    <a:pt x="432" y="12"/>
                  </a:lnTo>
                  <a:lnTo>
                    <a:pt x="420" y="12"/>
                  </a:lnTo>
                  <a:lnTo>
                    <a:pt x="414" y="18"/>
                  </a:lnTo>
                  <a:lnTo>
                    <a:pt x="402" y="24"/>
                  </a:lnTo>
                  <a:lnTo>
                    <a:pt x="390" y="12"/>
                  </a:lnTo>
                  <a:lnTo>
                    <a:pt x="378" y="18"/>
                  </a:lnTo>
                  <a:lnTo>
                    <a:pt x="366" y="6"/>
                  </a:lnTo>
                  <a:lnTo>
                    <a:pt x="354" y="0"/>
                  </a:lnTo>
                  <a:lnTo>
                    <a:pt x="336" y="0"/>
                  </a:lnTo>
                  <a:lnTo>
                    <a:pt x="330" y="6"/>
                  </a:lnTo>
                  <a:lnTo>
                    <a:pt x="324" y="18"/>
                  </a:lnTo>
                  <a:lnTo>
                    <a:pt x="318" y="18"/>
                  </a:lnTo>
                  <a:lnTo>
                    <a:pt x="318" y="36"/>
                  </a:lnTo>
                  <a:lnTo>
                    <a:pt x="306" y="30"/>
                  </a:lnTo>
                  <a:lnTo>
                    <a:pt x="300" y="30"/>
                  </a:lnTo>
                  <a:lnTo>
                    <a:pt x="288" y="36"/>
                  </a:lnTo>
                  <a:lnTo>
                    <a:pt x="276" y="36"/>
                  </a:lnTo>
                  <a:lnTo>
                    <a:pt x="258" y="18"/>
                  </a:lnTo>
                  <a:lnTo>
                    <a:pt x="252" y="36"/>
                  </a:lnTo>
                  <a:lnTo>
                    <a:pt x="234" y="36"/>
                  </a:lnTo>
                  <a:lnTo>
                    <a:pt x="240" y="48"/>
                  </a:lnTo>
                  <a:lnTo>
                    <a:pt x="240" y="66"/>
                  </a:lnTo>
                  <a:lnTo>
                    <a:pt x="234" y="66"/>
                  </a:lnTo>
                  <a:lnTo>
                    <a:pt x="228" y="60"/>
                  </a:lnTo>
                  <a:lnTo>
                    <a:pt x="210" y="60"/>
                  </a:lnTo>
                  <a:lnTo>
                    <a:pt x="204" y="66"/>
                  </a:lnTo>
                  <a:lnTo>
                    <a:pt x="204" y="72"/>
                  </a:lnTo>
                  <a:lnTo>
                    <a:pt x="198" y="78"/>
                  </a:lnTo>
                  <a:lnTo>
                    <a:pt x="198" y="84"/>
                  </a:lnTo>
                  <a:lnTo>
                    <a:pt x="210" y="84"/>
                  </a:lnTo>
                  <a:lnTo>
                    <a:pt x="210" y="126"/>
                  </a:lnTo>
                  <a:lnTo>
                    <a:pt x="204" y="126"/>
                  </a:lnTo>
                  <a:lnTo>
                    <a:pt x="192" y="114"/>
                  </a:lnTo>
                  <a:lnTo>
                    <a:pt x="174" y="108"/>
                  </a:lnTo>
                  <a:lnTo>
                    <a:pt x="162" y="102"/>
                  </a:lnTo>
                  <a:lnTo>
                    <a:pt x="144" y="114"/>
                  </a:lnTo>
                  <a:lnTo>
                    <a:pt x="126" y="114"/>
                  </a:lnTo>
                  <a:lnTo>
                    <a:pt x="108" y="126"/>
                  </a:lnTo>
                  <a:lnTo>
                    <a:pt x="102" y="132"/>
                  </a:lnTo>
                  <a:lnTo>
                    <a:pt x="84" y="132"/>
                  </a:lnTo>
                  <a:lnTo>
                    <a:pt x="66" y="114"/>
                  </a:lnTo>
                  <a:lnTo>
                    <a:pt x="48" y="114"/>
                  </a:lnTo>
                  <a:lnTo>
                    <a:pt x="48" y="126"/>
                  </a:lnTo>
                  <a:lnTo>
                    <a:pt x="42" y="132"/>
                  </a:lnTo>
                  <a:lnTo>
                    <a:pt x="30" y="132"/>
                  </a:lnTo>
                  <a:lnTo>
                    <a:pt x="30" y="126"/>
                  </a:lnTo>
                  <a:lnTo>
                    <a:pt x="24" y="120"/>
                  </a:lnTo>
                  <a:lnTo>
                    <a:pt x="0" y="120"/>
                  </a:lnTo>
                  <a:lnTo>
                    <a:pt x="0" y="156"/>
                  </a:lnTo>
                  <a:lnTo>
                    <a:pt x="18" y="156"/>
                  </a:lnTo>
                  <a:lnTo>
                    <a:pt x="18" y="174"/>
                  </a:lnTo>
                  <a:lnTo>
                    <a:pt x="24" y="174"/>
                  </a:lnTo>
                  <a:lnTo>
                    <a:pt x="42" y="156"/>
                  </a:lnTo>
                  <a:lnTo>
                    <a:pt x="48" y="156"/>
                  </a:lnTo>
                  <a:lnTo>
                    <a:pt x="60" y="168"/>
                  </a:lnTo>
                  <a:lnTo>
                    <a:pt x="60" y="174"/>
                  </a:lnTo>
                  <a:lnTo>
                    <a:pt x="72" y="174"/>
                  </a:lnTo>
                  <a:lnTo>
                    <a:pt x="84" y="180"/>
                  </a:lnTo>
                  <a:lnTo>
                    <a:pt x="96" y="162"/>
                  </a:lnTo>
                  <a:lnTo>
                    <a:pt x="138" y="162"/>
                  </a:lnTo>
                  <a:lnTo>
                    <a:pt x="138" y="156"/>
                  </a:lnTo>
                  <a:lnTo>
                    <a:pt x="144" y="150"/>
                  </a:lnTo>
                  <a:lnTo>
                    <a:pt x="162" y="150"/>
                  </a:lnTo>
                  <a:lnTo>
                    <a:pt x="168" y="156"/>
                  </a:lnTo>
                  <a:lnTo>
                    <a:pt x="168" y="174"/>
                  </a:lnTo>
                  <a:lnTo>
                    <a:pt x="180" y="174"/>
                  </a:lnTo>
                  <a:lnTo>
                    <a:pt x="186" y="192"/>
                  </a:lnTo>
                  <a:lnTo>
                    <a:pt x="240" y="192"/>
                  </a:lnTo>
                  <a:lnTo>
                    <a:pt x="240" y="204"/>
                  </a:lnTo>
                  <a:lnTo>
                    <a:pt x="258" y="204"/>
                  </a:lnTo>
                  <a:lnTo>
                    <a:pt x="264" y="198"/>
                  </a:lnTo>
                  <a:lnTo>
                    <a:pt x="282" y="198"/>
                  </a:lnTo>
                  <a:lnTo>
                    <a:pt x="288" y="204"/>
                  </a:lnTo>
                  <a:lnTo>
                    <a:pt x="318" y="204"/>
                  </a:lnTo>
                  <a:lnTo>
                    <a:pt x="318" y="192"/>
                  </a:lnTo>
                  <a:lnTo>
                    <a:pt x="366" y="192"/>
                  </a:lnTo>
                  <a:lnTo>
                    <a:pt x="378" y="186"/>
                  </a:lnTo>
                  <a:lnTo>
                    <a:pt x="402" y="192"/>
                  </a:lnTo>
                  <a:lnTo>
                    <a:pt x="414" y="156"/>
                  </a:lnTo>
                  <a:lnTo>
                    <a:pt x="432" y="156"/>
                  </a:lnTo>
                  <a:lnTo>
                    <a:pt x="432" y="132"/>
                  </a:lnTo>
                  <a:lnTo>
                    <a:pt x="444" y="114"/>
                  </a:lnTo>
                  <a:lnTo>
                    <a:pt x="432" y="114"/>
                  </a:lnTo>
                  <a:lnTo>
                    <a:pt x="438" y="102"/>
                  </a:lnTo>
                  <a:lnTo>
                    <a:pt x="456" y="102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537" name="Australia" descr="© INSCALE GmbH, 05.05.2010&#10;http://www.presentationload.com/">
              <a:extLst>
                <a:ext uri="{FF2B5EF4-FFF2-40B4-BE49-F238E27FC236}">
                  <a16:creationId xmlns:a16="http://schemas.microsoft.com/office/drawing/2014/main" id="{396302EE-61F0-4444-8476-5D18728FBEE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292264" y="3283258"/>
              <a:ext cx="938296" cy="874694"/>
            </a:xfrm>
            <a:custGeom>
              <a:avLst/>
              <a:gdLst>
                <a:gd name="T0" fmla="*/ 2147483647 w 2838"/>
                <a:gd name="T1" fmla="*/ 2147483647 h 2664"/>
                <a:gd name="T2" fmla="*/ 2147483647 w 2838"/>
                <a:gd name="T3" fmla="*/ 2147483647 h 2664"/>
                <a:gd name="T4" fmla="*/ 2147483647 w 2838"/>
                <a:gd name="T5" fmla="*/ 2147483647 h 2664"/>
                <a:gd name="T6" fmla="*/ 2147483647 w 2838"/>
                <a:gd name="T7" fmla="*/ 2147483647 h 2664"/>
                <a:gd name="T8" fmla="*/ 2147483647 w 2838"/>
                <a:gd name="T9" fmla="*/ 2147483647 h 2664"/>
                <a:gd name="T10" fmla="*/ 2147483647 w 2838"/>
                <a:gd name="T11" fmla="*/ 2147483647 h 2664"/>
                <a:gd name="T12" fmla="*/ 2147483647 w 2838"/>
                <a:gd name="T13" fmla="*/ 2147483647 h 2664"/>
                <a:gd name="T14" fmla="*/ 2147483647 w 2838"/>
                <a:gd name="T15" fmla="*/ 2147483647 h 2664"/>
                <a:gd name="T16" fmla="*/ 2147483647 w 2838"/>
                <a:gd name="T17" fmla="*/ 2147483647 h 2664"/>
                <a:gd name="T18" fmla="*/ 2147483647 w 2838"/>
                <a:gd name="T19" fmla="*/ 2147483647 h 2664"/>
                <a:gd name="T20" fmla="*/ 2147483647 w 2838"/>
                <a:gd name="T21" fmla="*/ 2147483647 h 2664"/>
                <a:gd name="T22" fmla="*/ 2147483647 w 2838"/>
                <a:gd name="T23" fmla="*/ 2147483647 h 2664"/>
                <a:gd name="T24" fmla="*/ 2147483647 w 2838"/>
                <a:gd name="T25" fmla="*/ 2147483647 h 2664"/>
                <a:gd name="T26" fmla="*/ 2147483647 w 2838"/>
                <a:gd name="T27" fmla="*/ 2147483647 h 2664"/>
                <a:gd name="T28" fmla="*/ 2147483647 w 2838"/>
                <a:gd name="T29" fmla="*/ 2147483647 h 2664"/>
                <a:gd name="T30" fmla="*/ 2147483647 w 2838"/>
                <a:gd name="T31" fmla="*/ 2147483647 h 2664"/>
                <a:gd name="T32" fmla="*/ 2147483647 w 2838"/>
                <a:gd name="T33" fmla="*/ 2147483647 h 2664"/>
                <a:gd name="T34" fmla="*/ 2147483647 w 2838"/>
                <a:gd name="T35" fmla="*/ 2147483647 h 2664"/>
                <a:gd name="T36" fmla="*/ 2147483647 w 2838"/>
                <a:gd name="T37" fmla="*/ 2147483647 h 2664"/>
                <a:gd name="T38" fmla="*/ 2147483647 w 2838"/>
                <a:gd name="T39" fmla="*/ 2147483647 h 2664"/>
                <a:gd name="T40" fmla="*/ 2147483647 w 2838"/>
                <a:gd name="T41" fmla="*/ 2147483647 h 2664"/>
                <a:gd name="T42" fmla="*/ 2147483647 w 2838"/>
                <a:gd name="T43" fmla="*/ 2147483647 h 2664"/>
                <a:gd name="T44" fmla="*/ 2147483647 w 2838"/>
                <a:gd name="T45" fmla="*/ 2147483647 h 2664"/>
                <a:gd name="T46" fmla="*/ 2147483647 w 2838"/>
                <a:gd name="T47" fmla="*/ 2147483647 h 2664"/>
                <a:gd name="T48" fmla="*/ 2147483647 w 2838"/>
                <a:gd name="T49" fmla="*/ 2147483647 h 2664"/>
                <a:gd name="T50" fmla="*/ 2147483647 w 2838"/>
                <a:gd name="T51" fmla="*/ 2147483647 h 2664"/>
                <a:gd name="T52" fmla="*/ 2147483647 w 2838"/>
                <a:gd name="T53" fmla="*/ 2147483647 h 2664"/>
                <a:gd name="T54" fmla="*/ 2147483647 w 2838"/>
                <a:gd name="T55" fmla="*/ 2147483647 h 2664"/>
                <a:gd name="T56" fmla="*/ 2147483647 w 2838"/>
                <a:gd name="T57" fmla="*/ 2147483647 h 2664"/>
                <a:gd name="T58" fmla="*/ 2147483647 w 2838"/>
                <a:gd name="T59" fmla="*/ 2147483647 h 2664"/>
                <a:gd name="T60" fmla="*/ 2147483647 w 2838"/>
                <a:gd name="T61" fmla="*/ 2147483647 h 2664"/>
                <a:gd name="T62" fmla="*/ 2147483647 w 2838"/>
                <a:gd name="T63" fmla="*/ 2147483647 h 2664"/>
                <a:gd name="T64" fmla="*/ 2147483647 w 2838"/>
                <a:gd name="T65" fmla="*/ 2147483647 h 2664"/>
                <a:gd name="T66" fmla="*/ 2147483647 w 2838"/>
                <a:gd name="T67" fmla="*/ 2147483647 h 2664"/>
                <a:gd name="T68" fmla="*/ 2147483647 w 2838"/>
                <a:gd name="T69" fmla="*/ 2147483647 h 2664"/>
                <a:gd name="T70" fmla="*/ 2147483647 w 2838"/>
                <a:gd name="T71" fmla="*/ 2147483647 h 2664"/>
                <a:gd name="T72" fmla="*/ 2147483647 w 2838"/>
                <a:gd name="T73" fmla="*/ 2147483647 h 2664"/>
                <a:gd name="T74" fmla="*/ 2147483647 w 2838"/>
                <a:gd name="T75" fmla="*/ 2147483647 h 2664"/>
                <a:gd name="T76" fmla="*/ 2147483647 w 2838"/>
                <a:gd name="T77" fmla="*/ 2147483647 h 2664"/>
                <a:gd name="T78" fmla="*/ 2147483647 w 2838"/>
                <a:gd name="T79" fmla="*/ 2147483647 h 2664"/>
                <a:gd name="T80" fmla="*/ 2147483647 w 2838"/>
                <a:gd name="T81" fmla="*/ 2147483647 h 2664"/>
                <a:gd name="T82" fmla="*/ 2147483647 w 2838"/>
                <a:gd name="T83" fmla="*/ 2147483647 h 2664"/>
                <a:gd name="T84" fmla="*/ 2147483647 w 2838"/>
                <a:gd name="T85" fmla="*/ 2147483647 h 2664"/>
                <a:gd name="T86" fmla="*/ 2147483647 w 2838"/>
                <a:gd name="T87" fmla="*/ 2147483647 h 2664"/>
                <a:gd name="T88" fmla="*/ 2147483647 w 2838"/>
                <a:gd name="T89" fmla="*/ 2147483647 h 2664"/>
                <a:gd name="T90" fmla="*/ 2147483647 w 2838"/>
                <a:gd name="T91" fmla="*/ 2147483647 h 2664"/>
                <a:gd name="T92" fmla="*/ 2147483647 w 2838"/>
                <a:gd name="T93" fmla="*/ 2147483647 h 2664"/>
                <a:gd name="T94" fmla="*/ 2147483647 w 2838"/>
                <a:gd name="T95" fmla="*/ 2147483647 h 2664"/>
                <a:gd name="T96" fmla="*/ 2147483647 w 2838"/>
                <a:gd name="T97" fmla="*/ 2147483647 h 2664"/>
                <a:gd name="T98" fmla="*/ 2147483647 w 2838"/>
                <a:gd name="T99" fmla="*/ 2147483647 h 2664"/>
                <a:gd name="T100" fmla="*/ 2147483647 w 2838"/>
                <a:gd name="T101" fmla="*/ 2147483647 h 2664"/>
                <a:gd name="T102" fmla="*/ 2147483647 w 2838"/>
                <a:gd name="T103" fmla="*/ 2147483647 h 2664"/>
                <a:gd name="T104" fmla="*/ 2147483647 w 2838"/>
                <a:gd name="T105" fmla="*/ 2147483647 h 2664"/>
                <a:gd name="T106" fmla="*/ 2147483647 w 2838"/>
                <a:gd name="T107" fmla="*/ 2147483647 h 2664"/>
                <a:gd name="T108" fmla="*/ 2147483647 w 2838"/>
                <a:gd name="T109" fmla="*/ 2147483647 h 2664"/>
                <a:gd name="T110" fmla="*/ 2147483647 w 2838"/>
                <a:gd name="T111" fmla="*/ 2147483647 h 2664"/>
                <a:gd name="T112" fmla="*/ 2147483647 w 2838"/>
                <a:gd name="T113" fmla="*/ 2147483647 h 2664"/>
                <a:gd name="T114" fmla="*/ 2147483647 w 2838"/>
                <a:gd name="T115" fmla="*/ 2147483647 h 2664"/>
                <a:gd name="T116" fmla="*/ 2147483647 w 2838"/>
                <a:gd name="T117" fmla="*/ 2147483647 h 26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838"/>
                <a:gd name="T178" fmla="*/ 0 h 2664"/>
                <a:gd name="T179" fmla="*/ 2838 w 2838"/>
                <a:gd name="T180" fmla="*/ 2664 h 26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838" h="2664">
                  <a:moveTo>
                    <a:pt x="1530" y="66"/>
                  </a:moveTo>
                  <a:lnTo>
                    <a:pt x="1524" y="60"/>
                  </a:lnTo>
                  <a:lnTo>
                    <a:pt x="1518" y="60"/>
                  </a:lnTo>
                  <a:lnTo>
                    <a:pt x="1506" y="66"/>
                  </a:lnTo>
                  <a:lnTo>
                    <a:pt x="1500" y="72"/>
                  </a:lnTo>
                  <a:lnTo>
                    <a:pt x="1494" y="84"/>
                  </a:lnTo>
                  <a:lnTo>
                    <a:pt x="1494" y="102"/>
                  </a:lnTo>
                  <a:lnTo>
                    <a:pt x="1506" y="102"/>
                  </a:lnTo>
                  <a:lnTo>
                    <a:pt x="1512" y="90"/>
                  </a:lnTo>
                  <a:lnTo>
                    <a:pt x="1524" y="78"/>
                  </a:lnTo>
                  <a:lnTo>
                    <a:pt x="1530" y="66"/>
                  </a:lnTo>
                  <a:close/>
                  <a:moveTo>
                    <a:pt x="1476" y="2016"/>
                  </a:moveTo>
                  <a:lnTo>
                    <a:pt x="1464" y="2016"/>
                  </a:lnTo>
                  <a:lnTo>
                    <a:pt x="1440" y="2028"/>
                  </a:lnTo>
                  <a:lnTo>
                    <a:pt x="1440" y="2034"/>
                  </a:lnTo>
                  <a:lnTo>
                    <a:pt x="1452" y="2046"/>
                  </a:lnTo>
                  <a:lnTo>
                    <a:pt x="1452" y="2052"/>
                  </a:lnTo>
                  <a:lnTo>
                    <a:pt x="1470" y="2052"/>
                  </a:lnTo>
                  <a:lnTo>
                    <a:pt x="1482" y="2046"/>
                  </a:lnTo>
                  <a:lnTo>
                    <a:pt x="1488" y="2040"/>
                  </a:lnTo>
                  <a:lnTo>
                    <a:pt x="1506" y="2040"/>
                  </a:lnTo>
                  <a:lnTo>
                    <a:pt x="1512" y="2034"/>
                  </a:lnTo>
                  <a:lnTo>
                    <a:pt x="1530" y="2034"/>
                  </a:lnTo>
                  <a:lnTo>
                    <a:pt x="1536" y="2028"/>
                  </a:lnTo>
                  <a:lnTo>
                    <a:pt x="1512" y="2028"/>
                  </a:lnTo>
                  <a:lnTo>
                    <a:pt x="1500" y="2016"/>
                  </a:lnTo>
                  <a:lnTo>
                    <a:pt x="1476" y="2016"/>
                  </a:lnTo>
                  <a:close/>
                  <a:moveTo>
                    <a:pt x="2802" y="1164"/>
                  </a:moveTo>
                  <a:lnTo>
                    <a:pt x="2802" y="1134"/>
                  </a:lnTo>
                  <a:lnTo>
                    <a:pt x="2796" y="1116"/>
                  </a:lnTo>
                  <a:lnTo>
                    <a:pt x="2796" y="1092"/>
                  </a:lnTo>
                  <a:lnTo>
                    <a:pt x="2790" y="1086"/>
                  </a:lnTo>
                  <a:lnTo>
                    <a:pt x="2778" y="1086"/>
                  </a:lnTo>
                  <a:lnTo>
                    <a:pt x="2772" y="1080"/>
                  </a:lnTo>
                  <a:lnTo>
                    <a:pt x="2760" y="1080"/>
                  </a:lnTo>
                  <a:lnTo>
                    <a:pt x="2760" y="1062"/>
                  </a:lnTo>
                  <a:lnTo>
                    <a:pt x="2742" y="1050"/>
                  </a:lnTo>
                  <a:lnTo>
                    <a:pt x="2742" y="1014"/>
                  </a:lnTo>
                  <a:lnTo>
                    <a:pt x="2736" y="1008"/>
                  </a:lnTo>
                  <a:lnTo>
                    <a:pt x="2724" y="1002"/>
                  </a:lnTo>
                  <a:lnTo>
                    <a:pt x="2718" y="996"/>
                  </a:lnTo>
                  <a:lnTo>
                    <a:pt x="2706" y="996"/>
                  </a:lnTo>
                  <a:lnTo>
                    <a:pt x="2712" y="996"/>
                  </a:lnTo>
                  <a:lnTo>
                    <a:pt x="2718" y="990"/>
                  </a:lnTo>
                  <a:lnTo>
                    <a:pt x="2730" y="990"/>
                  </a:lnTo>
                  <a:lnTo>
                    <a:pt x="2742" y="984"/>
                  </a:lnTo>
                  <a:lnTo>
                    <a:pt x="2760" y="966"/>
                  </a:lnTo>
                  <a:lnTo>
                    <a:pt x="2754" y="954"/>
                  </a:lnTo>
                  <a:lnTo>
                    <a:pt x="2736" y="936"/>
                  </a:lnTo>
                  <a:lnTo>
                    <a:pt x="2730" y="936"/>
                  </a:lnTo>
                  <a:lnTo>
                    <a:pt x="2730" y="930"/>
                  </a:lnTo>
                  <a:lnTo>
                    <a:pt x="2712" y="912"/>
                  </a:lnTo>
                  <a:lnTo>
                    <a:pt x="2700" y="906"/>
                  </a:lnTo>
                  <a:lnTo>
                    <a:pt x="2694" y="912"/>
                  </a:lnTo>
                  <a:lnTo>
                    <a:pt x="2694" y="936"/>
                  </a:lnTo>
                  <a:lnTo>
                    <a:pt x="2670" y="930"/>
                  </a:lnTo>
                  <a:lnTo>
                    <a:pt x="2670" y="924"/>
                  </a:lnTo>
                  <a:lnTo>
                    <a:pt x="2676" y="918"/>
                  </a:lnTo>
                  <a:lnTo>
                    <a:pt x="2676" y="906"/>
                  </a:lnTo>
                  <a:lnTo>
                    <a:pt x="2682" y="894"/>
                  </a:lnTo>
                  <a:lnTo>
                    <a:pt x="2688" y="876"/>
                  </a:lnTo>
                  <a:lnTo>
                    <a:pt x="2688" y="858"/>
                  </a:lnTo>
                  <a:lnTo>
                    <a:pt x="2682" y="852"/>
                  </a:lnTo>
                  <a:lnTo>
                    <a:pt x="2676" y="840"/>
                  </a:lnTo>
                  <a:lnTo>
                    <a:pt x="2670" y="840"/>
                  </a:lnTo>
                  <a:lnTo>
                    <a:pt x="2652" y="822"/>
                  </a:lnTo>
                  <a:lnTo>
                    <a:pt x="2652" y="816"/>
                  </a:lnTo>
                  <a:lnTo>
                    <a:pt x="2658" y="804"/>
                  </a:lnTo>
                  <a:lnTo>
                    <a:pt x="2658" y="792"/>
                  </a:lnTo>
                  <a:lnTo>
                    <a:pt x="2664" y="774"/>
                  </a:lnTo>
                  <a:lnTo>
                    <a:pt x="2664" y="762"/>
                  </a:lnTo>
                  <a:lnTo>
                    <a:pt x="2652" y="750"/>
                  </a:lnTo>
                  <a:lnTo>
                    <a:pt x="2628" y="732"/>
                  </a:lnTo>
                  <a:lnTo>
                    <a:pt x="2598" y="720"/>
                  </a:lnTo>
                  <a:lnTo>
                    <a:pt x="2580" y="708"/>
                  </a:lnTo>
                  <a:lnTo>
                    <a:pt x="2568" y="702"/>
                  </a:lnTo>
                  <a:lnTo>
                    <a:pt x="2556" y="708"/>
                  </a:lnTo>
                  <a:lnTo>
                    <a:pt x="2550" y="696"/>
                  </a:lnTo>
                  <a:lnTo>
                    <a:pt x="2538" y="684"/>
                  </a:lnTo>
                  <a:lnTo>
                    <a:pt x="2532" y="672"/>
                  </a:lnTo>
                  <a:lnTo>
                    <a:pt x="2520" y="660"/>
                  </a:lnTo>
                  <a:lnTo>
                    <a:pt x="2514" y="642"/>
                  </a:lnTo>
                  <a:lnTo>
                    <a:pt x="2514" y="594"/>
                  </a:lnTo>
                  <a:lnTo>
                    <a:pt x="2520" y="576"/>
                  </a:lnTo>
                  <a:lnTo>
                    <a:pt x="2526" y="564"/>
                  </a:lnTo>
                  <a:lnTo>
                    <a:pt x="2526" y="546"/>
                  </a:lnTo>
                  <a:lnTo>
                    <a:pt x="2520" y="504"/>
                  </a:lnTo>
                  <a:lnTo>
                    <a:pt x="2502" y="462"/>
                  </a:lnTo>
                  <a:lnTo>
                    <a:pt x="2490" y="426"/>
                  </a:lnTo>
                  <a:lnTo>
                    <a:pt x="2490" y="402"/>
                  </a:lnTo>
                  <a:lnTo>
                    <a:pt x="2496" y="390"/>
                  </a:lnTo>
                  <a:lnTo>
                    <a:pt x="2502" y="384"/>
                  </a:lnTo>
                  <a:lnTo>
                    <a:pt x="2502" y="324"/>
                  </a:lnTo>
                  <a:lnTo>
                    <a:pt x="2496" y="312"/>
                  </a:lnTo>
                  <a:lnTo>
                    <a:pt x="2496" y="300"/>
                  </a:lnTo>
                  <a:lnTo>
                    <a:pt x="2472" y="294"/>
                  </a:lnTo>
                  <a:lnTo>
                    <a:pt x="2460" y="288"/>
                  </a:lnTo>
                  <a:lnTo>
                    <a:pt x="2454" y="276"/>
                  </a:lnTo>
                  <a:lnTo>
                    <a:pt x="2442" y="270"/>
                  </a:lnTo>
                  <a:lnTo>
                    <a:pt x="2424" y="270"/>
                  </a:lnTo>
                  <a:lnTo>
                    <a:pt x="2418" y="282"/>
                  </a:lnTo>
                  <a:lnTo>
                    <a:pt x="2412" y="288"/>
                  </a:lnTo>
                  <a:lnTo>
                    <a:pt x="2412" y="282"/>
                  </a:lnTo>
                  <a:lnTo>
                    <a:pt x="2406" y="276"/>
                  </a:lnTo>
                  <a:lnTo>
                    <a:pt x="2400" y="264"/>
                  </a:lnTo>
                  <a:lnTo>
                    <a:pt x="2400" y="228"/>
                  </a:lnTo>
                  <a:lnTo>
                    <a:pt x="2406" y="216"/>
                  </a:lnTo>
                  <a:lnTo>
                    <a:pt x="2406" y="204"/>
                  </a:lnTo>
                  <a:lnTo>
                    <a:pt x="2388" y="180"/>
                  </a:lnTo>
                  <a:lnTo>
                    <a:pt x="2394" y="96"/>
                  </a:lnTo>
                  <a:lnTo>
                    <a:pt x="2382" y="90"/>
                  </a:lnTo>
                  <a:lnTo>
                    <a:pt x="2364" y="72"/>
                  </a:lnTo>
                  <a:lnTo>
                    <a:pt x="2364" y="66"/>
                  </a:lnTo>
                  <a:lnTo>
                    <a:pt x="2370" y="48"/>
                  </a:lnTo>
                  <a:lnTo>
                    <a:pt x="2370" y="24"/>
                  </a:lnTo>
                  <a:lnTo>
                    <a:pt x="2364" y="18"/>
                  </a:lnTo>
                  <a:lnTo>
                    <a:pt x="2346" y="18"/>
                  </a:lnTo>
                  <a:lnTo>
                    <a:pt x="2346" y="0"/>
                  </a:lnTo>
                  <a:lnTo>
                    <a:pt x="2316" y="12"/>
                  </a:lnTo>
                  <a:lnTo>
                    <a:pt x="2310" y="30"/>
                  </a:lnTo>
                  <a:lnTo>
                    <a:pt x="2298" y="36"/>
                  </a:lnTo>
                  <a:lnTo>
                    <a:pt x="2292" y="42"/>
                  </a:lnTo>
                  <a:lnTo>
                    <a:pt x="2280" y="48"/>
                  </a:lnTo>
                  <a:lnTo>
                    <a:pt x="2280" y="66"/>
                  </a:lnTo>
                  <a:lnTo>
                    <a:pt x="2286" y="78"/>
                  </a:lnTo>
                  <a:lnTo>
                    <a:pt x="2286" y="90"/>
                  </a:lnTo>
                  <a:lnTo>
                    <a:pt x="2292" y="102"/>
                  </a:lnTo>
                  <a:lnTo>
                    <a:pt x="2292" y="114"/>
                  </a:lnTo>
                  <a:lnTo>
                    <a:pt x="2286" y="126"/>
                  </a:lnTo>
                  <a:lnTo>
                    <a:pt x="2274" y="138"/>
                  </a:lnTo>
                  <a:lnTo>
                    <a:pt x="2268" y="150"/>
                  </a:lnTo>
                  <a:lnTo>
                    <a:pt x="2238" y="180"/>
                  </a:lnTo>
                  <a:lnTo>
                    <a:pt x="2256" y="192"/>
                  </a:lnTo>
                  <a:lnTo>
                    <a:pt x="2256" y="198"/>
                  </a:lnTo>
                  <a:lnTo>
                    <a:pt x="2250" y="204"/>
                  </a:lnTo>
                  <a:lnTo>
                    <a:pt x="2238" y="228"/>
                  </a:lnTo>
                  <a:lnTo>
                    <a:pt x="2232" y="234"/>
                  </a:lnTo>
                  <a:lnTo>
                    <a:pt x="2232" y="264"/>
                  </a:lnTo>
                  <a:lnTo>
                    <a:pt x="2238" y="276"/>
                  </a:lnTo>
                  <a:lnTo>
                    <a:pt x="2238" y="288"/>
                  </a:lnTo>
                  <a:lnTo>
                    <a:pt x="2232" y="300"/>
                  </a:lnTo>
                  <a:lnTo>
                    <a:pt x="2214" y="408"/>
                  </a:lnTo>
                  <a:lnTo>
                    <a:pt x="2208" y="432"/>
                  </a:lnTo>
                  <a:lnTo>
                    <a:pt x="2202" y="438"/>
                  </a:lnTo>
                  <a:lnTo>
                    <a:pt x="2190" y="462"/>
                  </a:lnTo>
                  <a:lnTo>
                    <a:pt x="2178" y="474"/>
                  </a:lnTo>
                  <a:lnTo>
                    <a:pt x="2172" y="486"/>
                  </a:lnTo>
                  <a:lnTo>
                    <a:pt x="2166" y="492"/>
                  </a:lnTo>
                  <a:lnTo>
                    <a:pt x="2166" y="516"/>
                  </a:lnTo>
                  <a:lnTo>
                    <a:pt x="2160" y="534"/>
                  </a:lnTo>
                  <a:lnTo>
                    <a:pt x="2154" y="546"/>
                  </a:lnTo>
                  <a:lnTo>
                    <a:pt x="2142" y="552"/>
                  </a:lnTo>
                  <a:lnTo>
                    <a:pt x="2088" y="570"/>
                  </a:lnTo>
                  <a:lnTo>
                    <a:pt x="2076" y="570"/>
                  </a:lnTo>
                  <a:lnTo>
                    <a:pt x="2064" y="576"/>
                  </a:lnTo>
                  <a:lnTo>
                    <a:pt x="2058" y="576"/>
                  </a:lnTo>
                  <a:lnTo>
                    <a:pt x="2058" y="570"/>
                  </a:lnTo>
                  <a:lnTo>
                    <a:pt x="2052" y="564"/>
                  </a:lnTo>
                  <a:lnTo>
                    <a:pt x="2028" y="516"/>
                  </a:lnTo>
                  <a:lnTo>
                    <a:pt x="2022" y="510"/>
                  </a:lnTo>
                  <a:lnTo>
                    <a:pt x="1998" y="492"/>
                  </a:lnTo>
                  <a:lnTo>
                    <a:pt x="1956" y="474"/>
                  </a:lnTo>
                  <a:lnTo>
                    <a:pt x="1920" y="462"/>
                  </a:lnTo>
                  <a:lnTo>
                    <a:pt x="1908" y="456"/>
                  </a:lnTo>
                  <a:lnTo>
                    <a:pt x="1896" y="438"/>
                  </a:lnTo>
                  <a:lnTo>
                    <a:pt x="1884" y="426"/>
                  </a:lnTo>
                  <a:lnTo>
                    <a:pt x="1872" y="402"/>
                  </a:lnTo>
                  <a:lnTo>
                    <a:pt x="1866" y="396"/>
                  </a:lnTo>
                  <a:lnTo>
                    <a:pt x="1830" y="396"/>
                  </a:lnTo>
                  <a:lnTo>
                    <a:pt x="1806" y="348"/>
                  </a:lnTo>
                  <a:lnTo>
                    <a:pt x="1824" y="330"/>
                  </a:lnTo>
                  <a:lnTo>
                    <a:pt x="1824" y="306"/>
                  </a:lnTo>
                  <a:lnTo>
                    <a:pt x="1830" y="294"/>
                  </a:lnTo>
                  <a:lnTo>
                    <a:pt x="1836" y="288"/>
                  </a:lnTo>
                  <a:lnTo>
                    <a:pt x="1848" y="282"/>
                  </a:lnTo>
                  <a:lnTo>
                    <a:pt x="1854" y="276"/>
                  </a:lnTo>
                  <a:lnTo>
                    <a:pt x="1848" y="228"/>
                  </a:lnTo>
                  <a:lnTo>
                    <a:pt x="1866" y="210"/>
                  </a:lnTo>
                  <a:lnTo>
                    <a:pt x="1872" y="216"/>
                  </a:lnTo>
                  <a:lnTo>
                    <a:pt x="1884" y="216"/>
                  </a:lnTo>
                  <a:lnTo>
                    <a:pt x="1890" y="222"/>
                  </a:lnTo>
                  <a:lnTo>
                    <a:pt x="1896" y="222"/>
                  </a:lnTo>
                  <a:lnTo>
                    <a:pt x="1902" y="216"/>
                  </a:lnTo>
                  <a:lnTo>
                    <a:pt x="1908" y="204"/>
                  </a:lnTo>
                  <a:lnTo>
                    <a:pt x="1908" y="180"/>
                  </a:lnTo>
                  <a:lnTo>
                    <a:pt x="1944" y="144"/>
                  </a:lnTo>
                  <a:lnTo>
                    <a:pt x="1938" y="132"/>
                  </a:lnTo>
                  <a:lnTo>
                    <a:pt x="1914" y="108"/>
                  </a:lnTo>
                  <a:lnTo>
                    <a:pt x="1890" y="108"/>
                  </a:lnTo>
                  <a:lnTo>
                    <a:pt x="1872" y="114"/>
                  </a:lnTo>
                  <a:lnTo>
                    <a:pt x="1848" y="126"/>
                  </a:lnTo>
                  <a:lnTo>
                    <a:pt x="1842" y="138"/>
                  </a:lnTo>
                  <a:lnTo>
                    <a:pt x="1842" y="120"/>
                  </a:lnTo>
                  <a:lnTo>
                    <a:pt x="1812" y="126"/>
                  </a:lnTo>
                  <a:lnTo>
                    <a:pt x="1794" y="138"/>
                  </a:lnTo>
                  <a:lnTo>
                    <a:pt x="1788" y="120"/>
                  </a:lnTo>
                  <a:lnTo>
                    <a:pt x="1752" y="114"/>
                  </a:lnTo>
                  <a:lnTo>
                    <a:pt x="1746" y="108"/>
                  </a:lnTo>
                  <a:lnTo>
                    <a:pt x="1734" y="102"/>
                  </a:lnTo>
                  <a:lnTo>
                    <a:pt x="1728" y="96"/>
                  </a:lnTo>
                  <a:lnTo>
                    <a:pt x="1716" y="90"/>
                  </a:lnTo>
                  <a:lnTo>
                    <a:pt x="1674" y="90"/>
                  </a:lnTo>
                  <a:lnTo>
                    <a:pt x="1662" y="84"/>
                  </a:lnTo>
                  <a:lnTo>
                    <a:pt x="1650" y="84"/>
                  </a:lnTo>
                  <a:lnTo>
                    <a:pt x="1650" y="78"/>
                  </a:lnTo>
                  <a:lnTo>
                    <a:pt x="1644" y="72"/>
                  </a:lnTo>
                  <a:lnTo>
                    <a:pt x="1632" y="48"/>
                  </a:lnTo>
                  <a:lnTo>
                    <a:pt x="1626" y="42"/>
                  </a:lnTo>
                  <a:lnTo>
                    <a:pt x="1620" y="42"/>
                  </a:lnTo>
                  <a:lnTo>
                    <a:pt x="1620" y="54"/>
                  </a:lnTo>
                  <a:lnTo>
                    <a:pt x="1614" y="60"/>
                  </a:lnTo>
                  <a:lnTo>
                    <a:pt x="1602" y="54"/>
                  </a:lnTo>
                  <a:lnTo>
                    <a:pt x="1596" y="54"/>
                  </a:lnTo>
                  <a:lnTo>
                    <a:pt x="1584" y="48"/>
                  </a:lnTo>
                  <a:lnTo>
                    <a:pt x="1566" y="48"/>
                  </a:lnTo>
                  <a:lnTo>
                    <a:pt x="1566" y="60"/>
                  </a:lnTo>
                  <a:lnTo>
                    <a:pt x="1572" y="66"/>
                  </a:lnTo>
                  <a:lnTo>
                    <a:pt x="1554" y="66"/>
                  </a:lnTo>
                  <a:lnTo>
                    <a:pt x="1548" y="72"/>
                  </a:lnTo>
                  <a:lnTo>
                    <a:pt x="1548" y="78"/>
                  </a:lnTo>
                  <a:lnTo>
                    <a:pt x="1554" y="84"/>
                  </a:lnTo>
                  <a:lnTo>
                    <a:pt x="1566" y="84"/>
                  </a:lnTo>
                  <a:lnTo>
                    <a:pt x="1590" y="96"/>
                  </a:lnTo>
                  <a:lnTo>
                    <a:pt x="1596" y="96"/>
                  </a:lnTo>
                  <a:lnTo>
                    <a:pt x="1608" y="90"/>
                  </a:lnTo>
                  <a:lnTo>
                    <a:pt x="1614" y="84"/>
                  </a:lnTo>
                  <a:lnTo>
                    <a:pt x="1644" y="102"/>
                  </a:lnTo>
                  <a:lnTo>
                    <a:pt x="1638" y="102"/>
                  </a:lnTo>
                  <a:lnTo>
                    <a:pt x="1632" y="108"/>
                  </a:lnTo>
                  <a:lnTo>
                    <a:pt x="1596" y="126"/>
                  </a:lnTo>
                  <a:lnTo>
                    <a:pt x="1572" y="126"/>
                  </a:lnTo>
                  <a:lnTo>
                    <a:pt x="1554" y="132"/>
                  </a:lnTo>
                  <a:lnTo>
                    <a:pt x="1512" y="132"/>
                  </a:lnTo>
                  <a:lnTo>
                    <a:pt x="1500" y="138"/>
                  </a:lnTo>
                  <a:lnTo>
                    <a:pt x="1482" y="144"/>
                  </a:lnTo>
                  <a:lnTo>
                    <a:pt x="1470" y="156"/>
                  </a:lnTo>
                  <a:lnTo>
                    <a:pt x="1452" y="162"/>
                  </a:lnTo>
                  <a:lnTo>
                    <a:pt x="1440" y="168"/>
                  </a:lnTo>
                  <a:lnTo>
                    <a:pt x="1434" y="174"/>
                  </a:lnTo>
                  <a:lnTo>
                    <a:pt x="1428" y="174"/>
                  </a:lnTo>
                  <a:lnTo>
                    <a:pt x="1428" y="186"/>
                  </a:lnTo>
                  <a:lnTo>
                    <a:pt x="1422" y="204"/>
                  </a:lnTo>
                  <a:lnTo>
                    <a:pt x="1422" y="228"/>
                  </a:lnTo>
                  <a:lnTo>
                    <a:pt x="1428" y="234"/>
                  </a:lnTo>
                  <a:lnTo>
                    <a:pt x="1440" y="240"/>
                  </a:lnTo>
                  <a:lnTo>
                    <a:pt x="1446" y="246"/>
                  </a:lnTo>
                  <a:lnTo>
                    <a:pt x="1452" y="246"/>
                  </a:lnTo>
                  <a:lnTo>
                    <a:pt x="1398" y="246"/>
                  </a:lnTo>
                  <a:lnTo>
                    <a:pt x="1368" y="282"/>
                  </a:lnTo>
                  <a:lnTo>
                    <a:pt x="1368" y="312"/>
                  </a:lnTo>
                  <a:lnTo>
                    <a:pt x="1362" y="324"/>
                  </a:lnTo>
                  <a:lnTo>
                    <a:pt x="1362" y="330"/>
                  </a:lnTo>
                  <a:lnTo>
                    <a:pt x="1368" y="336"/>
                  </a:lnTo>
                  <a:lnTo>
                    <a:pt x="1380" y="336"/>
                  </a:lnTo>
                  <a:lnTo>
                    <a:pt x="1404" y="348"/>
                  </a:lnTo>
                  <a:lnTo>
                    <a:pt x="1410" y="354"/>
                  </a:lnTo>
                  <a:lnTo>
                    <a:pt x="1410" y="390"/>
                  </a:lnTo>
                  <a:lnTo>
                    <a:pt x="1386" y="366"/>
                  </a:lnTo>
                  <a:lnTo>
                    <a:pt x="1356" y="366"/>
                  </a:lnTo>
                  <a:lnTo>
                    <a:pt x="1344" y="390"/>
                  </a:lnTo>
                  <a:lnTo>
                    <a:pt x="1308" y="354"/>
                  </a:lnTo>
                  <a:lnTo>
                    <a:pt x="1302" y="384"/>
                  </a:lnTo>
                  <a:lnTo>
                    <a:pt x="1278" y="396"/>
                  </a:lnTo>
                  <a:lnTo>
                    <a:pt x="1284" y="420"/>
                  </a:lnTo>
                  <a:lnTo>
                    <a:pt x="1254" y="414"/>
                  </a:lnTo>
                  <a:lnTo>
                    <a:pt x="1284" y="354"/>
                  </a:lnTo>
                  <a:lnTo>
                    <a:pt x="1278" y="348"/>
                  </a:lnTo>
                  <a:lnTo>
                    <a:pt x="1272" y="336"/>
                  </a:lnTo>
                  <a:lnTo>
                    <a:pt x="1272" y="324"/>
                  </a:lnTo>
                  <a:lnTo>
                    <a:pt x="1266" y="318"/>
                  </a:lnTo>
                  <a:lnTo>
                    <a:pt x="1254" y="312"/>
                  </a:lnTo>
                  <a:lnTo>
                    <a:pt x="1236" y="312"/>
                  </a:lnTo>
                  <a:lnTo>
                    <a:pt x="1224" y="282"/>
                  </a:lnTo>
                  <a:lnTo>
                    <a:pt x="1224" y="276"/>
                  </a:lnTo>
                  <a:lnTo>
                    <a:pt x="1230" y="270"/>
                  </a:lnTo>
                  <a:lnTo>
                    <a:pt x="1230" y="258"/>
                  </a:lnTo>
                  <a:lnTo>
                    <a:pt x="1224" y="246"/>
                  </a:lnTo>
                  <a:lnTo>
                    <a:pt x="1218" y="240"/>
                  </a:lnTo>
                  <a:lnTo>
                    <a:pt x="1206" y="234"/>
                  </a:lnTo>
                  <a:lnTo>
                    <a:pt x="1194" y="240"/>
                  </a:lnTo>
                  <a:lnTo>
                    <a:pt x="1188" y="246"/>
                  </a:lnTo>
                  <a:lnTo>
                    <a:pt x="1176" y="252"/>
                  </a:lnTo>
                  <a:lnTo>
                    <a:pt x="1176" y="264"/>
                  </a:lnTo>
                  <a:lnTo>
                    <a:pt x="1182" y="270"/>
                  </a:lnTo>
                  <a:lnTo>
                    <a:pt x="1182" y="282"/>
                  </a:lnTo>
                  <a:lnTo>
                    <a:pt x="1146" y="276"/>
                  </a:lnTo>
                  <a:lnTo>
                    <a:pt x="1152" y="306"/>
                  </a:lnTo>
                  <a:lnTo>
                    <a:pt x="1134" y="300"/>
                  </a:lnTo>
                  <a:lnTo>
                    <a:pt x="1116" y="306"/>
                  </a:lnTo>
                  <a:lnTo>
                    <a:pt x="1122" y="312"/>
                  </a:lnTo>
                  <a:lnTo>
                    <a:pt x="1122" y="330"/>
                  </a:lnTo>
                  <a:lnTo>
                    <a:pt x="1116" y="342"/>
                  </a:lnTo>
                  <a:lnTo>
                    <a:pt x="1110" y="348"/>
                  </a:lnTo>
                  <a:lnTo>
                    <a:pt x="1098" y="354"/>
                  </a:lnTo>
                  <a:lnTo>
                    <a:pt x="1092" y="360"/>
                  </a:lnTo>
                  <a:lnTo>
                    <a:pt x="1104" y="324"/>
                  </a:lnTo>
                  <a:lnTo>
                    <a:pt x="1080" y="348"/>
                  </a:lnTo>
                  <a:lnTo>
                    <a:pt x="1062" y="348"/>
                  </a:lnTo>
                  <a:lnTo>
                    <a:pt x="1056" y="360"/>
                  </a:lnTo>
                  <a:lnTo>
                    <a:pt x="1050" y="366"/>
                  </a:lnTo>
                  <a:lnTo>
                    <a:pt x="1050" y="378"/>
                  </a:lnTo>
                  <a:lnTo>
                    <a:pt x="1056" y="390"/>
                  </a:lnTo>
                  <a:lnTo>
                    <a:pt x="1056" y="396"/>
                  </a:lnTo>
                  <a:lnTo>
                    <a:pt x="1062" y="408"/>
                  </a:lnTo>
                  <a:lnTo>
                    <a:pt x="1014" y="384"/>
                  </a:lnTo>
                  <a:lnTo>
                    <a:pt x="1008" y="420"/>
                  </a:lnTo>
                  <a:lnTo>
                    <a:pt x="996" y="426"/>
                  </a:lnTo>
                  <a:lnTo>
                    <a:pt x="1008" y="450"/>
                  </a:lnTo>
                  <a:lnTo>
                    <a:pt x="1032" y="450"/>
                  </a:lnTo>
                  <a:lnTo>
                    <a:pt x="1026" y="468"/>
                  </a:lnTo>
                  <a:lnTo>
                    <a:pt x="954" y="474"/>
                  </a:lnTo>
                  <a:lnTo>
                    <a:pt x="948" y="468"/>
                  </a:lnTo>
                  <a:lnTo>
                    <a:pt x="936" y="462"/>
                  </a:lnTo>
                  <a:lnTo>
                    <a:pt x="930" y="462"/>
                  </a:lnTo>
                  <a:lnTo>
                    <a:pt x="918" y="468"/>
                  </a:lnTo>
                  <a:lnTo>
                    <a:pt x="912" y="474"/>
                  </a:lnTo>
                  <a:lnTo>
                    <a:pt x="918" y="486"/>
                  </a:lnTo>
                  <a:lnTo>
                    <a:pt x="918" y="492"/>
                  </a:lnTo>
                  <a:lnTo>
                    <a:pt x="924" y="504"/>
                  </a:lnTo>
                  <a:lnTo>
                    <a:pt x="930" y="510"/>
                  </a:lnTo>
                  <a:lnTo>
                    <a:pt x="930" y="540"/>
                  </a:lnTo>
                  <a:lnTo>
                    <a:pt x="924" y="564"/>
                  </a:lnTo>
                  <a:lnTo>
                    <a:pt x="930" y="600"/>
                  </a:lnTo>
                  <a:lnTo>
                    <a:pt x="912" y="600"/>
                  </a:lnTo>
                  <a:lnTo>
                    <a:pt x="906" y="522"/>
                  </a:lnTo>
                  <a:lnTo>
                    <a:pt x="888" y="510"/>
                  </a:lnTo>
                  <a:lnTo>
                    <a:pt x="888" y="480"/>
                  </a:lnTo>
                  <a:lnTo>
                    <a:pt x="870" y="480"/>
                  </a:lnTo>
                  <a:lnTo>
                    <a:pt x="852" y="504"/>
                  </a:lnTo>
                  <a:lnTo>
                    <a:pt x="822" y="534"/>
                  </a:lnTo>
                  <a:lnTo>
                    <a:pt x="804" y="546"/>
                  </a:lnTo>
                  <a:lnTo>
                    <a:pt x="792" y="558"/>
                  </a:lnTo>
                  <a:lnTo>
                    <a:pt x="786" y="570"/>
                  </a:lnTo>
                  <a:lnTo>
                    <a:pt x="786" y="600"/>
                  </a:lnTo>
                  <a:lnTo>
                    <a:pt x="792" y="606"/>
                  </a:lnTo>
                  <a:lnTo>
                    <a:pt x="792" y="618"/>
                  </a:lnTo>
                  <a:lnTo>
                    <a:pt x="798" y="618"/>
                  </a:lnTo>
                  <a:lnTo>
                    <a:pt x="816" y="636"/>
                  </a:lnTo>
                  <a:lnTo>
                    <a:pt x="810" y="648"/>
                  </a:lnTo>
                  <a:lnTo>
                    <a:pt x="792" y="654"/>
                  </a:lnTo>
                  <a:lnTo>
                    <a:pt x="774" y="666"/>
                  </a:lnTo>
                  <a:lnTo>
                    <a:pt x="750" y="678"/>
                  </a:lnTo>
                  <a:lnTo>
                    <a:pt x="750" y="696"/>
                  </a:lnTo>
                  <a:lnTo>
                    <a:pt x="720" y="726"/>
                  </a:lnTo>
                  <a:lnTo>
                    <a:pt x="702" y="732"/>
                  </a:lnTo>
                  <a:lnTo>
                    <a:pt x="690" y="744"/>
                  </a:lnTo>
                  <a:lnTo>
                    <a:pt x="666" y="756"/>
                  </a:lnTo>
                  <a:lnTo>
                    <a:pt x="630" y="762"/>
                  </a:lnTo>
                  <a:lnTo>
                    <a:pt x="600" y="768"/>
                  </a:lnTo>
                  <a:lnTo>
                    <a:pt x="588" y="768"/>
                  </a:lnTo>
                  <a:lnTo>
                    <a:pt x="534" y="762"/>
                  </a:lnTo>
                  <a:lnTo>
                    <a:pt x="492" y="780"/>
                  </a:lnTo>
                  <a:lnTo>
                    <a:pt x="438" y="786"/>
                  </a:lnTo>
                  <a:lnTo>
                    <a:pt x="432" y="798"/>
                  </a:lnTo>
                  <a:lnTo>
                    <a:pt x="414" y="798"/>
                  </a:lnTo>
                  <a:lnTo>
                    <a:pt x="402" y="804"/>
                  </a:lnTo>
                  <a:lnTo>
                    <a:pt x="396" y="810"/>
                  </a:lnTo>
                  <a:lnTo>
                    <a:pt x="384" y="816"/>
                  </a:lnTo>
                  <a:lnTo>
                    <a:pt x="372" y="828"/>
                  </a:lnTo>
                  <a:lnTo>
                    <a:pt x="342" y="828"/>
                  </a:lnTo>
                  <a:lnTo>
                    <a:pt x="324" y="834"/>
                  </a:lnTo>
                  <a:lnTo>
                    <a:pt x="312" y="840"/>
                  </a:lnTo>
                  <a:lnTo>
                    <a:pt x="306" y="852"/>
                  </a:lnTo>
                  <a:lnTo>
                    <a:pt x="294" y="858"/>
                  </a:lnTo>
                  <a:lnTo>
                    <a:pt x="288" y="870"/>
                  </a:lnTo>
                  <a:lnTo>
                    <a:pt x="282" y="876"/>
                  </a:lnTo>
                  <a:lnTo>
                    <a:pt x="282" y="882"/>
                  </a:lnTo>
                  <a:lnTo>
                    <a:pt x="276" y="882"/>
                  </a:lnTo>
                  <a:lnTo>
                    <a:pt x="270" y="888"/>
                  </a:lnTo>
                  <a:lnTo>
                    <a:pt x="252" y="888"/>
                  </a:lnTo>
                  <a:lnTo>
                    <a:pt x="240" y="894"/>
                  </a:lnTo>
                  <a:lnTo>
                    <a:pt x="228" y="894"/>
                  </a:lnTo>
                  <a:lnTo>
                    <a:pt x="216" y="900"/>
                  </a:lnTo>
                  <a:lnTo>
                    <a:pt x="210" y="906"/>
                  </a:lnTo>
                  <a:lnTo>
                    <a:pt x="198" y="912"/>
                  </a:lnTo>
                  <a:lnTo>
                    <a:pt x="192" y="930"/>
                  </a:lnTo>
                  <a:lnTo>
                    <a:pt x="150" y="972"/>
                  </a:lnTo>
                  <a:lnTo>
                    <a:pt x="150" y="978"/>
                  </a:lnTo>
                  <a:lnTo>
                    <a:pt x="162" y="912"/>
                  </a:lnTo>
                  <a:lnTo>
                    <a:pt x="144" y="918"/>
                  </a:lnTo>
                  <a:lnTo>
                    <a:pt x="120" y="978"/>
                  </a:lnTo>
                  <a:lnTo>
                    <a:pt x="90" y="1038"/>
                  </a:lnTo>
                  <a:lnTo>
                    <a:pt x="90" y="1056"/>
                  </a:lnTo>
                  <a:lnTo>
                    <a:pt x="96" y="1062"/>
                  </a:lnTo>
                  <a:lnTo>
                    <a:pt x="108" y="1068"/>
                  </a:lnTo>
                  <a:lnTo>
                    <a:pt x="114" y="1068"/>
                  </a:lnTo>
                  <a:lnTo>
                    <a:pt x="108" y="1080"/>
                  </a:lnTo>
                  <a:lnTo>
                    <a:pt x="96" y="1086"/>
                  </a:lnTo>
                  <a:lnTo>
                    <a:pt x="90" y="1098"/>
                  </a:lnTo>
                  <a:lnTo>
                    <a:pt x="66" y="1122"/>
                  </a:lnTo>
                  <a:lnTo>
                    <a:pt x="66" y="1134"/>
                  </a:lnTo>
                  <a:lnTo>
                    <a:pt x="72" y="1152"/>
                  </a:lnTo>
                  <a:lnTo>
                    <a:pt x="72" y="1164"/>
                  </a:lnTo>
                  <a:lnTo>
                    <a:pt x="84" y="1188"/>
                  </a:lnTo>
                  <a:lnTo>
                    <a:pt x="84" y="1200"/>
                  </a:lnTo>
                  <a:lnTo>
                    <a:pt x="102" y="1236"/>
                  </a:lnTo>
                  <a:lnTo>
                    <a:pt x="108" y="1254"/>
                  </a:lnTo>
                  <a:lnTo>
                    <a:pt x="114" y="1266"/>
                  </a:lnTo>
                  <a:lnTo>
                    <a:pt x="114" y="1278"/>
                  </a:lnTo>
                  <a:lnTo>
                    <a:pt x="108" y="1278"/>
                  </a:lnTo>
                  <a:lnTo>
                    <a:pt x="96" y="1266"/>
                  </a:lnTo>
                  <a:lnTo>
                    <a:pt x="90" y="1254"/>
                  </a:lnTo>
                  <a:lnTo>
                    <a:pt x="72" y="1236"/>
                  </a:lnTo>
                  <a:lnTo>
                    <a:pt x="66" y="1224"/>
                  </a:lnTo>
                  <a:lnTo>
                    <a:pt x="48" y="1218"/>
                  </a:lnTo>
                  <a:lnTo>
                    <a:pt x="66" y="1266"/>
                  </a:lnTo>
                  <a:lnTo>
                    <a:pt x="30" y="1236"/>
                  </a:lnTo>
                  <a:lnTo>
                    <a:pt x="30" y="1290"/>
                  </a:lnTo>
                  <a:lnTo>
                    <a:pt x="60" y="1350"/>
                  </a:lnTo>
                  <a:lnTo>
                    <a:pt x="66" y="1356"/>
                  </a:lnTo>
                  <a:lnTo>
                    <a:pt x="66" y="1368"/>
                  </a:lnTo>
                  <a:lnTo>
                    <a:pt x="60" y="1374"/>
                  </a:lnTo>
                  <a:lnTo>
                    <a:pt x="54" y="1386"/>
                  </a:lnTo>
                  <a:lnTo>
                    <a:pt x="54" y="1398"/>
                  </a:lnTo>
                  <a:lnTo>
                    <a:pt x="48" y="1410"/>
                  </a:lnTo>
                  <a:lnTo>
                    <a:pt x="54" y="1416"/>
                  </a:lnTo>
                  <a:lnTo>
                    <a:pt x="60" y="1428"/>
                  </a:lnTo>
                  <a:lnTo>
                    <a:pt x="78" y="1446"/>
                  </a:lnTo>
                  <a:lnTo>
                    <a:pt x="84" y="1458"/>
                  </a:lnTo>
                  <a:lnTo>
                    <a:pt x="90" y="1464"/>
                  </a:lnTo>
                  <a:lnTo>
                    <a:pt x="96" y="1476"/>
                  </a:lnTo>
                  <a:lnTo>
                    <a:pt x="96" y="1506"/>
                  </a:lnTo>
                  <a:lnTo>
                    <a:pt x="90" y="1518"/>
                  </a:lnTo>
                  <a:lnTo>
                    <a:pt x="84" y="1524"/>
                  </a:lnTo>
                  <a:lnTo>
                    <a:pt x="90" y="1542"/>
                  </a:lnTo>
                  <a:lnTo>
                    <a:pt x="90" y="1554"/>
                  </a:lnTo>
                  <a:lnTo>
                    <a:pt x="96" y="1572"/>
                  </a:lnTo>
                  <a:lnTo>
                    <a:pt x="96" y="1590"/>
                  </a:lnTo>
                  <a:lnTo>
                    <a:pt x="102" y="1596"/>
                  </a:lnTo>
                  <a:lnTo>
                    <a:pt x="102" y="1602"/>
                  </a:lnTo>
                  <a:lnTo>
                    <a:pt x="96" y="1602"/>
                  </a:lnTo>
                  <a:lnTo>
                    <a:pt x="78" y="1620"/>
                  </a:lnTo>
                  <a:lnTo>
                    <a:pt x="84" y="1626"/>
                  </a:lnTo>
                  <a:lnTo>
                    <a:pt x="84" y="1638"/>
                  </a:lnTo>
                  <a:lnTo>
                    <a:pt x="90" y="1650"/>
                  </a:lnTo>
                  <a:lnTo>
                    <a:pt x="90" y="1662"/>
                  </a:lnTo>
                  <a:lnTo>
                    <a:pt x="96" y="1668"/>
                  </a:lnTo>
                  <a:lnTo>
                    <a:pt x="96" y="1674"/>
                  </a:lnTo>
                  <a:lnTo>
                    <a:pt x="102" y="1674"/>
                  </a:lnTo>
                  <a:lnTo>
                    <a:pt x="108" y="1680"/>
                  </a:lnTo>
                  <a:lnTo>
                    <a:pt x="126" y="1716"/>
                  </a:lnTo>
                  <a:lnTo>
                    <a:pt x="126" y="1728"/>
                  </a:lnTo>
                  <a:lnTo>
                    <a:pt x="108" y="1764"/>
                  </a:lnTo>
                  <a:lnTo>
                    <a:pt x="90" y="1782"/>
                  </a:lnTo>
                  <a:lnTo>
                    <a:pt x="90" y="1824"/>
                  </a:lnTo>
                  <a:lnTo>
                    <a:pt x="84" y="1842"/>
                  </a:lnTo>
                  <a:lnTo>
                    <a:pt x="60" y="1866"/>
                  </a:lnTo>
                  <a:lnTo>
                    <a:pt x="42" y="1866"/>
                  </a:lnTo>
                  <a:lnTo>
                    <a:pt x="30" y="1872"/>
                  </a:lnTo>
                  <a:lnTo>
                    <a:pt x="18" y="1866"/>
                  </a:lnTo>
                  <a:lnTo>
                    <a:pt x="6" y="1866"/>
                  </a:lnTo>
                  <a:lnTo>
                    <a:pt x="0" y="1920"/>
                  </a:lnTo>
                  <a:lnTo>
                    <a:pt x="12" y="1920"/>
                  </a:lnTo>
                  <a:lnTo>
                    <a:pt x="24" y="1926"/>
                  </a:lnTo>
                  <a:lnTo>
                    <a:pt x="42" y="1926"/>
                  </a:lnTo>
                  <a:lnTo>
                    <a:pt x="54" y="1932"/>
                  </a:lnTo>
                  <a:lnTo>
                    <a:pt x="72" y="1950"/>
                  </a:lnTo>
                  <a:lnTo>
                    <a:pt x="78" y="1962"/>
                  </a:lnTo>
                  <a:lnTo>
                    <a:pt x="108" y="1956"/>
                  </a:lnTo>
                  <a:lnTo>
                    <a:pt x="114" y="1968"/>
                  </a:lnTo>
                  <a:lnTo>
                    <a:pt x="138" y="1980"/>
                  </a:lnTo>
                  <a:lnTo>
                    <a:pt x="174" y="1980"/>
                  </a:lnTo>
                  <a:lnTo>
                    <a:pt x="210" y="1968"/>
                  </a:lnTo>
                  <a:lnTo>
                    <a:pt x="234" y="1968"/>
                  </a:lnTo>
                  <a:lnTo>
                    <a:pt x="234" y="1950"/>
                  </a:lnTo>
                  <a:lnTo>
                    <a:pt x="228" y="1944"/>
                  </a:lnTo>
                  <a:lnTo>
                    <a:pt x="264" y="1950"/>
                  </a:lnTo>
                  <a:lnTo>
                    <a:pt x="276" y="1932"/>
                  </a:lnTo>
                  <a:lnTo>
                    <a:pt x="318" y="1926"/>
                  </a:lnTo>
                  <a:lnTo>
                    <a:pt x="354" y="1890"/>
                  </a:lnTo>
                  <a:lnTo>
                    <a:pt x="366" y="1884"/>
                  </a:lnTo>
                  <a:lnTo>
                    <a:pt x="372" y="1884"/>
                  </a:lnTo>
                  <a:lnTo>
                    <a:pt x="420" y="1908"/>
                  </a:lnTo>
                  <a:lnTo>
                    <a:pt x="426" y="1902"/>
                  </a:lnTo>
                  <a:lnTo>
                    <a:pt x="474" y="1878"/>
                  </a:lnTo>
                  <a:lnTo>
                    <a:pt x="480" y="1872"/>
                  </a:lnTo>
                  <a:lnTo>
                    <a:pt x="486" y="1872"/>
                  </a:lnTo>
                  <a:lnTo>
                    <a:pt x="498" y="1878"/>
                  </a:lnTo>
                  <a:lnTo>
                    <a:pt x="504" y="1884"/>
                  </a:lnTo>
                  <a:lnTo>
                    <a:pt x="516" y="1884"/>
                  </a:lnTo>
                  <a:lnTo>
                    <a:pt x="528" y="1890"/>
                  </a:lnTo>
                  <a:lnTo>
                    <a:pt x="534" y="1890"/>
                  </a:lnTo>
                  <a:lnTo>
                    <a:pt x="552" y="1884"/>
                  </a:lnTo>
                  <a:lnTo>
                    <a:pt x="576" y="1872"/>
                  </a:lnTo>
                  <a:lnTo>
                    <a:pt x="582" y="1872"/>
                  </a:lnTo>
                  <a:lnTo>
                    <a:pt x="594" y="1878"/>
                  </a:lnTo>
                  <a:lnTo>
                    <a:pt x="606" y="1878"/>
                  </a:lnTo>
                  <a:lnTo>
                    <a:pt x="624" y="1884"/>
                  </a:lnTo>
                  <a:lnTo>
                    <a:pt x="636" y="1884"/>
                  </a:lnTo>
                  <a:lnTo>
                    <a:pt x="648" y="1878"/>
                  </a:lnTo>
                  <a:lnTo>
                    <a:pt x="654" y="1872"/>
                  </a:lnTo>
                  <a:lnTo>
                    <a:pt x="654" y="1848"/>
                  </a:lnTo>
                  <a:lnTo>
                    <a:pt x="666" y="1848"/>
                  </a:lnTo>
                  <a:lnTo>
                    <a:pt x="672" y="1842"/>
                  </a:lnTo>
                  <a:lnTo>
                    <a:pt x="678" y="1842"/>
                  </a:lnTo>
                  <a:lnTo>
                    <a:pt x="684" y="1836"/>
                  </a:lnTo>
                  <a:lnTo>
                    <a:pt x="690" y="1824"/>
                  </a:lnTo>
                  <a:lnTo>
                    <a:pt x="702" y="1788"/>
                  </a:lnTo>
                  <a:lnTo>
                    <a:pt x="714" y="1776"/>
                  </a:lnTo>
                  <a:lnTo>
                    <a:pt x="726" y="1770"/>
                  </a:lnTo>
                  <a:lnTo>
                    <a:pt x="744" y="1764"/>
                  </a:lnTo>
                  <a:lnTo>
                    <a:pt x="756" y="1764"/>
                  </a:lnTo>
                  <a:lnTo>
                    <a:pt x="774" y="1770"/>
                  </a:lnTo>
                  <a:lnTo>
                    <a:pt x="798" y="1770"/>
                  </a:lnTo>
                  <a:lnTo>
                    <a:pt x="822" y="1758"/>
                  </a:lnTo>
                  <a:lnTo>
                    <a:pt x="840" y="1752"/>
                  </a:lnTo>
                  <a:lnTo>
                    <a:pt x="858" y="1740"/>
                  </a:lnTo>
                  <a:lnTo>
                    <a:pt x="876" y="1734"/>
                  </a:lnTo>
                  <a:lnTo>
                    <a:pt x="912" y="1734"/>
                  </a:lnTo>
                  <a:lnTo>
                    <a:pt x="918" y="1740"/>
                  </a:lnTo>
                  <a:lnTo>
                    <a:pt x="930" y="1740"/>
                  </a:lnTo>
                  <a:lnTo>
                    <a:pt x="942" y="1746"/>
                  </a:lnTo>
                  <a:lnTo>
                    <a:pt x="972" y="1740"/>
                  </a:lnTo>
                  <a:lnTo>
                    <a:pt x="1044" y="1704"/>
                  </a:lnTo>
                  <a:lnTo>
                    <a:pt x="1074" y="1692"/>
                  </a:lnTo>
                  <a:lnTo>
                    <a:pt x="1098" y="1686"/>
                  </a:lnTo>
                  <a:lnTo>
                    <a:pt x="1140" y="1680"/>
                  </a:lnTo>
                  <a:lnTo>
                    <a:pt x="1176" y="1674"/>
                  </a:lnTo>
                  <a:lnTo>
                    <a:pt x="1224" y="1674"/>
                  </a:lnTo>
                  <a:lnTo>
                    <a:pt x="1236" y="1662"/>
                  </a:lnTo>
                  <a:lnTo>
                    <a:pt x="1254" y="1680"/>
                  </a:lnTo>
                  <a:lnTo>
                    <a:pt x="1266" y="1686"/>
                  </a:lnTo>
                  <a:lnTo>
                    <a:pt x="1278" y="1698"/>
                  </a:lnTo>
                  <a:lnTo>
                    <a:pt x="1302" y="1710"/>
                  </a:lnTo>
                  <a:lnTo>
                    <a:pt x="1320" y="1716"/>
                  </a:lnTo>
                  <a:lnTo>
                    <a:pt x="1332" y="1716"/>
                  </a:lnTo>
                  <a:lnTo>
                    <a:pt x="1338" y="1710"/>
                  </a:lnTo>
                  <a:lnTo>
                    <a:pt x="1338" y="1716"/>
                  </a:lnTo>
                  <a:lnTo>
                    <a:pt x="1344" y="1722"/>
                  </a:lnTo>
                  <a:lnTo>
                    <a:pt x="1350" y="1734"/>
                  </a:lnTo>
                  <a:lnTo>
                    <a:pt x="1356" y="1740"/>
                  </a:lnTo>
                  <a:lnTo>
                    <a:pt x="1374" y="1740"/>
                  </a:lnTo>
                  <a:lnTo>
                    <a:pt x="1380" y="1734"/>
                  </a:lnTo>
                  <a:lnTo>
                    <a:pt x="1380" y="1752"/>
                  </a:lnTo>
                  <a:lnTo>
                    <a:pt x="1392" y="1752"/>
                  </a:lnTo>
                  <a:lnTo>
                    <a:pt x="1398" y="1758"/>
                  </a:lnTo>
                  <a:lnTo>
                    <a:pt x="1398" y="1770"/>
                  </a:lnTo>
                  <a:lnTo>
                    <a:pt x="1386" y="1794"/>
                  </a:lnTo>
                  <a:lnTo>
                    <a:pt x="1380" y="1800"/>
                  </a:lnTo>
                  <a:lnTo>
                    <a:pt x="1374" y="1812"/>
                  </a:lnTo>
                  <a:lnTo>
                    <a:pt x="1392" y="1842"/>
                  </a:lnTo>
                  <a:lnTo>
                    <a:pt x="1410" y="1830"/>
                  </a:lnTo>
                  <a:lnTo>
                    <a:pt x="1428" y="1866"/>
                  </a:lnTo>
                  <a:lnTo>
                    <a:pt x="1428" y="1872"/>
                  </a:lnTo>
                  <a:lnTo>
                    <a:pt x="1434" y="1878"/>
                  </a:lnTo>
                  <a:lnTo>
                    <a:pt x="1434" y="1902"/>
                  </a:lnTo>
                  <a:lnTo>
                    <a:pt x="1440" y="1914"/>
                  </a:lnTo>
                  <a:lnTo>
                    <a:pt x="1440" y="1926"/>
                  </a:lnTo>
                  <a:lnTo>
                    <a:pt x="1422" y="1926"/>
                  </a:lnTo>
                  <a:lnTo>
                    <a:pt x="1410" y="1920"/>
                  </a:lnTo>
                  <a:lnTo>
                    <a:pt x="1404" y="1920"/>
                  </a:lnTo>
                  <a:lnTo>
                    <a:pt x="1410" y="1956"/>
                  </a:lnTo>
                  <a:lnTo>
                    <a:pt x="1446" y="1956"/>
                  </a:lnTo>
                  <a:lnTo>
                    <a:pt x="1452" y="1962"/>
                  </a:lnTo>
                  <a:lnTo>
                    <a:pt x="1452" y="1968"/>
                  </a:lnTo>
                  <a:lnTo>
                    <a:pt x="1470" y="1968"/>
                  </a:lnTo>
                  <a:lnTo>
                    <a:pt x="1470" y="1956"/>
                  </a:lnTo>
                  <a:lnTo>
                    <a:pt x="1464" y="1938"/>
                  </a:lnTo>
                  <a:lnTo>
                    <a:pt x="1464" y="1926"/>
                  </a:lnTo>
                  <a:lnTo>
                    <a:pt x="1470" y="1914"/>
                  </a:lnTo>
                  <a:lnTo>
                    <a:pt x="1476" y="1908"/>
                  </a:lnTo>
                  <a:lnTo>
                    <a:pt x="1500" y="1896"/>
                  </a:lnTo>
                  <a:lnTo>
                    <a:pt x="1512" y="1896"/>
                  </a:lnTo>
                  <a:lnTo>
                    <a:pt x="1518" y="1890"/>
                  </a:lnTo>
                  <a:lnTo>
                    <a:pt x="1530" y="1884"/>
                  </a:lnTo>
                  <a:lnTo>
                    <a:pt x="1542" y="1872"/>
                  </a:lnTo>
                  <a:lnTo>
                    <a:pt x="1548" y="1860"/>
                  </a:lnTo>
                  <a:lnTo>
                    <a:pt x="1566" y="1842"/>
                  </a:lnTo>
                  <a:lnTo>
                    <a:pt x="1566" y="1836"/>
                  </a:lnTo>
                  <a:lnTo>
                    <a:pt x="1590" y="1842"/>
                  </a:lnTo>
                  <a:lnTo>
                    <a:pt x="1608" y="1788"/>
                  </a:lnTo>
                  <a:lnTo>
                    <a:pt x="1638" y="1788"/>
                  </a:lnTo>
                  <a:lnTo>
                    <a:pt x="1650" y="1782"/>
                  </a:lnTo>
                  <a:lnTo>
                    <a:pt x="1662" y="1770"/>
                  </a:lnTo>
                  <a:lnTo>
                    <a:pt x="1668" y="1752"/>
                  </a:lnTo>
                  <a:lnTo>
                    <a:pt x="1668" y="1740"/>
                  </a:lnTo>
                  <a:lnTo>
                    <a:pt x="1668" y="1746"/>
                  </a:lnTo>
                  <a:lnTo>
                    <a:pt x="1674" y="1752"/>
                  </a:lnTo>
                  <a:lnTo>
                    <a:pt x="1674" y="1764"/>
                  </a:lnTo>
                  <a:lnTo>
                    <a:pt x="1680" y="1776"/>
                  </a:lnTo>
                  <a:lnTo>
                    <a:pt x="1680" y="1782"/>
                  </a:lnTo>
                  <a:lnTo>
                    <a:pt x="1668" y="1794"/>
                  </a:lnTo>
                  <a:lnTo>
                    <a:pt x="1662" y="1806"/>
                  </a:lnTo>
                  <a:lnTo>
                    <a:pt x="1650" y="1812"/>
                  </a:lnTo>
                  <a:lnTo>
                    <a:pt x="1644" y="1818"/>
                  </a:lnTo>
                  <a:lnTo>
                    <a:pt x="1620" y="1818"/>
                  </a:lnTo>
                  <a:lnTo>
                    <a:pt x="1614" y="1830"/>
                  </a:lnTo>
                  <a:lnTo>
                    <a:pt x="1632" y="1866"/>
                  </a:lnTo>
                  <a:lnTo>
                    <a:pt x="1620" y="1866"/>
                  </a:lnTo>
                  <a:lnTo>
                    <a:pt x="1614" y="1872"/>
                  </a:lnTo>
                  <a:lnTo>
                    <a:pt x="1602" y="1878"/>
                  </a:lnTo>
                  <a:lnTo>
                    <a:pt x="1566" y="1914"/>
                  </a:lnTo>
                  <a:lnTo>
                    <a:pt x="1566" y="1926"/>
                  </a:lnTo>
                  <a:lnTo>
                    <a:pt x="1560" y="1932"/>
                  </a:lnTo>
                  <a:lnTo>
                    <a:pt x="1554" y="1944"/>
                  </a:lnTo>
                  <a:lnTo>
                    <a:pt x="1542" y="1956"/>
                  </a:lnTo>
                  <a:lnTo>
                    <a:pt x="1518" y="1968"/>
                  </a:lnTo>
                  <a:lnTo>
                    <a:pt x="1512" y="1974"/>
                  </a:lnTo>
                  <a:lnTo>
                    <a:pt x="1512" y="1980"/>
                  </a:lnTo>
                  <a:lnTo>
                    <a:pt x="1518" y="1986"/>
                  </a:lnTo>
                  <a:lnTo>
                    <a:pt x="1548" y="1986"/>
                  </a:lnTo>
                  <a:lnTo>
                    <a:pt x="1560" y="1980"/>
                  </a:lnTo>
                  <a:lnTo>
                    <a:pt x="1572" y="1980"/>
                  </a:lnTo>
                  <a:lnTo>
                    <a:pt x="1584" y="1968"/>
                  </a:lnTo>
                  <a:lnTo>
                    <a:pt x="1602" y="1932"/>
                  </a:lnTo>
                  <a:lnTo>
                    <a:pt x="1608" y="1926"/>
                  </a:lnTo>
                  <a:lnTo>
                    <a:pt x="1614" y="1914"/>
                  </a:lnTo>
                  <a:lnTo>
                    <a:pt x="1626" y="1908"/>
                  </a:lnTo>
                  <a:lnTo>
                    <a:pt x="1632" y="1902"/>
                  </a:lnTo>
                  <a:lnTo>
                    <a:pt x="1632" y="1920"/>
                  </a:lnTo>
                  <a:lnTo>
                    <a:pt x="1638" y="1932"/>
                  </a:lnTo>
                  <a:lnTo>
                    <a:pt x="1638" y="1956"/>
                  </a:lnTo>
                  <a:lnTo>
                    <a:pt x="1626" y="1968"/>
                  </a:lnTo>
                  <a:lnTo>
                    <a:pt x="1614" y="1974"/>
                  </a:lnTo>
                  <a:lnTo>
                    <a:pt x="1602" y="1986"/>
                  </a:lnTo>
                  <a:lnTo>
                    <a:pt x="1602" y="2004"/>
                  </a:lnTo>
                  <a:lnTo>
                    <a:pt x="1608" y="2010"/>
                  </a:lnTo>
                  <a:lnTo>
                    <a:pt x="1614" y="2010"/>
                  </a:lnTo>
                  <a:lnTo>
                    <a:pt x="1632" y="2016"/>
                  </a:lnTo>
                  <a:lnTo>
                    <a:pt x="1662" y="2016"/>
                  </a:lnTo>
                  <a:lnTo>
                    <a:pt x="1668" y="2028"/>
                  </a:lnTo>
                  <a:lnTo>
                    <a:pt x="1644" y="2052"/>
                  </a:lnTo>
                  <a:lnTo>
                    <a:pt x="1644" y="2058"/>
                  </a:lnTo>
                  <a:lnTo>
                    <a:pt x="1650" y="2064"/>
                  </a:lnTo>
                  <a:lnTo>
                    <a:pt x="1668" y="2100"/>
                  </a:lnTo>
                  <a:lnTo>
                    <a:pt x="1674" y="2106"/>
                  </a:lnTo>
                  <a:lnTo>
                    <a:pt x="1674" y="2118"/>
                  </a:lnTo>
                  <a:lnTo>
                    <a:pt x="1626" y="2166"/>
                  </a:lnTo>
                  <a:lnTo>
                    <a:pt x="1626" y="2178"/>
                  </a:lnTo>
                  <a:lnTo>
                    <a:pt x="1638" y="2190"/>
                  </a:lnTo>
                  <a:lnTo>
                    <a:pt x="1644" y="2202"/>
                  </a:lnTo>
                  <a:lnTo>
                    <a:pt x="1668" y="2214"/>
                  </a:lnTo>
                  <a:lnTo>
                    <a:pt x="1680" y="2226"/>
                  </a:lnTo>
                  <a:lnTo>
                    <a:pt x="1692" y="2232"/>
                  </a:lnTo>
                  <a:lnTo>
                    <a:pt x="1716" y="2256"/>
                  </a:lnTo>
                  <a:lnTo>
                    <a:pt x="1728" y="2262"/>
                  </a:lnTo>
                  <a:lnTo>
                    <a:pt x="1800" y="2262"/>
                  </a:lnTo>
                  <a:lnTo>
                    <a:pt x="1824" y="2286"/>
                  </a:lnTo>
                  <a:lnTo>
                    <a:pt x="1842" y="2292"/>
                  </a:lnTo>
                  <a:lnTo>
                    <a:pt x="1872" y="2286"/>
                  </a:lnTo>
                  <a:lnTo>
                    <a:pt x="1902" y="2274"/>
                  </a:lnTo>
                  <a:lnTo>
                    <a:pt x="1932" y="2256"/>
                  </a:lnTo>
                  <a:lnTo>
                    <a:pt x="1944" y="2250"/>
                  </a:lnTo>
                  <a:lnTo>
                    <a:pt x="1944" y="2226"/>
                  </a:lnTo>
                  <a:lnTo>
                    <a:pt x="1956" y="2214"/>
                  </a:lnTo>
                  <a:lnTo>
                    <a:pt x="1962" y="2214"/>
                  </a:lnTo>
                  <a:lnTo>
                    <a:pt x="1974" y="2226"/>
                  </a:lnTo>
                  <a:lnTo>
                    <a:pt x="1974" y="2256"/>
                  </a:lnTo>
                  <a:lnTo>
                    <a:pt x="1992" y="2256"/>
                  </a:lnTo>
                  <a:lnTo>
                    <a:pt x="1980" y="2280"/>
                  </a:lnTo>
                  <a:lnTo>
                    <a:pt x="1998" y="2280"/>
                  </a:lnTo>
                  <a:lnTo>
                    <a:pt x="1998" y="2292"/>
                  </a:lnTo>
                  <a:lnTo>
                    <a:pt x="2004" y="2298"/>
                  </a:lnTo>
                  <a:lnTo>
                    <a:pt x="2010" y="2310"/>
                  </a:lnTo>
                  <a:lnTo>
                    <a:pt x="2016" y="2316"/>
                  </a:lnTo>
                  <a:lnTo>
                    <a:pt x="2028" y="2316"/>
                  </a:lnTo>
                  <a:lnTo>
                    <a:pt x="2040" y="2304"/>
                  </a:lnTo>
                  <a:lnTo>
                    <a:pt x="2046" y="2304"/>
                  </a:lnTo>
                  <a:lnTo>
                    <a:pt x="2052" y="2298"/>
                  </a:lnTo>
                  <a:lnTo>
                    <a:pt x="2070" y="2292"/>
                  </a:lnTo>
                  <a:lnTo>
                    <a:pt x="2082" y="2286"/>
                  </a:lnTo>
                  <a:lnTo>
                    <a:pt x="2088" y="2280"/>
                  </a:lnTo>
                  <a:lnTo>
                    <a:pt x="2100" y="2274"/>
                  </a:lnTo>
                  <a:lnTo>
                    <a:pt x="2124" y="2250"/>
                  </a:lnTo>
                  <a:lnTo>
                    <a:pt x="2136" y="2244"/>
                  </a:lnTo>
                  <a:lnTo>
                    <a:pt x="2148" y="2232"/>
                  </a:lnTo>
                  <a:lnTo>
                    <a:pt x="2160" y="2226"/>
                  </a:lnTo>
                  <a:lnTo>
                    <a:pt x="2154" y="2214"/>
                  </a:lnTo>
                  <a:lnTo>
                    <a:pt x="2190" y="2202"/>
                  </a:lnTo>
                  <a:lnTo>
                    <a:pt x="2202" y="2214"/>
                  </a:lnTo>
                  <a:lnTo>
                    <a:pt x="2220" y="2214"/>
                  </a:lnTo>
                  <a:lnTo>
                    <a:pt x="2256" y="2208"/>
                  </a:lnTo>
                  <a:lnTo>
                    <a:pt x="2298" y="2196"/>
                  </a:lnTo>
                  <a:lnTo>
                    <a:pt x="2316" y="2178"/>
                  </a:lnTo>
                  <a:lnTo>
                    <a:pt x="2328" y="2148"/>
                  </a:lnTo>
                  <a:lnTo>
                    <a:pt x="2334" y="2118"/>
                  </a:lnTo>
                  <a:lnTo>
                    <a:pt x="2340" y="2100"/>
                  </a:lnTo>
                  <a:lnTo>
                    <a:pt x="2346" y="2088"/>
                  </a:lnTo>
                  <a:lnTo>
                    <a:pt x="2376" y="2058"/>
                  </a:lnTo>
                  <a:lnTo>
                    <a:pt x="2382" y="2058"/>
                  </a:lnTo>
                  <a:lnTo>
                    <a:pt x="2382" y="2034"/>
                  </a:lnTo>
                  <a:lnTo>
                    <a:pt x="2388" y="2034"/>
                  </a:lnTo>
                  <a:lnTo>
                    <a:pt x="2394" y="2028"/>
                  </a:lnTo>
                  <a:lnTo>
                    <a:pt x="2406" y="2022"/>
                  </a:lnTo>
                  <a:lnTo>
                    <a:pt x="2418" y="2010"/>
                  </a:lnTo>
                  <a:lnTo>
                    <a:pt x="2424" y="1998"/>
                  </a:lnTo>
                  <a:lnTo>
                    <a:pt x="2442" y="1980"/>
                  </a:lnTo>
                  <a:lnTo>
                    <a:pt x="2442" y="1956"/>
                  </a:lnTo>
                  <a:lnTo>
                    <a:pt x="2448" y="1944"/>
                  </a:lnTo>
                  <a:lnTo>
                    <a:pt x="2454" y="1926"/>
                  </a:lnTo>
                  <a:lnTo>
                    <a:pt x="2460" y="1914"/>
                  </a:lnTo>
                  <a:lnTo>
                    <a:pt x="2490" y="1884"/>
                  </a:lnTo>
                  <a:lnTo>
                    <a:pt x="2502" y="1866"/>
                  </a:lnTo>
                  <a:lnTo>
                    <a:pt x="2526" y="1842"/>
                  </a:lnTo>
                  <a:lnTo>
                    <a:pt x="2538" y="1836"/>
                  </a:lnTo>
                  <a:lnTo>
                    <a:pt x="2550" y="1824"/>
                  </a:lnTo>
                  <a:lnTo>
                    <a:pt x="2556" y="1812"/>
                  </a:lnTo>
                  <a:lnTo>
                    <a:pt x="2556" y="1800"/>
                  </a:lnTo>
                  <a:lnTo>
                    <a:pt x="2562" y="1788"/>
                  </a:lnTo>
                  <a:lnTo>
                    <a:pt x="2562" y="1782"/>
                  </a:lnTo>
                  <a:lnTo>
                    <a:pt x="2586" y="1782"/>
                  </a:lnTo>
                  <a:lnTo>
                    <a:pt x="2610" y="1770"/>
                  </a:lnTo>
                  <a:lnTo>
                    <a:pt x="2622" y="1752"/>
                  </a:lnTo>
                  <a:lnTo>
                    <a:pt x="2646" y="1728"/>
                  </a:lnTo>
                  <a:lnTo>
                    <a:pt x="2670" y="1698"/>
                  </a:lnTo>
                  <a:lnTo>
                    <a:pt x="2688" y="1674"/>
                  </a:lnTo>
                  <a:lnTo>
                    <a:pt x="2700" y="1662"/>
                  </a:lnTo>
                  <a:lnTo>
                    <a:pt x="2700" y="1656"/>
                  </a:lnTo>
                  <a:lnTo>
                    <a:pt x="2706" y="1638"/>
                  </a:lnTo>
                  <a:lnTo>
                    <a:pt x="2706" y="1614"/>
                  </a:lnTo>
                  <a:lnTo>
                    <a:pt x="2712" y="1596"/>
                  </a:lnTo>
                  <a:lnTo>
                    <a:pt x="2718" y="1590"/>
                  </a:lnTo>
                  <a:lnTo>
                    <a:pt x="2730" y="1572"/>
                  </a:lnTo>
                  <a:lnTo>
                    <a:pt x="2754" y="1542"/>
                  </a:lnTo>
                  <a:lnTo>
                    <a:pt x="2772" y="1494"/>
                  </a:lnTo>
                  <a:lnTo>
                    <a:pt x="2796" y="1458"/>
                  </a:lnTo>
                  <a:lnTo>
                    <a:pt x="2808" y="1428"/>
                  </a:lnTo>
                  <a:lnTo>
                    <a:pt x="2814" y="1416"/>
                  </a:lnTo>
                  <a:lnTo>
                    <a:pt x="2814" y="1386"/>
                  </a:lnTo>
                  <a:lnTo>
                    <a:pt x="2802" y="1362"/>
                  </a:lnTo>
                  <a:lnTo>
                    <a:pt x="2820" y="1308"/>
                  </a:lnTo>
                  <a:lnTo>
                    <a:pt x="2832" y="1290"/>
                  </a:lnTo>
                  <a:lnTo>
                    <a:pt x="2838" y="1266"/>
                  </a:lnTo>
                  <a:lnTo>
                    <a:pt x="2838" y="1224"/>
                  </a:lnTo>
                  <a:lnTo>
                    <a:pt x="2832" y="1194"/>
                  </a:lnTo>
                  <a:lnTo>
                    <a:pt x="2832" y="1176"/>
                  </a:lnTo>
                  <a:lnTo>
                    <a:pt x="2802" y="1164"/>
                  </a:lnTo>
                  <a:close/>
                  <a:moveTo>
                    <a:pt x="2016" y="2436"/>
                  </a:moveTo>
                  <a:lnTo>
                    <a:pt x="2022" y="2442"/>
                  </a:lnTo>
                  <a:lnTo>
                    <a:pt x="2028" y="2442"/>
                  </a:lnTo>
                  <a:lnTo>
                    <a:pt x="2040" y="2436"/>
                  </a:lnTo>
                  <a:lnTo>
                    <a:pt x="2046" y="2430"/>
                  </a:lnTo>
                  <a:lnTo>
                    <a:pt x="2034" y="2418"/>
                  </a:lnTo>
                  <a:lnTo>
                    <a:pt x="2016" y="2436"/>
                  </a:lnTo>
                  <a:close/>
                  <a:moveTo>
                    <a:pt x="1992" y="2454"/>
                  </a:moveTo>
                  <a:lnTo>
                    <a:pt x="1974" y="2454"/>
                  </a:lnTo>
                  <a:lnTo>
                    <a:pt x="1962" y="2466"/>
                  </a:lnTo>
                  <a:lnTo>
                    <a:pt x="1962" y="2472"/>
                  </a:lnTo>
                  <a:lnTo>
                    <a:pt x="1962" y="2460"/>
                  </a:lnTo>
                  <a:lnTo>
                    <a:pt x="1938" y="2460"/>
                  </a:lnTo>
                  <a:lnTo>
                    <a:pt x="1926" y="2466"/>
                  </a:lnTo>
                  <a:lnTo>
                    <a:pt x="1914" y="2466"/>
                  </a:lnTo>
                  <a:lnTo>
                    <a:pt x="1908" y="2478"/>
                  </a:lnTo>
                  <a:lnTo>
                    <a:pt x="1890" y="2460"/>
                  </a:lnTo>
                  <a:lnTo>
                    <a:pt x="1854" y="2460"/>
                  </a:lnTo>
                  <a:lnTo>
                    <a:pt x="1830" y="2430"/>
                  </a:lnTo>
                  <a:lnTo>
                    <a:pt x="1824" y="2436"/>
                  </a:lnTo>
                  <a:lnTo>
                    <a:pt x="1818" y="2436"/>
                  </a:lnTo>
                  <a:lnTo>
                    <a:pt x="1812" y="2442"/>
                  </a:lnTo>
                  <a:lnTo>
                    <a:pt x="1806" y="2442"/>
                  </a:lnTo>
                  <a:lnTo>
                    <a:pt x="1776" y="2412"/>
                  </a:lnTo>
                  <a:lnTo>
                    <a:pt x="1776" y="2424"/>
                  </a:lnTo>
                  <a:lnTo>
                    <a:pt x="1782" y="2448"/>
                  </a:lnTo>
                  <a:lnTo>
                    <a:pt x="1782" y="2472"/>
                  </a:lnTo>
                  <a:lnTo>
                    <a:pt x="1776" y="2478"/>
                  </a:lnTo>
                  <a:lnTo>
                    <a:pt x="1776" y="2484"/>
                  </a:lnTo>
                  <a:lnTo>
                    <a:pt x="1770" y="2490"/>
                  </a:lnTo>
                  <a:lnTo>
                    <a:pt x="1770" y="2502"/>
                  </a:lnTo>
                  <a:lnTo>
                    <a:pt x="1776" y="2514"/>
                  </a:lnTo>
                  <a:lnTo>
                    <a:pt x="1776" y="2532"/>
                  </a:lnTo>
                  <a:lnTo>
                    <a:pt x="1764" y="2538"/>
                  </a:lnTo>
                  <a:lnTo>
                    <a:pt x="1758" y="2544"/>
                  </a:lnTo>
                  <a:lnTo>
                    <a:pt x="1752" y="2544"/>
                  </a:lnTo>
                  <a:lnTo>
                    <a:pt x="1740" y="2532"/>
                  </a:lnTo>
                  <a:lnTo>
                    <a:pt x="1740" y="2538"/>
                  </a:lnTo>
                  <a:lnTo>
                    <a:pt x="1734" y="2544"/>
                  </a:lnTo>
                  <a:lnTo>
                    <a:pt x="1734" y="2556"/>
                  </a:lnTo>
                  <a:lnTo>
                    <a:pt x="1728" y="2574"/>
                  </a:lnTo>
                  <a:lnTo>
                    <a:pt x="1728" y="2586"/>
                  </a:lnTo>
                  <a:lnTo>
                    <a:pt x="1740" y="2610"/>
                  </a:lnTo>
                  <a:lnTo>
                    <a:pt x="1740" y="2616"/>
                  </a:lnTo>
                  <a:lnTo>
                    <a:pt x="1746" y="2628"/>
                  </a:lnTo>
                  <a:lnTo>
                    <a:pt x="1770" y="2628"/>
                  </a:lnTo>
                  <a:lnTo>
                    <a:pt x="1752" y="2640"/>
                  </a:lnTo>
                  <a:lnTo>
                    <a:pt x="1758" y="2664"/>
                  </a:lnTo>
                  <a:lnTo>
                    <a:pt x="1770" y="2658"/>
                  </a:lnTo>
                  <a:lnTo>
                    <a:pt x="1776" y="2658"/>
                  </a:lnTo>
                  <a:lnTo>
                    <a:pt x="1782" y="2652"/>
                  </a:lnTo>
                  <a:lnTo>
                    <a:pt x="1794" y="2652"/>
                  </a:lnTo>
                  <a:lnTo>
                    <a:pt x="1800" y="2658"/>
                  </a:lnTo>
                  <a:lnTo>
                    <a:pt x="1818" y="2658"/>
                  </a:lnTo>
                  <a:lnTo>
                    <a:pt x="1830" y="2652"/>
                  </a:lnTo>
                  <a:lnTo>
                    <a:pt x="1836" y="2646"/>
                  </a:lnTo>
                  <a:lnTo>
                    <a:pt x="1842" y="2634"/>
                  </a:lnTo>
                  <a:lnTo>
                    <a:pt x="1854" y="2634"/>
                  </a:lnTo>
                  <a:lnTo>
                    <a:pt x="1860" y="2640"/>
                  </a:lnTo>
                  <a:lnTo>
                    <a:pt x="1860" y="2646"/>
                  </a:lnTo>
                  <a:lnTo>
                    <a:pt x="1848" y="2658"/>
                  </a:lnTo>
                  <a:lnTo>
                    <a:pt x="1866" y="2664"/>
                  </a:lnTo>
                  <a:lnTo>
                    <a:pt x="1884" y="2646"/>
                  </a:lnTo>
                  <a:lnTo>
                    <a:pt x="1890" y="2634"/>
                  </a:lnTo>
                  <a:lnTo>
                    <a:pt x="1902" y="2628"/>
                  </a:lnTo>
                  <a:lnTo>
                    <a:pt x="1908" y="2616"/>
                  </a:lnTo>
                  <a:lnTo>
                    <a:pt x="1920" y="2604"/>
                  </a:lnTo>
                  <a:lnTo>
                    <a:pt x="1914" y="2604"/>
                  </a:lnTo>
                  <a:lnTo>
                    <a:pt x="1902" y="2592"/>
                  </a:lnTo>
                  <a:lnTo>
                    <a:pt x="1920" y="2562"/>
                  </a:lnTo>
                  <a:lnTo>
                    <a:pt x="1950" y="2562"/>
                  </a:lnTo>
                  <a:lnTo>
                    <a:pt x="1962" y="2538"/>
                  </a:lnTo>
                  <a:lnTo>
                    <a:pt x="1962" y="2514"/>
                  </a:lnTo>
                  <a:lnTo>
                    <a:pt x="1968" y="2502"/>
                  </a:lnTo>
                  <a:lnTo>
                    <a:pt x="1980" y="2496"/>
                  </a:lnTo>
                  <a:lnTo>
                    <a:pt x="1986" y="2484"/>
                  </a:lnTo>
                  <a:lnTo>
                    <a:pt x="1992" y="2478"/>
                  </a:lnTo>
                  <a:lnTo>
                    <a:pt x="1998" y="2466"/>
                  </a:lnTo>
                  <a:lnTo>
                    <a:pt x="1998" y="2460"/>
                  </a:lnTo>
                  <a:lnTo>
                    <a:pt x="1992" y="2454"/>
                  </a:lnTo>
                  <a:close/>
                  <a:moveTo>
                    <a:pt x="1902" y="246"/>
                  </a:moveTo>
                  <a:lnTo>
                    <a:pt x="1890" y="258"/>
                  </a:lnTo>
                  <a:lnTo>
                    <a:pt x="1890" y="270"/>
                  </a:lnTo>
                  <a:lnTo>
                    <a:pt x="1884" y="282"/>
                  </a:lnTo>
                  <a:lnTo>
                    <a:pt x="1884" y="294"/>
                  </a:lnTo>
                  <a:lnTo>
                    <a:pt x="1896" y="300"/>
                  </a:lnTo>
                  <a:lnTo>
                    <a:pt x="1920" y="300"/>
                  </a:lnTo>
                  <a:lnTo>
                    <a:pt x="1926" y="294"/>
                  </a:lnTo>
                  <a:lnTo>
                    <a:pt x="1932" y="294"/>
                  </a:lnTo>
                  <a:lnTo>
                    <a:pt x="1926" y="282"/>
                  </a:lnTo>
                  <a:lnTo>
                    <a:pt x="1932" y="252"/>
                  </a:lnTo>
                  <a:lnTo>
                    <a:pt x="1920" y="252"/>
                  </a:lnTo>
                  <a:lnTo>
                    <a:pt x="1908" y="246"/>
                  </a:lnTo>
                  <a:lnTo>
                    <a:pt x="1902" y="246"/>
                  </a:lnTo>
                  <a:close/>
                  <a:moveTo>
                    <a:pt x="1770" y="2334"/>
                  </a:moveTo>
                  <a:lnTo>
                    <a:pt x="1758" y="2376"/>
                  </a:lnTo>
                  <a:lnTo>
                    <a:pt x="1812" y="2328"/>
                  </a:lnTo>
                  <a:lnTo>
                    <a:pt x="1770" y="2334"/>
                  </a:lnTo>
                  <a:close/>
                  <a:moveTo>
                    <a:pt x="2034" y="2400"/>
                  </a:moveTo>
                  <a:lnTo>
                    <a:pt x="2016" y="2358"/>
                  </a:lnTo>
                  <a:lnTo>
                    <a:pt x="1998" y="2376"/>
                  </a:lnTo>
                  <a:lnTo>
                    <a:pt x="1998" y="2394"/>
                  </a:lnTo>
                  <a:lnTo>
                    <a:pt x="2010" y="2406"/>
                  </a:lnTo>
                  <a:lnTo>
                    <a:pt x="2028" y="2406"/>
                  </a:lnTo>
                  <a:lnTo>
                    <a:pt x="2034" y="2400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538" name="Armenia" descr="© INSCALE GmbH, 05.05.2010&#10;http://www.presentationload.com/">
              <a:extLst>
                <a:ext uri="{FF2B5EF4-FFF2-40B4-BE49-F238E27FC236}">
                  <a16:creationId xmlns:a16="http://schemas.microsoft.com/office/drawing/2014/main" id="{022EF3BD-CB0A-435C-BA7B-5D19861875F3}"/>
                </a:ext>
              </a:extLst>
            </p:cNvPr>
            <p:cNvSpPr>
              <a:spLocks/>
            </p:cNvSpPr>
            <p:nvPr/>
          </p:nvSpPr>
          <p:spPr bwMode="gray">
            <a:xfrm>
              <a:off x="4689666" y="1907638"/>
              <a:ext cx="73668" cy="69359"/>
            </a:xfrm>
            <a:custGeom>
              <a:avLst/>
              <a:gdLst>
                <a:gd name="T0" fmla="*/ 2147483647 w 222"/>
                <a:gd name="T1" fmla="*/ 2147483647 h 210"/>
                <a:gd name="T2" fmla="*/ 2147483647 w 222"/>
                <a:gd name="T3" fmla="*/ 2147483647 h 210"/>
                <a:gd name="T4" fmla="*/ 2147483647 w 222"/>
                <a:gd name="T5" fmla="*/ 2147483647 h 210"/>
                <a:gd name="T6" fmla="*/ 2147483647 w 222"/>
                <a:gd name="T7" fmla="*/ 2147483647 h 210"/>
                <a:gd name="T8" fmla="*/ 2147483647 w 222"/>
                <a:gd name="T9" fmla="*/ 2147483647 h 210"/>
                <a:gd name="T10" fmla="*/ 2147483647 w 222"/>
                <a:gd name="T11" fmla="*/ 2147483647 h 210"/>
                <a:gd name="T12" fmla="*/ 2147483647 w 222"/>
                <a:gd name="T13" fmla="*/ 2147483647 h 210"/>
                <a:gd name="T14" fmla="*/ 2147483647 w 222"/>
                <a:gd name="T15" fmla="*/ 2147483647 h 210"/>
                <a:gd name="T16" fmla="*/ 2147483647 w 222"/>
                <a:gd name="T17" fmla="*/ 2147483647 h 210"/>
                <a:gd name="T18" fmla="*/ 2147483647 w 222"/>
                <a:gd name="T19" fmla="*/ 2147483647 h 210"/>
                <a:gd name="T20" fmla="*/ 2147483647 w 222"/>
                <a:gd name="T21" fmla="*/ 2147483647 h 210"/>
                <a:gd name="T22" fmla="*/ 2147483647 w 222"/>
                <a:gd name="T23" fmla="*/ 2147483647 h 210"/>
                <a:gd name="T24" fmla="*/ 2147483647 w 222"/>
                <a:gd name="T25" fmla="*/ 2147483647 h 210"/>
                <a:gd name="T26" fmla="*/ 2147483647 w 222"/>
                <a:gd name="T27" fmla="*/ 2147483647 h 210"/>
                <a:gd name="T28" fmla="*/ 2147483647 w 222"/>
                <a:gd name="T29" fmla="*/ 2147483647 h 210"/>
                <a:gd name="T30" fmla="*/ 2147483647 w 222"/>
                <a:gd name="T31" fmla="*/ 2147483647 h 210"/>
                <a:gd name="T32" fmla="*/ 2147483647 w 222"/>
                <a:gd name="T33" fmla="*/ 2147483647 h 210"/>
                <a:gd name="T34" fmla="*/ 2147483647 w 222"/>
                <a:gd name="T35" fmla="*/ 2147483647 h 210"/>
                <a:gd name="T36" fmla="*/ 2147483647 w 222"/>
                <a:gd name="T37" fmla="*/ 2147483647 h 210"/>
                <a:gd name="T38" fmla="*/ 2147483647 w 222"/>
                <a:gd name="T39" fmla="*/ 0 h 210"/>
                <a:gd name="T40" fmla="*/ 2147483647 w 222"/>
                <a:gd name="T41" fmla="*/ 0 h 210"/>
                <a:gd name="T42" fmla="*/ 2147483647 w 222"/>
                <a:gd name="T43" fmla="*/ 2147483647 h 210"/>
                <a:gd name="T44" fmla="*/ 2147483647 w 222"/>
                <a:gd name="T45" fmla="*/ 2147483647 h 210"/>
                <a:gd name="T46" fmla="*/ 2147483647 w 222"/>
                <a:gd name="T47" fmla="*/ 2147483647 h 210"/>
                <a:gd name="T48" fmla="*/ 0 w 222"/>
                <a:gd name="T49" fmla="*/ 2147483647 h 210"/>
                <a:gd name="T50" fmla="*/ 2147483647 w 222"/>
                <a:gd name="T51" fmla="*/ 2147483647 h 210"/>
                <a:gd name="T52" fmla="*/ 2147483647 w 222"/>
                <a:gd name="T53" fmla="*/ 2147483647 h 210"/>
                <a:gd name="T54" fmla="*/ 2147483647 w 222"/>
                <a:gd name="T55" fmla="*/ 2147483647 h 210"/>
                <a:gd name="T56" fmla="*/ 2147483647 w 222"/>
                <a:gd name="T57" fmla="*/ 2147483647 h 210"/>
                <a:gd name="T58" fmla="*/ 2147483647 w 222"/>
                <a:gd name="T59" fmla="*/ 2147483647 h 210"/>
                <a:gd name="T60" fmla="*/ 2147483647 w 222"/>
                <a:gd name="T61" fmla="*/ 2147483647 h 210"/>
                <a:gd name="T62" fmla="*/ 2147483647 w 222"/>
                <a:gd name="T63" fmla="*/ 2147483647 h 210"/>
                <a:gd name="T64" fmla="*/ 2147483647 w 222"/>
                <a:gd name="T65" fmla="*/ 2147483647 h 210"/>
                <a:gd name="T66" fmla="*/ 2147483647 w 222"/>
                <a:gd name="T67" fmla="*/ 2147483647 h 210"/>
                <a:gd name="T68" fmla="*/ 2147483647 w 222"/>
                <a:gd name="T69" fmla="*/ 2147483647 h 210"/>
                <a:gd name="T70" fmla="*/ 2147483647 w 222"/>
                <a:gd name="T71" fmla="*/ 2147483647 h 210"/>
                <a:gd name="T72" fmla="*/ 2147483647 w 222"/>
                <a:gd name="T73" fmla="*/ 2147483647 h 210"/>
                <a:gd name="T74" fmla="*/ 2147483647 w 222"/>
                <a:gd name="T75" fmla="*/ 2147483647 h 210"/>
                <a:gd name="T76" fmla="*/ 2147483647 w 222"/>
                <a:gd name="T77" fmla="*/ 2147483647 h 210"/>
                <a:gd name="T78" fmla="*/ 2147483647 w 222"/>
                <a:gd name="T79" fmla="*/ 2147483647 h 210"/>
                <a:gd name="T80" fmla="*/ 2147483647 w 222"/>
                <a:gd name="T81" fmla="*/ 2147483647 h 210"/>
                <a:gd name="T82" fmla="*/ 2147483647 w 222"/>
                <a:gd name="T83" fmla="*/ 2147483647 h 210"/>
                <a:gd name="T84" fmla="*/ 2147483647 w 222"/>
                <a:gd name="T85" fmla="*/ 2147483647 h 210"/>
                <a:gd name="T86" fmla="*/ 2147483647 w 222"/>
                <a:gd name="T87" fmla="*/ 2147483647 h 210"/>
                <a:gd name="T88" fmla="*/ 2147483647 w 222"/>
                <a:gd name="T89" fmla="*/ 2147483647 h 210"/>
                <a:gd name="T90" fmla="*/ 2147483647 w 222"/>
                <a:gd name="T91" fmla="*/ 2147483647 h 210"/>
                <a:gd name="T92" fmla="*/ 2147483647 w 222"/>
                <a:gd name="T93" fmla="*/ 2147483647 h 210"/>
                <a:gd name="T94" fmla="*/ 2147483647 w 222"/>
                <a:gd name="T95" fmla="*/ 2147483647 h 210"/>
                <a:gd name="T96" fmla="*/ 2147483647 w 222"/>
                <a:gd name="T97" fmla="*/ 2147483647 h 210"/>
                <a:gd name="T98" fmla="*/ 2147483647 w 222"/>
                <a:gd name="T99" fmla="*/ 2147483647 h 210"/>
                <a:gd name="T100" fmla="*/ 2147483647 w 222"/>
                <a:gd name="T101" fmla="*/ 2147483647 h 210"/>
                <a:gd name="T102" fmla="*/ 2147483647 w 222"/>
                <a:gd name="T103" fmla="*/ 2147483647 h 210"/>
                <a:gd name="T104" fmla="*/ 2147483647 w 222"/>
                <a:gd name="T105" fmla="*/ 2147483647 h 210"/>
                <a:gd name="T106" fmla="*/ 2147483647 w 222"/>
                <a:gd name="T107" fmla="*/ 2147483647 h 21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22"/>
                <a:gd name="T163" fmla="*/ 0 h 210"/>
                <a:gd name="T164" fmla="*/ 222 w 222"/>
                <a:gd name="T165" fmla="*/ 210 h 21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22" h="210">
                  <a:moveTo>
                    <a:pt x="222" y="168"/>
                  </a:moveTo>
                  <a:lnTo>
                    <a:pt x="216" y="156"/>
                  </a:lnTo>
                  <a:lnTo>
                    <a:pt x="216" y="144"/>
                  </a:lnTo>
                  <a:lnTo>
                    <a:pt x="186" y="138"/>
                  </a:lnTo>
                  <a:lnTo>
                    <a:pt x="174" y="120"/>
                  </a:lnTo>
                  <a:lnTo>
                    <a:pt x="144" y="108"/>
                  </a:lnTo>
                  <a:lnTo>
                    <a:pt x="156" y="108"/>
                  </a:lnTo>
                  <a:lnTo>
                    <a:pt x="174" y="90"/>
                  </a:lnTo>
                  <a:lnTo>
                    <a:pt x="174" y="84"/>
                  </a:lnTo>
                  <a:lnTo>
                    <a:pt x="168" y="78"/>
                  </a:lnTo>
                  <a:lnTo>
                    <a:pt x="144" y="66"/>
                  </a:lnTo>
                  <a:lnTo>
                    <a:pt x="138" y="60"/>
                  </a:lnTo>
                  <a:lnTo>
                    <a:pt x="132" y="60"/>
                  </a:lnTo>
                  <a:lnTo>
                    <a:pt x="138" y="54"/>
                  </a:lnTo>
                  <a:lnTo>
                    <a:pt x="138" y="30"/>
                  </a:lnTo>
                  <a:lnTo>
                    <a:pt x="132" y="24"/>
                  </a:lnTo>
                  <a:lnTo>
                    <a:pt x="114" y="24"/>
                  </a:lnTo>
                  <a:lnTo>
                    <a:pt x="114" y="12"/>
                  </a:lnTo>
                  <a:lnTo>
                    <a:pt x="102" y="6"/>
                  </a:lnTo>
                  <a:lnTo>
                    <a:pt x="96" y="0"/>
                  </a:lnTo>
                  <a:lnTo>
                    <a:pt x="84" y="0"/>
                  </a:lnTo>
                  <a:lnTo>
                    <a:pt x="84" y="18"/>
                  </a:lnTo>
                  <a:lnTo>
                    <a:pt x="30" y="12"/>
                  </a:lnTo>
                  <a:lnTo>
                    <a:pt x="24" y="18"/>
                  </a:lnTo>
                  <a:lnTo>
                    <a:pt x="0" y="24"/>
                  </a:lnTo>
                  <a:lnTo>
                    <a:pt x="6" y="30"/>
                  </a:lnTo>
                  <a:lnTo>
                    <a:pt x="6" y="42"/>
                  </a:lnTo>
                  <a:lnTo>
                    <a:pt x="18" y="78"/>
                  </a:lnTo>
                  <a:lnTo>
                    <a:pt x="18" y="90"/>
                  </a:lnTo>
                  <a:lnTo>
                    <a:pt x="24" y="102"/>
                  </a:lnTo>
                  <a:lnTo>
                    <a:pt x="30" y="108"/>
                  </a:lnTo>
                  <a:lnTo>
                    <a:pt x="42" y="114"/>
                  </a:lnTo>
                  <a:lnTo>
                    <a:pt x="54" y="114"/>
                  </a:lnTo>
                  <a:lnTo>
                    <a:pt x="66" y="108"/>
                  </a:lnTo>
                  <a:lnTo>
                    <a:pt x="72" y="108"/>
                  </a:lnTo>
                  <a:lnTo>
                    <a:pt x="72" y="114"/>
                  </a:lnTo>
                  <a:lnTo>
                    <a:pt x="78" y="120"/>
                  </a:lnTo>
                  <a:lnTo>
                    <a:pt x="78" y="132"/>
                  </a:lnTo>
                  <a:lnTo>
                    <a:pt x="84" y="144"/>
                  </a:lnTo>
                  <a:lnTo>
                    <a:pt x="84" y="150"/>
                  </a:lnTo>
                  <a:lnTo>
                    <a:pt x="90" y="156"/>
                  </a:lnTo>
                  <a:lnTo>
                    <a:pt x="108" y="132"/>
                  </a:lnTo>
                  <a:lnTo>
                    <a:pt x="126" y="132"/>
                  </a:lnTo>
                  <a:lnTo>
                    <a:pt x="138" y="144"/>
                  </a:lnTo>
                  <a:lnTo>
                    <a:pt x="174" y="144"/>
                  </a:lnTo>
                  <a:lnTo>
                    <a:pt x="174" y="156"/>
                  </a:lnTo>
                  <a:lnTo>
                    <a:pt x="180" y="162"/>
                  </a:lnTo>
                  <a:lnTo>
                    <a:pt x="180" y="174"/>
                  </a:lnTo>
                  <a:lnTo>
                    <a:pt x="186" y="186"/>
                  </a:lnTo>
                  <a:lnTo>
                    <a:pt x="186" y="198"/>
                  </a:lnTo>
                  <a:lnTo>
                    <a:pt x="192" y="204"/>
                  </a:lnTo>
                  <a:lnTo>
                    <a:pt x="192" y="210"/>
                  </a:lnTo>
                  <a:lnTo>
                    <a:pt x="222" y="210"/>
                  </a:lnTo>
                  <a:lnTo>
                    <a:pt x="222" y="168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539" name="Argentina" descr="© INSCALE GmbH, 05.05.2010&#10;http://www.presentationload.com/">
              <a:extLst>
                <a:ext uri="{FF2B5EF4-FFF2-40B4-BE49-F238E27FC236}">
                  <a16:creationId xmlns:a16="http://schemas.microsoft.com/office/drawing/2014/main" id="{3687613C-C9CC-493D-A59A-0386F3886AC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153945" y="3581245"/>
              <a:ext cx="360585" cy="801481"/>
            </a:xfrm>
            <a:custGeom>
              <a:avLst/>
              <a:gdLst>
                <a:gd name="T0" fmla="*/ 2147483647 w 1092"/>
                <a:gd name="T1" fmla="*/ 2147483647 h 2442"/>
                <a:gd name="T2" fmla="*/ 2147483647 w 1092"/>
                <a:gd name="T3" fmla="*/ 2147483647 h 2442"/>
                <a:gd name="T4" fmla="*/ 2147483647 w 1092"/>
                <a:gd name="T5" fmla="*/ 2147483647 h 2442"/>
                <a:gd name="T6" fmla="*/ 2147483647 w 1092"/>
                <a:gd name="T7" fmla="*/ 2147483647 h 2442"/>
                <a:gd name="T8" fmla="*/ 2147483647 w 1092"/>
                <a:gd name="T9" fmla="*/ 2147483647 h 2442"/>
                <a:gd name="T10" fmla="*/ 2147483647 w 1092"/>
                <a:gd name="T11" fmla="*/ 2147483647 h 2442"/>
                <a:gd name="T12" fmla="*/ 2147483647 w 1092"/>
                <a:gd name="T13" fmla="*/ 2147483647 h 2442"/>
                <a:gd name="T14" fmla="*/ 2147483647 w 1092"/>
                <a:gd name="T15" fmla="*/ 2147483647 h 2442"/>
                <a:gd name="T16" fmla="*/ 2147483647 w 1092"/>
                <a:gd name="T17" fmla="*/ 2147483647 h 2442"/>
                <a:gd name="T18" fmla="*/ 2147483647 w 1092"/>
                <a:gd name="T19" fmla="*/ 2147483647 h 2442"/>
                <a:gd name="T20" fmla="*/ 2147483647 w 1092"/>
                <a:gd name="T21" fmla="*/ 0 h 2442"/>
                <a:gd name="T22" fmla="*/ 2147483647 w 1092"/>
                <a:gd name="T23" fmla="*/ 2147483647 h 2442"/>
                <a:gd name="T24" fmla="*/ 2147483647 w 1092"/>
                <a:gd name="T25" fmla="*/ 2147483647 h 2442"/>
                <a:gd name="T26" fmla="*/ 2147483647 w 1092"/>
                <a:gd name="T27" fmla="*/ 2147483647 h 2442"/>
                <a:gd name="T28" fmla="*/ 2147483647 w 1092"/>
                <a:gd name="T29" fmla="*/ 2147483647 h 2442"/>
                <a:gd name="T30" fmla="*/ 2147483647 w 1092"/>
                <a:gd name="T31" fmla="*/ 2147483647 h 2442"/>
                <a:gd name="T32" fmla="*/ 2147483647 w 1092"/>
                <a:gd name="T33" fmla="*/ 2147483647 h 2442"/>
                <a:gd name="T34" fmla="*/ 2147483647 w 1092"/>
                <a:gd name="T35" fmla="*/ 2147483647 h 2442"/>
                <a:gd name="T36" fmla="*/ 2147483647 w 1092"/>
                <a:gd name="T37" fmla="*/ 2147483647 h 2442"/>
                <a:gd name="T38" fmla="*/ 2147483647 w 1092"/>
                <a:gd name="T39" fmla="*/ 2147483647 h 2442"/>
                <a:gd name="T40" fmla="*/ 2147483647 w 1092"/>
                <a:gd name="T41" fmla="*/ 2147483647 h 2442"/>
                <a:gd name="T42" fmla="*/ 2147483647 w 1092"/>
                <a:gd name="T43" fmla="*/ 2147483647 h 2442"/>
                <a:gd name="T44" fmla="*/ 2147483647 w 1092"/>
                <a:gd name="T45" fmla="*/ 2147483647 h 2442"/>
                <a:gd name="T46" fmla="*/ 2147483647 w 1092"/>
                <a:gd name="T47" fmla="*/ 2147483647 h 2442"/>
                <a:gd name="T48" fmla="*/ 2147483647 w 1092"/>
                <a:gd name="T49" fmla="*/ 2147483647 h 2442"/>
                <a:gd name="T50" fmla="*/ 2147483647 w 1092"/>
                <a:gd name="T51" fmla="*/ 2147483647 h 2442"/>
                <a:gd name="T52" fmla="*/ 2147483647 w 1092"/>
                <a:gd name="T53" fmla="*/ 2147483647 h 2442"/>
                <a:gd name="T54" fmla="*/ 2147483647 w 1092"/>
                <a:gd name="T55" fmla="*/ 2147483647 h 2442"/>
                <a:gd name="T56" fmla="*/ 2147483647 w 1092"/>
                <a:gd name="T57" fmla="*/ 2147483647 h 2442"/>
                <a:gd name="T58" fmla="*/ 2147483647 w 1092"/>
                <a:gd name="T59" fmla="*/ 2147483647 h 2442"/>
                <a:gd name="T60" fmla="*/ 2147483647 w 1092"/>
                <a:gd name="T61" fmla="*/ 2147483647 h 2442"/>
                <a:gd name="T62" fmla="*/ 2147483647 w 1092"/>
                <a:gd name="T63" fmla="*/ 2147483647 h 2442"/>
                <a:gd name="T64" fmla="*/ 2147483647 w 1092"/>
                <a:gd name="T65" fmla="*/ 2147483647 h 2442"/>
                <a:gd name="T66" fmla="*/ 2147483647 w 1092"/>
                <a:gd name="T67" fmla="*/ 2147483647 h 2442"/>
                <a:gd name="T68" fmla="*/ 2147483647 w 1092"/>
                <a:gd name="T69" fmla="*/ 2147483647 h 2442"/>
                <a:gd name="T70" fmla="*/ 2147483647 w 1092"/>
                <a:gd name="T71" fmla="*/ 2147483647 h 2442"/>
                <a:gd name="T72" fmla="*/ 2147483647 w 1092"/>
                <a:gd name="T73" fmla="*/ 2147483647 h 2442"/>
                <a:gd name="T74" fmla="*/ 2147483647 w 1092"/>
                <a:gd name="T75" fmla="*/ 2147483647 h 2442"/>
                <a:gd name="T76" fmla="*/ 2147483647 w 1092"/>
                <a:gd name="T77" fmla="*/ 2147483647 h 2442"/>
                <a:gd name="T78" fmla="*/ 2147483647 w 1092"/>
                <a:gd name="T79" fmla="*/ 2147483647 h 2442"/>
                <a:gd name="T80" fmla="*/ 2147483647 w 1092"/>
                <a:gd name="T81" fmla="*/ 2147483647 h 2442"/>
                <a:gd name="T82" fmla="*/ 2147483647 w 1092"/>
                <a:gd name="T83" fmla="*/ 2147483647 h 2442"/>
                <a:gd name="T84" fmla="*/ 2147483647 w 1092"/>
                <a:gd name="T85" fmla="*/ 2147483647 h 2442"/>
                <a:gd name="T86" fmla="*/ 2147483647 w 1092"/>
                <a:gd name="T87" fmla="*/ 2147483647 h 2442"/>
                <a:gd name="T88" fmla="*/ 2147483647 w 1092"/>
                <a:gd name="T89" fmla="*/ 2147483647 h 2442"/>
                <a:gd name="T90" fmla="*/ 2147483647 w 1092"/>
                <a:gd name="T91" fmla="*/ 2147483647 h 2442"/>
                <a:gd name="T92" fmla="*/ 2147483647 w 1092"/>
                <a:gd name="T93" fmla="*/ 2147483647 h 2442"/>
                <a:gd name="T94" fmla="*/ 2147483647 w 1092"/>
                <a:gd name="T95" fmla="*/ 2147483647 h 2442"/>
                <a:gd name="T96" fmla="*/ 2147483647 w 1092"/>
                <a:gd name="T97" fmla="*/ 2147483647 h 2442"/>
                <a:gd name="T98" fmla="*/ 2147483647 w 1092"/>
                <a:gd name="T99" fmla="*/ 2147483647 h 2442"/>
                <a:gd name="T100" fmla="*/ 2147483647 w 1092"/>
                <a:gd name="T101" fmla="*/ 2147483647 h 2442"/>
                <a:gd name="T102" fmla="*/ 2147483647 w 1092"/>
                <a:gd name="T103" fmla="*/ 2147483647 h 2442"/>
                <a:gd name="T104" fmla="*/ 2147483647 w 1092"/>
                <a:gd name="T105" fmla="*/ 2147483647 h 2442"/>
                <a:gd name="T106" fmla="*/ 2147483647 w 1092"/>
                <a:gd name="T107" fmla="*/ 2147483647 h 2442"/>
                <a:gd name="T108" fmla="*/ 2147483647 w 1092"/>
                <a:gd name="T109" fmla="*/ 2147483647 h 2442"/>
                <a:gd name="T110" fmla="*/ 2147483647 w 1092"/>
                <a:gd name="T111" fmla="*/ 2147483647 h 2442"/>
                <a:gd name="T112" fmla="*/ 2147483647 w 1092"/>
                <a:gd name="T113" fmla="*/ 2147483647 h 244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92"/>
                <a:gd name="T172" fmla="*/ 0 h 2442"/>
                <a:gd name="T173" fmla="*/ 1092 w 1092"/>
                <a:gd name="T174" fmla="*/ 2442 h 244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92" h="2442">
                  <a:moveTo>
                    <a:pt x="954" y="534"/>
                  </a:moveTo>
                  <a:lnTo>
                    <a:pt x="978" y="528"/>
                  </a:lnTo>
                  <a:lnTo>
                    <a:pt x="984" y="504"/>
                  </a:lnTo>
                  <a:lnTo>
                    <a:pt x="990" y="498"/>
                  </a:lnTo>
                  <a:lnTo>
                    <a:pt x="990" y="480"/>
                  </a:lnTo>
                  <a:lnTo>
                    <a:pt x="1026" y="480"/>
                  </a:lnTo>
                  <a:lnTo>
                    <a:pt x="1026" y="462"/>
                  </a:lnTo>
                  <a:lnTo>
                    <a:pt x="1032" y="450"/>
                  </a:lnTo>
                  <a:lnTo>
                    <a:pt x="1038" y="444"/>
                  </a:lnTo>
                  <a:lnTo>
                    <a:pt x="1092" y="426"/>
                  </a:lnTo>
                  <a:lnTo>
                    <a:pt x="1092" y="390"/>
                  </a:lnTo>
                  <a:lnTo>
                    <a:pt x="1086" y="372"/>
                  </a:lnTo>
                  <a:lnTo>
                    <a:pt x="1086" y="342"/>
                  </a:lnTo>
                  <a:lnTo>
                    <a:pt x="1080" y="336"/>
                  </a:lnTo>
                  <a:lnTo>
                    <a:pt x="1074" y="336"/>
                  </a:lnTo>
                  <a:lnTo>
                    <a:pt x="1074" y="324"/>
                  </a:lnTo>
                  <a:lnTo>
                    <a:pt x="1062" y="300"/>
                  </a:lnTo>
                  <a:lnTo>
                    <a:pt x="1056" y="294"/>
                  </a:lnTo>
                  <a:lnTo>
                    <a:pt x="1038" y="294"/>
                  </a:lnTo>
                  <a:lnTo>
                    <a:pt x="1032" y="300"/>
                  </a:lnTo>
                  <a:lnTo>
                    <a:pt x="1020" y="306"/>
                  </a:lnTo>
                  <a:lnTo>
                    <a:pt x="1020" y="384"/>
                  </a:lnTo>
                  <a:lnTo>
                    <a:pt x="1008" y="390"/>
                  </a:lnTo>
                  <a:lnTo>
                    <a:pt x="1002" y="402"/>
                  </a:lnTo>
                  <a:lnTo>
                    <a:pt x="990" y="408"/>
                  </a:lnTo>
                  <a:lnTo>
                    <a:pt x="984" y="414"/>
                  </a:lnTo>
                  <a:lnTo>
                    <a:pt x="978" y="414"/>
                  </a:lnTo>
                  <a:lnTo>
                    <a:pt x="966" y="426"/>
                  </a:lnTo>
                  <a:lnTo>
                    <a:pt x="954" y="450"/>
                  </a:lnTo>
                  <a:lnTo>
                    <a:pt x="948" y="456"/>
                  </a:lnTo>
                  <a:lnTo>
                    <a:pt x="948" y="450"/>
                  </a:lnTo>
                  <a:lnTo>
                    <a:pt x="942" y="444"/>
                  </a:lnTo>
                  <a:lnTo>
                    <a:pt x="930" y="444"/>
                  </a:lnTo>
                  <a:lnTo>
                    <a:pt x="924" y="450"/>
                  </a:lnTo>
                  <a:lnTo>
                    <a:pt x="924" y="468"/>
                  </a:lnTo>
                  <a:lnTo>
                    <a:pt x="912" y="450"/>
                  </a:lnTo>
                  <a:lnTo>
                    <a:pt x="852" y="450"/>
                  </a:lnTo>
                  <a:lnTo>
                    <a:pt x="834" y="444"/>
                  </a:lnTo>
                  <a:lnTo>
                    <a:pt x="822" y="438"/>
                  </a:lnTo>
                  <a:lnTo>
                    <a:pt x="816" y="432"/>
                  </a:lnTo>
                  <a:lnTo>
                    <a:pt x="804" y="426"/>
                  </a:lnTo>
                  <a:lnTo>
                    <a:pt x="798" y="426"/>
                  </a:lnTo>
                  <a:lnTo>
                    <a:pt x="786" y="432"/>
                  </a:lnTo>
                  <a:lnTo>
                    <a:pt x="762" y="432"/>
                  </a:lnTo>
                  <a:lnTo>
                    <a:pt x="756" y="426"/>
                  </a:lnTo>
                  <a:lnTo>
                    <a:pt x="756" y="414"/>
                  </a:lnTo>
                  <a:lnTo>
                    <a:pt x="762" y="402"/>
                  </a:lnTo>
                  <a:lnTo>
                    <a:pt x="768" y="396"/>
                  </a:lnTo>
                  <a:lnTo>
                    <a:pt x="774" y="384"/>
                  </a:lnTo>
                  <a:lnTo>
                    <a:pt x="780" y="378"/>
                  </a:lnTo>
                  <a:lnTo>
                    <a:pt x="780" y="342"/>
                  </a:lnTo>
                  <a:lnTo>
                    <a:pt x="798" y="342"/>
                  </a:lnTo>
                  <a:lnTo>
                    <a:pt x="804" y="336"/>
                  </a:lnTo>
                  <a:lnTo>
                    <a:pt x="804" y="330"/>
                  </a:lnTo>
                  <a:lnTo>
                    <a:pt x="798" y="318"/>
                  </a:lnTo>
                  <a:lnTo>
                    <a:pt x="792" y="312"/>
                  </a:lnTo>
                  <a:lnTo>
                    <a:pt x="798" y="300"/>
                  </a:lnTo>
                  <a:lnTo>
                    <a:pt x="804" y="294"/>
                  </a:lnTo>
                  <a:lnTo>
                    <a:pt x="804" y="282"/>
                  </a:lnTo>
                  <a:lnTo>
                    <a:pt x="810" y="276"/>
                  </a:lnTo>
                  <a:lnTo>
                    <a:pt x="804" y="270"/>
                  </a:lnTo>
                  <a:lnTo>
                    <a:pt x="792" y="264"/>
                  </a:lnTo>
                  <a:lnTo>
                    <a:pt x="774" y="258"/>
                  </a:lnTo>
                  <a:lnTo>
                    <a:pt x="762" y="252"/>
                  </a:lnTo>
                  <a:lnTo>
                    <a:pt x="750" y="252"/>
                  </a:lnTo>
                  <a:lnTo>
                    <a:pt x="744" y="246"/>
                  </a:lnTo>
                  <a:lnTo>
                    <a:pt x="708" y="228"/>
                  </a:lnTo>
                  <a:lnTo>
                    <a:pt x="690" y="216"/>
                  </a:lnTo>
                  <a:lnTo>
                    <a:pt x="678" y="210"/>
                  </a:lnTo>
                  <a:lnTo>
                    <a:pt x="672" y="204"/>
                  </a:lnTo>
                  <a:lnTo>
                    <a:pt x="666" y="204"/>
                  </a:lnTo>
                  <a:lnTo>
                    <a:pt x="660" y="198"/>
                  </a:lnTo>
                  <a:lnTo>
                    <a:pt x="648" y="192"/>
                  </a:lnTo>
                  <a:lnTo>
                    <a:pt x="642" y="186"/>
                  </a:lnTo>
                  <a:lnTo>
                    <a:pt x="630" y="180"/>
                  </a:lnTo>
                  <a:lnTo>
                    <a:pt x="600" y="180"/>
                  </a:lnTo>
                  <a:lnTo>
                    <a:pt x="564" y="162"/>
                  </a:lnTo>
                  <a:lnTo>
                    <a:pt x="558" y="156"/>
                  </a:lnTo>
                  <a:lnTo>
                    <a:pt x="552" y="156"/>
                  </a:lnTo>
                  <a:lnTo>
                    <a:pt x="546" y="138"/>
                  </a:lnTo>
                  <a:lnTo>
                    <a:pt x="534" y="132"/>
                  </a:lnTo>
                  <a:lnTo>
                    <a:pt x="516" y="114"/>
                  </a:lnTo>
                  <a:lnTo>
                    <a:pt x="492" y="102"/>
                  </a:lnTo>
                  <a:lnTo>
                    <a:pt x="486" y="96"/>
                  </a:lnTo>
                  <a:lnTo>
                    <a:pt x="480" y="84"/>
                  </a:lnTo>
                  <a:lnTo>
                    <a:pt x="468" y="78"/>
                  </a:lnTo>
                  <a:lnTo>
                    <a:pt x="462" y="66"/>
                  </a:lnTo>
                  <a:lnTo>
                    <a:pt x="456" y="60"/>
                  </a:lnTo>
                  <a:lnTo>
                    <a:pt x="456" y="54"/>
                  </a:lnTo>
                  <a:lnTo>
                    <a:pt x="438" y="36"/>
                  </a:lnTo>
                  <a:lnTo>
                    <a:pt x="402" y="12"/>
                  </a:lnTo>
                  <a:lnTo>
                    <a:pt x="330" y="18"/>
                  </a:lnTo>
                  <a:lnTo>
                    <a:pt x="318" y="72"/>
                  </a:lnTo>
                  <a:lnTo>
                    <a:pt x="288" y="24"/>
                  </a:lnTo>
                  <a:lnTo>
                    <a:pt x="234" y="24"/>
                  </a:lnTo>
                  <a:lnTo>
                    <a:pt x="216" y="18"/>
                  </a:lnTo>
                  <a:lnTo>
                    <a:pt x="204" y="18"/>
                  </a:lnTo>
                  <a:lnTo>
                    <a:pt x="180" y="6"/>
                  </a:lnTo>
                  <a:lnTo>
                    <a:pt x="174" y="0"/>
                  </a:lnTo>
                  <a:lnTo>
                    <a:pt x="162" y="24"/>
                  </a:lnTo>
                  <a:lnTo>
                    <a:pt x="138" y="30"/>
                  </a:lnTo>
                  <a:lnTo>
                    <a:pt x="138" y="48"/>
                  </a:lnTo>
                  <a:lnTo>
                    <a:pt x="126" y="48"/>
                  </a:lnTo>
                  <a:lnTo>
                    <a:pt x="126" y="78"/>
                  </a:lnTo>
                  <a:lnTo>
                    <a:pt x="114" y="78"/>
                  </a:lnTo>
                  <a:lnTo>
                    <a:pt x="126" y="96"/>
                  </a:lnTo>
                  <a:lnTo>
                    <a:pt x="114" y="180"/>
                  </a:lnTo>
                  <a:lnTo>
                    <a:pt x="108" y="180"/>
                  </a:lnTo>
                  <a:lnTo>
                    <a:pt x="102" y="186"/>
                  </a:lnTo>
                  <a:lnTo>
                    <a:pt x="90" y="192"/>
                  </a:lnTo>
                  <a:lnTo>
                    <a:pt x="72" y="198"/>
                  </a:lnTo>
                  <a:lnTo>
                    <a:pt x="60" y="210"/>
                  </a:lnTo>
                  <a:lnTo>
                    <a:pt x="48" y="216"/>
                  </a:lnTo>
                  <a:lnTo>
                    <a:pt x="42" y="228"/>
                  </a:lnTo>
                  <a:lnTo>
                    <a:pt x="36" y="234"/>
                  </a:lnTo>
                  <a:lnTo>
                    <a:pt x="36" y="240"/>
                  </a:lnTo>
                  <a:lnTo>
                    <a:pt x="42" y="246"/>
                  </a:lnTo>
                  <a:lnTo>
                    <a:pt x="54" y="252"/>
                  </a:lnTo>
                  <a:lnTo>
                    <a:pt x="66" y="252"/>
                  </a:lnTo>
                  <a:lnTo>
                    <a:pt x="66" y="258"/>
                  </a:lnTo>
                  <a:lnTo>
                    <a:pt x="42" y="282"/>
                  </a:lnTo>
                  <a:lnTo>
                    <a:pt x="42" y="300"/>
                  </a:lnTo>
                  <a:lnTo>
                    <a:pt x="48" y="306"/>
                  </a:lnTo>
                  <a:lnTo>
                    <a:pt x="60" y="312"/>
                  </a:lnTo>
                  <a:lnTo>
                    <a:pt x="72" y="324"/>
                  </a:lnTo>
                  <a:lnTo>
                    <a:pt x="78" y="336"/>
                  </a:lnTo>
                  <a:lnTo>
                    <a:pt x="72" y="342"/>
                  </a:lnTo>
                  <a:lnTo>
                    <a:pt x="66" y="354"/>
                  </a:lnTo>
                  <a:lnTo>
                    <a:pt x="54" y="366"/>
                  </a:lnTo>
                  <a:lnTo>
                    <a:pt x="48" y="366"/>
                  </a:lnTo>
                  <a:lnTo>
                    <a:pt x="54" y="366"/>
                  </a:lnTo>
                  <a:lnTo>
                    <a:pt x="60" y="372"/>
                  </a:lnTo>
                  <a:lnTo>
                    <a:pt x="84" y="384"/>
                  </a:lnTo>
                  <a:lnTo>
                    <a:pt x="90" y="396"/>
                  </a:lnTo>
                  <a:lnTo>
                    <a:pt x="90" y="408"/>
                  </a:lnTo>
                  <a:lnTo>
                    <a:pt x="78" y="414"/>
                  </a:lnTo>
                  <a:lnTo>
                    <a:pt x="72" y="420"/>
                  </a:lnTo>
                  <a:lnTo>
                    <a:pt x="54" y="420"/>
                  </a:lnTo>
                  <a:lnTo>
                    <a:pt x="54" y="432"/>
                  </a:lnTo>
                  <a:lnTo>
                    <a:pt x="48" y="450"/>
                  </a:lnTo>
                  <a:lnTo>
                    <a:pt x="48" y="462"/>
                  </a:lnTo>
                  <a:lnTo>
                    <a:pt x="42" y="474"/>
                  </a:lnTo>
                  <a:lnTo>
                    <a:pt x="42" y="486"/>
                  </a:lnTo>
                  <a:lnTo>
                    <a:pt x="30" y="498"/>
                  </a:lnTo>
                  <a:lnTo>
                    <a:pt x="24" y="510"/>
                  </a:lnTo>
                  <a:lnTo>
                    <a:pt x="18" y="516"/>
                  </a:lnTo>
                  <a:lnTo>
                    <a:pt x="18" y="582"/>
                  </a:lnTo>
                  <a:lnTo>
                    <a:pt x="6" y="594"/>
                  </a:lnTo>
                  <a:lnTo>
                    <a:pt x="6" y="606"/>
                  </a:lnTo>
                  <a:lnTo>
                    <a:pt x="18" y="630"/>
                  </a:lnTo>
                  <a:lnTo>
                    <a:pt x="30" y="666"/>
                  </a:lnTo>
                  <a:lnTo>
                    <a:pt x="36" y="678"/>
                  </a:lnTo>
                  <a:lnTo>
                    <a:pt x="36" y="684"/>
                  </a:lnTo>
                  <a:lnTo>
                    <a:pt x="12" y="684"/>
                  </a:lnTo>
                  <a:lnTo>
                    <a:pt x="18" y="738"/>
                  </a:lnTo>
                  <a:lnTo>
                    <a:pt x="6" y="744"/>
                  </a:lnTo>
                  <a:lnTo>
                    <a:pt x="0" y="744"/>
                  </a:lnTo>
                  <a:lnTo>
                    <a:pt x="0" y="768"/>
                  </a:lnTo>
                  <a:lnTo>
                    <a:pt x="6" y="774"/>
                  </a:lnTo>
                  <a:lnTo>
                    <a:pt x="6" y="780"/>
                  </a:lnTo>
                  <a:lnTo>
                    <a:pt x="18" y="786"/>
                  </a:lnTo>
                  <a:lnTo>
                    <a:pt x="36" y="804"/>
                  </a:lnTo>
                  <a:lnTo>
                    <a:pt x="36" y="816"/>
                  </a:lnTo>
                  <a:lnTo>
                    <a:pt x="30" y="822"/>
                  </a:lnTo>
                  <a:lnTo>
                    <a:pt x="30" y="828"/>
                  </a:lnTo>
                  <a:lnTo>
                    <a:pt x="48" y="846"/>
                  </a:lnTo>
                  <a:lnTo>
                    <a:pt x="60" y="876"/>
                  </a:lnTo>
                  <a:lnTo>
                    <a:pt x="66" y="888"/>
                  </a:lnTo>
                  <a:lnTo>
                    <a:pt x="60" y="894"/>
                  </a:lnTo>
                  <a:lnTo>
                    <a:pt x="60" y="906"/>
                  </a:lnTo>
                  <a:lnTo>
                    <a:pt x="72" y="918"/>
                  </a:lnTo>
                  <a:lnTo>
                    <a:pt x="96" y="918"/>
                  </a:lnTo>
                  <a:lnTo>
                    <a:pt x="102" y="960"/>
                  </a:lnTo>
                  <a:lnTo>
                    <a:pt x="108" y="972"/>
                  </a:lnTo>
                  <a:lnTo>
                    <a:pt x="114" y="978"/>
                  </a:lnTo>
                  <a:lnTo>
                    <a:pt x="120" y="990"/>
                  </a:lnTo>
                  <a:lnTo>
                    <a:pt x="120" y="996"/>
                  </a:lnTo>
                  <a:lnTo>
                    <a:pt x="102" y="1014"/>
                  </a:lnTo>
                  <a:lnTo>
                    <a:pt x="102" y="1038"/>
                  </a:lnTo>
                  <a:lnTo>
                    <a:pt x="96" y="1056"/>
                  </a:lnTo>
                  <a:lnTo>
                    <a:pt x="96" y="1086"/>
                  </a:lnTo>
                  <a:lnTo>
                    <a:pt x="84" y="1086"/>
                  </a:lnTo>
                  <a:lnTo>
                    <a:pt x="90" y="1092"/>
                  </a:lnTo>
                  <a:lnTo>
                    <a:pt x="96" y="1104"/>
                  </a:lnTo>
                  <a:lnTo>
                    <a:pt x="102" y="1110"/>
                  </a:lnTo>
                  <a:lnTo>
                    <a:pt x="108" y="1122"/>
                  </a:lnTo>
                  <a:lnTo>
                    <a:pt x="114" y="1128"/>
                  </a:lnTo>
                  <a:lnTo>
                    <a:pt x="114" y="1140"/>
                  </a:lnTo>
                  <a:lnTo>
                    <a:pt x="108" y="1152"/>
                  </a:lnTo>
                  <a:lnTo>
                    <a:pt x="108" y="1158"/>
                  </a:lnTo>
                  <a:lnTo>
                    <a:pt x="102" y="1176"/>
                  </a:lnTo>
                  <a:lnTo>
                    <a:pt x="78" y="1182"/>
                  </a:lnTo>
                  <a:lnTo>
                    <a:pt x="78" y="1188"/>
                  </a:lnTo>
                  <a:lnTo>
                    <a:pt x="84" y="1194"/>
                  </a:lnTo>
                  <a:lnTo>
                    <a:pt x="84" y="1206"/>
                  </a:lnTo>
                  <a:lnTo>
                    <a:pt x="90" y="1224"/>
                  </a:lnTo>
                  <a:lnTo>
                    <a:pt x="96" y="1236"/>
                  </a:lnTo>
                  <a:lnTo>
                    <a:pt x="96" y="1284"/>
                  </a:lnTo>
                  <a:lnTo>
                    <a:pt x="126" y="1308"/>
                  </a:lnTo>
                  <a:lnTo>
                    <a:pt x="126" y="1326"/>
                  </a:lnTo>
                  <a:lnTo>
                    <a:pt x="132" y="1326"/>
                  </a:lnTo>
                  <a:lnTo>
                    <a:pt x="150" y="1344"/>
                  </a:lnTo>
                  <a:lnTo>
                    <a:pt x="150" y="1350"/>
                  </a:lnTo>
                  <a:lnTo>
                    <a:pt x="144" y="1362"/>
                  </a:lnTo>
                  <a:lnTo>
                    <a:pt x="132" y="1368"/>
                  </a:lnTo>
                  <a:lnTo>
                    <a:pt x="126" y="1374"/>
                  </a:lnTo>
                  <a:lnTo>
                    <a:pt x="120" y="1374"/>
                  </a:lnTo>
                  <a:lnTo>
                    <a:pt x="132" y="1416"/>
                  </a:lnTo>
                  <a:lnTo>
                    <a:pt x="114" y="1428"/>
                  </a:lnTo>
                  <a:lnTo>
                    <a:pt x="132" y="1446"/>
                  </a:lnTo>
                  <a:lnTo>
                    <a:pt x="132" y="1452"/>
                  </a:lnTo>
                  <a:lnTo>
                    <a:pt x="126" y="1464"/>
                  </a:lnTo>
                  <a:lnTo>
                    <a:pt x="126" y="1470"/>
                  </a:lnTo>
                  <a:lnTo>
                    <a:pt x="144" y="1482"/>
                  </a:lnTo>
                  <a:lnTo>
                    <a:pt x="144" y="1494"/>
                  </a:lnTo>
                  <a:lnTo>
                    <a:pt x="138" y="1500"/>
                  </a:lnTo>
                  <a:lnTo>
                    <a:pt x="138" y="1530"/>
                  </a:lnTo>
                  <a:lnTo>
                    <a:pt x="144" y="1536"/>
                  </a:lnTo>
                  <a:lnTo>
                    <a:pt x="150" y="1548"/>
                  </a:lnTo>
                  <a:lnTo>
                    <a:pt x="150" y="1572"/>
                  </a:lnTo>
                  <a:lnTo>
                    <a:pt x="156" y="1584"/>
                  </a:lnTo>
                  <a:lnTo>
                    <a:pt x="174" y="1602"/>
                  </a:lnTo>
                  <a:lnTo>
                    <a:pt x="186" y="1608"/>
                  </a:lnTo>
                  <a:lnTo>
                    <a:pt x="198" y="1620"/>
                  </a:lnTo>
                  <a:lnTo>
                    <a:pt x="192" y="1620"/>
                  </a:lnTo>
                  <a:lnTo>
                    <a:pt x="180" y="1626"/>
                  </a:lnTo>
                  <a:lnTo>
                    <a:pt x="174" y="1632"/>
                  </a:lnTo>
                  <a:lnTo>
                    <a:pt x="174" y="1644"/>
                  </a:lnTo>
                  <a:lnTo>
                    <a:pt x="180" y="1656"/>
                  </a:lnTo>
                  <a:lnTo>
                    <a:pt x="180" y="1674"/>
                  </a:lnTo>
                  <a:lnTo>
                    <a:pt x="186" y="1686"/>
                  </a:lnTo>
                  <a:lnTo>
                    <a:pt x="186" y="1698"/>
                  </a:lnTo>
                  <a:lnTo>
                    <a:pt x="192" y="1704"/>
                  </a:lnTo>
                  <a:lnTo>
                    <a:pt x="216" y="1716"/>
                  </a:lnTo>
                  <a:lnTo>
                    <a:pt x="210" y="1746"/>
                  </a:lnTo>
                  <a:lnTo>
                    <a:pt x="216" y="1746"/>
                  </a:lnTo>
                  <a:lnTo>
                    <a:pt x="228" y="1752"/>
                  </a:lnTo>
                  <a:lnTo>
                    <a:pt x="234" y="1758"/>
                  </a:lnTo>
                  <a:lnTo>
                    <a:pt x="234" y="1764"/>
                  </a:lnTo>
                  <a:lnTo>
                    <a:pt x="240" y="1776"/>
                  </a:lnTo>
                  <a:lnTo>
                    <a:pt x="240" y="1806"/>
                  </a:lnTo>
                  <a:lnTo>
                    <a:pt x="252" y="1818"/>
                  </a:lnTo>
                  <a:lnTo>
                    <a:pt x="282" y="1818"/>
                  </a:lnTo>
                  <a:lnTo>
                    <a:pt x="294" y="1824"/>
                  </a:lnTo>
                  <a:lnTo>
                    <a:pt x="294" y="1830"/>
                  </a:lnTo>
                  <a:lnTo>
                    <a:pt x="288" y="1836"/>
                  </a:lnTo>
                  <a:lnTo>
                    <a:pt x="276" y="1836"/>
                  </a:lnTo>
                  <a:lnTo>
                    <a:pt x="264" y="1842"/>
                  </a:lnTo>
                  <a:lnTo>
                    <a:pt x="246" y="1842"/>
                  </a:lnTo>
                  <a:lnTo>
                    <a:pt x="252" y="1848"/>
                  </a:lnTo>
                  <a:lnTo>
                    <a:pt x="258" y="1848"/>
                  </a:lnTo>
                  <a:lnTo>
                    <a:pt x="270" y="1854"/>
                  </a:lnTo>
                  <a:lnTo>
                    <a:pt x="276" y="1860"/>
                  </a:lnTo>
                  <a:lnTo>
                    <a:pt x="288" y="1860"/>
                  </a:lnTo>
                  <a:lnTo>
                    <a:pt x="312" y="1884"/>
                  </a:lnTo>
                  <a:lnTo>
                    <a:pt x="306" y="1890"/>
                  </a:lnTo>
                  <a:lnTo>
                    <a:pt x="300" y="1902"/>
                  </a:lnTo>
                  <a:lnTo>
                    <a:pt x="288" y="1914"/>
                  </a:lnTo>
                  <a:lnTo>
                    <a:pt x="312" y="1932"/>
                  </a:lnTo>
                  <a:lnTo>
                    <a:pt x="306" y="1956"/>
                  </a:lnTo>
                  <a:lnTo>
                    <a:pt x="330" y="1980"/>
                  </a:lnTo>
                  <a:lnTo>
                    <a:pt x="324" y="2016"/>
                  </a:lnTo>
                  <a:lnTo>
                    <a:pt x="336" y="2040"/>
                  </a:lnTo>
                  <a:lnTo>
                    <a:pt x="324" y="2046"/>
                  </a:lnTo>
                  <a:lnTo>
                    <a:pt x="318" y="2088"/>
                  </a:lnTo>
                  <a:lnTo>
                    <a:pt x="324" y="2088"/>
                  </a:lnTo>
                  <a:lnTo>
                    <a:pt x="348" y="2112"/>
                  </a:lnTo>
                  <a:lnTo>
                    <a:pt x="348" y="2118"/>
                  </a:lnTo>
                  <a:lnTo>
                    <a:pt x="342" y="2118"/>
                  </a:lnTo>
                  <a:lnTo>
                    <a:pt x="330" y="2124"/>
                  </a:lnTo>
                  <a:lnTo>
                    <a:pt x="324" y="2130"/>
                  </a:lnTo>
                  <a:lnTo>
                    <a:pt x="348" y="2154"/>
                  </a:lnTo>
                  <a:lnTo>
                    <a:pt x="348" y="2160"/>
                  </a:lnTo>
                  <a:lnTo>
                    <a:pt x="342" y="2166"/>
                  </a:lnTo>
                  <a:lnTo>
                    <a:pt x="336" y="2166"/>
                  </a:lnTo>
                  <a:lnTo>
                    <a:pt x="330" y="2172"/>
                  </a:lnTo>
                  <a:lnTo>
                    <a:pt x="324" y="2172"/>
                  </a:lnTo>
                  <a:lnTo>
                    <a:pt x="324" y="2196"/>
                  </a:lnTo>
                  <a:lnTo>
                    <a:pt x="312" y="2202"/>
                  </a:lnTo>
                  <a:lnTo>
                    <a:pt x="312" y="2214"/>
                  </a:lnTo>
                  <a:lnTo>
                    <a:pt x="318" y="2226"/>
                  </a:lnTo>
                  <a:lnTo>
                    <a:pt x="324" y="2232"/>
                  </a:lnTo>
                  <a:lnTo>
                    <a:pt x="324" y="2268"/>
                  </a:lnTo>
                  <a:lnTo>
                    <a:pt x="354" y="2274"/>
                  </a:lnTo>
                  <a:lnTo>
                    <a:pt x="354" y="2280"/>
                  </a:lnTo>
                  <a:lnTo>
                    <a:pt x="360" y="2286"/>
                  </a:lnTo>
                  <a:lnTo>
                    <a:pt x="360" y="2298"/>
                  </a:lnTo>
                  <a:lnTo>
                    <a:pt x="366" y="2304"/>
                  </a:lnTo>
                  <a:lnTo>
                    <a:pt x="378" y="2310"/>
                  </a:lnTo>
                  <a:lnTo>
                    <a:pt x="384" y="2310"/>
                  </a:lnTo>
                  <a:lnTo>
                    <a:pt x="396" y="2298"/>
                  </a:lnTo>
                  <a:lnTo>
                    <a:pt x="414" y="2298"/>
                  </a:lnTo>
                  <a:lnTo>
                    <a:pt x="426" y="2304"/>
                  </a:lnTo>
                  <a:lnTo>
                    <a:pt x="438" y="2316"/>
                  </a:lnTo>
                  <a:lnTo>
                    <a:pt x="438" y="2340"/>
                  </a:lnTo>
                  <a:lnTo>
                    <a:pt x="456" y="2364"/>
                  </a:lnTo>
                  <a:lnTo>
                    <a:pt x="468" y="2382"/>
                  </a:lnTo>
                  <a:lnTo>
                    <a:pt x="504" y="2400"/>
                  </a:lnTo>
                  <a:lnTo>
                    <a:pt x="522" y="2418"/>
                  </a:lnTo>
                  <a:lnTo>
                    <a:pt x="534" y="2418"/>
                  </a:lnTo>
                  <a:lnTo>
                    <a:pt x="546" y="2412"/>
                  </a:lnTo>
                  <a:lnTo>
                    <a:pt x="642" y="2412"/>
                  </a:lnTo>
                  <a:lnTo>
                    <a:pt x="666" y="2430"/>
                  </a:lnTo>
                  <a:lnTo>
                    <a:pt x="660" y="2442"/>
                  </a:lnTo>
                  <a:lnTo>
                    <a:pt x="666" y="2424"/>
                  </a:lnTo>
                  <a:lnTo>
                    <a:pt x="672" y="2418"/>
                  </a:lnTo>
                  <a:lnTo>
                    <a:pt x="684" y="2418"/>
                  </a:lnTo>
                  <a:lnTo>
                    <a:pt x="690" y="2424"/>
                  </a:lnTo>
                  <a:lnTo>
                    <a:pt x="702" y="2424"/>
                  </a:lnTo>
                  <a:lnTo>
                    <a:pt x="714" y="2430"/>
                  </a:lnTo>
                  <a:lnTo>
                    <a:pt x="720" y="2436"/>
                  </a:lnTo>
                  <a:lnTo>
                    <a:pt x="678" y="2382"/>
                  </a:lnTo>
                  <a:lnTo>
                    <a:pt x="660" y="2382"/>
                  </a:lnTo>
                  <a:lnTo>
                    <a:pt x="666" y="2370"/>
                  </a:lnTo>
                  <a:lnTo>
                    <a:pt x="630" y="2340"/>
                  </a:lnTo>
                  <a:lnTo>
                    <a:pt x="630" y="2310"/>
                  </a:lnTo>
                  <a:lnTo>
                    <a:pt x="618" y="2298"/>
                  </a:lnTo>
                  <a:lnTo>
                    <a:pt x="624" y="2286"/>
                  </a:lnTo>
                  <a:lnTo>
                    <a:pt x="630" y="2286"/>
                  </a:lnTo>
                  <a:lnTo>
                    <a:pt x="642" y="2274"/>
                  </a:lnTo>
                  <a:lnTo>
                    <a:pt x="642" y="2268"/>
                  </a:lnTo>
                  <a:lnTo>
                    <a:pt x="636" y="2268"/>
                  </a:lnTo>
                  <a:lnTo>
                    <a:pt x="624" y="2262"/>
                  </a:lnTo>
                  <a:lnTo>
                    <a:pt x="606" y="2262"/>
                  </a:lnTo>
                  <a:lnTo>
                    <a:pt x="618" y="2250"/>
                  </a:lnTo>
                  <a:lnTo>
                    <a:pt x="618" y="2232"/>
                  </a:lnTo>
                  <a:lnTo>
                    <a:pt x="636" y="2256"/>
                  </a:lnTo>
                  <a:lnTo>
                    <a:pt x="648" y="2262"/>
                  </a:lnTo>
                  <a:lnTo>
                    <a:pt x="666" y="2262"/>
                  </a:lnTo>
                  <a:lnTo>
                    <a:pt x="672" y="2256"/>
                  </a:lnTo>
                  <a:lnTo>
                    <a:pt x="678" y="2244"/>
                  </a:lnTo>
                  <a:lnTo>
                    <a:pt x="678" y="2226"/>
                  </a:lnTo>
                  <a:lnTo>
                    <a:pt x="672" y="2208"/>
                  </a:lnTo>
                  <a:lnTo>
                    <a:pt x="666" y="2196"/>
                  </a:lnTo>
                  <a:lnTo>
                    <a:pt x="666" y="2178"/>
                  </a:lnTo>
                  <a:lnTo>
                    <a:pt x="678" y="2154"/>
                  </a:lnTo>
                  <a:lnTo>
                    <a:pt x="690" y="2142"/>
                  </a:lnTo>
                  <a:lnTo>
                    <a:pt x="708" y="2130"/>
                  </a:lnTo>
                  <a:lnTo>
                    <a:pt x="738" y="2100"/>
                  </a:lnTo>
                  <a:lnTo>
                    <a:pt x="726" y="2088"/>
                  </a:lnTo>
                  <a:lnTo>
                    <a:pt x="702" y="2088"/>
                  </a:lnTo>
                  <a:lnTo>
                    <a:pt x="726" y="2082"/>
                  </a:lnTo>
                  <a:lnTo>
                    <a:pt x="726" y="2064"/>
                  </a:lnTo>
                  <a:lnTo>
                    <a:pt x="714" y="2040"/>
                  </a:lnTo>
                  <a:lnTo>
                    <a:pt x="708" y="2034"/>
                  </a:lnTo>
                  <a:lnTo>
                    <a:pt x="696" y="2028"/>
                  </a:lnTo>
                  <a:lnTo>
                    <a:pt x="690" y="2028"/>
                  </a:lnTo>
                  <a:lnTo>
                    <a:pt x="684" y="2034"/>
                  </a:lnTo>
                  <a:lnTo>
                    <a:pt x="672" y="2016"/>
                  </a:lnTo>
                  <a:lnTo>
                    <a:pt x="642" y="2016"/>
                  </a:lnTo>
                  <a:lnTo>
                    <a:pt x="636" y="2010"/>
                  </a:lnTo>
                  <a:lnTo>
                    <a:pt x="624" y="2004"/>
                  </a:lnTo>
                  <a:lnTo>
                    <a:pt x="606" y="1992"/>
                  </a:lnTo>
                  <a:lnTo>
                    <a:pt x="582" y="1968"/>
                  </a:lnTo>
                  <a:lnTo>
                    <a:pt x="570" y="1950"/>
                  </a:lnTo>
                  <a:lnTo>
                    <a:pt x="564" y="1938"/>
                  </a:lnTo>
                  <a:lnTo>
                    <a:pt x="564" y="1926"/>
                  </a:lnTo>
                  <a:lnTo>
                    <a:pt x="570" y="1914"/>
                  </a:lnTo>
                  <a:lnTo>
                    <a:pt x="570" y="1908"/>
                  </a:lnTo>
                  <a:lnTo>
                    <a:pt x="576" y="1908"/>
                  </a:lnTo>
                  <a:lnTo>
                    <a:pt x="582" y="1902"/>
                  </a:lnTo>
                  <a:lnTo>
                    <a:pt x="594" y="1878"/>
                  </a:lnTo>
                  <a:lnTo>
                    <a:pt x="606" y="1878"/>
                  </a:lnTo>
                  <a:lnTo>
                    <a:pt x="612" y="1860"/>
                  </a:lnTo>
                  <a:lnTo>
                    <a:pt x="666" y="1860"/>
                  </a:lnTo>
                  <a:lnTo>
                    <a:pt x="654" y="1848"/>
                  </a:lnTo>
                  <a:lnTo>
                    <a:pt x="654" y="1824"/>
                  </a:lnTo>
                  <a:lnTo>
                    <a:pt x="666" y="1824"/>
                  </a:lnTo>
                  <a:lnTo>
                    <a:pt x="666" y="1794"/>
                  </a:lnTo>
                  <a:lnTo>
                    <a:pt x="660" y="1788"/>
                  </a:lnTo>
                  <a:lnTo>
                    <a:pt x="654" y="1776"/>
                  </a:lnTo>
                  <a:lnTo>
                    <a:pt x="642" y="1764"/>
                  </a:lnTo>
                  <a:lnTo>
                    <a:pt x="642" y="1746"/>
                  </a:lnTo>
                  <a:lnTo>
                    <a:pt x="648" y="1728"/>
                  </a:lnTo>
                  <a:lnTo>
                    <a:pt x="654" y="1716"/>
                  </a:lnTo>
                  <a:lnTo>
                    <a:pt x="666" y="1710"/>
                  </a:lnTo>
                  <a:lnTo>
                    <a:pt x="672" y="1704"/>
                  </a:lnTo>
                  <a:lnTo>
                    <a:pt x="684" y="1704"/>
                  </a:lnTo>
                  <a:lnTo>
                    <a:pt x="684" y="1692"/>
                  </a:lnTo>
                  <a:lnTo>
                    <a:pt x="660" y="1692"/>
                  </a:lnTo>
                  <a:lnTo>
                    <a:pt x="648" y="1686"/>
                  </a:lnTo>
                  <a:lnTo>
                    <a:pt x="642" y="1680"/>
                  </a:lnTo>
                  <a:lnTo>
                    <a:pt x="642" y="1674"/>
                  </a:lnTo>
                  <a:lnTo>
                    <a:pt x="654" y="1668"/>
                  </a:lnTo>
                  <a:lnTo>
                    <a:pt x="666" y="1668"/>
                  </a:lnTo>
                  <a:lnTo>
                    <a:pt x="702" y="1686"/>
                  </a:lnTo>
                  <a:lnTo>
                    <a:pt x="708" y="1692"/>
                  </a:lnTo>
                  <a:lnTo>
                    <a:pt x="714" y="1692"/>
                  </a:lnTo>
                  <a:lnTo>
                    <a:pt x="720" y="1686"/>
                  </a:lnTo>
                  <a:lnTo>
                    <a:pt x="732" y="1680"/>
                  </a:lnTo>
                  <a:lnTo>
                    <a:pt x="732" y="1656"/>
                  </a:lnTo>
                  <a:lnTo>
                    <a:pt x="726" y="1644"/>
                  </a:lnTo>
                  <a:lnTo>
                    <a:pt x="708" y="1626"/>
                  </a:lnTo>
                  <a:lnTo>
                    <a:pt x="696" y="1626"/>
                  </a:lnTo>
                  <a:lnTo>
                    <a:pt x="690" y="1632"/>
                  </a:lnTo>
                  <a:lnTo>
                    <a:pt x="690" y="1650"/>
                  </a:lnTo>
                  <a:lnTo>
                    <a:pt x="684" y="1656"/>
                  </a:lnTo>
                  <a:lnTo>
                    <a:pt x="666" y="1656"/>
                  </a:lnTo>
                  <a:lnTo>
                    <a:pt x="654" y="1650"/>
                  </a:lnTo>
                  <a:lnTo>
                    <a:pt x="648" y="1644"/>
                  </a:lnTo>
                  <a:lnTo>
                    <a:pt x="648" y="1638"/>
                  </a:lnTo>
                  <a:lnTo>
                    <a:pt x="612" y="1638"/>
                  </a:lnTo>
                  <a:lnTo>
                    <a:pt x="606" y="1632"/>
                  </a:lnTo>
                  <a:lnTo>
                    <a:pt x="606" y="1572"/>
                  </a:lnTo>
                  <a:lnTo>
                    <a:pt x="600" y="1566"/>
                  </a:lnTo>
                  <a:lnTo>
                    <a:pt x="594" y="1554"/>
                  </a:lnTo>
                  <a:lnTo>
                    <a:pt x="588" y="1536"/>
                  </a:lnTo>
                  <a:lnTo>
                    <a:pt x="588" y="1524"/>
                  </a:lnTo>
                  <a:lnTo>
                    <a:pt x="594" y="1518"/>
                  </a:lnTo>
                  <a:lnTo>
                    <a:pt x="600" y="1518"/>
                  </a:lnTo>
                  <a:lnTo>
                    <a:pt x="606" y="1524"/>
                  </a:lnTo>
                  <a:lnTo>
                    <a:pt x="618" y="1524"/>
                  </a:lnTo>
                  <a:lnTo>
                    <a:pt x="624" y="1530"/>
                  </a:lnTo>
                  <a:lnTo>
                    <a:pt x="636" y="1536"/>
                  </a:lnTo>
                  <a:lnTo>
                    <a:pt x="672" y="1548"/>
                  </a:lnTo>
                  <a:lnTo>
                    <a:pt x="690" y="1560"/>
                  </a:lnTo>
                  <a:lnTo>
                    <a:pt x="708" y="1560"/>
                  </a:lnTo>
                  <a:lnTo>
                    <a:pt x="726" y="1554"/>
                  </a:lnTo>
                  <a:lnTo>
                    <a:pt x="738" y="1542"/>
                  </a:lnTo>
                  <a:lnTo>
                    <a:pt x="750" y="1536"/>
                  </a:lnTo>
                  <a:lnTo>
                    <a:pt x="768" y="1530"/>
                  </a:lnTo>
                  <a:lnTo>
                    <a:pt x="774" y="1524"/>
                  </a:lnTo>
                  <a:lnTo>
                    <a:pt x="774" y="1512"/>
                  </a:lnTo>
                  <a:lnTo>
                    <a:pt x="762" y="1506"/>
                  </a:lnTo>
                  <a:lnTo>
                    <a:pt x="750" y="1494"/>
                  </a:lnTo>
                  <a:lnTo>
                    <a:pt x="738" y="1488"/>
                  </a:lnTo>
                  <a:lnTo>
                    <a:pt x="738" y="1464"/>
                  </a:lnTo>
                  <a:lnTo>
                    <a:pt x="744" y="1452"/>
                  </a:lnTo>
                  <a:lnTo>
                    <a:pt x="750" y="1446"/>
                  </a:lnTo>
                  <a:lnTo>
                    <a:pt x="750" y="1434"/>
                  </a:lnTo>
                  <a:lnTo>
                    <a:pt x="756" y="1422"/>
                  </a:lnTo>
                  <a:lnTo>
                    <a:pt x="744" y="1410"/>
                  </a:lnTo>
                  <a:lnTo>
                    <a:pt x="726" y="1410"/>
                  </a:lnTo>
                  <a:lnTo>
                    <a:pt x="720" y="1386"/>
                  </a:lnTo>
                  <a:lnTo>
                    <a:pt x="714" y="1380"/>
                  </a:lnTo>
                  <a:lnTo>
                    <a:pt x="714" y="1368"/>
                  </a:lnTo>
                  <a:lnTo>
                    <a:pt x="720" y="1362"/>
                  </a:lnTo>
                  <a:lnTo>
                    <a:pt x="726" y="1362"/>
                  </a:lnTo>
                  <a:lnTo>
                    <a:pt x="732" y="1374"/>
                  </a:lnTo>
                  <a:lnTo>
                    <a:pt x="738" y="1380"/>
                  </a:lnTo>
                  <a:lnTo>
                    <a:pt x="738" y="1386"/>
                  </a:lnTo>
                  <a:lnTo>
                    <a:pt x="744" y="1398"/>
                  </a:lnTo>
                  <a:lnTo>
                    <a:pt x="756" y="1398"/>
                  </a:lnTo>
                  <a:lnTo>
                    <a:pt x="750" y="1380"/>
                  </a:lnTo>
                  <a:lnTo>
                    <a:pt x="828" y="1386"/>
                  </a:lnTo>
                  <a:lnTo>
                    <a:pt x="834" y="1380"/>
                  </a:lnTo>
                  <a:lnTo>
                    <a:pt x="840" y="1380"/>
                  </a:lnTo>
                  <a:lnTo>
                    <a:pt x="846" y="1374"/>
                  </a:lnTo>
                  <a:lnTo>
                    <a:pt x="864" y="1368"/>
                  </a:lnTo>
                  <a:lnTo>
                    <a:pt x="894" y="1362"/>
                  </a:lnTo>
                  <a:lnTo>
                    <a:pt x="930" y="1350"/>
                  </a:lnTo>
                  <a:lnTo>
                    <a:pt x="972" y="1338"/>
                  </a:lnTo>
                  <a:lnTo>
                    <a:pt x="1002" y="1326"/>
                  </a:lnTo>
                  <a:lnTo>
                    <a:pt x="1014" y="1320"/>
                  </a:lnTo>
                  <a:lnTo>
                    <a:pt x="1014" y="1284"/>
                  </a:lnTo>
                  <a:lnTo>
                    <a:pt x="1032" y="1272"/>
                  </a:lnTo>
                  <a:lnTo>
                    <a:pt x="1044" y="1218"/>
                  </a:lnTo>
                  <a:lnTo>
                    <a:pt x="1038" y="1194"/>
                  </a:lnTo>
                  <a:lnTo>
                    <a:pt x="1038" y="1170"/>
                  </a:lnTo>
                  <a:lnTo>
                    <a:pt x="1032" y="1170"/>
                  </a:lnTo>
                  <a:lnTo>
                    <a:pt x="1026" y="1164"/>
                  </a:lnTo>
                  <a:lnTo>
                    <a:pt x="1002" y="1152"/>
                  </a:lnTo>
                  <a:lnTo>
                    <a:pt x="990" y="1152"/>
                  </a:lnTo>
                  <a:lnTo>
                    <a:pt x="984" y="1146"/>
                  </a:lnTo>
                  <a:lnTo>
                    <a:pt x="978" y="1146"/>
                  </a:lnTo>
                  <a:lnTo>
                    <a:pt x="972" y="1140"/>
                  </a:lnTo>
                  <a:lnTo>
                    <a:pt x="990" y="1122"/>
                  </a:lnTo>
                  <a:lnTo>
                    <a:pt x="990" y="1092"/>
                  </a:lnTo>
                  <a:lnTo>
                    <a:pt x="984" y="1080"/>
                  </a:lnTo>
                  <a:lnTo>
                    <a:pt x="978" y="1074"/>
                  </a:lnTo>
                  <a:lnTo>
                    <a:pt x="954" y="1062"/>
                  </a:lnTo>
                  <a:lnTo>
                    <a:pt x="918" y="1050"/>
                  </a:lnTo>
                  <a:lnTo>
                    <a:pt x="906" y="1044"/>
                  </a:lnTo>
                  <a:lnTo>
                    <a:pt x="888" y="1032"/>
                  </a:lnTo>
                  <a:lnTo>
                    <a:pt x="876" y="1020"/>
                  </a:lnTo>
                  <a:lnTo>
                    <a:pt x="876" y="1002"/>
                  </a:lnTo>
                  <a:lnTo>
                    <a:pt x="882" y="990"/>
                  </a:lnTo>
                  <a:lnTo>
                    <a:pt x="888" y="990"/>
                  </a:lnTo>
                  <a:lnTo>
                    <a:pt x="888" y="984"/>
                  </a:lnTo>
                  <a:lnTo>
                    <a:pt x="858" y="948"/>
                  </a:lnTo>
                  <a:lnTo>
                    <a:pt x="858" y="900"/>
                  </a:lnTo>
                  <a:lnTo>
                    <a:pt x="882" y="900"/>
                  </a:lnTo>
                  <a:lnTo>
                    <a:pt x="888" y="894"/>
                  </a:lnTo>
                  <a:lnTo>
                    <a:pt x="894" y="894"/>
                  </a:lnTo>
                  <a:lnTo>
                    <a:pt x="894" y="888"/>
                  </a:lnTo>
                  <a:lnTo>
                    <a:pt x="888" y="876"/>
                  </a:lnTo>
                  <a:lnTo>
                    <a:pt x="876" y="870"/>
                  </a:lnTo>
                  <a:lnTo>
                    <a:pt x="870" y="858"/>
                  </a:lnTo>
                  <a:lnTo>
                    <a:pt x="864" y="852"/>
                  </a:lnTo>
                  <a:lnTo>
                    <a:pt x="876" y="834"/>
                  </a:lnTo>
                  <a:lnTo>
                    <a:pt x="864" y="822"/>
                  </a:lnTo>
                  <a:lnTo>
                    <a:pt x="858" y="810"/>
                  </a:lnTo>
                  <a:lnTo>
                    <a:pt x="852" y="804"/>
                  </a:lnTo>
                  <a:lnTo>
                    <a:pt x="864" y="792"/>
                  </a:lnTo>
                  <a:lnTo>
                    <a:pt x="882" y="792"/>
                  </a:lnTo>
                  <a:lnTo>
                    <a:pt x="858" y="774"/>
                  </a:lnTo>
                  <a:lnTo>
                    <a:pt x="858" y="738"/>
                  </a:lnTo>
                  <a:lnTo>
                    <a:pt x="882" y="726"/>
                  </a:lnTo>
                  <a:lnTo>
                    <a:pt x="876" y="726"/>
                  </a:lnTo>
                  <a:lnTo>
                    <a:pt x="852" y="702"/>
                  </a:lnTo>
                  <a:lnTo>
                    <a:pt x="852" y="696"/>
                  </a:lnTo>
                  <a:lnTo>
                    <a:pt x="870" y="678"/>
                  </a:lnTo>
                  <a:lnTo>
                    <a:pt x="870" y="666"/>
                  </a:lnTo>
                  <a:lnTo>
                    <a:pt x="876" y="654"/>
                  </a:lnTo>
                  <a:lnTo>
                    <a:pt x="876" y="642"/>
                  </a:lnTo>
                  <a:lnTo>
                    <a:pt x="882" y="636"/>
                  </a:lnTo>
                  <a:lnTo>
                    <a:pt x="900" y="636"/>
                  </a:lnTo>
                  <a:lnTo>
                    <a:pt x="906" y="630"/>
                  </a:lnTo>
                  <a:lnTo>
                    <a:pt x="912" y="618"/>
                  </a:lnTo>
                  <a:lnTo>
                    <a:pt x="918" y="612"/>
                  </a:lnTo>
                  <a:lnTo>
                    <a:pt x="918" y="588"/>
                  </a:lnTo>
                  <a:lnTo>
                    <a:pt x="930" y="588"/>
                  </a:lnTo>
                  <a:lnTo>
                    <a:pt x="948" y="570"/>
                  </a:lnTo>
                  <a:lnTo>
                    <a:pt x="948" y="558"/>
                  </a:lnTo>
                  <a:lnTo>
                    <a:pt x="954" y="546"/>
                  </a:lnTo>
                  <a:lnTo>
                    <a:pt x="954" y="534"/>
                  </a:lnTo>
                  <a:close/>
                  <a:moveTo>
                    <a:pt x="930" y="1020"/>
                  </a:moveTo>
                  <a:lnTo>
                    <a:pt x="942" y="1020"/>
                  </a:lnTo>
                  <a:lnTo>
                    <a:pt x="930" y="1014"/>
                  </a:lnTo>
                  <a:lnTo>
                    <a:pt x="930" y="1020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540" name="Angola" descr="© INSCALE GmbH, 05.05.2010&#10;http://www.presentationload.com/">
              <a:extLst>
                <a:ext uri="{FF2B5EF4-FFF2-40B4-BE49-F238E27FC236}">
                  <a16:creationId xmlns:a16="http://schemas.microsoft.com/office/drawing/2014/main" id="{7F3BFCE3-CC74-4B3E-BB6F-4500C0249897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005979" y="3114996"/>
              <a:ext cx="293379" cy="363493"/>
            </a:xfrm>
            <a:custGeom>
              <a:avLst/>
              <a:gdLst>
                <a:gd name="T0" fmla="*/ 2147483647 w 888"/>
                <a:gd name="T1" fmla="*/ 2147483647 h 1104"/>
                <a:gd name="T2" fmla="*/ 2147483647 w 888"/>
                <a:gd name="T3" fmla="*/ 2147483647 h 1104"/>
                <a:gd name="T4" fmla="*/ 2147483647 w 888"/>
                <a:gd name="T5" fmla="*/ 2147483647 h 1104"/>
                <a:gd name="T6" fmla="*/ 2147483647 w 888"/>
                <a:gd name="T7" fmla="*/ 0 h 1104"/>
                <a:gd name="T8" fmla="*/ 2147483647 w 888"/>
                <a:gd name="T9" fmla="*/ 2147483647 h 1104"/>
                <a:gd name="T10" fmla="*/ 2147483647 w 888"/>
                <a:gd name="T11" fmla="*/ 2147483647 h 1104"/>
                <a:gd name="T12" fmla="*/ 2147483647 w 888"/>
                <a:gd name="T13" fmla="*/ 2147483647 h 1104"/>
                <a:gd name="T14" fmla="*/ 2147483647 w 888"/>
                <a:gd name="T15" fmla="*/ 2147483647 h 1104"/>
                <a:gd name="T16" fmla="*/ 2147483647 w 888"/>
                <a:gd name="T17" fmla="*/ 2147483647 h 1104"/>
                <a:gd name="T18" fmla="*/ 2147483647 w 888"/>
                <a:gd name="T19" fmla="*/ 2147483647 h 1104"/>
                <a:gd name="T20" fmla="*/ 2147483647 w 888"/>
                <a:gd name="T21" fmla="*/ 2147483647 h 1104"/>
                <a:gd name="T22" fmla="*/ 2147483647 w 888"/>
                <a:gd name="T23" fmla="*/ 2147483647 h 1104"/>
                <a:gd name="T24" fmla="*/ 2147483647 w 888"/>
                <a:gd name="T25" fmla="*/ 2147483647 h 1104"/>
                <a:gd name="T26" fmla="*/ 2147483647 w 888"/>
                <a:gd name="T27" fmla="*/ 2147483647 h 1104"/>
                <a:gd name="T28" fmla="*/ 2147483647 w 888"/>
                <a:gd name="T29" fmla="*/ 2147483647 h 1104"/>
                <a:gd name="T30" fmla="*/ 2147483647 w 888"/>
                <a:gd name="T31" fmla="*/ 2147483647 h 1104"/>
                <a:gd name="T32" fmla="*/ 2147483647 w 888"/>
                <a:gd name="T33" fmla="*/ 2147483647 h 1104"/>
                <a:gd name="T34" fmla="*/ 2147483647 w 888"/>
                <a:gd name="T35" fmla="*/ 2147483647 h 1104"/>
                <a:gd name="T36" fmla="*/ 2147483647 w 888"/>
                <a:gd name="T37" fmla="*/ 2147483647 h 1104"/>
                <a:gd name="T38" fmla="*/ 2147483647 w 888"/>
                <a:gd name="T39" fmla="*/ 2147483647 h 1104"/>
                <a:gd name="T40" fmla="*/ 2147483647 w 888"/>
                <a:gd name="T41" fmla="*/ 2147483647 h 1104"/>
                <a:gd name="T42" fmla="*/ 2147483647 w 888"/>
                <a:gd name="T43" fmla="*/ 2147483647 h 1104"/>
                <a:gd name="T44" fmla="*/ 2147483647 w 888"/>
                <a:gd name="T45" fmla="*/ 2147483647 h 1104"/>
                <a:gd name="T46" fmla="*/ 2147483647 w 888"/>
                <a:gd name="T47" fmla="*/ 2147483647 h 1104"/>
                <a:gd name="T48" fmla="*/ 2147483647 w 888"/>
                <a:gd name="T49" fmla="*/ 2147483647 h 1104"/>
                <a:gd name="T50" fmla="*/ 2147483647 w 888"/>
                <a:gd name="T51" fmla="*/ 2147483647 h 1104"/>
                <a:gd name="T52" fmla="*/ 2147483647 w 888"/>
                <a:gd name="T53" fmla="*/ 2147483647 h 1104"/>
                <a:gd name="T54" fmla="*/ 2147483647 w 888"/>
                <a:gd name="T55" fmla="*/ 2147483647 h 1104"/>
                <a:gd name="T56" fmla="*/ 2147483647 w 888"/>
                <a:gd name="T57" fmla="*/ 2147483647 h 1104"/>
                <a:gd name="T58" fmla="*/ 2147483647 w 888"/>
                <a:gd name="T59" fmla="*/ 2147483647 h 1104"/>
                <a:gd name="T60" fmla="*/ 2147483647 w 888"/>
                <a:gd name="T61" fmla="*/ 2147483647 h 1104"/>
                <a:gd name="T62" fmla="*/ 2147483647 w 888"/>
                <a:gd name="T63" fmla="*/ 2147483647 h 1104"/>
                <a:gd name="T64" fmla="*/ 2147483647 w 888"/>
                <a:gd name="T65" fmla="*/ 2147483647 h 1104"/>
                <a:gd name="T66" fmla="*/ 2147483647 w 888"/>
                <a:gd name="T67" fmla="*/ 2147483647 h 1104"/>
                <a:gd name="T68" fmla="*/ 2147483647 w 888"/>
                <a:gd name="T69" fmla="*/ 2147483647 h 1104"/>
                <a:gd name="T70" fmla="*/ 2147483647 w 888"/>
                <a:gd name="T71" fmla="*/ 2147483647 h 1104"/>
                <a:gd name="T72" fmla="*/ 2147483647 w 888"/>
                <a:gd name="T73" fmla="*/ 2147483647 h 1104"/>
                <a:gd name="T74" fmla="*/ 0 w 888"/>
                <a:gd name="T75" fmla="*/ 2147483647 h 1104"/>
                <a:gd name="T76" fmla="*/ 2147483647 w 888"/>
                <a:gd name="T77" fmla="*/ 2147483647 h 1104"/>
                <a:gd name="T78" fmla="*/ 2147483647 w 888"/>
                <a:gd name="T79" fmla="*/ 2147483647 h 1104"/>
                <a:gd name="T80" fmla="*/ 2147483647 w 888"/>
                <a:gd name="T81" fmla="*/ 2147483647 h 1104"/>
                <a:gd name="T82" fmla="*/ 2147483647 w 888"/>
                <a:gd name="T83" fmla="*/ 2147483647 h 1104"/>
                <a:gd name="T84" fmla="*/ 2147483647 w 888"/>
                <a:gd name="T85" fmla="*/ 2147483647 h 1104"/>
                <a:gd name="T86" fmla="*/ 2147483647 w 888"/>
                <a:gd name="T87" fmla="*/ 2147483647 h 1104"/>
                <a:gd name="T88" fmla="*/ 2147483647 w 888"/>
                <a:gd name="T89" fmla="*/ 2147483647 h 1104"/>
                <a:gd name="T90" fmla="*/ 2147483647 w 888"/>
                <a:gd name="T91" fmla="*/ 2147483647 h 1104"/>
                <a:gd name="T92" fmla="*/ 2147483647 w 888"/>
                <a:gd name="T93" fmla="*/ 2147483647 h 1104"/>
                <a:gd name="T94" fmla="*/ 2147483647 w 888"/>
                <a:gd name="T95" fmla="*/ 2147483647 h 110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888"/>
                <a:gd name="T145" fmla="*/ 0 h 1104"/>
                <a:gd name="T146" fmla="*/ 888 w 888"/>
                <a:gd name="T147" fmla="*/ 1104 h 110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888" h="1104">
                  <a:moveTo>
                    <a:pt x="42" y="114"/>
                  </a:moveTo>
                  <a:lnTo>
                    <a:pt x="42" y="120"/>
                  </a:lnTo>
                  <a:lnTo>
                    <a:pt x="48" y="120"/>
                  </a:lnTo>
                  <a:lnTo>
                    <a:pt x="54" y="114"/>
                  </a:lnTo>
                  <a:lnTo>
                    <a:pt x="66" y="108"/>
                  </a:lnTo>
                  <a:lnTo>
                    <a:pt x="72" y="102"/>
                  </a:lnTo>
                  <a:lnTo>
                    <a:pt x="72" y="96"/>
                  </a:lnTo>
                  <a:lnTo>
                    <a:pt x="66" y="84"/>
                  </a:lnTo>
                  <a:lnTo>
                    <a:pt x="66" y="78"/>
                  </a:lnTo>
                  <a:lnTo>
                    <a:pt x="60" y="66"/>
                  </a:lnTo>
                  <a:lnTo>
                    <a:pt x="96" y="36"/>
                  </a:lnTo>
                  <a:lnTo>
                    <a:pt x="102" y="24"/>
                  </a:lnTo>
                  <a:lnTo>
                    <a:pt x="102" y="18"/>
                  </a:lnTo>
                  <a:lnTo>
                    <a:pt x="96" y="12"/>
                  </a:lnTo>
                  <a:lnTo>
                    <a:pt x="96" y="6"/>
                  </a:lnTo>
                  <a:lnTo>
                    <a:pt x="90" y="0"/>
                  </a:lnTo>
                  <a:lnTo>
                    <a:pt x="84" y="6"/>
                  </a:lnTo>
                  <a:lnTo>
                    <a:pt x="72" y="12"/>
                  </a:lnTo>
                  <a:lnTo>
                    <a:pt x="66" y="18"/>
                  </a:lnTo>
                  <a:lnTo>
                    <a:pt x="54" y="24"/>
                  </a:lnTo>
                  <a:lnTo>
                    <a:pt x="54" y="42"/>
                  </a:lnTo>
                  <a:lnTo>
                    <a:pt x="36" y="42"/>
                  </a:lnTo>
                  <a:lnTo>
                    <a:pt x="36" y="60"/>
                  </a:lnTo>
                  <a:lnTo>
                    <a:pt x="42" y="114"/>
                  </a:lnTo>
                  <a:close/>
                  <a:moveTo>
                    <a:pt x="876" y="546"/>
                  </a:moveTo>
                  <a:lnTo>
                    <a:pt x="852" y="546"/>
                  </a:lnTo>
                  <a:lnTo>
                    <a:pt x="840" y="534"/>
                  </a:lnTo>
                  <a:lnTo>
                    <a:pt x="828" y="534"/>
                  </a:lnTo>
                  <a:lnTo>
                    <a:pt x="828" y="546"/>
                  </a:lnTo>
                  <a:lnTo>
                    <a:pt x="804" y="552"/>
                  </a:lnTo>
                  <a:lnTo>
                    <a:pt x="774" y="546"/>
                  </a:lnTo>
                  <a:lnTo>
                    <a:pt x="768" y="564"/>
                  </a:lnTo>
                  <a:lnTo>
                    <a:pt x="762" y="558"/>
                  </a:lnTo>
                  <a:lnTo>
                    <a:pt x="756" y="558"/>
                  </a:lnTo>
                  <a:lnTo>
                    <a:pt x="750" y="552"/>
                  </a:lnTo>
                  <a:lnTo>
                    <a:pt x="750" y="528"/>
                  </a:lnTo>
                  <a:lnTo>
                    <a:pt x="756" y="522"/>
                  </a:lnTo>
                  <a:lnTo>
                    <a:pt x="756" y="510"/>
                  </a:lnTo>
                  <a:lnTo>
                    <a:pt x="762" y="498"/>
                  </a:lnTo>
                  <a:lnTo>
                    <a:pt x="762" y="480"/>
                  </a:lnTo>
                  <a:lnTo>
                    <a:pt x="756" y="474"/>
                  </a:lnTo>
                  <a:lnTo>
                    <a:pt x="744" y="450"/>
                  </a:lnTo>
                  <a:lnTo>
                    <a:pt x="732" y="432"/>
                  </a:lnTo>
                  <a:lnTo>
                    <a:pt x="726" y="414"/>
                  </a:lnTo>
                  <a:lnTo>
                    <a:pt x="726" y="402"/>
                  </a:lnTo>
                  <a:lnTo>
                    <a:pt x="732" y="396"/>
                  </a:lnTo>
                  <a:lnTo>
                    <a:pt x="732" y="384"/>
                  </a:lnTo>
                  <a:lnTo>
                    <a:pt x="726" y="360"/>
                  </a:lnTo>
                  <a:lnTo>
                    <a:pt x="732" y="354"/>
                  </a:lnTo>
                  <a:lnTo>
                    <a:pt x="738" y="342"/>
                  </a:lnTo>
                  <a:lnTo>
                    <a:pt x="738" y="330"/>
                  </a:lnTo>
                  <a:lnTo>
                    <a:pt x="732" y="318"/>
                  </a:lnTo>
                  <a:lnTo>
                    <a:pt x="720" y="306"/>
                  </a:lnTo>
                  <a:lnTo>
                    <a:pt x="714" y="288"/>
                  </a:lnTo>
                  <a:lnTo>
                    <a:pt x="726" y="270"/>
                  </a:lnTo>
                  <a:lnTo>
                    <a:pt x="726" y="246"/>
                  </a:lnTo>
                  <a:lnTo>
                    <a:pt x="636" y="246"/>
                  </a:lnTo>
                  <a:lnTo>
                    <a:pt x="636" y="222"/>
                  </a:lnTo>
                  <a:lnTo>
                    <a:pt x="624" y="216"/>
                  </a:lnTo>
                  <a:lnTo>
                    <a:pt x="612" y="216"/>
                  </a:lnTo>
                  <a:lnTo>
                    <a:pt x="612" y="222"/>
                  </a:lnTo>
                  <a:lnTo>
                    <a:pt x="564" y="222"/>
                  </a:lnTo>
                  <a:lnTo>
                    <a:pt x="558" y="228"/>
                  </a:lnTo>
                  <a:lnTo>
                    <a:pt x="558" y="234"/>
                  </a:lnTo>
                  <a:lnTo>
                    <a:pt x="564" y="240"/>
                  </a:lnTo>
                  <a:lnTo>
                    <a:pt x="570" y="252"/>
                  </a:lnTo>
                  <a:lnTo>
                    <a:pt x="570" y="264"/>
                  </a:lnTo>
                  <a:lnTo>
                    <a:pt x="558" y="264"/>
                  </a:lnTo>
                  <a:lnTo>
                    <a:pt x="558" y="270"/>
                  </a:lnTo>
                  <a:lnTo>
                    <a:pt x="552" y="276"/>
                  </a:lnTo>
                  <a:lnTo>
                    <a:pt x="552" y="294"/>
                  </a:lnTo>
                  <a:lnTo>
                    <a:pt x="510" y="300"/>
                  </a:lnTo>
                  <a:lnTo>
                    <a:pt x="504" y="294"/>
                  </a:lnTo>
                  <a:lnTo>
                    <a:pt x="492" y="300"/>
                  </a:lnTo>
                  <a:lnTo>
                    <a:pt x="468" y="300"/>
                  </a:lnTo>
                  <a:lnTo>
                    <a:pt x="462" y="312"/>
                  </a:lnTo>
                  <a:lnTo>
                    <a:pt x="450" y="306"/>
                  </a:lnTo>
                  <a:lnTo>
                    <a:pt x="420" y="306"/>
                  </a:lnTo>
                  <a:lnTo>
                    <a:pt x="408" y="282"/>
                  </a:lnTo>
                  <a:lnTo>
                    <a:pt x="402" y="276"/>
                  </a:lnTo>
                  <a:lnTo>
                    <a:pt x="402" y="264"/>
                  </a:lnTo>
                  <a:lnTo>
                    <a:pt x="390" y="252"/>
                  </a:lnTo>
                  <a:lnTo>
                    <a:pt x="384" y="252"/>
                  </a:lnTo>
                  <a:lnTo>
                    <a:pt x="378" y="246"/>
                  </a:lnTo>
                  <a:lnTo>
                    <a:pt x="378" y="240"/>
                  </a:lnTo>
                  <a:lnTo>
                    <a:pt x="384" y="234"/>
                  </a:lnTo>
                  <a:lnTo>
                    <a:pt x="384" y="210"/>
                  </a:lnTo>
                  <a:lnTo>
                    <a:pt x="366" y="192"/>
                  </a:lnTo>
                  <a:lnTo>
                    <a:pt x="366" y="150"/>
                  </a:lnTo>
                  <a:lnTo>
                    <a:pt x="354" y="138"/>
                  </a:lnTo>
                  <a:lnTo>
                    <a:pt x="348" y="126"/>
                  </a:lnTo>
                  <a:lnTo>
                    <a:pt x="342" y="120"/>
                  </a:lnTo>
                  <a:lnTo>
                    <a:pt x="324" y="120"/>
                  </a:lnTo>
                  <a:lnTo>
                    <a:pt x="318" y="126"/>
                  </a:lnTo>
                  <a:lnTo>
                    <a:pt x="294" y="126"/>
                  </a:lnTo>
                  <a:lnTo>
                    <a:pt x="276" y="132"/>
                  </a:lnTo>
                  <a:lnTo>
                    <a:pt x="246" y="132"/>
                  </a:lnTo>
                  <a:lnTo>
                    <a:pt x="234" y="126"/>
                  </a:lnTo>
                  <a:lnTo>
                    <a:pt x="222" y="126"/>
                  </a:lnTo>
                  <a:lnTo>
                    <a:pt x="210" y="132"/>
                  </a:lnTo>
                  <a:lnTo>
                    <a:pt x="180" y="132"/>
                  </a:lnTo>
                  <a:lnTo>
                    <a:pt x="168" y="126"/>
                  </a:lnTo>
                  <a:lnTo>
                    <a:pt x="144" y="132"/>
                  </a:lnTo>
                  <a:lnTo>
                    <a:pt x="132" y="126"/>
                  </a:lnTo>
                  <a:lnTo>
                    <a:pt x="126" y="132"/>
                  </a:lnTo>
                  <a:lnTo>
                    <a:pt x="102" y="126"/>
                  </a:lnTo>
                  <a:lnTo>
                    <a:pt x="54" y="150"/>
                  </a:lnTo>
                  <a:lnTo>
                    <a:pt x="48" y="156"/>
                  </a:lnTo>
                  <a:lnTo>
                    <a:pt x="54" y="168"/>
                  </a:lnTo>
                  <a:lnTo>
                    <a:pt x="60" y="174"/>
                  </a:lnTo>
                  <a:lnTo>
                    <a:pt x="66" y="186"/>
                  </a:lnTo>
                  <a:lnTo>
                    <a:pt x="90" y="210"/>
                  </a:lnTo>
                  <a:lnTo>
                    <a:pt x="84" y="234"/>
                  </a:lnTo>
                  <a:lnTo>
                    <a:pt x="90" y="246"/>
                  </a:lnTo>
                  <a:lnTo>
                    <a:pt x="108" y="270"/>
                  </a:lnTo>
                  <a:lnTo>
                    <a:pt x="120" y="300"/>
                  </a:lnTo>
                  <a:lnTo>
                    <a:pt x="126" y="330"/>
                  </a:lnTo>
                  <a:lnTo>
                    <a:pt x="120" y="354"/>
                  </a:lnTo>
                  <a:lnTo>
                    <a:pt x="108" y="378"/>
                  </a:lnTo>
                  <a:lnTo>
                    <a:pt x="102" y="384"/>
                  </a:lnTo>
                  <a:lnTo>
                    <a:pt x="102" y="408"/>
                  </a:lnTo>
                  <a:lnTo>
                    <a:pt x="114" y="408"/>
                  </a:lnTo>
                  <a:lnTo>
                    <a:pt x="114" y="438"/>
                  </a:lnTo>
                  <a:lnTo>
                    <a:pt x="126" y="474"/>
                  </a:lnTo>
                  <a:lnTo>
                    <a:pt x="150" y="510"/>
                  </a:lnTo>
                  <a:lnTo>
                    <a:pt x="162" y="552"/>
                  </a:lnTo>
                  <a:lnTo>
                    <a:pt x="162" y="582"/>
                  </a:lnTo>
                  <a:lnTo>
                    <a:pt x="156" y="594"/>
                  </a:lnTo>
                  <a:lnTo>
                    <a:pt x="150" y="612"/>
                  </a:lnTo>
                  <a:lnTo>
                    <a:pt x="144" y="618"/>
                  </a:lnTo>
                  <a:lnTo>
                    <a:pt x="138" y="630"/>
                  </a:lnTo>
                  <a:lnTo>
                    <a:pt x="144" y="642"/>
                  </a:lnTo>
                  <a:lnTo>
                    <a:pt x="144" y="660"/>
                  </a:lnTo>
                  <a:lnTo>
                    <a:pt x="138" y="666"/>
                  </a:lnTo>
                  <a:lnTo>
                    <a:pt x="126" y="672"/>
                  </a:lnTo>
                  <a:lnTo>
                    <a:pt x="108" y="672"/>
                  </a:lnTo>
                  <a:lnTo>
                    <a:pt x="96" y="690"/>
                  </a:lnTo>
                  <a:lnTo>
                    <a:pt x="102" y="714"/>
                  </a:lnTo>
                  <a:lnTo>
                    <a:pt x="78" y="714"/>
                  </a:lnTo>
                  <a:lnTo>
                    <a:pt x="66" y="720"/>
                  </a:lnTo>
                  <a:lnTo>
                    <a:pt x="66" y="750"/>
                  </a:lnTo>
                  <a:lnTo>
                    <a:pt x="60" y="762"/>
                  </a:lnTo>
                  <a:lnTo>
                    <a:pt x="60" y="774"/>
                  </a:lnTo>
                  <a:lnTo>
                    <a:pt x="48" y="786"/>
                  </a:lnTo>
                  <a:lnTo>
                    <a:pt x="48" y="858"/>
                  </a:lnTo>
                  <a:lnTo>
                    <a:pt x="36" y="864"/>
                  </a:lnTo>
                  <a:lnTo>
                    <a:pt x="30" y="870"/>
                  </a:lnTo>
                  <a:lnTo>
                    <a:pt x="30" y="912"/>
                  </a:lnTo>
                  <a:lnTo>
                    <a:pt x="6" y="930"/>
                  </a:lnTo>
                  <a:lnTo>
                    <a:pt x="6" y="966"/>
                  </a:lnTo>
                  <a:lnTo>
                    <a:pt x="18" y="984"/>
                  </a:lnTo>
                  <a:lnTo>
                    <a:pt x="0" y="1002"/>
                  </a:lnTo>
                  <a:lnTo>
                    <a:pt x="0" y="1044"/>
                  </a:lnTo>
                  <a:lnTo>
                    <a:pt x="18" y="1044"/>
                  </a:lnTo>
                  <a:lnTo>
                    <a:pt x="36" y="1038"/>
                  </a:lnTo>
                  <a:lnTo>
                    <a:pt x="42" y="1044"/>
                  </a:lnTo>
                  <a:lnTo>
                    <a:pt x="72" y="1044"/>
                  </a:lnTo>
                  <a:lnTo>
                    <a:pt x="90" y="1026"/>
                  </a:lnTo>
                  <a:lnTo>
                    <a:pt x="90" y="1020"/>
                  </a:lnTo>
                  <a:lnTo>
                    <a:pt x="120" y="1020"/>
                  </a:lnTo>
                  <a:lnTo>
                    <a:pt x="126" y="1026"/>
                  </a:lnTo>
                  <a:lnTo>
                    <a:pt x="132" y="1038"/>
                  </a:lnTo>
                  <a:lnTo>
                    <a:pt x="156" y="1050"/>
                  </a:lnTo>
                  <a:lnTo>
                    <a:pt x="168" y="1050"/>
                  </a:lnTo>
                  <a:lnTo>
                    <a:pt x="174" y="1056"/>
                  </a:lnTo>
                  <a:lnTo>
                    <a:pt x="480" y="1056"/>
                  </a:lnTo>
                  <a:lnTo>
                    <a:pt x="480" y="1062"/>
                  </a:lnTo>
                  <a:lnTo>
                    <a:pt x="504" y="1086"/>
                  </a:lnTo>
                  <a:lnTo>
                    <a:pt x="540" y="1086"/>
                  </a:lnTo>
                  <a:lnTo>
                    <a:pt x="546" y="1098"/>
                  </a:lnTo>
                  <a:lnTo>
                    <a:pt x="618" y="1092"/>
                  </a:lnTo>
                  <a:lnTo>
                    <a:pt x="624" y="1104"/>
                  </a:lnTo>
                  <a:lnTo>
                    <a:pt x="696" y="1104"/>
                  </a:lnTo>
                  <a:lnTo>
                    <a:pt x="732" y="1098"/>
                  </a:lnTo>
                  <a:lnTo>
                    <a:pt x="780" y="1092"/>
                  </a:lnTo>
                  <a:lnTo>
                    <a:pt x="816" y="1080"/>
                  </a:lnTo>
                  <a:lnTo>
                    <a:pt x="828" y="1074"/>
                  </a:lnTo>
                  <a:lnTo>
                    <a:pt x="738" y="984"/>
                  </a:lnTo>
                  <a:lnTo>
                    <a:pt x="738" y="966"/>
                  </a:lnTo>
                  <a:lnTo>
                    <a:pt x="732" y="954"/>
                  </a:lnTo>
                  <a:lnTo>
                    <a:pt x="732" y="702"/>
                  </a:lnTo>
                  <a:lnTo>
                    <a:pt x="858" y="708"/>
                  </a:lnTo>
                  <a:lnTo>
                    <a:pt x="864" y="708"/>
                  </a:lnTo>
                  <a:lnTo>
                    <a:pt x="876" y="696"/>
                  </a:lnTo>
                  <a:lnTo>
                    <a:pt x="876" y="672"/>
                  </a:lnTo>
                  <a:lnTo>
                    <a:pt x="870" y="666"/>
                  </a:lnTo>
                  <a:lnTo>
                    <a:pt x="870" y="660"/>
                  </a:lnTo>
                  <a:lnTo>
                    <a:pt x="888" y="654"/>
                  </a:lnTo>
                  <a:lnTo>
                    <a:pt x="876" y="642"/>
                  </a:lnTo>
                  <a:lnTo>
                    <a:pt x="876" y="588"/>
                  </a:lnTo>
                  <a:lnTo>
                    <a:pt x="882" y="588"/>
                  </a:lnTo>
                  <a:lnTo>
                    <a:pt x="888" y="582"/>
                  </a:lnTo>
                  <a:lnTo>
                    <a:pt x="888" y="564"/>
                  </a:lnTo>
                  <a:lnTo>
                    <a:pt x="876" y="552"/>
                  </a:lnTo>
                  <a:lnTo>
                    <a:pt x="876" y="546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541" name="Andorra" descr="© INSCALE GmbH, 05.05.2010&#10;http://www.presentationload.com/">
              <a:extLst>
                <a:ext uri="{FF2B5EF4-FFF2-40B4-BE49-F238E27FC236}">
                  <a16:creationId xmlns:a16="http://schemas.microsoft.com/office/drawing/2014/main" id="{309D3355-2385-4A79-85BF-9264CB551E37}"/>
                </a:ext>
              </a:extLst>
            </p:cNvPr>
            <p:cNvSpPr>
              <a:spLocks/>
            </p:cNvSpPr>
            <p:nvPr/>
          </p:nvSpPr>
          <p:spPr bwMode="gray">
            <a:xfrm>
              <a:off x="3783682" y="1874242"/>
              <a:ext cx="10339" cy="5138"/>
            </a:xfrm>
            <a:custGeom>
              <a:avLst/>
              <a:gdLst>
                <a:gd name="T0" fmla="*/ 2147483647 w 30"/>
                <a:gd name="T1" fmla="*/ 2147483647 h 18"/>
                <a:gd name="T2" fmla="*/ 2147483647 w 30"/>
                <a:gd name="T3" fmla="*/ 2147483647 h 18"/>
                <a:gd name="T4" fmla="*/ 2147483647 w 30"/>
                <a:gd name="T5" fmla="*/ 2147483647 h 18"/>
                <a:gd name="T6" fmla="*/ 2147483647 w 30"/>
                <a:gd name="T7" fmla="*/ 0 h 18"/>
                <a:gd name="T8" fmla="*/ 0 w 30"/>
                <a:gd name="T9" fmla="*/ 0 h 18"/>
                <a:gd name="T10" fmla="*/ 2147483647 w 30"/>
                <a:gd name="T11" fmla="*/ 2147483647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0"/>
                <a:gd name="T19" fmla="*/ 0 h 18"/>
                <a:gd name="T20" fmla="*/ 30 w 30"/>
                <a:gd name="T21" fmla="*/ 18 h 1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0" h="18">
                  <a:moveTo>
                    <a:pt x="6" y="18"/>
                  </a:moveTo>
                  <a:lnTo>
                    <a:pt x="18" y="12"/>
                  </a:lnTo>
                  <a:lnTo>
                    <a:pt x="30" y="12"/>
                  </a:lnTo>
                  <a:lnTo>
                    <a:pt x="30" y="0"/>
                  </a:lnTo>
                  <a:lnTo>
                    <a:pt x="0" y="0"/>
                  </a:lnTo>
                  <a:lnTo>
                    <a:pt x="6" y="18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542" name="Albania" descr="© INSCALE GmbH, 05.05.2010&#10;http://www.presentationload.com/">
              <a:extLst>
                <a:ext uri="{FF2B5EF4-FFF2-40B4-BE49-F238E27FC236}">
                  <a16:creationId xmlns:a16="http://schemas.microsoft.com/office/drawing/2014/main" id="{89A1BD08-FE62-4173-A565-3C030B1E7D33}"/>
                </a:ext>
              </a:extLst>
            </p:cNvPr>
            <p:cNvSpPr>
              <a:spLocks/>
            </p:cNvSpPr>
            <p:nvPr/>
          </p:nvSpPr>
          <p:spPr bwMode="gray">
            <a:xfrm>
              <a:off x="4159773" y="1874240"/>
              <a:ext cx="47820" cy="80918"/>
            </a:xfrm>
            <a:custGeom>
              <a:avLst/>
              <a:gdLst>
                <a:gd name="T0" fmla="*/ 2147483647 w 144"/>
                <a:gd name="T1" fmla="*/ 2147483647 h 246"/>
                <a:gd name="T2" fmla="*/ 2147483647 w 144"/>
                <a:gd name="T3" fmla="*/ 2147483647 h 246"/>
                <a:gd name="T4" fmla="*/ 2147483647 w 144"/>
                <a:gd name="T5" fmla="*/ 2147483647 h 246"/>
                <a:gd name="T6" fmla="*/ 2147483647 w 144"/>
                <a:gd name="T7" fmla="*/ 2147483647 h 246"/>
                <a:gd name="T8" fmla="*/ 2147483647 w 144"/>
                <a:gd name="T9" fmla="*/ 2147483647 h 246"/>
                <a:gd name="T10" fmla="*/ 2147483647 w 144"/>
                <a:gd name="T11" fmla="*/ 2147483647 h 246"/>
                <a:gd name="T12" fmla="*/ 2147483647 w 144"/>
                <a:gd name="T13" fmla="*/ 2147483647 h 246"/>
                <a:gd name="T14" fmla="*/ 2147483647 w 144"/>
                <a:gd name="T15" fmla="*/ 2147483647 h 246"/>
                <a:gd name="T16" fmla="*/ 2147483647 w 144"/>
                <a:gd name="T17" fmla="*/ 2147483647 h 246"/>
                <a:gd name="T18" fmla="*/ 2147483647 w 144"/>
                <a:gd name="T19" fmla="*/ 2147483647 h 246"/>
                <a:gd name="T20" fmla="*/ 2147483647 w 144"/>
                <a:gd name="T21" fmla="*/ 2147483647 h 246"/>
                <a:gd name="T22" fmla="*/ 2147483647 w 144"/>
                <a:gd name="T23" fmla="*/ 2147483647 h 246"/>
                <a:gd name="T24" fmla="*/ 2147483647 w 144"/>
                <a:gd name="T25" fmla="*/ 2147483647 h 246"/>
                <a:gd name="T26" fmla="*/ 2147483647 w 144"/>
                <a:gd name="T27" fmla="*/ 2147483647 h 246"/>
                <a:gd name="T28" fmla="*/ 2147483647 w 144"/>
                <a:gd name="T29" fmla="*/ 2147483647 h 246"/>
                <a:gd name="T30" fmla="*/ 2147483647 w 144"/>
                <a:gd name="T31" fmla="*/ 2147483647 h 246"/>
                <a:gd name="T32" fmla="*/ 2147483647 w 144"/>
                <a:gd name="T33" fmla="*/ 2147483647 h 246"/>
                <a:gd name="T34" fmla="*/ 2147483647 w 144"/>
                <a:gd name="T35" fmla="*/ 2147483647 h 246"/>
                <a:gd name="T36" fmla="*/ 2147483647 w 144"/>
                <a:gd name="T37" fmla="*/ 2147483647 h 246"/>
                <a:gd name="T38" fmla="*/ 2147483647 w 144"/>
                <a:gd name="T39" fmla="*/ 0 h 246"/>
                <a:gd name="T40" fmla="*/ 2147483647 w 144"/>
                <a:gd name="T41" fmla="*/ 2147483647 h 246"/>
                <a:gd name="T42" fmla="*/ 2147483647 w 144"/>
                <a:gd name="T43" fmla="*/ 2147483647 h 246"/>
                <a:gd name="T44" fmla="*/ 0 w 144"/>
                <a:gd name="T45" fmla="*/ 2147483647 h 246"/>
                <a:gd name="T46" fmla="*/ 2147483647 w 144"/>
                <a:gd name="T47" fmla="*/ 2147483647 h 246"/>
                <a:gd name="T48" fmla="*/ 2147483647 w 144"/>
                <a:gd name="T49" fmla="*/ 2147483647 h 246"/>
                <a:gd name="T50" fmla="*/ 2147483647 w 144"/>
                <a:gd name="T51" fmla="*/ 2147483647 h 246"/>
                <a:gd name="T52" fmla="*/ 2147483647 w 144"/>
                <a:gd name="T53" fmla="*/ 2147483647 h 246"/>
                <a:gd name="T54" fmla="*/ 2147483647 w 144"/>
                <a:gd name="T55" fmla="*/ 2147483647 h 246"/>
                <a:gd name="T56" fmla="*/ 2147483647 w 144"/>
                <a:gd name="T57" fmla="*/ 2147483647 h 246"/>
                <a:gd name="T58" fmla="*/ 2147483647 w 144"/>
                <a:gd name="T59" fmla="*/ 2147483647 h 246"/>
                <a:gd name="T60" fmla="*/ 2147483647 w 144"/>
                <a:gd name="T61" fmla="*/ 2147483647 h 246"/>
                <a:gd name="T62" fmla="*/ 2147483647 w 144"/>
                <a:gd name="T63" fmla="*/ 2147483647 h 246"/>
                <a:gd name="T64" fmla="*/ 2147483647 w 144"/>
                <a:gd name="T65" fmla="*/ 2147483647 h 246"/>
                <a:gd name="T66" fmla="*/ 2147483647 w 144"/>
                <a:gd name="T67" fmla="*/ 2147483647 h 246"/>
                <a:gd name="T68" fmla="*/ 2147483647 w 144"/>
                <a:gd name="T69" fmla="*/ 2147483647 h 246"/>
                <a:gd name="T70" fmla="*/ 2147483647 w 144"/>
                <a:gd name="T71" fmla="*/ 2147483647 h 246"/>
                <a:gd name="T72" fmla="*/ 2147483647 w 144"/>
                <a:gd name="T73" fmla="*/ 2147483647 h 246"/>
                <a:gd name="T74" fmla="*/ 2147483647 w 144"/>
                <a:gd name="T75" fmla="*/ 2147483647 h 246"/>
                <a:gd name="T76" fmla="*/ 2147483647 w 144"/>
                <a:gd name="T77" fmla="*/ 2147483647 h 246"/>
                <a:gd name="T78" fmla="*/ 2147483647 w 144"/>
                <a:gd name="T79" fmla="*/ 2147483647 h 246"/>
                <a:gd name="T80" fmla="*/ 2147483647 w 144"/>
                <a:gd name="T81" fmla="*/ 2147483647 h 246"/>
                <a:gd name="T82" fmla="*/ 2147483647 w 144"/>
                <a:gd name="T83" fmla="*/ 2147483647 h 246"/>
                <a:gd name="T84" fmla="*/ 2147483647 w 144"/>
                <a:gd name="T85" fmla="*/ 2147483647 h 246"/>
                <a:gd name="T86" fmla="*/ 2147483647 w 144"/>
                <a:gd name="T87" fmla="*/ 2147483647 h 246"/>
                <a:gd name="T88" fmla="*/ 2147483647 w 144"/>
                <a:gd name="T89" fmla="*/ 2147483647 h 24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44"/>
                <a:gd name="T136" fmla="*/ 0 h 246"/>
                <a:gd name="T137" fmla="*/ 144 w 144"/>
                <a:gd name="T138" fmla="*/ 246 h 24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44" h="246">
                  <a:moveTo>
                    <a:pt x="96" y="210"/>
                  </a:moveTo>
                  <a:lnTo>
                    <a:pt x="96" y="204"/>
                  </a:lnTo>
                  <a:lnTo>
                    <a:pt x="108" y="204"/>
                  </a:lnTo>
                  <a:lnTo>
                    <a:pt x="120" y="198"/>
                  </a:lnTo>
                  <a:lnTo>
                    <a:pt x="120" y="174"/>
                  </a:lnTo>
                  <a:lnTo>
                    <a:pt x="138" y="174"/>
                  </a:lnTo>
                  <a:lnTo>
                    <a:pt x="144" y="168"/>
                  </a:lnTo>
                  <a:lnTo>
                    <a:pt x="144" y="138"/>
                  </a:lnTo>
                  <a:lnTo>
                    <a:pt x="120" y="144"/>
                  </a:lnTo>
                  <a:lnTo>
                    <a:pt x="120" y="126"/>
                  </a:lnTo>
                  <a:lnTo>
                    <a:pt x="114" y="126"/>
                  </a:lnTo>
                  <a:lnTo>
                    <a:pt x="108" y="120"/>
                  </a:lnTo>
                  <a:lnTo>
                    <a:pt x="108" y="96"/>
                  </a:lnTo>
                  <a:lnTo>
                    <a:pt x="102" y="84"/>
                  </a:lnTo>
                  <a:lnTo>
                    <a:pt x="102" y="42"/>
                  </a:lnTo>
                  <a:lnTo>
                    <a:pt x="96" y="24"/>
                  </a:lnTo>
                  <a:lnTo>
                    <a:pt x="84" y="24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36" y="0"/>
                  </a:lnTo>
                  <a:lnTo>
                    <a:pt x="36" y="18"/>
                  </a:lnTo>
                  <a:lnTo>
                    <a:pt x="24" y="24"/>
                  </a:lnTo>
                  <a:lnTo>
                    <a:pt x="0" y="24"/>
                  </a:lnTo>
                  <a:lnTo>
                    <a:pt x="18" y="36"/>
                  </a:lnTo>
                  <a:lnTo>
                    <a:pt x="24" y="30"/>
                  </a:lnTo>
                  <a:lnTo>
                    <a:pt x="30" y="48"/>
                  </a:lnTo>
                  <a:lnTo>
                    <a:pt x="18" y="60"/>
                  </a:lnTo>
                  <a:lnTo>
                    <a:pt x="24" y="66"/>
                  </a:lnTo>
                  <a:lnTo>
                    <a:pt x="48" y="66"/>
                  </a:lnTo>
                  <a:lnTo>
                    <a:pt x="48" y="84"/>
                  </a:lnTo>
                  <a:lnTo>
                    <a:pt x="42" y="96"/>
                  </a:lnTo>
                  <a:lnTo>
                    <a:pt x="42" y="114"/>
                  </a:lnTo>
                  <a:lnTo>
                    <a:pt x="36" y="132"/>
                  </a:lnTo>
                  <a:lnTo>
                    <a:pt x="36" y="156"/>
                  </a:lnTo>
                  <a:lnTo>
                    <a:pt x="24" y="180"/>
                  </a:lnTo>
                  <a:lnTo>
                    <a:pt x="24" y="186"/>
                  </a:lnTo>
                  <a:lnTo>
                    <a:pt x="42" y="204"/>
                  </a:lnTo>
                  <a:lnTo>
                    <a:pt x="54" y="210"/>
                  </a:lnTo>
                  <a:lnTo>
                    <a:pt x="60" y="216"/>
                  </a:lnTo>
                  <a:lnTo>
                    <a:pt x="60" y="234"/>
                  </a:lnTo>
                  <a:lnTo>
                    <a:pt x="66" y="240"/>
                  </a:lnTo>
                  <a:lnTo>
                    <a:pt x="84" y="240"/>
                  </a:lnTo>
                  <a:lnTo>
                    <a:pt x="90" y="246"/>
                  </a:lnTo>
                  <a:lnTo>
                    <a:pt x="96" y="246"/>
                  </a:lnTo>
                  <a:lnTo>
                    <a:pt x="96" y="210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543" name="Algeria" descr="© INSCALE GmbH, 05.05.2010&#10;http://www.presentationload.com/">
              <a:extLst>
                <a:ext uri="{FF2B5EF4-FFF2-40B4-BE49-F238E27FC236}">
                  <a16:creationId xmlns:a16="http://schemas.microsoft.com/office/drawing/2014/main" id="{EB430D6F-B5EC-47E2-B2A3-22F3C834DCA8}"/>
                </a:ext>
              </a:extLst>
            </p:cNvPr>
            <p:cNvSpPr>
              <a:spLocks/>
            </p:cNvSpPr>
            <p:nvPr/>
          </p:nvSpPr>
          <p:spPr bwMode="gray">
            <a:xfrm>
              <a:off x="3525199" y="2018094"/>
              <a:ext cx="488533" cy="480376"/>
            </a:xfrm>
            <a:custGeom>
              <a:avLst/>
              <a:gdLst>
                <a:gd name="T0" fmla="*/ 2147483647 w 1476"/>
                <a:gd name="T1" fmla="*/ 2147483647 h 1464"/>
                <a:gd name="T2" fmla="*/ 2147483647 w 1476"/>
                <a:gd name="T3" fmla="*/ 2147483647 h 1464"/>
                <a:gd name="T4" fmla="*/ 2147483647 w 1476"/>
                <a:gd name="T5" fmla="*/ 2147483647 h 1464"/>
                <a:gd name="T6" fmla="*/ 2147483647 w 1476"/>
                <a:gd name="T7" fmla="*/ 2147483647 h 1464"/>
                <a:gd name="T8" fmla="*/ 2147483647 w 1476"/>
                <a:gd name="T9" fmla="*/ 2147483647 h 1464"/>
                <a:gd name="T10" fmla="*/ 2147483647 w 1476"/>
                <a:gd name="T11" fmla="*/ 2147483647 h 1464"/>
                <a:gd name="T12" fmla="*/ 2147483647 w 1476"/>
                <a:gd name="T13" fmla="*/ 2147483647 h 1464"/>
                <a:gd name="T14" fmla="*/ 2147483647 w 1476"/>
                <a:gd name="T15" fmla="*/ 2147483647 h 1464"/>
                <a:gd name="T16" fmla="*/ 2147483647 w 1476"/>
                <a:gd name="T17" fmla="*/ 2147483647 h 1464"/>
                <a:gd name="T18" fmla="*/ 2147483647 w 1476"/>
                <a:gd name="T19" fmla="*/ 2147483647 h 1464"/>
                <a:gd name="T20" fmla="*/ 2147483647 w 1476"/>
                <a:gd name="T21" fmla="*/ 2147483647 h 1464"/>
                <a:gd name="T22" fmla="*/ 2147483647 w 1476"/>
                <a:gd name="T23" fmla="*/ 2147483647 h 1464"/>
                <a:gd name="T24" fmla="*/ 2147483647 w 1476"/>
                <a:gd name="T25" fmla="*/ 2147483647 h 1464"/>
                <a:gd name="T26" fmla="*/ 2147483647 w 1476"/>
                <a:gd name="T27" fmla="*/ 2147483647 h 1464"/>
                <a:gd name="T28" fmla="*/ 2147483647 w 1476"/>
                <a:gd name="T29" fmla="*/ 2147483647 h 1464"/>
                <a:gd name="T30" fmla="*/ 2147483647 w 1476"/>
                <a:gd name="T31" fmla="*/ 2147483647 h 1464"/>
                <a:gd name="T32" fmla="*/ 2147483647 w 1476"/>
                <a:gd name="T33" fmla="*/ 2147483647 h 1464"/>
                <a:gd name="T34" fmla="*/ 2147483647 w 1476"/>
                <a:gd name="T35" fmla="*/ 2147483647 h 1464"/>
                <a:gd name="T36" fmla="*/ 2147483647 w 1476"/>
                <a:gd name="T37" fmla="*/ 2147483647 h 1464"/>
                <a:gd name="T38" fmla="*/ 2147483647 w 1476"/>
                <a:gd name="T39" fmla="*/ 2147483647 h 1464"/>
                <a:gd name="T40" fmla="*/ 2147483647 w 1476"/>
                <a:gd name="T41" fmla="*/ 2147483647 h 1464"/>
                <a:gd name="T42" fmla="*/ 2147483647 w 1476"/>
                <a:gd name="T43" fmla="*/ 2147483647 h 1464"/>
                <a:gd name="T44" fmla="*/ 2147483647 w 1476"/>
                <a:gd name="T45" fmla="*/ 2147483647 h 1464"/>
                <a:gd name="T46" fmla="*/ 2147483647 w 1476"/>
                <a:gd name="T47" fmla="*/ 2147483647 h 1464"/>
                <a:gd name="T48" fmla="*/ 2147483647 w 1476"/>
                <a:gd name="T49" fmla="*/ 2147483647 h 1464"/>
                <a:gd name="T50" fmla="*/ 2147483647 w 1476"/>
                <a:gd name="T51" fmla="*/ 2147483647 h 1464"/>
                <a:gd name="T52" fmla="*/ 2147483647 w 1476"/>
                <a:gd name="T53" fmla="*/ 2147483647 h 1464"/>
                <a:gd name="T54" fmla="*/ 2147483647 w 1476"/>
                <a:gd name="T55" fmla="*/ 2147483647 h 1464"/>
                <a:gd name="T56" fmla="*/ 2147483647 w 1476"/>
                <a:gd name="T57" fmla="*/ 2147483647 h 1464"/>
                <a:gd name="T58" fmla="*/ 2147483647 w 1476"/>
                <a:gd name="T59" fmla="*/ 2147483647 h 1464"/>
                <a:gd name="T60" fmla="*/ 2147483647 w 1476"/>
                <a:gd name="T61" fmla="*/ 2147483647 h 1464"/>
                <a:gd name="T62" fmla="*/ 2147483647 w 1476"/>
                <a:gd name="T63" fmla="*/ 2147483647 h 1464"/>
                <a:gd name="T64" fmla="*/ 2147483647 w 1476"/>
                <a:gd name="T65" fmla="*/ 2147483647 h 1464"/>
                <a:gd name="T66" fmla="*/ 2147483647 w 1476"/>
                <a:gd name="T67" fmla="*/ 2147483647 h 1464"/>
                <a:gd name="T68" fmla="*/ 2147483647 w 1476"/>
                <a:gd name="T69" fmla="*/ 2147483647 h 1464"/>
                <a:gd name="T70" fmla="*/ 2147483647 w 1476"/>
                <a:gd name="T71" fmla="*/ 2147483647 h 1464"/>
                <a:gd name="T72" fmla="*/ 2147483647 w 1476"/>
                <a:gd name="T73" fmla="*/ 2147483647 h 1464"/>
                <a:gd name="T74" fmla="*/ 2147483647 w 1476"/>
                <a:gd name="T75" fmla="*/ 2147483647 h 1464"/>
                <a:gd name="T76" fmla="*/ 2147483647 w 1476"/>
                <a:gd name="T77" fmla="*/ 2147483647 h 1464"/>
                <a:gd name="T78" fmla="*/ 2147483647 w 1476"/>
                <a:gd name="T79" fmla="*/ 2147483647 h 1464"/>
                <a:gd name="T80" fmla="*/ 2147483647 w 1476"/>
                <a:gd name="T81" fmla="*/ 2147483647 h 1464"/>
                <a:gd name="T82" fmla="*/ 2147483647 w 1476"/>
                <a:gd name="T83" fmla="*/ 2147483647 h 1464"/>
                <a:gd name="T84" fmla="*/ 2147483647 w 1476"/>
                <a:gd name="T85" fmla="*/ 2147483647 h 1464"/>
                <a:gd name="T86" fmla="*/ 2147483647 w 1476"/>
                <a:gd name="T87" fmla="*/ 2147483647 h 1464"/>
                <a:gd name="T88" fmla="*/ 2147483647 w 1476"/>
                <a:gd name="T89" fmla="*/ 2147483647 h 1464"/>
                <a:gd name="T90" fmla="*/ 2147483647 w 1476"/>
                <a:gd name="T91" fmla="*/ 2147483647 h 1464"/>
                <a:gd name="T92" fmla="*/ 2147483647 w 1476"/>
                <a:gd name="T93" fmla="*/ 2147483647 h 1464"/>
                <a:gd name="T94" fmla="*/ 2147483647 w 1476"/>
                <a:gd name="T95" fmla="*/ 2147483647 h 1464"/>
                <a:gd name="T96" fmla="*/ 2147483647 w 1476"/>
                <a:gd name="T97" fmla="*/ 2147483647 h 1464"/>
                <a:gd name="T98" fmla="*/ 2147483647 w 1476"/>
                <a:gd name="T99" fmla="*/ 2147483647 h 1464"/>
                <a:gd name="T100" fmla="*/ 2147483647 w 1476"/>
                <a:gd name="T101" fmla="*/ 2147483647 h 1464"/>
                <a:gd name="T102" fmla="*/ 2147483647 w 1476"/>
                <a:gd name="T103" fmla="*/ 2147483647 h 1464"/>
                <a:gd name="T104" fmla="*/ 2147483647 w 1476"/>
                <a:gd name="T105" fmla="*/ 2147483647 h 146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476"/>
                <a:gd name="T160" fmla="*/ 0 h 1464"/>
                <a:gd name="T161" fmla="*/ 1476 w 1476"/>
                <a:gd name="T162" fmla="*/ 1464 h 146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476" h="1464">
                  <a:moveTo>
                    <a:pt x="360" y="534"/>
                  </a:moveTo>
                  <a:lnTo>
                    <a:pt x="318" y="534"/>
                  </a:lnTo>
                  <a:lnTo>
                    <a:pt x="312" y="546"/>
                  </a:lnTo>
                  <a:lnTo>
                    <a:pt x="306" y="552"/>
                  </a:lnTo>
                  <a:lnTo>
                    <a:pt x="294" y="576"/>
                  </a:lnTo>
                  <a:lnTo>
                    <a:pt x="282" y="588"/>
                  </a:lnTo>
                  <a:lnTo>
                    <a:pt x="258" y="588"/>
                  </a:lnTo>
                  <a:lnTo>
                    <a:pt x="246" y="582"/>
                  </a:lnTo>
                  <a:lnTo>
                    <a:pt x="234" y="582"/>
                  </a:lnTo>
                  <a:lnTo>
                    <a:pt x="228" y="594"/>
                  </a:lnTo>
                  <a:lnTo>
                    <a:pt x="204" y="600"/>
                  </a:lnTo>
                  <a:lnTo>
                    <a:pt x="204" y="606"/>
                  </a:lnTo>
                  <a:lnTo>
                    <a:pt x="198" y="618"/>
                  </a:lnTo>
                  <a:lnTo>
                    <a:pt x="186" y="618"/>
                  </a:lnTo>
                  <a:lnTo>
                    <a:pt x="180" y="612"/>
                  </a:lnTo>
                  <a:lnTo>
                    <a:pt x="168" y="606"/>
                  </a:lnTo>
                  <a:lnTo>
                    <a:pt x="138" y="624"/>
                  </a:lnTo>
                  <a:lnTo>
                    <a:pt x="120" y="624"/>
                  </a:lnTo>
                  <a:lnTo>
                    <a:pt x="120" y="630"/>
                  </a:lnTo>
                  <a:lnTo>
                    <a:pt x="90" y="660"/>
                  </a:lnTo>
                  <a:lnTo>
                    <a:pt x="78" y="666"/>
                  </a:lnTo>
                  <a:lnTo>
                    <a:pt x="72" y="672"/>
                  </a:lnTo>
                  <a:lnTo>
                    <a:pt x="60" y="678"/>
                  </a:lnTo>
                  <a:lnTo>
                    <a:pt x="54" y="708"/>
                  </a:lnTo>
                  <a:lnTo>
                    <a:pt x="54" y="768"/>
                  </a:lnTo>
                  <a:lnTo>
                    <a:pt x="0" y="768"/>
                  </a:lnTo>
                  <a:lnTo>
                    <a:pt x="54" y="768"/>
                  </a:lnTo>
                  <a:lnTo>
                    <a:pt x="54" y="804"/>
                  </a:lnTo>
                  <a:lnTo>
                    <a:pt x="312" y="984"/>
                  </a:lnTo>
                  <a:lnTo>
                    <a:pt x="720" y="1296"/>
                  </a:lnTo>
                  <a:lnTo>
                    <a:pt x="720" y="1320"/>
                  </a:lnTo>
                  <a:lnTo>
                    <a:pt x="744" y="1320"/>
                  </a:lnTo>
                  <a:lnTo>
                    <a:pt x="750" y="1326"/>
                  </a:lnTo>
                  <a:lnTo>
                    <a:pt x="750" y="1344"/>
                  </a:lnTo>
                  <a:lnTo>
                    <a:pt x="762" y="1356"/>
                  </a:lnTo>
                  <a:lnTo>
                    <a:pt x="798" y="1356"/>
                  </a:lnTo>
                  <a:lnTo>
                    <a:pt x="804" y="1386"/>
                  </a:lnTo>
                  <a:lnTo>
                    <a:pt x="810" y="1386"/>
                  </a:lnTo>
                  <a:lnTo>
                    <a:pt x="816" y="1380"/>
                  </a:lnTo>
                  <a:lnTo>
                    <a:pt x="846" y="1380"/>
                  </a:lnTo>
                  <a:lnTo>
                    <a:pt x="858" y="1386"/>
                  </a:lnTo>
                  <a:lnTo>
                    <a:pt x="870" y="1410"/>
                  </a:lnTo>
                  <a:lnTo>
                    <a:pt x="870" y="1428"/>
                  </a:lnTo>
                  <a:lnTo>
                    <a:pt x="852" y="1446"/>
                  </a:lnTo>
                  <a:lnTo>
                    <a:pt x="852" y="1452"/>
                  </a:lnTo>
                  <a:lnTo>
                    <a:pt x="858" y="1458"/>
                  </a:lnTo>
                  <a:lnTo>
                    <a:pt x="870" y="1464"/>
                  </a:lnTo>
                  <a:lnTo>
                    <a:pt x="900" y="1464"/>
                  </a:lnTo>
                  <a:lnTo>
                    <a:pt x="906" y="1458"/>
                  </a:lnTo>
                  <a:lnTo>
                    <a:pt x="924" y="1458"/>
                  </a:lnTo>
                  <a:lnTo>
                    <a:pt x="954" y="1452"/>
                  </a:lnTo>
                  <a:lnTo>
                    <a:pt x="984" y="1440"/>
                  </a:lnTo>
                  <a:lnTo>
                    <a:pt x="1020" y="1434"/>
                  </a:lnTo>
                  <a:lnTo>
                    <a:pt x="1038" y="1434"/>
                  </a:lnTo>
                  <a:lnTo>
                    <a:pt x="1062" y="1416"/>
                  </a:lnTo>
                  <a:lnTo>
                    <a:pt x="1098" y="1386"/>
                  </a:lnTo>
                  <a:lnTo>
                    <a:pt x="1128" y="1350"/>
                  </a:lnTo>
                  <a:lnTo>
                    <a:pt x="1158" y="1326"/>
                  </a:lnTo>
                  <a:lnTo>
                    <a:pt x="1182" y="1314"/>
                  </a:lnTo>
                  <a:lnTo>
                    <a:pt x="1224" y="1284"/>
                  </a:lnTo>
                  <a:lnTo>
                    <a:pt x="1272" y="1248"/>
                  </a:lnTo>
                  <a:lnTo>
                    <a:pt x="1332" y="1206"/>
                  </a:lnTo>
                  <a:lnTo>
                    <a:pt x="1386" y="1170"/>
                  </a:lnTo>
                  <a:lnTo>
                    <a:pt x="1434" y="1134"/>
                  </a:lnTo>
                  <a:lnTo>
                    <a:pt x="1464" y="1110"/>
                  </a:lnTo>
                  <a:lnTo>
                    <a:pt x="1476" y="1104"/>
                  </a:lnTo>
                  <a:lnTo>
                    <a:pt x="1476" y="1098"/>
                  </a:lnTo>
                  <a:lnTo>
                    <a:pt x="1470" y="1092"/>
                  </a:lnTo>
                  <a:lnTo>
                    <a:pt x="1464" y="1080"/>
                  </a:lnTo>
                  <a:lnTo>
                    <a:pt x="1458" y="1062"/>
                  </a:lnTo>
                  <a:lnTo>
                    <a:pt x="1452" y="1050"/>
                  </a:lnTo>
                  <a:lnTo>
                    <a:pt x="1452" y="1044"/>
                  </a:lnTo>
                  <a:lnTo>
                    <a:pt x="1440" y="1032"/>
                  </a:lnTo>
                  <a:lnTo>
                    <a:pt x="1428" y="1032"/>
                  </a:lnTo>
                  <a:lnTo>
                    <a:pt x="1392" y="1014"/>
                  </a:lnTo>
                  <a:lnTo>
                    <a:pt x="1386" y="1014"/>
                  </a:lnTo>
                  <a:lnTo>
                    <a:pt x="1362" y="1026"/>
                  </a:lnTo>
                  <a:lnTo>
                    <a:pt x="1338" y="1002"/>
                  </a:lnTo>
                  <a:lnTo>
                    <a:pt x="1338" y="960"/>
                  </a:lnTo>
                  <a:lnTo>
                    <a:pt x="1332" y="954"/>
                  </a:lnTo>
                  <a:lnTo>
                    <a:pt x="1326" y="942"/>
                  </a:lnTo>
                  <a:lnTo>
                    <a:pt x="1314" y="930"/>
                  </a:lnTo>
                  <a:lnTo>
                    <a:pt x="1308" y="912"/>
                  </a:lnTo>
                  <a:lnTo>
                    <a:pt x="1296" y="900"/>
                  </a:lnTo>
                  <a:lnTo>
                    <a:pt x="1290" y="888"/>
                  </a:lnTo>
                  <a:lnTo>
                    <a:pt x="1290" y="882"/>
                  </a:lnTo>
                  <a:lnTo>
                    <a:pt x="1296" y="876"/>
                  </a:lnTo>
                  <a:lnTo>
                    <a:pt x="1308" y="876"/>
                  </a:lnTo>
                  <a:lnTo>
                    <a:pt x="1320" y="870"/>
                  </a:lnTo>
                  <a:lnTo>
                    <a:pt x="1326" y="864"/>
                  </a:lnTo>
                  <a:lnTo>
                    <a:pt x="1332" y="852"/>
                  </a:lnTo>
                  <a:lnTo>
                    <a:pt x="1332" y="840"/>
                  </a:lnTo>
                  <a:lnTo>
                    <a:pt x="1326" y="834"/>
                  </a:lnTo>
                  <a:lnTo>
                    <a:pt x="1326" y="828"/>
                  </a:lnTo>
                  <a:lnTo>
                    <a:pt x="1320" y="774"/>
                  </a:lnTo>
                  <a:lnTo>
                    <a:pt x="1332" y="750"/>
                  </a:lnTo>
                  <a:lnTo>
                    <a:pt x="1326" y="732"/>
                  </a:lnTo>
                  <a:lnTo>
                    <a:pt x="1326" y="726"/>
                  </a:lnTo>
                  <a:lnTo>
                    <a:pt x="1332" y="720"/>
                  </a:lnTo>
                  <a:lnTo>
                    <a:pt x="1332" y="690"/>
                  </a:lnTo>
                  <a:lnTo>
                    <a:pt x="1338" y="678"/>
                  </a:lnTo>
                  <a:lnTo>
                    <a:pt x="1338" y="672"/>
                  </a:lnTo>
                  <a:lnTo>
                    <a:pt x="1326" y="648"/>
                  </a:lnTo>
                  <a:lnTo>
                    <a:pt x="1302" y="588"/>
                  </a:lnTo>
                  <a:lnTo>
                    <a:pt x="1290" y="570"/>
                  </a:lnTo>
                  <a:lnTo>
                    <a:pt x="1296" y="564"/>
                  </a:lnTo>
                  <a:lnTo>
                    <a:pt x="1308" y="558"/>
                  </a:lnTo>
                  <a:lnTo>
                    <a:pt x="1296" y="528"/>
                  </a:lnTo>
                  <a:lnTo>
                    <a:pt x="1284" y="480"/>
                  </a:lnTo>
                  <a:lnTo>
                    <a:pt x="1278" y="438"/>
                  </a:lnTo>
                  <a:lnTo>
                    <a:pt x="1272" y="414"/>
                  </a:lnTo>
                  <a:lnTo>
                    <a:pt x="1266" y="408"/>
                  </a:lnTo>
                  <a:lnTo>
                    <a:pt x="1260" y="396"/>
                  </a:lnTo>
                  <a:lnTo>
                    <a:pt x="1236" y="384"/>
                  </a:lnTo>
                  <a:lnTo>
                    <a:pt x="1230" y="378"/>
                  </a:lnTo>
                  <a:lnTo>
                    <a:pt x="1224" y="378"/>
                  </a:lnTo>
                  <a:lnTo>
                    <a:pt x="1224" y="336"/>
                  </a:lnTo>
                  <a:lnTo>
                    <a:pt x="1212" y="324"/>
                  </a:lnTo>
                  <a:lnTo>
                    <a:pt x="1194" y="318"/>
                  </a:lnTo>
                  <a:lnTo>
                    <a:pt x="1182" y="318"/>
                  </a:lnTo>
                  <a:lnTo>
                    <a:pt x="1182" y="288"/>
                  </a:lnTo>
                  <a:lnTo>
                    <a:pt x="1170" y="288"/>
                  </a:lnTo>
                  <a:lnTo>
                    <a:pt x="1170" y="246"/>
                  </a:lnTo>
                  <a:lnTo>
                    <a:pt x="1194" y="222"/>
                  </a:lnTo>
                  <a:lnTo>
                    <a:pt x="1218" y="204"/>
                  </a:lnTo>
                  <a:lnTo>
                    <a:pt x="1218" y="198"/>
                  </a:lnTo>
                  <a:lnTo>
                    <a:pt x="1224" y="192"/>
                  </a:lnTo>
                  <a:lnTo>
                    <a:pt x="1224" y="180"/>
                  </a:lnTo>
                  <a:lnTo>
                    <a:pt x="1230" y="168"/>
                  </a:lnTo>
                  <a:lnTo>
                    <a:pt x="1230" y="126"/>
                  </a:lnTo>
                  <a:lnTo>
                    <a:pt x="1224" y="114"/>
                  </a:lnTo>
                  <a:lnTo>
                    <a:pt x="1224" y="78"/>
                  </a:lnTo>
                  <a:lnTo>
                    <a:pt x="1230" y="66"/>
                  </a:lnTo>
                  <a:lnTo>
                    <a:pt x="1230" y="54"/>
                  </a:lnTo>
                  <a:lnTo>
                    <a:pt x="1212" y="48"/>
                  </a:lnTo>
                  <a:lnTo>
                    <a:pt x="1254" y="30"/>
                  </a:lnTo>
                  <a:lnTo>
                    <a:pt x="1254" y="18"/>
                  </a:lnTo>
                  <a:lnTo>
                    <a:pt x="1242" y="18"/>
                  </a:lnTo>
                  <a:lnTo>
                    <a:pt x="1236" y="12"/>
                  </a:lnTo>
                  <a:lnTo>
                    <a:pt x="1224" y="12"/>
                  </a:lnTo>
                  <a:lnTo>
                    <a:pt x="1206" y="24"/>
                  </a:lnTo>
                  <a:lnTo>
                    <a:pt x="1170" y="6"/>
                  </a:lnTo>
                  <a:lnTo>
                    <a:pt x="1152" y="6"/>
                  </a:lnTo>
                  <a:lnTo>
                    <a:pt x="1152" y="18"/>
                  </a:lnTo>
                  <a:lnTo>
                    <a:pt x="1116" y="18"/>
                  </a:lnTo>
                  <a:lnTo>
                    <a:pt x="1092" y="0"/>
                  </a:lnTo>
                  <a:lnTo>
                    <a:pt x="1086" y="30"/>
                  </a:lnTo>
                  <a:lnTo>
                    <a:pt x="1056" y="18"/>
                  </a:lnTo>
                  <a:lnTo>
                    <a:pt x="1026" y="42"/>
                  </a:lnTo>
                  <a:lnTo>
                    <a:pt x="1002" y="30"/>
                  </a:lnTo>
                  <a:lnTo>
                    <a:pt x="984" y="30"/>
                  </a:lnTo>
                  <a:lnTo>
                    <a:pt x="966" y="24"/>
                  </a:lnTo>
                  <a:lnTo>
                    <a:pt x="948" y="24"/>
                  </a:lnTo>
                  <a:lnTo>
                    <a:pt x="924" y="30"/>
                  </a:lnTo>
                  <a:lnTo>
                    <a:pt x="906" y="30"/>
                  </a:lnTo>
                  <a:lnTo>
                    <a:pt x="900" y="36"/>
                  </a:lnTo>
                  <a:lnTo>
                    <a:pt x="888" y="36"/>
                  </a:lnTo>
                  <a:lnTo>
                    <a:pt x="876" y="42"/>
                  </a:lnTo>
                  <a:lnTo>
                    <a:pt x="816" y="42"/>
                  </a:lnTo>
                  <a:lnTo>
                    <a:pt x="810" y="48"/>
                  </a:lnTo>
                  <a:lnTo>
                    <a:pt x="750" y="48"/>
                  </a:lnTo>
                  <a:lnTo>
                    <a:pt x="744" y="54"/>
                  </a:lnTo>
                  <a:lnTo>
                    <a:pt x="726" y="54"/>
                  </a:lnTo>
                  <a:lnTo>
                    <a:pt x="714" y="60"/>
                  </a:lnTo>
                  <a:lnTo>
                    <a:pt x="696" y="66"/>
                  </a:lnTo>
                  <a:lnTo>
                    <a:pt x="684" y="78"/>
                  </a:lnTo>
                  <a:lnTo>
                    <a:pt x="678" y="90"/>
                  </a:lnTo>
                  <a:lnTo>
                    <a:pt x="666" y="102"/>
                  </a:lnTo>
                  <a:lnTo>
                    <a:pt x="666" y="108"/>
                  </a:lnTo>
                  <a:lnTo>
                    <a:pt x="636" y="108"/>
                  </a:lnTo>
                  <a:lnTo>
                    <a:pt x="624" y="114"/>
                  </a:lnTo>
                  <a:lnTo>
                    <a:pt x="606" y="114"/>
                  </a:lnTo>
                  <a:lnTo>
                    <a:pt x="594" y="120"/>
                  </a:lnTo>
                  <a:lnTo>
                    <a:pt x="588" y="126"/>
                  </a:lnTo>
                  <a:lnTo>
                    <a:pt x="588" y="132"/>
                  </a:lnTo>
                  <a:lnTo>
                    <a:pt x="558" y="162"/>
                  </a:lnTo>
                  <a:lnTo>
                    <a:pt x="546" y="168"/>
                  </a:lnTo>
                  <a:lnTo>
                    <a:pt x="522" y="168"/>
                  </a:lnTo>
                  <a:lnTo>
                    <a:pt x="528" y="174"/>
                  </a:lnTo>
                  <a:lnTo>
                    <a:pt x="534" y="186"/>
                  </a:lnTo>
                  <a:lnTo>
                    <a:pt x="546" y="192"/>
                  </a:lnTo>
                  <a:lnTo>
                    <a:pt x="540" y="198"/>
                  </a:lnTo>
                  <a:lnTo>
                    <a:pt x="540" y="210"/>
                  </a:lnTo>
                  <a:lnTo>
                    <a:pt x="552" y="210"/>
                  </a:lnTo>
                  <a:lnTo>
                    <a:pt x="546" y="276"/>
                  </a:lnTo>
                  <a:lnTo>
                    <a:pt x="558" y="294"/>
                  </a:lnTo>
                  <a:lnTo>
                    <a:pt x="546" y="324"/>
                  </a:lnTo>
                  <a:lnTo>
                    <a:pt x="564" y="324"/>
                  </a:lnTo>
                  <a:lnTo>
                    <a:pt x="564" y="354"/>
                  </a:lnTo>
                  <a:lnTo>
                    <a:pt x="588" y="372"/>
                  </a:lnTo>
                  <a:lnTo>
                    <a:pt x="570" y="390"/>
                  </a:lnTo>
                  <a:lnTo>
                    <a:pt x="570" y="402"/>
                  </a:lnTo>
                  <a:lnTo>
                    <a:pt x="516" y="408"/>
                  </a:lnTo>
                  <a:lnTo>
                    <a:pt x="504" y="402"/>
                  </a:lnTo>
                  <a:lnTo>
                    <a:pt x="486" y="402"/>
                  </a:lnTo>
                  <a:lnTo>
                    <a:pt x="486" y="408"/>
                  </a:lnTo>
                  <a:lnTo>
                    <a:pt x="480" y="414"/>
                  </a:lnTo>
                  <a:lnTo>
                    <a:pt x="474" y="408"/>
                  </a:lnTo>
                  <a:lnTo>
                    <a:pt x="462" y="408"/>
                  </a:lnTo>
                  <a:lnTo>
                    <a:pt x="462" y="414"/>
                  </a:lnTo>
                  <a:lnTo>
                    <a:pt x="456" y="420"/>
                  </a:lnTo>
                  <a:lnTo>
                    <a:pt x="456" y="432"/>
                  </a:lnTo>
                  <a:lnTo>
                    <a:pt x="432" y="432"/>
                  </a:lnTo>
                  <a:lnTo>
                    <a:pt x="420" y="438"/>
                  </a:lnTo>
                  <a:lnTo>
                    <a:pt x="396" y="438"/>
                  </a:lnTo>
                  <a:lnTo>
                    <a:pt x="390" y="444"/>
                  </a:lnTo>
                  <a:lnTo>
                    <a:pt x="390" y="456"/>
                  </a:lnTo>
                  <a:lnTo>
                    <a:pt x="396" y="462"/>
                  </a:lnTo>
                  <a:lnTo>
                    <a:pt x="402" y="474"/>
                  </a:lnTo>
                  <a:lnTo>
                    <a:pt x="414" y="492"/>
                  </a:lnTo>
                  <a:lnTo>
                    <a:pt x="390" y="504"/>
                  </a:lnTo>
                  <a:lnTo>
                    <a:pt x="390" y="510"/>
                  </a:lnTo>
                  <a:lnTo>
                    <a:pt x="378" y="522"/>
                  </a:lnTo>
                  <a:lnTo>
                    <a:pt x="366" y="528"/>
                  </a:lnTo>
                  <a:lnTo>
                    <a:pt x="360" y="534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549" name="Afghan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52015C47-5BDC-4626-B7D3-6CCEECF60245}"/>
                </a:ext>
              </a:extLst>
            </p:cNvPr>
            <p:cNvSpPr>
              <a:spLocks/>
            </p:cNvSpPr>
            <p:nvPr/>
          </p:nvSpPr>
          <p:spPr bwMode="gray">
            <a:xfrm>
              <a:off x="5090316" y="1982132"/>
              <a:ext cx="299842" cy="242758"/>
            </a:xfrm>
            <a:custGeom>
              <a:avLst/>
              <a:gdLst>
                <a:gd name="T0" fmla="*/ 2147483647 w 906"/>
                <a:gd name="T1" fmla="*/ 2147483647 h 738"/>
                <a:gd name="T2" fmla="*/ 2147483647 w 906"/>
                <a:gd name="T3" fmla="*/ 2147483647 h 738"/>
                <a:gd name="T4" fmla="*/ 2147483647 w 906"/>
                <a:gd name="T5" fmla="*/ 2147483647 h 738"/>
                <a:gd name="T6" fmla="*/ 2147483647 w 906"/>
                <a:gd name="T7" fmla="*/ 2147483647 h 738"/>
                <a:gd name="T8" fmla="*/ 2147483647 w 906"/>
                <a:gd name="T9" fmla="*/ 2147483647 h 738"/>
                <a:gd name="T10" fmla="*/ 2147483647 w 906"/>
                <a:gd name="T11" fmla="*/ 0 h 738"/>
                <a:gd name="T12" fmla="*/ 2147483647 w 906"/>
                <a:gd name="T13" fmla="*/ 2147483647 h 738"/>
                <a:gd name="T14" fmla="*/ 2147483647 w 906"/>
                <a:gd name="T15" fmla="*/ 2147483647 h 738"/>
                <a:gd name="T16" fmla="*/ 2147483647 w 906"/>
                <a:gd name="T17" fmla="*/ 2147483647 h 738"/>
                <a:gd name="T18" fmla="*/ 2147483647 w 906"/>
                <a:gd name="T19" fmla="*/ 2147483647 h 738"/>
                <a:gd name="T20" fmla="*/ 2147483647 w 906"/>
                <a:gd name="T21" fmla="*/ 2147483647 h 738"/>
                <a:gd name="T22" fmla="*/ 2147483647 w 906"/>
                <a:gd name="T23" fmla="*/ 2147483647 h 738"/>
                <a:gd name="T24" fmla="*/ 2147483647 w 906"/>
                <a:gd name="T25" fmla="*/ 2147483647 h 738"/>
                <a:gd name="T26" fmla="*/ 2147483647 w 906"/>
                <a:gd name="T27" fmla="*/ 2147483647 h 738"/>
                <a:gd name="T28" fmla="*/ 2147483647 w 906"/>
                <a:gd name="T29" fmla="*/ 2147483647 h 738"/>
                <a:gd name="T30" fmla="*/ 2147483647 w 906"/>
                <a:gd name="T31" fmla="*/ 2147483647 h 738"/>
                <a:gd name="T32" fmla="*/ 2147483647 w 906"/>
                <a:gd name="T33" fmla="*/ 2147483647 h 738"/>
                <a:gd name="T34" fmla="*/ 2147483647 w 906"/>
                <a:gd name="T35" fmla="*/ 2147483647 h 738"/>
                <a:gd name="T36" fmla="*/ 2147483647 w 906"/>
                <a:gd name="T37" fmla="*/ 2147483647 h 738"/>
                <a:gd name="T38" fmla="*/ 2147483647 w 906"/>
                <a:gd name="T39" fmla="*/ 2147483647 h 738"/>
                <a:gd name="T40" fmla="*/ 2147483647 w 906"/>
                <a:gd name="T41" fmla="*/ 2147483647 h 738"/>
                <a:gd name="T42" fmla="*/ 2147483647 w 906"/>
                <a:gd name="T43" fmla="*/ 2147483647 h 738"/>
                <a:gd name="T44" fmla="*/ 2147483647 w 906"/>
                <a:gd name="T45" fmla="*/ 2147483647 h 738"/>
                <a:gd name="T46" fmla="*/ 0 w 906"/>
                <a:gd name="T47" fmla="*/ 2147483647 h 738"/>
                <a:gd name="T48" fmla="*/ 2147483647 w 906"/>
                <a:gd name="T49" fmla="*/ 2147483647 h 738"/>
                <a:gd name="T50" fmla="*/ 2147483647 w 906"/>
                <a:gd name="T51" fmla="*/ 2147483647 h 738"/>
                <a:gd name="T52" fmla="*/ 2147483647 w 906"/>
                <a:gd name="T53" fmla="*/ 2147483647 h 738"/>
                <a:gd name="T54" fmla="*/ 2147483647 w 906"/>
                <a:gd name="T55" fmla="*/ 2147483647 h 738"/>
                <a:gd name="T56" fmla="*/ 2147483647 w 906"/>
                <a:gd name="T57" fmla="*/ 2147483647 h 738"/>
                <a:gd name="T58" fmla="*/ 2147483647 w 906"/>
                <a:gd name="T59" fmla="*/ 2147483647 h 738"/>
                <a:gd name="T60" fmla="*/ 2147483647 w 906"/>
                <a:gd name="T61" fmla="*/ 2147483647 h 738"/>
                <a:gd name="T62" fmla="*/ 2147483647 w 906"/>
                <a:gd name="T63" fmla="*/ 2147483647 h 738"/>
                <a:gd name="T64" fmla="*/ 2147483647 w 906"/>
                <a:gd name="T65" fmla="*/ 2147483647 h 738"/>
                <a:gd name="T66" fmla="*/ 2147483647 w 906"/>
                <a:gd name="T67" fmla="*/ 2147483647 h 738"/>
                <a:gd name="T68" fmla="*/ 2147483647 w 906"/>
                <a:gd name="T69" fmla="*/ 2147483647 h 738"/>
                <a:gd name="T70" fmla="*/ 2147483647 w 906"/>
                <a:gd name="T71" fmla="*/ 2147483647 h 738"/>
                <a:gd name="T72" fmla="*/ 2147483647 w 906"/>
                <a:gd name="T73" fmla="*/ 2147483647 h 738"/>
                <a:gd name="T74" fmla="*/ 2147483647 w 906"/>
                <a:gd name="T75" fmla="*/ 2147483647 h 738"/>
                <a:gd name="T76" fmla="*/ 2147483647 w 906"/>
                <a:gd name="T77" fmla="*/ 2147483647 h 738"/>
                <a:gd name="T78" fmla="*/ 2147483647 w 906"/>
                <a:gd name="T79" fmla="*/ 2147483647 h 738"/>
                <a:gd name="T80" fmla="*/ 2147483647 w 906"/>
                <a:gd name="T81" fmla="*/ 2147483647 h 738"/>
                <a:gd name="T82" fmla="*/ 2147483647 w 906"/>
                <a:gd name="T83" fmla="*/ 2147483647 h 738"/>
                <a:gd name="T84" fmla="*/ 2147483647 w 906"/>
                <a:gd name="T85" fmla="*/ 2147483647 h 738"/>
                <a:gd name="T86" fmla="*/ 2147483647 w 906"/>
                <a:gd name="T87" fmla="*/ 2147483647 h 738"/>
                <a:gd name="T88" fmla="*/ 2147483647 w 906"/>
                <a:gd name="T89" fmla="*/ 2147483647 h 738"/>
                <a:gd name="T90" fmla="*/ 2147483647 w 906"/>
                <a:gd name="T91" fmla="*/ 2147483647 h 738"/>
                <a:gd name="T92" fmla="*/ 2147483647 w 906"/>
                <a:gd name="T93" fmla="*/ 2147483647 h 738"/>
                <a:gd name="T94" fmla="*/ 2147483647 w 906"/>
                <a:gd name="T95" fmla="*/ 2147483647 h 738"/>
                <a:gd name="T96" fmla="*/ 2147483647 w 906"/>
                <a:gd name="T97" fmla="*/ 2147483647 h 738"/>
                <a:gd name="T98" fmla="*/ 2147483647 w 906"/>
                <a:gd name="T99" fmla="*/ 2147483647 h 738"/>
                <a:gd name="T100" fmla="*/ 2147483647 w 906"/>
                <a:gd name="T101" fmla="*/ 2147483647 h 738"/>
                <a:gd name="T102" fmla="*/ 2147483647 w 906"/>
                <a:gd name="T103" fmla="*/ 2147483647 h 738"/>
                <a:gd name="T104" fmla="*/ 2147483647 w 906"/>
                <a:gd name="T105" fmla="*/ 2147483647 h 738"/>
                <a:gd name="T106" fmla="*/ 2147483647 w 906"/>
                <a:gd name="T107" fmla="*/ 2147483647 h 738"/>
                <a:gd name="T108" fmla="*/ 2147483647 w 906"/>
                <a:gd name="T109" fmla="*/ 2147483647 h 73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906"/>
                <a:gd name="T166" fmla="*/ 0 h 738"/>
                <a:gd name="T167" fmla="*/ 906 w 906"/>
                <a:gd name="T168" fmla="*/ 738 h 73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906" h="738">
                  <a:moveTo>
                    <a:pt x="894" y="108"/>
                  </a:moveTo>
                  <a:lnTo>
                    <a:pt x="894" y="96"/>
                  </a:lnTo>
                  <a:lnTo>
                    <a:pt x="906" y="96"/>
                  </a:lnTo>
                  <a:lnTo>
                    <a:pt x="900" y="90"/>
                  </a:lnTo>
                  <a:lnTo>
                    <a:pt x="876" y="90"/>
                  </a:lnTo>
                  <a:lnTo>
                    <a:pt x="840" y="102"/>
                  </a:lnTo>
                  <a:lnTo>
                    <a:pt x="840" y="84"/>
                  </a:lnTo>
                  <a:lnTo>
                    <a:pt x="816" y="84"/>
                  </a:lnTo>
                  <a:lnTo>
                    <a:pt x="792" y="96"/>
                  </a:lnTo>
                  <a:lnTo>
                    <a:pt x="786" y="102"/>
                  </a:lnTo>
                  <a:lnTo>
                    <a:pt x="780" y="114"/>
                  </a:lnTo>
                  <a:lnTo>
                    <a:pt x="774" y="120"/>
                  </a:lnTo>
                  <a:lnTo>
                    <a:pt x="756" y="120"/>
                  </a:lnTo>
                  <a:lnTo>
                    <a:pt x="750" y="126"/>
                  </a:lnTo>
                  <a:lnTo>
                    <a:pt x="744" y="138"/>
                  </a:lnTo>
                  <a:lnTo>
                    <a:pt x="732" y="144"/>
                  </a:lnTo>
                  <a:lnTo>
                    <a:pt x="726" y="150"/>
                  </a:lnTo>
                  <a:lnTo>
                    <a:pt x="720" y="150"/>
                  </a:lnTo>
                  <a:lnTo>
                    <a:pt x="690" y="120"/>
                  </a:lnTo>
                  <a:lnTo>
                    <a:pt x="690" y="114"/>
                  </a:lnTo>
                  <a:lnTo>
                    <a:pt x="678" y="48"/>
                  </a:lnTo>
                  <a:lnTo>
                    <a:pt x="660" y="48"/>
                  </a:lnTo>
                  <a:lnTo>
                    <a:pt x="660" y="18"/>
                  </a:lnTo>
                  <a:lnTo>
                    <a:pt x="642" y="0"/>
                  </a:lnTo>
                  <a:lnTo>
                    <a:pt x="624" y="0"/>
                  </a:lnTo>
                  <a:lnTo>
                    <a:pt x="618" y="6"/>
                  </a:lnTo>
                  <a:lnTo>
                    <a:pt x="618" y="30"/>
                  </a:lnTo>
                  <a:lnTo>
                    <a:pt x="612" y="36"/>
                  </a:lnTo>
                  <a:lnTo>
                    <a:pt x="606" y="36"/>
                  </a:lnTo>
                  <a:lnTo>
                    <a:pt x="594" y="48"/>
                  </a:lnTo>
                  <a:lnTo>
                    <a:pt x="594" y="54"/>
                  </a:lnTo>
                  <a:lnTo>
                    <a:pt x="600" y="60"/>
                  </a:lnTo>
                  <a:lnTo>
                    <a:pt x="606" y="60"/>
                  </a:lnTo>
                  <a:lnTo>
                    <a:pt x="600" y="84"/>
                  </a:lnTo>
                  <a:lnTo>
                    <a:pt x="588" y="72"/>
                  </a:lnTo>
                  <a:lnTo>
                    <a:pt x="570" y="72"/>
                  </a:lnTo>
                  <a:lnTo>
                    <a:pt x="558" y="78"/>
                  </a:lnTo>
                  <a:lnTo>
                    <a:pt x="546" y="90"/>
                  </a:lnTo>
                  <a:lnTo>
                    <a:pt x="546" y="120"/>
                  </a:lnTo>
                  <a:lnTo>
                    <a:pt x="540" y="120"/>
                  </a:lnTo>
                  <a:lnTo>
                    <a:pt x="534" y="114"/>
                  </a:lnTo>
                  <a:lnTo>
                    <a:pt x="528" y="102"/>
                  </a:lnTo>
                  <a:lnTo>
                    <a:pt x="522" y="96"/>
                  </a:lnTo>
                  <a:lnTo>
                    <a:pt x="510" y="96"/>
                  </a:lnTo>
                  <a:lnTo>
                    <a:pt x="504" y="102"/>
                  </a:lnTo>
                  <a:lnTo>
                    <a:pt x="492" y="108"/>
                  </a:lnTo>
                  <a:lnTo>
                    <a:pt x="474" y="126"/>
                  </a:lnTo>
                  <a:lnTo>
                    <a:pt x="468" y="126"/>
                  </a:lnTo>
                  <a:lnTo>
                    <a:pt x="456" y="114"/>
                  </a:lnTo>
                  <a:lnTo>
                    <a:pt x="444" y="108"/>
                  </a:lnTo>
                  <a:lnTo>
                    <a:pt x="438" y="102"/>
                  </a:lnTo>
                  <a:lnTo>
                    <a:pt x="426" y="102"/>
                  </a:lnTo>
                  <a:lnTo>
                    <a:pt x="414" y="108"/>
                  </a:lnTo>
                  <a:lnTo>
                    <a:pt x="396" y="84"/>
                  </a:lnTo>
                  <a:lnTo>
                    <a:pt x="384" y="96"/>
                  </a:lnTo>
                  <a:lnTo>
                    <a:pt x="342" y="96"/>
                  </a:lnTo>
                  <a:lnTo>
                    <a:pt x="330" y="90"/>
                  </a:lnTo>
                  <a:lnTo>
                    <a:pt x="324" y="84"/>
                  </a:lnTo>
                  <a:lnTo>
                    <a:pt x="312" y="78"/>
                  </a:lnTo>
                  <a:lnTo>
                    <a:pt x="300" y="78"/>
                  </a:lnTo>
                  <a:lnTo>
                    <a:pt x="300" y="102"/>
                  </a:lnTo>
                  <a:lnTo>
                    <a:pt x="264" y="102"/>
                  </a:lnTo>
                  <a:lnTo>
                    <a:pt x="252" y="108"/>
                  </a:lnTo>
                  <a:lnTo>
                    <a:pt x="246" y="120"/>
                  </a:lnTo>
                  <a:lnTo>
                    <a:pt x="246" y="180"/>
                  </a:lnTo>
                  <a:lnTo>
                    <a:pt x="234" y="180"/>
                  </a:lnTo>
                  <a:lnTo>
                    <a:pt x="222" y="186"/>
                  </a:lnTo>
                  <a:lnTo>
                    <a:pt x="216" y="198"/>
                  </a:lnTo>
                  <a:lnTo>
                    <a:pt x="180" y="216"/>
                  </a:lnTo>
                  <a:lnTo>
                    <a:pt x="168" y="216"/>
                  </a:lnTo>
                  <a:lnTo>
                    <a:pt x="168" y="228"/>
                  </a:lnTo>
                  <a:lnTo>
                    <a:pt x="156" y="252"/>
                  </a:lnTo>
                  <a:lnTo>
                    <a:pt x="150" y="258"/>
                  </a:lnTo>
                  <a:lnTo>
                    <a:pt x="138" y="264"/>
                  </a:lnTo>
                  <a:lnTo>
                    <a:pt x="114" y="264"/>
                  </a:lnTo>
                  <a:lnTo>
                    <a:pt x="90" y="240"/>
                  </a:lnTo>
                  <a:lnTo>
                    <a:pt x="84" y="240"/>
                  </a:lnTo>
                  <a:lnTo>
                    <a:pt x="78" y="246"/>
                  </a:lnTo>
                  <a:lnTo>
                    <a:pt x="66" y="246"/>
                  </a:lnTo>
                  <a:lnTo>
                    <a:pt x="60" y="240"/>
                  </a:lnTo>
                  <a:lnTo>
                    <a:pt x="48" y="240"/>
                  </a:lnTo>
                  <a:lnTo>
                    <a:pt x="42" y="234"/>
                  </a:lnTo>
                  <a:lnTo>
                    <a:pt x="36" y="240"/>
                  </a:lnTo>
                  <a:lnTo>
                    <a:pt x="30" y="252"/>
                  </a:lnTo>
                  <a:lnTo>
                    <a:pt x="30" y="258"/>
                  </a:lnTo>
                  <a:lnTo>
                    <a:pt x="36" y="270"/>
                  </a:lnTo>
                  <a:lnTo>
                    <a:pt x="36" y="294"/>
                  </a:lnTo>
                  <a:lnTo>
                    <a:pt x="42" y="300"/>
                  </a:lnTo>
                  <a:lnTo>
                    <a:pt x="42" y="306"/>
                  </a:lnTo>
                  <a:lnTo>
                    <a:pt x="18" y="312"/>
                  </a:lnTo>
                  <a:lnTo>
                    <a:pt x="30" y="330"/>
                  </a:lnTo>
                  <a:lnTo>
                    <a:pt x="24" y="330"/>
                  </a:lnTo>
                  <a:lnTo>
                    <a:pt x="18" y="336"/>
                  </a:lnTo>
                  <a:lnTo>
                    <a:pt x="6" y="342"/>
                  </a:lnTo>
                  <a:lnTo>
                    <a:pt x="0" y="348"/>
                  </a:lnTo>
                  <a:lnTo>
                    <a:pt x="0" y="354"/>
                  </a:lnTo>
                  <a:lnTo>
                    <a:pt x="12" y="366"/>
                  </a:lnTo>
                  <a:lnTo>
                    <a:pt x="12" y="396"/>
                  </a:lnTo>
                  <a:lnTo>
                    <a:pt x="36" y="396"/>
                  </a:lnTo>
                  <a:lnTo>
                    <a:pt x="42" y="402"/>
                  </a:lnTo>
                  <a:lnTo>
                    <a:pt x="42" y="408"/>
                  </a:lnTo>
                  <a:lnTo>
                    <a:pt x="24" y="426"/>
                  </a:lnTo>
                  <a:lnTo>
                    <a:pt x="18" y="438"/>
                  </a:lnTo>
                  <a:lnTo>
                    <a:pt x="30" y="462"/>
                  </a:lnTo>
                  <a:lnTo>
                    <a:pt x="42" y="480"/>
                  </a:lnTo>
                  <a:lnTo>
                    <a:pt x="54" y="504"/>
                  </a:lnTo>
                  <a:lnTo>
                    <a:pt x="60" y="510"/>
                  </a:lnTo>
                  <a:lnTo>
                    <a:pt x="60" y="564"/>
                  </a:lnTo>
                  <a:lnTo>
                    <a:pt x="66" y="570"/>
                  </a:lnTo>
                  <a:lnTo>
                    <a:pt x="72" y="570"/>
                  </a:lnTo>
                  <a:lnTo>
                    <a:pt x="84" y="576"/>
                  </a:lnTo>
                  <a:lnTo>
                    <a:pt x="120" y="576"/>
                  </a:lnTo>
                  <a:lnTo>
                    <a:pt x="126" y="582"/>
                  </a:lnTo>
                  <a:lnTo>
                    <a:pt x="138" y="606"/>
                  </a:lnTo>
                  <a:lnTo>
                    <a:pt x="114" y="654"/>
                  </a:lnTo>
                  <a:lnTo>
                    <a:pt x="108" y="660"/>
                  </a:lnTo>
                  <a:lnTo>
                    <a:pt x="102" y="672"/>
                  </a:lnTo>
                  <a:lnTo>
                    <a:pt x="84" y="690"/>
                  </a:lnTo>
                  <a:lnTo>
                    <a:pt x="84" y="702"/>
                  </a:lnTo>
                  <a:lnTo>
                    <a:pt x="120" y="702"/>
                  </a:lnTo>
                  <a:lnTo>
                    <a:pt x="132" y="708"/>
                  </a:lnTo>
                  <a:lnTo>
                    <a:pt x="150" y="720"/>
                  </a:lnTo>
                  <a:lnTo>
                    <a:pt x="168" y="726"/>
                  </a:lnTo>
                  <a:lnTo>
                    <a:pt x="192" y="738"/>
                  </a:lnTo>
                  <a:lnTo>
                    <a:pt x="210" y="738"/>
                  </a:lnTo>
                  <a:lnTo>
                    <a:pt x="228" y="732"/>
                  </a:lnTo>
                  <a:lnTo>
                    <a:pt x="234" y="732"/>
                  </a:lnTo>
                  <a:lnTo>
                    <a:pt x="240" y="726"/>
                  </a:lnTo>
                  <a:lnTo>
                    <a:pt x="294" y="726"/>
                  </a:lnTo>
                  <a:lnTo>
                    <a:pt x="294" y="732"/>
                  </a:lnTo>
                  <a:lnTo>
                    <a:pt x="318" y="732"/>
                  </a:lnTo>
                  <a:lnTo>
                    <a:pt x="324" y="726"/>
                  </a:lnTo>
                  <a:lnTo>
                    <a:pt x="348" y="726"/>
                  </a:lnTo>
                  <a:lnTo>
                    <a:pt x="366" y="720"/>
                  </a:lnTo>
                  <a:lnTo>
                    <a:pt x="396" y="720"/>
                  </a:lnTo>
                  <a:lnTo>
                    <a:pt x="444" y="696"/>
                  </a:lnTo>
                  <a:lnTo>
                    <a:pt x="450" y="696"/>
                  </a:lnTo>
                  <a:lnTo>
                    <a:pt x="456" y="690"/>
                  </a:lnTo>
                  <a:lnTo>
                    <a:pt x="456" y="660"/>
                  </a:lnTo>
                  <a:lnTo>
                    <a:pt x="450" y="654"/>
                  </a:lnTo>
                  <a:lnTo>
                    <a:pt x="450" y="636"/>
                  </a:lnTo>
                  <a:lnTo>
                    <a:pt x="444" y="624"/>
                  </a:lnTo>
                  <a:lnTo>
                    <a:pt x="444" y="606"/>
                  </a:lnTo>
                  <a:lnTo>
                    <a:pt x="450" y="594"/>
                  </a:lnTo>
                  <a:lnTo>
                    <a:pt x="462" y="588"/>
                  </a:lnTo>
                  <a:lnTo>
                    <a:pt x="468" y="576"/>
                  </a:lnTo>
                  <a:lnTo>
                    <a:pt x="486" y="576"/>
                  </a:lnTo>
                  <a:lnTo>
                    <a:pt x="486" y="588"/>
                  </a:lnTo>
                  <a:lnTo>
                    <a:pt x="528" y="588"/>
                  </a:lnTo>
                  <a:lnTo>
                    <a:pt x="534" y="582"/>
                  </a:lnTo>
                  <a:lnTo>
                    <a:pt x="534" y="576"/>
                  </a:lnTo>
                  <a:lnTo>
                    <a:pt x="528" y="570"/>
                  </a:lnTo>
                  <a:lnTo>
                    <a:pt x="522" y="570"/>
                  </a:lnTo>
                  <a:lnTo>
                    <a:pt x="522" y="564"/>
                  </a:lnTo>
                  <a:lnTo>
                    <a:pt x="528" y="558"/>
                  </a:lnTo>
                  <a:lnTo>
                    <a:pt x="534" y="558"/>
                  </a:lnTo>
                  <a:lnTo>
                    <a:pt x="546" y="552"/>
                  </a:lnTo>
                  <a:lnTo>
                    <a:pt x="552" y="546"/>
                  </a:lnTo>
                  <a:lnTo>
                    <a:pt x="564" y="540"/>
                  </a:lnTo>
                  <a:lnTo>
                    <a:pt x="594" y="540"/>
                  </a:lnTo>
                  <a:lnTo>
                    <a:pt x="594" y="552"/>
                  </a:lnTo>
                  <a:lnTo>
                    <a:pt x="600" y="558"/>
                  </a:lnTo>
                  <a:lnTo>
                    <a:pt x="612" y="558"/>
                  </a:lnTo>
                  <a:lnTo>
                    <a:pt x="624" y="552"/>
                  </a:lnTo>
                  <a:lnTo>
                    <a:pt x="630" y="540"/>
                  </a:lnTo>
                  <a:lnTo>
                    <a:pt x="636" y="534"/>
                  </a:lnTo>
                  <a:lnTo>
                    <a:pt x="636" y="528"/>
                  </a:lnTo>
                  <a:lnTo>
                    <a:pt x="630" y="522"/>
                  </a:lnTo>
                  <a:lnTo>
                    <a:pt x="630" y="510"/>
                  </a:lnTo>
                  <a:lnTo>
                    <a:pt x="624" y="498"/>
                  </a:lnTo>
                  <a:lnTo>
                    <a:pt x="624" y="480"/>
                  </a:lnTo>
                  <a:lnTo>
                    <a:pt x="630" y="474"/>
                  </a:lnTo>
                  <a:lnTo>
                    <a:pt x="636" y="474"/>
                  </a:lnTo>
                  <a:lnTo>
                    <a:pt x="636" y="438"/>
                  </a:lnTo>
                  <a:lnTo>
                    <a:pt x="642" y="432"/>
                  </a:lnTo>
                  <a:lnTo>
                    <a:pt x="660" y="432"/>
                  </a:lnTo>
                  <a:lnTo>
                    <a:pt x="690" y="414"/>
                  </a:lnTo>
                  <a:lnTo>
                    <a:pt x="684" y="414"/>
                  </a:lnTo>
                  <a:lnTo>
                    <a:pt x="672" y="408"/>
                  </a:lnTo>
                  <a:lnTo>
                    <a:pt x="672" y="402"/>
                  </a:lnTo>
                  <a:lnTo>
                    <a:pt x="666" y="396"/>
                  </a:lnTo>
                  <a:lnTo>
                    <a:pt x="666" y="390"/>
                  </a:lnTo>
                  <a:lnTo>
                    <a:pt x="654" y="384"/>
                  </a:lnTo>
                  <a:lnTo>
                    <a:pt x="642" y="372"/>
                  </a:lnTo>
                  <a:lnTo>
                    <a:pt x="642" y="360"/>
                  </a:lnTo>
                  <a:lnTo>
                    <a:pt x="660" y="360"/>
                  </a:lnTo>
                  <a:lnTo>
                    <a:pt x="666" y="366"/>
                  </a:lnTo>
                  <a:lnTo>
                    <a:pt x="684" y="372"/>
                  </a:lnTo>
                  <a:lnTo>
                    <a:pt x="690" y="372"/>
                  </a:lnTo>
                  <a:lnTo>
                    <a:pt x="696" y="366"/>
                  </a:lnTo>
                  <a:lnTo>
                    <a:pt x="714" y="366"/>
                  </a:lnTo>
                  <a:lnTo>
                    <a:pt x="714" y="336"/>
                  </a:lnTo>
                  <a:lnTo>
                    <a:pt x="708" y="330"/>
                  </a:lnTo>
                  <a:lnTo>
                    <a:pt x="708" y="318"/>
                  </a:lnTo>
                  <a:lnTo>
                    <a:pt x="714" y="306"/>
                  </a:lnTo>
                  <a:lnTo>
                    <a:pt x="738" y="282"/>
                  </a:lnTo>
                  <a:lnTo>
                    <a:pt x="738" y="276"/>
                  </a:lnTo>
                  <a:lnTo>
                    <a:pt x="732" y="264"/>
                  </a:lnTo>
                  <a:lnTo>
                    <a:pt x="726" y="258"/>
                  </a:lnTo>
                  <a:lnTo>
                    <a:pt x="726" y="228"/>
                  </a:lnTo>
                  <a:lnTo>
                    <a:pt x="696" y="198"/>
                  </a:lnTo>
                  <a:lnTo>
                    <a:pt x="696" y="192"/>
                  </a:lnTo>
                  <a:lnTo>
                    <a:pt x="702" y="186"/>
                  </a:lnTo>
                  <a:lnTo>
                    <a:pt x="708" y="174"/>
                  </a:lnTo>
                  <a:lnTo>
                    <a:pt x="714" y="168"/>
                  </a:lnTo>
                  <a:lnTo>
                    <a:pt x="738" y="156"/>
                  </a:lnTo>
                  <a:lnTo>
                    <a:pt x="744" y="150"/>
                  </a:lnTo>
                  <a:lnTo>
                    <a:pt x="768" y="138"/>
                  </a:lnTo>
                  <a:lnTo>
                    <a:pt x="774" y="138"/>
                  </a:lnTo>
                  <a:lnTo>
                    <a:pt x="780" y="132"/>
                  </a:lnTo>
                  <a:lnTo>
                    <a:pt x="822" y="132"/>
                  </a:lnTo>
                  <a:lnTo>
                    <a:pt x="828" y="126"/>
                  </a:lnTo>
                  <a:lnTo>
                    <a:pt x="852" y="126"/>
                  </a:lnTo>
                  <a:lnTo>
                    <a:pt x="864" y="132"/>
                  </a:lnTo>
                  <a:lnTo>
                    <a:pt x="876" y="132"/>
                  </a:lnTo>
                  <a:lnTo>
                    <a:pt x="882" y="126"/>
                  </a:lnTo>
                  <a:lnTo>
                    <a:pt x="894" y="126"/>
                  </a:lnTo>
                  <a:lnTo>
                    <a:pt x="900" y="120"/>
                  </a:lnTo>
                  <a:lnTo>
                    <a:pt x="894" y="114"/>
                  </a:lnTo>
                  <a:lnTo>
                    <a:pt x="894" y="108"/>
                  </a:lnTo>
                  <a:close/>
                </a:path>
              </a:pathLst>
            </a:custGeom>
            <a:grpFill/>
            <a:ln w="3175" cap="flat" cmpd="sng">
              <a:solidFill>
                <a:schemeClr val="accent2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64"/>
              <a:endParaRPr lang="en-GB" sz="1800" kern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24159848"/>
      </p:ext>
    </p:extLst>
  </p:cSld>
  <p:clrMapOvr>
    <a:masterClrMapping/>
  </p:clrMapOvr>
  <p:transition spd="slow">
    <p:fade/>
  </p:transition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Referenc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432000" y="270000"/>
            <a:ext cx="8280000" cy="288000"/>
          </a:xfr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>
              <a:defRPr lang="en-GB" noProof="0" dirty="0"/>
            </a:lvl1pPr>
          </a:lstStyle>
          <a:p>
            <a:pPr lvl="0"/>
            <a:r>
              <a:rPr lang="en-GB" dirty="0"/>
              <a:t>Customer + project title</a:t>
            </a:r>
            <a:endParaRPr lang="en-GB" noProof="0" dirty="0"/>
          </a:p>
        </p:txBody>
      </p:sp>
      <p:sp>
        <p:nvSpPr>
          <p:cNvPr id="3" name="Content Placeholder 8"/>
          <p:cNvSpPr>
            <a:spLocks noGrp="1"/>
          </p:cNvSpPr>
          <p:nvPr>
            <p:ph sz="quarter" idx="13" hasCustomPrompt="1"/>
          </p:nvPr>
        </p:nvSpPr>
        <p:spPr>
          <a:xfrm>
            <a:off x="432000" y="576001"/>
            <a:ext cx="8280000" cy="301625"/>
          </a:xfrm>
        </p:spPr>
        <p:txBody>
          <a:bodyPr/>
          <a:lstStyle>
            <a:lvl1pPr marL="0" indent="0">
              <a:buFont typeface="Arial"/>
              <a:buNone/>
              <a:defRPr sz="150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lang="en-GB" dirty="0"/>
              <a:t>Challenge</a:t>
            </a:r>
            <a:endParaRPr lang="en-GB" noProof="0" dirty="0"/>
          </a:p>
        </p:txBody>
      </p:sp>
      <p:sp>
        <p:nvSpPr>
          <p:cNvPr id="4" name="Rectangle 11"/>
          <p:cNvSpPr/>
          <p:nvPr userDrawn="1"/>
        </p:nvSpPr>
        <p:spPr>
          <a:xfrm>
            <a:off x="430697" y="3875946"/>
            <a:ext cx="8317029" cy="761192"/>
          </a:xfrm>
          <a:prstGeom prst="rect">
            <a:avLst/>
          </a:prstGeom>
          <a:solidFill>
            <a:schemeClr val="accent2">
              <a:lumMod val="20000"/>
              <a:lumOff val="80000"/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/>
          <a:lstStyle/>
          <a:p>
            <a:pPr algn="r">
              <a:defRPr/>
            </a:pPr>
            <a:endParaRPr lang="en-US" sz="800" dirty="0">
              <a:solidFill>
                <a:schemeClr val="accent1"/>
              </a:solidFill>
              <a:cs typeface="Arial" panose="020B0604020202020204" pitchFamily="34" charset="0"/>
            </a:endParaRPr>
          </a:p>
        </p:txBody>
      </p:sp>
      <p:cxnSp>
        <p:nvCxnSpPr>
          <p:cNvPr id="5" name="Straight Connector 25"/>
          <p:cNvCxnSpPr/>
          <p:nvPr userDrawn="1"/>
        </p:nvCxnSpPr>
        <p:spPr>
          <a:xfrm>
            <a:off x="430696" y="3875945"/>
            <a:ext cx="8316000" cy="0"/>
          </a:xfrm>
          <a:prstGeom prst="line">
            <a:avLst/>
          </a:prstGeom>
          <a:ln w="19050" cmpd="sng">
            <a:gradFill flip="none" rotWithShape="1">
              <a:gsLst>
                <a:gs pos="28000">
                  <a:schemeClr val="tx1"/>
                </a:gs>
                <a:gs pos="83000">
                  <a:schemeClr val="accent3"/>
                </a:gs>
              </a:gsLst>
              <a:lin ang="18900000" scaled="1"/>
              <a:tileRect/>
            </a:gra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6" name="Gruppieren 5"/>
          <p:cNvGrpSpPr/>
          <p:nvPr userDrawn="1"/>
        </p:nvGrpSpPr>
        <p:grpSpPr>
          <a:xfrm>
            <a:off x="431541" y="4063909"/>
            <a:ext cx="241880" cy="257088"/>
            <a:chOff x="-1368660" y="2136785"/>
            <a:chExt cx="421900" cy="1238990"/>
          </a:xfrm>
          <a:gradFill>
            <a:gsLst>
              <a:gs pos="0">
                <a:schemeClr val="tx1"/>
              </a:gs>
              <a:gs pos="100000">
                <a:schemeClr val="accent3"/>
              </a:gs>
            </a:gsLst>
            <a:lin ang="18900000" scaled="1"/>
          </a:gradFill>
        </p:grpSpPr>
        <p:sp>
          <p:nvSpPr>
            <p:cNvPr id="7" name="Eingekerbter Richtungspfeil 23"/>
            <p:cNvSpPr/>
            <p:nvPr/>
          </p:nvSpPr>
          <p:spPr>
            <a:xfrm>
              <a:off x="-1368660" y="2136785"/>
              <a:ext cx="241880" cy="1238990"/>
            </a:xfrm>
            <a:prstGeom prst="chevron">
              <a:avLst>
                <a:gd name="adj" fmla="val 71143"/>
              </a:avLst>
            </a:prstGeom>
            <a:grpFill/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72000" rIns="72000" bIns="72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n-GB" sz="1200" dirty="0" err="1">
                <a:solidFill>
                  <a:schemeClr val="bg1"/>
                </a:solidFill>
              </a:endParaRPr>
            </a:p>
          </p:txBody>
        </p:sp>
        <p:sp>
          <p:nvSpPr>
            <p:cNvPr id="8" name="Eingekerbter Richtungspfeil 24"/>
            <p:cNvSpPr/>
            <p:nvPr/>
          </p:nvSpPr>
          <p:spPr>
            <a:xfrm>
              <a:off x="-1188640" y="2136785"/>
              <a:ext cx="241880" cy="1238990"/>
            </a:xfrm>
            <a:prstGeom prst="chevron">
              <a:avLst>
                <a:gd name="adj" fmla="val 71143"/>
              </a:avLst>
            </a:prstGeom>
            <a:grpFill/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72000" rIns="72000" bIns="72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n-GB" sz="1200" dirty="0" err="1">
                <a:solidFill>
                  <a:schemeClr val="bg1"/>
                </a:solidFill>
              </a:endParaRPr>
            </a:p>
          </p:txBody>
        </p:sp>
      </p:grpSp>
      <p:sp>
        <p:nvSpPr>
          <p:cNvPr id="9" name="Text Placeholder 2"/>
          <p:cNvSpPr>
            <a:spLocks noGrp="1"/>
          </p:cNvSpPr>
          <p:nvPr>
            <p:ph type="body" sz="quarter" idx="11" hasCustomPrompt="1"/>
          </p:nvPr>
        </p:nvSpPr>
        <p:spPr>
          <a:xfrm>
            <a:off x="755576" y="4037653"/>
            <a:ext cx="7970736" cy="599485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457189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 typeface="Arial" charset="0"/>
              <a:buNone/>
              <a:tabLst/>
              <a:defRPr sz="1400">
                <a:solidFill>
                  <a:schemeClr val="bg2"/>
                </a:solidFill>
                <a:latin typeface="+mj-lt"/>
              </a:defRPr>
            </a:lvl1pPr>
          </a:lstStyle>
          <a:p>
            <a:pPr marL="0" marR="0" lvl="0" indent="0" algn="l" defTabSz="457189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None/>
              <a:tabLst/>
              <a:defRPr/>
            </a:pPr>
            <a:r>
              <a:rPr lang="en-GB" dirty="0"/>
              <a:t>Quote or outlook</a:t>
            </a:r>
          </a:p>
        </p:txBody>
      </p:sp>
      <p:sp>
        <p:nvSpPr>
          <p:cNvPr id="10" name="Rechteck 58">
            <a:extLst>
              <a:ext uri="{FF2B5EF4-FFF2-40B4-BE49-F238E27FC236}">
                <a16:creationId xmlns:a16="http://schemas.microsoft.com/office/drawing/2014/main" id="{307EFF41-13DF-47B7-8478-AC067090DEF9}"/>
              </a:ext>
            </a:extLst>
          </p:cNvPr>
          <p:cNvSpPr/>
          <p:nvPr userDrawn="1"/>
        </p:nvSpPr>
        <p:spPr>
          <a:xfrm>
            <a:off x="0" y="0"/>
            <a:ext cx="144000" cy="5143752"/>
          </a:xfrm>
          <a:prstGeom prst="rect">
            <a:avLst/>
          </a:prstGeom>
          <a:solidFill>
            <a:schemeClr val="tx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90000" bIns="90000" rtlCol="0" anchor="t" anchorCtr="0"/>
          <a:lstStyle/>
          <a:p>
            <a:pPr algn="ctr" defTabSz="457189"/>
            <a:endParaRPr lang="en-GB" sz="1800" noProof="0" dirty="0">
              <a:solidFill>
                <a:srgbClr val="F0A51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88519634"/>
      </p:ext>
    </p:extLst>
  </p:cSld>
  <p:clrMapOvr>
    <a:masterClrMapping/>
  </p:clrMapOvr>
  <p:transition spd="slow">
    <p:fade/>
  </p:transition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Reference-DESIGN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432000" y="270000"/>
            <a:ext cx="8280000" cy="288000"/>
          </a:xfr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>
              <a:defRPr lang="en-GB" noProof="0" dirty="0"/>
            </a:lvl1pPr>
          </a:lstStyle>
          <a:p>
            <a:pPr lvl="0"/>
            <a:r>
              <a:rPr lang="en-GB" dirty="0"/>
              <a:t>Customer + project title</a:t>
            </a:r>
            <a:endParaRPr lang="en-GB" noProof="0" dirty="0"/>
          </a:p>
        </p:txBody>
      </p:sp>
      <p:sp>
        <p:nvSpPr>
          <p:cNvPr id="3" name="Content Placeholder 8"/>
          <p:cNvSpPr>
            <a:spLocks noGrp="1"/>
          </p:cNvSpPr>
          <p:nvPr>
            <p:ph sz="quarter" idx="13" hasCustomPrompt="1"/>
          </p:nvPr>
        </p:nvSpPr>
        <p:spPr>
          <a:xfrm>
            <a:off x="432001" y="576000"/>
            <a:ext cx="8284967" cy="288000"/>
          </a:xfrm>
        </p:spPr>
        <p:txBody>
          <a:bodyPr/>
          <a:lstStyle>
            <a:lvl1pPr marL="0" indent="0">
              <a:buFont typeface="Arial"/>
              <a:buNone/>
              <a:defRPr sz="150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lang="en-GB" dirty="0"/>
              <a:t>Challenge</a:t>
            </a:r>
            <a:endParaRPr lang="en-GB" noProof="0" dirty="0"/>
          </a:p>
        </p:txBody>
      </p:sp>
      <p:sp>
        <p:nvSpPr>
          <p:cNvPr id="4" name="Rectangle 11"/>
          <p:cNvSpPr/>
          <p:nvPr userDrawn="1"/>
        </p:nvSpPr>
        <p:spPr>
          <a:xfrm>
            <a:off x="430697" y="3875946"/>
            <a:ext cx="8317029" cy="761192"/>
          </a:xfrm>
          <a:prstGeom prst="rect">
            <a:avLst/>
          </a:prstGeom>
          <a:solidFill>
            <a:schemeClr val="accent2">
              <a:lumMod val="20000"/>
              <a:lumOff val="80000"/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/>
          <a:lstStyle/>
          <a:p>
            <a:pPr algn="r">
              <a:defRPr/>
            </a:pPr>
            <a:endParaRPr lang="en-US" sz="800" dirty="0">
              <a:solidFill>
                <a:schemeClr val="accent1"/>
              </a:solidFill>
              <a:cs typeface="Arial" panose="020B0604020202020204" pitchFamily="34" charset="0"/>
            </a:endParaRPr>
          </a:p>
        </p:txBody>
      </p:sp>
      <p:cxnSp>
        <p:nvCxnSpPr>
          <p:cNvPr id="5" name="Straight Connector 25"/>
          <p:cNvCxnSpPr/>
          <p:nvPr userDrawn="1"/>
        </p:nvCxnSpPr>
        <p:spPr>
          <a:xfrm>
            <a:off x="430696" y="3875945"/>
            <a:ext cx="8316000" cy="0"/>
          </a:xfrm>
          <a:prstGeom prst="line">
            <a:avLst/>
          </a:prstGeom>
          <a:ln w="19050" cmpd="sng">
            <a:gradFill flip="none" rotWithShape="1">
              <a:gsLst>
                <a:gs pos="28000">
                  <a:schemeClr val="tx1"/>
                </a:gs>
                <a:gs pos="83000">
                  <a:schemeClr val="accent3"/>
                </a:gs>
              </a:gsLst>
              <a:lin ang="18900000" scaled="1"/>
              <a:tileRect/>
            </a:gra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6" name="Gruppieren 5"/>
          <p:cNvGrpSpPr/>
          <p:nvPr userDrawn="1"/>
        </p:nvGrpSpPr>
        <p:grpSpPr>
          <a:xfrm>
            <a:off x="431541" y="4063909"/>
            <a:ext cx="241880" cy="257088"/>
            <a:chOff x="-1368660" y="2136785"/>
            <a:chExt cx="421900" cy="1238990"/>
          </a:xfrm>
          <a:gradFill>
            <a:gsLst>
              <a:gs pos="0">
                <a:schemeClr val="tx1"/>
              </a:gs>
              <a:gs pos="100000">
                <a:schemeClr val="accent3"/>
              </a:gs>
            </a:gsLst>
            <a:lin ang="18900000" scaled="1"/>
          </a:gradFill>
        </p:grpSpPr>
        <p:sp>
          <p:nvSpPr>
            <p:cNvPr id="7" name="Eingekerbter Richtungspfeil 23"/>
            <p:cNvSpPr/>
            <p:nvPr/>
          </p:nvSpPr>
          <p:spPr>
            <a:xfrm>
              <a:off x="-1368660" y="2136785"/>
              <a:ext cx="241880" cy="1238990"/>
            </a:xfrm>
            <a:prstGeom prst="chevron">
              <a:avLst>
                <a:gd name="adj" fmla="val 71143"/>
              </a:avLst>
            </a:prstGeom>
            <a:grpFill/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72000" rIns="72000" bIns="72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n-GB" sz="1200" dirty="0" err="1">
                <a:solidFill>
                  <a:schemeClr val="bg1"/>
                </a:solidFill>
              </a:endParaRPr>
            </a:p>
          </p:txBody>
        </p:sp>
        <p:sp>
          <p:nvSpPr>
            <p:cNvPr id="8" name="Eingekerbter Richtungspfeil 24"/>
            <p:cNvSpPr/>
            <p:nvPr/>
          </p:nvSpPr>
          <p:spPr>
            <a:xfrm>
              <a:off x="-1188640" y="2136785"/>
              <a:ext cx="241880" cy="1238990"/>
            </a:xfrm>
            <a:prstGeom prst="chevron">
              <a:avLst>
                <a:gd name="adj" fmla="val 71143"/>
              </a:avLst>
            </a:prstGeom>
            <a:grpFill/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72000" rIns="72000" bIns="72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n-GB" sz="1200" dirty="0" err="1">
                <a:solidFill>
                  <a:schemeClr val="bg1"/>
                </a:solidFill>
              </a:endParaRPr>
            </a:p>
          </p:txBody>
        </p:sp>
      </p:grpSp>
      <p:sp>
        <p:nvSpPr>
          <p:cNvPr id="9" name="Text Placeholder 2"/>
          <p:cNvSpPr>
            <a:spLocks noGrp="1"/>
          </p:cNvSpPr>
          <p:nvPr>
            <p:ph type="body" sz="quarter" idx="11" hasCustomPrompt="1"/>
          </p:nvPr>
        </p:nvSpPr>
        <p:spPr>
          <a:xfrm>
            <a:off x="755576" y="4037653"/>
            <a:ext cx="7970736" cy="599485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457189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 typeface="Arial" charset="0"/>
              <a:buNone/>
              <a:tabLst/>
              <a:defRPr sz="1400">
                <a:solidFill>
                  <a:schemeClr val="bg2"/>
                </a:solidFill>
                <a:latin typeface="+mj-lt"/>
              </a:defRPr>
            </a:lvl1pPr>
          </a:lstStyle>
          <a:p>
            <a:pPr marL="0" marR="0" lvl="0" indent="0" algn="l" defTabSz="457189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None/>
              <a:tabLst/>
              <a:defRPr/>
            </a:pPr>
            <a:r>
              <a:rPr lang="en-GB" dirty="0"/>
              <a:t>Quote or outlook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3E229844-64DA-42D9-BC92-D773C1EE9F17}"/>
              </a:ext>
            </a:extLst>
          </p:cNvPr>
          <p:cNvGrpSpPr/>
          <p:nvPr userDrawn="1"/>
        </p:nvGrpSpPr>
        <p:grpSpPr>
          <a:xfrm>
            <a:off x="430697" y="1050191"/>
            <a:ext cx="8317624" cy="2708877"/>
            <a:chOff x="430696" y="1050190"/>
            <a:chExt cx="8317624" cy="2708877"/>
          </a:xfrm>
        </p:grpSpPr>
        <p:sp>
          <p:nvSpPr>
            <p:cNvPr id="11" name="Rectangle 6"/>
            <p:cNvSpPr>
              <a:spLocks noChangeAspect="1"/>
            </p:cNvSpPr>
            <p:nvPr userDrawn="1"/>
          </p:nvSpPr>
          <p:spPr>
            <a:xfrm>
              <a:off x="430696" y="1050190"/>
              <a:ext cx="1296000" cy="1296000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0000" bIns="90000"/>
            <a:lstStyle/>
            <a:p>
              <a:pPr>
                <a:defRPr/>
              </a:pPr>
              <a:endParaRPr lang="en-US" sz="1400" dirty="0">
                <a:solidFill>
                  <a:schemeClr val="bg1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2" name="Rectangle 7"/>
            <p:cNvSpPr>
              <a:spLocks noChangeAspect="1"/>
            </p:cNvSpPr>
            <p:nvPr userDrawn="1"/>
          </p:nvSpPr>
          <p:spPr>
            <a:xfrm>
              <a:off x="1836440" y="1050612"/>
              <a:ext cx="1296000" cy="1296000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0000" bIns="90000"/>
            <a:lstStyle/>
            <a:p>
              <a:pPr>
                <a:defRPr/>
              </a:pPr>
              <a:endParaRPr lang="en-US" sz="1400" dirty="0">
                <a:solidFill>
                  <a:schemeClr val="tx2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3" name="Rectangle 8"/>
            <p:cNvSpPr>
              <a:spLocks noChangeAspect="1"/>
            </p:cNvSpPr>
            <p:nvPr userDrawn="1"/>
          </p:nvSpPr>
          <p:spPr>
            <a:xfrm>
              <a:off x="1851925" y="2463067"/>
              <a:ext cx="1296000" cy="1296000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0000" bIns="90000"/>
            <a:lstStyle/>
            <a:p>
              <a:pPr>
                <a:defRPr/>
              </a:pPr>
              <a:endParaRPr lang="en-US" sz="1400" dirty="0">
                <a:solidFill>
                  <a:schemeClr val="bg1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4" name="Rectangle 9"/>
            <p:cNvSpPr>
              <a:spLocks noChangeAspect="1"/>
            </p:cNvSpPr>
            <p:nvPr userDrawn="1"/>
          </p:nvSpPr>
          <p:spPr>
            <a:xfrm>
              <a:off x="4644008" y="1050612"/>
              <a:ext cx="1296000" cy="1296000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0000" bIns="90000"/>
            <a:lstStyle/>
            <a:p>
              <a:pPr>
                <a:defRPr/>
              </a:pPr>
              <a:endParaRPr lang="en-US" sz="1400" dirty="0">
                <a:solidFill>
                  <a:schemeClr val="bg1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5" name="Rectangle 10"/>
            <p:cNvSpPr>
              <a:spLocks noChangeAspect="1"/>
            </p:cNvSpPr>
            <p:nvPr userDrawn="1"/>
          </p:nvSpPr>
          <p:spPr>
            <a:xfrm>
              <a:off x="3239852" y="1050612"/>
              <a:ext cx="1296000" cy="1296000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0000" bIns="90000"/>
            <a:lstStyle/>
            <a:p>
              <a:pPr>
                <a:defRPr/>
              </a:pPr>
              <a:endParaRPr lang="en-US" sz="1400" dirty="0">
                <a:solidFill>
                  <a:schemeClr val="tx2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6" name="Rectangle 11"/>
            <p:cNvSpPr>
              <a:spLocks noChangeAspect="1"/>
            </p:cNvSpPr>
            <p:nvPr userDrawn="1"/>
          </p:nvSpPr>
          <p:spPr>
            <a:xfrm>
              <a:off x="430696" y="2463067"/>
              <a:ext cx="1296000" cy="1296000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0000" bIns="90000"/>
            <a:lstStyle/>
            <a:p>
              <a:pPr>
                <a:defRPr/>
              </a:pPr>
              <a:endParaRPr lang="en-US" sz="1400" dirty="0">
                <a:solidFill>
                  <a:schemeClr val="tx2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7" name="Rectangle 9"/>
            <p:cNvSpPr>
              <a:spLocks noChangeAspect="1"/>
            </p:cNvSpPr>
            <p:nvPr userDrawn="1"/>
          </p:nvSpPr>
          <p:spPr>
            <a:xfrm>
              <a:off x="4644008" y="2463067"/>
              <a:ext cx="1296000" cy="1296000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0000" bIns="90000"/>
            <a:lstStyle/>
            <a:p>
              <a:pPr>
                <a:defRPr/>
              </a:pPr>
              <a:endParaRPr lang="en-US" sz="1400" dirty="0">
                <a:solidFill>
                  <a:schemeClr val="bg1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8" name="Rectangle 10"/>
            <p:cNvSpPr>
              <a:spLocks noChangeAspect="1"/>
            </p:cNvSpPr>
            <p:nvPr userDrawn="1"/>
          </p:nvSpPr>
          <p:spPr>
            <a:xfrm>
              <a:off x="3239852" y="2463067"/>
              <a:ext cx="1296000" cy="1296000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0000" bIns="90000"/>
            <a:lstStyle/>
            <a:p>
              <a:pPr>
                <a:defRPr/>
              </a:pPr>
              <a:endParaRPr lang="en-US" sz="1400" dirty="0">
                <a:solidFill>
                  <a:schemeClr val="tx2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9" name="Rectangle 9"/>
            <p:cNvSpPr>
              <a:spLocks noChangeAspect="1"/>
            </p:cNvSpPr>
            <p:nvPr userDrawn="1"/>
          </p:nvSpPr>
          <p:spPr>
            <a:xfrm>
              <a:off x="7452320" y="1050612"/>
              <a:ext cx="1296000" cy="1296000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0000" bIns="90000"/>
            <a:lstStyle/>
            <a:p>
              <a:pPr>
                <a:defRPr/>
              </a:pPr>
              <a:endParaRPr lang="en-US" sz="1400" dirty="0">
                <a:solidFill>
                  <a:schemeClr val="bg1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20" name="Rectangle 10"/>
            <p:cNvSpPr>
              <a:spLocks noChangeAspect="1"/>
            </p:cNvSpPr>
            <p:nvPr userDrawn="1"/>
          </p:nvSpPr>
          <p:spPr>
            <a:xfrm>
              <a:off x="6048308" y="1050612"/>
              <a:ext cx="1296000" cy="1296000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0000" bIns="90000"/>
            <a:lstStyle/>
            <a:p>
              <a:pPr>
                <a:defRPr/>
              </a:pPr>
              <a:endParaRPr lang="en-US" sz="1400" dirty="0">
                <a:solidFill>
                  <a:schemeClr val="tx2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21" name="Rectangle 9"/>
            <p:cNvSpPr>
              <a:spLocks noChangeAspect="1"/>
            </p:cNvSpPr>
            <p:nvPr userDrawn="1"/>
          </p:nvSpPr>
          <p:spPr>
            <a:xfrm>
              <a:off x="7452320" y="2463067"/>
              <a:ext cx="1296000" cy="1296000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0000" bIns="90000"/>
            <a:lstStyle/>
            <a:p>
              <a:pPr>
                <a:defRPr/>
              </a:pPr>
              <a:endParaRPr lang="en-US" sz="1400" dirty="0">
                <a:solidFill>
                  <a:schemeClr val="bg1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22" name="Rectangle 10"/>
            <p:cNvSpPr>
              <a:spLocks noChangeAspect="1"/>
            </p:cNvSpPr>
            <p:nvPr userDrawn="1"/>
          </p:nvSpPr>
          <p:spPr>
            <a:xfrm>
              <a:off x="6048308" y="2463067"/>
              <a:ext cx="1296000" cy="1296000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0000" bIns="90000"/>
            <a:lstStyle/>
            <a:p>
              <a:pPr>
                <a:defRPr/>
              </a:pPr>
              <a:endParaRPr lang="en-US" sz="1400" dirty="0">
                <a:solidFill>
                  <a:schemeClr val="tx2"/>
                </a:solidFill>
                <a:cs typeface="Arial" panose="020B0604020202020204" pitchFamily="34" charset="0"/>
              </a:endParaRPr>
            </a:p>
          </p:txBody>
        </p:sp>
      </p:grpSp>
      <p:sp>
        <p:nvSpPr>
          <p:cNvPr id="23" name="Rechteck 22"/>
          <p:cNvSpPr/>
          <p:nvPr userDrawn="1"/>
        </p:nvSpPr>
        <p:spPr>
          <a:xfrm>
            <a:off x="445368" y="1050612"/>
            <a:ext cx="117211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latinLnBrk="0">
              <a:lnSpc>
                <a:spcPct val="100000"/>
              </a:lnSpc>
              <a:buClrTx/>
              <a:buSzTx/>
              <a:tabLst/>
            </a:pPr>
            <a:r>
              <a:rPr lang="en-GB" sz="1800" dirty="0">
                <a:solidFill>
                  <a:schemeClr val="tx2">
                    <a:alpha val="54000"/>
                  </a:schemeClr>
                </a:solidFill>
              </a:rPr>
              <a:t>Approach</a:t>
            </a:r>
          </a:p>
        </p:txBody>
      </p:sp>
      <p:sp>
        <p:nvSpPr>
          <p:cNvPr id="24" name="Rechteck 23"/>
          <p:cNvSpPr/>
          <p:nvPr userDrawn="1"/>
        </p:nvSpPr>
        <p:spPr>
          <a:xfrm>
            <a:off x="5616116" y="1096952"/>
            <a:ext cx="145424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latinLnBrk="0">
              <a:lnSpc>
                <a:spcPct val="100000"/>
              </a:lnSpc>
              <a:buClrTx/>
              <a:buSzTx/>
              <a:tabLst/>
            </a:pPr>
            <a:r>
              <a:rPr lang="en-GB" sz="1800" dirty="0">
                <a:solidFill>
                  <a:schemeClr val="tx2">
                    <a:alpha val="54000"/>
                  </a:schemeClr>
                </a:solidFill>
              </a:rPr>
              <a:t>Key</a:t>
            </a:r>
            <a:r>
              <a:rPr lang="en-GB" sz="1800" baseline="0" dirty="0">
                <a:solidFill>
                  <a:schemeClr val="tx2">
                    <a:alpha val="54000"/>
                  </a:schemeClr>
                </a:solidFill>
              </a:rPr>
              <a:t> benefits</a:t>
            </a:r>
            <a:endParaRPr lang="en-GB" sz="1800" dirty="0">
              <a:solidFill>
                <a:schemeClr val="tx2">
                  <a:alpha val="54000"/>
                </a:schemeClr>
              </a:solidFill>
            </a:endParaRPr>
          </a:p>
        </p:txBody>
      </p:sp>
      <p:sp>
        <p:nvSpPr>
          <p:cNvPr id="25" name="Textfeld 24"/>
          <p:cNvSpPr txBox="1"/>
          <p:nvPr userDrawn="1"/>
        </p:nvSpPr>
        <p:spPr>
          <a:xfrm>
            <a:off x="6130613" y="-288011"/>
            <a:ext cx="3013389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  <a:spcAft>
                <a:spcPts val="600"/>
              </a:spcAft>
            </a:pPr>
            <a:r>
              <a:rPr lang="en-GB" sz="1400" dirty="0">
                <a:solidFill>
                  <a:srgbClr val="FF0000"/>
                </a:solidFill>
                <a:latin typeface="+mn-lt"/>
              </a:rPr>
              <a:t>REFERENCE DESIGN TEMPLATE</a:t>
            </a:r>
          </a:p>
        </p:txBody>
      </p:sp>
      <p:sp>
        <p:nvSpPr>
          <p:cNvPr id="26" name="Rechteck 58">
            <a:extLst>
              <a:ext uri="{FF2B5EF4-FFF2-40B4-BE49-F238E27FC236}">
                <a16:creationId xmlns:a16="http://schemas.microsoft.com/office/drawing/2014/main" id="{44B7A838-7804-45FA-8DBA-56632B8581E5}"/>
              </a:ext>
            </a:extLst>
          </p:cNvPr>
          <p:cNvSpPr/>
          <p:nvPr userDrawn="1"/>
        </p:nvSpPr>
        <p:spPr>
          <a:xfrm>
            <a:off x="0" y="0"/>
            <a:ext cx="144000" cy="5143752"/>
          </a:xfrm>
          <a:prstGeom prst="rect">
            <a:avLst/>
          </a:prstGeom>
          <a:solidFill>
            <a:schemeClr val="tx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90000" bIns="90000" rtlCol="0" anchor="t" anchorCtr="0"/>
          <a:lstStyle/>
          <a:p>
            <a:pPr algn="ctr" defTabSz="457189"/>
            <a:endParaRPr lang="en-GB" sz="1800" noProof="0" dirty="0">
              <a:solidFill>
                <a:srgbClr val="F0A51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70305406"/>
      </p:ext>
    </p:extLst>
  </p:cSld>
  <p:clrMapOvr>
    <a:masterClrMapping/>
  </p:clrMapOvr>
  <p:transition spd="slow">
    <p:fade/>
  </p:transition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Blan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hteck 58">
            <a:extLst>
              <a:ext uri="{FF2B5EF4-FFF2-40B4-BE49-F238E27FC236}">
                <a16:creationId xmlns:a16="http://schemas.microsoft.com/office/drawing/2014/main" id="{182CDA02-C066-497D-A24F-1734A9527362}"/>
              </a:ext>
            </a:extLst>
          </p:cNvPr>
          <p:cNvSpPr/>
          <p:nvPr userDrawn="1"/>
        </p:nvSpPr>
        <p:spPr>
          <a:xfrm>
            <a:off x="0" y="0"/>
            <a:ext cx="144000" cy="5143752"/>
          </a:xfrm>
          <a:prstGeom prst="rect">
            <a:avLst/>
          </a:prstGeom>
          <a:solidFill>
            <a:schemeClr val="tx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90000" bIns="90000" rtlCol="0" anchor="t" anchorCtr="0"/>
          <a:lstStyle/>
          <a:p>
            <a:pPr algn="ctr" defTabSz="457189"/>
            <a:endParaRPr lang="en-GB" sz="1800" noProof="0" dirty="0">
              <a:solidFill>
                <a:srgbClr val="F0A51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0589054"/>
      </p:ext>
    </p:extLst>
  </p:cSld>
  <p:clrMapOvr>
    <a:masterClrMapping/>
  </p:clrMapOvr>
  <p:transition spd="slow">
    <p:fade/>
  </p:transition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Divider blue world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>
            <a:extLst>
              <a:ext uri="{FF2B5EF4-FFF2-40B4-BE49-F238E27FC236}">
                <a16:creationId xmlns:a16="http://schemas.microsoft.com/office/drawing/2014/main" id="{903094B9-872F-F07E-248C-D1441F5721A8}"/>
              </a:ext>
            </a:extLst>
          </p:cNvPr>
          <p:cNvGrpSpPr/>
          <p:nvPr userDrawn="1"/>
        </p:nvGrpSpPr>
        <p:grpSpPr>
          <a:xfrm>
            <a:off x="0" y="0"/>
            <a:ext cx="2267744" cy="5143499"/>
            <a:chOff x="0" y="0"/>
            <a:chExt cx="2267744" cy="5143499"/>
          </a:xfrm>
        </p:grpSpPr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21BCA90A-C11C-C78E-8A38-9EA08A99CA66}"/>
                </a:ext>
              </a:extLst>
            </p:cNvPr>
            <p:cNvSpPr>
              <a:spLocks/>
            </p:cNvSpPr>
            <p:nvPr userDrawn="1"/>
          </p:nvSpPr>
          <p:spPr>
            <a:xfrm>
              <a:off x="0" y="3826518"/>
              <a:ext cx="2267744" cy="1316981"/>
            </a:xfrm>
            <a:prstGeom prst="rect">
              <a:avLst/>
            </a:prstGeom>
            <a:blipFill>
              <a:blip r:embed="rId2"/>
              <a:srcRect/>
              <a:stretch>
                <a:fillRect l="-22358" t="-10692" r="8757" b="-84920"/>
              </a:stretch>
            </a:blip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square" tIns="90000" bIns="90000" rtlCol="0" anchor="t" anchorCtr="0">
              <a:noAutofit/>
            </a:bodyPr>
            <a:lstStyle/>
            <a:p>
              <a:pPr algn="ctr" defTabSz="457200"/>
              <a:endParaRPr lang="en-GB" sz="1800" noProof="0">
                <a:solidFill>
                  <a:srgbClr val="F78F1E"/>
                </a:solidFill>
              </a:endParaRPr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6DEBB491-E457-491B-0B39-5541A8AC88F1}"/>
                </a:ext>
              </a:extLst>
            </p:cNvPr>
            <p:cNvSpPr/>
            <p:nvPr userDrawn="1"/>
          </p:nvSpPr>
          <p:spPr>
            <a:xfrm>
              <a:off x="0" y="0"/>
              <a:ext cx="1871700" cy="3826518"/>
            </a:xfrm>
            <a:prstGeom prst="rect">
              <a:avLst/>
            </a:prstGeom>
            <a:gradFill flip="none" rotWithShape="1">
              <a:gsLst>
                <a:gs pos="21000">
                  <a:srgbClr val="2C82BD"/>
                </a:gs>
                <a:gs pos="0">
                  <a:srgbClr val="2F88C2"/>
                </a:gs>
                <a:gs pos="57000">
                  <a:srgbClr val="105A98"/>
                </a:gs>
                <a:gs pos="88000">
                  <a:schemeClr val="tx1"/>
                </a:gs>
              </a:gsLst>
              <a:lin ang="0" scaled="1"/>
              <a:tileRect/>
            </a:gradFill>
            <a:ln>
              <a:noFill/>
              <a:miter lim="800000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90000" rIns="72000" bIns="72000" rtlCol="0" anchor="t" anchorCtr="0"/>
            <a:lstStyle/>
            <a:p>
              <a:pPr algn="l" fontAlgn="auto">
                <a:lnSpc>
                  <a:spcPct val="90000"/>
                </a:lnSpc>
                <a:spcBef>
                  <a:spcPts val="0"/>
                </a:spcBef>
                <a:spcAft>
                  <a:spcPts val="600"/>
                </a:spcAft>
              </a:pPr>
              <a:endParaRPr lang="en-GB" sz="1400" dirty="0">
                <a:solidFill>
                  <a:schemeClr val="bg2"/>
                </a:solidFill>
              </a:endParaRPr>
            </a:p>
          </p:txBody>
        </p:sp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1F3F72CB-9D9E-A756-FD98-C4AE9CF866ED}"/>
                </a:ext>
              </a:extLst>
            </p:cNvPr>
            <p:cNvSpPr/>
            <p:nvPr userDrawn="1"/>
          </p:nvSpPr>
          <p:spPr>
            <a:xfrm>
              <a:off x="0" y="0"/>
              <a:ext cx="1871700" cy="4263938"/>
            </a:xfrm>
            <a:prstGeom prst="rect">
              <a:avLst/>
            </a:prstGeom>
            <a:gradFill flip="none" rotWithShape="1">
              <a:gsLst>
                <a:gs pos="0">
                  <a:schemeClr val="tx1">
                    <a:alpha val="78000"/>
                  </a:schemeClr>
                </a:gs>
                <a:gs pos="100000">
                  <a:schemeClr val="tx1">
                    <a:alpha val="0"/>
                  </a:schemeClr>
                </a:gs>
              </a:gsLst>
              <a:lin ang="5400000" scaled="1"/>
              <a:tileRect/>
            </a:gradFill>
            <a:ln>
              <a:noFill/>
              <a:miter lim="800000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90000" rIns="72000" bIns="72000" rtlCol="0" anchor="t" anchorCtr="0"/>
            <a:lstStyle/>
            <a:p>
              <a:pPr algn="l" fontAlgn="auto">
                <a:lnSpc>
                  <a:spcPct val="90000"/>
                </a:lnSpc>
                <a:spcBef>
                  <a:spcPts val="0"/>
                </a:spcBef>
                <a:spcAft>
                  <a:spcPts val="600"/>
                </a:spcAft>
              </a:pPr>
              <a:endParaRPr lang="en-GB" sz="1400" dirty="0">
                <a:solidFill>
                  <a:schemeClr val="bg2"/>
                </a:solidFill>
              </a:endParaRPr>
            </a:p>
          </p:txBody>
        </p:sp>
      </p:grpSp>
      <p:sp>
        <p:nvSpPr>
          <p:cNvPr id="3" name="Title Placeholder 1"/>
          <p:cNvSpPr>
            <a:spLocks noGrp="1"/>
          </p:cNvSpPr>
          <p:nvPr>
            <p:ph type="title" hasCustomPrompt="1"/>
          </p:nvPr>
        </p:nvSpPr>
        <p:spPr bwMode="auto">
          <a:xfrm>
            <a:off x="1331640" y="1531151"/>
            <a:ext cx="6601524" cy="208120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>
              <a:defRPr sz="4400">
                <a:solidFill>
                  <a:schemeClr val="bg1"/>
                </a:solidFill>
              </a:defRPr>
            </a:lvl1pPr>
          </a:lstStyle>
          <a:p>
            <a:pPr lvl="0"/>
            <a:r>
              <a:rPr lang="en-GB" noProof="0" dirty="0"/>
              <a:t>Chapter divider</a:t>
            </a:r>
          </a:p>
        </p:txBody>
      </p:sp>
      <p:sp>
        <p:nvSpPr>
          <p:cNvPr id="9" name="Freihandform: Form 49">
            <a:extLst>
              <a:ext uri="{FF2B5EF4-FFF2-40B4-BE49-F238E27FC236}">
                <a16:creationId xmlns:a16="http://schemas.microsoft.com/office/drawing/2014/main" id="{6992AA92-3408-7DBA-04A7-D32AAADDB944}"/>
              </a:ext>
            </a:extLst>
          </p:cNvPr>
          <p:cNvSpPr>
            <a:spLocks noChangeAspect="1"/>
          </p:cNvSpPr>
          <p:nvPr userDrawn="1"/>
        </p:nvSpPr>
        <p:spPr>
          <a:xfrm>
            <a:off x="7655146" y="4833046"/>
            <a:ext cx="1057447" cy="184740"/>
          </a:xfrm>
          <a:custGeom>
            <a:avLst/>
            <a:gdLst>
              <a:gd name="connsiteX0" fmla="*/ 4196821 w 11362354"/>
              <a:gd name="connsiteY0" fmla="*/ 1846406 h 1972800"/>
              <a:gd name="connsiteX1" fmla="*/ 4515841 w 11362354"/>
              <a:gd name="connsiteY1" fmla="*/ 1846406 h 1972800"/>
              <a:gd name="connsiteX2" fmla="*/ 4302401 w 11362354"/>
              <a:gd name="connsiteY2" fmla="*/ 1972800 h 1972800"/>
              <a:gd name="connsiteX3" fmla="*/ 4276590 w 11362354"/>
              <a:gd name="connsiteY3" fmla="*/ 1972800 h 1972800"/>
              <a:gd name="connsiteX4" fmla="*/ 10408772 w 11362354"/>
              <a:gd name="connsiteY4" fmla="*/ 1547682 h 1972800"/>
              <a:gd name="connsiteX5" fmla="*/ 11236685 w 11362354"/>
              <a:gd name="connsiteY5" fmla="*/ 1547682 h 1972800"/>
              <a:gd name="connsiteX6" fmla="*/ 11013744 w 11362354"/>
              <a:gd name="connsiteY6" fmla="*/ 1726479 h 1972800"/>
              <a:gd name="connsiteX7" fmla="*/ 10702056 w 11362354"/>
              <a:gd name="connsiteY7" fmla="*/ 1776200 h 1972800"/>
              <a:gd name="connsiteX8" fmla="*/ 10408772 w 11362354"/>
              <a:gd name="connsiteY8" fmla="*/ 1703049 h 1972800"/>
              <a:gd name="connsiteX9" fmla="*/ 9781432 w 11362354"/>
              <a:gd name="connsiteY9" fmla="*/ 1544408 h 1972800"/>
              <a:gd name="connsiteX10" fmla="*/ 10286039 w 11362354"/>
              <a:gd name="connsiteY10" fmla="*/ 1544408 h 1972800"/>
              <a:gd name="connsiteX11" fmla="*/ 10286039 w 11362354"/>
              <a:gd name="connsiteY11" fmla="*/ 1763438 h 1972800"/>
              <a:gd name="connsiteX12" fmla="*/ 9781432 w 11362354"/>
              <a:gd name="connsiteY12" fmla="*/ 1763438 h 1972800"/>
              <a:gd name="connsiteX13" fmla="*/ 8877431 w 11362354"/>
              <a:gd name="connsiteY13" fmla="*/ 1544408 h 1972800"/>
              <a:gd name="connsiteX14" fmla="*/ 9382033 w 11362354"/>
              <a:gd name="connsiteY14" fmla="*/ 1544408 h 1972800"/>
              <a:gd name="connsiteX15" fmla="*/ 9382033 w 11362354"/>
              <a:gd name="connsiteY15" fmla="*/ 1763438 h 1972800"/>
              <a:gd name="connsiteX16" fmla="*/ 8877431 w 11362354"/>
              <a:gd name="connsiteY16" fmla="*/ 1763438 h 1972800"/>
              <a:gd name="connsiteX17" fmla="*/ 7955283 w 11362354"/>
              <a:gd name="connsiteY17" fmla="*/ 1544408 h 1972800"/>
              <a:gd name="connsiteX18" fmla="*/ 8501703 w 11362354"/>
              <a:gd name="connsiteY18" fmla="*/ 1544408 h 1972800"/>
              <a:gd name="connsiteX19" fmla="*/ 8501703 w 11362354"/>
              <a:gd name="connsiteY19" fmla="*/ 1763438 h 1972800"/>
              <a:gd name="connsiteX20" fmla="*/ 8046371 w 11362354"/>
              <a:gd name="connsiteY20" fmla="*/ 1763438 h 1972800"/>
              <a:gd name="connsiteX21" fmla="*/ 7193139 w 11362354"/>
              <a:gd name="connsiteY21" fmla="*/ 1544408 h 1972800"/>
              <a:gd name="connsiteX22" fmla="*/ 7648159 w 11362354"/>
              <a:gd name="connsiteY22" fmla="*/ 1544408 h 1972800"/>
              <a:gd name="connsiteX23" fmla="*/ 7648159 w 11362354"/>
              <a:gd name="connsiteY23" fmla="*/ 1763438 h 1972800"/>
              <a:gd name="connsiteX24" fmla="*/ 7193139 w 11362354"/>
              <a:gd name="connsiteY24" fmla="*/ 1763438 h 1972800"/>
              <a:gd name="connsiteX25" fmla="*/ 6188669 w 11362354"/>
              <a:gd name="connsiteY25" fmla="*/ 1544408 h 1972800"/>
              <a:gd name="connsiteX26" fmla="*/ 7080275 w 11362354"/>
              <a:gd name="connsiteY26" fmla="*/ 1544408 h 1972800"/>
              <a:gd name="connsiteX27" fmla="*/ 7080275 w 11362354"/>
              <a:gd name="connsiteY27" fmla="*/ 1763438 h 1972800"/>
              <a:gd name="connsiteX28" fmla="*/ 6188669 w 11362354"/>
              <a:gd name="connsiteY28" fmla="*/ 1763438 h 1972800"/>
              <a:gd name="connsiteX29" fmla="*/ 4886266 w 11362354"/>
              <a:gd name="connsiteY29" fmla="*/ 1544408 h 1972800"/>
              <a:gd name="connsiteX30" fmla="*/ 5979839 w 11362354"/>
              <a:gd name="connsiteY30" fmla="*/ 1544408 h 1972800"/>
              <a:gd name="connsiteX31" fmla="*/ 5557257 w 11362354"/>
              <a:gd name="connsiteY31" fmla="*/ 1763438 h 1972800"/>
              <a:gd name="connsiteX32" fmla="*/ 5308843 w 11362354"/>
              <a:gd name="connsiteY32" fmla="*/ 1763438 h 1972800"/>
              <a:gd name="connsiteX33" fmla="*/ 4886266 w 11362354"/>
              <a:gd name="connsiteY33" fmla="*/ 1544408 h 1972800"/>
              <a:gd name="connsiteX34" fmla="*/ 2285298 w 11362354"/>
              <a:gd name="connsiteY34" fmla="*/ 1544408 h 1972800"/>
              <a:gd name="connsiteX35" fmla="*/ 3183254 w 11362354"/>
              <a:gd name="connsiteY35" fmla="*/ 1544408 h 1972800"/>
              <a:gd name="connsiteX36" fmla="*/ 3183254 w 11362354"/>
              <a:gd name="connsiteY36" fmla="*/ 1763438 h 1972800"/>
              <a:gd name="connsiteX37" fmla="*/ 2285298 w 11362354"/>
              <a:gd name="connsiteY37" fmla="*/ 1763438 h 1972800"/>
              <a:gd name="connsiteX38" fmla="*/ 1699767 w 11362354"/>
              <a:gd name="connsiteY38" fmla="*/ 1544408 h 1972800"/>
              <a:gd name="connsiteX39" fmla="*/ 2161050 w 11362354"/>
              <a:gd name="connsiteY39" fmla="*/ 1544408 h 1972800"/>
              <a:gd name="connsiteX40" fmla="*/ 2265828 w 11362354"/>
              <a:gd name="connsiteY40" fmla="*/ 1763438 h 1972800"/>
              <a:gd name="connsiteX41" fmla="*/ 1796468 w 11362354"/>
              <a:gd name="connsiteY41" fmla="*/ 1763438 h 1972800"/>
              <a:gd name="connsiteX42" fmla="*/ 985097 w 11362354"/>
              <a:gd name="connsiteY42" fmla="*/ 1544408 h 1972800"/>
              <a:gd name="connsiteX43" fmla="*/ 1468672 w 11362354"/>
              <a:gd name="connsiteY43" fmla="*/ 1544408 h 1972800"/>
              <a:gd name="connsiteX44" fmla="*/ 1468672 w 11362354"/>
              <a:gd name="connsiteY44" fmla="*/ 1763438 h 1972800"/>
              <a:gd name="connsiteX45" fmla="*/ 985097 w 11362354"/>
              <a:gd name="connsiteY45" fmla="*/ 1763438 h 1972800"/>
              <a:gd name="connsiteX46" fmla="*/ 0 w 11362354"/>
              <a:gd name="connsiteY46" fmla="*/ 1544408 h 1972800"/>
              <a:gd name="connsiteX47" fmla="*/ 506025 w 11362354"/>
              <a:gd name="connsiteY47" fmla="*/ 1544408 h 1972800"/>
              <a:gd name="connsiteX48" fmla="*/ 506025 w 11362354"/>
              <a:gd name="connsiteY48" fmla="*/ 1763438 h 1972800"/>
              <a:gd name="connsiteX49" fmla="*/ 498505 w 11362354"/>
              <a:gd name="connsiteY49" fmla="*/ 1763438 h 1972800"/>
              <a:gd name="connsiteX50" fmla="*/ 7520 w 11362354"/>
              <a:gd name="connsiteY50" fmla="*/ 1763438 h 1972800"/>
              <a:gd name="connsiteX51" fmla="*/ 0 w 11362354"/>
              <a:gd name="connsiteY51" fmla="*/ 1763438 h 1972800"/>
              <a:gd name="connsiteX52" fmla="*/ 3478763 w 11362354"/>
              <a:gd name="connsiteY52" fmla="*/ 1544407 h 1972800"/>
              <a:gd name="connsiteX53" fmla="*/ 4486152 w 11362354"/>
              <a:gd name="connsiteY53" fmla="*/ 1544407 h 1972800"/>
              <a:gd name="connsiteX54" fmla="*/ 4479313 w 11362354"/>
              <a:gd name="connsiteY54" fmla="*/ 1555187 h 1972800"/>
              <a:gd name="connsiteX55" fmla="*/ 4654042 w 11362354"/>
              <a:gd name="connsiteY55" fmla="*/ 1763437 h 1972800"/>
              <a:gd name="connsiteX56" fmla="*/ 3697470 w 11362354"/>
              <a:gd name="connsiteY56" fmla="*/ 1763437 h 1972800"/>
              <a:gd name="connsiteX57" fmla="*/ 3478763 w 11362354"/>
              <a:gd name="connsiteY57" fmla="*/ 1544407 h 1972800"/>
              <a:gd name="connsiteX58" fmla="*/ 10408772 w 11362354"/>
              <a:gd name="connsiteY58" fmla="*/ 1290902 h 1972800"/>
              <a:gd name="connsiteX59" fmla="*/ 10568570 w 11362354"/>
              <a:gd name="connsiteY59" fmla="*/ 1290902 h 1972800"/>
              <a:gd name="connsiteX60" fmla="*/ 10590729 w 11362354"/>
              <a:gd name="connsiteY60" fmla="*/ 1313870 h 1972800"/>
              <a:gd name="connsiteX61" fmla="*/ 10721250 w 11362354"/>
              <a:gd name="connsiteY61" fmla="*/ 1365562 h 1972800"/>
              <a:gd name="connsiteX62" fmla="*/ 10855315 w 11362354"/>
              <a:gd name="connsiteY62" fmla="*/ 1290902 h 1972800"/>
              <a:gd name="connsiteX63" fmla="*/ 11214890 w 11362354"/>
              <a:gd name="connsiteY63" fmla="*/ 1290902 h 1972800"/>
              <a:gd name="connsiteX64" fmla="*/ 11346112 w 11362354"/>
              <a:gd name="connsiteY64" fmla="*/ 1290902 h 1972800"/>
              <a:gd name="connsiteX65" fmla="*/ 11280882 w 11362354"/>
              <a:gd name="connsiteY65" fmla="*/ 1465414 h 1972800"/>
              <a:gd name="connsiteX66" fmla="*/ 11214890 w 11362354"/>
              <a:gd name="connsiteY66" fmla="*/ 1465414 h 1972800"/>
              <a:gd name="connsiteX67" fmla="*/ 10408772 w 11362354"/>
              <a:gd name="connsiteY67" fmla="*/ 1465414 h 1972800"/>
              <a:gd name="connsiteX68" fmla="*/ 3354588 w 11362354"/>
              <a:gd name="connsiteY68" fmla="*/ 1288169 h 1972800"/>
              <a:gd name="connsiteX69" fmla="*/ 3891084 w 11362354"/>
              <a:gd name="connsiteY69" fmla="*/ 1288169 h 1972800"/>
              <a:gd name="connsiteX70" fmla="*/ 3982693 w 11362354"/>
              <a:gd name="connsiteY70" fmla="*/ 1333215 h 1972800"/>
              <a:gd name="connsiteX71" fmla="*/ 4074304 w 11362354"/>
              <a:gd name="connsiteY71" fmla="*/ 1288169 h 1972800"/>
              <a:gd name="connsiteX72" fmla="*/ 4610046 w 11362354"/>
              <a:gd name="connsiteY72" fmla="*/ 1288169 h 1972800"/>
              <a:gd name="connsiteX73" fmla="*/ 4535426 w 11362354"/>
              <a:gd name="connsiteY73" fmla="*/ 1462313 h 1972800"/>
              <a:gd name="connsiteX74" fmla="*/ 3429061 w 11362354"/>
              <a:gd name="connsiteY74" fmla="*/ 1462313 h 1972800"/>
              <a:gd name="connsiteX75" fmla="*/ 3354588 w 11362354"/>
              <a:gd name="connsiteY75" fmla="*/ 1288169 h 1972800"/>
              <a:gd name="connsiteX76" fmla="*/ 9781432 w 11362354"/>
              <a:gd name="connsiteY76" fmla="*/ 1288165 h 1972800"/>
              <a:gd name="connsiteX77" fmla="*/ 10286039 w 11362354"/>
              <a:gd name="connsiteY77" fmla="*/ 1288165 h 1972800"/>
              <a:gd name="connsiteX78" fmla="*/ 10286039 w 11362354"/>
              <a:gd name="connsiteY78" fmla="*/ 1462314 h 1972800"/>
              <a:gd name="connsiteX79" fmla="*/ 9781432 w 11362354"/>
              <a:gd name="connsiteY79" fmla="*/ 1462314 h 1972800"/>
              <a:gd name="connsiteX80" fmla="*/ 8877431 w 11362354"/>
              <a:gd name="connsiteY80" fmla="*/ 1288165 h 1972800"/>
              <a:gd name="connsiteX81" fmla="*/ 9382033 w 11362354"/>
              <a:gd name="connsiteY81" fmla="*/ 1288165 h 1972800"/>
              <a:gd name="connsiteX82" fmla="*/ 9382033 w 11362354"/>
              <a:gd name="connsiteY82" fmla="*/ 1462314 h 1972800"/>
              <a:gd name="connsiteX83" fmla="*/ 8877431 w 11362354"/>
              <a:gd name="connsiteY83" fmla="*/ 1462314 h 1972800"/>
              <a:gd name="connsiteX84" fmla="*/ 7848731 w 11362354"/>
              <a:gd name="connsiteY84" fmla="*/ 1288165 h 1972800"/>
              <a:gd name="connsiteX85" fmla="*/ 8501703 w 11362354"/>
              <a:gd name="connsiteY85" fmla="*/ 1288165 h 1972800"/>
              <a:gd name="connsiteX86" fmla="*/ 8501703 w 11362354"/>
              <a:gd name="connsiteY86" fmla="*/ 1462314 h 1972800"/>
              <a:gd name="connsiteX87" fmla="*/ 7921150 w 11362354"/>
              <a:gd name="connsiteY87" fmla="*/ 1462314 h 1972800"/>
              <a:gd name="connsiteX88" fmla="*/ 7193139 w 11362354"/>
              <a:gd name="connsiteY88" fmla="*/ 1288165 h 1972800"/>
              <a:gd name="connsiteX89" fmla="*/ 7648159 w 11362354"/>
              <a:gd name="connsiteY89" fmla="*/ 1288165 h 1972800"/>
              <a:gd name="connsiteX90" fmla="*/ 7648159 w 11362354"/>
              <a:gd name="connsiteY90" fmla="*/ 1462314 h 1972800"/>
              <a:gd name="connsiteX91" fmla="*/ 7193139 w 11362354"/>
              <a:gd name="connsiteY91" fmla="*/ 1462314 h 1972800"/>
              <a:gd name="connsiteX92" fmla="*/ 6188669 w 11362354"/>
              <a:gd name="connsiteY92" fmla="*/ 1288165 h 1972800"/>
              <a:gd name="connsiteX93" fmla="*/ 6674501 w 11362354"/>
              <a:gd name="connsiteY93" fmla="*/ 1288165 h 1972800"/>
              <a:gd name="connsiteX94" fmla="*/ 6674501 w 11362354"/>
              <a:gd name="connsiteY94" fmla="*/ 1351991 h 1972800"/>
              <a:gd name="connsiteX95" fmla="*/ 7080275 w 11362354"/>
              <a:gd name="connsiteY95" fmla="*/ 1351991 h 1972800"/>
              <a:gd name="connsiteX96" fmla="*/ 7080275 w 11362354"/>
              <a:gd name="connsiteY96" fmla="*/ 1462314 h 1972800"/>
              <a:gd name="connsiteX97" fmla="*/ 6188669 w 11362354"/>
              <a:gd name="connsiteY97" fmla="*/ 1462314 h 1972800"/>
              <a:gd name="connsiteX98" fmla="*/ 4794722 w 11362354"/>
              <a:gd name="connsiteY98" fmla="*/ 1288165 h 1972800"/>
              <a:gd name="connsiteX99" fmla="*/ 5308313 w 11362354"/>
              <a:gd name="connsiteY99" fmla="*/ 1288165 h 1972800"/>
              <a:gd name="connsiteX100" fmla="*/ 5433050 w 11362354"/>
              <a:gd name="connsiteY100" fmla="*/ 1363467 h 1972800"/>
              <a:gd name="connsiteX101" fmla="*/ 5557791 w 11362354"/>
              <a:gd name="connsiteY101" fmla="*/ 1288165 h 1972800"/>
              <a:gd name="connsiteX102" fmla="*/ 6071387 w 11362354"/>
              <a:gd name="connsiteY102" fmla="*/ 1288165 h 1972800"/>
              <a:gd name="connsiteX103" fmla="*/ 6026879 w 11362354"/>
              <a:gd name="connsiteY103" fmla="*/ 1462314 h 1972800"/>
              <a:gd name="connsiteX104" fmla="*/ 4839225 w 11362354"/>
              <a:gd name="connsiteY104" fmla="*/ 1462314 h 1972800"/>
              <a:gd name="connsiteX105" fmla="*/ 4794722 w 11362354"/>
              <a:gd name="connsiteY105" fmla="*/ 1288165 h 1972800"/>
              <a:gd name="connsiteX106" fmla="*/ 2285298 w 11362354"/>
              <a:gd name="connsiteY106" fmla="*/ 1288165 h 1972800"/>
              <a:gd name="connsiteX107" fmla="*/ 2771132 w 11362354"/>
              <a:gd name="connsiteY107" fmla="*/ 1288165 h 1972800"/>
              <a:gd name="connsiteX108" fmla="*/ 2771132 w 11362354"/>
              <a:gd name="connsiteY108" fmla="*/ 1351991 h 1972800"/>
              <a:gd name="connsiteX109" fmla="*/ 3183254 w 11362354"/>
              <a:gd name="connsiteY109" fmla="*/ 1351991 h 1972800"/>
              <a:gd name="connsiteX110" fmla="*/ 3183254 w 11362354"/>
              <a:gd name="connsiteY110" fmla="*/ 1462314 h 1972800"/>
              <a:gd name="connsiteX111" fmla="*/ 2285298 w 11362354"/>
              <a:gd name="connsiteY111" fmla="*/ 1462314 h 1972800"/>
              <a:gd name="connsiteX112" fmla="*/ 1586644 w 11362354"/>
              <a:gd name="connsiteY112" fmla="*/ 1288165 h 1972800"/>
              <a:gd name="connsiteX113" fmla="*/ 2038472 w 11362354"/>
              <a:gd name="connsiteY113" fmla="*/ 1288165 h 1972800"/>
              <a:gd name="connsiteX114" fmla="*/ 2121783 w 11362354"/>
              <a:gd name="connsiteY114" fmla="*/ 1462314 h 1972800"/>
              <a:gd name="connsiteX115" fmla="*/ 1663530 w 11362354"/>
              <a:gd name="connsiteY115" fmla="*/ 1462314 h 1972800"/>
              <a:gd name="connsiteX116" fmla="*/ 985097 w 11362354"/>
              <a:gd name="connsiteY116" fmla="*/ 1288165 h 1972800"/>
              <a:gd name="connsiteX117" fmla="*/ 1468672 w 11362354"/>
              <a:gd name="connsiteY117" fmla="*/ 1288165 h 1972800"/>
              <a:gd name="connsiteX118" fmla="*/ 1468672 w 11362354"/>
              <a:gd name="connsiteY118" fmla="*/ 1462314 h 1972800"/>
              <a:gd name="connsiteX119" fmla="*/ 985097 w 11362354"/>
              <a:gd name="connsiteY119" fmla="*/ 1462314 h 1972800"/>
              <a:gd name="connsiteX120" fmla="*/ 0 w 11362354"/>
              <a:gd name="connsiteY120" fmla="*/ 1288165 h 1972800"/>
              <a:gd name="connsiteX121" fmla="*/ 506025 w 11362354"/>
              <a:gd name="connsiteY121" fmla="*/ 1288165 h 1972800"/>
              <a:gd name="connsiteX122" fmla="*/ 506025 w 11362354"/>
              <a:gd name="connsiteY122" fmla="*/ 1462314 h 1972800"/>
              <a:gd name="connsiteX123" fmla="*/ 0 w 11362354"/>
              <a:gd name="connsiteY123" fmla="*/ 1462314 h 1972800"/>
              <a:gd name="connsiteX124" fmla="*/ 10408772 w 11362354"/>
              <a:gd name="connsiteY124" fmla="*/ 1157361 h 1972800"/>
              <a:gd name="connsiteX125" fmla="*/ 10468381 w 11362354"/>
              <a:gd name="connsiteY125" fmla="*/ 1208632 h 1972800"/>
              <a:gd name="connsiteX126" fmla="*/ 10408772 w 11362354"/>
              <a:gd name="connsiteY126" fmla="*/ 1208632 h 1972800"/>
              <a:gd name="connsiteX127" fmla="*/ 10816942 w 11362354"/>
              <a:gd name="connsiteY127" fmla="*/ 1078164 h 1972800"/>
              <a:gd name="connsiteX128" fmla="*/ 11358000 w 11362354"/>
              <a:gd name="connsiteY128" fmla="*/ 1078164 h 1972800"/>
              <a:gd name="connsiteX129" fmla="*/ 11359134 w 11362354"/>
              <a:gd name="connsiteY129" fmla="*/ 1208632 h 1972800"/>
              <a:gd name="connsiteX130" fmla="*/ 11359134 w 11362354"/>
              <a:gd name="connsiteY130" fmla="*/ 1208633 h 1972800"/>
              <a:gd name="connsiteX131" fmla="*/ 10871056 w 11362354"/>
              <a:gd name="connsiteY131" fmla="*/ 1208633 h 1972800"/>
              <a:gd name="connsiteX132" fmla="*/ 10871355 w 11362354"/>
              <a:gd name="connsiteY132" fmla="*/ 1205652 h 1972800"/>
              <a:gd name="connsiteX133" fmla="*/ 10808382 w 11362354"/>
              <a:gd name="connsiteY133" fmla="*/ 1078165 h 1972800"/>
              <a:gd name="connsiteX134" fmla="*/ 10816943 w 11362354"/>
              <a:gd name="connsiteY134" fmla="*/ 1078165 h 1972800"/>
              <a:gd name="connsiteX135" fmla="*/ 9781432 w 11362354"/>
              <a:gd name="connsiteY135" fmla="*/ 1075882 h 1972800"/>
              <a:gd name="connsiteX136" fmla="*/ 10286039 w 11362354"/>
              <a:gd name="connsiteY136" fmla="*/ 1075882 h 1972800"/>
              <a:gd name="connsiteX137" fmla="*/ 10286039 w 11362354"/>
              <a:gd name="connsiteY137" fmla="*/ 1206076 h 1972800"/>
              <a:gd name="connsiteX138" fmla="*/ 9781432 w 11362354"/>
              <a:gd name="connsiteY138" fmla="*/ 1206076 h 1972800"/>
              <a:gd name="connsiteX139" fmla="*/ 8877431 w 11362354"/>
              <a:gd name="connsiteY139" fmla="*/ 1075882 h 1972800"/>
              <a:gd name="connsiteX140" fmla="*/ 9382033 w 11362354"/>
              <a:gd name="connsiteY140" fmla="*/ 1075882 h 1972800"/>
              <a:gd name="connsiteX141" fmla="*/ 9382033 w 11362354"/>
              <a:gd name="connsiteY141" fmla="*/ 1206076 h 1972800"/>
              <a:gd name="connsiteX142" fmla="*/ 8877431 w 11362354"/>
              <a:gd name="connsiteY142" fmla="*/ 1206076 h 1972800"/>
              <a:gd name="connsiteX143" fmla="*/ 7760453 w 11362354"/>
              <a:gd name="connsiteY143" fmla="*/ 1075882 h 1972800"/>
              <a:gd name="connsiteX144" fmla="*/ 8501703 w 11362354"/>
              <a:gd name="connsiteY144" fmla="*/ 1075882 h 1972800"/>
              <a:gd name="connsiteX145" fmla="*/ 8501703 w 11362354"/>
              <a:gd name="connsiteY145" fmla="*/ 1206076 h 1972800"/>
              <a:gd name="connsiteX146" fmla="*/ 7814594 w 11362354"/>
              <a:gd name="connsiteY146" fmla="*/ 1206076 h 1972800"/>
              <a:gd name="connsiteX147" fmla="*/ 7193139 w 11362354"/>
              <a:gd name="connsiteY147" fmla="*/ 1075882 h 1972800"/>
              <a:gd name="connsiteX148" fmla="*/ 7648159 w 11362354"/>
              <a:gd name="connsiteY148" fmla="*/ 1075882 h 1972800"/>
              <a:gd name="connsiteX149" fmla="*/ 7648159 w 11362354"/>
              <a:gd name="connsiteY149" fmla="*/ 1206076 h 1972800"/>
              <a:gd name="connsiteX150" fmla="*/ 7193139 w 11362354"/>
              <a:gd name="connsiteY150" fmla="*/ 1206076 h 1972800"/>
              <a:gd name="connsiteX151" fmla="*/ 6188669 w 11362354"/>
              <a:gd name="connsiteY151" fmla="*/ 1075882 h 1972800"/>
              <a:gd name="connsiteX152" fmla="*/ 6674501 w 11362354"/>
              <a:gd name="connsiteY152" fmla="*/ 1075882 h 1972800"/>
              <a:gd name="connsiteX153" fmla="*/ 6674501 w 11362354"/>
              <a:gd name="connsiteY153" fmla="*/ 1206076 h 1972800"/>
              <a:gd name="connsiteX154" fmla="*/ 6188669 w 11362354"/>
              <a:gd name="connsiteY154" fmla="*/ 1206076 h 1972800"/>
              <a:gd name="connsiteX155" fmla="*/ 5574793 w 11362354"/>
              <a:gd name="connsiteY155" fmla="*/ 1075882 h 1972800"/>
              <a:gd name="connsiteX156" fmla="*/ 6073294 w 11362354"/>
              <a:gd name="connsiteY156" fmla="*/ 1075882 h 1972800"/>
              <a:gd name="connsiteX157" fmla="*/ 6073294 w 11362354"/>
              <a:gd name="connsiteY157" fmla="*/ 1206076 h 1972800"/>
              <a:gd name="connsiteX158" fmla="*/ 5574793 w 11362354"/>
              <a:gd name="connsiteY158" fmla="*/ 1206076 h 1972800"/>
              <a:gd name="connsiteX159" fmla="*/ 4792811 w 11362354"/>
              <a:gd name="connsiteY159" fmla="*/ 1075882 h 1972800"/>
              <a:gd name="connsiteX160" fmla="*/ 5291307 w 11362354"/>
              <a:gd name="connsiteY160" fmla="*/ 1075882 h 1972800"/>
              <a:gd name="connsiteX161" fmla="*/ 5291307 w 11362354"/>
              <a:gd name="connsiteY161" fmla="*/ 1206076 h 1972800"/>
              <a:gd name="connsiteX162" fmla="*/ 4792811 w 11362354"/>
              <a:gd name="connsiteY162" fmla="*/ 1206076 h 1972800"/>
              <a:gd name="connsiteX163" fmla="*/ 2285298 w 11362354"/>
              <a:gd name="connsiteY163" fmla="*/ 1075882 h 1972800"/>
              <a:gd name="connsiteX164" fmla="*/ 2771132 w 11362354"/>
              <a:gd name="connsiteY164" fmla="*/ 1075882 h 1972800"/>
              <a:gd name="connsiteX165" fmla="*/ 2771132 w 11362354"/>
              <a:gd name="connsiteY165" fmla="*/ 1206076 h 1972800"/>
              <a:gd name="connsiteX166" fmla="*/ 2285298 w 11362354"/>
              <a:gd name="connsiteY166" fmla="*/ 1206076 h 1972800"/>
              <a:gd name="connsiteX167" fmla="*/ 1492927 w 11362354"/>
              <a:gd name="connsiteY167" fmla="*/ 1075882 h 1972800"/>
              <a:gd name="connsiteX168" fmla="*/ 1945589 w 11362354"/>
              <a:gd name="connsiteY168" fmla="*/ 1075882 h 1972800"/>
              <a:gd name="connsiteX169" fmla="*/ 1940491 w 11362354"/>
              <a:gd name="connsiteY169" fmla="*/ 1080455 h 1972800"/>
              <a:gd name="connsiteX170" fmla="*/ 1939110 w 11362354"/>
              <a:gd name="connsiteY170" fmla="*/ 1080455 h 1972800"/>
              <a:gd name="connsiteX171" fmla="*/ 1939524 w 11362354"/>
              <a:gd name="connsiteY171" fmla="*/ 1081320 h 1972800"/>
              <a:gd name="connsiteX172" fmla="*/ 1938345 w 11362354"/>
              <a:gd name="connsiteY172" fmla="*/ 1082361 h 1972800"/>
              <a:gd name="connsiteX173" fmla="*/ 1940022 w 11362354"/>
              <a:gd name="connsiteY173" fmla="*/ 1082361 h 1972800"/>
              <a:gd name="connsiteX174" fmla="*/ 1999205 w 11362354"/>
              <a:gd name="connsiteY174" fmla="*/ 1206076 h 1972800"/>
              <a:gd name="connsiteX175" fmla="*/ 1550403 w 11362354"/>
              <a:gd name="connsiteY175" fmla="*/ 1206076 h 1972800"/>
              <a:gd name="connsiteX176" fmla="*/ 985097 w 11362354"/>
              <a:gd name="connsiteY176" fmla="*/ 1075882 h 1972800"/>
              <a:gd name="connsiteX177" fmla="*/ 1468672 w 11362354"/>
              <a:gd name="connsiteY177" fmla="*/ 1075882 h 1972800"/>
              <a:gd name="connsiteX178" fmla="*/ 1468672 w 11362354"/>
              <a:gd name="connsiteY178" fmla="*/ 1206076 h 1972800"/>
              <a:gd name="connsiteX179" fmla="*/ 985097 w 11362354"/>
              <a:gd name="connsiteY179" fmla="*/ 1206076 h 1972800"/>
              <a:gd name="connsiteX180" fmla="*/ 0 w 11362354"/>
              <a:gd name="connsiteY180" fmla="*/ 1075882 h 1972800"/>
              <a:gd name="connsiteX181" fmla="*/ 877145 w 11362354"/>
              <a:gd name="connsiteY181" fmla="*/ 1075882 h 1972800"/>
              <a:gd name="connsiteX182" fmla="*/ 877145 w 11362354"/>
              <a:gd name="connsiteY182" fmla="*/ 1098345 h 1972800"/>
              <a:gd name="connsiteX183" fmla="*/ 869625 w 11362354"/>
              <a:gd name="connsiteY183" fmla="*/ 1098345 h 1972800"/>
              <a:gd name="connsiteX184" fmla="*/ 506025 w 11362354"/>
              <a:gd name="connsiteY184" fmla="*/ 1098345 h 1972800"/>
              <a:gd name="connsiteX185" fmla="*/ 506025 w 11362354"/>
              <a:gd name="connsiteY185" fmla="*/ 1206076 h 1972800"/>
              <a:gd name="connsiteX186" fmla="*/ 0 w 11362354"/>
              <a:gd name="connsiteY186" fmla="*/ 1206076 h 1972800"/>
              <a:gd name="connsiteX187" fmla="*/ 4174413 w 11362354"/>
              <a:gd name="connsiteY187" fmla="*/ 1075881 h 1972800"/>
              <a:gd name="connsiteX188" fmla="*/ 4660572 w 11362354"/>
              <a:gd name="connsiteY188" fmla="*/ 1075881 h 1972800"/>
              <a:gd name="connsiteX189" fmla="*/ 4633997 w 11362354"/>
              <a:gd name="connsiteY189" fmla="*/ 1206075 h 1972800"/>
              <a:gd name="connsiteX190" fmla="*/ 4129883 w 11362354"/>
              <a:gd name="connsiteY190" fmla="*/ 1206075 h 1972800"/>
              <a:gd name="connsiteX191" fmla="*/ 4174413 w 11362354"/>
              <a:gd name="connsiteY191" fmla="*/ 1075881 h 1972800"/>
              <a:gd name="connsiteX192" fmla="*/ 3305162 w 11362354"/>
              <a:gd name="connsiteY192" fmla="*/ 1075881 h 1972800"/>
              <a:gd name="connsiteX193" fmla="*/ 3790976 w 11362354"/>
              <a:gd name="connsiteY193" fmla="*/ 1075881 h 1972800"/>
              <a:gd name="connsiteX194" fmla="*/ 3835506 w 11362354"/>
              <a:gd name="connsiteY194" fmla="*/ 1206075 h 1972800"/>
              <a:gd name="connsiteX195" fmla="*/ 3330959 w 11362354"/>
              <a:gd name="connsiteY195" fmla="*/ 1206075 h 1972800"/>
              <a:gd name="connsiteX196" fmla="*/ 3305162 w 11362354"/>
              <a:gd name="connsiteY196" fmla="*/ 1075881 h 1972800"/>
              <a:gd name="connsiteX197" fmla="*/ 10587776 w 11362354"/>
              <a:gd name="connsiteY197" fmla="*/ 879486 h 1972800"/>
              <a:gd name="connsiteX198" fmla="*/ 11280821 w 11362354"/>
              <a:gd name="connsiteY198" fmla="*/ 879486 h 1972800"/>
              <a:gd name="connsiteX199" fmla="*/ 11338792 w 11362354"/>
              <a:gd name="connsiteY199" fmla="*/ 993628 h 1972800"/>
              <a:gd name="connsiteX200" fmla="*/ 10727828 w 11362354"/>
              <a:gd name="connsiteY200" fmla="*/ 995899 h 1972800"/>
              <a:gd name="connsiteX201" fmla="*/ 9781432 w 11362354"/>
              <a:gd name="connsiteY201" fmla="*/ 877625 h 1972800"/>
              <a:gd name="connsiteX202" fmla="*/ 10286039 w 11362354"/>
              <a:gd name="connsiteY202" fmla="*/ 877625 h 1972800"/>
              <a:gd name="connsiteX203" fmla="*/ 10286039 w 11362354"/>
              <a:gd name="connsiteY203" fmla="*/ 993788 h 1972800"/>
              <a:gd name="connsiteX204" fmla="*/ 9781432 w 11362354"/>
              <a:gd name="connsiteY204" fmla="*/ 993788 h 1972800"/>
              <a:gd name="connsiteX205" fmla="*/ 8877431 w 11362354"/>
              <a:gd name="connsiteY205" fmla="*/ 877625 h 1972800"/>
              <a:gd name="connsiteX206" fmla="*/ 9382033 w 11362354"/>
              <a:gd name="connsiteY206" fmla="*/ 877625 h 1972800"/>
              <a:gd name="connsiteX207" fmla="*/ 9382033 w 11362354"/>
              <a:gd name="connsiteY207" fmla="*/ 993788 h 1972800"/>
              <a:gd name="connsiteX208" fmla="*/ 8877431 w 11362354"/>
              <a:gd name="connsiteY208" fmla="*/ 993788 h 1972800"/>
              <a:gd name="connsiteX209" fmla="*/ 7678004 w 11362354"/>
              <a:gd name="connsiteY209" fmla="*/ 877625 h 1972800"/>
              <a:gd name="connsiteX210" fmla="*/ 8501703 w 11362354"/>
              <a:gd name="connsiteY210" fmla="*/ 877625 h 1972800"/>
              <a:gd name="connsiteX211" fmla="*/ 8501703 w 11362354"/>
              <a:gd name="connsiteY211" fmla="*/ 993788 h 1972800"/>
              <a:gd name="connsiteX212" fmla="*/ 7726316 w 11362354"/>
              <a:gd name="connsiteY212" fmla="*/ 993788 h 1972800"/>
              <a:gd name="connsiteX213" fmla="*/ 7193139 w 11362354"/>
              <a:gd name="connsiteY213" fmla="*/ 877625 h 1972800"/>
              <a:gd name="connsiteX214" fmla="*/ 7648159 w 11362354"/>
              <a:gd name="connsiteY214" fmla="*/ 877625 h 1972800"/>
              <a:gd name="connsiteX215" fmla="*/ 7648159 w 11362354"/>
              <a:gd name="connsiteY215" fmla="*/ 993788 h 1972800"/>
              <a:gd name="connsiteX216" fmla="*/ 7193139 w 11362354"/>
              <a:gd name="connsiteY216" fmla="*/ 993788 h 1972800"/>
              <a:gd name="connsiteX217" fmla="*/ 6188669 w 11362354"/>
              <a:gd name="connsiteY217" fmla="*/ 877625 h 1972800"/>
              <a:gd name="connsiteX218" fmla="*/ 7056268 w 11362354"/>
              <a:gd name="connsiteY218" fmla="*/ 877625 h 1972800"/>
              <a:gd name="connsiteX219" fmla="*/ 7056268 w 11362354"/>
              <a:gd name="connsiteY219" fmla="*/ 988326 h 1972800"/>
              <a:gd name="connsiteX220" fmla="*/ 6674501 w 11362354"/>
              <a:gd name="connsiteY220" fmla="*/ 988326 h 1972800"/>
              <a:gd name="connsiteX221" fmla="*/ 6674501 w 11362354"/>
              <a:gd name="connsiteY221" fmla="*/ 993788 h 1972800"/>
              <a:gd name="connsiteX222" fmla="*/ 6188669 w 11362354"/>
              <a:gd name="connsiteY222" fmla="*/ 993788 h 1972800"/>
              <a:gd name="connsiteX223" fmla="*/ 5574793 w 11362354"/>
              <a:gd name="connsiteY223" fmla="*/ 877625 h 1972800"/>
              <a:gd name="connsiteX224" fmla="*/ 6073294 w 11362354"/>
              <a:gd name="connsiteY224" fmla="*/ 877625 h 1972800"/>
              <a:gd name="connsiteX225" fmla="*/ 6073294 w 11362354"/>
              <a:gd name="connsiteY225" fmla="*/ 993788 h 1972800"/>
              <a:gd name="connsiteX226" fmla="*/ 5574793 w 11362354"/>
              <a:gd name="connsiteY226" fmla="*/ 993788 h 1972800"/>
              <a:gd name="connsiteX227" fmla="*/ 4792811 w 11362354"/>
              <a:gd name="connsiteY227" fmla="*/ 877625 h 1972800"/>
              <a:gd name="connsiteX228" fmla="*/ 5291307 w 11362354"/>
              <a:gd name="connsiteY228" fmla="*/ 877625 h 1972800"/>
              <a:gd name="connsiteX229" fmla="*/ 5291307 w 11362354"/>
              <a:gd name="connsiteY229" fmla="*/ 993788 h 1972800"/>
              <a:gd name="connsiteX230" fmla="*/ 4792811 w 11362354"/>
              <a:gd name="connsiteY230" fmla="*/ 993788 h 1972800"/>
              <a:gd name="connsiteX231" fmla="*/ 2285298 w 11362354"/>
              <a:gd name="connsiteY231" fmla="*/ 877625 h 1972800"/>
              <a:gd name="connsiteX232" fmla="*/ 3161500 w 11362354"/>
              <a:gd name="connsiteY232" fmla="*/ 877625 h 1972800"/>
              <a:gd name="connsiteX233" fmla="*/ 3161500 w 11362354"/>
              <a:gd name="connsiteY233" fmla="*/ 988326 h 1972800"/>
              <a:gd name="connsiteX234" fmla="*/ 2771132 w 11362354"/>
              <a:gd name="connsiteY234" fmla="*/ 988326 h 1972800"/>
              <a:gd name="connsiteX235" fmla="*/ 2771132 w 11362354"/>
              <a:gd name="connsiteY235" fmla="*/ 993788 h 1972800"/>
              <a:gd name="connsiteX236" fmla="*/ 2285298 w 11362354"/>
              <a:gd name="connsiteY236" fmla="*/ 993788 h 1972800"/>
              <a:gd name="connsiteX237" fmla="*/ 985097 w 11362354"/>
              <a:gd name="connsiteY237" fmla="*/ 877625 h 1972800"/>
              <a:gd name="connsiteX238" fmla="*/ 2107746 w 11362354"/>
              <a:gd name="connsiteY238" fmla="*/ 877625 h 1972800"/>
              <a:gd name="connsiteX239" fmla="*/ 2028664 w 11362354"/>
              <a:gd name="connsiteY239" fmla="*/ 993788 h 1972800"/>
              <a:gd name="connsiteX240" fmla="*/ 985097 w 11362354"/>
              <a:gd name="connsiteY240" fmla="*/ 993788 h 1972800"/>
              <a:gd name="connsiteX241" fmla="*/ 0 w 11362354"/>
              <a:gd name="connsiteY241" fmla="*/ 877625 h 1972800"/>
              <a:gd name="connsiteX242" fmla="*/ 877145 w 11362354"/>
              <a:gd name="connsiteY242" fmla="*/ 877625 h 1972800"/>
              <a:gd name="connsiteX243" fmla="*/ 877145 w 11362354"/>
              <a:gd name="connsiteY243" fmla="*/ 993788 h 1972800"/>
              <a:gd name="connsiteX244" fmla="*/ 0 w 11362354"/>
              <a:gd name="connsiteY244" fmla="*/ 993788 h 1972800"/>
              <a:gd name="connsiteX245" fmla="*/ 4199211 w 11362354"/>
              <a:gd name="connsiteY245" fmla="*/ 877624 h 1972800"/>
              <a:gd name="connsiteX246" fmla="*/ 4674176 w 11362354"/>
              <a:gd name="connsiteY246" fmla="*/ 877624 h 1972800"/>
              <a:gd name="connsiteX247" fmla="*/ 4674332 w 11362354"/>
              <a:gd name="connsiteY247" fmla="*/ 883528 h 1972800"/>
              <a:gd name="connsiteX248" fmla="*/ 4669465 w 11362354"/>
              <a:gd name="connsiteY248" fmla="*/ 993787 h 1972800"/>
              <a:gd name="connsiteX249" fmla="*/ 4189743 w 11362354"/>
              <a:gd name="connsiteY249" fmla="*/ 993787 h 1972800"/>
              <a:gd name="connsiteX250" fmla="*/ 4199211 w 11362354"/>
              <a:gd name="connsiteY250" fmla="*/ 877624 h 1972800"/>
              <a:gd name="connsiteX251" fmla="*/ 3291213 w 11362354"/>
              <a:gd name="connsiteY251" fmla="*/ 877624 h 1972800"/>
              <a:gd name="connsiteX252" fmla="*/ 3766173 w 11362354"/>
              <a:gd name="connsiteY252" fmla="*/ 877624 h 1972800"/>
              <a:gd name="connsiteX253" fmla="*/ 3775650 w 11362354"/>
              <a:gd name="connsiteY253" fmla="*/ 993787 h 1972800"/>
              <a:gd name="connsiteX254" fmla="*/ 3295989 w 11362354"/>
              <a:gd name="connsiteY254" fmla="*/ 993787 h 1972800"/>
              <a:gd name="connsiteX255" fmla="*/ 3291057 w 11362354"/>
              <a:gd name="connsiteY255" fmla="*/ 883528 h 1972800"/>
              <a:gd name="connsiteX256" fmla="*/ 10461146 w 11362354"/>
              <a:gd name="connsiteY256" fmla="*/ 710797 h 1972800"/>
              <a:gd name="connsiteX257" fmla="*/ 11109160 w 11362354"/>
              <a:gd name="connsiteY257" fmla="*/ 710797 h 1972800"/>
              <a:gd name="connsiteX258" fmla="*/ 11109162 w 11362354"/>
              <a:gd name="connsiteY258" fmla="*/ 710798 h 1972800"/>
              <a:gd name="connsiteX259" fmla="*/ 11121245 w 11362354"/>
              <a:gd name="connsiteY259" fmla="*/ 710798 h 1972800"/>
              <a:gd name="connsiteX260" fmla="*/ 11122337 w 11362354"/>
              <a:gd name="connsiteY260" fmla="*/ 711693 h 1972800"/>
              <a:gd name="connsiteX261" fmla="*/ 11118350 w 11362354"/>
              <a:gd name="connsiteY261" fmla="*/ 711693 h 1972800"/>
              <a:gd name="connsiteX262" fmla="*/ 11213739 w 11362354"/>
              <a:gd name="connsiteY262" fmla="*/ 797219 h 1972800"/>
              <a:gd name="connsiteX263" fmla="*/ 10517279 w 11362354"/>
              <a:gd name="connsiteY263" fmla="*/ 797218 h 1972800"/>
              <a:gd name="connsiteX264" fmla="*/ 10461146 w 11362354"/>
              <a:gd name="connsiteY264" fmla="*/ 710797 h 1972800"/>
              <a:gd name="connsiteX265" fmla="*/ 9781432 w 11362354"/>
              <a:gd name="connsiteY265" fmla="*/ 709293 h 1972800"/>
              <a:gd name="connsiteX266" fmla="*/ 10286039 w 11362354"/>
              <a:gd name="connsiteY266" fmla="*/ 709293 h 1972800"/>
              <a:gd name="connsiteX267" fmla="*/ 10286039 w 11362354"/>
              <a:gd name="connsiteY267" fmla="*/ 795531 h 1972800"/>
              <a:gd name="connsiteX268" fmla="*/ 9781432 w 11362354"/>
              <a:gd name="connsiteY268" fmla="*/ 795531 h 1972800"/>
              <a:gd name="connsiteX269" fmla="*/ 8877431 w 11362354"/>
              <a:gd name="connsiteY269" fmla="*/ 709293 h 1972800"/>
              <a:gd name="connsiteX270" fmla="*/ 9382033 w 11362354"/>
              <a:gd name="connsiteY270" fmla="*/ 709293 h 1972800"/>
              <a:gd name="connsiteX271" fmla="*/ 9382033 w 11362354"/>
              <a:gd name="connsiteY271" fmla="*/ 795531 h 1972800"/>
              <a:gd name="connsiteX272" fmla="*/ 8877431 w 11362354"/>
              <a:gd name="connsiteY272" fmla="*/ 795531 h 1972800"/>
              <a:gd name="connsiteX273" fmla="*/ 8042875 w 11362354"/>
              <a:gd name="connsiteY273" fmla="*/ 709293 h 1972800"/>
              <a:gd name="connsiteX274" fmla="*/ 8501703 w 11362354"/>
              <a:gd name="connsiteY274" fmla="*/ 709293 h 1972800"/>
              <a:gd name="connsiteX275" fmla="*/ 8501703 w 11362354"/>
              <a:gd name="connsiteY275" fmla="*/ 795531 h 1972800"/>
              <a:gd name="connsiteX276" fmla="*/ 8042875 w 11362354"/>
              <a:gd name="connsiteY276" fmla="*/ 795531 h 1972800"/>
              <a:gd name="connsiteX277" fmla="*/ 7193139 w 11362354"/>
              <a:gd name="connsiteY277" fmla="*/ 709293 h 1972800"/>
              <a:gd name="connsiteX278" fmla="*/ 7996240 w 11362354"/>
              <a:gd name="connsiteY278" fmla="*/ 709293 h 1972800"/>
              <a:gd name="connsiteX279" fmla="*/ 8036152 w 11362354"/>
              <a:gd name="connsiteY279" fmla="*/ 795531 h 1972800"/>
              <a:gd name="connsiteX280" fmla="*/ 7193139 w 11362354"/>
              <a:gd name="connsiteY280" fmla="*/ 795531 h 1972800"/>
              <a:gd name="connsiteX281" fmla="*/ 6188669 w 11362354"/>
              <a:gd name="connsiteY281" fmla="*/ 709293 h 1972800"/>
              <a:gd name="connsiteX282" fmla="*/ 6674501 w 11362354"/>
              <a:gd name="connsiteY282" fmla="*/ 709293 h 1972800"/>
              <a:gd name="connsiteX283" fmla="*/ 6674501 w 11362354"/>
              <a:gd name="connsiteY283" fmla="*/ 714671 h 1972800"/>
              <a:gd name="connsiteX284" fmla="*/ 7056268 w 11362354"/>
              <a:gd name="connsiteY284" fmla="*/ 714671 h 1972800"/>
              <a:gd name="connsiteX285" fmla="*/ 7056268 w 11362354"/>
              <a:gd name="connsiteY285" fmla="*/ 795531 h 1972800"/>
              <a:gd name="connsiteX286" fmla="*/ 6188669 w 11362354"/>
              <a:gd name="connsiteY286" fmla="*/ 795531 h 1972800"/>
              <a:gd name="connsiteX287" fmla="*/ 5574793 w 11362354"/>
              <a:gd name="connsiteY287" fmla="*/ 709293 h 1972800"/>
              <a:gd name="connsiteX288" fmla="*/ 6073294 w 11362354"/>
              <a:gd name="connsiteY288" fmla="*/ 709293 h 1972800"/>
              <a:gd name="connsiteX289" fmla="*/ 6073294 w 11362354"/>
              <a:gd name="connsiteY289" fmla="*/ 795531 h 1972800"/>
              <a:gd name="connsiteX290" fmla="*/ 5574793 w 11362354"/>
              <a:gd name="connsiteY290" fmla="*/ 795531 h 1972800"/>
              <a:gd name="connsiteX291" fmla="*/ 4792811 w 11362354"/>
              <a:gd name="connsiteY291" fmla="*/ 709293 h 1972800"/>
              <a:gd name="connsiteX292" fmla="*/ 5291307 w 11362354"/>
              <a:gd name="connsiteY292" fmla="*/ 709293 h 1972800"/>
              <a:gd name="connsiteX293" fmla="*/ 5291307 w 11362354"/>
              <a:gd name="connsiteY293" fmla="*/ 795531 h 1972800"/>
              <a:gd name="connsiteX294" fmla="*/ 4792811 w 11362354"/>
              <a:gd name="connsiteY294" fmla="*/ 795531 h 1972800"/>
              <a:gd name="connsiteX295" fmla="*/ 2285298 w 11362354"/>
              <a:gd name="connsiteY295" fmla="*/ 709293 h 1972800"/>
              <a:gd name="connsiteX296" fmla="*/ 2771132 w 11362354"/>
              <a:gd name="connsiteY296" fmla="*/ 709293 h 1972800"/>
              <a:gd name="connsiteX297" fmla="*/ 2771132 w 11362354"/>
              <a:gd name="connsiteY297" fmla="*/ 714671 h 1972800"/>
              <a:gd name="connsiteX298" fmla="*/ 3161500 w 11362354"/>
              <a:gd name="connsiteY298" fmla="*/ 714671 h 1972800"/>
              <a:gd name="connsiteX299" fmla="*/ 3161500 w 11362354"/>
              <a:gd name="connsiteY299" fmla="*/ 795531 h 1972800"/>
              <a:gd name="connsiteX300" fmla="*/ 2285298 w 11362354"/>
              <a:gd name="connsiteY300" fmla="*/ 795531 h 1972800"/>
              <a:gd name="connsiteX301" fmla="*/ 1709143 w 11362354"/>
              <a:gd name="connsiteY301" fmla="*/ 709293 h 1972800"/>
              <a:gd name="connsiteX302" fmla="*/ 2169670 w 11362354"/>
              <a:gd name="connsiteY302" fmla="*/ 709293 h 1972800"/>
              <a:gd name="connsiteX303" fmla="*/ 2145130 w 11362354"/>
              <a:gd name="connsiteY303" fmla="*/ 795531 h 1972800"/>
              <a:gd name="connsiteX304" fmla="*/ 1595923 w 11362354"/>
              <a:gd name="connsiteY304" fmla="*/ 795531 h 1972800"/>
              <a:gd name="connsiteX305" fmla="*/ 1709143 w 11362354"/>
              <a:gd name="connsiteY305" fmla="*/ 709293 h 1972800"/>
              <a:gd name="connsiteX306" fmla="*/ 985097 w 11362354"/>
              <a:gd name="connsiteY306" fmla="*/ 709293 h 1972800"/>
              <a:gd name="connsiteX307" fmla="*/ 1469893 w 11362354"/>
              <a:gd name="connsiteY307" fmla="*/ 709293 h 1972800"/>
              <a:gd name="connsiteX308" fmla="*/ 1469893 w 11362354"/>
              <a:gd name="connsiteY308" fmla="*/ 795531 h 1972800"/>
              <a:gd name="connsiteX309" fmla="*/ 985097 w 11362354"/>
              <a:gd name="connsiteY309" fmla="*/ 795531 h 1972800"/>
              <a:gd name="connsiteX310" fmla="*/ 0 w 11362354"/>
              <a:gd name="connsiteY310" fmla="*/ 709293 h 1972800"/>
              <a:gd name="connsiteX311" fmla="*/ 877145 w 11362354"/>
              <a:gd name="connsiteY311" fmla="*/ 709293 h 1972800"/>
              <a:gd name="connsiteX312" fmla="*/ 877145 w 11362354"/>
              <a:gd name="connsiteY312" fmla="*/ 795531 h 1972800"/>
              <a:gd name="connsiteX313" fmla="*/ 0 w 11362354"/>
              <a:gd name="connsiteY313" fmla="*/ 795531 h 1972800"/>
              <a:gd name="connsiteX314" fmla="*/ 4189251 w 11362354"/>
              <a:gd name="connsiteY314" fmla="*/ 709292 h 1972800"/>
              <a:gd name="connsiteX315" fmla="*/ 4662658 w 11362354"/>
              <a:gd name="connsiteY315" fmla="*/ 709292 h 1972800"/>
              <a:gd name="connsiteX316" fmla="*/ 4671191 w 11362354"/>
              <a:gd name="connsiteY316" fmla="*/ 795530 h 1972800"/>
              <a:gd name="connsiteX317" fmla="*/ 4197682 w 11362354"/>
              <a:gd name="connsiteY317" fmla="*/ 795530 h 1972800"/>
              <a:gd name="connsiteX318" fmla="*/ 4189251 w 11362354"/>
              <a:gd name="connsiteY318" fmla="*/ 709292 h 1972800"/>
              <a:gd name="connsiteX319" fmla="*/ 3302730 w 11362354"/>
              <a:gd name="connsiteY319" fmla="*/ 709292 h 1972800"/>
              <a:gd name="connsiteX320" fmla="*/ 3776138 w 11362354"/>
              <a:gd name="connsiteY320" fmla="*/ 709292 h 1972800"/>
              <a:gd name="connsiteX321" fmla="*/ 3767701 w 11362354"/>
              <a:gd name="connsiteY321" fmla="*/ 795530 h 1972800"/>
              <a:gd name="connsiteX322" fmla="*/ 3294197 w 11362354"/>
              <a:gd name="connsiteY322" fmla="*/ 795530 h 1972800"/>
              <a:gd name="connsiteX323" fmla="*/ 3302730 w 11362354"/>
              <a:gd name="connsiteY323" fmla="*/ 709292 h 1972800"/>
              <a:gd name="connsiteX324" fmla="*/ 10418948 w 11362354"/>
              <a:gd name="connsiteY324" fmla="*/ 565540 h 1972800"/>
              <a:gd name="connsiteX325" fmla="*/ 10949595 w 11362354"/>
              <a:gd name="connsiteY325" fmla="*/ 565540 h 1972800"/>
              <a:gd name="connsiteX326" fmla="*/ 10964075 w 11362354"/>
              <a:gd name="connsiteY326" fmla="*/ 577567 h 1972800"/>
              <a:gd name="connsiteX327" fmla="*/ 11026395 w 11362354"/>
              <a:gd name="connsiteY327" fmla="*/ 628529 h 1972800"/>
              <a:gd name="connsiteX328" fmla="*/ 10434083 w 11362354"/>
              <a:gd name="connsiteY328" fmla="*/ 628529 h 1972800"/>
              <a:gd name="connsiteX329" fmla="*/ 10418948 w 11362354"/>
              <a:gd name="connsiteY329" fmla="*/ 565540 h 1972800"/>
              <a:gd name="connsiteX330" fmla="*/ 9781432 w 11362354"/>
              <a:gd name="connsiteY330" fmla="*/ 564344 h 1972800"/>
              <a:gd name="connsiteX331" fmla="*/ 10286039 w 11362354"/>
              <a:gd name="connsiteY331" fmla="*/ 564344 h 1972800"/>
              <a:gd name="connsiteX332" fmla="*/ 10286039 w 11362354"/>
              <a:gd name="connsiteY332" fmla="*/ 627199 h 1972800"/>
              <a:gd name="connsiteX333" fmla="*/ 9781432 w 11362354"/>
              <a:gd name="connsiteY333" fmla="*/ 627199 h 1972800"/>
              <a:gd name="connsiteX334" fmla="*/ 8877431 w 11362354"/>
              <a:gd name="connsiteY334" fmla="*/ 564344 h 1972800"/>
              <a:gd name="connsiteX335" fmla="*/ 9382033 w 11362354"/>
              <a:gd name="connsiteY335" fmla="*/ 564344 h 1972800"/>
              <a:gd name="connsiteX336" fmla="*/ 9382033 w 11362354"/>
              <a:gd name="connsiteY336" fmla="*/ 627199 h 1972800"/>
              <a:gd name="connsiteX337" fmla="*/ 8877431 w 11362354"/>
              <a:gd name="connsiteY337" fmla="*/ 627199 h 1972800"/>
              <a:gd name="connsiteX338" fmla="*/ 8042875 w 11362354"/>
              <a:gd name="connsiteY338" fmla="*/ 564344 h 1972800"/>
              <a:gd name="connsiteX339" fmla="*/ 8501703 w 11362354"/>
              <a:gd name="connsiteY339" fmla="*/ 564344 h 1972800"/>
              <a:gd name="connsiteX340" fmla="*/ 8501703 w 11362354"/>
              <a:gd name="connsiteY340" fmla="*/ 627199 h 1972800"/>
              <a:gd name="connsiteX341" fmla="*/ 8042875 w 11362354"/>
              <a:gd name="connsiteY341" fmla="*/ 627199 h 1972800"/>
              <a:gd name="connsiteX342" fmla="*/ 7193139 w 11362354"/>
              <a:gd name="connsiteY342" fmla="*/ 564344 h 1972800"/>
              <a:gd name="connsiteX343" fmla="*/ 7929154 w 11362354"/>
              <a:gd name="connsiteY343" fmla="*/ 564344 h 1972800"/>
              <a:gd name="connsiteX344" fmla="*/ 7958244 w 11362354"/>
              <a:gd name="connsiteY344" fmla="*/ 627199 h 1972800"/>
              <a:gd name="connsiteX345" fmla="*/ 7193139 w 11362354"/>
              <a:gd name="connsiteY345" fmla="*/ 627199 h 1972800"/>
              <a:gd name="connsiteX346" fmla="*/ 6188669 w 11362354"/>
              <a:gd name="connsiteY346" fmla="*/ 564344 h 1972800"/>
              <a:gd name="connsiteX347" fmla="*/ 6674501 w 11362354"/>
              <a:gd name="connsiteY347" fmla="*/ 564344 h 1972800"/>
              <a:gd name="connsiteX348" fmla="*/ 6674501 w 11362354"/>
              <a:gd name="connsiteY348" fmla="*/ 627199 h 1972800"/>
              <a:gd name="connsiteX349" fmla="*/ 6188669 w 11362354"/>
              <a:gd name="connsiteY349" fmla="*/ 627199 h 1972800"/>
              <a:gd name="connsiteX350" fmla="*/ 5574793 w 11362354"/>
              <a:gd name="connsiteY350" fmla="*/ 564344 h 1972800"/>
              <a:gd name="connsiteX351" fmla="*/ 6073294 w 11362354"/>
              <a:gd name="connsiteY351" fmla="*/ 564344 h 1972800"/>
              <a:gd name="connsiteX352" fmla="*/ 6073294 w 11362354"/>
              <a:gd name="connsiteY352" fmla="*/ 627199 h 1972800"/>
              <a:gd name="connsiteX353" fmla="*/ 5574793 w 11362354"/>
              <a:gd name="connsiteY353" fmla="*/ 627199 h 1972800"/>
              <a:gd name="connsiteX354" fmla="*/ 4792811 w 11362354"/>
              <a:gd name="connsiteY354" fmla="*/ 564344 h 1972800"/>
              <a:gd name="connsiteX355" fmla="*/ 5291307 w 11362354"/>
              <a:gd name="connsiteY355" fmla="*/ 564344 h 1972800"/>
              <a:gd name="connsiteX356" fmla="*/ 5291307 w 11362354"/>
              <a:gd name="connsiteY356" fmla="*/ 627199 h 1972800"/>
              <a:gd name="connsiteX357" fmla="*/ 4792811 w 11362354"/>
              <a:gd name="connsiteY357" fmla="*/ 627199 h 1972800"/>
              <a:gd name="connsiteX358" fmla="*/ 2285298 w 11362354"/>
              <a:gd name="connsiteY358" fmla="*/ 564344 h 1972800"/>
              <a:gd name="connsiteX359" fmla="*/ 2771132 w 11362354"/>
              <a:gd name="connsiteY359" fmla="*/ 564344 h 1972800"/>
              <a:gd name="connsiteX360" fmla="*/ 2771132 w 11362354"/>
              <a:gd name="connsiteY360" fmla="*/ 627199 h 1972800"/>
              <a:gd name="connsiteX361" fmla="*/ 2285298 w 11362354"/>
              <a:gd name="connsiteY361" fmla="*/ 627199 h 1972800"/>
              <a:gd name="connsiteX362" fmla="*/ 1743635 w 11362354"/>
              <a:gd name="connsiteY362" fmla="*/ 564344 h 1972800"/>
              <a:gd name="connsiteX363" fmla="*/ 2184512 w 11362354"/>
              <a:gd name="connsiteY363" fmla="*/ 564344 h 1972800"/>
              <a:gd name="connsiteX364" fmla="*/ 2184779 w 11362354"/>
              <a:gd name="connsiteY364" fmla="*/ 571975 h 1972800"/>
              <a:gd name="connsiteX365" fmla="*/ 2181588 w 11362354"/>
              <a:gd name="connsiteY365" fmla="*/ 627199 h 1972800"/>
              <a:gd name="connsiteX366" fmla="*/ 1742032 w 11362354"/>
              <a:gd name="connsiteY366" fmla="*/ 627199 h 1972800"/>
              <a:gd name="connsiteX367" fmla="*/ 1746020 w 11362354"/>
              <a:gd name="connsiteY367" fmla="*/ 587881 h 1972800"/>
              <a:gd name="connsiteX368" fmla="*/ 985097 w 11362354"/>
              <a:gd name="connsiteY368" fmla="*/ 564344 h 1972800"/>
              <a:gd name="connsiteX369" fmla="*/ 1469893 w 11362354"/>
              <a:gd name="connsiteY369" fmla="*/ 564344 h 1972800"/>
              <a:gd name="connsiteX370" fmla="*/ 1469893 w 11362354"/>
              <a:gd name="connsiteY370" fmla="*/ 627199 h 1972800"/>
              <a:gd name="connsiteX371" fmla="*/ 985097 w 11362354"/>
              <a:gd name="connsiteY371" fmla="*/ 627199 h 1972800"/>
              <a:gd name="connsiteX372" fmla="*/ 0 w 11362354"/>
              <a:gd name="connsiteY372" fmla="*/ 564344 h 1972800"/>
              <a:gd name="connsiteX373" fmla="*/ 505721 w 11362354"/>
              <a:gd name="connsiteY373" fmla="*/ 564344 h 1972800"/>
              <a:gd name="connsiteX374" fmla="*/ 505721 w 11362354"/>
              <a:gd name="connsiteY374" fmla="*/ 627199 h 1972800"/>
              <a:gd name="connsiteX375" fmla="*/ 0 w 11362354"/>
              <a:gd name="connsiteY375" fmla="*/ 627199 h 1972800"/>
              <a:gd name="connsiteX376" fmla="*/ 4156173 w 11362354"/>
              <a:gd name="connsiteY376" fmla="*/ 564343 h 1972800"/>
              <a:gd name="connsiteX377" fmla="*/ 4635244 w 11362354"/>
              <a:gd name="connsiteY377" fmla="*/ 564343 h 1972800"/>
              <a:gd name="connsiteX378" fmla="*/ 4649285 w 11362354"/>
              <a:gd name="connsiteY378" fmla="*/ 627198 h 1972800"/>
              <a:gd name="connsiteX379" fmla="*/ 4173561 w 11362354"/>
              <a:gd name="connsiteY379" fmla="*/ 627198 h 1972800"/>
              <a:gd name="connsiteX380" fmla="*/ 4156173 w 11362354"/>
              <a:gd name="connsiteY380" fmla="*/ 564343 h 1972800"/>
              <a:gd name="connsiteX381" fmla="*/ 3330140 w 11362354"/>
              <a:gd name="connsiteY381" fmla="*/ 564343 h 1972800"/>
              <a:gd name="connsiteX382" fmla="*/ 3809216 w 11362354"/>
              <a:gd name="connsiteY382" fmla="*/ 564343 h 1972800"/>
              <a:gd name="connsiteX383" fmla="*/ 3791828 w 11362354"/>
              <a:gd name="connsiteY383" fmla="*/ 627198 h 1972800"/>
              <a:gd name="connsiteX384" fmla="*/ 3316108 w 11362354"/>
              <a:gd name="connsiteY384" fmla="*/ 627198 h 1972800"/>
              <a:gd name="connsiteX385" fmla="*/ 3330140 w 11362354"/>
              <a:gd name="connsiteY385" fmla="*/ 564343 h 1972800"/>
              <a:gd name="connsiteX386" fmla="*/ 11305691 w 11362354"/>
              <a:gd name="connsiteY386" fmla="*/ 441367 h 1972800"/>
              <a:gd name="connsiteX387" fmla="*/ 11306110 w 11362354"/>
              <a:gd name="connsiteY387" fmla="*/ 441367 h 1972800"/>
              <a:gd name="connsiteX388" fmla="*/ 11306110 w 11362354"/>
              <a:gd name="connsiteY388" fmla="*/ 441726 h 1972800"/>
              <a:gd name="connsiteX389" fmla="*/ 10419150 w 11362354"/>
              <a:gd name="connsiteY389" fmla="*/ 441367 h 1972800"/>
              <a:gd name="connsiteX390" fmla="*/ 10893359 w 11362354"/>
              <a:gd name="connsiteY390" fmla="*/ 441367 h 1972800"/>
              <a:gd name="connsiteX391" fmla="*/ 10894757 w 11362354"/>
              <a:gd name="connsiteY391" fmla="*/ 483273 h 1972800"/>
              <a:gd name="connsiteX392" fmla="*/ 10419058 w 11362354"/>
              <a:gd name="connsiteY392" fmla="*/ 483273 h 1972800"/>
              <a:gd name="connsiteX393" fmla="*/ 10417854 w 11362354"/>
              <a:gd name="connsiteY393" fmla="*/ 463084 h 1972800"/>
              <a:gd name="connsiteX394" fmla="*/ 9781432 w 11362354"/>
              <a:gd name="connsiteY394" fmla="*/ 440432 h 1972800"/>
              <a:gd name="connsiteX395" fmla="*/ 10286039 w 11362354"/>
              <a:gd name="connsiteY395" fmla="*/ 440432 h 1972800"/>
              <a:gd name="connsiteX396" fmla="*/ 10286039 w 11362354"/>
              <a:gd name="connsiteY396" fmla="*/ 482250 h 1972800"/>
              <a:gd name="connsiteX397" fmla="*/ 9781432 w 11362354"/>
              <a:gd name="connsiteY397" fmla="*/ 482250 h 1972800"/>
              <a:gd name="connsiteX398" fmla="*/ 8877431 w 11362354"/>
              <a:gd name="connsiteY398" fmla="*/ 440432 h 1972800"/>
              <a:gd name="connsiteX399" fmla="*/ 9382033 w 11362354"/>
              <a:gd name="connsiteY399" fmla="*/ 440432 h 1972800"/>
              <a:gd name="connsiteX400" fmla="*/ 9382033 w 11362354"/>
              <a:gd name="connsiteY400" fmla="*/ 482250 h 1972800"/>
              <a:gd name="connsiteX401" fmla="*/ 8877431 w 11362354"/>
              <a:gd name="connsiteY401" fmla="*/ 482250 h 1972800"/>
              <a:gd name="connsiteX402" fmla="*/ 8042875 w 11362354"/>
              <a:gd name="connsiteY402" fmla="*/ 440432 h 1972800"/>
              <a:gd name="connsiteX403" fmla="*/ 8501703 w 11362354"/>
              <a:gd name="connsiteY403" fmla="*/ 440432 h 1972800"/>
              <a:gd name="connsiteX404" fmla="*/ 8501703 w 11362354"/>
              <a:gd name="connsiteY404" fmla="*/ 482250 h 1972800"/>
              <a:gd name="connsiteX405" fmla="*/ 8042875 w 11362354"/>
              <a:gd name="connsiteY405" fmla="*/ 482250 h 1972800"/>
              <a:gd name="connsiteX406" fmla="*/ 7193139 w 11362354"/>
              <a:gd name="connsiteY406" fmla="*/ 440432 h 1972800"/>
              <a:gd name="connsiteX407" fmla="*/ 7871807 w 11362354"/>
              <a:gd name="connsiteY407" fmla="*/ 440432 h 1972800"/>
              <a:gd name="connsiteX408" fmla="*/ 7891162 w 11362354"/>
              <a:gd name="connsiteY408" fmla="*/ 482250 h 1972800"/>
              <a:gd name="connsiteX409" fmla="*/ 7193139 w 11362354"/>
              <a:gd name="connsiteY409" fmla="*/ 482250 h 1972800"/>
              <a:gd name="connsiteX410" fmla="*/ 6188669 w 11362354"/>
              <a:gd name="connsiteY410" fmla="*/ 440432 h 1972800"/>
              <a:gd name="connsiteX411" fmla="*/ 6674501 w 11362354"/>
              <a:gd name="connsiteY411" fmla="*/ 440432 h 1972800"/>
              <a:gd name="connsiteX412" fmla="*/ 6674501 w 11362354"/>
              <a:gd name="connsiteY412" fmla="*/ 482250 h 1972800"/>
              <a:gd name="connsiteX413" fmla="*/ 6188669 w 11362354"/>
              <a:gd name="connsiteY413" fmla="*/ 482250 h 1972800"/>
              <a:gd name="connsiteX414" fmla="*/ 5574793 w 11362354"/>
              <a:gd name="connsiteY414" fmla="*/ 440432 h 1972800"/>
              <a:gd name="connsiteX415" fmla="*/ 6073294 w 11362354"/>
              <a:gd name="connsiteY415" fmla="*/ 440432 h 1972800"/>
              <a:gd name="connsiteX416" fmla="*/ 6073294 w 11362354"/>
              <a:gd name="connsiteY416" fmla="*/ 482250 h 1972800"/>
              <a:gd name="connsiteX417" fmla="*/ 5574793 w 11362354"/>
              <a:gd name="connsiteY417" fmla="*/ 482250 h 1972800"/>
              <a:gd name="connsiteX418" fmla="*/ 4792811 w 11362354"/>
              <a:gd name="connsiteY418" fmla="*/ 440432 h 1972800"/>
              <a:gd name="connsiteX419" fmla="*/ 5291307 w 11362354"/>
              <a:gd name="connsiteY419" fmla="*/ 440432 h 1972800"/>
              <a:gd name="connsiteX420" fmla="*/ 5291307 w 11362354"/>
              <a:gd name="connsiteY420" fmla="*/ 482250 h 1972800"/>
              <a:gd name="connsiteX421" fmla="*/ 4792811 w 11362354"/>
              <a:gd name="connsiteY421" fmla="*/ 482250 h 1972800"/>
              <a:gd name="connsiteX422" fmla="*/ 2285298 w 11362354"/>
              <a:gd name="connsiteY422" fmla="*/ 440432 h 1972800"/>
              <a:gd name="connsiteX423" fmla="*/ 2771132 w 11362354"/>
              <a:gd name="connsiteY423" fmla="*/ 440432 h 1972800"/>
              <a:gd name="connsiteX424" fmla="*/ 2771132 w 11362354"/>
              <a:gd name="connsiteY424" fmla="*/ 482250 h 1972800"/>
              <a:gd name="connsiteX425" fmla="*/ 2285298 w 11362354"/>
              <a:gd name="connsiteY425" fmla="*/ 482250 h 1972800"/>
              <a:gd name="connsiteX426" fmla="*/ 1688066 w 11362354"/>
              <a:gd name="connsiteY426" fmla="*/ 440432 h 1972800"/>
              <a:gd name="connsiteX427" fmla="*/ 2171374 w 11362354"/>
              <a:gd name="connsiteY427" fmla="*/ 440432 h 1972800"/>
              <a:gd name="connsiteX428" fmla="*/ 2178605 w 11362354"/>
              <a:gd name="connsiteY428" fmla="*/ 482250 h 1972800"/>
              <a:gd name="connsiteX429" fmla="*/ 1717768 w 11362354"/>
              <a:gd name="connsiteY429" fmla="*/ 482250 h 1972800"/>
              <a:gd name="connsiteX430" fmla="*/ 1688066 w 11362354"/>
              <a:gd name="connsiteY430" fmla="*/ 440432 h 1972800"/>
              <a:gd name="connsiteX431" fmla="*/ 985097 w 11362354"/>
              <a:gd name="connsiteY431" fmla="*/ 440432 h 1972800"/>
              <a:gd name="connsiteX432" fmla="*/ 1469893 w 11362354"/>
              <a:gd name="connsiteY432" fmla="*/ 440432 h 1972800"/>
              <a:gd name="connsiteX433" fmla="*/ 1469893 w 11362354"/>
              <a:gd name="connsiteY433" fmla="*/ 482250 h 1972800"/>
              <a:gd name="connsiteX434" fmla="*/ 985097 w 11362354"/>
              <a:gd name="connsiteY434" fmla="*/ 482250 h 1972800"/>
              <a:gd name="connsiteX435" fmla="*/ 0 w 11362354"/>
              <a:gd name="connsiteY435" fmla="*/ 440432 h 1972800"/>
              <a:gd name="connsiteX436" fmla="*/ 505721 w 11362354"/>
              <a:gd name="connsiteY436" fmla="*/ 440432 h 1972800"/>
              <a:gd name="connsiteX437" fmla="*/ 505721 w 11362354"/>
              <a:gd name="connsiteY437" fmla="*/ 482250 h 1972800"/>
              <a:gd name="connsiteX438" fmla="*/ 0 w 11362354"/>
              <a:gd name="connsiteY438" fmla="*/ 482250 h 1972800"/>
              <a:gd name="connsiteX439" fmla="*/ 4093268 w 11362354"/>
              <a:gd name="connsiteY439" fmla="*/ 440431 h 1972800"/>
              <a:gd name="connsiteX440" fmla="*/ 4597023 w 11362354"/>
              <a:gd name="connsiteY440" fmla="*/ 440431 h 1972800"/>
              <a:gd name="connsiteX441" fmla="*/ 4611768 w 11362354"/>
              <a:gd name="connsiteY441" fmla="*/ 482249 h 1972800"/>
              <a:gd name="connsiteX442" fmla="*/ 4120709 w 11362354"/>
              <a:gd name="connsiteY442" fmla="*/ 482249 h 1972800"/>
              <a:gd name="connsiteX443" fmla="*/ 4093268 w 11362354"/>
              <a:gd name="connsiteY443" fmla="*/ 440431 h 1972800"/>
              <a:gd name="connsiteX444" fmla="*/ 3368371 w 11362354"/>
              <a:gd name="connsiteY444" fmla="*/ 440431 h 1972800"/>
              <a:gd name="connsiteX445" fmla="*/ 3872116 w 11362354"/>
              <a:gd name="connsiteY445" fmla="*/ 440431 h 1972800"/>
              <a:gd name="connsiteX446" fmla="*/ 3844680 w 11362354"/>
              <a:gd name="connsiteY446" fmla="*/ 482249 h 1972800"/>
              <a:gd name="connsiteX447" fmla="*/ 3353616 w 11362354"/>
              <a:gd name="connsiteY447" fmla="*/ 482249 h 1972800"/>
              <a:gd name="connsiteX448" fmla="*/ 3368371 w 11362354"/>
              <a:gd name="connsiteY448" fmla="*/ 440431 h 1972800"/>
              <a:gd name="connsiteX449" fmla="*/ 11223979 w 11362354"/>
              <a:gd name="connsiteY449" fmla="*/ 437563 h 1972800"/>
              <a:gd name="connsiteX450" fmla="*/ 11304274 w 11362354"/>
              <a:gd name="connsiteY450" fmla="*/ 437563 h 1972800"/>
              <a:gd name="connsiteX451" fmla="*/ 11304274 w 11362354"/>
              <a:gd name="connsiteY451" fmla="*/ 487440 h 1972800"/>
              <a:gd name="connsiteX452" fmla="*/ 11274504 w 11362354"/>
              <a:gd name="connsiteY452" fmla="*/ 487440 h 1972800"/>
              <a:gd name="connsiteX453" fmla="*/ 10437485 w 11362354"/>
              <a:gd name="connsiteY453" fmla="*/ 312620 h 1972800"/>
              <a:gd name="connsiteX454" fmla="*/ 11305204 w 11362354"/>
              <a:gd name="connsiteY454" fmla="*/ 312620 h 1972800"/>
              <a:gd name="connsiteX455" fmla="*/ 11305204 w 11362354"/>
              <a:gd name="connsiteY455" fmla="*/ 323517 h 1972800"/>
              <a:gd name="connsiteX456" fmla="*/ 11306110 w 11362354"/>
              <a:gd name="connsiteY456" fmla="*/ 323517 h 1972800"/>
              <a:gd name="connsiteX457" fmla="*/ 11306110 w 11362354"/>
              <a:gd name="connsiteY457" fmla="*/ 351547 h 1972800"/>
              <a:gd name="connsiteX458" fmla="*/ 11306110 w 11362354"/>
              <a:gd name="connsiteY458" fmla="*/ 359098 h 1972800"/>
              <a:gd name="connsiteX459" fmla="*/ 11305204 w 11362354"/>
              <a:gd name="connsiteY459" fmla="*/ 359098 h 1972800"/>
              <a:gd name="connsiteX460" fmla="*/ 11305204 w 11362354"/>
              <a:gd name="connsiteY460" fmla="*/ 363528 h 1972800"/>
              <a:gd name="connsiteX461" fmla="*/ 10423824 w 11362354"/>
              <a:gd name="connsiteY461" fmla="*/ 363528 h 1972800"/>
              <a:gd name="connsiteX462" fmla="*/ 10429797 w 11362354"/>
              <a:gd name="connsiteY462" fmla="*/ 336441 h 1972800"/>
              <a:gd name="connsiteX463" fmla="*/ 9781432 w 11362354"/>
              <a:gd name="connsiteY463" fmla="*/ 312620 h 1972800"/>
              <a:gd name="connsiteX464" fmla="*/ 10286039 w 11362354"/>
              <a:gd name="connsiteY464" fmla="*/ 312620 h 1972800"/>
              <a:gd name="connsiteX465" fmla="*/ 10286039 w 11362354"/>
              <a:gd name="connsiteY465" fmla="*/ 322833 h 1972800"/>
              <a:gd name="connsiteX466" fmla="*/ 10286039 w 11362354"/>
              <a:gd name="connsiteY466" fmla="*/ 358338 h 1972800"/>
              <a:gd name="connsiteX467" fmla="*/ 10286039 w 11362354"/>
              <a:gd name="connsiteY467" fmla="*/ 358339 h 1972800"/>
              <a:gd name="connsiteX468" fmla="*/ 9781432 w 11362354"/>
              <a:gd name="connsiteY468" fmla="*/ 358339 h 1972800"/>
              <a:gd name="connsiteX469" fmla="*/ 9781432 w 11362354"/>
              <a:gd name="connsiteY469" fmla="*/ 358338 h 1972800"/>
              <a:gd name="connsiteX470" fmla="*/ 9781432 w 11362354"/>
              <a:gd name="connsiteY470" fmla="*/ 322833 h 1972800"/>
              <a:gd name="connsiteX471" fmla="*/ 8611213 w 11362354"/>
              <a:gd name="connsiteY471" fmla="*/ 312620 h 1972800"/>
              <a:gd name="connsiteX472" fmla="*/ 9666891 w 11362354"/>
              <a:gd name="connsiteY472" fmla="*/ 312620 h 1972800"/>
              <a:gd name="connsiteX473" fmla="*/ 9666891 w 11362354"/>
              <a:gd name="connsiteY473" fmla="*/ 322833 h 1972800"/>
              <a:gd name="connsiteX474" fmla="*/ 9668568 w 11362354"/>
              <a:gd name="connsiteY474" fmla="*/ 322833 h 1972800"/>
              <a:gd name="connsiteX475" fmla="*/ 9668568 w 11362354"/>
              <a:gd name="connsiteY475" fmla="*/ 358338 h 1972800"/>
              <a:gd name="connsiteX476" fmla="*/ 9666891 w 11362354"/>
              <a:gd name="connsiteY476" fmla="*/ 358338 h 1972800"/>
              <a:gd name="connsiteX477" fmla="*/ 9666891 w 11362354"/>
              <a:gd name="connsiteY477" fmla="*/ 358339 h 1972800"/>
              <a:gd name="connsiteX478" fmla="*/ 8611213 w 11362354"/>
              <a:gd name="connsiteY478" fmla="*/ 358339 h 1972800"/>
              <a:gd name="connsiteX479" fmla="*/ 8037009 w 11362354"/>
              <a:gd name="connsiteY479" fmla="*/ 312620 h 1972800"/>
              <a:gd name="connsiteX480" fmla="*/ 8500026 w 11362354"/>
              <a:gd name="connsiteY480" fmla="*/ 312620 h 1972800"/>
              <a:gd name="connsiteX481" fmla="*/ 8500026 w 11362354"/>
              <a:gd name="connsiteY481" fmla="*/ 322833 h 1972800"/>
              <a:gd name="connsiteX482" fmla="*/ 8501703 w 11362354"/>
              <a:gd name="connsiteY482" fmla="*/ 322833 h 1972800"/>
              <a:gd name="connsiteX483" fmla="*/ 8501703 w 11362354"/>
              <a:gd name="connsiteY483" fmla="*/ 358338 h 1972800"/>
              <a:gd name="connsiteX484" fmla="*/ 8500026 w 11362354"/>
              <a:gd name="connsiteY484" fmla="*/ 358338 h 1972800"/>
              <a:gd name="connsiteX485" fmla="*/ 8500026 w 11362354"/>
              <a:gd name="connsiteY485" fmla="*/ 358339 h 1972800"/>
              <a:gd name="connsiteX486" fmla="*/ 8037009 w 11362354"/>
              <a:gd name="connsiteY486" fmla="*/ 358339 h 1972800"/>
              <a:gd name="connsiteX487" fmla="*/ 7193139 w 11362354"/>
              <a:gd name="connsiteY487" fmla="*/ 312620 h 1972800"/>
              <a:gd name="connsiteX488" fmla="*/ 7812777 w 11362354"/>
              <a:gd name="connsiteY488" fmla="*/ 312620 h 1972800"/>
              <a:gd name="connsiteX489" fmla="*/ 7833342 w 11362354"/>
              <a:gd name="connsiteY489" fmla="*/ 357178 h 1972800"/>
              <a:gd name="connsiteX490" fmla="*/ 7833342 w 11362354"/>
              <a:gd name="connsiteY490" fmla="*/ 357314 h 1972800"/>
              <a:gd name="connsiteX491" fmla="*/ 7833816 w 11362354"/>
              <a:gd name="connsiteY491" fmla="*/ 358338 h 1972800"/>
              <a:gd name="connsiteX492" fmla="*/ 7833342 w 11362354"/>
              <a:gd name="connsiteY492" fmla="*/ 358338 h 1972800"/>
              <a:gd name="connsiteX493" fmla="*/ 7833342 w 11362354"/>
              <a:gd name="connsiteY493" fmla="*/ 358339 h 1972800"/>
              <a:gd name="connsiteX494" fmla="*/ 7193139 w 11362354"/>
              <a:gd name="connsiteY494" fmla="*/ 358339 h 1972800"/>
              <a:gd name="connsiteX495" fmla="*/ 7193139 w 11362354"/>
              <a:gd name="connsiteY495" fmla="*/ 358338 h 1972800"/>
              <a:gd name="connsiteX496" fmla="*/ 7193139 w 11362354"/>
              <a:gd name="connsiteY496" fmla="*/ 322833 h 1972800"/>
              <a:gd name="connsiteX497" fmla="*/ 6184479 w 11362354"/>
              <a:gd name="connsiteY497" fmla="*/ 312620 h 1972800"/>
              <a:gd name="connsiteX498" fmla="*/ 7080274 w 11362354"/>
              <a:gd name="connsiteY498" fmla="*/ 312620 h 1972800"/>
              <a:gd name="connsiteX499" fmla="*/ 7080274 w 11362354"/>
              <a:gd name="connsiteY499" fmla="*/ 322833 h 1972800"/>
              <a:gd name="connsiteX500" fmla="*/ 7080275 w 11362354"/>
              <a:gd name="connsiteY500" fmla="*/ 322833 h 1972800"/>
              <a:gd name="connsiteX501" fmla="*/ 7080275 w 11362354"/>
              <a:gd name="connsiteY501" fmla="*/ 358338 h 1972800"/>
              <a:gd name="connsiteX502" fmla="*/ 7080274 w 11362354"/>
              <a:gd name="connsiteY502" fmla="*/ 358338 h 1972800"/>
              <a:gd name="connsiteX503" fmla="*/ 7080274 w 11362354"/>
              <a:gd name="connsiteY503" fmla="*/ 358339 h 1972800"/>
              <a:gd name="connsiteX504" fmla="*/ 6184479 w 11362354"/>
              <a:gd name="connsiteY504" fmla="*/ 358339 h 1972800"/>
              <a:gd name="connsiteX505" fmla="*/ 5574793 w 11362354"/>
              <a:gd name="connsiteY505" fmla="*/ 312620 h 1972800"/>
              <a:gd name="connsiteX506" fmla="*/ 6073294 w 11362354"/>
              <a:gd name="connsiteY506" fmla="*/ 312620 h 1972800"/>
              <a:gd name="connsiteX507" fmla="*/ 6073294 w 11362354"/>
              <a:gd name="connsiteY507" fmla="*/ 322833 h 1972800"/>
              <a:gd name="connsiteX508" fmla="*/ 6073294 w 11362354"/>
              <a:gd name="connsiteY508" fmla="*/ 358338 h 1972800"/>
              <a:gd name="connsiteX509" fmla="*/ 6073294 w 11362354"/>
              <a:gd name="connsiteY509" fmla="*/ 358339 h 1972800"/>
              <a:gd name="connsiteX510" fmla="*/ 5574793 w 11362354"/>
              <a:gd name="connsiteY510" fmla="*/ 358339 h 1972800"/>
              <a:gd name="connsiteX511" fmla="*/ 5574793 w 11362354"/>
              <a:gd name="connsiteY511" fmla="*/ 358338 h 1972800"/>
              <a:gd name="connsiteX512" fmla="*/ 5574793 w 11362354"/>
              <a:gd name="connsiteY512" fmla="*/ 322833 h 1972800"/>
              <a:gd name="connsiteX513" fmla="*/ 4792811 w 11362354"/>
              <a:gd name="connsiteY513" fmla="*/ 312620 h 1972800"/>
              <a:gd name="connsiteX514" fmla="*/ 5291307 w 11362354"/>
              <a:gd name="connsiteY514" fmla="*/ 312620 h 1972800"/>
              <a:gd name="connsiteX515" fmla="*/ 5291307 w 11362354"/>
              <a:gd name="connsiteY515" fmla="*/ 322833 h 1972800"/>
              <a:gd name="connsiteX516" fmla="*/ 5291307 w 11362354"/>
              <a:gd name="connsiteY516" fmla="*/ 358338 h 1972800"/>
              <a:gd name="connsiteX517" fmla="*/ 5291307 w 11362354"/>
              <a:gd name="connsiteY517" fmla="*/ 358339 h 1972800"/>
              <a:gd name="connsiteX518" fmla="*/ 4792811 w 11362354"/>
              <a:gd name="connsiteY518" fmla="*/ 358339 h 1972800"/>
              <a:gd name="connsiteX519" fmla="*/ 4792811 w 11362354"/>
              <a:gd name="connsiteY519" fmla="*/ 358338 h 1972800"/>
              <a:gd name="connsiteX520" fmla="*/ 4792811 w 11362354"/>
              <a:gd name="connsiteY520" fmla="*/ 322833 h 1972800"/>
              <a:gd name="connsiteX521" fmla="*/ 2285298 w 11362354"/>
              <a:gd name="connsiteY521" fmla="*/ 312620 h 1972800"/>
              <a:gd name="connsiteX522" fmla="*/ 3183254 w 11362354"/>
              <a:gd name="connsiteY522" fmla="*/ 312620 h 1972800"/>
              <a:gd name="connsiteX523" fmla="*/ 3183254 w 11362354"/>
              <a:gd name="connsiteY523" fmla="*/ 322833 h 1972800"/>
              <a:gd name="connsiteX524" fmla="*/ 3183254 w 11362354"/>
              <a:gd name="connsiteY524" fmla="*/ 358338 h 1972800"/>
              <a:gd name="connsiteX525" fmla="*/ 3183254 w 11362354"/>
              <a:gd name="connsiteY525" fmla="*/ 358339 h 1972800"/>
              <a:gd name="connsiteX526" fmla="*/ 2285298 w 11362354"/>
              <a:gd name="connsiteY526" fmla="*/ 358339 h 1972800"/>
              <a:gd name="connsiteX527" fmla="*/ 2285298 w 11362354"/>
              <a:gd name="connsiteY527" fmla="*/ 358338 h 1972800"/>
              <a:gd name="connsiteX528" fmla="*/ 2285298 w 11362354"/>
              <a:gd name="connsiteY528" fmla="*/ 322833 h 1972800"/>
              <a:gd name="connsiteX529" fmla="*/ 985097 w 11362354"/>
              <a:gd name="connsiteY529" fmla="*/ 312620 h 1972800"/>
              <a:gd name="connsiteX530" fmla="*/ 2135110 w 11362354"/>
              <a:gd name="connsiteY530" fmla="*/ 312620 h 1972800"/>
              <a:gd name="connsiteX531" fmla="*/ 2148730 w 11362354"/>
              <a:gd name="connsiteY531" fmla="*/ 358335 h 1972800"/>
              <a:gd name="connsiteX532" fmla="*/ 2148731 w 11362354"/>
              <a:gd name="connsiteY532" fmla="*/ 358338 h 1972800"/>
              <a:gd name="connsiteX533" fmla="*/ 2148731 w 11362354"/>
              <a:gd name="connsiteY533" fmla="*/ 358339 h 1972800"/>
              <a:gd name="connsiteX534" fmla="*/ 985097 w 11362354"/>
              <a:gd name="connsiteY534" fmla="*/ 358339 h 1972800"/>
              <a:gd name="connsiteX535" fmla="*/ 985097 w 11362354"/>
              <a:gd name="connsiteY535" fmla="*/ 358338 h 1972800"/>
              <a:gd name="connsiteX536" fmla="*/ 985097 w 11362354"/>
              <a:gd name="connsiteY536" fmla="*/ 322833 h 1972800"/>
              <a:gd name="connsiteX537" fmla="*/ 0 w 11362354"/>
              <a:gd name="connsiteY537" fmla="*/ 312620 h 1972800"/>
              <a:gd name="connsiteX538" fmla="*/ 877145 w 11362354"/>
              <a:gd name="connsiteY538" fmla="*/ 312620 h 1972800"/>
              <a:gd name="connsiteX539" fmla="*/ 877145 w 11362354"/>
              <a:gd name="connsiteY539" fmla="*/ 322833 h 1972800"/>
              <a:gd name="connsiteX540" fmla="*/ 877145 w 11362354"/>
              <a:gd name="connsiteY540" fmla="*/ 358338 h 1972800"/>
              <a:gd name="connsiteX541" fmla="*/ 877145 w 11362354"/>
              <a:gd name="connsiteY541" fmla="*/ 358339 h 1972800"/>
              <a:gd name="connsiteX542" fmla="*/ 0 w 11362354"/>
              <a:gd name="connsiteY542" fmla="*/ 358339 h 1972800"/>
              <a:gd name="connsiteX543" fmla="*/ 0 w 11362354"/>
              <a:gd name="connsiteY543" fmla="*/ 358338 h 1972800"/>
              <a:gd name="connsiteX544" fmla="*/ 0 w 11362354"/>
              <a:gd name="connsiteY544" fmla="*/ 322833 h 1972800"/>
              <a:gd name="connsiteX545" fmla="*/ 3426524 w 11362354"/>
              <a:gd name="connsiteY545" fmla="*/ 311140 h 1972800"/>
              <a:gd name="connsiteX546" fmla="*/ 4541246 w 11362354"/>
              <a:gd name="connsiteY546" fmla="*/ 311140 h 1972800"/>
              <a:gd name="connsiteX547" fmla="*/ 4565836 w 11362354"/>
              <a:gd name="connsiteY547" fmla="*/ 363528 h 1972800"/>
              <a:gd name="connsiteX548" fmla="*/ 3720591 w 11362354"/>
              <a:gd name="connsiteY548" fmla="*/ 363528 h 1972800"/>
              <a:gd name="connsiteX549" fmla="*/ 3720591 w 11362354"/>
              <a:gd name="connsiteY549" fmla="*/ 361147 h 1972800"/>
              <a:gd name="connsiteX550" fmla="*/ 3403052 w 11362354"/>
              <a:gd name="connsiteY550" fmla="*/ 361147 h 1972800"/>
              <a:gd name="connsiteX551" fmla="*/ 10479636 w 11362354"/>
              <a:gd name="connsiteY551" fmla="*/ 204267 h 1972800"/>
              <a:gd name="connsiteX552" fmla="*/ 10671926 w 11362354"/>
              <a:gd name="connsiteY552" fmla="*/ 204267 h 1972800"/>
              <a:gd name="connsiteX553" fmla="*/ 11306110 w 11362354"/>
              <a:gd name="connsiteY553" fmla="*/ 204267 h 1972800"/>
              <a:gd name="connsiteX554" fmla="*/ 11306110 w 11362354"/>
              <a:gd name="connsiteY554" fmla="*/ 241250 h 1972800"/>
              <a:gd name="connsiteX555" fmla="*/ 10671926 w 11362354"/>
              <a:gd name="connsiteY555" fmla="*/ 241250 h 1972800"/>
              <a:gd name="connsiteX556" fmla="*/ 10463420 w 11362354"/>
              <a:gd name="connsiteY556" fmla="*/ 241250 h 1972800"/>
              <a:gd name="connsiteX557" fmla="*/ 9781432 w 11362354"/>
              <a:gd name="connsiteY557" fmla="*/ 203834 h 1972800"/>
              <a:gd name="connsiteX558" fmla="*/ 10286039 w 11362354"/>
              <a:gd name="connsiteY558" fmla="*/ 203834 h 1972800"/>
              <a:gd name="connsiteX559" fmla="*/ 10286039 w 11362354"/>
              <a:gd name="connsiteY559" fmla="*/ 240739 h 1972800"/>
              <a:gd name="connsiteX560" fmla="*/ 9781432 w 11362354"/>
              <a:gd name="connsiteY560" fmla="*/ 240739 h 1972800"/>
              <a:gd name="connsiteX561" fmla="*/ 8612890 w 11362354"/>
              <a:gd name="connsiteY561" fmla="*/ 203834 h 1972800"/>
              <a:gd name="connsiteX562" fmla="*/ 9668568 w 11362354"/>
              <a:gd name="connsiteY562" fmla="*/ 203834 h 1972800"/>
              <a:gd name="connsiteX563" fmla="*/ 9668568 w 11362354"/>
              <a:gd name="connsiteY563" fmla="*/ 240739 h 1972800"/>
              <a:gd name="connsiteX564" fmla="*/ 8612890 w 11362354"/>
              <a:gd name="connsiteY564" fmla="*/ 240739 h 1972800"/>
              <a:gd name="connsiteX565" fmla="*/ 8042875 w 11362354"/>
              <a:gd name="connsiteY565" fmla="*/ 203834 h 1972800"/>
              <a:gd name="connsiteX566" fmla="*/ 8501703 w 11362354"/>
              <a:gd name="connsiteY566" fmla="*/ 203834 h 1972800"/>
              <a:gd name="connsiteX567" fmla="*/ 8501703 w 11362354"/>
              <a:gd name="connsiteY567" fmla="*/ 240739 h 1972800"/>
              <a:gd name="connsiteX568" fmla="*/ 8042875 w 11362354"/>
              <a:gd name="connsiteY568" fmla="*/ 240739 h 1972800"/>
              <a:gd name="connsiteX569" fmla="*/ 7193139 w 11362354"/>
              <a:gd name="connsiteY569" fmla="*/ 203834 h 1972800"/>
              <a:gd name="connsiteX570" fmla="*/ 7762309 w 11362354"/>
              <a:gd name="connsiteY570" fmla="*/ 203834 h 1972800"/>
              <a:gd name="connsiteX571" fmla="*/ 7779389 w 11362354"/>
              <a:gd name="connsiteY571" fmla="*/ 240739 h 1972800"/>
              <a:gd name="connsiteX572" fmla="*/ 7193139 w 11362354"/>
              <a:gd name="connsiteY572" fmla="*/ 240739 h 1972800"/>
              <a:gd name="connsiteX573" fmla="*/ 6188669 w 11362354"/>
              <a:gd name="connsiteY573" fmla="*/ 203834 h 1972800"/>
              <a:gd name="connsiteX574" fmla="*/ 7080275 w 11362354"/>
              <a:gd name="connsiteY574" fmla="*/ 203834 h 1972800"/>
              <a:gd name="connsiteX575" fmla="*/ 7080275 w 11362354"/>
              <a:gd name="connsiteY575" fmla="*/ 240739 h 1972800"/>
              <a:gd name="connsiteX576" fmla="*/ 6188669 w 11362354"/>
              <a:gd name="connsiteY576" fmla="*/ 240739 h 1972800"/>
              <a:gd name="connsiteX577" fmla="*/ 5574793 w 11362354"/>
              <a:gd name="connsiteY577" fmla="*/ 203834 h 1972800"/>
              <a:gd name="connsiteX578" fmla="*/ 6073294 w 11362354"/>
              <a:gd name="connsiteY578" fmla="*/ 203834 h 1972800"/>
              <a:gd name="connsiteX579" fmla="*/ 6073294 w 11362354"/>
              <a:gd name="connsiteY579" fmla="*/ 240739 h 1972800"/>
              <a:gd name="connsiteX580" fmla="*/ 5574793 w 11362354"/>
              <a:gd name="connsiteY580" fmla="*/ 240739 h 1972800"/>
              <a:gd name="connsiteX581" fmla="*/ 4792811 w 11362354"/>
              <a:gd name="connsiteY581" fmla="*/ 203834 h 1972800"/>
              <a:gd name="connsiteX582" fmla="*/ 5291307 w 11362354"/>
              <a:gd name="connsiteY582" fmla="*/ 203834 h 1972800"/>
              <a:gd name="connsiteX583" fmla="*/ 5291307 w 11362354"/>
              <a:gd name="connsiteY583" fmla="*/ 240739 h 1972800"/>
              <a:gd name="connsiteX584" fmla="*/ 4792811 w 11362354"/>
              <a:gd name="connsiteY584" fmla="*/ 240739 h 1972800"/>
              <a:gd name="connsiteX585" fmla="*/ 2285298 w 11362354"/>
              <a:gd name="connsiteY585" fmla="*/ 203834 h 1972800"/>
              <a:gd name="connsiteX586" fmla="*/ 3183254 w 11362354"/>
              <a:gd name="connsiteY586" fmla="*/ 203834 h 1972800"/>
              <a:gd name="connsiteX587" fmla="*/ 3183254 w 11362354"/>
              <a:gd name="connsiteY587" fmla="*/ 240739 h 1972800"/>
              <a:gd name="connsiteX588" fmla="*/ 2285298 w 11362354"/>
              <a:gd name="connsiteY588" fmla="*/ 240739 h 1972800"/>
              <a:gd name="connsiteX589" fmla="*/ 985097 w 11362354"/>
              <a:gd name="connsiteY589" fmla="*/ 203834 h 1972800"/>
              <a:gd name="connsiteX590" fmla="*/ 2069184 w 11362354"/>
              <a:gd name="connsiteY590" fmla="*/ 203834 h 1972800"/>
              <a:gd name="connsiteX591" fmla="*/ 2093941 w 11362354"/>
              <a:gd name="connsiteY591" fmla="*/ 240739 h 1972800"/>
              <a:gd name="connsiteX592" fmla="*/ 985097 w 11362354"/>
              <a:gd name="connsiteY592" fmla="*/ 240739 h 1972800"/>
              <a:gd name="connsiteX593" fmla="*/ 0 w 11362354"/>
              <a:gd name="connsiteY593" fmla="*/ 203834 h 1972800"/>
              <a:gd name="connsiteX594" fmla="*/ 877145 w 11362354"/>
              <a:gd name="connsiteY594" fmla="*/ 203834 h 1972800"/>
              <a:gd name="connsiteX595" fmla="*/ 877145 w 11362354"/>
              <a:gd name="connsiteY595" fmla="*/ 240739 h 1972800"/>
              <a:gd name="connsiteX596" fmla="*/ 0 w 11362354"/>
              <a:gd name="connsiteY596" fmla="*/ 240739 h 1972800"/>
              <a:gd name="connsiteX597" fmla="*/ 3491565 w 11362354"/>
              <a:gd name="connsiteY597" fmla="*/ 203833 h 1972800"/>
              <a:gd name="connsiteX598" fmla="*/ 4473824 w 11362354"/>
              <a:gd name="connsiteY598" fmla="*/ 203833 h 1972800"/>
              <a:gd name="connsiteX599" fmla="*/ 4499119 w 11362354"/>
              <a:gd name="connsiteY599" fmla="*/ 240738 h 1972800"/>
              <a:gd name="connsiteX600" fmla="*/ 3466269 w 11362354"/>
              <a:gd name="connsiteY600" fmla="*/ 240738 h 1972800"/>
              <a:gd name="connsiteX601" fmla="*/ 3491565 w 11362354"/>
              <a:gd name="connsiteY601" fmla="*/ 203833 h 1972800"/>
              <a:gd name="connsiteX602" fmla="*/ 10550205 w 11362354"/>
              <a:gd name="connsiteY602" fmla="*/ 96959 h 1972800"/>
              <a:gd name="connsiteX603" fmla="*/ 10671926 w 11362354"/>
              <a:gd name="connsiteY603" fmla="*/ 96959 h 1972800"/>
              <a:gd name="connsiteX604" fmla="*/ 11306110 w 11362354"/>
              <a:gd name="connsiteY604" fmla="*/ 96959 h 1972800"/>
              <a:gd name="connsiteX605" fmla="*/ 11306110 w 11362354"/>
              <a:gd name="connsiteY605" fmla="*/ 121993 h 1972800"/>
              <a:gd name="connsiteX606" fmla="*/ 10671926 w 11362354"/>
              <a:gd name="connsiteY606" fmla="*/ 121993 h 1972800"/>
              <a:gd name="connsiteX607" fmla="*/ 10531544 w 11362354"/>
              <a:gd name="connsiteY607" fmla="*/ 121993 h 1972800"/>
              <a:gd name="connsiteX608" fmla="*/ 9781432 w 11362354"/>
              <a:gd name="connsiteY608" fmla="*/ 96753 h 1972800"/>
              <a:gd name="connsiteX609" fmla="*/ 10286039 w 11362354"/>
              <a:gd name="connsiteY609" fmla="*/ 96753 h 1972800"/>
              <a:gd name="connsiteX610" fmla="*/ 10286039 w 11362354"/>
              <a:gd name="connsiteY610" fmla="*/ 121735 h 1972800"/>
              <a:gd name="connsiteX611" fmla="*/ 9781432 w 11362354"/>
              <a:gd name="connsiteY611" fmla="*/ 121735 h 1972800"/>
              <a:gd name="connsiteX612" fmla="*/ 8612890 w 11362354"/>
              <a:gd name="connsiteY612" fmla="*/ 96753 h 1972800"/>
              <a:gd name="connsiteX613" fmla="*/ 9668568 w 11362354"/>
              <a:gd name="connsiteY613" fmla="*/ 96753 h 1972800"/>
              <a:gd name="connsiteX614" fmla="*/ 9668568 w 11362354"/>
              <a:gd name="connsiteY614" fmla="*/ 121735 h 1972800"/>
              <a:gd name="connsiteX615" fmla="*/ 8612890 w 11362354"/>
              <a:gd name="connsiteY615" fmla="*/ 121735 h 1972800"/>
              <a:gd name="connsiteX616" fmla="*/ 8042875 w 11362354"/>
              <a:gd name="connsiteY616" fmla="*/ 96753 h 1972800"/>
              <a:gd name="connsiteX617" fmla="*/ 8501703 w 11362354"/>
              <a:gd name="connsiteY617" fmla="*/ 96753 h 1972800"/>
              <a:gd name="connsiteX618" fmla="*/ 8501703 w 11362354"/>
              <a:gd name="connsiteY618" fmla="*/ 121735 h 1972800"/>
              <a:gd name="connsiteX619" fmla="*/ 8042875 w 11362354"/>
              <a:gd name="connsiteY619" fmla="*/ 121735 h 1972800"/>
              <a:gd name="connsiteX620" fmla="*/ 7193139 w 11362354"/>
              <a:gd name="connsiteY620" fmla="*/ 96753 h 1972800"/>
              <a:gd name="connsiteX621" fmla="*/ 7712749 w 11362354"/>
              <a:gd name="connsiteY621" fmla="*/ 96753 h 1972800"/>
              <a:gd name="connsiteX622" fmla="*/ 7724312 w 11362354"/>
              <a:gd name="connsiteY622" fmla="*/ 121735 h 1972800"/>
              <a:gd name="connsiteX623" fmla="*/ 7193139 w 11362354"/>
              <a:gd name="connsiteY623" fmla="*/ 121735 h 1972800"/>
              <a:gd name="connsiteX624" fmla="*/ 6188669 w 11362354"/>
              <a:gd name="connsiteY624" fmla="*/ 96753 h 1972800"/>
              <a:gd name="connsiteX625" fmla="*/ 7080275 w 11362354"/>
              <a:gd name="connsiteY625" fmla="*/ 96753 h 1972800"/>
              <a:gd name="connsiteX626" fmla="*/ 7080275 w 11362354"/>
              <a:gd name="connsiteY626" fmla="*/ 121735 h 1972800"/>
              <a:gd name="connsiteX627" fmla="*/ 6188669 w 11362354"/>
              <a:gd name="connsiteY627" fmla="*/ 121735 h 1972800"/>
              <a:gd name="connsiteX628" fmla="*/ 5574793 w 11362354"/>
              <a:gd name="connsiteY628" fmla="*/ 96753 h 1972800"/>
              <a:gd name="connsiteX629" fmla="*/ 6073294 w 11362354"/>
              <a:gd name="connsiteY629" fmla="*/ 96753 h 1972800"/>
              <a:gd name="connsiteX630" fmla="*/ 6073294 w 11362354"/>
              <a:gd name="connsiteY630" fmla="*/ 121735 h 1972800"/>
              <a:gd name="connsiteX631" fmla="*/ 5574793 w 11362354"/>
              <a:gd name="connsiteY631" fmla="*/ 121735 h 1972800"/>
              <a:gd name="connsiteX632" fmla="*/ 4792811 w 11362354"/>
              <a:gd name="connsiteY632" fmla="*/ 96753 h 1972800"/>
              <a:gd name="connsiteX633" fmla="*/ 5291307 w 11362354"/>
              <a:gd name="connsiteY633" fmla="*/ 96753 h 1972800"/>
              <a:gd name="connsiteX634" fmla="*/ 5291307 w 11362354"/>
              <a:gd name="connsiteY634" fmla="*/ 121735 h 1972800"/>
              <a:gd name="connsiteX635" fmla="*/ 4792811 w 11362354"/>
              <a:gd name="connsiteY635" fmla="*/ 121735 h 1972800"/>
              <a:gd name="connsiteX636" fmla="*/ 2285298 w 11362354"/>
              <a:gd name="connsiteY636" fmla="*/ 96753 h 1972800"/>
              <a:gd name="connsiteX637" fmla="*/ 3183254 w 11362354"/>
              <a:gd name="connsiteY637" fmla="*/ 96753 h 1972800"/>
              <a:gd name="connsiteX638" fmla="*/ 3183254 w 11362354"/>
              <a:gd name="connsiteY638" fmla="*/ 121735 h 1972800"/>
              <a:gd name="connsiteX639" fmla="*/ 2285298 w 11362354"/>
              <a:gd name="connsiteY639" fmla="*/ 121735 h 1972800"/>
              <a:gd name="connsiteX640" fmla="*/ 985097 w 11362354"/>
              <a:gd name="connsiteY640" fmla="*/ 96753 h 1972800"/>
              <a:gd name="connsiteX641" fmla="*/ 1978552 w 11362354"/>
              <a:gd name="connsiteY641" fmla="*/ 96753 h 1972800"/>
              <a:gd name="connsiteX642" fmla="*/ 2002599 w 11362354"/>
              <a:gd name="connsiteY642" fmla="*/ 121735 h 1972800"/>
              <a:gd name="connsiteX643" fmla="*/ 985097 w 11362354"/>
              <a:gd name="connsiteY643" fmla="*/ 121735 h 1972800"/>
              <a:gd name="connsiteX644" fmla="*/ 0 w 11362354"/>
              <a:gd name="connsiteY644" fmla="*/ 96753 h 1972800"/>
              <a:gd name="connsiteX645" fmla="*/ 877145 w 11362354"/>
              <a:gd name="connsiteY645" fmla="*/ 96753 h 1972800"/>
              <a:gd name="connsiteX646" fmla="*/ 877145 w 11362354"/>
              <a:gd name="connsiteY646" fmla="*/ 121735 h 1972800"/>
              <a:gd name="connsiteX647" fmla="*/ 0 w 11362354"/>
              <a:gd name="connsiteY647" fmla="*/ 121735 h 1972800"/>
              <a:gd name="connsiteX648" fmla="*/ 3581580 w 11362354"/>
              <a:gd name="connsiteY648" fmla="*/ 96752 h 1972800"/>
              <a:gd name="connsiteX649" fmla="*/ 4383809 w 11362354"/>
              <a:gd name="connsiteY649" fmla="*/ 96752 h 1972800"/>
              <a:gd name="connsiteX650" fmla="*/ 4407456 w 11362354"/>
              <a:gd name="connsiteY650" fmla="*/ 121734 h 1972800"/>
              <a:gd name="connsiteX651" fmla="*/ 3557933 w 11362354"/>
              <a:gd name="connsiteY651" fmla="*/ 121734 h 1972800"/>
              <a:gd name="connsiteX652" fmla="*/ 3581580 w 11362354"/>
              <a:gd name="connsiteY652" fmla="*/ 96752 h 1972800"/>
              <a:gd name="connsiteX653" fmla="*/ 10683999 w 11362354"/>
              <a:gd name="connsiteY653" fmla="*/ 1 h 1972800"/>
              <a:gd name="connsiteX654" fmla="*/ 10743787 w 11362354"/>
              <a:gd name="connsiteY654" fmla="*/ 1 h 1972800"/>
              <a:gd name="connsiteX655" fmla="*/ 10800434 w 11362354"/>
              <a:gd name="connsiteY655" fmla="*/ 2849 h 1972800"/>
              <a:gd name="connsiteX656" fmla="*/ 10800434 w 11362354"/>
              <a:gd name="connsiteY656" fmla="*/ 1 h 1972800"/>
              <a:gd name="connsiteX657" fmla="*/ 11306110 w 11362354"/>
              <a:gd name="connsiteY657" fmla="*/ 1 h 1972800"/>
              <a:gd name="connsiteX658" fmla="*/ 11306110 w 11362354"/>
              <a:gd name="connsiteY658" fmla="*/ 14690 h 1972800"/>
              <a:gd name="connsiteX659" fmla="*/ 10671926 w 11362354"/>
              <a:gd name="connsiteY659" fmla="*/ 14690 h 1972800"/>
              <a:gd name="connsiteX660" fmla="*/ 10634292 w 11362354"/>
              <a:gd name="connsiteY660" fmla="*/ 14690 h 1972800"/>
              <a:gd name="connsiteX661" fmla="*/ 10646512 w 11362354"/>
              <a:gd name="connsiteY661" fmla="*/ 4251 h 1972800"/>
              <a:gd name="connsiteX662" fmla="*/ 10646512 w 11362354"/>
              <a:gd name="connsiteY662" fmla="*/ 2687 h 1972800"/>
              <a:gd name="connsiteX663" fmla="*/ 10671926 w 11362354"/>
              <a:gd name="connsiteY663" fmla="*/ 1221 h 1972800"/>
              <a:gd name="connsiteX664" fmla="*/ 10671926 w 11362354"/>
              <a:gd name="connsiteY664" fmla="*/ 697 h 1972800"/>
              <a:gd name="connsiteX665" fmla="*/ 9781432 w 11362354"/>
              <a:gd name="connsiteY665" fmla="*/ 1 h 1972800"/>
              <a:gd name="connsiteX666" fmla="*/ 10286039 w 11362354"/>
              <a:gd name="connsiteY666" fmla="*/ 1 h 1972800"/>
              <a:gd name="connsiteX667" fmla="*/ 10286039 w 11362354"/>
              <a:gd name="connsiteY667" fmla="*/ 14659 h 1972800"/>
              <a:gd name="connsiteX668" fmla="*/ 9781432 w 11362354"/>
              <a:gd name="connsiteY668" fmla="*/ 14659 h 1972800"/>
              <a:gd name="connsiteX669" fmla="*/ 8612890 w 11362354"/>
              <a:gd name="connsiteY669" fmla="*/ 1 h 1972800"/>
              <a:gd name="connsiteX670" fmla="*/ 9668568 w 11362354"/>
              <a:gd name="connsiteY670" fmla="*/ 1 h 1972800"/>
              <a:gd name="connsiteX671" fmla="*/ 9668568 w 11362354"/>
              <a:gd name="connsiteY671" fmla="*/ 14659 h 1972800"/>
              <a:gd name="connsiteX672" fmla="*/ 8612890 w 11362354"/>
              <a:gd name="connsiteY672" fmla="*/ 14659 h 1972800"/>
              <a:gd name="connsiteX673" fmla="*/ 8042875 w 11362354"/>
              <a:gd name="connsiteY673" fmla="*/ 1 h 1972800"/>
              <a:gd name="connsiteX674" fmla="*/ 8501703 w 11362354"/>
              <a:gd name="connsiteY674" fmla="*/ 1 h 1972800"/>
              <a:gd name="connsiteX675" fmla="*/ 8501703 w 11362354"/>
              <a:gd name="connsiteY675" fmla="*/ 14659 h 1972800"/>
              <a:gd name="connsiteX676" fmla="*/ 8042875 w 11362354"/>
              <a:gd name="connsiteY676" fmla="*/ 14659 h 1972800"/>
              <a:gd name="connsiteX677" fmla="*/ 7193139 w 11362354"/>
              <a:gd name="connsiteY677" fmla="*/ 1 h 1972800"/>
              <a:gd name="connsiteX678" fmla="*/ 7667970 w 11362354"/>
              <a:gd name="connsiteY678" fmla="*/ 1 h 1972800"/>
              <a:gd name="connsiteX679" fmla="*/ 7674758 w 11362354"/>
              <a:gd name="connsiteY679" fmla="*/ 14659 h 1972800"/>
              <a:gd name="connsiteX680" fmla="*/ 7193139 w 11362354"/>
              <a:gd name="connsiteY680" fmla="*/ 14659 h 1972800"/>
              <a:gd name="connsiteX681" fmla="*/ 6188669 w 11362354"/>
              <a:gd name="connsiteY681" fmla="*/ 1 h 1972800"/>
              <a:gd name="connsiteX682" fmla="*/ 7080275 w 11362354"/>
              <a:gd name="connsiteY682" fmla="*/ 1 h 1972800"/>
              <a:gd name="connsiteX683" fmla="*/ 7080275 w 11362354"/>
              <a:gd name="connsiteY683" fmla="*/ 14659 h 1972800"/>
              <a:gd name="connsiteX684" fmla="*/ 6188669 w 11362354"/>
              <a:gd name="connsiteY684" fmla="*/ 14659 h 1972800"/>
              <a:gd name="connsiteX685" fmla="*/ 5574793 w 11362354"/>
              <a:gd name="connsiteY685" fmla="*/ 1 h 1972800"/>
              <a:gd name="connsiteX686" fmla="*/ 6073294 w 11362354"/>
              <a:gd name="connsiteY686" fmla="*/ 1 h 1972800"/>
              <a:gd name="connsiteX687" fmla="*/ 6073294 w 11362354"/>
              <a:gd name="connsiteY687" fmla="*/ 14659 h 1972800"/>
              <a:gd name="connsiteX688" fmla="*/ 5574793 w 11362354"/>
              <a:gd name="connsiteY688" fmla="*/ 14659 h 1972800"/>
              <a:gd name="connsiteX689" fmla="*/ 4792811 w 11362354"/>
              <a:gd name="connsiteY689" fmla="*/ 1 h 1972800"/>
              <a:gd name="connsiteX690" fmla="*/ 5291307 w 11362354"/>
              <a:gd name="connsiteY690" fmla="*/ 1 h 1972800"/>
              <a:gd name="connsiteX691" fmla="*/ 5291307 w 11362354"/>
              <a:gd name="connsiteY691" fmla="*/ 14659 h 1972800"/>
              <a:gd name="connsiteX692" fmla="*/ 4792811 w 11362354"/>
              <a:gd name="connsiteY692" fmla="*/ 14659 h 1972800"/>
              <a:gd name="connsiteX693" fmla="*/ 2285298 w 11362354"/>
              <a:gd name="connsiteY693" fmla="*/ 1 h 1972800"/>
              <a:gd name="connsiteX694" fmla="*/ 3183254 w 11362354"/>
              <a:gd name="connsiteY694" fmla="*/ 1 h 1972800"/>
              <a:gd name="connsiteX695" fmla="*/ 3183254 w 11362354"/>
              <a:gd name="connsiteY695" fmla="*/ 14659 h 1972800"/>
              <a:gd name="connsiteX696" fmla="*/ 2285298 w 11362354"/>
              <a:gd name="connsiteY696" fmla="*/ 14659 h 1972800"/>
              <a:gd name="connsiteX697" fmla="*/ 985097 w 11362354"/>
              <a:gd name="connsiteY697" fmla="*/ 1 h 1972800"/>
              <a:gd name="connsiteX698" fmla="*/ 1846470 w 11362354"/>
              <a:gd name="connsiteY698" fmla="*/ 1 h 1972800"/>
              <a:gd name="connsiteX699" fmla="*/ 1869376 w 11362354"/>
              <a:gd name="connsiteY699" fmla="*/ 14659 h 1972800"/>
              <a:gd name="connsiteX700" fmla="*/ 985097 w 11362354"/>
              <a:gd name="connsiteY700" fmla="*/ 14659 h 1972800"/>
              <a:gd name="connsiteX701" fmla="*/ 0 w 11362354"/>
              <a:gd name="connsiteY701" fmla="*/ 1 h 1972800"/>
              <a:gd name="connsiteX702" fmla="*/ 877145 w 11362354"/>
              <a:gd name="connsiteY702" fmla="*/ 1 h 1972800"/>
              <a:gd name="connsiteX703" fmla="*/ 877145 w 11362354"/>
              <a:gd name="connsiteY703" fmla="*/ 14659 h 1972800"/>
              <a:gd name="connsiteX704" fmla="*/ 0 w 11362354"/>
              <a:gd name="connsiteY704" fmla="*/ 14659 h 1972800"/>
              <a:gd name="connsiteX705" fmla="*/ 3702830 w 11362354"/>
              <a:gd name="connsiteY705" fmla="*/ 0 h 1972800"/>
              <a:gd name="connsiteX706" fmla="*/ 4262563 w 11362354"/>
              <a:gd name="connsiteY706" fmla="*/ 0 h 1972800"/>
              <a:gd name="connsiteX707" fmla="*/ 4284257 w 11362354"/>
              <a:gd name="connsiteY707" fmla="*/ 14658 h 1972800"/>
              <a:gd name="connsiteX708" fmla="*/ 3681132 w 11362354"/>
              <a:gd name="connsiteY708" fmla="*/ 14658 h 1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</a:cxnLst>
            <a:rect l="l" t="t" r="r" b="b"/>
            <a:pathLst>
              <a:path w="11362354" h="1972800">
                <a:moveTo>
                  <a:pt x="4196821" y="1846406"/>
                </a:moveTo>
                <a:lnTo>
                  <a:pt x="4515841" y="1846406"/>
                </a:lnTo>
                <a:lnTo>
                  <a:pt x="4302401" y="1972800"/>
                </a:lnTo>
                <a:lnTo>
                  <a:pt x="4276590" y="1972800"/>
                </a:lnTo>
                <a:close/>
                <a:moveTo>
                  <a:pt x="10408772" y="1547682"/>
                </a:moveTo>
                <a:lnTo>
                  <a:pt x="11236685" y="1547682"/>
                </a:lnTo>
                <a:cubicBezTo>
                  <a:pt x="11178355" y="1621090"/>
                  <a:pt x="11101638" y="1688425"/>
                  <a:pt x="11013744" y="1726479"/>
                </a:cubicBezTo>
                <a:cubicBezTo>
                  <a:pt x="10916839" y="1760403"/>
                  <a:pt x="10802883" y="1780105"/>
                  <a:pt x="10702056" y="1776200"/>
                </a:cubicBezTo>
                <a:cubicBezTo>
                  <a:pt x="10601227" y="1772294"/>
                  <a:pt x="10494409" y="1740125"/>
                  <a:pt x="10408772" y="1703049"/>
                </a:cubicBezTo>
                <a:close/>
                <a:moveTo>
                  <a:pt x="9781432" y="1544408"/>
                </a:moveTo>
                <a:lnTo>
                  <a:pt x="10286039" y="1544408"/>
                </a:lnTo>
                <a:lnTo>
                  <a:pt x="10286039" y="1763438"/>
                </a:lnTo>
                <a:lnTo>
                  <a:pt x="9781432" y="1763438"/>
                </a:lnTo>
                <a:close/>
                <a:moveTo>
                  <a:pt x="8877431" y="1544408"/>
                </a:moveTo>
                <a:lnTo>
                  <a:pt x="9382033" y="1544408"/>
                </a:lnTo>
                <a:lnTo>
                  <a:pt x="9382033" y="1763438"/>
                </a:lnTo>
                <a:lnTo>
                  <a:pt x="8877431" y="1763438"/>
                </a:lnTo>
                <a:close/>
                <a:moveTo>
                  <a:pt x="7955283" y="1544408"/>
                </a:moveTo>
                <a:lnTo>
                  <a:pt x="8501703" y="1544408"/>
                </a:lnTo>
                <a:lnTo>
                  <a:pt x="8501703" y="1763438"/>
                </a:lnTo>
                <a:lnTo>
                  <a:pt x="8046371" y="1763438"/>
                </a:lnTo>
                <a:close/>
                <a:moveTo>
                  <a:pt x="7193139" y="1544408"/>
                </a:moveTo>
                <a:lnTo>
                  <a:pt x="7648159" y="1544408"/>
                </a:lnTo>
                <a:lnTo>
                  <a:pt x="7648159" y="1763438"/>
                </a:lnTo>
                <a:lnTo>
                  <a:pt x="7193139" y="1763438"/>
                </a:lnTo>
                <a:close/>
                <a:moveTo>
                  <a:pt x="6188669" y="1544408"/>
                </a:moveTo>
                <a:lnTo>
                  <a:pt x="7080275" y="1544408"/>
                </a:lnTo>
                <a:lnTo>
                  <a:pt x="7080275" y="1763438"/>
                </a:lnTo>
                <a:lnTo>
                  <a:pt x="6188669" y="1763438"/>
                </a:lnTo>
                <a:close/>
                <a:moveTo>
                  <a:pt x="4886266" y="1544408"/>
                </a:moveTo>
                <a:lnTo>
                  <a:pt x="5979839" y="1544408"/>
                </a:lnTo>
                <a:cubicBezTo>
                  <a:pt x="5886803" y="1676927"/>
                  <a:pt x="5732198" y="1763438"/>
                  <a:pt x="5557257" y="1763438"/>
                </a:cubicBezTo>
                <a:lnTo>
                  <a:pt x="5308843" y="1763438"/>
                </a:lnTo>
                <a:cubicBezTo>
                  <a:pt x="5133911" y="1763438"/>
                  <a:pt x="4979301" y="1676927"/>
                  <a:pt x="4886266" y="1544408"/>
                </a:cubicBezTo>
                <a:close/>
                <a:moveTo>
                  <a:pt x="2285298" y="1544408"/>
                </a:moveTo>
                <a:lnTo>
                  <a:pt x="3183254" y="1544408"/>
                </a:lnTo>
                <a:lnTo>
                  <a:pt x="3183254" y="1763438"/>
                </a:lnTo>
                <a:lnTo>
                  <a:pt x="2285298" y="1763438"/>
                </a:lnTo>
                <a:close/>
                <a:moveTo>
                  <a:pt x="1699767" y="1544408"/>
                </a:moveTo>
                <a:lnTo>
                  <a:pt x="2161050" y="1544408"/>
                </a:lnTo>
                <a:lnTo>
                  <a:pt x="2265828" y="1763438"/>
                </a:lnTo>
                <a:lnTo>
                  <a:pt x="1796468" y="1763438"/>
                </a:lnTo>
                <a:close/>
                <a:moveTo>
                  <a:pt x="985097" y="1544408"/>
                </a:moveTo>
                <a:lnTo>
                  <a:pt x="1468672" y="1544408"/>
                </a:lnTo>
                <a:lnTo>
                  <a:pt x="1468672" y="1763438"/>
                </a:lnTo>
                <a:lnTo>
                  <a:pt x="985097" y="1763438"/>
                </a:lnTo>
                <a:close/>
                <a:moveTo>
                  <a:pt x="0" y="1544408"/>
                </a:moveTo>
                <a:lnTo>
                  <a:pt x="506025" y="1544408"/>
                </a:lnTo>
                <a:lnTo>
                  <a:pt x="506025" y="1763438"/>
                </a:lnTo>
                <a:lnTo>
                  <a:pt x="498505" y="1763438"/>
                </a:lnTo>
                <a:lnTo>
                  <a:pt x="7520" y="1763438"/>
                </a:lnTo>
                <a:lnTo>
                  <a:pt x="0" y="1763438"/>
                </a:lnTo>
                <a:close/>
                <a:moveTo>
                  <a:pt x="3478763" y="1544407"/>
                </a:moveTo>
                <a:lnTo>
                  <a:pt x="4486152" y="1544407"/>
                </a:lnTo>
                <a:cubicBezTo>
                  <a:pt x="4484148" y="1548197"/>
                  <a:pt x="4481735" y="1551706"/>
                  <a:pt x="4479313" y="1555187"/>
                </a:cubicBezTo>
                <a:lnTo>
                  <a:pt x="4654042" y="1763437"/>
                </a:lnTo>
                <a:lnTo>
                  <a:pt x="3697470" y="1763437"/>
                </a:lnTo>
                <a:cubicBezTo>
                  <a:pt x="3614316" y="1711031"/>
                  <a:pt x="3539996" y="1636273"/>
                  <a:pt x="3478763" y="1544407"/>
                </a:cubicBezTo>
                <a:close/>
                <a:moveTo>
                  <a:pt x="10408772" y="1290902"/>
                </a:moveTo>
                <a:lnTo>
                  <a:pt x="10568570" y="1290902"/>
                </a:lnTo>
                <a:cubicBezTo>
                  <a:pt x="10577470" y="1298557"/>
                  <a:pt x="10581828" y="1306214"/>
                  <a:pt x="10590729" y="1313870"/>
                </a:cubicBezTo>
                <a:cubicBezTo>
                  <a:pt x="10620545" y="1348521"/>
                  <a:pt x="10677153" y="1369391"/>
                  <a:pt x="10721250" y="1365562"/>
                </a:cubicBezTo>
                <a:cubicBezTo>
                  <a:pt x="10765348" y="1361734"/>
                  <a:pt x="10826744" y="1338516"/>
                  <a:pt x="10855315" y="1290902"/>
                </a:cubicBezTo>
                <a:lnTo>
                  <a:pt x="11214890" y="1290902"/>
                </a:lnTo>
                <a:lnTo>
                  <a:pt x="11346112" y="1290902"/>
                </a:lnTo>
                <a:cubicBezTo>
                  <a:pt x="11334622" y="1353431"/>
                  <a:pt x="11312604" y="1412394"/>
                  <a:pt x="11280882" y="1465414"/>
                </a:cubicBezTo>
                <a:lnTo>
                  <a:pt x="11214890" y="1465414"/>
                </a:lnTo>
                <a:lnTo>
                  <a:pt x="10408772" y="1465414"/>
                </a:lnTo>
                <a:close/>
                <a:moveTo>
                  <a:pt x="3354588" y="1288169"/>
                </a:moveTo>
                <a:lnTo>
                  <a:pt x="3891084" y="1288169"/>
                </a:lnTo>
                <a:cubicBezTo>
                  <a:pt x="3918715" y="1317171"/>
                  <a:pt x="3949853" y="1333215"/>
                  <a:pt x="3982693" y="1333215"/>
                </a:cubicBezTo>
                <a:cubicBezTo>
                  <a:pt x="4015535" y="1333215"/>
                  <a:pt x="4046674" y="1317171"/>
                  <a:pt x="4074304" y="1288169"/>
                </a:cubicBezTo>
                <a:lnTo>
                  <a:pt x="4610046" y="1288169"/>
                </a:lnTo>
                <a:cubicBezTo>
                  <a:pt x="4590290" y="1350350"/>
                  <a:pt x="4565183" y="1408715"/>
                  <a:pt x="4535426" y="1462313"/>
                </a:cubicBezTo>
                <a:lnTo>
                  <a:pt x="3429061" y="1462313"/>
                </a:lnTo>
                <a:cubicBezTo>
                  <a:pt x="3399902" y="1408452"/>
                  <a:pt x="3374896" y="1350106"/>
                  <a:pt x="3354588" y="1288169"/>
                </a:cubicBezTo>
                <a:close/>
                <a:moveTo>
                  <a:pt x="9781432" y="1288165"/>
                </a:moveTo>
                <a:lnTo>
                  <a:pt x="10286039" y="1288165"/>
                </a:lnTo>
                <a:lnTo>
                  <a:pt x="10286039" y="1462314"/>
                </a:lnTo>
                <a:lnTo>
                  <a:pt x="9781432" y="1462314"/>
                </a:lnTo>
                <a:close/>
                <a:moveTo>
                  <a:pt x="8877431" y="1288165"/>
                </a:moveTo>
                <a:lnTo>
                  <a:pt x="9382033" y="1288165"/>
                </a:lnTo>
                <a:lnTo>
                  <a:pt x="9382033" y="1462314"/>
                </a:lnTo>
                <a:lnTo>
                  <a:pt x="8877431" y="1462314"/>
                </a:lnTo>
                <a:close/>
                <a:moveTo>
                  <a:pt x="7848731" y="1288165"/>
                </a:moveTo>
                <a:lnTo>
                  <a:pt x="8501703" y="1288165"/>
                </a:lnTo>
                <a:lnTo>
                  <a:pt x="8501703" y="1462314"/>
                </a:lnTo>
                <a:lnTo>
                  <a:pt x="7921150" y="1462314"/>
                </a:lnTo>
                <a:close/>
                <a:moveTo>
                  <a:pt x="7193139" y="1288165"/>
                </a:moveTo>
                <a:lnTo>
                  <a:pt x="7648159" y="1288165"/>
                </a:lnTo>
                <a:lnTo>
                  <a:pt x="7648159" y="1462314"/>
                </a:lnTo>
                <a:lnTo>
                  <a:pt x="7193139" y="1462314"/>
                </a:lnTo>
                <a:close/>
                <a:moveTo>
                  <a:pt x="6188669" y="1288165"/>
                </a:moveTo>
                <a:lnTo>
                  <a:pt x="6674501" y="1288165"/>
                </a:lnTo>
                <a:lnTo>
                  <a:pt x="6674501" y="1351991"/>
                </a:lnTo>
                <a:lnTo>
                  <a:pt x="7080275" y="1351991"/>
                </a:lnTo>
                <a:lnTo>
                  <a:pt x="7080275" y="1462314"/>
                </a:lnTo>
                <a:lnTo>
                  <a:pt x="6188669" y="1462314"/>
                </a:lnTo>
                <a:close/>
                <a:moveTo>
                  <a:pt x="4794722" y="1288165"/>
                </a:moveTo>
                <a:lnTo>
                  <a:pt x="5308313" y="1288165"/>
                </a:lnTo>
                <a:cubicBezTo>
                  <a:pt x="5331518" y="1333078"/>
                  <a:pt x="5378715" y="1363467"/>
                  <a:pt x="5433050" y="1363467"/>
                </a:cubicBezTo>
                <a:cubicBezTo>
                  <a:pt x="5487389" y="1363467"/>
                  <a:pt x="5534582" y="1333078"/>
                  <a:pt x="5557791" y="1288165"/>
                </a:cubicBezTo>
                <a:lnTo>
                  <a:pt x="6071387" y="1288165"/>
                </a:lnTo>
                <a:cubicBezTo>
                  <a:pt x="6067418" y="1349988"/>
                  <a:pt x="6051903" y="1408730"/>
                  <a:pt x="6026879" y="1462314"/>
                </a:cubicBezTo>
                <a:lnTo>
                  <a:pt x="4839225" y="1462314"/>
                </a:lnTo>
                <a:cubicBezTo>
                  <a:pt x="4814201" y="1408730"/>
                  <a:pt x="4798682" y="1349988"/>
                  <a:pt x="4794722" y="1288165"/>
                </a:cubicBezTo>
                <a:close/>
                <a:moveTo>
                  <a:pt x="2285298" y="1288165"/>
                </a:moveTo>
                <a:lnTo>
                  <a:pt x="2771132" y="1288165"/>
                </a:lnTo>
                <a:lnTo>
                  <a:pt x="2771132" y="1351991"/>
                </a:lnTo>
                <a:lnTo>
                  <a:pt x="3183254" y="1351991"/>
                </a:lnTo>
                <a:lnTo>
                  <a:pt x="3183254" y="1462314"/>
                </a:lnTo>
                <a:lnTo>
                  <a:pt x="2285298" y="1462314"/>
                </a:lnTo>
                <a:close/>
                <a:moveTo>
                  <a:pt x="1586644" y="1288165"/>
                </a:moveTo>
                <a:lnTo>
                  <a:pt x="2038472" y="1288165"/>
                </a:lnTo>
                <a:lnTo>
                  <a:pt x="2121783" y="1462314"/>
                </a:lnTo>
                <a:lnTo>
                  <a:pt x="1663530" y="1462314"/>
                </a:lnTo>
                <a:close/>
                <a:moveTo>
                  <a:pt x="985097" y="1288165"/>
                </a:moveTo>
                <a:lnTo>
                  <a:pt x="1468672" y="1288165"/>
                </a:lnTo>
                <a:lnTo>
                  <a:pt x="1468672" y="1462314"/>
                </a:lnTo>
                <a:lnTo>
                  <a:pt x="985097" y="1462314"/>
                </a:lnTo>
                <a:close/>
                <a:moveTo>
                  <a:pt x="0" y="1288165"/>
                </a:moveTo>
                <a:lnTo>
                  <a:pt x="506025" y="1288165"/>
                </a:lnTo>
                <a:lnTo>
                  <a:pt x="506025" y="1462314"/>
                </a:lnTo>
                <a:lnTo>
                  <a:pt x="0" y="1462314"/>
                </a:lnTo>
                <a:close/>
                <a:moveTo>
                  <a:pt x="10408772" y="1157361"/>
                </a:moveTo>
                <a:lnTo>
                  <a:pt x="10468381" y="1208632"/>
                </a:lnTo>
                <a:lnTo>
                  <a:pt x="10408772" y="1208632"/>
                </a:lnTo>
                <a:close/>
                <a:moveTo>
                  <a:pt x="10816942" y="1078164"/>
                </a:moveTo>
                <a:lnTo>
                  <a:pt x="11358000" y="1078164"/>
                </a:lnTo>
                <a:cubicBezTo>
                  <a:pt x="11367192" y="1149515"/>
                  <a:pt x="11358946" y="1186888"/>
                  <a:pt x="11359134" y="1208632"/>
                </a:cubicBezTo>
                <a:lnTo>
                  <a:pt x="11359134" y="1208633"/>
                </a:lnTo>
                <a:lnTo>
                  <a:pt x="10871056" y="1208633"/>
                </a:lnTo>
                <a:cubicBezTo>
                  <a:pt x="10871350" y="1207645"/>
                  <a:pt x="10871355" y="1206649"/>
                  <a:pt x="10871355" y="1205652"/>
                </a:cubicBezTo>
                <a:cubicBezTo>
                  <a:pt x="10871355" y="1153657"/>
                  <a:pt x="10847076" y="1107297"/>
                  <a:pt x="10808382" y="1078165"/>
                </a:cubicBezTo>
                <a:lnTo>
                  <a:pt x="10816943" y="1078165"/>
                </a:lnTo>
                <a:close/>
                <a:moveTo>
                  <a:pt x="9781432" y="1075882"/>
                </a:moveTo>
                <a:lnTo>
                  <a:pt x="10286039" y="1075882"/>
                </a:lnTo>
                <a:lnTo>
                  <a:pt x="10286039" y="1206076"/>
                </a:lnTo>
                <a:lnTo>
                  <a:pt x="9781432" y="1206076"/>
                </a:lnTo>
                <a:close/>
                <a:moveTo>
                  <a:pt x="8877431" y="1075882"/>
                </a:moveTo>
                <a:lnTo>
                  <a:pt x="9382033" y="1075882"/>
                </a:lnTo>
                <a:lnTo>
                  <a:pt x="9382033" y="1206076"/>
                </a:lnTo>
                <a:lnTo>
                  <a:pt x="8877431" y="1206076"/>
                </a:lnTo>
                <a:close/>
                <a:moveTo>
                  <a:pt x="7760453" y="1075882"/>
                </a:moveTo>
                <a:lnTo>
                  <a:pt x="8501703" y="1075882"/>
                </a:lnTo>
                <a:lnTo>
                  <a:pt x="8501703" y="1206076"/>
                </a:lnTo>
                <a:lnTo>
                  <a:pt x="7814594" y="1206076"/>
                </a:lnTo>
                <a:close/>
                <a:moveTo>
                  <a:pt x="7193139" y="1075882"/>
                </a:moveTo>
                <a:lnTo>
                  <a:pt x="7648159" y="1075882"/>
                </a:lnTo>
                <a:lnTo>
                  <a:pt x="7648159" y="1206076"/>
                </a:lnTo>
                <a:lnTo>
                  <a:pt x="7193139" y="1206076"/>
                </a:lnTo>
                <a:close/>
                <a:moveTo>
                  <a:pt x="6188669" y="1075882"/>
                </a:moveTo>
                <a:lnTo>
                  <a:pt x="6674501" y="1075882"/>
                </a:lnTo>
                <a:lnTo>
                  <a:pt x="6674501" y="1206076"/>
                </a:lnTo>
                <a:lnTo>
                  <a:pt x="6188669" y="1206076"/>
                </a:lnTo>
                <a:close/>
                <a:moveTo>
                  <a:pt x="5574793" y="1075882"/>
                </a:moveTo>
                <a:lnTo>
                  <a:pt x="6073294" y="1075882"/>
                </a:lnTo>
                <a:lnTo>
                  <a:pt x="6073294" y="1206076"/>
                </a:lnTo>
                <a:lnTo>
                  <a:pt x="5574793" y="1206076"/>
                </a:lnTo>
                <a:close/>
                <a:moveTo>
                  <a:pt x="4792811" y="1075882"/>
                </a:moveTo>
                <a:lnTo>
                  <a:pt x="5291307" y="1075882"/>
                </a:lnTo>
                <a:lnTo>
                  <a:pt x="5291307" y="1206076"/>
                </a:lnTo>
                <a:lnTo>
                  <a:pt x="4792811" y="1206076"/>
                </a:lnTo>
                <a:close/>
                <a:moveTo>
                  <a:pt x="2285298" y="1075882"/>
                </a:moveTo>
                <a:lnTo>
                  <a:pt x="2771132" y="1075882"/>
                </a:lnTo>
                <a:lnTo>
                  <a:pt x="2771132" y="1206076"/>
                </a:lnTo>
                <a:lnTo>
                  <a:pt x="2285298" y="1206076"/>
                </a:lnTo>
                <a:close/>
                <a:moveTo>
                  <a:pt x="1492927" y="1075882"/>
                </a:moveTo>
                <a:lnTo>
                  <a:pt x="1945589" y="1075882"/>
                </a:lnTo>
                <a:cubicBezTo>
                  <a:pt x="1944041" y="1077590"/>
                  <a:pt x="1942273" y="1079022"/>
                  <a:pt x="1940491" y="1080455"/>
                </a:cubicBezTo>
                <a:lnTo>
                  <a:pt x="1939110" y="1080455"/>
                </a:lnTo>
                <a:lnTo>
                  <a:pt x="1939524" y="1081320"/>
                </a:lnTo>
                <a:cubicBezTo>
                  <a:pt x="1939165" y="1081707"/>
                  <a:pt x="1938755" y="1082034"/>
                  <a:pt x="1938345" y="1082361"/>
                </a:cubicBezTo>
                <a:lnTo>
                  <a:pt x="1940022" y="1082361"/>
                </a:lnTo>
                <a:lnTo>
                  <a:pt x="1999205" y="1206076"/>
                </a:lnTo>
                <a:lnTo>
                  <a:pt x="1550403" y="1206076"/>
                </a:lnTo>
                <a:close/>
                <a:moveTo>
                  <a:pt x="985097" y="1075882"/>
                </a:moveTo>
                <a:lnTo>
                  <a:pt x="1468672" y="1075882"/>
                </a:lnTo>
                <a:lnTo>
                  <a:pt x="1468672" y="1206076"/>
                </a:lnTo>
                <a:lnTo>
                  <a:pt x="985097" y="1206076"/>
                </a:lnTo>
                <a:close/>
                <a:moveTo>
                  <a:pt x="0" y="1075882"/>
                </a:moveTo>
                <a:lnTo>
                  <a:pt x="877145" y="1075882"/>
                </a:lnTo>
                <a:lnTo>
                  <a:pt x="877145" y="1098345"/>
                </a:lnTo>
                <a:lnTo>
                  <a:pt x="869625" y="1098345"/>
                </a:lnTo>
                <a:lnTo>
                  <a:pt x="506025" y="1098345"/>
                </a:lnTo>
                <a:lnTo>
                  <a:pt x="506025" y="1206076"/>
                </a:lnTo>
                <a:lnTo>
                  <a:pt x="0" y="1206076"/>
                </a:lnTo>
                <a:close/>
                <a:moveTo>
                  <a:pt x="4174413" y="1075881"/>
                </a:moveTo>
                <a:lnTo>
                  <a:pt x="4660572" y="1075881"/>
                </a:lnTo>
                <a:cubicBezTo>
                  <a:pt x="4654171" y="1120550"/>
                  <a:pt x="4645505" y="1164090"/>
                  <a:pt x="4633997" y="1206075"/>
                </a:cubicBezTo>
                <a:lnTo>
                  <a:pt x="4129883" y="1206075"/>
                </a:lnTo>
                <a:cubicBezTo>
                  <a:pt x="4148445" y="1169059"/>
                  <a:pt x="4163826" y="1125090"/>
                  <a:pt x="4174413" y="1075881"/>
                </a:cubicBezTo>
                <a:close/>
                <a:moveTo>
                  <a:pt x="3305162" y="1075881"/>
                </a:moveTo>
                <a:lnTo>
                  <a:pt x="3790976" y="1075881"/>
                </a:lnTo>
                <a:cubicBezTo>
                  <a:pt x="3801558" y="1125090"/>
                  <a:pt x="3816942" y="1169059"/>
                  <a:pt x="3835506" y="1206075"/>
                </a:cubicBezTo>
                <a:lnTo>
                  <a:pt x="3330959" y="1206075"/>
                </a:lnTo>
                <a:cubicBezTo>
                  <a:pt x="3319852" y="1164035"/>
                  <a:pt x="3311209" y="1120545"/>
                  <a:pt x="3305162" y="1075881"/>
                </a:cubicBezTo>
                <a:close/>
                <a:moveTo>
                  <a:pt x="10587776" y="879486"/>
                </a:moveTo>
                <a:lnTo>
                  <a:pt x="11280821" y="879486"/>
                </a:lnTo>
                <a:cubicBezTo>
                  <a:pt x="11304371" y="915413"/>
                  <a:pt x="11325405" y="952210"/>
                  <a:pt x="11338792" y="993628"/>
                </a:cubicBezTo>
                <a:lnTo>
                  <a:pt x="10727828" y="995899"/>
                </a:lnTo>
                <a:close/>
                <a:moveTo>
                  <a:pt x="9781432" y="877625"/>
                </a:moveTo>
                <a:lnTo>
                  <a:pt x="10286039" y="877625"/>
                </a:lnTo>
                <a:lnTo>
                  <a:pt x="10286039" y="993788"/>
                </a:lnTo>
                <a:lnTo>
                  <a:pt x="9781432" y="993788"/>
                </a:lnTo>
                <a:close/>
                <a:moveTo>
                  <a:pt x="8877431" y="877625"/>
                </a:moveTo>
                <a:lnTo>
                  <a:pt x="9382033" y="877625"/>
                </a:lnTo>
                <a:lnTo>
                  <a:pt x="9382033" y="993788"/>
                </a:lnTo>
                <a:lnTo>
                  <a:pt x="8877431" y="993788"/>
                </a:lnTo>
                <a:close/>
                <a:moveTo>
                  <a:pt x="7678004" y="877625"/>
                </a:moveTo>
                <a:lnTo>
                  <a:pt x="8501703" y="877625"/>
                </a:lnTo>
                <a:lnTo>
                  <a:pt x="8501703" y="993788"/>
                </a:lnTo>
                <a:lnTo>
                  <a:pt x="7726316" y="993788"/>
                </a:lnTo>
                <a:close/>
                <a:moveTo>
                  <a:pt x="7193139" y="877625"/>
                </a:moveTo>
                <a:lnTo>
                  <a:pt x="7648159" y="877625"/>
                </a:lnTo>
                <a:lnTo>
                  <a:pt x="7648159" y="993788"/>
                </a:lnTo>
                <a:lnTo>
                  <a:pt x="7193139" y="993788"/>
                </a:lnTo>
                <a:close/>
                <a:moveTo>
                  <a:pt x="6188669" y="877625"/>
                </a:moveTo>
                <a:lnTo>
                  <a:pt x="7056268" y="877625"/>
                </a:lnTo>
                <a:lnTo>
                  <a:pt x="7056268" y="988326"/>
                </a:lnTo>
                <a:lnTo>
                  <a:pt x="6674501" y="988326"/>
                </a:lnTo>
                <a:lnTo>
                  <a:pt x="6674501" y="993788"/>
                </a:lnTo>
                <a:lnTo>
                  <a:pt x="6188669" y="993788"/>
                </a:lnTo>
                <a:close/>
                <a:moveTo>
                  <a:pt x="5574793" y="877625"/>
                </a:moveTo>
                <a:lnTo>
                  <a:pt x="6073294" y="877625"/>
                </a:lnTo>
                <a:lnTo>
                  <a:pt x="6073294" y="993788"/>
                </a:lnTo>
                <a:lnTo>
                  <a:pt x="5574793" y="993788"/>
                </a:lnTo>
                <a:close/>
                <a:moveTo>
                  <a:pt x="4792811" y="877625"/>
                </a:moveTo>
                <a:lnTo>
                  <a:pt x="5291307" y="877625"/>
                </a:lnTo>
                <a:lnTo>
                  <a:pt x="5291307" y="993788"/>
                </a:lnTo>
                <a:lnTo>
                  <a:pt x="4792811" y="993788"/>
                </a:lnTo>
                <a:close/>
                <a:moveTo>
                  <a:pt x="2285298" y="877625"/>
                </a:moveTo>
                <a:lnTo>
                  <a:pt x="3161500" y="877625"/>
                </a:lnTo>
                <a:lnTo>
                  <a:pt x="3161500" y="988326"/>
                </a:lnTo>
                <a:lnTo>
                  <a:pt x="2771132" y="988326"/>
                </a:lnTo>
                <a:lnTo>
                  <a:pt x="2771132" y="993788"/>
                </a:lnTo>
                <a:lnTo>
                  <a:pt x="2285298" y="993788"/>
                </a:lnTo>
                <a:close/>
                <a:moveTo>
                  <a:pt x="985097" y="877625"/>
                </a:moveTo>
                <a:lnTo>
                  <a:pt x="2107746" y="877625"/>
                </a:lnTo>
                <a:cubicBezTo>
                  <a:pt x="2086278" y="919656"/>
                  <a:pt x="2059665" y="958619"/>
                  <a:pt x="2028664" y="993788"/>
                </a:cubicBezTo>
                <a:lnTo>
                  <a:pt x="985097" y="993788"/>
                </a:lnTo>
                <a:close/>
                <a:moveTo>
                  <a:pt x="0" y="877625"/>
                </a:moveTo>
                <a:lnTo>
                  <a:pt x="877145" y="877625"/>
                </a:lnTo>
                <a:lnTo>
                  <a:pt x="877145" y="993788"/>
                </a:lnTo>
                <a:lnTo>
                  <a:pt x="0" y="993788"/>
                </a:lnTo>
                <a:close/>
                <a:moveTo>
                  <a:pt x="4199211" y="877624"/>
                </a:moveTo>
                <a:lnTo>
                  <a:pt x="4674176" y="877624"/>
                </a:lnTo>
                <a:cubicBezTo>
                  <a:pt x="4674327" y="879591"/>
                  <a:pt x="4674332" y="881557"/>
                  <a:pt x="4674332" y="883528"/>
                </a:cubicBezTo>
                <a:cubicBezTo>
                  <a:pt x="4674332" y="920824"/>
                  <a:pt x="4672822" y="957628"/>
                  <a:pt x="4669465" y="993787"/>
                </a:cubicBezTo>
                <a:lnTo>
                  <a:pt x="4189743" y="993787"/>
                </a:lnTo>
                <a:cubicBezTo>
                  <a:pt x="4195970" y="956882"/>
                  <a:pt x="4199133" y="917914"/>
                  <a:pt x="4199211" y="877624"/>
                </a:cubicBezTo>
                <a:close/>
                <a:moveTo>
                  <a:pt x="3291213" y="877624"/>
                </a:moveTo>
                <a:lnTo>
                  <a:pt x="3766173" y="877624"/>
                </a:lnTo>
                <a:cubicBezTo>
                  <a:pt x="3766256" y="917914"/>
                  <a:pt x="3769415" y="956882"/>
                  <a:pt x="3775650" y="993787"/>
                </a:cubicBezTo>
                <a:lnTo>
                  <a:pt x="3295989" y="993787"/>
                </a:lnTo>
                <a:cubicBezTo>
                  <a:pt x="3292572" y="957632"/>
                  <a:pt x="3291057" y="920824"/>
                  <a:pt x="3291057" y="883528"/>
                </a:cubicBezTo>
                <a:close/>
                <a:moveTo>
                  <a:pt x="10461146" y="710797"/>
                </a:moveTo>
                <a:lnTo>
                  <a:pt x="11109160" y="710797"/>
                </a:lnTo>
                <a:cubicBezTo>
                  <a:pt x="11109161" y="710797"/>
                  <a:pt x="11109161" y="710798"/>
                  <a:pt x="11109162" y="710798"/>
                </a:cubicBezTo>
                <a:lnTo>
                  <a:pt x="11121245" y="710798"/>
                </a:lnTo>
                <a:lnTo>
                  <a:pt x="11122337" y="711693"/>
                </a:lnTo>
                <a:lnTo>
                  <a:pt x="11118350" y="711693"/>
                </a:lnTo>
                <a:cubicBezTo>
                  <a:pt x="11153339" y="736641"/>
                  <a:pt x="11185427" y="765257"/>
                  <a:pt x="11213739" y="797219"/>
                </a:cubicBezTo>
                <a:lnTo>
                  <a:pt x="10517279" y="797218"/>
                </a:lnTo>
                <a:cubicBezTo>
                  <a:pt x="10497025" y="770452"/>
                  <a:pt x="10475239" y="741481"/>
                  <a:pt x="10461146" y="710797"/>
                </a:cubicBezTo>
                <a:close/>
                <a:moveTo>
                  <a:pt x="9781432" y="709293"/>
                </a:moveTo>
                <a:lnTo>
                  <a:pt x="10286039" y="709293"/>
                </a:lnTo>
                <a:lnTo>
                  <a:pt x="10286039" y="795531"/>
                </a:lnTo>
                <a:lnTo>
                  <a:pt x="9781432" y="795531"/>
                </a:lnTo>
                <a:close/>
                <a:moveTo>
                  <a:pt x="8877431" y="709293"/>
                </a:moveTo>
                <a:lnTo>
                  <a:pt x="9382033" y="709293"/>
                </a:lnTo>
                <a:lnTo>
                  <a:pt x="9382033" y="795531"/>
                </a:lnTo>
                <a:lnTo>
                  <a:pt x="8877431" y="795531"/>
                </a:lnTo>
                <a:close/>
                <a:moveTo>
                  <a:pt x="8042875" y="709293"/>
                </a:moveTo>
                <a:lnTo>
                  <a:pt x="8501703" y="709293"/>
                </a:lnTo>
                <a:lnTo>
                  <a:pt x="8501703" y="795531"/>
                </a:lnTo>
                <a:lnTo>
                  <a:pt x="8042875" y="795531"/>
                </a:lnTo>
                <a:close/>
                <a:moveTo>
                  <a:pt x="7193139" y="709293"/>
                </a:moveTo>
                <a:lnTo>
                  <a:pt x="7996240" y="709293"/>
                </a:lnTo>
                <a:lnTo>
                  <a:pt x="8036152" y="795531"/>
                </a:lnTo>
                <a:lnTo>
                  <a:pt x="7193139" y="795531"/>
                </a:lnTo>
                <a:close/>
                <a:moveTo>
                  <a:pt x="6188669" y="709293"/>
                </a:moveTo>
                <a:lnTo>
                  <a:pt x="6674501" y="709293"/>
                </a:lnTo>
                <a:lnTo>
                  <a:pt x="6674501" y="714671"/>
                </a:lnTo>
                <a:lnTo>
                  <a:pt x="7056268" y="714671"/>
                </a:lnTo>
                <a:lnTo>
                  <a:pt x="7056268" y="795531"/>
                </a:lnTo>
                <a:lnTo>
                  <a:pt x="6188669" y="795531"/>
                </a:lnTo>
                <a:close/>
                <a:moveTo>
                  <a:pt x="5574793" y="709293"/>
                </a:moveTo>
                <a:lnTo>
                  <a:pt x="6073294" y="709293"/>
                </a:lnTo>
                <a:lnTo>
                  <a:pt x="6073294" y="795531"/>
                </a:lnTo>
                <a:lnTo>
                  <a:pt x="5574793" y="795531"/>
                </a:lnTo>
                <a:close/>
                <a:moveTo>
                  <a:pt x="4792811" y="709293"/>
                </a:moveTo>
                <a:lnTo>
                  <a:pt x="5291307" y="709293"/>
                </a:lnTo>
                <a:lnTo>
                  <a:pt x="5291307" y="795531"/>
                </a:lnTo>
                <a:lnTo>
                  <a:pt x="4792811" y="795531"/>
                </a:lnTo>
                <a:close/>
                <a:moveTo>
                  <a:pt x="2285298" y="709293"/>
                </a:moveTo>
                <a:lnTo>
                  <a:pt x="2771132" y="709293"/>
                </a:lnTo>
                <a:lnTo>
                  <a:pt x="2771132" y="714671"/>
                </a:lnTo>
                <a:lnTo>
                  <a:pt x="3161500" y="714671"/>
                </a:lnTo>
                <a:lnTo>
                  <a:pt x="3161500" y="795531"/>
                </a:lnTo>
                <a:lnTo>
                  <a:pt x="2285298" y="795531"/>
                </a:lnTo>
                <a:close/>
                <a:moveTo>
                  <a:pt x="1709143" y="709293"/>
                </a:moveTo>
                <a:lnTo>
                  <a:pt x="2169670" y="709293"/>
                </a:lnTo>
                <a:cubicBezTo>
                  <a:pt x="2163895" y="738935"/>
                  <a:pt x="2155552" y="767712"/>
                  <a:pt x="2145130" y="795531"/>
                </a:cubicBezTo>
                <a:lnTo>
                  <a:pt x="1595923" y="795531"/>
                </a:lnTo>
                <a:cubicBezTo>
                  <a:pt x="1642913" y="780533"/>
                  <a:pt x="1682554" y="749578"/>
                  <a:pt x="1709143" y="709293"/>
                </a:cubicBezTo>
                <a:close/>
                <a:moveTo>
                  <a:pt x="985097" y="709293"/>
                </a:moveTo>
                <a:lnTo>
                  <a:pt x="1469893" y="709293"/>
                </a:lnTo>
                <a:lnTo>
                  <a:pt x="1469893" y="795531"/>
                </a:lnTo>
                <a:lnTo>
                  <a:pt x="985097" y="795531"/>
                </a:lnTo>
                <a:close/>
                <a:moveTo>
                  <a:pt x="0" y="709293"/>
                </a:moveTo>
                <a:lnTo>
                  <a:pt x="877145" y="709293"/>
                </a:lnTo>
                <a:lnTo>
                  <a:pt x="877145" y="795531"/>
                </a:lnTo>
                <a:lnTo>
                  <a:pt x="0" y="795531"/>
                </a:lnTo>
                <a:close/>
                <a:moveTo>
                  <a:pt x="4189251" y="709292"/>
                </a:moveTo>
                <a:lnTo>
                  <a:pt x="4662658" y="709292"/>
                </a:lnTo>
                <a:cubicBezTo>
                  <a:pt x="4666812" y="737581"/>
                  <a:pt x="4669621" y="766357"/>
                  <a:pt x="4671191" y="795530"/>
                </a:cubicBezTo>
                <a:lnTo>
                  <a:pt x="4197682" y="795530"/>
                </a:lnTo>
                <a:cubicBezTo>
                  <a:pt x="4197148" y="765777"/>
                  <a:pt x="4194298" y="736917"/>
                  <a:pt x="4189251" y="709292"/>
                </a:cubicBezTo>
                <a:close/>
                <a:moveTo>
                  <a:pt x="3302730" y="709292"/>
                </a:moveTo>
                <a:lnTo>
                  <a:pt x="3776138" y="709292"/>
                </a:lnTo>
                <a:cubicBezTo>
                  <a:pt x="3771091" y="736917"/>
                  <a:pt x="3768241" y="765777"/>
                  <a:pt x="3767701" y="795530"/>
                </a:cubicBezTo>
                <a:lnTo>
                  <a:pt x="3294197" y="795530"/>
                </a:lnTo>
                <a:cubicBezTo>
                  <a:pt x="3295768" y="766357"/>
                  <a:pt x="3298581" y="737581"/>
                  <a:pt x="3302730" y="709292"/>
                </a:cubicBezTo>
                <a:close/>
                <a:moveTo>
                  <a:pt x="10418948" y="565540"/>
                </a:moveTo>
                <a:lnTo>
                  <a:pt x="10949595" y="565540"/>
                </a:lnTo>
                <a:cubicBezTo>
                  <a:pt x="10953670" y="570456"/>
                  <a:pt x="10958769" y="574162"/>
                  <a:pt x="10964075" y="577567"/>
                </a:cubicBezTo>
                <a:lnTo>
                  <a:pt x="11026395" y="628529"/>
                </a:lnTo>
                <a:lnTo>
                  <a:pt x="10434083" y="628529"/>
                </a:lnTo>
                <a:cubicBezTo>
                  <a:pt x="10426940" y="608233"/>
                  <a:pt x="10421851" y="587175"/>
                  <a:pt x="10418948" y="565540"/>
                </a:cubicBezTo>
                <a:close/>
                <a:moveTo>
                  <a:pt x="9781432" y="564344"/>
                </a:moveTo>
                <a:lnTo>
                  <a:pt x="10286039" y="564344"/>
                </a:lnTo>
                <a:lnTo>
                  <a:pt x="10286039" y="627199"/>
                </a:lnTo>
                <a:lnTo>
                  <a:pt x="9781432" y="627199"/>
                </a:lnTo>
                <a:close/>
                <a:moveTo>
                  <a:pt x="8877431" y="564344"/>
                </a:moveTo>
                <a:lnTo>
                  <a:pt x="9382033" y="564344"/>
                </a:lnTo>
                <a:lnTo>
                  <a:pt x="9382033" y="627199"/>
                </a:lnTo>
                <a:lnTo>
                  <a:pt x="8877431" y="627199"/>
                </a:lnTo>
                <a:close/>
                <a:moveTo>
                  <a:pt x="8042875" y="564344"/>
                </a:moveTo>
                <a:lnTo>
                  <a:pt x="8501703" y="564344"/>
                </a:lnTo>
                <a:lnTo>
                  <a:pt x="8501703" y="627199"/>
                </a:lnTo>
                <a:lnTo>
                  <a:pt x="8042875" y="627199"/>
                </a:lnTo>
                <a:close/>
                <a:moveTo>
                  <a:pt x="7193139" y="564344"/>
                </a:moveTo>
                <a:lnTo>
                  <a:pt x="7929154" y="564344"/>
                </a:lnTo>
                <a:lnTo>
                  <a:pt x="7958244" y="627199"/>
                </a:lnTo>
                <a:lnTo>
                  <a:pt x="7193139" y="627199"/>
                </a:lnTo>
                <a:close/>
                <a:moveTo>
                  <a:pt x="6188669" y="564344"/>
                </a:moveTo>
                <a:lnTo>
                  <a:pt x="6674501" y="564344"/>
                </a:lnTo>
                <a:lnTo>
                  <a:pt x="6674501" y="627199"/>
                </a:lnTo>
                <a:lnTo>
                  <a:pt x="6188669" y="627199"/>
                </a:lnTo>
                <a:close/>
                <a:moveTo>
                  <a:pt x="5574793" y="564344"/>
                </a:moveTo>
                <a:lnTo>
                  <a:pt x="6073294" y="564344"/>
                </a:lnTo>
                <a:lnTo>
                  <a:pt x="6073294" y="627199"/>
                </a:lnTo>
                <a:lnTo>
                  <a:pt x="5574793" y="627199"/>
                </a:lnTo>
                <a:close/>
                <a:moveTo>
                  <a:pt x="4792811" y="564344"/>
                </a:moveTo>
                <a:lnTo>
                  <a:pt x="5291307" y="564344"/>
                </a:lnTo>
                <a:lnTo>
                  <a:pt x="5291307" y="627199"/>
                </a:lnTo>
                <a:lnTo>
                  <a:pt x="4792811" y="627199"/>
                </a:lnTo>
                <a:close/>
                <a:moveTo>
                  <a:pt x="2285298" y="564344"/>
                </a:moveTo>
                <a:lnTo>
                  <a:pt x="2771132" y="564344"/>
                </a:lnTo>
                <a:lnTo>
                  <a:pt x="2771132" y="627199"/>
                </a:lnTo>
                <a:lnTo>
                  <a:pt x="2285298" y="627199"/>
                </a:lnTo>
                <a:close/>
                <a:moveTo>
                  <a:pt x="1743635" y="564344"/>
                </a:moveTo>
                <a:lnTo>
                  <a:pt x="2184512" y="564344"/>
                </a:lnTo>
                <a:cubicBezTo>
                  <a:pt x="2184766" y="566886"/>
                  <a:pt x="2184779" y="569428"/>
                  <a:pt x="2184779" y="571975"/>
                </a:cubicBezTo>
                <a:lnTo>
                  <a:pt x="2181588" y="627199"/>
                </a:lnTo>
                <a:lnTo>
                  <a:pt x="1742032" y="627199"/>
                </a:lnTo>
                <a:cubicBezTo>
                  <a:pt x="1744814" y="614498"/>
                  <a:pt x="1746020" y="601328"/>
                  <a:pt x="1746020" y="587881"/>
                </a:cubicBezTo>
                <a:close/>
                <a:moveTo>
                  <a:pt x="985097" y="564344"/>
                </a:moveTo>
                <a:lnTo>
                  <a:pt x="1469893" y="564344"/>
                </a:lnTo>
                <a:lnTo>
                  <a:pt x="1469893" y="627199"/>
                </a:lnTo>
                <a:lnTo>
                  <a:pt x="985097" y="627199"/>
                </a:lnTo>
                <a:close/>
                <a:moveTo>
                  <a:pt x="0" y="564344"/>
                </a:moveTo>
                <a:lnTo>
                  <a:pt x="505721" y="564344"/>
                </a:lnTo>
                <a:lnTo>
                  <a:pt x="505721" y="627199"/>
                </a:lnTo>
                <a:lnTo>
                  <a:pt x="0" y="627199"/>
                </a:lnTo>
                <a:close/>
                <a:moveTo>
                  <a:pt x="4156173" y="564343"/>
                </a:moveTo>
                <a:lnTo>
                  <a:pt x="4635244" y="564343"/>
                </a:lnTo>
                <a:cubicBezTo>
                  <a:pt x="4640872" y="584882"/>
                  <a:pt x="4645555" y="605853"/>
                  <a:pt x="4649285" y="627198"/>
                </a:cubicBezTo>
                <a:lnTo>
                  <a:pt x="4173561" y="627198"/>
                </a:lnTo>
                <a:cubicBezTo>
                  <a:pt x="4169315" y="604960"/>
                  <a:pt x="4163223" y="584012"/>
                  <a:pt x="4156173" y="564343"/>
                </a:cubicBezTo>
                <a:close/>
                <a:moveTo>
                  <a:pt x="3330140" y="564343"/>
                </a:moveTo>
                <a:lnTo>
                  <a:pt x="3809216" y="564343"/>
                </a:lnTo>
                <a:cubicBezTo>
                  <a:pt x="3802169" y="584012"/>
                  <a:pt x="3796073" y="604960"/>
                  <a:pt x="3791828" y="627198"/>
                </a:cubicBezTo>
                <a:lnTo>
                  <a:pt x="3316108" y="627198"/>
                </a:lnTo>
                <a:cubicBezTo>
                  <a:pt x="3319832" y="605853"/>
                  <a:pt x="3324517" y="584882"/>
                  <a:pt x="3330140" y="564343"/>
                </a:cubicBezTo>
                <a:close/>
                <a:moveTo>
                  <a:pt x="11305691" y="441367"/>
                </a:moveTo>
                <a:lnTo>
                  <a:pt x="11306110" y="441367"/>
                </a:lnTo>
                <a:lnTo>
                  <a:pt x="11306110" y="441726"/>
                </a:lnTo>
                <a:close/>
                <a:moveTo>
                  <a:pt x="10419150" y="441367"/>
                </a:moveTo>
                <a:lnTo>
                  <a:pt x="10893359" y="441367"/>
                </a:lnTo>
                <a:cubicBezTo>
                  <a:pt x="10886582" y="455880"/>
                  <a:pt x="10890875" y="469945"/>
                  <a:pt x="10894757" y="483273"/>
                </a:cubicBezTo>
                <a:lnTo>
                  <a:pt x="10419058" y="483273"/>
                </a:lnTo>
                <a:cubicBezTo>
                  <a:pt x="10417969" y="476587"/>
                  <a:pt x="10417854" y="469854"/>
                  <a:pt x="10417854" y="463084"/>
                </a:cubicBezTo>
                <a:close/>
                <a:moveTo>
                  <a:pt x="9781432" y="440432"/>
                </a:moveTo>
                <a:lnTo>
                  <a:pt x="10286039" y="440432"/>
                </a:lnTo>
                <a:lnTo>
                  <a:pt x="10286039" y="482250"/>
                </a:lnTo>
                <a:lnTo>
                  <a:pt x="9781432" y="482250"/>
                </a:lnTo>
                <a:close/>
                <a:moveTo>
                  <a:pt x="8877431" y="440432"/>
                </a:moveTo>
                <a:lnTo>
                  <a:pt x="9382033" y="440432"/>
                </a:lnTo>
                <a:lnTo>
                  <a:pt x="9382033" y="482250"/>
                </a:lnTo>
                <a:lnTo>
                  <a:pt x="8877431" y="482250"/>
                </a:lnTo>
                <a:close/>
                <a:moveTo>
                  <a:pt x="8042875" y="440432"/>
                </a:moveTo>
                <a:lnTo>
                  <a:pt x="8501703" y="440432"/>
                </a:lnTo>
                <a:lnTo>
                  <a:pt x="8501703" y="482250"/>
                </a:lnTo>
                <a:lnTo>
                  <a:pt x="8042875" y="482250"/>
                </a:lnTo>
                <a:close/>
                <a:moveTo>
                  <a:pt x="7193139" y="440432"/>
                </a:moveTo>
                <a:lnTo>
                  <a:pt x="7871807" y="440432"/>
                </a:lnTo>
                <a:lnTo>
                  <a:pt x="7891162" y="482250"/>
                </a:lnTo>
                <a:lnTo>
                  <a:pt x="7193139" y="482250"/>
                </a:lnTo>
                <a:close/>
                <a:moveTo>
                  <a:pt x="6188669" y="440432"/>
                </a:moveTo>
                <a:lnTo>
                  <a:pt x="6674501" y="440432"/>
                </a:lnTo>
                <a:lnTo>
                  <a:pt x="6674501" y="482250"/>
                </a:lnTo>
                <a:lnTo>
                  <a:pt x="6188669" y="482250"/>
                </a:lnTo>
                <a:close/>
                <a:moveTo>
                  <a:pt x="5574793" y="440432"/>
                </a:moveTo>
                <a:lnTo>
                  <a:pt x="6073294" y="440432"/>
                </a:lnTo>
                <a:lnTo>
                  <a:pt x="6073294" y="482250"/>
                </a:lnTo>
                <a:lnTo>
                  <a:pt x="5574793" y="482250"/>
                </a:lnTo>
                <a:close/>
                <a:moveTo>
                  <a:pt x="4792811" y="440432"/>
                </a:moveTo>
                <a:lnTo>
                  <a:pt x="5291307" y="440432"/>
                </a:lnTo>
                <a:lnTo>
                  <a:pt x="5291307" y="482250"/>
                </a:lnTo>
                <a:lnTo>
                  <a:pt x="4792811" y="482250"/>
                </a:lnTo>
                <a:close/>
                <a:moveTo>
                  <a:pt x="2285298" y="440432"/>
                </a:moveTo>
                <a:lnTo>
                  <a:pt x="2771132" y="440432"/>
                </a:lnTo>
                <a:lnTo>
                  <a:pt x="2771132" y="482250"/>
                </a:lnTo>
                <a:lnTo>
                  <a:pt x="2285298" y="482250"/>
                </a:lnTo>
                <a:close/>
                <a:moveTo>
                  <a:pt x="1688066" y="440432"/>
                </a:moveTo>
                <a:lnTo>
                  <a:pt x="2171374" y="440432"/>
                </a:lnTo>
                <a:cubicBezTo>
                  <a:pt x="2174308" y="454201"/>
                  <a:pt x="2176703" y="468150"/>
                  <a:pt x="2178605" y="482250"/>
                </a:cubicBezTo>
                <a:lnTo>
                  <a:pt x="1717768" y="482250"/>
                </a:lnTo>
                <a:cubicBezTo>
                  <a:pt x="1710308" y="466635"/>
                  <a:pt x="1700209" y="452603"/>
                  <a:pt x="1688066" y="440432"/>
                </a:cubicBezTo>
                <a:close/>
                <a:moveTo>
                  <a:pt x="985097" y="440432"/>
                </a:moveTo>
                <a:lnTo>
                  <a:pt x="1469893" y="440432"/>
                </a:lnTo>
                <a:lnTo>
                  <a:pt x="1469893" y="482250"/>
                </a:lnTo>
                <a:lnTo>
                  <a:pt x="985097" y="482250"/>
                </a:lnTo>
                <a:close/>
                <a:moveTo>
                  <a:pt x="0" y="440432"/>
                </a:moveTo>
                <a:lnTo>
                  <a:pt x="505721" y="440432"/>
                </a:lnTo>
                <a:lnTo>
                  <a:pt x="505721" y="482250"/>
                </a:lnTo>
                <a:lnTo>
                  <a:pt x="0" y="482250"/>
                </a:lnTo>
                <a:close/>
                <a:moveTo>
                  <a:pt x="4093268" y="440431"/>
                </a:moveTo>
                <a:lnTo>
                  <a:pt x="4597023" y="440431"/>
                </a:lnTo>
                <a:cubicBezTo>
                  <a:pt x="4602558" y="454039"/>
                  <a:pt x="4607425" y="468006"/>
                  <a:pt x="4611768" y="482249"/>
                </a:cubicBezTo>
                <a:lnTo>
                  <a:pt x="4120709" y="482249"/>
                </a:lnTo>
                <a:cubicBezTo>
                  <a:pt x="4112199" y="466767"/>
                  <a:pt x="4103118" y="452703"/>
                  <a:pt x="4093268" y="440431"/>
                </a:cubicBezTo>
                <a:close/>
                <a:moveTo>
                  <a:pt x="3368371" y="440431"/>
                </a:moveTo>
                <a:lnTo>
                  <a:pt x="3872116" y="440431"/>
                </a:lnTo>
                <a:cubicBezTo>
                  <a:pt x="3862266" y="452703"/>
                  <a:pt x="3853190" y="466767"/>
                  <a:pt x="3844680" y="482249"/>
                </a:cubicBezTo>
                <a:lnTo>
                  <a:pt x="3353616" y="482249"/>
                </a:lnTo>
                <a:cubicBezTo>
                  <a:pt x="3357959" y="468006"/>
                  <a:pt x="3362831" y="454039"/>
                  <a:pt x="3368371" y="440431"/>
                </a:cubicBezTo>
                <a:close/>
                <a:moveTo>
                  <a:pt x="11223979" y="437563"/>
                </a:moveTo>
                <a:lnTo>
                  <a:pt x="11304274" y="437563"/>
                </a:lnTo>
                <a:lnTo>
                  <a:pt x="11304274" y="487440"/>
                </a:lnTo>
                <a:lnTo>
                  <a:pt x="11274504" y="487440"/>
                </a:lnTo>
                <a:close/>
                <a:moveTo>
                  <a:pt x="10437485" y="312620"/>
                </a:moveTo>
                <a:lnTo>
                  <a:pt x="11305204" y="312620"/>
                </a:lnTo>
                <a:lnTo>
                  <a:pt x="11305204" y="323517"/>
                </a:lnTo>
                <a:lnTo>
                  <a:pt x="11306110" y="323517"/>
                </a:lnTo>
                <a:lnTo>
                  <a:pt x="11306110" y="351547"/>
                </a:lnTo>
                <a:lnTo>
                  <a:pt x="11306110" y="359098"/>
                </a:lnTo>
                <a:lnTo>
                  <a:pt x="11305204" y="359098"/>
                </a:lnTo>
                <a:lnTo>
                  <a:pt x="11305204" y="363528"/>
                </a:lnTo>
                <a:lnTo>
                  <a:pt x="10423824" y="363528"/>
                </a:lnTo>
                <a:lnTo>
                  <a:pt x="10429797" y="336441"/>
                </a:lnTo>
                <a:close/>
                <a:moveTo>
                  <a:pt x="9781432" y="312620"/>
                </a:moveTo>
                <a:lnTo>
                  <a:pt x="10286039" y="312620"/>
                </a:lnTo>
                <a:lnTo>
                  <a:pt x="10286039" y="322833"/>
                </a:lnTo>
                <a:lnTo>
                  <a:pt x="10286039" y="358338"/>
                </a:lnTo>
                <a:lnTo>
                  <a:pt x="10286039" y="358339"/>
                </a:lnTo>
                <a:lnTo>
                  <a:pt x="9781432" y="358339"/>
                </a:lnTo>
                <a:lnTo>
                  <a:pt x="9781432" y="358338"/>
                </a:lnTo>
                <a:lnTo>
                  <a:pt x="9781432" y="322833"/>
                </a:lnTo>
                <a:close/>
                <a:moveTo>
                  <a:pt x="8611213" y="312620"/>
                </a:moveTo>
                <a:lnTo>
                  <a:pt x="9666891" y="312620"/>
                </a:lnTo>
                <a:lnTo>
                  <a:pt x="9666891" y="322833"/>
                </a:lnTo>
                <a:lnTo>
                  <a:pt x="9668568" y="322833"/>
                </a:lnTo>
                <a:lnTo>
                  <a:pt x="9668568" y="358338"/>
                </a:lnTo>
                <a:lnTo>
                  <a:pt x="9666891" y="358338"/>
                </a:lnTo>
                <a:lnTo>
                  <a:pt x="9666891" y="358339"/>
                </a:lnTo>
                <a:lnTo>
                  <a:pt x="8611213" y="358339"/>
                </a:lnTo>
                <a:close/>
                <a:moveTo>
                  <a:pt x="8037009" y="312620"/>
                </a:moveTo>
                <a:lnTo>
                  <a:pt x="8500026" y="312620"/>
                </a:lnTo>
                <a:lnTo>
                  <a:pt x="8500026" y="322833"/>
                </a:lnTo>
                <a:lnTo>
                  <a:pt x="8501703" y="322833"/>
                </a:lnTo>
                <a:lnTo>
                  <a:pt x="8501703" y="358338"/>
                </a:lnTo>
                <a:lnTo>
                  <a:pt x="8500026" y="358338"/>
                </a:lnTo>
                <a:lnTo>
                  <a:pt x="8500026" y="358339"/>
                </a:lnTo>
                <a:lnTo>
                  <a:pt x="8037009" y="358339"/>
                </a:lnTo>
                <a:close/>
                <a:moveTo>
                  <a:pt x="7193139" y="312620"/>
                </a:moveTo>
                <a:lnTo>
                  <a:pt x="7812777" y="312620"/>
                </a:lnTo>
                <a:lnTo>
                  <a:pt x="7833342" y="357178"/>
                </a:lnTo>
                <a:lnTo>
                  <a:pt x="7833342" y="357314"/>
                </a:lnTo>
                <a:lnTo>
                  <a:pt x="7833816" y="358338"/>
                </a:lnTo>
                <a:lnTo>
                  <a:pt x="7833342" y="358338"/>
                </a:lnTo>
                <a:lnTo>
                  <a:pt x="7833342" y="358339"/>
                </a:lnTo>
                <a:lnTo>
                  <a:pt x="7193139" y="358339"/>
                </a:lnTo>
                <a:lnTo>
                  <a:pt x="7193139" y="358338"/>
                </a:lnTo>
                <a:lnTo>
                  <a:pt x="7193139" y="322833"/>
                </a:lnTo>
                <a:close/>
                <a:moveTo>
                  <a:pt x="6184479" y="312620"/>
                </a:moveTo>
                <a:lnTo>
                  <a:pt x="7080274" y="312620"/>
                </a:lnTo>
                <a:lnTo>
                  <a:pt x="7080274" y="322833"/>
                </a:lnTo>
                <a:lnTo>
                  <a:pt x="7080275" y="322833"/>
                </a:lnTo>
                <a:lnTo>
                  <a:pt x="7080275" y="358338"/>
                </a:lnTo>
                <a:lnTo>
                  <a:pt x="7080274" y="358338"/>
                </a:lnTo>
                <a:lnTo>
                  <a:pt x="7080274" y="358339"/>
                </a:lnTo>
                <a:lnTo>
                  <a:pt x="6184479" y="358339"/>
                </a:lnTo>
                <a:close/>
                <a:moveTo>
                  <a:pt x="5574793" y="312620"/>
                </a:moveTo>
                <a:lnTo>
                  <a:pt x="6073294" y="312620"/>
                </a:lnTo>
                <a:lnTo>
                  <a:pt x="6073294" y="322833"/>
                </a:lnTo>
                <a:lnTo>
                  <a:pt x="6073294" y="358338"/>
                </a:lnTo>
                <a:lnTo>
                  <a:pt x="6073294" y="358339"/>
                </a:lnTo>
                <a:lnTo>
                  <a:pt x="5574793" y="358339"/>
                </a:lnTo>
                <a:lnTo>
                  <a:pt x="5574793" y="358338"/>
                </a:lnTo>
                <a:lnTo>
                  <a:pt x="5574793" y="322833"/>
                </a:lnTo>
                <a:close/>
                <a:moveTo>
                  <a:pt x="4792811" y="312620"/>
                </a:moveTo>
                <a:lnTo>
                  <a:pt x="5291307" y="312620"/>
                </a:lnTo>
                <a:lnTo>
                  <a:pt x="5291307" y="322833"/>
                </a:lnTo>
                <a:lnTo>
                  <a:pt x="5291307" y="358338"/>
                </a:lnTo>
                <a:lnTo>
                  <a:pt x="5291307" y="358339"/>
                </a:lnTo>
                <a:lnTo>
                  <a:pt x="4792811" y="358339"/>
                </a:lnTo>
                <a:lnTo>
                  <a:pt x="4792811" y="358338"/>
                </a:lnTo>
                <a:lnTo>
                  <a:pt x="4792811" y="322833"/>
                </a:lnTo>
                <a:close/>
                <a:moveTo>
                  <a:pt x="2285298" y="312620"/>
                </a:moveTo>
                <a:lnTo>
                  <a:pt x="3183254" y="312620"/>
                </a:lnTo>
                <a:lnTo>
                  <a:pt x="3183254" y="322833"/>
                </a:lnTo>
                <a:lnTo>
                  <a:pt x="3183254" y="358338"/>
                </a:lnTo>
                <a:lnTo>
                  <a:pt x="3183254" y="358339"/>
                </a:lnTo>
                <a:lnTo>
                  <a:pt x="2285298" y="358339"/>
                </a:lnTo>
                <a:lnTo>
                  <a:pt x="2285298" y="358338"/>
                </a:lnTo>
                <a:lnTo>
                  <a:pt x="2285298" y="322833"/>
                </a:lnTo>
                <a:close/>
                <a:moveTo>
                  <a:pt x="985097" y="312620"/>
                </a:moveTo>
                <a:lnTo>
                  <a:pt x="2135110" y="312620"/>
                </a:lnTo>
                <a:lnTo>
                  <a:pt x="2148730" y="358335"/>
                </a:lnTo>
                <a:lnTo>
                  <a:pt x="2148731" y="358338"/>
                </a:lnTo>
                <a:lnTo>
                  <a:pt x="2148731" y="358339"/>
                </a:lnTo>
                <a:lnTo>
                  <a:pt x="985097" y="358339"/>
                </a:lnTo>
                <a:lnTo>
                  <a:pt x="985097" y="358338"/>
                </a:lnTo>
                <a:lnTo>
                  <a:pt x="985097" y="322833"/>
                </a:lnTo>
                <a:close/>
                <a:moveTo>
                  <a:pt x="0" y="312620"/>
                </a:moveTo>
                <a:lnTo>
                  <a:pt x="877145" y="312620"/>
                </a:lnTo>
                <a:lnTo>
                  <a:pt x="877145" y="322833"/>
                </a:lnTo>
                <a:lnTo>
                  <a:pt x="877145" y="358338"/>
                </a:lnTo>
                <a:lnTo>
                  <a:pt x="877145" y="358339"/>
                </a:lnTo>
                <a:lnTo>
                  <a:pt x="0" y="358339"/>
                </a:lnTo>
                <a:lnTo>
                  <a:pt x="0" y="358338"/>
                </a:lnTo>
                <a:lnTo>
                  <a:pt x="0" y="322833"/>
                </a:lnTo>
                <a:close/>
                <a:moveTo>
                  <a:pt x="3426524" y="311140"/>
                </a:moveTo>
                <a:lnTo>
                  <a:pt x="4541246" y="311140"/>
                </a:lnTo>
                <a:lnTo>
                  <a:pt x="4565836" y="363528"/>
                </a:lnTo>
                <a:lnTo>
                  <a:pt x="3720591" y="363528"/>
                </a:lnTo>
                <a:lnTo>
                  <a:pt x="3720591" y="361147"/>
                </a:lnTo>
                <a:lnTo>
                  <a:pt x="3403052" y="361147"/>
                </a:lnTo>
                <a:close/>
                <a:moveTo>
                  <a:pt x="10479636" y="204267"/>
                </a:moveTo>
                <a:lnTo>
                  <a:pt x="10671926" y="204267"/>
                </a:lnTo>
                <a:lnTo>
                  <a:pt x="11306110" y="204267"/>
                </a:lnTo>
                <a:lnTo>
                  <a:pt x="11306110" y="241250"/>
                </a:lnTo>
                <a:lnTo>
                  <a:pt x="10671926" y="241250"/>
                </a:lnTo>
                <a:lnTo>
                  <a:pt x="10463420" y="241250"/>
                </a:lnTo>
                <a:close/>
                <a:moveTo>
                  <a:pt x="9781432" y="203834"/>
                </a:moveTo>
                <a:lnTo>
                  <a:pt x="10286039" y="203834"/>
                </a:lnTo>
                <a:lnTo>
                  <a:pt x="10286039" y="240739"/>
                </a:lnTo>
                <a:lnTo>
                  <a:pt x="9781432" y="240739"/>
                </a:lnTo>
                <a:close/>
                <a:moveTo>
                  <a:pt x="8612890" y="203834"/>
                </a:moveTo>
                <a:lnTo>
                  <a:pt x="9668568" y="203834"/>
                </a:lnTo>
                <a:lnTo>
                  <a:pt x="9668568" y="240739"/>
                </a:lnTo>
                <a:lnTo>
                  <a:pt x="8612890" y="240739"/>
                </a:lnTo>
                <a:close/>
                <a:moveTo>
                  <a:pt x="8042875" y="203834"/>
                </a:moveTo>
                <a:lnTo>
                  <a:pt x="8501703" y="203834"/>
                </a:lnTo>
                <a:lnTo>
                  <a:pt x="8501703" y="240739"/>
                </a:lnTo>
                <a:lnTo>
                  <a:pt x="8042875" y="240739"/>
                </a:lnTo>
                <a:close/>
                <a:moveTo>
                  <a:pt x="7193139" y="203834"/>
                </a:moveTo>
                <a:lnTo>
                  <a:pt x="7762309" y="203834"/>
                </a:lnTo>
                <a:lnTo>
                  <a:pt x="7779389" y="240739"/>
                </a:lnTo>
                <a:lnTo>
                  <a:pt x="7193139" y="240739"/>
                </a:lnTo>
                <a:close/>
                <a:moveTo>
                  <a:pt x="6188669" y="203834"/>
                </a:moveTo>
                <a:lnTo>
                  <a:pt x="7080275" y="203834"/>
                </a:lnTo>
                <a:lnTo>
                  <a:pt x="7080275" y="240739"/>
                </a:lnTo>
                <a:lnTo>
                  <a:pt x="6188669" y="240739"/>
                </a:lnTo>
                <a:close/>
                <a:moveTo>
                  <a:pt x="5574793" y="203834"/>
                </a:moveTo>
                <a:lnTo>
                  <a:pt x="6073294" y="203834"/>
                </a:lnTo>
                <a:lnTo>
                  <a:pt x="6073294" y="240739"/>
                </a:lnTo>
                <a:lnTo>
                  <a:pt x="5574793" y="240739"/>
                </a:lnTo>
                <a:close/>
                <a:moveTo>
                  <a:pt x="4792811" y="203834"/>
                </a:moveTo>
                <a:lnTo>
                  <a:pt x="5291307" y="203834"/>
                </a:lnTo>
                <a:lnTo>
                  <a:pt x="5291307" y="240739"/>
                </a:lnTo>
                <a:lnTo>
                  <a:pt x="4792811" y="240739"/>
                </a:lnTo>
                <a:close/>
                <a:moveTo>
                  <a:pt x="2285298" y="203834"/>
                </a:moveTo>
                <a:lnTo>
                  <a:pt x="3183254" y="203834"/>
                </a:lnTo>
                <a:lnTo>
                  <a:pt x="3183254" y="240739"/>
                </a:lnTo>
                <a:lnTo>
                  <a:pt x="2285298" y="240739"/>
                </a:lnTo>
                <a:close/>
                <a:moveTo>
                  <a:pt x="985097" y="203834"/>
                </a:moveTo>
                <a:lnTo>
                  <a:pt x="2069184" y="203834"/>
                </a:lnTo>
                <a:cubicBezTo>
                  <a:pt x="2078730" y="215259"/>
                  <a:pt x="2086715" y="227762"/>
                  <a:pt x="2093941" y="240739"/>
                </a:cubicBezTo>
                <a:lnTo>
                  <a:pt x="985097" y="240739"/>
                </a:lnTo>
                <a:close/>
                <a:moveTo>
                  <a:pt x="0" y="203834"/>
                </a:moveTo>
                <a:lnTo>
                  <a:pt x="877145" y="203834"/>
                </a:lnTo>
                <a:lnTo>
                  <a:pt x="877145" y="240739"/>
                </a:lnTo>
                <a:lnTo>
                  <a:pt x="0" y="240739"/>
                </a:lnTo>
                <a:close/>
                <a:moveTo>
                  <a:pt x="3491565" y="203833"/>
                </a:moveTo>
                <a:lnTo>
                  <a:pt x="4473824" y="203833"/>
                </a:lnTo>
                <a:cubicBezTo>
                  <a:pt x="4482698" y="215677"/>
                  <a:pt x="4491028" y="228051"/>
                  <a:pt x="4499119" y="240738"/>
                </a:cubicBezTo>
                <a:lnTo>
                  <a:pt x="3466269" y="240738"/>
                </a:lnTo>
                <a:cubicBezTo>
                  <a:pt x="3474361" y="228051"/>
                  <a:pt x="3482694" y="215677"/>
                  <a:pt x="3491565" y="203833"/>
                </a:cubicBezTo>
                <a:close/>
                <a:moveTo>
                  <a:pt x="10550205" y="96959"/>
                </a:moveTo>
                <a:lnTo>
                  <a:pt x="10671926" y="96959"/>
                </a:lnTo>
                <a:lnTo>
                  <a:pt x="11306110" y="96959"/>
                </a:lnTo>
                <a:lnTo>
                  <a:pt x="11306110" y="121993"/>
                </a:lnTo>
                <a:lnTo>
                  <a:pt x="10671926" y="121993"/>
                </a:lnTo>
                <a:lnTo>
                  <a:pt x="10531544" y="121993"/>
                </a:lnTo>
                <a:close/>
                <a:moveTo>
                  <a:pt x="9781432" y="96753"/>
                </a:moveTo>
                <a:lnTo>
                  <a:pt x="10286039" y="96753"/>
                </a:lnTo>
                <a:lnTo>
                  <a:pt x="10286039" y="121735"/>
                </a:lnTo>
                <a:lnTo>
                  <a:pt x="9781432" y="121735"/>
                </a:lnTo>
                <a:close/>
                <a:moveTo>
                  <a:pt x="8612890" y="96753"/>
                </a:moveTo>
                <a:lnTo>
                  <a:pt x="9668568" y="96753"/>
                </a:lnTo>
                <a:lnTo>
                  <a:pt x="9668568" y="121735"/>
                </a:lnTo>
                <a:lnTo>
                  <a:pt x="8612890" y="121735"/>
                </a:lnTo>
                <a:close/>
                <a:moveTo>
                  <a:pt x="8042875" y="96753"/>
                </a:moveTo>
                <a:lnTo>
                  <a:pt x="8501703" y="96753"/>
                </a:lnTo>
                <a:lnTo>
                  <a:pt x="8501703" y="121735"/>
                </a:lnTo>
                <a:lnTo>
                  <a:pt x="8042875" y="121735"/>
                </a:lnTo>
                <a:close/>
                <a:moveTo>
                  <a:pt x="7193139" y="96753"/>
                </a:moveTo>
                <a:lnTo>
                  <a:pt x="7712749" y="96753"/>
                </a:lnTo>
                <a:lnTo>
                  <a:pt x="7724312" y="121735"/>
                </a:lnTo>
                <a:lnTo>
                  <a:pt x="7193139" y="121735"/>
                </a:lnTo>
                <a:close/>
                <a:moveTo>
                  <a:pt x="6188669" y="96753"/>
                </a:moveTo>
                <a:lnTo>
                  <a:pt x="7080275" y="96753"/>
                </a:lnTo>
                <a:lnTo>
                  <a:pt x="7080275" y="121735"/>
                </a:lnTo>
                <a:lnTo>
                  <a:pt x="6188669" y="121735"/>
                </a:lnTo>
                <a:close/>
                <a:moveTo>
                  <a:pt x="5574793" y="96753"/>
                </a:moveTo>
                <a:lnTo>
                  <a:pt x="6073294" y="96753"/>
                </a:lnTo>
                <a:lnTo>
                  <a:pt x="6073294" y="121735"/>
                </a:lnTo>
                <a:lnTo>
                  <a:pt x="5574793" y="121735"/>
                </a:lnTo>
                <a:close/>
                <a:moveTo>
                  <a:pt x="4792811" y="96753"/>
                </a:moveTo>
                <a:lnTo>
                  <a:pt x="5291307" y="96753"/>
                </a:lnTo>
                <a:lnTo>
                  <a:pt x="5291307" y="121735"/>
                </a:lnTo>
                <a:lnTo>
                  <a:pt x="4792811" y="121735"/>
                </a:lnTo>
                <a:close/>
                <a:moveTo>
                  <a:pt x="2285298" y="96753"/>
                </a:moveTo>
                <a:lnTo>
                  <a:pt x="3183254" y="96753"/>
                </a:lnTo>
                <a:lnTo>
                  <a:pt x="3183254" y="121735"/>
                </a:lnTo>
                <a:lnTo>
                  <a:pt x="2285298" y="121735"/>
                </a:lnTo>
                <a:close/>
                <a:moveTo>
                  <a:pt x="985097" y="96753"/>
                </a:moveTo>
                <a:lnTo>
                  <a:pt x="1978552" y="96753"/>
                </a:lnTo>
                <a:cubicBezTo>
                  <a:pt x="1987269" y="104388"/>
                  <a:pt x="1995490" y="112539"/>
                  <a:pt x="2002599" y="121735"/>
                </a:cubicBezTo>
                <a:lnTo>
                  <a:pt x="985097" y="121735"/>
                </a:lnTo>
                <a:close/>
                <a:moveTo>
                  <a:pt x="0" y="96753"/>
                </a:moveTo>
                <a:lnTo>
                  <a:pt x="877145" y="96753"/>
                </a:lnTo>
                <a:lnTo>
                  <a:pt x="877145" y="121735"/>
                </a:lnTo>
                <a:lnTo>
                  <a:pt x="0" y="121735"/>
                </a:lnTo>
                <a:close/>
                <a:moveTo>
                  <a:pt x="3581580" y="96752"/>
                </a:moveTo>
                <a:lnTo>
                  <a:pt x="4383809" y="96752"/>
                </a:lnTo>
                <a:cubicBezTo>
                  <a:pt x="4392080" y="104604"/>
                  <a:pt x="4400028" y="112884"/>
                  <a:pt x="4407456" y="121734"/>
                </a:cubicBezTo>
                <a:lnTo>
                  <a:pt x="3557933" y="121734"/>
                </a:lnTo>
                <a:cubicBezTo>
                  <a:pt x="3565365" y="112884"/>
                  <a:pt x="3573309" y="104604"/>
                  <a:pt x="3581580" y="96752"/>
                </a:cubicBezTo>
                <a:close/>
                <a:moveTo>
                  <a:pt x="10683999" y="1"/>
                </a:moveTo>
                <a:lnTo>
                  <a:pt x="10743787" y="1"/>
                </a:lnTo>
                <a:cubicBezTo>
                  <a:pt x="10762889" y="1"/>
                  <a:pt x="10781796" y="856"/>
                  <a:pt x="10800434" y="2849"/>
                </a:cubicBezTo>
                <a:lnTo>
                  <a:pt x="10800434" y="1"/>
                </a:lnTo>
                <a:lnTo>
                  <a:pt x="11306110" y="1"/>
                </a:lnTo>
                <a:lnTo>
                  <a:pt x="11306110" y="14690"/>
                </a:lnTo>
                <a:lnTo>
                  <a:pt x="10671926" y="14690"/>
                </a:lnTo>
                <a:lnTo>
                  <a:pt x="10634292" y="14690"/>
                </a:lnTo>
                <a:cubicBezTo>
                  <a:pt x="10638035" y="10809"/>
                  <a:pt x="10642253" y="7500"/>
                  <a:pt x="10646512" y="4251"/>
                </a:cubicBezTo>
                <a:lnTo>
                  <a:pt x="10646512" y="2687"/>
                </a:lnTo>
                <a:lnTo>
                  <a:pt x="10671926" y="1221"/>
                </a:lnTo>
                <a:lnTo>
                  <a:pt x="10671926" y="697"/>
                </a:lnTo>
                <a:close/>
                <a:moveTo>
                  <a:pt x="9781432" y="1"/>
                </a:moveTo>
                <a:lnTo>
                  <a:pt x="10286039" y="1"/>
                </a:lnTo>
                <a:lnTo>
                  <a:pt x="10286039" y="14659"/>
                </a:lnTo>
                <a:lnTo>
                  <a:pt x="9781432" y="14659"/>
                </a:lnTo>
                <a:close/>
                <a:moveTo>
                  <a:pt x="8612890" y="1"/>
                </a:moveTo>
                <a:lnTo>
                  <a:pt x="9668568" y="1"/>
                </a:lnTo>
                <a:lnTo>
                  <a:pt x="9668568" y="14659"/>
                </a:lnTo>
                <a:lnTo>
                  <a:pt x="8612890" y="14659"/>
                </a:lnTo>
                <a:close/>
                <a:moveTo>
                  <a:pt x="8042875" y="1"/>
                </a:moveTo>
                <a:lnTo>
                  <a:pt x="8501703" y="1"/>
                </a:lnTo>
                <a:lnTo>
                  <a:pt x="8501703" y="14659"/>
                </a:lnTo>
                <a:lnTo>
                  <a:pt x="8042875" y="14659"/>
                </a:lnTo>
                <a:close/>
                <a:moveTo>
                  <a:pt x="7193139" y="1"/>
                </a:moveTo>
                <a:lnTo>
                  <a:pt x="7667970" y="1"/>
                </a:lnTo>
                <a:lnTo>
                  <a:pt x="7674758" y="14659"/>
                </a:lnTo>
                <a:lnTo>
                  <a:pt x="7193139" y="14659"/>
                </a:lnTo>
                <a:close/>
                <a:moveTo>
                  <a:pt x="6188669" y="1"/>
                </a:moveTo>
                <a:lnTo>
                  <a:pt x="7080275" y="1"/>
                </a:lnTo>
                <a:lnTo>
                  <a:pt x="7080275" y="14659"/>
                </a:lnTo>
                <a:lnTo>
                  <a:pt x="6188669" y="14659"/>
                </a:lnTo>
                <a:close/>
                <a:moveTo>
                  <a:pt x="5574793" y="1"/>
                </a:moveTo>
                <a:lnTo>
                  <a:pt x="6073294" y="1"/>
                </a:lnTo>
                <a:lnTo>
                  <a:pt x="6073294" y="14659"/>
                </a:lnTo>
                <a:lnTo>
                  <a:pt x="5574793" y="14659"/>
                </a:lnTo>
                <a:close/>
                <a:moveTo>
                  <a:pt x="4792811" y="1"/>
                </a:moveTo>
                <a:lnTo>
                  <a:pt x="5291307" y="1"/>
                </a:lnTo>
                <a:lnTo>
                  <a:pt x="5291307" y="14659"/>
                </a:lnTo>
                <a:lnTo>
                  <a:pt x="4792811" y="14659"/>
                </a:lnTo>
                <a:close/>
                <a:moveTo>
                  <a:pt x="2285298" y="1"/>
                </a:moveTo>
                <a:lnTo>
                  <a:pt x="3183254" y="1"/>
                </a:lnTo>
                <a:lnTo>
                  <a:pt x="3183254" y="14659"/>
                </a:lnTo>
                <a:lnTo>
                  <a:pt x="2285298" y="14659"/>
                </a:lnTo>
                <a:close/>
                <a:moveTo>
                  <a:pt x="985097" y="1"/>
                </a:moveTo>
                <a:lnTo>
                  <a:pt x="1846470" y="1"/>
                </a:lnTo>
                <a:lnTo>
                  <a:pt x="1869376" y="14659"/>
                </a:lnTo>
                <a:lnTo>
                  <a:pt x="985097" y="14659"/>
                </a:lnTo>
                <a:close/>
                <a:moveTo>
                  <a:pt x="0" y="1"/>
                </a:moveTo>
                <a:lnTo>
                  <a:pt x="877145" y="1"/>
                </a:lnTo>
                <a:lnTo>
                  <a:pt x="877145" y="14659"/>
                </a:lnTo>
                <a:lnTo>
                  <a:pt x="0" y="14659"/>
                </a:lnTo>
                <a:close/>
                <a:moveTo>
                  <a:pt x="3702830" y="0"/>
                </a:moveTo>
                <a:lnTo>
                  <a:pt x="4262563" y="0"/>
                </a:lnTo>
                <a:lnTo>
                  <a:pt x="4284257" y="14658"/>
                </a:lnTo>
                <a:lnTo>
                  <a:pt x="3681132" y="1465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tIns="90000" bIns="90000" rtlCol="0" anchor="t" anchorCtr="0">
            <a:no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endParaRPr lang="en-GB" sz="1800" noProof="0" dirty="0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86792688"/>
      </p:ext>
    </p:extLst>
  </p:cSld>
  <p:clrMapOvr>
    <a:masterClrMapping/>
  </p:clrMapOvr>
  <p:transition spd="slow">
    <p:fade/>
  </p:transition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peaker intr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>
            <a:extLst>
              <a:ext uri="{FF2B5EF4-FFF2-40B4-BE49-F238E27FC236}">
                <a16:creationId xmlns:a16="http://schemas.microsoft.com/office/drawing/2014/main" id="{903094B9-872F-F07E-248C-D1441F5721A8}"/>
              </a:ext>
            </a:extLst>
          </p:cNvPr>
          <p:cNvGrpSpPr/>
          <p:nvPr userDrawn="1"/>
        </p:nvGrpSpPr>
        <p:grpSpPr>
          <a:xfrm>
            <a:off x="0" y="0"/>
            <a:ext cx="2267744" cy="5143499"/>
            <a:chOff x="0" y="0"/>
            <a:chExt cx="2267744" cy="5143499"/>
          </a:xfrm>
        </p:grpSpPr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21BCA90A-C11C-C78E-8A38-9EA08A99CA66}"/>
                </a:ext>
              </a:extLst>
            </p:cNvPr>
            <p:cNvSpPr>
              <a:spLocks/>
            </p:cNvSpPr>
            <p:nvPr userDrawn="1"/>
          </p:nvSpPr>
          <p:spPr>
            <a:xfrm>
              <a:off x="0" y="3826518"/>
              <a:ext cx="2267744" cy="1316981"/>
            </a:xfrm>
            <a:prstGeom prst="rect">
              <a:avLst/>
            </a:prstGeom>
            <a:blipFill>
              <a:blip r:embed="rId2"/>
              <a:srcRect/>
              <a:stretch>
                <a:fillRect l="-22358" t="-10692" r="8757" b="-84920"/>
              </a:stretch>
            </a:blip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square" tIns="90000" bIns="90000" rtlCol="0" anchor="t" anchorCtr="0">
              <a:noAutofit/>
            </a:bodyPr>
            <a:lstStyle/>
            <a:p>
              <a:pPr algn="ctr" defTabSz="457200"/>
              <a:endParaRPr lang="en-GB" sz="1800" noProof="0">
                <a:solidFill>
                  <a:srgbClr val="F78F1E"/>
                </a:solidFill>
              </a:endParaRPr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6DEBB491-E457-491B-0B39-5541A8AC88F1}"/>
                </a:ext>
              </a:extLst>
            </p:cNvPr>
            <p:cNvSpPr/>
            <p:nvPr userDrawn="1"/>
          </p:nvSpPr>
          <p:spPr>
            <a:xfrm>
              <a:off x="0" y="0"/>
              <a:ext cx="1871700" cy="3826518"/>
            </a:xfrm>
            <a:prstGeom prst="rect">
              <a:avLst/>
            </a:prstGeom>
            <a:gradFill flip="none" rotWithShape="1">
              <a:gsLst>
                <a:gs pos="21000">
                  <a:srgbClr val="2C82BD"/>
                </a:gs>
                <a:gs pos="0">
                  <a:srgbClr val="2F88C2"/>
                </a:gs>
                <a:gs pos="57000">
                  <a:srgbClr val="105A98"/>
                </a:gs>
                <a:gs pos="88000">
                  <a:schemeClr val="tx1"/>
                </a:gs>
              </a:gsLst>
              <a:lin ang="0" scaled="1"/>
              <a:tileRect/>
            </a:gradFill>
            <a:ln>
              <a:noFill/>
              <a:miter lim="800000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90000" rIns="72000" bIns="72000" rtlCol="0" anchor="t" anchorCtr="0"/>
            <a:lstStyle/>
            <a:p>
              <a:pPr algn="l" fontAlgn="auto">
                <a:lnSpc>
                  <a:spcPct val="90000"/>
                </a:lnSpc>
                <a:spcBef>
                  <a:spcPts val="0"/>
                </a:spcBef>
                <a:spcAft>
                  <a:spcPts val="600"/>
                </a:spcAft>
              </a:pPr>
              <a:endParaRPr lang="en-GB" sz="1400" dirty="0">
                <a:solidFill>
                  <a:schemeClr val="bg2"/>
                </a:solidFill>
              </a:endParaRPr>
            </a:p>
          </p:txBody>
        </p:sp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1F3F72CB-9D9E-A756-FD98-C4AE9CF866ED}"/>
                </a:ext>
              </a:extLst>
            </p:cNvPr>
            <p:cNvSpPr/>
            <p:nvPr userDrawn="1"/>
          </p:nvSpPr>
          <p:spPr>
            <a:xfrm>
              <a:off x="0" y="0"/>
              <a:ext cx="1871700" cy="4263938"/>
            </a:xfrm>
            <a:prstGeom prst="rect">
              <a:avLst/>
            </a:prstGeom>
            <a:gradFill flip="none" rotWithShape="1">
              <a:gsLst>
                <a:gs pos="0">
                  <a:schemeClr val="tx1">
                    <a:alpha val="78000"/>
                  </a:schemeClr>
                </a:gs>
                <a:gs pos="100000">
                  <a:schemeClr val="tx1">
                    <a:alpha val="0"/>
                  </a:schemeClr>
                </a:gs>
              </a:gsLst>
              <a:lin ang="5400000" scaled="1"/>
              <a:tileRect/>
            </a:gradFill>
            <a:ln>
              <a:noFill/>
              <a:miter lim="800000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90000" rIns="72000" bIns="72000" rtlCol="0" anchor="t" anchorCtr="0"/>
            <a:lstStyle/>
            <a:p>
              <a:pPr algn="l" fontAlgn="auto">
                <a:lnSpc>
                  <a:spcPct val="90000"/>
                </a:lnSpc>
                <a:spcBef>
                  <a:spcPts val="0"/>
                </a:spcBef>
                <a:spcAft>
                  <a:spcPts val="600"/>
                </a:spcAft>
              </a:pPr>
              <a:endParaRPr lang="en-GB" sz="1400" dirty="0">
                <a:solidFill>
                  <a:schemeClr val="bg2"/>
                </a:solidFill>
              </a:endParaRPr>
            </a:p>
          </p:txBody>
        </p:sp>
      </p:grpSp>
      <p:sp>
        <p:nvSpPr>
          <p:cNvPr id="9" name="Freihandform: Form 49">
            <a:extLst>
              <a:ext uri="{FF2B5EF4-FFF2-40B4-BE49-F238E27FC236}">
                <a16:creationId xmlns:a16="http://schemas.microsoft.com/office/drawing/2014/main" id="{6992AA92-3408-7DBA-04A7-D32AAADDB944}"/>
              </a:ext>
            </a:extLst>
          </p:cNvPr>
          <p:cNvSpPr>
            <a:spLocks noChangeAspect="1"/>
          </p:cNvSpPr>
          <p:nvPr userDrawn="1"/>
        </p:nvSpPr>
        <p:spPr>
          <a:xfrm>
            <a:off x="7655146" y="4833046"/>
            <a:ext cx="1057447" cy="184740"/>
          </a:xfrm>
          <a:custGeom>
            <a:avLst/>
            <a:gdLst>
              <a:gd name="connsiteX0" fmla="*/ 4196821 w 11362354"/>
              <a:gd name="connsiteY0" fmla="*/ 1846406 h 1972800"/>
              <a:gd name="connsiteX1" fmla="*/ 4515841 w 11362354"/>
              <a:gd name="connsiteY1" fmla="*/ 1846406 h 1972800"/>
              <a:gd name="connsiteX2" fmla="*/ 4302401 w 11362354"/>
              <a:gd name="connsiteY2" fmla="*/ 1972800 h 1972800"/>
              <a:gd name="connsiteX3" fmla="*/ 4276590 w 11362354"/>
              <a:gd name="connsiteY3" fmla="*/ 1972800 h 1972800"/>
              <a:gd name="connsiteX4" fmla="*/ 10408772 w 11362354"/>
              <a:gd name="connsiteY4" fmla="*/ 1547682 h 1972800"/>
              <a:gd name="connsiteX5" fmla="*/ 11236685 w 11362354"/>
              <a:gd name="connsiteY5" fmla="*/ 1547682 h 1972800"/>
              <a:gd name="connsiteX6" fmla="*/ 11013744 w 11362354"/>
              <a:gd name="connsiteY6" fmla="*/ 1726479 h 1972800"/>
              <a:gd name="connsiteX7" fmla="*/ 10702056 w 11362354"/>
              <a:gd name="connsiteY7" fmla="*/ 1776200 h 1972800"/>
              <a:gd name="connsiteX8" fmla="*/ 10408772 w 11362354"/>
              <a:gd name="connsiteY8" fmla="*/ 1703049 h 1972800"/>
              <a:gd name="connsiteX9" fmla="*/ 9781432 w 11362354"/>
              <a:gd name="connsiteY9" fmla="*/ 1544408 h 1972800"/>
              <a:gd name="connsiteX10" fmla="*/ 10286039 w 11362354"/>
              <a:gd name="connsiteY10" fmla="*/ 1544408 h 1972800"/>
              <a:gd name="connsiteX11" fmla="*/ 10286039 w 11362354"/>
              <a:gd name="connsiteY11" fmla="*/ 1763438 h 1972800"/>
              <a:gd name="connsiteX12" fmla="*/ 9781432 w 11362354"/>
              <a:gd name="connsiteY12" fmla="*/ 1763438 h 1972800"/>
              <a:gd name="connsiteX13" fmla="*/ 8877431 w 11362354"/>
              <a:gd name="connsiteY13" fmla="*/ 1544408 h 1972800"/>
              <a:gd name="connsiteX14" fmla="*/ 9382033 w 11362354"/>
              <a:gd name="connsiteY14" fmla="*/ 1544408 h 1972800"/>
              <a:gd name="connsiteX15" fmla="*/ 9382033 w 11362354"/>
              <a:gd name="connsiteY15" fmla="*/ 1763438 h 1972800"/>
              <a:gd name="connsiteX16" fmla="*/ 8877431 w 11362354"/>
              <a:gd name="connsiteY16" fmla="*/ 1763438 h 1972800"/>
              <a:gd name="connsiteX17" fmla="*/ 7955283 w 11362354"/>
              <a:gd name="connsiteY17" fmla="*/ 1544408 h 1972800"/>
              <a:gd name="connsiteX18" fmla="*/ 8501703 w 11362354"/>
              <a:gd name="connsiteY18" fmla="*/ 1544408 h 1972800"/>
              <a:gd name="connsiteX19" fmla="*/ 8501703 w 11362354"/>
              <a:gd name="connsiteY19" fmla="*/ 1763438 h 1972800"/>
              <a:gd name="connsiteX20" fmla="*/ 8046371 w 11362354"/>
              <a:gd name="connsiteY20" fmla="*/ 1763438 h 1972800"/>
              <a:gd name="connsiteX21" fmla="*/ 7193139 w 11362354"/>
              <a:gd name="connsiteY21" fmla="*/ 1544408 h 1972800"/>
              <a:gd name="connsiteX22" fmla="*/ 7648159 w 11362354"/>
              <a:gd name="connsiteY22" fmla="*/ 1544408 h 1972800"/>
              <a:gd name="connsiteX23" fmla="*/ 7648159 w 11362354"/>
              <a:gd name="connsiteY23" fmla="*/ 1763438 h 1972800"/>
              <a:gd name="connsiteX24" fmla="*/ 7193139 w 11362354"/>
              <a:gd name="connsiteY24" fmla="*/ 1763438 h 1972800"/>
              <a:gd name="connsiteX25" fmla="*/ 6188669 w 11362354"/>
              <a:gd name="connsiteY25" fmla="*/ 1544408 h 1972800"/>
              <a:gd name="connsiteX26" fmla="*/ 7080275 w 11362354"/>
              <a:gd name="connsiteY26" fmla="*/ 1544408 h 1972800"/>
              <a:gd name="connsiteX27" fmla="*/ 7080275 w 11362354"/>
              <a:gd name="connsiteY27" fmla="*/ 1763438 h 1972800"/>
              <a:gd name="connsiteX28" fmla="*/ 6188669 w 11362354"/>
              <a:gd name="connsiteY28" fmla="*/ 1763438 h 1972800"/>
              <a:gd name="connsiteX29" fmla="*/ 4886266 w 11362354"/>
              <a:gd name="connsiteY29" fmla="*/ 1544408 h 1972800"/>
              <a:gd name="connsiteX30" fmla="*/ 5979839 w 11362354"/>
              <a:gd name="connsiteY30" fmla="*/ 1544408 h 1972800"/>
              <a:gd name="connsiteX31" fmla="*/ 5557257 w 11362354"/>
              <a:gd name="connsiteY31" fmla="*/ 1763438 h 1972800"/>
              <a:gd name="connsiteX32" fmla="*/ 5308843 w 11362354"/>
              <a:gd name="connsiteY32" fmla="*/ 1763438 h 1972800"/>
              <a:gd name="connsiteX33" fmla="*/ 4886266 w 11362354"/>
              <a:gd name="connsiteY33" fmla="*/ 1544408 h 1972800"/>
              <a:gd name="connsiteX34" fmla="*/ 2285298 w 11362354"/>
              <a:gd name="connsiteY34" fmla="*/ 1544408 h 1972800"/>
              <a:gd name="connsiteX35" fmla="*/ 3183254 w 11362354"/>
              <a:gd name="connsiteY35" fmla="*/ 1544408 h 1972800"/>
              <a:gd name="connsiteX36" fmla="*/ 3183254 w 11362354"/>
              <a:gd name="connsiteY36" fmla="*/ 1763438 h 1972800"/>
              <a:gd name="connsiteX37" fmla="*/ 2285298 w 11362354"/>
              <a:gd name="connsiteY37" fmla="*/ 1763438 h 1972800"/>
              <a:gd name="connsiteX38" fmla="*/ 1699767 w 11362354"/>
              <a:gd name="connsiteY38" fmla="*/ 1544408 h 1972800"/>
              <a:gd name="connsiteX39" fmla="*/ 2161050 w 11362354"/>
              <a:gd name="connsiteY39" fmla="*/ 1544408 h 1972800"/>
              <a:gd name="connsiteX40" fmla="*/ 2265828 w 11362354"/>
              <a:gd name="connsiteY40" fmla="*/ 1763438 h 1972800"/>
              <a:gd name="connsiteX41" fmla="*/ 1796468 w 11362354"/>
              <a:gd name="connsiteY41" fmla="*/ 1763438 h 1972800"/>
              <a:gd name="connsiteX42" fmla="*/ 985097 w 11362354"/>
              <a:gd name="connsiteY42" fmla="*/ 1544408 h 1972800"/>
              <a:gd name="connsiteX43" fmla="*/ 1468672 w 11362354"/>
              <a:gd name="connsiteY43" fmla="*/ 1544408 h 1972800"/>
              <a:gd name="connsiteX44" fmla="*/ 1468672 w 11362354"/>
              <a:gd name="connsiteY44" fmla="*/ 1763438 h 1972800"/>
              <a:gd name="connsiteX45" fmla="*/ 985097 w 11362354"/>
              <a:gd name="connsiteY45" fmla="*/ 1763438 h 1972800"/>
              <a:gd name="connsiteX46" fmla="*/ 0 w 11362354"/>
              <a:gd name="connsiteY46" fmla="*/ 1544408 h 1972800"/>
              <a:gd name="connsiteX47" fmla="*/ 506025 w 11362354"/>
              <a:gd name="connsiteY47" fmla="*/ 1544408 h 1972800"/>
              <a:gd name="connsiteX48" fmla="*/ 506025 w 11362354"/>
              <a:gd name="connsiteY48" fmla="*/ 1763438 h 1972800"/>
              <a:gd name="connsiteX49" fmla="*/ 498505 w 11362354"/>
              <a:gd name="connsiteY49" fmla="*/ 1763438 h 1972800"/>
              <a:gd name="connsiteX50" fmla="*/ 7520 w 11362354"/>
              <a:gd name="connsiteY50" fmla="*/ 1763438 h 1972800"/>
              <a:gd name="connsiteX51" fmla="*/ 0 w 11362354"/>
              <a:gd name="connsiteY51" fmla="*/ 1763438 h 1972800"/>
              <a:gd name="connsiteX52" fmla="*/ 3478763 w 11362354"/>
              <a:gd name="connsiteY52" fmla="*/ 1544407 h 1972800"/>
              <a:gd name="connsiteX53" fmla="*/ 4486152 w 11362354"/>
              <a:gd name="connsiteY53" fmla="*/ 1544407 h 1972800"/>
              <a:gd name="connsiteX54" fmla="*/ 4479313 w 11362354"/>
              <a:gd name="connsiteY54" fmla="*/ 1555187 h 1972800"/>
              <a:gd name="connsiteX55" fmla="*/ 4654042 w 11362354"/>
              <a:gd name="connsiteY55" fmla="*/ 1763437 h 1972800"/>
              <a:gd name="connsiteX56" fmla="*/ 3697470 w 11362354"/>
              <a:gd name="connsiteY56" fmla="*/ 1763437 h 1972800"/>
              <a:gd name="connsiteX57" fmla="*/ 3478763 w 11362354"/>
              <a:gd name="connsiteY57" fmla="*/ 1544407 h 1972800"/>
              <a:gd name="connsiteX58" fmla="*/ 10408772 w 11362354"/>
              <a:gd name="connsiteY58" fmla="*/ 1290902 h 1972800"/>
              <a:gd name="connsiteX59" fmla="*/ 10568570 w 11362354"/>
              <a:gd name="connsiteY59" fmla="*/ 1290902 h 1972800"/>
              <a:gd name="connsiteX60" fmla="*/ 10590729 w 11362354"/>
              <a:gd name="connsiteY60" fmla="*/ 1313870 h 1972800"/>
              <a:gd name="connsiteX61" fmla="*/ 10721250 w 11362354"/>
              <a:gd name="connsiteY61" fmla="*/ 1365562 h 1972800"/>
              <a:gd name="connsiteX62" fmla="*/ 10855315 w 11362354"/>
              <a:gd name="connsiteY62" fmla="*/ 1290902 h 1972800"/>
              <a:gd name="connsiteX63" fmla="*/ 11214890 w 11362354"/>
              <a:gd name="connsiteY63" fmla="*/ 1290902 h 1972800"/>
              <a:gd name="connsiteX64" fmla="*/ 11346112 w 11362354"/>
              <a:gd name="connsiteY64" fmla="*/ 1290902 h 1972800"/>
              <a:gd name="connsiteX65" fmla="*/ 11280882 w 11362354"/>
              <a:gd name="connsiteY65" fmla="*/ 1465414 h 1972800"/>
              <a:gd name="connsiteX66" fmla="*/ 11214890 w 11362354"/>
              <a:gd name="connsiteY66" fmla="*/ 1465414 h 1972800"/>
              <a:gd name="connsiteX67" fmla="*/ 10408772 w 11362354"/>
              <a:gd name="connsiteY67" fmla="*/ 1465414 h 1972800"/>
              <a:gd name="connsiteX68" fmla="*/ 3354588 w 11362354"/>
              <a:gd name="connsiteY68" fmla="*/ 1288169 h 1972800"/>
              <a:gd name="connsiteX69" fmla="*/ 3891084 w 11362354"/>
              <a:gd name="connsiteY69" fmla="*/ 1288169 h 1972800"/>
              <a:gd name="connsiteX70" fmla="*/ 3982693 w 11362354"/>
              <a:gd name="connsiteY70" fmla="*/ 1333215 h 1972800"/>
              <a:gd name="connsiteX71" fmla="*/ 4074304 w 11362354"/>
              <a:gd name="connsiteY71" fmla="*/ 1288169 h 1972800"/>
              <a:gd name="connsiteX72" fmla="*/ 4610046 w 11362354"/>
              <a:gd name="connsiteY72" fmla="*/ 1288169 h 1972800"/>
              <a:gd name="connsiteX73" fmla="*/ 4535426 w 11362354"/>
              <a:gd name="connsiteY73" fmla="*/ 1462313 h 1972800"/>
              <a:gd name="connsiteX74" fmla="*/ 3429061 w 11362354"/>
              <a:gd name="connsiteY74" fmla="*/ 1462313 h 1972800"/>
              <a:gd name="connsiteX75" fmla="*/ 3354588 w 11362354"/>
              <a:gd name="connsiteY75" fmla="*/ 1288169 h 1972800"/>
              <a:gd name="connsiteX76" fmla="*/ 9781432 w 11362354"/>
              <a:gd name="connsiteY76" fmla="*/ 1288165 h 1972800"/>
              <a:gd name="connsiteX77" fmla="*/ 10286039 w 11362354"/>
              <a:gd name="connsiteY77" fmla="*/ 1288165 h 1972800"/>
              <a:gd name="connsiteX78" fmla="*/ 10286039 w 11362354"/>
              <a:gd name="connsiteY78" fmla="*/ 1462314 h 1972800"/>
              <a:gd name="connsiteX79" fmla="*/ 9781432 w 11362354"/>
              <a:gd name="connsiteY79" fmla="*/ 1462314 h 1972800"/>
              <a:gd name="connsiteX80" fmla="*/ 8877431 w 11362354"/>
              <a:gd name="connsiteY80" fmla="*/ 1288165 h 1972800"/>
              <a:gd name="connsiteX81" fmla="*/ 9382033 w 11362354"/>
              <a:gd name="connsiteY81" fmla="*/ 1288165 h 1972800"/>
              <a:gd name="connsiteX82" fmla="*/ 9382033 w 11362354"/>
              <a:gd name="connsiteY82" fmla="*/ 1462314 h 1972800"/>
              <a:gd name="connsiteX83" fmla="*/ 8877431 w 11362354"/>
              <a:gd name="connsiteY83" fmla="*/ 1462314 h 1972800"/>
              <a:gd name="connsiteX84" fmla="*/ 7848731 w 11362354"/>
              <a:gd name="connsiteY84" fmla="*/ 1288165 h 1972800"/>
              <a:gd name="connsiteX85" fmla="*/ 8501703 w 11362354"/>
              <a:gd name="connsiteY85" fmla="*/ 1288165 h 1972800"/>
              <a:gd name="connsiteX86" fmla="*/ 8501703 w 11362354"/>
              <a:gd name="connsiteY86" fmla="*/ 1462314 h 1972800"/>
              <a:gd name="connsiteX87" fmla="*/ 7921150 w 11362354"/>
              <a:gd name="connsiteY87" fmla="*/ 1462314 h 1972800"/>
              <a:gd name="connsiteX88" fmla="*/ 7193139 w 11362354"/>
              <a:gd name="connsiteY88" fmla="*/ 1288165 h 1972800"/>
              <a:gd name="connsiteX89" fmla="*/ 7648159 w 11362354"/>
              <a:gd name="connsiteY89" fmla="*/ 1288165 h 1972800"/>
              <a:gd name="connsiteX90" fmla="*/ 7648159 w 11362354"/>
              <a:gd name="connsiteY90" fmla="*/ 1462314 h 1972800"/>
              <a:gd name="connsiteX91" fmla="*/ 7193139 w 11362354"/>
              <a:gd name="connsiteY91" fmla="*/ 1462314 h 1972800"/>
              <a:gd name="connsiteX92" fmla="*/ 6188669 w 11362354"/>
              <a:gd name="connsiteY92" fmla="*/ 1288165 h 1972800"/>
              <a:gd name="connsiteX93" fmla="*/ 6674501 w 11362354"/>
              <a:gd name="connsiteY93" fmla="*/ 1288165 h 1972800"/>
              <a:gd name="connsiteX94" fmla="*/ 6674501 w 11362354"/>
              <a:gd name="connsiteY94" fmla="*/ 1351991 h 1972800"/>
              <a:gd name="connsiteX95" fmla="*/ 7080275 w 11362354"/>
              <a:gd name="connsiteY95" fmla="*/ 1351991 h 1972800"/>
              <a:gd name="connsiteX96" fmla="*/ 7080275 w 11362354"/>
              <a:gd name="connsiteY96" fmla="*/ 1462314 h 1972800"/>
              <a:gd name="connsiteX97" fmla="*/ 6188669 w 11362354"/>
              <a:gd name="connsiteY97" fmla="*/ 1462314 h 1972800"/>
              <a:gd name="connsiteX98" fmla="*/ 4794722 w 11362354"/>
              <a:gd name="connsiteY98" fmla="*/ 1288165 h 1972800"/>
              <a:gd name="connsiteX99" fmla="*/ 5308313 w 11362354"/>
              <a:gd name="connsiteY99" fmla="*/ 1288165 h 1972800"/>
              <a:gd name="connsiteX100" fmla="*/ 5433050 w 11362354"/>
              <a:gd name="connsiteY100" fmla="*/ 1363467 h 1972800"/>
              <a:gd name="connsiteX101" fmla="*/ 5557791 w 11362354"/>
              <a:gd name="connsiteY101" fmla="*/ 1288165 h 1972800"/>
              <a:gd name="connsiteX102" fmla="*/ 6071387 w 11362354"/>
              <a:gd name="connsiteY102" fmla="*/ 1288165 h 1972800"/>
              <a:gd name="connsiteX103" fmla="*/ 6026879 w 11362354"/>
              <a:gd name="connsiteY103" fmla="*/ 1462314 h 1972800"/>
              <a:gd name="connsiteX104" fmla="*/ 4839225 w 11362354"/>
              <a:gd name="connsiteY104" fmla="*/ 1462314 h 1972800"/>
              <a:gd name="connsiteX105" fmla="*/ 4794722 w 11362354"/>
              <a:gd name="connsiteY105" fmla="*/ 1288165 h 1972800"/>
              <a:gd name="connsiteX106" fmla="*/ 2285298 w 11362354"/>
              <a:gd name="connsiteY106" fmla="*/ 1288165 h 1972800"/>
              <a:gd name="connsiteX107" fmla="*/ 2771132 w 11362354"/>
              <a:gd name="connsiteY107" fmla="*/ 1288165 h 1972800"/>
              <a:gd name="connsiteX108" fmla="*/ 2771132 w 11362354"/>
              <a:gd name="connsiteY108" fmla="*/ 1351991 h 1972800"/>
              <a:gd name="connsiteX109" fmla="*/ 3183254 w 11362354"/>
              <a:gd name="connsiteY109" fmla="*/ 1351991 h 1972800"/>
              <a:gd name="connsiteX110" fmla="*/ 3183254 w 11362354"/>
              <a:gd name="connsiteY110" fmla="*/ 1462314 h 1972800"/>
              <a:gd name="connsiteX111" fmla="*/ 2285298 w 11362354"/>
              <a:gd name="connsiteY111" fmla="*/ 1462314 h 1972800"/>
              <a:gd name="connsiteX112" fmla="*/ 1586644 w 11362354"/>
              <a:gd name="connsiteY112" fmla="*/ 1288165 h 1972800"/>
              <a:gd name="connsiteX113" fmla="*/ 2038472 w 11362354"/>
              <a:gd name="connsiteY113" fmla="*/ 1288165 h 1972800"/>
              <a:gd name="connsiteX114" fmla="*/ 2121783 w 11362354"/>
              <a:gd name="connsiteY114" fmla="*/ 1462314 h 1972800"/>
              <a:gd name="connsiteX115" fmla="*/ 1663530 w 11362354"/>
              <a:gd name="connsiteY115" fmla="*/ 1462314 h 1972800"/>
              <a:gd name="connsiteX116" fmla="*/ 985097 w 11362354"/>
              <a:gd name="connsiteY116" fmla="*/ 1288165 h 1972800"/>
              <a:gd name="connsiteX117" fmla="*/ 1468672 w 11362354"/>
              <a:gd name="connsiteY117" fmla="*/ 1288165 h 1972800"/>
              <a:gd name="connsiteX118" fmla="*/ 1468672 w 11362354"/>
              <a:gd name="connsiteY118" fmla="*/ 1462314 h 1972800"/>
              <a:gd name="connsiteX119" fmla="*/ 985097 w 11362354"/>
              <a:gd name="connsiteY119" fmla="*/ 1462314 h 1972800"/>
              <a:gd name="connsiteX120" fmla="*/ 0 w 11362354"/>
              <a:gd name="connsiteY120" fmla="*/ 1288165 h 1972800"/>
              <a:gd name="connsiteX121" fmla="*/ 506025 w 11362354"/>
              <a:gd name="connsiteY121" fmla="*/ 1288165 h 1972800"/>
              <a:gd name="connsiteX122" fmla="*/ 506025 w 11362354"/>
              <a:gd name="connsiteY122" fmla="*/ 1462314 h 1972800"/>
              <a:gd name="connsiteX123" fmla="*/ 0 w 11362354"/>
              <a:gd name="connsiteY123" fmla="*/ 1462314 h 1972800"/>
              <a:gd name="connsiteX124" fmla="*/ 10408772 w 11362354"/>
              <a:gd name="connsiteY124" fmla="*/ 1157361 h 1972800"/>
              <a:gd name="connsiteX125" fmla="*/ 10468381 w 11362354"/>
              <a:gd name="connsiteY125" fmla="*/ 1208632 h 1972800"/>
              <a:gd name="connsiteX126" fmla="*/ 10408772 w 11362354"/>
              <a:gd name="connsiteY126" fmla="*/ 1208632 h 1972800"/>
              <a:gd name="connsiteX127" fmla="*/ 10816942 w 11362354"/>
              <a:gd name="connsiteY127" fmla="*/ 1078164 h 1972800"/>
              <a:gd name="connsiteX128" fmla="*/ 11358000 w 11362354"/>
              <a:gd name="connsiteY128" fmla="*/ 1078164 h 1972800"/>
              <a:gd name="connsiteX129" fmla="*/ 11359134 w 11362354"/>
              <a:gd name="connsiteY129" fmla="*/ 1208632 h 1972800"/>
              <a:gd name="connsiteX130" fmla="*/ 11359134 w 11362354"/>
              <a:gd name="connsiteY130" fmla="*/ 1208633 h 1972800"/>
              <a:gd name="connsiteX131" fmla="*/ 10871056 w 11362354"/>
              <a:gd name="connsiteY131" fmla="*/ 1208633 h 1972800"/>
              <a:gd name="connsiteX132" fmla="*/ 10871355 w 11362354"/>
              <a:gd name="connsiteY132" fmla="*/ 1205652 h 1972800"/>
              <a:gd name="connsiteX133" fmla="*/ 10808382 w 11362354"/>
              <a:gd name="connsiteY133" fmla="*/ 1078165 h 1972800"/>
              <a:gd name="connsiteX134" fmla="*/ 10816943 w 11362354"/>
              <a:gd name="connsiteY134" fmla="*/ 1078165 h 1972800"/>
              <a:gd name="connsiteX135" fmla="*/ 9781432 w 11362354"/>
              <a:gd name="connsiteY135" fmla="*/ 1075882 h 1972800"/>
              <a:gd name="connsiteX136" fmla="*/ 10286039 w 11362354"/>
              <a:gd name="connsiteY136" fmla="*/ 1075882 h 1972800"/>
              <a:gd name="connsiteX137" fmla="*/ 10286039 w 11362354"/>
              <a:gd name="connsiteY137" fmla="*/ 1206076 h 1972800"/>
              <a:gd name="connsiteX138" fmla="*/ 9781432 w 11362354"/>
              <a:gd name="connsiteY138" fmla="*/ 1206076 h 1972800"/>
              <a:gd name="connsiteX139" fmla="*/ 8877431 w 11362354"/>
              <a:gd name="connsiteY139" fmla="*/ 1075882 h 1972800"/>
              <a:gd name="connsiteX140" fmla="*/ 9382033 w 11362354"/>
              <a:gd name="connsiteY140" fmla="*/ 1075882 h 1972800"/>
              <a:gd name="connsiteX141" fmla="*/ 9382033 w 11362354"/>
              <a:gd name="connsiteY141" fmla="*/ 1206076 h 1972800"/>
              <a:gd name="connsiteX142" fmla="*/ 8877431 w 11362354"/>
              <a:gd name="connsiteY142" fmla="*/ 1206076 h 1972800"/>
              <a:gd name="connsiteX143" fmla="*/ 7760453 w 11362354"/>
              <a:gd name="connsiteY143" fmla="*/ 1075882 h 1972800"/>
              <a:gd name="connsiteX144" fmla="*/ 8501703 w 11362354"/>
              <a:gd name="connsiteY144" fmla="*/ 1075882 h 1972800"/>
              <a:gd name="connsiteX145" fmla="*/ 8501703 w 11362354"/>
              <a:gd name="connsiteY145" fmla="*/ 1206076 h 1972800"/>
              <a:gd name="connsiteX146" fmla="*/ 7814594 w 11362354"/>
              <a:gd name="connsiteY146" fmla="*/ 1206076 h 1972800"/>
              <a:gd name="connsiteX147" fmla="*/ 7193139 w 11362354"/>
              <a:gd name="connsiteY147" fmla="*/ 1075882 h 1972800"/>
              <a:gd name="connsiteX148" fmla="*/ 7648159 w 11362354"/>
              <a:gd name="connsiteY148" fmla="*/ 1075882 h 1972800"/>
              <a:gd name="connsiteX149" fmla="*/ 7648159 w 11362354"/>
              <a:gd name="connsiteY149" fmla="*/ 1206076 h 1972800"/>
              <a:gd name="connsiteX150" fmla="*/ 7193139 w 11362354"/>
              <a:gd name="connsiteY150" fmla="*/ 1206076 h 1972800"/>
              <a:gd name="connsiteX151" fmla="*/ 6188669 w 11362354"/>
              <a:gd name="connsiteY151" fmla="*/ 1075882 h 1972800"/>
              <a:gd name="connsiteX152" fmla="*/ 6674501 w 11362354"/>
              <a:gd name="connsiteY152" fmla="*/ 1075882 h 1972800"/>
              <a:gd name="connsiteX153" fmla="*/ 6674501 w 11362354"/>
              <a:gd name="connsiteY153" fmla="*/ 1206076 h 1972800"/>
              <a:gd name="connsiteX154" fmla="*/ 6188669 w 11362354"/>
              <a:gd name="connsiteY154" fmla="*/ 1206076 h 1972800"/>
              <a:gd name="connsiteX155" fmla="*/ 5574793 w 11362354"/>
              <a:gd name="connsiteY155" fmla="*/ 1075882 h 1972800"/>
              <a:gd name="connsiteX156" fmla="*/ 6073294 w 11362354"/>
              <a:gd name="connsiteY156" fmla="*/ 1075882 h 1972800"/>
              <a:gd name="connsiteX157" fmla="*/ 6073294 w 11362354"/>
              <a:gd name="connsiteY157" fmla="*/ 1206076 h 1972800"/>
              <a:gd name="connsiteX158" fmla="*/ 5574793 w 11362354"/>
              <a:gd name="connsiteY158" fmla="*/ 1206076 h 1972800"/>
              <a:gd name="connsiteX159" fmla="*/ 4792811 w 11362354"/>
              <a:gd name="connsiteY159" fmla="*/ 1075882 h 1972800"/>
              <a:gd name="connsiteX160" fmla="*/ 5291307 w 11362354"/>
              <a:gd name="connsiteY160" fmla="*/ 1075882 h 1972800"/>
              <a:gd name="connsiteX161" fmla="*/ 5291307 w 11362354"/>
              <a:gd name="connsiteY161" fmla="*/ 1206076 h 1972800"/>
              <a:gd name="connsiteX162" fmla="*/ 4792811 w 11362354"/>
              <a:gd name="connsiteY162" fmla="*/ 1206076 h 1972800"/>
              <a:gd name="connsiteX163" fmla="*/ 2285298 w 11362354"/>
              <a:gd name="connsiteY163" fmla="*/ 1075882 h 1972800"/>
              <a:gd name="connsiteX164" fmla="*/ 2771132 w 11362354"/>
              <a:gd name="connsiteY164" fmla="*/ 1075882 h 1972800"/>
              <a:gd name="connsiteX165" fmla="*/ 2771132 w 11362354"/>
              <a:gd name="connsiteY165" fmla="*/ 1206076 h 1972800"/>
              <a:gd name="connsiteX166" fmla="*/ 2285298 w 11362354"/>
              <a:gd name="connsiteY166" fmla="*/ 1206076 h 1972800"/>
              <a:gd name="connsiteX167" fmla="*/ 1492927 w 11362354"/>
              <a:gd name="connsiteY167" fmla="*/ 1075882 h 1972800"/>
              <a:gd name="connsiteX168" fmla="*/ 1945589 w 11362354"/>
              <a:gd name="connsiteY168" fmla="*/ 1075882 h 1972800"/>
              <a:gd name="connsiteX169" fmla="*/ 1940491 w 11362354"/>
              <a:gd name="connsiteY169" fmla="*/ 1080455 h 1972800"/>
              <a:gd name="connsiteX170" fmla="*/ 1939110 w 11362354"/>
              <a:gd name="connsiteY170" fmla="*/ 1080455 h 1972800"/>
              <a:gd name="connsiteX171" fmla="*/ 1939524 w 11362354"/>
              <a:gd name="connsiteY171" fmla="*/ 1081320 h 1972800"/>
              <a:gd name="connsiteX172" fmla="*/ 1938345 w 11362354"/>
              <a:gd name="connsiteY172" fmla="*/ 1082361 h 1972800"/>
              <a:gd name="connsiteX173" fmla="*/ 1940022 w 11362354"/>
              <a:gd name="connsiteY173" fmla="*/ 1082361 h 1972800"/>
              <a:gd name="connsiteX174" fmla="*/ 1999205 w 11362354"/>
              <a:gd name="connsiteY174" fmla="*/ 1206076 h 1972800"/>
              <a:gd name="connsiteX175" fmla="*/ 1550403 w 11362354"/>
              <a:gd name="connsiteY175" fmla="*/ 1206076 h 1972800"/>
              <a:gd name="connsiteX176" fmla="*/ 985097 w 11362354"/>
              <a:gd name="connsiteY176" fmla="*/ 1075882 h 1972800"/>
              <a:gd name="connsiteX177" fmla="*/ 1468672 w 11362354"/>
              <a:gd name="connsiteY177" fmla="*/ 1075882 h 1972800"/>
              <a:gd name="connsiteX178" fmla="*/ 1468672 w 11362354"/>
              <a:gd name="connsiteY178" fmla="*/ 1206076 h 1972800"/>
              <a:gd name="connsiteX179" fmla="*/ 985097 w 11362354"/>
              <a:gd name="connsiteY179" fmla="*/ 1206076 h 1972800"/>
              <a:gd name="connsiteX180" fmla="*/ 0 w 11362354"/>
              <a:gd name="connsiteY180" fmla="*/ 1075882 h 1972800"/>
              <a:gd name="connsiteX181" fmla="*/ 877145 w 11362354"/>
              <a:gd name="connsiteY181" fmla="*/ 1075882 h 1972800"/>
              <a:gd name="connsiteX182" fmla="*/ 877145 w 11362354"/>
              <a:gd name="connsiteY182" fmla="*/ 1098345 h 1972800"/>
              <a:gd name="connsiteX183" fmla="*/ 869625 w 11362354"/>
              <a:gd name="connsiteY183" fmla="*/ 1098345 h 1972800"/>
              <a:gd name="connsiteX184" fmla="*/ 506025 w 11362354"/>
              <a:gd name="connsiteY184" fmla="*/ 1098345 h 1972800"/>
              <a:gd name="connsiteX185" fmla="*/ 506025 w 11362354"/>
              <a:gd name="connsiteY185" fmla="*/ 1206076 h 1972800"/>
              <a:gd name="connsiteX186" fmla="*/ 0 w 11362354"/>
              <a:gd name="connsiteY186" fmla="*/ 1206076 h 1972800"/>
              <a:gd name="connsiteX187" fmla="*/ 4174413 w 11362354"/>
              <a:gd name="connsiteY187" fmla="*/ 1075881 h 1972800"/>
              <a:gd name="connsiteX188" fmla="*/ 4660572 w 11362354"/>
              <a:gd name="connsiteY188" fmla="*/ 1075881 h 1972800"/>
              <a:gd name="connsiteX189" fmla="*/ 4633997 w 11362354"/>
              <a:gd name="connsiteY189" fmla="*/ 1206075 h 1972800"/>
              <a:gd name="connsiteX190" fmla="*/ 4129883 w 11362354"/>
              <a:gd name="connsiteY190" fmla="*/ 1206075 h 1972800"/>
              <a:gd name="connsiteX191" fmla="*/ 4174413 w 11362354"/>
              <a:gd name="connsiteY191" fmla="*/ 1075881 h 1972800"/>
              <a:gd name="connsiteX192" fmla="*/ 3305162 w 11362354"/>
              <a:gd name="connsiteY192" fmla="*/ 1075881 h 1972800"/>
              <a:gd name="connsiteX193" fmla="*/ 3790976 w 11362354"/>
              <a:gd name="connsiteY193" fmla="*/ 1075881 h 1972800"/>
              <a:gd name="connsiteX194" fmla="*/ 3835506 w 11362354"/>
              <a:gd name="connsiteY194" fmla="*/ 1206075 h 1972800"/>
              <a:gd name="connsiteX195" fmla="*/ 3330959 w 11362354"/>
              <a:gd name="connsiteY195" fmla="*/ 1206075 h 1972800"/>
              <a:gd name="connsiteX196" fmla="*/ 3305162 w 11362354"/>
              <a:gd name="connsiteY196" fmla="*/ 1075881 h 1972800"/>
              <a:gd name="connsiteX197" fmla="*/ 10587776 w 11362354"/>
              <a:gd name="connsiteY197" fmla="*/ 879486 h 1972800"/>
              <a:gd name="connsiteX198" fmla="*/ 11280821 w 11362354"/>
              <a:gd name="connsiteY198" fmla="*/ 879486 h 1972800"/>
              <a:gd name="connsiteX199" fmla="*/ 11338792 w 11362354"/>
              <a:gd name="connsiteY199" fmla="*/ 993628 h 1972800"/>
              <a:gd name="connsiteX200" fmla="*/ 10727828 w 11362354"/>
              <a:gd name="connsiteY200" fmla="*/ 995899 h 1972800"/>
              <a:gd name="connsiteX201" fmla="*/ 9781432 w 11362354"/>
              <a:gd name="connsiteY201" fmla="*/ 877625 h 1972800"/>
              <a:gd name="connsiteX202" fmla="*/ 10286039 w 11362354"/>
              <a:gd name="connsiteY202" fmla="*/ 877625 h 1972800"/>
              <a:gd name="connsiteX203" fmla="*/ 10286039 w 11362354"/>
              <a:gd name="connsiteY203" fmla="*/ 993788 h 1972800"/>
              <a:gd name="connsiteX204" fmla="*/ 9781432 w 11362354"/>
              <a:gd name="connsiteY204" fmla="*/ 993788 h 1972800"/>
              <a:gd name="connsiteX205" fmla="*/ 8877431 w 11362354"/>
              <a:gd name="connsiteY205" fmla="*/ 877625 h 1972800"/>
              <a:gd name="connsiteX206" fmla="*/ 9382033 w 11362354"/>
              <a:gd name="connsiteY206" fmla="*/ 877625 h 1972800"/>
              <a:gd name="connsiteX207" fmla="*/ 9382033 w 11362354"/>
              <a:gd name="connsiteY207" fmla="*/ 993788 h 1972800"/>
              <a:gd name="connsiteX208" fmla="*/ 8877431 w 11362354"/>
              <a:gd name="connsiteY208" fmla="*/ 993788 h 1972800"/>
              <a:gd name="connsiteX209" fmla="*/ 7678004 w 11362354"/>
              <a:gd name="connsiteY209" fmla="*/ 877625 h 1972800"/>
              <a:gd name="connsiteX210" fmla="*/ 8501703 w 11362354"/>
              <a:gd name="connsiteY210" fmla="*/ 877625 h 1972800"/>
              <a:gd name="connsiteX211" fmla="*/ 8501703 w 11362354"/>
              <a:gd name="connsiteY211" fmla="*/ 993788 h 1972800"/>
              <a:gd name="connsiteX212" fmla="*/ 7726316 w 11362354"/>
              <a:gd name="connsiteY212" fmla="*/ 993788 h 1972800"/>
              <a:gd name="connsiteX213" fmla="*/ 7193139 w 11362354"/>
              <a:gd name="connsiteY213" fmla="*/ 877625 h 1972800"/>
              <a:gd name="connsiteX214" fmla="*/ 7648159 w 11362354"/>
              <a:gd name="connsiteY214" fmla="*/ 877625 h 1972800"/>
              <a:gd name="connsiteX215" fmla="*/ 7648159 w 11362354"/>
              <a:gd name="connsiteY215" fmla="*/ 993788 h 1972800"/>
              <a:gd name="connsiteX216" fmla="*/ 7193139 w 11362354"/>
              <a:gd name="connsiteY216" fmla="*/ 993788 h 1972800"/>
              <a:gd name="connsiteX217" fmla="*/ 6188669 w 11362354"/>
              <a:gd name="connsiteY217" fmla="*/ 877625 h 1972800"/>
              <a:gd name="connsiteX218" fmla="*/ 7056268 w 11362354"/>
              <a:gd name="connsiteY218" fmla="*/ 877625 h 1972800"/>
              <a:gd name="connsiteX219" fmla="*/ 7056268 w 11362354"/>
              <a:gd name="connsiteY219" fmla="*/ 988326 h 1972800"/>
              <a:gd name="connsiteX220" fmla="*/ 6674501 w 11362354"/>
              <a:gd name="connsiteY220" fmla="*/ 988326 h 1972800"/>
              <a:gd name="connsiteX221" fmla="*/ 6674501 w 11362354"/>
              <a:gd name="connsiteY221" fmla="*/ 993788 h 1972800"/>
              <a:gd name="connsiteX222" fmla="*/ 6188669 w 11362354"/>
              <a:gd name="connsiteY222" fmla="*/ 993788 h 1972800"/>
              <a:gd name="connsiteX223" fmla="*/ 5574793 w 11362354"/>
              <a:gd name="connsiteY223" fmla="*/ 877625 h 1972800"/>
              <a:gd name="connsiteX224" fmla="*/ 6073294 w 11362354"/>
              <a:gd name="connsiteY224" fmla="*/ 877625 h 1972800"/>
              <a:gd name="connsiteX225" fmla="*/ 6073294 w 11362354"/>
              <a:gd name="connsiteY225" fmla="*/ 993788 h 1972800"/>
              <a:gd name="connsiteX226" fmla="*/ 5574793 w 11362354"/>
              <a:gd name="connsiteY226" fmla="*/ 993788 h 1972800"/>
              <a:gd name="connsiteX227" fmla="*/ 4792811 w 11362354"/>
              <a:gd name="connsiteY227" fmla="*/ 877625 h 1972800"/>
              <a:gd name="connsiteX228" fmla="*/ 5291307 w 11362354"/>
              <a:gd name="connsiteY228" fmla="*/ 877625 h 1972800"/>
              <a:gd name="connsiteX229" fmla="*/ 5291307 w 11362354"/>
              <a:gd name="connsiteY229" fmla="*/ 993788 h 1972800"/>
              <a:gd name="connsiteX230" fmla="*/ 4792811 w 11362354"/>
              <a:gd name="connsiteY230" fmla="*/ 993788 h 1972800"/>
              <a:gd name="connsiteX231" fmla="*/ 2285298 w 11362354"/>
              <a:gd name="connsiteY231" fmla="*/ 877625 h 1972800"/>
              <a:gd name="connsiteX232" fmla="*/ 3161500 w 11362354"/>
              <a:gd name="connsiteY232" fmla="*/ 877625 h 1972800"/>
              <a:gd name="connsiteX233" fmla="*/ 3161500 w 11362354"/>
              <a:gd name="connsiteY233" fmla="*/ 988326 h 1972800"/>
              <a:gd name="connsiteX234" fmla="*/ 2771132 w 11362354"/>
              <a:gd name="connsiteY234" fmla="*/ 988326 h 1972800"/>
              <a:gd name="connsiteX235" fmla="*/ 2771132 w 11362354"/>
              <a:gd name="connsiteY235" fmla="*/ 993788 h 1972800"/>
              <a:gd name="connsiteX236" fmla="*/ 2285298 w 11362354"/>
              <a:gd name="connsiteY236" fmla="*/ 993788 h 1972800"/>
              <a:gd name="connsiteX237" fmla="*/ 985097 w 11362354"/>
              <a:gd name="connsiteY237" fmla="*/ 877625 h 1972800"/>
              <a:gd name="connsiteX238" fmla="*/ 2107746 w 11362354"/>
              <a:gd name="connsiteY238" fmla="*/ 877625 h 1972800"/>
              <a:gd name="connsiteX239" fmla="*/ 2028664 w 11362354"/>
              <a:gd name="connsiteY239" fmla="*/ 993788 h 1972800"/>
              <a:gd name="connsiteX240" fmla="*/ 985097 w 11362354"/>
              <a:gd name="connsiteY240" fmla="*/ 993788 h 1972800"/>
              <a:gd name="connsiteX241" fmla="*/ 0 w 11362354"/>
              <a:gd name="connsiteY241" fmla="*/ 877625 h 1972800"/>
              <a:gd name="connsiteX242" fmla="*/ 877145 w 11362354"/>
              <a:gd name="connsiteY242" fmla="*/ 877625 h 1972800"/>
              <a:gd name="connsiteX243" fmla="*/ 877145 w 11362354"/>
              <a:gd name="connsiteY243" fmla="*/ 993788 h 1972800"/>
              <a:gd name="connsiteX244" fmla="*/ 0 w 11362354"/>
              <a:gd name="connsiteY244" fmla="*/ 993788 h 1972800"/>
              <a:gd name="connsiteX245" fmla="*/ 4199211 w 11362354"/>
              <a:gd name="connsiteY245" fmla="*/ 877624 h 1972800"/>
              <a:gd name="connsiteX246" fmla="*/ 4674176 w 11362354"/>
              <a:gd name="connsiteY246" fmla="*/ 877624 h 1972800"/>
              <a:gd name="connsiteX247" fmla="*/ 4674332 w 11362354"/>
              <a:gd name="connsiteY247" fmla="*/ 883528 h 1972800"/>
              <a:gd name="connsiteX248" fmla="*/ 4669465 w 11362354"/>
              <a:gd name="connsiteY248" fmla="*/ 993787 h 1972800"/>
              <a:gd name="connsiteX249" fmla="*/ 4189743 w 11362354"/>
              <a:gd name="connsiteY249" fmla="*/ 993787 h 1972800"/>
              <a:gd name="connsiteX250" fmla="*/ 4199211 w 11362354"/>
              <a:gd name="connsiteY250" fmla="*/ 877624 h 1972800"/>
              <a:gd name="connsiteX251" fmla="*/ 3291213 w 11362354"/>
              <a:gd name="connsiteY251" fmla="*/ 877624 h 1972800"/>
              <a:gd name="connsiteX252" fmla="*/ 3766173 w 11362354"/>
              <a:gd name="connsiteY252" fmla="*/ 877624 h 1972800"/>
              <a:gd name="connsiteX253" fmla="*/ 3775650 w 11362354"/>
              <a:gd name="connsiteY253" fmla="*/ 993787 h 1972800"/>
              <a:gd name="connsiteX254" fmla="*/ 3295989 w 11362354"/>
              <a:gd name="connsiteY254" fmla="*/ 993787 h 1972800"/>
              <a:gd name="connsiteX255" fmla="*/ 3291057 w 11362354"/>
              <a:gd name="connsiteY255" fmla="*/ 883528 h 1972800"/>
              <a:gd name="connsiteX256" fmla="*/ 10461146 w 11362354"/>
              <a:gd name="connsiteY256" fmla="*/ 710797 h 1972800"/>
              <a:gd name="connsiteX257" fmla="*/ 11109160 w 11362354"/>
              <a:gd name="connsiteY257" fmla="*/ 710797 h 1972800"/>
              <a:gd name="connsiteX258" fmla="*/ 11109162 w 11362354"/>
              <a:gd name="connsiteY258" fmla="*/ 710798 h 1972800"/>
              <a:gd name="connsiteX259" fmla="*/ 11121245 w 11362354"/>
              <a:gd name="connsiteY259" fmla="*/ 710798 h 1972800"/>
              <a:gd name="connsiteX260" fmla="*/ 11122337 w 11362354"/>
              <a:gd name="connsiteY260" fmla="*/ 711693 h 1972800"/>
              <a:gd name="connsiteX261" fmla="*/ 11118350 w 11362354"/>
              <a:gd name="connsiteY261" fmla="*/ 711693 h 1972800"/>
              <a:gd name="connsiteX262" fmla="*/ 11213739 w 11362354"/>
              <a:gd name="connsiteY262" fmla="*/ 797219 h 1972800"/>
              <a:gd name="connsiteX263" fmla="*/ 10517279 w 11362354"/>
              <a:gd name="connsiteY263" fmla="*/ 797218 h 1972800"/>
              <a:gd name="connsiteX264" fmla="*/ 10461146 w 11362354"/>
              <a:gd name="connsiteY264" fmla="*/ 710797 h 1972800"/>
              <a:gd name="connsiteX265" fmla="*/ 9781432 w 11362354"/>
              <a:gd name="connsiteY265" fmla="*/ 709293 h 1972800"/>
              <a:gd name="connsiteX266" fmla="*/ 10286039 w 11362354"/>
              <a:gd name="connsiteY266" fmla="*/ 709293 h 1972800"/>
              <a:gd name="connsiteX267" fmla="*/ 10286039 w 11362354"/>
              <a:gd name="connsiteY267" fmla="*/ 795531 h 1972800"/>
              <a:gd name="connsiteX268" fmla="*/ 9781432 w 11362354"/>
              <a:gd name="connsiteY268" fmla="*/ 795531 h 1972800"/>
              <a:gd name="connsiteX269" fmla="*/ 8877431 w 11362354"/>
              <a:gd name="connsiteY269" fmla="*/ 709293 h 1972800"/>
              <a:gd name="connsiteX270" fmla="*/ 9382033 w 11362354"/>
              <a:gd name="connsiteY270" fmla="*/ 709293 h 1972800"/>
              <a:gd name="connsiteX271" fmla="*/ 9382033 w 11362354"/>
              <a:gd name="connsiteY271" fmla="*/ 795531 h 1972800"/>
              <a:gd name="connsiteX272" fmla="*/ 8877431 w 11362354"/>
              <a:gd name="connsiteY272" fmla="*/ 795531 h 1972800"/>
              <a:gd name="connsiteX273" fmla="*/ 8042875 w 11362354"/>
              <a:gd name="connsiteY273" fmla="*/ 709293 h 1972800"/>
              <a:gd name="connsiteX274" fmla="*/ 8501703 w 11362354"/>
              <a:gd name="connsiteY274" fmla="*/ 709293 h 1972800"/>
              <a:gd name="connsiteX275" fmla="*/ 8501703 w 11362354"/>
              <a:gd name="connsiteY275" fmla="*/ 795531 h 1972800"/>
              <a:gd name="connsiteX276" fmla="*/ 8042875 w 11362354"/>
              <a:gd name="connsiteY276" fmla="*/ 795531 h 1972800"/>
              <a:gd name="connsiteX277" fmla="*/ 7193139 w 11362354"/>
              <a:gd name="connsiteY277" fmla="*/ 709293 h 1972800"/>
              <a:gd name="connsiteX278" fmla="*/ 7996240 w 11362354"/>
              <a:gd name="connsiteY278" fmla="*/ 709293 h 1972800"/>
              <a:gd name="connsiteX279" fmla="*/ 8036152 w 11362354"/>
              <a:gd name="connsiteY279" fmla="*/ 795531 h 1972800"/>
              <a:gd name="connsiteX280" fmla="*/ 7193139 w 11362354"/>
              <a:gd name="connsiteY280" fmla="*/ 795531 h 1972800"/>
              <a:gd name="connsiteX281" fmla="*/ 6188669 w 11362354"/>
              <a:gd name="connsiteY281" fmla="*/ 709293 h 1972800"/>
              <a:gd name="connsiteX282" fmla="*/ 6674501 w 11362354"/>
              <a:gd name="connsiteY282" fmla="*/ 709293 h 1972800"/>
              <a:gd name="connsiteX283" fmla="*/ 6674501 w 11362354"/>
              <a:gd name="connsiteY283" fmla="*/ 714671 h 1972800"/>
              <a:gd name="connsiteX284" fmla="*/ 7056268 w 11362354"/>
              <a:gd name="connsiteY284" fmla="*/ 714671 h 1972800"/>
              <a:gd name="connsiteX285" fmla="*/ 7056268 w 11362354"/>
              <a:gd name="connsiteY285" fmla="*/ 795531 h 1972800"/>
              <a:gd name="connsiteX286" fmla="*/ 6188669 w 11362354"/>
              <a:gd name="connsiteY286" fmla="*/ 795531 h 1972800"/>
              <a:gd name="connsiteX287" fmla="*/ 5574793 w 11362354"/>
              <a:gd name="connsiteY287" fmla="*/ 709293 h 1972800"/>
              <a:gd name="connsiteX288" fmla="*/ 6073294 w 11362354"/>
              <a:gd name="connsiteY288" fmla="*/ 709293 h 1972800"/>
              <a:gd name="connsiteX289" fmla="*/ 6073294 w 11362354"/>
              <a:gd name="connsiteY289" fmla="*/ 795531 h 1972800"/>
              <a:gd name="connsiteX290" fmla="*/ 5574793 w 11362354"/>
              <a:gd name="connsiteY290" fmla="*/ 795531 h 1972800"/>
              <a:gd name="connsiteX291" fmla="*/ 4792811 w 11362354"/>
              <a:gd name="connsiteY291" fmla="*/ 709293 h 1972800"/>
              <a:gd name="connsiteX292" fmla="*/ 5291307 w 11362354"/>
              <a:gd name="connsiteY292" fmla="*/ 709293 h 1972800"/>
              <a:gd name="connsiteX293" fmla="*/ 5291307 w 11362354"/>
              <a:gd name="connsiteY293" fmla="*/ 795531 h 1972800"/>
              <a:gd name="connsiteX294" fmla="*/ 4792811 w 11362354"/>
              <a:gd name="connsiteY294" fmla="*/ 795531 h 1972800"/>
              <a:gd name="connsiteX295" fmla="*/ 2285298 w 11362354"/>
              <a:gd name="connsiteY295" fmla="*/ 709293 h 1972800"/>
              <a:gd name="connsiteX296" fmla="*/ 2771132 w 11362354"/>
              <a:gd name="connsiteY296" fmla="*/ 709293 h 1972800"/>
              <a:gd name="connsiteX297" fmla="*/ 2771132 w 11362354"/>
              <a:gd name="connsiteY297" fmla="*/ 714671 h 1972800"/>
              <a:gd name="connsiteX298" fmla="*/ 3161500 w 11362354"/>
              <a:gd name="connsiteY298" fmla="*/ 714671 h 1972800"/>
              <a:gd name="connsiteX299" fmla="*/ 3161500 w 11362354"/>
              <a:gd name="connsiteY299" fmla="*/ 795531 h 1972800"/>
              <a:gd name="connsiteX300" fmla="*/ 2285298 w 11362354"/>
              <a:gd name="connsiteY300" fmla="*/ 795531 h 1972800"/>
              <a:gd name="connsiteX301" fmla="*/ 1709143 w 11362354"/>
              <a:gd name="connsiteY301" fmla="*/ 709293 h 1972800"/>
              <a:gd name="connsiteX302" fmla="*/ 2169670 w 11362354"/>
              <a:gd name="connsiteY302" fmla="*/ 709293 h 1972800"/>
              <a:gd name="connsiteX303" fmla="*/ 2145130 w 11362354"/>
              <a:gd name="connsiteY303" fmla="*/ 795531 h 1972800"/>
              <a:gd name="connsiteX304" fmla="*/ 1595923 w 11362354"/>
              <a:gd name="connsiteY304" fmla="*/ 795531 h 1972800"/>
              <a:gd name="connsiteX305" fmla="*/ 1709143 w 11362354"/>
              <a:gd name="connsiteY305" fmla="*/ 709293 h 1972800"/>
              <a:gd name="connsiteX306" fmla="*/ 985097 w 11362354"/>
              <a:gd name="connsiteY306" fmla="*/ 709293 h 1972800"/>
              <a:gd name="connsiteX307" fmla="*/ 1469893 w 11362354"/>
              <a:gd name="connsiteY307" fmla="*/ 709293 h 1972800"/>
              <a:gd name="connsiteX308" fmla="*/ 1469893 w 11362354"/>
              <a:gd name="connsiteY308" fmla="*/ 795531 h 1972800"/>
              <a:gd name="connsiteX309" fmla="*/ 985097 w 11362354"/>
              <a:gd name="connsiteY309" fmla="*/ 795531 h 1972800"/>
              <a:gd name="connsiteX310" fmla="*/ 0 w 11362354"/>
              <a:gd name="connsiteY310" fmla="*/ 709293 h 1972800"/>
              <a:gd name="connsiteX311" fmla="*/ 877145 w 11362354"/>
              <a:gd name="connsiteY311" fmla="*/ 709293 h 1972800"/>
              <a:gd name="connsiteX312" fmla="*/ 877145 w 11362354"/>
              <a:gd name="connsiteY312" fmla="*/ 795531 h 1972800"/>
              <a:gd name="connsiteX313" fmla="*/ 0 w 11362354"/>
              <a:gd name="connsiteY313" fmla="*/ 795531 h 1972800"/>
              <a:gd name="connsiteX314" fmla="*/ 4189251 w 11362354"/>
              <a:gd name="connsiteY314" fmla="*/ 709292 h 1972800"/>
              <a:gd name="connsiteX315" fmla="*/ 4662658 w 11362354"/>
              <a:gd name="connsiteY315" fmla="*/ 709292 h 1972800"/>
              <a:gd name="connsiteX316" fmla="*/ 4671191 w 11362354"/>
              <a:gd name="connsiteY316" fmla="*/ 795530 h 1972800"/>
              <a:gd name="connsiteX317" fmla="*/ 4197682 w 11362354"/>
              <a:gd name="connsiteY317" fmla="*/ 795530 h 1972800"/>
              <a:gd name="connsiteX318" fmla="*/ 4189251 w 11362354"/>
              <a:gd name="connsiteY318" fmla="*/ 709292 h 1972800"/>
              <a:gd name="connsiteX319" fmla="*/ 3302730 w 11362354"/>
              <a:gd name="connsiteY319" fmla="*/ 709292 h 1972800"/>
              <a:gd name="connsiteX320" fmla="*/ 3776138 w 11362354"/>
              <a:gd name="connsiteY320" fmla="*/ 709292 h 1972800"/>
              <a:gd name="connsiteX321" fmla="*/ 3767701 w 11362354"/>
              <a:gd name="connsiteY321" fmla="*/ 795530 h 1972800"/>
              <a:gd name="connsiteX322" fmla="*/ 3294197 w 11362354"/>
              <a:gd name="connsiteY322" fmla="*/ 795530 h 1972800"/>
              <a:gd name="connsiteX323" fmla="*/ 3302730 w 11362354"/>
              <a:gd name="connsiteY323" fmla="*/ 709292 h 1972800"/>
              <a:gd name="connsiteX324" fmla="*/ 10418948 w 11362354"/>
              <a:gd name="connsiteY324" fmla="*/ 565540 h 1972800"/>
              <a:gd name="connsiteX325" fmla="*/ 10949595 w 11362354"/>
              <a:gd name="connsiteY325" fmla="*/ 565540 h 1972800"/>
              <a:gd name="connsiteX326" fmla="*/ 10964075 w 11362354"/>
              <a:gd name="connsiteY326" fmla="*/ 577567 h 1972800"/>
              <a:gd name="connsiteX327" fmla="*/ 11026395 w 11362354"/>
              <a:gd name="connsiteY327" fmla="*/ 628529 h 1972800"/>
              <a:gd name="connsiteX328" fmla="*/ 10434083 w 11362354"/>
              <a:gd name="connsiteY328" fmla="*/ 628529 h 1972800"/>
              <a:gd name="connsiteX329" fmla="*/ 10418948 w 11362354"/>
              <a:gd name="connsiteY329" fmla="*/ 565540 h 1972800"/>
              <a:gd name="connsiteX330" fmla="*/ 9781432 w 11362354"/>
              <a:gd name="connsiteY330" fmla="*/ 564344 h 1972800"/>
              <a:gd name="connsiteX331" fmla="*/ 10286039 w 11362354"/>
              <a:gd name="connsiteY331" fmla="*/ 564344 h 1972800"/>
              <a:gd name="connsiteX332" fmla="*/ 10286039 w 11362354"/>
              <a:gd name="connsiteY332" fmla="*/ 627199 h 1972800"/>
              <a:gd name="connsiteX333" fmla="*/ 9781432 w 11362354"/>
              <a:gd name="connsiteY333" fmla="*/ 627199 h 1972800"/>
              <a:gd name="connsiteX334" fmla="*/ 8877431 w 11362354"/>
              <a:gd name="connsiteY334" fmla="*/ 564344 h 1972800"/>
              <a:gd name="connsiteX335" fmla="*/ 9382033 w 11362354"/>
              <a:gd name="connsiteY335" fmla="*/ 564344 h 1972800"/>
              <a:gd name="connsiteX336" fmla="*/ 9382033 w 11362354"/>
              <a:gd name="connsiteY336" fmla="*/ 627199 h 1972800"/>
              <a:gd name="connsiteX337" fmla="*/ 8877431 w 11362354"/>
              <a:gd name="connsiteY337" fmla="*/ 627199 h 1972800"/>
              <a:gd name="connsiteX338" fmla="*/ 8042875 w 11362354"/>
              <a:gd name="connsiteY338" fmla="*/ 564344 h 1972800"/>
              <a:gd name="connsiteX339" fmla="*/ 8501703 w 11362354"/>
              <a:gd name="connsiteY339" fmla="*/ 564344 h 1972800"/>
              <a:gd name="connsiteX340" fmla="*/ 8501703 w 11362354"/>
              <a:gd name="connsiteY340" fmla="*/ 627199 h 1972800"/>
              <a:gd name="connsiteX341" fmla="*/ 8042875 w 11362354"/>
              <a:gd name="connsiteY341" fmla="*/ 627199 h 1972800"/>
              <a:gd name="connsiteX342" fmla="*/ 7193139 w 11362354"/>
              <a:gd name="connsiteY342" fmla="*/ 564344 h 1972800"/>
              <a:gd name="connsiteX343" fmla="*/ 7929154 w 11362354"/>
              <a:gd name="connsiteY343" fmla="*/ 564344 h 1972800"/>
              <a:gd name="connsiteX344" fmla="*/ 7958244 w 11362354"/>
              <a:gd name="connsiteY344" fmla="*/ 627199 h 1972800"/>
              <a:gd name="connsiteX345" fmla="*/ 7193139 w 11362354"/>
              <a:gd name="connsiteY345" fmla="*/ 627199 h 1972800"/>
              <a:gd name="connsiteX346" fmla="*/ 6188669 w 11362354"/>
              <a:gd name="connsiteY346" fmla="*/ 564344 h 1972800"/>
              <a:gd name="connsiteX347" fmla="*/ 6674501 w 11362354"/>
              <a:gd name="connsiteY347" fmla="*/ 564344 h 1972800"/>
              <a:gd name="connsiteX348" fmla="*/ 6674501 w 11362354"/>
              <a:gd name="connsiteY348" fmla="*/ 627199 h 1972800"/>
              <a:gd name="connsiteX349" fmla="*/ 6188669 w 11362354"/>
              <a:gd name="connsiteY349" fmla="*/ 627199 h 1972800"/>
              <a:gd name="connsiteX350" fmla="*/ 5574793 w 11362354"/>
              <a:gd name="connsiteY350" fmla="*/ 564344 h 1972800"/>
              <a:gd name="connsiteX351" fmla="*/ 6073294 w 11362354"/>
              <a:gd name="connsiteY351" fmla="*/ 564344 h 1972800"/>
              <a:gd name="connsiteX352" fmla="*/ 6073294 w 11362354"/>
              <a:gd name="connsiteY352" fmla="*/ 627199 h 1972800"/>
              <a:gd name="connsiteX353" fmla="*/ 5574793 w 11362354"/>
              <a:gd name="connsiteY353" fmla="*/ 627199 h 1972800"/>
              <a:gd name="connsiteX354" fmla="*/ 4792811 w 11362354"/>
              <a:gd name="connsiteY354" fmla="*/ 564344 h 1972800"/>
              <a:gd name="connsiteX355" fmla="*/ 5291307 w 11362354"/>
              <a:gd name="connsiteY355" fmla="*/ 564344 h 1972800"/>
              <a:gd name="connsiteX356" fmla="*/ 5291307 w 11362354"/>
              <a:gd name="connsiteY356" fmla="*/ 627199 h 1972800"/>
              <a:gd name="connsiteX357" fmla="*/ 4792811 w 11362354"/>
              <a:gd name="connsiteY357" fmla="*/ 627199 h 1972800"/>
              <a:gd name="connsiteX358" fmla="*/ 2285298 w 11362354"/>
              <a:gd name="connsiteY358" fmla="*/ 564344 h 1972800"/>
              <a:gd name="connsiteX359" fmla="*/ 2771132 w 11362354"/>
              <a:gd name="connsiteY359" fmla="*/ 564344 h 1972800"/>
              <a:gd name="connsiteX360" fmla="*/ 2771132 w 11362354"/>
              <a:gd name="connsiteY360" fmla="*/ 627199 h 1972800"/>
              <a:gd name="connsiteX361" fmla="*/ 2285298 w 11362354"/>
              <a:gd name="connsiteY361" fmla="*/ 627199 h 1972800"/>
              <a:gd name="connsiteX362" fmla="*/ 1743635 w 11362354"/>
              <a:gd name="connsiteY362" fmla="*/ 564344 h 1972800"/>
              <a:gd name="connsiteX363" fmla="*/ 2184512 w 11362354"/>
              <a:gd name="connsiteY363" fmla="*/ 564344 h 1972800"/>
              <a:gd name="connsiteX364" fmla="*/ 2184779 w 11362354"/>
              <a:gd name="connsiteY364" fmla="*/ 571975 h 1972800"/>
              <a:gd name="connsiteX365" fmla="*/ 2181588 w 11362354"/>
              <a:gd name="connsiteY365" fmla="*/ 627199 h 1972800"/>
              <a:gd name="connsiteX366" fmla="*/ 1742032 w 11362354"/>
              <a:gd name="connsiteY366" fmla="*/ 627199 h 1972800"/>
              <a:gd name="connsiteX367" fmla="*/ 1746020 w 11362354"/>
              <a:gd name="connsiteY367" fmla="*/ 587881 h 1972800"/>
              <a:gd name="connsiteX368" fmla="*/ 985097 w 11362354"/>
              <a:gd name="connsiteY368" fmla="*/ 564344 h 1972800"/>
              <a:gd name="connsiteX369" fmla="*/ 1469893 w 11362354"/>
              <a:gd name="connsiteY369" fmla="*/ 564344 h 1972800"/>
              <a:gd name="connsiteX370" fmla="*/ 1469893 w 11362354"/>
              <a:gd name="connsiteY370" fmla="*/ 627199 h 1972800"/>
              <a:gd name="connsiteX371" fmla="*/ 985097 w 11362354"/>
              <a:gd name="connsiteY371" fmla="*/ 627199 h 1972800"/>
              <a:gd name="connsiteX372" fmla="*/ 0 w 11362354"/>
              <a:gd name="connsiteY372" fmla="*/ 564344 h 1972800"/>
              <a:gd name="connsiteX373" fmla="*/ 505721 w 11362354"/>
              <a:gd name="connsiteY373" fmla="*/ 564344 h 1972800"/>
              <a:gd name="connsiteX374" fmla="*/ 505721 w 11362354"/>
              <a:gd name="connsiteY374" fmla="*/ 627199 h 1972800"/>
              <a:gd name="connsiteX375" fmla="*/ 0 w 11362354"/>
              <a:gd name="connsiteY375" fmla="*/ 627199 h 1972800"/>
              <a:gd name="connsiteX376" fmla="*/ 4156173 w 11362354"/>
              <a:gd name="connsiteY376" fmla="*/ 564343 h 1972800"/>
              <a:gd name="connsiteX377" fmla="*/ 4635244 w 11362354"/>
              <a:gd name="connsiteY377" fmla="*/ 564343 h 1972800"/>
              <a:gd name="connsiteX378" fmla="*/ 4649285 w 11362354"/>
              <a:gd name="connsiteY378" fmla="*/ 627198 h 1972800"/>
              <a:gd name="connsiteX379" fmla="*/ 4173561 w 11362354"/>
              <a:gd name="connsiteY379" fmla="*/ 627198 h 1972800"/>
              <a:gd name="connsiteX380" fmla="*/ 4156173 w 11362354"/>
              <a:gd name="connsiteY380" fmla="*/ 564343 h 1972800"/>
              <a:gd name="connsiteX381" fmla="*/ 3330140 w 11362354"/>
              <a:gd name="connsiteY381" fmla="*/ 564343 h 1972800"/>
              <a:gd name="connsiteX382" fmla="*/ 3809216 w 11362354"/>
              <a:gd name="connsiteY382" fmla="*/ 564343 h 1972800"/>
              <a:gd name="connsiteX383" fmla="*/ 3791828 w 11362354"/>
              <a:gd name="connsiteY383" fmla="*/ 627198 h 1972800"/>
              <a:gd name="connsiteX384" fmla="*/ 3316108 w 11362354"/>
              <a:gd name="connsiteY384" fmla="*/ 627198 h 1972800"/>
              <a:gd name="connsiteX385" fmla="*/ 3330140 w 11362354"/>
              <a:gd name="connsiteY385" fmla="*/ 564343 h 1972800"/>
              <a:gd name="connsiteX386" fmla="*/ 11305691 w 11362354"/>
              <a:gd name="connsiteY386" fmla="*/ 441367 h 1972800"/>
              <a:gd name="connsiteX387" fmla="*/ 11306110 w 11362354"/>
              <a:gd name="connsiteY387" fmla="*/ 441367 h 1972800"/>
              <a:gd name="connsiteX388" fmla="*/ 11306110 w 11362354"/>
              <a:gd name="connsiteY388" fmla="*/ 441726 h 1972800"/>
              <a:gd name="connsiteX389" fmla="*/ 10419150 w 11362354"/>
              <a:gd name="connsiteY389" fmla="*/ 441367 h 1972800"/>
              <a:gd name="connsiteX390" fmla="*/ 10893359 w 11362354"/>
              <a:gd name="connsiteY390" fmla="*/ 441367 h 1972800"/>
              <a:gd name="connsiteX391" fmla="*/ 10894757 w 11362354"/>
              <a:gd name="connsiteY391" fmla="*/ 483273 h 1972800"/>
              <a:gd name="connsiteX392" fmla="*/ 10419058 w 11362354"/>
              <a:gd name="connsiteY392" fmla="*/ 483273 h 1972800"/>
              <a:gd name="connsiteX393" fmla="*/ 10417854 w 11362354"/>
              <a:gd name="connsiteY393" fmla="*/ 463084 h 1972800"/>
              <a:gd name="connsiteX394" fmla="*/ 9781432 w 11362354"/>
              <a:gd name="connsiteY394" fmla="*/ 440432 h 1972800"/>
              <a:gd name="connsiteX395" fmla="*/ 10286039 w 11362354"/>
              <a:gd name="connsiteY395" fmla="*/ 440432 h 1972800"/>
              <a:gd name="connsiteX396" fmla="*/ 10286039 w 11362354"/>
              <a:gd name="connsiteY396" fmla="*/ 482250 h 1972800"/>
              <a:gd name="connsiteX397" fmla="*/ 9781432 w 11362354"/>
              <a:gd name="connsiteY397" fmla="*/ 482250 h 1972800"/>
              <a:gd name="connsiteX398" fmla="*/ 8877431 w 11362354"/>
              <a:gd name="connsiteY398" fmla="*/ 440432 h 1972800"/>
              <a:gd name="connsiteX399" fmla="*/ 9382033 w 11362354"/>
              <a:gd name="connsiteY399" fmla="*/ 440432 h 1972800"/>
              <a:gd name="connsiteX400" fmla="*/ 9382033 w 11362354"/>
              <a:gd name="connsiteY400" fmla="*/ 482250 h 1972800"/>
              <a:gd name="connsiteX401" fmla="*/ 8877431 w 11362354"/>
              <a:gd name="connsiteY401" fmla="*/ 482250 h 1972800"/>
              <a:gd name="connsiteX402" fmla="*/ 8042875 w 11362354"/>
              <a:gd name="connsiteY402" fmla="*/ 440432 h 1972800"/>
              <a:gd name="connsiteX403" fmla="*/ 8501703 w 11362354"/>
              <a:gd name="connsiteY403" fmla="*/ 440432 h 1972800"/>
              <a:gd name="connsiteX404" fmla="*/ 8501703 w 11362354"/>
              <a:gd name="connsiteY404" fmla="*/ 482250 h 1972800"/>
              <a:gd name="connsiteX405" fmla="*/ 8042875 w 11362354"/>
              <a:gd name="connsiteY405" fmla="*/ 482250 h 1972800"/>
              <a:gd name="connsiteX406" fmla="*/ 7193139 w 11362354"/>
              <a:gd name="connsiteY406" fmla="*/ 440432 h 1972800"/>
              <a:gd name="connsiteX407" fmla="*/ 7871807 w 11362354"/>
              <a:gd name="connsiteY407" fmla="*/ 440432 h 1972800"/>
              <a:gd name="connsiteX408" fmla="*/ 7891162 w 11362354"/>
              <a:gd name="connsiteY408" fmla="*/ 482250 h 1972800"/>
              <a:gd name="connsiteX409" fmla="*/ 7193139 w 11362354"/>
              <a:gd name="connsiteY409" fmla="*/ 482250 h 1972800"/>
              <a:gd name="connsiteX410" fmla="*/ 6188669 w 11362354"/>
              <a:gd name="connsiteY410" fmla="*/ 440432 h 1972800"/>
              <a:gd name="connsiteX411" fmla="*/ 6674501 w 11362354"/>
              <a:gd name="connsiteY411" fmla="*/ 440432 h 1972800"/>
              <a:gd name="connsiteX412" fmla="*/ 6674501 w 11362354"/>
              <a:gd name="connsiteY412" fmla="*/ 482250 h 1972800"/>
              <a:gd name="connsiteX413" fmla="*/ 6188669 w 11362354"/>
              <a:gd name="connsiteY413" fmla="*/ 482250 h 1972800"/>
              <a:gd name="connsiteX414" fmla="*/ 5574793 w 11362354"/>
              <a:gd name="connsiteY414" fmla="*/ 440432 h 1972800"/>
              <a:gd name="connsiteX415" fmla="*/ 6073294 w 11362354"/>
              <a:gd name="connsiteY415" fmla="*/ 440432 h 1972800"/>
              <a:gd name="connsiteX416" fmla="*/ 6073294 w 11362354"/>
              <a:gd name="connsiteY416" fmla="*/ 482250 h 1972800"/>
              <a:gd name="connsiteX417" fmla="*/ 5574793 w 11362354"/>
              <a:gd name="connsiteY417" fmla="*/ 482250 h 1972800"/>
              <a:gd name="connsiteX418" fmla="*/ 4792811 w 11362354"/>
              <a:gd name="connsiteY418" fmla="*/ 440432 h 1972800"/>
              <a:gd name="connsiteX419" fmla="*/ 5291307 w 11362354"/>
              <a:gd name="connsiteY419" fmla="*/ 440432 h 1972800"/>
              <a:gd name="connsiteX420" fmla="*/ 5291307 w 11362354"/>
              <a:gd name="connsiteY420" fmla="*/ 482250 h 1972800"/>
              <a:gd name="connsiteX421" fmla="*/ 4792811 w 11362354"/>
              <a:gd name="connsiteY421" fmla="*/ 482250 h 1972800"/>
              <a:gd name="connsiteX422" fmla="*/ 2285298 w 11362354"/>
              <a:gd name="connsiteY422" fmla="*/ 440432 h 1972800"/>
              <a:gd name="connsiteX423" fmla="*/ 2771132 w 11362354"/>
              <a:gd name="connsiteY423" fmla="*/ 440432 h 1972800"/>
              <a:gd name="connsiteX424" fmla="*/ 2771132 w 11362354"/>
              <a:gd name="connsiteY424" fmla="*/ 482250 h 1972800"/>
              <a:gd name="connsiteX425" fmla="*/ 2285298 w 11362354"/>
              <a:gd name="connsiteY425" fmla="*/ 482250 h 1972800"/>
              <a:gd name="connsiteX426" fmla="*/ 1688066 w 11362354"/>
              <a:gd name="connsiteY426" fmla="*/ 440432 h 1972800"/>
              <a:gd name="connsiteX427" fmla="*/ 2171374 w 11362354"/>
              <a:gd name="connsiteY427" fmla="*/ 440432 h 1972800"/>
              <a:gd name="connsiteX428" fmla="*/ 2178605 w 11362354"/>
              <a:gd name="connsiteY428" fmla="*/ 482250 h 1972800"/>
              <a:gd name="connsiteX429" fmla="*/ 1717768 w 11362354"/>
              <a:gd name="connsiteY429" fmla="*/ 482250 h 1972800"/>
              <a:gd name="connsiteX430" fmla="*/ 1688066 w 11362354"/>
              <a:gd name="connsiteY430" fmla="*/ 440432 h 1972800"/>
              <a:gd name="connsiteX431" fmla="*/ 985097 w 11362354"/>
              <a:gd name="connsiteY431" fmla="*/ 440432 h 1972800"/>
              <a:gd name="connsiteX432" fmla="*/ 1469893 w 11362354"/>
              <a:gd name="connsiteY432" fmla="*/ 440432 h 1972800"/>
              <a:gd name="connsiteX433" fmla="*/ 1469893 w 11362354"/>
              <a:gd name="connsiteY433" fmla="*/ 482250 h 1972800"/>
              <a:gd name="connsiteX434" fmla="*/ 985097 w 11362354"/>
              <a:gd name="connsiteY434" fmla="*/ 482250 h 1972800"/>
              <a:gd name="connsiteX435" fmla="*/ 0 w 11362354"/>
              <a:gd name="connsiteY435" fmla="*/ 440432 h 1972800"/>
              <a:gd name="connsiteX436" fmla="*/ 505721 w 11362354"/>
              <a:gd name="connsiteY436" fmla="*/ 440432 h 1972800"/>
              <a:gd name="connsiteX437" fmla="*/ 505721 w 11362354"/>
              <a:gd name="connsiteY437" fmla="*/ 482250 h 1972800"/>
              <a:gd name="connsiteX438" fmla="*/ 0 w 11362354"/>
              <a:gd name="connsiteY438" fmla="*/ 482250 h 1972800"/>
              <a:gd name="connsiteX439" fmla="*/ 4093268 w 11362354"/>
              <a:gd name="connsiteY439" fmla="*/ 440431 h 1972800"/>
              <a:gd name="connsiteX440" fmla="*/ 4597023 w 11362354"/>
              <a:gd name="connsiteY440" fmla="*/ 440431 h 1972800"/>
              <a:gd name="connsiteX441" fmla="*/ 4611768 w 11362354"/>
              <a:gd name="connsiteY441" fmla="*/ 482249 h 1972800"/>
              <a:gd name="connsiteX442" fmla="*/ 4120709 w 11362354"/>
              <a:gd name="connsiteY442" fmla="*/ 482249 h 1972800"/>
              <a:gd name="connsiteX443" fmla="*/ 4093268 w 11362354"/>
              <a:gd name="connsiteY443" fmla="*/ 440431 h 1972800"/>
              <a:gd name="connsiteX444" fmla="*/ 3368371 w 11362354"/>
              <a:gd name="connsiteY444" fmla="*/ 440431 h 1972800"/>
              <a:gd name="connsiteX445" fmla="*/ 3872116 w 11362354"/>
              <a:gd name="connsiteY445" fmla="*/ 440431 h 1972800"/>
              <a:gd name="connsiteX446" fmla="*/ 3844680 w 11362354"/>
              <a:gd name="connsiteY446" fmla="*/ 482249 h 1972800"/>
              <a:gd name="connsiteX447" fmla="*/ 3353616 w 11362354"/>
              <a:gd name="connsiteY447" fmla="*/ 482249 h 1972800"/>
              <a:gd name="connsiteX448" fmla="*/ 3368371 w 11362354"/>
              <a:gd name="connsiteY448" fmla="*/ 440431 h 1972800"/>
              <a:gd name="connsiteX449" fmla="*/ 11223979 w 11362354"/>
              <a:gd name="connsiteY449" fmla="*/ 437563 h 1972800"/>
              <a:gd name="connsiteX450" fmla="*/ 11304274 w 11362354"/>
              <a:gd name="connsiteY450" fmla="*/ 437563 h 1972800"/>
              <a:gd name="connsiteX451" fmla="*/ 11304274 w 11362354"/>
              <a:gd name="connsiteY451" fmla="*/ 487440 h 1972800"/>
              <a:gd name="connsiteX452" fmla="*/ 11274504 w 11362354"/>
              <a:gd name="connsiteY452" fmla="*/ 487440 h 1972800"/>
              <a:gd name="connsiteX453" fmla="*/ 10437485 w 11362354"/>
              <a:gd name="connsiteY453" fmla="*/ 312620 h 1972800"/>
              <a:gd name="connsiteX454" fmla="*/ 11305204 w 11362354"/>
              <a:gd name="connsiteY454" fmla="*/ 312620 h 1972800"/>
              <a:gd name="connsiteX455" fmla="*/ 11305204 w 11362354"/>
              <a:gd name="connsiteY455" fmla="*/ 323517 h 1972800"/>
              <a:gd name="connsiteX456" fmla="*/ 11306110 w 11362354"/>
              <a:gd name="connsiteY456" fmla="*/ 323517 h 1972800"/>
              <a:gd name="connsiteX457" fmla="*/ 11306110 w 11362354"/>
              <a:gd name="connsiteY457" fmla="*/ 351547 h 1972800"/>
              <a:gd name="connsiteX458" fmla="*/ 11306110 w 11362354"/>
              <a:gd name="connsiteY458" fmla="*/ 359098 h 1972800"/>
              <a:gd name="connsiteX459" fmla="*/ 11305204 w 11362354"/>
              <a:gd name="connsiteY459" fmla="*/ 359098 h 1972800"/>
              <a:gd name="connsiteX460" fmla="*/ 11305204 w 11362354"/>
              <a:gd name="connsiteY460" fmla="*/ 363528 h 1972800"/>
              <a:gd name="connsiteX461" fmla="*/ 10423824 w 11362354"/>
              <a:gd name="connsiteY461" fmla="*/ 363528 h 1972800"/>
              <a:gd name="connsiteX462" fmla="*/ 10429797 w 11362354"/>
              <a:gd name="connsiteY462" fmla="*/ 336441 h 1972800"/>
              <a:gd name="connsiteX463" fmla="*/ 9781432 w 11362354"/>
              <a:gd name="connsiteY463" fmla="*/ 312620 h 1972800"/>
              <a:gd name="connsiteX464" fmla="*/ 10286039 w 11362354"/>
              <a:gd name="connsiteY464" fmla="*/ 312620 h 1972800"/>
              <a:gd name="connsiteX465" fmla="*/ 10286039 w 11362354"/>
              <a:gd name="connsiteY465" fmla="*/ 322833 h 1972800"/>
              <a:gd name="connsiteX466" fmla="*/ 10286039 w 11362354"/>
              <a:gd name="connsiteY466" fmla="*/ 358338 h 1972800"/>
              <a:gd name="connsiteX467" fmla="*/ 10286039 w 11362354"/>
              <a:gd name="connsiteY467" fmla="*/ 358339 h 1972800"/>
              <a:gd name="connsiteX468" fmla="*/ 9781432 w 11362354"/>
              <a:gd name="connsiteY468" fmla="*/ 358339 h 1972800"/>
              <a:gd name="connsiteX469" fmla="*/ 9781432 w 11362354"/>
              <a:gd name="connsiteY469" fmla="*/ 358338 h 1972800"/>
              <a:gd name="connsiteX470" fmla="*/ 9781432 w 11362354"/>
              <a:gd name="connsiteY470" fmla="*/ 322833 h 1972800"/>
              <a:gd name="connsiteX471" fmla="*/ 8611213 w 11362354"/>
              <a:gd name="connsiteY471" fmla="*/ 312620 h 1972800"/>
              <a:gd name="connsiteX472" fmla="*/ 9666891 w 11362354"/>
              <a:gd name="connsiteY472" fmla="*/ 312620 h 1972800"/>
              <a:gd name="connsiteX473" fmla="*/ 9666891 w 11362354"/>
              <a:gd name="connsiteY473" fmla="*/ 322833 h 1972800"/>
              <a:gd name="connsiteX474" fmla="*/ 9668568 w 11362354"/>
              <a:gd name="connsiteY474" fmla="*/ 322833 h 1972800"/>
              <a:gd name="connsiteX475" fmla="*/ 9668568 w 11362354"/>
              <a:gd name="connsiteY475" fmla="*/ 358338 h 1972800"/>
              <a:gd name="connsiteX476" fmla="*/ 9666891 w 11362354"/>
              <a:gd name="connsiteY476" fmla="*/ 358338 h 1972800"/>
              <a:gd name="connsiteX477" fmla="*/ 9666891 w 11362354"/>
              <a:gd name="connsiteY477" fmla="*/ 358339 h 1972800"/>
              <a:gd name="connsiteX478" fmla="*/ 8611213 w 11362354"/>
              <a:gd name="connsiteY478" fmla="*/ 358339 h 1972800"/>
              <a:gd name="connsiteX479" fmla="*/ 8037009 w 11362354"/>
              <a:gd name="connsiteY479" fmla="*/ 312620 h 1972800"/>
              <a:gd name="connsiteX480" fmla="*/ 8500026 w 11362354"/>
              <a:gd name="connsiteY480" fmla="*/ 312620 h 1972800"/>
              <a:gd name="connsiteX481" fmla="*/ 8500026 w 11362354"/>
              <a:gd name="connsiteY481" fmla="*/ 322833 h 1972800"/>
              <a:gd name="connsiteX482" fmla="*/ 8501703 w 11362354"/>
              <a:gd name="connsiteY482" fmla="*/ 322833 h 1972800"/>
              <a:gd name="connsiteX483" fmla="*/ 8501703 w 11362354"/>
              <a:gd name="connsiteY483" fmla="*/ 358338 h 1972800"/>
              <a:gd name="connsiteX484" fmla="*/ 8500026 w 11362354"/>
              <a:gd name="connsiteY484" fmla="*/ 358338 h 1972800"/>
              <a:gd name="connsiteX485" fmla="*/ 8500026 w 11362354"/>
              <a:gd name="connsiteY485" fmla="*/ 358339 h 1972800"/>
              <a:gd name="connsiteX486" fmla="*/ 8037009 w 11362354"/>
              <a:gd name="connsiteY486" fmla="*/ 358339 h 1972800"/>
              <a:gd name="connsiteX487" fmla="*/ 7193139 w 11362354"/>
              <a:gd name="connsiteY487" fmla="*/ 312620 h 1972800"/>
              <a:gd name="connsiteX488" fmla="*/ 7812777 w 11362354"/>
              <a:gd name="connsiteY488" fmla="*/ 312620 h 1972800"/>
              <a:gd name="connsiteX489" fmla="*/ 7833342 w 11362354"/>
              <a:gd name="connsiteY489" fmla="*/ 357178 h 1972800"/>
              <a:gd name="connsiteX490" fmla="*/ 7833342 w 11362354"/>
              <a:gd name="connsiteY490" fmla="*/ 357314 h 1972800"/>
              <a:gd name="connsiteX491" fmla="*/ 7833816 w 11362354"/>
              <a:gd name="connsiteY491" fmla="*/ 358338 h 1972800"/>
              <a:gd name="connsiteX492" fmla="*/ 7833342 w 11362354"/>
              <a:gd name="connsiteY492" fmla="*/ 358338 h 1972800"/>
              <a:gd name="connsiteX493" fmla="*/ 7833342 w 11362354"/>
              <a:gd name="connsiteY493" fmla="*/ 358339 h 1972800"/>
              <a:gd name="connsiteX494" fmla="*/ 7193139 w 11362354"/>
              <a:gd name="connsiteY494" fmla="*/ 358339 h 1972800"/>
              <a:gd name="connsiteX495" fmla="*/ 7193139 w 11362354"/>
              <a:gd name="connsiteY495" fmla="*/ 358338 h 1972800"/>
              <a:gd name="connsiteX496" fmla="*/ 7193139 w 11362354"/>
              <a:gd name="connsiteY496" fmla="*/ 322833 h 1972800"/>
              <a:gd name="connsiteX497" fmla="*/ 6184479 w 11362354"/>
              <a:gd name="connsiteY497" fmla="*/ 312620 h 1972800"/>
              <a:gd name="connsiteX498" fmla="*/ 7080274 w 11362354"/>
              <a:gd name="connsiteY498" fmla="*/ 312620 h 1972800"/>
              <a:gd name="connsiteX499" fmla="*/ 7080274 w 11362354"/>
              <a:gd name="connsiteY499" fmla="*/ 322833 h 1972800"/>
              <a:gd name="connsiteX500" fmla="*/ 7080275 w 11362354"/>
              <a:gd name="connsiteY500" fmla="*/ 322833 h 1972800"/>
              <a:gd name="connsiteX501" fmla="*/ 7080275 w 11362354"/>
              <a:gd name="connsiteY501" fmla="*/ 358338 h 1972800"/>
              <a:gd name="connsiteX502" fmla="*/ 7080274 w 11362354"/>
              <a:gd name="connsiteY502" fmla="*/ 358338 h 1972800"/>
              <a:gd name="connsiteX503" fmla="*/ 7080274 w 11362354"/>
              <a:gd name="connsiteY503" fmla="*/ 358339 h 1972800"/>
              <a:gd name="connsiteX504" fmla="*/ 6184479 w 11362354"/>
              <a:gd name="connsiteY504" fmla="*/ 358339 h 1972800"/>
              <a:gd name="connsiteX505" fmla="*/ 5574793 w 11362354"/>
              <a:gd name="connsiteY505" fmla="*/ 312620 h 1972800"/>
              <a:gd name="connsiteX506" fmla="*/ 6073294 w 11362354"/>
              <a:gd name="connsiteY506" fmla="*/ 312620 h 1972800"/>
              <a:gd name="connsiteX507" fmla="*/ 6073294 w 11362354"/>
              <a:gd name="connsiteY507" fmla="*/ 322833 h 1972800"/>
              <a:gd name="connsiteX508" fmla="*/ 6073294 w 11362354"/>
              <a:gd name="connsiteY508" fmla="*/ 358338 h 1972800"/>
              <a:gd name="connsiteX509" fmla="*/ 6073294 w 11362354"/>
              <a:gd name="connsiteY509" fmla="*/ 358339 h 1972800"/>
              <a:gd name="connsiteX510" fmla="*/ 5574793 w 11362354"/>
              <a:gd name="connsiteY510" fmla="*/ 358339 h 1972800"/>
              <a:gd name="connsiteX511" fmla="*/ 5574793 w 11362354"/>
              <a:gd name="connsiteY511" fmla="*/ 358338 h 1972800"/>
              <a:gd name="connsiteX512" fmla="*/ 5574793 w 11362354"/>
              <a:gd name="connsiteY512" fmla="*/ 322833 h 1972800"/>
              <a:gd name="connsiteX513" fmla="*/ 4792811 w 11362354"/>
              <a:gd name="connsiteY513" fmla="*/ 312620 h 1972800"/>
              <a:gd name="connsiteX514" fmla="*/ 5291307 w 11362354"/>
              <a:gd name="connsiteY514" fmla="*/ 312620 h 1972800"/>
              <a:gd name="connsiteX515" fmla="*/ 5291307 w 11362354"/>
              <a:gd name="connsiteY515" fmla="*/ 322833 h 1972800"/>
              <a:gd name="connsiteX516" fmla="*/ 5291307 w 11362354"/>
              <a:gd name="connsiteY516" fmla="*/ 358338 h 1972800"/>
              <a:gd name="connsiteX517" fmla="*/ 5291307 w 11362354"/>
              <a:gd name="connsiteY517" fmla="*/ 358339 h 1972800"/>
              <a:gd name="connsiteX518" fmla="*/ 4792811 w 11362354"/>
              <a:gd name="connsiteY518" fmla="*/ 358339 h 1972800"/>
              <a:gd name="connsiteX519" fmla="*/ 4792811 w 11362354"/>
              <a:gd name="connsiteY519" fmla="*/ 358338 h 1972800"/>
              <a:gd name="connsiteX520" fmla="*/ 4792811 w 11362354"/>
              <a:gd name="connsiteY520" fmla="*/ 322833 h 1972800"/>
              <a:gd name="connsiteX521" fmla="*/ 2285298 w 11362354"/>
              <a:gd name="connsiteY521" fmla="*/ 312620 h 1972800"/>
              <a:gd name="connsiteX522" fmla="*/ 3183254 w 11362354"/>
              <a:gd name="connsiteY522" fmla="*/ 312620 h 1972800"/>
              <a:gd name="connsiteX523" fmla="*/ 3183254 w 11362354"/>
              <a:gd name="connsiteY523" fmla="*/ 322833 h 1972800"/>
              <a:gd name="connsiteX524" fmla="*/ 3183254 w 11362354"/>
              <a:gd name="connsiteY524" fmla="*/ 358338 h 1972800"/>
              <a:gd name="connsiteX525" fmla="*/ 3183254 w 11362354"/>
              <a:gd name="connsiteY525" fmla="*/ 358339 h 1972800"/>
              <a:gd name="connsiteX526" fmla="*/ 2285298 w 11362354"/>
              <a:gd name="connsiteY526" fmla="*/ 358339 h 1972800"/>
              <a:gd name="connsiteX527" fmla="*/ 2285298 w 11362354"/>
              <a:gd name="connsiteY527" fmla="*/ 358338 h 1972800"/>
              <a:gd name="connsiteX528" fmla="*/ 2285298 w 11362354"/>
              <a:gd name="connsiteY528" fmla="*/ 322833 h 1972800"/>
              <a:gd name="connsiteX529" fmla="*/ 985097 w 11362354"/>
              <a:gd name="connsiteY529" fmla="*/ 312620 h 1972800"/>
              <a:gd name="connsiteX530" fmla="*/ 2135110 w 11362354"/>
              <a:gd name="connsiteY530" fmla="*/ 312620 h 1972800"/>
              <a:gd name="connsiteX531" fmla="*/ 2148730 w 11362354"/>
              <a:gd name="connsiteY531" fmla="*/ 358335 h 1972800"/>
              <a:gd name="connsiteX532" fmla="*/ 2148731 w 11362354"/>
              <a:gd name="connsiteY532" fmla="*/ 358338 h 1972800"/>
              <a:gd name="connsiteX533" fmla="*/ 2148731 w 11362354"/>
              <a:gd name="connsiteY533" fmla="*/ 358339 h 1972800"/>
              <a:gd name="connsiteX534" fmla="*/ 985097 w 11362354"/>
              <a:gd name="connsiteY534" fmla="*/ 358339 h 1972800"/>
              <a:gd name="connsiteX535" fmla="*/ 985097 w 11362354"/>
              <a:gd name="connsiteY535" fmla="*/ 358338 h 1972800"/>
              <a:gd name="connsiteX536" fmla="*/ 985097 w 11362354"/>
              <a:gd name="connsiteY536" fmla="*/ 322833 h 1972800"/>
              <a:gd name="connsiteX537" fmla="*/ 0 w 11362354"/>
              <a:gd name="connsiteY537" fmla="*/ 312620 h 1972800"/>
              <a:gd name="connsiteX538" fmla="*/ 877145 w 11362354"/>
              <a:gd name="connsiteY538" fmla="*/ 312620 h 1972800"/>
              <a:gd name="connsiteX539" fmla="*/ 877145 w 11362354"/>
              <a:gd name="connsiteY539" fmla="*/ 322833 h 1972800"/>
              <a:gd name="connsiteX540" fmla="*/ 877145 w 11362354"/>
              <a:gd name="connsiteY540" fmla="*/ 358338 h 1972800"/>
              <a:gd name="connsiteX541" fmla="*/ 877145 w 11362354"/>
              <a:gd name="connsiteY541" fmla="*/ 358339 h 1972800"/>
              <a:gd name="connsiteX542" fmla="*/ 0 w 11362354"/>
              <a:gd name="connsiteY542" fmla="*/ 358339 h 1972800"/>
              <a:gd name="connsiteX543" fmla="*/ 0 w 11362354"/>
              <a:gd name="connsiteY543" fmla="*/ 358338 h 1972800"/>
              <a:gd name="connsiteX544" fmla="*/ 0 w 11362354"/>
              <a:gd name="connsiteY544" fmla="*/ 322833 h 1972800"/>
              <a:gd name="connsiteX545" fmla="*/ 3426524 w 11362354"/>
              <a:gd name="connsiteY545" fmla="*/ 311140 h 1972800"/>
              <a:gd name="connsiteX546" fmla="*/ 4541246 w 11362354"/>
              <a:gd name="connsiteY546" fmla="*/ 311140 h 1972800"/>
              <a:gd name="connsiteX547" fmla="*/ 4565836 w 11362354"/>
              <a:gd name="connsiteY547" fmla="*/ 363528 h 1972800"/>
              <a:gd name="connsiteX548" fmla="*/ 3720591 w 11362354"/>
              <a:gd name="connsiteY548" fmla="*/ 363528 h 1972800"/>
              <a:gd name="connsiteX549" fmla="*/ 3720591 w 11362354"/>
              <a:gd name="connsiteY549" fmla="*/ 361147 h 1972800"/>
              <a:gd name="connsiteX550" fmla="*/ 3403052 w 11362354"/>
              <a:gd name="connsiteY550" fmla="*/ 361147 h 1972800"/>
              <a:gd name="connsiteX551" fmla="*/ 10479636 w 11362354"/>
              <a:gd name="connsiteY551" fmla="*/ 204267 h 1972800"/>
              <a:gd name="connsiteX552" fmla="*/ 10671926 w 11362354"/>
              <a:gd name="connsiteY552" fmla="*/ 204267 h 1972800"/>
              <a:gd name="connsiteX553" fmla="*/ 11306110 w 11362354"/>
              <a:gd name="connsiteY553" fmla="*/ 204267 h 1972800"/>
              <a:gd name="connsiteX554" fmla="*/ 11306110 w 11362354"/>
              <a:gd name="connsiteY554" fmla="*/ 241250 h 1972800"/>
              <a:gd name="connsiteX555" fmla="*/ 10671926 w 11362354"/>
              <a:gd name="connsiteY555" fmla="*/ 241250 h 1972800"/>
              <a:gd name="connsiteX556" fmla="*/ 10463420 w 11362354"/>
              <a:gd name="connsiteY556" fmla="*/ 241250 h 1972800"/>
              <a:gd name="connsiteX557" fmla="*/ 9781432 w 11362354"/>
              <a:gd name="connsiteY557" fmla="*/ 203834 h 1972800"/>
              <a:gd name="connsiteX558" fmla="*/ 10286039 w 11362354"/>
              <a:gd name="connsiteY558" fmla="*/ 203834 h 1972800"/>
              <a:gd name="connsiteX559" fmla="*/ 10286039 w 11362354"/>
              <a:gd name="connsiteY559" fmla="*/ 240739 h 1972800"/>
              <a:gd name="connsiteX560" fmla="*/ 9781432 w 11362354"/>
              <a:gd name="connsiteY560" fmla="*/ 240739 h 1972800"/>
              <a:gd name="connsiteX561" fmla="*/ 8612890 w 11362354"/>
              <a:gd name="connsiteY561" fmla="*/ 203834 h 1972800"/>
              <a:gd name="connsiteX562" fmla="*/ 9668568 w 11362354"/>
              <a:gd name="connsiteY562" fmla="*/ 203834 h 1972800"/>
              <a:gd name="connsiteX563" fmla="*/ 9668568 w 11362354"/>
              <a:gd name="connsiteY563" fmla="*/ 240739 h 1972800"/>
              <a:gd name="connsiteX564" fmla="*/ 8612890 w 11362354"/>
              <a:gd name="connsiteY564" fmla="*/ 240739 h 1972800"/>
              <a:gd name="connsiteX565" fmla="*/ 8042875 w 11362354"/>
              <a:gd name="connsiteY565" fmla="*/ 203834 h 1972800"/>
              <a:gd name="connsiteX566" fmla="*/ 8501703 w 11362354"/>
              <a:gd name="connsiteY566" fmla="*/ 203834 h 1972800"/>
              <a:gd name="connsiteX567" fmla="*/ 8501703 w 11362354"/>
              <a:gd name="connsiteY567" fmla="*/ 240739 h 1972800"/>
              <a:gd name="connsiteX568" fmla="*/ 8042875 w 11362354"/>
              <a:gd name="connsiteY568" fmla="*/ 240739 h 1972800"/>
              <a:gd name="connsiteX569" fmla="*/ 7193139 w 11362354"/>
              <a:gd name="connsiteY569" fmla="*/ 203834 h 1972800"/>
              <a:gd name="connsiteX570" fmla="*/ 7762309 w 11362354"/>
              <a:gd name="connsiteY570" fmla="*/ 203834 h 1972800"/>
              <a:gd name="connsiteX571" fmla="*/ 7779389 w 11362354"/>
              <a:gd name="connsiteY571" fmla="*/ 240739 h 1972800"/>
              <a:gd name="connsiteX572" fmla="*/ 7193139 w 11362354"/>
              <a:gd name="connsiteY572" fmla="*/ 240739 h 1972800"/>
              <a:gd name="connsiteX573" fmla="*/ 6188669 w 11362354"/>
              <a:gd name="connsiteY573" fmla="*/ 203834 h 1972800"/>
              <a:gd name="connsiteX574" fmla="*/ 7080275 w 11362354"/>
              <a:gd name="connsiteY574" fmla="*/ 203834 h 1972800"/>
              <a:gd name="connsiteX575" fmla="*/ 7080275 w 11362354"/>
              <a:gd name="connsiteY575" fmla="*/ 240739 h 1972800"/>
              <a:gd name="connsiteX576" fmla="*/ 6188669 w 11362354"/>
              <a:gd name="connsiteY576" fmla="*/ 240739 h 1972800"/>
              <a:gd name="connsiteX577" fmla="*/ 5574793 w 11362354"/>
              <a:gd name="connsiteY577" fmla="*/ 203834 h 1972800"/>
              <a:gd name="connsiteX578" fmla="*/ 6073294 w 11362354"/>
              <a:gd name="connsiteY578" fmla="*/ 203834 h 1972800"/>
              <a:gd name="connsiteX579" fmla="*/ 6073294 w 11362354"/>
              <a:gd name="connsiteY579" fmla="*/ 240739 h 1972800"/>
              <a:gd name="connsiteX580" fmla="*/ 5574793 w 11362354"/>
              <a:gd name="connsiteY580" fmla="*/ 240739 h 1972800"/>
              <a:gd name="connsiteX581" fmla="*/ 4792811 w 11362354"/>
              <a:gd name="connsiteY581" fmla="*/ 203834 h 1972800"/>
              <a:gd name="connsiteX582" fmla="*/ 5291307 w 11362354"/>
              <a:gd name="connsiteY582" fmla="*/ 203834 h 1972800"/>
              <a:gd name="connsiteX583" fmla="*/ 5291307 w 11362354"/>
              <a:gd name="connsiteY583" fmla="*/ 240739 h 1972800"/>
              <a:gd name="connsiteX584" fmla="*/ 4792811 w 11362354"/>
              <a:gd name="connsiteY584" fmla="*/ 240739 h 1972800"/>
              <a:gd name="connsiteX585" fmla="*/ 2285298 w 11362354"/>
              <a:gd name="connsiteY585" fmla="*/ 203834 h 1972800"/>
              <a:gd name="connsiteX586" fmla="*/ 3183254 w 11362354"/>
              <a:gd name="connsiteY586" fmla="*/ 203834 h 1972800"/>
              <a:gd name="connsiteX587" fmla="*/ 3183254 w 11362354"/>
              <a:gd name="connsiteY587" fmla="*/ 240739 h 1972800"/>
              <a:gd name="connsiteX588" fmla="*/ 2285298 w 11362354"/>
              <a:gd name="connsiteY588" fmla="*/ 240739 h 1972800"/>
              <a:gd name="connsiteX589" fmla="*/ 985097 w 11362354"/>
              <a:gd name="connsiteY589" fmla="*/ 203834 h 1972800"/>
              <a:gd name="connsiteX590" fmla="*/ 2069184 w 11362354"/>
              <a:gd name="connsiteY590" fmla="*/ 203834 h 1972800"/>
              <a:gd name="connsiteX591" fmla="*/ 2093941 w 11362354"/>
              <a:gd name="connsiteY591" fmla="*/ 240739 h 1972800"/>
              <a:gd name="connsiteX592" fmla="*/ 985097 w 11362354"/>
              <a:gd name="connsiteY592" fmla="*/ 240739 h 1972800"/>
              <a:gd name="connsiteX593" fmla="*/ 0 w 11362354"/>
              <a:gd name="connsiteY593" fmla="*/ 203834 h 1972800"/>
              <a:gd name="connsiteX594" fmla="*/ 877145 w 11362354"/>
              <a:gd name="connsiteY594" fmla="*/ 203834 h 1972800"/>
              <a:gd name="connsiteX595" fmla="*/ 877145 w 11362354"/>
              <a:gd name="connsiteY595" fmla="*/ 240739 h 1972800"/>
              <a:gd name="connsiteX596" fmla="*/ 0 w 11362354"/>
              <a:gd name="connsiteY596" fmla="*/ 240739 h 1972800"/>
              <a:gd name="connsiteX597" fmla="*/ 3491565 w 11362354"/>
              <a:gd name="connsiteY597" fmla="*/ 203833 h 1972800"/>
              <a:gd name="connsiteX598" fmla="*/ 4473824 w 11362354"/>
              <a:gd name="connsiteY598" fmla="*/ 203833 h 1972800"/>
              <a:gd name="connsiteX599" fmla="*/ 4499119 w 11362354"/>
              <a:gd name="connsiteY599" fmla="*/ 240738 h 1972800"/>
              <a:gd name="connsiteX600" fmla="*/ 3466269 w 11362354"/>
              <a:gd name="connsiteY600" fmla="*/ 240738 h 1972800"/>
              <a:gd name="connsiteX601" fmla="*/ 3491565 w 11362354"/>
              <a:gd name="connsiteY601" fmla="*/ 203833 h 1972800"/>
              <a:gd name="connsiteX602" fmla="*/ 10550205 w 11362354"/>
              <a:gd name="connsiteY602" fmla="*/ 96959 h 1972800"/>
              <a:gd name="connsiteX603" fmla="*/ 10671926 w 11362354"/>
              <a:gd name="connsiteY603" fmla="*/ 96959 h 1972800"/>
              <a:gd name="connsiteX604" fmla="*/ 11306110 w 11362354"/>
              <a:gd name="connsiteY604" fmla="*/ 96959 h 1972800"/>
              <a:gd name="connsiteX605" fmla="*/ 11306110 w 11362354"/>
              <a:gd name="connsiteY605" fmla="*/ 121993 h 1972800"/>
              <a:gd name="connsiteX606" fmla="*/ 10671926 w 11362354"/>
              <a:gd name="connsiteY606" fmla="*/ 121993 h 1972800"/>
              <a:gd name="connsiteX607" fmla="*/ 10531544 w 11362354"/>
              <a:gd name="connsiteY607" fmla="*/ 121993 h 1972800"/>
              <a:gd name="connsiteX608" fmla="*/ 9781432 w 11362354"/>
              <a:gd name="connsiteY608" fmla="*/ 96753 h 1972800"/>
              <a:gd name="connsiteX609" fmla="*/ 10286039 w 11362354"/>
              <a:gd name="connsiteY609" fmla="*/ 96753 h 1972800"/>
              <a:gd name="connsiteX610" fmla="*/ 10286039 w 11362354"/>
              <a:gd name="connsiteY610" fmla="*/ 121735 h 1972800"/>
              <a:gd name="connsiteX611" fmla="*/ 9781432 w 11362354"/>
              <a:gd name="connsiteY611" fmla="*/ 121735 h 1972800"/>
              <a:gd name="connsiteX612" fmla="*/ 8612890 w 11362354"/>
              <a:gd name="connsiteY612" fmla="*/ 96753 h 1972800"/>
              <a:gd name="connsiteX613" fmla="*/ 9668568 w 11362354"/>
              <a:gd name="connsiteY613" fmla="*/ 96753 h 1972800"/>
              <a:gd name="connsiteX614" fmla="*/ 9668568 w 11362354"/>
              <a:gd name="connsiteY614" fmla="*/ 121735 h 1972800"/>
              <a:gd name="connsiteX615" fmla="*/ 8612890 w 11362354"/>
              <a:gd name="connsiteY615" fmla="*/ 121735 h 1972800"/>
              <a:gd name="connsiteX616" fmla="*/ 8042875 w 11362354"/>
              <a:gd name="connsiteY616" fmla="*/ 96753 h 1972800"/>
              <a:gd name="connsiteX617" fmla="*/ 8501703 w 11362354"/>
              <a:gd name="connsiteY617" fmla="*/ 96753 h 1972800"/>
              <a:gd name="connsiteX618" fmla="*/ 8501703 w 11362354"/>
              <a:gd name="connsiteY618" fmla="*/ 121735 h 1972800"/>
              <a:gd name="connsiteX619" fmla="*/ 8042875 w 11362354"/>
              <a:gd name="connsiteY619" fmla="*/ 121735 h 1972800"/>
              <a:gd name="connsiteX620" fmla="*/ 7193139 w 11362354"/>
              <a:gd name="connsiteY620" fmla="*/ 96753 h 1972800"/>
              <a:gd name="connsiteX621" fmla="*/ 7712749 w 11362354"/>
              <a:gd name="connsiteY621" fmla="*/ 96753 h 1972800"/>
              <a:gd name="connsiteX622" fmla="*/ 7724312 w 11362354"/>
              <a:gd name="connsiteY622" fmla="*/ 121735 h 1972800"/>
              <a:gd name="connsiteX623" fmla="*/ 7193139 w 11362354"/>
              <a:gd name="connsiteY623" fmla="*/ 121735 h 1972800"/>
              <a:gd name="connsiteX624" fmla="*/ 6188669 w 11362354"/>
              <a:gd name="connsiteY624" fmla="*/ 96753 h 1972800"/>
              <a:gd name="connsiteX625" fmla="*/ 7080275 w 11362354"/>
              <a:gd name="connsiteY625" fmla="*/ 96753 h 1972800"/>
              <a:gd name="connsiteX626" fmla="*/ 7080275 w 11362354"/>
              <a:gd name="connsiteY626" fmla="*/ 121735 h 1972800"/>
              <a:gd name="connsiteX627" fmla="*/ 6188669 w 11362354"/>
              <a:gd name="connsiteY627" fmla="*/ 121735 h 1972800"/>
              <a:gd name="connsiteX628" fmla="*/ 5574793 w 11362354"/>
              <a:gd name="connsiteY628" fmla="*/ 96753 h 1972800"/>
              <a:gd name="connsiteX629" fmla="*/ 6073294 w 11362354"/>
              <a:gd name="connsiteY629" fmla="*/ 96753 h 1972800"/>
              <a:gd name="connsiteX630" fmla="*/ 6073294 w 11362354"/>
              <a:gd name="connsiteY630" fmla="*/ 121735 h 1972800"/>
              <a:gd name="connsiteX631" fmla="*/ 5574793 w 11362354"/>
              <a:gd name="connsiteY631" fmla="*/ 121735 h 1972800"/>
              <a:gd name="connsiteX632" fmla="*/ 4792811 w 11362354"/>
              <a:gd name="connsiteY632" fmla="*/ 96753 h 1972800"/>
              <a:gd name="connsiteX633" fmla="*/ 5291307 w 11362354"/>
              <a:gd name="connsiteY633" fmla="*/ 96753 h 1972800"/>
              <a:gd name="connsiteX634" fmla="*/ 5291307 w 11362354"/>
              <a:gd name="connsiteY634" fmla="*/ 121735 h 1972800"/>
              <a:gd name="connsiteX635" fmla="*/ 4792811 w 11362354"/>
              <a:gd name="connsiteY635" fmla="*/ 121735 h 1972800"/>
              <a:gd name="connsiteX636" fmla="*/ 2285298 w 11362354"/>
              <a:gd name="connsiteY636" fmla="*/ 96753 h 1972800"/>
              <a:gd name="connsiteX637" fmla="*/ 3183254 w 11362354"/>
              <a:gd name="connsiteY637" fmla="*/ 96753 h 1972800"/>
              <a:gd name="connsiteX638" fmla="*/ 3183254 w 11362354"/>
              <a:gd name="connsiteY638" fmla="*/ 121735 h 1972800"/>
              <a:gd name="connsiteX639" fmla="*/ 2285298 w 11362354"/>
              <a:gd name="connsiteY639" fmla="*/ 121735 h 1972800"/>
              <a:gd name="connsiteX640" fmla="*/ 985097 w 11362354"/>
              <a:gd name="connsiteY640" fmla="*/ 96753 h 1972800"/>
              <a:gd name="connsiteX641" fmla="*/ 1978552 w 11362354"/>
              <a:gd name="connsiteY641" fmla="*/ 96753 h 1972800"/>
              <a:gd name="connsiteX642" fmla="*/ 2002599 w 11362354"/>
              <a:gd name="connsiteY642" fmla="*/ 121735 h 1972800"/>
              <a:gd name="connsiteX643" fmla="*/ 985097 w 11362354"/>
              <a:gd name="connsiteY643" fmla="*/ 121735 h 1972800"/>
              <a:gd name="connsiteX644" fmla="*/ 0 w 11362354"/>
              <a:gd name="connsiteY644" fmla="*/ 96753 h 1972800"/>
              <a:gd name="connsiteX645" fmla="*/ 877145 w 11362354"/>
              <a:gd name="connsiteY645" fmla="*/ 96753 h 1972800"/>
              <a:gd name="connsiteX646" fmla="*/ 877145 w 11362354"/>
              <a:gd name="connsiteY646" fmla="*/ 121735 h 1972800"/>
              <a:gd name="connsiteX647" fmla="*/ 0 w 11362354"/>
              <a:gd name="connsiteY647" fmla="*/ 121735 h 1972800"/>
              <a:gd name="connsiteX648" fmla="*/ 3581580 w 11362354"/>
              <a:gd name="connsiteY648" fmla="*/ 96752 h 1972800"/>
              <a:gd name="connsiteX649" fmla="*/ 4383809 w 11362354"/>
              <a:gd name="connsiteY649" fmla="*/ 96752 h 1972800"/>
              <a:gd name="connsiteX650" fmla="*/ 4407456 w 11362354"/>
              <a:gd name="connsiteY650" fmla="*/ 121734 h 1972800"/>
              <a:gd name="connsiteX651" fmla="*/ 3557933 w 11362354"/>
              <a:gd name="connsiteY651" fmla="*/ 121734 h 1972800"/>
              <a:gd name="connsiteX652" fmla="*/ 3581580 w 11362354"/>
              <a:gd name="connsiteY652" fmla="*/ 96752 h 1972800"/>
              <a:gd name="connsiteX653" fmla="*/ 10683999 w 11362354"/>
              <a:gd name="connsiteY653" fmla="*/ 1 h 1972800"/>
              <a:gd name="connsiteX654" fmla="*/ 10743787 w 11362354"/>
              <a:gd name="connsiteY654" fmla="*/ 1 h 1972800"/>
              <a:gd name="connsiteX655" fmla="*/ 10800434 w 11362354"/>
              <a:gd name="connsiteY655" fmla="*/ 2849 h 1972800"/>
              <a:gd name="connsiteX656" fmla="*/ 10800434 w 11362354"/>
              <a:gd name="connsiteY656" fmla="*/ 1 h 1972800"/>
              <a:gd name="connsiteX657" fmla="*/ 11306110 w 11362354"/>
              <a:gd name="connsiteY657" fmla="*/ 1 h 1972800"/>
              <a:gd name="connsiteX658" fmla="*/ 11306110 w 11362354"/>
              <a:gd name="connsiteY658" fmla="*/ 14690 h 1972800"/>
              <a:gd name="connsiteX659" fmla="*/ 10671926 w 11362354"/>
              <a:gd name="connsiteY659" fmla="*/ 14690 h 1972800"/>
              <a:gd name="connsiteX660" fmla="*/ 10634292 w 11362354"/>
              <a:gd name="connsiteY660" fmla="*/ 14690 h 1972800"/>
              <a:gd name="connsiteX661" fmla="*/ 10646512 w 11362354"/>
              <a:gd name="connsiteY661" fmla="*/ 4251 h 1972800"/>
              <a:gd name="connsiteX662" fmla="*/ 10646512 w 11362354"/>
              <a:gd name="connsiteY662" fmla="*/ 2687 h 1972800"/>
              <a:gd name="connsiteX663" fmla="*/ 10671926 w 11362354"/>
              <a:gd name="connsiteY663" fmla="*/ 1221 h 1972800"/>
              <a:gd name="connsiteX664" fmla="*/ 10671926 w 11362354"/>
              <a:gd name="connsiteY664" fmla="*/ 697 h 1972800"/>
              <a:gd name="connsiteX665" fmla="*/ 9781432 w 11362354"/>
              <a:gd name="connsiteY665" fmla="*/ 1 h 1972800"/>
              <a:gd name="connsiteX666" fmla="*/ 10286039 w 11362354"/>
              <a:gd name="connsiteY666" fmla="*/ 1 h 1972800"/>
              <a:gd name="connsiteX667" fmla="*/ 10286039 w 11362354"/>
              <a:gd name="connsiteY667" fmla="*/ 14659 h 1972800"/>
              <a:gd name="connsiteX668" fmla="*/ 9781432 w 11362354"/>
              <a:gd name="connsiteY668" fmla="*/ 14659 h 1972800"/>
              <a:gd name="connsiteX669" fmla="*/ 8612890 w 11362354"/>
              <a:gd name="connsiteY669" fmla="*/ 1 h 1972800"/>
              <a:gd name="connsiteX670" fmla="*/ 9668568 w 11362354"/>
              <a:gd name="connsiteY670" fmla="*/ 1 h 1972800"/>
              <a:gd name="connsiteX671" fmla="*/ 9668568 w 11362354"/>
              <a:gd name="connsiteY671" fmla="*/ 14659 h 1972800"/>
              <a:gd name="connsiteX672" fmla="*/ 8612890 w 11362354"/>
              <a:gd name="connsiteY672" fmla="*/ 14659 h 1972800"/>
              <a:gd name="connsiteX673" fmla="*/ 8042875 w 11362354"/>
              <a:gd name="connsiteY673" fmla="*/ 1 h 1972800"/>
              <a:gd name="connsiteX674" fmla="*/ 8501703 w 11362354"/>
              <a:gd name="connsiteY674" fmla="*/ 1 h 1972800"/>
              <a:gd name="connsiteX675" fmla="*/ 8501703 w 11362354"/>
              <a:gd name="connsiteY675" fmla="*/ 14659 h 1972800"/>
              <a:gd name="connsiteX676" fmla="*/ 8042875 w 11362354"/>
              <a:gd name="connsiteY676" fmla="*/ 14659 h 1972800"/>
              <a:gd name="connsiteX677" fmla="*/ 7193139 w 11362354"/>
              <a:gd name="connsiteY677" fmla="*/ 1 h 1972800"/>
              <a:gd name="connsiteX678" fmla="*/ 7667970 w 11362354"/>
              <a:gd name="connsiteY678" fmla="*/ 1 h 1972800"/>
              <a:gd name="connsiteX679" fmla="*/ 7674758 w 11362354"/>
              <a:gd name="connsiteY679" fmla="*/ 14659 h 1972800"/>
              <a:gd name="connsiteX680" fmla="*/ 7193139 w 11362354"/>
              <a:gd name="connsiteY680" fmla="*/ 14659 h 1972800"/>
              <a:gd name="connsiteX681" fmla="*/ 6188669 w 11362354"/>
              <a:gd name="connsiteY681" fmla="*/ 1 h 1972800"/>
              <a:gd name="connsiteX682" fmla="*/ 7080275 w 11362354"/>
              <a:gd name="connsiteY682" fmla="*/ 1 h 1972800"/>
              <a:gd name="connsiteX683" fmla="*/ 7080275 w 11362354"/>
              <a:gd name="connsiteY683" fmla="*/ 14659 h 1972800"/>
              <a:gd name="connsiteX684" fmla="*/ 6188669 w 11362354"/>
              <a:gd name="connsiteY684" fmla="*/ 14659 h 1972800"/>
              <a:gd name="connsiteX685" fmla="*/ 5574793 w 11362354"/>
              <a:gd name="connsiteY685" fmla="*/ 1 h 1972800"/>
              <a:gd name="connsiteX686" fmla="*/ 6073294 w 11362354"/>
              <a:gd name="connsiteY686" fmla="*/ 1 h 1972800"/>
              <a:gd name="connsiteX687" fmla="*/ 6073294 w 11362354"/>
              <a:gd name="connsiteY687" fmla="*/ 14659 h 1972800"/>
              <a:gd name="connsiteX688" fmla="*/ 5574793 w 11362354"/>
              <a:gd name="connsiteY688" fmla="*/ 14659 h 1972800"/>
              <a:gd name="connsiteX689" fmla="*/ 4792811 w 11362354"/>
              <a:gd name="connsiteY689" fmla="*/ 1 h 1972800"/>
              <a:gd name="connsiteX690" fmla="*/ 5291307 w 11362354"/>
              <a:gd name="connsiteY690" fmla="*/ 1 h 1972800"/>
              <a:gd name="connsiteX691" fmla="*/ 5291307 w 11362354"/>
              <a:gd name="connsiteY691" fmla="*/ 14659 h 1972800"/>
              <a:gd name="connsiteX692" fmla="*/ 4792811 w 11362354"/>
              <a:gd name="connsiteY692" fmla="*/ 14659 h 1972800"/>
              <a:gd name="connsiteX693" fmla="*/ 2285298 w 11362354"/>
              <a:gd name="connsiteY693" fmla="*/ 1 h 1972800"/>
              <a:gd name="connsiteX694" fmla="*/ 3183254 w 11362354"/>
              <a:gd name="connsiteY694" fmla="*/ 1 h 1972800"/>
              <a:gd name="connsiteX695" fmla="*/ 3183254 w 11362354"/>
              <a:gd name="connsiteY695" fmla="*/ 14659 h 1972800"/>
              <a:gd name="connsiteX696" fmla="*/ 2285298 w 11362354"/>
              <a:gd name="connsiteY696" fmla="*/ 14659 h 1972800"/>
              <a:gd name="connsiteX697" fmla="*/ 985097 w 11362354"/>
              <a:gd name="connsiteY697" fmla="*/ 1 h 1972800"/>
              <a:gd name="connsiteX698" fmla="*/ 1846470 w 11362354"/>
              <a:gd name="connsiteY698" fmla="*/ 1 h 1972800"/>
              <a:gd name="connsiteX699" fmla="*/ 1869376 w 11362354"/>
              <a:gd name="connsiteY699" fmla="*/ 14659 h 1972800"/>
              <a:gd name="connsiteX700" fmla="*/ 985097 w 11362354"/>
              <a:gd name="connsiteY700" fmla="*/ 14659 h 1972800"/>
              <a:gd name="connsiteX701" fmla="*/ 0 w 11362354"/>
              <a:gd name="connsiteY701" fmla="*/ 1 h 1972800"/>
              <a:gd name="connsiteX702" fmla="*/ 877145 w 11362354"/>
              <a:gd name="connsiteY702" fmla="*/ 1 h 1972800"/>
              <a:gd name="connsiteX703" fmla="*/ 877145 w 11362354"/>
              <a:gd name="connsiteY703" fmla="*/ 14659 h 1972800"/>
              <a:gd name="connsiteX704" fmla="*/ 0 w 11362354"/>
              <a:gd name="connsiteY704" fmla="*/ 14659 h 1972800"/>
              <a:gd name="connsiteX705" fmla="*/ 3702830 w 11362354"/>
              <a:gd name="connsiteY705" fmla="*/ 0 h 1972800"/>
              <a:gd name="connsiteX706" fmla="*/ 4262563 w 11362354"/>
              <a:gd name="connsiteY706" fmla="*/ 0 h 1972800"/>
              <a:gd name="connsiteX707" fmla="*/ 4284257 w 11362354"/>
              <a:gd name="connsiteY707" fmla="*/ 14658 h 1972800"/>
              <a:gd name="connsiteX708" fmla="*/ 3681132 w 11362354"/>
              <a:gd name="connsiteY708" fmla="*/ 14658 h 1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</a:cxnLst>
            <a:rect l="l" t="t" r="r" b="b"/>
            <a:pathLst>
              <a:path w="11362354" h="1972800">
                <a:moveTo>
                  <a:pt x="4196821" y="1846406"/>
                </a:moveTo>
                <a:lnTo>
                  <a:pt x="4515841" y="1846406"/>
                </a:lnTo>
                <a:lnTo>
                  <a:pt x="4302401" y="1972800"/>
                </a:lnTo>
                <a:lnTo>
                  <a:pt x="4276590" y="1972800"/>
                </a:lnTo>
                <a:close/>
                <a:moveTo>
                  <a:pt x="10408772" y="1547682"/>
                </a:moveTo>
                <a:lnTo>
                  <a:pt x="11236685" y="1547682"/>
                </a:lnTo>
                <a:cubicBezTo>
                  <a:pt x="11178355" y="1621090"/>
                  <a:pt x="11101638" y="1688425"/>
                  <a:pt x="11013744" y="1726479"/>
                </a:cubicBezTo>
                <a:cubicBezTo>
                  <a:pt x="10916839" y="1760403"/>
                  <a:pt x="10802883" y="1780105"/>
                  <a:pt x="10702056" y="1776200"/>
                </a:cubicBezTo>
                <a:cubicBezTo>
                  <a:pt x="10601227" y="1772294"/>
                  <a:pt x="10494409" y="1740125"/>
                  <a:pt x="10408772" y="1703049"/>
                </a:cubicBezTo>
                <a:close/>
                <a:moveTo>
                  <a:pt x="9781432" y="1544408"/>
                </a:moveTo>
                <a:lnTo>
                  <a:pt x="10286039" y="1544408"/>
                </a:lnTo>
                <a:lnTo>
                  <a:pt x="10286039" y="1763438"/>
                </a:lnTo>
                <a:lnTo>
                  <a:pt x="9781432" y="1763438"/>
                </a:lnTo>
                <a:close/>
                <a:moveTo>
                  <a:pt x="8877431" y="1544408"/>
                </a:moveTo>
                <a:lnTo>
                  <a:pt x="9382033" y="1544408"/>
                </a:lnTo>
                <a:lnTo>
                  <a:pt x="9382033" y="1763438"/>
                </a:lnTo>
                <a:lnTo>
                  <a:pt x="8877431" y="1763438"/>
                </a:lnTo>
                <a:close/>
                <a:moveTo>
                  <a:pt x="7955283" y="1544408"/>
                </a:moveTo>
                <a:lnTo>
                  <a:pt x="8501703" y="1544408"/>
                </a:lnTo>
                <a:lnTo>
                  <a:pt x="8501703" y="1763438"/>
                </a:lnTo>
                <a:lnTo>
                  <a:pt x="8046371" y="1763438"/>
                </a:lnTo>
                <a:close/>
                <a:moveTo>
                  <a:pt x="7193139" y="1544408"/>
                </a:moveTo>
                <a:lnTo>
                  <a:pt x="7648159" y="1544408"/>
                </a:lnTo>
                <a:lnTo>
                  <a:pt x="7648159" y="1763438"/>
                </a:lnTo>
                <a:lnTo>
                  <a:pt x="7193139" y="1763438"/>
                </a:lnTo>
                <a:close/>
                <a:moveTo>
                  <a:pt x="6188669" y="1544408"/>
                </a:moveTo>
                <a:lnTo>
                  <a:pt x="7080275" y="1544408"/>
                </a:lnTo>
                <a:lnTo>
                  <a:pt x="7080275" y="1763438"/>
                </a:lnTo>
                <a:lnTo>
                  <a:pt x="6188669" y="1763438"/>
                </a:lnTo>
                <a:close/>
                <a:moveTo>
                  <a:pt x="4886266" y="1544408"/>
                </a:moveTo>
                <a:lnTo>
                  <a:pt x="5979839" y="1544408"/>
                </a:lnTo>
                <a:cubicBezTo>
                  <a:pt x="5886803" y="1676927"/>
                  <a:pt x="5732198" y="1763438"/>
                  <a:pt x="5557257" y="1763438"/>
                </a:cubicBezTo>
                <a:lnTo>
                  <a:pt x="5308843" y="1763438"/>
                </a:lnTo>
                <a:cubicBezTo>
                  <a:pt x="5133911" y="1763438"/>
                  <a:pt x="4979301" y="1676927"/>
                  <a:pt x="4886266" y="1544408"/>
                </a:cubicBezTo>
                <a:close/>
                <a:moveTo>
                  <a:pt x="2285298" y="1544408"/>
                </a:moveTo>
                <a:lnTo>
                  <a:pt x="3183254" y="1544408"/>
                </a:lnTo>
                <a:lnTo>
                  <a:pt x="3183254" y="1763438"/>
                </a:lnTo>
                <a:lnTo>
                  <a:pt x="2285298" y="1763438"/>
                </a:lnTo>
                <a:close/>
                <a:moveTo>
                  <a:pt x="1699767" y="1544408"/>
                </a:moveTo>
                <a:lnTo>
                  <a:pt x="2161050" y="1544408"/>
                </a:lnTo>
                <a:lnTo>
                  <a:pt x="2265828" y="1763438"/>
                </a:lnTo>
                <a:lnTo>
                  <a:pt x="1796468" y="1763438"/>
                </a:lnTo>
                <a:close/>
                <a:moveTo>
                  <a:pt x="985097" y="1544408"/>
                </a:moveTo>
                <a:lnTo>
                  <a:pt x="1468672" y="1544408"/>
                </a:lnTo>
                <a:lnTo>
                  <a:pt x="1468672" y="1763438"/>
                </a:lnTo>
                <a:lnTo>
                  <a:pt x="985097" y="1763438"/>
                </a:lnTo>
                <a:close/>
                <a:moveTo>
                  <a:pt x="0" y="1544408"/>
                </a:moveTo>
                <a:lnTo>
                  <a:pt x="506025" y="1544408"/>
                </a:lnTo>
                <a:lnTo>
                  <a:pt x="506025" y="1763438"/>
                </a:lnTo>
                <a:lnTo>
                  <a:pt x="498505" y="1763438"/>
                </a:lnTo>
                <a:lnTo>
                  <a:pt x="7520" y="1763438"/>
                </a:lnTo>
                <a:lnTo>
                  <a:pt x="0" y="1763438"/>
                </a:lnTo>
                <a:close/>
                <a:moveTo>
                  <a:pt x="3478763" y="1544407"/>
                </a:moveTo>
                <a:lnTo>
                  <a:pt x="4486152" y="1544407"/>
                </a:lnTo>
                <a:cubicBezTo>
                  <a:pt x="4484148" y="1548197"/>
                  <a:pt x="4481735" y="1551706"/>
                  <a:pt x="4479313" y="1555187"/>
                </a:cubicBezTo>
                <a:lnTo>
                  <a:pt x="4654042" y="1763437"/>
                </a:lnTo>
                <a:lnTo>
                  <a:pt x="3697470" y="1763437"/>
                </a:lnTo>
                <a:cubicBezTo>
                  <a:pt x="3614316" y="1711031"/>
                  <a:pt x="3539996" y="1636273"/>
                  <a:pt x="3478763" y="1544407"/>
                </a:cubicBezTo>
                <a:close/>
                <a:moveTo>
                  <a:pt x="10408772" y="1290902"/>
                </a:moveTo>
                <a:lnTo>
                  <a:pt x="10568570" y="1290902"/>
                </a:lnTo>
                <a:cubicBezTo>
                  <a:pt x="10577470" y="1298557"/>
                  <a:pt x="10581828" y="1306214"/>
                  <a:pt x="10590729" y="1313870"/>
                </a:cubicBezTo>
                <a:cubicBezTo>
                  <a:pt x="10620545" y="1348521"/>
                  <a:pt x="10677153" y="1369391"/>
                  <a:pt x="10721250" y="1365562"/>
                </a:cubicBezTo>
                <a:cubicBezTo>
                  <a:pt x="10765348" y="1361734"/>
                  <a:pt x="10826744" y="1338516"/>
                  <a:pt x="10855315" y="1290902"/>
                </a:cubicBezTo>
                <a:lnTo>
                  <a:pt x="11214890" y="1290902"/>
                </a:lnTo>
                <a:lnTo>
                  <a:pt x="11346112" y="1290902"/>
                </a:lnTo>
                <a:cubicBezTo>
                  <a:pt x="11334622" y="1353431"/>
                  <a:pt x="11312604" y="1412394"/>
                  <a:pt x="11280882" y="1465414"/>
                </a:cubicBezTo>
                <a:lnTo>
                  <a:pt x="11214890" y="1465414"/>
                </a:lnTo>
                <a:lnTo>
                  <a:pt x="10408772" y="1465414"/>
                </a:lnTo>
                <a:close/>
                <a:moveTo>
                  <a:pt x="3354588" y="1288169"/>
                </a:moveTo>
                <a:lnTo>
                  <a:pt x="3891084" y="1288169"/>
                </a:lnTo>
                <a:cubicBezTo>
                  <a:pt x="3918715" y="1317171"/>
                  <a:pt x="3949853" y="1333215"/>
                  <a:pt x="3982693" y="1333215"/>
                </a:cubicBezTo>
                <a:cubicBezTo>
                  <a:pt x="4015535" y="1333215"/>
                  <a:pt x="4046674" y="1317171"/>
                  <a:pt x="4074304" y="1288169"/>
                </a:cubicBezTo>
                <a:lnTo>
                  <a:pt x="4610046" y="1288169"/>
                </a:lnTo>
                <a:cubicBezTo>
                  <a:pt x="4590290" y="1350350"/>
                  <a:pt x="4565183" y="1408715"/>
                  <a:pt x="4535426" y="1462313"/>
                </a:cubicBezTo>
                <a:lnTo>
                  <a:pt x="3429061" y="1462313"/>
                </a:lnTo>
                <a:cubicBezTo>
                  <a:pt x="3399902" y="1408452"/>
                  <a:pt x="3374896" y="1350106"/>
                  <a:pt x="3354588" y="1288169"/>
                </a:cubicBezTo>
                <a:close/>
                <a:moveTo>
                  <a:pt x="9781432" y="1288165"/>
                </a:moveTo>
                <a:lnTo>
                  <a:pt x="10286039" y="1288165"/>
                </a:lnTo>
                <a:lnTo>
                  <a:pt x="10286039" y="1462314"/>
                </a:lnTo>
                <a:lnTo>
                  <a:pt x="9781432" y="1462314"/>
                </a:lnTo>
                <a:close/>
                <a:moveTo>
                  <a:pt x="8877431" y="1288165"/>
                </a:moveTo>
                <a:lnTo>
                  <a:pt x="9382033" y="1288165"/>
                </a:lnTo>
                <a:lnTo>
                  <a:pt x="9382033" y="1462314"/>
                </a:lnTo>
                <a:lnTo>
                  <a:pt x="8877431" y="1462314"/>
                </a:lnTo>
                <a:close/>
                <a:moveTo>
                  <a:pt x="7848731" y="1288165"/>
                </a:moveTo>
                <a:lnTo>
                  <a:pt x="8501703" y="1288165"/>
                </a:lnTo>
                <a:lnTo>
                  <a:pt x="8501703" y="1462314"/>
                </a:lnTo>
                <a:lnTo>
                  <a:pt x="7921150" y="1462314"/>
                </a:lnTo>
                <a:close/>
                <a:moveTo>
                  <a:pt x="7193139" y="1288165"/>
                </a:moveTo>
                <a:lnTo>
                  <a:pt x="7648159" y="1288165"/>
                </a:lnTo>
                <a:lnTo>
                  <a:pt x="7648159" y="1462314"/>
                </a:lnTo>
                <a:lnTo>
                  <a:pt x="7193139" y="1462314"/>
                </a:lnTo>
                <a:close/>
                <a:moveTo>
                  <a:pt x="6188669" y="1288165"/>
                </a:moveTo>
                <a:lnTo>
                  <a:pt x="6674501" y="1288165"/>
                </a:lnTo>
                <a:lnTo>
                  <a:pt x="6674501" y="1351991"/>
                </a:lnTo>
                <a:lnTo>
                  <a:pt x="7080275" y="1351991"/>
                </a:lnTo>
                <a:lnTo>
                  <a:pt x="7080275" y="1462314"/>
                </a:lnTo>
                <a:lnTo>
                  <a:pt x="6188669" y="1462314"/>
                </a:lnTo>
                <a:close/>
                <a:moveTo>
                  <a:pt x="4794722" y="1288165"/>
                </a:moveTo>
                <a:lnTo>
                  <a:pt x="5308313" y="1288165"/>
                </a:lnTo>
                <a:cubicBezTo>
                  <a:pt x="5331518" y="1333078"/>
                  <a:pt x="5378715" y="1363467"/>
                  <a:pt x="5433050" y="1363467"/>
                </a:cubicBezTo>
                <a:cubicBezTo>
                  <a:pt x="5487389" y="1363467"/>
                  <a:pt x="5534582" y="1333078"/>
                  <a:pt x="5557791" y="1288165"/>
                </a:cubicBezTo>
                <a:lnTo>
                  <a:pt x="6071387" y="1288165"/>
                </a:lnTo>
                <a:cubicBezTo>
                  <a:pt x="6067418" y="1349988"/>
                  <a:pt x="6051903" y="1408730"/>
                  <a:pt x="6026879" y="1462314"/>
                </a:cubicBezTo>
                <a:lnTo>
                  <a:pt x="4839225" y="1462314"/>
                </a:lnTo>
                <a:cubicBezTo>
                  <a:pt x="4814201" y="1408730"/>
                  <a:pt x="4798682" y="1349988"/>
                  <a:pt x="4794722" y="1288165"/>
                </a:cubicBezTo>
                <a:close/>
                <a:moveTo>
                  <a:pt x="2285298" y="1288165"/>
                </a:moveTo>
                <a:lnTo>
                  <a:pt x="2771132" y="1288165"/>
                </a:lnTo>
                <a:lnTo>
                  <a:pt x="2771132" y="1351991"/>
                </a:lnTo>
                <a:lnTo>
                  <a:pt x="3183254" y="1351991"/>
                </a:lnTo>
                <a:lnTo>
                  <a:pt x="3183254" y="1462314"/>
                </a:lnTo>
                <a:lnTo>
                  <a:pt x="2285298" y="1462314"/>
                </a:lnTo>
                <a:close/>
                <a:moveTo>
                  <a:pt x="1586644" y="1288165"/>
                </a:moveTo>
                <a:lnTo>
                  <a:pt x="2038472" y="1288165"/>
                </a:lnTo>
                <a:lnTo>
                  <a:pt x="2121783" y="1462314"/>
                </a:lnTo>
                <a:lnTo>
                  <a:pt x="1663530" y="1462314"/>
                </a:lnTo>
                <a:close/>
                <a:moveTo>
                  <a:pt x="985097" y="1288165"/>
                </a:moveTo>
                <a:lnTo>
                  <a:pt x="1468672" y="1288165"/>
                </a:lnTo>
                <a:lnTo>
                  <a:pt x="1468672" y="1462314"/>
                </a:lnTo>
                <a:lnTo>
                  <a:pt x="985097" y="1462314"/>
                </a:lnTo>
                <a:close/>
                <a:moveTo>
                  <a:pt x="0" y="1288165"/>
                </a:moveTo>
                <a:lnTo>
                  <a:pt x="506025" y="1288165"/>
                </a:lnTo>
                <a:lnTo>
                  <a:pt x="506025" y="1462314"/>
                </a:lnTo>
                <a:lnTo>
                  <a:pt x="0" y="1462314"/>
                </a:lnTo>
                <a:close/>
                <a:moveTo>
                  <a:pt x="10408772" y="1157361"/>
                </a:moveTo>
                <a:lnTo>
                  <a:pt x="10468381" y="1208632"/>
                </a:lnTo>
                <a:lnTo>
                  <a:pt x="10408772" y="1208632"/>
                </a:lnTo>
                <a:close/>
                <a:moveTo>
                  <a:pt x="10816942" y="1078164"/>
                </a:moveTo>
                <a:lnTo>
                  <a:pt x="11358000" y="1078164"/>
                </a:lnTo>
                <a:cubicBezTo>
                  <a:pt x="11367192" y="1149515"/>
                  <a:pt x="11358946" y="1186888"/>
                  <a:pt x="11359134" y="1208632"/>
                </a:cubicBezTo>
                <a:lnTo>
                  <a:pt x="11359134" y="1208633"/>
                </a:lnTo>
                <a:lnTo>
                  <a:pt x="10871056" y="1208633"/>
                </a:lnTo>
                <a:cubicBezTo>
                  <a:pt x="10871350" y="1207645"/>
                  <a:pt x="10871355" y="1206649"/>
                  <a:pt x="10871355" y="1205652"/>
                </a:cubicBezTo>
                <a:cubicBezTo>
                  <a:pt x="10871355" y="1153657"/>
                  <a:pt x="10847076" y="1107297"/>
                  <a:pt x="10808382" y="1078165"/>
                </a:cubicBezTo>
                <a:lnTo>
                  <a:pt x="10816943" y="1078165"/>
                </a:lnTo>
                <a:close/>
                <a:moveTo>
                  <a:pt x="9781432" y="1075882"/>
                </a:moveTo>
                <a:lnTo>
                  <a:pt x="10286039" y="1075882"/>
                </a:lnTo>
                <a:lnTo>
                  <a:pt x="10286039" y="1206076"/>
                </a:lnTo>
                <a:lnTo>
                  <a:pt x="9781432" y="1206076"/>
                </a:lnTo>
                <a:close/>
                <a:moveTo>
                  <a:pt x="8877431" y="1075882"/>
                </a:moveTo>
                <a:lnTo>
                  <a:pt x="9382033" y="1075882"/>
                </a:lnTo>
                <a:lnTo>
                  <a:pt x="9382033" y="1206076"/>
                </a:lnTo>
                <a:lnTo>
                  <a:pt x="8877431" y="1206076"/>
                </a:lnTo>
                <a:close/>
                <a:moveTo>
                  <a:pt x="7760453" y="1075882"/>
                </a:moveTo>
                <a:lnTo>
                  <a:pt x="8501703" y="1075882"/>
                </a:lnTo>
                <a:lnTo>
                  <a:pt x="8501703" y="1206076"/>
                </a:lnTo>
                <a:lnTo>
                  <a:pt x="7814594" y="1206076"/>
                </a:lnTo>
                <a:close/>
                <a:moveTo>
                  <a:pt x="7193139" y="1075882"/>
                </a:moveTo>
                <a:lnTo>
                  <a:pt x="7648159" y="1075882"/>
                </a:lnTo>
                <a:lnTo>
                  <a:pt x="7648159" y="1206076"/>
                </a:lnTo>
                <a:lnTo>
                  <a:pt x="7193139" y="1206076"/>
                </a:lnTo>
                <a:close/>
                <a:moveTo>
                  <a:pt x="6188669" y="1075882"/>
                </a:moveTo>
                <a:lnTo>
                  <a:pt x="6674501" y="1075882"/>
                </a:lnTo>
                <a:lnTo>
                  <a:pt x="6674501" y="1206076"/>
                </a:lnTo>
                <a:lnTo>
                  <a:pt x="6188669" y="1206076"/>
                </a:lnTo>
                <a:close/>
                <a:moveTo>
                  <a:pt x="5574793" y="1075882"/>
                </a:moveTo>
                <a:lnTo>
                  <a:pt x="6073294" y="1075882"/>
                </a:lnTo>
                <a:lnTo>
                  <a:pt x="6073294" y="1206076"/>
                </a:lnTo>
                <a:lnTo>
                  <a:pt x="5574793" y="1206076"/>
                </a:lnTo>
                <a:close/>
                <a:moveTo>
                  <a:pt x="4792811" y="1075882"/>
                </a:moveTo>
                <a:lnTo>
                  <a:pt x="5291307" y="1075882"/>
                </a:lnTo>
                <a:lnTo>
                  <a:pt x="5291307" y="1206076"/>
                </a:lnTo>
                <a:lnTo>
                  <a:pt x="4792811" y="1206076"/>
                </a:lnTo>
                <a:close/>
                <a:moveTo>
                  <a:pt x="2285298" y="1075882"/>
                </a:moveTo>
                <a:lnTo>
                  <a:pt x="2771132" y="1075882"/>
                </a:lnTo>
                <a:lnTo>
                  <a:pt x="2771132" y="1206076"/>
                </a:lnTo>
                <a:lnTo>
                  <a:pt x="2285298" y="1206076"/>
                </a:lnTo>
                <a:close/>
                <a:moveTo>
                  <a:pt x="1492927" y="1075882"/>
                </a:moveTo>
                <a:lnTo>
                  <a:pt x="1945589" y="1075882"/>
                </a:lnTo>
                <a:cubicBezTo>
                  <a:pt x="1944041" y="1077590"/>
                  <a:pt x="1942273" y="1079022"/>
                  <a:pt x="1940491" y="1080455"/>
                </a:cubicBezTo>
                <a:lnTo>
                  <a:pt x="1939110" y="1080455"/>
                </a:lnTo>
                <a:lnTo>
                  <a:pt x="1939524" y="1081320"/>
                </a:lnTo>
                <a:cubicBezTo>
                  <a:pt x="1939165" y="1081707"/>
                  <a:pt x="1938755" y="1082034"/>
                  <a:pt x="1938345" y="1082361"/>
                </a:cubicBezTo>
                <a:lnTo>
                  <a:pt x="1940022" y="1082361"/>
                </a:lnTo>
                <a:lnTo>
                  <a:pt x="1999205" y="1206076"/>
                </a:lnTo>
                <a:lnTo>
                  <a:pt x="1550403" y="1206076"/>
                </a:lnTo>
                <a:close/>
                <a:moveTo>
                  <a:pt x="985097" y="1075882"/>
                </a:moveTo>
                <a:lnTo>
                  <a:pt x="1468672" y="1075882"/>
                </a:lnTo>
                <a:lnTo>
                  <a:pt x="1468672" y="1206076"/>
                </a:lnTo>
                <a:lnTo>
                  <a:pt x="985097" y="1206076"/>
                </a:lnTo>
                <a:close/>
                <a:moveTo>
                  <a:pt x="0" y="1075882"/>
                </a:moveTo>
                <a:lnTo>
                  <a:pt x="877145" y="1075882"/>
                </a:lnTo>
                <a:lnTo>
                  <a:pt x="877145" y="1098345"/>
                </a:lnTo>
                <a:lnTo>
                  <a:pt x="869625" y="1098345"/>
                </a:lnTo>
                <a:lnTo>
                  <a:pt x="506025" y="1098345"/>
                </a:lnTo>
                <a:lnTo>
                  <a:pt x="506025" y="1206076"/>
                </a:lnTo>
                <a:lnTo>
                  <a:pt x="0" y="1206076"/>
                </a:lnTo>
                <a:close/>
                <a:moveTo>
                  <a:pt x="4174413" y="1075881"/>
                </a:moveTo>
                <a:lnTo>
                  <a:pt x="4660572" y="1075881"/>
                </a:lnTo>
                <a:cubicBezTo>
                  <a:pt x="4654171" y="1120550"/>
                  <a:pt x="4645505" y="1164090"/>
                  <a:pt x="4633997" y="1206075"/>
                </a:cubicBezTo>
                <a:lnTo>
                  <a:pt x="4129883" y="1206075"/>
                </a:lnTo>
                <a:cubicBezTo>
                  <a:pt x="4148445" y="1169059"/>
                  <a:pt x="4163826" y="1125090"/>
                  <a:pt x="4174413" y="1075881"/>
                </a:cubicBezTo>
                <a:close/>
                <a:moveTo>
                  <a:pt x="3305162" y="1075881"/>
                </a:moveTo>
                <a:lnTo>
                  <a:pt x="3790976" y="1075881"/>
                </a:lnTo>
                <a:cubicBezTo>
                  <a:pt x="3801558" y="1125090"/>
                  <a:pt x="3816942" y="1169059"/>
                  <a:pt x="3835506" y="1206075"/>
                </a:cubicBezTo>
                <a:lnTo>
                  <a:pt x="3330959" y="1206075"/>
                </a:lnTo>
                <a:cubicBezTo>
                  <a:pt x="3319852" y="1164035"/>
                  <a:pt x="3311209" y="1120545"/>
                  <a:pt x="3305162" y="1075881"/>
                </a:cubicBezTo>
                <a:close/>
                <a:moveTo>
                  <a:pt x="10587776" y="879486"/>
                </a:moveTo>
                <a:lnTo>
                  <a:pt x="11280821" y="879486"/>
                </a:lnTo>
                <a:cubicBezTo>
                  <a:pt x="11304371" y="915413"/>
                  <a:pt x="11325405" y="952210"/>
                  <a:pt x="11338792" y="993628"/>
                </a:cubicBezTo>
                <a:lnTo>
                  <a:pt x="10727828" y="995899"/>
                </a:lnTo>
                <a:close/>
                <a:moveTo>
                  <a:pt x="9781432" y="877625"/>
                </a:moveTo>
                <a:lnTo>
                  <a:pt x="10286039" y="877625"/>
                </a:lnTo>
                <a:lnTo>
                  <a:pt x="10286039" y="993788"/>
                </a:lnTo>
                <a:lnTo>
                  <a:pt x="9781432" y="993788"/>
                </a:lnTo>
                <a:close/>
                <a:moveTo>
                  <a:pt x="8877431" y="877625"/>
                </a:moveTo>
                <a:lnTo>
                  <a:pt x="9382033" y="877625"/>
                </a:lnTo>
                <a:lnTo>
                  <a:pt x="9382033" y="993788"/>
                </a:lnTo>
                <a:lnTo>
                  <a:pt x="8877431" y="993788"/>
                </a:lnTo>
                <a:close/>
                <a:moveTo>
                  <a:pt x="7678004" y="877625"/>
                </a:moveTo>
                <a:lnTo>
                  <a:pt x="8501703" y="877625"/>
                </a:lnTo>
                <a:lnTo>
                  <a:pt x="8501703" y="993788"/>
                </a:lnTo>
                <a:lnTo>
                  <a:pt x="7726316" y="993788"/>
                </a:lnTo>
                <a:close/>
                <a:moveTo>
                  <a:pt x="7193139" y="877625"/>
                </a:moveTo>
                <a:lnTo>
                  <a:pt x="7648159" y="877625"/>
                </a:lnTo>
                <a:lnTo>
                  <a:pt x="7648159" y="993788"/>
                </a:lnTo>
                <a:lnTo>
                  <a:pt x="7193139" y="993788"/>
                </a:lnTo>
                <a:close/>
                <a:moveTo>
                  <a:pt x="6188669" y="877625"/>
                </a:moveTo>
                <a:lnTo>
                  <a:pt x="7056268" y="877625"/>
                </a:lnTo>
                <a:lnTo>
                  <a:pt x="7056268" y="988326"/>
                </a:lnTo>
                <a:lnTo>
                  <a:pt x="6674501" y="988326"/>
                </a:lnTo>
                <a:lnTo>
                  <a:pt x="6674501" y="993788"/>
                </a:lnTo>
                <a:lnTo>
                  <a:pt x="6188669" y="993788"/>
                </a:lnTo>
                <a:close/>
                <a:moveTo>
                  <a:pt x="5574793" y="877625"/>
                </a:moveTo>
                <a:lnTo>
                  <a:pt x="6073294" y="877625"/>
                </a:lnTo>
                <a:lnTo>
                  <a:pt x="6073294" y="993788"/>
                </a:lnTo>
                <a:lnTo>
                  <a:pt x="5574793" y="993788"/>
                </a:lnTo>
                <a:close/>
                <a:moveTo>
                  <a:pt x="4792811" y="877625"/>
                </a:moveTo>
                <a:lnTo>
                  <a:pt x="5291307" y="877625"/>
                </a:lnTo>
                <a:lnTo>
                  <a:pt x="5291307" y="993788"/>
                </a:lnTo>
                <a:lnTo>
                  <a:pt x="4792811" y="993788"/>
                </a:lnTo>
                <a:close/>
                <a:moveTo>
                  <a:pt x="2285298" y="877625"/>
                </a:moveTo>
                <a:lnTo>
                  <a:pt x="3161500" y="877625"/>
                </a:lnTo>
                <a:lnTo>
                  <a:pt x="3161500" y="988326"/>
                </a:lnTo>
                <a:lnTo>
                  <a:pt x="2771132" y="988326"/>
                </a:lnTo>
                <a:lnTo>
                  <a:pt x="2771132" y="993788"/>
                </a:lnTo>
                <a:lnTo>
                  <a:pt x="2285298" y="993788"/>
                </a:lnTo>
                <a:close/>
                <a:moveTo>
                  <a:pt x="985097" y="877625"/>
                </a:moveTo>
                <a:lnTo>
                  <a:pt x="2107746" y="877625"/>
                </a:lnTo>
                <a:cubicBezTo>
                  <a:pt x="2086278" y="919656"/>
                  <a:pt x="2059665" y="958619"/>
                  <a:pt x="2028664" y="993788"/>
                </a:cubicBezTo>
                <a:lnTo>
                  <a:pt x="985097" y="993788"/>
                </a:lnTo>
                <a:close/>
                <a:moveTo>
                  <a:pt x="0" y="877625"/>
                </a:moveTo>
                <a:lnTo>
                  <a:pt x="877145" y="877625"/>
                </a:lnTo>
                <a:lnTo>
                  <a:pt x="877145" y="993788"/>
                </a:lnTo>
                <a:lnTo>
                  <a:pt x="0" y="993788"/>
                </a:lnTo>
                <a:close/>
                <a:moveTo>
                  <a:pt x="4199211" y="877624"/>
                </a:moveTo>
                <a:lnTo>
                  <a:pt x="4674176" y="877624"/>
                </a:lnTo>
                <a:cubicBezTo>
                  <a:pt x="4674327" y="879591"/>
                  <a:pt x="4674332" y="881557"/>
                  <a:pt x="4674332" y="883528"/>
                </a:cubicBezTo>
                <a:cubicBezTo>
                  <a:pt x="4674332" y="920824"/>
                  <a:pt x="4672822" y="957628"/>
                  <a:pt x="4669465" y="993787"/>
                </a:cubicBezTo>
                <a:lnTo>
                  <a:pt x="4189743" y="993787"/>
                </a:lnTo>
                <a:cubicBezTo>
                  <a:pt x="4195970" y="956882"/>
                  <a:pt x="4199133" y="917914"/>
                  <a:pt x="4199211" y="877624"/>
                </a:cubicBezTo>
                <a:close/>
                <a:moveTo>
                  <a:pt x="3291213" y="877624"/>
                </a:moveTo>
                <a:lnTo>
                  <a:pt x="3766173" y="877624"/>
                </a:lnTo>
                <a:cubicBezTo>
                  <a:pt x="3766256" y="917914"/>
                  <a:pt x="3769415" y="956882"/>
                  <a:pt x="3775650" y="993787"/>
                </a:cubicBezTo>
                <a:lnTo>
                  <a:pt x="3295989" y="993787"/>
                </a:lnTo>
                <a:cubicBezTo>
                  <a:pt x="3292572" y="957632"/>
                  <a:pt x="3291057" y="920824"/>
                  <a:pt x="3291057" y="883528"/>
                </a:cubicBezTo>
                <a:close/>
                <a:moveTo>
                  <a:pt x="10461146" y="710797"/>
                </a:moveTo>
                <a:lnTo>
                  <a:pt x="11109160" y="710797"/>
                </a:lnTo>
                <a:cubicBezTo>
                  <a:pt x="11109161" y="710797"/>
                  <a:pt x="11109161" y="710798"/>
                  <a:pt x="11109162" y="710798"/>
                </a:cubicBezTo>
                <a:lnTo>
                  <a:pt x="11121245" y="710798"/>
                </a:lnTo>
                <a:lnTo>
                  <a:pt x="11122337" y="711693"/>
                </a:lnTo>
                <a:lnTo>
                  <a:pt x="11118350" y="711693"/>
                </a:lnTo>
                <a:cubicBezTo>
                  <a:pt x="11153339" y="736641"/>
                  <a:pt x="11185427" y="765257"/>
                  <a:pt x="11213739" y="797219"/>
                </a:cubicBezTo>
                <a:lnTo>
                  <a:pt x="10517279" y="797218"/>
                </a:lnTo>
                <a:cubicBezTo>
                  <a:pt x="10497025" y="770452"/>
                  <a:pt x="10475239" y="741481"/>
                  <a:pt x="10461146" y="710797"/>
                </a:cubicBezTo>
                <a:close/>
                <a:moveTo>
                  <a:pt x="9781432" y="709293"/>
                </a:moveTo>
                <a:lnTo>
                  <a:pt x="10286039" y="709293"/>
                </a:lnTo>
                <a:lnTo>
                  <a:pt x="10286039" y="795531"/>
                </a:lnTo>
                <a:lnTo>
                  <a:pt x="9781432" y="795531"/>
                </a:lnTo>
                <a:close/>
                <a:moveTo>
                  <a:pt x="8877431" y="709293"/>
                </a:moveTo>
                <a:lnTo>
                  <a:pt x="9382033" y="709293"/>
                </a:lnTo>
                <a:lnTo>
                  <a:pt x="9382033" y="795531"/>
                </a:lnTo>
                <a:lnTo>
                  <a:pt x="8877431" y="795531"/>
                </a:lnTo>
                <a:close/>
                <a:moveTo>
                  <a:pt x="8042875" y="709293"/>
                </a:moveTo>
                <a:lnTo>
                  <a:pt x="8501703" y="709293"/>
                </a:lnTo>
                <a:lnTo>
                  <a:pt x="8501703" y="795531"/>
                </a:lnTo>
                <a:lnTo>
                  <a:pt x="8042875" y="795531"/>
                </a:lnTo>
                <a:close/>
                <a:moveTo>
                  <a:pt x="7193139" y="709293"/>
                </a:moveTo>
                <a:lnTo>
                  <a:pt x="7996240" y="709293"/>
                </a:lnTo>
                <a:lnTo>
                  <a:pt x="8036152" y="795531"/>
                </a:lnTo>
                <a:lnTo>
                  <a:pt x="7193139" y="795531"/>
                </a:lnTo>
                <a:close/>
                <a:moveTo>
                  <a:pt x="6188669" y="709293"/>
                </a:moveTo>
                <a:lnTo>
                  <a:pt x="6674501" y="709293"/>
                </a:lnTo>
                <a:lnTo>
                  <a:pt x="6674501" y="714671"/>
                </a:lnTo>
                <a:lnTo>
                  <a:pt x="7056268" y="714671"/>
                </a:lnTo>
                <a:lnTo>
                  <a:pt x="7056268" y="795531"/>
                </a:lnTo>
                <a:lnTo>
                  <a:pt x="6188669" y="795531"/>
                </a:lnTo>
                <a:close/>
                <a:moveTo>
                  <a:pt x="5574793" y="709293"/>
                </a:moveTo>
                <a:lnTo>
                  <a:pt x="6073294" y="709293"/>
                </a:lnTo>
                <a:lnTo>
                  <a:pt x="6073294" y="795531"/>
                </a:lnTo>
                <a:lnTo>
                  <a:pt x="5574793" y="795531"/>
                </a:lnTo>
                <a:close/>
                <a:moveTo>
                  <a:pt x="4792811" y="709293"/>
                </a:moveTo>
                <a:lnTo>
                  <a:pt x="5291307" y="709293"/>
                </a:lnTo>
                <a:lnTo>
                  <a:pt x="5291307" y="795531"/>
                </a:lnTo>
                <a:lnTo>
                  <a:pt x="4792811" y="795531"/>
                </a:lnTo>
                <a:close/>
                <a:moveTo>
                  <a:pt x="2285298" y="709293"/>
                </a:moveTo>
                <a:lnTo>
                  <a:pt x="2771132" y="709293"/>
                </a:lnTo>
                <a:lnTo>
                  <a:pt x="2771132" y="714671"/>
                </a:lnTo>
                <a:lnTo>
                  <a:pt x="3161500" y="714671"/>
                </a:lnTo>
                <a:lnTo>
                  <a:pt x="3161500" y="795531"/>
                </a:lnTo>
                <a:lnTo>
                  <a:pt x="2285298" y="795531"/>
                </a:lnTo>
                <a:close/>
                <a:moveTo>
                  <a:pt x="1709143" y="709293"/>
                </a:moveTo>
                <a:lnTo>
                  <a:pt x="2169670" y="709293"/>
                </a:lnTo>
                <a:cubicBezTo>
                  <a:pt x="2163895" y="738935"/>
                  <a:pt x="2155552" y="767712"/>
                  <a:pt x="2145130" y="795531"/>
                </a:cubicBezTo>
                <a:lnTo>
                  <a:pt x="1595923" y="795531"/>
                </a:lnTo>
                <a:cubicBezTo>
                  <a:pt x="1642913" y="780533"/>
                  <a:pt x="1682554" y="749578"/>
                  <a:pt x="1709143" y="709293"/>
                </a:cubicBezTo>
                <a:close/>
                <a:moveTo>
                  <a:pt x="985097" y="709293"/>
                </a:moveTo>
                <a:lnTo>
                  <a:pt x="1469893" y="709293"/>
                </a:lnTo>
                <a:lnTo>
                  <a:pt x="1469893" y="795531"/>
                </a:lnTo>
                <a:lnTo>
                  <a:pt x="985097" y="795531"/>
                </a:lnTo>
                <a:close/>
                <a:moveTo>
                  <a:pt x="0" y="709293"/>
                </a:moveTo>
                <a:lnTo>
                  <a:pt x="877145" y="709293"/>
                </a:lnTo>
                <a:lnTo>
                  <a:pt x="877145" y="795531"/>
                </a:lnTo>
                <a:lnTo>
                  <a:pt x="0" y="795531"/>
                </a:lnTo>
                <a:close/>
                <a:moveTo>
                  <a:pt x="4189251" y="709292"/>
                </a:moveTo>
                <a:lnTo>
                  <a:pt x="4662658" y="709292"/>
                </a:lnTo>
                <a:cubicBezTo>
                  <a:pt x="4666812" y="737581"/>
                  <a:pt x="4669621" y="766357"/>
                  <a:pt x="4671191" y="795530"/>
                </a:cubicBezTo>
                <a:lnTo>
                  <a:pt x="4197682" y="795530"/>
                </a:lnTo>
                <a:cubicBezTo>
                  <a:pt x="4197148" y="765777"/>
                  <a:pt x="4194298" y="736917"/>
                  <a:pt x="4189251" y="709292"/>
                </a:cubicBezTo>
                <a:close/>
                <a:moveTo>
                  <a:pt x="3302730" y="709292"/>
                </a:moveTo>
                <a:lnTo>
                  <a:pt x="3776138" y="709292"/>
                </a:lnTo>
                <a:cubicBezTo>
                  <a:pt x="3771091" y="736917"/>
                  <a:pt x="3768241" y="765777"/>
                  <a:pt x="3767701" y="795530"/>
                </a:cubicBezTo>
                <a:lnTo>
                  <a:pt x="3294197" y="795530"/>
                </a:lnTo>
                <a:cubicBezTo>
                  <a:pt x="3295768" y="766357"/>
                  <a:pt x="3298581" y="737581"/>
                  <a:pt x="3302730" y="709292"/>
                </a:cubicBezTo>
                <a:close/>
                <a:moveTo>
                  <a:pt x="10418948" y="565540"/>
                </a:moveTo>
                <a:lnTo>
                  <a:pt x="10949595" y="565540"/>
                </a:lnTo>
                <a:cubicBezTo>
                  <a:pt x="10953670" y="570456"/>
                  <a:pt x="10958769" y="574162"/>
                  <a:pt x="10964075" y="577567"/>
                </a:cubicBezTo>
                <a:lnTo>
                  <a:pt x="11026395" y="628529"/>
                </a:lnTo>
                <a:lnTo>
                  <a:pt x="10434083" y="628529"/>
                </a:lnTo>
                <a:cubicBezTo>
                  <a:pt x="10426940" y="608233"/>
                  <a:pt x="10421851" y="587175"/>
                  <a:pt x="10418948" y="565540"/>
                </a:cubicBezTo>
                <a:close/>
                <a:moveTo>
                  <a:pt x="9781432" y="564344"/>
                </a:moveTo>
                <a:lnTo>
                  <a:pt x="10286039" y="564344"/>
                </a:lnTo>
                <a:lnTo>
                  <a:pt x="10286039" y="627199"/>
                </a:lnTo>
                <a:lnTo>
                  <a:pt x="9781432" y="627199"/>
                </a:lnTo>
                <a:close/>
                <a:moveTo>
                  <a:pt x="8877431" y="564344"/>
                </a:moveTo>
                <a:lnTo>
                  <a:pt x="9382033" y="564344"/>
                </a:lnTo>
                <a:lnTo>
                  <a:pt x="9382033" y="627199"/>
                </a:lnTo>
                <a:lnTo>
                  <a:pt x="8877431" y="627199"/>
                </a:lnTo>
                <a:close/>
                <a:moveTo>
                  <a:pt x="8042875" y="564344"/>
                </a:moveTo>
                <a:lnTo>
                  <a:pt x="8501703" y="564344"/>
                </a:lnTo>
                <a:lnTo>
                  <a:pt x="8501703" y="627199"/>
                </a:lnTo>
                <a:lnTo>
                  <a:pt x="8042875" y="627199"/>
                </a:lnTo>
                <a:close/>
                <a:moveTo>
                  <a:pt x="7193139" y="564344"/>
                </a:moveTo>
                <a:lnTo>
                  <a:pt x="7929154" y="564344"/>
                </a:lnTo>
                <a:lnTo>
                  <a:pt x="7958244" y="627199"/>
                </a:lnTo>
                <a:lnTo>
                  <a:pt x="7193139" y="627199"/>
                </a:lnTo>
                <a:close/>
                <a:moveTo>
                  <a:pt x="6188669" y="564344"/>
                </a:moveTo>
                <a:lnTo>
                  <a:pt x="6674501" y="564344"/>
                </a:lnTo>
                <a:lnTo>
                  <a:pt x="6674501" y="627199"/>
                </a:lnTo>
                <a:lnTo>
                  <a:pt x="6188669" y="627199"/>
                </a:lnTo>
                <a:close/>
                <a:moveTo>
                  <a:pt x="5574793" y="564344"/>
                </a:moveTo>
                <a:lnTo>
                  <a:pt x="6073294" y="564344"/>
                </a:lnTo>
                <a:lnTo>
                  <a:pt x="6073294" y="627199"/>
                </a:lnTo>
                <a:lnTo>
                  <a:pt x="5574793" y="627199"/>
                </a:lnTo>
                <a:close/>
                <a:moveTo>
                  <a:pt x="4792811" y="564344"/>
                </a:moveTo>
                <a:lnTo>
                  <a:pt x="5291307" y="564344"/>
                </a:lnTo>
                <a:lnTo>
                  <a:pt x="5291307" y="627199"/>
                </a:lnTo>
                <a:lnTo>
                  <a:pt x="4792811" y="627199"/>
                </a:lnTo>
                <a:close/>
                <a:moveTo>
                  <a:pt x="2285298" y="564344"/>
                </a:moveTo>
                <a:lnTo>
                  <a:pt x="2771132" y="564344"/>
                </a:lnTo>
                <a:lnTo>
                  <a:pt x="2771132" y="627199"/>
                </a:lnTo>
                <a:lnTo>
                  <a:pt x="2285298" y="627199"/>
                </a:lnTo>
                <a:close/>
                <a:moveTo>
                  <a:pt x="1743635" y="564344"/>
                </a:moveTo>
                <a:lnTo>
                  <a:pt x="2184512" y="564344"/>
                </a:lnTo>
                <a:cubicBezTo>
                  <a:pt x="2184766" y="566886"/>
                  <a:pt x="2184779" y="569428"/>
                  <a:pt x="2184779" y="571975"/>
                </a:cubicBezTo>
                <a:lnTo>
                  <a:pt x="2181588" y="627199"/>
                </a:lnTo>
                <a:lnTo>
                  <a:pt x="1742032" y="627199"/>
                </a:lnTo>
                <a:cubicBezTo>
                  <a:pt x="1744814" y="614498"/>
                  <a:pt x="1746020" y="601328"/>
                  <a:pt x="1746020" y="587881"/>
                </a:cubicBezTo>
                <a:close/>
                <a:moveTo>
                  <a:pt x="985097" y="564344"/>
                </a:moveTo>
                <a:lnTo>
                  <a:pt x="1469893" y="564344"/>
                </a:lnTo>
                <a:lnTo>
                  <a:pt x="1469893" y="627199"/>
                </a:lnTo>
                <a:lnTo>
                  <a:pt x="985097" y="627199"/>
                </a:lnTo>
                <a:close/>
                <a:moveTo>
                  <a:pt x="0" y="564344"/>
                </a:moveTo>
                <a:lnTo>
                  <a:pt x="505721" y="564344"/>
                </a:lnTo>
                <a:lnTo>
                  <a:pt x="505721" y="627199"/>
                </a:lnTo>
                <a:lnTo>
                  <a:pt x="0" y="627199"/>
                </a:lnTo>
                <a:close/>
                <a:moveTo>
                  <a:pt x="4156173" y="564343"/>
                </a:moveTo>
                <a:lnTo>
                  <a:pt x="4635244" y="564343"/>
                </a:lnTo>
                <a:cubicBezTo>
                  <a:pt x="4640872" y="584882"/>
                  <a:pt x="4645555" y="605853"/>
                  <a:pt x="4649285" y="627198"/>
                </a:cubicBezTo>
                <a:lnTo>
                  <a:pt x="4173561" y="627198"/>
                </a:lnTo>
                <a:cubicBezTo>
                  <a:pt x="4169315" y="604960"/>
                  <a:pt x="4163223" y="584012"/>
                  <a:pt x="4156173" y="564343"/>
                </a:cubicBezTo>
                <a:close/>
                <a:moveTo>
                  <a:pt x="3330140" y="564343"/>
                </a:moveTo>
                <a:lnTo>
                  <a:pt x="3809216" y="564343"/>
                </a:lnTo>
                <a:cubicBezTo>
                  <a:pt x="3802169" y="584012"/>
                  <a:pt x="3796073" y="604960"/>
                  <a:pt x="3791828" y="627198"/>
                </a:cubicBezTo>
                <a:lnTo>
                  <a:pt x="3316108" y="627198"/>
                </a:lnTo>
                <a:cubicBezTo>
                  <a:pt x="3319832" y="605853"/>
                  <a:pt x="3324517" y="584882"/>
                  <a:pt x="3330140" y="564343"/>
                </a:cubicBezTo>
                <a:close/>
                <a:moveTo>
                  <a:pt x="11305691" y="441367"/>
                </a:moveTo>
                <a:lnTo>
                  <a:pt x="11306110" y="441367"/>
                </a:lnTo>
                <a:lnTo>
                  <a:pt x="11306110" y="441726"/>
                </a:lnTo>
                <a:close/>
                <a:moveTo>
                  <a:pt x="10419150" y="441367"/>
                </a:moveTo>
                <a:lnTo>
                  <a:pt x="10893359" y="441367"/>
                </a:lnTo>
                <a:cubicBezTo>
                  <a:pt x="10886582" y="455880"/>
                  <a:pt x="10890875" y="469945"/>
                  <a:pt x="10894757" y="483273"/>
                </a:cubicBezTo>
                <a:lnTo>
                  <a:pt x="10419058" y="483273"/>
                </a:lnTo>
                <a:cubicBezTo>
                  <a:pt x="10417969" y="476587"/>
                  <a:pt x="10417854" y="469854"/>
                  <a:pt x="10417854" y="463084"/>
                </a:cubicBezTo>
                <a:close/>
                <a:moveTo>
                  <a:pt x="9781432" y="440432"/>
                </a:moveTo>
                <a:lnTo>
                  <a:pt x="10286039" y="440432"/>
                </a:lnTo>
                <a:lnTo>
                  <a:pt x="10286039" y="482250"/>
                </a:lnTo>
                <a:lnTo>
                  <a:pt x="9781432" y="482250"/>
                </a:lnTo>
                <a:close/>
                <a:moveTo>
                  <a:pt x="8877431" y="440432"/>
                </a:moveTo>
                <a:lnTo>
                  <a:pt x="9382033" y="440432"/>
                </a:lnTo>
                <a:lnTo>
                  <a:pt x="9382033" y="482250"/>
                </a:lnTo>
                <a:lnTo>
                  <a:pt x="8877431" y="482250"/>
                </a:lnTo>
                <a:close/>
                <a:moveTo>
                  <a:pt x="8042875" y="440432"/>
                </a:moveTo>
                <a:lnTo>
                  <a:pt x="8501703" y="440432"/>
                </a:lnTo>
                <a:lnTo>
                  <a:pt x="8501703" y="482250"/>
                </a:lnTo>
                <a:lnTo>
                  <a:pt x="8042875" y="482250"/>
                </a:lnTo>
                <a:close/>
                <a:moveTo>
                  <a:pt x="7193139" y="440432"/>
                </a:moveTo>
                <a:lnTo>
                  <a:pt x="7871807" y="440432"/>
                </a:lnTo>
                <a:lnTo>
                  <a:pt x="7891162" y="482250"/>
                </a:lnTo>
                <a:lnTo>
                  <a:pt x="7193139" y="482250"/>
                </a:lnTo>
                <a:close/>
                <a:moveTo>
                  <a:pt x="6188669" y="440432"/>
                </a:moveTo>
                <a:lnTo>
                  <a:pt x="6674501" y="440432"/>
                </a:lnTo>
                <a:lnTo>
                  <a:pt x="6674501" y="482250"/>
                </a:lnTo>
                <a:lnTo>
                  <a:pt x="6188669" y="482250"/>
                </a:lnTo>
                <a:close/>
                <a:moveTo>
                  <a:pt x="5574793" y="440432"/>
                </a:moveTo>
                <a:lnTo>
                  <a:pt x="6073294" y="440432"/>
                </a:lnTo>
                <a:lnTo>
                  <a:pt x="6073294" y="482250"/>
                </a:lnTo>
                <a:lnTo>
                  <a:pt x="5574793" y="482250"/>
                </a:lnTo>
                <a:close/>
                <a:moveTo>
                  <a:pt x="4792811" y="440432"/>
                </a:moveTo>
                <a:lnTo>
                  <a:pt x="5291307" y="440432"/>
                </a:lnTo>
                <a:lnTo>
                  <a:pt x="5291307" y="482250"/>
                </a:lnTo>
                <a:lnTo>
                  <a:pt x="4792811" y="482250"/>
                </a:lnTo>
                <a:close/>
                <a:moveTo>
                  <a:pt x="2285298" y="440432"/>
                </a:moveTo>
                <a:lnTo>
                  <a:pt x="2771132" y="440432"/>
                </a:lnTo>
                <a:lnTo>
                  <a:pt x="2771132" y="482250"/>
                </a:lnTo>
                <a:lnTo>
                  <a:pt x="2285298" y="482250"/>
                </a:lnTo>
                <a:close/>
                <a:moveTo>
                  <a:pt x="1688066" y="440432"/>
                </a:moveTo>
                <a:lnTo>
                  <a:pt x="2171374" y="440432"/>
                </a:lnTo>
                <a:cubicBezTo>
                  <a:pt x="2174308" y="454201"/>
                  <a:pt x="2176703" y="468150"/>
                  <a:pt x="2178605" y="482250"/>
                </a:cubicBezTo>
                <a:lnTo>
                  <a:pt x="1717768" y="482250"/>
                </a:lnTo>
                <a:cubicBezTo>
                  <a:pt x="1710308" y="466635"/>
                  <a:pt x="1700209" y="452603"/>
                  <a:pt x="1688066" y="440432"/>
                </a:cubicBezTo>
                <a:close/>
                <a:moveTo>
                  <a:pt x="985097" y="440432"/>
                </a:moveTo>
                <a:lnTo>
                  <a:pt x="1469893" y="440432"/>
                </a:lnTo>
                <a:lnTo>
                  <a:pt x="1469893" y="482250"/>
                </a:lnTo>
                <a:lnTo>
                  <a:pt x="985097" y="482250"/>
                </a:lnTo>
                <a:close/>
                <a:moveTo>
                  <a:pt x="0" y="440432"/>
                </a:moveTo>
                <a:lnTo>
                  <a:pt x="505721" y="440432"/>
                </a:lnTo>
                <a:lnTo>
                  <a:pt x="505721" y="482250"/>
                </a:lnTo>
                <a:lnTo>
                  <a:pt x="0" y="482250"/>
                </a:lnTo>
                <a:close/>
                <a:moveTo>
                  <a:pt x="4093268" y="440431"/>
                </a:moveTo>
                <a:lnTo>
                  <a:pt x="4597023" y="440431"/>
                </a:lnTo>
                <a:cubicBezTo>
                  <a:pt x="4602558" y="454039"/>
                  <a:pt x="4607425" y="468006"/>
                  <a:pt x="4611768" y="482249"/>
                </a:cubicBezTo>
                <a:lnTo>
                  <a:pt x="4120709" y="482249"/>
                </a:lnTo>
                <a:cubicBezTo>
                  <a:pt x="4112199" y="466767"/>
                  <a:pt x="4103118" y="452703"/>
                  <a:pt x="4093268" y="440431"/>
                </a:cubicBezTo>
                <a:close/>
                <a:moveTo>
                  <a:pt x="3368371" y="440431"/>
                </a:moveTo>
                <a:lnTo>
                  <a:pt x="3872116" y="440431"/>
                </a:lnTo>
                <a:cubicBezTo>
                  <a:pt x="3862266" y="452703"/>
                  <a:pt x="3853190" y="466767"/>
                  <a:pt x="3844680" y="482249"/>
                </a:cubicBezTo>
                <a:lnTo>
                  <a:pt x="3353616" y="482249"/>
                </a:lnTo>
                <a:cubicBezTo>
                  <a:pt x="3357959" y="468006"/>
                  <a:pt x="3362831" y="454039"/>
                  <a:pt x="3368371" y="440431"/>
                </a:cubicBezTo>
                <a:close/>
                <a:moveTo>
                  <a:pt x="11223979" y="437563"/>
                </a:moveTo>
                <a:lnTo>
                  <a:pt x="11304274" y="437563"/>
                </a:lnTo>
                <a:lnTo>
                  <a:pt x="11304274" y="487440"/>
                </a:lnTo>
                <a:lnTo>
                  <a:pt x="11274504" y="487440"/>
                </a:lnTo>
                <a:close/>
                <a:moveTo>
                  <a:pt x="10437485" y="312620"/>
                </a:moveTo>
                <a:lnTo>
                  <a:pt x="11305204" y="312620"/>
                </a:lnTo>
                <a:lnTo>
                  <a:pt x="11305204" y="323517"/>
                </a:lnTo>
                <a:lnTo>
                  <a:pt x="11306110" y="323517"/>
                </a:lnTo>
                <a:lnTo>
                  <a:pt x="11306110" y="351547"/>
                </a:lnTo>
                <a:lnTo>
                  <a:pt x="11306110" y="359098"/>
                </a:lnTo>
                <a:lnTo>
                  <a:pt x="11305204" y="359098"/>
                </a:lnTo>
                <a:lnTo>
                  <a:pt x="11305204" y="363528"/>
                </a:lnTo>
                <a:lnTo>
                  <a:pt x="10423824" y="363528"/>
                </a:lnTo>
                <a:lnTo>
                  <a:pt x="10429797" y="336441"/>
                </a:lnTo>
                <a:close/>
                <a:moveTo>
                  <a:pt x="9781432" y="312620"/>
                </a:moveTo>
                <a:lnTo>
                  <a:pt x="10286039" y="312620"/>
                </a:lnTo>
                <a:lnTo>
                  <a:pt x="10286039" y="322833"/>
                </a:lnTo>
                <a:lnTo>
                  <a:pt x="10286039" y="358338"/>
                </a:lnTo>
                <a:lnTo>
                  <a:pt x="10286039" y="358339"/>
                </a:lnTo>
                <a:lnTo>
                  <a:pt x="9781432" y="358339"/>
                </a:lnTo>
                <a:lnTo>
                  <a:pt x="9781432" y="358338"/>
                </a:lnTo>
                <a:lnTo>
                  <a:pt x="9781432" y="322833"/>
                </a:lnTo>
                <a:close/>
                <a:moveTo>
                  <a:pt x="8611213" y="312620"/>
                </a:moveTo>
                <a:lnTo>
                  <a:pt x="9666891" y="312620"/>
                </a:lnTo>
                <a:lnTo>
                  <a:pt x="9666891" y="322833"/>
                </a:lnTo>
                <a:lnTo>
                  <a:pt x="9668568" y="322833"/>
                </a:lnTo>
                <a:lnTo>
                  <a:pt x="9668568" y="358338"/>
                </a:lnTo>
                <a:lnTo>
                  <a:pt x="9666891" y="358338"/>
                </a:lnTo>
                <a:lnTo>
                  <a:pt x="9666891" y="358339"/>
                </a:lnTo>
                <a:lnTo>
                  <a:pt x="8611213" y="358339"/>
                </a:lnTo>
                <a:close/>
                <a:moveTo>
                  <a:pt x="8037009" y="312620"/>
                </a:moveTo>
                <a:lnTo>
                  <a:pt x="8500026" y="312620"/>
                </a:lnTo>
                <a:lnTo>
                  <a:pt x="8500026" y="322833"/>
                </a:lnTo>
                <a:lnTo>
                  <a:pt x="8501703" y="322833"/>
                </a:lnTo>
                <a:lnTo>
                  <a:pt x="8501703" y="358338"/>
                </a:lnTo>
                <a:lnTo>
                  <a:pt x="8500026" y="358338"/>
                </a:lnTo>
                <a:lnTo>
                  <a:pt x="8500026" y="358339"/>
                </a:lnTo>
                <a:lnTo>
                  <a:pt x="8037009" y="358339"/>
                </a:lnTo>
                <a:close/>
                <a:moveTo>
                  <a:pt x="7193139" y="312620"/>
                </a:moveTo>
                <a:lnTo>
                  <a:pt x="7812777" y="312620"/>
                </a:lnTo>
                <a:lnTo>
                  <a:pt x="7833342" y="357178"/>
                </a:lnTo>
                <a:lnTo>
                  <a:pt x="7833342" y="357314"/>
                </a:lnTo>
                <a:lnTo>
                  <a:pt x="7833816" y="358338"/>
                </a:lnTo>
                <a:lnTo>
                  <a:pt x="7833342" y="358338"/>
                </a:lnTo>
                <a:lnTo>
                  <a:pt x="7833342" y="358339"/>
                </a:lnTo>
                <a:lnTo>
                  <a:pt x="7193139" y="358339"/>
                </a:lnTo>
                <a:lnTo>
                  <a:pt x="7193139" y="358338"/>
                </a:lnTo>
                <a:lnTo>
                  <a:pt x="7193139" y="322833"/>
                </a:lnTo>
                <a:close/>
                <a:moveTo>
                  <a:pt x="6184479" y="312620"/>
                </a:moveTo>
                <a:lnTo>
                  <a:pt x="7080274" y="312620"/>
                </a:lnTo>
                <a:lnTo>
                  <a:pt x="7080274" y="322833"/>
                </a:lnTo>
                <a:lnTo>
                  <a:pt x="7080275" y="322833"/>
                </a:lnTo>
                <a:lnTo>
                  <a:pt x="7080275" y="358338"/>
                </a:lnTo>
                <a:lnTo>
                  <a:pt x="7080274" y="358338"/>
                </a:lnTo>
                <a:lnTo>
                  <a:pt x="7080274" y="358339"/>
                </a:lnTo>
                <a:lnTo>
                  <a:pt x="6184479" y="358339"/>
                </a:lnTo>
                <a:close/>
                <a:moveTo>
                  <a:pt x="5574793" y="312620"/>
                </a:moveTo>
                <a:lnTo>
                  <a:pt x="6073294" y="312620"/>
                </a:lnTo>
                <a:lnTo>
                  <a:pt x="6073294" y="322833"/>
                </a:lnTo>
                <a:lnTo>
                  <a:pt x="6073294" y="358338"/>
                </a:lnTo>
                <a:lnTo>
                  <a:pt x="6073294" y="358339"/>
                </a:lnTo>
                <a:lnTo>
                  <a:pt x="5574793" y="358339"/>
                </a:lnTo>
                <a:lnTo>
                  <a:pt x="5574793" y="358338"/>
                </a:lnTo>
                <a:lnTo>
                  <a:pt x="5574793" y="322833"/>
                </a:lnTo>
                <a:close/>
                <a:moveTo>
                  <a:pt x="4792811" y="312620"/>
                </a:moveTo>
                <a:lnTo>
                  <a:pt x="5291307" y="312620"/>
                </a:lnTo>
                <a:lnTo>
                  <a:pt x="5291307" y="322833"/>
                </a:lnTo>
                <a:lnTo>
                  <a:pt x="5291307" y="358338"/>
                </a:lnTo>
                <a:lnTo>
                  <a:pt x="5291307" y="358339"/>
                </a:lnTo>
                <a:lnTo>
                  <a:pt x="4792811" y="358339"/>
                </a:lnTo>
                <a:lnTo>
                  <a:pt x="4792811" y="358338"/>
                </a:lnTo>
                <a:lnTo>
                  <a:pt x="4792811" y="322833"/>
                </a:lnTo>
                <a:close/>
                <a:moveTo>
                  <a:pt x="2285298" y="312620"/>
                </a:moveTo>
                <a:lnTo>
                  <a:pt x="3183254" y="312620"/>
                </a:lnTo>
                <a:lnTo>
                  <a:pt x="3183254" y="322833"/>
                </a:lnTo>
                <a:lnTo>
                  <a:pt x="3183254" y="358338"/>
                </a:lnTo>
                <a:lnTo>
                  <a:pt x="3183254" y="358339"/>
                </a:lnTo>
                <a:lnTo>
                  <a:pt x="2285298" y="358339"/>
                </a:lnTo>
                <a:lnTo>
                  <a:pt x="2285298" y="358338"/>
                </a:lnTo>
                <a:lnTo>
                  <a:pt x="2285298" y="322833"/>
                </a:lnTo>
                <a:close/>
                <a:moveTo>
                  <a:pt x="985097" y="312620"/>
                </a:moveTo>
                <a:lnTo>
                  <a:pt x="2135110" y="312620"/>
                </a:lnTo>
                <a:lnTo>
                  <a:pt x="2148730" y="358335"/>
                </a:lnTo>
                <a:lnTo>
                  <a:pt x="2148731" y="358338"/>
                </a:lnTo>
                <a:lnTo>
                  <a:pt x="2148731" y="358339"/>
                </a:lnTo>
                <a:lnTo>
                  <a:pt x="985097" y="358339"/>
                </a:lnTo>
                <a:lnTo>
                  <a:pt x="985097" y="358338"/>
                </a:lnTo>
                <a:lnTo>
                  <a:pt x="985097" y="322833"/>
                </a:lnTo>
                <a:close/>
                <a:moveTo>
                  <a:pt x="0" y="312620"/>
                </a:moveTo>
                <a:lnTo>
                  <a:pt x="877145" y="312620"/>
                </a:lnTo>
                <a:lnTo>
                  <a:pt x="877145" y="322833"/>
                </a:lnTo>
                <a:lnTo>
                  <a:pt x="877145" y="358338"/>
                </a:lnTo>
                <a:lnTo>
                  <a:pt x="877145" y="358339"/>
                </a:lnTo>
                <a:lnTo>
                  <a:pt x="0" y="358339"/>
                </a:lnTo>
                <a:lnTo>
                  <a:pt x="0" y="358338"/>
                </a:lnTo>
                <a:lnTo>
                  <a:pt x="0" y="322833"/>
                </a:lnTo>
                <a:close/>
                <a:moveTo>
                  <a:pt x="3426524" y="311140"/>
                </a:moveTo>
                <a:lnTo>
                  <a:pt x="4541246" y="311140"/>
                </a:lnTo>
                <a:lnTo>
                  <a:pt x="4565836" y="363528"/>
                </a:lnTo>
                <a:lnTo>
                  <a:pt x="3720591" y="363528"/>
                </a:lnTo>
                <a:lnTo>
                  <a:pt x="3720591" y="361147"/>
                </a:lnTo>
                <a:lnTo>
                  <a:pt x="3403052" y="361147"/>
                </a:lnTo>
                <a:close/>
                <a:moveTo>
                  <a:pt x="10479636" y="204267"/>
                </a:moveTo>
                <a:lnTo>
                  <a:pt x="10671926" y="204267"/>
                </a:lnTo>
                <a:lnTo>
                  <a:pt x="11306110" y="204267"/>
                </a:lnTo>
                <a:lnTo>
                  <a:pt x="11306110" y="241250"/>
                </a:lnTo>
                <a:lnTo>
                  <a:pt x="10671926" y="241250"/>
                </a:lnTo>
                <a:lnTo>
                  <a:pt x="10463420" y="241250"/>
                </a:lnTo>
                <a:close/>
                <a:moveTo>
                  <a:pt x="9781432" y="203834"/>
                </a:moveTo>
                <a:lnTo>
                  <a:pt x="10286039" y="203834"/>
                </a:lnTo>
                <a:lnTo>
                  <a:pt x="10286039" y="240739"/>
                </a:lnTo>
                <a:lnTo>
                  <a:pt x="9781432" y="240739"/>
                </a:lnTo>
                <a:close/>
                <a:moveTo>
                  <a:pt x="8612890" y="203834"/>
                </a:moveTo>
                <a:lnTo>
                  <a:pt x="9668568" y="203834"/>
                </a:lnTo>
                <a:lnTo>
                  <a:pt x="9668568" y="240739"/>
                </a:lnTo>
                <a:lnTo>
                  <a:pt x="8612890" y="240739"/>
                </a:lnTo>
                <a:close/>
                <a:moveTo>
                  <a:pt x="8042875" y="203834"/>
                </a:moveTo>
                <a:lnTo>
                  <a:pt x="8501703" y="203834"/>
                </a:lnTo>
                <a:lnTo>
                  <a:pt x="8501703" y="240739"/>
                </a:lnTo>
                <a:lnTo>
                  <a:pt x="8042875" y="240739"/>
                </a:lnTo>
                <a:close/>
                <a:moveTo>
                  <a:pt x="7193139" y="203834"/>
                </a:moveTo>
                <a:lnTo>
                  <a:pt x="7762309" y="203834"/>
                </a:lnTo>
                <a:lnTo>
                  <a:pt x="7779389" y="240739"/>
                </a:lnTo>
                <a:lnTo>
                  <a:pt x="7193139" y="240739"/>
                </a:lnTo>
                <a:close/>
                <a:moveTo>
                  <a:pt x="6188669" y="203834"/>
                </a:moveTo>
                <a:lnTo>
                  <a:pt x="7080275" y="203834"/>
                </a:lnTo>
                <a:lnTo>
                  <a:pt x="7080275" y="240739"/>
                </a:lnTo>
                <a:lnTo>
                  <a:pt x="6188669" y="240739"/>
                </a:lnTo>
                <a:close/>
                <a:moveTo>
                  <a:pt x="5574793" y="203834"/>
                </a:moveTo>
                <a:lnTo>
                  <a:pt x="6073294" y="203834"/>
                </a:lnTo>
                <a:lnTo>
                  <a:pt x="6073294" y="240739"/>
                </a:lnTo>
                <a:lnTo>
                  <a:pt x="5574793" y="240739"/>
                </a:lnTo>
                <a:close/>
                <a:moveTo>
                  <a:pt x="4792811" y="203834"/>
                </a:moveTo>
                <a:lnTo>
                  <a:pt x="5291307" y="203834"/>
                </a:lnTo>
                <a:lnTo>
                  <a:pt x="5291307" y="240739"/>
                </a:lnTo>
                <a:lnTo>
                  <a:pt x="4792811" y="240739"/>
                </a:lnTo>
                <a:close/>
                <a:moveTo>
                  <a:pt x="2285298" y="203834"/>
                </a:moveTo>
                <a:lnTo>
                  <a:pt x="3183254" y="203834"/>
                </a:lnTo>
                <a:lnTo>
                  <a:pt x="3183254" y="240739"/>
                </a:lnTo>
                <a:lnTo>
                  <a:pt x="2285298" y="240739"/>
                </a:lnTo>
                <a:close/>
                <a:moveTo>
                  <a:pt x="985097" y="203834"/>
                </a:moveTo>
                <a:lnTo>
                  <a:pt x="2069184" y="203834"/>
                </a:lnTo>
                <a:cubicBezTo>
                  <a:pt x="2078730" y="215259"/>
                  <a:pt x="2086715" y="227762"/>
                  <a:pt x="2093941" y="240739"/>
                </a:cubicBezTo>
                <a:lnTo>
                  <a:pt x="985097" y="240739"/>
                </a:lnTo>
                <a:close/>
                <a:moveTo>
                  <a:pt x="0" y="203834"/>
                </a:moveTo>
                <a:lnTo>
                  <a:pt x="877145" y="203834"/>
                </a:lnTo>
                <a:lnTo>
                  <a:pt x="877145" y="240739"/>
                </a:lnTo>
                <a:lnTo>
                  <a:pt x="0" y="240739"/>
                </a:lnTo>
                <a:close/>
                <a:moveTo>
                  <a:pt x="3491565" y="203833"/>
                </a:moveTo>
                <a:lnTo>
                  <a:pt x="4473824" y="203833"/>
                </a:lnTo>
                <a:cubicBezTo>
                  <a:pt x="4482698" y="215677"/>
                  <a:pt x="4491028" y="228051"/>
                  <a:pt x="4499119" y="240738"/>
                </a:cubicBezTo>
                <a:lnTo>
                  <a:pt x="3466269" y="240738"/>
                </a:lnTo>
                <a:cubicBezTo>
                  <a:pt x="3474361" y="228051"/>
                  <a:pt x="3482694" y="215677"/>
                  <a:pt x="3491565" y="203833"/>
                </a:cubicBezTo>
                <a:close/>
                <a:moveTo>
                  <a:pt x="10550205" y="96959"/>
                </a:moveTo>
                <a:lnTo>
                  <a:pt x="10671926" y="96959"/>
                </a:lnTo>
                <a:lnTo>
                  <a:pt x="11306110" y="96959"/>
                </a:lnTo>
                <a:lnTo>
                  <a:pt x="11306110" y="121993"/>
                </a:lnTo>
                <a:lnTo>
                  <a:pt x="10671926" y="121993"/>
                </a:lnTo>
                <a:lnTo>
                  <a:pt x="10531544" y="121993"/>
                </a:lnTo>
                <a:close/>
                <a:moveTo>
                  <a:pt x="9781432" y="96753"/>
                </a:moveTo>
                <a:lnTo>
                  <a:pt x="10286039" y="96753"/>
                </a:lnTo>
                <a:lnTo>
                  <a:pt x="10286039" y="121735"/>
                </a:lnTo>
                <a:lnTo>
                  <a:pt x="9781432" y="121735"/>
                </a:lnTo>
                <a:close/>
                <a:moveTo>
                  <a:pt x="8612890" y="96753"/>
                </a:moveTo>
                <a:lnTo>
                  <a:pt x="9668568" y="96753"/>
                </a:lnTo>
                <a:lnTo>
                  <a:pt x="9668568" y="121735"/>
                </a:lnTo>
                <a:lnTo>
                  <a:pt x="8612890" y="121735"/>
                </a:lnTo>
                <a:close/>
                <a:moveTo>
                  <a:pt x="8042875" y="96753"/>
                </a:moveTo>
                <a:lnTo>
                  <a:pt x="8501703" y="96753"/>
                </a:lnTo>
                <a:lnTo>
                  <a:pt x="8501703" y="121735"/>
                </a:lnTo>
                <a:lnTo>
                  <a:pt x="8042875" y="121735"/>
                </a:lnTo>
                <a:close/>
                <a:moveTo>
                  <a:pt x="7193139" y="96753"/>
                </a:moveTo>
                <a:lnTo>
                  <a:pt x="7712749" y="96753"/>
                </a:lnTo>
                <a:lnTo>
                  <a:pt x="7724312" y="121735"/>
                </a:lnTo>
                <a:lnTo>
                  <a:pt x="7193139" y="121735"/>
                </a:lnTo>
                <a:close/>
                <a:moveTo>
                  <a:pt x="6188669" y="96753"/>
                </a:moveTo>
                <a:lnTo>
                  <a:pt x="7080275" y="96753"/>
                </a:lnTo>
                <a:lnTo>
                  <a:pt x="7080275" y="121735"/>
                </a:lnTo>
                <a:lnTo>
                  <a:pt x="6188669" y="121735"/>
                </a:lnTo>
                <a:close/>
                <a:moveTo>
                  <a:pt x="5574793" y="96753"/>
                </a:moveTo>
                <a:lnTo>
                  <a:pt x="6073294" y="96753"/>
                </a:lnTo>
                <a:lnTo>
                  <a:pt x="6073294" y="121735"/>
                </a:lnTo>
                <a:lnTo>
                  <a:pt x="5574793" y="121735"/>
                </a:lnTo>
                <a:close/>
                <a:moveTo>
                  <a:pt x="4792811" y="96753"/>
                </a:moveTo>
                <a:lnTo>
                  <a:pt x="5291307" y="96753"/>
                </a:lnTo>
                <a:lnTo>
                  <a:pt x="5291307" y="121735"/>
                </a:lnTo>
                <a:lnTo>
                  <a:pt x="4792811" y="121735"/>
                </a:lnTo>
                <a:close/>
                <a:moveTo>
                  <a:pt x="2285298" y="96753"/>
                </a:moveTo>
                <a:lnTo>
                  <a:pt x="3183254" y="96753"/>
                </a:lnTo>
                <a:lnTo>
                  <a:pt x="3183254" y="121735"/>
                </a:lnTo>
                <a:lnTo>
                  <a:pt x="2285298" y="121735"/>
                </a:lnTo>
                <a:close/>
                <a:moveTo>
                  <a:pt x="985097" y="96753"/>
                </a:moveTo>
                <a:lnTo>
                  <a:pt x="1978552" y="96753"/>
                </a:lnTo>
                <a:cubicBezTo>
                  <a:pt x="1987269" y="104388"/>
                  <a:pt x="1995490" y="112539"/>
                  <a:pt x="2002599" y="121735"/>
                </a:cubicBezTo>
                <a:lnTo>
                  <a:pt x="985097" y="121735"/>
                </a:lnTo>
                <a:close/>
                <a:moveTo>
                  <a:pt x="0" y="96753"/>
                </a:moveTo>
                <a:lnTo>
                  <a:pt x="877145" y="96753"/>
                </a:lnTo>
                <a:lnTo>
                  <a:pt x="877145" y="121735"/>
                </a:lnTo>
                <a:lnTo>
                  <a:pt x="0" y="121735"/>
                </a:lnTo>
                <a:close/>
                <a:moveTo>
                  <a:pt x="3581580" y="96752"/>
                </a:moveTo>
                <a:lnTo>
                  <a:pt x="4383809" y="96752"/>
                </a:lnTo>
                <a:cubicBezTo>
                  <a:pt x="4392080" y="104604"/>
                  <a:pt x="4400028" y="112884"/>
                  <a:pt x="4407456" y="121734"/>
                </a:cubicBezTo>
                <a:lnTo>
                  <a:pt x="3557933" y="121734"/>
                </a:lnTo>
                <a:cubicBezTo>
                  <a:pt x="3565365" y="112884"/>
                  <a:pt x="3573309" y="104604"/>
                  <a:pt x="3581580" y="96752"/>
                </a:cubicBezTo>
                <a:close/>
                <a:moveTo>
                  <a:pt x="10683999" y="1"/>
                </a:moveTo>
                <a:lnTo>
                  <a:pt x="10743787" y="1"/>
                </a:lnTo>
                <a:cubicBezTo>
                  <a:pt x="10762889" y="1"/>
                  <a:pt x="10781796" y="856"/>
                  <a:pt x="10800434" y="2849"/>
                </a:cubicBezTo>
                <a:lnTo>
                  <a:pt x="10800434" y="1"/>
                </a:lnTo>
                <a:lnTo>
                  <a:pt x="11306110" y="1"/>
                </a:lnTo>
                <a:lnTo>
                  <a:pt x="11306110" y="14690"/>
                </a:lnTo>
                <a:lnTo>
                  <a:pt x="10671926" y="14690"/>
                </a:lnTo>
                <a:lnTo>
                  <a:pt x="10634292" y="14690"/>
                </a:lnTo>
                <a:cubicBezTo>
                  <a:pt x="10638035" y="10809"/>
                  <a:pt x="10642253" y="7500"/>
                  <a:pt x="10646512" y="4251"/>
                </a:cubicBezTo>
                <a:lnTo>
                  <a:pt x="10646512" y="2687"/>
                </a:lnTo>
                <a:lnTo>
                  <a:pt x="10671926" y="1221"/>
                </a:lnTo>
                <a:lnTo>
                  <a:pt x="10671926" y="697"/>
                </a:lnTo>
                <a:close/>
                <a:moveTo>
                  <a:pt x="9781432" y="1"/>
                </a:moveTo>
                <a:lnTo>
                  <a:pt x="10286039" y="1"/>
                </a:lnTo>
                <a:lnTo>
                  <a:pt x="10286039" y="14659"/>
                </a:lnTo>
                <a:lnTo>
                  <a:pt x="9781432" y="14659"/>
                </a:lnTo>
                <a:close/>
                <a:moveTo>
                  <a:pt x="8612890" y="1"/>
                </a:moveTo>
                <a:lnTo>
                  <a:pt x="9668568" y="1"/>
                </a:lnTo>
                <a:lnTo>
                  <a:pt x="9668568" y="14659"/>
                </a:lnTo>
                <a:lnTo>
                  <a:pt x="8612890" y="14659"/>
                </a:lnTo>
                <a:close/>
                <a:moveTo>
                  <a:pt x="8042875" y="1"/>
                </a:moveTo>
                <a:lnTo>
                  <a:pt x="8501703" y="1"/>
                </a:lnTo>
                <a:lnTo>
                  <a:pt x="8501703" y="14659"/>
                </a:lnTo>
                <a:lnTo>
                  <a:pt x="8042875" y="14659"/>
                </a:lnTo>
                <a:close/>
                <a:moveTo>
                  <a:pt x="7193139" y="1"/>
                </a:moveTo>
                <a:lnTo>
                  <a:pt x="7667970" y="1"/>
                </a:lnTo>
                <a:lnTo>
                  <a:pt x="7674758" y="14659"/>
                </a:lnTo>
                <a:lnTo>
                  <a:pt x="7193139" y="14659"/>
                </a:lnTo>
                <a:close/>
                <a:moveTo>
                  <a:pt x="6188669" y="1"/>
                </a:moveTo>
                <a:lnTo>
                  <a:pt x="7080275" y="1"/>
                </a:lnTo>
                <a:lnTo>
                  <a:pt x="7080275" y="14659"/>
                </a:lnTo>
                <a:lnTo>
                  <a:pt x="6188669" y="14659"/>
                </a:lnTo>
                <a:close/>
                <a:moveTo>
                  <a:pt x="5574793" y="1"/>
                </a:moveTo>
                <a:lnTo>
                  <a:pt x="6073294" y="1"/>
                </a:lnTo>
                <a:lnTo>
                  <a:pt x="6073294" y="14659"/>
                </a:lnTo>
                <a:lnTo>
                  <a:pt x="5574793" y="14659"/>
                </a:lnTo>
                <a:close/>
                <a:moveTo>
                  <a:pt x="4792811" y="1"/>
                </a:moveTo>
                <a:lnTo>
                  <a:pt x="5291307" y="1"/>
                </a:lnTo>
                <a:lnTo>
                  <a:pt x="5291307" y="14659"/>
                </a:lnTo>
                <a:lnTo>
                  <a:pt x="4792811" y="14659"/>
                </a:lnTo>
                <a:close/>
                <a:moveTo>
                  <a:pt x="2285298" y="1"/>
                </a:moveTo>
                <a:lnTo>
                  <a:pt x="3183254" y="1"/>
                </a:lnTo>
                <a:lnTo>
                  <a:pt x="3183254" y="14659"/>
                </a:lnTo>
                <a:lnTo>
                  <a:pt x="2285298" y="14659"/>
                </a:lnTo>
                <a:close/>
                <a:moveTo>
                  <a:pt x="985097" y="1"/>
                </a:moveTo>
                <a:lnTo>
                  <a:pt x="1846470" y="1"/>
                </a:lnTo>
                <a:lnTo>
                  <a:pt x="1869376" y="14659"/>
                </a:lnTo>
                <a:lnTo>
                  <a:pt x="985097" y="14659"/>
                </a:lnTo>
                <a:close/>
                <a:moveTo>
                  <a:pt x="0" y="1"/>
                </a:moveTo>
                <a:lnTo>
                  <a:pt x="877145" y="1"/>
                </a:lnTo>
                <a:lnTo>
                  <a:pt x="877145" y="14659"/>
                </a:lnTo>
                <a:lnTo>
                  <a:pt x="0" y="14659"/>
                </a:lnTo>
                <a:close/>
                <a:moveTo>
                  <a:pt x="3702830" y="0"/>
                </a:moveTo>
                <a:lnTo>
                  <a:pt x="4262563" y="0"/>
                </a:lnTo>
                <a:lnTo>
                  <a:pt x="4284257" y="14658"/>
                </a:lnTo>
                <a:lnTo>
                  <a:pt x="3681132" y="1465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tIns="90000" bIns="90000" rtlCol="0" anchor="t" anchorCtr="0">
            <a:no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endParaRPr lang="en-GB" sz="1800" noProof="0" dirty="0">
              <a:solidFill>
                <a:schemeClr val="accent4"/>
              </a:solidFill>
            </a:endParaRPr>
          </a:p>
        </p:txBody>
      </p:sp>
      <p:sp>
        <p:nvSpPr>
          <p:cNvPr id="2" name="Titel 1">
            <a:extLst>
              <a:ext uri="{FF2B5EF4-FFF2-40B4-BE49-F238E27FC236}">
                <a16:creationId xmlns:a16="http://schemas.microsoft.com/office/drawing/2014/main" id="{DAC73B43-3C9A-ACA3-2930-A32904C14C5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32000" y="270000"/>
            <a:ext cx="8280000" cy="288000"/>
          </a:xfr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>
              <a:defRPr lang="en-GB" noProof="0" dirty="0">
                <a:solidFill>
                  <a:schemeClr val="bg1"/>
                </a:solidFill>
              </a:defRPr>
            </a:lvl1pPr>
          </a:lstStyle>
          <a:p>
            <a:pPr lvl="0"/>
            <a:r>
              <a:rPr lang="en-GB" dirty="0"/>
              <a:t>Speaker / Agenda intro | Use presentation title as headline for this slide</a:t>
            </a:r>
            <a:endParaRPr lang="en-GB" noProof="0" dirty="0"/>
          </a:p>
        </p:txBody>
      </p:sp>
    </p:spTree>
    <p:extLst>
      <p:ext uri="{BB962C8B-B14F-4D97-AF65-F5344CB8AC3E}">
        <p14:creationId xmlns:p14="http://schemas.microsoft.com/office/powerpoint/2010/main" val="1592589470"/>
      </p:ext>
    </p:extLst>
  </p:cSld>
  <p:clrMapOvr>
    <a:masterClrMapping/>
  </p:clrMapOvr>
  <p:transition spd="slow">
    <p:fade/>
  </p:transition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mall Side Bar 1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2159732" y="270000"/>
            <a:ext cx="6588272" cy="288000"/>
          </a:xfr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>
              <a:defRPr lang="en-GB" noProof="0" dirty="0"/>
            </a:lvl1pPr>
          </a:lstStyle>
          <a:p>
            <a:pPr lvl="0"/>
            <a:r>
              <a:rPr lang="en-GB" noProof="0" dirty="0"/>
              <a:t>Title / key message of the slide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97CFFDBE-A83B-435B-8BE3-D861EE02B0A6}"/>
              </a:ext>
            </a:extLst>
          </p:cNvPr>
          <p:cNvGrpSpPr/>
          <p:nvPr userDrawn="1"/>
        </p:nvGrpSpPr>
        <p:grpSpPr>
          <a:xfrm flipH="1">
            <a:off x="-6" y="-164553"/>
            <a:ext cx="9143999" cy="45719"/>
            <a:chOff x="1" y="0"/>
            <a:chExt cx="9143999" cy="5143500"/>
          </a:xfrm>
          <a:solidFill>
            <a:srgbClr val="E6E6E6"/>
          </a:solidFill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E40B9006-85DC-47B6-8276-5D85B6903B55}"/>
                </a:ext>
              </a:extLst>
            </p:cNvPr>
            <p:cNvSpPr/>
            <p:nvPr userDrawn="1"/>
          </p:nvSpPr>
          <p:spPr>
            <a:xfrm>
              <a:off x="1" y="0"/>
              <a:ext cx="7200288" cy="5143500"/>
            </a:xfrm>
            <a:prstGeom prst="rect">
              <a:avLst/>
            </a:prstGeom>
            <a:grpFill/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90000" bIns="90000" rtlCol="0" anchor="ctr" anchorCtr="0"/>
            <a:lstStyle/>
            <a:p>
              <a:pPr algn="ctr" fontAlgn="auto">
                <a:lnSpc>
                  <a:spcPct val="90000"/>
                </a:lnSpc>
                <a:spcBef>
                  <a:spcPts val="0"/>
                </a:spcBef>
                <a:spcAft>
                  <a:spcPts val="600"/>
                </a:spcAft>
              </a:pPr>
              <a:endParaRPr lang="en-GB" sz="1400">
                <a:solidFill>
                  <a:schemeClr val="bg1"/>
                </a:solidFill>
              </a:endParaRPr>
            </a:p>
          </p:txBody>
        </p:sp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896CCCDC-1A6A-4BFE-A306-660C48B726D1}"/>
                </a:ext>
              </a:extLst>
            </p:cNvPr>
            <p:cNvSpPr/>
            <p:nvPr userDrawn="1"/>
          </p:nvSpPr>
          <p:spPr>
            <a:xfrm flipH="1">
              <a:off x="7200288" y="0"/>
              <a:ext cx="1943712" cy="5143500"/>
            </a:xfrm>
            <a:prstGeom prst="rect">
              <a:avLst/>
            </a:prstGeom>
            <a:grpFill/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90000" bIns="90000" rtlCol="0" anchor="ctr" anchorCtr="0"/>
            <a:lstStyle/>
            <a:p>
              <a:pPr algn="ctr" fontAlgn="auto">
                <a:lnSpc>
                  <a:spcPct val="90000"/>
                </a:lnSpc>
                <a:spcBef>
                  <a:spcPts val="0"/>
                </a:spcBef>
                <a:spcAft>
                  <a:spcPts val="600"/>
                </a:spcAft>
              </a:pPr>
              <a:endParaRPr lang="en-GB" sz="1400">
                <a:solidFill>
                  <a:schemeClr val="bg1"/>
                </a:solidFill>
              </a:endParaRP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10D0CA02-3DB7-4816-97FE-CBE992B632AB}"/>
              </a:ext>
            </a:extLst>
          </p:cNvPr>
          <p:cNvGrpSpPr/>
          <p:nvPr userDrawn="1"/>
        </p:nvGrpSpPr>
        <p:grpSpPr>
          <a:xfrm>
            <a:off x="1" y="-704614"/>
            <a:ext cx="9143993" cy="108012"/>
            <a:chOff x="9397047" y="-812626"/>
            <a:chExt cx="9143993" cy="5143500"/>
          </a:xfrm>
        </p:grpSpPr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8BA5501F-CD13-4174-92D6-F926C33B9808}"/>
                </a:ext>
              </a:extLst>
            </p:cNvPr>
            <p:cNvSpPr/>
            <p:nvPr userDrawn="1"/>
          </p:nvSpPr>
          <p:spPr>
            <a:xfrm>
              <a:off x="9397047" y="-812626"/>
              <a:ext cx="1943705" cy="514350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90000" bIns="90000" rtlCol="0" anchor="ctr" anchorCtr="0"/>
            <a:lstStyle/>
            <a:p>
              <a:pPr algn="ctr" fontAlgn="auto">
                <a:lnSpc>
                  <a:spcPct val="90000"/>
                </a:lnSpc>
                <a:spcBef>
                  <a:spcPts val="0"/>
                </a:spcBef>
                <a:spcAft>
                  <a:spcPts val="600"/>
                </a:spcAft>
              </a:pPr>
              <a:endParaRPr lang="en-GB" sz="1400">
                <a:solidFill>
                  <a:schemeClr val="bg1"/>
                </a:solidFill>
              </a:endParaRPr>
            </a:p>
          </p:txBody>
        </p:sp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40ABFC38-E15C-472A-86A4-A76510D98ABC}"/>
                </a:ext>
              </a:extLst>
            </p:cNvPr>
            <p:cNvSpPr/>
            <p:nvPr userDrawn="1"/>
          </p:nvSpPr>
          <p:spPr>
            <a:xfrm flipH="1">
              <a:off x="11340752" y="-812626"/>
              <a:ext cx="7200288" cy="51435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90000" bIns="90000" rtlCol="0" anchor="ctr" anchorCtr="0"/>
            <a:lstStyle/>
            <a:p>
              <a:pPr algn="ctr" fontAlgn="auto">
                <a:lnSpc>
                  <a:spcPct val="90000"/>
                </a:lnSpc>
                <a:spcBef>
                  <a:spcPts val="0"/>
                </a:spcBef>
                <a:spcAft>
                  <a:spcPts val="600"/>
                </a:spcAft>
              </a:pPr>
              <a:endParaRPr lang="en-GB" sz="1400">
                <a:solidFill>
                  <a:schemeClr val="bg1"/>
                </a:solidFill>
              </a:endParaRPr>
            </a:p>
          </p:txBody>
        </p: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id="{C1632A66-2D87-F6DF-9860-9DA069DD2F34}"/>
              </a:ext>
            </a:extLst>
          </p:cNvPr>
          <p:cNvSpPr/>
          <p:nvPr userDrawn="1"/>
        </p:nvSpPr>
        <p:spPr>
          <a:xfrm>
            <a:off x="-6" y="5092030"/>
            <a:ext cx="1943712" cy="51470"/>
          </a:xfrm>
          <a:prstGeom prst="rect">
            <a:avLst/>
          </a:prstGeom>
          <a:solidFill>
            <a:schemeClr val="tx1"/>
          </a:solidFill>
          <a:ln>
            <a:noFill/>
            <a:miter lim="800000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90000" rIns="72000" bIns="72000" rtlCol="0" anchor="t" anchorCtr="0"/>
          <a:lstStyle/>
          <a:p>
            <a:pPr algn="l" fontAlgn="auto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</a:pPr>
            <a:endParaRPr lang="en-GB" sz="1400" dirty="0">
              <a:solidFill>
                <a:schemeClr val="bg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73191734"/>
      </p:ext>
    </p:extLst>
  </p:cSld>
  <p:clrMapOvr>
    <a:masterClrMapping/>
  </p:clrMapOvr>
  <p:transition spd="slow">
    <p:fade/>
  </p:transition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mall Side Bar 2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144001" y="270000"/>
            <a:ext cx="1763516" cy="1692000"/>
          </a:xfr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36000" bIns="0" numCol="1" anchor="t" anchorCtr="0" compatLnSpc="1">
            <a:prstTxWarp prst="textNoShape">
              <a:avLst/>
            </a:prstTxWarp>
          </a:bodyPr>
          <a:lstStyle>
            <a:lvl1pPr>
              <a:lnSpc>
                <a:spcPct val="90000"/>
              </a:lnSpc>
              <a:spcAft>
                <a:spcPts val="200"/>
              </a:spcAft>
              <a:defRPr lang="en-GB" sz="1800" noProof="0" dirty="0">
                <a:solidFill>
                  <a:schemeClr val="bg1"/>
                </a:solidFill>
              </a:defRPr>
            </a:lvl1pPr>
          </a:lstStyle>
          <a:p>
            <a:pPr lvl="0"/>
            <a:r>
              <a:rPr lang="en-GB" noProof="0" dirty="0"/>
              <a:t>Title / key message of the slide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97CFFDBE-A83B-435B-8BE3-D861EE02B0A6}"/>
              </a:ext>
            </a:extLst>
          </p:cNvPr>
          <p:cNvGrpSpPr/>
          <p:nvPr userDrawn="1"/>
        </p:nvGrpSpPr>
        <p:grpSpPr>
          <a:xfrm flipH="1">
            <a:off x="-6" y="-164553"/>
            <a:ext cx="9143999" cy="45719"/>
            <a:chOff x="1" y="0"/>
            <a:chExt cx="9143999" cy="5143500"/>
          </a:xfrm>
          <a:solidFill>
            <a:srgbClr val="E6E6E6"/>
          </a:solidFill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E40B9006-85DC-47B6-8276-5D85B6903B55}"/>
                </a:ext>
              </a:extLst>
            </p:cNvPr>
            <p:cNvSpPr/>
            <p:nvPr userDrawn="1"/>
          </p:nvSpPr>
          <p:spPr>
            <a:xfrm>
              <a:off x="1" y="0"/>
              <a:ext cx="7200288" cy="5143500"/>
            </a:xfrm>
            <a:prstGeom prst="rect">
              <a:avLst/>
            </a:prstGeom>
            <a:grpFill/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90000" bIns="90000" rtlCol="0" anchor="ctr" anchorCtr="0"/>
            <a:lstStyle/>
            <a:p>
              <a:pPr algn="ctr" fontAlgn="auto">
                <a:lnSpc>
                  <a:spcPct val="90000"/>
                </a:lnSpc>
                <a:spcBef>
                  <a:spcPts val="0"/>
                </a:spcBef>
                <a:spcAft>
                  <a:spcPts val="600"/>
                </a:spcAft>
              </a:pPr>
              <a:endParaRPr lang="en-GB" sz="1400">
                <a:solidFill>
                  <a:schemeClr val="bg1"/>
                </a:solidFill>
              </a:endParaRPr>
            </a:p>
          </p:txBody>
        </p:sp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896CCCDC-1A6A-4BFE-A306-660C48B726D1}"/>
                </a:ext>
              </a:extLst>
            </p:cNvPr>
            <p:cNvSpPr/>
            <p:nvPr userDrawn="1"/>
          </p:nvSpPr>
          <p:spPr>
            <a:xfrm flipH="1">
              <a:off x="7200288" y="0"/>
              <a:ext cx="1943712" cy="5143500"/>
            </a:xfrm>
            <a:prstGeom prst="rect">
              <a:avLst/>
            </a:prstGeom>
            <a:grpFill/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90000" bIns="90000" rtlCol="0" anchor="ctr" anchorCtr="0"/>
            <a:lstStyle/>
            <a:p>
              <a:pPr algn="ctr" fontAlgn="auto">
                <a:lnSpc>
                  <a:spcPct val="90000"/>
                </a:lnSpc>
                <a:spcBef>
                  <a:spcPts val="0"/>
                </a:spcBef>
                <a:spcAft>
                  <a:spcPts val="600"/>
                </a:spcAft>
              </a:pPr>
              <a:endParaRPr lang="en-GB" sz="1400">
                <a:solidFill>
                  <a:schemeClr val="bg1"/>
                </a:solidFill>
              </a:endParaRPr>
            </a:p>
          </p:txBody>
        </p:sp>
      </p:grpSp>
      <p:sp>
        <p:nvSpPr>
          <p:cNvPr id="5" name="Rectangle 4">
            <a:extLst>
              <a:ext uri="{FF2B5EF4-FFF2-40B4-BE49-F238E27FC236}">
                <a16:creationId xmlns:a16="http://schemas.microsoft.com/office/drawing/2014/main" id="{DF559B7C-2A50-5F95-F224-4F54FA7B831F}"/>
              </a:ext>
            </a:extLst>
          </p:cNvPr>
          <p:cNvSpPr/>
          <p:nvPr userDrawn="1"/>
        </p:nvSpPr>
        <p:spPr>
          <a:xfrm>
            <a:off x="-6" y="5092030"/>
            <a:ext cx="1943712" cy="51470"/>
          </a:xfrm>
          <a:prstGeom prst="rect">
            <a:avLst/>
          </a:prstGeom>
          <a:solidFill>
            <a:schemeClr val="tx1"/>
          </a:solidFill>
          <a:ln>
            <a:noFill/>
            <a:miter lim="800000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90000" rIns="72000" bIns="72000" rtlCol="0" anchor="t" anchorCtr="0"/>
          <a:lstStyle/>
          <a:p>
            <a:pPr algn="l" fontAlgn="auto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</a:pPr>
            <a:endParaRPr lang="en-GB" sz="1400" dirty="0">
              <a:solidFill>
                <a:schemeClr val="bg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79962536"/>
      </p:ext>
    </p:extLst>
  </p:cSld>
  <p:clrMapOvr>
    <a:masterClrMapping/>
  </p:clrMapOvr>
  <p:transition spd="slow">
    <p:fade/>
  </p:transition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edium Side Bar 1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419872" y="270000"/>
            <a:ext cx="5328132" cy="288000"/>
          </a:xfr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>
              <a:defRPr lang="en-GB" noProof="0" dirty="0"/>
            </a:lvl1pPr>
          </a:lstStyle>
          <a:p>
            <a:pPr lvl="0"/>
            <a:r>
              <a:rPr lang="en-GB" noProof="0" dirty="0"/>
              <a:t>Title / key message of the slide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97CFFDBE-A83B-435B-8BE3-D861EE02B0A6}"/>
              </a:ext>
            </a:extLst>
          </p:cNvPr>
          <p:cNvGrpSpPr/>
          <p:nvPr userDrawn="1"/>
        </p:nvGrpSpPr>
        <p:grpSpPr>
          <a:xfrm flipH="1" flipV="1">
            <a:off x="-1" y="-113084"/>
            <a:ext cx="9144001" cy="56542"/>
            <a:chOff x="-1" y="0"/>
            <a:chExt cx="9144001" cy="5143500"/>
          </a:xfrm>
          <a:solidFill>
            <a:srgbClr val="E6E6E6"/>
          </a:solidFill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E40B9006-85DC-47B6-8276-5D85B6903B55}"/>
                </a:ext>
              </a:extLst>
            </p:cNvPr>
            <p:cNvSpPr/>
            <p:nvPr userDrawn="1"/>
          </p:nvSpPr>
          <p:spPr>
            <a:xfrm>
              <a:off x="-1" y="0"/>
              <a:ext cx="5921323" cy="5143500"/>
            </a:xfrm>
            <a:prstGeom prst="rect">
              <a:avLst/>
            </a:prstGeom>
            <a:grpFill/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90000" bIns="90000" rtlCol="0" anchor="ctr" anchorCtr="0"/>
            <a:lstStyle/>
            <a:p>
              <a:pPr algn="ctr" fontAlgn="auto">
                <a:lnSpc>
                  <a:spcPct val="90000"/>
                </a:lnSpc>
                <a:spcBef>
                  <a:spcPts val="0"/>
                </a:spcBef>
                <a:spcAft>
                  <a:spcPts val="600"/>
                </a:spcAft>
              </a:pPr>
              <a:endParaRPr lang="en-GB" sz="1400">
                <a:solidFill>
                  <a:schemeClr val="bg1"/>
                </a:solidFill>
              </a:endParaRPr>
            </a:p>
          </p:txBody>
        </p:sp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896CCCDC-1A6A-4BFE-A306-660C48B726D1}"/>
                </a:ext>
              </a:extLst>
            </p:cNvPr>
            <p:cNvSpPr/>
            <p:nvPr userDrawn="1"/>
          </p:nvSpPr>
          <p:spPr>
            <a:xfrm flipH="1">
              <a:off x="5921322" y="0"/>
              <a:ext cx="3222678" cy="5143500"/>
            </a:xfrm>
            <a:prstGeom prst="rect">
              <a:avLst/>
            </a:prstGeom>
            <a:grpFill/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90000" bIns="90000" rtlCol="0" anchor="ctr" anchorCtr="0"/>
            <a:lstStyle/>
            <a:p>
              <a:pPr algn="ctr" fontAlgn="auto">
                <a:lnSpc>
                  <a:spcPct val="90000"/>
                </a:lnSpc>
                <a:spcBef>
                  <a:spcPts val="0"/>
                </a:spcBef>
                <a:spcAft>
                  <a:spcPts val="600"/>
                </a:spcAft>
              </a:pPr>
              <a:endParaRPr lang="en-GB" sz="1400">
                <a:solidFill>
                  <a:schemeClr val="bg1"/>
                </a:solidFill>
              </a:endParaRPr>
            </a:p>
          </p:txBody>
        </p:sp>
      </p:grpSp>
      <p:sp>
        <p:nvSpPr>
          <p:cNvPr id="5" name="Rectangle 4">
            <a:extLst>
              <a:ext uri="{FF2B5EF4-FFF2-40B4-BE49-F238E27FC236}">
                <a16:creationId xmlns:a16="http://schemas.microsoft.com/office/drawing/2014/main" id="{E01F1195-A907-F35C-0355-580E8DDB60B9}"/>
              </a:ext>
            </a:extLst>
          </p:cNvPr>
          <p:cNvSpPr/>
          <p:nvPr userDrawn="1"/>
        </p:nvSpPr>
        <p:spPr>
          <a:xfrm>
            <a:off x="-7" y="5086958"/>
            <a:ext cx="3222683" cy="56542"/>
          </a:xfrm>
          <a:prstGeom prst="rect">
            <a:avLst/>
          </a:prstGeom>
          <a:solidFill>
            <a:schemeClr val="tx1"/>
          </a:solidFill>
          <a:ln>
            <a:noFill/>
            <a:miter lim="800000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90000" rIns="72000" bIns="72000" rtlCol="0" anchor="t" anchorCtr="0"/>
          <a:lstStyle/>
          <a:p>
            <a:pPr algn="l" fontAlgn="auto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</a:pPr>
            <a:endParaRPr lang="en-GB" sz="1400" dirty="0">
              <a:solidFill>
                <a:schemeClr val="bg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74173141"/>
      </p:ext>
    </p:extLst>
  </p:cSld>
  <p:clrMapOvr>
    <a:masterClrMapping/>
  </p:clrMapOvr>
  <p:transition spd="slow">
    <p:fade/>
  </p:transition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edium Side Bar 2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144001" y="270000"/>
            <a:ext cx="2987840" cy="1021072"/>
          </a:xfr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36000" bIns="0" numCol="1" anchor="t" anchorCtr="0" compatLnSpc="1">
            <a:prstTxWarp prst="textNoShape">
              <a:avLst/>
            </a:prstTxWarp>
          </a:bodyPr>
          <a:lstStyle>
            <a:lvl1pPr>
              <a:defRPr lang="en-GB" noProof="0" dirty="0">
                <a:solidFill>
                  <a:schemeClr val="bg1"/>
                </a:solidFill>
              </a:defRPr>
            </a:lvl1pPr>
          </a:lstStyle>
          <a:p>
            <a:pPr lvl="0">
              <a:lnSpc>
                <a:spcPct val="90000"/>
              </a:lnSpc>
              <a:spcAft>
                <a:spcPts val="200"/>
              </a:spcAft>
            </a:pPr>
            <a:r>
              <a:rPr lang="en-GB" noProof="0" dirty="0"/>
              <a:t>Title / key message of the slide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97CFFDBE-A83B-435B-8BE3-D861EE02B0A6}"/>
              </a:ext>
            </a:extLst>
          </p:cNvPr>
          <p:cNvGrpSpPr/>
          <p:nvPr userDrawn="1"/>
        </p:nvGrpSpPr>
        <p:grpSpPr>
          <a:xfrm flipH="1" flipV="1">
            <a:off x="-1" y="-113084"/>
            <a:ext cx="9144001" cy="56542"/>
            <a:chOff x="-1" y="0"/>
            <a:chExt cx="9144001" cy="5143500"/>
          </a:xfrm>
          <a:solidFill>
            <a:srgbClr val="E6E6E6"/>
          </a:solidFill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E40B9006-85DC-47B6-8276-5D85B6903B55}"/>
                </a:ext>
              </a:extLst>
            </p:cNvPr>
            <p:cNvSpPr/>
            <p:nvPr userDrawn="1"/>
          </p:nvSpPr>
          <p:spPr>
            <a:xfrm>
              <a:off x="-1" y="0"/>
              <a:ext cx="5921323" cy="5143500"/>
            </a:xfrm>
            <a:prstGeom prst="rect">
              <a:avLst/>
            </a:prstGeom>
            <a:grpFill/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90000" bIns="90000" rtlCol="0" anchor="ctr" anchorCtr="0"/>
            <a:lstStyle/>
            <a:p>
              <a:pPr algn="ctr" fontAlgn="auto">
                <a:lnSpc>
                  <a:spcPct val="90000"/>
                </a:lnSpc>
                <a:spcBef>
                  <a:spcPts val="0"/>
                </a:spcBef>
                <a:spcAft>
                  <a:spcPts val="600"/>
                </a:spcAft>
              </a:pPr>
              <a:endParaRPr lang="en-GB" sz="1400">
                <a:solidFill>
                  <a:schemeClr val="bg1"/>
                </a:solidFill>
              </a:endParaRPr>
            </a:p>
          </p:txBody>
        </p:sp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896CCCDC-1A6A-4BFE-A306-660C48B726D1}"/>
                </a:ext>
              </a:extLst>
            </p:cNvPr>
            <p:cNvSpPr/>
            <p:nvPr userDrawn="1"/>
          </p:nvSpPr>
          <p:spPr>
            <a:xfrm flipH="1">
              <a:off x="5921322" y="0"/>
              <a:ext cx="3222678" cy="5143500"/>
            </a:xfrm>
            <a:prstGeom prst="rect">
              <a:avLst/>
            </a:prstGeom>
            <a:grpFill/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90000" bIns="90000" rtlCol="0" anchor="ctr" anchorCtr="0"/>
            <a:lstStyle/>
            <a:p>
              <a:pPr algn="ctr" fontAlgn="auto">
                <a:lnSpc>
                  <a:spcPct val="90000"/>
                </a:lnSpc>
                <a:spcBef>
                  <a:spcPts val="0"/>
                </a:spcBef>
                <a:spcAft>
                  <a:spcPts val="600"/>
                </a:spcAft>
              </a:pPr>
              <a:endParaRPr lang="en-GB" sz="1400">
                <a:solidFill>
                  <a:schemeClr val="bg1"/>
                </a:solidFill>
              </a:endParaRPr>
            </a:p>
          </p:txBody>
        </p:sp>
      </p:grpSp>
      <p:sp>
        <p:nvSpPr>
          <p:cNvPr id="5" name="Rectangle 4">
            <a:extLst>
              <a:ext uri="{FF2B5EF4-FFF2-40B4-BE49-F238E27FC236}">
                <a16:creationId xmlns:a16="http://schemas.microsoft.com/office/drawing/2014/main" id="{8E66D401-927D-180E-3819-9CE371912D3C}"/>
              </a:ext>
            </a:extLst>
          </p:cNvPr>
          <p:cNvSpPr/>
          <p:nvPr userDrawn="1"/>
        </p:nvSpPr>
        <p:spPr>
          <a:xfrm>
            <a:off x="-7" y="5086958"/>
            <a:ext cx="3222683" cy="56542"/>
          </a:xfrm>
          <a:prstGeom prst="rect">
            <a:avLst/>
          </a:prstGeom>
          <a:solidFill>
            <a:schemeClr val="tx1"/>
          </a:solidFill>
          <a:ln>
            <a:noFill/>
            <a:miter lim="800000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90000" rIns="72000" bIns="72000" rtlCol="0" anchor="t" anchorCtr="0"/>
          <a:lstStyle/>
          <a:p>
            <a:pPr algn="l" fontAlgn="auto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</a:pPr>
            <a:endParaRPr lang="en-GB" sz="1400" dirty="0">
              <a:solidFill>
                <a:schemeClr val="bg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60779002"/>
      </p:ext>
    </p:extLst>
  </p:cSld>
  <p:clrMapOvr>
    <a:masterClrMapping/>
  </p:clrMapOvr>
  <p:transition spd="slow">
    <p:fade/>
  </p:transition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Wide Side Bar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432000" y="270000"/>
            <a:ext cx="5328132" cy="288000"/>
          </a:xfrm>
          <a:noFill/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GB" noProof="0" dirty="0"/>
              <a:t>Title / key message of the slide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B5592ACC-13E3-E3A1-1ADD-98FBE121FC7F}"/>
              </a:ext>
            </a:extLst>
          </p:cNvPr>
          <p:cNvSpPr/>
          <p:nvPr userDrawn="1"/>
        </p:nvSpPr>
        <p:spPr>
          <a:xfrm>
            <a:off x="-7" y="5086350"/>
            <a:ext cx="5917413" cy="57150"/>
          </a:xfrm>
          <a:prstGeom prst="rect">
            <a:avLst/>
          </a:prstGeom>
          <a:solidFill>
            <a:schemeClr val="tx1"/>
          </a:solidFill>
          <a:ln>
            <a:noFill/>
            <a:miter lim="800000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90000" rIns="72000" bIns="72000" rtlCol="0" anchor="t" anchorCtr="0"/>
          <a:lstStyle/>
          <a:p>
            <a:pPr algn="l" fontAlgn="auto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</a:pPr>
            <a:endParaRPr lang="en-GB" sz="1400" dirty="0">
              <a:solidFill>
                <a:schemeClr val="bg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94891248"/>
      </p:ext>
    </p:extLst>
  </p:cSld>
  <p:clrMapOvr>
    <a:masterClrMapping/>
  </p:clrMapOvr>
  <p:transition spd="slow">
    <p:fade/>
  </p:transition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ideo Background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ihandform: Form 49">
            <a:extLst>
              <a:ext uri="{FF2B5EF4-FFF2-40B4-BE49-F238E27FC236}">
                <a16:creationId xmlns:a16="http://schemas.microsoft.com/office/drawing/2014/main" id="{0FD055AE-CBFE-44A9-9D0B-B745FDDB5681}"/>
              </a:ext>
            </a:extLst>
          </p:cNvPr>
          <p:cNvSpPr>
            <a:spLocks noChangeAspect="1"/>
          </p:cNvSpPr>
          <p:nvPr userDrawn="1"/>
        </p:nvSpPr>
        <p:spPr>
          <a:xfrm>
            <a:off x="7655146" y="4833046"/>
            <a:ext cx="1057447" cy="184740"/>
          </a:xfrm>
          <a:custGeom>
            <a:avLst/>
            <a:gdLst>
              <a:gd name="connsiteX0" fmla="*/ 4196821 w 11362354"/>
              <a:gd name="connsiteY0" fmla="*/ 1846406 h 1972800"/>
              <a:gd name="connsiteX1" fmla="*/ 4515841 w 11362354"/>
              <a:gd name="connsiteY1" fmla="*/ 1846406 h 1972800"/>
              <a:gd name="connsiteX2" fmla="*/ 4302401 w 11362354"/>
              <a:gd name="connsiteY2" fmla="*/ 1972800 h 1972800"/>
              <a:gd name="connsiteX3" fmla="*/ 4276590 w 11362354"/>
              <a:gd name="connsiteY3" fmla="*/ 1972800 h 1972800"/>
              <a:gd name="connsiteX4" fmla="*/ 10408772 w 11362354"/>
              <a:gd name="connsiteY4" fmla="*/ 1547682 h 1972800"/>
              <a:gd name="connsiteX5" fmla="*/ 11236685 w 11362354"/>
              <a:gd name="connsiteY5" fmla="*/ 1547682 h 1972800"/>
              <a:gd name="connsiteX6" fmla="*/ 11013744 w 11362354"/>
              <a:gd name="connsiteY6" fmla="*/ 1726479 h 1972800"/>
              <a:gd name="connsiteX7" fmla="*/ 10702056 w 11362354"/>
              <a:gd name="connsiteY7" fmla="*/ 1776200 h 1972800"/>
              <a:gd name="connsiteX8" fmla="*/ 10408772 w 11362354"/>
              <a:gd name="connsiteY8" fmla="*/ 1703049 h 1972800"/>
              <a:gd name="connsiteX9" fmla="*/ 9781432 w 11362354"/>
              <a:gd name="connsiteY9" fmla="*/ 1544408 h 1972800"/>
              <a:gd name="connsiteX10" fmla="*/ 10286039 w 11362354"/>
              <a:gd name="connsiteY10" fmla="*/ 1544408 h 1972800"/>
              <a:gd name="connsiteX11" fmla="*/ 10286039 w 11362354"/>
              <a:gd name="connsiteY11" fmla="*/ 1763438 h 1972800"/>
              <a:gd name="connsiteX12" fmla="*/ 9781432 w 11362354"/>
              <a:gd name="connsiteY12" fmla="*/ 1763438 h 1972800"/>
              <a:gd name="connsiteX13" fmla="*/ 8877431 w 11362354"/>
              <a:gd name="connsiteY13" fmla="*/ 1544408 h 1972800"/>
              <a:gd name="connsiteX14" fmla="*/ 9382033 w 11362354"/>
              <a:gd name="connsiteY14" fmla="*/ 1544408 h 1972800"/>
              <a:gd name="connsiteX15" fmla="*/ 9382033 w 11362354"/>
              <a:gd name="connsiteY15" fmla="*/ 1763438 h 1972800"/>
              <a:gd name="connsiteX16" fmla="*/ 8877431 w 11362354"/>
              <a:gd name="connsiteY16" fmla="*/ 1763438 h 1972800"/>
              <a:gd name="connsiteX17" fmla="*/ 7955283 w 11362354"/>
              <a:gd name="connsiteY17" fmla="*/ 1544408 h 1972800"/>
              <a:gd name="connsiteX18" fmla="*/ 8501703 w 11362354"/>
              <a:gd name="connsiteY18" fmla="*/ 1544408 h 1972800"/>
              <a:gd name="connsiteX19" fmla="*/ 8501703 w 11362354"/>
              <a:gd name="connsiteY19" fmla="*/ 1763438 h 1972800"/>
              <a:gd name="connsiteX20" fmla="*/ 8046371 w 11362354"/>
              <a:gd name="connsiteY20" fmla="*/ 1763438 h 1972800"/>
              <a:gd name="connsiteX21" fmla="*/ 7193139 w 11362354"/>
              <a:gd name="connsiteY21" fmla="*/ 1544408 h 1972800"/>
              <a:gd name="connsiteX22" fmla="*/ 7648159 w 11362354"/>
              <a:gd name="connsiteY22" fmla="*/ 1544408 h 1972800"/>
              <a:gd name="connsiteX23" fmla="*/ 7648159 w 11362354"/>
              <a:gd name="connsiteY23" fmla="*/ 1763438 h 1972800"/>
              <a:gd name="connsiteX24" fmla="*/ 7193139 w 11362354"/>
              <a:gd name="connsiteY24" fmla="*/ 1763438 h 1972800"/>
              <a:gd name="connsiteX25" fmla="*/ 6188669 w 11362354"/>
              <a:gd name="connsiteY25" fmla="*/ 1544408 h 1972800"/>
              <a:gd name="connsiteX26" fmla="*/ 7080275 w 11362354"/>
              <a:gd name="connsiteY26" fmla="*/ 1544408 h 1972800"/>
              <a:gd name="connsiteX27" fmla="*/ 7080275 w 11362354"/>
              <a:gd name="connsiteY27" fmla="*/ 1763438 h 1972800"/>
              <a:gd name="connsiteX28" fmla="*/ 6188669 w 11362354"/>
              <a:gd name="connsiteY28" fmla="*/ 1763438 h 1972800"/>
              <a:gd name="connsiteX29" fmla="*/ 4886266 w 11362354"/>
              <a:gd name="connsiteY29" fmla="*/ 1544408 h 1972800"/>
              <a:gd name="connsiteX30" fmla="*/ 5979839 w 11362354"/>
              <a:gd name="connsiteY30" fmla="*/ 1544408 h 1972800"/>
              <a:gd name="connsiteX31" fmla="*/ 5557257 w 11362354"/>
              <a:gd name="connsiteY31" fmla="*/ 1763438 h 1972800"/>
              <a:gd name="connsiteX32" fmla="*/ 5308843 w 11362354"/>
              <a:gd name="connsiteY32" fmla="*/ 1763438 h 1972800"/>
              <a:gd name="connsiteX33" fmla="*/ 4886266 w 11362354"/>
              <a:gd name="connsiteY33" fmla="*/ 1544408 h 1972800"/>
              <a:gd name="connsiteX34" fmla="*/ 2285298 w 11362354"/>
              <a:gd name="connsiteY34" fmla="*/ 1544408 h 1972800"/>
              <a:gd name="connsiteX35" fmla="*/ 3183254 w 11362354"/>
              <a:gd name="connsiteY35" fmla="*/ 1544408 h 1972800"/>
              <a:gd name="connsiteX36" fmla="*/ 3183254 w 11362354"/>
              <a:gd name="connsiteY36" fmla="*/ 1763438 h 1972800"/>
              <a:gd name="connsiteX37" fmla="*/ 2285298 w 11362354"/>
              <a:gd name="connsiteY37" fmla="*/ 1763438 h 1972800"/>
              <a:gd name="connsiteX38" fmla="*/ 1699767 w 11362354"/>
              <a:gd name="connsiteY38" fmla="*/ 1544408 h 1972800"/>
              <a:gd name="connsiteX39" fmla="*/ 2161050 w 11362354"/>
              <a:gd name="connsiteY39" fmla="*/ 1544408 h 1972800"/>
              <a:gd name="connsiteX40" fmla="*/ 2265828 w 11362354"/>
              <a:gd name="connsiteY40" fmla="*/ 1763438 h 1972800"/>
              <a:gd name="connsiteX41" fmla="*/ 1796468 w 11362354"/>
              <a:gd name="connsiteY41" fmla="*/ 1763438 h 1972800"/>
              <a:gd name="connsiteX42" fmla="*/ 985097 w 11362354"/>
              <a:gd name="connsiteY42" fmla="*/ 1544408 h 1972800"/>
              <a:gd name="connsiteX43" fmla="*/ 1468672 w 11362354"/>
              <a:gd name="connsiteY43" fmla="*/ 1544408 h 1972800"/>
              <a:gd name="connsiteX44" fmla="*/ 1468672 w 11362354"/>
              <a:gd name="connsiteY44" fmla="*/ 1763438 h 1972800"/>
              <a:gd name="connsiteX45" fmla="*/ 985097 w 11362354"/>
              <a:gd name="connsiteY45" fmla="*/ 1763438 h 1972800"/>
              <a:gd name="connsiteX46" fmla="*/ 0 w 11362354"/>
              <a:gd name="connsiteY46" fmla="*/ 1544408 h 1972800"/>
              <a:gd name="connsiteX47" fmla="*/ 506025 w 11362354"/>
              <a:gd name="connsiteY47" fmla="*/ 1544408 h 1972800"/>
              <a:gd name="connsiteX48" fmla="*/ 506025 w 11362354"/>
              <a:gd name="connsiteY48" fmla="*/ 1763438 h 1972800"/>
              <a:gd name="connsiteX49" fmla="*/ 498505 w 11362354"/>
              <a:gd name="connsiteY49" fmla="*/ 1763438 h 1972800"/>
              <a:gd name="connsiteX50" fmla="*/ 7520 w 11362354"/>
              <a:gd name="connsiteY50" fmla="*/ 1763438 h 1972800"/>
              <a:gd name="connsiteX51" fmla="*/ 0 w 11362354"/>
              <a:gd name="connsiteY51" fmla="*/ 1763438 h 1972800"/>
              <a:gd name="connsiteX52" fmla="*/ 3478763 w 11362354"/>
              <a:gd name="connsiteY52" fmla="*/ 1544407 h 1972800"/>
              <a:gd name="connsiteX53" fmla="*/ 4486152 w 11362354"/>
              <a:gd name="connsiteY53" fmla="*/ 1544407 h 1972800"/>
              <a:gd name="connsiteX54" fmla="*/ 4479313 w 11362354"/>
              <a:gd name="connsiteY54" fmla="*/ 1555187 h 1972800"/>
              <a:gd name="connsiteX55" fmla="*/ 4654042 w 11362354"/>
              <a:gd name="connsiteY55" fmla="*/ 1763437 h 1972800"/>
              <a:gd name="connsiteX56" fmla="*/ 3697470 w 11362354"/>
              <a:gd name="connsiteY56" fmla="*/ 1763437 h 1972800"/>
              <a:gd name="connsiteX57" fmla="*/ 3478763 w 11362354"/>
              <a:gd name="connsiteY57" fmla="*/ 1544407 h 1972800"/>
              <a:gd name="connsiteX58" fmla="*/ 10408772 w 11362354"/>
              <a:gd name="connsiteY58" fmla="*/ 1290902 h 1972800"/>
              <a:gd name="connsiteX59" fmla="*/ 10568570 w 11362354"/>
              <a:gd name="connsiteY59" fmla="*/ 1290902 h 1972800"/>
              <a:gd name="connsiteX60" fmla="*/ 10590729 w 11362354"/>
              <a:gd name="connsiteY60" fmla="*/ 1313870 h 1972800"/>
              <a:gd name="connsiteX61" fmla="*/ 10721250 w 11362354"/>
              <a:gd name="connsiteY61" fmla="*/ 1365562 h 1972800"/>
              <a:gd name="connsiteX62" fmla="*/ 10855315 w 11362354"/>
              <a:gd name="connsiteY62" fmla="*/ 1290902 h 1972800"/>
              <a:gd name="connsiteX63" fmla="*/ 11214890 w 11362354"/>
              <a:gd name="connsiteY63" fmla="*/ 1290902 h 1972800"/>
              <a:gd name="connsiteX64" fmla="*/ 11346112 w 11362354"/>
              <a:gd name="connsiteY64" fmla="*/ 1290902 h 1972800"/>
              <a:gd name="connsiteX65" fmla="*/ 11280882 w 11362354"/>
              <a:gd name="connsiteY65" fmla="*/ 1465414 h 1972800"/>
              <a:gd name="connsiteX66" fmla="*/ 11214890 w 11362354"/>
              <a:gd name="connsiteY66" fmla="*/ 1465414 h 1972800"/>
              <a:gd name="connsiteX67" fmla="*/ 10408772 w 11362354"/>
              <a:gd name="connsiteY67" fmla="*/ 1465414 h 1972800"/>
              <a:gd name="connsiteX68" fmla="*/ 3354588 w 11362354"/>
              <a:gd name="connsiteY68" fmla="*/ 1288169 h 1972800"/>
              <a:gd name="connsiteX69" fmla="*/ 3891084 w 11362354"/>
              <a:gd name="connsiteY69" fmla="*/ 1288169 h 1972800"/>
              <a:gd name="connsiteX70" fmla="*/ 3982693 w 11362354"/>
              <a:gd name="connsiteY70" fmla="*/ 1333215 h 1972800"/>
              <a:gd name="connsiteX71" fmla="*/ 4074304 w 11362354"/>
              <a:gd name="connsiteY71" fmla="*/ 1288169 h 1972800"/>
              <a:gd name="connsiteX72" fmla="*/ 4610046 w 11362354"/>
              <a:gd name="connsiteY72" fmla="*/ 1288169 h 1972800"/>
              <a:gd name="connsiteX73" fmla="*/ 4535426 w 11362354"/>
              <a:gd name="connsiteY73" fmla="*/ 1462313 h 1972800"/>
              <a:gd name="connsiteX74" fmla="*/ 3429061 w 11362354"/>
              <a:gd name="connsiteY74" fmla="*/ 1462313 h 1972800"/>
              <a:gd name="connsiteX75" fmla="*/ 3354588 w 11362354"/>
              <a:gd name="connsiteY75" fmla="*/ 1288169 h 1972800"/>
              <a:gd name="connsiteX76" fmla="*/ 9781432 w 11362354"/>
              <a:gd name="connsiteY76" fmla="*/ 1288165 h 1972800"/>
              <a:gd name="connsiteX77" fmla="*/ 10286039 w 11362354"/>
              <a:gd name="connsiteY77" fmla="*/ 1288165 h 1972800"/>
              <a:gd name="connsiteX78" fmla="*/ 10286039 w 11362354"/>
              <a:gd name="connsiteY78" fmla="*/ 1462314 h 1972800"/>
              <a:gd name="connsiteX79" fmla="*/ 9781432 w 11362354"/>
              <a:gd name="connsiteY79" fmla="*/ 1462314 h 1972800"/>
              <a:gd name="connsiteX80" fmla="*/ 8877431 w 11362354"/>
              <a:gd name="connsiteY80" fmla="*/ 1288165 h 1972800"/>
              <a:gd name="connsiteX81" fmla="*/ 9382033 w 11362354"/>
              <a:gd name="connsiteY81" fmla="*/ 1288165 h 1972800"/>
              <a:gd name="connsiteX82" fmla="*/ 9382033 w 11362354"/>
              <a:gd name="connsiteY82" fmla="*/ 1462314 h 1972800"/>
              <a:gd name="connsiteX83" fmla="*/ 8877431 w 11362354"/>
              <a:gd name="connsiteY83" fmla="*/ 1462314 h 1972800"/>
              <a:gd name="connsiteX84" fmla="*/ 7848731 w 11362354"/>
              <a:gd name="connsiteY84" fmla="*/ 1288165 h 1972800"/>
              <a:gd name="connsiteX85" fmla="*/ 8501703 w 11362354"/>
              <a:gd name="connsiteY85" fmla="*/ 1288165 h 1972800"/>
              <a:gd name="connsiteX86" fmla="*/ 8501703 w 11362354"/>
              <a:gd name="connsiteY86" fmla="*/ 1462314 h 1972800"/>
              <a:gd name="connsiteX87" fmla="*/ 7921150 w 11362354"/>
              <a:gd name="connsiteY87" fmla="*/ 1462314 h 1972800"/>
              <a:gd name="connsiteX88" fmla="*/ 7193139 w 11362354"/>
              <a:gd name="connsiteY88" fmla="*/ 1288165 h 1972800"/>
              <a:gd name="connsiteX89" fmla="*/ 7648159 w 11362354"/>
              <a:gd name="connsiteY89" fmla="*/ 1288165 h 1972800"/>
              <a:gd name="connsiteX90" fmla="*/ 7648159 w 11362354"/>
              <a:gd name="connsiteY90" fmla="*/ 1462314 h 1972800"/>
              <a:gd name="connsiteX91" fmla="*/ 7193139 w 11362354"/>
              <a:gd name="connsiteY91" fmla="*/ 1462314 h 1972800"/>
              <a:gd name="connsiteX92" fmla="*/ 6188669 w 11362354"/>
              <a:gd name="connsiteY92" fmla="*/ 1288165 h 1972800"/>
              <a:gd name="connsiteX93" fmla="*/ 6674501 w 11362354"/>
              <a:gd name="connsiteY93" fmla="*/ 1288165 h 1972800"/>
              <a:gd name="connsiteX94" fmla="*/ 6674501 w 11362354"/>
              <a:gd name="connsiteY94" fmla="*/ 1351991 h 1972800"/>
              <a:gd name="connsiteX95" fmla="*/ 7080275 w 11362354"/>
              <a:gd name="connsiteY95" fmla="*/ 1351991 h 1972800"/>
              <a:gd name="connsiteX96" fmla="*/ 7080275 w 11362354"/>
              <a:gd name="connsiteY96" fmla="*/ 1462314 h 1972800"/>
              <a:gd name="connsiteX97" fmla="*/ 6188669 w 11362354"/>
              <a:gd name="connsiteY97" fmla="*/ 1462314 h 1972800"/>
              <a:gd name="connsiteX98" fmla="*/ 4794722 w 11362354"/>
              <a:gd name="connsiteY98" fmla="*/ 1288165 h 1972800"/>
              <a:gd name="connsiteX99" fmla="*/ 5308313 w 11362354"/>
              <a:gd name="connsiteY99" fmla="*/ 1288165 h 1972800"/>
              <a:gd name="connsiteX100" fmla="*/ 5433050 w 11362354"/>
              <a:gd name="connsiteY100" fmla="*/ 1363467 h 1972800"/>
              <a:gd name="connsiteX101" fmla="*/ 5557791 w 11362354"/>
              <a:gd name="connsiteY101" fmla="*/ 1288165 h 1972800"/>
              <a:gd name="connsiteX102" fmla="*/ 6071387 w 11362354"/>
              <a:gd name="connsiteY102" fmla="*/ 1288165 h 1972800"/>
              <a:gd name="connsiteX103" fmla="*/ 6026879 w 11362354"/>
              <a:gd name="connsiteY103" fmla="*/ 1462314 h 1972800"/>
              <a:gd name="connsiteX104" fmla="*/ 4839225 w 11362354"/>
              <a:gd name="connsiteY104" fmla="*/ 1462314 h 1972800"/>
              <a:gd name="connsiteX105" fmla="*/ 4794722 w 11362354"/>
              <a:gd name="connsiteY105" fmla="*/ 1288165 h 1972800"/>
              <a:gd name="connsiteX106" fmla="*/ 2285298 w 11362354"/>
              <a:gd name="connsiteY106" fmla="*/ 1288165 h 1972800"/>
              <a:gd name="connsiteX107" fmla="*/ 2771132 w 11362354"/>
              <a:gd name="connsiteY107" fmla="*/ 1288165 h 1972800"/>
              <a:gd name="connsiteX108" fmla="*/ 2771132 w 11362354"/>
              <a:gd name="connsiteY108" fmla="*/ 1351991 h 1972800"/>
              <a:gd name="connsiteX109" fmla="*/ 3183254 w 11362354"/>
              <a:gd name="connsiteY109" fmla="*/ 1351991 h 1972800"/>
              <a:gd name="connsiteX110" fmla="*/ 3183254 w 11362354"/>
              <a:gd name="connsiteY110" fmla="*/ 1462314 h 1972800"/>
              <a:gd name="connsiteX111" fmla="*/ 2285298 w 11362354"/>
              <a:gd name="connsiteY111" fmla="*/ 1462314 h 1972800"/>
              <a:gd name="connsiteX112" fmla="*/ 1586644 w 11362354"/>
              <a:gd name="connsiteY112" fmla="*/ 1288165 h 1972800"/>
              <a:gd name="connsiteX113" fmla="*/ 2038472 w 11362354"/>
              <a:gd name="connsiteY113" fmla="*/ 1288165 h 1972800"/>
              <a:gd name="connsiteX114" fmla="*/ 2121783 w 11362354"/>
              <a:gd name="connsiteY114" fmla="*/ 1462314 h 1972800"/>
              <a:gd name="connsiteX115" fmla="*/ 1663530 w 11362354"/>
              <a:gd name="connsiteY115" fmla="*/ 1462314 h 1972800"/>
              <a:gd name="connsiteX116" fmla="*/ 985097 w 11362354"/>
              <a:gd name="connsiteY116" fmla="*/ 1288165 h 1972800"/>
              <a:gd name="connsiteX117" fmla="*/ 1468672 w 11362354"/>
              <a:gd name="connsiteY117" fmla="*/ 1288165 h 1972800"/>
              <a:gd name="connsiteX118" fmla="*/ 1468672 w 11362354"/>
              <a:gd name="connsiteY118" fmla="*/ 1462314 h 1972800"/>
              <a:gd name="connsiteX119" fmla="*/ 985097 w 11362354"/>
              <a:gd name="connsiteY119" fmla="*/ 1462314 h 1972800"/>
              <a:gd name="connsiteX120" fmla="*/ 0 w 11362354"/>
              <a:gd name="connsiteY120" fmla="*/ 1288165 h 1972800"/>
              <a:gd name="connsiteX121" fmla="*/ 506025 w 11362354"/>
              <a:gd name="connsiteY121" fmla="*/ 1288165 h 1972800"/>
              <a:gd name="connsiteX122" fmla="*/ 506025 w 11362354"/>
              <a:gd name="connsiteY122" fmla="*/ 1462314 h 1972800"/>
              <a:gd name="connsiteX123" fmla="*/ 0 w 11362354"/>
              <a:gd name="connsiteY123" fmla="*/ 1462314 h 1972800"/>
              <a:gd name="connsiteX124" fmla="*/ 10408772 w 11362354"/>
              <a:gd name="connsiteY124" fmla="*/ 1157361 h 1972800"/>
              <a:gd name="connsiteX125" fmla="*/ 10468381 w 11362354"/>
              <a:gd name="connsiteY125" fmla="*/ 1208632 h 1972800"/>
              <a:gd name="connsiteX126" fmla="*/ 10408772 w 11362354"/>
              <a:gd name="connsiteY126" fmla="*/ 1208632 h 1972800"/>
              <a:gd name="connsiteX127" fmla="*/ 10816942 w 11362354"/>
              <a:gd name="connsiteY127" fmla="*/ 1078164 h 1972800"/>
              <a:gd name="connsiteX128" fmla="*/ 11358000 w 11362354"/>
              <a:gd name="connsiteY128" fmla="*/ 1078164 h 1972800"/>
              <a:gd name="connsiteX129" fmla="*/ 11359134 w 11362354"/>
              <a:gd name="connsiteY129" fmla="*/ 1208632 h 1972800"/>
              <a:gd name="connsiteX130" fmla="*/ 11359134 w 11362354"/>
              <a:gd name="connsiteY130" fmla="*/ 1208633 h 1972800"/>
              <a:gd name="connsiteX131" fmla="*/ 10871056 w 11362354"/>
              <a:gd name="connsiteY131" fmla="*/ 1208633 h 1972800"/>
              <a:gd name="connsiteX132" fmla="*/ 10871355 w 11362354"/>
              <a:gd name="connsiteY132" fmla="*/ 1205652 h 1972800"/>
              <a:gd name="connsiteX133" fmla="*/ 10808382 w 11362354"/>
              <a:gd name="connsiteY133" fmla="*/ 1078165 h 1972800"/>
              <a:gd name="connsiteX134" fmla="*/ 10816943 w 11362354"/>
              <a:gd name="connsiteY134" fmla="*/ 1078165 h 1972800"/>
              <a:gd name="connsiteX135" fmla="*/ 9781432 w 11362354"/>
              <a:gd name="connsiteY135" fmla="*/ 1075882 h 1972800"/>
              <a:gd name="connsiteX136" fmla="*/ 10286039 w 11362354"/>
              <a:gd name="connsiteY136" fmla="*/ 1075882 h 1972800"/>
              <a:gd name="connsiteX137" fmla="*/ 10286039 w 11362354"/>
              <a:gd name="connsiteY137" fmla="*/ 1206076 h 1972800"/>
              <a:gd name="connsiteX138" fmla="*/ 9781432 w 11362354"/>
              <a:gd name="connsiteY138" fmla="*/ 1206076 h 1972800"/>
              <a:gd name="connsiteX139" fmla="*/ 8877431 w 11362354"/>
              <a:gd name="connsiteY139" fmla="*/ 1075882 h 1972800"/>
              <a:gd name="connsiteX140" fmla="*/ 9382033 w 11362354"/>
              <a:gd name="connsiteY140" fmla="*/ 1075882 h 1972800"/>
              <a:gd name="connsiteX141" fmla="*/ 9382033 w 11362354"/>
              <a:gd name="connsiteY141" fmla="*/ 1206076 h 1972800"/>
              <a:gd name="connsiteX142" fmla="*/ 8877431 w 11362354"/>
              <a:gd name="connsiteY142" fmla="*/ 1206076 h 1972800"/>
              <a:gd name="connsiteX143" fmla="*/ 7760453 w 11362354"/>
              <a:gd name="connsiteY143" fmla="*/ 1075882 h 1972800"/>
              <a:gd name="connsiteX144" fmla="*/ 8501703 w 11362354"/>
              <a:gd name="connsiteY144" fmla="*/ 1075882 h 1972800"/>
              <a:gd name="connsiteX145" fmla="*/ 8501703 w 11362354"/>
              <a:gd name="connsiteY145" fmla="*/ 1206076 h 1972800"/>
              <a:gd name="connsiteX146" fmla="*/ 7814594 w 11362354"/>
              <a:gd name="connsiteY146" fmla="*/ 1206076 h 1972800"/>
              <a:gd name="connsiteX147" fmla="*/ 7193139 w 11362354"/>
              <a:gd name="connsiteY147" fmla="*/ 1075882 h 1972800"/>
              <a:gd name="connsiteX148" fmla="*/ 7648159 w 11362354"/>
              <a:gd name="connsiteY148" fmla="*/ 1075882 h 1972800"/>
              <a:gd name="connsiteX149" fmla="*/ 7648159 w 11362354"/>
              <a:gd name="connsiteY149" fmla="*/ 1206076 h 1972800"/>
              <a:gd name="connsiteX150" fmla="*/ 7193139 w 11362354"/>
              <a:gd name="connsiteY150" fmla="*/ 1206076 h 1972800"/>
              <a:gd name="connsiteX151" fmla="*/ 6188669 w 11362354"/>
              <a:gd name="connsiteY151" fmla="*/ 1075882 h 1972800"/>
              <a:gd name="connsiteX152" fmla="*/ 6674501 w 11362354"/>
              <a:gd name="connsiteY152" fmla="*/ 1075882 h 1972800"/>
              <a:gd name="connsiteX153" fmla="*/ 6674501 w 11362354"/>
              <a:gd name="connsiteY153" fmla="*/ 1206076 h 1972800"/>
              <a:gd name="connsiteX154" fmla="*/ 6188669 w 11362354"/>
              <a:gd name="connsiteY154" fmla="*/ 1206076 h 1972800"/>
              <a:gd name="connsiteX155" fmla="*/ 5574793 w 11362354"/>
              <a:gd name="connsiteY155" fmla="*/ 1075882 h 1972800"/>
              <a:gd name="connsiteX156" fmla="*/ 6073294 w 11362354"/>
              <a:gd name="connsiteY156" fmla="*/ 1075882 h 1972800"/>
              <a:gd name="connsiteX157" fmla="*/ 6073294 w 11362354"/>
              <a:gd name="connsiteY157" fmla="*/ 1206076 h 1972800"/>
              <a:gd name="connsiteX158" fmla="*/ 5574793 w 11362354"/>
              <a:gd name="connsiteY158" fmla="*/ 1206076 h 1972800"/>
              <a:gd name="connsiteX159" fmla="*/ 4792811 w 11362354"/>
              <a:gd name="connsiteY159" fmla="*/ 1075882 h 1972800"/>
              <a:gd name="connsiteX160" fmla="*/ 5291307 w 11362354"/>
              <a:gd name="connsiteY160" fmla="*/ 1075882 h 1972800"/>
              <a:gd name="connsiteX161" fmla="*/ 5291307 w 11362354"/>
              <a:gd name="connsiteY161" fmla="*/ 1206076 h 1972800"/>
              <a:gd name="connsiteX162" fmla="*/ 4792811 w 11362354"/>
              <a:gd name="connsiteY162" fmla="*/ 1206076 h 1972800"/>
              <a:gd name="connsiteX163" fmla="*/ 2285298 w 11362354"/>
              <a:gd name="connsiteY163" fmla="*/ 1075882 h 1972800"/>
              <a:gd name="connsiteX164" fmla="*/ 2771132 w 11362354"/>
              <a:gd name="connsiteY164" fmla="*/ 1075882 h 1972800"/>
              <a:gd name="connsiteX165" fmla="*/ 2771132 w 11362354"/>
              <a:gd name="connsiteY165" fmla="*/ 1206076 h 1972800"/>
              <a:gd name="connsiteX166" fmla="*/ 2285298 w 11362354"/>
              <a:gd name="connsiteY166" fmla="*/ 1206076 h 1972800"/>
              <a:gd name="connsiteX167" fmla="*/ 1492927 w 11362354"/>
              <a:gd name="connsiteY167" fmla="*/ 1075882 h 1972800"/>
              <a:gd name="connsiteX168" fmla="*/ 1945589 w 11362354"/>
              <a:gd name="connsiteY168" fmla="*/ 1075882 h 1972800"/>
              <a:gd name="connsiteX169" fmla="*/ 1940491 w 11362354"/>
              <a:gd name="connsiteY169" fmla="*/ 1080455 h 1972800"/>
              <a:gd name="connsiteX170" fmla="*/ 1939110 w 11362354"/>
              <a:gd name="connsiteY170" fmla="*/ 1080455 h 1972800"/>
              <a:gd name="connsiteX171" fmla="*/ 1939524 w 11362354"/>
              <a:gd name="connsiteY171" fmla="*/ 1081320 h 1972800"/>
              <a:gd name="connsiteX172" fmla="*/ 1938345 w 11362354"/>
              <a:gd name="connsiteY172" fmla="*/ 1082361 h 1972800"/>
              <a:gd name="connsiteX173" fmla="*/ 1940022 w 11362354"/>
              <a:gd name="connsiteY173" fmla="*/ 1082361 h 1972800"/>
              <a:gd name="connsiteX174" fmla="*/ 1999205 w 11362354"/>
              <a:gd name="connsiteY174" fmla="*/ 1206076 h 1972800"/>
              <a:gd name="connsiteX175" fmla="*/ 1550403 w 11362354"/>
              <a:gd name="connsiteY175" fmla="*/ 1206076 h 1972800"/>
              <a:gd name="connsiteX176" fmla="*/ 985097 w 11362354"/>
              <a:gd name="connsiteY176" fmla="*/ 1075882 h 1972800"/>
              <a:gd name="connsiteX177" fmla="*/ 1468672 w 11362354"/>
              <a:gd name="connsiteY177" fmla="*/ 1075882 h 1972800"/>
              <a:gd name="connsiteX178" fmla="*/ 1468672 w 11362354"/>
              <a:gd name="connsiteY178" fmla="*/ 1206076 h 1972800"/>
              <a:gd name="connsiteX179" fmla="*/ 985097 w 11362354"/>
              <a:gd name="connsiteY179" fmla="*/ 1206076 h 1972800"/>
              <a:gd name="connsiteX180" fmla="*/ 0 w 11362354"/>
              <a:gd name="connsiteY180" fmla="*/ 1075882 h 1972800"/>
              <a:gd name="connsiteX181" fmla="*/ 877145 w 11362354"/>
              <a:gd name="connsiteY181" fmla="*/ 1075882 h 1972800"/>
              <a:gd name="connsiteX182" fmla="*/ 877145 w 11362354"/>
              <a:gd name="connsiteY182" fmla="*/ 1098345 h 1972800"/>
              <a:gd name="connsiteX183" fmla="*/ 869625 w 11362354"/>
              <a:gd name="connsiteY183" fmla="*/ 1098345 h 1972800"/>
              <a:gd name="connsiteX184" fmla="*/ 506025 w 11362354"/>
              <a:gd name="connsiteY184" fmla="*/ 1098345 h 1972800"/>
              <a:gd name="connsiteX185" fmla="*/ 506025 w 11362354"/>
              <a:gd name="connsiteY185" fmla="*/ 1206076 h 1972800"/>
              <a:gd name="connsiteX186" fmla="*/ 0 w 11362354"/>
              <a:gd name="connsiteY186" fmla="*/ 1206076 h 1972800"/>
              <a:gd name="connsiteX187" fmla="*/ 4174413 w 11362354"/>
              <a:gd name="connsiteY187" fmla="*/ 1075881 h 1972800"/>
              <a:gd name="connsiteX188" fmla="*/ 4660572 w 11362354"/>
              <a:gd name="connsiteY188" fmla="*/ 1075881 h 1972800"/>
              <a:gd name="connsiteX189" fmla="*/ 4633997 w 11362354"/>
              <a:gd name="connsiteY189" fmla="*/ 1206075 h 1972800"/>
              <a:gd name="connsiteX190" fmla="*/ 4129883 w 11362354"/>
              <a:gd name="connsiteY190" fmla="*/ 1206075 h 1972800"/>
              <a:gd name="connsiteX191" fmla="*/ 4174413 w 11362354"/>
              <a:gd name="connsiteY191" fmla="*/ 1075881 h 1972800"/>
              <a:gd name="connsiteX192" fmla="*/ 3305162 w 11362354"/>
              <a:gd name="connsiteY192" fmla="*/ 1075881 h 1972800"/>
              <a:gd name="connsiteX193" fmla="*/ 3790976 w 11362354"/>
              <a:gd name="connsiteY193" fmla="*/ 1075881 h 1972800"/>
              <a:gd name="connsiteX194" fmla="*/ 3835506 w 11362354"/>
              <a:gd name="connsiteY194" fmla="*/ 1206075 h 1972800"/>
              <a:gd name="connsiteX195" fmla="*/ 3330959 w 11362354"/>
              <a:gd name="connsiteY195" fmla="*/ 1206075 h 1972800"/>
              <a:gd name="connsiteX196" fmla="*/ 3305162 w 11362354"/>
              <a:gd name="connsiteY196" fmla="*/ 1075881 h 1972800"/>
              <a:gd name="connsiteX197" fmla="*/ 10587776 w 11362354"/>
              <a:gd name="connsiteY197" fmla="*/ 879486 h 1972800"/>
              <a:gd name="connsiteX198" fmla="*/ 11280821 w 11362354"/>
              <a:gd name="connsiteY198" fmla="*/ 879486 h 1972800"/>
              <a:gd name="connsiteX199" fmla="*/ 11338792 w 11362354"/>
              <a:gd name="connsiteY199" fmla="*/ 993628 h 1972800"/>
              <a:gd name="connsiteX200" fmla="*/ 10727828 w 11362354"/>
              <a:gd name="connsiteY200" fmla="*/ 995899 h 1972800"/>
              <a:gd name="connsiteX201" fmla="*/ 9781432 w 11362354"/>
              <a:gd name="connsiteY201" fmla="*/ 877625 h 1972800"/>
              <a:gd name="connsiteX202" fmla="*/ 10286039 w 11362354"/>
              <a:gd name="connsiteY202" fmla="*/ 877625 h 1972800"/>
              <a:gd name="connsiteX203" fmla="*/ 10286039 w 11362354"/>
              <a:gd name="connsiteY203" fmla="*/ 993788 h 1972800"/>
              <a:gd name="connsiteX204" fmla="*/ 9781432 w 11362354"/>
              <a:gd name="connsiteY204" fmla="*/ 993788 h 1972800"/>
              <a:gd name="connsiteX205" fmla="*/ 8877431 w 11362354"/>
              <a:gd name="connsiteY205" fmla="*/ 877625 h 1972800"/>
              <a:gd name="connsiteX206" fmla="*/ 9382033 w 11362354"/>
              <a:gd name="connsiteY206" fmla="*/ 877625 h 1972800"/>
              <a:gd name="connsiteX207" fmla="*/ 9382033 w 11362354"/>
              <a:gd name="connsiteY207" fmla="*/ 993788 h 1972800"/>
              <a:gd name="connsiteX208" fmla="*/ 8877431 w 11362354"/>
              <a:gd name="connsiteY208" fmla="*/ 993788 h 1972800"/>
              <a:gd name="connsiteX209" fmla="*/ 7678004 w 11362354"/>
              <a:gd name="connsiteY209" fmla="*/ 877625 h 1972800"/>
              <a:gd name="connsiteX210" fmla="*/ 8501703 w 11362354"/>
              <a:gd name="connsiteY210" fmla="*/ 877625 h 1972800"/>
              <a:gd name="connsiteX211" fmla="*/ 8501703 w 11362354"/>
              <a:gd name="connsiteY211" fmla="*/ 993788 h 1972800"/>
              <a:gd name="connsiteX212" fmla="*/ 7726316 w 11362354"/>
              <a:gd name="connsiteY212" fmla="*/ 993788 h 1972800"/>
              <a:gd name="connsiteX213" fmla="*/ 7193139 w 11362354"/>
              <a:gd name="connsiteY213" fmla="*/ 877625 h 1972800"/>
              <a:gd name="connsiteX214" fmla="*/ 7648159 w 11362354"/>
              <a:gd name="connsiteY214" fmla="*/ 877625 h 1972800"/>
              <a:gd name="connsiteX215" fmla="*/ 7648159 w 11362354"/>
              <a:gd name="connsiteY215" fmla="*/ 993788 h 1972800"/>
              <a:gd name="connsiteX216" fmla="*/ 7193139 w 11362354"/>
              <a:gd name="connsiteY216" fmla="*/ 993788 h 1972800"/>
              <a:gd name="connsiteX217" fmla="*/ 6188669 w 11362354"/>
              <a:gd name="connsiteY217" fmla="*/ 877625 h 1972800"/>
              <a:gd name="connsiteX218" fmla="*/ 7056268 w 11362354"/>
              <a:gd name="connsiteY218" fmla="*/ 877625 h 1972800"/>
              <a:gd name="connsiteX219" fmla="*/ 7056268 w 11362354"/>
              <a:gd name="connsiteY219" fmla="*/ 988326 h 1972800"/>
              <a:gd name="connsiteX220" fmla="*/ 6674501 w 11362354"/>
              <a:gd name="connsiteY220" fmla="*/ 988326 h 1972800"/>
              <a:gd name="connsiteX221" fmla="*/ 6674501 w 11362354"/>
              <a:gd name="connsiteY221" fmla="*/ 993788 h 1972800"/>
              <a:gd name="connsiteX222" fmla="*/ 6188669 w 11362354"/>
              <a:gd name="connsiteY222" fmla="*/ 993788 h 1972800"/>
              <a:gd name="connsiteX223" fmla="*/ 5574793 w 11362354"/>
              <a:gd name="connsiteY223" fmla="*/ 877625 h 1972800"/>
              <a:gd name="connsiteX224" fmla="*/ 6073294 w 11362354"/>
              <a:gd name="connsiteY224" fmla="*/ 877625 h 1972800"/>
              <a:gd name="connsiteX225" fmla="*/ 6073294 w 11362354"/>
              <a:gd name="connsiteY225" fmla="*/ 993788 h 1972800"/>
              <a:gd name="connsiteX226" fmla="*/ 5574793 w 11362354"/>
              <a:gd name="connsiteY226" fmla="*/ 993788 h 1972800"/>
              <a:gd name="connsiteX227" fmla="*/ 4792811 w 11362354"/>
              <a:gd name="connsiteY227" fmla="*/ 877625 h 1972800"/>
              <a:gd name="connsiteX228" fmla="*/ 5291307 w 11362354"/>
              <a:gd name="connsiteY228" fmla="*/ 877625 h 1972800"/>
              <a:gd name="connsiteX229" fmla="*/ 5291307 w 11362354"/>
              <a:gd name="connsiteY229" fmla="*/ 993788 h 1972800"/>
              <a:gd name="connsiteX230" fmla="*/ 4792811 w 11362354"/>
              <a:gd name="connsiteY230" fmla="*/ 993788 h 1972800"/>
              <a:gd name="connsiteX231" fmla="*/ 2285298 w 11362354"/>
              <a:gd name="connsiteY231" fmla="*/ 877625 h 1972800"/>
              <a:gd name="connsiteX232" fmla="*/ 3161500 w 11362354"/>
              <a:gd name="connsiteY232" fmla="*/ 877625 h 1972800"/>
              <a:gd name="connsiteX233" fmla="*/ 3161500 w 11362354"/>
              <a:gd name="connsiteY233" fmla="*/ 988326 h 1972800"/>
              <a:gd name="connsiteX234" fmla="*/ 2771132 w 11362354"/>
              <a:gd name="connsiteY234" fmla="*/ 988326 h 1972800"/>
              <a:gd name="connsiteX235" fmla="*/ 2771132 w 11362354"/>
              <a:gd name="connsiteY235" fmla="*/ 993788 h 1972800"/>
              <a:gd name="connsiteX236" fmla="*/ 2285298 w 11362354"/>
              <a:gd name="connsiteY236" fmla="*/ 993788 h 1972800"/>
              <a:gd name="connsiteX237" fmla="*/ 985097 w 11362354"/>
              <a:gd name="connsiteY237" fmla="*/ 877625 h 1972800"/>
              <a:gd name="connsiteX238" fmla="*/ 2107746 w 11362354"/>
              <a:gd name="connsiteY238" fmla="*/ 877625 h 1972800"/>
              <a:gd name="connsiteX239" fmla="*/ 2028664 w 11362354"/>
              <a:gd name="connsiteY239" fmla="*/ 993788 h 1972800"/>
              <a:gd name="connsiteX240" fmla="*/ 985097 w 11362354"/>
              <a:gd name="connsiteY240" fmla="*/ 993788 h 1972800"/>
              <a:gd name="connsiteX241" fmla="*/ 0 w 11362354"/>
              <a:gd name="connsiteY241" fmla="*/ 877625 h 1972800"/>
              <a:gd name="connsiteX242" fmla="*/ 877145 w 11362354"/>
              <a:gd name="connsiteY242" fmla="*/ 877625 h 1972800"/>
              <a:gd name="connsiteX243" fmla="*/ 877145 w 11362354"/>
              <a:gd name="connsiteY243" fmla="*/ 993788 h 1972800"/>
              <a:gd name="connsiteX244" fmla="*/ 0 w 11362354"/>
              <a:gd name="connsiteY244" fmla="*/ 993788 h 1972800"/>
              <a:gd name="connsiteX245" fmla="*/ 4199211 w 11362354"/>
              <a:gd name="connsiteY245" fmla="*/ 877624 h 1972800"/>
              <a:gd name="connsiteX246" fmla="*/ 4674176 w 11362354"/>
              <a:gd name="connsiteY246" fmla="*/ 877624 h 1972800"/>
              <a:gd name="connsiteX247" fmla="*/ 4674332 w 11362354"/>
              <a:gd name="connsiteY247" fmla="*/ 883528 h 1972800"/>
              <a:gd name="connsiteX248" fmla="*/ 4669465 w 11362354"/>
              <a:gd name="connsiteY248" fmla="*/ 993787 h 1972800"/>
              <a:gd name="connsiteX249" fmla="*/ 4189743 w 11362354"/>
              <a:gd name="connsiteY249" fmla="*/ 993787 h 1972800"/>
              <a:gd name="connsiteX250" fmla="*/ 4199211 w 11362354"/>
              <a:gd name="connsiteY250" fmla="*/ 877624 h 1972800"/>
              <a:gd name="connsiteX251" fmla="*/ 3291213 w 11362354"/>
              <a:gd name="connsiteY251" fmla="*/ 877624 h 1972800"/>
              <a:gd name="connsiteX252" fmla="*/ 3766173 w 11362354"/>
              <a:gd name="connsiteY252" fmla="*/ 877624 h 1972800"/>
              <a:gd name="connsiteX253" fmla="*/ 3775650 w 11362354"/>
              <a:gd name="connsiteY253" fmla="*/ 993787 h 1972800"/>
              <a:gd name="connsiteX254" fmla="*/ 3295989 w 11362354"/>
              <a:gd name="connsiteY254" fmla="*/ 993787 h 1972800"/>
              <a:gd name="connsiteX255" fmla="*/ 3291057 w 11362354"/>
              <a:gd name="connsiteY255" fmla="*/ 883528 h 1972800"/>
              <a:gd name="connsiteX256" fmla="*/ 10461146 w 11362354"/>
              <a:gd name="connsiteY256" fmla="*/ 710797 h 1972800"/>
              <a:gd name="connsiteX257" fmla="*/ 11109160 w 11362354"/>
              <a:gd name="connsiteY257" fmla="*/ 710797 h 1972800"/>
              <a:gd name="connsiteX258" fmla="*/ 11109162 w 11362354"/>
              <a:gd name="connsiteY258" fmla="*/ 710798 h 1972800"/>
              <a:gd name="connsiteX259" fmla="*/ 11121245 w 11362354"/>
              <a:gd name="connsiteY259" fmla="*/ 710798 h 1972800"/>
              <a:gd name="connsiteX260" fmla="*/ 11122337 w 11362354"/>
              <a:gd name="connsiteY260" fmla="*/ 711693 h 1972800"/>
              <a:gd name="connsiteX261" fmla="*/ 11118350 w 11362354"/>
              <a:gd name="connsiteY261" fmla="*/ 711693 h 1972800"/>
              <a:gd name="connsiteX262" fmla="*/ 11213739 w 11362354"/>
              <a:gd name="connsiteY262" fmla="*/ 797219 h 1972800"/>
              <a:gd name="connsiteX263" fmla="*/ 10517279 w 11362354"/>
              <a:gd name="connsiteY263" fmla="*/ 797218 h 1972800"/>
              <a:gd name="connsiteX264" fmla="*/ 10461146 w 11362354"/>
              <a:gd name="connsiteY264" fmla="*/ 710797 h 1972800"/>
              <a:gd name="connsiteX265" fmla="*/ 9781432 w 11362354"/>
              <a:gd name="connsiteY265" fmla="*/ 709293 h 1972800"/>
              <a:gd name="connsiteX266" fmla="*/ 10286039 w 11362354"/>
              <a:gd name="connsiteY266" fmla="*/ 709293 h 1972800"/>
              <a:gd name="connsiteX267" fmla="*/ 10286039 w 11362354"/>
              <a:gd name="connsiteY267" fmla="*/ 795531 h 1972800"/>
              <a:gd name="connsiteX268" fmla="*/ 9781432 w 11362354"/>
              <a:gd name="connsiteY268" fmla="*/ 795531 h 1972800"/>
              <a:gd name="connsiteX269" fmla="*/ 8877431 w 11362354"/>
              <a:gd name="connsiteY269" fmla="*/ 709293 h 1972800"/>
              <a:gd name="connsiteX270" fmla="*/ 9382033 w 11362354"/>
              <a:gd name="connsiteY270" fmla="*/ 709293 h 1972800"/>
              <a:gd name="connsiteX271" fmla="*/ 9382033 w 11362354"/>
              <a:gd name="connsiteY271" fmla="*/ 795531 h 1972800"/>
              <a:gd name="connsiteX272" fmla="*/ 8877431 w 11362354"/>
              <a:gd name="connsiteY272" fmla="*/ 795531 h 1972800"/>
              <a:gd name="connsiteX273" fmla="*/ 8042875 w 11362354"/>
              <a:gd name="connsiteY273" fmla="*/ 709293 h 1972800"/>
              <a:gd name="connsiteX274" fmla="*/ 8501703 w 11362354"/>
              <a:gd name="connsiteY274" fmla="*/ 709293 h 1972800"/>
              <a:gd name="connsiteX275" fmla="*/ 8501703 w 11362354"/>
              <a:gd name="connsiteY275" fmla="*/ 795531 h 1972800"/>
              <a:gd name="connsiteX276" fmla="*/ 8042875 w 11362354"/>
              <a:gd name="connsiteY276" fmla="*/ 795531 h 1972800"/>
              <a:gd name="connsiteX277" fmla="*/ 7193139 w 11362354"/>
              <a:gd name="connsiteY277" fmla="*/ 709293 h 1972800"/>
              <a:gd name="connsiteX278" fmla="*/ 7996240 w 11362354"/>
              <a:gd name="connsiteY278" fmla="*/ 709293 h 1972800"/>
              <a:gd name="connsiteX279" fmla="*/ 8036152 w 11362354"/>
              <a:gd name="connsiteY279" fmla="*/ 795531 h 1972800"/>
              <a:gd name="connsiteX280" fmla="*/ 7193139 w 11362354"/>
              <a:gd name="connsiteY280" fmla="*/ 795531 h 1972800"/>
              <a:gd name="connsiteX281" fmla="*/ 6188669 w 11362354"/>
              <a:gd name="connsiteY281" fmla="*/ 709293 h 1972800"/>
              <a:gd name="connsiteX282" fmla="*/ 6674501 w 11362354"/>
              <a:gd name="connsiteY282" fmla="*/ 709293 h 1972800"/>
              <a:gd name="connsiteX283" fmla="*/ 6674501 w 11362354"/>
              <a:gd name="connsiteY283" fmla="*/ 714671 h 1972800"/>
              <a:gd name="connsiteX284" fmla="*/ 7056268 w 11362354"/>
              <a:gd name="connsiteY284" fmla="*/ 714671 h 1972800"/>
              <a:gd name="connsiteX285" fmla="*/ 7056268 w 11362354"/>
              <a:gd name="connsiteY285" fmla="*/ 795531 h 1972800"/>
              <a:gd name="connsiteX286" fmla="*/ 6188669 w 11362354"/>
              <a:gd name="connsiteY286" fmla="*/ 795531 h 1972800"/>
              <a:gd name="connsiteX287" fmla="*/ 5574793 w 11362354"/>
              <a:gd name="connsiteY287" fmla="*/ 709293 h 1972800"/>
              <a:gd name="connsiteX288" fmla="*/ 6073294 w 11362354"/>
              <a:gd name="connsiteY288" fmla="*/ 709293 h 1972800"/>
              <a:gd name="connsiteX289" fmla="*/ 6073294 w 11362354"/>
              <a:gd name="connsiteY289" fmla="*/ 795531 h 1972800"/>
              <a:gd name="connsiteX290" fmla="*/ 5574793 w 11362354"/>
              <a:gd name="connsiteY290" fmla="*/ 795531 h 1972800"/>
              <a:gd name="connsiteX291" fmla="*/ 4792811 w 11362354"/>
              <a:gd name="connsiteY291" fmla="*/ 709293 h 1972800"/>
              <a:gd name="connsiteX292" fmla="*/ 5291307 w 11362354"/>
              <a:gd name="connsiteY292" fmla="*/ 709293 h 1972800"/>
              <a:gd name="connsiteX293" fmla="*/ 5291307 w 11362354"/>
              <a:gd name="connsiteY293" fmla="*/ 795531 h 1972800"/>
              <a:gd name="connsiteX294" fmla="*/ 4792811 w 11362354"/>
              <a:gd name="connsiteY294" fmla="*/ 795531 h 1972800"/>
              <a:gd name="connsiteX295" fmla="*/ 2285298 w 11362354"/>
              <a:gd name="connsiteY295" fmla="*/ 709293 h 1972800"/>
              <a:gd name="connsiteX296" fmla="*/ 2771132 w 11362354"/>
              <a:gd name="connsiteY296" fmla="*/ 709293 h 1972800"/>
              <a:gd name="connsiteX297" fmla="*/ 2771132 w 11362354"/>
              <a:gd name="connsiteY297" fmla="*/ 714671 h 1972800"/>
              <a:gd name="connsiteX298" fmla="*/ 3161500 w 11362354"/>
              <a:gd name="connsiteY298" fmla="*/ 714671 h 1972800"/>
              <a:gd name="connsiteX299" fmla="*/ 3161500 w 11362354"/>
              <a:gd name="connsiteY299" fmla="*/ 795531 h 1972800"/>
              <a:gd name="connsiteX300" fmla="*/ 2285298 w 11362354"/>
              <a:gd name="connsiteY300" fmla="*/ 795531 h 1972800"/>
              <a:gd name="connsiteX301" fmla="*/ 1709143 w 11362354"/>
              <a:gd name="connsiteY301" fmla="*/ 709293 h 1972800"/>
              <a:gd name="connsiteX302" fmla="*/ 2169670 w 11362354"/>
              <a:gd name="connsiteY302" fmla="*/ 709293 h 1972800"/>
              <a:gd name="connsiteX303" fmla="*/ 2145130 w 11362354"/>
              <a:gd name="connsiteY303" fmla="*/ 795531 h 1972800"/>
              <a:gd name="connsiteX304" fmla="*/ 1595923 w 11362354"/>
              <a:gd name="connsiteY304" fmla="*/ 795531 h 1972800"/>
              <a:gd name="connsiteX305" fmla="*/ 1709143 w 11362354"/>
              <a:gd name="connsiteY305" fmla="*/ 709293 h 1972800"/>
              <a:gd name="connsiteX306" fmla="*/ 985097 w 11362354"/>
              <a:gd name="connsiteY306" fmla="*/ 709293 h 1972800"/>
              <a:gd name="connsiteX307" fmla="*/ 1469893 w 11362354"/>
              <a:gd name="connsiteY307" fmla="*/ 709293 h 1972800"/>
              <a:gd name="connsiteX308" fmla="*/ 1469893 w 11362354"/>
              <a:gd name="connsiteY308" fmla="*/ 795531 h 1972800"/>
              <a:gd name="connsiteX309" fmla="*/ 985097 w 11362354"/>
              <a:gd name="connsiteY309" fmla="*/ 795531 h 1972800"/>
              <a:gd name="connsiteX310" fmla="*/ 0 w 11362354"/>
              <a:gd name="connsiteY310" fmla="*/ 709293 h 1972800"/>
              <a:gd name="connsiteX311" fmla="*/ 877145 w 11362354"/>
              <a:gd name="connsiteY311" fmla="*/ 709293 h 1972800"/>
              <a:gd name="connsiteX312" fmla="*/ 877145 w 11362354"/>
              <a:gd name="connsiteY312" fmla="*/ 795531 h 1972800"/>
              <a:gd name="connsiteX313" fmla="*/ 0 w 11362354"/>
              <a:gd name="connsiteY313" fmla="*/ 795531 h 1972800"/>
              <a:gd name="connsiteX314" fmla="*/ 4189251 w 11362354"/>
              <a:gd name="connsiteY314" fmla="*/ 709292 h 1972800"/>
              <a:gd name="connsiteX315" fmla="*/ 4662658 w 11362354"/>
              <a:gd name="connsiteY315" fmla="*/ 709292 h 1972800"/>
              <a:gd name="connsiteX316" fmla="*/ 4671191 w 11362354"/>
              <a:gd name="connsiteY316" fmla="*/ 795530 h 1972800"/>
              <a:gd name="connsiteX317" fmla="*/ 4197682 w 11362354"/>
              <a:gd name="connsiteY317" fmla="*/ 795530 h 1972800"/>
              <a:gd name="connsiteX318" fmla="*/ 4189251 w 11362354"/>
              <a:gd name="connsiteY318" fmla="*/ 709292 h 1972800"/>
              <a:gd name="connsiteX319" fmla="*/ 3302730 w 11362354"/>
              <a:gd name="connsiteY319" fmla="*/ 709292 h 1972800"/>
              <a:gd name="connsiteX320" fmla="*/ 3776138 w 11362354"/>
              <a:gd name="connsiteY320" fmla="*/ 709292 h 1972800"/>
              <a:gd name="connsiteX321" fmla="*/ 3767701 w 11362354"/>
              <a:gd name="connsiteY321" fmla="*/ 795530 h 1972800"/>
              <a:gd name="connsiteX322" fmla="*/ 3294197 w 11362354"/>
              <a:gd name="connsiteY322" fmla="*/ 795530 h 1972800"/>
              <a:gd name="connsiteX323" fmla="*/ 3302730 w 11362354"/>
              <a:gd name="connsiteY323" fmla="*/ 709292 h 1972800"/>
              <a:gd name="connsiteX324" fmla="*/ 10418948 w 11362354"/>
              <a:gd name="connsiteY324" fmla="*/ 565540 h 1972800"/>
              <a:gd name="connsiteX325" fmla="*/ 10949595 w 11362354"/>
              <a:gd name="connsiteY325" fmla="*/ 565540 h 1972800"/>
              <a:gd name="connsiteX326" fmla="*/ 10964075 w 11362354"/>
              <a:gd name="connsiteY326" fmla="*/ 577567 h 1972800"/>
              <a:gd name="connsiteX327" fmla="*/ 11026395 w 11362354"/>
              <a:gd name="connsiteY327" fmla="*/ 628529 h 1972800"/>
              <a:gd name="connsiteX328" fmla="*/ 10434083 w 11362354"/>
              <a:gd name="connsiteY328" fmla="*/ 628529 h 1972800"/>
              <a:gd name="connsiteX329" fmla="*/ 10418948 w 11362354"/>
              <a:gd name="connsiteY329" fmla="*/ 565540 h 1972800"/>
              <a:gd name="connsiteX330" fmla="*/ 9781432 w 11362354"/>
              <a:gd name="connsiteY330" fmla="*/ 564344 h 1972800"/>
              <a:gd name="connsiteX331" fmla="*/ 10286039 w 11362354"/>
              <a:gd name="connsiteY331" fmla="*/ 564344 h 1972800"/>
              <a:gd name="connsiteX332" fmla="*/ 10286039 w 11362354"/>
              <a:gd name="connsiteY332" fmla="*/ 627199 h 1972800"/>
              <a:gd name="connsiteX333" fmla="*/ 9781432 w 11362354"/>
              <a:gd name="connsiteY333" fmla="*/ 627199 h 1972800"/>
              <a:gd name="connsiteX334" fmla="*/ 8877431 w 11362354"/>
              <a:gd name="connsiteY334" fmla="*/ 564344 h 1972800"/>
              <a:gd name="connsiteX335" fmla="*/ 9382033 w 11362354"/>
              <a:gd name="connsiteY335" fmla="*/ 564344 h 1972800"/>
              <a:gd name="connsiteX336" fmla="*/ 9382033 w 11362354"/>
              <a:gd name="connsiteY336" fmla="*/ 627199 h 1972800"/>
              <a:gd name="connsiteX337" fmla="*/ 8877431 w 11362354"/>
              <a:gd name="connsiteY337" fmla="*/ 627199 h 1972800"/>
              <a:gd name="connsiteX338" fmla="*/ 8042875 w 11362354"/>
              <a:gd name="connsiteY338" fmla="*/ 564344 h 1972800"/>
              <a:gd name="connsiteX339" fmla="*/ 8501703 w 11362354"/>
              <a:gd name="connsiteY339" fmla="*/ 564344 h 1972800"/>
              <a:gd name="connsiteX340" fmla="*/ 8501703 w 11362354"/>
              <a:gd name="connsiteY340" fmla="*/ 627199 h 1972800"/>
              <a:gd name="connsiteX341" fmla="*/ 8042875 w 11362354"/>
              <a:gd name="connsiteY341" fmla="*/ 627199 h 1972800"/>
              <a:gd name="connsiteX342" fmla="*/ 7193139 w 11362354"/>
              <a:gd name="connsiteY342" fmla="*/ 564344 h 1972800"/>
              <a:gd name="connsiteX343" fmla="*/ 7929154 w 11362354"/>
              <a:gd name="connsiteY343" fmla="*/ 564344 h 1972800"/>
              <a:gd name="connsiteX344" fmla="*/ 7958244 w 11362354"/>
              <a:gd name="connsiteY344" fmla="*/ 627199 h 1972800"/>
              <a:gd name="connsiteX345" fmla="*/ 7193139 w 11362354"/>
              <a:gd name="connsiteY345" fmla="*/ 627199 h 1972800"/>
              <a:gd name="connsiteX346" fmla="*/ 6188669 w 11362354"/>
              <a:gd name="connsiteY346" fmla="*/ 564344 h 1972800"/>
              <a:gd name="connsiteX347" fmla="*/ 6674501 w 11362354"/>
              <a:gd name="connsiteY347" fmla="*/ 564344 h 1972800"/>
              <a:gd name="connsiteX348" fmla="*/ 6674501 w 11362354"/>
              <a:gd name="connsiteY348" fmla="*/ 627199 h 1972800"/>
              <a:gd name="connsiteX349" fmla="*/ 6188669 w 11362354"/>
              <a:gd name="connsiteY349" fmla="*/ 627199 h 1972800"/>
              <a:gd name="connsiteX350" fmla="*/ 5574793 w 11362354"/>
              <a:gd name="connsiteY350" fmla="*/ 564344 h 1972800"/>
              <a:gd name="connsiteX351" fmla="*/ 6073294 w 11362354"/>
              <a:gd name="connsiteY351" fmla="*/ 564344 h 1972800"/>
              <a:gd name="connsiteX352" fmla="*/ 6073294 w 11362354"/>
              <a:gd name="connsiteY352" fmla="*/ 627199 h 1972800"/>
              <a:gd name="connsiteX353" fmla="*/ 5574793 w 11362354"/>
              <a:gd name="connsiteY353" fmla="*/ 627199 h 1972800"/>
              <a:gd name="connsiteX354" fmla="*/ 4792811 w 11362354"/>
              <a:gd name="connsiteY354" fmla="*/ 564344 h 1972800"/>
              <a:gd name="connsiteX355" fmla="*/ 5291307 w 11362354"/>
              <a:gd name="connsiteY355" fmla="*/ 564344 h 1972800"/>
              <a:gd name="connsiteX356" fmla="*/ 5291307 w 11362354"/>
              <a:gd name="connsiteY356" fmla="*/ 627199 h 1972800"/>
              <a:gd name="connsiteX357" fmla="*/ 4792811 w 11362354"/>
              <a:gd name="connsiteY357" fmla="*/ 627199 h 1972800"/>
              <a:gd name="connsiteX358" fmla="*/ 2285298 w 11362354"/>
              <a:gd name="connsiteY358" fmla="*/ 564344 h 1972800"/>
              <a:gd name="connsiteX359" fmla="*/ 2771132 w 11362354"/>
              <a:gd name="connsiteY359" fmla="*/ 564344 h 1972800"/>
              <a:gd name="connsiteX360" fmla="*/ 2771132 w 11362354"/>
              <a:gd name="connsiteY360" fmla="*/ 627199 h 1972800"/>
              <a:gd name="connsiteX361" fmla="*/ 2285298 w 11362354"/>
              <a:gd name="connsiteY361" fmla="*/ 627199 h 1972800"/>
              <a:gd name="connsiteX362" fmla="*/ 1743635 w 11362354"/>
              <a:gd name="connsiteY362" fmla="*/ 564344 h 1972800"/>
              <a:gd name="connsiteX363" fmla="*/ 2184512 w 11362354"/>
              <a:gd name="connsiteY363" fmla="*/ 564344 h 1972800"/>
              <a:gd name="connsiteX364" fmla="*/ 2184779 w 11362354"/>
              <a:gd name="connsiteY364" fmla="*/ 571975 h 1972800"/>
              <a:gd name="connsiteX365" fmla="*/ 2181588 w 11362354"/>
              <a:gd name="connsiteY365" fmla="*/ 627199 h 1972800"/>
              <a:gd name="connsiteX366" fmla="*/ 1742032 w 11362354"/>
              <a:gd name="connsiteY366" fmla="*/ 627199 h 1972800"/>
              <a:gd name="connsiteX367" fmla="*/ 1746020 w 11362354"/>
              <a:gd name="connsiteY367" fmla="*/ 587881 h 1972800"/>
              <a:gd name="connsiteX368" fmla="*/ 985097 w 11362354"/>
              <a:gd name="connsiteY368" fmla="*/ 564344 h 1972800"/>
              <a:gd name="connsiteX369" fmla="*/ 1469893 w 11362354"/>
              <a:gd name="connsiteY369" fmla="*/ 564344 h 1972800"/>
              <a:gd name="connsiteX370" fmla="*/ 1469893 w 11362354"/>
              <a:gd name="connsiteY370" fmla="*/ 627199 h 1972800"/>
              <a:gd name="connsiteX371" fmla="*/ 985097 w 11362354"/>
              <a:gd name="connsiteY371" fmla="*/ 627199 h 1972800"/>
              <a:gd name="connsiteX372" fmla="*/ 0 w 11362354"/>
              <a:gd name="connsiteY372" fmla="*/ 564344 h 1972800"/>
              <a:gd name="connsiteX373" fmla="*/ 505721 w 11362354"/>
              <a:gd name="connsiteY373" fmla="*/ 564344 h 1972800"/>
              <a:gd name="connsiteX374" fmla="*/ 505721 w 11362354"/>
              <a:gd name="connsiteY374" fmla="*/ 627199 h 1972800"/>
              <a:gd name="connsiteX375" fmla="*/ 0 w 11362354"/>
              <a:gd name="connsiteY375" fmla="*/ 627199 h 1972800"/>
              <a:gd name="connsiteX376" fmla="*/ 4156173 w 11362354"/>
              <a:gd name="connsiteY376" fmla="*/ 564343 h 1972800"/>
              <a:gd name="connsiteX377" fmla="*/ 4635244 w 11362354"/>
              <a:gd name="connsiteY377" fmla="*/ 564343 h 1972800"/>
              <a:gd name="connsiteX378" fmla="*/ 4649285 w 11362354"/>
              <a:gd name="connsiteY378" fmla="*/ 627198 h 1972800"/>
              <a:gd name="connsiteX379" fmla="*/ 4173561 w 11362354"/>
              <a:gd name="connsiteY379" fmla="*/ 627198 h 1972800"/>
              <a:gd name="connsiteX380" fmla="*/ 4156173 w 11362354"/>
              <a:gd name="connsiteY380" fmla="*/ 564343 h 1972800"/>
              <a:gd name="connsiteX381" fmla="*/ 3330140 w 11362354"/>
              <a:gd name="connsiteY381" fmla="*/ 564343 h 1972800"/>
              <a:gd name="connsiteX382" fmla="*/ 3809216 w 11362354"/>
              <a:gd name="connsiteY382" fmla="*/ 564343 h 1972800"/>
              <a:gd name="connsiteX383" fmla="*/ 3791828 w 11362354"/>
              <a:gd name="connsiteY383" fmla="*/ 627198 h 1972800"/>
              <a:gd name="connsiteX384" fmla="*/ 3316108 w 11362354"/>
              <a:gd name="connsiteY384" fmla="*/ 627198 h 1972800"/>
              <a:gd name="connsiteX385" fmla="*/ 3330140 w 11362354"/>
              <a:gd name="connsiteY385" fmla="*/ 564343 h 1972800"/>
              <a:gd name="connsiteX386" fmla="*/ 11305691 w 11362354"/>
              <a:gd name="connsiteY386" fmla="*/ 441367 h 1972800"/>
              <a:gd name="connsiteX387" fmla="*/ 11306110 w 11362354"/>
              <a:gd name="connsiteY387" fmla="*/ 441367 h 1972800"/>
              <a:gd name="connsiteX388" fmla="*/ 11306110 w 11362354"/>
              <a:gd name="connsiteY388" fmla="*/ 441726 h 1972800"/>
              <a:gd name="connsiteX389" fmla="*/ 10419150 w 11362354"/>
              <a:gd name="connsiteY389" fmla="*/ 441367 h 1972800"/>
              <a:gd name="connsiteX390" fmla="*/ 10893359 w 11362354"/>
              <a:gd name="connsiteY390" fmla="*/ 441367 h 1972800"/>
              <a:gd name="connsiteX391" fmla="*/ 10894757 w 11362354"/>
              <a:gd name="connsiteY391" fmla="*/ 483273 h 1972800"/>
              <a:gd name="connsiteX392" fmla="*/ 10419058 w 11362354"/>
              <a:gd name="connsiteY392" fmla="*/ 483273 h 1972800"/>
              <a:gd name="connsiteX393" fmla="*/ 10417854 w 11362354"/>
              <a:gd name="connsiteY393" fmla="*/ 463084 h 1972800"/>
              <a:gd name="connsiteX394" fmla="*/ 9781432 w 11362354"/>
              <a:gd name="connsiteY394" fmla="*/ 440432 h 1972800"/>
              <a:gd name="connsiteX395" fmla="*/ 10286039 w 11362354"/>
              <a:gd name="connsiteY395" fmla="*/ 440432 h 1972800"/>
              <a:gd name="connsiteX396" fmla="*/ 10286039 w 11362354"/>
              <a:gd name="connsiteY396" fmla="*/ 482250 h 1972800"/>
              <a:gd name="connsiteX397" fmla="*/ 9781432 w 11362354"/>
              <a:gd name="connsiteY397" fmla="*/ 482250 h 1972800"/>
              <a:gd name="connsiteX398" fmla="*/ 8877431 w 11362354"/>
              <a:gd name="connsiteY398" fmla="*/ 440432 h 1972800"/>
              <a:gd name="connsiteX399" fmla="*/ 9382033 w 11362354"/>
              <a:gd name="connsiteY399" fmla="*/ 440432 h 1972800"/>
              <a:gd name="connsiteX400" fmla="*/ 9382033 w 11362354"/>
              <a:gd name="connsiteY400" fmla="*/ 482250 h 1972800"/>
              <a:gd name="connsiteX401" fmla="*/ 8877431 w 11362354"/>
              <a:gd name="connsiteY401" fmla="*/ 482250 h 1972800"/>
              <a:gd name="connsiteX402" fmla="*/ 8042875 w 11362354"/>
              <a:gd name="connsiteY402" fmla="*/ 440432 h 1972800"/>
              <a:gd name="connsiteX403" fmla="*/ 8501703 w 11362354"/>
              <a:gd name="connsiteY403" fmla="*/ 440432 h 1972800"/>
              <a:gd name="connsiteX404" fmla="*/ 8501703 w 11362354"/>
              <a:gd name="connsiteY404" fmla="*/ 482250 h 1972800"/>
              <a:gd name="connsiteX405" fmla="*/ 8042875 w 11362354"/>
              <a:gd name="connsiteY405" fmla="*/ 482250 h 1972800"/>
              <a:gd name="connsiteX406" fmla="*/ 7193139 w 11362354"/>
              <a:gd name="connsiteY406" fmla="*/ 440432 h 1972800"/>
              <a:gd name="connsiteX407" fmla="*/ 7871807 w 11362354"/>
              <a:gd name="connsiteY407" fmla="*/ 440432 h 1972800"/>
              <a:gd name="connsiteX408" fmla="*/ 7891162 w 11362354"/>
              <a:gd name="connsiteY408" fmla="*/ 482250 h 1972800"/>
              <a:gd name="connsiteX409" fmla="*/ 7193139 w 11362354"/>
              <a:gd name="connsiteY409" fmla="*/ 482250 h 1972800"/>
              <a:gd name="connsiteX410" fmla="*/ 6188669 w 11362354"/>
              <a:gd name="connsiteY410" fmla="*/ 440432 h 1972800"/>
              <a:gd name="connsiteX411" fmla="*/ 6674501 w 11362354"/>
              <a:gd name="connsiteY411" fmla="*/ 440432 h 1972800"/>
              <a:gd name="connsiteX412" fmla="*/ 6674501 w 11362354"/>
              <a:gd name="connsiteY412" fmla="*/ 482250 h 1972800"/>
              <a:gd name="connsiteX413" fmla="*/ 6188669 w 11362354"/>
              <a:gd name="connsiteY413" fmla="*/ 482250 h 1972800"/>
              <a:gd name="connsiteX414" fmla="*/ 5574793 w 11362354"/>
              <a:gd name="connsiteY414" fmla="*/ 440432 h 1972800"/>
              <a:gd name="connsiteX415" fmla="*/ 6073294 w 11362354"/>
              <a:gd name="connsiteY415" fmla="*/ 440432 h 1972800"/>
              <a:gd name="connsiteX416" fmla="*/ 6073294 w 11362354"/>
              <a:gd name="connsiteY416" fmla="*/ 482250 h 1972800"/>
              <a:gd name="connsiteX417" fmla="*/ 5574793 w 11362354"/>
              <a:gd name="connsiteY417" fmla="*/ 482250 h 1972800"/>
              <a:gd name="connsiteX418" fmla="*/ 4792811 w 11362354"/>
              <a:gd name="connsiteY418" fmla="*/ 440432 h 1972800"/>
              <a:gd name="connsiteX419" fmla="*/ 5291307 w 11362354"/>
              <a:gd name="connsiteY419" fmla="*/ 440432 h 1972800"/>
              <a:gd name="connsiteX420" fmla="*/ 5291307 w 11362354"/>
              <a:gd name="connsiteY420" fmla="*/ 482250 h 1972800"/>
              <a:gd name="connsiteX421" fmla="*/ 4792811 w 11362354"/>
              <a:gd name="connsiteY421" fmla="*/ 482250 h 1972800"/>
              <a:gd name="connsiteX422" fmla="*/ 2285298 w 11362354"/>
              <a:gd name="connsiteY422" fmla="*/ 440432 h 1972800"/>
              <a:gd name="connsiteX423" fmla="*/ 2771132 w 11362354"/>
              <a:gd name="connsiteY423" fmla="*/ 440432 h 1972800"/>
              <a:gd name="connsiteX424" fmla="*/ 2771132 w 11362354"/>
              <a:gd name="connsiteY424" fmla="*/ 482250 h 1972800"/>
              <a:gd name="connsiteX425" fmla="*/ 2285298 w 11362354"/>
              <a:gd name="connsiteY425" fmla="*/ 482250 h 1972800"/>
              <a:gd name="connsiteX426" fmla="*/ 1688066 w 11362354"/>
              <a:gd name="connsiteY426" fmla="*/ 440432 h 1972800"/>
              <a:gd name="connsiteX427" fmla="*/ 2171374 w 11362354"/>
              <a:gd name="connsiteY427" fmla="*/ 440432 h 1972800"/>
              <a:gd name="connsiteX428" fmla="*/ 2178605 w 11362354"/>
              <a:gd name="connsiteY428" fmla="*/ 482250 h 1972800"/>
              <a:gd name="connsiteX429" fmla="*/ 1717768 w 11362354"/>
              <a:gd name="connsiteY429" fmla="*/ 482250 h 1972800"/>
              <a:gd name="connsiteX430" fmla="*/ 1688066 w 11362354"/>
              <a:gd name="connsiteY430" fmla="*/ 440432 h 1972800"/>
              <a:gd name="connsiteX431" fmla="*/ 985097 w 11362354"/>
              <a:gd name="connsiteY431" fmla="*/ 440432 h 1972800"/>
              <a:gd name="connsiteX432" fmla="*/ 1469893 w 11362354"/>
              <a:gd name="connsiteY432" fmla="*/ 440432 h 1972800"/>
              <a:gd name="connsiteX433" fmla="*/ 1469893 w 11362354"/>
              <a:gd name="connsiteY433" fmla="*/ 482250 h 1972800"/>
              <a:gd name="connsiteX434" fmla="*/ 985097 w 11362354"/>
              <a:gd name="connsiteY434" fmla="*/ 482250 h 1972800"/>
              <a:gd name="connsiteX435" fmla="*/ 0 w 11362354"/>
              <a:gd name="connsiteY435" fmla="*/ 440432 h 1972800"/>
              <a:gd name="connsiteX436" fmla="*/ 505721 w 11362354"/>
              <a:gd name="connsiteY436" fmla="*/ 440432 h 1972800"/>
              <a:gd name="connsiteX437" fmla="*/ 505721 w 11362354"/>
              <a:gd name="connsiteY437" fmla="*/ 482250 h 1972800"/>
              <a:gd name="connsiteX438" fmla="*/ 0 w 11362354"/>
              <a:gd name="connsiteY438" fmla="*/ 482250 h 1972800"/>
              <a:gd name="connsiteX439" fmla="*/ 4093268 w 11362354"/>
              <a:gd name="connsiteY439" fmla="*/ 440431 h 1972800"/>
              <a:gd name="connsiteX440" fmla="*/ 4597023 w 11362354"/>
              <a:gd name="connsiteY440" fmla="*/ 440431 h 1972800"/>
              <a:gd name="connsiteX441" fmla="*/ 4611768 w 11362354"/>
              <a:gd name="connsiteY441" fmla="*/ 482249 h 1972800"/>
              <a:gd name="connsiteX442" fmla="*/ 4120709 w 11362354"/>
              <a:gd name="connsiteY442" fmla="*/ 482249 h 1972800"/>
              <a:gd name="connsiteX443" fmla="*/ 4093268 w 11362354"/>
              <a:gd name="connsiteY443" fmla="*/ 440431 h 1972800"/>
              <a:gd name="connsiteX444" fmla="*/ 3368371 w 11362354"/>
              <a:gd name="connsiteY444" fmla="*/ 440431 h 1972800"/>
              <a:gd name="connsiteX445" fmla="*/ 3872116 w 11362354"/>
              <a:gd name="connsiteY445" fmla="*/ 440431 h 1972800"/>
              <a:gd name="connsiteX446" fmla="*/ 3844680 w 11362354"/>
              <a:gd name="connsiteY446" fmla="*/ 482249 h 1972800"/>
              <a:gd name="connsiteX447" fmla="*/ 3353616 w 11362354"/>
              <a:gd name="connsiteY447" fmla="*/ 482249 h 1972800"/>
              <a:gd name="connsiteX448" fmla="*/ 3368371 w 11362354"/>
              <a:gd name="connsiteY448" fmla="*/ 440431 h 1972800"/>
              <a:gd name="connsiteX449" fmla="*/ 11223979 w 11362354"/>
              <a:gd name="connsiteY449" fmla="*/ 437563 h 1972800"/>
              <a:gd name="connsiteX450" fmla="*/ 11304274 w 11362354"/>
              <a:gd name="connsiteY450" fmla="*/ 437563 h 1972800"/>
              <a:gd name="connsiteX451" fmla="*/ 11304274 w 11362354"/>
              <a:gd name="connsiteY451" fmla="*/ 487440 h 1972800"/>
              <a:gd name="connsiteX452" fmla="*/ 11274504 w 11362354"/>
              <a:gd name="connsiteY452" fmla="*/ 487440 h 1972800"/>
              <a:gd name="connsiteX453" fmla="*/ 10437485 w 11362354"/>
              <a:gd name="connsiteY453" fmla="*/ 312620 h 1972800"/>
              <a:gd name="connsiteX454" fmla="*/ 11305204 w 11362354"/>
              <a:gd name="connsiteY454" fmla="*/ 312620 h 1972800"/>
              <a:gd name="connsiteX455" fmla="*/ 11305204 w 11362354"/>
              <a:gd name="connsiteY455" fmla="*/ 323517 h 1972800"/>
              <a:gd name="connsiteX456" fmla="*/ 11306110 w 11362354"/>
              <a:gd name="connsiteY456" fmla="*/ 323517 h 1972800"/>
              <a:gd name="connsiteX457" fmla="*/ 11306110 w 11362354"/>
              <a:gd name="connsiteY457" fmla="*/ 351547 h 1972800"/>
              <a:gd name="connsiteX458" fmla="*/ 11306110 w 11362354"/>
              <a:gd name="connsiteY458" fmla="*/ 359098 h 1972800"/>
              <a:gd name="connsiteX459" fmla="*/ 11305204 w 11362354"/>
              <a:gd name="connsiteY459" fmla="*/ 359098 h 1972800"/>
              <a:gd name="connsiteX460" fmla="*/ 11305204 w 11362354"/>
              <a:gd name="connsiteY460" fmla="*/ 363528 h 1972800"/>
              <a:gd name="connsiteX461" fmla="*/ 10423824 w 11362354"/>
              <a:gd name="connsiteY461" fmla="*/ 363528 h 1972800"/>
              <a:gd name="connsiteX462" fmla="*/ 10429797 w 11362354"/>
              <a:gd name="connsiteY462" fmla="*/ 336441 h 1972800"/>
              <a:gd name="connsiteX463" fmla="*/ 9781432 w 11362354"/>
              <a:gd name="connsiteY463" fmla="*/ 312620 h 1972800"/>
              <a:gd name="connsiteX464" fmla="*/ 10286039 w 11362354"/>
              <a:gd name="connsiteY464" fmla="*/ 312620 h 1972800"/>
              <a:gd name="connsiteX465" fmla="*/ 10286039 w 11362354"/>
              <a:gd name="connsiteY465" fmla="*/ 322833 h 1972800"/>
              <a:gd name="connsiteX466" fmla="*/ 10286039 w 11362354"/>
              <a:gd name="connsiteY466" fmla="*/ 358338 h 1972800"/>
              <a:gd name="connsiteX467" fmla="*/ 10286039 w 11362354"/>
              <a:gd name="connsiteY467" fmla="*/ 358339 h 1972800"/>
              <a:gd name="connsiteX468" fmla="*/ 9781432 w 11362354"/>
              <a:gd name="connsiteY468" fmla="*/ 358339 h 1972800"/>
              <a:gd name="connsiteX469" fmla="*/ 9781432 w 11362354"/>
              <a:gd name="connsiteY469" fmla="*/ 358338 h 1972800"/>
              <a:gd name="connsiteX470" fmla="*/ 9781432 w 11362354"/>
              <a:gd name="connsiteY470" fmla="*/ 322833 h 1972800"/>
              <a:gd name="connsiteX471" fmla="*/ 8611213 w 11362354"/>
              <a:gd name="connsiteY471" fmla="*/ 312620 h 1972800"/>
              <a:gd name="connsiteX472" fmla="*/ 9666891 w 11362354"/>
              <a:gd name="connsiteY472" fmla="*/ 312620 h 1972800"/>
              <a:gd name="connsiteX473" fmla="*/ 9666891 w 11362354"/>
              <a:gd name="connsiteY473" fmla="*/ 322833 h 1972800"/>
              <a:gd name="connsiteX474" fmla="*/ 9668568 w 11362354"/>
              <a:gd name="connsiteY474" fmla="*/ 322833 h 1972800"/>
              <a:gd name="connsiteX475" fmla="*/ 9668568 w 11362354"/>
              <a:gd name="connsiteY475" fmla="*/ 358338 h 1972800"/>
              <a:gd name="connsiteX476" fmla="*/ 9666891 w 11362354"/>
              <a:gd name="connsiteY476" fmla="*/ 358338 h 1972800"/>
              <a:gd name="connsiteX477" fmla="*/ 9666891 w 11362354"/>
              <a:gd name="connsiteY477" fmla="*/ 358339 h 1972800"/>
              <a:gd name="connsiteX478" fmla="*/ 8611213 w 11362354"/>
              <a:gd name="connsiteY478" fmla="*/ 358339 h 1972800"/>
              <a:gd name="connsiteX479" fmla="*/ 8037009 w 11362354"/>
              <a:gd name="connsiteY479" fmla="*/ 312620 h 1972800"/>
              <a:gd name="connsiteX480" fmla="*/ 8500026 w 11362354"/>
              <a:gd name="connsiteY480" fmla="*/ 312620 h 1972800"/>
              <a:gd name="connsiteX481" fmla="*/ 8500026 w 11362354"/>
              <a:gd name="connsiteY481" fmla="*/ 322833 h 1972800"/>
              <a:gd name="connsiteX482" fmla="*/ 8501703 w 11362354"/>
              <a:gd name="connsiteY482" fmla="*/ 322833 h 1972800"/>
              <a:gd name="connsiteX483" fmla="*/ 8501703 w 11362354"/>
              <a:gd name="connsiteY483" fmla="*/ 358338 h 1972800"/>
              <a:gd name="connsiteX484" fmla="*/ 8500026 w 11362354"/>
              <a:gd name="connsiteY484" fmla="*/ 358338 h 1972800"/>
              <a:gd name="connsiteX485" fmla="*/ 8500026 w 11362354"/>
              <a:gd name="connsiteY485" fmla="*/ 358339 h 1972800"/>
              <a:gd name="connsiteX486" fmla="*/ 8037009 w 11362354"/>
              <a:gd name="connsiteY486" fmla="*/ 358339 h 1972800"/>
              <a:gd name="connsiteX487" fmla="*/ 7193139 w 11362354"/>
              <a:gd name="connsiteY487" fmla="*/ 312620 h 1972800"/>
              <a:gd name="connsiteX488" fmla="*/ 7812777 w 11362354"/>
              <a:gd name="connsiteY488" fmla="*/ 312620 h 1972800"/>
              <a:gd name="connsiteX489" fmla="*/ 7833342 w 11362354"/>
              <a:gd name="connsiteY489" fmla="*/ 357178 h 1972800"/>
              <a:gd name="connsiteX490" fmla="*/ 7833342 w 11362354"/>
              <a:gd name="connsiteY490" fmla="*/ 357314 h 1972800"/>
              <a:gd name="connsiteX491" fmla="*/ 7833816 w 11362354"/>
              <a:gd name="connsiteY491" fmla="*/ 358338 h 1972800"/>
              <a:gd name="connsiteX492" fmla="*/ 7833342 w 11362354"/>
              <a:gd name="connsiteY492" fmla="*/ 358338 h 1972800"/>
              <a:gd name="connsiteX493" fmla="*/ 7833342 w 11362354"/>
              <a:gd name="connsiteY493" fmla="*/ 358339 h 1972800"/>
              <a:gd name="connsiteX494" fmla="*/ 7193139 w 11362354"/>
              <a:gd name="connsiteY494" fmla="*/ 358339 h 1972800"/>
              <a:gd name="connsiteX495" fmla="*/ 7193139 w 11362354"/>
              <a:gd name="connsiteY495" fmla="*/ 358338 h 1972800"/>
              <a:gd name="connsiteX496" fmla="*/ 7193139 w 11362354"/>
              <a:gd name="connsiteY496" fmla="*/ 322833 h 1972800"/>
              <a:gd name="connsiteX497" fmla="*/ 6184479 w 11362354"/>
              <a:gd name="connsiteY497" fmla="*/ 312620 h 1972800"/>
              <a:gd name="connsiteX498" fmla="*/ 7080274 w 11362354"/>
              <a:gd name="connsiteY498" fmla="*/ 312620 h 1972800"/>
              <a:gd name="connsiteX499" fmla="*/ 7080274 w 11362354"/>
              <a:gd name="connsiteY499" fmla="*/ 322833 h 1972800"/>
              <a:gd name="connsiteX500" fmla="*/ 7080275 w 11362354"/>
              <a:gd name="connsiteY500" fmla="*/ 322833 h 1972800"/>
              <a:gd name="connsiteX501" fmla="*/ 7080275 w 11362354"/>
              <a:gd name="connsiteY501" fmla="*/ 358338 h 1972800"/>
              <a:gd name="connsiteX502" fmla="*/ 7080274 w 11362354"/>
              <a:gd name="connsiteY502" fmla="*/ 358338 h 1972800"/>
              <a:gd name="connsiteX503" fmla="*/ 7080274 w 11362354"/>
              <a:gd name="connsiteY503" fmla="*/ 358339 h 1972800"/>
              <a:gd name="connsiteX504" fmla="*/ 6184479 w 11362354"/>
              <a:gd name="connsiteY504" fmla="*/ 358339 h 1972800"/>
              <a:gd name="connsiteX505" fmla="*/ 5574793 w 11362354"/>
              <a:gd name="connsiteY505" fmla="*/ 312620 h 1972800"/>
              <a:gd name="connsiteX506" fmla="*/ 6073294 w 11362354"/>
              <a:gd name="connsiteY506" fmla="*/ 312620 h 1972800"/>
              <a:gd name="connsiteX507" fmla="*/ 6073294 w 11362354"/>
              <a:gd name="connsiteY507" fmla="*/ 322833 h 1972800"/>
              <a:gd name="connsiteX508" fmla="*/ 6073294 w 11362354"/>
              <a:gd name="connsiteY508" fmla="*/ 358338 h 1972800"/>
              <a:gd name="connsiteX509" fmla="*/ 6073294 w 11362354"/>
              <a:gd name="connsiteY509" fmla="*/ 358339 h 1972800"/>
              <a:gd name="connsiteX510" fmla="*/ 5574793 w 11362354"/>
              <a:gd name="connsiteY510" fmla="*/ 358339 h 1972800"/>
              <a:gd name="connsiteX511" fmla="*/ 5574793 w 11362354"/>
              <a:gd name="connsiteY511" fmla="*/ 358338 h 1972800"/>
              <a:gd name="connsiteX512" fmla="*/ 5574793 w 11362354"/>
              <a:gd name="connsiteY512" fmla="*/ 322833 h 1972800"/>
              <a:gd name="connsiteX513" fmla="*/ 4792811 w 11362354"/>
              <a:gd name="connsiteY513" fmla="*/ 312620 h 1972800"/>
              <a:gd name="connsiteX514" fmla="*/ 5291307 w 11362354"/>
              <a:gd name="connsiteY514" fmla="*/ 312620 h 1972800"/>
              <a:gd name="connsiteX515" fmla="*/ 5291307 w 11362354"/>
              <a:gd name="connsiteY515" fmla="*/ 322833 h 1972800"/>
              <a:gd name="connsiteX516" fmla="*/ 5291307 w 11362354"/>
              <a:gd name="connsiteY516" fmla="*/ 358338 h 1972800"/>
              <a:gd name="connsiteX517" fmla="*/ 5291307 w 11362354"/>
              <a:gd name="connsiteY517" fmla="*/ 358339 h 1972800"/>
              <a:gd name="connsiteX518" fmla="*/ 4792811 w 11362354"/>
              <a:gd name="connsiteY518" fmla="*/ 358339 h 1972800"/>
              <a:gd name="connsiteX519" fmla="*/ 4792811 w 11362354"/>
              <a:gd name="connsiteY519" fmla="*/ 358338 h 1972800"/>
              <a:gd name="connsiteX520" fmla="*/ 4792811 w 11362354"/>
              <a:gd name="connsiteY520" fmla="*/ 322833 h 1972800"/>
              <a:gd name="connsiteX521" fmla="*/ 2285298 w 11362354"/>
              <a:gd name="connsiteY521" fmla="*/ 312620 h 1972800"/>
              <a:gd name="connsiteX522" fmla="*/ 3183254 w 11362354"/>
              <a:gd name="connsiteY522" fmla="*/ 312620 h 1972800"/>
              <a:gd name="connsiteX523" fmla="*/ 3183254 w 11362354"/>
              <a:gd name="connsiteY523" fmla="*/ 322833 h 1972800"/>
              <a:gd name="connsiteX524" fmla="*/ 3183254 w 11362354"/>
              <a:gd name="connsiteY524" fmla="*/ 358338 h 1972800"/>
              <a:gd name="connsiteX525" fmla="*/ 3183254 w 11362354"/>
              <a:gd name="connsiteY525" fmla="*/ 358339 h 1972800"/>
              <a:gd name="connsiteX526" fmla="*/ 2285298 w 11362354"/>
              <a:gd name="connsiteY526" fmla="*/ 358339 h 1972800"/>
              <a:gd name="connsiteX527" fmla="*/ 2285298 w 11362354"/>
              <a:gd name="connsiteY527" fmla="*/ 358338 h 1972800"/>
              <a:gd name="connsiteX528" fmla="*/ 2285298 w 11362354"/>
              <a:gd name="connsiteY528" fmla="*/ 322833 h 1972800"/>
              <a:gd name="connsiteX529" fmla="*/ 985097 w 11362354"/>
              <a:gd name="connsiteY529" fmla="*/ 312620 h 1972800"/>
              <a:gd name="connsiteX530" fmla="*/ 2135110 w 11362354"/>
              <a:gd name="connsiteY530" fmla="*/ 312620 h 1972800"/>
              <a:gd name="connsiteX531" fmla="*/ 2148730 w 11362354"/>
              <a:gd name="connsiteY531" fmla="*/ 358335 h 1972800"/>
              <a:gd name="connsiteX532" fmla="*/ 2148731 w 11362354"/>
              <a:gd name="connsiteY532" fmla="*/ 358338 h 1972800"/>
              <a:gd name="connsiteX533" fmla="*/ 2148731 w 11362354"/>
              <a:gd name="connsiteY533" fmla="*/ 358339 h 1972800"/>
              <a:gd name="connsiteX534" fmla="*/ 985097 w 11362354"/>
              <a:gd name="connsiteY534" fmla="*/ 358339 h 1972800"/>
              <a:gd name="connsiteX535" fmla="*/ 985097 w 11362354"/>
              <a:gd name="connsiteY535" fmla="*/ 358338 h 1972800"/>
              <a:gd name="connsiteX536" fmla="*/ 985097 w 11362354"/>
              <a:gd name="connsiteY536" fmla="*/ 322833 h 1972800"/>
              <a:gd name="connsiteX537" fmla="*/ 0 w 11362354"/>
              <a:gd name="connsiteY537" fmla="*/ 312620 h 1972800"/>
              <a:gd name="connsiteX538" fmla="*/ 877145 w 11362354"/>
              <a:gd name="connsiteY538" fmla="*/ 312620 h 1972800"/>
              <a:gd name="connsiteX539" fmla="*/ 877145 w 11362354"/>
              <a:gd name="connsiteY539" fmla="*/ 322833 h 1972800"/>
              <a:gd name="connsiteX540" fmla="*/ 877145 w 11362354"/>
              <a:gd name="connsiteY540" fmla="*/ 358338 h 1972800"/>
              <a:gd name="connsiteX541" fmla="*/ 877145 w 11362354"/>
              <a:gd name="connsiteY541" fmla="*/ 358339 h 1972800"/>
              <a:gd name="connsiteX542" fmla="*/ 0 w 11362354"/>
              <a:gd name="connsiteY542" fmla="*/ 358339 h 1972800"/>
              <a:gd name="connsiteX543" fmla="*/ 0 w 11362354"/>
              <a:gd name="connsiteY543" fmla="*/ 358338 h 1972800"/>
              <a:gd name="connsiteX544" fmla="*/ 0 w 11362354"/>
              <a:gd name="connsiteY544" fmla="*/ 322833 h 1972800"/>
              <a:gd name="connsiteX545" fmla="*/ 3426524 w 11362354"/>
              <a:gd name="connsiteY545" fmla="*/ 311140 h 1972800"/>
              <a:gd name="connsiteX546" fmla="*/ 4541246 w 11362354"/>
              <a:gd name="connsiteY546" fmla="*/ 311140 h 1972800"/>
              <a:gd name="connsiteX547" fmla="*/ 4565836 w 11362354"/>
              <a:gd name="connsiteY547" fmla="*/ 363528 h 1972800"/>
              <a:gd name="connsiteX548" fmla="*/ 3720591 w 11362354"/>
              <a:gd name="connsiteY548" fmla="*/ 363528 h 1972800"/>
              <a:gd name="connsiteX549" fmla="*/ 3720591 w 11362354"/>
              <a:gd name="connsiteY549" fmla="*/ 361147 h 1972800"/>
              <a:gd name="connsiteX550" fmla="*/ 3403052 w 11362354"/>
              <a:gd name="connsiteY550" fmla="*/ 361147 h 1972800"/>
              <a:gd name="connsiteX551" fmla="*/ 10479636 w 11362354"/>
              <a:gd name="connsiteY551" fmla="*/ 204267 h 1972800"/>
              <a:gd name="connsiteX552" fmla="*/ 10671926 w 11362354"/>
              <a:gd name="connsiteY552" fmla="*/ 204267 h 1972800"/>
              <a:gd name="connsiteX553" fmla="*/ 11306110 w 11362354"/>
              <a:gd name="connsiteY553" fmla="*/ 204267 h 1972800"/>
              <a:gd name="connsiteX554" fmla="*/ 11306110 w 11362354"/>
              <a:gd name="connsiteY554" fmla="*/ 241250 h 1972800"/>
              <a:gd name="connsiteX555" fmla="*/ 10671926 w 11362354"/>
              <a:gd name="connsiteY555" fmla="*/ 241250 h 1972800"/>
              <a:gd name="connsiteX556" fmla="*/ 10463420 w 11362354"/>
              <a:gd name="connsiteY556" fmla="*/ 241250 h 1972800"/>
              <a:gd name="connsiteX557" fmla="*/ 9781432 w 11362354"/>
              <a:gd name="connsiteY557" fmla="*/ 203834 h 1972800"/>
              <a:gd name="connsiteX558" fmla="*/ 10286039 w 11362354"/>
              <a:gd name="connsiteY558" fmla="*/ 203834 h 1972800"/>
              <a:gd name="connsiteX559" fmla="*/ 10286039 w 11362354"/>
              <a:gd name="connsiteY559" fmla="*/ 240739 h 1972800"/>
              <a:gd name="connsiteX560" fmla="*/ 9781432 w 11362354"/>
              <a:gd name="connsiteY560" fmla="*/ 240739 h 1972800"/>
              <a:gd name="connsiteX561" fmla="*/ 8612890 w 11362354"/>
              <a:gd name="connsiteY561" fmla="*/ 203834 h 1972800"/>
              <a:gd name="connsiteX562" fmla="*/ 9668568 w 11362354"/>
              <a:gd name="connsiteY562" fmla="*/ 203834 h 1972800"/>
              <a:gd name="connsiteX563" fmla="*/ 9668568 w 11362354"/>
              <a:gd name="connsiteY563" fmla="*/ 240739 h 1972800"/>
              <a:gd name="connsiteX564" fmla="*/ 8612890 w 11362354"/>
              <a:gd name="connsiteY564" fmla="*/ 240739 h 1972800"/>
              <a:gd name="connsiteX565" fmla="*/ 8042875 w 11362354"/>
              <a:gd name="connsiteY565" fmla="*/ 203834 h 1972800"/>
              <a:gd name="connsiteX566" fmla="*/ 8501703 w 11362354"/>
              <a:gd name="connsiteY566" fmla="*/ 203834 h 1972800"/>
              <a:gd name="connsiteX567" fmla="*/ 8501703 w 11362354"/>
              <a:gd name="connsiteY567" fmla="*/ 240739 h 1972800"/>
              <a:gd name="connsiteX568" fmla="*/ 8042875 w 11362354"/>
              <a:gd name="connsiteY568" fmla="*/ 240739 h 1972800"/>
              <a:gd name="connsiteX569" fmla="*/ 7193139 w 11362354"/>
              <a:gd name="connsiteY569" fmla="*/ 203834 h 1972800"/>
              <a:gd name="connsiteX570" fmla="*/ 7762309 w 11362354"/>
              <a:gd name="connsiteY570" fmla="*/ 203834 h 1972800"/>
              <a:gd name="connsiteX571" fmla="*/ 7779389 w 11362354"/>
              <a:gd name="connsiteY571" fmla="*/ 240739 h 1972800"/>
              <a:gd name="connsiteX572" fmla="*/ 7193139 w 11362354"/>
              <a:gd name="connsiteY572" fmla="*/ 240739 h 1972800"/>
              <a:gd name="connsiteX573" fmla="*/ 6188669 w 11362354"/>
              <a:gd name="connsiteY573" fmla="*/ 203834 h 1972800"/>
              <a:gd name="connsiteX574" fmla="*/ 7080275 w 11362354"/>
              <a:gd name="connsiteY574" fmla="*/ 203834 h 1972800"/>
              <a:gd name="connsiteX575" fmla="*/ 7080275 w 11362354"/>
              <a:gd name="connsiteY575" fmla="*/ 240739 h 1972800"/>
              <a:gd name="connsiteX576" fmla="*/ 6188669 w 11362354"/>
              <a:gd name="connsiteY576" fmla="*/ 240739 h 1972800"/>
              <a:gd name="connsiteX577" fmla="*/ 5574793 w 11362354"/>
              <a:gd name="connsiteY577" fmla="*/ 203834 h 1972800"/>
              <a:gd name="connsiteX578" fmla="*/ 6073294 w 11362354"/>
              <a:gd name="connsiteY578" fmla="*/ 203834 h 1972800"/>
              <a:gd name="connsiteX579" fmla="*/ 6073294 w 11362354"/>
              <a:gd name="connsiteY579" fmla="*/ 240739 h 1972800"/>
              <a:gd name="connsiteX580" fmla="*/ 5574793 w 11362354"/>
              <a:gd name="connsiteY580" fmla="*/ 240739 h 1972800"/>
              <a:gd name="connsiteX581" fmla="*/ 4792811 w 11362354"/>
              <a:gd name="connsiteY581" fmla="*/ 203834 h 1972800"/>
              <a:gd name="connsiteX582" fmla="*/ 5291307 w 11362354"/>
              <a:gd name="connsiteY582" fmla="*/ 203834 h 1972800"/>
              <a:gd name="connsiteX583" fmla="*/ 5291307 w 11362354"/>
              <a:gd name="connsiteY583" fmla="*/ 240739 h 1972800"/>
              <a:gd name="connsiteX584" fmla="*/ 4792811 w 11362354"/>
              <a:gd name="connsiteY584" fmla="*/ 240739 h 1972800"/>
              <a:gd name="connsiteX585" fmla="*/ 2285298 w 11362354"/>
              <a:gd name="connsiteY585" fmla="*/ 203834 h 1972800"/>
              <a:gd name="connsiteX586" fmla="*/ 3183254 w 11362354"/>
              <a:gd name="connsiteY586" fmla="*/ 203834 h 1972800"/>
              <a:gd name="connsiteX587" fmla="*/ 3183254 w 11362354"/>
              <a:gd name="connsiteY587" fmla="*/ 240739 h 1972800"/>
              <a:gd name="connsiteX588" fmla="*/ 2285298 w 11362354"/>
              <a:gd name="connsiteY588" fmla="*/ 240739 h 1972800"/>
              <a:gd name="connsiteX589" fmla="*/ 985097 w 11362354"/>
              <a:gd name="connsiteY589" fmla="*/ 203834 h 1972800"/>
              <a:gd name="connsiteX590" fmla="*/ 2069184 w 11362354"/>
              <a:gd name="connsiteY590" fmla="*/ 203834 h 1972800"/>
              <a:gd name="connsiteX591" fmla="*/ 2093941 w 11362354"/>
              <a:gd name="connsiteY591" fmla="*/ 240739 h 1972800"/>
              <a:gd name="connsiteX592" fmla="*/ 985097 w 11362354"/>
              <a:gd name="connsiteY592" fmla="*/ 240739 h 1972800"/>
              <a:gd name="connsiteX593" fmla="*/ 0 w 11362354"/>
              <a:gd name="connsiteY593" fmla="*/ 203834 h 1972800"/>
              <a:gd name="connsiteX594" fmla="*/ 877145 w 11362354"/>
              <a:gd name="connsiteY594" fmla="*/ 203834 h 1972800"/>
              <a:gd name="connsiteX595" fmla="*/ 877145 w 11362354"/>
              <a:gd name="connsiteY595" fmla="*/ 240739 h 1972800"/>
              <a:gd name="connsiteX596" fmla="*/ 0 w 11362354"/>
              <a:gd name="connsiteY596" fmla="*/ 240739 h 1972800"/>
              <a:gd name="connsiteX597" fmla="*/ 3491565 w 11362354"/>
              <a:gd name="connsiteY597" fmla="*/ 203833 h 1972800"/>
              <a:gd name="connsiteX598" fmla="*/ 4473824 w 11362354"/>
              <a:gd name="connsiteY598" fmla="*/ 203833 h 1972800"/>
              <a:gd name="connsiteX599" fmla="*/ 4499119 w 11362354"/>
              <a:gd name="connsiteY599" fmla="*/ 240738 h 1972800"/>
              <a:gd name="connsiteX600" fmla="*/ 3466269 w 11362354"/>
              <a:gd name="connsiteY600" fmla="*/ 240738 h 1972800"/>
              <a:gd name="connsiteX601" fmla="*/ 3491565 w 11362354"/>
              <a:gd name="connsiteY601" fmla="*/ 203833 h 1972800"/>
              <a:gd name="connsiteX602" fmla="*/ 10550205 w 11362354"/>
              <a:gd name="connsiteY602" fmla="*/ 96959 h 1972800"/>
              <a:gd name="connsiteX603" fmla="*/ 10671926 w 11362354"/>
              <a:gd name="connsiteY603" fmla="*/ 96959 h 1972800"/>
              <a:gd name="connsiteX604" fmla="*/ 11306110 w 11362354"/>
              <a:gd name="connsiteY604" fmla="*/ 96959 h 1972800"/>
              <a:gd name="connsiteX605" fmla="*/ 11306110 w 11362354"/>
              <a:gd name="connsiteY605" fmla="*/ 121993 h 1972800"/>
              <a:gd name="connsiteX606" fmla="*/ 10671926 w 11362354"/>
              <a:gd name="connsiteY606" fmla="*/ 121993 h 1972800"/>
              <a:gd name="connsiteX607" fmla="*/ 10531544 w 11362354"/>
              <a:gd name="connsiteY607" fmla="*/ 121993 h 1972800"/>
              <a:gd name="connsiteX608" fmla="*/ 9781432 w 11362354"/>
              <a:gd name="connsiteY608" fmla="*/ 96753 h 1972800"/>
              <a:gd name="connsiteX609" fmla="*/ 10286039 w 11362354"/>
              <a:gd name="connsiteY609" fmla="*/ 96753 h 1972800"/>
              <a:gd name="connsiteX610" fmla="*/ 10286039 w 11362354"/>
              <a:gd name="connsiteY610" fmla="*/ 121735 h 1972800"/>
              <a:gd name="connsiteX611" fmla="*/ 9781432 w 11362354"/>
              <a:gd name="connsiteY611" fmla="*/ 121735 h 1972800"/>
              <a:gd name="connsiteX612" fmla="*/ 8612890 w 11362354"/>
              <a:gd name="connsiteY612" fmla="*/ 96753 h 1972800"/>
              <a:gd name="connsiteX613" fmla="*/ 9668568 w 11362354"/>
              <a:gd name="connsiteY613" fmla="*/ 96753 h 1972800"/>
              <a:gd name="connsiteX614" fmla="*/ 9668568 w 11362354"/>
              <a:gd name="connsiteY614" fmla="*/ 121735 h 1972800"/>
              <a:gd name="connsiteX615" fmla="*/ 8612890 w 11362354"/>
              <a:gd name="connsiteY615" fmla="*/ 121735 h 1972800"/>
              <a:gd name="connsiteX616" fmla="*/ 8042875 w 11362354"/>
              <a:gd name="connsiteY616" fmla="*/ 96753 h 1972800"/>
              <a:gd name="connsiteX617" fmla="*/ 8501703 w 11362354"/>
              <a:gd name="connsiteY617" fmla="*/ 96753 h 1972800"/>
              <a:gd name="connsiteX618" fmla="*/ 8501703 w 11362354"/>
              <a:gd name="connsiteY618" fmla="*/ 121735 h 1972800"/>
              <a:gd name="connsiteX619" fmla="*/ 8042875 w 11362354"/>
              <a:gd name="connsiteY619" fmla="*/ 121735 h 1972800"/>
              <a:gd name="connsiteX620" fmla="*/ 7193139 w 11362354"/>
              <a:gd name="connsiteY620" fmla="*/ 96753 h 1972800"/>
              <a:gd name="connsiteX621" fmla="*/ 7712749 w 11362354"/>
              <a:gd name="connsiteY621" fmla="*/ 96753 h 1972800"/>
              <a:gd name="connsiteX622" fmla="*/ 7724312 w 11362354"/>
              <a:gd name="connsiteY622" fmla="*/ 121735 h 1972800"/>
              <a:gd name="connsiteX623" fmla="*/ 7193139 w 11362354"/>
              <a:gd name="connsiteY623" fmla="*/ 121735 h 1972800"/>
              <a:gd name="connsiteX624" fmla="*/ 6188669 w 11362354"/>
              <a:gd name="connsiteY624" fmla="*/ 96753 h 1972800"/>
              <a:gd name="connsiteX625" fmla="*/ 7080275 w 11362354"/>
              <a:gd name="connsiteY625" fmla="*/ 96753 h 1972800"/>
              <a:gd name="connsiteX626" fmla="*/ 7080275 w 11362354"/>
              <a:gd name="connsiteY626" fmla="*/ 121735 h 1972800"/>
              <a:gd name="connsiteX627" fmla="*/ 6188669 w 11362354"/>
              <a:gd name="connsiteY627" fmla="*/ 121735 h 1972800"/>
              <a:gd name="connsiteX628" fmla="*/ 5574793 w 11362354"/>
              <a:gd name="connsiteY628" fmla="*/ 96753 h 1972800"/>
              <a:gd name="connsiteX629" fmla="*/ 6073294 w 11362354"/>
              <a:gd name="connsiteY629" fmla="*/ 96753 h 1972800"/>
              <a:gd name="connsiteX630" fmla="*/ 6073294 w 11362354"/>
              <a:gd name="connsiteY630" fmla="*/ 121735 h 1972800"/>
              <a:gd name="connsiteX631" fmla="*/ 5574793 w 11362354"/>
              <a:gd name="connsiteY631" fmla="*/ 121735 h 1972800"/>
              <a:gd name="connsiteX632" fmla="*/ 4792811 w 11362354"/>
              <a:gd name="connsiteY632" fmla="*/ 96753 h 1972800"/>
              <a:gd name="connsiteX633" fmla="*/ 5291307 w 11362354"/>
              <a:gd name="connsiteY633" fmla="*/ 96753 h 1972800"/>
              <a:gd name="connsiteX634" fmla="*/ 5291307 w 11362354"/>
              <a:gd name="connsiteY634" fmla="*/ 121735 h 1972800"/>
              <a:gd name="connsiteX635" fmla="*/ 4792811 w 11362354"/>
              <a:gd name="connsiteY635" fmla="*/ 121735 h 1972800"/>
              <a:gd name="connsiteX636" fmla="*/ 2285298 w 11362354"/>
              <a:gd name="connsiteY636" fmla="*/ 96753 h 1972800"/>
              <a:gd name="connsiteX637" fmla="*/ 3183254 w 11362354"/>
              <a:gd name="connsiteY637" fmla="*/ 96753 h 1972800"/>
              <a:gd name="connsiteX638" fmla="*/ 3183254 w 11362354"/>
              <a:gd name="connsiteY638" fmla="*/ 121735 h 1972800"/>
              <a:gd name="connsiteX639" fmla="*/ 2285298 w 11362354"/>
              <a:gd name="connsiteY639" fmla="*/ 121735 h 1972800"/>
              <a:gd name="connsiteX640" fmla="*/ 985097 w 11362354"/>
              <a:gd name="connsiteY640" fmla="*/ 96753 h 1972800"/>
              <a:gd name="connsiteX641" fmla="*/ 1978552 w 11362354"/>
              <a:gd name="connsiteY641" fmla="*/ 96753 h 1972800"/>
              <a:gd name="connsiteX642" fmla="*/ 2002599 w 11362354"/>
              <a:gd name="connsiteY642" fmla="*/ 121735 h 1972800"/>
              <a:gd name="connsiteX643" fmla="*/ 985097 w 11362354"/>
              <a:gd name="connsiteY643" fmla="*/ 121735 h 1972800"/>
              <a:gd name="connsiteX644" fmla="*/ 0 w 11362354"/>
              <a:gd name="connsiteY644" fmla="*/ 96753 h 1972800"/>
              <a:gd name="connsiteX645" fmla="*/ 877145 w 11362354"/>
              <a:gd name="connsiteY645" fmla="*/ 96753 h 1972800"/>
              <a:gd name="connsiteX646" fmla="*/ 877145 w 11362354"/>
              <a:gd name="connsiteY646" fmla="*/ 121735 h 1972800"/>
              <a:gd name="connsiteX647" fmla="*/ 0 w 11362354"/>
              <a:gd name="connsiteY647" fmla="*/ 121735 h 1972800"/>
              <a:gd name="connsiteX648" fmla="*/ 3581580 w 11362354"/>
              <a:gd name="connsiteY648" fmla="*/ 96752 h 1972800"/>
              <a:gd name="connsiteX649" fmla="*/ 4383809 w 11362354"/>
              <a:gd name="connsiteY649" fmla="*/ 96752 h 1972800"/>
              <a:gd name="connsiteX650" fmla="*/ 4407456 w 11362354"/>
              <a:gd name="connsiteY650" fmla="*/ 121734 h 1972800"/>
              <a:gd name="connsiteX651" fmla="*/ 3557933 w 11362354"/>
              <a:gd name="connsiteY651" fmla="*/ 121734 h 1972800"/>
              <a:gd name="connsiteX652" fmla="*/ 3581580 w 11362354"/>
              <a:gd name="connsiteY652" fmla="*/ 96752 h 1972800"/>
              <a:gd name="connsiteX653" fmla="*/ 10683999 w 11362354"/>
              <a:gd name="connsiteY653" fmla="*/ 1 h 1972800"/>
              <a:gd name="connsiteX654" fmla="*/ 10743787 w 11362354"/>
              <a:gd name="connsiteY654" fmla="*/ 1 h 1972800"/>
              <a:gd name="connsiteX655" fmla="*/ 10800434 w 11362354"/>
              <a:gd name="connsiteY655" fmla="*/ 2849 h 1972800"/>
              <a:gd name="connsiteX656" fmla="*/ 10800434 w 11362354"/>
              <a:gd name="connsiteY656" fmla="*/ 1 h 1972800"/>
              <a:gd name="connsiteX657" fmla="*/ 11306110 w 11362354"/>
              <a:gd name="connsiteY657" fmla="*/ 1 h 1972800"/>
              <a:gd name="connsiteX658" fmla="*/ 11306110 w 11362354"/>
              <a:gd name="connsiteY658" fmla="*/ 14690 h 1972800"/>
              <a:gd name="connsiteX659" fmla="*/ 10671926 w 11362354"/>
              <a:gd name="connsiteY659" fmla="*/ 14690 h 1972800"/>
              <a:gd name="connsiteX660" fmla="*/ 10634292 w 11362354"/>
              <a:gd name="connsiteY660" fmla="*/ 14690 h 1972800"/>
              <a:gd name="connsiteX661" fmla="*/ 10646512 w 11362354"/>
              <a:gd name="connsiteY661" fmla="*/ 4251 h 1972800"/>
              <a:gd name="connsiteX662" fmla="*/ 10646512 w 11362354"/>
              <a:gd name="connsiteY662" fmla="*/ 2687 h 1972800"/>
              <a:gd name="connsiteX663" fmla="*/ 10671926 w 11362354"/>
              <a:gd name="connsiteY663" fmla="*/ 1221 h 1972800"/>
              <a:gd name="connsiteX664" fmla="*/ 10671926 w 11362354"/>
              <a:gd name="connsiteY664" fmla="*/ 697 h 1972800"/>
              <a:gd name="connsiteX665" fmla="*/ 9781432 w 11362354"/>
              <a:gd name="connsiteY665" fmla="*/ 1 h 1972800"/>
              <a:gd name="connsiteX666" fmla="*/ 10286039 w 11362354"/>
              <a:gd name="connsiteY666" fmla="*/ 1 h 1972800"/>
              <a:gd name="connsiteX667" fmla="*/ 10286039 w 11362354"/>
              <a:gd name="connsiteY667" fmla="*/ 14659 h 1972800"/>
              <a:gd name="connsiteX668" fmla="*/ 9781432 w 11362354"/>
              <a:gd name="connsiteY668" fmla="*/ 14659 h 1972800"/>
              <a:gd name="connsiteX669" fmla="*/ 8612890 w 11362354"/>
              <a:gd name="connsiteY669" fmla="*/ 1 h 1972800"/>
              <a:gd name="connsiteX670" fmla="*/ 9668568 w 11362354"/>
              <a:gd name="connsiteY670" fmla="*/ 1 h 1972800"/>
              <a:gd name="connsiteX671" fmla="*/ 9668568 w 11362354"/>
              <a:gd name="connsiteY671" fmla="*/ 14659 h 1972800"/>
              <a:gd name="connsiteX672" fmla="*/ 8612890 w 11362354"/>
              <a:gd name="connsiteY672" fmla="*/ 14659 h 1972800"/>
              <a:gd name="connsiteX673" fmla="*/ 8042875 w 11362354"/>
              <a:gd name="connsiteY673" fmla="*/ 1 h 1972800"/>
              <a:gd name="connsiteX674" fmla="*/ 8501703 w 11362354"/>
              <a:gd name="connsiteY674" fmla="*/ 1 h 1972800"/>
              <a:gd name="connsiteX675" fmla="*/ 8501703 w 11362354"/>
              <a:gd name="connsiteY675" fmla="*/ 14659 h 1972800"/>
              <a:gd name="connsiteX676" fmla="*/ 8042875 w 11362354"/>
              <a:gd name="connsiteY676" fmla="*/ 14659 h 1972800"/>
              <a:gd name="connsiteX677" fmla="*/ 7193139 w 11362354"/>
              <a:gd name="connsiteY677" fmla="*/ 1 h 1972800"/>
              <a:gd name="connsiteX678" fmla="*/ 7667970 w 11362354"/>
              <a:gd name="connsiteY678" fmla="*/ 1 h 1972800"/>
              <a:gd name="connsiteX679" fmla="*/ 7674758 w 11362354"/>
              <a:gd name="connsiteY679" fmla="*/ 14659 h 1972800"/>
              <a:gd name="connsiteX680" fmla="*/ 7193139 w 11362354"/>
              <a:gd name="connsiteY680" fmla="*/ 14659 h 1972800"/>
              <a:gd name="connsiteX681" fmla="*/ 6188669 w 11362354"/>
              <a:gd name="connsiteY681" fmla="*/ 1 h 1972800"/>
              <a:gd name="connsiteX682" fmla="*/ 7080275 w 11362354"/>
              <a:gd name="connsiteY682" fmla="*/ 1 h 1972800"/>
              <a:gd name="connsiteX683" fmla="*/ 7080275 w 11362354"/>
              <a:gd name="connsiteY683" fmla="*/ 14659 h 1972800"/>
              <a:gd name="connsiteX684" fmla="*/ 6188669 w 11362354"/>
              <a:gd name="connsiteY684" fmla="*/ 14659 h 1972800"/>
              <a:gd name="connsiteX685" fmla="*/ 5574793 w 11362354"/>
              <a:gd name="connsiteY685" fmla="*/ 1 h 1972800"/>
              <a:gd name="connsiteX686" fmla="*/ 6073294 w 11362354"/>
              <a:gd name="connsiteY686" fmla="*/ 1 h 1972800"/>
              <a:gd name="connsiteX687" fmla="*/ 6073294 w 11362354"/>
              <a:gd name="connsiteY687" fmla="*/ 14659 h 1972800"/>
              <a:gd name="connsiteX688" fmla="*/ 5574793 w 11362354"/>
              <a:gd name="connsiteY688" fmla="*/ 14659 h 1972800"/>
              <a:gd name="connsiteX689" fmla="*/ 4792811 w 11362354"/>
              <a:gd name="connsiteY689" fmla="*/ 1 h 1972800"/>
              <a:gd name="connsiteX690" fmla="*/ 5291307 w 11362354"/>
              <a:gd name="connsiteY690" fmla="*/ 1 h 1972800"/>
              <a:gd name="connsiteX691" fmla="*/ 5291307 w 11362354"/>
              <a:gd name="connsiteY691" fmla="*/ 14659 h 1972800"/>
              <a:gd name="connsiteX692" fmla="*/ 4792811 w 11362354"/>
              <a:gd name="connsiteY692" fmla="*/ 14659 h 1972800"/>
              <a:gd name="connsiteX693" fmla="*/ 2285298 w 11362354"/>
              <a:gd name="connsiteY693" fmla="*/ 1 h 1972800"/>
              <a:gd name="connsiteX694" fmla="*/ 3183254 w 11362354"/>
              <a:gd name="connsiteY694" fmla="*/ 1 h 1972800"/>
              <a:gd name="connsiteX695" fmla="*/ 3183254 w 11362354"/>
              <a:gd name="connsiteY695" fmla="*/ 14659 h 1972800"/>
              <a:gd name="connsiteX696" fmla="*/ 2285298 w 11362354"/>
              <a:gd name="connsiteY696" fmla="*/ 14659 h 1972800"/>
              <a:gd name="connsiteX697" fmla="*/ 985097 w 11362354"/>
              <a:gd name="connsiteY697" fmla="*/ 1 h 1972800"/>
              <a:gd name="connsiteX698" fmla="*/ 1846470 w 11362354"/>
              <a:gd name="connsiteY698" fmla="*/ 1 h 1972800"/>
              <a:gd name="connsiteX699" fmla="*/ 1869376 w 11362354"/>
              <a:gd name="connsiteY699" fmla="*/ 14659 h 1972800"/>
              <a:gd name="connsiteX700" fmla="*/ 985097 w 11362354"/>
              <a:gd name="connsiteY700" fmla="*/ 14659 h 1972800"/>
              <a:gd name="connsiteX701" fmla="*/ 0 w 11362354"/>
              <a:gd name="connsiteY701" fmla="*/ 1 h 1972800"/>
              <a:gd name="connsiteX702" fmla="*/ 877145 w 11362354"/>
              <a:gd name="connsiteY702" fmla="*/ 1 h 1972800"/>
              <a:gd name="connsiteX703" fmla="*/ 877145 w 11362354"/>
              <a:gd name="connsiteY703" fmla="*/ 14659 h 1972800"/>
              <a:gd name="connsiteX704" fmla="*/ 0 w 11362354"/>
              <a:gd name="connsiteY704" fmla="*/ 14659 h 1972800"/>
              <a:gd name="connsiteX705" fmla="*/ 3702830 w 11362354"/>
              <a:gd name="connsiteY705" fmla="*/ 0 h 1972800"/>
              <a:gd name="connsiteX706" fmla="*/ 4262563 w 11362354"/>
              <a:gd name="connsiteY706" fmla="*/ 0 h 1972800"/>
              <a:gd name="connsiteX707" fmla="*/ 4284257 w 11362354"/>
              <a:gd name="connsiteY707" fmla="*/ 14658 h 1972800"/>
              <a:gd name="connsiteX708" fmla="*/ 3681132 w 11362354"/>
              <a:gd name="connsiteY708" fmla="*/ 14658 h 1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</a:cxnLst>
            <a:rect l="l" t="t" r="r" b="b"/>
            <a:pathLst>
              <a:path w="11362354" h="1972800">
                <a:moveTo>
                  <a:pt x="4196821" y="1846406"/>
                </a:moveTo>
                <a:lnTo>
                  <a:pt x="4515841" y="1846406"/>
                </a:lnTo>
                <a:lnTo>
                  <a:pt x="4302401" y="1972800"/>
                </a:lnTo>
                <a:lnTo>
                  <a:pt x="4276590" y="1972800"/>
                </a:lnTo>
                <a:close/>
                <a:moveTo>
                  <a:pt x="10408772" y="1547682"/>
                </a:moveTo>
                <a:lnTo>
                  <a:pt x="11236685" y="1547682"/>
                </a:lnTo>
                <a:cubicBezTo>
                  <a:pt x="11178355" y="1621090"/>
                  <a:pt x="11101638" y="1688425"/>
                  <a:pt x="11013744" y="1726479"/>
                </a:cubicBezTo>
                <a:cubicBezTo>
                  <a:pt x="10916839" y="1760403"/>
                  <a:pt x="10802883" y="1780105"/>
                  <a:pt x="10702056" y="1776200"/>
                </a:cubicBezTo>
                <a:cubicBezTo>
                  <a:pt x="10601227" y="1772294"/>
                  <a:pt x="10494409" y="1740125"/>
                  <a:pt x="10408772" y="1703049"/>
                </a:cubicBezTo>
                <a:close/>
                <a:moveTo>
                  <a:pt x="9781432" y="1544408"/>
                </a:moveTo>
                <a:lnTo>
                  <a:pt x="10286039" y="1544408"/>
                </a:lnTo>
                <a:lnTo>
                  <a:pt x="10286039" y="1763438"/>
                </a:lnTo>
                <a:lnTo>
                  <a:pt x="9781432" y="1763438"/>
                </a:lnTo>
                <a:close/>
                <a:moveTo>
                  <a:pt x="8877431" y="1544408"/>
                </a:moveTo>
                <a:lnTo>
                  <a:pt x="9382033" y="1544408"/>
                </a:lnTo>
                <a:lnTo>
                  <a:pt x="9382033" y="1763438"/>
                </a:lnTo>
                <a:lnTo>
                  <a:pt x="8877431" y="1763438"/>
                </a:lnTo>
                <a:close/>
                <a:moveTo>
                  <a:pt x="7955283" y="1544408"/>
                </a:moveTo>
                <a:lnTo>
                  <a:pt x="8501703" y="1544408"/>
                </a:lnTo>
                <a:lnTo>
                  <a:pt x="8501703" y="1763438"/>
                </a:lnTo>
                <a:lnTo>
                  <a:pt x="8046371" y="1763438"/>
                </a:lnTo>
                <a:close/>
                <a:moveTo>
                  <a:pt x="7193139" y="1544408"/>
                </a:moveTo>
                <a:lnTo>
                  <a:pt x="7648159" y="1544408"/>
                </a:lnTo>
                <a:lnTo>
                  <a:pt x="7648159" y="1763438"/>
                </a:lnTo>
                <a:lnTo>
                  <a:pt x="7193139" y="1763438"/>
                </a:lnTo>
                <a:close/>
                <a:moveTo>
                  <a:pt x="6188669" y="1544408"/>
                </a:moveTo>
                <a:lnTo>
                  <a:pt x="7080275" y="1544408"/>
                </a:lnTo>
                <a:lnTo>
                  <a:pt x="7080275" y="1763438"/>
                </a:lnTo>
                <a:lnTo>
                  <a:pt x="6188669" y="1763438"/>
                </a:lnTo>
                <a:close/>
                <a:moveTo>
                  <a:pt x="4886266" y="1544408"/>
                </a:moveTo>
                <a:lnTo>
                  <a:pt x="5979839" y="1544408"/>
                </a:lnTo>
                <a:cubicBezTo>
                  <a:pt x="5886803" y="1676927"/>
                  <a:pt x="5732198" y="1763438"/>
                  <a:pt x="5557257" y="1763438"/>
                </a:cubicBezTo>
                <a:lnTo>
                  <a:pt x="5308843" y="1763438"/>
                </a:lnTo>
                <a:cubicBezTo>
                  <a:pt x="5133911" y="1763438"/>
                  <a:pt x="4979301" y="1676927"/>
                  <a:pt x="4886266" y="1544408"/>
                </a:cubicBezTo>
                <a:close/>
                <a:moveTo>
                  <a:pt x="2285298" y="1544408"/>
                </a:moveTo>
                <a:lnTo>
                  <a:pt x="3183254" y="1544408"/>
                </a:lnTo>
                <a:lnTo>
                  <a:pt x="3183254" y="1763438"/>
                </a:lnTo>
                <a:lnTo>
                  <a:pt x="2285298" y="1763438"/>
                </a:lnTo>
                <a:close/>
                <a:moveTo>
                  <a:pt x="1699767" y="1544408"/>
                </a:moveTo>
                <a:lnTo>
                  <a:pt x="2161050" y="1544408"/>
                </a:lnTo>
                <a:lnTo>
                  <a:pt x="2265828" y="1763438"/>
                </a:lnTo>
                <a:lnTo>
                  <a:pt x="1796468" y="1763438"/>
                </a:lnTo>
                <a:close/>
                <a:moveTo>
                  <a:pt x="985097" y="1544408"/>
                </a:moveTo>
                <a:lnTo>
                  <a:pt x="1468672" y="1544408"/>
                </a:lnTo>
                <a:lnTo>
                  <a:pt x="1468672" y="1763438"/>
                </a:lnTo>
                <a:lnTo>
                  <a:pt x="985097" y="1763438"/>
                </a:lnTo>
                <a:close/>
                <a:moveTo>
                  <a:pt x="0" y="1544408"/>
                </a:moveTo>
                <a:lnTo>
                  <a:pt x="506025" y="1544408"/>
                </a:lnTo>
                <a:lnTo>
                  <a:pt x="506025" y="1763438"/>
                </a:lnTo>
                <a:lnTo>
                  <a:pt x="498505" y="1763438"/>
                </a:lnTo>
                <a:lnTo>
                  <a:pt x="7520" y="1763438"/>
                </a:lnTo>
                <a:lnTo>
                  <a:pt x="0" y="1763438"/>
                </a:lnTo>
                <a:close/>
                <a:moveTo>
                  <a:pt x="3478763" y="1544407"/>
                </a:moveTo>
                <a:lnTo>
                  <a:pt x="4486152" y="1544407"/>
                </a:lnTo>
                <a:cubicBezTo>
                  <a:pt x="4484148" y="1548197"/>
                  <a:pt x="4481735" y="1551706"/>
                  <a:pt x="4479313" y="1555187"/>
                </a:cubicBezTo>
                <a:lnTo>
                  <a:pt x="4654042" y="1763437"/>
                </a:lnTo>
                <a:lnTo>
                  <a:pt x="3697470" y="1763437"/>
                </a:lnTo>
                <a:cubicBezTo>
                  <a:pt x="3614316" y="1711031"/>
                  <a:pt x="3539996" y="1636273"/>
                  <a:pt x="3478763" y="1544407"/>
                </a:cubicBezTo>
                <a:close/>
                <a:moveTo>
                  <a:pt x="10408772" y="1290902"/>
                </a:moveTo>
                <a:lnTo>
                  <a:pt x="10568570" y="1290902"/>
                </a:lnTo>
                <a:cubicBezTo>
                  <a:pt x="10577470" y="1298557"/>
                  <a:pt x="10581828" y="1306214"/>
                  <a:pt x="10590729" y="1313870"/>
                </a:cubicBezTo>
                <a:cubicBezTo>
                  <a:pt x="10620545" y="1348521"/>
                  <a:pt x="10677153" y="1369391"/>
                  <a:pt x="10721250" y="1365562"/>
                </a:cubicBezTo>
                <a:cubicBezTo>
                  <a:pt x="10765348" y="1361734"/>
                  <a:pt x="10826744" y="1338516"/>
                  <a:pt x="10855315" y="1290902"/>
                </a:cubicBezTo>
                <a:lnTo>
                  <a:pt x="11214890" y="1290902"/>
                </a:lnTo>
                <a:lnTo>
                  <a:pt x="11346112" y="1290902"/>
                </a:lnTo>
                <a:cubicBezTo>
                  <a:pt x="11334622" y="1353431"/>
                  <a:pt x="11312604" y="1412394"/>
                  <a:pt x="11280882" y="1465414"/>
                </a:cubicBezTo>
                <a:lnTo>
                  <a:pt x="11214890" y="1465414"/>
                </a:lnTo>
                <a:lnTo>
                  <a:pt x="10408772" y="1465414"/>
                </a:lnTo>
                <a:close/>
                <a:moveTo>
                  <a:pt x="3354588" y="1288169"/>
                </a:moveTo>
                <a:lnTo>
                  <a:pt x="3891084" y="1288169"/>
                </a:lnTo>
                <a:cubicBezTo>
                  <a:pt x="3918715" y="1317171"/>
                  <a:pt x="3949853" y="1333215"/>
                  <a:pt x="3982693" y="1333215"/>
                </a:cubicBezTo>
                <a:cubicBezTo>
                  <a:pt x="4015535" y="1333215"/>
                  <a:pt x="4046674" y="1317171"/>
                  <a:pt x="4074304" y="1288169"/>
                </a:cubicBezTo>
                <a:lnTo>
                  <a:pt x="4610046" y="1288169"/>
                </a:lnTo>
                <a:cubicBezTo>
                  <a:pt x="4590290" y="1350350"/>
                  <a:pt x="4565183" y="1408715"/>
                  <a:pt x="4535426" y="1462313"/>
                </a:cubicBezTo>
                <a:lnTo>
                  <a:pt x="3429061" y="1462313"/>
                </a:lnTo>
                <a:cubicBezTo>
                  <a:pt x="3399902" y="1408452"/>
                  <a:pt x="3374896" y="1350106"/>
                  <a:pt x="3354588" y="1288169"/>
                </a:cubicBezTo>
                <a:close/>
                <a:moveTo>
                  <a:pt x="9781432" y="1288165"/>
                </a:moveTo>
                <a:lnTo>
                  <a:pt x="10286039" y="1288165"/>
                </a:lnTo>
                <a:lnTo>
                  <a:pt x="10286039" y="1462314"/>
                </a:lnTo>
                <a:lnTo>
                  <a:pt x="9781432" y="1462314"/>
                </a:lnTo>
                <a:close/>
                <a:moveTo>
                  <a:pt x="8877431" y="1288165"/>
                </a:moveTo>
                <a:lnTo>
                  <a:pt x="9382033" y="1288165"/>
                </a:lnTo>
                <a:lnTo>
                  <a:pt x="9382033" y="1462314"/>
                </a:lnTo>
                <a:lnTo>
                  <a:pt x="8877431" y="1462314"/>
                </a:lnTo>
                <a:close/>
                <a:moveTo>
                  <a:pt x="7848731" y="1288165"/>
                </a:moveTo>
                <a:lnTo>
                  <a:pt x="8501703" y="1288165"/>
                </a:lnTo>
                <a:lnTo>
                  <a:pt x="8501703" y="1462314"/>
                </a:lnTo>
                <a:lnTo>
                  <a:pt x="7921150" y="1462314"/>
                </a:lnTo>
                <a:close/>
                <a:moveTo>
                  <a:pt x="7193139" y="1288165"/>
                </a:moveTo>
                <a:lnTo>
                  <a:pt x="7648159" y="1288165"/>
                </a:lnTo>
                <a:lnTo>
                  <a:pt x="7648159" y="1462314"/>
                </a:lnTo>
                <a:lnTo>
                  <a:pt x="7193139" y="1462314"/>
                </a:lnTo>
                <a:close/>
                <a:moveTo>
                  <a:pt x="6188669" y="1288165"/>
                </a:moveTo>
                <a:lnTo>
                  <a:pt x="6674501" y="1288165"/>
                </a:lnTo>
                <a:lnTo>
                  <a:pt x="6674501" y="1351991"/>
                </a:lnTo>
                <a:lnTo>
                  <a:pt x="7080275" y="1351991"/>
                </a:lnTo>
                <a:lnTo>
                  <a:pt x="7080275" y="1462314"/>
                </a:lnTo>
                <a:lnTo>
                  <a:pt x="6188669" y="1462314"/>
                </a:lnTo>
                <a:close/>
                <a:moveTo>
                  <a:pt x="4794722" y="1288165"/>
                </a:moveTo>
                <a:lnTo>
                  <a:pt x="5308313" y="1288165"/>
                </a:lnTo>
                <a:cubicBezTo>
                  <a:pt x="5331518" y="1333078"/>
                  <a:pt x="5378715" y="1363467"/>
                  <a:pt x="5433050" y="1363467"/>
                </a:cubicBezTo>
                <a:cubicBezTo>
                  <a:pt x="5487389" y="1363467"/>
                  <a:pt x="5534582" y="1333078"/>
                  <a:pt x="5557791" y="1288165"/>
                </a:cubicBezTo>
                <a:lnTo>
                  <a:pt x="6071387" y="1288165"/>
                </a:lnTo>
                <a:cubicBezTo>
                  <a:pt x="6067418" y="1349988"/>
                  <a:pt x="6051903" y="1408730"/>
                  <a:pt x="6026879" y="1462314"/>
                </a:cubicBezTo>
                <a:lnTo>
                  <a:pt x="4839225" y="1462314"/>
                </a:lnTo>
                <a:cubicBezTo>
                  <a:pt x="4814201" y="1408730"/>
                  <a:pt x="4798682" y="1349988"/>
                  <a:pt x="4794722" y="1288165"/>
                </a:cubicBezTo>
                <a:close/>
                <a:moveTo>
                  <a:pt x="2285298" y="1288165"/>
                </a:moveTo>
                <a:lnTo>
                  <a:pt x="2771132" y="1288165"/>
                </a:lnTo>
                <a:lnTo>
                  <a:pt x="2771132" y="1351991"/>
                </a:lnTo>
                <a:lnTo>
                  <a:pt x="3183254" y="1351991"/>
                </a:lnTo>
                <a:lnTo>
                  <a:pt x="3183254" y="1462314"/>
                </a:lnTo>
                <a:lnTo>
                  <a:pt x="2285298" y="1462314"/>
                </a:lnTo>
                <a:close/>
                <a:moveTo>
                  <a:pt x="1586644" y="1288165"/>
                </a:moveTo>
                <a:lnTo>
                  <a:pt x="2038472" y="1288165"/>
                </a:lnTo>
                <a:lnTo>
                  <a:pt x="2121783" y="1462314"/>
                </a:lnTo>
                <a:lnTo>
                  <a:pt x="1663530" y="1462314"/>
                </a:lnTo>
                <a:close/>
                <a:moveTo>
                  <a:pt x="985097" y="1288165"/>
                </a:moveTo>
                <a:lnTo>
                  <a:pt x="1468672" y="1288165"/>
                </a:lnTo>
                <a:lnTo>
                  <a:pt x="1468672" y="1462314"/>
                </a:lnTo>
                <a:lnTo>
                  <a:pt x="985097" y="1462314"/>
                </a:lnTo>
                <a:close/>
                <a:moveTo>
                  <a:pt x="0" y="1288165"/>
                </a:moveTo>
                <a:lnTo>
                  <a:pt x="506025" y="1288165"/>
                </a:lnTo>
                <a:lnTo>
                  <a:pt x="506025" y="1462314"/>
                </a:lnTo>
                <a:lnTo>
                  <a:pt x="0" y="1462314"/>
                </a:lnTo>
                <a:close/>
                <a:moveTo>
                  <a:pt x="10408772" y="1157361"/>
                </a:moveTo>
                <a:lnTo>
                  <a:pt x="10468381" y="1208632"/>
                </a:lnTo>
                <a:lnTo>
                  <a:pt x="10408772" y="1208632"/>
                </a:lnTo>
                <a:close/>
                <a:moveTo>
                  <a:pt x="10816942" y="1078164"/>
                </a:moveTo>
                <a:lnTo>
                  <a:pt x="11358000" y="1078164"/>
                </a:lnTo>
                <a:cubicBezTo>
                  <a:pt x="11367192" y="1149515"/>
                  <a:pt x="11358946" y="1186888"/>
                  <a:pt x="11359134" y="1208632"/>
                </a:cubicBezTo>
                <a:lnTo>
                  <a:pt x="11359134" y="1208633"/>
                </a:lnTo>
                <a:lnTo>
                  <a:pt x="10871056" y="1208633"/>
                </a:lnTo>
                <a:cubicBezTo>
                  <a:pt x="10871350" y="1207645"/>
                  <a:pt x="10871355" y="1206649"/>
                  <a:pt x="10871355" y="1205652"/>
                </a:cubicBezTo>
                <a:cubicBezTo>
                  <a:pt x="10871355" y="1153657"/>
                  <a:pt x="10847076" y="1107297"/>
                  <a:pt x="10808382" y="1078165"/>
                </a:cubicBezTo>
                <a:lnTo>
                  <a:pt x="10816943" y="1078165"/>
                </a:lnTo>
                <a:close/>
                <a:moveTo>
                  <a:pt x="9781432" y="1075882"/>
                </a:moveTo>
                <a:lnTo>
                  <a:pt x="10286039" y="1075882"/>
                </a:lnTo>
                <a:lnTo>
                  <a:pt x="10286039" y="1206076"/>
                </a:lnTo>
                <a:lnTo>
                  <a:pt x="9781432" y="1206076"/>
                </a:lnTo>
                <a:close/>
                <a:moveTo>
                  <a:pt x="8877431" y="1075882"/>
                </a:moveTo>
                <a:lnTo>
                  <a:pt x="9382033" y="1075882"/>
                </a:lnTo>
                <a:lnTo>
                  <a:pt x="9382033" y="1206076"/>
                </a:lnTo>
                <a:lnTo>
                  <a:pt x="8877431" y="1206076"/>
                </a:lnTo>
                <a:close/>
                <a:moveTo>
                  <a:pt x="7760453" y="1075882"/>
                </a:moveTo>
                <a:lnTo>
                  <a:pt x="8501703" y="1075882"/>
                </a:lnTo>
                <a:lnTo>
                  <a:pt x="8501703" y="1206076"/>
                </a:lnTo>
                <a:lnTo>
                  <a:pt x="7814594" y="1206076"/>
                </a:lnTo>
                <a:close/>
                <a:moveTo>
                  <a:pt x="7193139" y="1075882"/>
                </a:moveTo>
                <a:lnTo>
                  <a:pt x="7648159" y="1075882"/>
                </a:lnTo>
                <a:lnTo>
                  <a:pt x="7648159" y="1206076"/>
                </a:lnTo>
                <a:lnTo>
                  <a:pt x="7193139" y="1206076"/>
                </a:lnTo>
                <a:close/>
                <a:moveTo>
                  <a:pt x="6188669" y="1075882"/>
                </a:moveTo>
                <a:lnTo>
                  <a:pt x="6674501" y="1075882"/>
                </a:lnTo>
                <a:lnTo>
                  <a:pt x="6674501" y="1206076"/>
                </a:lnTo>
                <a:lnTo>
                  <a:pt x="6188669" y="1206076"/>
                </a:lnTo>
                <a:close/>
                <a:moveTo>
                  <a:pt x="5574793" y="1075882"/>
                </a:moveTo>
                <a:lnTo>
                  <a:pt x="6073294" y="1075882"/>
                </a:lnTo>
                <a:lnTo>
                  <a:pt x="6073294" y="1206076"/>
                </a:lnTo>
                <a:lnTo>
                  <a:pt x="5574793" y="1206076"/>
                </a:lnTo>
                <a:close/>
                <a:moveTo>
                  <a:pt x="4792811" y="1075882"/>
                </a:moveTo>
                <a:lnTo>
                  <a:pt x="5291307" y="1075882"/>
                </a:lnTo>
                <a:lnTo>
                  <a:pt x="5291307" y="1206076"/>
                </a:lnTo>
                <a:lnTo>
                  <a:pt x="4792811" y="1206076"/>
                </a:lnTo>
                <a:close/>
                <a:moveTo>
                  <a:pt x="2285298" y="1075882"/>
                </a:moveTo>
                <a:lnTo>
                  <a:pt x="2771132" y="1075882"/>
                </a:lnTo>
                <a:lnTo>
                  <a:pt x="2771132" y="1206076"/>
                </a:lnTo>
                <a:lnTo>
                  <a:pt x="2285298" y="1206076"/>
                </a:lnTo>
                <a:close/>
                <a:moveTo>
                  <a:pt x="1492927" y="1075882"/>
                </a:moveTo>
                <a:lnTo>
                  <a:pt x="1945589" y="1075882"/>
                </a:lnTo>
                <a:cubicBezTo>
                  <a:pt x="1944041" y="1077590"/>
                  <a:pt x="1942273" y="1079022"/>
                  <a:pt x="1940491" y="1080455"/>
                </a:cubicBezTo>
                <a:lnTo>
                  <a:pt x="1939110" y="1080455"/>
                </a:lnTo>
                <a:lnTo>
                  <a:pt x="1939524" y="1081320"/>
                </a:lnTo>
                <a:cubicBezTo>
                  <a:pt x="1939165" y="1081707"/>
                  <a:pt x="1938755" y="1082034"/>
                  <a:pt x="1938345" y="1082361"/>
                </a:cubicBezTo>
                <a:lnTo>
                  <a:pt x="1940022" y="1082361"/>
                </a:lnTo>
                <a:lnTo>
                  <a:pt x="1999205" y="1206076"/>
                </a:lnTo>
                <a:lnTo>
                  <a:pt x="1550403" y="1206076"/>
                </a:lnTo>
                <a:close/>
                <a:moveTo>
                  <a:pt x="985097" y="1075882"/>
                </a:moveTo>
                <a:lnTo>
                  <a:pt x="1468672" y="1075882"/>
                </a:lnTo>
                <a:lnTo>
                  <a:pt x="1468672" y="1206076"/>
                </a:lnTo>
                <a:lnTo>
                  <a:pt x="985097" y="1206076"/>
                </a:lnTo>
                <a:close/>
                <a:moveTo>
                  <a:pt x="0" y="1075882"/>
                </a:moveTo>
                <a:lnTo>
                  <a:pt x="877145" y="1075882"/>
                </a:lnTo>
                <a:lnTo>
                  <a:pt x="877145" y="1098345"/>
                </a:lnTo>
                <a:lnTo>
                  <a:pt x="869625" y="1098345"/>
                </a:lnTo>
                <a:lnTo>
                  <a:pt x="506025" y="1098345"/>
                </a:lnTo>
                <a:lnTo>
                  <a:pt x="506025" y="1206076"/>
                </a:lnTo>
                <a:lnTo>
                  <a:pt x="0" y="1206076"/>
                </a:lnTo>
                <a:close/>
                <a:moveTo>
                  <a:pt x="4174413" y="1075881"/>
                </a:moveTo>
                <a:lnTo>
                  <a:pt x="4660572" y="1075881"/>
                </a:lnTo>
                <a:cubicBezTo>
                  <a:pt x="4654171" y="1120550"/>
                  <a:pt x="4645505" y="1164090"/>
                  <a:pt x="4633997" y="1206075"/>
                </a:cubicBezTo>
                <a:lnTo>
                  <a:pt x="4129883" y="1206075"/>
                </a:lnTo>
                <a:cubicBezTo>
                  <a:pt x="4148445" y="1169059"/>
                  <a:pt x="4163826" y="1125090"/>
                  <a:pt x="4174413" y="1075881"/>
                </a:cubicBezTo>
                <a:close/>
                <a:moveTo>
                  <a:pt x="3305162" y="1075881"/>
                </a:moveTo>
                <a:lnTo>
                  <a:pt x="3790976" y="1075881"/>
                </a:lnTo>
                <a:cubicBezTo>
                  <a:pt x="3801558" y="1125090"/>
                  <a:pt x="3816942" y="1169059"/>
                  <a:pt x="3835506" y="1206075"/>
                </a:cubicBezTo>
                <a:lnTo>
                  <a:pt x="3330959" y="1206075"/>
                </a:lnTo>
                <a:cubicBezTo>
                  <a:pt x="3319852" y="1164035"/>
                  <a:pt x="3311209" y="1120545"/>
                  <a:pt x="3305162" y="1075881"/>
                </a:cubicBezTo>
                <a:close/>
                <a:moveTo>
                  <a:pt x="10587776" y="879486"/>
                </a:moveTo>
                <a:lnTo>
                  <a:pt x="11280821" y="879486"/>
                </a:lnTo>
                <a:cubicBezTo>
                  <a:pt x="11304371" y="915413"/>
                  <a:pt x="11325405" y="952210"/>
                  <a:pt x="11338792" y="993628"/>
                </a:cubicBezTo>
                <a:lnTo>
                  <a:pt x="10727828" y="995899"/>
                </a:lnTo>
                <a:close/>
                <a:moveTo>
                  <a:pt x="9781432" y="877625"/>
                </a:moveTo>
                <a:lnTo>
                  <a:pt x="10286039" y="877625"/>
                </a:lnTo>
                <a:lnTo>
                  <a:pt x="10286039" y="993788"/>
                </a:lnTo>
                <a:lnTo>
                  <a:pt x="9781432" y="993788"/>
                </a:lnTo>
                <a:close/>
                <a:moveTo>
                  <a:pt x="8877431" y="877625"/>
                </a:moveTo>
                <a:lnTo>
                  <a:pt x="9382033" y="877625"/>
                </a:lnTo>
                <a:lnTo>
                  <a:pt x="9382033" y="993788"/>
                </a:lnTo>
                <a:lnTo>
                  <a:pt x="8877431" y="993788"/>
                </a:lnTo>
                <a:close/>
                <a:moveTo>
                  <a:pt x="7678004" y="877625"/>
                </a:moveTo>
                <a:lnTo>
                  <a:pt x="8501703" y="877625"/>
                </a:lnTo>
                <a:lnTo>
                  <a:pt x="8501703" y="993788"/>
                </a:lnTo>
                <a:lnTo>
                  <a:pt x="7726316" y="993788"/>
                </a:lnTo>
                <a:close/>
                <a:moveTo>
                  <a:pt x="7193139" y="877625"/>
                </a:moveTo>
                <a:lnTo>
                  <a:pt x="7648159" y="877625"/>
                </a:lnTo>
                <a:lnTo>
                  <a:pt x="7648159" y="993788"/>
                </a:lnTo>
                <a:lnTo>
                  <a:pt x="7193139" y="993788"/>
                </a:lnTo>
                <a:close/>
                <a:moveTo>
                  <a:pt x="6188669" y="877625"/>
                </a:moveTo>
                <a:lnTo>
                  <a:pt x="7056268" y="877625"/>
                </a:lnTo>
                <a:lnTo>
                  <a:pt x="7056268" y="988326"/>
                </a:lnTo>
                <a:lnTo>
                  <a:pt x="6674501" y="988326"/>
                </a:lnTo>
                <a:lnTo>
                  <a:pt x="6674501" y="993788"/>
                </a:lnTo>
                <a:lnTo>
                  <a:pt x="6188669" y="993788"/>
                </a:lnTo>
                <a:close/>
                <a:moveTo>
                  <a:pt x="5574793" y="877625"/>
                </a:moveTo>
                <a:lnTo>
                  <a:pt x="6073294" y="877625"/>
                </a:lnTo>
                <a:lnTo>
                  <a:pt x="6073294" y="993788"/>
                </a:lnTo>
                <a:lnTo>
                  <a:pt x="5574793" y="993788"/>
                </a:lnTo>
                <a:close/>
                <a:moveTo>
                  <a:pt x="4792811" y="877625"/>
                </a:moveTo>
                <a:lnTo>
                  <a:pt x="5291307" y="877625"/>
                </a:lnTo>
                <a:lnTo>
                  <a:pt x="5291307" y="993788"/>
                </a:lnTo>
                <a:lnTo>
                  <a:pt x="4792811" y="993788"/>
                </a:lnTo>
                <a:close/>
                <a:moveTo>
                  <a:pt x="2285298" y="877625"/>
                </a:moveTo>
                <a:lnTo>
                  <a:pt x="3161500" y="877625"/>
                </a:lnTo>
                <a:lnTo>
                  <a:pt x="3161500" y="988326"/>
                </a:lnTo>
                <a:lnTo>
                  <a:pt x="2771132" y="988326"/>
                </a:lnTo>
                <a:lnTo>
                  <a:pt x="2771132" y="993788"/>
                </a:lnTo>
                <a:lnTo>
                  <a:pt x="2285298" y="993788"/>
                </a:lnTo>
                <a:close/>
                <a:moveTo>
                  <a:pt x="985097" y="877625"/>
                </a:moveTo>
                <a:lnTo>
                  <a:pt x="2107746" y="877625"/>
                </a:lnTo>
                <a:cubicBezTo>
                  <a:pt x="2086278" y="919656"/>
                  <a:pt x="2059665" y="958619"/>
                  <a:pt x="2028664" y="993788"/>
                </a:cubicBezTo>
                <a:lnTo>
                  <a:pt x="985097" y="993788"/>
                </a:lnTo>
                <a:close/>
                <a:moveTo>
                  <a:pt x="0" y="877625"/>
                </a:moveTo>
                <a:lnTo>
                  <a:pt x="877145" y="877625"/>
                </a:lnTo>
                <a:lnTo>
                  <a:pt x="877145" y="993788"/>
                </a:lnTo>
                <a:lnTo>
                  <a:pt x="0" y="993788"/>
                </a:lnTo>
                <a:close/>
                <a:moveTo>
                  <a:pt x="4199211" y="877624"/>
                </a:moveTo>
                <a:lnTo>
                  <a:pt x="4674176" y="877624"/>
                </a:lnTo>
                <a:cubicBezTo>
                  <a:pt x="4674327" y="879591"/>
                  <a:pt x="4674332" y="881557"/>
                  <a:pt x="4674332" y="883528"/>
                </a:cubicBezTo>
                <a:cubicBezTo>
                  <a:pt x="4674332" y="920824"/>
                  <a:pt x="4672822" y="957628"/>
                  <a:pt x="4669465" y="993787"/>
                </a:cubicBezTo>
                <a:lnTo>
                  <a:pt x="4189743" y="993787"/>
                </a:lnTo>
                <a:cubicBezTo>
                  <a:pt x="4195970" y="956882"/>
                  <a:pt x="4199133" y="917914"/>
                  <a:pt x="4199211" y="877624"/>
                </a:cubicBezTo>
                <a:close/>
                <a:moveTo>
                  <a:pt x="3291213" y="877624"/>
                </a:moveTo>
                <a:lnTo>
                  <a:pt x="3766173" y="877624"/>
                </a:lnTo>
                <a:cubicBezTo>
                  <a:pt x="3766256" y="917914"/>
                  <a:pt x="3769415" y="956882"/>
                  <a:pt x="3775650" y="993787"/>
                </a:cubicBezTo>
                <a:lnTo>
                  <a:pt x="3295989" y="993787"/>
                </a:lnTo>
                <a:cubicBezTo>
                  <a:pt x="3292572" y="957632"/>
                  <a:pt x="3291057" y="920824"/>
                  <a:pt x="3291057" y="883528"/>
                </a:cubicBezTo>
                <a:close/>
                <a:moveTo>
                  <a:pt x="10461146" y="710797"/>
                </a:moveTo>
                <a:lnTo>
                  <a:pt x="11109160" y="710797"/>
                </a:lnTo>
                <a:cubicBezTo>
                  <a:pt x="11109161" y="710797"/>
                  <a:pt x="11109161" y="710798"/>
                  <a:pt x="11109162" y="710798"/>
                </a:cubicBezTo>
                <a:lnTo>
                  <a:pt x="11121245" y="710798"/>
                </a:lnTo>
                <a:lnTo>
                  <a:pt x="11122337" y="711693"/>
                </a:lnTo>
                <a:lnTo>
                  <a:pt x="11118350" y="711693"/>
                </a:lnTo>
                <a:cubicBezTo>
                  <a:pt x="11153339" y="736641"/>
                  <a:pt x="11185427" y="765257"/>
                  <a:pt x="11213739" y="797219"/>
                </a:cubicBezTo>
                <a:lnTo>
                  <a:pt x="10517279" y="797218"/>
                </a:lnTo>
                <a:cubicBezTo>
                  <a:pt x="10497025" y="770452"/>
                  <a:pt x="10475239" y="741481"/>
                  <a:pt x="10461146" y="710797"/>
                </a:cubicBezTo>
                <a:close/>
                <a:moveTo>
                  <a:pt x="9781432" y="709293"/>
                </a:moveTo>
                <a:lnTo>
                  <a:pt x="10286039" y="709293"/>
                </a:lnTo>
                <a:lnTo>
                  <a:pt x="10286039" y="795531"/>
                </a:lnTo>
                <a:lnTo>
                  <a:pt x="9781432" y="795531"/>
                </a:lnTo>
                <a:close/>
                <a:moveTo>
                  <a:pt x="8877431" y="709293"/>
                </a:moveTo>
                <a:lnTo>
                  <a:pt x="9382033" y="709293"/>
                </a:lnTo>
                <a:lnTo>
                  <a:pt x="9382033" y="795531"/>
                </a:lnTo>
                <a:lnTo>
                  <a:pt x="8877431" y="795531"/>
                </a:lnTo>
                <a:close/>
                <a:moveTo>
                  <a:pt x="8042875" y="709293"/>
                </a:moveTo>
                <a:lnTo>
                  <a:pt x="8501703" y="709293"/>
                </a:lnTo>
                <a:lnTo>
                  <a:pt x="8501703" y="795531"/>
                </a:lnTo>
                <a:lnTo>
                  <a:pt x="8042875" y="795531"/>
                </a:lnTo>
                <a:close/>
                <a:moveTo>
                  <a:pt x="7193139" y="709293"/>
                </a:moveTo>
                <a:lnTo>
                  <a:pt x="7996240" y="709293"/>
                </a:lnTo>
                <a:lnTo>
                  <a:pt x="8036152" y="795531"/>
                </a:lnTo>
                <a:lnTo>
                  <a:pt x="7193139" y="795531"/>
                </a:lnTo>
                <a:close/>
                <a:moveTo>
                  <a:pt x="6188669" y="709293"/>
                </a:moveTo>
                <a:lnTo>
                  <a:pt x="6674501" y="709293"/>
                </a:lnTo>
                <a:lnTo>
                  <a:pt x="6674501" y="714671"/>
                </a:lnTo>
                <a:lnTo>
                  <a:pt x="7056268" y="714671"/>
                </a:lnTo>
                <a:lnTo>
                  <a:pt x="7056268" y="795531"/>
                </a:lnTo>
                <a:lnTo>
                  <a:pt x="6188669" y="795531"/>
                </a:lnTo>
                <a:close/>
                <a:moveTo>
                  <a:pt x="5574793" y="709293"/>
                </a:moveTo>
                <a:lnTo>
                  <a:pt x="6073294" y="709293"/>
                </a:lnTo>
                <a:lnTo>
                  <a:pt x="6073294" y="795531"/>
                </a:lnTo>
                <a:lnTo>
                  <a:pt x="5574793" y="795531"/>
                </a:lnTo>
                <a:close/>
                <a:moveTo>
                  <a:pt x="4792811" y="709293"/>
                </a:moveTo>
                <a:lnTo>
                  <a:pt x="5291307" y="709293"/>
                </a:lnTo>
                <a:lnTo>
                  <a:pt x="5291307" y="795531"/>
                </a:lnTo>
                <a:lnTo>
                  <a:pt x="4792811" y="795531"/>
                </a:lnTo>
                <a:close/>
                <a:moveTo>
                  <a:pt x="2285298" y="709293"/>
                </a:moveTo>
                <a:lnTo>
                  <a:pt x="2771132" y="709293"/>
                </a:lnTo>
                <a:lnTo>
                  <a:pt x="2771132" y="714671"/>
                </a:lnTo>
                <a:lnTo>
                  <a:pt x="3161500" y="714671"/>
                </a:lnTo>
                <a:lnTo>
                  <a:pt x="3161500" y="795531"/>
                </a:lnTo>
                <a:lnTo>
                  <a:pt x="2285298" y="795531"/>
                </a:lnTo>
                <a:close/>
                <a:moveTo>
                  <a:pt x="1709143" y="709293"/>
                </a:moveTo>
                <a:lnTo>
                  <a:pt x="2169670" y="709293"/>
                </a:lnTo>
                <a:cubicBezTo>
                  <a:pt x="2163895" y="738935"/>
                  <a:pt x="2155552" y="767712"/>
                  <a:pt x="2145130" y="795531"/>
                </a:cubicBezTo>
                <a:lnTo>
                  <a:pt x="1595923" y="795531"/>
                </a:lnTo>
                <a:cubicBezTo>
                  <a:pt x="1642913" y="780533"/>
                  <a:pt x="1682554" y="749578"/>
                  <a:pt x="1709143" y="709293"/>
                </a:cubicBezTo>
                <a:close/>
                <a:moveTo>
                  <a:pt x="985097" y="709293"/>
                </a:moveTo>
                <a:lnTo>
                  <a:pt x="1469893" y="709293"/>
                </a:lnTo>
                <a:lnTo>
                  <a:pt x="1469893" y="795531"/>
                </a:lnTo>
                <a:lnTo>
                  <a:pt x="985097" y="795531"/>
                </a:lnTo>
                <a:close/>
                <a:moveTo>
                  <a:pt x="0" y="709293"/>
                </a:moveTo>
                <a:lnTo>
                  <a:pt x="877145" y="709293"/>
                </a:lnTo>
                <a:lnTo>
                  <a:pt x="877145" y="795531"/>
                </a:lnTo>
                <a:lnTo>
                  <a:pt x="0" y="795531"/>
                </a:lnTo>
                <a:close/>
                <a:moveTo>
                  <a:pt x="4189251" y="709292"/>
                </a:moveTo>
                <a:lnTo>
                  <a:pt x="4662658" y="709292"/>
                </a:lnTo>
                <a:cubicBezTo>
                  <a:pt x="4666812" y="737581"/>
                  <a:pt x="4669621" y="766357"/>
                  <a:pt x="4671191" y="795530"/>
                </a:cubicBezTo>
                <a:lnTo>
                  <a:pt x="4197682" y="795530"/>
                </a:lnTo>
                <a:cubicBezTo>
                  <a:pt x="4197148" y="765777"/>
                  <a:pt x="4194298" y="736917"/>
                  <a:pt x="4189251" y="709292"/>
                </a:cubicBezTo>
                <a:close/>
                <a:moveTo>
                  <a:pt x="3302730" y="709292"/>
                </a:moveTo>
                <a:lnTo>
                  <a:pt x="3776138" y="709292"/>
                </a:lnTo>
                <a:cubicBezTo>
                  <a:pt x="3771091" y="736917"/>
                  <a:pt x="3768241" y="765777"/>
                  <a:pt x="3767701" y="795530"/>
                </a:cubicBezTo>
                <a:lnTo>
                  <a:pt x="3294197" y="795530"/>
                </a:lnTo>
                <a:cubicBezTo>
                  <a:pt x="3295768" y="766357"/>
                  <a:pt x="3298581" y="737581"/>
                  <a:pt x="3302730" y="709292"/>
                </a:cubicBezTo>
                <a:close/>
                <a:moveTo>
                  <a:pt x="10418948" y="565540"/>
                </a:moveTo>
                <a:lnTo>
                  <a:pt x="10949595" y="565540"/>
                </a:lnTo>
                <a:cubicBezTo>
                  <a:pt x="10953670" y="570456"/>
                  <a:pt x="10958769" y="574162"/>
                  <a:pt x="10964075" y="577567"/>
                </a:cubicBezTo>
                <a:lnTo>
                  <a:pt x="11026395" y="628529"/>
                </a:lnTo>
                <a:lnTo>
                  <a:pt x="10434083" y="628529"/>
                </a:lnTo>
                <a:cubicBezTo>
                  <a:pt x="10426940" y="608233"/>
                  <a:pt x="10421851" y="587175"/>
                  <a:pt x="10418948" y="565540"/>
                </a:cubicBezTo>
                <a:close/>
                <a:moveTo>
                  <a:pt x="9781432" y="564344"/>
                </a:moveTo>
                <a:lnTo>
                  <a:pt x="10286039" y="564344"/>
                </a:lnTo>
                <a:lnTo>
                  <a:pt x="10286039" y="627199"/>
                </a:lnTo>
                <a:lnTo>
                  <a:pt x="9781432" y="627199"/>
                </a:lnTo>
                <a:close/>
                <a:moveTo>
                  <a:pt x="8877431" y="564344"/>
                </a:moveTo>
                <a:lnTo>
                  <a:pt x="9382033" y="564344"/>
                </a:lnTo>
                <a:lnTo>
                  <a:pt x="9382033" y="627199"/>
                </a:lnTo>
                <a:lnTo>
                  <a:pt x="8877431" y="627199"/>
                </a:lnTo>
                <a:close/>
                <a:moveTo>
                  <a:pt x="8042875" y="564344"/>
                </a:moveTo>
                <a:lnTo>
                  <a:pt x="8501703" y="564344"/>
                </a:lnTo>
                <a:lnTo>
                  <a:pt x="8501703" y="627199"/>
                </a:lnTo>
                <a:lnTo>
                  <a:pt x="8042875" y="627199"/>
                </a:lnTo>
                <a:close/>
                <a:moveTo>
                  <a:pt x="7193139" y="564344"/>
                </a:moveTo>
                <a:lnTo>
                  <a:pt x="7929154" y="564344"/>
                </a:lnTo>
                <a:lnTo>
                  <a:pt x="7958244" y="627199"/>
                </a:lnTo>
                <a:lnTo>
                  <a:pt x="7193139" y="627199"/>
                </a:lnTo>
                <a:close/>
                <a:moveTo>
                  <a:pt x="6188669" y="564344"/>
                </a:moveTo>
                <a:lnTo>
                  <a:pt x="6674501" y="564344"/>
                </a:lnTo>
                <a:lnTo>
                  <a:pt x="6674501" y="627199"/>
                </a:lnTo>
                <a:lnTo>
                  <a:pt x="6188669" y="627199"/>
                </a:lnTo>
                <a:close/>
                <a:moveTo>
                  <a:pt x="5574793" y="564344"/>
                </a:moveTo>
                <a:lnTo>
                  <a:pt x="6073294" y="564344"/>
                </a:lnTo>
                <a:lnTo>
                  <a:pt x="6073294" y="627199"/>
                </a:lnTo>
                <a:lnTo>
                  <a:pt x="5574793" y="627199"/>
                </a:lnTo>
                <a:close/>
                <a:moveTo>
                  <a:pt x="4792811" y="564344"/>
                </a:moveTo>
                <a:lnTo>
                  <a:pt x="5291307" y="564344"/>
                </a:lnTo>
                <a:lnTo>
                  <a:pt x="5291307" y="627199"/>
                </a:lnTo>
                <a:lnTo>
                  <a:pt x="4792811" y="627199"/>
                </a:lnTo>
                <a:close/>
                <a:moveTo>
                  <a:pt x="2285298" y="564344"/>
                </a:moveTo>
                <a:lnTo>
                  <a:pt x="2771132" y="564344"/>
                </a:lnTo>
                <a:lnTo>
                  <a:pt x="2771132" y="627199"/>
                </a:lnTo>
                <a:lnTo>
                  <a:pt x="2285298" y="627199"/>
                </a:lnTo>
                <a:close/>
                <a:moveTo>
                  <a:pt x="1743635" y="564344"/>
                </a:moveTo>
                <a:lnTo>
                  <a:pt x="2184512" y="564344"/>
                </a:lnTo>
                <a:cubicBezTo>
                  <a:pt x="2184766" y="566886"/>
                  <a:pt x="2184779" y="569428"/>
                  <a:pt x="2184779" y="571975"/>
                </a:cubicBezTo>
                <a:lnTo>
                  <a:pt x="2181588" y="627199"/>
                </a:lnTo>
                <a:lnTo>
                  <a:pt x="1742032" y="627199"/>
                </a:lnTo>
                <a:cubicBezTo>
                  <a:pt x="1744814" y="614498"/>
                  <a:pt x="1746020" y="601328"/>
                  <a:pt x="1746020" y="587881"/>
                </a:cubicBezTo>
                <a:close/>
                <a:moveTo>
                  <a:pt x="985097" y="564344"/>
                </a:moveTo>
                <a:lnTo>
                  <a:pt x="1469893" y="564344"/>
                </a:lnTo>
                <a:lnTo>
                  <a:pt x="1469893" y="627199"/>
                </a:lnTo>
                <a:lnTo>
                  <a:pt x="985097" y="627199"/>
                </a:lnTo>
                <a:close/>
                <a:moveTo>
                  <a:pt x="0" y="564344"/>
                </a:moveTo>
                <a:lnTo>
                  <a:pt x="505721" y="564344"/>
                </a:lnTo>
                <a:lnTo>
                  <a:pt x="505721" y="627199"/>
                </a:lnTo>
                <a:lnTo>
                  <a:pt x="0" y="627199"/>
                </a:lnTo>
                <a:close/>
                <a:moveTo>
                  <a:pt x="4156173" y="564343"/>
                </a:moveTo>
                <a:lnTo>
                  <a:pt x="4635244" y="564343"/>
                </a:lnTo>
                <a:cubicBezTo>
                  <a:pt x="4640872" y="584882"/>
                  <a:pt x="4645555" y="605853"/>
                  <a:pt x="4649285" y="627198"/>
                </a:cubicBezTo>
                <a:lnTo>
                  <a:pt x="4173561" y="627198"/>
                </a:lnTo>
                <a:cubicBezTo>
                  <a:pt x="4169315" y="604960"/>
                  <a:pt x="4163223" y="584012"/>
                  <a:pt x="4156173" y="564343"/>
                </a:cubicBezTo>
                <a:close/>
                <a:moveTo>
                  <a:pt x="3330140" y="564343"/>
                </a:moveTo>
                <a:lnTo>
                  <a:pt x="3809216" y="564343"/>
                </a:lnTo>
                <a:cubicBezTo>
                  <a:pt x="3802169" y="584012"/>
                  <a:pt x="3796073" y="604960"/>
                  <a:pt x="3791828" y="627198"/>
                </a:cubicBezTo>
                <a:lnTo>
                  <a:pt x="3316108" y="627198"/>
                </a:lnTo>
                <a:cubicBezTo>
                  <a:pt x="3319832" y="605853"/>
                  <a:pt x="3324517" y="584882"/>
                  <a:pt x="3330140" y="564343"/>
                </a:cubicBezTo>
                <a:close/>
                <a:moveTo>
                  <a:pt x="11305691" y="441367"/>
                </a:moveTo>
                <a:lnTo>
                  <a:pt x="11306110" y="441367"/>
                </a:lnTo>
                <a:lnTo>
                  <a:pt x="11306110" y="441726"/>
                </a:lnTo>
                <a:close/>
                <a:moveTo>
                  <a:pt x="10419150" y="441367"/>
                </a:moveTo>
                <a:lnTo>
                  <a:pt x="10893359" y="441367"/>
                </a:lnTo>
                <a:cubicBezTo>
                  <a:pt x="10886582" y="455880"/>
                  <a:pt x="10890875" y="469945"/>
                  <a:pt x="10894757" y="483273"/>
                </a:cubicBezTo>
                <a:lnTo>
                  <a:pt x="10419058" y="483273"/>
                </a:lnTo>
                <a:cubicBezTo>
                  <a:pt x="10417969" y="476587"/>
                  <a:pt x="10417854" y="469854"/>
                  <a:pt x="10417854" y="463084"/>
                </a:cubicBezTo>
                <a:close/>
                <a:moveTo>
                  <a:pt x="9781432" y="440432"/>
                </a:moveTo>
                <a:lnTo>
                  <a:pt x="10286039" y="440432"/>
                </a:lnTo>
                <a:lnTo>
                  <a:pt x="10286039" y="482250"/>
                </a:lnTo>
                <a:lnTo>
                  <a:pt x="9781432" y="482250"/>
                </a:lnTo>
                <a:close/>
                <a:moveTo>
                  <a:pt x="8877431" y="440432"/>
                </a:moveTo>
                <a:lnTo>
                  <a:pt x="9382033" y="440432"/>
                </a:lnTo>
                <a:lnTo>
                  <a:pt x="9382033" y="482250"/>
                </a:lnTo>
                <a:lnTo>
                  <a:pt x="8877431" y="482250"/>
                </a:lnTo>
                <a:close/>
                <a:moveTo>
                  <a:pt x="8042875" y="440432"/>
                </a:moveTo>
                <a:lnTo>
                  <a:pt x="8501703" y="440432"/>
                </a:lnTo>
                <a:lnTo>
                  <a:pt x="8501703" y="482250"/>
                </a:lnTo>
                <a:lnTo>
                  <a:pt x="8042875" y="482250"/>
                </a:lnTo>
                <a:close/>
                <a:moveTo>
                  <a:pt x="7193139" y="440432"/>
                </a:moveTo>
                <a:lnTo>
                  <a:pt x="7871807" y="440432"/>
                </a:lnTo>
                <a:lnTo>
                  <a:pt x="7891162" y="482250"/>
                </a:lnTo>
                <a:lnTo>
                  <a:pt x="7193139" y="482250"/>
                </a:lnTo>
                <a:close/>
                <a:moveTo>
                  <a:pt x="6188669" y="440432"/>
                </a:moveTo>
                <a:lnTo>
                  <a:pt x="6674501" y="440432"/>
                </a:lnTo>
                <a:lnTo>
                  <a:pt x="6674501" y="482250"/>
                </a:lnTo>
                <a:lnTo>
                  <a:pt x="6188669" y="482250"/>
                </a:lnTo>
                <a:close/>
                <a:moveTo>
                  <a:pt x="5574793" y="440432"/>
                </a:moveTo>
                <a:lnTo>
                  <a:pt x="6073294" y="440432"/>
                </a:lnTo>
                <a:lnTo>
                  <a:pt x="6073294" y="482250"/>
                </a:lnTo>
                <a:lnTo>
                  <a:pt x="5574793" y="482250"/>
                </a:lnTo>
                <a:close/>
                <a:moveTo>
                  <a:pt x="4792811" y="440432"/>
                </a:moveTo>
                <a:lnTo>
                  <a:pt x="5291307" y="440432"/>
                </a:lnTo>
                <a:lnTo>
                  <a:pt x="5291307" y="482250"/>
                </a:lnTo>
                <a:lnTo>
                  <a:pt x="4792811" y="482250"/>
                </a:lnTo>
                <a:close/>
                <a:moveTo>
                  <a:pt x="2285298" y="440432"/>
                </a:moveTo>
                <a:lnTo>
                  <a:pt x="2771132" y="440432"/>
                </a:lnTo>
                <a:lnTo>
                  <a:pt x="2771132" y="482250"/>
                </a:lnTo>
                <a:lnTo>
                  <a:pt x="2285298" y="482250"/>
                </a:lnTo>
                <a:close/>
                <a:moveTo>
                  <a:pt x="1688066" y="440432"/>
                </a:moveTo>
                <a:lnTo>
                  <a:pt x="2171374" y="440432"/>
                </a:lnTo>
                <a:cubicBezTo>
                  <a:pt x="2174308" y="454201"/>
                  <a:pt x="2176703" y="468150"/>
                  <a:pt x="2178605" y="482250"/>
                </a:cubicBezTo>
                <a:lnTo>
                  <a:pt x="1717768" y="482250"/>
                </a:lnTo>
                <a:cubicBezTo>
                  <a:pt x="1710308" y="466635"/>
                  <a:pt x="1700209" y="452603"/>
                  <a:pt x="1688066" y="440432"/>
                </a:cubicBezTo>
                <a:close/>
                <a:moveTo>
                  <a:pt x="985097" y="440432"/>
                </a:moveTo>
                <a:lnTo>
                  <a:pt x="1469893" y="440432"/>
                </a:lnTo>
                <a:lnTo>
                  <a:pt x="1469893" y="482250"/>
                </a:lnTo>
                <a:lnTo>
                  <a:pt x="985097" y="482250"/>
                </a:lnTo>
                <a:close/>
                <a:moveTo>
                  <a:pt x="0" y="440432"/>
                </a:moveTo>
                <a:lnTo>
                  <a:pt x="505721" y="440432"/>
                </a:lnTo>
                <a:lnTo>
                  <a:pt x="505721" y="482250"/>
                </a:lnTo>
                <a:lnTo>
                  <a:pt x="0" y="482250"/>
                </a:lnTo>
                <a:close/>
                <a:moveTo>
                  <a:pt x="4093268" y="440431"/>
                </a:moveTo>
                <a:lnTo>
                  <a:pt x="4597023" y="440431"/>
                </a:lnTo>
                <a:cubicBezTo>
                  <a:pt x="4602558" y="454039"/>
                  <a:pt x="4607425" y="468006"/>
                  <a:pt x="4611768" y="482249"/>
                </a:cubicBezTo>
                <a:lnTo>
                  <a:pt x="4120709" y="482249"/>
                </a:lnTo>
                <a:cubicBezTo>
                  <a:pt x="4112199" y="466767"/>
                  <a:pt x="4103118" y="452703"/>
                  <a:pt x="4093268" y="440431"/>
                </a:cubicBezTo>
                <a:close/>
                <a:moveTo>
                  <a:pt x="3368371" y="440431"/>
                </a:moveTo>
                <a:lnTo>
                  <a:pt x="3872116" y="440431"/>
                </a:lnTo>
                <a:cubicBezTo>
                  <a:pt x="3862266" y="452703"/>
                  <a:pt x="3853190" y="466767"/>
                  <a:pt x="3844680" y="482249"/>
                </a:cubicBezTo>
                <a:lnTo>
                  <a:pt x="3353616" y="482249"/>
                </a:lnTo>
                <a:cubicBezTo>
                  <a:pt x="3357959" y="468006"/>
                  <a:pt x="3362831" y="454039"/>
                  <a:pt x="3368371" y="440431"/>
                </a:cubicBezTo>
                <a:close/>
                <a:moveTo>
                  <a:pt x="11223979" y="437563"/>
                </a:moveTo>
                <a:lnTo>
                  <a:pt x="11304274" y="437563"/>
                </a:lnTo>
                <a:lnTo>
                  <a:pt x="11304274" y="487440"/>
                </a:lnTo>
                <a:lnTo>
                  <a:pt x="11274504" y="487440"/>
                </a:lnTo>
                <a:close/>
                <a:moveTo>
                  <a:pt x="10437485" y="312620"/>
                </a:moveTo>
                <a:lnTo>
                  <a:pt x="11305204" y="312620"/>
                </a:lnTo>
                <a:lnTo>
                  <a:pt x="11305204" y="323517"/>
                </a:lnTo>
                <a:lnTo>
                  <a:pt x="11306110" y="323517"/>
                </a:lnTo>
                <a:lnTo>
                  <a:pt x="11306110" y="351547"/>
                </a:lnTo>
                <a:lnTo>
                  <a:pt x="11306110" y="359098"/>
                </a:lnTo>
                <a:lnTo>
                  <a:pt x="11305204" y="359098"/>
                </a:lnTo>
                <a:lnTo>
                  <a:pt x="11305204" y="363528"/>
                </a:lnTo>
                <a:lnTo>
                  <a:pt x="10423824" y="363528"/>
                </a:lnTo>
                <a:lnTo>
                  <a:pt x="10429797" y="336441"/>
                </a:lnTo>
                <a:close/>
                <a:moveTo>
                  <a:pt x="9781432" y="312620"/>
                </a:moveTo>
                <a:lnTo>
                  <a:pt x="10286039" y="312620"/>
                </a:lnTo>
                <a:lnTo>
                  <a:pt x="10286039" y="322833"/>
                </a:lnTo>
                <a:lnTo>
                  <a:pt x="10286039" y="358338"/>
                </a:lnTo>
                <a:lnTo>
                  <a:pt x="10286039" y="358339"/>
                </a:lnTo>
                <a:lnTo>
                  <a:pt x="9781432" y="358339"/>
                </a:lnTo>
                <a:lnTo>
                  <a:pt x="9781432" y="358338"/>
                </a:lnTo>
                <a:lnTo>
                  <a:pt x="9781432" y="322833"/>
                </a:lnTo>
                <a:close/>
                <a:moveTo>
                  <a:pt x="8611213" y="312620"/>
                </a:moveTo>
                <a:lnTo>
                  <a:pt x="9666891" y="312620"/>
                </a:lnTo>
                <a:lnTo>
                  <a:pt x="9666891" y="322833"/>
                </a:lnTo>
                <a:lnTo>
                  <a:pt x="9668568" y="322833"/>
                </a:lnTo>
                <a:lnTo>
                  <a:pt x="9668568" y="358338"/>
                </a:lnTo>
                <a:lnTo>
                  <a:pt x="9666891" y="358338"/>
                </a:lnTo>
                <a:lnTo>
                  <a:pt x="9666891" y="358339"/>
                </a:lnTo>
                <a:lnTo>
                  <a:pt x="8611213" y="358339"/>
                </a:lnTo>
                <a:close/>
                <a:moveTo>
                  <a:pt x="8037009" y="312620"/>
                </a:moveTo>
                <a:lnTo>
                  <a:pt x="8500026" y="312620"/>
                </a:lnTo>
                <a:lnTo>
                  <a:pt x="8500026" y="322833"/>
                </a:lnTo>
                <a:lnTo>
                  <a:pt x="8501703" y="322833"/>
                </a:lnTo>
                <a:lnTo>
                  <a:pt x="8501703" y="358338"/>
                </a:lnTo>
                <a:lnTo>
                  <a:pt x="8500026" y="358338"/>
                </a:lnTo>
                <a:lnTo>
                  <a:pt x="8500026" y="358339"/>
                </a:lnTo>
                <a:lnTo>
                  <a:pt x="8037009" y="358339"/>
                </a:lnTo>
                <a:close/>
                <a:moveTo>
                  <a:pt x="7193139" y="312620"/>
                </a:moveTo>
                <a:lnTo>
                  <a:pt x="7812777" y="312620"/>
                </a:lnTo>
                <a:lnTo>
                  <a:pt x="7833342" y="357178"/>
                </a:lnTo>
                <a:lnTo>
                  <a:pt x="7833342" y="357314"/>
                </a:lnTo>
                <a:lnTo>
                  <a:pt x="7833816" y="358338"/>
                </a:lnTo>
                <a:lnTo>
                  <a:pt x="7833342" y="358338"/>
                </a:lnTo>
                <a:lnTo>
                  <a:pt x="7833342" y="358339"/>
                </a:lnTo>
                <a:lnTo>
                  <a:pt x="7193139" y="358339"/>
                </a:lnTo>
                <a:lnTo>
                  <a:pt x="7193139" y="358338"/>
                </a:lnTo>
                <a:lnTo>
                  <a:pt x="7193139" y="322833"/>
                </a:lnTo>
                <a:close/>
                <a:moveTo>
                  <a:pt x="6184479" y="312620"/>
                </a:moveTo>
                <a:lnTo>
                  <a:pt x="7080274" y="312620"/>
                </a:lnTo>
                <a:lnTo>
                  <a:pt x="7080274" y="322833"/>
                </a:lnTo>
                <a:lnTo>
                  <a:pt x="7080275" y="322833"/>
                </a:lnTo>
                <a:lnTo>
                  <a:pt x="7080275" y="358338"/>
                </a:lnTo>
                <a:lnTo>
                  <a:pt x="7080274" y="358338"/>
                </a:lnTo>
                <a:lnTo>
                  <a:pt x="7080274" y="358339"/>
                </a:lnTo>
                <a:lnTo>
                  <a:pt x="6184479" y="358339"/>
                </a:lnTo>
                <a:close/>
                <a:moveTo>
                  <a:pt x="5574793" y="312620"/>
                </a:moveTo>
                <a:lnTo>
                  <a:pt x="6073294" y="312620"/>
                </a:lnTo>
                <a:lnTo>
                  <a:pt x="6073294" y="322833"/>
                </a:lnTo>
                <a:lnTo>
                  <a:pt x="6073294" y="358338"/>
                </a:lnTo>
                <a:lnTo>
                  <a:pt x="6073294" y="358339"/>
                </a:lnTo>
                <a:lnTo>
                  <a:pt x="5574793" y="358339"/>
                </a:lnTo>
                <a:lnTo>
                  <a:pt x="5574793" y="358338"/>
                </a:lnTo>
                <a:lnTo>
                  <a:pt x="5574793" y="322833"/>
                </a:lnTo>
                <a:close/>
                <a:moveTo>
                  <a:pt x="4792811" y="312620"/>
                </a:moveTo>
                <a:lnTo>
                  <a:pt x="5291307" y="312620"/>
                </a:lnTo>
                <a:lnTo>
                  <a:pt x="5291307" y="322833"/>
                </a:lnTo>
                <a:lnTo>
                  <a:pt x="5291307" y="358338"/>
                </a:lnTo>
                <a:lnTo>
                  <a:pt x="5291307" y="358339"/>
                </a:lnTo>
                <a:lnTo>
                  <a:pt x="4792811" y="358339"/>
                </a:lnTo>
                <a:lnTo>
                  <a:pt x="4792811" y="358338"/>
                </a:lnTo>
                <a:lnTo>
                  <a:pt x="4792811" y="322833"/>
                </a:lnTo>
                <a:close/>
                <a:moveTo>
                  <a:pt x="2285298" y="312620"/>
                </a:moveTo>
                <a:lnTo>
                  <a:pt x="3183254" y="312620"/>
                </a:lnTo>
                <a:lnTo>
                  <a:pt x="3183254" y="322833"/>
                </a:lnTo>
                <a:lnTo>
                  <a:pt x="3183254" y="358338"/>
                </a:lnTo>
                <a:lnTo>
                  <a:pt x="3183254" y="358339"/>
                </a:lnTo>
                <a:lnTo>
                  <a:pt x="2285298" y="358339"/>
                </a:lnTo>
                <a:lnTo>
                  <a:pt x="2285298" y="358338"/>
                </a:lnTo>
                <a:lnTo>
                  <a:pt x="2285298" y="322833"/>
                </a:lnTo>
                <a:close/>
                <a:moveTo>
                  <a:pt x="985097" y="312620"/>
                </a:moveTo>
                <a:lnTo>
                  <a:pt x="2135110" y="312620"/>
                </a:lnTo>
                <a:lnTo>
                  <a:pt x="2148730" y="358335"/>
                </a:lnTo>
                <a:lnTo>
                  <a:pt x="2148731" y="358338"/>
                </a:lnTo>
                <a:lnTo>
                  <a:pt x="2148731" y="358339"/>
                </a:lnTo>
                <a:lnTo>
                  <a:pt x="985097" y="358339"/>
                </a:lnTo>
                <a:lnTo>
                  <a:pt x="985097" y="358338"/>
                </a:lnTo>
                <a:lnTo>
                  <a:pt x="985097" y="322833"/>
                </a:lnTo>
                <a:close/>
                <a:moveTo>
                  <a:pt x="0" y="312620"/>
                </a:moveTo>
                <a:lnTo>
                  <a:pt x="877145" y="312620"/>
                </a:lnTo>
                <a:lnTo>
                  <a:pt x="877145" y="322833"/>
                </a:lnTo>
                <a:lnTo>
                  <a:pt x="877145" y="358338"/>
                </a:lnTo>
                <a:lnTo>
                  <a:pt x="877145" y="358339"/>
                </a:lnTo>
                <a:lnTo>
                  <a:pt x="0" y="358339"/>
                </a:lnTo>
                <a:lnTo>
                  <a:pt x="0" y="358338"/>
                </a:lnTo>
                <a:lnTo>
                  <a:pt x="0" y="322833"/>
                </a:lnTo>
                <a:close/>
                <a:moveTo>
                  <a:pt x="3426524" y="311140"/>
                </a:moveTo>
                <a:lnTo>
                  <a:pt x="4541246" y="311140"/>
                </a:lnTo>
                <a:lnTo>
                  <a:pt x="4565836" y="363528"/>
                </a:lnTo>
                <a:lnTo>
                  <a:pt x="3720591" y="363528"/>
                </a:lnTo>
                <a:lnTo>
                  <a:pt x="3720591" y="361147"/>
                </a:lnTo>
                <a:lnTo>
                  <a:pt x="3403052" y="361147"/>
                </a:lnTo>
                <a:close/>
                <a:moveTo>
                  <a:pt x="10479636" y="204267"/>
                </a:moveTo>
                <a:lnTo>
                  <a:pt x="10671926" y="204267"/>
                </a:lnTo>
                <a:lnTo>
                  <a:pt x="11306110" y="204267"/>
                </a:lnTo>
                <a:lnTo>
                  <a:pt x="11306110" y="241250"/>
                </a:lnTo>
                <a:lnTo>
                  <a:pt x="10671926" y="241250"/>
                </a:lnTo>
                <a:lnTo>
                  <a:pt x="10463420" y="241250"/>
                </a:lnTo>
                <a:close/>
                <a:moveTo>
                  <a:pt x="9781432" y="203834"/>
                </a:moveTo>
                <a:lnTo>
                  <a:pt x="10286039" y="203834"/>
                </a:lnTo>
                <a:lnTo>
                  <a:pt x="10286039" y="240739"/>
                </a:lnTo>
                <a:lnTo>
                  <a:pt x="9781432" y="240739"/>
                </a:lnTo>
                <a:close/>
                <a:moveTo>
                  <a:pt x="8612890" y="203834"/>
                </a:moveTo>
                <a:lnTo>
                  <a:pt x="9668568" y="203834"/>
                </a:lnTo>
                <a:lnTo>
                  <a:pt x="9668568" y="240739"/>
                </a:lnTo>
                <a:lnTo>
                  <a:pt x="8612890" y="240739"/>
                </a:lnTo>
                <a:close/>
                <a:moveTo>
                  <a:pt x="8042875" y="203834"/>
                </a:moveTo>
                <a:lnTo>
                  <a:pt x="8501703" y="203834"/>
                </a:lnTo>
                <a:lnTo>
                  <a:pt x="8501703" y="240739"/>
                </a:lnTo>
                <a:lnTo>
                  <a:pt x="8042875" y="240739"/>
                </a:lnTo>
                <a:close/>
                <a:moveTo>
                  <a:pt x="7193139" y="203834"/>
                </a:moveTo>
                <a:lnTo>
                  <a:pt x="7762309" y="203834"/>
                </a:lnTo>
                <a:lnTo>
                  <a:pt x="7779389" y="240739"/>
                </a:lnTo>
                <a:lnTo>
                  <a:pt x="7193139" y="240739"/>
                </a:lnTo>
                <a:close/>
                <a:moveTo>
                  <a:pt x="6188669" y="203834"/>
                </a:moveTo>
                <a:lnTo>
                  <a:pt x="7080275" y="203834"/>
                </a:lnTo>
                <a:lnTo>
                  <a:pt x="7080275" y="240739"/>
                </a:lnTo>
                <a:lnTo>
                  <a:pt x="6188669" y="240739"/>
                </a:lnTo>
                <a:close/>
                <a:moveTo>
                  <a:pt x="5574793" y="203834"/>
                </a:moveTo>
                <a:lnTo>
                  <a:pt x="6073294" y="203834"/>
                </a:lnTo>
                <a:lnTo>
                  <a:pt x="6073294" y="240739"/>
                </a:lnTo>
                <a:lnTo>
                  <a:pt x="5574793" y="240739"/>
                </a:lnTo>
                <a:close/>
                <a:moveTo>
                  <a:pt x="4792811" y="203834"/>
                </a:moveTo>
                <a:lnTo>
                  <a:pt x="5291307" y="203834"/>
                </a:lnTo>
                <a:lnTo>
                  <a:pt x="5291307" y="240739"/>
                </a:lnTo>
                <a:lnTo>
                  <a:pt x="4792811" y="240739"/>
                </a:lnTo>
                <a:close/>
                <a:moveTo>
                  <a:pt x="2285298" y="203834"/>
                </a:moveTo>
                <a:lnTo>
                  <a:pt x="3183254" y="203834"/>
                </a:lnTo>
                <a:lnTo>
                  <a:pt x="3183254" y="240739"/>
                </a:lnTo>
                <a:lnTo>
                  <a:pt x="2285298" y="240739"/>
                </a:lnTo>
                <a:close/>
                <a:moveTo>
                  <a:pt x="985097" y="203834"/>
                </a:moveTo>
                <a:lnTo>
                  <a:pt x="2069184" y="203834"/>
                </a:lnTo>
                <a:cubicBezTo>
                  <a:pt x="2078730" y="215259"/>
                  <a:pt x="2086715" y="227762"/>
                  <a:pt x="2093941" y="240739"/>
                </a:cubicBezTo>
                <a:lnTo>
                  <a:pt x="985097" y="240739"/>
                </a:lnTo>
                <a:close/>
                <a:moveTo>
                  <a:pt x="0" y="203834"/>
                </a:moveTo>
                <a:lnTo>
                  <a:pt x="877145" y="203834"/>
                </a:lnTo>
                <a:lnTo>
                  <a:pt x="877145" y="240739"/>
                </a:lnTo>
                <a:lnTo>
                  <a:pt x="0" y="240739"/>
                </a:lnTo>
                <a:close/>
                <a:moveTo>
                  <a:pt x="3491565" y="203833"/>
                </a:moveTo>
                <a:lnTo>
                  <a:pt x="4473824" y="203833"/>
                </a:lnTo>
                <a:cubicBezTo>
                  <a:pt x="4482698" y="215677"/>
                  <a:pt x="4491028" y="228051"/>
                  <a:pt x="4499119" y="240738"/>
                </a:cubicBezTo>
                <a:lnTo>
                  <a:pt x="3466269" y="240738"/>
                </a:lnTo>
                <a:cubicBezTo>
                  <a:pt x="3474361" y="228051"/>
                  <a:pt x="3482694" y="215677"/>
                  <a:pt x="3491565" y="203833"/>
                </a:cubicBezTo>
                <a:close/>
                <a:moveTo>
                  <a:pt x="10550205" y="96959"/>
                </a:moveTo>
                <a:lnTo>
                  <a:pt x="10671926" y="96959"/>
                </a:lnTo>
                <a:lnTo>
                  <a:pt x="11306110" y="96959"/>
                </a:lnTo>
                <a:lnTo>
                  <a:pt x="11306110" y="121993"/>
                </a:lnTo>
                <a:lnTo>
                  <a:pt x="10671926" y="121993"/>
                </a:lnTo>
                <a:lnTo>
                  <a:pt x="10531544" y="121993"/>
                </a:lnTo>
                <a:close/>
                <a:moveTo>
                  <a:pt x="9781432" y="96753"/>
                </a:moveTo>
                <a:lnTo>
                  <a:pt x="10286039" y="96753"/>
                </a:lnTo>
                <a:lnTo>
                  <a:pt x="10286039" y="121735"/>
                </a:lnTo>
                <a:lnTo>
                  <a:pt x="9781432" y="121735"/>
                </a:lnTo>
                <a:close/>
                <a:moveTo>
                  <a:pt x="8612890" y="96753"/>
                </a:moveTo>
                <a:lnTo>
                  <a:pt x="9668568" y="96753"/>
                </a:lnTo>
                <a:lnTo>
                  <a:pt x="9668568" y="121735"/>
                </a:lnTo>
                <a:lnTo>
                  <a:pt x="8612890" y="121735"/>
                </a:lnTo>
                <a:close/>
                <a:moveTo>
                  <a:pt x="8042875" y="96753"/>
                </a:moveTo>
                <a:lnTo>
                  <a:pt x="8501703" y="96753"/>
                </a:lnTo>
                <a:lnTo>
                  <a:pt x="8501703" y="121735"/>
                </a:lnTo>
                <a:lnTo>
                  <a:pt x="8042875" y="121735"/>
                </a:lnTo>
                <a:close/>
                <a:moveTo>
                  <a:pt x="7193139" y="96753"/>
                </a:moveTo>
                <a:lnTo>
                  <a:pt x="7712749" y="96753"/>
                </a:lnTo>
                <a:lnTo>
                  <a:pt x="7724312" y="121735"/>
                </a:lnTo>
                <a:lnTo>
                  <a:pt x="7193139" y="121735"/>
                </a:lnTo>
                <a:close/>
                <a:moveTo>
                  <a:pt x="6188669" y="96753"/>
                </a:moveTo>
                <a:lnTo>
                  <a:pt x="7080275" y="96753"/>
                </a:lnTo>
                <a:lnTo>
                  <a:pt x="7080275" y="121735"/>
                </a:lnTo>
                <a:lnTo>
                  <a:pt x="6188669" y="121735"/>
                </a:lnTo>
                <a:close/>
                <a:moveTo>
                  <a:pt x="5574793" y="96753"/>
                </a:moveTo>
                <a:lnTo>
                  <a:pt x="6073294" y="96753"/>
                </a:lnTo>
                <a:lnTo>
                  <a:pt x="6073294" y="121735"/>
                </a:lnTo>
                <a:lnTo>
                  <a:pt x="5574793" y="121735"/>
                </a:lnTo>
                <a:close/>
                <a:moveTo>
                  <a:pt x="4792811" y="96753"/>
                </a:moveTo>
                <a:lnTo>
                  <a:pt x="5291307" y="96753"/>
                </a:lnTo>
                <a:lnTo>
                  <a:pt x="5291307" y="121735"/>
                </a:lnTo>
                <a:lnTo>
                  <a:pt x="4792811" y="121735"/>
                </a:lnTo>
                <a:close/>
                <a:moveTo>
                  <a:pt x="2285298" y="96753"/>
                </a:moveTo>
                <a:lnTo>
                  <a:pt x="3183254" y="96753"/>
                </a:lnTo>
                <a:lnTo>
                  <a:pt x="3183254" y="121735"/>
                </a:lnTo>
                <a:lnTo>
                  <a:pt x="2285298" y="121735"/>
                </a:lnTo>
                <a:close/>
                <a:moveTo>
                  <a:pt x="985097" y="96753"/>
                </a:moveTo>
                <a:lnTo>
                  <a:pt x="1978552" y="96753"/>
                </a:lnTo>
                <a:cubicBezTo>
                  <a:pt x="1987269" y="104388"/>
                  <a:pt x="1995490" y="112539"/>
                  <a:pt x="2002599" y="121735"/>
                </a:cubicBezTo>
                <a:lnTo>
                  <a:pt x="985097" y="121735"/>
                </a:lnTo>
                <a:close/>
                <a:moveTo>
                  <a:pt x="0" y="96753"/>
                </a:moveTo>
                <a:lnTo>
                  <a:pt x="877145" y="96753"/>
                </a:lnTo>
                <a:lnTo>
                  <a:pt x="877145" y="121735"/>
                </a:lnTo>
                <a:lnTo>
                  <a:pt x="0" y="121735"/>
                </a:lnTo>
                <a:close/>
                <a:moveTo>
                  <a:pt x="3581580" y="96752"/>
                </a:moveTo>
                <a:lnTo>
                  <a:pt x="4383809" y="96752"/>
                </a:lnTo>
                <a:cubicBezTo>
                  <a:pt x="4392080" y="104604"/>
                  <a:pt x="4400028" y="112884"/>
                  <a:pt x="4407456" y="121734"/>
                </a:cubicBezTo>
                <a:lnTo>
                  <a:pt x="3557933" y="121734"/>
                </a:lnTo>
                <a:cubicBezTo>
                  <a:pt x="3565365" y="112884"/>
                  <a:pt x="3573309" y="104604"/>
                  <a:pt x="3581580" y="96752"/>
                </a:cubicBezTo>
                <a:close/>
                <a:moveTo>
                  <a:pt x="10683999" y="1"/>
                </a:moveTo>
                <a:lnTo>
                  <a:pt x="10743787" y="1"/>
                </a:lnTo>
                <a:cubicBezTo>
                  <a:pt x="10762889" y="1"/>
                  <a:pt x="10781796" y="856"/>
                  <a:pt x="10800434" y="2849"/>
                </a:cubicBezTo>
                <a:lnTo>
                  <a:pt x="10800434" y="1"/>
                </a:lnTo>
                <a:lnTo>
                  <a:pt x="11306110" y="1"/>
                </a:lnTo>
                <a:lnTo>
                  <a:pt x="11306110" y="14690"/>
                </a:lnTo>
                <a:lnTo>
                  <a:pt x="10671926" y="14690"/>
                </a:lnTo>
                <a:lnTo>
                  <a:pt x="10634292" y="14690"/>
                </a:lnTo>
                <a:cubicBezTo>
                  <a:pt x="10638035" y="10809"/>
                  <a:pt x="10642253" y="7500"/>
                  <a:pt x="10646512" y="4251"/>
                </a:cubicBezTo>
                <a:lnTo>
                  <a:pt x="10646512" y="2687"/>
                </a:lnTo>
                <a:lnTo>
                  <a:pt x="10671926" y="1221"/>
                </a:lnTo>
                <a:lnTo>
                  <a:pt x="10671926" y="697"/>
                </a:lnTo>
                <a:close/>
                <a:moveTo>
                  <a:pt x="9781432" y="1"/>
                </a:moveTo>
                <a:lnTo>
                  <a:pt x="10286039" y="1"/>
                </a:lnTo>
                <a:lnTo>
                  <a:pt x="10286039" y="14659"/>
                </a:lnTo>
                <a:lnTo>
                  <a:pt x="9781432" y="14659"/>
                </a:lnTo>
                <a:close/>
                <a:moveTo>
                  <a:pt x="8612890" y="1"/>
                </a:moveTo>
                <a:lnTo>
                  <a:pt x="9668568" y="1"/>
                </a:lnTo>
                <a:lnTo>
                  <a:pt x="9668568" y="14659"/>
                </a:lnTo>
                <a:lnTo>
                  <a:pt x="8612890" y="14659"/>
                </a:lnTo>
                <a:close/>
                <a:moveTo>
                  <a:pt x="8042875" y="1"/>
                </a:moveTo>
                <a:lnTo>
                  <a:pt x="8501703" y="1"/>
                </a:lnTo>
                <a:lnTo>
                  <a:pt x="8501703" y="14659"/>
                </a:lnTo>
                <a:lnTo>
                  <a:pt x="8042875" y="14659"/>
                </a:lnTo>
                <a:close/>
                <a:moveTo>
                  <a:pt x="7193139" y="1"/>
                </a:moveTo>
                <a:lnTo>
                  <a:pt x="7667970" y="1"/>
                </a:lnTo>
                <a:lnTo>
                  <a:pt x="7674758" y="14659"/>
                </a:lnTo>
                <a:lnTo>
                  <a:pt x="7193139" y="14659"/>
                </a:lnTo>
                <a:close/>
                <a:moveTo>
                  <a:pt x="6188669" y="1"/>
                </a:moveTo>
                <a:lnTo>
                  <a:pt x="7080275" y="1"/>
                </a:lnTo>
                <a:lnTo>
                  <a:pt x="7080275" y="14659"/>
                </a:lnTo>
                <a:lnTo>
                  <a:pt x="6188669" y="14659"/>
                </a:lnTo>
                <a:close/>
                <a:moveTo>
                  <a:pt x="5574793" y="1"/>
                </a:moveTo>
                <a:lnTo>
                  <a:pt x="6073294" y="1"/>
                </a:lnTo>
                <a:lnTo>
                  <a:pt x="6073294" y="14659"/>
                </a:lnTo>
                <a:lnTo>
                  <a:pt x="5574793" y="14659"/>
                </a:lnTo>
                <a:close/>
                <a:moveTo>
                  <a:pt x="4792811" y="1"/>
                </a:moveTo>
                <a:lnTo>
                  <a:pt x="5291307" y="1"/>
                </a:lnTo>
                <a:lnTo>
                  <a:pt x="5291307" y="14659"/>
                </a:lnTo>
                <a:lnTo>
                  <a:pt x="4792811" y="14659"/>
                </a:lnTo>
                <a:close/>
                <a:moveTo>
                  <a:pt x="2285298" y="1"/>
                </a:moveTo>
                <a:lnTo>
                  <a:pt x="3183254" y="1"/>
                </a:lnTo>
                <a:lnTo>
                  <a:pt x="3183254" y="14659"/>
                </a:lnTo>
                <a:lnTo>
                  <a:pt x="2285298" y="14659"/>
                </a:lnTo>
                <a:close/>
                <a:moveTo>
                  <a:pt x="985097" y="1"/>
                </a:moveTo>
                <a:lnTo>
                  <a:pt x="1846470" y="1"/>
                </a:lnTo>
                <a:lnTo>
                  <a:pt x="1869376" y="14659"/>
                </a:lnTo>
                <a:lnTo>
                  <a:pt x="985097" y="14659"/>
                </a:lnTo>
                <a:close/>
                <a:moveTo>
                  <a:pt x="0" y="1"/>
                </a:moveTo>
                <a:lnTo>
                  <a:pt x="877145" y="1"/>
                </a:lnTo>
                <a:lnTo>
                  <a:pt x="877145" y="14659"/>
                </a:lnTo>
                <a:lnTo>
                  <a:pt x="0" y="14659"/>
                </a:lnTo>
                <a:close/>
                <a:moveTo>
                  <a:pt x="3702830" y="0"/>
                </a:moveTo>
                <a:lnTo>
                  <a:pt x="4262563" y="0"/>
                </a:lnTo>
                <a:lnTo>
                  <a:pt x="4284257" y="14658"/>
                </a:lnTo>
                <a:lnTo>
                  <a:pt x="3681132" y="1465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tIns="90000" bIns="90000" rtlCol="0" anchor="t" anchorCtr="0">
            <a:no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endParaRPr lang="en-US" sz="1800" dirty="0">
              <a:solidFill>
                <a:schemeClr val="accent4"/>
              </a:solidFill>
            </a:endParaRP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26CBBA2F-983D-6208-220E-F21DD7E7F548}"/>
              </a:ext>
            </a:extLst>
          </p:cNvPr>
          <p:cNvGrpSpPr/>
          <p:nvPr userDrawn="1"/>
        </p:nvGrpSpPr>
        <p:grpSpPr>
          <a:xfrm>
            <a:off x="8713691" y="2369250"/>
            <a:ext cx="430309" cy="405000"/>
            <a:chOff x="5564226" y="5206832"/>
            <a:chExt cx="430309" cy="405000"/>
          </a:xfrm>
        </p:grpSpPr>
        <p:sp>
          <p:nvSpPr>
            <p:cNvPr id="13" name="back link">
              <a:hlinkClick r:id="" action="ppaction://hlinkshowjump?jump=lastslideviewed"/>
              <a:extLst>
                <a:ext uri="{FF2B5EF4-FFF2-40B4-BE49-F238E27FC236}">
                  <a16:creationId xmlns:a16="http://schemas.microsoft.com/office/drawing/2014/main" id="{FDE8D7CC-E0CE-1F19-9C08-5813971E00E1}"/>
                </a:ext>
              </a:extLst>
            </p:cNvPr>
            <p:cNvSpPr/>
            <p:nvPr userDrawn="1"/>
          </p:nvSpPr>
          <p:spPr>
            <a:xfrm>
              <a:off x="5564226" y="5206832"/>
              <a:ext cx="430309" cy="405000"/>
            </a:xfrm>
            <a:prstGeom prst="rect">
              <a:avLst/>
            </a:prstGeom>
            <a:solidFill>
              <a:srgbClr val="FFFF00">
                <a:alpha val="0"/>
              </a:srgbClr>
            </a:solidFill>
            <a:ln w="254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none" lIns="0" tIns="72000" rIns="0" bIns="72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indent="0" algn="ctr" defTabSz="914378" fontAlgn="auto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r>
                <a:rPr kumimoji="0" lang="en-GB" sz="500" b="0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alpha val="20000"/>
                    </a:schemeClr>
                  </a:solidFill>
                  <a:effectLst/>
                  <a:uLnTx/>
                  <a:uFillTx/>
                  <a:latin typeface="Arial Narrow" panose="020B0606020202030204" pitchFamily="34" charset="0"/>
                </a:rPr>
                <a:t>last visited</a:t>
              </a:r>
            </a:p>
          </p:txBody>
        </p: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8638B80D-FD9B-77BA-E201-ADDB8D9F3903}"/>
                </a:ext>
              </a:extLst>
            </p:cNvPr>
            <p:cNvGrpSpPr/>
            <p:nvPr userDrawn="1"/>
          </p:nvGrpSpPr>
          <p:grpSpPr>
            <a:xfrm>
              <a:off x="5726921" y="5339605"/>
              <a:ext cx="79243" cy="101567"/>
              <a:chOff x="9223531" y="7167416"/>
              <a:chExt cx="105657" cy="135423"/>
            </a:xfrm>
          </p:grpSpPr>
          <p:sp>
            <p:nvSpPr>
              <p:cNvPr id="14" name="Freihandform: Form 97">
                <a:hlinkClick r:id="" action="ppaction://hlinkshowjump?jump=lastslideviewed"/>
                <a:extLst>
                  <a:ext uri="{FF2B5EF4-FFF2-40B4-BE49-F238E27FC236}">
                    <a16:creationId xmlns:a16="http://schemas.microsoft.com/office/drawing/2014/main" id="{6881C8D4-9712-A99E-D1EF-82E6BEED0BDD}"/>
                  </a:ext>
                </a:extLst>
              </p:cNvPr>
              <p:cNvSpPr>
                <a:spLocks noChangeAspect="1"/>
              </p:cNvSpPr>
              <p:nvPr userDrawn="1"/>
            </p:nvSpPr>
            <p:spPr>
              <a:xfrm flipH="1">
                <a:off x="9257767" y="7167416"/>
                <a:ext cx="71421" cy="135423"/>
              </a:xfrm>
              <a:custGeom>
                <a:avLst/>
                <a:gdLst>
                  <a:gd name="connsiteX0" fmla="*/ 23824 w 82557"/>
                  <a:gd name="connsiteY0" fmla="*/ 0 h 152109"/>
                  <a:gd name="connsiteX1" fmla="*/ 0 w 82557"/>
                  <a:gd name="connsiteY1" fmla="*/ 0 h 152109"/>
                  <a:gd name="connsiteX2" fmla="*/ 58734 w 82557"/>
                  <a:gd name="connsiteY2" fmla="*/ 76055 h 152109"/>
                  <a:gd name="connsiteX3" fmla="*/ 0 w 82557"/>
                  <a:gd name="connsiteY3" fmla="*/ 152109 h 152109"/>
                  <a:gd name="connsiteX4" fmla="*/ 23824 w 82557"/>
                  <a:gd name="connsiteY4" fmla="*/ 152109 h 152109"/>
                  <a:gd name="connsiteX5" fmla="*/ 82557 w 82557"/>
                  <a:gd name="connsiteY5" fmla="*/ 76055 h 152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557" h="152109">
                    <a:moveTo>
                      <a:pt x="23824" y="0"/>
                    </a:moveTo>
                    <a:lnTo>
                      <a:pt x="0" y="0"/>
                    </a:lnTo>
                    <a:lnTo>
                      <a:pt x="58734" y="76055"/>
                    </a:lnTo>
                    <a:lnTo>
                      <a:pt x="0" y="152109"/>
                    </a:lnTo>
                    <a:lnTo>
                      <a:pt x="23824" y="152109"/>
                    </a:lnTo>
                    <a:lnTo>
                      <a:pt x="82557" y="76055"/>
                    </a:lnTo>
                    <a:close/>
                  </a:path>
                </a:pathLst>
              </a:custGeom>
              <a:solidFill>
                <a:schemeClr val="bg1">
                  <a:alpha val="2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none" lIns="72000" tIns="72000" rIns="72000" bIns="72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defTabSz="91437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alpha val="20000"/>
                    </a:schemeClr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5" name="Freihandform: Form 97">
                <a:hlinkClick r:id="" action="ppaction://hlinkshowjump?jump=lastslideviewed"/>
                <a:extLst>
                  <a:ext uri="{FF2B5EF4-FFF2-40B4-BE49-F238E27FC236}">
                    <a16:creationId xmlns:a16="http://schemas.microsoft.com/office/drawing/2014/main" id="{CE1DAA9A-E6B2-5958-6B9D-808E72C4AFF3}"/>
                  </a:ext>
                </a:extLst>
              </p:cNvPr>
              <p:cNvSpPr>
                <a:spLocks/>
              </p:cNvSpPr>
              <p:nvPr userDrawn="1"/>
            </p:nvSpPr>
            <p:spPr>
              <a:xfrm flipH="1">
                <a:off x="9223531" y="7167416"/>
                <a:ext cx="18000" cy="135423"/>
              </a:xfrm>
              <a:prstGeom prst="rect">
                <a:avLst/>
              </a:prstGeom>
              <a:solidFill>
                <a:schemeClr val="bg1">
                  <a:alpha val="2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none" lIns="72000" tIns="72000" rIns="72000" bIns="72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defTabSz="91437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alpha val="20000"/>
                    </a:schemeClr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id="{DF0FF77A-5C2A-98D4-CBE5-BF8BEB5824B7}"/>
              </a:ext>
            </a:extLst>
          </p:cNvPr>
          <p:cNvSpPr/>
          <p:nvPr userDrawn="1"/>
        </p:nvSpPr>
        <p:spPr>
          <a:xfrm>
            <a:off x="1" y="0"/>
            <a:ext cx="8243887" cy="4656138"/>
          </a:xfrm>
          <a:prstGeom prst="rect">
            <a:avLst/>
          </a:prstGeom>
          <a:solidFill>
            <a:schemeClr val="tx2">
              <a:lumMod val="20000"/>
              <a:lumOff val="80000"/>
              <a:alpha val="16000"/>
            </a:schemeClr>
          </a:solidFill>
          <a:ln>
            <a:noFill/>
            <a:miter lim="800000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90000" rIns="72000" bIns="72000" rtlCol="0" anchor="ctr" anchorCtr="0"/>
          <a:lstStyle/>
          <a:p>
            <a:pPr algn="ctr" fontAlgn="auto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</a:pPr>
            <a:r>
              <a:rPr lang="en-GB" sz="1400" dirty="0">
                <a:solidFill>
                  <a:schemeClr val="bg1"/>
                </a:solidFill>
              </a:rPr>
              <a:t>Insert video at this position</a:t>
            </a:r>
          </a:p>
        </p:txBody>
      </p:sp>
    </p:spTree>
    <p:extLst>
      <p:ext uri="{BB962C8B-B14F-4D97-AF65-F5344CB8AC3E}">
        <p14:creationId xmlns:p14="http://schemas.microsoft.com/office/powerpoint/2010/main" val="1270839598"/>
      </p:ext>
    </p:extLst>
  </p:cSld>
  <p:clrMapOvr>
    <a:masterClrMapping/>
  </p:clrMapOvr>
  <p:transition spd="slow">
    <p:fade/>
  </p:transition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Rectangle 27">
            <a:extLst>
              <a:ext uri="{FF2B5EF4-FFF2-40B4-BE49-F238E27FC236}">
                <a16:creationId xmlns:a16="http://schemas.microsoft.com/office/drawing/2014/main" id="{3F2BA592-732C-D92C-F24F-AF8379804D63}"/>
              </a:ext>
            </a:extLst>
          </p:cNvPr>
          <p:cNvSpPr>
            <a:spLocks/>
          </p:cNvSpPr>
          <p:nvPr userDrawn="1"/>
        </p:nvSpPr>
        <p:spPr>
          <a:xfrm>
            <a:off x="0" y="0"/>
            <a:ext cx="8856724" cy="5143500"/>
          </a:xfrm>
          <a:prstGeom prst="rect">
            <a:avLst/>
          </a:prstGeom>
          <a:blipFill>
            <a:blip r:embed="rId2"/>
            <a:srcRect/>
            <a:stretch>
              <a:fillRect l="-22358" t="-10692" r="8757" b="-84920"/>
            </a:stretch>
          </a:blip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tIns="90000" bIns="90000" rtlCol="0" anchor="t" anchorCtr="0">
            <a:noAutofit/>
          </a:bodyPr>
          <a:lstStyle/>
          <a:p>
            <a:pPr algn="ctr" defTabSz="457200"/>
            <a:endParaRPr lang="en-GB" sz="1800" noProof="0">
              <a:solidFill>
                <a:srgbClr val="F78F1E"/>
              </a:solidFill>
            </a:endParaRPr>
          </a:p>
        </p:txBody>
      </p:sp>
      <p:grpSp>
        <p:nvGrpSpPr>
          <p:cNvPr id="29" name="Gruppieren 14">
            <a:extLst>
              <a:ext uri="{FF2B5EF4-FFF2-40B4-BE49-F238E27FC236}">
                <a16:creationId xmlns:a16="http://schemas.microsoft.com/office/drawing/2014/main" id="{CA109265-1CF6-E37D-B349-C35055C65AB3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6230014" y="424757"/>
            <a:ext cx="2482186" cy="612179"/>
            <a:chOff x="-6480658" y="3564296"/>
            <a:chExt cx="10339200" cy="2534206"/>
          </a:xfrm>
          <a:solidFill>
            <a:schemeClr val="bg1"/>
          </a:solidFill>
        </p:grpSpPr>
        <p:sp>
          <p:nvSpPr>
            <p:cNvPr id="30" name="Freihandform: Form 15">
              <a:extLst>
                <a:ext uri="{FF2B5EF4-FFF2-40B4-BE49-F238E27FC236}">
                  <a16:creationId xmlns:a16="http://schemas.microsoft.com/office/drawing/2014/main" id="{FBC41555-0F77-FBA9-3067-56513B4E482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2227290" y="5628626"/>
              <a:ext cx="6085831" cy="469876"/>
            </a:xfrm>
            <a:custGeom>
              <a:avLst/>
              <a:gdLst>
                <a:gd name="connsiteX0" fmla="*/ 2425896 w 6085831"/>
                <a:gd name="connsiteY0" fmla="*/ 74820 h 469876"/>
                <a:gd name="connsiteX1" fmla="*/ 2339468 w 6085831"/>
                <a:gd name="connsiteY1" fmla="*/ 318752 h 469876"/>
                <a:gd name="connsiteX2" fmla="*/ 2511185 w 6085831"/>
                <a:gd name="connsiteY2" fmla="*/ 318752 h 469876"/>
                <a:gd name="connsiteX3" fmla="*/ 1491950 w 6085831"/>
                <a:gd name="connsiteY3" fmla="*/ 74820 h 469876"/>
                <a:gd name="connsiteX4" fmla="*/ 1405522 w 6085831"/>
                <a:gd name="connsiteY4" fmla="*/ 318752 h 469876"/>
                <a:gd name="connsiteX5" fmla="*/ 1577239 w 6085831"/>
                <a:gd name="connsiteY5" fmla="*/ 318752 h 469876"/>
                <a:gd name="connsiteX6" fmla="*/ 5814145 w 6085831"/>
                <a:gd name="connsiteY6" fmla="*/ 48622 h 469876"/>
                <a:gd name="connsiteX7" fmla="*/ 5814145 w 6085831"/>
                <a:gd name="connsiteY7" fmla="*/ 421761 h 469876"/>
                <a:gd name="connsiteX8" fmla="*/ 5928889 w 6085831"/>
                <a:gd name="connsiteY8" fmla="*/ 421761 h 469876"/>
                <a:gd name="connsiteX9" fmla="*/ 5928889 w 6085831"/>
                <a:gd name="connsiteY9" fmla="*/ 421924 h 469876"/>
                <a:gd name="connsiteX10" fmla="*/ 5935065 w 6085831"/>
                <a:gd name="connsiteY10" fmla="*/ 421240 h 469876"/>
                <a:gd name="connsiteX11" fmla="*/ 6035423 w 6085831"/>
                <a:gd name="connsiteY11" fmla="*/ 246113 h 469876"/>
                <a:gd name="connsiteX12" fmla="*/ 6035423 w 6085831"/>
                <a:gd name="connsiteY12" fmla="*/ 234744 h 469876"/>
                <a:gd name="connsiteX13" fmla="*/ 5935873 w 6085831"/>
                <a:gd name="connsiteY13" fmla="*/ 49835 h 469876"/>
                <a:gd name="connsiteX14" fmla="*/ 5928277 w 6085831"/>
                <a:gd name="connsiteY14" fmla="*/ 48622 h 469876"/>
                <a:gd name="connsiteX15" fmla="*/ 5024863 w 6085831"/>
                <a:gd name="connsiteY15" fmla="*/ 48621 h 469876"/>
                <a:gd name="connsiteX16" fmla="*/ 5024863 w 6085831"/>
                <a:gd name="connsiteY16" fmla="*/ 217544 h 469876"/>
                <a:gd name="connsiteX17" fmla="*/ 5158687 w 6085831"/>
                <a:gd name="connsiteY17" fmla="*/ 217544 h 469876"/>
                <a:gd name="connsiteX18" fmla="*/ 5159459 w 6085831"/>
                <a:gd name="connsiteY18" fmla="*/ 217544 h 469876"/>
                <a:gd name="connsiteX19" fmla="*/ 5240811 w 6085831"/>
                <a:gd name="connsiteY19" fmla="*/ 135790 h 469876"/>
                <a:gd name="connsiteX20" fmla="*/ 5240003 w 6085831"/>
                <a:gd name="connsiteY20" fmla="*/ 129973 h 469876"/>
                <a:gd name="connsiteX21" fmla="*/ 5159459 w 6085831"/>
                <a:gd name="connsiteY21" fmla="*/ 48621 h 469876"/>
                <a:gd name="connsiteX22" fmla="*/ 5155393 w 6085831"/>
                <a:gd name="connsiteY22" fmla="*/ 48621 h 469876"/>
                <a:gd name="connsiteX23" fmla="*/ 3483477 w 6085831"/>
                <a:gd name="connsiteY23" fmla="*/ 48621 h 469876"/>
                <a:gd name="connsiteX24" fmla="*/ 3483477 w 6085831"/>
                <a:gd name="connsiteY24" fmla="*/ 217544 h 469876"/>
                <a:gd name="connsiteX25" fmla="*/ 3617301 w 6085831"/>
                <a:gd name="connsiteY25" fmla="*/ 217544 h 469876"/>
                <a:gd name="connsiteX26" fmla="*/ 3618073 w 6085831"/>
                <a:gd name="connsiteY26" fmla="*/ 217544 h 469876"/>
                <a:gd name="connsiteX27" fmla="*/ 3699425 w 6085831"/>
                <a:gd name="connsiteY27" fmla="*/ 135790 h 469876"/>
                <a:gd name="connsiteX28" fmla="*/ 3698617 w 6085831"/>
                <a:gd name="connsiteY28" fmla="*/ 129973 h 469876"/>
                <a:gd name="connsiteX29" fmla="*/ 3618073 w 6085831"/>
                <a:gd name="connsiteY29" fmla="*/ 48621 h 469876"/>
                <a:gd name="connsiteX30" fmla="*/ 3614007 w 6085831"/>
                <a:gd name="connsiteY30" fmla="*/ 48621 h 469876"/>
                <a:gd name="connsiteX31" fmla="*/ 820386 w 6085831"/>
                <a:gd name="connsiteY31" fmla="*/ 48621 h 469876"/>
                <a:gd name="connsiteX32" fmla="*/ 820386 w 6085831"/>
                <a:gd name="connsiteY32" fmla="*/ 217544 h 469876"/>
                <a:gd name="connsiteX33" fmla="*/ 954211 w 6085831"/>
                <a:gd name="connsiteY33" fmla="*/ 217544 h 469876"/>
                <a:gd name="connsiteX34" fmla="*/ 954984 w 6085831"/>
                <a:gd name="connsiteY34" fmla="*/ 217544 h 469876"/>
                <a:gd name="connsiteX35" fmla="*/ 1036335 w 6085831"/>
                <a:gd name="connsiteY35" fmla="*/ 135790 h 469876"/>
                <a:gd name="connsiteX36" fmla="*/ 1035526 w 6085831"/>
                <a:gd name="connsiteY36" fmla="*/ 129973 h 469876"/>
                <a:gd name="connsiteX37" fmla="*/ 954984 w 6085831"/>
                <a:gd name="connsiteY37" fmla="*/ 48621 h 469876"/>
                <a:gd name="connsiteX38" fmla="*/ 950917 w 6085831"/>
                <a:gd name="connsiteY38" fmla="*/ 48621 h 469876"/>
                <a:gd name="connsiteX39" fmla="*/ 4712731 w 6085831"/>
                <a:gd name="connsiteY39" fmla="*/ 43899 h 469876"/>
                <a:gd name="connsiteX40" fmla="*/ 4601863 w 6085831"/>
                <a:gd name="connsiteY40" fmla="*/ 167169 h 469876"/>
                <a:gd name="connsiteX41" fmla="*/ 4601323 w 6085831"/>
                <a:gd name="connsiteY41" fmla="*/ 305923 h 469876"/>
                <a:gd name="connsiteX42" fmla="*/ 4712731 w 6085831"/>
                <a:gd name="connsiteY42" fmla="*/ 424339 h 469876"/>
                <a:gd name="connsiteX43" fmla="*/ 4824677 w 6085831"/>
                <a:gd name="connsiteY43" fmla="*/ 297835 h 469876"/>
                <a:gd name="connsiteX44" fmla="*/ 4823599 w 6085831"/>
                <a:gd name="connsiteY44" fmla="*/ 166090 h 469876"/>
                <a:gd name="connsiteX45" fmla="*/ 4712731 w 6085831"/>
                <a:gd name="connsiteY45" fmla="*/ 43899 h 469876"/>
                <a:gd name="connsiteX46" fmla="*/ 501904 w 6085831"/>
                <a:gd name="connsiteY46" fmla="*/ 43899 h 469876"/>
                <a:gd name="connsiteX47" fmla="*/ 391037 w 6085831"/>
                <a:gd name="connsiteY47" fmla="*/ 167169 h 469876"/>
                <a:gd name="connsiteX48" fmla="*/ 390497 w 6085831"/>
                <a:gd name="connsiteY48" fmla="*/ 305923 h 469876"/>
                <a:gd name="connsiteX49" fmla="*/ 501904 w 6085831"/>
                <a:gd name="connsiteY49" fmla="*/ 424339 h 469876"/>
                <a:gd name="connsiteX50" fmla="*/ 613850 w 6085831"/>
                <a:gd name="connsiteY50" fmla="*/ 297835 h 469876"/>
                <a:gd name="connsiteX51" fmla="*/ 612772 w 6085831"/>
                <a:gd name="connsiteY51" fmla="*/ 166090 h 469876"/>
                <a:gd name="connsiteX52" fmla="*/ 501904 w 6085831"/>
                <a:gd name="connsiteY52" fmla="*/ 43899 h 469876"/>
                <a:gd name="connsiteX53" fmla="*/ 5765399 w 6085831"/>
                <a:gd name="connsiteY53" fmla="*/ 4836 h 469876"/>
                <a:gd name="connsiteX54" fmla="*/ 5814145 w 6085831"/>
                <a:gd name="connsiteY54" fmla="*/ 4836 h 469876"/>
                <a:gd name="connsiteX55" fmla="*/ 5928889 w 6085831"/>
                <a:gd name="connsiteY55" fmla="*/ 4836 h 469876"/>
                <a:gd name="connsiteX56" fmla="*/ 5938427 w 6085831"/>
                <a:gd name="connsiteY56" fmla="*/ 4836 h 469876"/>
                <a:gd name="connsiteX57" fmla="*/ 6084779 w 6085831"/>
                <a:gd name="connsiteY57" fmla="*/ 232346 h 469876"/>
                <a:gd name="connsiteX58" fmla="*/ 6084779 w 6085831"/>
                <a:gd name="connsiteY58" fmla="*/ 247167 h 469876"/>
                <a:gd name="connsiteX59" fmla="*/ 5939237 w 6085831"/>
                <a:gd name="connsiteY59" fmla="*/ 465195 h 469876"/>
                <a:gd name="connsiteX60" fmla="*/ 5928889 w 6085831"/>
                <a:gd name="connsiteY60" fmla="*/ 465537 h 469876"/>
                <a:gd name="connsiteX61" fmla="*/ 5928889 w 6085831"/>
                <a:gd name="connsiteY61" fmla="*/ 465547 h 469876"/>
                <a:gd name="connsiteX62" fmla="*/ 5928579 w 6085831"/>
                <a:gd name="connsiteY62" fmla="*/ 465547 h 469876"/>
                <a:gd name="connsiteX63" fmla="*/ 5928573 w 6085831"/>
                <a:gd name="connsiteY63" fmla="*/ 465547 h 469876"/>
                <a:gd name="connsiteX64" fmla="*/ 5814145 w 6085831"/>
                <a:gd name="connsiteY64" fmla="*/ 465547 h 469876"/>
                <a:gd name="connsiteX65" fmla="*/ 5765399 w 6085831"/>
                <a:gd name="connsiteY65" fmla="*/ 465547 h 469876"/>
                <a:gd name="connsiteX66" fmla="*/ 5391729 w 6085831"/>
                <a:gd name="connsiteY66" fmla="*/ 4835 h 469876"/>
                <a:gd name="connsiteX67" fmla="*/ 5440475 w 6085831"/>
                <a:gd name="connsiteY67" fmla="*/ 4835 h 469876"/>
                <a:gd name="connsiteX68" fmla="*/ 5440475 w 6085831"/>
                <a:gd name="connsiteY68" fmla="*/ 421759 h 469876"/>
                <a:gd name="connsiteX69" fmla="*/ 5674681 w 6085831"/>
                <a:gd name="connsiteY69" fmla="*/ 421759 h 469876"/>
                <a:gd name="connsiteX70" fmla="*/ 5674681 w 6085831"/>
                <a:gd name="connsiteY70" fmla="*/ 465545 h 469876"/>
                <a:gd name="connsiteX71" fmla="*/ 5440475 w 6085831"/>
                <a:gd name="connsiteY71" fmla="*/ 465545 h 469876"/>
                <a:gd name="connsiteX72" fmla="*/ 5434593 w 6085831"/>
                <a:gd name="connsiteY72" fmla="*/ 465545 h 469876"/>
                <a:gd name="connsiteX73" fmla="*/ 5391729 w 6085831"/>
                <a:gd name="connsiteY73" fmla="*/ 465545 h 469876"/>
                <a:gd name="connsiteX74" fmla="*/ 4976117 w 6085831"/>
                <a:gd name="connsiteY74" fmla="*/ 4835 h 469876"/>
                <a:gd name="connsiteX75" fmla="*/ 5024863 w 6085831"/>
                <a:gd name="connsiteY75" fmla="*/ 4835 h 469876"/>
                <a:gd name="connsiteX76" fmla="*/ 5158687 w 6085831"/>
                <a:gd name="connsiteY76" fmla="*/ 4835 h 469876"/>
                <a:gd name="connsiteX77" fmla="*/ 5158687 w 6085831"/>
                <a:gd name="connsiteY77" fmla="*/ 5351 h 469876"/>
                <a:gd name="connsiteX78" fmla="*/ 5165249 w 6085831"/>
                <a:gd name="connsiteY78" fmla="*/ 5351 h 469876"/>
                <a:gd name="connsiteX79" fmla="*/ 5288551 w 6085831"/>
                <a:gd name="connsiteY79" fmla="*/ 128653 h 469876"/>
                <a:gd name="connsiteX80" fmla="*/ 5288551 w 6085831"/>
                <a:gd name="connsiteY80" fmla="*/ 136815 h 469876"/>
                <a:gd name="connsiteX81" fmla="*/ 5192497 w 6085831"/>
                <a:gd name="connsiteY81" fmla="*/ 255289 h 469876"/>
                <a:gd name="connsiteX82" fmla="*/ 5188391 w 6085831"/>
                <a:gd name="connsiteY82" fmla="*/ 255851 h 469876"/>
                <a:gd name="connsiteX83" fmla="*/ 5298631 w 6085831"/>
                <a:gd name="connsiteY83" fmla="*/ 465545 h 469876"/>
                <a:gd name="connsiteX84" fmla="*/ 5240369 w 6085831"/>
                <a:gd name="connsiteY84" fmla="*/ 465545 h 469876"/>
                <a:gd name="connsiteX85" fmla="*/ 5135989 w 6085831"/>
                <a:gd name="connsiteY85" fmla="*/ 261330 h 469876"/>
                <a:gd name="connsiteX86" fmla="*/ 5024863 w 6085831"/>
                <a:gd name="connsiteY86" fmla="*/ 261330 h 469876"/>
                <a:gd name="connsiteX87" fmla="*/ 5024863 w 6085831"/>
                <a:gd name="connsiteY87" fmla="*/ 465545 h 469876"/>
                <a:gd name="connsiteX88" fmla="*/ 4976117 w 6085831"/>
                <a:gd name="connsiteY88" fmla="*/ 465545 h 469876"/>
                <a:gd name="connsiteX89" fmla="*/ 3434731 w 6085831"/>
                <a:gd name="connsiteY89" fmla="*/ 4835 h 469876"/>
                <a:gd name="connsiteX90" fmla="*/ 3483477 w 6085831"/>
                <a:gd name="connsiteY90" fmla="*/ 4835 h 469876"/>
                <a:gd name="connsiteX91" fmla="*/ 3617301 w 6085831"/>
                <a:gd name="connsiteY91" fmla="*/ 4835 h 469876"/>
                <a:gd name="connsiteX92" fmla="*/ 3617301 w 6085831"/>
                <a:gd name="connsiteY92" fmla="*/ 5351 h 469876"/>
                <a:gd name="connsiteX93" fmla="*/ 3623863 w 6085831"/>
                <a:gd name="connsiteY93" fmla="*/ 5351 h 469876"/>
                <a:gd name="connsiteX94" fmla="*/ 3747165 w 6085831"/>
                <a:gd name="connsiteY94" fmla="*/ 128653 h 469876"/>
                <a:gd name="connsiteX95" fmla="*/ 3747165 w 6085831"/>
                <a:gd name="connsiteY95" fmla="*/ 136815 h 469876"/>
                <a:gd name="connsiteX96" fmla="*/ 3651111 w 6085831"/>
                <a:gd name="connsiteY96" fmla="*/ 255289 h 469876"/>
                <a:gd name="connsiteX97" fmla="*/ 3647005 w 6085831"/>
                <a:gd name="connsiteY97" fmla="*/ 255851 h 469876"/>
                <a:gd name="connsiteX98" fmla="*/ 3757245 w 6085831"/>
                <a:gd name="connsiteY98" fmla="*/ 465545 h 469876"/>
                <a:gd name="connsiteX99" fmla="*/ 3698983 w 6085831"/>
                <a:gd name="connsiteY99" fmla="*/ 465545 h 469876"/>
                <a:gd name="connsiteX100" fmla="*/ 3594603 w 6085831"/>
                <a:gd name="connsiteY100" fmla="*/ 261330 h 469876"/>
                <a:gd name="connsiteX101" fmla="*/ 3483477 w 6085831"/>
                <a:gd name="connsiteY101" fmla="*/ 261330 h 469876"/>
                <a:gd name="connsiteX102" fmla="*/ 3483477 w 6085831"/>
                <a:gd name="connsiteY102" fmla="*/ 465545 h 469876"/>
                <a:gd name="connsiteX103" fmla="*/ 3434731 w 6085831"/>
                <a:gd name="connsiteY103" fmla="*/ 465545 h 469876"/>
                <a:gd name="connsiteX104" fmla="*/ 3062719 w 6085831"/>
                <a:gd name="connsiteY104" fmla="*/ 4835 h 469876"/>
                <a:gd name="connsiteX105" fmla="*/ 3111465 w 6085831"/>
                <a:gd name="connsiteY105" fmla="*/ 4835 h 469876"/>
                <a:gd name="connsiteX106" fmla="*/ 3348437 w 6085831"/>
                <a:gd name="connsiteY106" fmla="*/ 4835 h 469876"/>
                <a:gd name="connsiteX107" fmla="*/ 3348437 w 6085831"/>
                <a:gd name="connsiteY107" fmla="*/ 48621 h 469876"/>
                <a:gd name="connsiteX108" fmla="*/ 3111465 w 6085831"/>
                <a:gd name="connsiteY108" fmla="*/ 48621 h 469876"/>
                <a:gd name="connsiteX109" fmla="*/ 3111465 w 6085831"/>
                <a:gd name="connsiteY109" fmla="*/ 211054 h 469876"/>
                <a:gd name="connsiteX110" fmla="*/ 3313659 w 6085831"/>
                <a:gd name="connsiteY110" fmla="*/ 211054 h 469876"/>
                <a:gd name="connsiteX111" fmla="*/ 3313659 w 6085831"/>
                <a:gd name="connsiteY111" fmla="*/ 254840 h 469876"/>
                <a:gd name="connsiteX112" fmla="*/ 3111465 w 6085831"/>
                <a:gd name="connsiteY112" fmla="*/ 254840 h 469876"/>
                <a:gd name="connsiteX113" fmla="*/ 3111465 w 6085831"/>
                <a:gd name="connsiteY113" fmla="*/ 421759 h 469876"/>
                <a:gd name="connsiteX114" fmla="*/ 3348437 w 6085831"/>
                <a:gd name="connsiteY114" fmla="*/ 421759 h 469876"/>
                <a:gd name="connsiteX115" fmla="*/ 3348437 w 6085831"/>
                <a:gd name="connsiteY115" fmla="*/ 465545 h 469876"/>
                <a:gd name="connsiteX116" fmla="*/ 3111465 w 6085831"/>
                <a:gd name="connsiteY116" fmla="*/ 465545 h 469876"/>
                <a:gd name="connsiteX117" fmla="*/ 3108350 w 6085831"/>
                <a:gd name="connsiteY117" fmla="*/ 465545 h 469876"/>
                <a:gd name="connsiteX118" fmla="*/ 3062719 w 6085831"/>
                <a:gd name="connsiteY118" fmla="*/ 465545 h 469876"/>
                <a:gd name="connsiteX119" fmla="*/ 2686079 w 6085831"/>
                <a:gd name="connsiteY119" fmla="*/ 4835 h 469876"/>
                <a:gd name="connsiteX120" fmla="*/ 2734825 w 6085831"/>
                <a:gd name="connsiteY120" fmla="*/ 4835 h 469876"/>
                <a:gd name="connsiteX121" fmla="*/ 2971797 w 6085831"/>
                <a:gd name="connsiteY121" fmla="*/ 4835 h 469876"/>
                <a:gd name="connsiteX122" fmla="*/ 2971797 w 6085831"/>
                <a:gd name="connsiteY122" fmla="*/ 48621 h 469876"/>
                <a:gd name="connsiteX123" fmla="*/ 2734825 w 6085831"/>
                <a:gd name="connsiteY123" fmla="*/ 48621 h 469876"/>
                <a:gd name="connsiteX124" fmla="*/ 2734825 w 6085831"/>
                <a:gd name="connsiteY124" fmla="*/ 218352 h 469876"/>
                <a:gd name="connsiteX125" fmla="*/ 2937019 w 6085831"/>
                <a:gd name="connsiteY125" fmla="*/ 218352 h 469876"/>
                <a:gd name="connsiteX126" fmla="*/ 2937019 w 6085831"/>
                <a:gd name="connsiteY126" fmla="*/ 262138 h 469876"/>
                <a:gd name="connsiteX127" fmla="*/ 2734825 w 6085831"/>
                <a:gd name="connsiteY127" fmla="*/ 262138 h 469876"/>
                <a:gd name="connsiteX128" fmla="*/ 2734825 w 6085831"/>
                <a:gd name="connsiteY128" fmla="*/ 465545 h 469876"/>
                <a:gd name="connsiteX129" fmla="*/ 2686079 w 6085831"/>
                <a:gd name="connsiteY129" fmla="*/ 465545 h 469876"/>
                <a:gd name="connsiteX130" fmla="*/ 2404270 w 6085831"/>
                <a:gd name="connsiteY130" fmla="*/ 4835 h 469876"/>
                <a:gd name="connsiteX131" fmla="*/ 2446219 w 6085831"/>
                <a:gd name="connsiteY131" fmla="*/ 4835 h 469876"/>
                <a:gd name="connsiteX132" fmla="*/ 2446220 w 6085831"/>
                <a:gd name="connsiteY132" fmla="*/ 4835 h 469876"/>
                <a:gd name="connsiteX133" fmla="*/ 2448491 w 6085831"/>
                <a:gd name="connsiteY133" fmla="*/ 11049 h 469876"/>
                <a:gd name="connsiteX134" fmla="*/ 2614619 w 6085831"/>
                <a:gd name="connsiteY134" fmla="*/ 465545 h 469876"/>
                <a:gd name="connsiteX135" fmla="*/ 2562510 w 6085831"/>
                <a:gd name="connsiteY135" fmla="*/ 465545 h 469876"/>
                <a:gd name="connsiteX136" fmla="*/ 2526047 w 6085831"/>
                <a:gd name="connsiteY136" fmla="*/ 361259 h 469876"/>
                <a:gd name="connsiteX137" fmla="*/ 2324408 w 6085831"/>
                <a:gd name="connsiteY137" fmla="*/ 361259 h 469876"/>
                <a:gd name="connsiteX138" fmla="*/ 2287458 w 6085831"/>
                <a:gd name="connsiteY138" fmla="*/ 465545 h 469876"/>
                <a:gd name="connsiteX139" fmla="*/ 2235398 w 6085831"/>
                <a:gd name="connsiteY139" fmla="*/ 465545 h 469876"/>
                <a:gd name="connsiteX140" fmla="*/ 2403683 w 6085831"/>
                <a:gd name="connsiteY140" fmla="*/ 6435 h 469876"/>
                <a:gd name="connsiteX141" fmla="*/ 1470324 w 6085831"/>
                <a:gd name="connsiteY141" fmla="*/ 4835 h 469876"/>
                <a:gd name="connsiteX142" fmla="*/ 1512273 w 6085831"/>
                <a:gd name="connsiteY142" fmla="*/ 4835 h 469876"/>
                <a:gd name="connsiteX143" fmla="*/ 1512274 w 6085831"/>
                <a:gd name="connsiteY143" fmla="*/ 4835 h 469876"/>
                <a:gd name="connsiteX144" fmla="*/ 1514545 w 6085831"/>
                <a:gd name="connsiteY144" fmla="*/ 11049 h 469876"/>
                <a:gd name="connsiteX145" fmla="*/ 1680673 w 6085831"/>
                <a:gd name="connsiteY145" fmla="*/ 465545 h 469876"/>
                <a:gd name="connsiteX146" fmla="*/ 1628564 w 6085831"/>
                <a:gd name="connsiteY146" fmla="*/ 465545 h 469876"/>
                <a:gd name="connsiteX147" fmla="*/ 1592101 w 6085831"/>
                <a:gd name="connsiteY147" fmla="*/ 361259 h 469876"/>
                <a:gd name="connsiteX148" fmla="*/ 1390462 w 6085831"/>
                <a:gd name="connsiteY148" fmla="*/ 361259 h 469876"/>
                <a:gd name="connsiteX149" fmla="*/ 1353512 w 6085831"/>
                <a:gd name="connsiteY149" fmla="*/ 465545 h 469876"/>
                <a:gd name="connsiteX150" fmla="*/ 1301452 w 6085831"/>
                <a:gd name="connsiteY150" fmla="*/ 465545 h 469876"/>
                <a:gd name="connsiteX151" fmla="*/ 1469737 w 6085831"/>
                <a:gd name="connsiteY151" fmla="*/ 6435 h 469876"/>
                <a:gd name="connsiteX152" fmla="*/ 771640 w 6085831"/>
                <a:gd name="connsiteY152" fmla="*/ 4835 h 469876"/>
                <a:gd name="connsiteX153" fmla="*/ 820386 w 6085831"/>
                <a:gd name="connsiteY153" fmla="*/ 4835 h 469876"/>
                <a:gd name="connsiteX154" fmla="*/ 954211 w 6085831"/>
                <a:gd name="connsiteY154" fmla="*/ 4835 h 469876"/>
                <a:gd name="connsiteX155" fmla="*/ 954211 w 6085831"/>
                <a:gd name="connsiteY155" fmla="*/ 5351 h 469876"/>
                <a:gd name="connsiteX156" fmla="*/ 960772 w 6085831"/>
                <a:gd name="connsiteY156" fmla="*/ 5351 h 469876"/>
                <a:gd name="connsiteX157" fmla="*/ 1084074 w 6085831"/>
                <a:gd name="connsiteY157" fmla="*/ 128653 h 469876"/>
                <a:gd name="connsiteX158" fmla="*/ 1084074 w 6085831"/>
                <a:gd name="connsiteY158" fmla="*/ 136815 h 469876"/>
                <a:gd name="connsiteX159" fmla="*/ 988021 w 6085831"/>
                <a:gd name="connsiteY159" fmla="*/ 255289 h 469876"/>
                <a:gd name="connsiteX160" fmla="*/ 983914 w 6085831"/>
                <a:gd name="connsiteY160" fmla="*/ 255851 h 469876"/>
                <a:gd name="connsiteX161" fmla="*/ 1094154 w 6085831"/>
                <a:gd name="connsiteY161" fmla="*/ 465545 h 469876"/>
                <a:gd name="connsiteX162" fmla="*/ 1035892 w 6085831"/>
                <a:gd name="connsiteY162" fmla="*/ 465545 h 469876"/>
                <a:gd name="connsiteX163" fmla="*/ 931513 w 6085831"/>
                <a:gd name="connsiteY163" fmla="*/ 261330 h 469876"/>
                <a:gd name="connsiteX164" fmla="*/ 820386 w 6085831"/>
                <a:gd name="connsiteY164" fmla="*/ 261330 h 469876"/>
                <a:gd name="connsiteX165" fmla="*/ 820386 w 6085831"/>
                <a:gd name="connsiteY165" fmla="*/ 465545 h 469876"/>
                <a:gd name="connsiteX166" fmla="*/ 771640 w 6085831"/>
                <a:gd name="connsiteY166" fmla="*/ 465545 h 469876"/>
                <a:gd name="connsiteX167" fmla="*/ 0 w 6085831"/>
                <a:gd name="connsiteY167" fmla="*/ 4835 h 469876"/>
                <a:gd name="connsiteX168" fmla="*/ 48746 w 6085831"/>
                <a:gd name="connsiteY168" fmla="*/ 4835 h 469876"/>
                <a:gd name="connsiteX169" fmla="*/ 285718 w 6085831"/>
                <a:gd name="connsiteY169" fmla="*/ 4835 h 469876"/>
                <a:gd name="connsiteX170" fmla="*/ 285718 w 6085831"/>
                <a:gd name="connsiteY170" fmla="*/ 48621 h 469876"/>
                <a:gd name="connsiteX171" fmla="*/ 48746 w 6085831"/>
                <a:gd name="connsiteY171" fmla="*/ 48621 h 469876"/>
                <a:gd name="connsiteX172" fmla="*/ 48746 w 6085831"/>
                <a:gd name="connsiteY172" fmla="*/ 218352 h 469876"/>
                <a:gd name="connsiteX173" fmla="*/ 250940 w 6085831"/>
                <a:gd name="connsiteY173" fmla="*/ 218352 h 469876"/>
                <a:gd name="connsiteX174" fmla="*/ 250940 w 6085831"/>
                <a:gd name="connsiteY174" fmla="*/ 262138 h 469876"/>
                <a:gd name="connsiteX175" fmla="*/ 48746 w 6085831"/>
                <a:gd name="connsiteY175" fmla="*/ 262138 h 469876"/>
                <a:gd name="connsiteX176" fmla="*/ 48746 w 6085831"/>
                <a:gd name="connsiteY176" fmla="*/ 465545 h 469876"/>
                <a:gd name="connsiteX177" fmla="*/ 0 w 6085831"/>
                <a:gd name="connsiteY177" fmla="*/ 465545 h 469876"/>
                <a:gd name="connsiteX178" fmla="*/ 3958459 w 6085831"/>
                <a:gd name="connsiteY178" fmla="*/ 4745 h 469876"/>
                <a:gd name="connsiteX179" fmla="*/ 4010427 w 6085831"/>
                <a:gd name="connsiteY179" fmla="*/ 4745 h 469876"/>
                <a:gd name="connsiteX180" fmla="*/ 4101179 w 6085831"/>
                <a:gd name="connsiteY180" fmla="*/ 373571 h 469876"/>
                <a:gd name="connsiteX181" fmla="*/ 4193451 w 6085831"/>
                <a:gd name="connsiteY181" fmla="*/ 38549 h 469876"/>
                <a:gd name="connsiteX182" fmla="*/ 4201593 w 6085831"/>
                <a:gd name="connsiteY182" fmla="*/ 8980 h 469876"/>
                <a:gd name="connsiteX183" fmla="*/ 4202755 w 6085831"/>
                <a:gd name="connsiteY183" fmla="*/ 4761 h 469876"/>
                <a:gd name="connsiteX184" fmla="*/ 4235167 w 6085831"/>
                <a:gd name="connsiteY184" fmla="*/ 4761 h 469876"/>
                <a:gd name="connsiteX185" fmla="*/ 4240517 w 6085831"/>
                <a:gd name="connsiteY185" fmla="*/ 4761 h 469876"/>
                <a:gd name="connsiteX186" fmla="*/ 4246787 w 6085831"/>
                <a:gd name="connsiteY186" fmla="*/ 4761 h 469876"/>
                <a:gd name="connsiteX187" fmla="*/ 4248741 w 6085831"/>
                <a:gd name="connsiteY187" fmla="*/ 11859 h 469876"/>
                <a:gd name="connsiteX188" fmla="*/ 4248477 w 6085831"/>
                <a:gd name="connsiteY188" fmla="*/ 12799 h 469876"/>
                <a:gd name="connsiteX189" fmla="*/ 4255569 w 6085831"/>
                <a:gd name="connsiteY189" fmla="*/ 38549 h 469876"/>
                <a:gd name="connsiteX190" fmla="*/ 4347627 w 6085831"/>
                <a:gd name="connsiteY190" fmla="*/ 372791 h 469876"/>
                <a:gd name="connsiteX191" fmla="*/ 4438187 w 6085831"/>
                <a:gd name="connsiteY191" fmla="*/ 4745 h 469876"/>
                <a:gd name="connsiteX192" fmla="*/ 4490153 w 6085831"/>
                <a:gd name="connsiteY192" fmla="*/ 4745 h 469876"/>
                <a:gd name="connsiteX193" fmla="*/ 4372511 w 6085831"/>
                <a:gd name="connsiteY193" fmla="*/ 463141 h 469876"/>
                <a:gd name="connsiteX194" fmla="*/ 4373173 w 6085831"/>
                <a:gd name="connsiteY194" fmla="*/ 465545 h 469876"/>
                <a:gd name="connsiteX195" fmla="*/ 4326895 w 6085831"/>
                <a:gd name="connsiteY195" fmla="*/ 465545 h 469876"/>
                <a:gd name="connsiteX196" fmla="*/ 4324805 w 6085831"/>
                <a:gd name="connsiteY196" fmla="*/ 465545 h 469876"/>
                <a:gd name="connsiteX197" fmla="*/ 4325783 w 6085831"/>
                <a:gd name="connsiteY197" fmla="*/ 461570 h 469876"/>
                <a:gd name="connsiteX198" fmla="*/ 4296003 w 6085831"/>
                <a:gd name="connsiteY198" fmla="*/ 355117 h 469876"/>
                <a:gd name="connsiteX199" fmla="*/ 4247059 w 6085831"/>
                <a:gd name="connsiteY199" fmla="*/ 179343 h 469876"/>
                <a:gd name="connsiteX200" fmla="*/ 4224443 w 6085831"/>
                <a:gd name="connsiteY200" fmla="*/ 98394 h 469876"/>
                <a:gd name="connsiteX201" fmla="*/ 4122661 w 6085831"/>
                <a:gd name="connsiteY201" fmla="*/ 460881 h 469876"/>
                <a:gd name="connsiteX202" fmla="*/ 4123809 w 6085831"/>
                <a:gd name="connsiteY202" fmla="*/ 465545 h 469876"/>
                <a:gd name="connsiteX203" fmla="*/ 4121351 w 6085831"/>
                <a:gd name="connsiteY203" fmla="*/ 465545 h 469876"/>
                <a:gd name="connsiteX204" fmla="*/ 4075847 w 6085831"/>
                <a:gd name="connsiteY204" fmla="*/ 465545 h 469876"/>
                <a:gd name="connsiteX205" fmla="*/ 4076299 w 6085831"/>
                <a:gd name="connsiteY205" fmla="*/ 463905 h 469876"/>
                <a:gd name="connsiteX206" fmla="*/ 2041154 w 6085831"/>
                <a:gd name="connsiteY206" fmla="*/ 606 h 469876"/>
                <a:gd name="connsiteX207" fmla="*/ 2088613 w 6085831"/>
                <a:gd name="connsiteY207" fmla="*/ 4631 h 469876"/>
                <a:gd name="connsiteX208" fmla="*/ 2179456 w 6085831"/>
                <a:gd name="connsiteY208" fmla="*/ 51753 h 469876"/>
                <a:gd name="connsiteX209" fmla="*/ 2149031 w 6085831"/>
                <a:gd name="connsiteY209" fmla="*/ 82816 h 469876"/>
                <a:gd name="connsiteX210" fmla="*/ 2089902 w 6085831"/>
                <a:gd name="connsiteY210" fmla="*/ 49338 h 469876"/>
                <a:gd name="connsiteX211" fmla="*/ 2010356 w 6085831"/>
                <a:gd name="connsiteY211" fmla="*/ 47271 h 469876"/>
                <a:gd name="connsiteX212" fmla="*/ 1945875 w 6085831"/>
                <a:gd name="connsiteY212" fmla="*/ 109092 h 469876"/>
                <a:gd name="connsiteX213" fmla="*/ 1961254 w 6085831"/>
                <a:gd name="connsiteY213" fmla="*/ 179474 h 469876"/>
                <a:gd name="connsiteX214" fmla="*/ 2016102 w 6085831"/>
                <a:gd name="connsiteY214" fmla="*/ 205119 h 469876"/>
                <a:gd name="connsiteX215" fmla="*/ 2097538 w 6085831"/>
                <a:gd name="connsiteY215" fmla="*/ 218369 h 469876"/>
                <a:gd name="connsiteX216" fmla="*/ 2199589 w 6085831"/>
                <a:gd name="connsiteY216" fmla="*/ 323221 h 469876"/>
                <a:gd name="connsiteX217" fmla="*/ 2175544 w 6085831"/>
                <a:gd name="connsiteY217" fmla="*/ 415287 h 469876"/>
                <a:gd name="connsiteX218" fmla="*/ 2093197 w 6085831"/>
                <a:gd name="connsiteY218" fmla="*/ 463679 h 469876"/>
                <a:gd name="connsiteX219" fmla="*/ 1970071 w 6085831"/>
                <a:gd name="connsiteY219" fmla="*/ 460977 h 469876"/>
                <a:gd name="connsiteX220" fmla="*/ 1883810 w 6085831"/>
                <a:gd name="connsiteY220" fmla="*/ 408031 h 469876"/>
                <a:gd name="connsiteX221" fmla="*/ 1916305 w 6085831"/>
                <a:gd name="connsiteY221" fmla="*/ 375403 h 469876"/>
                <a:gd name="connsiteX222" fmla="*/ 1978754 w 6085831"/>
                <a:gd name="connsiteY222" fmla="*/ 415726 h 469876"/>
                <a:gd name="connsiteX223" fmla="*/ 2086063 w 6085831"/>
                <a:gd name="connsiteY223" fmla="*/ 420630 h 469876"/>
                <a:gd name="connsiteX224" fmla="*/ 2150946 w 6085831"/>
                <a:gd name="connsiteY224" fmla="*/ 338373 h 469876"/>
                <a:gd name="connsiteX225" fmla="*/ 2001684 w 6085831"/>
                <a:gd name="connsiteY225" fmla="*/ 249873 h 469876"/>
                <a:gd name="connsiteX226" fmla="*/ 1923956 w 6085831"/>
                <a:gd name="connsiteY226" fmla="*/ 211548 h 469876"/>
                <a:gd name="connsiteX227" fmla="*/ 1897264 w 6085831"/>
                <a:gd name="connsiteY227" fmla="*/ 108203 h 469876"/>
                <a:gd name="connsiteX228" fmla="*/ 1947105 w 6085831"/>
                <a:gd name="connsiteY228" fmla="*/ 27960 h 469876"/>
                <a:gd name="connsiteX229" fmla="*/ 1998192 w 6085831"/>
                <a:gd name="connsiteY229" fmla="*/ 5339 h 469876"/>
                <a:gd name="connsiteX230" fmla="*/ 2041154 w 6085831"/>
                <a:gd name="connsiteY230" fmla="*/ 606 h 469876"/>
                <a:gd name="connsiteX231" fmla="*/ 4707063 w 6085831"/>
                <a:gd name="connsiteY231" fmla="*/ 0 h 469876"/>
                <a:gd name="connsiteX232" fmla="*/ 4717387 w 6085831"/>
                <a:gd name="connsiteY232" fmla="*/ 0 h 469876"/>
                <a:gd name="connsiteX233" fmla="*/ 4873343 w 6085831"/>
                <a:gd name="connsiteY233" fmla="*/ 155956 h 469876"/>
                <a:gd name="connsiteX234" fmla="*/ 4873343 w 6085831"/>
                <a:gd name="connsiteY234" fmla="*/ 312596 h 469876"/>
                <a:gd name="connsiteX235" fmla="*/ 4717387 w 6085831"/>
                <a:gd name="connsiteY235" fmla="*/ 468552 h 469876"/>
                <a:gd name="connsiteX236" fmla="*/ 4707063 w 6085831"/>
                <a:gd name="connsiteY236" fmla="*/ 468552 h 469876"/>
                <a:gd name="connsiteX237" fmla="*/ 4551107 w 6085831"/>
                <a:gd name="connsiteY237" fmla="*/ 312596 h 469876"/>
                <a:gd name="connsiteX238" fmla="*/ 4551645 w 6085831"/>
                <a:gd name="connsiteY238" fmla="*/ 164044 h 469876"/>
                <a:gd name="connsiteX239" fmla="*/ 4707063 w 6085831"/>
                <a:gd name="connsiteY239" fmla="*/ 0 h 469876"/>
                <a:gd name="connsiteX240" fmla="*/ 496236 w 6085831"/>
                <a:gd name="connsiteY240" fmla="*/ 0 h 469876"/>
                <a:gd name="connsiteX241" fmla="*/ 506560 w 6085831"/>
                <a:gd name="connsiteY241" fmla="*/ 0 h 469876"/>
                <a:gd name="connsiteX242" fmla="*/ 662516 w 6085831"/>
                <a:gd name="connsiteY242" fmla="*/ 155956 h 469876"/>
                <a:gd name="connsiteX243" fmla="*/ 662516 w 6085831"/>
                <a:gd name="connsiteY243" fmla="*/ 312596 h 469876"/>
                <a:gd name="connsiteX244" fmla="*/ 506560 w 6085831"/>
                <a:gd name="connsiteY244" fmla="*/ 468552 h 469876"/>
                <a:gd name="connsiteX245" fmla="*/ 496236 w 6085831"/>
                <a:gd name="connsiteY245" fmla="*/ 468552 h 469876"/>
                <a:gd name="connsiteX246" fmla="*/ 340280 w 6085831"/>
                <a:gd name="connsiteY246" fmla="*/ 312596 h 469876"/>
                <a:gd name="connsiteX247" fmla="*/ 340819 w 6085831"/>
                <a:gd name="connsiteY247" fmla="*/ 164044 h 469876"/>
                <a:gd name="connsiteX248" fmla="*/ 496236 w 6085831"/>
                <a:gd name="connsiteY248" fmla="*/ 0 h 469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</a:cxnLst>
              <a:rect l="l" t="t" r="r" b="b"/>
              <a:pathLst>
                <a:path w="6085831" h="469876">
                  <a:moveTo>
                    <a:pt x="2425896" y="74820"/>
                  </a:moveTo>
                  <a:lnTo>
                    <a:pt x="2339468" y="318752"/>
                  </a:lnTo>
                  <a:lnTo>
                    <a:pt x="2511185" y="318752"/>
                  </a:lnTo>
                  <a:close/>
                  <a:moveTo>
                    <a:pt x="1491950" y="74820"/>
                  </a:moveTo>
                  <a:lnTo>
                    <a:pt x="1405522" y="318752"/>
                  </a:lnTo>
                  <a:lnTo>
                    <a:pt x="1577239" y="318752"/>
                  </a:lnTo>
                  <a:close/>
                  <a:moveTo>
                    <a:pt x="5814145" y="48622"/>
                  </a:moveTo>
                  <a:lnTo>
                    <a:pt x="5814145" y="421761"/>
                  </a:lnTo>
                  <a:lnTo>
                    <a:pt x="5928889" y="421761"/>
                  </a:lnTo>
                  <a:lnTo>
                    <a:pt x="5928889" y="421924"/>
                  </a:lnTo>
                  <a:lnTo>
                    <a:pt x="5935065" y="421240"/>
                  </a:lnTo>
                  <a:cubicBezTo>
                    <a:pt x="6036023" y="403938"/>
                    <a:pt x="6035423" y="328093"/>
                    <a:pt x="6035423" y="246113"/>
                  </a:cubicBezTo>
                  <a:lnTo>
                    <a:pt x="6035423" y="234744"/>
                  </a:lnTo>
                  <a:cubicBezTo>
                    <a:pt x="6035423" y="150563"/>
                    <a:pt x="6039259" y="62658"/>
                    <a:pt x="5935873" y="49835"/>
                  </a:cubicBezTo>
                  <a:lnTo>
                    <a:pt x="5928277" y="48622"/>
                  </a:lnTo>
                  <a:close/>
                  <a:moveTo>
                    <a:pt x="5024863" y="48621"/>
                  </a:moveTo>
                  <a:lnTo>
                    <a:pt x="5024863" y="217544"/>
                  </a:lnTo>
                  <a:lnTo>
                    <a:pt x="5158687" y="217544"/>
                  </a:lnTo>
                  <a:lnTo>
                    <a:pt x="5159459" y="217544"/>
                  </a:lnTo>
                  <a:cubicBezTo>
                    <a:pt x="5211083" y="212692"/>
                    <a:pt x="5240811" y="180942"/>
                    <a:pt x="5240811" y="135790"/>
                  </a:cubicBezTo>
                  <a:lnTo>
                    <a:pt x="5240003" y="129973"/>
                  </a:lnTo>
                  <a:cubicBezTo>
                    <a:pt x="5240003" y="83609"/>
                    <a:pt x="5207039" y="51452"/>
                    <a:pt x="5159459" y="48621"/>
                  </a:cubicBezTo>
                  <a:lnTo>
                    <a:pt x="5155393" y="48621"/>
                  </a:lnTo>
                  <a:close/>
                  <a:moveTo>
                    <a:pt x="3483477" y="48621"/>
                  </a:moveTo>
                  <a:lnTo>
                    <a:pt x="3483477" y="217544"/>
                  </a:lnTo>
                  <a:lnTo>
                    <a:pt x="3617301" y="217544"/>
                  </a:lnTo>
                  <a:lnTo>
                    <a:pt x="3618073" y="217544"/>
                  </a:lnTo>
                  <a:cubicBezTo>
                    <a:pt x="3669697" y="212692"/>
                    <a:pt x="3699425" y="180942"/>
                    <a:pt x="3699425" y="135790"/>
                  </a:cubicBezTo>
                  <a:lnTo>
                    <a:pt x="3698617" y="129973"/>
                  </a:lnTo>
                  <a:cubicBezTo>
                    <a:pt x="3698617" y="83609"/>
                    <a:pt x="3665653" y="51452"/>
                    <a:pt x="3618073" y="48621"/>
                  </a:cubicBezTo>
                  <a:lnTo>
                    <a:pt x="3614007" y="48621"/>
                  </a:lnTo>
                  <a:close/>
                  <a:moveTo>
                    <a:pt x="820386" y="48621"/>
                  </a:moveTo>
                  <a:lnTo>
                    <a:pt x="820386" y="217544"/>
                  </a:lnTo>
                  <a:lnTo>
                    <a:pt x="954211" y="217544"/>
                  </a:lnTo>
                  <a:lnTo>
                    <a:pt x="954984" y="217544"/>
                  </a:lnTo>
                  <a:cubicBezTo>
                    <a:pt x="1006606" y="212692"/>
                    <a:pt x="1036335" y="180942"/>
                    <a:pt x="1036335" y="135790"/>
                  </a:cubicBezTo>
                  <a:lnTo>
                    <a:pt x="1035526" y="129973"/>
                  </a:lnTo>
                  <a:cubicBezTo>
                    <a:pt x="1035526" y="83609"/>
                    <a:pt x="1002562" y="51452"/>
                    <a:pt x="954984" y="48621"/>
                  </a:cubicBezTo>
                  <a:lnTo>
                    <a:pt x="950917" y="48621"/>
                  </a:lnTo>
                  <a:close/>
                  <a:moveTo>
                    <a:pt x="4712731" y="43899"/>
                  </a:moveTo>
                  <a:cubicBezTo>
                    <a:pt x="4673617" y="44079"/>
                    <a:pt x="4603481" y="64364"/>
                    <a:pt x="4601863" y="167169"/>
                  </a:cubicBezTo>
                  <a:cubicBezTo>
                    <a:pt x="4601503" y="215577"/>
                    <a:pt x="4601683" y="257515"/>
                    <a:pt x="4601323" y="305923"/>
                  </a:cubicBezTo>
                  <a:cubicBezTo>
                    <a:pt x="4602401" y="379611"/>
                    <a:pt x="4650905" y="424339"/>
                    <a:pt x="4712731" y="424339"/>
                  </a:cubicBezTo>
                  <a:cubicBezTo>
                    <a:pt x="4774557" y="424339"/>
                    <a:pt x="4822913" y="382394"/>
                    <a:pt x="4824677" y="297835"/>
                  </a:cubicBezTo>
                  <a:cubicBezTo>
                    <a:pt x="4825593" y="253928"/>
                    <a:pt x="4823747" y="210006"/>
                    <a:pt x="4823599" y="166090"/>
                  </a:cubicBezTo>
                  <a:cubicBezTo>
                    <a:pt x="4823273" y="69849"/>
                    <a:pt x="4751843" y="43720"/>
                    <a:pt x="4712731" y="43899"/>
                  </a:cubicBezTo>
                  <a:close/>
                  <a:moveTo>
                    <a:pt x="501904" y="43899"/>
                  </a:moveTo>
                  <a:cubicBezTo>
                    <a:pt x="462792" y="44079"/>
                    <a:pt x="392654" y="64364"/>
                    <a:pt x="391037" y="167169"/>
                  </a:cubicBezTo>
                  <a:cubicBezTo>
                    <a:pt x="390677" y="215577"/>
                    <a:pt x="390857" y="257515"/>
                    <a:pt x="390497" y="305923"/>
                  </a:cubicBezTo>
                  <a:cubicBezTo>
                    <a:pt x="391576" y="379611"/>
                    <a:pt x="440078" y="424339"/>
                    <a:pt x="501904" y="424339"/>
                  </a:cubicBezTo>
                  <a:cubicBezTo>
                    <a:pt x="563730" y="424339"/>
                    <a:pt x="612087" y="382394"/>
                    <a:pt x="613850" y="297835"/>
                  </a:cubicBezTo>
                  <a:cubicBezTo>
                    <a:pt x="614766" y="253928"/>
                    <a:pt x="612921" y="210006"/>
                    <a:pt x="612772" y="166090"/>
                  </a:cubicBezTo>
                  <a:cubicBezTo>
                    <a:pt x="612447" y="69849"/>
                    <a:pt x="541017" y="43720"/>
                    <a:pt x="501904" y="43899"/>
                  </a:cubicBezTo>
                  <a:close/>
                  <a:moveTo>
                    <a:pt x="5765399" y="4836"/>
                  </a:moveTo>
                  <a:lnTo>
                    <a:pt x="5814145" y="4836"/>
                  </a:lnTo>
                  <a:lnTo>
                    <a:pt x="5928889" y="4836"/>
                  </a:lnTo>
                  <a:lnTo>
                    <a:pt x="5938427" y="4836"/>
                  </a:lnTo>
                  <a:cubicBezTo>
                    <a:pt x="6059499" y="14201"/>
                    <a:pt x="6092463" y="104258"/>
                    <a:pt x="6084779" y="232346"/>
                  </a:cubicBezTo>
                  <a:lnTo>
                    <a:pt x="6084779" y="247167"/>
                  </a:lnTo>
                  <a:cubicBezTo>
                    <a:pt x="6084779" y="370807"/>
                    <a:pt x="6065971" y="449360"/>
                    <a:pt x="5939237" y="465195"/>
                  </a:cubicBezTo>
                  <a:lnTo>
                    <a:pt x="5928889" y="465537"/>
                  </a:lnTo>
                  <a:lnTo>
                    <a:pt x="5928889" y="465547"/>
                  </a:lnTo>
                  <a:lnTo>
                    <a:pt x="5928579" y="465547"/>
                  </a:lnTo>
                  <a:lnTo>
                    <a:pt x="5928573" y="465547"/>
                  </a:lnTo>
                  <a:lnTo>
                    <a:pt x="5814145" y="465547"/>
                  </a:lnTo>
                  <a:lnTo>
                    <a:pt x="5765399" y="465547"/>
                  </a:lnTo>
                  <a:close/>
                  <a:moveTo>
                    <a:pt x="5391729" y="4835"/>
                  </a:moveTo>
                  <a:lnTo>
                    <a:pt x="5440475" y="4835"/>
                  </a:lnTo>
                  <a:lnTo>
                    <a:pt x="5440475" y="421759"/>
                  </a:lnTo>
                  <a:lnTo>
                    <a:pt x="5674681" y="421759"/>
                  </a:lnTo>
                  <a:lnTo>
                    <a:pt x="5674681" y="465545"/>
                  </a:lnTo>
                  <a:lnTo>
                    <a:pt x="5440475" y="465545"/>
                  </a:lnTo>
                  <a:lnTo>
                    <a:pt x="5434593" y="465545"/>
                  </a:lnTo>
                  <a:lnTo>
                    <a:pt x="5391729" y="465545"/>
                  </a:lnTo>
                  <a:close/>
                  <a:moveTo>
                    <a:pt x="4976117" y="4835"/>
                  </a:moveTo>
                  <a:lnTo>
                    <a:pt x="5024863" y="4835"/>
                  </a:lnTo>
                  <a:lnTo>
                    <a:pt x="5158687" y="4835"/>
                  </a:lnTo>
                  <a:lnTo>
                    <a:pt x="5158687" y="5351"/>
                  </a:lnTo>
                  <a:lnTo>
                    <a:pt x="5165249" y="5351"/>
                  </a:lnTo>
                  <a:cubicBezTo>
                    <a:pt x="5240221" y="9395"/>
                    <a:pt x="5288551" y="60555"/>
                    <a:pt x="5288551" y="128653"/>
                  </a:cubicBezTo>
                  <a:lnTo>
                    <a:pt x="5288551" y="136815"/>
                  </a:lnTo>
                  <a:cubicBezTo>
                    <a:pt x="5288551" y="196401"/>
                    <a:pt x="5251239" y="242089"/>
                    <a:pt x="5192497" y="255289"/>
                  </a:cubicBezTo>
                  <a:lnTo>
                    <a:pt x="5188391" y="255851"/>
                  </a:lnTo>
                  <a:lnTo>
                    <a:pt x="5298631" y="465545"/>
                  </a:lnTo>
                  <a:lnTo>
                    <a:pt x="5240369" y="465545"/>
                  </a:lnTo>
                  <a:lnTo>
                    <a:pt x="5135989" y="261330"/>
                  </a:lnTo>
                  <a:lnTo>
                    <a:pt x="5024863" y="261330"/>
                  </a:lnTo>
                  <a:lnTo>
                    <a:pt x="5024863" y="465545"/>
                  </a:lnTo>
                  <a:lnTo>
                    <a:pt x="4976117" y="465545"/>
                  </a:lnTo>
                  <a:close/>
                  <a:moveTo>
                    <a:pt x="3434731" y="4835"/>
                  </a:moveTo>
                  <a:lnTo>
                    <a:pt x="3483477" y="4835"/>
                  </a:lnTo>
                  <a:lnTo>
                    <a:pt x="3617301" y="4835"/>
                  </a:lnTo>
                  <a:lnTo>
                    <a:pt x="3617301" y="5351"/>
                  </a:lnTo>
                  <a:lnTo>
                    <a:pt x="3623863" y="5351"/>
                  </a:lnTo>
                  <a:cubicBezTo>
                    <a:pt x="3698835" y="9395"/>
                    <a:pt x="3747165" y="60555"/>
                    <a:pt x="3747165" y="128653"/>
                  </a:cubicBezTo>
                  <a:lnTo>
                    <a:pt x="3747165" y="136815"/>
                  </a:lnTo>
                  <a:cubicBezTo>
                    <a:pt x="3747165" y="196401"/>
                    <a:pt x="3709853" y="242089"/>
                    <a:pt x="3651111" y="255289"/>
                  </a:cubicBezTo>
                  <a:lnTo>
                    <a:pt x="3647005" y="255851"/>
                  </a:lnTo>
                  <a:lnTo>
                    <a:pt x="3757245" y="465545"/>
                  </a:lnTo>
                  <a:lnTo>
                    <a:pt x="3698983" y="465545"/>
                  </a:lnTo>
                  <a:lnTo>
                    <a:pt x="3594603" y="261330"/>
                  </a:lnTo>
                  <a:lnTo>
                    <a:pt x="3483477" y="261330"/>
                  </a:lnTo>
                  <a:lnTo>
                    <a:pt x="3483477" y="465545"/>
                  </a:lnTo>
                  <a:lnTo>
                    <a:pt x="3434731" y="465545"/>
                  </a:lnTo>
                  <a:close/>
                  <a:moveTo>
                    <a:pt x="3062719" y="4835"/>
                  </a:moveTo>
                  <a:lnTo>
                    <a:pt x="3111465" y="4835"/>
                  </a:lnTo>
                  <a:lnTo>
                    <a:pt x="3348437" y="4835"/>
                  </a:lnTo>
                  <a:lnTo>
                    <a:pt x="3348437" y="48621"/>
                  </a:lnTo>
                  <a:lnTo>
                    <a:pt x="3111465" y="48621"/>
                  </a:lnTo>
                  <a:lnTo>
                    <a:pt x="3111465" y="211054"/>
                  </a:lnTo>
                  <a:lnTo>
                    <a:pt x="3313659" y="211054"/>
                  </a:lnTo>
                  <a:lnTo>
                    <a:pt x="3313659" y="254840"/>
                  </a:lnTo>
                  <a:lnTo>
                    <a:pt x="3111465" y="254840"/>
                  </a:lnTo>
                  <a:lnTo>
                    <a:pt x="3111465" y="421759"/>
                  </a:lnTo>
                  <a:lnTo>
                    <a:pt x="3348437" y="421759"/>
                  </a:lnTo>
                  <a:lnTo>
                    <a:pt x="3348437" y="465545"/>
                  </a:lnTo>
                  <a:lnTo>
                    <a:pt x="3111465" y="465545"/>
                  </a:lnTo>
                  <a:lnTo>
                    <a:pt x="3108350" y="465545"/>
                  </a:lnTo>
                  <a:lnTo>
                    <a:pt x="3062719" y="465545"/>
                  </a:lnTo>
                  <a:close/>
                  <a:moveTo>
                    <a:pt x="2686079" y="4835"/>
                  </a:moveTo>
                  <a:lnTo>
                    <a:pt x="2734825" y="4835"/>
                  </a:lnTo>
                  <a:lnTo>
                    <a:pt x="2971797" y="4835"/>
                  </a:lnTo>
                  <a:lnTo>
                    <a:pt x="2971797" y="48621"/>
                  </a:lnTo>
                  <a:lnTo>
                    <a:pt x="2734825" y="48621"/>
                  </a:lnTo>
                  <a:lnTo>
                    <a:pt x="2734825" y="218352"/>
                  </a:lnTo>
                  <a:lnTo>
                    <a:pt x="2937019" y="218352"/>
                  </a:lnTo>
                  <a:lnTo>
                    <a:pt x="2937019" y="262138"/>
                  </a:lnTo>
                  <a:lnTo>
                    <a:pt x="2734825" y="262138"/>
                  </a:lnTo>
                  <a:lnTo>
                    <a:pt x="2734825" y="465545"/>
                  </a:lnTo>
                  <a:lnTo>
                    <a:pt x="2686079" y="465545"/>
                  </a:lnTo>
                  <a:close/>
                  <a:moveTo>
                    <a:pt x="2404270" y="4835"/>
                  </a:moveTo>
                  <a:lnTo>
                    <a:pt x="2446219" y="4835"/>
                  </a:lnTo>
                  <a:lnTo>
                    <a:pt x="2446220" y="4835"/>
                  </a:lnTo>
                  <a:lnTo>
                    <a:pt x="2448491" y="11049"/>
                  </a:lnTo>
                  <a:lnTo>
                    <a:pt x="2614619" y="465545"/>
                  </a:lnTo>
                  <a:lnTo>
                    <a:pt x="2562510" y="465545"/>
                  </a:lnTo>
                  <a:lnTo>
                    <a:pt x="2526047" y="361259"/>
                  </a:lnTo>
                  <a:lnTo>
                    <a:pt x="2324408" y="361259"/>
                  </a:lnTo>
                  <a:lnTo>
                    <a:pt x="2287458" y="465545"/>
                  </a:lnTo>
                  <a:lnTo>
                    <a:pt x="2235398" y="465545"/>
                  </a:lnTo>
                  <a:lnTo>
                    <a:pt x="2403683" y="6435"/>
                  </a:lnTo>
                  <a:close/>
                  <a:moveTo>
                    <a:pt x="1470324" y="4835"/>
                  </a:moveTo>
                  <a:lnTo>
                    <a:pt x="1512273" y="4835"/>
                  </a:lnTo>
                  <a:lnTo>
                    <a:pt x="1512274" y="4835"/>
                  </a:lnTo>
                  <a:lnTo>
                    <a:pt x="1514545" y="11049"/>
                  </a:lnTo>
                  <a:lnTo>
                    <a:pt x="1680673" y="465545"/>
                  </a:lnTo>
                  <a:lnTo>
                    <a:pt x="1628564" y="465545"/>
                  </a:lnTo>
                  <a:lnTo>
                    <a:pt x="1592101" y="361259"/>
                  </a:lnTo>
                  <a:lnTo>
                    <a:pt x="1390462" y="361259"/>
                  </a:lnTo>
                  <a:lnTo>
                    <a:pt x="1353512" y="465545"/>
                  </a:lnTo>
                  <a:lnTo>
                    <a:pt x="1301452" y="465545"/>
                  </a:lnTo>
                  <a:lnTo>
                    <a:pt x="1469737" y="6435"/>
                  </a:lnTo>
                  <a:close/>
                  <a:moveTo>
                    <a:pt x="771640" y="4835"/>
                  </a:moveTo>
                  <a:lnTo>
                    <a:pt x="820386" y="4835"/>
                  </a:lnTo>
                  <a:lnTo>
                    <a:pt x="954211" y="4835"/>
                  </a:lnTo>
                  <a:lnTo>
                    <a:pt x="954211" y="5351"/>
                  </a:lnTo>
                  <a:lnTo>
                    <a:pt x="960772" y="5351"/>
                  </a:lnTo>
                  <a:cubicBezTo>
                    <a:pt x="1035745" y="9395"/>
                    <a:pt x="1084074" y="60555"/>
                    <a:pt x="1084074" y="128653"/>
                  </a:cubicBezTo>
                  <a:lnTo>
                    <a:pt x="1084074" y="136815"/>
                  </a:lnTo>
                  <a:cubicBezTo>
                    <a:pt x="1084074" y="196401"/>
                    <a:pt x="1046762" y="242089"/>
                    <a:pt x="988021" y="255289"/>
                  </a:cubicBezTo>
                  <a:lnTo>
                    <a:pt x="983914" y="255851"/>
                  </a:lnTo>
                  <a:lnTo>
                    <a:pt x="1094154" y="465545"/>
                  </a:lnTo>
                  <a:lnTo>
                    <a:pt x="1035892" y="465545"/>
                  </a:lnTo>
                  <a:lnTo>
                    <a:pt x="931513" y="261330"/>
                  </a:lnTo>
                  <a:lnTo>
                    <a:pt x="820386" y="261330"/>
                  </a:lnTo>
                  <a:lnTo>
                    <a:pt x="820386" y="465545"/>
                  </a:lnTo>
                  <a:lnTo>
                    <a:pt x="771640" y="465545"/>
                  </a:lnTo>
                  <a:close/>
                  <a:moveTo>
                    <a:pt x="0" y="4835"/>
                  </a:moveTo>
                  <a:lnTo>
                    <a:pt x="48746" y="4835"/>
                  </a:lnTo>
                  <a:lnTo>
                    <a:pt x="285718" y="4835"/>
                  </a:lnTo>
                  <a:lnTo>
                    <a:pt x="285718" y="48621"/>
                  </a:lnTo>
                  <a:lnTo>
                    <a:pt x="48746" y="48621"/>
                  </a:lnTo>
                  <a:lnTo>
                    <a:pt x="48746" y="218352"/>
                  </a:lnTo>
                  <a:lnTo>
                    <a:pt x="250940" y="218352"/>
                  </a:lnTo>
                  <a:lnTo>
                    <a:pt x="250940" y="262138"/>
                  </a:lnTo>
                  <a:lnTo>
                    <a:pt x="48746" y="262138"/>
                  </a:lnTo>
                  <a:lnTo>
                    <a:pt x="48746" y="465545"/>
                  </a:lnTo>
                  <a:lnTo>
                    <a:pt x="0" y="465545"/>
                  </a:lnTo>
                  <a:close/>
                  <a:moveTo>
                    <a:pt x="3958459" y="4745"/>
                  </a:moveTo>
                  <a:lnTo>
                    <a:pt x="4010427" y="4745"/>
                  </a:lnTo>
                  <a:lnTo>
                    <a:pt x="4101179" y="373571"/>
                  </a:lnTo>
                  <a:lnTo>
                    <a:pt x="4193451" y="38549"/>
                  </a:lnTo>
                  <a:lnTo>
                    <a:pt x="4201593" y="8980"/>
                  </a:lnTo>
                  <a:lnTo>
                    <a:pt x="4202755" y="4761"/>
                  </a:lnTo>
                  <a:lnTo>
                    <a:pt x="4235167" y="4761"/>
                  </a:lnTo>
                  <a:lnTo>
                    <a:pt x="4240517" y="4761"/>
                  </a:lnTo>
                  <a:lnTo>
                    <a:pt x="4246787" y="4761"/>
                  </a:lnTo>
                  <a:lnTo>
                    <a:pt x="4248741" y="11859"/>
                  </a:lnTo>
                  <a:lnTo>
                    <a:pt x="4248477" y="12799"/>
                  </a:lnTo>
                  <a:lnTo>
                    <a:pt x="4255569" y="38549"/>
                  </a:lnTo>
                  <a:lnTo>
                    <a:pt x="4347627" y="372791"/>
                  </a:lnTo>
                  <a:lnTo>
                    <a:pt x="4438187" y="4745"/>
                  </a:lnTo>
                  <a:lnTo>
                    <a:pt x="4490153" y="4745"/>
                  </a:lnTo>
                  <a:lnTo>
                    <a:pt x="4372511" y="463141"/>
                  </a:lnTo>
                  <a:lnTo>
                    <a:pt x="4373173" y="465545"/>
                  </a:lnTo>
                  <a:lnTo>
                    <a:pt x="4326895" y="465545"/>
                  </a:lnTo>
                  <a:lnTo>
                    <a:pt x="4324805" y="465545"/>
                  </a:lnTo>
                  <a:lnTo>
                    <a:pt x="4325783" y="461570"/>
                  </a:lnTo>
                  <a:lnTo>
                    <a:pt x="4296003" y="355117"/>
                  </a:lnTo>
                  <a:cubicBezTo>
                    <a:pt x="4279717" y="296724"/>
                    <a:pt x="4263373" y="237934"/>
                    <a:pt x="4247059" y="179343"/>
                  </a:cubicBezTo>
                  <a:lnTo>
                    <a:pt x="4224443" y="98394"/>
                  </a:lnTo>
                  <a:lnTo>
                    <a:pt x="4122661" y="460881"/>
                  </a:lnTo>
                  <a:lnTo>
                    <a:pt x="4123809" y="465545"/>
                  </a:lnTo>
                  <a:lnTo>
                    <a:pt x="4121351" y="465545"/>
                  </a:lnTo>
                  <a:lnTo>
                    <a:pt x="4075847" y="465545"/>
                  </a:lnTo>
                  <a:lnTo>
                    <a:pt x="4076299" y="463905"/>
                  </a:lnTo>
                  <a:close/>
                  <a:moveTo>
                    <a:pt x="2041154" y="606"/>
                  </a:moveTo>
                  <a:cubicBezTo>
                    <a:pt x="2056349" y="359"/>
                    <a:pt x="2072294" y="1572"/>
                    <a:pt x="2088613" y="4631"/>
                  </a:cubicBezTo>
                  <a:cubicBezTo>
                    <a:pt x="2121250" y="10749"/>
                    <a:pt x="2155637" y="28410"/>
                    <a:pt x="2179456" y="51753"/>
                  </a:cubicBezTo>
                  <a:lnTo>
                    <a:pt x="2149031" y="82816"/>
                  </a:lnTo>
                  <a:cubicBezTo>
                    <a:pt x="2140171" y="75943"/>
                    <a:pt x="2113015" y="55262"/>
                    <a:pt x="2089902" y="49338"/>
                  </a:cubicBezTo>
                  <a:cubicBezTo>
                    <a:pt x="2066790" y="43414"/>
                    <a:pt x="2035311" y="41538"/>
                    <a:pt x="2010356" y="47271"/>
                  </a:cubicBezTo>
                  <a:cubicBezTo>
                    <a:pt x="1961313" y="58538"/>
                    <a:pt x="1950824" y="89080"/>
                    <a:pt x="1945875" y="109092"/>
                  </a:cubicBezTo>
                  <a:cubicBezTo>
                    <a:pt x="1940927" y="129104"/>
                    <a:pt x="1942695" y="157841"/>
                    <a:pt x="1961254" y="179474"/>
                  </a:cubicBezTo>
                  <a:cubicBezTo>
                    <a:pt x="1970128" y="189817"/>
                    <a:pt x="1993388" y="198637"/>
                    <a:pt x="2016102" y="205119"/>
                  </a:cubicBezTo>
                  <a:cubicBezTo>
                    <a:pt x="2038816" y="211602"/>
                    <a:pt x="2073552" y="213407"/>
                    <a:pt x="2097538" y="218369"/>
                  </a:cubicBezTo>
                  <a:cubicBezTo>
                    <a:pt x="2177050" y="234818"/>
                    <a:pt x="2196293" y="288784"/>
                    <a:pt x="2199589" y="323221"/>
                  </a:cubicBezTo>
                  <a:cubicBezTo>
                    <a:pt x="2202884" y="357658"/>
                    <a:pt x="2193276" y="391877"/>
                    <a:pt x="2175544" y="415287"/>
                  </a:cubicBezTo>
                  <a:cubicBezTo>
                    <a:pt x="2157812" y="438696"/>
                    <a:pt x="2127442" y="456064"/>
                    <a:pt x="2093197" y="463679"/>
                  </a:cubicBezTo>
                  <a:cubicBezTo>
                    <a:pt x="2058951" y="471294"/>
                    <a:pt x="2012248" y="473487"/>
                    <a:pt x="1970071" y="460977"/>
                  </a:cubicBezTo>
                  <a:cubicBezTo>
                    <a:pt x="1927894" y="448468"/>
                    <a:pt x="1892569" y="421821"/>
                    <a:pt x="1883810" y="408031"/>
                  </a:cubicBezTo>
                  <a:lnTo>
                    <a:pt x="1916305" y="375403"/>
                  </a:lnTo>
                  <a:cubicBezTo>
                    <a:pt x="1932942" y="391540"/>
                    <a:pt x="1951342" y="405436"/>
                    <a:pt x="1978754" y="415726"/>
                  </a:cubicBezTo>
                  <a:cubicBezTo>
                    <a:pt x="2007451" y="426499"/>
                    <a:pt x="2063835" y="427861"/>
                    <a:pt x="2086063" y="420630"/>
                  </a:cubicBezTo>
                  <a:cubicBezTo>
                    <a:pt x="2108291" y="413400"/>
                    <a:pt x="2152869" y="395917"/>
                    <a:pt x="2150946" y="338373"/>
                  </a:cubicBezTo>
                  <a:cubicBezTo>
                    <a:pt x="2148007" y="250467"/>
                    <a:pt x="2066791" y="264774"/>
                    <a:pt x="2001684" y="249873"/>
                  </a:cubicBezTo>
                  <a:cubicBezTo>
                    <a:pt x="1968558" y="242291"/>
                    <a:pt x="1944476" y="232508"/>
                    <a:pt x="1923956" y="211548"/>
                  </a:cubicBezTo>
                  <a:cubicBezTo>
                    <a:pt x="1898465" y="185510"/>
                    <a:pt x="1892322" y="139460"/>
                    <a:pt x="1897264" y="108203"/>
                  </a:cubicBezTo>
                  <a:cubicBezTo>
                    <a:pt x="1902170" y="77180"/>
                    <a:pt x="1914171" y="48942"/>
                    <a:pt x="1947105" y="27960"/>
                  </a:cubicBezTo>
                  <a:cubicBezTo>
                    <a:pt x="1963630" y="17003"/>
                    <a:pt x="1974071" y="10371"/>
                    <a:pt x="1998192" y="5339"/>
                  </a:cubicBezTo>
                  <a:cubicBezTo>
                    <a:pt x="2011513" y="2559"/>
                    <a:pt x="2025959" y="853"/>
                    <a:pt x="2041154" y="606"/>
                  </a:cubicBezTo>
                  <a:close/>
                  <a:moveTo>
                    <a:pt x="4707063" y="0"/>
                  </a:moveTo>
                  <a:lnTo>
                    <a:pt x="4717387" y="0"/>
                  </a:lnTo>
                  <a:cubicBezTo>
                    <a:pt x="4803519" y="0"/>
                    <a:pt x="4873343" y="69824"/>
                    <a:pt x="4873343" y="155956"/>
                  </a:cubicBezTo>
                  <a:lnTo>
                    <a:pt x="4873343" y="312596"/>
                  </a:lnTo>
                  <a:cubicBezTo>
                    <a:pt x="4873343" y="398728"/>
                    <a:pt x="4803519" y="468552"/>
                    <a:pt x="4717387" y="468552"/>
                  </a:cubicBezTo>
                  <a:lnTo>
                    <a:pt x="4707063" y="468552"/>
                  </a:lnTo>
                  <a:cubicBezTo>
                    <a:pt x="4620931" y="468552"/>
                    <a:pt x="4551107" y="398728"/>
                    <a:pt x="4551107" y="312596"/>
                  </a:cubicBezTo>
                  <a:cubicBezTo>
                    <a:pt x="4551107" y="260383"/>
                    <a:pt x="4551645" y="216257"/>
                    <a:pt x="4551645" y="164044"/>
                  </a:cubicBezTo>
                  <a:cubicBezTo>
                    <a:pt x="4553803" y="67667"/>
                    <a:pt x="4611765" y="5931"/>
                    <a:pt x="4707063" y="0"/>
                  </a:cubicBezTo>
                  <a:close/>
                  <a:moveTo>
                    <a:pt x="496236" y="0"/>
                  </a:moveTo>
                  <a:lnTo>
                    <a:pt x="506560" y="0"/>
                  </a:lnTo>
                  <a:cubicBezTo>
                    <a:pt x="592693" y="0"/>
                    <a:pt x="662516" y="69824"/>
                    <a:pt x="662516" y="155956"/>
                  </a:cubicBezTo>
                  <a:lnTo>
                    <a:pt x="662516" y="312596"/>
                  </a:lnTo>
                  <a:cubicBezTo>
                    <a:pt x="662516" y="398728"/>
                    <a:pt x="592693" y="468552"/>
                    <a:pt x="506560" y="468552"/>
                  </a:cubicBezTo>
                  <a:lnTo>
                    <a:pt x="496236" y="468552"/>
                  </a:lnTo>
                  <a:cubicBezTo>
                    <a:pt x="410104" y="468552"/>
                    <a:pt x="340280" y="398728"/>
                    <a:pt x="340280" y="312596"/>
                  </a:cubicBezTo>
                  <a:cubicBezTo>
                    <a:pt x="340280" y="260383"/>
                    <a:pt x="340819" y="216257"/>
                    <a:pt x="340819" y="164044"/>
                  </a:cubicBezTo>
                  <a:cubicBezTo>
                    <a:pt x="342976" y="67667"/>
                    <a:pt x="400938" y="5931"/>
                    <a:pt x="496236" y="0"/>
                  </a:cubicBezTo>
                  <a:close/>
                </a:path>
              </a:pathLst>
            </a:custGeom>
            <a:grpFill/>
          </p:spPr>
          <p:txBody>
            <a:bodyPr wrap="square" rtlCol="0" anchor="ctr">
              <a:noAutofit/>
            </a:bodyPr>
            <a:lstStyle/>
            <a:p>
              <a:pPr algn="ctr">
                <a:buNone/>
              </a:pPr>
              <a:endParaRPr lang="en-GB" sz="1200">
                <a:solidFill>
                  <a:schemeClr val="tx2"/>
                </a:solidFill>
                <a:latin typeface="+mn-lt"/>
              </a:endParaRPr>
            </a:p>
          </p:txBody>
        </p:sp>
        <p:sp>
          <p:nvSpPr>
            <p:cNvPr id="31" name="Freihandform: Form 16">
              <a:extLst>
                <a:ext uri="{FF2B5EF4-FFF2-40B4-BE49-F238E27FC236}">
                  <a16:creationId xmlns:a16="http://schemas.microsoft.com/office/drawing/2014/main" id="{6D398777-083D-5DEE-3F27-BB2D35BF6DA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6480658" y="3564296"/>
              <a:ext cx="10339200" cy="1795153"/>
            </a:xfrm>
            <a:custGeom>
              <a:avLst/>
              <a:gdLst>
                <a:gd name="connsiteX0" fmla="*/ 4196821 w 11362354"/>
                <a:gd name="connsiteY0" fmla="*/ 1846406 h 1972800"/>
                <a:gd name="connsiteX1" fmla="*/ 4515841 w 11362354"/>
                <a:gd name="connsiteY1" fmla="*/ 1846406 h 1972800"/>
                <a:gd name="connsiteX2" fmla="*/ 4302401 w 11362354"/>
                <a:gd name="connsiteY2" fmla="*/ 1972800 h 1972800"/>
                <a:gd name="connsiteX3" fmla="*/ 4276590 w 11362354"/>
                <a:gd name="connsiteY3" fmla="*/ 1972800 h 1972800"/>
                <a:gd name="connsiteX4" fmla="*/ 10408772 w 11362354"/>
                <a:gd name="connsiteY4" fmla="*/ 1547682 h 1972800"/>
                <a:gd name="connsiteX5" fmla="*/ 11236685 w 11362354"/>
                <a:gd name="connsiteY5" fmla="*/ 1547682 h 1972800"/>
                <a:gd name="connsiteX6" fmla="*/ 11013744 w 11362354"/>
                <a:gd name="connsiteY6" fmla="*/ 1726479 h 1972800"/>
                <a:gd name="connsiteX7" fmla="*/ 10702056 w 11362354"/>
                <a:gd name="connsiteY7" fmla="*/ 1776200 h 1972800"/>
                <a:gd name="connsiteX8" fmla="*/ 10408772 w 11362354"/>
                <a:gd name="connsiteY8" fmla="*/ 1703049 h 1972800"/>
                <a:gd name="connsiteX9" fmla="*/ 9781432 w 11362354"/>
                <a:gd name="connsiteY9" fmla="*/ 1544408 h 1972800"/>
                <a:gd name="connsiteX10" fmla="*/ 10286039 w 11362354"/>
                <a:gd name="connsiteY10" fmla="*/ 1544408 h 1972800"/>
                <a:gd name="connsiteX11" fmla="*/ 10286039 w 11362354"/>
                <a:gd name="connsiteY11" fmla="*/ 1763438 h 1972800"/>
                <a:gd name="connsiteX12" fmla="*/ 9781432 w 11362354"/>
                <a:gd name="connsiteY12" fmla="*/ 1763438 h 1972800"/>
                <a:gd name="connsiteX13" fmla="*/ 8877431 w 11362354"/>
                <a:gd name="connsiteY13" fmla="*/ 1544408 h 1972800"/>
                <a:gd name="connsiteX14" fmla="*/ 9382033 w 11362354"/>
                <a:gd name="connsiteY14" fmla="*/ 1544408 h 1972800"/>
                <a:gd name="connsiteX15" fmla="*/ 9382033 w 11362354"/>
                <a:gd name="connsiteY15" fmla="*/ 1763438 h 1972800"/>
                <a:gd name="connsiteX16" fmla="*/ 8877431 w 11362354"/>
                <a:gd name="connsiteY16" fmla="*/ 1763438 h 1972800"/>
                <a:gd name="connsiteX17" fmla="*/ 7955283 w 11362354"/>
                <a:gd name="connsiteY17" fmla="*/ 1544408 h 1972800"/>
                <a:gd name="connsiteX18" fmla="*/ 8501703 w 11362354"/>
                <a:gd name="connsiteY18" fmla="*/ 1544408 h 1972800"/>
                <a:gd name="connsiteX19" fmla="*/ 8501703 w 11362354"/>
                <a:gd name="connsiteY19" fmla="*/ 1763438 h 1972800"/>
                <a:gd name="connsiteX20" fmla="*/ 8046371 w 11362354"/>
                <a:gd name="connsiteY20" fmla="*/ 1763438 h 1972800"/>
                <a:gd name="connsiteX21" fmla="*/ 7193139 w 11362354"/>
                <a:gd name="connsiteY21" fmla="*/ 1544408 h 1972800"/>
                <a:gd name="connsiteX22" fmla="*/ 7648159 w 11362354"/>
                <a:gd name="connsiteY22" fmla="*/ 1544408 h 1972800"/>
                <a:gd name="connsiteX23" fmla="*/ 7648159 w 11362354"/>
                <a:gd name="connsiteY23" fmla="*/ 1763438 h 1972800"/>
                <a:gd name="connsiteX24" fmla="*/ 7193139 w 11362354"/>
                <a:gd name="connsiteY24" fmla="*/ 1763438 h 1972800"/>
                <a:gd name="connsiteX25" fmla="*/ 6188669 w 11362354"/>
                <a:gd name="connsiteY25" fmla="*/ 1544408 h 1972800"/>
                <a:gd name="connsiteX26" fmla="*/ 7080275 w 11362354"/>
                <a:gd name="connsiteY26" fmla="*/ 1544408 h 1972800"/>
                <a:gd name="connsiteX27" fmla="*/ 7080275 w 11362354"/>
                <a:gd name="connsiteY27" fmla="*/ 1763438 h 1972800"/>
                <a:gd name="connsiteX28" fmla="*/ 6188669 w 11362354"/>
                <a:gd name="connsiteY28" fmla="*/ 1763438 h 1972800"/>
                <a:gd name="connsiteX29" fmla="*/ 4886266 w 11362354"/>
                <a:gd name="connsiteY29" fmla="*/ 1544408 h 1972800"/>
                <a:gd name="connsiteX30" fmla="*/ 5979839 w 11362354"/>
                <a:gd name="connsiteY30" fmla="*/ 1544408 h 1972800"/>
                <a:gd name="connsiteX31" fmla="*/ 5557257 w 11362354"/>
                <a:gd name="connsiteY31" fmla="*/ 1763438 h 1972800"/>
                <a:gd name="connsiteX32" fmla="*/ 5308843 w 11362354"/>
                <a:gd name="connsiteY32" fmla="*/ 1763438 h 1972800"/>
                <a:gd name="connsiteX33" fmla="*/ 4886266 w 11362354"/>
                <a:gd name="connsiteY33" fmla="*/ 1544408 h 1972800"/>
                <a:gd name="connsiteX34" fmla="*/ 2285298 w 11362354"/>
                <a:gd name="connsiteY34" fmla="*/ 1544408 h 1972800"/>
                <a:gd name="connsiteX35" fmla="*/ 3183254 w 11362354"/>
                <a:gd name="connsiteY35" fmla="*/ 1544408 h 1972800"/>
                <a:gd name="connsiteX36" fmla="*/ 3183254 w 11362354"/>
                <a:gd name="connsiteY36" fmla="*/ 1763438 h 1972800"/>
                <a:gd name="connsiteX37" fmla="*/ 2285298 w 11362354"/>
                <a:gd name="connsiteY37" fmla="*/ 1763438 h 1972800"/>
                <a:gd name="connsiteX38" fmla="*/ 1699767 w 11362354"/>
                <a:gd name="connsiteY38" fmla="*/ 1544408 h 1972800"/>
                <a:gd name="connsiteX39" fmla="*/ 2161050 w 11362354"/>
                <a:gd name="connsiteY39" fmla="*/ 1544408 h 1972800"/>
                <a:gd name="connsiteX40" fmla="*/ 2265828 w 11362354"/>
                <a:gd name="connsiteY40" fmla="*/ 1763438 h 1972800"/>
                <a:gd name="connsiteX41" fmla="*/ 1796468 w 11362354"/>
                <a:gd name="connsiteY41" fmla="*/ 1763438 h 1972800"/>
                <a:gd name="connsiteX42" fmla="*/ 985097 w 11362354"/>
                <a:gd name="connsiteY42" fmla="*/ 1544408 h 1972800"/>
                <a:gd name="connsiteX43" fmla="*/ 1468672 w 11362354"/>
                <a:gd name="connsiteY43" fmla="*/ 1544408 h 1972800"/>
                <a:gd name="connsiteX44" fmla="*/ 1468672 w 11362354"/>
                <a:gd name="connsiteY44" fmla="*/ 1763438 h 1972800"/>
                <a:gd name="connsiteX45" fmla="*/ 985097 w 11362354"/>
                <a:gd name="connsiteY45" fmla="*/ 1763438 h 1972800"/>
                <a:gd name="connsiteX46" fmla="*/ 0 w 11362354"/>
                <a:gd name="connsiteY46" fmla="*/ 1544408 h 1972800"/>
                <a:gd name="connsiteX47" fmla="*/ 506025 w 11362354"/>
                <a:gd name="connsiteY47" fmla="*/ 1544408 h 1972800"/>
                <a:gd name="connsiteX48" fmla="*/ 506025 w 11362354"/>
                <a:gd name="connsiteY48" fmla="*/ 1763438 h 1972800"/>
                <a:gd name="connsiteX49" fmla="*/ 498505 w 11362354"/>
                <a:gd name="connsiteY49" fmla="*/ 1763438 h 1972800"/>
                <a:gd name="connsiteX50" fmla="*/ 7520 w 11362354"/>
                <a:gd name="connsiteY50" fmla="*/ 1763438 h 1972800"/>
                <a:gd name="connsiteX51" fmla="*/ 0 w 11362354"/>
                <a:gd name="connsiteY51" fmla="*/ 1763438 h 1972800"/>
                <a:gd name="connsiteX52" fmla="*/ 3478763 w 11362354"/>
                <a:gd name="connsiteY52" fmla="*/ 1544407 h 1972800"/>
                <a:gd name="connsiteX53" fmla="*/ 4486152 w 11362354"/>
                <a:gd name="connsiteY53" fmla="*/ 1544407 h 1972800"/>
                <a:gd name="connsiteX54" fmla="*/ 4479313 w 11362354"/>
                <a:gd name="connsiteY54" fmla="*/ 1555187 h 1972800"/>
                <a:gd name="connsiteX55" fmla="*/ 4654042 w 11362354"/>
                <a:gd name="connsiteY55" fmla="*/ 1763437 h 1972800"/>
                <a:gd name="connsiteX56" fmla="*/ 3697470 w 11362354"/>
                <a:gd name="connsiteY56" fmla="*/ 1763437 h 1972800"/>
                <a:gd name="connsiteX57" fmla="*/ 3478763 w 11362354"/>
                <a:gd name="connsiteY57" fmla="*/ 1544407 h 1972800"/>
                <a:gd name="connsiteX58" fmla="*/ 10408772 w 11362354"/>
                <a:gd name="connsiteY58" fmla="*/ 1290902 h 1972800"/>
                <a:gd name="connsiteX59" fmla="*/ 10568570 w 11362354"/>
                <a:gd name="connsiteY59" fmla="*/ 1290902 h 1972800"/>
                <a:gd name="connsiteX60" fmla="*/ 10590729 w 11362354"/>
                <a:gd name="connsiteY60" fmla="*/ 1313870 h 1972800"/>
                <a:gd name="connsiteX61" fmla="*/ 10721250 w 11362354"/>
                <a:gd name="connsiteY61" fmla="*/ 1365562 h 1972800"/>
                <a:gd name="connsiteX62" fmla="*/ 10855315 w 11362354"/>
                <a:gd name="connsiteY62" fmla="*/ 1290902 h 1972800"/>
                <a:gd name="connsiteX63" fmla="*/ 11214890 w 11362354"/>
                <a:gd name="connsiteY63" fmla="*/ 1290902 h 1972800"/>
                <a:gd name="connsiteX64" fmla="*/ 11346112 w 11362354"/>
                <a:gd name="connsiteY64" fmla="*/ 1290902 h 1972800"/>
                <a:gd name="connsiteX65" fmla="*/ 11280882 w 11362354"/>
                <a:gd name="connsiteY65" fmla="*/ 1465414 h 1972800"/>
                <a:gd name="connsiteX66" fmla="*/ 11214890 w 11362354"/>
                <a:gd name="connsiteY66" fmla="*/ 1465414 h 1972800"/>
                <a:gd name="connsiteX67" fmla="*/ 10408772 w 11362354"/>
                <a:gd name="connsiteY67" fmla="*/ 1465414 h 1972800"/>
                <a:gd name="connsiteX68" fmla="*/ 3354588 w 11362354"/>
                <a:gd name="connsiteY68" fmla="*/ 1288169 h 1972800"/>
                <a:gd name="connsiteX69" fmla="*/ 3891084 w 11362354"/>
                <a:gd name="connsiteY69" fmla="*/ 1288169 h 1972800"/>
                <a:gd name="connsiteX70" fmla="*/ 3982693 w 11362354"/>
                <a:gd name="connsiteY70" fmla="*/ 1333215 h 1972800"/>
                <a:gd name="connsiteX71" fmla="*/ 4074304 w 11362354"/>
                <a:gd name="connsiteY71" fmla="*/ 1288169 h 1972800"/>
                <a:gd name="connsiteX72" fmla="*/ 4610046 w 11362354"/>
                <a:gd name="connsiteY72" fmla="*/ 1288169 h 1972800"/>
                <a:gd name="connsiteX73" fmla="*/ 4535426 w 11362354"/>
                <a:gd name="connsiteY73" fmla="*/ 1462313 h 1972800"/>
                <a:gd name="connsiteX74" fmla="*/ 3429061 w 11362354"/>
                <a:gd name="connsiteY74" fmla="*/ 1462313 h 1972800"/>
                <a:gd name="connsiteX75" fmla="*/ 3354588 w 11362354"/>
                <a:gd name="connsiteY75" fmla="*/ 1288169 h 1972800"/>
                <a:gd name="connsiteX76" fmla="*/ 9781432 w 11362354"/>
                <a:gd name="connsiteY76" fmla="*/ 1288165 h 1972800"/>
                <a:gd name="connsiteX77" fmla="*/ 10286039 w 11362354"/>
                <a:gd name="connsiteY77" fmla="*/ 1288165 h 1972800"/>
                <a:gd name="connsiteX78" fmla="*/ 10286039 w 11362354"/>
                <a:gd name="connsiteY78" fmla="*/ 1462314 h 1972800"/>
                <a:gd name="connsiteX79" fmla="*/ 9781432 w 11362354"/>
                <a:gd name="connsiteY79" fmla="*/ 1462314 h 1972800"/>
                <a:gd name="connsiteX80" fmla="*/ 8877431 w 11362354"/>
                <a:gd name="connsiteY80" fmla="*/ 1288165 h 1972800"/>
                <a:gd name="connsiteX81" fmla="*/ 9382033 w 11362354"/>
                <a:gd name="connsiteY81" fmla="*/ 1288165 h 1972800"/>
                <a:gd name="connsiteX82" fmla="*/ 9382033 w 11362354"/>
                <a:gd name="connsiteY82" fmla="*/ 1462314 h 1972800"/>
                <a:gd name="connsiteX83" fmla="*/ 8877431 w 11362354"/>
                <a:gd name="connsiteY83" fmla="*/ 1462314 h 1972800"/>
                <a:gd name="connsiteX84" fmla="*/ 7848731 w 11362354"/>
                <a:gd name="connsiteY84" fmla="*/ 1288165 h 1972800"/>
                <a:gd name="connsiteX85" fmla="*/ 8501703 w 11362354"/>
                <a:gd name="connsiteY85" fmla="*/ 1288165 h 1972800"/>
                <a:gd name="connsiteX86" fmla="*/ 8501703 w 11362354"/>
                <a:gd name="connsiteY86" fmla="*/ 1462314 h 1972800"/>
                <a:gd name="connsiteX87" fmla="*/ 7921150 w 11362354"/>
                <a:gd name="connsiteY87" fmla="*/ 1462314 h 1972800"/>
                <a:gd name="connsiteX88" fmla="*/ 7193139 w 11362354"/>
                <a:gd name="connsiteY88" fmla="*/ 1288165 h 1972800"/>
                <a:gd name="connsiteX89" fmla="*/ 7648159 w 11362354"/>
                <a:gd name="connsiteY89" fmla="*/ 1288165 h 1972800"/>
                <a:gd name="connsiteX90" fmla="*/ 7648159 w 11362354"/>
                <a:gd name="connsiteY90" fmla="*/ 1462314 h 1972800"/>
                <a:gd name="connsiteX91" fmla="*/ 7193139 w 11362354"/>
                <a:gd name="connsiteY91" fmla="*/ 1462314 h 1972800"/>
                <a:gd name="connsiteX92" fmla="*/ 6188669 w 11362354"/>
                <a:gd name="connsiteY92" fmla="*/ 1288165 h 1972800"/>
                <a:gd name="connsiteX93" fmla="*/ 6674501 w 11362354"/>
                <a:gd name="connsiteY93" fmla="*/ 1288165 h 1972800"/>
                <a:gd name="connsiteX94" fmla="*/ 6674501 w 11362354"/>
                <a:gd name="connsiteY94" fmla="*/ 1351991 h 1972800"/>
                <a:gd name="connsiteX95" fmla="*/ 7080275 w 11362354"/>
                <a:gd name="connsiteY95" fmla="*/ 1351991 h 1972800"/>
                <a:gd name="connsiteX96" fmla="*/ 7080275 w 11362354"/>
                <a:gd name="connsiteY96" fmla="*/ 1462314 h 1972800"/>
                <a:gd name="connsiteX97" fmla="*/ 6188669 w 11362354"/>
                <a:gd name="connsiteY97" fmla="*/ 1462314 h 1972800"/>
                <a:gd name="connsiteX98" fmla="*/ 4794722 w 11362354"/>
                <a:gd name="connsiteY98" fmla="*/ 1288165 h 1972800"/>
                <a:gd name="connsiteX99" fmla="*/ 5308313 w 11362354"/>
                <a:gd name="connsiteY99" fmla="*/ 1288165 h 1972800"/>
                <a:gd name="connsiteX100" fmla="*/ 5433050 w 11362354"/>
                <a:gd name="connsiteY100" fmla="*/ 1363467 h 1972800"/>
                <a:gd name="connsiteX101" fmla="*/ 5557791 w 11362354"/>
                <a:gd name="connsiteY101" fmla="*/ 1288165 h 1972800"/>
                <a:gd name="connsiteX102" fmla="*/ 6071387 w 11362354"/>
                <a:gd name="connsiteY102" fmla="*/ 1288165 h 1972800"/>
                <a:gd name="connsiteX103" fmla="*/ 6026879 w 11362354"/>
                <a:gd name="connsiteY103" fmla="*/ 1462314 h 1972800"/>
                <a:gd name="connsiteX104" fmla="*/ 4839225 w 11362354"/>
                <a:gd name="connsiteY104" fmla="*/ 1462314 h 1972800"/>
                <a:gd name="connsiteX105" fmla="*/ 4794722 w 11362354"/>
                <a:gd name="connsiteY105" fmla="*/ 1288165 h 1972800"/>
                <a:gd name="connsiteX106" fmla="*/ 2285298 w 11362354"/>
                <a:gd name="connsiteY106" fmla="*/ 1288165 h 1972800"/>
                <a:gd name="connsiteX107" fmla="*/ 2771132 w 11362354"/>
                <a:gd name="connsiteY107" fmla="*/ 1288165 h 1972800"/>
                <a:gd name="connsiteX108" fmla="*/ 2771132 w 11362354"/>
                <a:gd name="connsiteY108" fmla="*/ 1351991 h 1972800"/>
                <a:gd name="connsiteX109" fmla="*/ 3183254 w 11362354"/>
                <a:gd name="connsiteY109" fmla="*/ 1351991 h 1972800"/>
                <a:gd name="connsiteX110" fmla="*/ 3183254 w 11362354"/>
                <a:gd name="connsiteY110" fmla="*/ 1462314 h 1972800"/>
                <a:gd name="connsiteX111" fmla="*/ 2285298 w 11362354"/>
                <a:gd name="connsiteY111" fmla="*/ 1462314 h 1972800"/>
                <a:gd name="connsiteX112" fmla="*/ 1586644 w 11362354"/>
                <a:gd name="connsiteY112" fmla="*/ 1288165 h 1972800"/>
                <a:gd name="connsiteX113" fmla="*/ 2038472 w 11362354"/>
                <a:gd name="connsiteY113" fmla="*/ 1288165 h 1972800"/>
                <a:gd name="connsiteX114" fmla="*/ 2121783 w 11362354"/>
                <a:gd name="connsiteY114" fmla="*/ 1462314 h 1972800"/>
                <a:gd name="connsiteX115" fmla="*/ 1663530 w 11362354"/>
                <a:gd name="connsiteY115" fmla="*/ 1462314 h 1972800"/>
                <a:gd name="connsiteX116" fmla="*/ 985097 w 11362354"/>
                <a:gd name="connsiteY116" fmla="*/ 1288165 h 1972800"/>
                <a:gd name="connsiteX117" fmla="*/ 1468672 w 11362354"/>
                <a:gd name="connsiteY117" fmla="*/ 1288165 h 1972800"/>
                <a:gd name="connsiteX118" fmla="*/ 1468672 w 11362354"/>
                <a:gd name="connsiteY118" fmla="*/ 1462314 h 1972800"/>
                <a:gd name="connsiteX119" fmla="*/ 985097 w 11362354"/>
                <a:gd name="connsiteY119" fmla="*/ 1462314 h 1972800"/>
                <a:gd name="connsiteX120" fmla="*/ 0 w 11362354"/>
                <a:gd name="connsiteY120" fmla="*/ 1288165 h 1972800"/>
                <a:gd name="connsiteX121" fmla="*/ 506025 w 11362354"/>
                <a:gd name="connsiteY121" fmla="*/ 1288165 h 1972800"/>
                <a:gd name="connsiteX122" fmla="*/ 506025 w 11362354"/>
                <a:gd name="connsiteY122" fmla="*/ 1462314 h 1972800"/>
                <a:gd name="connsiteX123" fmla="*/ 0 w 11362354"/>
                <a:gd name="connsiteY123" fmla="*/ 1462314 h 1972800"/>
                <a:gd name="connsiteX124" fmla="*/ 10408772 w 11362354"/>
                <a:gd name="connsiteY124" fmla="*/ 1157361 h 1972800"/>
                <a:gd name="connsiteX125" fmla="*/ 10468381 w 11362354"/>
                <a:gd name="connsiteY125" fmla="*/ 1208632 h 1972800"/>
                <a:gd name="connsiteX126" fmla="*/ 10408772 w 11362354"/>
                <a:gd name="connsiteY126" fmla="*/ 1208632 h 1972800"/>
                <a:gd name="connsiteX127" fmla="*/ 10816942 w 11362354"/>
                <a:gd name="connsiteY127" fmla="*/ 1078164 h 1972800"/>
                <a:gd name="connsiteX128" fmla="*/ 11358000 w 11362354"/>
                <a:gd name="connsiteY128" fmla="*/ 1078164 h 1972800"/>
                <a:gd name="connsiteX129" fmla="*/ 11359134 w 11362354"/>
                <a:gd name="connsiteY129" fmla="*/ 1208632 h 1972800"/>
                <a:gd name="connsiteX130" fmla="*/ 11359134 w 11362354"/>
                <a:gd name="connsiteY130" fmla="*/ 1208633 h 1972800"/>
                <a:gd name="connsiteX131" fmla="*/ 10871056 w 11362354"/>
                <a:gd name="connsiteY131" fmla="*/ 1208633 h 1972800"/>
                <a:gd name="connsiteX132" fmla="*/ 10871355 w 11362354"/>
                <a:gd name="connsiteY132" fmla="*/ 1205652 h 1972800"/>
                <a:gd name="connsiteX133" fmla="*/ 10808382 w 11362354"/>
                <a:gd name="connsiteY133" fmla="*/ 1078165 h 1972800"/>
                <a:gd name="connsiteX134" fmla="*/ 10816943 w 11362354"/>
                <a:gd name="connsiteY134" fmla="*/ 1078165 h 1972800"/>
                <a:gd name="connsiteX135" fmla="*/ 9781432 w 11362354"/>
                <a:gd name="connsiteY135" fmla="*/ 1075882 h 1972800"/>
                <a:gd name="connsiteX136" fmla="*/ 10286039 w 11362354"/>
                <a:gd name="connsiteY136" fmla="*/ 1075882 h 1972800"/>
                <a:gd name="connsiteX137" fmla="*/ 10286039 w 11362354"/>
                <a:gd name="connsiteY137" fmla="*/ 1206076 h 1972800"/>
                <a:gd name="connsiteX138" fmla="*/ 9781432 w 11362354"/>
                <a:gd name="connsiteY138" fmla="*/ 1206076 h 1972800"/>
                <a:gd name="connsiteX139" fmla="*/ 8877431 w 11362354"/>
                <a:gd name="connsiteY139" fmla="*/ 1075882 h 1972800"/>
                <a:gd name="connsiteX140" fmla="*/ 9382033 w 11362354"/>
                <a:gd name="connsiteY140" fmla="*/ 1075882 h 1972800"/>
                <a:gd name="connsiteX141" fmla="*/ 9382033 w 11362354"/>
                <a:gd name="connsiteY141" fmla="*/ 1206076 h 1972800"/>
                <a:gd name="connsiteX142" fmla="*/ 8877431 w 11362354"/>
                <a:gd name="connsiteY142" fmla="*/ 1206076 h 1972800"/>
                <a:gd name="connsiteX143" fmla="*/ 7760453 w 11362354"/>
                <a:gd name="connsiteY143" fmla="*/ 1075882 h 1972800"/>
                <a:gd name="connsiteX144" fmla="*/ 8501703 w 11362354"/>
                <a:gd name="connsiteY144" fmla="*/ 1075882 h 1972800"/>
                <a:gd name="connsiteX145" fmla="*/ 8501703 w 11362354"/>
                <a:gd name="connsiteY145" fmla="*/ 1206076 h 1972800"/>
                <a:gd name="connsiteX146" fmla="*/ 7814594 w 11362354"/>
                <a:gd name="connsiteY146" fmla="*/ 1206076 h 1972800"/>
                <a:gd name="connsiteX147" fmla="*/ 7193139 w 11362354"/>
                <a:gd name="connsiteY147" fmla="*/ 1075882 h 1972800"/>
                <a:gd name="connsiteX148" fmla="*/ 7648159 w 11362354"/>
                <a:gd name="connsiteY148" fmla="*/ 1075882 h 1972800"/>
                <a:gd name="connsiteX149" fmla="*/ 7648159 w 11362354"/>
                <a:gd name="connsiteY149" fmla="*/ 1206076 h 1972800"/>
                <a:gd name="connsiteX150" fmla="*/ 7193139 w 11362354"/>
                <a:gd name="connsiteY150" fmla="*/ 1206076 h 1972800"/>
                <a:gd name="connsiteX151" fmla="*/ 6188669 w 11362354"/>
                <a:gd name="connsiteY151" fmla="*/ 1075882 h 1972800"/>
                <a:gd name="connsiteX152" fmla="*/ 6674501 w 11362354"/>
                <a:gd name="connsiteY152" fmla="*/ 1075882 h 1972800"/>
                <a:gd name="connsiteX153" fmla="*/ 6674501 w 11362354"/>
                <a:gd name="connsiteY153" fmla="*/ 1206076 h 1972800"/>
                <a:gd name="connsiteX154" fmla="*/ 6188669 w 11362354"/>
                <a:gd name="connsiteY154" fmla="*/ 1206076 h 1972800"/>
                <a:gd name="connsiteX155" fmla="*/ 5574793 w 11362354"/>
                <a:gd name="connsiteY155" fmla="*/ 1075882 h 1972800"/>
                <a:gd name="connsiteX156" fmla="*/ 6073294 w 11362354"/>
                <a:gd name="connsiteY156" fmla="*/ 1075882 h 1972800"/>
                <a:gd name="connsiteX157" fmla="*/ 6073294 w 11362354"/>
                <a:gd name="connsiteY157" fmla="*/ 1206076 h 1972800"/>
                <a:gd name="connsiteX158" fmla="*/ 5574793 w 11362354"/>
                <a:gd name="connsiteY158" fmla="*/ 1206076 h 1972800"/>
                <a:gd name="connsiteX159" fmla="*/ 4792811 w 11362354"/>
                <a:gd name="connsiteY159" fmla="*/ 1075882 h 1972800"/>
                <a:gd name="connsiteX160" fmla="*/ 5291307 w 11362354"/>
                <a:gd name="connsiteY160" fmla="*/ 1075882 h 1972800"/>
                <a:gd name="connsiteX161" fmla="*/ 5291307 w 11362354"/>
                <a:gd name="connsiteY161" fmla="*/ 1206076 h 1972800"/>
                <a:gd name="connsiteX162" fmla="*/ 4792811 w 11362354"/>
                <a:gd name="connsiteY162" fmla="*/ 1206076 h 1972800"/>
                <a:gd name="connsiteX163" fmla="*/ 2285298 w 11362354"/>
                <a:gd name="connsiteY163" fmla="*/ 1075882 h 1972800"/>
                <a:gd name="connsiteX164" fmla="*/ 2771132 w 11362354"/>
                <a:gd name="connsiteY164" fmla="*/ 1075882 h 1972800"/>
                <a:gd name="connsiteX165" fmla="*/ 2771132 w 11362354"/>
                <a:gd name="connsiteY165" fmla="*/ 1206076 h 1972800"/>
                <a:gd name="connsiteX166" fmla="*/ 2285298 w 11362354"/>
                <a:gd name="connsiteY166" fmla="*/ 1206076 h 1972800"/>
                <a:gd name="connsiteX167" fmla="*/ 1492927 w 11362354"/>
                <a:gd name="connsiteY167" fmla="*/ 1075882 h 1972800"/>
                <a:gd name="connsiteX168" fmla="*/ 1945589 w 11362354"/>
                <a:gd name="connsiteY168" fmla="*/ 1075882 h 1972800"/>
                <a:gd name="connsiteX169" fmla="*/ 1940491 w 11362354"/>
                <a:gd name="connsiteY169" fmla="*/ 1080455 h 1972800"/>
                <a:gd name="connsiteX170" fmla="*/ 1939110 w 11362354"/>
                <a:gd name="connsiteY170" fmla="*/ 1080455 h 1972800"/>
                <a:gd name="connsiteX171" fmla="*/ 1939524 w 11362354"/>
                <a:gd name="connsiteY171" fmla="*/ 1081320 h 1972800"/>
                <a:gd name="connsiteX172" fmla="*/ 1938345 w 11362354"/>
                <a:gd name="connsiteY172" fmla="*/ 1082361 h 1972800"/>
                <a:gd name="connsiteX173" fmla="*/ 1940022 w 11362354"/>
                <a:gd name="connsiteY173" fmla="*/ 1082361 h 1972800"/>
                <a:gd name="connsiteX174" fmla="*/ 1999205 w 11362354"/>
                <a:gd name="connsiteY174" fmla="*/ 1206076 h 1972800"/>
                <a:gd name="connsiteX175" fmla="*/ 1550403 w 11362354"/>
                <a:gd name="connsiteY175" fmla="*/ 1206076 h 1972800"/>
                <a:gd name="connsiteX176" fmla="*/ 985097 w 11362354"/>
                <a:gd name="connsiteY176" fmla="*/ 1075882 h 1972800"/>
                <a:gd name="connsiteX177" fmla="*/ 1468672 w 11362354"/>
                <a:gd name="connsiteY177" fmla="*/ 1075882 h 1972800"/>
                <a:gd name="connsiteX178" fmla="*/ 1468672 w 11362354"/>
                <a:gd name="connsiteY178" fmla="*/ 1206076 h 1972800"/>
                <a:gd name="connsiteX179" fmla="*/ 985097 w 11362354"/>
                <a:gd name="connsiteY179" fmla="*/ 1206076 h 1972800"/>
                <a:gd name="connsiteX180" fmla="*/ 0 w 11362354"/>
                <a:gd name="connsiteY180" fmla="*/ 1075882 h 1972800"/>
                <a:gd name="connsiteX181" fmla="*/ 877145 w 11362354"/>
                <a:gd name="connsiteY181" fmla="*/ 1075882 h 1972800"/>
                <a:gd name="connsiteX182" fmla="*/ 877145 w 11362354"/>
                <a:gd name="connsiteY182" fmla="*/ 1098345 h 1972800"/>
                <a:gd name="connsiteX183" fmla="*/ 869625 w 11362354"/>
                <a:gd name="connsiteY183" fmla="*/ 1098345 h 1972800"/>
                <a:gd name="connsiteX184" fmla="*/ 506025 w 11362354"/>
                <a:gd name="connsiteY184" fmla="*/ 1098345 h 1972800"/>
                <a:gd name="connsiteX185" fmla="*/ 506025 w 11362354"/>
                <a:gd name="connsiteY185" fmla="*/ 1206076 h 1972800"/>
                <a:gd name="connsiteX186" fmla="*/ 0 w 11362354"/>
                <a:gd name="connsiteY186" fmla="*/ 1206076 h 1972800"/>
                <a:gd name="connsiteX187" fmla="*/ 4174413 w 11362354"/>
                <a:gd name="connsiteY187" fmla="*/ 1075881 h 1972800"/>
                <a:gd name="connsiteX188" fmla="*/ 4660572 w 11362354"/>
                <a:gd name="connsiteY188" fmla="*/ 1075881 h 1972800"/>
                <a:gd name="connsiteX189" fmla="*/ 4633997 w 11362354"/>
                <a:gd name="connsiteY189" fmla="*/ 1206075 h 1972800"/>
                <a:gd name="connsiteX190" fmla="*/ 4129883 w 11362354"/>
                <a:gd name="connsiteY190" fmla="*/ 1206075 h 1972800"/>
                <a:gd name="connsiteX191" fmla="*/ 4174413 w 11362354"/>
                <a:gd name="connsiteY191" fmla="*/ 1075881 h 1972800"/>
                <a:gd name="connsiteX192" fmla="*/ 3305162 w 11362354"/>
                <a:gd name="connsiteY192" fmla="*/ 1075881 h 1972800"/>
                <a:gd name="connsiteX193" fmla="*/ 3790976 w 11362354"/>
                <a:gd name="connsiteY193" fmla="*/ 1075881 h 1972800"/>
                <a:gd name="connsiteX194" fmla="*/ 3835506 w 11362354"/>
                <a:gd name="connsiteY194" fmla="*/ 1206075 h 1972800"/>
                <a:gd name="connsiteX195" fmla="*/ 3330959 w 11362354"/>
                <a:gd name="connsiteY195" fmla="*/ 1206075 h 1972800"/>
                <a:gd name="connsiteX196" fmla="*/ 3305162 w 11362354"/>
                <a:gd name="connsiteY196" fmla="*/ 1075881 h 1972800"/>
                <a:gd name="connsiteX197" fmla="*/ 10587776 w 11362354"/>
                <a:gd name="connsiteY197" fmla="*/ 879486 h 1972800"/>
                <a:gd name="connsiteX198" fmla="*/ 11280821 w 11362354"/>
                <a:gd name="connsiteY198" fmla="*/ 879486 h 1972800"/>
                <a:gd name="connsiteX199" fmla="*/ 11338792 w 11362354"/>
                <a:gd name="connsiteY199" fmla="*/ 993628 h 1972800"/>
                <a:gd name="connsiteX200" fmla="*/ 10727828 w 11362354"/>
                <a:gd name="connsiteY200" fmla="*/ 995899 h 1972800"/>
                <a:gd name="connsiteX201" fmla="*/ 9781432 w 11362354"/>
                <a:gd name="connsiteY201" fmla="*/ 877625 h 1972800"/>
                <a:gd name="connsiteX202" fmla="*/ 10286039 w 11362354"/>
                <a:gd name="connsiteY202" fmla="*/ 877625 h 1972800"/>
                <a:gd name="connsiteX203" fmla="*/ 10286039 w 11362354"/>
                <a:gd name="connsiteY203" fmla="*/ 993788 h 1972800"/>
                <a:gd name="connsiteX204" fmla="*/ 9781432 w 11362354"/>
                <a:gd name="connsiteY204" fmla="*/ 993788 h 1972800"/>
                <a:gd name="connsiteX205" fmla="*/ 8877431 w 11362354"/>
                <a:gd name="connsiteY205" fmla="*/ 877625 h 1972800"/>
                <a:gd name="connsiteX206" fmla="*/ 9382033 w 11362354"/>
                <a:gd name="connsiteY206" fmla="*/ 877625 h 1972800"/>
                <a:gd name="connsiteX207" fmla="*/ 9382033 w 11362354"/>
                <a:gd name="connsiteY207" fmla="*/ 993788 h 1972800"/>
                <a:gd name="connsiteX208" fmla="*/ 8877431 w 11362354"/>
                <a:gd name="connsiteY208" fmla="*/ 993788 h 1972800"/>
                <a:gd name="connsiteX209" fmla="*/ 7678004 w 11362354"/>
                <a:gd name="connsiteY209" fmla="*/ 877625 h 1972800"/>
                <a:gd name="connsiteX210" fmla="*/ 8501703 w 11362354"/>
                <a:gd name="connsiteY210" fmla="*/ 877625 h 1972800"/>
                <a:gd name="connsiteX211" fmla="*/ 8501703 w 11362354"/>
                <a:gd name="connsiteY211" fmla="*/ 993788 h 1972800"/>
                <a:gd name="connsiteX212" fmla="*/ 7726316 w 11362354"/>
                <a:gd name="connsiteY212" fmla="*/ 993788 h 1972800"/>
                <a:gd name="connsiteX213" fmla="*/ 7193139 w 11362354"/>
                <a:gd name="connsiteY213" fmla="*/ 877625 h 1972800"/>
                <a:gd name="connsiteX214" fmla="*/ 7648159 w 11362354"/>
                <a:gd name="connsiteY214" fmla="*/ 877625 h 1972800"/>
                <a:gd name="connsiteX215" fmla="*/ 7648159 w 11362354"/>
                <a:gd name="connsiteY215" fmla="*/ 993788 h 1972800"/>
                <a:gd name="connsiteX216" fmla="*/ 7193139 w 11362354"/>
                <a:gd name="connsiteY216" fmla="*/ 993788 h 1972800"/>
                <a:gd name="connsiteX217" fmla="*/ 6188669 w 11362354"/>
                <a:gd name="connsiteY217" fmla="*/ 877625 h 1972800"/>
                <a:gd name="connsiteX218" fmla="*/ 7056268 w 11362354"/>
                <a:gd name="connsiteY218" fmla="*/ 877625 h 1972800"/>
                <a:gd name="connsiteX219" fmla="*/ 7056268 w 11362354"/>
                <a:gd name="connsiteY219" fmla="*/ 988326 h 1972800"/>
                <a:gd name="connsiteX220" fmla="*/ 6674501 w 11362354"/>
                <a:gd name="connsiteY220" fmla="*/ 988326 h 1972800"/>
                <a:gd name="connsiteX221" fmla="*/ 6674501 w 11362354"/>
                <a:gd name="connsiteY221" fmla="*/ 993788 h 1972800"/>
                <a:gd name="connsiteX222" fmla="*/ 6188669 w 11362354"/>
                <a:gd name="connsiteY222" fmla="*/ 993788 h 1972800"/>
                <a:gd name="connsiteX223" fmla="*/ 5574793 w 11362354"/>
                <a:gd name="connsiteY223" fmla="*/ 877625 h 1972800"/>
                <a:gd name="connsiteX224" fmla="*/ 6073294 w 11362354"/>
                <a:gd name="connsiteY224" fmla="*/ 877625 h 1972800"/>
                <a:gd name="connsiteX225" fmla="*/ 6073294 w 11362354"/>
                <a:gd name="connsiteY225" fmla="*/ 993788 h 1972800"/>
                <a:gd name="connsiteX226" fmla="*/ 5574793 w 11362354"/>
                <a:gd name="connsiteY226" fmla="*/ 993788 h 1972800"/>
                <a:gd name="connsiteX227" fmla="*/ 4792811 w 11362354"/>
                <a:gd name="connsiteY227" fmla="*/ 877625 h 1972800"/>
                <a:gd name="connsiteX228" fmla="*/ 5291307 w 11362354"/>
                <a:gd name="connsiteY228" fmla="*/ 877625 h 1972800"/>
                <a:gd name="connsiteX229" fmla="*/ 5291307 w 11362354"/>
                <a:gd name="connsiteY229" fmla="*/ 993788 h 1972800"/>
                <a:gd name="connsiteX230" fmla="*/ 4792811 w 11362354"/>
                <a:gd name="connsiteY230" fmla="*/ 993788 h 1972800"/>
                <a:gd name="connsiteX231" fmla="*/ 2285298 w 11362354"/>
                <a:gd name="connsiteY231" fmla="*/ 877625 h 1972800"/>
                <a:gd name="connsiteX232" fmla="*/ 3161500 w 11362354"/>
                <a:gd name="connsiteY232" fmla="*/ 877625 h 1972800"/>
                <a:gd name="connsiteX233" fmla="*/ 3161500 w 11362354"/>
                <a:gd name="connsiteY233" fmla="*/ 988326 h 1972800"/>
                <a:gd name="connsiteX234" fmla="*/ 2771132 w 11362354"/>
                <a:gd name="connsiteY234" fmla="*/ 988326 h 1972800"/>
                <a:gd name="connsiteX235" fmla="*/ 2771132 w 11362354"/>
                <a:gd name="connsiteY235" fmla="*/ 993788 h 1972800"/>
                <a:gd name="connsiteX236" fmla="*/ 2285298 w 11362354"/>
                <a:gd name="connsiteY236" fmla="*/ 993788 h 1972800"/>
                <a:gd name="connsiteX237" fmla="*/ 985097 w 11362354"/>
                <a:gd name="connsiteY237" fmla="*/ 877625 h 1972800"/>
                <a:gd name="connsiteX238" fmla="*/ 2107746 w 11362354"/>
                <a:gd name="connsiteY238" fmla="*/ 877625 h 1972800"/>
                <a:gd name="connsiteX239" fmla="*/ 2028664 w 11362354"/>
                <a:gd name="connsiteY239" fmla="*/ 993788 h 1972800"/>
                <a:gd name="connsiteX240" fmla="*/ 985097 w 11362354"/>
                <a:gd name="connsiteY240" fmla="*/ 993788 h 1972800"/>
                <a:gd name="connsiteX241" fmla="*/ 0 w 11362354"/>
                <a:gd name="connsiteY241" fmla="*/ 877625 h 1972800"/>
                <a:gd name="connsiteX242" fmla="*/ 877145 w 11362354"/>
                <a:gd name="connsiteY242" fmla="*/ 877625 h 1972800"/>
                <a:gd name="connsiteX243" fmla="*/ 877145 w 11362354"/>
                <a:gd name="connsiteY243" fmla="*/ 993788 h 1972800"/>
                <a:gd name="connsiteX244" fmla="*/ 0 w 11362354"/>
                <a:gd name="connsiteY244" fmla="*/ 993788 h 1972800"/>
                <a:gd name="connsiteX245" fmla="*/ 4199211 w 11362354"/>
                <a:gd name="connsiteY245" fmla="*/ 877624 h 1972800"/>
                <a:gd name="connsiteX246" fmla="*/ 4674176 w 11362354"/>
                <a:gd name="connsiteY246" fmla="*/ 877624 h 1972800"/>
                <a:gd name="connsiteX247" fmla="*/ 4674332 w 11362354"/>
                <a:gd name="connsiteY247" fmla="*/ 883528 h 1972800"/>
                <a:gd name="connsiteX248" fmla="*/ 4669465 w 11362354"/>
                <a:gd name="connsiteY248" fmla="*/ 993787 h 1972800"/>
                <a:gd name="connsiteX249" fmla="*/ 4189743 w 11362354"/>
                <a:gd name="connsiteY249" fmla="*/ 993787 h 1972800"/>
                <a:gd name="connsiteX250" fmla="*/ 4199211 w 11362354"/>
                <a:gd name="connsiteY250" fmla="*/ 877624 h 1972800"/>
                <a:gd name="connsiteX251" fmla="*/ 3291213 w 11362354"/>
                <a:gd name="connsiteY251" fmla="*/ 877624 h 1972800"/>
                <a:gd name="connsiteX252" fmla="*/ 3766173 w 11362354"/>
                <a:gd name="connsiteY252" fmla="*/ 877624 h 1972800"/>
                <a:gd name="connsiteX253" fmla="*/ 3775650 w 11362354"/>
                <a:gd name="connsiteY253" fmla="*/ 993787 h 1972800"/>
                <a:gd name="connsiteX254" fmla="*/ 3295989 w 11362354"/>
                <a:gd name="connsiteY254" fmla="*/ 993787 h 1972800"/>
                <a:gd name="connsiteX255" fmla="*/ 3291057 w 11362354"/>
                <a:gd name="connsiteY255" fmla="*/ 883528 h 1972800"/>
                <a:gd name="connsiteX256" fmla="*/ 10461146 w 11362354"/>
                <a:gd name="connsiteY256" fmla="*/ 710797 h 1972800"/>
                <a:gd name="connsiteX257" fmla="*/ 11109160 w 11362354"/>
                <a:gd name="connsiteY257" fmla="*/ 710797 h 1972800"/>
                <a:gd name="connsiteX258" fmla="*/ 11109162 w 11362354"/>
                <a:gd name="connsiteY258" fmla="*/ 710798 h 1972800"/>
                <a:gd name="connsiteX259" fmla="*/ 11121245 w 11362354"/>
                <a:gd name="connsiteY259" fmla="*/ 710798 h 1972800"/>
                <a:gd name="connsiteX260" fmla="*/ 11122337 w 11362354"/>
                <a:gd name="connsiteY260" fmla="*/ 711693 h 1972800"/>
                <a:gd name="connsiteX261" fmla="*/ 11118350 w 11362354"/>
                <a:gd name="connsiteY261" fmla="*/ 711693 h 1972800"/>
                <a:gd name="connsiteX262" fmla="*/ 11213739 w 11362354"/>
                <a:gd name="connsiteY262" fmla="*/ 797219 h 1972800"/>
                <a:gd name="connsiteX263" fmla="*/ 10517279 w 11362354"/>
                <a:gd name="connsiteY263" fmla="*/ 797218 h 1972800"/>
                <a:gd name="connsiteX264" fmla="*/ 10461146 w 11362354"/>
                <a:gd name="connsiteY264" fmla="*/ 710797 h 1972800"/>
                <a:gd name="connsiteX265" fmla="*/ 9781432 w 11362354"/>
                <a:gd name="connsiteY265" fmla="*/ 709293 h 1972800"/>
                <a:gd name="connsiteX266" fmla="*/ 10286039 w 11362354"/>
                <a:gd name="connsiteY266" fmla="*/ 709293 h 1972800"/>
                <a:gd name="connsiteX267" fmla="*/ 10286039 w 11362354"/>
                <a:gd name="connsiteY267" fmla="*/ 795531 h 1972800"/>
                <a:gd name="connsiteX268" fmla="*/ 9781432 w 11362354"/>
                <a:gd name="connsiteY268" fmla="*/ 795531 h 1972800"/>
                <a:gd name="connsiteX269" fmla="*/ 8877431 w 11362354"/>
                <a:gd name="connsiteY269" fmla="*/ 709293 h 1972800"/>
                <a:gd name="connsiteX270" fmla="*/ 9382033 w 11362354"/>
                <a:gd name="connsiteY270" fmla="*/ 709293 h 1972800"/>
                <a:gd name="connsiteX271" fmla="*/ 9382033 w 11362354"/>
                <a:gd name="connsiteY271" fmla="*/ 795531 h 1972800"/>
                <a:gd name="connsiteX272" fmla="*/ 8877431 w 11362354"/>
                <a:gd name="connsiteY272" fmla="*/ 795531 h 1972800"/>
                <a:gd name="connsiteX273" fmla="*/ 8042875 w 11362354"/>
                <a:gd name="connsiteY273" fmla="*/ 709293 h 1972800"/>
                <a:gd name="connsiteX274" fmla="*/ 8501703 w 11362354"/>
                <a:gd name="connsiteY274" fmla="*/ 709293 h 1972800"/>
                <a:gd name="connsiteX275" fmla="*/ 8501703 w 11362354"/>
                <a:gd name="connsiteY275" fmla="*/ 795531 h 1972800"/>
                <a:gd name="connsiteX276" fmla="*/ 8042875 w 11362354"/>
                <a:gd name="connsiteY276" fmla="*/ 795531 h 1972800"/>
                <a:gd name="connsiteX277" fmla="*/ 7193139 w 11362354"/>
                <a:gd name="connsiteY277" fmla="*/ 709293 h 1972800"/>
                <a:gd name="connsiteX278" fmla="*/ 7996240 w 11362354"/>
                <a:gd name="connsiteY278" fmla="*/ 709293 h 1972800"/>
                <a:gd name="connsiteX279" fmla="*/ 8036152 w 11362354"/>
                <a:gd name="connsiteY279" fmla="*/ 795531 h 1972800"/>
                <a:gd name="connsiteX280" fmla="*/ 7193139 w 11362354"/>
                <a:gd name="connsiteY280" fmla="*/ 795531 h 1972800"/>
                <a:gd name="connsiteX281" fmla="*/ 6188669 w 11362354"/>
                <a:gd name="connsiteY281" fmla="*/ 709293 h 1972800"/>
                <a:gd name="connsiteX282" fmla="*/ 6674501 w 11362354"/>
                <a:gd name="connsiteY282" fmla="*/ 709293 h 1972800"/>
                <a:gd name="connsiteX283" fmla="*/ 6674501 w 11362354"/>
                <a:gd name="connsiteY283" fmla="*/ 714671 h 1972800"/>
                <a:gd name="connsiteX284" fmla="*/ 7056268 w 11362354"/>
                <a:gd name="connsiteY284" fmla="*/ 714671 h 1972800"/>
                <a:gd name="connsiteX285" fmla="*/ 7056268 w 11362354"/>
                <a:gd name="connsiteY285" fmla="*/ 795531 h 1972800"/>
                <a:gd name="connsiteX286" fmla="*/ 6188669 w 11362354"/>
                <a:gd name="connsiteY286" fmla="*/ 795531 h 1972800"/>
                <a:gd name="connsiteX287" fmla="*/ 5574793 w 11362354"/>
                <a:gd name="connsiteY287" fmla="*/ 709293 h 1972800"/>
                <a:gd name="connsiteX288" fmla="*/ 6073294 w 11362354"/>
                <a:gd name="connsiteY288" fmla="*/ 709293 h 1972800"/>
                <a:gd name="connsiteX289" fmla="*/ 6073294 w 11362354"/>
                <a:gd name="connsiteY289" fmla="*/ 795531 h 1972800"/>
                <a:gd name="connsiteX290" fmla="*/ 5574793 w 11362354"/>
                <a:gd name="connsiteY290" fmla="*/ 795531 h 1972800"/>
                <a:gd name="connsiteX291" fmla="*/ 4792811 w 11362354"/>
                <a:gd name="connsiteY291" fmla="*/ 709293 h 1972800"/>
                <a:gd name="connsiteX292" fmla="*/ 5291307 w 11362354"/>
                <a:gd name="connsiteY292" fmla="*/ 709293 h 1972800"/>
                <a:gd name="connsiteX293" fmla="*/ 5291307 w 11362354"/>
                <a:gd name="connsiteY293" fmla="*/ 795531 h 1972800"/>
                <a:gd name="connsiteX294" fmla="*/ 4792811 w 11362354"/>
                <a:gd name="connsiteY294" fmla="*/ 795531 h 1972800"/>
                <a:gd name="connsiteX295" fmla="*/ 2285298 w 11362354"/>
                <a:gd name="connsiteY295" fmla="*/ 709293 h 1972800"/>
                <a:gd name="connsiteX296" fmla="*/ 2771132 w 11362354"/>
                <a:gd name="connsiteY296" fmla="*/ 709293 h 1972800"/>
                <a:gd name="connsiteX297" fmla="*/ 2771132 w 11362354"/>
                <a:gd name="connsiteY297" fmla="*/ 714671 h 1972800"/>
                <a:gd name="connsiteX298" fmla="*/ 3161500 w 11362354"/>
                <a:gd name="connsiteY298" fmla="*/ 714671 h 1972800"/>
                <a:gd name="connsiteX299" fmla="*/ 3161500 w 11362354"/>
                <a:gd name="connsiteY299" fmla="*/ 795531 h 1972800"/>
                <a:gd name="connsiteX300" fmla="*/ 2285298 w 11362354"/>
                <a:gd name="connsiteY300" fmla="*/ 795531 h 1972800"/>
                <a:gd name="connsiteX301" fmla="*/ 1709143 w 11362354"/>
                <a:gd name="connsiteY301" fmla="*/ 709293 h 1972800"/>
                <a:gd name="connsiteX302" fmla="*/ 2169670 w 11362354"/>
                <a:gd name="connsiteY302" fmla="*/ 709293 h 1972800"/>
                <a:gd name="connsiteX303" fmla="*/ 2145130 w 11362354"/>
                <a:gd name="connsiteY303" fmla="*/ 795531 h 1972800"/>
                <a:gd name="connsiteX304" fmla="*/ 1595923 w 11362354"/>
                <a:gd name="connsiteY304" fmla="*/ 795531 h 1972800"/>
                <a:gd name="connsiteX305" fmla="*/ 1709143 w 11362354"/>
                <a:gd name="connsiteY305" fmla="*/ 709293 h 1972800"/>
                <a:gd name="connsiteX306" fmla="*/ 985097 w 11362354"/>
                <a:gd name="connsiteY306" fmla="*/ 709293 h 1972800"/>
                <a:gd name="connsiteX307" fmla="*/ 1469893 w 11362354"/>
                <a:gd name="connsiteY307" fmla="*/ 709293 h 1972800"/>
                <a:gd name="connsiteX308" fmla="*/ 1469893 w 11362354"/>
                <a:gd name="connsiteY308" fmla="*/ 795531 h 1972800"/>
                <a:gd name="connsiteX309" fmla="*/ 985097 w 11362354"/>
                <a:gd name="connsiteY309" fmla="*/ 795531 h 1972800"/>
                <a:gd name="connsiteX310" fmla="*/ 0 w 11362354"/>
                <a:gd name="connsiteY310" fmla="*/ 709293 h 1972800"/>
                <a:gd name="connsiteX311" fmla="*/ 877145 w 11362354"/>
                <a:gd name="connsiteY311" fmla="*/ 709293 h 1972800"/>
                <a:gd name="connsiteX312" fmla="*/ 877145 w 11362354"/>
                <a:gd name="connsiteY312" fmla="*/ 795531 h 1972800"/>
                <a:gd name="connsiteX313" fmla="*/ 0 w 11362354"/>
                <a:gd name="connsiteY313" fmla="*/ 795531 h 1972800"/>
                <a:gd name="connsiteX314" fmla="*/ 4189251 w 11362354"/>
                <a:gd name="connsiteY314" fmla="*/ 709292 h 1972800"/>
                <a:gd name="connsiteX315" fmla="*/ 4662658 w 11362354"/>
                <a:gd name="connsiteY315" fmla="*/ 709292 h 1972800"/>
                <a:gd name="connsiteX316" fmla="*/ 4671191 w 11362354"/>
                <a:gd name="connsiteY316" fmla="*/ 795530 h 1972800"/>
                <a:gd name="connsiteX317" fmla="*/ 4197682 w 11362354"/>
                <a:gd name="connsiteY317" fmla="*/ 795530 h 1972800"/>
                <a:gd name="connsiteX318" fmla="*/ 4189251 w 11362354"/>
                <a:gd name="connsiteY318" fmla="*/ 709292 h 1972800"/>
                <a:gd name="connsiteX319" fmla="*/ 3302730 w 11362354"/>
                <a:gd name="connsiteY319" fmla="*/ 709292 h 1972800"/>
                <a:gd name="connsiteX320" fmla="*/ 3776138 w 11362354"/>
                <a:gd name="connsiteY320" fmla="*/ 709292 h 1972800"/>
                <a:gd name="connsiteX321" fmla="*/ 3767701 w 11362354"/>
                <a:gd name="connsiteY321" fmla="*/ 795530 h 1972800"/>
                <a:gd name="connsiteX322" fmla="*/ 3294197 w 11362354"/>
                <a:gd name="connsiteY322" fmla="*/ 795530 h 1972800"/>
                <a:gd name="connsiteX323" fmla="*/ 3302730 w 11362354"/>
                <a:gd name="connsiteY323" fmla="*/ 709292 h 1972800"/>
                <a:gd name="connsiteX324" fmla="*/ 10418948 w 11362354"/>
                <a:gd name="connsiteY324" fmla="*/ 565540 h 1972800"/>
                <a:gd name="connsiteX325" fmla="*/ 10949595 w 11362354"/>
                <a:gd name="connsiteY325" fmla="*/ 565540 h 1972800"/>
                <a:gd name="connsiteX326" fmla="*/ 10964075 w 11362354"/>
                <a:gd name="connsiteY326" fmla="*/ 577567 h 1972800"/>
                <a:gd name="connsiteX327" fmla="*/ 11026395 w 11362354"/>
                <a:gd name="connsiteY327" fmla="*/ 628529 h 1972800"/>
                <a:gd name="connsiteX328" fmla="*/ 10434083 w 11362354"/>
                <a:gd name="connsiteY328" fmla="*/ 628529 h 1972800"/>
                <a:gd name="connsiteX329" fmla="*/ 10418948 w 11362354"/>
                <a:gd name="connsiteY329" fmla="*/ 565540 h 1972800"/>
                <a:gd name="connsiteX330" fmla="*/ 9781432 w 11362354"/>
                <a:gd name="connsiteY330" fmla="*/ 564344 h 1972800"/>
                <a:gd name="connsiteX331" fmla="*/ 10286039 w 11362354"/>
                <a:gd name="connsiteY331" fmla="*/ 564344 h 1972800"/>
                <a:gd name="connsiteX332" fmla="*/ 10286039 w 11362354"/>
                <a:gd name="connsiteY332" fmla="*/ 627199 h 1972800"/>
                <a:gd name="connsiteX333" fmla="*/ 9781432 w 11362354"/>
                <a:gd name="connsiteY333" fmla="*/ 627199 h 1972800"/>
                <a:gd name="connsiteX334" fmla="*/ 8877431 w 11362354"/>
                <a:gd name="connsiteY334" fmla="*/ 564344 h 1972800"/>
                <a:gd name="connsiteX335" fmla="*/ 9382033 w 11362354"/>
                <a:gd name="connsiteY335" fmla="*/ 564344 h 1972800"/>
                <a:gd name="connsiteX336" fmla="*/ 9382033 w 11362354"/>
                <a:gd name="connsiteY336" fmla="*/ 627199 h 1972800"/>
                <a:gd name="connsiteX337" fmla="*/ 8877431 w 11362354"/>
                <a:gd name="connsiteY337" fmla="*/ 627199 h 1972800"/>
                <a:gd name="connsiteX338" fmla="*/ 8042875 w 11362354"/>
                <a:gd name="connsiteY338" fmla="*/ 564344 h 1972800"/>
                <a:gd name="connsiteX339" fmla="*/ 8501703 w 11362354"/>
                <a:gd name="connsiteY339" fmla="*/ 564344 h 1972800"/>
                <a:gd name="connsiteX340" fmla="*/ 8501703 w 11362354"/>
                <a:gd name="connsiteY340" fmla="*/ 627199 h 1972800"/>
                <a:gd name="connsiteX341" fmla="*/ 8042875 w 11362354"/>
                <a:gd name="connsiteY341" fmla="*/ 627199 h 1972800"/>
                <a:gd name="connsiteX342" fmla="*/ 7193139 w 11362354"/>
                <a:gd name="connsiteY342" fmla="*/ 564344 h 1972800"/>
                <a:gd name="connsiteX343" fmla="*/ 7929154 w 11362354"/>
                <a:gd name="connsiteY343" fmla="*/ 564344 h 1972800"/>
                <a:gd name="connsiteX344" fmla="*/ 7958244 w 11362354"/>
                <a:gd name="connsiteY344" fmla="*/ 627199 h 1972800"/>
                <a:gd name="connsiteX345" fmla="*/ 7193139 w 11362354"/>
                <a:gd name="connsiteY345" fmla="*/ 627199 h 1972800"/>
                <a:gd name="connsiteX346" fmla="*/ 6188669 w 11362354"/>
                <a:gd name="connsiteY346" fmla="*/ 564344 h 1972800"/>
                <a:gd name="connsiteX347" fmla="*/ 6674501 w 11362354"/>
                <a:gd name="connsiteY347" fmla="*/ 564344 h 1972800"/>
                <a:gd name="connsiteX348" fmla="*/ 6674501 w 11362354"/>
                <a:gd name="connsiteY348" fmla="*/ 627199 h 1972800"/>
                <a:gd name="connsiteX349" fmla="*/ 6188669 w 11362354"/>
                <a:gd name="connsiteY349" fmla="*/ 627199 h 1972800"/>
                <a:gd name="connsiteX350" fmla="*/ 5574793 w 11362354"/>
                <a:gd name="connsiteY350" fmla="*/ 564344 h 1972800"/>
                <a:gd name="connsiteX351" fmla="*/ 6073294 w 11362354"/>
                <a:gd name="connsiteY351" fmla="*/ 564344 h 1972800"/>
                <a:gd name="connsiteX352" fmla="*/ 6073294 w 11362354"/>
                <a:gd name="connsiteY352" fmla="*/ 627199 h 1972800"/>
                <a:gd name="connsiteX353" fmla="*/ 5574793 w 11362354"/>
                <a:gd name="connsiteY353" fmla="*/ 627199 h 1972800"/>
                <a:gd name="connsiteX354" fmla="*/ 4792811 w 11362354"/>
                <a:gd name="connsiteY354" fmla="*/ 564344 h 1972800"/>
                <a:gd name="connsiteX355" fmla="*/ 5291307 w 11362354"/>
                <a:gd name="connsiteY355" fmla="*/ 564344 h 1972800"/>
                <a:gd name="connsiteX356" fmla="*/ 5291307 w 11362354"/>
                <a:gd name="connsiteY356" fmla="*/ 627199 h 1972800"/>
                <a:gd name="connsiteX357" fmla="*/ 4792811 w 11362354"/>
                <a:gd name="connsiteY357" fmla="*/ 627199 h 1972800"/>
                <a:gd name="connsiteX358" fmla="*/ 2285298 w 11362354"/>
                <a:gd name="connsiteY358" fmla="*/ 564344 h 1972800"/>
                <a:gd name="connsiteX359" fmla="*/ 2771132 w 11362354"/>
                <a:gd name="connsiteY359" fmla="*/ 564344 h 1972800"/>
                <a:gd name="connsiteX360" fmla="*/ 2771132 w 11362354"/>
                <a:gd name="connsiteY360" fmla="*/ 627199 h 1972800"/>
                <a:gd name="connsiteX361" fmla="*/ 2285298 w 11362354"/>
                <a:gd name="connsiteY361" fmla="*/ 627199 h 1972800"/>
                <a:gd name="connsiteX362" fmla="*/ 1743635 w 11362354"/>
                <a:gd name="connsiteY362" fmla="*/ 564344 h 1972800"/>
                <a:gd name="connsiteX363" fmla="*/ 2184512 w 11362354"/>
                <a:gd name="connsiteY363" fmla="*/ 564344 h 1972800"/>
                <a:gd name="connsiteX364" fmla="*/ 2184779 w 11362354"/>
                <a:gd name="connsiteY364" fmla="*/ 571975 h 1972800"/>
                <a:gd name="connsiteX365" fmla="*/ 2181588 w 11362354"/>
                <a:gd name="connsiteY365" fmla="*/ 627199 h 1972800"/>
                <a:gd name="connsiteX366" fmla="*/ 1742032 w 11362354"/>
                <a:gd name="connsiteY366" fmla="*/ 627199 h 1972800"/>
                <a:gd name="connsiteX367" fmla="*/ 1746020 w 11362354"/>
                <a:gd name="connsiteY367" fmla="*/ 587881 h 1972800"/>
                <a:gd name="connsiteX368" fmla="*/ 985097 w 11362354"/>
                <a:gd name="connsiteY368" fmla="*/ 564344 h 1972800"/>
                <a:gd name="connsiteX369" fmla="*/ 1469893 w 11362354"/>
                <a:gd name="connsiteY369" fmla="*/ 564344 h 1972800"/>
                <a:gd name="connsiteX370" fmla="*/ 1469893 w 11362354"/>
                <a:gd name="connsiteY370" fmla="*/ 627199 h 1972800"/>
                <a:gd name="connsiteX371" fmla="*/ 985097 w 11362354"/>
                <a:gd name="connsiteY371" fmla="*/ 627199 h 1972800"/>
                <a:gd name="connsiteX372" fmla="*/ 0 w 11362354"/>
                <a:gd name="connsiteY372" fmla="*/ 564344 h 1972800"/>
                <a:gd name="connsiteX373" fmla="*/ 505721 w 11362354"/>
                <a:gd name="connsiteY373" fmla="*/ 564344 h 1972800"/>
                <a:gd name="connsiteX374" fmla="*/ 505721 w 11362354"/>
                <a:gd name="connsiteY374" fmla="*/ 627199 h 1972800"/>
                <a:gd name="connsiteX375" fmla="*/ 0 w 11362354"/>
                <a:gd name="connsiteY375" fmla="*/ 627199 h 1972800"/>
                <a:gd name="connsiteX376" fmla="*/ 4156173 w 11362354"/>
                <a:gd name="connsiteY376" fmla="*/ 564343 h 1972800"/>
                <a:gd name="connsiteX377" fmla="*/ 4635244 w 11362354"/>
                <a:gd name="connsiteY377" fmla="*/ 564343 h 1972800"/>
                <a:gd name="connsiteX378" fmla="*/ 4649285 w 11362354"/>
                <a:gd name="connsiteY378" fmla="*/ 627198 h 1972800"/>
                <a:gd name="connsiteX379" fmla="*/ 4173561 w 11362354"/>
                <a:gd name="connsiteY379" fmla="*/ 627198 h 1972800"/>
                <a:gd name="connsiteX380" fmla="*/ 4156173 w 11362354"/>
                <a:gd name="connsiteY380" fmla="*/ 564343 h 1972800"/>
                <a:gd name="connsiteX381" fmla="*/ 3330140 w 11362354"/>
                <a:gd name="connsiteY381" fmla="*/ 564343 h 1972800"/>
                <a:gd name="connsiteX382" fmla="*/ 3809216 w 11362354"/>
                <a:gd name="connsiteY382" fmla="*/ 564343 h 1972800"/>
                <a:gd name="connsiteX383" fmla="*/ 3791828 w 11362354"/>
                <a:gd name="connsiteY383" fmla="*/ 627198 h 1972800"/>
                <a:gd name="connsiteX384" fmla="*/ 3316108 w 11362354"/>
                <a:gd name="connsiteY384" fmla="*/ 627198 h 1972800"/>
                <a:gd name="connsiteX385" fmla="*/ 3330140 w 11362354"/>
                <a:gd name="connsiteY385" fmla="*/ 564343 h 1972800"/>
                <a:gd name="connsiteX386" fmla="*/ 11305691 w 11362354"/>
                <a:gd name="connsiteY386" fmla="*/ 441367 h 1972800"/>
                <a:gd name="connsiteX387" fmla="*/ 11306110 w 11362354"/>
                <a:gd name="connsiteY387" fmla="*/ 441367 h 1972800"/>
                <a:gd name="connsiteX388" fmla="*/ 11306110 w 11362354"/>
                <a:gd name="connsiteY388" fmla="*/ 441726 h 1972800"/>
                <a:gd name="connsiteX389" fmla="*/ 10419150 w 11362354"/>
                <a:gd name="connsiteY389" fmla="*/ 441367 h 1972800"/>
                <a:gd name="connsiteX390" fmla="*/ 10893359 w 11362354"/>
                <a:gd name="connsiteY390" fmla="*/ 441367 h 1972800"/>
                <a:gd name="connsiteX391" fmla="*/ 10894757 w 11362354"/>
                <a:gd name="connsiteY391" fmla="*/ 483273 h 1972800"/>
                <a:gd name="connsiteX392" fmla="*/ 10419058 w 11362354"/>
                <a:gd name="connsiteY392" fmla="*/ 483273 h 1972800"/>
                <a:gd name="connsiteX393" fmla="*/ 10417854 w 11362354"/>
                <a:gd name="connsiteY393" fmla="*/ 463084 h 1972800"/>
                <a:gd name="connsiteX394" fmla="*/ 9781432 w 11362354"/>
                <a:gd name="connsiteY394" fmla="*/ 440432 h 1972800"/>
                <a:gd name="connsiteX395" fmla="*/ 10286039 w 11362354"/>
                <a:gd name="connsiteY395" fmla="*/ 440432 h 1972800"/>
                <a:gd name="connsiteX396" fmla="*/ 10286039 w 11362354"/>
                <a:gd name="connsiteY396" fmla="*/ 482250 h 1972800"/>
                <a:gd name="connsiteX397" fmla="*/ 9781432 w 11362354"/>
                <a:gd name="connsiteY397" fmla="*/ 482250 h 1972800"/>
                <a:gd name="connsiteX398" fmla="*/ 8877431 w 11362354"/>
                <a:gd name="connsiteY398" fmla="*/ 440432 h 1972800"/>
                <a:gd name="connsiteX399" fmla="*/ 9382033 w 11362354"/>
                <a:gd name="connsiteY399" fmla="*/ 440432 h 1972800"/>
                <a:gd name="connsiteX400" fmla="*/ 9382033 w 11362354"/>
                <a:gd name="connsiteY400" fmla="*/ 482250 h 1972800"/>
                <a:gd name="connsiteX401" fmla="*/ 8877431 w 11362354"/>
                <a:gd name="connsiteY401" fmla="*/ 482250 h 1972800"/>
                <a:gd name="connsiteX402" fmla="*/ 8042875 w 11362354"/>
                <a:gd name="connsiteY402" fmla="*/ 440432 h 1972800"/>
                <a:gd name="connsiteX403" fmla="*/ 8501703 w 11362354"/>
                <a:gd name="connsiteY403" fmla="*/ 440432 h 1972800"/>
                <a:gd name="connsiteX404" fmla="*/ 8501703 w 11362354"/>
                <a:gd name="connsiteY404" fmla="*/ 482250 h 1972800"/>
                <a:gd name="connsiteX405" fmla="*/ 8042875 w 11362354"/>
                <a:gd name="connsiteY405" fmla="*/ 482250 h 1972800"/>
                <a:gd name="connsiteX406" fmla="*/ 7193139 w 11362354"/>
                <a:gd name="connsiteY406" fmla="*/ 440432 h 1972800"/>
                <a:gd name="connsiteX407" fmla="*/ 7871807 w 11362354"/>
                <a:gd name="connsiteY407" fmla="*/ 440432 h 1972800"/>
                <a:gd name="connsiteX408" fmla="*/ 7891162 w 11362354"/>
                <a:gd name="connsiteY408" fmla="*/ 482250 h 1972800"/>
                <a:gd name="connsiteX409" fmla="*/ 7193139 w 11362354"/>
                <a:gd name="connsiteY409" fmla="*/ 482250 h 1972800"/>
                <a:gd name="connsiteX410" fmla="*/ 6188669 w 11362354"/>
                <a:gd name="connsiteY410" fmla="*/ 440432 h 1972800"/>
                <a:gd name="connsiteX411" fmla="*/ 6674501 w 11362354"/>
                <a:gd name="connsiteY411" fmla="*/ 440432 h 1972800"/>
                <a:gd name="connsiteX412" fmla="*/ 6674501 w 11362354"/>
                <a:gd name="connsiteY412" fmla="*/ 482250 h 1972800"/>
                <a:gd name="connsiteX413" fmla="*/ 6188669 w 11362354"/>
                <a:gd name="connsiteY413" fmla="*/ 482250 h 1972800"/>
                <a:gd name="connsiteX414" fmla="*/ 5574793 w 11362354"/>
                <a:gd name="connsiteY414" fmla="*/ 440432 h 1972800"/>
                <a:gd name="connsiteX415" fmla="*/ 6073294 w 11362354"/>
                <a:gd name="connsiteY415" fmla="*/ 440432 h 1972800"/>
                <a:gd name="connsiteX416" fmla="*/ 6073294 w 11362354"/>
                <a:gd name="connsiteY416" fmla="*/ 482250 h 1972800"/>
                <a:gd name="connsiteX417" fmla="*/ 5574793 w 11362354"/>
                <a:gd name="connsiteY417" fmla="*/ 482250 h 1972800"/>
                <a:gd name="connsiteX418" fmla="*/ 4792811 w 11362354"/>
                <a:gd name="connsiteY418" fmla="*/ 440432 h 1972800"/>
                <a:gd name="connsiteX419" fmla="*/ 5291307 w 11362354"/>
                <a:gd name="connsiteY419" fmla="*/ 440432 h 1972800"/>
                <a:gd name="connsiteX420" fmla="*/ 5291307 w 11362354"/>
                <a:gd name="connsiteY420" fmla="*/ 482250 h 1972800"/>
                <a:gd name="connsiteX421" fmla="*/ 4792811 w 11362354"/>
                <a:gd name="connsiteY421" fmla="*/ 482250 h 1972800"/>
                <a:gd name="connsiteX422" fmla="*/ 2285298 w 11362354"/>
                <a:gd name="connsiteY422" fmla="*/ 440432 h 1972800"/>
                <a:gd name="connsiteX423" fmla="*/ 2771132 w 11362354"/>
                <a:gd name="connsiteY423" fmla="*/ 440432 h 1972800"/>
                <a:gd name="connsiteX424" fmla="*/ 2771132 w 11362354"/>
                <a:gd name="connsiteY424" fmla="*/ 482250 h 1972800"/>
                <a:gd name="connsiteX425" fmla="*/ 2285298 w 11362354"/>
                <a:gd name="connsiteY425" fmla="*/ 482250 h 1972800"/>
                <a:gd name="connsiteX426" fmla="*/ 1688066 w 11362354"/>
                <a:gd name="connsiteY426" fmla="*/ 440432 h 1972800"/>
                <a:gd name="connsiteX427" fmla="*/ 2171374 w 11362354"/>
                <a:gd name="connsiteY427" fmla="*/ 440432 h 1972800"/>
                <a:gd name="connsiteX428" fmla="*/ 2178605 w 11362354"/>
                <a:gd name="connsiteY428" fmla="*/ 482250 h 1972800"/>
                <a:gd name="connsiteX429" fmla="*/ 1717768 w 11362354"/>
                <a:gd name="connsiteY429" fmla="*/ 482250 h 1972800"/>
                <a:gd name="connsiteX430" fmla="*/ 1688066 w 11362354"/>
                <a:gd name="connsiteY430" fmla="*/ 440432 h 1972800"/>
                <a:gd name="connsiteX431" fmla="*/ 985097 w 11362354"/>
                <a:gd name="connsiteY431" fmla="*/ 440432 h 1972800"/>
                <a:gd name="connsiteX432" fmla="*/ 1469893 w 11362354"/>
                <a:gd name="connsiteY432" fmla="*/ 440432 h 1972800"/>
                <a:gd name="connsiteX433" fmla="*/ 1469893 w 11362354"/>
                <a:gd name="connsiteY433" fmla="*/ 482250 h 1972800"/>
                <a:gd name="connsiteX434" fmla="*/ 985097 w 11362354"/>
                <a:gd name="connsiteY434" fmla="*/ 482250 h 1972800"/>
                <a:gd name="connsiteX435" fmla="*/ 0 w 11362354"/>
                <a:gd name="connsiteY435" fmla="*/ 440432 h 1972800"/>
                <a:gd name="connsiteX436" fmla="*/ 505721 w 11362354"/>
                <a:gd name="connsiteY436" fmla="*/ 440432 h 1972800"/>
                <a:gd name="connsiteX437" fmla="*/ 505721 w 11362354"/>
                <a:gd name="connsiteY437" fmla="*/ 482250 h 1972800"/>
                <a:gd name="connsiteX438" fmla="*/ 0 w 11362354"/>
                <a:gd name="connsiteY438" fmla="*/ 482250 h 1972800"/>
                <a:gd name="connsiteX439" fmla="*/ 4093268 w 11362354"/>
                <a:gd name="connsiteY439" fmla="*/ 440431 h 1972800"/>
                <a:gd name="connsiteX440" fmla="*/ 4597023 w 11362354"/>
                <a:gd name="connsiteY440" fmla="*/ 440431 h 1972800"/>
                <a:gd name="connsiteX441" fmla="*/ 4611768 w 11362354"/>
                <a:gd name="connsiteY441" fmla="*/ 482249 h 1972800"/>
                <a:gd name="connsiteX442" fmla="*/ 4120709 w 11362354"/>
                <a:gd name="connsiteY442" fmla="*/ 482249 h 1972800"/>
                <a:gd name="connsiteX443" fmla="*/ 4093268 w 11362354"/>
                <a:gd name="connsiteY443" fmla="*/ 440431 h 1972800"/>
                <a:gd name="connsiteX444" fmla="*/ 3368371 w 11362354"/>
                <a:gd name="connsiteY444" fmla="*/ 440431 h 1972800"/>
                <a:gd name="connsiteX445" fmla="*/ 3872116 w 11362354"/>
                <a:gd name="connsiteY445" fmla="*/ 440431 h 1972800"/>
                <a:gd name="connsiteX446" fmla="*/ 3844680 w 11362354"/>
                <a:gd name="connsiteY446" fmla="*/ 482249 h 1972800"/>
                <a:gd name="connsiteX447" fmla="*/ 3353616 w 11362354"/>
                <a:gd name="connsiteY447" fmla="*/ 482249 h 1972800"/>
                <a:gd name="connsiteX448" fmla="*/ 3368371 w 11362354"/>
                <a:gd name="connsiteY448" fmla="*/ 440431 h 1972800"/>
                <a:gd name="connsiteX449" fmla="*/ 11223979 w 11362354"/>
                <a:gd name="connsiteY449" fmla="*/ 437563 h 1972800"/>
                <a:gd name="connsiteX450" fmla="*/ 11304274 w 11362354"/>
                <a:gd name="connsiteY450" fmla="*/ 437563 h 1972800"/>
                <a:gd name="connsiteX451" fmla="*/ 11304274 w 11362354"/>
                <a:gd name="connsiteY451" fmla="*/ 487440 h 1972800"/>
                <a:gd name="connsiteX452" fmla="*/ 11274504 w 11362354"/>
                <a:gd name="connsiteY452" fmla="*/ 487440 h 1972800"/>
                <a:gd name="connsiteX453" fmla="*/ 10437485 w 11362354"/>
                <a:gd name="connsiteY453" fmla="*/ 312620 h 1972800"/>
                <a:gd name="connsiteX454" fmla="*/ 11305204 w 11362354"/>
                <a:gd name="connsiteY454" fmla="*/ 312620 h 1972800"/>
                <a:gd name="connsiteX455" fmla="*/ 11305204 w 11362354"/>
                <a:gd name="connsiteY455" fmla="*/ 323517 h 1972800"/>
                <a:gd name="connsiteX456" fmla="*/ 11306110 w 11362354"/>
                <a:gd name="connsiteY456" fmla="*/ 323517 h 1972800"/>
                <a:gd name="connsiteX457" fmla="*/ 11306110 w 11362354"/>
                <a:gd name="connsiteY457" fmla="*/ 351547 h 1972800"/>
                <a:gd name="connsiteX458" fmla="*/ 11306110 w 11362354"/>
                <a:gd name="connsiteY458" fmla="*/ 359098 h 1972800"/>
                <a:gd name="connsiteX459" fmla="*/ 11305204 w 11362354"/>
                <a:gd name="connsiteY459" fmla="*/ 359098 h 1972800"/>
                <a:gd name="connsiteX460" fmla="*/ 11305204 w 11362354"/>
                <a:gd name="connsiteY460" fmla="*/ 363528 h 1972800"/>
                <a:gd name="connsiteX461" fmla="*/ 10423824 w 11362354"/>
                <a:gd name="connsiteY461" fmla="*/ 363528 h 1972800"/>
                <a:gd name="connsiteX462" fmla="*/ 10429797 w 11362354"/>
                <a:gd name="connsiteY462" fmla="*/ 336441 h 1972800"/>
                <a:gd name="connsiteX463" fmla="*/ 9781432 w 11362354"/>
                <a:gd name="connsiteY463" fmla="*/ 312620 h 1972800"/>
                <a:gd name="connsiteX464" fmla="*/ 10286039 w 11362354"/>
                <a:gd name="connsiteY464" fmla="*/ 312620 h 1972800"/>
                <a:gd name="connsiteX465" fmla="*/ 10286039 w 11362354"/>
                <a:gd name="connsiteY465" fmla="*/ 322833 h 1972800"/>
                <a:gd name="connsiteX466" fmla="*/ 10286039 w 11362354"/>
                <a:gd name="connsiteY466" fmla="*/ 358338 h 1972800"/>
                <a:gd name="connsiteX467" fmla="*/ 10286039 w 11362354"/>
                <a:gd name="connsiteY467" fmla="*/ 358339 h 1972800"/>
                <a:gd name="connsiteX468" fmla="*/ 9781432 w 11362354"/>
                <a:gd name="connsiteY468" fmla="*/ 358339 h 1972800"/>
                <a:gd name="connsiteX469" fmla="*/ 9781432 w 11362354"/>
                <a:gd name="connsiteY469" fmla="*/ 358338 h 1972800"/>
                <a:gd name="connsiteX470" fmla="*/ 9781432 w 11362354"/>
                <a:gd name="connsiteY470" fmla="*/ 322833 h 1972800"/>
                <a:gd name="connsiteX471" fmla="*/ 8611213 w 11362354"/>
                <a:gd name="connsiteY471" fmla="*/ 312620 h 1972800"/>
                <a:gd name="connsiteX472" fmla="*/ 9666891 w 11362354"/>
                <a:gd name="connsiteY472" fmla="*/ 312620 h 1972800"/>
                <a:gd name="connsiteX473" fmla="*/ 9666891 w 11362354"/>
                <a:gd name="connsiteY473" fmla="*/ 322833 h 1972800"/>
                <a:gd name="connsiteX474" fmla="*/ 9668568 w 11362354"/>
                <a:gd name="connsiteY474" fmla="*/ 322833 h 1972800"/>
                <a:gd name="connsiteX475" fmla="*/ 9668568 w 11362354"/>
                <a:gd name="connsiteY475" fmla="*/ 358338 h 1972800"/>
                <a:gd name="connsiteX476" fmla="*/ 9666891 w 11362354"/>
                <a:gd name="connsiteY476" fmla="*/ 358338 h 1972800"/>
                <a:gd name="connsiteX477" fmla="*/ 9666891 w 11362354"/>
                <a:gd name="connsiteY477" fmla="*/ 358339 h 1972800"/>
                <a:gd name="connsiteX478" fmla="*/ 8611213 w 11362354"/>
                <a:gd name="connsiteY478" fmla="*/ 358339 h 1972800"/>
                <a:gd name="connsiteX479" fmla="*/ 8037009 w 11362354"/>
                <a:gd name="connsiteY479" fmla="*/ 312620 h 1972800"/>
                <a:gd name="connsiteX480" fmla="*/ 8500026 w 11362354"/>
                <a:gd name="connsiteY480" fmla="*/ 312620 h 1972800"/>
                <a:gd name="connsiteX481" fmla="*/ 8500026 w 11362354"/>
                <a:gd name="connsiteY481" fmla="*/ 322833 h 1972800"/>
                <a:gd name="connsiteX482" fmla="*/ 8501703 w 11362354"/>
                <a:gd name="connsiteY482" fmla="*/ 322833 h 1972800"/>
                <a:gd name="connsiteX483" fmla="*/ 8501703 w 11362354"/>
                <a:gd name="connsiteY483" fmla="*/ 358338 h 1972800"/>
                <a:gd name="connsiteX484" fmla="*/ 8500026 w 11362354"/>
                <a:gd name="connsiteY484" fmla="*/ 358338 h 1972800"/>
                <a:gd name="connsiteX485" fmla="*/ 8500026 w 11362354"/>
                <a:gd name="connsiteY485" fmla="*/ 358339 h 1972800"/>
                <a:gd name="connsiteX486" fmla="*/ 8037009 w 11362354"/>
                <a:gd name="connsiteY486" fmla="*/ 358339 h 1972800"/>
                <a:gd name="connsiteX487" fmla="*/ 7193139 w 11362354"/>
                <a:gd name="connsiteY487" fmla="*/ 312620 h 1972800"/>
                <a:gd name="connsiteX488" fmla="*/ 7812777 w 11362354"/>
                <a:gd name="connsiteY488" fmla="*/ 312620 h 1972800"/>
                <a:gd name="connsiteX489" fmla="*/ 7833342 w 11362354"/>
                <a:gd name="connsiteY489" fmla="*/ 357178 h 1972800"/>
                <a:gd name="connsiteX490" fmla="*/ 7833342 w 11362354"/>
                <a:gd name="connsiteY490" fmla="*/ 357314 h 1972800"/>
                <a:gd name="connsiteX491" fmla="*/ 7833816 w 11362354"/>
                <a:gd name="connsiteY491" fmla="*/ 358338 h 1972800"/>
                <a:gd name="connsiteX492" fmla="*/ 7833342 w 11362354"/>
                <a:gd name="connsiteY492" fmla="*/ 358338 h 1972800"/>
                <a:gd name="connsiteX493" fmla="*/ 7833342 w 11362354"/>
                <a:gd name="connsiteY493" fmla="*/ 358339 h 1972800"/>
                <a:gd name="connsiteX494" fmla="*/ 7193139 w 11362354"/>
                <a:gd name="connsiteY494" fmla="*/ 358339 h 1972800"/>
                <a:gd name="connsiteX495" fmla="*/ 7193139 w 11362354"/>
                <a:gd name="connsiteY495" fmla="*/ 358338 h 1972800"/>
                <a:gd name="connsiteX496" fmla="*/ 7193139 w 11362354"/>
                <a:gd name="connsiteY496" fmla="*/ 322833 h 1972800"/>
                <a:gd name="connsiteX497" fmla="*/ 6184479 w 11362354"/>
                <a:gd name="connsiteY497" fmla="*/ 312620 h 1972800"/>
                <a:gd name="connsiteX498" fmla="*/ 7080274 w 11362354"/>
                <a:gd name="connsiteY498" fmla="*/ 312620 h 1972800"/>
                <a:gd name="connsiteX499" fmla="*/ 7080274 w 11362354"/>
                <a:gd name="connsiteY499" fmla="*/ 322833 h 1972800"/>
                <a:gd name="connsiteX500" fmla="*/ 7080275 w 11362354"/>
                <a:gd name="connsiteY500" fmla="*/ 322833 h 1972800"/>
                <a:gd name="connsiteX501" fmla="*/ 7080275 w 11362354"/>
                <a:gd name="connsiteY501" fmla="*/ 358338 h 1972800"/>
                <a:gd name="connsiteX502" fmla="*/ 7080274 w 11362354"/>
                <a:gd name="connsiteY502" fmla="*/ 358338 h 1972800"/>
                <a:gd name="connsiteX503" fmla="*/ 7080274 w 11362354"/>
                <a:gd name="connsiteY503" fmla="*/ 358339 h 1972800"/>
                <a:gd name="connsiteX504" fmla="*/ 6184479 w 11362354"/>
                <a:gd name="connsiteY504" fmla="*/ 358339 h 1972800"/>
                <a:gd name="connsiteX505" fmla="*/ 5574793 w 11362354"/>
                <a:gd name="connsiteY505" fmla="*/ 312620 h 1972800"/>
                <a:gd name="connsiteX506" fmla="*/ 6073294 w 11362354"/>
                <a:gd name="connsiteY506" fmla="*/ 312620 h 1972800"/>
                <a:gd name="connsiteX507" fmla="*/ 6073294 w 11362354"/>
                <a:gd name="connsiteY507" fmla="*/ 322833 h 1972800"/>
                <a:gd name="connsiteX508" fmla="*/ 6073294 w 11362354"/>
                <a:gd name="connsiteY508" fmla="*/ 358338 h 1972800"/>
                <a:gd name="connsiteX509" fmla="*/ 6073294 w 11362354"/>
                <a:gd name="connsiteY509" fmla="*/ 358339 h 1972800"/>
                <a:gd name="connsiteX510" fmla="*/ 5574793 w 11362354"/>
                <a:gd name="connsiteY510" fmla="*/ 358339 h 1972800"/>
                <a:gd name="connsiteX511" fmla="*/ 5574793 w 11362354"/>
                <a:gd name="connsiteY511" fmla="*/ 358338 h 1972800"/>
                <a:gd name="connsiteX512" fmla="*/ 5574793 w 11362354"/>
                <a:gd name="connsiteY512" fmla="*/ 322833 h 1972800"/>
                <a:gd name="connsiteX513" fmla="*/ 4792811 w 11362354"/>
                <a:gd name="connsiteY513" fmla="*/ 312620 h 1972800"/>
                <a:gd name="connsiteX514" fmla="*/ 5291307 w 11362354"/>
                <a:gd name="connsiteY514" fmla="*/ 312620 h 1972800"/>
                <a:gd name="connsiteX515" fmla="*/ 5291307 w 11362354"/>
                <a:gd name="connsiteY515" fmla="*/ 322833 h 1972800"/>
                <a:gd name="connsiteX516" fmla="*/ 5291307 w 11362354"/>
                <a:gd name="connsiteY516" fmla="*/ 358338 h 1972800"/>
                <a:gd name="connsiteX517" fmla="*/ 5291307 w 11362354"/>
                <a:gd name="connsiteY517" fmla="*/ 358339 h 1972800"/>
                <a:gd name="connsiteX518" fmla="*/ 4792811 w 11362354"/>
                <a:gd name="connsiteY518" fmla="*/ 358339 h 1972800"/>
                <a:gd name="connsiteX519" fmla="*/ 4792811 w 11362354"/>
                <a:gd name="connsiteY519" fmla="*/ 358338 h 1972800"/>
                <a:gd name="connsiteX520" fmla="*/ 4792811 w 11362354"/>
                <a:gd name="connsiteY520" fmla="*/ 322833 h 1972800"/>
                <a:gd name="connsiteX521" fmla="*/ 2285298 w 11362354"/>
                <a:gd name="connsiteY521" fmla="*/ 312620 h 1972800"/>
                <a:gd name="connsiteX522" fmla="*/ 3183254 w 11362354"/>
                <a:gd name="connsiteY522" fmla="*/ 312620 h 1972800"/>
                <a:gd name="connsiteX523" fmla="*/ 3183254 w 11362354"/>
                <a:gd name="connsiteY523" fmla="*/ 322833 h 1972800"/>
                <a:gd name="connsiteX524" fmla="*/ 3183254 w 11362354"/>
                <a:gd name="connsiteY524" fmla="*/ 358338 h 1972800"/>
                <a:gd name="connsiteX525" fmla="*/ 3183254 w 11362354"/>
                <a:gd name="connsiteY525" fmla="*/ 358339 h 1972800"/>
                <a:gd name="connsiteX526" fmla="*/ 2285298 w 11362354"/>
                <a:gd name="connsiteY526" fmla="*/ 358339 h 1972800"/>
                <a:gd name="connsiteX527" fmla="*/ 2285298 w 11362354"/>
                <a:gd name="connsiteY527" fmla="*/ 358338 h 1972800"/>
                <a:gd name="connsiteX528" fmla="*/ 2285298 w 11362354"/>
                <a:gd name="connsiteY528" fmla="*/ 322833 h 1972800"/>
                <a:gd name="connsiteX529" fmla="*/ 985097 w 11362354"/>
                <a:gd name="connsiteY529" fmla="*/ 312620 h 1972800"/>
                <a:gd name="connsiteX530" fmla="*/ 2135110 w 11362354"/>
                <a:gd name="connsiteY530" fmla="*/ 312620 h 1972800"/>
                <a:gd name="connsiteX531" fmla="*/ 2148730 w 11362354"/>
                <a:gd name="connsiteY531" fmla="*/ 358335 h 1972800"/>
                <a:gd name="connsiteX532" fmla="*/ 2148731 w 11362354"/>
                <a:gd name="connsiteY532" fmla="*/ 358338 h 1972800"/>
                <a:gd name="connsiteX533" fmla="*/ 2148731 w 11362354"/>
                <a:gd name="connsiteY533" fmla="*/ 358339 h 1972800"/>
                <a:gd name="connsiteX534" fmla="*/ 985097 w 11362354"/>
                <a:gd name="connsiteY534" fmla="*/ 358339 h 1972800"/>
                <a:gd name="connsiteX535" fmla="*/ 985097 w 11362354"/>
                <a:gd name="connsiteY535" fmla="*/ 358338 h 1972800"/>
                <a:gd name="connsiteX536" fmla="*/ 985097 w 11362354"/>
                <a:gd name="connsiteY536" fmla="*/ 322833 h 1972800"/>
                <a:gd name="connsiteX537" fmla="*/ 0 w 11362354"/>
                <a:gd name="connsiteY537" fmla="*/ 312620 h 1972800"/>
                <a:gd name="connsiteX538" fmla="*/ 877145 w 11362354"/>
                <a:gd name="connsiteY538" fmla="*/ 312620 h 1972800"/>
                <a:gd name="connsiteX539" fmla="*/ 877145 w 11362354"/>
                <a:gd name="connsiteY539" fmla="*/ 322833 h 1972800"/>
                <a:gd name="connsiteX540" fmla="*/ 877145 w 11362354"/>
                <a:gd name="connsiteY540" fmla="*/ 358338 h 1972800"/>
                <a:gd name="connsiteX541" fmla="*/ 877145 w 11362354"/>
                <a:gd name="connsiteY541" fmla="*/ 358339 h 1972800"/>
                <a:gd name="connsiteX542" fmla="*/ 0 w 11362354"/>
                <a:gd name="connsiteY542" fmla="*/ 358339 h 1972800"/>
                <a:gd name="connsiteX543" fmla="*/ 0 w 11362354"/>
                <a:gd name="connsiteY543" fmla="*/ 358338 h 1972800"/>
                <a:gd name="connsiteX544" fmla="*/ 0 w 11362354"/>
                <a:gd name="connsiteY544" fmla="*/ 322833 h 1972800"/>
                <a:gd name="connsiteX545" fmla="*/ 3426524 w 11362354"/>
                <a:gd name="connsiteY545" fmla="*/ 311140 h 1972800"/>
                <a:gd name="connsiteX546" fmla="*/ 4541246 w 11362354"/>
                <a:gd name="connsiteY546" fmla="*/ 311140 h 1972800"/>
                <a:gd name="connsiteX547" fmla="*/ 4565836 w 11362354"/>
                <a:gd name="connsiteY547" fmla="*/ 363528 h 1972800"/>
                <a:gd name="connsiteX548" fmla="*/ 3720591 w 11362354"/>
                <a:gd name="connsiteY548" fmla="*/ 363528 h 1972800"/>
                <a:gd name="connsiteX549" fmla="*/ 3720591 w 11362354"/>
                <a:gd name="connsiteY549" fmla="*/ 361147 h 1972800"/>
                <a:gd name="connsiteX550" fmla="*/ 3403052 w 11362354"/>
                <a:gd name="connsiteY550" fmla="*/ 361147 h 1972800"/>
                <a:gd name="connsiteX551" fmla="*/ 10479636 w 11362354"/>
                <a:gd name="connsiteY551" fmla="*/ 204267 h 1972800"/>
                <a:gd name="connsiteX552" fmla="*/ 10671926 w 11362354"/>
                <a:gd name="connsiteY552" fmla="*/ 204267 h 1972800"/>
                <a:gd name="connsiteX553" fmla="*/ 11306110 w 11362354"/>
                <a:gd name="connsiteY553" fmla="*/ 204267 h 1972800"/>
                <a:gd name="connsiteX554" fmla="*/ 11306110 w 11362354"/>
                <a:gd name="connsiteY554" fmla="*/ 241250 h 1972800"/>
                <a:gd name="connsiteX555" fmla="*/ 10671926 w 11362354"/>
                <a:gd name="connsiteY555" fmla="*/ 241250 h 1972800"/>
                <a:gd name="connsiteX556" fmla="*/ 10463420 w 11362354"/>
                <a:gd name="connsiteY556" fmla="*/ 241250 h 1972800"/>
                <a:gd name="connsiteX557" fmla="*/ 9781432 w 11362354"/>
                <a:gd name="connsiteY557" fmla="*/ 203834 h 1972800"/>
                <a:gd name="connsiteX558" fmla="*/ 10286039 w 11362354"/>
                <a:gd name="connsiteY558" fmla="*/ 203834 h 1972800"/>
                <a:gd name="connsiteX559" fmla="*/ 10286039 w 11362354"/>
                <a:gd name="connsiteY559" fmla="*/ 240739 h 1972800"/>
                <a:gd name="connsiteX560" fmla="*/ 9781432 w 11362354"/>
                <a:gd name="connsiteY560" fmla="*/ 240739 h 1972800"/>
                <a:gd name="connsiteX561" fmla="*/ 8612890 w 11362354"/>
                <a:gd name="connsiteY561" fmla="*/ 203834 h 1972800"/>
                <a:gd name="connsiteX562" fmla="*/ 9668568 w 11362354"/>
                <a:gd name="connsiteY562" fmla="*/ 203834 h 1972800"/>
                <a:gd name="connsiteX563" fmla="*/ 9668568 w 11362354"/>
                <a:gd name="connsiteY563" fmla="*/ 240739 h 1972800"/>
                <a:gd name="connsiteX564" fmla="*/ 8612890 w 11362354"/>
                <a:gd name="connsiteY564" fmla="*/ 240739 h 1972800"/>
                <a:gd name="connsiteX565" fmla="*/ 8042875 w 11362354"/>
                <a:gd name="connsiteY565" fmla="*/ 203834 h 1972800"/>
                <a:gd name="connsiteX566" fmla="*/ 8501703 w 11362354"/>
                <a:gd name="connsiteY566" fmla="*/ 203834 h 1972800"/>
                <a:gd name="connsiteX567" fmla="*/ 8501703 w 11362354"/>
                <a:gd name="connsiteY567" fmla="*/ 240739 h 1972800"/>
                <a:gd name="connsiteX568" fmla="*/ 8042875 w 11362354"/>
                <a:gd name="connsiteY568" fmla="*/ 240739 h 1972800"/>
                <a:gd name="connsiteX569" fmla="*/ 7193139 w 11362354"/>
                <a:gd name="connsiteY569" fmla="*/ 203834 h 1972800"/>
                <a:gd name="connsiteX570" fmla="*/ 7762309 w 11362354"/>
                <a:gd name="connsiteY570" fmla="*/ 203834 h 1972800"/>
                <a:gd name="connsiteX571" fmla="*/ 7779389 w 11362354"/>
                <a:gd name="connsiteY571" fmla="*/ 240739 h 1972800"/>
                <a:gd name="connsiteX572" fmla="*/ 7193139 w 11362354"/>
                <a:gd name="connsiteY572" fmla="*/ 240739 h 1972800"/>
                <a:gd name="connsiteX573" fmla="*/ 6188669 w 11362354"/>
                <a:gd name="connsiteY573" fmla="*/ 203834 h 1972800"/>
                <a:gd name="connsiteX574" fmla="*/ 7080275 w 11362354"/>
                <a:gd name="connsiteY574" fmla="*/ 203834 h 1972800"/>
                <a:gd name="connsiteX575" fmla="*/ 7080275 w 11362354"/>
                <a:gd name="connsiteY575" fmla="*/ 240739 h 1972800"/>
                <a:gd name="connsiteX576" fmla="*/ 6188669 w 11362354"/>
                <a:gd name="connsiteY576" fmla="*/ 240739 h 1972800"/>
                <a:gd name="connsiteX577" fmla="*/ 5574793 w 11362354"/>
                <a:gd name="connsiteY577" fmla="*/ 203834 h 1972800"/>
                <a:gd name="connsiteX578" fmla="*/ 6073294 w 11362354"/>
                <a:gd name="connsiteY578" fmla="*/ 203834 h 1972800"/>
                <a:gd name="connsiteX579" fmla="*/ 6073294 w 11362354"/>
                <a:gd name="connsiteY579" fmla="*/ 240739 h 1972800"/>
                <a:gd name="connsiteX580" fmla="*/ 5574793 w 11362354"/>
                <a:gd name="connsiteY580" fmla="*/ 240739 h 1972800"/>
                <a:gd name="connsiteX581" fmla="*/ 4792811 w 11362354"/>
                <a:gd name="connsiteY581" fmla="*/ 203834 h 1972800"/>
                <a:gd name="connsiteX582" fmla="*/ 5291307 w 11362354"/>
                <a:gd name="connsiteY582" fmla="*/ 203834 h 1972800"/>
                <a:gd name="connsiteX583" fmla="*/ 5291307 w 11362354"/>
                <a:gd name="connsiteY583" fmla="*/ 240739 h 1972800"/>
                <a:gd name="connsiteX584" fmla="*/ 4792811 w 11362354"/>
                <a:gd name="connsiteY584" fmla="*/ 240739 h 1972800"/>
                <a:gd name="connsiteX585" fmla="*/ 2285298 w 11362354"/>
                <a:gd name="connsiteY585" fmla="*/ 203834 h 1972800"/>
                <a:gd name="connsiteX586" fmla="*/ 3183254 w 11362354"/>
                <a:gd name="connsiteY586" fmla="*/ 203834 h 1972800"/>
                <a:gd name="connsiteX587" fmla="*/ 3183254 w 11362354"/>
                <a:gd name="connsiteY587" fmla="*/ 240739 h 1972800"/>
                <a:gd name="connsiteX588" fmla="*/ 2285298 w 11362354"/>
                <a:gd name="connsiteY588" fmla="*/ 240739 h 1972800"/>
                <a:gd name="connsiteX589" fmla="*/ 985097 w 11362354"/>
                <a:gd name="connsiteY589" fmla="*/ 203834 h 1972800"/>
                <a:gd name="connsiteX590" fmla="*/ 2069184 w 11362354"/>
                <a:gd name="connsiteY590" fmla="*/ 203834 h 1972800"/>
                <a:gd name="connsiteX591" fmla="*/ 2093941 w 11362354"/>
                <a:gd name="connsiteY591" fmla="*/ 240739 h 1972800"/>
                <a:gd name="connsiteX592" fmla="*/ 985097 w 11362354"/>
                <a:gd name="connsiteY592" fmla="*/ 240739 h 1972800"/>
                <a:gd name="connsiteX593" fmla="*/ 0 w 11362354"/>
                <a:gd name="connsiteY593" fmla="*/ 203834 h 1972800"/>
                <a:gd name="connsiteX594" fmla="*/ 877145 w 11362354"/>
                <a:gd name="connsiteY594" fmla="*/ 203834 h 1972800"/>
                <a:gd name="connsiteX595" fmla="*/ 877145 w 11362354"/>
                <a:gd name="connsiteY595" fmla="*/ 240739 h 1972800"/>
                <a:gd name="connsiteX596" fmla="*/ 0 w 11362354"/>
                <a:gd name="connsiteY596" fmla="*/ 240739 h 1972800"/>
                <a:gd name="connsiteX597" fmla="*/ 3491565 w 11362354"/>
                <a:gd name="connsiteY597" fmla="*/ 203833 h 1972800"/>
                <a:gd name="connsiteX598" fmla="*/ 4473824 w 11362354"/>
                <a:gd name="connsiteY598" fmla="*/ 203833 h 1972800"/>
                <a:gd name="connsiteX599" fmla="*/ 4499119 w 11362354"/>
                <a:gd name="connsiteY599" fmla="*/ 240738 h 1972800"/>
                <a:gd name="connsiteX600" fmla="*/ 3466269 w 11362354"/>
                <a:gd name="connsiteY600" fmla="*/ 240738 h 1972800"/>
                <a:gd name="connsiteX601" fmla="*/ 3491565 w 11362354"/>
                <a:gd name="connsiteY601" fmla="*/ 203833 h 1972800"/>
                <a:gd name="connsiteX602" fmla="*/ 10550205 w 11362354"/>
                <a:gd name="connsiteY602" fmla="*/ 96959 h 1972800"/>
                <a:gd name="connsiteX603" fmla="*/ 10671926 w 11362354"/>
                <a:gd name="connsiteY603" fmla="*/ 96959 h 1972800"/>
                <a:gd name="connsiteX604" fmla="*/ 11306110 w 11362354"/>
                <a:gd name="connsiteY604" fmla="*/ 96959 h 1972800"/>
                <a:gd name="connsiteX605" fmla="*/ 11306110 w 11362354"/>
                <a:gd name="connsiteY605" fmla="*/ 121993 h 1972800"/>
                <a:gd name="connsiteX606" fmla="*/ 10671926 w 11362354"/>
                <a:gd name="connsiteY606" fmla="*/ 121993 h 1972800"/>
                <a:gd name="connsiteX607" fmla="*/ 10531544 w 11362354"/>
                <a:gd name="connsiteY607" fmla="*/ 121993 h 1972800"/>
                <a:gd name="connsiteX608" fmla="*/ 9781432 w 11362354"/>
                <a:gd name="connsiteY608" fmla="*/ 96753 h 1972800"/>
                <a:gd name="connsiteX609" fmla="*/ 10286039 w 11362354"/>
                <a:gd name="connsiteY609" fmla="*/ 96753 h 1972800"/>
                <a:gd name="connsiteX610" fmla="*/ 10286039 w 11362354"/>
                <a:gd name="connsiteY610" fmla="*/ 121735 h 1972800"/>
                <a:gd name="connsiteX611" fmla="*/ 9781432 w 11362354"/>
                <a:gd name="connsiteY611" fmla="*/ 121735 h 1972800"/>
                <a:gd name="connsiteX612" fmla="*/ 8612890 w 11362354"/>
                <a:gd name="connsiteY612" fmla="*/ 96753 h 1972800"/>
                <a:gd name="connsiteX613" fmla="*/ 9668568 w 11362354"/>
                <a:gd name="connsiteY613" fmla="*/ 96753 h 1972800"/>
                <a:gd name="connsiteX614" fmla="*/ 9668568 w 11362354"/>
                <a:gd name="connsiteY614" fmla="*/ 121735 h 1972800"/>
                <a:gd name="connsiteX615" fmla="*/ 8612890 w 11362354"/>
                <a:gd name="connsiteY615" fmla="*/ 121735 h 1972800"/>
                <a:gd name="connsiteX616" fmla="*/ 8042875 w 11362354"/>
                <a:gd name="connsiteY616" fmla="*/ 96753 h 1972800"/>
                <a:gd name="connsiteX617" fmla="*/ 8501703 w 11362354"/>
                <a:gd name="connsiteY617" fmla="*/ 96753 h 1972800"/>
                <a:gd name="connsiteX618" fmla="*/ 8501703 w 11362354"/>
                <a:gd name="connsiteY618" fmla="*/ 121735 h 1972800"/>
                <a:gd name="connsiteX619" fmla="*/ 8042875 w 11362354"/>
                <a:gd name="connsiteY619" fmla="*/ 121735 h 1972800"/>
                <a:gd name="connsiteX620" fmla="*/ 7193139 w 11362354"/>
                <a:gd name="connsiteY620" fmla="*/ 96753 h 1972800"/>
                <a:gd name="connsiteX621" fmla="*/ 7712749 w 11362354"/>
                <a:gd name="connsiteY621" fmla="*/ 96753 h 1972800"/>
                <a:gd name="connsiteX622" fmla="*/ 7724312 w 11362354"/>
                <a:gd name="connsiteY622" fmla="*/ 121735 h 1972800"/>
                <a:gd name="connsiteX623" fmla="*/ 7193139 w 11362354"/>
                <a:gd name="connsiteY623" fmla="*/ 121735 h 1972800"/>
                <a:gd name="connsiteX624" fmla="*/ 6188669 w 11362354"/>
                <a:gd name="connsiteY624" fmla="*/ 96753 h 1972800"/>
                <a:gd name="connsiteX625" fmla="*/ 7080275 w 11362354"/>
                <a:gd name="connsiteY625" fmla="*/ 96753 h 1972800"/>
                <a:gd name="connsiteX626" fmla="*/ 7080275 w 11362354"/>
                <a:gd name="connsiteY626" fmla="*/ 121735 h 1972800"/>
                <a:gd name="connsiteX627" fmla="*/ 6188669 w 11362354"/>
                <a:gd name="connsiteY627" fmla="*/ 121735 h 1972800"/>
                <a:gd name="connsiteX628" fmla="*/ 5574793 w 11362354"/>
                <a:gd name="connsiteY628" fmla="*/ 96753 h 1972800"/>
                <a:gd name="connsiteX629" fmla="*/ 6073294 w 11362354"/>
                <a:gd name="connsiteY629" fmla="*/ 96753 h 1972800"/>
                <a:gd name="connsiteX630" fmla="*/ 6073294 w 11362354"/>
                <a:gd name="connsiteY630" fmla="*/ 121735 h 1972800"/>
                <a:gd name="connsiteX631" fmla="*/ 5574793 w 11362354"/>
                <a:gd name="connsiteY631" fmla="*/ 121735 h 1972800"/>
                <a:gd name="connsiteX632" fmla="*/ 4792811 w 11362354"/>
                <a:gd name="connsiteY632" fmla="*/ 96753 h 1972800"/>
                <a:gd name="connsiteX633" fmla="*/ 5291307 w 11362354"/>
                <a:gd name="connsiteY633" fmla="*/ 96753 h 1972800"/>
                <a:gd name="connsiteX634" fmla="*/ 5291307 w 11362354"/>
                <a:gd name="connsiteY634" fmla="*/ 121735 h 1972800"/>
                <a:gd name="connsiteX635" fmla="*/ 4792811 w 11362354"/>
                <a:gd name="connsiteY635" fmla="*/ 121735 h 1972800"/>
                <a:gd name="connsiteX636" fmla="*/ 2285298 w 11362354"/>
                <a:gd name="connsiteY636" fmla="*/ 96753 h 1972800"/>
                <a:gd name="connsiteX637" fmla="*/ 3183254 w 11362354"/>
                <a:gd name="connsiteY637" fmla="*/ 96753 h 1972800"/>
                <a:gd name="connsiteX638" fmla="*/ 3183254 w 11362354"/>
                <a:gd name="connsiteY638" fmla="*/ 121735 h 1972800"/>
                <a:gd name="connsiteX639" fmla="*/ 2285298 w 11362354"/>
                <a:gd name="connsiteY639" fmla="*/ 121735 h 1972800"/>
                <a:gd name="connsiteX640" fmla="*/ 985097 w 11362354"/>
                <a:gd name="connsiteY640" fmla="*/ 96753 h 1972800"/>
                <a:gd name="connsiteX641" fmla="*/ 1978552 w 11362354"/>
                <a:gd name="connsiteY641" fmla="*/ 96753 h 1972800"/>
                <a:gd name="connsiteX642" fmla="*/ 2002599 w 11362354"/>
                <a:gd name="connsiteY642" fmla="*/ 121735 h 1972800"/>
                <a:gd name="connsiteX643" fmla="*/ 985097 w 11362354"/>
                <a:gd name="connsiteY643" fmla="*/ 121735 h 1972800"/>
                <a:gd name="connsiteX644" fmla="*/ 0 w 11362354"/>
                <a:gd name="connsiteY644" fmla="*/ 96753 h 1972800"/>
                <a:gd name="connsiteX645" fmla="*/ 877145 w 11362354"/>
                <a:gd name="connsiteY645" fmla="*/ 96753 h 1972800"/>
                <a:gd name="connsiteX646" fmla="*/ 877145 w 11362354"/>
                <a:gd name="connsiteY646" fmla="*/ 121735 h 1972800"/>
                <a:gd name="connsiteX647" fmla="*/ 0 w 11362354"/>
                <a:gd name="connsiteY647" fmla="*/ 121735 h 1972800"/>
                <a:gd name="connsiteX648" fmla="*/ 3581580 w 11362354"/>
                <a:gd name="connsiteY648" fmla="*/ 96752 h 1972800"/>
                <a:gd name="connsiteX649" fmla="*/ 4383809 w 11362354"/>
                <a:gd name="connsiteY649" fmla="*/ 96752 h 1972800"/>
                <a:gd name="connsiteX650" fmla="*/ 4407456 w 11362354"/>
                <a:gd name="connsiteY650" fmla="*/ 121734 h 1972800"/>
                <a:gd name="connsiteX651" fmla="*/ 3557933 w 11362354"/>
                <a:gd name="connsiteY651" fmla="*/ 121734 h 1972800"/>
                <a:gd name="connsiteX652" fmla="*/ 3581580 w 11362354"/>
                <a:gd name="connsiteY652" fmla="*/ 96752 h 1972800"/>
                <a:gd name="connsiteX653" fmla="*/ 10683999 w 11362354"/>
                <a:gd name="connsiteY653" fmla="*/ 1 h 1972800"/>
                <a:gd name="connsiteX654" fmla="*/ 10743787 w 11362354"/>
                <a:gd name="connsiteY654" fmla="*/ 1 h 1972800"/>
                <a:gd name="connsiteX655" fmla="*/ 10800434 w 11362354"/>
                <a:gd name="connsiteY655" fmla="*/ 2849 h 1972800"/>
                <a:gd name="connsiteX656" fmla="*/ 10800434 w 11362354"/>
                <a:gd name="connsiteY656" fmla="*/ 1 h 1972800"/>
                <a:gd name="connsiteX657" fmla="*/ 11306110 w 11362354"/>
                <a:gd name="connsiteY657" fmla="*/ 1 h 1972800"/>
                <a:gd name="connsiteX658" fmla="*/ 11306110 w 11362354"/>
                <a:gd name="connsiteY658" fmla="*/ 14690 h 1972800"/>
                <a:gd name="connsiteX659" fmla="*/ 10671926 w 11362354"/>
                <a:gd name="connsiteY659" fmla="*/ 14690 h 1972800"/>
                <a:gd name="connsiteX660" fmla="*/ 10634292 w 11362354"/>
                <a:gd name="connsiteY660" fmla="*/ 14690 h 1972800"/>
                <a:gd name="connsiteX661" fmla="*/ 10646512 w 11362354"/>
                <a:gd name="connsiteY661" fmla="*/ 4251 h 1972800"/>
                <a:gd name="connsiteX662" fmla="*/ 10646512 w 11362354"/>
                <a:gd name="connsiteY662" fmla="*/ 2687 h 1972800"/>
                <a:gd name="connsiteX663" fmla="*/ 10671926 w 11362354"/>
                <a:gd name="connsiteY663" fmla="*/ 1221 h 1972800"/>
                <a:gd name="connsiteX664" fmla="*/ 10671926 w 11362354"/>
                <a:gd name="connsiteY664" fmla="*/ 697 h 1972800"/>
                <a:gd name="connsiteX665" fmla="*/ 9781432 w 11362354"/>
                <a:gd name="connsiteY665" fmla="*/ 1 h 1972800"/>
                <a:gd name="connsiteX666" fmla="*/ 10286039 w 11362354"/>
                <a:gd name="connsiteY666" fmla="*/ 1 h 1972800"/>
                <a:gd name="connsiteX667" fmla="*/ 10286039 w 11362354"/>
                <a:gd name="connsiteY667" fmla="*/ 14659 h 1972800"/>
                <a:gd name="connsiteX668" fmla="*/ 9781432 w 11362354"/>
                <a:gd name="connsiteY668" fmla="*/ 14659 h 1972800"/>
                <a:gd name="connsiteX669" fmla="*/ 8612890 w 11362354"/>
                <a:gd name="connsiteY669" fmla="*/ 1 h 1972800"/>
                <a:gd name="connsiteX670" fmla="*/ 9668568 w 11362354"/>
                <a:gd name="connsiteY670" fmla="*/ 1 h 1972800"/>
                <a:gd name="connsiteX671" fmla="*/ 9668568 w 11362354"/>
                <a:gd name="connsiteY671" fmla="*/ 14659 h 1972800"/>
                <a:gd name="connsiteX672" fmla="*/ 8612890 w 11362354"/>
                <a:gd name="connsiteY672" fmla="*/ 14659 h 1972800"/>
                <a:gd name="connsiteX673" fmla="*/ 8042875 w 11362354"/>
                <a:gd name="connsiteY673" fmla="*/ 1 h 1972800"/>
                <a:gd name="connsiteX674" fmla="*/ 8501703 w 11362354"/>
                <a:gd name="connsiteY674" fmla="*/ 1 h 1972800"/>
                <a:gd name="connsiteX675" fmla="*/ 8501703 w 11362354"/>
                <a:gd name="connsiteY675" fmla="*/ 14659 h 1972800"/>
                <a:gd name="connsiteX676" fmla="*/ 8042875 w 11362354"/>
                <a:gd name="connsiteY676" fmla="*/ 14659 h 1972800"/>
                <a:gd name="connsiteX677" fmla="*/ 7193139 w 11362354"/>
                <a:gd name="connsiteY677" fmla="*/ 1 h 1972800"/>
                <a:gd name="connsiteX678" fmla="*/ 7667970 w 11362354"/>
                <a:gd name="connsiteY678" fmla="*/ 1 h 1972800"/>
                <a:gd name="connsiteX679" fmla="*/ 7674758 w 11362354"/>
                <a:gd name="connsiteY679" fmla="*/ 14659 h 1972800"/>
                <a:gd name="connsiteX680" fmla="*/ 7193139 w 11362354"/>
                <a:gd name="connsiteY680" fmla="*/ 14659 h 1972800"/>
                <a:gd name="connsiteX681" fmla="*/ 6188669 w 11362354"/>
                <a:gd name="connsiteY681" fmla="*/ 1 h 1972800"/>
                <a:gd name="connsiteX682" fmla="*/ 7080275 w 11362354"/>
                <a:gd name="connsiteY682" fmla="*/ 1 h 1972800"/>
                <a:gd name="connsiteX683" fmla="*/ 7080275 w 11362354"/>
                <a:gd name="connsiteY683" fmla="*/ 14659 h 1972800"/>
                <a:gd name="connsiteX684" fmla="*/ 6188669 w 11362354"/>
                <a:gd name="connsiteY684" fmla="*/ 14659 h 1972800"/>
                <a:gd name="connsiteX685" fmla="*/ 5574793 w 11362354"/>
                <a:gd name="connsiteY685" fmla="*/ 1 h 1972800"/>
                <a:gd name="connsiteX686" fmla="*/ 6073294 w 11362354"/>
                <a:gd name="connsiteY686" fmla="*/ 1 h 1972800"/>
                <a:gd name="connsiteX687" fmla="*/ 6073294 w 11362354"/>
                <a:gd name="connsiteY687" fmla="*/ 14659 h 1972800"/>
                <a:gd name="connsiteX688" fmla="*/ 5574793 w 11362354"/>
                <a:gd name="connsiteY688" fmla="*/ 14659 h 1972800"/>
                <a:gd name="connsiteX689" fmla="*/ 4792811 w 11362354"/>
                <a:gd name="connsiteY689" fmla="*/ 1 h 1972800"/>
                <a:gd name="connsiteX690" fmla="*/ 5291307 w 11362354"/>
                <a:gd name="connsiteY690" fmla="*/ 1 h 1972800"/>
                <a:gd name="connsiteX691" fmla="*/ 5291307 w 11362354"/>
                <a:gd name="connsiteY691" fmla="*/ 14659 h 1972800"/>
                <a:gd name="connsiteX692" fmla="*/ 4792811 w 11362354"/>
                <a:gd name="connsiteY692" fmla="*/ 14659 h 1972800"/>
                <a:gd name="connsiteX693" fmla="*/ 2285298 w 11362354"/>
                <a:gd name="connsiteY693" fmla="*/ 1 h 1972800"/>
                <a:gd name="connsiteX694" fmla="*/ 3183254 w 11362354"/>
                <a:gd name="connsiteY694" fmla="*/ 1 h 1972800"/>
                <a:gd name="connsiteX695" fmla="*/ 3183254 w 11362354"/>
                <a:gd name="connsiteY695" fmla="*/ 14659 h 1972800"/>
                <a:gd name="connsiteX696" fmla="*/ 2285298 w 11362354"/>
                <a:gd name="connsiteY696" fmla="*/ 14659 h 1972800"/>
                <a:gd name="connsiteX697" fmla="*/ 985097 w 11362354"/>
                <a:gd name="connsiteY697" fmla="*/ 1 h 1972800"/>
                <a:gd name="connsiteX698" fmla="*/ 1846470 w 11362354"/>
                <a:gd name="connsiteY698" fmla="*/ 1 h 1972800"/>
                <a:gd name="connsiteX699" fmla="*/ 1869376 w 11362354"/>
                <a:gd name="connsiteY699" fmla="*/ 14659 h 1972800"/>
                <a:gd name="connsiteX700" fmla="*/ 985097 w 11362354"/>
                <a:gd name="connsiteY700" fmla="*/ 14659 h 1972800"/>
                <a:gd name="connsiteX701" fmla="*/ 0 w 11362354"/>
                <a:gd name="connsiteY701" fmla="*/ 1 h 1972800"/>
                <a:gd name="connsiteX702" fmla="*/ 877145 w 11362354"/>
                <a:gd name="connsiteY702" fmla="*/ 1 h 1972800"/>
                <a:gd name="connsiteX703" fmla="*/ 877145 w 11362354"/>
                <a:gd name="connsiteY703" fmla="*/ 14659 h 1972800"/>
                <a:gd name="connsiteX704" fmla="*/ 0 w 11362354"/>
                <a:gd name="connsiteY704" fmla="*/ 14659 h 1972800"/>
                <a:gd name="connsiteX705" fmla="*/ 3702830 w 11362354"/>
                <a:gd name="connsiteY705" fmla="*/ 0 h 1972800"/>
                <a:gd name="connsiteX706" fmla="*/ 4262563 w 11362354"/>
                <a:gd name="connsiteY706" fmla="*/ 0 h 1972800"/>
                <a:gd name="connsiteX707" fmla="*/ 4284257 w 11362354"/>
                <a:gd name="connsiteY707" fmla="*/ 14658 h 1972800"/>
                <a:gd name="connsiteX708" fmla="*/ 3681132 w 11362354"/>
                <a:gd name="connsiteY708" fmla="*/ 14658 h 1972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</a:cxnLst>
              <a:rect l="l" t="t" r="r" b="b"/>
              <a:pathLst>
                <a:path w="11362354" h="1972800">
                  <a:moveTo>
                    <a:pt x="4196821" y="1846406"/>
                  </a:moveTo>
                  <a:lnTo>
                    <a:pt x="4515841" y="1846406"/>
                  </a:lnTo>
                  <a:lnTo>
                    <a:pt x="4302401" y="1972800"/>
                  </a:lnTo>
                  <a:lnTo>
                    <a:pt x="4276590" y="1972800"/>
                  </a:lnTo>
                  <a:close/>
                  <a:moveTo>
                    <a:pt x="10408772" y="1547682"/>
                  </a:moveTo>
                  <a:lnTo>
                    <a:pt x="11236685" y="1547682"/>
                  </a:lnTo>
                  <a:cubicBezTo>
                    <a:pt x="11178355" y="1621090"/>
                    <a:pt x="11101638" y="1688425"/>
                    <a:pt x="11013744" y="1726479"/>
                  </a:cubicBezTo>
                  <a:cubicBezTo>
                    <a:pt x="10916839" y="1760403"/>
                    <a:pt x="10802883" y="1780105"/>
                    <a:pt x="10702056" y="1776200"/>
                  </a:cubicBezTo>
                  <a:cubicBezTo>
                    <a:pt x="10601227" y="1772294"/>
                    <a:pt x="10494409" y="1740125"/>
                    <a:pt x="10408772" y="1703049"/>
                  </a:cubicBezTo>
                  <a:close/>
                  <a:moveTo>
                    <a:pt x="9781432" y="1544408"/>
                  </a:moveTo>
                  <a:lnTo>
                    <a:pt x="10286039" y="1544408"/>
                  </a:lnTo>
                  <a:lnTo>
                    <a:pt x="10286039" y="1763438"/>
                  </a:lnTo>
                  <a:lnTo>
                    <a:pt x="9781432" y="1763438"/>
                  </a:lnTo>
                  <a:close/>
                  <a:moveTo>
                    <a:pt x="8877431" y="1544408"/>
                  </a:moveTo>
                  <a:lnTo>
                    <a:pt x="9382033" y="1544408"/>
                  </a:lnTo>
                  <a:lnTo>
                    <a:pt x="9382033" y="1763438"/>
                  </a:lnTo>
                  <a:lnTo>
                    <a:pt x="8877431" y="1763438"/>
                  </a:lnTo>
                  <a:close/>
                  <a:moveTo>
                    <a:pt x="7955283" y="1544408"/>
                  </a:moveTo>
                  <a:lnTo>
                    <a:pt x="8501703" y="1544408"/>
                  </a:lnTo>
                  <a:lnTo>
                    <a:pt x="8501703" y="1763438"/>
                  </a:lnTo>
                  <a:lnTo>
                    <a:pt x="8046371" y="1763438"/>
                  </a:lnTo>
                  <a:close/>
                  <a:moveTo>
                    <a:pt x="7193139" y="1544408"/>
                  </a:moveTo>
                  <a:lnTo>
                    <a:pt x="7648159" y="1544408"/>
                  </a:lnTo>
                  <a:lnTo>
                    <a:pt x="7648159" y="1763438"/>
                  </a:lnTo>
                  <a:lnTo>
                    <a:pt x="7193139" y="1763438"/>
                  </a:lnTo>
                  <a:close/>
                  <a:moveTo>
                    <a:pt x="6188669" y="1544408"/>
                  </a:moveTo>
                  <a:lnTo>
                    <a:pt x="7080275" y="1544408"/>
                  </a:lnTo>
                  <a:lnTo>
                    <a:pt x="7080275" y="1763438"/>
                  </a:lnTo>
                  <a:lnTo>
                    <a:pt x="6188669" y="1763438"/>
                  </a:lnTo>
                  <a:close/>
                  <a:moveTo>
                    <a:pt x="4886266" y="1544408"/>
                  </a:moveTo>
                  <a:lnTo>
                    <a:pt x="5979839" y="1544408"/>
                  </a:lnTo>
                  <a:cubicBezTo>
                    <a:pt x="5886803" y="1676927"/>
                    <a:pt x="5732198" y="1763438"/>
                    <a:pt x="5557257" y="1763438"/>
                  </a:cubicBezTo>
                  <a:lnTo>
                    <a:pt x="5308843" y="1763438"/>
                  </a:lnTo>
                  <a:cubicBezTo>
                    <a:pt x="5133911" y="1763438"/>
                    <a:pt x="4979301" y="1676927"/>
                    <a:pt x="4886266" y="1544408"/>
                  </a:cubicBezTo>
                  <a:close/>
                  <a:moveTo>
                    <a:pt x="2285298" y="1544408"/>
                  </a:moveTo>
                  <a:lnTo>
                    <a:pt x="3183254" y="1544408"/>
                  </a:lnTo>
                  <a:lnTo>
                    <a:pt x="3183254" y="1763438"/>
                  </a:lnTo>
                  <a:lnTo>
                    <a:pt x="2285298" y="1763438"/>
                  </a:lnTo>
                  <a:close/>
                  <a:moveTo>
                    <a:pt x="1699767" y="1544408"/>
                  </a:moveTo>
                  <a:lnTo>
                    <a:pt x="2161050" y="1544408"/>
                  </a:lnTo>
                  <a:lnTo>
                    <a:pt x="2265828" y="1763438"/>
                  </a:lnTo>
                  <a:lnTo>
                    <a:pt x="1796468" y="1763438"/>
                  </a:lnTo>
                  <a:close/>
                  <a:moveTo>
                    <a:pt x="985097" y="1544408"/>
                  </a:moveTo>
                  <a:lnTo>
                    <a:pt x="1468672" y="1544408"/>
                  </a:lnTo>
                  <a:lnTo>
                    <a:pt x="1468672" y="1763438"/>
                  </a:lnTo>
                  <a:lnTo>
                    <a:pt x="985097" y="1763438"/>
                  </a:lnTo>
                  <a:close/>
                  <a:moveTo>
                    <a:pt x="0" y="1544408"/>
                  </a:moveTo>
                  <a:lnTo>
                    <a:pt x="506025" y="1544408"/>
                  </a:lnTo>
                  <a:lnTo>
                    <a:pt x="506025" y="1763438"/>
                  </a:lnTo>
                  <a:lnTo>
                    <a:pt x="498505" y="1763438"/>
                  </a:lnTo>
                  <a:lnTo>
                    <a:pt x="7520" y="1763438"/>
                  </a:lnTo>
                  <a:lnTo>
                    <a:pt x="0" y="1763438"/>
                  </a:lnTo>
                  <a:close/>
                  <a:moveTo>
                    <a:pt x="3478763" y="1544407"/>
                  </a:moveTo>
                  <a:lnTo>
                    <a:pt x="4486152" y="1544407"/>
                  </a:lnTo>
                  <a:cubicBezTo>
                    <a:pt x="4484148" y="1548197"/>
                    <a:pt x="4481735" y="1551706"/>
                    <a:pt x="4479313" y="1555187"/>
                  </a:cubicBezTo>
                  <a:lnTo>
                    <a:pt x="4654042" y="1763437"/>
                  </a:lnTo>
                  <a:lnTo>
                    <a:pt x="3697470" y="1763437"/>
                  </a:lnTo>
                  <a:cubicBezTo>
                    <a:pt x="3614316" y="1711031"/>
                    <a:pt x="3539996" y="1636273"/>
                    <a:pt x="3478763" y="1544407"/>
                  </a:cubicBezTo>
                  <a:close/>
                  <a:moveTo>
                    <a:pt x="10408772" y="1290902"/>
                  </a:moveTo>
                  <a:lnTo>
                    <a:pt x="10568570" y="1290902"/>
                  </a:lnTo>
                  <a:cubicBezTo>
                    <a:pt x="10577470" y="1298557"/>
                    <a:pt x="10581828" y="1306214"/>
                    <a:pt x="10590729" y="1313870"/>
                  </a:cubicBezTo>
                  <a:cubicBezTo>
                    <a:pt x="10620545" y="1348521"/>
                    <a:pt x="10677153" y="1369391"/>
                    <a:pt x="10721250" y="1365562"/>
                  </a:cubicBezTo>
                  <a:cubicBezTo>
                    <a:pt x="10765348" y="1361734"/>
                    <a:pt x="10826744" y="1338516"/>
                    <a:pt x="10855315" y="1290902"/>
                  </a:cubicBezTo>
                  <a:lnTo>
                    <a:pt x="11214890" y="1290902"/>
                  </a:lnTo>
                  <a:lnTo>
                    <a:pt x="11346112" y="1290902"/>
                  </a:lnTo>
                  <a:cubicBezTo>
                    <a:pt x="11334622" y="1353431"/>
                    <a:pt x="11312604" y="1412394"/>
                    <a:pt x="11280882" y="1465414"/>
                  </a:cubicBezTo>
                  <a:lnTo>
                    <a:pt x="11214890" y="1465414"/>
                  </a:lnTo>
                  <a:lnTo>
                    <a:pt x="10408772" y="1465414"/>
                  </a:lnTo>
                  <a:close/>
                  <a:moveTo>
                    <a:pt x="3354588" y="1288169"/>
                  </a:moveTo>
                  <a:lnTo>
                    <a:pt x="3891084" y="1288169"/>
                  </a:lnTo>
                  <a:cubicBezTo>
                    <a:pt x="3918715" y="1317171"/>
                    <a:pt x="3949853" y="1333215"/>
                    <a:pt x="3982693" y="1333215"/>
                  </a:cubicBezTo>
                  <a:cubicBezTo>
                    <a:pt x="4015535" y="1333215"/>
                    <a:pt x="4046674" y="1317171"/>
                    <a:pt x="4074304" y="1288169"/>
                  </a:cubicBezTo>
                  <a:lnTo>
                    <a:pt x="4610046" y="1288169"/>
                  </a:lnTo>
                  <a:cubicBezTo>
                    <a:pt x="4590290" y="1350350"/>
                    <a:pt x="4565183" y="1408715"/>
                    <a:pt x="4535426" y="1462313"/>
                  </a:cubicBezTo>
                  <a:lnTo>
                    <a:pt x="3429061" y="1462313"/>
                  </a:lnTo>
                  <a:cubicBezTo>
                    <a:pt x="3399902" y="1408452"/>
                    <a:pt x="3374896" y="1350106"/>
                    <a:pt x="3354588" y="1288169"/>
                  </a:cubicBezTo>
                  <a:close/>
                  <a:moveTo>
                    <a:pt x="9781432" y="1288165"/>
                  </a:moveTo>
                  <a:lnTo>
                    <a:pt x="10286039" y="1288165"/>
                  </a:lnTo>
                  <a:lnTo>
                    <a:pt x="10286039" y="1462314"/>
                  </a:lnTo>
                  <a:lnTo>
                    <a:pt x="9781432" y="1462314"/>
                  </a:lnTo>
                  <a:close/>
                  <a:moveTo>
                    <a:pt x="8877431" y="1288165"/>
                  </a:moveTo>
                  <a:lnTo>
                    <a:pt x="9382033" y="1288165"/>
                  </a:lnTo>
                  <a:lnTo>
                    <a:pt x="9382033" y="1462314"/>
                  </a:lnTo>
                  <a:lnTo>
                    <a:pt x="8877431" y="1462314"/>
                  </a:lnTo>
                  <a:close/>
                  <a:moveTo>
                    <a:pt x="7848731" y="1288165"/>
                  </a:moveTo>
                  <a:lnTo>
                    <a:pt x="8501703" y="1288165"/>
                  </a:lnTo>
                  <a:lnTo>
                    <a:pt x="8501703" y="1462314"/>
                  </a:lnTo>
                  <a:lnTo>
                    <a:pt x="7921150" y="1462314"/>
                  </a:lnTo>
                  <a:close/>
                  <a:moveTo>
                    <a:pt x="7193139" y="1288165"/>
                  </a:moveTo>
                  <a:lnTo>
                    <a:pt x="7648159" y="1288165"/>
                  </a:lnTo>
                  <a:lnTo>
                    <a:pt x="7648159" y="1462314"/>
                  </a:lnTo>
                  <a:lnTo>
                    <a:pt x="7193139" y="1462314"/>
                  </a:lnTo>
                  <a:close/>
                  <a:moveTo>
                    <a:pt x="6188669" y="1288165"/>
                  </a:moveTo>
                  <a:lnTo>
                    <a:pt x="6674501" y="1288165"/>
                  </a:lnTo>
                  <a:lnTo>
                    <a:pt x="6674501" y="1351991"/>
                  </a:lnTo>
                  <a:lnTo>
                    <a:pt x="7080275" y="1351991"/>
                  </a:lnTo>
                  <a:lnTo>
                    <a:pt x="7080275" y="1462314"/>
                  </a:lnTo>
                  <a:lnTo>
                    <a:pt x="6188669" y="1462314"/>
                  </a:lnTo>
                  <a:close/>
                  <a:moveTo>
                    <a:pt x="4794722" y="1288165"/>
                  </a:moveTo>
                  <a:lnTo>
                    <a:pt x="5308313" y="1288165"/>
                  </a:lnTo>
                  <a:cubicBezTo>
                    <a:pt x="5331518" y="1333078"/>
                    <a:pt x="5378715" y="1363467"/>
                    <a:pt x="5433050" y="1363467"/>
                  </a:cubicBezTo>
                  <a:cubicBezTo>
                    <a:pt x="5487389" y="1363467"/>
                    <a:pt x="5534582" y="1333078"/>
                    <a:pt x="5557791" y="1288165"/>
                  </a:cubicBezTo>
                  <a:lnTo>
                    <a:pt x="6071387" y="1288165"/>
                  </a:lnTo>
                  <a:cubicBezTo>
                    <a:pt x="6067418" y="1349988"/>
                    <a:pt x="6051903" y="1408730"/>
                    <a:pt x="6026879" y="1462314"/>
                  </a:cubicBezTo>
                  <a:lnTo>
                    <a:pt x="4839225" y="1462314"/>
                  </a:lnTo>
                  <a:cubicBezTo>
                    <a:pt x="4814201" y="1408730"/>
                    <a:pt x="4798682" y="1349988"/>
                    <a:pt x="4794722" y="1288165"/>
                  </a:cubicBezTo>
                  <a:close/>
                  <a:moveTo>
                    <a:pt x="2285298" y="1288165"/>
                  </a:moveTo>
                  <a:lnTo>
                    <a:pt x="2771132" y="1288165"/>
                  </a:lnTo>
                  <a:lnTo>
                    <a:pt x="2771132" y="1351991"/>
                  </a:lnTo>
                  <a:lnTo>
                    <a:pt x="3183254" y="1351991"/>
                  </a:lnTo>
                  <a:lnTo>
                    <a:pt x="3183254" y="1462314"/>
                  </a:lnTo>
                  <a:lnTo>
                    <a:pt x="2285298" y="1462314"/>
                  </a:lnTo>
                  <a:close/>
                  <a:moveTo>
                    <a:pt x="1586644" y="1288165"/>
                  </a:moveTo>
                  <a:lnTo>
                    <a:pt x="2038472" y="1288165"/>
                  </a:lnTo>
                  <a:lnTo>
                    <a:pt x="2121783" y="1462314"/>
                  </a:lnTo>
                  <a:lnTo>
                    <a:pt x="1663530" y="1462314"/>
                  </a:lnTo>
                  <a:close/>
                  <a:moveTo>
                    <a:pt x="985097" y="1288165"/>
                  </a:moveTo>
                  <a:lnTo>
                    <a:pt x="1468672" y="1288165"/>
                  </a:lnTo>
                  <a:lnTo>
                    <a:pt x="1468672" y="1462314"/>
                  </a:lnTo>
                  <a:lnTo>
                    <a:pt x="985097" y="1462314"/>
                  </a:lnTo>
                  <a:close/>
                  <a:moveTo>
                    <a:pt x="0" y="1288165"/>
                  </a:moveTo>
                  <a:lnTo>
                    <a:pt x="506025" y="1288165"/>
                  </a:lnTo>
                  <a:lnTo>
                    <a:pt x="506025" y="1462314"/>
                  </a:lnTo>
                  <a:lnTo>
                    <a:pt x="0" y="1462314"/>
                  </a:lnTo>
                  <a:close/>
                  <a:moveTo>
                    <a:pt x="10408772" y="1157361"/>
                  </a:moveTo>
                  <a:lnTo>
                    <a:pt x="10468381" y="1208632"/>
                  </a:lnTo>
                  <a:lnTo>
                    <a:pt x="10408772" y="1208632"/>
                  </a:lnTo>
                  <a:close/>
                  <a:moveTo>
                    <a:pt x="10816942" y="1078164"/>
                  </a:moveTo>
                  <a:lnTo>
                    <a:pt x="11358000" y="1078164"/>
                  </a:lnTo>
                  <a:cubicBezTo>
                    <a:pt x="11367192" y="1149515"/>
                    <a:pt x="11358946" y="1186888"/>
                    <a:pt x="11359134" y="1208632"/>
                  </a:cubicBezTo>
                  <a:lnTo>
                    <a:pt x="11359134" y="1208633"/>
                  </a:lnTo>
                  <a:lnTo>
                    <a:pt x="10871056" y="1208633"/>
                  </a:lnTo>
                  <a:cubicBezTo>
                    <a:pt x="10871350" y="1207645"/>
                    <a:pt x="10871355" y="1206649"/>
                    <a:pt x="10871355" y="1205652"/>
                  </a:cubicBezTo>
                  <a:cubicBezTo>
                    <a:pt x="10871355" y="1153657"/>
                    <a:pt x="10847076" y="1107297"/>
                    <a:pt x="10808382" y="1078165"/>
                  </a:cubicBezTo>
                  <a:lnTo>
                    <a:pt x="10816943" y="1078165"/>
                  </a:lnTo>
                  <a:close/>
                  <a:moveTo>
                    <a:pt x="9781432" y="1075882"/>
                  </a:moveTo>
                  <a:lnTo>
                    <a:pt x="10286039" y="1075882"/>
                  </a:lnTo>
                  <a:lnTo>
                    <a:pt x="10286039" y="1206076"/>
                  </a:lnTo>
                  <a:lnTo>
                    <a:pt x="9781432" y="1206076"/>
                  </a:lnTo>
                  <a:close/>
                  <a:moveTo>
                    <a:pt x="8877431" y="1075882"/>
                  </a:moveTo>
                  <a:lnTo>
                    <a:pt x="9382033" y="1075882"/>
                  </a:lnTo>
                  <a:lnTo>
                    <a:pt x="9382033" y="1206076"/>
                  </a:lnTo>
                  <a:lnTo>
                    <a:pt x="8877431" y="1206076"/>
                  </a:lnTo>
                  <a:close/>
                  <a:moveTo>
                    <a:pt x="7760453" y="1075882"/>
                  </a:moveTo>
                  <a:lnTo>
                    <a:pt x="8501703" y="1075882"/>
                  </a:lnTo>
                  <a:lnTo>
                    <a:pt x="8501703" y="1206076"/>
                  </a:lnTo>
                  <a:lnTo>
                    <a:pt x="7814594" y="1206076"/>
                  </a:lnTo>
                  <a:close/>
                  <a:moveTo>
                    <a:pt x="7193139" y="1075882"/>
                  </a:moveTo>
                  <a:lnTo>
                    <a:pt x="7648159" y="1075882"/>
                  </a:lnTo>
                  <a:lnTo>
                    <a:pt x="7648159" y="1206076"/>
                  </a:lnTo>
                  <a:lnTo>
                    <a:pt x="7193139" y="1206076"/>
                  </a:lnTo>
                  <a:close/>
                  <a:moveTo>
                    <a:pt x="6188669" y="1075882"/>
                  </a:moveTo>
                  <a:lnTo>
                    <a:pt x="6674501" y="1075882"/>
                  </a:lnTo>
                  <a:lnTo>
                    <a:pt x="6674501" y="1206076"/>
                  </a:lnTo>
                  <a:lnTo>
                    <a:pt x="6188669" y="1206076"/>
                  </a:lnTo>
                  <a:close/>
                  <a:moveTo>
                    <a:pt x="5574793" y="1075882"/>
                  </a:moveTo>
                  <a:lnTo>
                    <a:pt x="6073294" y="1075882"/>
                  </a:lnTo>
                  <a:lnTo>
                    <a:pt x="6073294" y="1206076"/>
                  </a:lnTo>
                  <a:lnTo>
                    <a:pt x="5574793" y="1206076"/>
                  </a:lnTo>
                  <a:close/>
                  <a:moveTo>
                    <a:pt x="4792811" y="1075882"/>
                  </a:moveTo>
                  <a:lnTo>
                    <a:pt x="5291307" y="1075882"/>
                  </a:lnTo>
                  <a:lnTo>
                    <a:pt x="5291307" y="1206076"/>
                  </a:lnTo>
                  <a:lnTo>
                    <a:pt x="4792811" y="1206076"/>
                  </a:lnTo>
                  <a:close/>
                  <a:moveTo>
                    <a:pt x="2285298" y="1075882"/>
                  </a:moveTo>
                  <a:lnTo>
                    <a:pt x="2771132" y="1075882"/>
                  </a:lnTo>
                  <a:lnTo>
                    <a:pt x="2771132" y="1206076"/>
                  </a:lnTo>
                  <a:lnTo>
                    <a:pt x="2285298" y="1206076"/>
                  </a:lnTo>
                  <a:close/>
                  <a:moveTo>
                    <a:pt x="1492927" y="1075882"/>
                  </a:moveTo>
                  <a:lnTo>
                    <a:pt x="1945589" y="1075882"/>
                  </a:lnTo>
                  <a:cubicBezTo>
                    <a:pt x="1944041" y="1077590"/>
                    <a:pt x="1942273" y="1079022"/>
                    <a:pt x="1940491" y="1080455"/>
                  </a:cubicBezTo>
                  <a:lnTo>
                    <a:pt x="1939110" y="1080455"/>
                  </a:lnTo>
                  <a:lnTo>
                    <a:pt x="1939524" y="1081320"/>
                  </a:lnTo>
                  <a:cubicBezTo>
                    <a:pt x="1939165" y="1081707"/>
                    <a:pt x="1938755" y="1082034"/>
                    <a:pt x="1938345" y="1082361"/>
                  </a:cubicBezTo>
                  <a:lnTo>
                    <a:pt x="1940022" y="1082361"/>
                  </a:lnTo>
                  <a:lnTo>
                    <a:pt x="1999205" y="1206076"/>
                  </a:lnTo>
                  <a:lnTo>
                    <a:pt x="1550403" y="1206076"/>
                  </a:lnTo>
                  <a:close/>
                  <a:moveTo>
                    <a:pt x="985097" y="1075882"/>
                  </a:moveTo>
                  <a:lnTo>
                    <a:pt x="1468672" y="1075882"/>
                  </a:lnTo>
                  <a:lnTo>
                    <a:pt x="1468672" y="1206076"/>
                  </a:lnTo>
                  <a:lnTo>
                    <a:pt x="985097" y="1206076"/>
                  </a:lnTo>
                  <a:close/>
                  <a:moveTo>
                    <a:pt x="0" y="1075882"/>
                  </a:moveTo>
                  <a:lnTo>
                    <a:pt x="877145" y="1075882"/>
                  </a:lnTo>
                  <a:lnTo>
                    <a:pt x="877145" y="1098345"/>
                  </a:lnTo>
                  <a:lnTo>
                    <a:pt x="869625" y="1098345"/>
                  </a:lnTo>
                  <a:lnTo>
                    <a:pt x="506025" y="1098345"/>
                  </a:lnTo>
                  <a:lnTo>
                    <a:pt x="506025" y="1206076"/>
                  </a:lnTo>
                  <a:lnTo>
                    <a:pt x="0" y="1206076"/>
                  </a:lnTo>
                  <a:close/>
                  <a:moveTo>
                    <a:pt x="4174413" y="1075881"/>
                  </a:moveTo>
                  <a:lnTo>
                    <a:pt x="4660572" y="1075881"/>
                  </a:lnTo>
                  <a:cubicBezTo>
                    <a:pt x="4654171" y="1120550"/>
                    <a:pt x="4645505" y="1164090"/>
                    <a:pt x="4633997" y="1206075"/>
                  </a:cubicBezTo>
                  <a:lnTo>
                    <a:pt x="4129883" y="1206075"/>
                  </a:lnTo>
                  <a:cubicBezTo>
                    <a:pt x="4148445" y="1169059"/>
                    <a:pt x="4163826" y="1125090"/>
                    <a:pt x="4174413" y="1075881"/>
                  </a:cubicBezTo>
                  <a:close/>
                  <a:moveTo>
                    <a:pt x="3305162" y="1075881"/>
                  </a:moveTo>
                  <a:lnTo>
                    <a:pt x="3790976" y="1075881"/>
                  </a:lnTo>
                  <a:cubicBezTo>
                    <a:pt x="3801558" y="1125090"/>
                    <a:pt x="3816942" y="1169059"/>
                    <a:pt x="3835506" y="1206075"/>
                  </a:cubicBezTo>
                  <a:lnTo>
                    <a:pt x="3330959" y="1206075"/>
                  </a:lnTo>
                  <a:cubicBezTo>
                    <a:pt x="3319852" y="1164035"/>
                    <a:pt x="3311209" y="1120545"/>
                    <a:pt x="3305162" y="1075881"/>
                  </a:cubicBezTo>
                  <a:close/>
                  <a:moveTo>
                    <a:pt x="10587776" y="879486"/>
                  </a:moveTo>
                  <a:lnTo>
                    <a:pt x="11280821" y="879486"/>
                  </a:lnTo>
                  <a:cubicBezTo>
                    <a:pt x="11304371" y="915413"/>
                    <a:pt x="11325405" y="952210"/>
                    <a:pt x="11338792" y="993628"/>
                  </a:cubicBezTo>
                  <a:lnTo>
                    <a:pt x="10727828" y="995899"/>
                  </a:lnTo>
                  <a:close/>
                  <a:moveTo>
                    <a:pt x="9781432" y="877625"/>
                  </a:moveTo>
                  <a:lnTo>
                    <a:pt x="10286039" y="877625"/>
                  </a:lnTo>
                  <a:lnTo>
                    <a:pt x="10286039" y="993788"/>
                  </a:lnTo>
                  <a:lnTo>
                    <a:pt x="9781432" y="993788"/>
                  </a:lnTo>
                  <a:close/>
                  <a:moveTo>
                    <a:pt x="8877431" y="877625"/>
                  </a:moveTo>
                  <a:lnTo>
                    <a:pt x="9382033" y="877625"/>
                  </a:lnTo>
                  <a:lnTo>
                    <a:pt x="9382033" y="993788"/>
                  </a:lnTo>
                  <a:lnTo>
                    <a:pt x="8877431" y="993788"/>
                  </a:lnTo>
                  <a:close/>
                  <a:moveTo>
                    <a:pt x="7678004" y="877625"/>
                  </a:moveTo>
                  <a:lnTo>
                    <a:pt x="8501703" y="877625"/>
                  </a:lnTo>
                  <a:lnTo>
                    <a:pt x="8501703" y="993788"/>
                  </a:lnTo>
                  <a:lnTo>
                    <a:pt x="7726316" y="993788"/>
                  </a:lnTo>
                  <a:close/>
                  <a:moveTo>
                    <a:pt x="7193139" y="877625"/>
                  </a:moveTo>
                  <a:lnTo>
                    <a:pt x="7648159" y="877625"/>
                  </a:lnTo>
                  <a:lnTo>
                    <a:pt x="7648159" y="993788"/>
                  </a:lnTo>
                  <a:lnTo>
                    <a:pt x="7193139" y="993788"/>
                  </a:lnTo>
                  <a:close/>
                  <a:moveTo>
                    <a:pt x="6188669" y="877625"/>
                  </a:moveTo>
                  <a:lnTo>
                    <a:pt x="7056268" y="877625"/>
                  </a:lnTo>
                  <a:lnTo>
                    <a:pt x="7056268" y="988326"/>
                  </a:lnTo>
                  <a:lnTo>
                    <a:pt x="6674501" y="988326"/>
                  </a:lnTo>
                  <a:lnTo>
                    <a:pt x="6674501" y="993788"/>
                  </a:lnTo>
                  <a:lnTo>
                    <a:pt x="6188669" y="993788"/>
                  </a:lnTo>
                  <a:close/>
                  <a:moveTo>
                    <a:pt x="5574793" y="877625"/>
                  </a:moveTo>
                  <a:lnTo>
                    <a:pt x="6073294" y="877625"/>
                  </a:lnTo>
                  <a:lnTo>
                    <a:pt x="6073294" y="993788"/>
                  </a:lnTo>
                  <a:lnTo>
                    <a:pt x="5574793" y="993788"/>
                  </a:lnTo>
                  <a:close/>
                  <a:moveTo>
                    <a:pt x="4792811" y="877625"/>
                  </a:moveTo>
                  <a:lnTo>
                    <a:pt x="5291307" y="877625"/>
                  </a:lnTo>
                  <a:lnTo>
                    <a:pt x="5291307" y="993788"/>
                  </a:lnTo>
                  <a:lnTo>
                    <a:pt x="4792811" y="993788"/>
                  </a:lnTo>
                  <a:close/>
                  <a:moveTo>
                    <a:pt x="2285298" y="877625"/>
                  </a:moveTo>
                  <a:lnTo>
                    <a:pt x="3161500" y="877625"/>
                  </a:lnTo>
                  <a:lnTo>
                    <a:pt x="3161500" y="988326"/>
                  </a:lnTo>
                  <a:lnTo>
                    <a:pt x="2771132" y="988326"/>
                  </a:lnTo>
                  <a:lnTo>
                    <a:pt x="2771132" y="993788"/>
                  </a:lnTo>
                  <a:lnTo>
                    <a:pt x="2285298" y="993788"/>
                  </a:lnTo>
                  <a:close/>
                  <a:moveTo>
                    <a:pt x="985097" y="877625"/>
                  </a:moveTo>
                  <a:lnTo>
                    <a:pt x="2107746" y="877625"/>
                  </a:lnTo>
                  <a:cubicBezTo>
                    <a:pt x="2086278" y="919656"/>
                    <a:pt x="2059665" y="958619"/>
                    <a:pt x="2028664" y="993788"/>
                  </a:cubicBezTo>
                  <a:lnTo>
                    <a:pt x="985097" y="993788"/>
                  </a:lnTo>
                  <a:close/>
                  <a:moveTo>
                    <a:pt x="0" y="877625"/>
                  </a:moveTo>
                  <a:lnTo>
                    <a:pt x="877145" y="877625"/>
                  </a:lnTo>
                  <a:lnTo>
                    <a:pt x="877145" y="993788"/>
                  </a:lnTo>
                  <a:lnTo>
                    <a:pt x="0" y="993788"/>
                  </a:lnTo>
                  <a:close/>
                  <a:moveTo>
                    <a:pt x="4199211" y="877624"/>
                  </a:moveTo>
                  <a:lnTo>
                    <a:pt x="4674176" y="877624"/>
                  </a:lnTo>
                  <a:cubicBezTo>
                    <a:pt x="4674327" y="879591"/>
                    <a:pt x="4674332" y="881557"/>
                    <a:pt x="4674332" y="883528"/>
                  </a:cubicBezTo>
                  <a:cubicBezTo>
                    <a:pt x="4674332" y="920824"/>
                    <a:pt x="4672822" y="957628"/>
                    <a:pt x="4669465" y="993787"/>
                  </a:cubicBezTo>
                  <a:lnTo>
                    <a:pt x="4189743" y="993787"/>
                  </a:lnTo>
                  <a:cubicBezTo>
                    <a:pt x="4195970" y="956882"/>
                    <a:pt x="4199133" y="917914"/>
                    <a:pt x="4199211" y="877624"/>
                  </a:cubicBezTo>
                  <a:close/>
                  <a:moveTo>
                    <a:pt x="3291213" y="877624"/>
                  </a:moveTo>
                  <a:lnTo>
                    <a:pt x="3766173" y="877624"/>
                  </a:lnTo>
                  <a:cubicBezTo>
                    <a:pt x="3766256" y="917914"/>
                    <a:pt x="3769415" y="956882"/>
                    <a:pt x="3775650" y="993787"/>
                  </a:cubicBezTo>
                  <a:lnTo>
                    <a:pt x="3295989" y="993787"/>
                  </a:lnTo>
                  <a:cubicBezTo>
                    <a:pt x="3292572" y="957632"/>
                    <a:pt x="3291057" y="920824"/>
                    <a:pt x="3291057" y="883528"/>
                  </a:cubicBezTo>
                  <a:close/>
                  <a:moveTo>
                    <a:pt x="10461146" y="710797"/>
                  </a:moveTo>
                  <a:lnTo>
                    <a:pt x="11109160" y="710797"/>
                  </a:lnTo>
                  <a:cubicBezTo>
                    <a:pt x="11109161" y="710797"/>
                    <a:pt x="11109161" y="710798"/>
                    <a:pt x="11109162" y="710798"/>
                  </a:cubicBezTo>
                  <a:lnTo>
                    <a:pt x="11121245" y="710798"/>
                  </a:lnTo>
                  <a:lnTo>
                    <a:pt x="11122337" y="711693"/>
                  </a:lnTo>
                  <a:lnTo>
                    <a:pt x="11118350" y="711693"/>
                  </a:lnTo>
                  <a:cubicBezTo>
                    <a:pt x="11153339" y="736641"/>
                    <a:pt x="11185427" y="765257"/>
                    <a:pt x="11213739" y="797219"/>
                  </a:cubicBezTo>
                  <a:lnTo>
                    <a:pt x="10517279" y="797218"/>
                  </a:lnTo>
                  <a:cubicBezTo>
                    <a:pt x="10497025" y="770452"/>
                    <a:pt x="10475239" y="741481"/>
                    <a:pt x="10461146" y="710797"/>
                  </a:cubicBezTo>
                  <a:close/>
                  <a:moveTo>
                    <a:pt x="9781432" y="709293"/>
                  </a:moveTo>
                  <a:lnTo>
                    <a:pt x="10286039" y="709293"/>
                  </a:lnTo>
                  <a:lnTo>
                    <a:pt x="10286039" y="795531"/>
                  </a:lnTo>
                  <a:lnTo>
                    <a:pt x="9781432" y="795531"/>
                  </a:lnTo>
                  <a:close/>
                  <a:moveTo>
                    <a:pt x="8877431" y="709293"/>
                  </a:moveTo>
                  <a:lnTo>
                    <a:pt x="9382033" y="709293"/>
                  </a:lnTo>
                  <a:lnTo>
                    <a:pt x="9382033" y="795531"/>
                  </a:lnTo>
                  <a:lnTo>
                    <a:pt x="8877431" y="795531"/>
                  </a:lnTo>
                  <a:close/>
                  <a:moveTo>
                    <a:pt x="8042875" y="709293"/>
                  </a:moveTo>
                  <a:lnTo>
                    <a:pt x="8501703" y="709293"/>
                  </a:lnTo>
                  <a:lnTo>
                    <a:pt x="8501703" y="795531"/>
                  </a:lnTo>
                  <a:lnTo>
                    <a:pt x="8042875" y="795531"/>
                  </a:lnTo>
                  <a:close/>
                  <a:moveTo>
                    <a:pt x="7193139" y="709293"/>
                  </a:moveTo>
                  <a:lnTo>
                    <a:pt x="7996240" y="709293"/>
                  </a:lnTo>
                  <a:lnTo>
                    <a:pt x="8036152" y="795531"/>
                  </a:lnTo>
                  <a:lnTo>
                    <a:pt x="7193139" y="795531"/>
                  </a:lnTo>
                  <a:close/>
                  <a:moveTo>
                    <a:pt x="6188669" y="709293"/>
                  </a:moveTo>
                  <a:lnTo>
                    <a:pt x="6674501" y="709293"/>
                  </a:lnTo>
                  <a:lnTo>
                    <a:pt x="6674501" y="714671"/>
                  </a:lnTo>
                  <a:lnTo>
                    <a:pt x="7056268" y="714671"/>
                  </a:lnTo>
                  <a:lnTo>
                    <a:pt x="7056268" y="795531"/>
                  </a:lnTo>
                  <a:lnTo>
                    <a:pt x="6188669" y="795531"/>
                  </a:lnTo>
                  <a:close/>
                  <a:moveTo>
                    <a:pt x="5574793" y="709293"/>
                  </a:moveTo>
                  <a:lnTo>
                    <a:pt x="6073294" y="709293"/>
                  </a:lnTo>
                  <a:lnTo>
                    <a:pt x="6073294" y="795531"/>
                  </a:lnTo>
                  <a:lnTo>
                    <a:pt x="5574793" y="795531"/>
                  </a:lnTo>
                  <a:close/>
                  <a:moveTo>
                    <a:pt x="4792811" y="709293"/>
                  </a:moveTo>
                  <a:lnTo>
                    <a:pt x="5291307" y="709293"/>
                  </a:lnTo>
                  <a:lnTo>
                    <a:pt x="5291307" y="795531"/>
                  </a:lnTo>
                  <a:lnTo>
                    <a:pt x="4792811" y="795531"/>
                  </a:lnTo>
                  <a:close/>
                  <a:moveTo>
                    <a:pt x="2285298" y="709293"/>
                  </a:moveTo>
                  <a:lnTo>
                    <a:pt x="2771132" y="709293"/>
                  </a:lnTo>
                  <a:lnTo>
                    <a:pt x="2771132" y="714671"/>
                  </a:lnTo>
                  <a:lnTo>
                    <a:pt x="3161500" y="714671"/>
                  </a:lnTo>
                  <a:lnTo>
                    <a:pt x="3161500" y="795531"/>
                  </a:lnTo>
                  <a:lnTo>
                    <a:pt x="2285298" y="795531"/>
                  </a:lnTo>
                  <a:close/>
                  <a:moveTo>
                    <a:pt x="1709143" y="709293"/>
                  </a:moveTo>
                  <a:lnTo>
                    <a:pt x="2169670" y="709293"/>
                  </a:lnTo>
                  <a:cubicBezTo>
                    <a:pt x="2163895" y="738935"/>
                    <a:pt x="2155552" y="767712"/>
                    <a:pt x="2145130" y="795531"/>
                  </a:cubicBezTo>
                  <a:lnTo>
                    <a:pt x="1595923" y="795531"/>
                  </a:lnTo>
                  <a:cubicBezTo>
                    <a:pt x="1642913" y="780533"/>
                    <a:pt x="1682554" y="749578"/>
                    <a:pt x="1709143" y="709293"/>
                  </a:cubicBezTo>
                  <a:close/>
                  <a:moveTo>
                    <a:pt x="985097" y="709293"/>
                  </a:moveTo>
                  <a:lnTo>
                    <a:pt x="1469893" y="709293"/>
                  </a:lnTo>
                  <a:lnTo>
                    <a:pt x="1469893" y="795531"/>
                  </a:lnTo>
                  <a:lnTo>
                    <a:pt x="985097" y="795531"/>
                  </a:lnTo>
                  <a:close/>
                  <a:moveTo>
                    <a:pt x="0" y="709293"/>
                  </a:moveTo>
                  <a:lnTo>
                    <a:pt x="877145" y="709293"/>
                  </a:lnTo>
                  <a:lnTo>
                    <a:pt x="877145" y="795531"/>
                  </a:lnTo>
                  <a:lnTo>
                    <a:pt x="0" y="795531"/>
                  </a:lnTo>
                  <a:close/>
                  <a:moveTo>
                    <a:pt x="4189251" y="709292"/>
                  </a:moveTo>
                  <a:lnTo>
                    <a:pt x="4662658" y="709292"/>
                  </a:lnTo>
                  <a:cubicBezTo>
                    <a:pt x="4666812" y="737581"/>
                    <a:pt x="4669621" y="766357"/>
                    <a:pt x="4671191" y="795530"/>
                  </a:cubicBezTo>
                  <a:lnTo>
                    <a:pt x="4197682" y="795530"/>
                  </a:lnTo>
                  <a:cubicBezTo>
                    <a:pt x="4197148" y="765777"/>
                    <a:pt x="4194298" y="736917"/>
                    <a:pt x="4189251" y="709292"/>
                  </a:cubicBezTo>
                  <a:close/>
                  <a:moveTo>
                    <a:pt x="3302730" y="709292"/>
                  </a:moveTo>
                  <a:lnTo>
                    <a:pt x="3776138" y="709292"/>
                  </a:lnTo>
                  <a:cubicBezTo>
                    <a:pt x="3771091" y="736917"/>
                    <a:pt x="3768241" y="765777"/>
                    <a:pt x="3767701" y="795530"/>
                  </a:cubicBezTo>
                  <a:lnTo>
                    <a:pt x="3294197" y="795530"/>
                  </a:lnTo>
                  <a:cubicBezTo>
                    <a:pt x="3295768" y="766357"/>
                    <a:pt x="3298581" y="737581"/>
                    <a:pt x="3302730" y="709292"/>
                  </a:cubicBezTo>
                  <a:close/>
                  <a:moveTo>
                    <a:pt x="10418948" y="565540"/>
                  </a:moveTo>
                  <a:lnTo>
                    <a:pt x="10949595" y="565540"/>
                  </a:lnTo>
                  <a:cubicBezTo>
                    <a:pt x="10953670" y="570456"/>
                    <a:pt x="10958769" y="574162"/>
                    <a:pt x="10964075" y="577567"/>
                  </a:cubicBezTo>
                  <a:lnTo>
                    <a:pt x="11026395" y="628529"/>
                  </a:lnTo>
                  <a:lnTo>
                    <a:pt x="10434083" y="628529"/>
                  </a:lnTo>
                  <a:cubicBezTo>
                    <a:pt x="10426940" y="608233"/>
                    <a:pt x="10421851" y="587175"/>
                    <a:pt x="10418948" y="565540"/>
                  </a:cubicBezTo>
                  <a:close/>
                  <a:moveTo>
                    <a:pt x="9781432" y="564344"/>
                  </a:moveTo>
                  <a:lnTo>
                    <a:pt x="10286039" y="564344"/>
                  </a:lnTo>
                  <a:lnTo>
                    <a:pt x="10286039" y="627199"/>
                  </a:lnTo>
                  <a:lnTo>
                    <a:pt x="9781432" y="627199"/>
                  </a:lnTo>
                  <a:close/>
                  <a:moveTo>
                    <a:pt x="8877431" y="564344"/>
                  </a:moveTo>
                  <a:lnTo>
                    <a:pt x="9382033" y="564344"/>
                  </a:lnTo>
                  <a:lnTo>
                    <a:pt x="9382033" y="627199"/>
                  </a:lnTo>
                  <a:lnTo>
                    <a:pt x="8877431" y="627199"/>
                  </a:lnTo>
                  <a:close/>
                  <a:moveTo>
                    <a:pt x="8042875" y="564344"/>
                  </a:moveTo>
                  <a:lnTo>
                    <a:pt x="8501703" y="564344"/>
                  </a:lnTo>
                  <a:lnTo>
                    <a:pt x="8501703" y="627199"/>
                  </a:lnTo>
                  <a:lnTo>
                    <a:pt x="8042875" y="627199"/>
                  </a:lnTo>
                  <a:close/>
                  <a:moveTo>
                    <a:pt x="7193139" y="564344"/>
                  </a:moveTo>
                  <a:lnTo>
                    <a:pt x="7929154" y="564344"/>
                  </a:lnTo>
                  <a:lnTo>
                    <a:pt x="7958244" y="627199"/>
                  </a:lnTo>
                  <a:lnTo>
                    <a:pt x="7193139" y="627199"/>
                  </a:lnTo>
                  <a:close/>
                  <a:moveTo>
                    <a:pt x="6188669" y="564344"/>
                  </a:moveTo>
                  <a:lnTo>
                    <a:pt x="6674501" y="564344"/>
                  </a:lnTo>
                  <a:lnTo>
                    <a:pt x="6674501" y="627199"/>
                  </a:lnTo>
                  <a:lnTo>
                    <a:pt x="6188669" y="627199"/>
                  </a:lnTo>
                  <a:close/>
                  <a:moveTo>
                    <a:pt x="5574793" y="564344"/>
                  </a:moveTo>
                  <a:lnTo>
                    <a:pt x="6073294" y="564344"/>
                  </a:lnTo>
                  <a:lnTo>
                    <a:pt x="6073294" y="627199"/>
                  </a:lnTo>
                  <a:lnTo>
                    <a:pt x="5574793" y="627199"/>
                  </a:lnTo>
                  <a:close/>
                  <a:moveTo>
                    <a:pt x="4792811" y="564344"/>
                  </a:moveTo>
                  <a:lnTo>
                    <a:pt x="5291307" y="564344"/>
                  </a:lnTo>
                  <a:lnTo>
                    <a:pt x="5291307" y="627199"/>
                  </a:lnTo>
                  <a:lnTo>
                    <a:pt x="4792811" y="627199"/>
                  </a:lnTo>
                  <a:close/>
                  <a:moveTo>
                    <a:pt x="2285298" y="564344"/>
                  </a:moveTo>
                  <a:lnTo>
                    <a:pt x="2771132" y="564344"/>
                  </a:lnTo>
                  <a:lnTo>
                    <a:pt x="2771132" y="627199"/>
                  </a:lnTo>
                  <a:lnTo>
                    <a:pt x="2285298" y="627199"/>
                  </a:lnTo>
                  <a:close/>
                  <a:moveTo>
                    <a:pt x="1743635" y="564344"/>
                  </a:moveTo>
                  <a:lnTo>
                    <a:pt x="2184512" y="564344"/>
                  </a:lnTo>
                  <a:cubicBezTo>
                    <a:pt x="2184766" y="566886"/>
                    <a:pt x="2184779" y="569428"/>
                    <a:pt x="2184779" y="571975"/>
                  </a:cubicBezTo>
                  <a:lnTo>
                    <a:pt x="2181588" y="627199"/>
                  </a:lnTo>
                  <a:lnTo>
                    <a:pt x="1742032" y="627199"/>
                  </a:lnTo>
                  <a:cubicBezTo>
                    <a:pt x="1744814" y="614498"/>
                    <a:pt x="1746020" y="601328"/>
                    <a:pt x="1746020" y="587881"/>
                  </a:cubicBezTo>
                  <a:close/>
                  <a:moveTo>
                    <a:pt x="985097" y="564344"/>
                  </a:moveTo>
                  <a:lnTo>
                    <a:pt x="1469893" y="564344"/>
                  </a:lnTo>
                  <a:lnTo>
                    <a:pt x="1469893" y="627199"/>
                  </a:lnTo>
                  <a:lnTo>
                    <a:pt x="985097" y="627199"/>
                  </a:lnTo>
                  <a:close/>
                  <a:moveTo>
                    <a:pt x="0" y="564344"/>
                  </a:moveTo>
                  <a:lnTo>
                    <a:pt x="505721" y="564344"/>
                  </a:lnTo>
                  <a:lnTo>
                    <a:pt x="505721" y="627199"/>
                  </a:lnTo>
                  <a:lnTo>
                    <a:pt x="0" y="627199"/>
                  </a:lnTo>
                  <a:close/>
                  <a:moveTo>
                    <a:pt x="4156173" y="564343"/>
                  </a:moveTo>
                  <a:lnTo>
                    <a:pt x="4635244" y="564343"/>
                  </a:lnTo>
                  <a:cubicBezTo>
                    <a:pt x="4640872" y="584882"/>
                    <a:pt x="4645555" y="605853"/>
                    <a:pt x="4649285" y="627198"/>
                  </a:cubicBezTo>
                  <a:lnTo>
                    <a:pt x="4173561" y="627198"/>
                  </a:lnTo>
                  <a:cubicBezTo>
                    <a:pt x="4169315" y="604960"/>
                    <a:pt x="4163223" y="584012"/>
                    <a:pt x="4156173" y="564343"/>
                  </a:cubicBezTo>
                  <a:close/>
                  <a:moveTo>
                    <a:pt x="3330140" y="564343"/>
                  </a:moveTo>
                  <a:lnTo>
                    <a:pt x="3809216" y="564343"/>
                  </a:lnTo>
                  <a:cubicBezTo>
                    <a:pt x="3802169" y="584012"/>
                    <a:pt x="3796073" y="604960"/>
                    <a:pt x="3791828" y="627198"/>
                  </a:cubicBezTo>
                  <a:lnTo>
                    <a:pt x="3316108" y="627198"/>
                  </a:lnTo>
                  <a:cubicBezTo>
                    <a:pt x="3319832" y="605853"/>
                    <a:pt x="3324517" y="584882"/>
                    <a:pt x="3330140" y="564343"/>
                  </a:cubicBezTo>
                  <a:close/>
                  <a:moveTo>
                    <a:pt x="11305691" y="441367"/>
                  </a:moveTo>
                  <a:lnTo>
                    <a:pt x="11306110" y="441367"/>
                  </a:lnTo>
                  <a:lnTo>
                    <a:pt x="11306110" y="441726"/>
                  </a:lnTo>
                  <a:close/>
                  <a:moveTo>
                    <a:pt x="10419150" y="441367"/>
                  </a:moveTo>
                  <a:lnTo>
                    <a:pt x="10893359" y="441367"/>
                  </a:lnTo>
                  <a:cubicBezTo>
                    <a:pt x="10886582" y="455880"/>
                    <a:pt x="10890875" y="469945"/>
                    <a:pt x="10894757" y="483273"/>
                  </a:cubicBezTo>
                  <a:lnTo>
                    <a:pt x="10419058" y="483273"/>
                  </a:lnTo>
                  <a:cubicBezTo>
                    <a:pt x="10417969" y="476587"/>
                    <a:pt x="10417854" y="469854"/>
                    <a:pt x="10417854" y="463084"/>
                  </a:cubicBezTo>
                  <a:close/>
                  <a:moveTo>
                    <a:pt x="9781432" y="440432"/>
                  </a:moveTo>
                  <a:lnTo>
                    <a:pt x="10286039" y="440432"/>
                  </a:lnTo>
                  <a:lnTo>
                    <a:pt x="10286039" y="482250"/>
                  </a:lnTo>
                  <a:lnTo>
                    <a:pt x="9781432" y="482250"/>
                  </a:lnTo>
                  <a:close/>
                  <a:moveTo>
                    <a:pt x="8877431" y="440432"/>
                  </a:moveTo>
                  <a:lnTo>
                    <a:pt x="9382033" y="440432"/>
                  </a:lnTo>
                  <a:lnTo>
                    <a:pt x="9382033" y="482250"/>
                  </a:lnTo>
                  <a:lnTo>
                    <a:pt x="8877431" y="482250"/>
                  </a:lnTo>
                  <a:close/>
                  <a:moveTo>
                    <a:pt x="8042875" y="440432"/>
                  </a:moveTo>
                  <a:lnTo>
                    <a:pt x="8501703" y="440432"/>
                  </a:lnTo>
                  <a:lnTo>
                    <a:pt x="8501703" y="482250"/>
                  </a:lnTo>
                  <a:lnTo>
                    <a:pt x="8042875" y="482250"/>
                  </a:lnTo>
                  <a:close/>
                  <a:moveTo>
                    <a:pt x="7193139" y="440432"/>
                  </a:moveTo>
                  <a:lnTo>
                    <a:pt x="7871807" y="440432"/>
                  </a:lnTo>
                  <a:lnTo>
                    <a:pt x="7891162" y="482250"/>
                  </a:lnTo>
                  <a:lnTo>
                    <a:pt x="7193139" y="482250"/>
                  </a:lnTo>
                  <a:close/>
                  <a:moveTo>
                    <a:pt x="6188669" y="440432"/>
                  </a:moveTo>
                  <a:lnTo>
                    <a:pt x="6674501" y="440432"/>
                  </a:lnTo>
                  <a:lnTo>
                    <a:pt x="6674501" y="482250"/>
                  </a:lnTo>
                  <a:lnTo>
                    <a:pt x="6188669" y="482250"/>
                  </a:lnTo>
                  <a:close/>
                  <a:moveTo>
                    <a:pt x="5574793" y="440432"/>
                  </a:moveTo>
                  <a:lnTo>
                    <a:pt x="6073294" y="440432"/>
                  </a:lnTo>
                  <a:lnTo>
                    <a:pt x="6073294" y="482250"/>
                  </a:lnTo>
                  <a:lnTo>
                    <a:pt x="5574793" y="482250"/>
                  </a:lnTo>
                  <a:close/>
                  <a:moveTo>
                    <a:pt x="4792811" y="440432"/>
                  </a:moveTo>
                  <a:lnTo>
                    <a:pt x="5291307" y="440432"/>
                  </a:lnTo>
                  <a:lnTo>
                    <a:pt x="5291307" y="482250"/>
                  </a:lnTo>
                  <a:lnTo>
                    <a:pt x="4792811" y="482250"/>
                  </a:lnTo>
                  <a:close/>
                  <a:moveTo>
                    <a:pt x="2285298" y="440432"/>
                  </a:moveTo>
                  <a:lnTo>
                    <a:pt x="2771132" y="440432"/>
                  </a:lnTo>
                  <a:lnTo>
                    <a:pt x="2771132" y="482250"/>
                  </a:lnTo>
                  <a:lnTo>
                    <a:pt x="2285298" y="482250"/>
                  </a:lnTo>
                  <a:close/>
                  <a:moveTo>
                    <a:pt x="1688066" y="440432"/>
                  </a:moveTo>
                  <a:lnTo>
                    <a:pt x="2171374" y="440432"/>
                  </a:lnTo>
                  <a:cubicBezTo>
                    <a:pt x="2174308" y="454201"/>
                    <a:pt x="2176703" y="468150"/>
                    <a:pt x="2178605" y="482250"/>
                  </a:cubicBezTo>
                  <a:lnTo>
                    <a:pt x="1717768" y="482250"/>
                  </a:lnTo>
                  <a:cubicBezTo>
                    <a:pt x="1710308" y="466635"/>
                    <a:pt x="1700209" y="452603"/>
                    <a:pt x="1688066" y="440432"/>
                  </a:cubicBezTo>
                  <a:close/>
                  <a:moveTo>
                    <a:pt x="985097" y="440432"/>
                  </a:moveTo>
                  <a:lnTo>
                    <a:pt x="1469893" y="440432"/>
                  </a:lnTo>
                  <a:lnTo>
                    <a:pt x="1469893" y="482250"/>
                  </a:lnTo>
                  <a:lnTo>
                    <a:pt x="985097" y="482250"/>
                  </a:lnTo>
                  <a:close/>
                  <a:moveTo>
                    <a:pt x="0" y="440432"/>
                  </a:moveTo>
                  <a:lnTo>
                    <a:pt x="505721" y="440432"/>
                  </a:lnTo>
                  <a:lnTo>
                    <a:pt x="505721" y="482250"/>
                  </a:lnTo>
                  <a:lnTo>
                    <a:pt x="0" y="482250"/>
                  </a:lnTo>
                  <a:close/>
                  <a:moveTo>
                    <a:pt x="4093268" y="440431"/>
                  </a:moveTo>
                  <a:lnTo>
                    <a:pt x="4597023" y="440431"/>
                  </a:lnTo>
                  <a:cubicBezTo>
                    <a:pt x="4602558" y="454039"/>
                    <a:pt x="4607425" y="468006"/>
                    <a:pt x="4611768" y="482249"/>
                  </a:cubicBezTo>
                  <a:lnTo>
                    <a:pt x="4120709" y="482249"/>
                  </a:lnTo>
                  <a:cubicBezTo>
                    <a:pt x="4112199" y="466767"/>
                    <a:pt x="4103118" y="452703"/>
                    <a:pt x="4093268" y="440431"/>
                  </a:cubicBezTo>
                  <a:close/>
                  <a:moveTo>
                    <a:pt x="3368371" y="440431"/>
                  </a:moveTo>
                  <a:lnTo>
                    <a:pt x="3872116" y="440431"/>
                  </a:lnTo>
                  <a:cubicBezTo>
                    <a:pt x="3862266" y="452703"/>
                    <a:pt x="3853190" y="466767"/>
                    <a:pt x="3844680" y="482249"/>
                  </a:cubicBezTo>
                  <a:lnTo>
                    <a:pt x="3353616" y="482249"/>
                  </a:lnTo>
                  <a:cubicBezTo>
                    <a:pt x="3357959" y="468006"/>
                    <a:pt x="3362831" y="454039"/>
                    <a:pt x="3368371" y="440431"/>
                  </a:cubicBezTo>
                  <a:close/>
                  <a:moveTo>
                    <a:pt x="11223979" y="437563"/>
                  </a:moveTo>
                  <a:lnTo>
                    <a:pt x="11304274" y="437563"/>
                  </a:lnTo>
                  <a:lnTo>
                    <a:pt x="11304274" y="487440"/>
                  </a:lnTo>
                  <a:lnTo>
                    <a:pt x="11274504" y="487440"/>
                  </a:lnTo>
                  <a:close/>
                  <a:moveTo>
                    <a:pt x="10437485" y="312620"/>
                  </a:moveTo>
                  <a:lnTo>
                    <a:pt x="11305204" y="312620"/>
                  </a:lnTo>
                  <a:lnTo>
                    <a:pt x="11305204" y="323517"/>
                  </a:lnTo>
                  <a:lnTo>
                    <a:pt x="11306110" y="323517"/>
                  </a:lnTo>
                  <a:lnTo>
                    <a:pt x="11306110" y="351547"/>
                  </a:lnTo>
                  <a:lnTo>
                    <a:pt x="11306110" y="359098"/>
                  </a:lnTo>
                  <a:lnTo>
                    <a:pt x="11305204" y="359098"/>
                  </a:lnTo>
                  <a:lnTo>
                    <a:pt x="11305204" y="363528"/>
                  </a:lnTo>
                  <a:lnTo>
                    <a:pt x="10423824" y="363528"/>
                  </a:lnTo>
                  <a:lnTo>
                    <a:pt x="10429797" y="336441"/>
                  </a:lnTo>
                  <a:close/>
                  <a:moveTo>
                    <a:pt x="9781432" y="312620"/>
                  </a:moveTo>
                  <a:lnTo>
                    <a:pt x="10286039" y="312620"/>
                  </a:lnTo>
                  <a:lnTo>
                    <a:pt x="10286039" y="322833"/>
                  </a:lnTo>
                  <a:lnTo>
                    <a:pt x="10286039" y="358338"/>
                  </a:lnTo>
                  <a:lnTo>
                    <a:pt x="10286039" y="358339"/>
                  </a:lnTo>
                  <a:lnTo>
                    <a:pt x="9781432" y="358339"/>
                  </a:lnTo>
                  <a:lnTo>
                    <a:pt x="9781432" y="358338"/>
                  </a:lnTo>
                  <a:lnTo>
                    <a:pt x="9781432" y="322833"/>
                  </a:lnTo>
                  <a:close/>
                  <a:moveTo>
                    <a:pt x="8611213" y="312620"/>
                  </a:moveTo>
                  <a:lnTo>
                    <a:pt x="9666891" y="312620"/>
                  </a:lnTo>
                  <a:lnTo>
                    <a:pt x="9666891" y="322833"/>
                  </a:lnTo>
                  <a:lnTo>
                    <a:pt x="9668568" y="322833"/>
                  </a:lnTo>
                  <a:lnTo>
                    <a:pt x="9668568" y="358338"/>
                  </a:lnTo>
                  <a:lnTo>
                    <a:pt x="9666891" y="358338"/>
                  </a:lnTo>
                  <a:lnTo>
                    <a:pt x="9666891" y="358339"/>
                  </a:lnTo>
                  <a:lnTo>
                    <a:pt x="8611213" y="358339"/>
                  </a:lnTo>
                  <a:close/>
                  <a:moveTo>
                    <a:pt x="8037009" y="312620"/>
                  </a:moveTo>
                  <a:lnTo>
                    <a:pt x="8500026" y="312620"/>
                  </a:lnTo>
                  <a:lnTo>
                    <a:pt x="8500026" y="322833"/>
                  </a:lnTo>
                  <a:lnTo>
                    <a:pt x="8501703" y="322833"/>
                  </a:lnTo>
                  <a:lnTo>
                    <a:pt x="8501703" y="358338"/>
                  </a:lnTo>
                  <a:lnTo>
                    <a:pt x="8500026" y="358338"/>
                  </a:lnTo>
                  <a:lnTo>
                    <a:pt x="8500026" y="358339"/>
                  </a:lnTo>
                  <a:lnTo>
                    <a:pt x="8037009" y="358339"/>
                  </a:lnTo>
                  <a:close/>
                  <a:moveTo>
                    <a:pt x="7193139" y="312620"/>
                  </a:moveTo>
                  <a:lnTo>
                    <a:pt x="7812777" y="312620"/>
                  </a:lnTo>
                  <a:lnTo>
                    <a:pt x="7833342" y="357178"/>
                  </a:lnTo>
                  <a:lnTo>
                    <a:pt x="7833342" y="357314"/>
                  </a:lnTo>
                  <a:lnTo>
                    <a:pt x="7833816" y="358338"/>
                  </a:lnTo>
                  <a:lnTo>
                    <a:pt x="7833342" y="358338"/>
                  </a:lnTo>
                  <a:lnTo>
                    <a:pt x="7833342" y="358339"/>
                  </a:lnTo>
                  <a:lnTo>
                    <a:pt x="7193139" y="358339"/>
                  </a:lnTo>
                  <a:lnTo>
                    <a:pt x="7193139" y="358338"/>
                  </a:lnTo>
                  <a:lnTo>
                    <a:pt x="7193139" y="322833"/>
                  </a:lnTo>
                  <a:close/>
                  <a:moveTo>
                    <a:pt x="6184479" y="312620"/>
                  </a:moveTo>
                  <a:lnTo>
                    <a:pt x="7080274" y="312620"/>
                  </a:lnTo>
                  <a:lnTo>
                    <a:pt x="7080274" y="322833"/>
                  </a:lnTo>
                  <a:lnTo>
                    <a:pt x="7080275" y="322833"/>
                  </a:lnTo>
                  <a:lnTo>
                    <a:pt x="7080275" y="358338"/>
                  </a:lnTo>
                  <a:lnTo>
                    <a:pt x="7080274" y="358338"/>
                  </a:lnTo>
                  <a:lnTo>
                    <a:pt x="7080274" y="358339"/>
                  </a:lnTo>
                  <a:lnTo>
                    <a:pt x="6184479" y="358339"/>
                  </a:lnTo>
                  <a:close/>
                  <a:moveTo>
                    <a:pt x="5574793" y="312620"/>
                  </a:moveTo>
                  <a:lnTo>
                    <a:pt x="6073294" y="312620"/>
                  </a:lnTo>
                  <a:lnTo>
                    <a:pt x="6073294" y="322833"/>
                  </a:lnTo>
                  <a:lnTo>
                    <a:pt x="6073294" y="358338"/>
                  </a:lnTo>
                  <a:lnTo>
                    <a:pt x="6073294" y="358339"/>
                  </a:lnTo>
                  <a:lnTo>
                    <a:pt x="5574793" y="358339"/>
                  </a:lnTo>
                  <a:lnTo>
                    <a:pt x="5574793" y="358338"/>
                  </a:lnTo>
                  <a:lnTo>
                    <a:pt x="5574793" y="322833"/>
                  </a:lnTo>
                  <a:close/>
                  <a:moveTo>
                    <a:pt x="4792811" y="312620"/>
                  </a:moveTo>
                  <a:lnTo>
                    <a:pt x="5291307" y="312620"/>
                  </a:lnTo>
                  <a:lnTo>
                    <a:pt x="5291307" y="322833"/>
                  </a:lnTo>
                  <a:lnTo>
                    <a:pt x="5291307" y="358338"/>
                  </a:lnTo>
                  <a:lnTo>
                    <a:pt x="5291307" y="358339"/>
                  </a:lnTo>
                  <a:lnTo>
                    <a:pt x="4792811" y="358339"/>
                  </a:lnTo>
                  <a:lnTo>
                    <a:pt x="4792811" y="358338"/>
                  </a:lnTo>
                  <a:lnTo>
                    <a:pt x="4792811" y="322833"/>
                  </a:lnTo>
                  <a:close/>
                  <a:moveTo>
                    <a:pt x="2285298" y="312620"/>
                  </a:moveTo>
                  <a:lnTo>
                    <a:pt x="3183254" y="312620"/>
                  </a:lnTo>
                  <a:lnTo>
                    <a:pt x="3183254" y="322833"/>
                  </a:lnTo>
                  <a:lnTo>
                    <a:pt x="3183254" y="358338"/>
                  </a:lnTo>
                  <a:lnTo>
                    <a:pt x="3183254" y="358339"/>
                  </a:lnTo>
                  <a:lnTo>
                    <a:pt x="2285298" y="358339"/>
                  </a:lnTo>
                  <a:lnTo>
                    <a:pt x="2285298" y="358338"/>
                  </a:lnTo>
                  <a:lnTo>
                    <a:pt x="2285298" y="322833"/>
                  </a:lnTo>
                  <a:close/>
                  <a:moveTo>
                    <a:pt x="985097" y="312620"/>
                  </a:moveTo>
                  <a:lnTo>
                    <a:pt x="2135110" y="312620"/>
                  </a:lnTo>
                  <a:lnTo>
                    <a:pt x="2148730" y="358335"/>
                  </a:lnTo>
                  <a:lnTo>
                    <a:pt x="2148731" y="358338"/>
                  </a:lnTo>
                  <a:lnTo>
                    <a:pt x="2148731" y="358339"/>
                  </a:lnTo>
                  <a:lnTo>
                    <a:pt x="985097" y="358339"/>
                  </a:lnTo>
                  <a:lnTo>
                    <a:pt x="985097" y="358338"/>
                  </a:lnTo>
                  <a:lnTo>
                    <a:pt x="985097" y="322833"/>
                  </a:lnTo>
                  <a:close/>
                  <a:moveTo>
                    <a:pt x="0" y="312620"/>
                  </a:moveTo>
                  <a:lnTo>
                    <a:pt x="877145" y="312620"/>
                  </a:lnTo>
                  <a:lnTo>
                    <a:pt x="877145" y="322833"/>
                  </a:lnTo>
                  <a:lnTo>
                    <a:pt x="877145" y="358338"/>
                  </a:lnTo>
                  <a:lnTo>
                    <a:pt x="877145" y="358339"/>
                  </a:lnTo>
                  <a:lnTo>
                    <a:pt x="0" y="358339"/>
                  </a:lnTo>
                  <a:lnTo>
                    <a:pt x="0" y="358338"/>
                  </a:lnTo>
                  <a:lnTo>
                    <a:pt x="0" y="322833"/>
                  </a:lnTo>
                  <a:close/>
                  <a:moveTo>
                    <a:pt x="3426524" y="311140"/>
                  </a:moveTo>
                  <a:lnTo>
                    <a:pt x="4541246" y="311140"/>
                  </a:lnTo>
                  <a:lnTo>
                    <a:pt x="4565836" y="363528"/>
                  </a:lnTo>
                  <a:lnTo>
                    <a:pt x="3720591" y="363528"/>
                  </a:lnTo>
                  <a:lnTo>
                    <a:pt x="3720591" y="361147"/>
                  </a:lnTo>
                  <a:lnTo>
                    <a:pt x="3403052" y="361147"/>
                  </a:lnTo>
                  <a:close/>
                  <a:moveTo>
                    <a:pt x="10479636" y="204267"/>
                  </a:moveTo>
                  <a:lnTo>
                    <a:pt x="10671926" y="204267"/>
                  </a:lnTo>
                  <a:lnTo>
                    <a:pt x="11306110" y="204267"/>
                  </a:lnTo>
                  <a:lnTo>
                    <a:pt x="11306110" y="241250"/>
                  </a:lnTo>
                  <a:lnTo>
                    <a:pt x="10671926" y="241250"/>
                  </a:lnTo>
                  <a:lnTo>
                    <a:pt x="10463420" y="241250"/>
                  </a:lnTo>
                  <a:close/>
                  <a:moveTo>
                    <a:pt x="9781432" y="203834"/>
                  </a:moveTo>
                  <a:lnTo>
                    <a:pt x="10286039" y="203834"/>
                  </a:lnTo>
                  <a:lnTo>
                    <a:pt x="10286039" y="240739"/>
                  </a:lnTo>
                  <a:lnTo>
                    <a:pt x="9781432" y="240739"/>
                  </a:lnTo>
                  <a:close/>
                  <a:moveTo>
                    <a:pt x="8612890" y="203834"/>
                  </a:moveTo>
                  <a:lnTo>
                    <a:pt x="9668568" y="203834"/>
                  </a:lnTo>
                  <a:lnTo>
                    <a:pt x="9668568" y="240739"/>
                  </a:lnTo>
                  <a:lnTo>
                    <a:pt x="8612890" y="240739"/>
                  </a:lnTo>
                  <a:close/>
                  <a:moveTo>
                    <a:pt x="8042875" y="203834"/>
                  </a:moveTo>
                  <a:lnTo>
                    <a:pt x="8501703" y="203834"/>
                  </a:lnTo>
                  <a:lnTo>
                    <a:pt x="8501703" y="240739"/>
                  </a:lnTo>
                  <a:lnTo>
                    <a:pt x="8042875" y="240739"/>
                  </a:lnTo>
                  <a:close/>
                  <a:moveTo>
                    <a:pt x="7193139" y="203834"/>
                  </a:moveTo>
                  <a:lnTo>
                    <a:pt x="7762309" y="203834"/>
                  </a:lnTo>
                  <a:lnTo>
                    <a:pt x="7779389" y="240739"/>
                  </a:lnTo>
                  <a:lnTo>
                    <a:pt x="7193139" y="240739"/>
                  </a:lnTo>
                  <a:close/>
                  <a:moveTo>
                    <a:pt x="6188669" y="203834"/>
                  </a:moveTo>
                  <a:lnTo>
                    <a:pt x="7080275" y="203834"/>
                  </a:lnTo>
                  <a:lnTo>
                    <a:pt x="7080275" y="240739"/>
                  </a:lnTo>
                  <a:lnTo>
                    <a:pt x="6188669" y="240739"/>
                  </a:lnTo>
                  <a:close/>
                  <a:moveTo>
                    <a:pt x="5574793" y="203834"/>
                  </a:moveTo>
                  <a:lnTo>
                    <a:pt x="6073294" y="203834"/>
                  </a:lnTo>
                  <a:lnTo>
                    <a:pt x="6073294" y="240739"/>
                  </a:lnTo>
                  <a:lnTo>
                    <a:pt x="5574793" y="240739"/>
                  </a:lnTo>
                  <a:close/>
                  <a:moveTo>
                    <a:pt x="4792811" y="203834"/>
                  </a:moveTo>
                  <a:lnTo>
                    <a:pt x="5291307" y="203834"/>
                  </a:lnTo>
                  <a:lnTo>
                    <a:pt x="5291307" y="240739"/>
                  </a:lnTo>
                  <a:lnTo>
                    <a:pt x="4792811" y="240739"/>
                  </a:lnTo>
                  <a:close/>
                  <a:moveTo>
                    <a:pt x="2285298" y="203834"/>
                  </a:moveTo>
                  <a:lnTo>
                    <a:pt x="3183254" y="203834"/>
                  </a:lnTo>
                  <a:lnTo>
                    <a:pt x="3183254" y="240739"/>
                  </a:lnTo>
                  <a:lnTo>
                    <a:pt x="2285298" y="240739"/>
                  </a:lnTo>
                  <a:close/>
                  <a:moveTo>
                    <a:pt x="985097" y="203834"/>
                  </a:moveTo>
                  <a:lnTo>
                    <a:pt x="2069184" y="203834"/>
                  </a:lnTo>
                  <a:cubicBezTo>
                    <a:pt x="2078730" y="215259"/>
                    <a:pt x="2086715" y="227762"/>
                    <a:pt x="2093941" y="240739"/>
                  </a:cubicBezTo>
                  <a:lnTo>
                    <a:pt x="985097" y="240739"/>
                  </a:lnTo>
                  <a:close/>
                  <a:moveTo>
                    <a:pt x="0" y="203834"/>
                  </a:moveTo>
                  <a:lnTo>
                    <a:pt x="877145" y="203834"/>
                  </a:lnTo>
                  <a:lnTo>
                    <a:pt x="877145" y="240739"/>
                  </a:lnTo>
                  <a:lnTo>
                    <a:pt x="0" y="240739"/>
                  </a:lnTo>
                  <a:close/>
                  <a:moveTo>
                    <a:pt x="3491565" y="203833"/>
                  </a:moveTo>
                  <a:lnTo>
                    <a:pt x="4473824" y="203833"/>
                  </a:lnTo>
                  <a:cubicBezTo>
                    <a:pt x="4482698" y="215677"/>
                    <a:pt x="4491028" y="228051"/>
                    <a:pt x="4499119" y="240738"/>
                  </a:cubicBezTo>
                  <a:lnTo>
                    <a:pt x="3466269" y="240738"/>
                  </a:lnTo>
                  <a:cubicBezTo>
                    <a:pt x="3474361" y="228051"/>
                    <a:pt x="3482694" y="215677"/>
                    <a:pt x="3491565" y="203833"/>
                  </a:cubicBezTo>
                  <a:close/>
                  <a:moveTo>
                    <a:pt x="10550205" y="96959"/>
                  </a:moveTo>
                  <a:lnTo>
                    <a:pt x="10671926" y="96959"/>
                  </a:lnTo>
                  <a:lnTo>
                    <a:pt x="11306110" y="96959"/>
                  </a:lnTo>
                  <a:lnTo>
                    <a:pt x="11306110" y="121993"/>
                  </a:lnTo>
                  <a:lnTo>
                    <a:pt x="10671926" y="121993"/>
                  </a:lnTo>
                  <a:lnTo>
                    <a:pt x="10531544" y="121993"/>
                  </a:lnTo>
                  <a:close/>
                  <a:moveTo>
                    <a:pt x="9781432" y="96753"/>
                  </a:moveTo>
                  <a:lnTo>
                    <a:pt x="10286039" y="96753"/>
                  </a:lnTo>
                  <a:lnTo>
                    <a:pt x="10286039" y="121735"/>
                  </a:lnTo>
                  <a:lnTo>
                    <a:pt x="9781432" y="121735"/>
                  </a:lnTo>
                  <a:close/>
                  <a:moveTo>
                    <a:pt x="8612890" y="96753"/>
                  </a:moveTo>
                  <a:lnTo>
                    <a:pt x="9668568" y="96753"/>
                  </a:lnTo>
                  <a:lnTo>
                    <a:pt x="9668568" y="121735"/>
                  </a:lnTo>
                  <a:lnTo>
                    <a:pt x="8612890" y="121735"/>
                  </a:lnTo>
                  <a:close/>
                  <a:moveTo>
                    <a:pt x="8042875" y="96753"/>
                  </a:moveTo>
                  <a:lnTo>
                    <a:pt x="8501703" y="96753"/>
                  </a:lnTo>
                  <a:lnTo>
                    <a:pt x="8501703" y="121735"/>
                  </a:lnTo>
                  <a:lnTo>
                    <a:pt x="8042875" y="121735"/>
                  </a:lnTo>
                  <a:close/>
                  <a:moveTo>
                    <a:pt x="7193139" y="96753"/>
                  </a:moveTo>
                  <a:lnTo>
                    <a:pt x="7712749" y="96753"/>
                  </a:lnTo>
                  <a:lnTo>
                    <a:pt x="7724312" y="121735"/>
                  </a:lnTo>
                  <a:lnTo>
                    <a:pt x="7193139" y="121735"/>
                  </a:lnTo>
                  <a:close/>
                  <a:moveTo>
                    <a:pt x="6188669" y="96753"/>
                  </a:moveTo>
                  <a:lnTo>
                    <a:pt x="7080275" y="96753"/>
                  </a:lnTo>
                  <a:lnTo>
                    <a:pt x="7080275" y="121735"/>
                  </a:lnTo>
                  <a:lnTo>
                    <a:pt x="6188669" y="121735"/>
                  </a:lnTo>
                  <a:close/>
                  <a:moveTo>
                    <a:pt x="5574793" y="96753"/>
                  </a:moveTo>
                  <a:lnTo>
                    <a:pt x="6073294" y="96753"/>
                  </a:lnTo>
                  <a:lnTo>
                    <a:pt x="6073294" y="121735"/>
                  </a:lnTo>
                  <a:lnTo>
                    <a:pt x="5574793" y="121735"/>
                  </a:lnTo>
                  <a:close/>
                  <a:moveTo>
                    <a:pt x="4792811" y="96753"/>
                  </a:moveTo>
                  <a:lnTo>
                    <a:pt x="5291307" y="96753"/>
                  </a:lnTo>
                  <a:lnTo>
                    <a:pt x="5291307" y="121735"/>
                  </a:lnTo>
                  <a:lnTo>
                    <a:pt x="4792811" y="121735"/>
                  </a:lnTo>
                  <a:close/>
                  <a:moveTo>
                    <a:pt x="2285298" y="96753"/>
                  </a:moveTo>
                  <a:lnTo>
                    <a:pt x="3183254" y="96753"/>
                  </a:lnTo>
                  <a:lnTo>
                    <a:pt x="3183254" y="121735"/>
                  </a:lnTo>
                  <a:lnTo>
                    <a:pt x="2285298" y="121735"/>
                  </a:lnTo>
                  <a:close/>
                  <a:moveTo>
                    <a:pt x="985097" y="96753"/>
                  </a:moveTo>
                  <a:lnTo>
                    <a:pt x="1978552" y="96753"/>
                  </a:lnTo>
                  <a:cubicBezTo>
                    <a:pt x="1987269" y="104388"/>
                    <a:pt x="1995490" y="112539"/>
                    <a:pt x="2002599" y="121735"/>
                  </a:cubicBezTo>
                  <a:lnTo>
                    <a:pt x="985097" y="121735"/>
                  </a:lnTo>
                  <a:close/>
                  <a:moveTo>
                    <a:pt x="0" y="96753"/>
                  </a:moveTo>
                  <a:lnTo>
                    <a:pt x="877145" y="96753"/>
                  </a:lnTo>
                  <a:lnTo>
                    <a:pt x="877145" y="121735"/>
                  </a:lnTo>
                  <a:lnTo>
                    <a:pt x="0" y="121735"/>
                  </a:lnTo>
                  <a:close/>
                  <a:moveTo>
                    <a:pt x="3581580" y="96752"/>
                  </a:moveTo>
                  <a:lnTo>
                    <a:pt x="4383809" y="96752"/>
                  </a:lnTo>
                  <a:cubicBezTo>
                    <a:pt x="4392080" y="104604"/>
                    <a:pt x="4400028" y="112884"/>
                    <a:pt x="4407456" y="121734"/>
                  </a:cubicBezTo>
                  <a:lnTo>
                    <a:pt x="3557933" y="121734"/>
                  </a:lnTo>
                  <a:cubicBezTo>
                    <a:pt x="3565365" y="112884"/>
                    <a:pt x="3573309" y="104604"/>
                    <a:pt x="3581580" y="96752"/>
                  </a:cubicBezTo>
                  <a:close/>
                  <a:moveTo>
                    <a:pt x="10683999" y="1"/>
                  </a:moveTo>
                  <a:lnTo>
                    <a:pt x="10743787" y="1"/>
                  </a:lnTo>
                  <a:cubicBezTo>
                    <a:pt x="10762889" y="1"/>
                    <a:pt x="10781796" y="856"/>
                    <a:pt x="10800434" y="2849"/>
                  </a:cubicBezTo>
                  <a:lnTo>
                    <a:pt x="10800434" y="1"/>
                  </a:lnTo>
                  <a:lnTo>
                    <a:pt x="11306110" y="1"/>
                  </a:lnTo>
                  <a:lnTo>
                    <a:pt x="11306110" y="14690"/>
                  </a:lnTo>
                  <a:lnTo>
                    <a:pt x="10671926" y="14690"/>
                  </a:lnTo>
                  <a:lnTo>
                    <a:pt x="10634292" y="14690"/>
                  </a:lnTo>
                  <a:cubicBezTo>
                    <a:pt x="10638035" y="10809"/>
                    <a:pt x="10642253" y="7500"/>
                    <a:pt x="10646512" y="4251"/>
                  </a:cubicBezTo>
                  <a:lnTo>
                    <a:pt x="10646512" y="2687"/>
                  </a:lnTo>
                  <a:lnTo>
                    <a:pt x="10671926" y="1221"/>
                  </a:lnTo>
                  <a:lnTo>
                    <a:pt x="10671926" y="697"/>
                  </a:lnTo>
                  <a:close/>
                  <a:moveTo>
                    <a:pt x="9781432" y="1"/>
                  </a:moveTo>
                  <a:lnTo>
                    <a:pt x="10286039" y="1"/>
                  </a:lnTo>
                  <a:lnTo>
                    <a:pt x="10286039" y="14659"/>
                  </a:lnTo>
                  <a:lnTo>
                    <a:pt x="9781432" y="14659"/>
                  </a:lnTo>
                  <a:close/>
                  <a:moveTo>
                    <a:pt x="8612890" y="1"/>
                  </a:moveTo>
                  <a:lnTo>
                    <a:pt x="9668568" y="1"/>
                  </a:lnTo>
                  <a:lnTo>
                    <a:pt x="9668568" y="14659"/>
                  </a:lnTo>
                  <a:lnTo>
                    <a:pt x="8612890" y="14659"/>
                  </a:lnTo>
                  <a:close/>
                  <a:moveTo>
                    <a:pt x="8042875" y="1"/>
                  </a:moveTo>
                  <a:lnTo>
                    <a:pt x="8501703" y="1"/>
                  </a:lnTo>
                  <a:lnTo>
                    <a:pt x="8501703" y="14659"/>
                  </a:lnTo>
                  <a:lnTo>
                    <a:pt x="8042875" y="14659"/>
                  </a:lnTo>
                  <a:close/>
                  <a:moveTo>
                    <a:pt x="7193139" y="1"/>
                  </a:moveTo>
                  <a:lnTo>
                    <a:pt x="7667970" y="1"/>
                  </a:lnTo>
                  <a:lnTo>
                    <a:pt x="7674758" y="14659"/>
                  </a:lnTo>
                  <a:lnTo>
                    <a:pt x="7193139" y="14659"/>
                  </a:lnTo>
                  <a:close/>
                  <a:moveTo>
                    <a:pt x="6188669" y="1"/>
                  </a:moveTo>
                  <a:lnTo>
                    <a:pt x="7080275" y="1"/>
                  </a:lnTo>
                  <a:lnTo>
                    <a:pt x="7080275" y="14659"/>
                  </a:lnTo>
                  <a:lnTo>
                    <a:pt x="6188669" y="14659"/>
                  </a:lnTo>
                  <a:close/>
                  <a:moveTo>
                    <a:pt x="5574793" y="1"/>
                  </a:moveTo>
                  <a:lnTo>
                    <a:pt x="6073294" y="1"/>
                  </a:lnTo>
                  <a:lnTo>
                    <a:pt x="6073294" y="14659"/>
                  </a:lnTo>
                  <a:lnTo>
                    <a:pt x="5574793" y="14659"/>
                  </a:lnTo>
                  <a:close/>
                  <a:moveTo>
                    <a:pt x="4792811" y="1"/>
                  </a:moveTo>
                  <a:lnTo>
                    <a:pt x="5291307" y="1"/>
                  </a:lnTo>
                  <a:lnTo>
                    <a:pt x="5291307" y="14659"/>
                  </a:lnTo>
                  <a:lnTo>
                    <a:pt x="4792811" y="14659"/>
                  </a:lnTo>
                  <a:close/>
                  <a:moveTo>
                    <a:pt x="2285298" y="1"/>
                  </a:moveTo>
                  <a:lnTo>
                    <a:pt x="3183254" y="1"/>
                  </a:lnTo>
                  <a:lnTo>
                    <a:pt x="3183254" y="14659"/>
                  </a:lnTo>
                  <a:lnTo>
                    <a:pt x="2285298" y="14659"/>
                  </a:lnTo>
                  <a:close/>
                  <a:moveTo>
                    <a:pt x="985097" y="1"/>
                  </a:moveTo>
                  <a:lnTo>
                    <a:pt x="1846470" y="1"/>
                  </a:lnTo>
                  <a:lnTo>
                    <a:pt x="1869376" y="14659"/>
                  </a:lnTo>
                  <a:lnTo>
                    <a:pt x="985097" y="14659"/>
                  </a:lnTo>
                  <a:close/>
                  <a:moveTo>
                    <a:pt x="0" y="1"/>
                  </a:moveTo>
                  <a:lnTo>
                    <a:pt x="877145" y="1"/>
                  </a:lnTo>
                  <a:lnTo>
                    <a:pt x="877145" y="14659"/>
                  </a:lnTo>
                  <a:lnTo>
                    <a:pt x="0" y="14659"/>
                  </a:lnTo>
                  <a:close/>
                  <a:moveTo>
                    <a:pt x="3702830" y="0"/>
                  </a:moveTo>
                  <a:lnTo>
                    <a:pt x="4262563" y="0"/>
                  </a:lnTo>
                  <a:lnTo>
                    <a:pt x="4284257" y="14658"/>
                  </a:lnTo>
                  <a:lnTo>
                    <a:pt x="3681132" y="14658"/>
                  </a:lnTo>
                  <a:close/>
                </a:path>
              </a:pathLst>
            </a:custGeom>
            <a:grpFill/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square" tIns="90000" bIns="90000" rtlCol="0" anchor="t" anchorCtr="0">
              <a:no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endParaRPr lang="en-US" sz="1800">
                <a:solidFill>
                  <a:schemeClr val="accent4"/>
                </a:solidFill>
              </a:endParaRPr>
            </a:p>
          </p:txBody>
        </p:sp>
      </p:grpSp>
      <p:sp>
        <p:nvSpPr>
          <p:cNvPr id="32" name="Rechteck 34">
            <a:extLst>
              <a:ext uri="{FF2B5EF4-FFF2-40B4-BE49-F238E27FC236}">
                <a16:creationId xmlns:a16="http://schemas.microsoft.com/office/drawing/2014/main" id="{E281F1CD-20C1-6868-14DB-F84C33DA9522}"/>
              </a:ext>
            </a:extLst>
          </p:cNvPr>
          <p:cNvSpPr>
            <a:spLocks/>
          </p:cNvSpPr>
          <p:nvPr userDrawn="1"/>
        </p:nvSpPr>
        <p:spPr>
          <a:xfrm>
            <a:off x="430809" y="504000"/>
            <a:ext cx="972000" cy="972000"/>
          </a:xfrm>
          <a:prstGeom prst="rect">
            <a:avLst/>
          </a:prstGeom>
          <a:solidFill>
            <a:schemeClr val="accent1">
              <a:lumMod val="40000"/>
              <a:lumOff val="60000"/>
              <a:alpha val="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90000" bIns="90000" rtlCol="0" anchor="t" anchorCtr="0"/>
          <a:lstStyle/>
          <a:p>
            <a:pPr algn="ctr" defTabSz="457200"/>
            <a:endParaRPr lang="en-GB" sz="1800" noProof="0">
              <a:solidFill>
                <a:srgbClr val="F78F1E"/>
              </a:solidFill>
            </a:endParaRPr>
          </a:p>
        </p:txBody>
      </p:sp>
      <p:sp>
        <p:nvSpPr>
          <p:cNvPr id="33" name="Rechteck 34">
            <a:extLst>
              <a:ext uri="{FF2B5EF4-FFF2-40B4-BE49-F238E27FC236}">
                <a16:creationId xmlns:a16="http://schemas.microsoft.com/office/drawing/2014/main" id="{8A1AD43C-749D-7713-4B50-12680CED7923}"/>
              </a:ext>
            </a:extLst>
          </p:cNvPr>
          <p:cNvSpPr>
            <a:spLocks/>
          </p:cNvSpPr>
          <p:nvPr userDrawn="1"/>
        </p:nvSpPr>
        <p:spPr>
          <a:xfrm>
            <a:off x="1476393" y="504000"/>
            <a:ext cx="972000" cy="972000"/>
          </a:xfrm>
          <a:prstGeom prst="rect">
            <a:avLst/>
          </a:prstGeom>
          <a:solidFill>
            <a:schemeClr val="accent1">
              <a:lumMod val="40000"/>
              <a:lumOff val="60000"/>
              <a:alpha val="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90000" bIns="90000" rtlCol="0" anchor="t" anchorCtr="0"/>
          <a:lstStyle/>
          <a:p>
            <a:pPr algn="ctr" defTabSz="457200"/>
            <a:endParaRPr lang="en-GB" sz="1800" noProof="0">
              <a:solidFill>
                <a:srgbClr val="F78F1E"/>
              </a:solidFill>
            </a:endParaRPr>
          </a:p>
        </p:txBody>
      </p:sp>
      <p:sp>
        <p:nvSpPr>
          <p:cNvPr id="34" name="Rechteck 34">
            <a:extLst>
              <a:ext uri="{FF2B5EF4-FFF2-40B4-BE49-F238E27FC236}">
                <a16:creationId xmlns:a16="http://schemas.microsoft.com/office/drawing/2014/main" id="{F4E0562E-0221-2643-8880-60086B316DDC}"/>
              </a:ext>
            </a:extLst>
          </p:cNvPr>
          <p:cNvSpPr>
            <a:spLocks/>
          </p:cNvSpPr>
          <p:nvPr userDrawn="1"/>
        </p:nvSpPr>
        <p:spPr>
          <a:xfrm>
            <a:off x="2520000" y="504000"/>
            <a:ext cx="972000" cy="972000"/>
          </a:xfrm>
          <a:prstGeom prst="rect">
            <a:avLst/>
          </a:prstGeom>
          <a:solidFill>
            <a:schemeClr val="accent1">
              <a:lumMod val="40000"/>
              <a:lumOff val="60000"/>
              <a:alpha val="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90000" bIns="90000" rtlCol="0" anchor="t" anchorCtr="0"/>
          <a:lstStyle/>
          <a:p>
            <a:pPr algn="ctr" defTabSz="457200"/>
            <a:endParaRPr lang="en-GB" sz="1800" noProof="0">
              <a:solidFill>
                <a:srgbClr val="F78F1E"/>
              </a:solidFill>
            </a:endParaRPr>
          </a:p>
        </p:txBody>
      </p:sp>
      <p:sp>
        <p:nvSpPr>
          <p:cNvPr id="35" name="Rechteck 34">
            <a:extLst>
              <a:ext uri="{FF2B5EF4-FFF2-40B4-BE49-F238E27FC236}">
                <a16:creationId xmlns:a16="http://schemas.microsoft.com/office/drawing/2014/main" id="{12169B95-9483-4505-F154-113E31DEE62F}"/>
              </a:ext>
            </a:extLst>
          </p:cNvPr>
          <p:cNvSpPr>
            <a:spLocks/>
          </p:cNvSpPr>
          <p:nvPr userDrawn="1"/>
        </p:nvSpPr>
        <p:spPr>
          <a:xfrm>
            <a:off x="3564000" y="504000"/>
            <a:ext cx="972000" cy="972000"/>
          </a:xfrm>
          <a:prstGeom prst="rect">
            <a:avLst/>
          </a:prstGeom>
          <a:solidFill>
            <a:schemeClr val="accent1">
              <a:lumMod val="40000"/>
              <a:lumOff val="60000"/>
              <a:alpha val="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90000" bIns="90000" rtlCol="0" anchor="t" anchorCtr="0"/>
          <a:lstStyle/>
          <a:p>
            <a:pPr algn="ctr" defTabSz="457200"/>
            <a:endParaRPr lang="en-GB" sz="1800" noProof="0">
              <a:solidFill>
                <a:srgbClr val="F78F1E"/>
              </a:solidFill>
            </a:endParaRPr>
          </a:p>
        </p:txBody>
      </p:sp>
      <p:grpSp>
        <p:nvGrpSpPr>
          <p:cNvPr id="36" name="Gruppieren 63">
            <a:extLst>
              <a:ext uri="{FF2B5EF4-FFF2-40B4-BE49-F238E27FC236}">
                <a16:creationId xmlns:a16="http://schemas.microsoft.com/office/drawing/2014/main" id="{6A2F7650-D9CF-0937-51CF-7DD80E8B4D66}"/>
              </a:ext>
            </a:extLst>
          </p:cNvPr>
          <p:cNvGrpSpPr/>
          <p:nvPr userDrawn="1"/>
        </p:nvGrpSpPr>
        <p:grpSpPr>
          <a:xfrm>
            <a:off x="4239979" y="5189705"/>
            <a:ext cx="4472612" cy="405933"/>
            <a:chOff x="4239977" y="4643999"/>
            <a:chExt cx="4472612" cy="396002"/>
          </a:xfrm>
        </p:grpSpPr>
        <p:sp>
          <p:nvSpPr>
            <p:cNvPr id="40" name="&lt; back">
              <a:hlinkClick r:id="" action="ppaction://hlinkshowjump?jump=previousslide"/>
              <a:extLst>
                <a:ext uri="{FF2B5EF4-FFF2-40B4-BE49-F238E27FC236}">
                  <a16:creationId xmlns:a16="http://schemas.microsoft.com/office/drawing/2014/main" id="{B2189A7D-5722-C483-D493-7A920CD001BC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6315320" y="4804666"/>
              <a:ext cx="93800" cy="99082"/>
            </a:xfrm>
            <a:custGeom>
              <a:avLst/>
              <a:gdLst>
                <a:gd name="connsiteX0" fmla="*/ 65408 w 153292"/>
                <a:gd name="connsiteY0" fmla="*/ 0 h 161924"/>
                <a:gd name="connsiteX1" fmla="*/ 90769 w 153292"/>
                <a:gd name="connsiteY1" fmla="*/ 0 h 161924"/>
                <a:gd name="connsiteX2" fmla="*/ 153292 w 153292"/>
                <a:gd name="connsiteY2" fmla="*/ 80962 h 161924"/>
                <a:gd name="connsiteX3" fmla="*/ 90769 w 153292"/>
                <a:gd name="connsiteY3" fmla="*/ 161924 h 161924"/>
                <a:gd name="connsiteX4" fmla="*/ 65408 w 153292"/>
                <a:gd name="connsiteY4" fmla="*/ 161924 h 161924"/>
                <a:gd name="connsiteX5" fmla="*/ 127931 w 153292"/>
                <a:gd name="connsiteY5" fmla="*/ 80962 h 161924"/>
                <a:gd name="connsiteX6" fmla="*/ 0 w 153292"/>
                <a:gd name="connsiteY6" fmla="*/ 0 h 161924"/>
                <a:gd name="connsiteX7" fmla="*/ 25361 w 153292"/>
                <a:gd name="connsiteY7" fmla="*/ 0 h 161924"/>
                <a:gd name="connsiteX8" fmla="*/ 87884 w 153292"/>
                <a:gd name="connsiteY8" fmla="*/ 80962 h 161924"/>
                <a:gd name="connsiteX9" fmla="*/ 25361 w 153292"/>
                <a:gd name="connsiteY9" fmla="*/ 161924 h 161924"/>
                <a:gd name="connsiteX10" fmla="*/ 0 w 153292"/>
                <a:gd name="connsiteY10" fmla="*/ 161924 h 161924"/>
                <a:gd name="connsiteX11" fmla="*/ 62523 w 153292"/>
                <a:gd name="connsiteY11" fmla="*/ 80962 h 161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3292" h="161924">
                  <a:moveTo>
                    <a:pt x="65408" y="0"/>
                  </a:moveTo>
                  <a:lnTo>
                    <a:pt x="90769" y="0"/>
                  </a:lnTo>
                  <a:lnTo>
                    <a:pt x="153292" y="80962"/>
                  </a:lnTo>
                  <a:lnTo>
                    <a:pt x="90769" y="161924"/>
                  </a:lnTo>
                  <a:lnTo>
                    <a:pt x="65408" y="161924"/>
                  </a:lnTo>
                  <a:lnTo>
                    <a:pt x="127931" y="80962"/>
                  </a:lnTo>
                  <a:close/>
                  <a:moveTo>
                    <a:pt x="0" y="0"/>
                  </a:moveTo>
                  <a:lnTo>
                    <a:pt x="25361" y="0"/>
                  </a:lnTo>
                  <a:lnTo>
                    <a:pt x="87884" y="80962"/>
                  </a:lnTo>
                  <a:lnTo>
                    <a:pt x="25361" y="161924"/>
                  </a:lnTo>
                  <a:lnTo>
                    <a:pt x="0" y="161924"/>
                  </a:lnTo>
                  <a:lnTo>
                    <a:pt x="62523" y="80962"/>
                  </a:lnTo>
                  <a:close/>
                </a:path>
              </a:pathLst>
            </a:custGeom>
            <a:solidFill>
              <a:schemeClr val="accent1">
                <a:alpha val="30000"/>
              </a:scheme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72000" tIns="72000" rIns="72000" bIns="72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200" b="0" i="0" u="none" strike="noStrike" kern="0" cap="none" spc="0" normalizeH="0" baseline="0" noProof="0" err="1">
                <a:ln>
                  <a:noFill/>
                </a:ln>
                <a:solidFill>
                  <a:schemeClr val="accent1">
                    <a:alpha val="45000"/>
                  </a:schemeClr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endParaRPr>
            </a:p>
          </p:txBody>
        </p:sp>
        <p:sp>
          <p:nvSpPr>
            <p:cNvPr id="41" name="back link">
              <a:hlinkClick r:id="" action="ppaction://hlinkshowjump?jump=previousslide"/>
              <a:extLst>
                <a:ext uri="{FF2B5EF4-FFF2-40B4-BE49-F238E27FC236}">
                  <a16:creationId xmlns:a16="http://schemas.microsoft.com/office/drawing/2014/main" id="{DCEFEC02-D753-8986-2D20-81136F7DBDC4}"/>
                </a:ext>
              </a:extLst>
            </p:cNvPr>
            <p:cNvSpPr/>
            <p:nvPr userDrawn="1"/>
          </p:nvSpPr>
          <p:spPr>
            <a:xfrm>
              <a:off x="6146220" y="4643999"/>
              <a:ext cx="432000" cy="396000"/>
            </a:xfrm>
            <a:prstGeom prst="rect">
              <a:avLst/>
            </a:prstGeom>
            <a:solidFill>
              <a:srgbClr val="FFFF00">
                <a:alpha val="0"/>
              </a:srgbClr>
            </a:solidFill>
            <a:ln w="254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108000" tIns="72000" rIns="108000" bIns="216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r>
                <a:rPr kumimoji="0" lang="en-US" sz="500" b="0" i="0" u="none" strike="noStrike" kern="0" cap="none" spc="0" normalizeH="0" baseline="0" noProof="0">
                  <a:ln>
                    <a:noFill/>
                  </a:ln>
                  <a:solidFill>
                    <a:schemeClr val="accent1">
                      <a:alpha val="30000"/>
                    </a:schemeClr>
                  </a:solidFill>
                  <a:effectLst/>
                  <a:uLnTx/>
                  <a:uFillTx/>
                  <a:latin typeface="Arial Narrow" panose="020B0606020202030204" pitchFamily="34" charset="0"/>
                  <a:ea typeface="+mn-ea"/>
                  <a:cs typeface="+mn-cs"/>
                </a:rPr>
                <a:t>previous</a:t>
              </a:r>
            </a:p>
          </p:txBody>
        </p:sp>
        <p:sp>
          <p:nvSpPr>
            <p:cNvPr id="42" name="Freihandform: Form 97">
              <a:hlinkClick r:id="" action="ppaction://hlinkshowjump?jump=lastslideviewed"/>
              <a:extLst>
                <a:ext uri="{FF2B5EF4-FFF2-40B4-BE49-F238E27FC236}">
                  <a16:creationId xmlns:a16="http://schemas.microsoft.com/office/drawing/2014/main" id="{B488C98F-1322-F0F8-F013-8CB8C9D606F3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5711670" y="4804666"/>
              <a:ext cx="53776" cy="99082"/>
            </a:xfrm>
            <a:custGeom>
              <a:avLst/>
              <a:gdLst>
                <a:gd name="connsiteX0" fmla="*/ 23824 w 82557"/>
                <a:gd name="connsiteY0" fmla="*/ 0 h 152109"/>
                <a:gd name="connsiteX1" fmla="*/ 0 w 82557"/>
                <a:gd name="connsiteY1" fmla="*/ 0 h 152109"/>
                <a:gd name="connsiteX2" fmla="*/ 58734 w 82557"/>
                <a:gd name="connsiteY2" fmla="*/ 76055 h 152109"/>
                <a:gd name="connsiteX3" fmla="*/ 0 w 82557"/>
                <a:gd name="connsiteY3" fmla="*/ 152109 h 152109"/>
                <a:gd name="connsiteX4" fmla="*/ 23824 w 82557"/>
                <a:gd name="connsiteY4" fmla="*/ 152109 h 152109"/>
                <a:gd name="connsiteX5" fmla="*/ 82557 w 82557"/>
                <a:gd name="connsiteY5" fmla="*/ 76055 h 152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557" h="152109">
                  <a:moveTo>
                    <a:pt x="23824" y="0"/>
                  </a:moveTo>
                  <a:lnTo>
                    <a:pt x="0" y="0"/>
                  </a:lnTo>
                  <a:lnTo>
                    <a:pt x="58734" y="76055"/>
                  </a:lnTo>
                  <a:lnTo>
                    <a:pt x="0" y="152109"/>
                  </a:lnTo>
                  <a:lnTo>
                    <a:pt x="23824" y="152109"/>
                  </a:lnTo>
                  <a:lnTo>
                    <a:pt x="82557" y="76055"/>
                  </a:lnTo>
                  <a:close/>
                </a:path>
              </a:pathLst>
            </a:custGeom>
            <a:solidFill>
              <a:schemeClr val="accent1">
                <a:alpha val="30000"/>
              </a:schemeClr>
            </a:solidFill>
            <a:ln w="952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none" lIns="72000" tIns="72000" rIns="72000" bIns="72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200" b="0" i="0" u="none" strike="noStrike" kern="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" name="back link">
              <a:hlinkClick r:id="" action="ppaction://hlinkshowjump?jump=lastslideviewed"/>
              <a:extLst>
                <a:ext uri="{FF2B5EF4-FFF2-40B4-BE49-F238E27FC236}">
                  <a16:creationId xmlns:a16="http://schemas.microsoft.com/office/drawing/2014/main" id="{351CE09D-19EF-030D-D571-86D74D994FBB}"/>
                </a:ext>
              </a:extLst>
            </p:cNvPr>
            <p:cNvSpPr/>
            <p:nvPr userDrawn="1"/>
          </p:nvSpPr>
          <p:spPr>
            <a:xfrm>
              <a:off x="5522558" y="4643999"/>
              <a:ext cx="432000" cy="396000"/>
            </a:xfrm>
            <a:prstGeom prst="rect">
              <a:avLst/>
            </a:prstGeom>
            <a:solidFill>
              <a:srgbClr val="FFFF00">
                <a:alpha val="0"/>
              </a:srgbClr>
            </a:solidFill>
            <a:ln w="254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none" lIns="108000" tIns="72000" rIns="108000" bIns="216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indent="0" algn="r" defTabSz="914400" fontAlgn="auto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r>
                <a:rPr kumimoji="0" lang="en-US" sz="500" b="0" i="0" u="none" strike="noStrike" kern="0" cap="none" spc="0" normalizeH="0" baseline="0" noProof="0">
                  <a:ln>
                    <a:noFill/>
                  </a:ln>
                  <a:solidFill>
                    <a:schemeClr val="accent1">
                      <a:alpha val="30000"/>
                    </a:schemeClr>
                  </a:solidFill>
                  <a:effectLst/>
                  <a:uLnTx/>
                  <a:uFillTx/>
                  <a:latin typeface="Arial Narrow" panose="020B0606020202030204" pitchFamily="34" charset="0"/>
                </a:rPr>
                <a:t>last visited</a:t>
              </a:r>
            </a:p>
          </p:txBody>
        </p:sp>
        <p:sp>
          <p:nvSpPr>
            <p:cNvPr id="47" name="back link">
              <a:hlinkClick r:id="" action="ppaction://hlinkshowjump?jump=endshow"/>
              <a:extLst>
                <a:ext uri="{FF2B5EF4-FFF2-40B4-BE49-F238E27FC236}">
                  <a16:creationId xmlns:a16="http://schemas.microsoft.com/office/drawing/2014/main" id="{48ADABE7-7C2B-9A90-7930-88986286AE14}"/>
                </a:ext>
              </a:extLst>
            </p:cNvPr>
            <p:cNvSpPr/>
            <p:nvPr userDrawn="1"/>
          </p:nvSpPr>
          <p:spPr>
            <a:xfrm>
              <a:off x="4239977" y="4643999"/>
              <a:ext cx="1009433" cy="396000"/>
            </a:xfrm>
            <a:prstGeom prst="rect">
              <a:avLst/>
            </a:prstGeom>
            <a:solidFill>
              <a:srgbClr val="FFFF00">
                <a:alpha val="0"/>
              </a:srgbClr>
            </a:solidFill>
            <a:ln w="254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none" lIns="108000" tIns="72000" rIns="108000" bIns="216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indent="0" algn="ctr" defTabSz="914400" fontAlgn="auto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r>
                <a:rPr kumimoji="0" lang="en-US" sz="500" b="0" i="0" u="none" strike="noStrike" kern="0" cap="none" spc="0" normalizeH="0" baseline="0" noProof="0">
                  <a:ln>
                    <a:noFill/>
                  </a:ln>
                  <a:solidFill>
                    <a:schemeClr val="accent1">
                      <a:alpha val="30000"/>
                    </a:schemeClr>
                  </a:solidFill>
                  <a:effectLst/>
                  <a:uLnTx/>
                  <a:uFillTx/>
                  <a:latin typeface="Arial Narrow" panose="020B0606020202030204" pitchFamily="34" charset="0"/>
                </a:rPr>
                <a:t>close</a:t>
              </a:r>
            </a:p>
          </p:txBody>
        </p:sp>
        <p:sp>
          <p:nvSpPr>
            <p:cNvPr id="48" name="forward link">
              <a:hlinkClick r:id="" action="ppaction://hlinkshowjump?jump=firstslide"/>
              <a:extLst>
                <a:ext uri="{FF2B5EF4-FFF2-40B4-BE49-F238E27FC236}">
                  <a16:creationId xmlns:a16="http://schemas.microsoft.com/office/drawing/2014/main" id="{690B6C0B-7CE7-FCC3-8AB2-D1441000D5C2}"/>
                </a:ext>
              </a:extLst>
            </p:cNvPr>
            <p:cNvSpPr/>
            <p:nvPr userDrawn="1"/>
          </p:nvSpPr>
          <p:spPr>
            <a:xfrm>
              <a:off x="7636447" y="4644001"/>
              <a:ext cx="1076142" cy="396000"/>
            </a:xfrm>
            <a:prstGeom prst="rect">
              <a:avLst/>
            </a:prstGeom>
            <a:solidFill>
              <a:srgbClr val="FFFF00">
                <a:alpha val="0"/>
              </a:srgbClr>
            </a:solidFill>
            <a:ln w="254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180000" tIns="72000" rIns="108000" bIns="216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r>
                <a:rPr kumimoji="0" lang="en-US" sz="500" b="0" i="0" u="none" strike="noStrike" kern="0" cap="none" spc="0" normalizeH="0" baseline="0" noProof="0">
                  <a:ln>
                    <a:noFill/>
                  </a:ln>
                  <a:solidFill>
                    <a:schemeClr val="accent1">
                      <a:alpha val="30000"/>
                    </a:schemeClr>
                  </a:solidFill>
                  <a:effectLst/>
                  <a:uLnTx/>
                  <a:uFillTx/>
                  <a:latin typeface="Arial Narrow" panose="020B0606020202030204" pitchFamily="34" charset="0"/>
                  <a:ea typeface="+mn-ea"/>
                  <a:cs typeface="+mn-cs"/>
                </a:rPr>
                <a:t>#1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907388656"/>
      </p:ext>
    </p:extLst>
  </p:cSld>
  <p:clrMapOvr>
    <a:masterClrMapping/>
  </p:clrMapOvr>
  <p:transition spd="slow">
    <p:fade/>
  </p:transition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Headline (standard)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432000" y="270000"/>
            <a:ext cx="7128332" cy="288000"/>
          </a:xfrm>
          <a:noFill/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GB" noProof="0" dirty="0"/>
              <a:t>Title / key message of the slide</a:t>
            </a:r>
          </a:p>
        </p:txBody>
      </p:sp>
      <p:sp>
        <p:nvSpPr>
          <p:cNvPr id="3" name="Rechteck 58">
            <a:extLst>
              <a:ext uri="{FF2B5EF4-FFF2-40B4-BE49-F238E27FC236}">
                <a16:creationId xmlns:a16="http://schemas.microsoft.com/office/drawing/2014/main" id="{A7A40347-7FF1-4F65-B320-EBCB70325793}"/>
              </a:ext>
            </a:extLst>
          </p:cNvPr>
          <p:cNvSpPr/>
          <p:nvPr userDrawn="1"/>
        </p:nvSpPr>
        <p:spPr>
          <a:xfrm>
            <a:off x="0" y="0"/>
            <a:ext cx="144000" cy="5143752"/>
          </a:xfrm>
          <a:prstGeom prst="rect">
            <a:avLst/>
          </a:prstGeom>
          <a:solidFill>
            <a:schemeClr val="tx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90000" bIns="90000" rtlCol="0" anchor="t" anchorCtr="0"/>
          <a:lstStyle/>
          <a:p>
            <a:pPr algn="ctr" defTabSz="457200"/>
            <a:endParaRPr lang="en-GB" sz="1800" noProof="0" dirty="0">
              <a:solidFill>
                <a:srgbClr val="F0A51E"/>
              </a:solidFill>
            </a:endParaRPr>
          </a:p>
        </p:txBody>
      </p:sp>
      <p:sp>
        <p:nvSpPr>
          <p:cNvPr id="4" name="FRQ_Logo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7B82DB22-E7E1-45EB-B63E-3C6FDE45A2EA}"/>
              </a:ext>
            </a:extLst>
          </p:cNvPr>
          <p:cNvSpPr>
            <a:spLocks noChangeAspect="1"/>
          </p:cNvSpPr>
          <p:nvPr userDrawn="1"/>
        </p:nvSpPr>
        <p:spPr>
          <a:xfrm>
            <a:off x="7653773" y="4803212"/>
            <a:ext cx="1058818" cy="183600"/>
          </a:xfrm>
          <a:custGeom>
            <a:avLst/>
            <a:gdLst/>
            <a:ahLst/>
            <a:cxnLst/>
            <a:rect l="l" t="t" r="r" b="b"/>
            <a:pathLst>
              <a:path w="7337697" h="1272363">
                <a:moveTo>
                  <a:pt x="2716345" y="1190847"/>
                </a:moveTo>
                <a:lnTo>
                  <a:pt x="2922093" y="1190847"/>
                </a:lnTo>
                <a:lnTo>
                  <a:pt x="2784437" y="1272363"/>
                </a:lnTo>
                <a:lnTo>
                  <a:pt x="2767791" y="1272363"/>
                </a:lnTo>
                <a:close/>
                <a:moveTo>
                  <a:pt x="6349715" y="996069"/>
                </a:moveTo>
                <a:lnTo>
                  <a:pt x="6675164" y="996069"/>
                </a:lnTo>
                <a:lnTo>
                  <a:pt x="6675164" y="1137337"/>
                </a:lnTo>
                <a:lnTo>
                  <a:pt x="6349715" y="1137337"/>
                </a:lnTo>
                <a:close/>
                <a:moveTo>
                  <a:pt x="5776176" y="996069"/>
                </a:moveTo>
                <a:lnTo>
                  <a:pt x="6101618" y="996069"/>
                </a:lnTo>
                <a:lnTo>
                  <a:pt x="6101618" y="1137337"/>
                </a:lnTo>
                <a:lnTo>
                  <a:pt x="5776176" y="1137337"/>
                </a:lnTo>
                <a:close/>
                <a:moveTo>
                  <a:pt x="5200758" y="996069"/>
                </a:moveTo>
                <a:lnTo>
                  <a:pt x="5553174" y="996069"/>
                </a:lnTo>
                <a:lnTo>
                  <a:pt x="5553174" y="1137337"/>
                </a:lnTo>
                <a:lnTo>
                  <a:pt x="5259505" y="1137337"/>
                </a:lnTo>
                <a:close/>
                <a:moveTo>
                  <a:pt x="4709215" y="996069"/>
                </a:moveTo>
                <a:lnTo>
                  <a:pt x="5002679" y="996069"/>
                </a:lnTo>
                <a:lnTo>
                  <a:pt x="5002679" y="1137337"/>
                </a:lnTo>
                <a:lnTo>
                  <a:pt x="4709215" y="1137337"/>
                </a:lnTo>
                <a:close/>
                <a:moveTo>
                  <a:pt x="4020058" y="996069"/>
                </a:moveTo>
                <a:lnTo>
                  <a:pt x="4602020" y="996069"/>
                </a:lnTo>
                <a:lnTo>
                  <a:pt x="4602020" y="1137337"/>
                </a:lnTo>
                <a:lnTo>
                  <a:pt x="4020058" y="1137337"/>
                </a:lnTo>
                <a:close/>
                <a:moveTo>
                  <a:pt x="3174710" y="996069"/>
                </a:moveTo>
                <a:lnTo>
                  <a:pt x="3880010" y="996069"/>
                </a:lnTo>
                <a:cubicBezTo>
                  <a:pt x="3820003" y="1081537"/>
                  <a:pt x="3720293" y="1137337"/>
                  <a:pt x="3607462" y="1137337"/>
                </a:cubicBezTo>
                <a:lnTo>
                  <a:pt x="3447250" y="1137337"/>
                </a:lnTo>
                <a:cubicBezTo>
                  <a:pt x="3334427" y="1137337"/>
                  <a:pt x="3234709" y="1081537"/>
                  <a:pt x="3174710" y="996069"/>
                </a:cubicBezTo>
                <a:close/>
                <a:moveTo>
                  <a:pt x="2253225" y="996069"/>
                </a:moveTo>
                <a:lnTo>
                  <a:pt x="2902944" y="996069"/>
                </a:lnTo>
                <a:cubicBezTo>
                  <a:pt x="2901657" y="998515"/>
                  <a:pt x="2900095" y="1000777"/>
                  <a:pt x="2898533" y="1003025"/>
                </a:cubicBezTo>
                <a:lnTo>
                  <a:pt x="3011229" y="1137337"/>
                </a:lnTo>
                <a:lnTo>
                  <a:pt x="2394281" y="1137337"/>
                </a:lnTo>
                <a:cubicBezTo>
                  <a:pt x="2340651" y="1103535"/>
                  <a:pt x="2292718" y="1055319"/>
                  <a:pt x="2253225" y="996069"/>
                </a:cubicBezTo>
                <a:close/>
                <a:moveTo>
                  <a:pt x="1484095" y="996069"/>
                </a:moveTo>
                <a:lnTo>
                  <a:pt x="2063233" y="996069"/>
                </a:lnTo>
                <a:lnTo>
                  <a:pt x="2063233" y="1137337"/>
                </a:lnTo>
                <a:lnTo>
                  <a:pt x="1484095" y="1137337"/>
                </a:lnTo>
                <a:close/>
                <a:moveTo>
                  <a:pt x="1102018" y="996069"/>
                </a:moveTo>
                <a:lnTo>
                  <a:pt x="1399525" y="996069"/>
                </a:lnTo>
                <a:lnTo>
                  <a:pt x="1467101" y="1137337"/>
                </a:lnTo>
                <a:lnTo>
                  <a:pt x="1164392" y="1137337"/>
                </a:lnTo>
                <a:close/>
                <a:moveTo>
                  <a:pt x="641090" y="996069"/>
                </a:moveTo>
                <a:lnTo>
                  <a:pt x="952975" y="996069"/>
                </a:lnTo>
                <a:lnTo>
                  <a:pt x="952975" y="1137337"/>
                </a:lnTo>
                <a:lnTo>
                  <a:pt x="641090" y="1137337"/>
                </a:lnTo>
                <a:close/>
                <a:moveTo>
                  <a:pt x="0" y="996069"/>
                </a:moveTo>
                <a:lnTo>
                  <a:pt x="326361" y="996069"/>
                </a:lnTo>
                <a:lnTo>
                  <a:pt x="326361" y="1137337"/>
                </a:lnTo>
                <a:lnTo>
                  <a:pt x="321512" y="1137337"/>
                </a:lnTo>
                <a:lnTo>
                  <a:pt x="4849" y="1137337"/>
                </a:lnTo>
                <a:lnTo>
                  <a:pt x="0" y="1137337"/>
                </a:lnTo>
                <a:close/>
                <a:moveTo>
                  <a:pt x="6719915" y="996069"/>
                </a:moveTo>
                <a:lnTo>
                  <a:pt x="7252753" y="996069"/>
                </a:lnTo>
                <a:cubicBezTo>
                  <a:pt x="7215211" y="1043317"/>
                  <a:pt x="7165836" y="1080844"/>
                  <a:pt x="7109273" y="1105337"/>
                </a:cubicBezTo>
                <a:cubicBezTo>
                  <a:pt x="7046906" y="1127172"/>
                  <a:pt x="6976120" y="1140348"/>
                  <a:pt x="6897064" y="1137337"/>
                </a:cubicBezTo>
                <a:cubicBezTo>
                  <a:pt x="6834329" y="1134941"/>
                  <a:pt x="6775030" y="1119927"/>
                  <a:pt x="6719915" y="1096063"/>
                </a:cubicBezTo>
                <a:close/>
                <a:moveTo>
                  <a:pt x="2173137" y="830811"/>
                </a:moveTo>
                <a:lnTo>
                  <a:pt x="2519157" y="830811"/>
                </a:lnTo>
                <a:cubicBezTo>
                  <a:pt x="2536977" y="849514"/>
                  <a:pt x="2557059" y="859863"/>
                  <a:pt x="2578237" y="859863"/>
                </a:cubicBezTo>
                <a:cubicBezTo>
                  <a:pt x="2599421" y="859863"/>
                  <a:pt x="2619504" y="849514"/>
                  <a:pt x="2637324" y="830811"/>
                </a:cubicBezTo>
                <a:lnTo>
                  <a:pt x="2982855" y="830811"/>
                </a:lnTo>
                <a:cubicBezTo>
                  <a:pt x="2970110" y="870911"/>
                  <a:pt x="2953916" y="908552"/>
                  <a:pt x="2934725" y="943125"/>
                </a:cubicBezTo>
                <a:lnTo>
                  <a:pt x="2221169" y="943125"/>
                </a:lnTo>
                <a:cubicBezTo>
                  <a:pt x="2202366" y="908389"/>
                  <a:pt x="2186236" y="870756"/>
                  <a:pt x="2173137" y="830811"/>
                </a:cubicBezTo>
                <a:close/>
                <a:moveTo>
                  <a:pt x="6719915" y="830811"/>
                </a:moveTo>
                <a:lnTo>
                  <a:pt x="6819838" y="830811"/>
                </a:lnTo>
                <a:lnTo>
                  <a:pt x="6837022" y="845591"/>
                </a:lnTo>
                <a:cubicBezTo>
                  <a:pt x="6856214" y="867893"/>
                  <a:pt x="6884799" y="881783"/>
                  <a:pt x="6916644" y="881783"/>
                </a:cubicBezTo>
                <a:cubicBezTo>
                  <a:pt x="6955168" y="881783"/>
                  <a:pt x="6988921" y="861453"/>
                  <a:pt x="7007307" y="830811"/>
                </a:cubicBezTo>
                <a:lnTo>
                  <a:pt x="7330918" y="830811"/>
                </a:lnTo>
                <a:cubicBezTo>
                  <a:pt x="7323524" y="871053"/>
                  <a:pt x="7309352" y="909004"/>
                  <a:pt x="7288937" y="943125"/>
                </a:cubicBezTo>
                <a:lnTo>
                  <a:pt x="6719915" y="943125"/>
                </a:lnTo>
                <a:close/>
                <a:moveTo>
                  <a:pt x="6349715" y="830804"/>
                </a:moveTo>
                <a:lnTo>
                  <a:pt x="6675164" y="830804"/>
                </a:lnTo>
                <a:lnTo>
                  <a:pt x="6675164" y="943125"/>
                </a:lnTo>
                <a:lnTo>
                  <a:pt x="6349715" y="943125"/>
                </a:lnTo>
                <a:close/>
                <a:moveTo>
                  <a:pt x="5776176" y="830804"/>
                </a:moveTo>
                <a:lnTo>
                  <a:pt x="6101618" y="830804"/>
                </a:lnTo>
                <a:lnTo>
                  <a:pt x="6101618" y="943125"/>
                </a:lnTo>
                <a:lnTo>
                  <a:pt x="5776176" y="943125"/>
                </a:lnTo>
                <a:close/>
                <a:moveTo>
                  <a:pt x="5132036" y="830804"/>
                </a:moveTo>
                <a:lnTo>
                  <a:pt x="5553174" y="830804"/>
                </a:lnTo>
                <a:lnTo>
                  <a:pt x="5553174" y="943125"/>
                </a:lnTo>
                <a:lnTo>
                  <a:pt x="5178746" y="943125"/>
                </a:lnTo>
                <a:close/>
                <a:moveTo>
                  <a:pt x="4709215" y="830804"/>
                </a:moveTo>
                <a:lnTo>
                  <a:pt x="5002679" y="830804"/>
                </a:lnTo>
                <a:lnTo>
                  <a:pt x="5002679" y="943125"/>
                </a:lnTo>
                <a:lnTo>
                  <a:pt x="4709215" y="943125"/>
                </a:lnTo>
                <a:close/>
                <a:moveTo>
                  <a:pt x="4020058" y="830804"/>
                </a:moveTo>
                <a:lnTo>
                  <a:pt x="4334927" y="830804"/>
                </a:lnTo>
                <a:lnTo>
                  <a:pt x="4334927" y="871972"/>
                </a:lnTo>
                <a:lnTo>
                  <a:pt x="4602020" y="871972"/>
                </a:lnTo>
                <a:lnTo>
                  <a:pt x="4602020" y="943125"/>
                </a:lnTo>
                <a:lnTo>
                  <a:pt x="4020058" y="943125"/>
                </a:lnTo>
                <a:close/>
                <a:moveTo>
                  <a:pt x="3115665" y="830804"/>
                </a:moveTo>
                <a:lnTo>
                  <a:pt x="3446904" y="830804"/>
                </a:lnTo>
                <a:cubicBezTo>
                  <a:pt x="3461875" y="859771"/>
                  <a:pt x="3492313" y="879373"/>
                  <a:pt x="3527360" y="879373"/>
                </a:cubicBezTo>
                <a:cubicBezTo>
                  <a:pt x="3562406" y="879373"/>
                  <a:pt x="3592837" y="859771"/>
                  <a:pt x="3607808" y="830804"/>
                </a:cubicBezTo>
                <a:lnTo>
                  <a:pt x="3939054" y="830804"/>
                </a:lnTo>
                <a:cubicBezTo>
                  <a:pt x="3936495" y="870678"/>
                  <a:pt x="3926486" y="908566"/>
                  <a:pt x="3910348" y="943125"/>
                </a:cubicBezTo>
                <a:lnTo>
                  <a:pt x="3144371" y="943125"/>
                </a:lnTo>
                <a:cubicBezTo>
                  <a:pt x="3128226" y="908566"/>
                  <a:pt x="3118217" y="870678"/>
                  <a:pt x="3115665" y="830804"/>
                </a:cubicBezTo>
                <a:close/>
                <a:moveTo>
                  <a:pt x="1484095" y="830804"/>
                </a:moveTo>
                <a:lnTo>
                  <a:pt x="1797436" y="830804"/>
                </a:lnTo>
                <a:lnTo>
                  <a:pt x="1797436" y="871972"/>
                </a:lnTo>
                <a:lnTo>
                  <a:pt x="2063233" y="871972"/>
                </a:lnTo>
                <a:lnTo>
                  <a:pt x="2063233" y="943125"/>
                </a:lnTo>
                <a:lnTo>
                  <a:pt x="1484095" y="943125"/>
                </a:lnTo>
                <a:close/>
                <a:moveTo>
                  <a:pt x="1029062" y="830804"/>
                </a:moveTo>
                <a:lnTo>
                  <a:pt x="1320468" y="830804"/>
                </a:lnTo>
                <a:lnTo>
                  <a:pt x="1374205" y="943125"/>
                </a:lnTo>
                <a:lnTo>
                  <a:pt x="1078649" y="943125"/>
                </a:lnTo>
                <a:close/>
                <a:moveTo>
                  <a:pt x="641090" y="830804"/>
                </a:moveTo>
                <a:lnTo>
                  <a:pt x="952975" y="830804"/>
                </a:lnTo>
                <a:lnTo>
                  <a:pt x="952975" y="943125"/>
                </a:lnTo>
                <a:lnTo>
                  <a:pt x="641090" y="943125"/>
                </a:lnTo>
                <a:close/>
                <a:moveTo>
                  <a:pt x="0" y="830804"/>
                </a:moveTo>
                <a:lnTo>
                  <a:pt x="326361" y="830804"/>
                </a:lnTo>
                <a:lnTo>
                  <a:pt x="326361" y="943125"/>
                </a:lnTo>
                <a:lnTo>
                  <a:pt x="0" y="943125"/>
                </a:lnTo>
                <a:close/>
                <a:moveTo>
                  <a:pt x="6719915" y="744863"/>
                </a:moveTo>
                <a:lnTo>
                  <a:pt x="6758284" y="777859"/>
                </a:lnTo>
                <a:lnTo>
                  <a:pt x="6719915" y="777859"/>
                </a:lnTo>
                <a:close/>
                <a:moveTo>
                  <a:pt x="0" y="693897"/>
                </a:moveTo>
                <a:lnTo>
                  <a:pt x="565721" y="693897"/>
                </a:lnTo>
                <a:lnTo>
                  <a:pt x="565721" y="708381"/>
                </a:lnTo>
                <a:lnTo>
                  <a:pt x="560872" y="708381"/>
                </a:lnTo>
                <a:lnTo>
                  <a:pt x="326361" y="708381"/>
                </a:lnTo>
                <a:lnTo>
                  <a:pt x="326361" y="777866"/>
                </a:lnTo>
                <a:lnTo>
                  <a:pt x="0" y="777866"/>
                </a:lnTo>
                <a:close/>
                <a:moveTo>
                  <a:pt x="6982609" y="693890"/>
                </a:moveTo>
                <a:lnTo>
                  <a:pt x="7330834" y="693890"/>
                </a:lnTo>
                <a:cubicBezTo>
                  <a:pt x="7335577" y="715711"/>
                  <a:pt x="7337697" y="738310"/>
                  <a:pt x="7337697" y="761403"/>
                </a:cubicBezTo>
                <a:lnTo>
                  <a:pt x="7337068" y="777859"/>
                </a:lnTo>
                <a:lnTo>
                  <a:pt x="7022950" y="777859"/>
                </a:lnTo>
                <a:cubicBezTo>
                  <a:pt x="7023141" y="777223"/>
                  <a:pt x="7023141" y="776587"/>
                  <a:pt x="7023141" y="775944"/>
                </a:cubicBezTo>
                <a:cubicBezTo>
                  <a:pt x="7023141" y="742480"/>
                  <a:pt x="7007519" y="712643"/>
                  <a:pt x="6982609" y="693890"/>
                </a:cubicBezTo>
                <a:close/>
                <a:moveTo>
                  <a:pt x="6349715" y="693890"/>
                </a:moveTo>
                <a:lnTo>
                  <a:pt x="6675164" y="693890"/>
                </a:lnTo>
                <a:lnTo>
                  <a:pt x="6675164" y="777859"/>
                </a:lnTo>
                <a:lnTo>
                  <a:pt x="6349715" y="777859"/>
                </a:lnTo>
                <a:close/>
                <a:moveTo>
                  <a:pt x="5776176" y="693890"/>
                </a:moveTo>
                <a:lnTo>
                  <a:pt x="6101618" y="693890"/>
                </a:lnTo>
                <a:lnTo>
                  <a:pt x="6101618" y="777859"/>
                </a:lnTo>
                <a:lnTo>
                  <a:pt x="5776176" y="777859"/>
                </a:lnTo>
                <a:close/>
                <a:moveTo>
                  <a:pt x="5075097" y="693890"/>
                </a:moveTo>
                <a:lnTo>
                  <a:pt x="5553174" y="693890"/>
                </a:lnTo>
                <a:lnTo>
                  <a:pt x="5553174" y="777859"/>
                </a:lnTo>
                <a:lnTo>
                  <a:pt x="5110017" y="777859"/>
                </a:lnTo>
                <a:close/>
                <a:moveTo>
                  <a:pt x="4709215" y="693890"/>
                </a:moveTo>
                <a:lnTo>
                  <a:pt x="5002679" y="693890"/>
                </a:lnTo>
                <a:lnTo>
                  <a:pt x="5002679" y="777859"/>
                </a:lnTo>
                <a:lnTo>
                  <a:pt x="4709215" y="777859"/>
                </a:lnTo>
                <a:close/>
                <a:moveTo>
                  <a:pt x="4020058" y="693890"/>
                </a:moveTo>
                <a:lnTo>
                  <a:pt x="4334927" y="693890"/>
                </a:lnTo>
                <a:lnTo>
                  <a:pt x="4334927" y="777859"/>
                </a:lnTo>
                <a:lnTo>
                  <a:pt x="4020058" y="777859"/>
                </a:lnTo>
                <a:close/>
                <a:moveTo>
                  <a:pt x="3618772" y="693890"/>
                </a:moveTo>
                <a:lnTo>
                  <a:pt x="3940284" y="693890"/>
                </a:lnTo>
                <a:lnTo>
                  <a:pt x="3940284" y="777859"/>
                </a:lnTo>
                <a:lnTo>
                  <a:pt x="3618772" y="777859"/>
                </a:lnTo>
                <a:close/>
                <a:moveTo>
                  <a:pt x="3114435" y="693890"/>
                </a:moveTo>
                <a:lnTo>
                  <a:pt x="3435940" y="693890"/>
                </a:lnTo>
                <a:lnTo>
                  <a:pt x="3435940" y="777859"/>
                </a:lnTo>
                <a:lnTo>
                  <a:pt x="3114435" y="777859"/>
                </a:lnTo>
                <a:close/>
                <a:moveTo>
                  <a:pt x="2701889" y="693890"/>
                </a:moveTo>
                <a:lnTo>
                  <a:pt x="3015442" y="693890"/>
                </a:lnTo>
                <a:cubicBezTo>
                  <a:pt x="3011314" y="722702"/>
                  <a:pt x="3005723" y="750786"/>
                  <a:pt x="2998300" y="777859"/>
                </a:cubicBezTo>
                <a:lnTo>
                  <a:pt x="2673169" y="777859"/>
                </a:lnTo>
                <a:cubicBezTo>
                  <a:pt x="2685143" y="753988"/>
                  <a:pt x="2695061" y="725629"/>
                  <a:pt x="2701889" y="693890"/>
                </a:cubicBezTo>
                <a:close/>
                <a:moveTo>
                  <a:pt x="2141265" y="693890"/>
                </a:moveTo>
                <a:lnTo>
                  <a:pt x="2454591" y="693890"/>
                </a:lnTo>
                <a:cubicBezTo>
                  <a:pt x="2461412" y="725629"/>
                  <a:pt x="2471337" y="753988"/>
                  <a:pt x="2483311" y="777859"/>
                </a:cubicBezTo>
                <a:lnTo>
                  <a:pt x="2157904" y="777859"/>
                </a:lnTo>
                <a:cubicBezTo>
                  <a:pt x="2150737" y="750751"/>
                  <a:pt x="2145159" y="722702"/>
                  <a:pt x="2141265" y="693890"/>
                </a:cubicBezTo>
                <a:close/>
                <a:moveTo>
                  <a:pt x="1484095" y="693890"/>
                </a:moveTo>
                <a:lnTo>
                  <a:pt x="1797436" y="693890"/>
                </a:lnTo>
                <a:lnTo>
                  <a:pt x="1797436" y="777859"/>
                </a:lnTo>
                <a:lnTo>
                  <a:pt x="1484095" y="777859"/>
                </a:lnTo>
                <a:close/>
                <a:moveTo>
                  <a:pt x="968618" y="693890"/>
                </a:moveTo>
                <a:lnTo>
                  <a:pt x="1260561" y="693890"/>
                </a:lnTo>
                <a:cubicBezTo>
                  <a:pt x="1259565" y="694993"/>
                  <a:pt x="1258427" y="695919"/>
                  <a:pt x="1257274" y="696845"/>
                </a:cubicBezTo>
                <a:lnTo>
                  <a:pt x="1256384" y="696845"/>
                </a:lnTo>
                <a:lnTo>
                  <a:pt x="1256652" y="697403"/>
                </a:lnTo>
                <a:cubicBezTo>
                  <a:pt x="1256419" y="697651"/>
                  <a:pt x="1256157" y="697863"/>
                  <a:pt x="1255896" y="698075"/>
                </a:cubicBezTo>
                <a:lnTo>
                  <a:pt x="1256970" y="698075"/>
                </a:lnTo>
                <a:lnTo>
                  <a:pt x="1295141" y="777859"/>
                </a:lnTo>
                <a:lnTo>
                  <a:pt x="1005686" y="777859"/>
                </a:lnTo>
                <a:close/>
                <a:moveTo>
                  <a:pt x="641090" y="693890"/>
                </a:moveTo>
                <a:lnTo>
                  <a:pt x="952975" y="693890"/>
                </a:lnTo>
                <a:lnTo>
                  <a:pt x="952975" y="777859"/>
                </a:lnTo>
                <a:lnTo>
                  <a:pt x="641090" y="777859"/>
                </a:lnTo>
                <a:close/>
                <a:moveTo>
                  <a:pt x="6835121" y="566025"/>
                </a:moveTo>
                <a:lnTo>
                  <a:pt x="7281162" y="566025"/>
                </a:lnTo>
                <a:cubicBezTo>
                  <a:pt x="7296317" y="589147"/>
                  <a:pt x="7308390" y="614290"/>
                  <a:pt x="7317007" y="640946"/>
                </a:cubicBezTo>
                <a:lnTo>
                  <a:pt x="6920871" y="640946"/>
                </a:lnTo>
                <a:lnTo>
                  <a:pt x="6867078" y="594681"/>
                </a:lnTo>
                <a:lnTo>
                  <a:pt x="6867078" y="593331"/>
                </a:lnTo>
                <a:close/>
                <a:moveTo>
                  <a:pt x="6349715" y="566025"/>
                </a:moveTo>
                <a:lnTo>
                  <a:pt x="6675164" y="566025"/>
                </a:lnTo>
                <a:lnTo>
                  <a:pt x="6675164" y="640946"/>
                </a:lnTo>
                <a:lnTo>
                  <a:pt x="6349715" y="640946"/>
                </a:lnTo>
                <a:close/>
                <a:moveTo>
                  <a:pt x="5776176" y="566025"/>
                </a:moveTo>
                <a:lnTo>
                  <a:pt x="6101618" y="566025"/>
                </a:lnTo>
                <a:lnTo>
                  <a:pt x="6101618" y="640946"/>
                </a:lnTo>
                <a:lnTo>
                  <a:pt x="5776176" y="640946"/>
                </a:lnTo>
                <a:close/>
                <a:moveTo>
                  <a:pt x="5021927" y="566025"/>
                </a:moveTo>
                <a:lnTo>
                  <a:pt x="5553174" y="566025"/>
                </a:lnTo>
                <a:lnTo>
                  <a:pt x="5553174" y="640946"/>
                </a:lnTo>
                <a:lnTo>
                  <a:pt x="5053086" y="640946"/>
                </a:lnTo>
                <a:close/>
                <a:moveTo>
                  <a:pt x="4709215" y="566025"/>
                </a:moveTo>
                <a:lnTo>
                  <a:pt x="5002679" y="566025"/>
                </a:lnTo>
                <a:lnTo>
                  <a:pt x="5002679" y="640946"/>
                </a:lnTo>
                <a:lnTo>
                  <a:pt x="4709215" y="640946"/>
                </a:lnTo>
                <a:close/>
                <a:moveTo>
                  <a:pt x="4667874" y="566025"/>
                </a:moveTo>
                <a:lnTo>
                  <a:pt x="4668058" y="566025"/>
                </a:lnTo>
                <a:lnTo>
                  <a:pt x="4668058" y="576161"/>
                </a:lnTo>
                <a:cubicBezTo>
                  <a:pt x="4667781" y="574055"/>
                  <a:pt x="4667774" y="571948"/>
                  <a:pt x="4667774" y="569835"/>
                </a:cubicBezTo>
                <a:close/>
                <a:moveTo>
                  <a:pt x="4020058" y="566025"/>
                </a:moveTo>
                <a:lnTo>
                  <a:pt x="4587920" y="566025"/>
                </a:lnTo>
                <a:lnTo>
                  <a:pt x="4587920" y="637426"/>
                </a:lnTo>
                <a:lnTo>
                  <a:pt x="4334927" y="637426"/>
                </a:lnTo>
                <a:lnTo>
                  <a:pt x="4334927" y="640946"/>
                </a:lnTo>
                <a:lnTo>
                  <a:pt x="4020058" y="640946"/>
                </a:lnTo>
                <a:close/>
                <a:moveTo>
                  <a:pt x="3618772" y="566025"/>
                </a:moveTo>
                <a:lnTo>
                  <a:pt x="3940284" y="566025"/>
                </a:lnTo>
                <a:lnTo>
                  <a:pt x="3940284" y="640946"/>
                </a:lnTo>
                <a:lnTo>
                  <a:pt x="3618772" y="640946"/>
                </a:lnTo>
                <a:close/>
                <a:moveTo>
                  <a:pt x="3114435" y="566025"/>
                </a:moveTo>
                <a:lnTo>
                  <a:pt x="3435940" y="566025"/>
                </a:lnTo>
                <a:lnTo>
                  <a:pt x="3435940" y="640946"/>
                </a:lnTo>
                <a:lnTo>
                  <a:pt x="3114435" y="640946"/>
                </a:lnTo>
                <a:close/>
                <a:moveTo>
                  <a:pt x="2717886" y="566025"/>
                </a:moveTo>
                <a:lnTo>
                  <a:pt x="3024214" y="566025"/>
                </a:lnTo>
                <a:cubicBezTo>
                  <a:pt x="3024313" y="567297"/>
                  <a:pt x="3024313" y="568563"/>
                  <a:pt x="3024313" y="569835"/>
                </a:cubicBezTo>
                <a:cubicBezTo>
                  <a:pt x="3024313" y="593890"/>
                  <a:pt x="3023338" y="617626"/>
                  <a:pt x="3021175" y="640946"/>
                </a:cubicBezTo>
                <a:lnTo>
                  <a:pt x="2711778" y="640946"/>
                </a:lnTo>
                <a:cubicBezTo>
                  <a:pt x="2715793" y="617146"/>
                  <a:pt x="2717836" y="592009"/>
                  <a:pt x="2717886" y="566025"/>
                </a:cubicBezTo>
                <a:close/>
                <a:moveTo>
                  <a:pt x="2132266" y="566025"/>
                </a:moveTo>
                <a:lnTo>
                  <a:pt x="2438595" y="566025"/>
                </a:lnTo>
                <a:cubicBezTo>
                  <a:pt x="2438644" y="592009"/>
                  <a:pt x="2440687" y="617146"/>
                  <a:pt x="2444702" y="640946"/>
                </a:cubicBezTo>
                <a:lnTo>
                  <a:pt x="2135348" y="640946"/>
                </a:lnTo>
                <a:cubicBezTo>
                  <a:pt x="2133143" y="617626"/>
                  <a:pt x="2132167" y="593890"/>
                  <a:pt x="2132167" y="569835"/>
                </a:cubicBezTo>
                <a:close/>
                <a:moveTo>
                  <a:pt x="2128766" y="566025"/>
                </a:moveTo>
                <a:lnTo>
                  <a:pt x="2128950" y="566025"/>
                </a:lnTo>
                <a:lnTo>
                  <a:pt x="2128950" y="576161"/>
                </a:lnTo>
                <a:cubicBezTo>
                  <a:pt x="2128674" y="574055"/>
                  <a:pt x="2128667" y="571948"/>
                  <a:pt x="2128667" y="569835"/>
                </a:cubicBezTo>
                <a:close/>
                <a:moveTo>
                  <a:pt x="1484095" y="566025"/>
                </a:moveTo>
                <a:lnTo>
                  <a:pt x="2049201" y="566025"/>
                </a:lnTo>
                <a:lnTo>
                  <a:pt x="2049201" y="637426"/>
                </a:lnTo>
                <a:lnTo>
                  <a:pt x="1797436" y="637426"/>
                </a:lnTo>
                <a:lnTo>
                  <a:pt x="1797436" y="640946"/>
                </a:lnTo>
                <a:lnTo>
                  <a:pt x="1484095" y="640946"/>
                </a:lnTo>
                <a:close/>
                <a:moveTo>
                  <a:pt x="641090" y="566025"/>
                </a:moveTo>
                <a:lnTo>
                  <a:pt x="1365150" y="566025"/>
                </a:lnTo>
                <a:cubicBezTo>
                  <a:pt x="1351302" y="593133"/>
                  <a:pt x="1334139" y="618262"/>
                  <a:pt x="1314142" y="640946"/>
                </a:cubicBezTo>
                <a:lnTo>
                  <a:pt x="641090" y="640946"/>
                </a:lnTo>
                <a:close/>
                <a:moveTo>
                  <a:pt x="0" y="566025"/>
                </a:moveTo>
                <a:lnTo>
                  <a:pt x="565721" y="566025"/>
                </a:lnTo>
                <a:lnTo>
                  <a:pt x="565721" y="640946"/>
                </a:lnTo>
                <a:lnTo>
                  <a:pt x="0" y="640946"/>
                </a:lnTo>
                <a:close/>
                <a:moveTo>
                  <a:pt x="6756545" y="457464"/>
                </a:moveTo>
                <a:lnTo>
                  <a:pt x="7182151" y="457464"/>
                </a:lnTo>
                <a:lnTo>
                  <a:pt x="7182858" y="458037"/>
                </a:lnTo>
                <a:lnTo>
                  <a:pt x="7180292" y="458037"/>
                </a:lnTo>
                <a:cubicBezTo>
                  <a:pt x="7202805" y="474090"/>
                  <a:pt x="7223460" y="492511"/>
                  <a:pt x="7241676" y="513080"/>
                </a:cubicBezTo>
                <a:lnTo>
                  <a:pt x="6789754" y="513080"/>
                </a:lnTo>
                <a:cubicBezTo>
                  <a:pt x="6776719" y="495854"/>
                  <a:pt x="6765614" y="477207"/>
                  <a:pt x="6756545" y="457464"/>
                </a:cubicBezTo>
                <a:close/>
                <a:moveTo>
                  <a:pt x="6349715" y="457464"/>
                </a:moveTo>
                <a:lnTo>
                  <a:pt x="6675164" y="457464"/>
                </a:lnTo>
                <a:lnTo>
                  <a:pt x="6675164" y="513080"/>
                </a:lnTo>
                <a:lnTo>
                  <a:pt x="6349715" y="513080"/>
                </a:lnTo>
                <a:close/>
                <a:moveTo>
                  <a:pt x="5776176" y="457464"/>
                </a:moveTo>
                <a:lnTo>
                  <a:pt x="6101618" y="457464"/>
                </a:lnTo>
                <a:lnTo>
                  <a:pt x="6101618" y="513080"/>
                </a:lnTo>
                <a:lnTo>
                  <a:pt x="5776176" y="513080"/>
                </a:lnTo>
                <a:close/>
                <a:moveTo>
                  <a:pt x="5257250" y="457464"/>
                </a:moveTo>
                <a:lnTo>
                  <a:pt x="5553174" y="457464"/>
                </a:lnTo>
                <a:lnTo>
                  <a:pt x="5553174" y="513080"/>
                </a:lnTo>
                <a:lnTo>
                  <a:pt x="5257250" y="513080"/>
                </a:lnTo>
                <a:close/>
                <a:moveTo>
                  <a:pt x="4709215" y="457464"/>
                </a:moveTo>
                <a:lnTo>
                  <a:pt x="5227173" y="457464"/>
                </a:lnTo>
                <a:lnTo>
                  <a:pt x="5252917" y="513080"/>
                </a:lnTo>
                <a:lnTo>
                  <a:pt x="4709215" y="513080"/>
                </a:lnTo>
                <a:close/>
                <a:moveTo>
                  <a:pt x="4020058" y="457464"/>
                </a:moveTo>
                <a:lnTo>
                  <a:pt x="4334927" y="457464"/>
                </a:lnTo>
                <a:lnTo>
                  <a:pt x="4334927" y="460928"/>
                </a:lnTo>
                <a:lnTo>
                  <a:pt x="4587920" y="460928"/>
                </a:lnTo>
                <a:lnTo>
                  <a:pt x="4587920" y="513080"/>
                </a:lnTo>
                <a:lnTo>
                  <a:pt x="4020058" y="513080"/>
                </a:lnTo>
                <a:close/>
                <a:moveTo>
                  <a:pt x="3618772" y="457464"/>
                </a:moveTo>
                <a:lnTo>
                  <a:pt x="3940284" y="457464"/>
                </a:lnTo>
                <a:lnTo>
                  <a:pt x="3940284" y="513080"/>
                </a:lnTo>
                <a:lnTo>
                  <a:pt x="3618772" y="513080"/>
                </a:lnTo>
                <a:close/>
                <a:moveTo>
                  <a:pt x="3114435" y="457464"/>
                </a:moveTo>
                <a:lnTo>
                  <a:pt x="3435940" y="457464"/>
                </a:lnTo>
                <a:lnTo>
                  <a:pt x="3435940" y="513080"/>
                </a:lnTo>
                <a:lnTo>
                  <a:pt x="3114435" y="513080"/>
                </a:lnTo>
                <a:close/>
                <a:moveTo>
                  <a:pt x="2711460" y="457464"/>
                </a:moveTo>
                <a:lnTo>
                  <a:pt x="3016785" y="457464"/>
                </a:lnTo>
                <a:cubicBezTo>
                  <a:pt x="3019464" y="475708"/>
                  <a:pt x="3021274" y="494264"/>
                  <a:pt x="3022292" y="513080"/>
                </a:cubicBezTo>
                <a:lnTo>
                  <a:pt x="2716896" y="513080"/>
                </a:lnTo>
                <a:cubicBezTo>
                  <a:pt x="2716550" y="493889"/>
                  <a:pt x="2714712" y="475277"/>
                  <a:pt x="2711460" y="457464"/>
                </a:cubicBezTo>
                <a:close/>
                <a:moveTo>
                  <a:pt x="2139695" y="457464"/>
                </a:moveTo>
                <a:lnTo>
                  <a:pt x="2445020" y="457464"/>
                </a:lnTo>
                <a:cubicBezTo>
                  <a:pt x="2441769" y="475277"/>
                  <a:pt x="2439924" y="493889"/>
                  <a:pt x="2439577" y="513080"/>
                </a:cubicBezTo>
                <a:lnTo>
                  <a:pt x="2134189" y="513080"/>
                </a:lnTo>
                <a:cubicBezTo>
                  <a:pt x="2135207" y="494264"/>
                  <a:pt x="2137016" y="475708"/>
                  <a:pt x="2139695" y="457464"/>
                </a:cubicBezTo>
                <a:close/>
                <a:moveTo>
                  <a:pt x="1484095" y="457464"/>
                </a:moveTo>
                <a:lnTo>
                  <a:pt x="1797436" y="457464"/>
                </a:lnTo>
                <a:lnTo>
                  <a:pt x="1797436" y="460928"/>
                </a:lnTo>
                <a:lnTo>
                  <a:pt x="2049201" y="460928"/>
                </a:lnTo>
                <a:lnTo>
                  <a:pt x="2049201" y="513080"/>
                </a:lnTo>
                <a:lnTo>
                  <a:pt x="1484095" y="513080"/>
                </a:lnTo>
                <a:close/>
                <a:moveTo>
                  <a:pt x="1108069" y="457464"/>
                </a:moveTo>
                <a:lnTo>
                  <a:pt x="1405088" y="457464"/>
                </a:lnTo>
                <a:cubicBezTo>
                  <a:pt x="1401362" y="476578"/>
                  <a:pt x="1395983" y="495140"/>
                  <a:pt x="1389261" y="513080"/>
                </a:cubicBezTo>
                <a:lnTo>
                  <a:pt x="1035049" y="513080"/>
                </a:lnTo>
                <a:cubicBezTo>
                  <a:pt x="1065352" y="503410"/>
                  <a:pt x="1090920" y="483441"/>
                  <a:pt x="1108069" y="457464"/>
                </a:cubicBezTo>
                <a:close/>
                <a:moveTo>
                  <a:pt x="641090" y="457464"/>
                </a:moveTo>
                <a:lnTo>
                  <a:pt x="953766" y="457464"/>
                </a:lnTo>
                <a:lnTo>
                  <a:pt x="953766" y="513080"/>
                </a:lnTo>
                <a:lnTo>
                  <a:pt x="641090" y="513080"/>
                </a:lnTo>
                <a:close/>
                <a:moveTo>
                  <a:pt x="0" y="457464"/>
                </a:moveTo>
                <a:lnTo>
                  <a:pt x="565721" y="457464"/>
                </a:lnTo>
                <a:lnTo>
                  <a:pt x="565721" y="513080"/>
                </a:lnTo>
                <a:lnTo>
                  <a:pt x="0" y="513080"/>
                </a:lnTo>
                <a:close/>
                <a:moveTo>
                  <a:pt x="6726468" y="363974"/>
                </a:moveTo>
                <a:lnTo>
                  <a:pt x="7067984" y="363974"/>
                </a:lnTo>
                <a:cubicBezTo>
                  <a:pt x="7070607" y="367140"/>
                  <a:pt x="7073887" y="369523"/>
                  <a:pt x="7077308" y="371714"/>
                </a:cubicBezTo>
                <a:lnTo>
                  <a:pt x="7117416" y="404513"/>
                </a:lnTo>
                <a:lnTo>
                  <a:pt x="6736209" y="404513"/>
                </a:lnTo>
                <a:cubicBezTo>
                  <a:pt x="6731614" y="391450"/>
                  <a:pt x="6728334" y="377899"/>
                  <a:pt x="6726468" y="363974"/>
                </a:cubicBezTo>
                <a:close/>
                <a:moveTo>
                  <a:pt x="6349715" y="363974"/>
                </a:moveTo>
                <a:lnTo>
                  <a:pt x="6675164" y="363974"/>
                </a:lnTo>
                <a:lnTo>
                  <a:pt x="6675164" y="404513"/>
                </a:lnTo>
                <a:lnTo>
                  <a:pt x="6349715" y="404513"/>
                </a:lnTo>
                <a:close/>
                <a:moveTo>
                  <a:pt x="5776176" y="363974"/>
                </a:moveTo>
                <a:lnTo>
                  <a:pt x="6101618" y="363974"/>
                </a:lnTo>
                <a:lnTo>
                  <a:pt x="6101618" y="404513"/>
                </a:lnTo>
                <a:lnTo>
                  <a:pt x="5776176" y="404513"/>
                </a:lnTo>
                <a:close/>
                <a:moveTo>
                  <a:pt x="5257250" y="363974"/>
                </a:moveTo>
                <a:lnTo>
                  <a:pt x="5553174" y="363974"/>
                </a:lnTo>
                <a:lnTo>
                  <a:pt x="5553174" y="404513"/>
                </a:lnTo>
                <a:lnTo>
                  <a:pt x="5257250" y="404513"/>
                </a:lnTo>
                <a:close/>
                <a:moveTo>
                  <a:pt x="4709215" y="363974"/>
                </a:moveTo>
                <a:lnTo>
                  <a:pt x="5183906" y="363974"/>
                </a:lnTo>
                <a:lnTo>
                  <a:pt x="5202666" y="404513"/>
                </a:lnTo>
                <a:lnTo>
                  <a:pt x="4709215" y="404513"/>
                </a:lnTo>
                <a:close/>
                <a:moveTo>
                  <a:pt x="4020058" y="363974"/>
                </a:moveTo>
                <a:lnTo>
                  <a:pt x="4334927" y="363974"/>
                </a:lnTo>
                <a:lnTo>
                  <a:pt x="4334927" y="404513"/>
                </a:lnTo>
                <a:lnTo>
                  <a:pt x="4020058" y="404513"/>
                </a:lnTo>
                <a:close/>
                <a:moveTo>
                  <a:pt x="3618772" y="363974"/>
                </a:moveTo>
                <a:lnTo>
                  <a:pt x="3940284" y="363974"/>
                </a:lnTo>
                <a:lnTo>
                  <a:pt x="3940284" y="404513"/>
                </a:lnTo>
                <a:lnTo>
                  <a:pt x="3618772" y="404513"/>
                </a:lnTo>
                <a:close/>
                <a:moveTo>
                  <a:pt x="3114435" y="363974"/>
                </a:moveTo>
                <a:lnTo>
                  <a:pt x="3435940" y="363974"/>
                </a:lnTo>
                <a:lnTo>
                  <a:pt x="3435940" y="404513"/>
                </a:lnTo>
                <a:lnTo>
                  <a:pt x="3114435" y="404513"/>
                </a:lnTo>
                <a:close/>
                <a:moveTo>
                  <a:pt x="2690127" y="363974"/>
                </a:moveTo>
                <a:lnTo>
                  <a:pt x="2999106" y="363974"/>
                </a:lnTo>
                <a:cubicBezTo>
                  <a:pt x="3002732" y="377220"/>
                  <a:pt x="3005758" y="390750"/>
                  <a:pt x="3008161" y="404513"/>
                </a:cubicBezTo>
                <a:lnTo>
                  <a:pt x="2701338" y="404513"/>
                </a:lnTo>
                <a:cubicBezTo>
                  <a:pt x="2698602" y="390170"/>
                  <a:pt x="2694672" y="376662"/>
                  <a:pt x="2690127" y="363974"/>
                </a:cubicBezTo>
                <a:close/>
                <a:moveTo>
                  <a:pt x="2157374" y="363974"/>
                </a:moveTo>
                <a:lnTo>
                  <a:pt x="2466353" y="363974"/>
                </a:lnTo>
                <a:cubicBezTo>
                  <a:pt x="2461808" y="376662"/>
                  <a:pt x="2457878" y="390170"/>
                  <a:pt x="2455142" y="404513"/>
                </a:cubicBezTo>
                <a:lnTo>
                  <a:pt x="2148326" y="404513"/>
                </a:lnTo>
                <a:cubicBezTo>
                  <a:pt x="2150722" y="390750"/>
                  <a:pt x="2153748" y="377220"/>
                  <a:pt x="2157374" y="363974"/>
                </a:cubicBezTo>
                <a:close/>
                <a:moveTo>
                  <a:pt x="1484095" y="363974"/>
                </a:moveTo>
                <a:lnTo>
                  <a:pt x="1797436" y="363974"/>
                </a:lnTo>
                <a:lnTo>
                  <a:pt x="1797436" y="404513"/>
                </a:lnTo>
                <a:lnTo>
                  <a:pt x="1484095" y="404513"/>
                </a:lnTo>
                <a:close/>
                <a:moveTo>
                  <a:pt x="1130314" y="363974"/>
                </a:moveTo>
                <a:lnTo>
                  <a:pt x="1414659" y="363974"/>
                </a:lnTo>
                <a:cubicBezTo>
                  <a:pt x="1414821" y="365614"/>
                  <a:pt x="1414828" y="367254"/>
                  <a:pt x="1414828" y="368901"/>
                </a:cubicBezTo>
                <a:lnTo>
                  <a:pt x="1412771" y="404513"/>
                </a:lnTo>
                <a:lnTo>
                  <a:pt x="1129282" y="404513"/>
                </a:lnTo>
                <a:cubicBezTo>
                  <a:pt x="1131077" y="396320"/>
                  <a:pt x="1131855" y="387830"/>
                  <a:pt x="1131855" y="379157"/>
                </a:cubicBezTo>
                <a:close/>
                <a:moveTo>
                  <a:pt x="641090" y="363974"/>
                </a:moveTo>
                <a:lnTo>
                  <a:pt x="953766" y="363974"/>
                </a:lnTo>
                <a:lnTo>
                  <a:pt x="953766" y="404513"/>
                </a:lnTo>
                <a:lnTo>
                  <a:pt x="641090" y="404513"/>
                </a:lnTo>
                <a:close/>
                <a:moveTo>
                  <a:pt x="0" y="363974"/>
                </a:moveTo>
                <a:lnTo>
                  <a:pt x="326170" y="363974"/>
                </a:lnTo>
                <a:lnTo>
                  <a:pt x="326170" y="404513"/>
                </a:lnTo>
                <a:lnTo>
                  <a:pt x="0" y="404513"/>
                </a:lnTo>
                <a:close/>
                <a:moveTo>
                  <a:pt x="0" y="284062"/>
                </a:moveTo>
                <a:lnTo>
                  <a:pt x="326170" y="284062"/>
                </a:lnTo>
                <a:lnTo>
                  <a:pt x="326170" y="311029"/>
                </a:lnTo>
                <a:lnTo>
                  <a:pt x="0" y="311029"/>
                </a:lnTo>
                <a:close/>
                <a:moveTo>
                  <a:pt x="7297165" y="284055"/>
                </a:moveTo>
                <a:lnTo>
                  <a:pt x="7297434" y="284055"/>
                </a:lnTo>
                <a:lnTo>
                  <a:pt x="7297434" y="284288"/>
                </a:lnTo>
                <a:close/>
                <a:moveTo>
                  <a:pt x="6720749" y="284055"/>
                </a:moveTo>
                <a:lnTo>
                  <a:pt x="7028873" y="284055"/>
                </a:lnTo>
                <a:cubicBezTo>
                  <a:pt x="7028895" y="293400"/>
                  <a:pt x="7030195" y="302455"/>
                  <a:pt x="7032690" y="311029"/>
                </a:cubicBezTo>
                <a:lnTo>
                  <a:pt x="6720693" y="311029"/>
                </a:lnTo>
                <a:cubicBezTo>
                  <a:pt x="6719993" y="306724"/>
                  <a:pt x="6719915" y="302391"/>
                  <a:pt x="6719915" y="298037"/>
                </a:cubicBezTo>
                <a:close/>
                <a:moveTo>
                  <a:pt x="6349715" y="284055"/>
                </a:moveTo>
                <a:lnTo>
                  <a:pt x="6675164" y="284055"/>
                </a:lnTo>
                <a:lnTo>
                  <a:pt x="6675164" y="311029"/>
                </a:lnTo>
                <a:lnTo>
                  <a:pt x="6349715" y="311029"/>
                </a:lnTo>
                <a:close/>
                <a:moveTo>
                  <a:pt x="5776176" y="284055"/>
                </a:moveTo>
                <a:lnTo>
                  <a:pt x="6101618" y="284055"/>
                </a:lnTo>
                <a:lnTo>
                  <a:pt x="6101618" y="311029"/>
                </a:lnTo>
                <a:lnTo>
                  <a:pt x="5776176" y="311029"/>
                </a:lnTo>
                <a:close/>
                <a:moveTo>
                  <a:pt x="5257250" y="284055"/>
                </a:moveTo>
                <a:lnTo>
                  <a:pt x="5553174" y="284055"/>
                </a:lnTo>
                <a:lnTo>
                  <a:pt x="5553174" y="311029"/>
                </a:lnTo>
                <a:lnTo>
                  <a:pt x="5257250" y="311029"/>
                </a:lnTo>
                <a:close/>
                <a:moveTo>
                  <a:pt x="4709215" y="284055"/>
                </a:moveTo>
                <a:lnTo>
                  <a:pt x="5146922" y="284055"/>
                </a:lnTo>
                <a:lnTo>
                  <a:pt x="5159406" y="311029"/>
                </a:lnTo>
                <a:lnTo>
                  <a:pt x="4709215" y="311029"/>
                </a:lnTo>
                <a:close/>
                <a:moveTo>
                  <a:pt x="4020058" y="284055"/>
                </a:moveTo>
                <a:lnTo>
                  <a:pt x="4334927" y="284055"/>
                </a:lnTo>
                <a:lnTo>
                  <a:pt x="4334927" y="311029"/>
                </a:lnTo>
                <a:lnTo>
                  <a:pt x="4020058" y="311029"/>
                </a:lnTo>
                <a:close/>
                <a:moveTo>
                  <a:pt x="3618772" y="284055"/>
                </a:moveTo>
                <a:lnTo>
                  <a:pt x="3940284" y="284055"/>
                </a:lnTo>
                <a:lnTo>
                  <a:pt x="3940284" y="311029"/>
                </a:lnTo>
                <a:lnTo>
                  <a:pt x="3618772" y="311029"/>
                </a:lnTo>
                <a:close/>
                <a:moveTo>
                  <a:pt x="3114435" y="284055"/>
                </a:moveTo>
                <a:lnTo>
                  <a:pt x="3435940" y="284055"/>
                </a:lnTo>
                <a:lnTo>
                  <a:pt x="3435940" y="311029"/>
                </a:lnTo>
                <a:lnTo>
                  <a:pt x="3114435" y="311029"/>
                </a:lnTo>
                <a:close/>
                <a:moveTo>
                  <a:pt x="2649553" y="284055"/>
                </a:moveTo>
                <a:lnTo>
                  <a:pt x="2974451" y="284055"/>
                </a:lnTo>
                <a:cubicBezTo>
                  <a:pt x="2978020" y="292834"/>
                  <a:pt x="2981166" y="301840"/>
                  <a:pt x="2983965" y="311029"/>
                </a:cubicBezTo>
                <a:lnTo>
                  <a:pt x="2667253" y="311029"/>
                </a:lnTo>
                <a:cubicBezTo>
                  <a:pt x="2661767" y="301041"/>
                  <a:pt x="2655907" y="291972"/>
                  <a:pt x="2649553" y="284055"/>
                </a:cubicBezTo>
                <a:close/>
                <a:moveTo>
                  <a:pt x="2182030" y="284055"/>
                </a:moveTo>
                <a:lnTo>
                  <a:pt x="2506921" y="284055"/>
                </a:lnTo>
                <a:cubicBezTo>
                  <a:pt x="2500566" y="291972"/>
                  <a:pt x="2494713" y="301041"/>
                  <a:pt x="2489228" y="311029"/>
                </a:cubicBezTo>
                <a:lnTo>
                  <a:pt x="2172515" y="311029"/>
                </a:lnTo>
                <a:cubicBezTo>
                  <a:pt x="2175314" y="301840"/>
                  <a:pt x="2178460" y="292834"/>
                  <a:pt x="2182030" y="284055"/>
                </a:cubicBezTo>
                <a:close/>
                <a:moveTo>
                  <a:pt x="1484095" y="284055"/>
                </a:moveTo>
                <a:lnTo>
                  <a:pt x="1797436" y="284055"/>
                </a:lnTo>
                <a:lnTo>
                  <a:pt x="1797436" y="311029"/>
                </a:lnTo>
                <a:lnTo>
                  <a:pt x="1484095" y="311029"/>
                </a:lnTo>
                <a:close/>
                <a:moveTo>
                  <a:pt x="1094475" y="284055"/>
                </a:moveTo>
                <a:lnTo>
                  <a:pt x="1406183" y="284055"/>
                </a:lnTo>
                <a:cubicBezTo>
                  <a:pt x="1408078" y="292940"/>
                  <a:pt x="1409619" y="301932"/>
                  <a:pt x="1410849" y="311029"/>
                </a:cubicBezTo>
                <a:lnTo>
                  <a:pt x="1113632" y="311029"/>
                </a:lnTo>
                <a:cubicBezTo>
                  <a:pt x="1108818" y="300956"/>
                  <a:pt x="1102308" y="291908"/>
                  <a:pt x="1094475" y="284055"/>
                </a:cubicBezTo>
                <a:close/>
                <a:moveTo>
                  <a:pt x="641090" y="284055"/>
                </a:moveTo>
                <a:lnTo>
                  <a:pt x="953766" y="284055"/>
                </a:lnTo>
                <a:lnTo>
                  <a:pt x="953766" y="311029"/>
                </a:lnTo>
                <a:lnTo>
                  <a:pt x="641090" y="311029"/>
                </a:lnTo>
                <a:close/>
                <a:moveTo>
                  <a:pt x="7265038" y="281609"/>
                </a:moveTo>
                <a:lnTo>
                  <a:pt x="7296254" y="281609"/>
                </a:lnTo>
                <a:lnTo>
                  <a:pt x="7296254" y="313708"/>
                </a:lnTo>
                <a:lnTo>
                  <a:pt x="7277090" y="313708"/>
                </a:lnTo>
                <a:close/>
                <a:moveTo>
                  <a:pt x="7209386" y="208215"/>
                </a:moveTo>
                <a:lnTo>
                  <a:pt x="7297434" y="208215"/>
                </a:lnTo>
                <a:lnTo>
                  <a:pt x="7297434" y="226254"/>
                </a:lnTo>
                <a:lnTo>
                  <a:pt x="7297434" y="231111"/>
                </a:lnTo>
                <a:lnTo>
                  <a:pt x="7235611" y="231111"/>
                </a:lnTo>
                <a:lnTo>
                  <a:pt x="7214497" y="212958"/>
                </a:lnTo>
                <a:close/>
                <a:moveTo>
                  <a:pt x="6731119" y="208215"/>
                </a:moveTo>
                <a:lnTo>
                  <a:pt x="7060082" y="208215"/>
                </a:lnTo>
                <a:cubicBezTo>
                  <a:pt x="7053296" y="214923"/>
                  <a:pt x="7047429" y="222550"/>
                  <a:pt x="7043081" y="231111"/>
                </a:cubicBezTo>
                <a:lnTo>
                  <a:pt x="6726645" y="231111"/>
                </a:lnTo>
                <a:cubicBezTo>
                  <a:pt x="6727429" y="223300"/>
                  <a:pt x="6729083" y="215694"/>
                  <a:pt x="6731119" y="208215"/>
                </a:cubicBezTo>
                <a:close/>
                <a:moveTo>
                  <a:pt x="6349715" y="208215"/>
                </a:moveTo>
                <a:lnTo>
                  <a:pt x="6675164" y="208215"/>
                </a:lnTo>
                <a:lnTo>
                  <a:pt x="6675164" y="231111"/>
                </a:lnTo>
                <a:lnTo>
                  <a:pt x="6349715" y="231111"/>
                </a:lnTo>
                <a:close/>
                <a:moveTo>
                  <a:pt x="5605002" y="208215"/>
                </a:moveTo>
                <a:lnTo>
                  <a:pt x="5605559" y="208215"/>
                </a:lnTo>
                <a:lnTo>
                  <a:pt x="5610734" y="208215"/>
                </a:lnTo>
                <a:lnTo>
                  <a:pt x="6286422" y="208215"/>
                </a:lnTo>
                <a:lnTo>
                  <a:pt x="6286422" y="231111"/>
                </a:lnTo>
                <a:lnTo>
                  <a:pt x="5610734" y="231111"/>
                </a:lnTo>
                <a:lnTo>
                  <a:pt x="5605559" y="231111"/>
                </a:lnTo>
                <a:lnTo>
                  <a:pt x="5605002" y="231111"/>
                </a:lnTo>
                <a:close/>
                <a:moveTo>
                  <a:pt x="5257250" y="208215"/>
                </a:moveTo>
                <a:lnTo>
                  <a:pt x="5553174" y="208215"/>
                </a:lnTo>
                <a:lnTo>
                  <a:pt x="5553174" y="231111"/>
                </a:lnTo>
                <a:lnTo>
                  <a:pt x="5257250" y="231111"/>
                </a:lnTo>
                <a:close/>
                <a:moveTo>
                  <a:pt x="4709215" y="208215"/>
                </a:moveTo>
                <a:lnTo>
                  <a:pt x="5111819" y="208215"/>
                </a:lnTo>
                <a:lnTo>
                  <a:pt x="5122415" y="231111"/>
                </a:lnTo>
                <a:lnTo>
                  <a:pt x="4709215" y="231111"/>
                </a:lnTo>
                <a:close/>
                <a:moveTo>
                  <a:pt x="4020058" y="208215"/>
                </a:moveTo>
                <a:lnTo>
                  <a:pt x="4602020" y="208215"/>
                </a:lnTo>
                <a:lnTo>
                  <a:pt x="4602020" y="231111"/>
                </a:lnTo>
                <a:lnTo>
                  <a:pt x="4020058" y="231111"/>
                </a:lnTo>
                <a:close/>
                <a:moveTo>
                  <a:pt x="3618772" y="208215"/>
                </a:moveTo>
                <a:lnTo>
                  <a:pt x="3940284" y="208215"/>
                </a:lnTo>
                <a:lnTo>
                  <a:pt x="3940284" y="231111"/>
                </a:lnTo>
                <a:lnTo>
                  <a:pt x="3618772" y="231111"/>
                </a:lnTo>
                <a:close/>
                <a:moveTo>
                  <a:pt x="3114435" y="208215"/>
                </a:moveTo>
                <a:lnTo>
                  <a:pt x="3435940" y="208215"/>
                </a:lnTo>
                <a:lnTo>
                  <a:pt x="3435940" y="231111"/>
                </a:lnTo>
                <a:lnTo>
                  <a:pt x="3114435" y="231111"/>
                </a:lnTo>
                <a:close/>
                <a:moveTo>
                  <a:pt x="2215224" y="208215"/>
                </a:moveTo>
                <a:lnTo>
                  <a:pt x="2941256" y="208215"/>
                </a:lnTo>
                <a:cubicBezTo>
                  <a:pt x="2945377" y="215609"/>
                  <a:pt x="2949116" y="223264"/>
                  <a:pt x="2952580" y="231111"/>
                </a:cubicBezTo>
                <a:lnTo>
                  <a:pt x="2203900" y="231111"/>
                </a:lnTo>
                <a:cubicBezTo>
                  <a:pt x="2207364" y="223264"/>
                  <a:pt x="2211103" y="215609"/>
                  <a:pt x="2215224" y="208215"/>
                </a:cubicBezTo>
                <a:close/>
                <a:moveTo>
                  <a:pt x="1484095" y="208215"/>
                </a:moveTo>
                <a:lnTo>
                  <a:pt x="2063233" y="208215"/>
                </a:lnTo>
                <a:lnTo>
                  <a:pt x="2063233" y="231111"/>
                </a:lnTo>
                <a:lnTo>
                  <a:pt x="1484095" y="231111"/>
                </a:lnTo>
                <a:close/>
                <a:moveTo>
                  <a:pt x="641090" y="208215"/>
                </a:moveTo>
                <a:lnTo>
                  <a:pt x="1382793" y="208215"/>
                </a:lnTo>
                <a:cubicBezTo>
                  <a:pt x="1386094" y="215680"/>
                  <a:pt x="1388999" y="223321"/>
                  <a:pt x="1391579" y="231111"/>
                </a:cubicBezTo>
                <a:lnTo>
                  <a:pt x="641090" y="231111"/>
                </a:lnTo>
                <a:close/>
                <a:moveTo>
                  <a:pt x="0" y="208215"/>
                </a:moveTo>
                <a:lnTo>
                  <a:pt x="565721" y="208215"/>
                </a:lnTo>
                <a:lnTo>
                  <a:pt x="565721" y="231111"/>
                </a:lnTo>
                <a:lnTo>
                  <a:pt x="0" y="231111"/>
                </a:lnTo>
                <a:close/>
                <a:moveTo>
                  <a:pt x="6759684" y="131463"/>
                </a:moveTo>
                <a:lnTo>
                  <a:pt x="7297434" y="131463"/>
                </a:lnTo>
                <a:lnTo>
                  <a:pt x="7297434" y="155264"/>
                </a:lnTo>
                <a:lnTo>
                  <a:pt x="6749243" y="155264"/>
                </a:lnTo>
                <a:close/>
                <a:moveTo>
                  <a:pt x="6349715" y="131463"/>
                </a:moveTo>
                <a:lnTo>
                  <a:pt x="6675164" y="131463"/>
                </a:lnTo>
                <a:lnTo>
                  <a:pt x="6675164" y="155264"/>
                </a:lnTo>
                <a:lnTo>
                  <a:pt x="6349715" y="155264"/>
                </a:lnTo>
                <a:close/>
                <a:moveTo>
                  <a:pt x="5605002" y="131463"/>
                </a:moveTo>
                <a:lnTo>
                  <a:pt x="5605559" y="131463"/>
                </a:lnTo>
                <a:lnTo>
                  <a:pt x="5610734" y="131463"/>
                </a:lnTo>
                <a:lnTo>
                  <a:pt x="6286422" y="131463"/>
                </a:lnTo>
                <a:lnTo>
                  <a:pt x="6286422" y="155264"/>
                </a:lnTo>
                <a:lnTo>
                  <a:pt x="5610734" y="155264"/>
                </a:lnTo>
                <a:lnTo>
                  <a:pt x="5605559" y="155264"/>
                </a:lnTo>
                <a:lnTo>
                  <a:pt x="5605002" y="155264"/>
                </a:lnTo>
                <a:close/>
                <a:moveTo>
                  <a:pt x="5257250" y="131463"/>
                </a:moveTo>
                <a:lnTo>
                  <a:pt x="5553174" y="131463"/>
                </a:lnTo>
                <a:lnTo>
                  <a:pt x="5553174" y="155264"/>
                </a:lnTo>
                <a:lnTo>
                  <a:pt x="5257250" y="155264"/>
                </a:lnTo>
                <a:close/>
                <a:moveTo>
                  <a:pt x="4709215" y="131463"/>
                </a:moveTo>
                <a:lnTo>
                  <a:pt x="5076299" y="131463"/>
                </a:lnTo>
                <a:lnTo>
                  <a:pt x="5087312" y="155264"/>
                </a:lnTo>
                <a:lnTo>
                  <a:pt x="4709215" y="155264"/>
                </a:lnTo>
                <a:close/>
                <a:moveTo>
                  <a:pt x="4020058" y="131463"/>
                </a:moveTo>
                <a:lnTo>
                  <a:pt x="4602020" y="131463"/>
                </a:lnTo>
                <a:lnTo>
                  <a:pt x="4602020" y="155264"/>
                </a:lnTo>
                <a:lnTo>
                  <a:pt x="4020058" y="155264"/>
                </a:lnTo>
                <a:close/>
                <a:moveTo>
                  <a:pt x="3618772" y="131463"/>
                </a:moveTo>
                <a:lnTo>
                  <a:pt x="3940284" y="131463"/>
                </a:lnTo>
                <a:lnTo>
                  <a:pt x="3940284" y="155264"/>
                </a:lnTo>
                <a:lnTo>
                  <a:pt x="3618772" y="155264"/>
                </a:lnTo>
                <a:close/>
                <a:moveTo>
                  <a:pt x="3114435" y="131463"/>
                </a:moveTo>
                <a:lnTo>
                  <a:pt x="3435940" y="131463"/>
                </a:lnTo>
                <a:lnTo>
                  <a:pt x="3435940" y="155264"/>
                </a:lnTo>
                <a:lnTo>
                  <a:pt x="3114435" y="155264"/>
                </a:lnTo>
                <a:close/>
                <a:moveTo>
                  <a:pt x="2261482" y="131463"/>
                </a:moveTo>
                <a:lnTo>
                  <a:pt x="2894999" y="131463"/>
                </a:lnTo>
                <a:cubicBezTo>
                  <a:pt x="2900717" y="139105"/>
                  <a:pt x="2906089" y="147085"/>
                  <a:pt x="2911313" y="155264"/>
                </a:cubicBezTo>
                <a:lnTo>
                  <a:pt x="2245167" y="155264"/>
                </a:lnTo>
                <a:cubicBezTo>
                  <a:pt x="2250391" y="147085"/>
                  <a:pt x="2255763" y="139105"/>
                  <a:pt x="2261482" y="131463"/>
                </a:cubicBezTo>
                <a:close/>
                <a:moveTo>
                  <a:pt x="1484095" y="131463"/>
                </a:moveTo>
                <a:lnTo>
                  <a:pt x="2063233" y="131463"/>
                </a:lnTo>
                <a:lnTo>
                  <a:pt x="2063233" y="155264"/>
                </a:lnTo>
                <a:lnTo>
                  <a:pt x="1484095" y="155264"/>
                </a:lnTo>
                <a:close/>
                <a:moveTo>
                  <a:pt x="641090" y="131463"/>
                </a:moveTo>
                <a:lnTo>
                  <a:pt x="1340275" y="131463"/>
                </a:lnTo>
                <a:cubicBezTo>
                  <a:pt x="1346432" y="138829"/>
                  <a:pt x="1351585" y="146894"/>
                  <a:pt x="1356243" y="155264"/>
                </a:cubicBezTo>
                <a:lnTo>
                  <a:pt x="641090" y="155264"/>
                </a:lnTo>
                <a:close/>
                <a:moveTo>
                  <a:pt x="0" y="131463"/>
                </a:moveTo>
                <a:lnTo>
                  <a:pt x="565721" y="131463"/>
                </a:lnTo>
                <a:lnTo>
                  <a:pt x="565721" y="155264"/>
                </a:lnTo>
                <a:lnTo>
                  <a:pt x="0" y="155264"/>
                </a:lnTo>
                <a:close/>
                <a:moveTo>
                  <a:pt x="6805100" y="62402"/>
                </a:moveTo>
                <a:lnTo>
                  <a:pt x="7297434" y="62402"/>
                </a:lnTo>
                <a:lnTo>
                  <a:pt x="7297434" y="78512"/>
                </a:lnTo>
                <a:lnTo>
                  <a:pt x="6793090" y="78512"/>
                </a:lnTo>
                <a:close/>
                <a:moveTo>
                  <a:pt x="6349715" y="62402"/>
                </a:moveTo>
                <a:lnTo>
                  <a:pt x="6675164" y="62402"/>
                </a:lnTo>
                <a:lnTo>
                  <a:pt x="6675164" y="78512"/>
                </a:lnTo>
                <a:lnTo>
                  <a:pt x="6349715" y="78512"/>
                </a:lnTo>
                <a:close/>
                <a:moveTo>
                  <a:pt x="5605002" y="62402"/>
                </a:moveTo>
                <a:lnTo>
                  <a:pt x="5605559" y="62402"/>
                </a:lnTo>
                <a:lnTo>
                  <a:pt x="5610734" y="62402"/>
                </a:lnTo>
                <a:lnTo>
                  <a:pt x="6286422" y="62402"/>
                </a:lnTo>
                <a:lnTo>
                  <a:pt x="6286422" y="78512"/>
                </a:lnTo>
                <a:lnTo>
                  <a:pt x="5610734" y="78512"/>
                </a:lnTo>
                <a:lnTo>
                  <a:pt x="5605559" y="78512"/>
                </a:lnTo>
                <a:lnTo>
                  <a:pt x="5605002" y="78512"/>
                </a:lnTo>
                <a:close/>
                <a:moveTo>
                  <a:pt x="5257250" y="62402"/>
                </a:moveTo>
                <a:lnTo>
                  <a:pt x="5553174" y="62402"/>
                </a:lnTo>
                <a:lnTo>
                  <a:pt x="5553174" y="78512"/>
                </a:lnTo>
                <a:lnTo>
                  <a:pt x="5257250" y="78512"/>
                </a:lnTo>
                <a:close/>
                <a:moveTo>
                  <a:pt x="4709215" y="62402"/>
                </a:moveTo>
                <a:lnTo>
                  <a:pt x="5044335" y="62402"/>
                </a:lnTo>
                <a:lnTo>
                  <a:pt x="5051792" y="78512"/>
                </a:lnTo>
                <a:lnTo>
                  <a:pt x="4709215" y="78512"/>
                </a:lnTo>
                <a:close/>
                <a:moveTo>
                  <a:pt x="4020058" y="62402"/>
                </a:moveTo>
                <a:lnTo>
                  <a:pt x="4602020" y="62402"/>
                </a:lnTo>
                <a:lnTo>
                  <a:pt x="4602020" y="78512"/>
                </a:lnTo>
                <a:lnTo>
                  <a:pt x="4020058" y="78512"/>
                </a:lnTo>
                <a:close/>
                <a:moveTo>
                  <a:pt x="3618772" y="62402"/>
                </a:moveTo>
                <a:lnTo>
                  <a:pt x="3940284" y="62402"/>
                </a:lnTo>
                <a:lnTo>
                  <a:pt x="3940284" y="78512"/>
                </a:lnTo>
                <a:lnTo>
                  <a:pt x="3618772" y="78512"/>
                </a:lnTo>
                <a:close/>
                <a:moveTo>
                  <a:pt x="3114435" y="62402"/>
                </a:moveTo>
                <a:lnTo>
                  <a:pt x="3435940" y="62402"/>
                </a:lnTo>
                <a:lnTo>
                  <a:pt x="3435940" y="78512"/>
                </a:lnTo>
                <a:lnTo>
                  <a:pt x="3114435" y="78512"/>
                </a:lnTo>
                <a:close/>
                <a:moveTo>
                  <a:pt x="2319537" y="62402"/>
                </a:moveTo>
                <a:lnTo>
                  <a:pt x="2836943" y="62402"/>
                </a:lnTo>
                <a:cubicBezTo>
                  <a:pt x="2842273" y="67464"/>
                  <a:pt x="2847398" y="72808"/>
                  <a:pt x="2852191" y="78512"/>
                </a:cubicBezTo>
                <a:lnTo>
                  <a:pt x="2304290" y="78512"/>
                </a:lnTo>
                <a:cubicBezTo>
                  <a:pt x="2309082" y="72808"/>
                  <a:pt x="2314207" y="67464"/>
                  <a:pt x="2319537" y="62402"/>
                </a:cubicBezTo>
                <a:close/>
                <a:moveTo>
                  <a:pt x="1484095" y="62402"/>
                </a:moveTo>
                <a:lnTo>
                  <a:pt x="2063233" y="62402"/>
                </a:lnTo>
                <a:lnTo>
                  <a:pt x="2063233" y="78512"/>
                </a:lnTo>
                <a:lnTo>
                  <a:pt x="1484095" y="78512"/>
                </a:lnTo>
                <a:close/>
                <a:moveTo>
                  <a:pt x="641090" y="62402"/>
                </a:moveTo>
                <a:lnTo>
                  <a:pt x="1281824" y="62402"/>
                </a:lnTo>
                <a:cubicBezTo>
                  <a:pt x="1287443" y="67322"/>
                  <a:pt x="1292745" y="72581"/>
                  <a:pt x="1297333" y="78512"/>
                </a:cubicBezTo>
                <a:lnTo>
                  <a:pt x="641090" y="78512"/>
                </a:lnTo>
                <a:close/>
                <a:moveTo>
                  <a:pt x="0" y="62402"/>
                </a:moveTo>
                <a:lnTo>
                  <a:pt x="565721" y="62402"/>
                </a:lnTo>
                <a:lnTo>
                  <a:pt x="565721" y="78512"/>
                </a:lnTo>
                <a:lnTo>
                  <a:pt x="0" y="78512"/>
                </a:lnTo>
                <a:close/>
                <a:moveTo>
                  <a:pt x="6897049" y="0"/>
                </a:moveTo>
                <a:lnTo>
                  <a:pt x="6935531" y="0"/>
                </a:lnTo>
                <a:cubicBezTo>
                  <a:pt x="6947824" y="0"/>
                  <a:pt x="6959989" y="551"/>
                  <a:pt x="6971992" y="1831"/>
                </a:cubicBezTo>
                <a:lnTo>
                  <a:pt x="6971992" y="0"/>
                </a:lnTo>
                <a:lnTo>
                  <a:pt x="7297434" y="0"/>
                </a:lnTo>
                <a:lnTo>
                  <a:pt x="7297434" y="9458"/>
                </a:lnTo>
                <a:lnTo>
                  <a:pt x="6859218" y="9458"/>
                </a:lnTo>
                <a:cubicBezTo>
                  <a:pt x="6861621" y="6956"/>
                  <a:pt x="6864336" y="4828"/>
                  <a:pt x="6867078" y="2736"/>
                </a:cubicBezTo>
                <a:lnTo>
                  <a:pt x="6867078" y="1732"/>
                </a:lnTo>
                <a:close/>
                <a:moveTo>
                  <a:pt x="6349715" y="0"/>
                </a:moveTo>
                <a:lnTo>
                  <a:pt x="6675164" y="0"/>
                </a:lnTo>
                <a:lnTo>
                  <a:pt x="6675164" y="9458"/>
                </a:lnTo>
                <a:lnTo>
                  <a:pt x="6349715" y="9458"/>
                </a:lnTo>
                <a:close/>
                <a:moveTo>
                  <a:pt x="5605002" y="0"/>
                </a:moveTo>
                <a:lnTo>
                  <a:pt x="5605559" y="0"/>
                </a:lnTo>
                <a:lnTo>
                  <a:pt x="5610734" y="0"/>
                </a:lnTo>
                <a:lnTo>
                  <a:pt x="6286422" y="0"/>
                </a:lnTo>
                <a:lnTo>
                  <a:pt x="6286422" y="9458"/>
                </a:lnTo>
                <a:lnTo>
                  <a:pt x="5610734" y="9458"/>
                </a:lnTo>
                <a:lnTo>
                  <a:pt x="5605559" y="9458"/>
                </a:lnTo>
                <a:lnTo>
                  <a:pt x="5605002" y="9458"/>
                </a:lnTo>
                <a:close/>
                <a:moveTo>
                  <a:pt x="5257250" y="0"/>
                </a:moveTo>
                <a:lnTo>
                  <a:pt x="5553174" y="0"/>
                </a:lnTo>
                <a:lnTo>
                  <a:pt x="5553174" y="9458"/>
                </a:lnTo>
                <a:lnTo>
                  <a:pt x="5257250" y="9458"/>
                </a:lnTo>
                <a:close/>
                <a:moveTo>
                  <a:pt x="4709215" y="0"/>
                </a:moveTo>
                <a:lnTo>
                  <a:pt x="5015452" y="0"/>
                </a:lnTo>
                <a:lnTo>
                  <a:pt x="5019835" y="9458"/>
                </a:lnTo>
                <a:lnTo>
                  <a:pt x="4709215" y="9458"/>
                </a:lnTo>
                <a:close/>
                <a:moveTo>
                  <a:pt x="4020058" y="0"/>
                </a:moveTo>
                <a:lnTo>
                  <a:pt x="4602020" y="0"/>
                </a:lnTo>
                <a:lnTo>
                  <a:pt x="4602020" y="9458"/>
                </a:lnTo>
                <a:lnTo>
                  <a:pt x="4020058" y="9458"/>
                </a:lnTo>
                <a:close/>
                <a:moveTo>
                  <a:pt x="3618772" y="0"/>
                </a:moveTo>
                <a:lnTo>
                  <a:pt x="3940284" y="0"/>
                </a:lnTo>
                <a:lnTo>
                  <a:pt x="3940284" y="9458"/>
                </a:lnTo>
                <a:lnTo>
                  <a:pt x="3618772" y="9458"/>
                </a:lnTo>
                <a:close/>
                <a:moveTo>
                  <a:pt x="3114435" y="0"/>
                </a:moveTo>
                <a:lnTo>
                  <a:pt x="3435940" y="0"/>
                </a:lnTo>
                <a:lnTo>
                  <a:pt x="3435940" y="9458"/>
                </a:lnTo>
                <a:lnTo>
                  <a:pt x="3114435" y="9458"/>
                </a:lnTo>
                <a:close/>
                <a:moveTo>
                  <a:pt x="2397738" y="0"/>
                </a:moveTo>
                <a:lnTo>
                  <a:pt x="2758743" y="0"/>
                </a:lnTo>
                <a:lnTo>
                  <a:pt x="2772732" y="9458"/>
                </a:lnTo>
                <a:lnTo>
                  <a:pt x="2383749" y="9458"/>
                </a:lnTo>
                <a:close/>
                <a:moveTo>
                  <a:pt x="1484095" y="0"/>
                </a:moveTo>
                <a:lnTo>
                  <a:pt x="2063233" y="0"/>
                </a:lnTo>
                <a:lnTo>
                  <a:pt x="2063233" y="9458"/>
                </a:lnTo>
                <a:lnTo>
                  <a:pt x="1484095" y="9458"/>
                </a:lnTo>
                <a:close/>
                <a:moveTo>
                  <a:pt x="641090" y="0"/>
                </a:moveTo>
                <a:lnTo>
                  <a:pt x="1196639" y="0"/>
                </a:lnTo>
                <a:lnTo>
                  <a:pt x="1211413" y="9458"/>
                </a:lnTo>
                <a:lnTo>
                  <a:pt x="641090" y="9458"/>
                </a:lnTo>
                <a:close/>
                <a:moveTo>
                  <a:pt x="0" y="0"/>
                </a:moveTo>
                <a:lnTo>
                  <a:pt x="565721" y="0"/>
                </a:lnTo>
                <a:lnTo>
                  <a:pt x="565721" y="9458"/>
                </a:lnTo>
                <a:lnTo>
                  <a:pt x="0" y="945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89444" bIns="89444" rtlCol="0" anchor="t" anchorCtr="0"/>
          <a:lstStyle/>
          <a:p>
            <a:pPr algn="ctr" defTabSz="454365"/>
            <a:endParaRPr lang="en-GB" sz="1789" noProof="0">
              <a:solidFill>
                <a:schemeClr val="bg1"/>
              </a:solidFill>
            </a:endParaRP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C10B8FBC-FC06-4BE4-BE42-7EC4A9A72AA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l="9244" t="9243" r="15796" b="9243"/>
          <a:stretch/>
        </p:blipFill>
        <p:spPr>
          <a:xfrm>
            <a:off x="8089145" y="218519"/>
            <a:ext cx="864355" cy="36142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63985557"/>
      </p:ext>
    </p:extLst>
  </p:cSld>
  <p:clrMapOvr>
    <a:masterClrMapping/>
  </p:clrMapOvr>
  <p:transition spd="slow">
    <p:fade/>
  </p:transition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bg>
      <p:bgPr>
        <a:gradFill>
          <a:gsLst>
            <a:gs pos="0">
              <a:schemeClr val="tx1"/>
            </a:gs>
            <a:gs pos="100000">
              <a:schemeClr val="accent3"/>
            </a:gs>
          </a:gsLst>
          <a:lin ang="189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423865" y="1485167"/>
            <a:ext cx="8280000" cy="2101260"/>
          </a:xfr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>
              <a:defRPr lang="en-GB" sz="4400" noProof="0" dirty="0">
                <a:solidFill>
                  <a:schemeClr val="bg1"/>
                </a:solidFill>
              </a:defRPr>
            </a:lvl1pPr>
          </a:lstStyle>
          <a:p>
            <a:pPr lvl="0">
              <a:lnSpc>
                <a:spcPct val="90000"/>
              </a:lnSpc>
            </a:pPr>
            <a:r>
              <a:rPr lang="en-GB" noProof="0" dirty="0"/>
              <a:t>Chapter</a:t>
            </a:r>
          </a:p>
        </p:txBody>
      </p:sp>
      <p:sp>
        <p:nvSpPr>
          <p:cNvPr id="5" name="Rechteck 373"/>
          <p:cNvSpPr>
            <a:spLocks noChangeAspect="1"/>
          </p:cNvSpPr>
          <p:nvPr userDrawn="1"/>
        </p:nvSpPr>
        <p:spPr>
          <a:xfrm flipH="1">
            <a:off x="5652876" y="506776"/>
            <a:ext cx="3059585" cy="3079652"/>
          </a:xfrm>
          <a:custGeom>
            <a:avLst/>
            <a:gdLst/>
            <a:ahLst/>
            <a:cxnLst/>
            <a:rect l="l" t="t" r="r" b="b"/>
            <a:pathLst>
              <a:path w="3059585" h="3060642">
                <a:moveTo>
                  <a:pt x="972000" y="2088642"/>
                </a:moveTo>
                <a:lnTo>
                  <a:pt x="0" y="2088642"/>
                </a:lnTo>
                <a:lnTo>
                  <a:pt x="0" y="3060642"/>
                </a:lnTo>
                <a:lnTo>
                  <a:pt x="972000" y="3060642"/>
                </a:lnTo>
                <a:close/>
                <a:moveTo>
                  <a:pt x="972000" y="1044526"/>
                </a:moveTo>
                <a:lnTo>
                  <a:pt x="0" y="1044526"/>
                </a:lnTo>
                <a:lnTo>
                  <a:pt x="0" y="2016526"/>
                </a:lnTo>
                <a:lnTo>
                  <a:pt x="972000" y="2016526"/>
                </a:lnTo>
                <a:close/>
                <a:moveTo>
                  <a:pt x="2015793" y="1044526"/>
                </a:moveTo>
                <a:lnTo>
                  <a:pt x="1043793" y="1044526"/>
                </a:lnTo>
                <a:lnTo>
                  <a:pt x="1043793" y="2016526"/>
                </a:lnTo>
                <a:lnTo>
                  <a:pt x="2015793" y="2016526"/>
                </a:lnTo>
                <a:close/>
                <a:moveTo>
                  <a:pt x="3059585" y="583"/>
                </a:moveTo>
                <a:lnTo>
                  <a:pt x="2087585" y="583"/>
                </a:lnTo>
                <a:lnTo>
                  <a:pt x="2087585" y="972583"/>
                </a:lnTo>
                <a:lnTo>
                  <a:pt x="3059585" y="972583"/>
                </a:lnTo>
                <a:close/>
                <a:moveTo>
                  <a:pt x="972000" y="0"/>
                </a:moveTo>
                <a:lnTo>
                  <a:pt x="0" y="0"/>
                </a:lnTo>
                <a:lnTo>
                  <a:pt x="0" y="972000"/>
                </a:lnTo>
                <a:lnTo>
                  <a:pt x="972000" y="972000"/>
                </a:lnTo>
                <a:close/>
                <a:moveTo>
                  <a:pt x="2015793" y="0"/>
                </a:moveTo>
                <a:lnTo>
                  <a:pt x="1043793" y="0"/>
                </a:lnTo>
                <a:lnTo>
                  <a:pt x="1043793" y="972000"/>
                </a:lnTo>
                <a:lnTo>
                  <a:pt x="2015793" y="972000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6000" bIns="72000" rtlCol="0" anchor="b"/>
          <a:lstStyle/>
          <a:p>
            <a:pPr defTabSz="457189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endParaRPr lang="en-GB" sz="800" noProof="0" dirty="0">
              <a:solidFill>
                <a:srgbClr val="004182"/>
              </a:solidFill>
            </a:endParaRPr>
          </a:p>
        </p:txBody>
      </p:sp>
      <p:sp>
        <p:nvSpPr>
          <p:cNvPr id="6" name="Freihandform: Form 49">
            <a:extLst>
              <a:ext uri="{FF2B5EF4-FFF2-40B4-BE49-F238E27FC236}">
                <a16:creationId xmlns:a16="http://schemas.microsoft.com/office/drawing/2014/main" id="{D2F6692B-6E9B-4C6D-ACEC-1A70DCD4CA65}"/>
              </a:ext>
            </a:extLst>
          </p:cNvPr>
          <p:cNvSpPr>
            <a:spLocks noChangeAspect="1"/>
          </p:cNvSpPr>
          <p:nvPr userDrawn="1"/>
        </p:nvSpPr>
        <p:spPr>
          <a:xfrm>
            <a:off x="7655146" y="4833046"/>
            <a:ext cx="1057447" cy="184740"/>
          </a:xfrm>
          <a:custGeom>
            <a:avLst/>
            <a:gdLst>
              <a:gd name="connsiteX0" fmla="*/ 4196821 w 11362354"/>
              <a:gd name="connsiteY0" fmla="*/ 1846406 h 1972800"/>
              <a:gd name="connsiteX1" fmla="*/ 4515841 w 11362354"/>
              <a:gd name="connsiteY1" fmla="*/ 1846406 h 1972800"/>
              <a:gd name="connsiteX2" fmla="*/ 4302401 w 11362354"/>
              <a:gd name="connsiteY2" fmla="*/ 1972800 h 1972800"/>
              <a:gd name="connsiteX3" fmla="*/ 4276590 w 11362354"/>
              <a:gd name="connsiteY3" fmla="*/ 1972800 h 1972800"/>
              <a:gd name="connsiteX4" fmla="*/ 10408772 w 11362354"/>
              <a:gd name="connsiteY4" fmla="*/ 1547682 h 1972800"/>
              <a:gd name="connsiteX5" fmla="*/ 11236685 w 11362354"/>
              <a:gd name="connsiteY5" fmla="*/ 1547682 h 1972800"/>
              <a:gd name="connsiteX6" fmla="*/ 11013744 w 11362354"/>
              <a:gd name="connsiteY6" fmla="*/ 1726479 h 1972800"/>
              <a:gd name="connsiteX7" fmla="*/ 10702056 w 11362354"/>
              <a:gd name="connsiteY7" fmla="*/ 1776200 h 1972800"/>
              <a:gd name="connsiteX8" fmla="*/ 10408772 w 11362354"/>
              <a:gd name="connsiteY8" fmla="*/ 1703049 h 1972800"/>
              <a:gd name="connsiteX9" fmla="*/ 9781432 w 11362354"/>
              <a:gd name="connsiteY9" fmla="*/ 1544408 h 1972800"/>
              <a:gd name="connsiteX10" fmla="*/ 10286039 w 11362354"/>
              <a:gd name="connsiteY10" fmla="*/ 1544408 h 1972800"/>
              <a:gd name="connsiteX11" fmla="*/ 10286039 w 11362354"/>
              <a:gd name="connsiteY11" fmla="*/ 1763438 h 1972800"/>
              <a:gd name="connsiteX12" fmla="*/ 9781432 w 11362354"/>
              <a:gd name="connsiteY12" fmla="*/ 1763438 h 1972800"/>
              <a:gd name="connsiteX13" fmla="*/ 8877431 w 11362354"/>
              <a:gd name="connsiteY13" fmla="*/ 1544408 h 1972800"/>
              <a:gd name="connsiteX14" fmla="*/ 9382033 w 11362354"/>
              <a:gd name="connsiteY14" fmla="*/ 1544408 h 1972800"/>
              <a:gd name="connsiteX15" fmla="*/ 9382033 w 11362354"/>
              <a:gd name="connsiteY15" fmla="*/ 1763438 h 1972800"/>
              <a:gd name="connsiteX16" fmla="*/ 8877431 w 11362354"/>
              <a:gd name="connsiteY16" fmla="*/ 1763438 h 1972800"/>
              <a:gd name="connsiteX17" fmla="*/ 7955283 w 11362354"/>
              <a:gd name="connsiteY17" fmla="*/ 1544408 h 1972800"/>
              <a:gd name="connsiteX18" fmla="*/ 8501703 w 11362354"/>
              <a:gd name="connsiteY18" fmla="*/ 1544408 h 1972800"/>
              <a:gd name="connsiteX19" fmla="*/ 8501703 w 11362354"/>
              <a:gd name="connsiteY19" fmla="*/ 1763438 h 1972800"/>
              <a:gd name="connsiteX20" fmla="*/ 8046371 w 11362354"/>
              <a:gd name="connsiteY20" fmla="*/ 1763438 h 1972800"/>
              <a:gd name="connsiteX21" fmla="*/ 7193139 w 11362354"/>
              <a:gd name="connsiteY21" fmla="*/ 1544408 h 1972800"/>
              <a:gd name="connsiteX22" fmla="*/ 7648159 w 11362354"/>
              <a:gd name="connsiteY22" fmla="*/ 1544408 h 1972800"/>
              <a:gd name="connsiteX23" fmla="*/ 7648159 w 11362354"/>
              <a:gd name="connsiteY23" fmla="*/ 1763438 h 1972800"/>
              <a:gd name="connsiteX24" fmla="*/ 7193139 w 11362354"/>
              <a:gd name="connsiteY24" fmla="*/ 1763438 h 1972800"/>
              <a:gd name="connsiteX25" fmla="*/ 6188669 w 11362354"/>
              <a:gd name="connsiteY25" fmla="*/ 1544408 h 1972800"/>
              <a:gd name="connsiteX26" fmla="*/ 7080275 w 11362354"/>
              <a:gd name="connsiteY26" fmla="*/ 1544408 h 1972800"/>
              <a:gd name="connsiteX27" fmla="*/ 7080275 w 11362354"/>
              <a:gd name="connsiteY27" fmla="*/ 1763438 h 1972800"/>
              <a:gd name="connsiteX28" fmla="*/ 6188669 w 11362354"/>
              <a:gd name="connsiteY28" fmla="*/ 1763438 h 1972800"/>
              <a:gd name="connsiteX29" fmla="*/ 4886266 w 11362354"/>
              <a:gd name="connsiteY29" fmla="*/ 1544408 h 1972800"/>
              <a:gd name="connsiteX30" fmla="*/ 5979839 w 11362354"/>
              <a:gd name="connsiteY30" fmla="*/ 1544408 h 1972800"/>
              <a:gd name="connsiteX31" fmla="*/ 5557257 w 11362354"/>
              <a:gd name="connsiteY31" fmla="*/ 1763438 h 1972800"/>
              <a:gd name="connsiteX32" fmla="*/ 5308843 w 11362354"/>
              <a:gd name="connsiteY32" fmla="*/ 1763438 h 1972800"/>
              <a:gd name="connsiteX33" fmla="*/ 4886266 w 11362354"/>
              <a:gd name="connsiteY33" fmla="*/ 1544408 h 1972800"/>
              <a:gd name="connsiteX34" fmla="*/ 2285298 w 11362354"/>
              <a:gd name="connsiteY34" fmla="*/ 1544408 h 1972800"/>
              <a:gd name="connsiteX35" fmla="*/ 3183254 w 11362354"/>
              <a:gd name="connsiteY35" fmla="*/ 1544408 h 1972800"/>
              <a:gd name="connsiteX36" fmla="*/ 3183254 w 11362354"/>
              <a:gd name="connsiteY36" fmla="*/ 1763438 h 1972800"/>
              <a:gd name="connsiteX37" fmla="*/ 2285298 w 11362354"/>
              <a:gd name="connsiteY37" fmla="*/ 1763438 h 1972800"/>
              <a:gd name="connsiteX38" fmla="*/ 1699767 w 11362354"/>
              <a:gd name="connsiteY38" fmla="*/ 1544408 h 1972800"/>
              <a:gd name="connsiteX39" fmla="*/ 2161050 w 11362354"/>
              <a:gd name="connsiteY39" fmla="*/ 1544408 h 1972800"/>
              <a:gd name="connsiteX40" fmla="*/ 2265828 w 11362354"/>
              <a:gd name="connsiteY40" fmla="*/ 1763438 h 1972800"/>
              <a:gd name="connsiteX41" fmla="*/ 1796468 w 11362354"/>
              <a:gd name="connsiteY41" fmla="*/ 1763438 h 1972800"/>
              <a:gd name="connsiteX42" fmla="*/ 985097 w 11362354"/>
              <a:gd name="connsiteY42" fmla="*/ 1544408 h 1972800"/>
              <a:gd name="connsiteX43" fmla="*/ 1468672 w 11362354"/>
              <a:gd name="connsiteY43" fmla="*/ 1544408 h 1972800"/>
              <a:gd name="connsiteX44" fmla="*/ 1468672 w 11362354"/>
              <a:gd name="connsiteY44" fmla="*/ 1763438 h 1972800"/>
              <a:gd name="connsiteX45" fmla="*/ 985097 w 11362354"/>
              <a:gd name="connsiteY45" fmla="*/ 1763438 h 1972800"/>
              <a:gd name="connsiteX46" fmla="*/ 0 w 11362354"/>
              <a:gd name="connsiteY46" fmla="*/ 1544408 h 1972800"/>
              <a:gd name="connsiteX47" fmla="*/ 506025 w 11362354"/>
              <a:gd name="connsiteY47" fmla="*/ 1544408 h 1972800"/>
              <a:gd name="connsiteX48" fmla="*/ 506025 w 11362354"/>
              <a:gd name="connsiteY48" fmla="*/ 1763438 h 1972800"/>
              <a:gd name="connsiteX49" fmla="*/ 498505 w 11362354"/>
              <a:gd name="connsiteY49" fmla="*/ 1763438 h 1972800"/>
              <a:gd name="connsiteX50" fmla="*/ 7520 w 11362354"/>
              <a:gd name="connsiteY50" fmla="*/ 1763438 h 1972800"/>
              <a:gd name="connsiteX51" fmla="*/ 0 w 11362354"/>
              <a:gd name="connsiteY51" fmla="*/ 1763438 h 1972800"/>
              <a:gd name="connsiteX52" fmla="*/ 3478763 w 11362354"/>
              <a:gd name="connsiteY52" fmla="*/ 1544407 h 1972800"/>
              <a:gd name="connsiteX53" fmla="*/ 4486152 w 11362354"/>
              <a:gd name="connsiteY53" fmla="*/ 1544407 h 1972800"/>
              <a:gd name="connsiteX54" fmla="*/ 4479313 w 11362354"/>
              <a:gd name="connsiteY54" fmla="*/ 1555187 h 1972800"/>
              <a:gd name="connsiteX55" fmla="*/ 4654042 w 11362354"/>
              <a:gd name="connsiteY55" fmla="*/ 1763437 h 1972800"/>
              <a:gd name="connsiteX56" fmla="*/ 3697470 w 11362354"/>
              <a:gd name="connsiteY56" fmla="*/ 1763437 h 1972800"/>
              <a:gd name="connsiteX57" fmla="*/ 3478763 w 11362354"/>
              <a:gd name="connsiteY57" fmla="*/ 1544407 h 1972800"/>
              <a:gd name="connsiteX58" fmla="*/ 10408772 w 11362354"/>
              <a:gd name="connsiteY58" fmla="*/ 1290902 h 1972800"/>
              <a:gd name="connsiteX59" fmla="*/ 10568570 w 11362354"/>
              <a:gd name="connsiteY59" fmla="*/ 1290902 h 1972800"/>
              <a:gd name="connsiteX60" fmla="*/ 10590729 w 11362354"/>
              <a:gd name="connsiteY60" fmla="*/ 1313870 h 1972800"/>
              <a:gd name="connsiteX61" fmla="*/ 10721250 w 11362354"/>
              <a:gd name="connsiteY61" fmla="*/ 1365562 h 1972800"/>
              <a:gd name="connsiteX62" fmla="*/ 10855315 w 11362354"/>
              <a:gd name="connsiteY62" fmla="*/ 1290902 h 1972800"/>
              <a:gd name="connsiteX63" fmla="*/ 11214890 w 11362354"/>
              <a:gd name="connsiteY63" fmla="*/ 1290902 h 1972800"/>
              <a:gd name="connsiteX64" fmla="*/ 11346112 w 11362354"/>
              <a:gd name="connsiteY64" fmla="*/ 1290902 h 1972800"/>
              <a:gd name="connsiteX65" fmla="*/ 11280882 w 11362354"/>
              <a:gd name="connsiteY65" fmla="*/ 1465414 h 1972800"/>
              <a:gd name="connsiteX66" fmla="*/ 11214890 w 11362354"/>
              <a:gd name="connsiteY66" fmla="*/ 1465414 h 1972800"/>
              <a:gd name="connsiteX67" fmla="*/ 10408772 w 11362354"/>
              <a:gd name="connsiteY67" fmla="*/ 1465414 h 1972800"/>
              <a:gd name="connsiteX68" fmla="*/ 3354588 w 11362354"/>
              <a:gd name="connsiteY68" fmla="*/ 1288169 h 1972800"/>
              <a:gd name="connsiteX69" fmla="*/ 3891084 w 11362354"/>
              <a:gd name="connsiteY69" fmla="*/ 1288169 h 1972800"/>
              <a:gd name="connsiteX70" fmla="*/ 3982693 w 11362354"/>
              <a:gd name="connsiteY70" fmla="*/ 1333215 h 1972800"/>
              <a:gd name="connsiteX71" fmla="*/ 4074304 w 11362354"/>
              <a:gd name="connsiteY71" fmla="*/ 1288169 h 1972800"/>
              <a:gd name="connsiteX72" fmla="*/ 4610046 w 11362354"/>
              <a:gd name="connsiteY72" fmla="*/ 1288169 h 1972800"/>
              <a:gd name="connsiteX73" fmla="*/ 4535426 w 11362354"/>
              <a:gd name="connsiteY73" fmla="*/ 1462313 h 1972800"/>
              <a:gd name="connsiteX74" fmla="*/ 3429061 w 11362354"/>
              <a:gd name="connsiteY74" fmla="*/ 1462313 h 1972800"/>
              <a:gd name="connsiteX75" fmla="*/ 3354588 w 11362354"/>
              <a:gd name="connsiteY75" fmla="*/ 1288169 h 1972800"/>
              <a:gd name="connsiteX76" fmla="*/ 9781432 w 11362354"/>
              <a:gd name="connsiteY76" fmla="*/ 1288165 h 1972800"/>
              <a:gd name="connsiteX77" fmla="*/ 10286039 w 11362354"/>
              <a:gd name="connsiteY77" fmla="*/ 1288165 h 1972800"/>
              <a:gd name="connsiteX78" fmla="*/ 10286039 w 11362354"/>
              <a:gd name="connsiteY78" fmla="*/ 1462314 h 1972800"/>
              <a:gd name="connsiteX79" fmla="*/ 9781432 w 11362354"/>
              <a:gd name="connsiteY79" fmla="*/ 1462314 h 1972800"/>
              <a:gd name="connsiteX80" fmla="*/ 8877431 w 11362354"/>
              <a:gd name="connsiteY80" fmla="*/ 1288165 h 1972800"/>
              <a:gd name="connsiteX81" fmla="*/ 9382033 w 11362354"/>
              <a:gd name="connsiteY81" fmla="*/ 1288165 h 1972800"/>
              <a:gd name="connsiteX82" fmla="*/ 9382033 w 11362354"/>
              <a:gd name="connsiteY82" fmla="*/ 1462314 h 1972800"/>
              <a:gd name="connsiteX83" fmla="*/ 8877431 w 11362354"/>
              <a:gd name="connsiteY83" fmla="*/ 1462314 h 1972800"/>
              <a:gd name="connsiteX84" fmla="*/ 7848731 w 11362354"/>
              <a:gd name="connsiteY84" fmla="*/ 1288165 h 1972800"/>
              <a:gd name="connsiteX85" fmla="*/ 8501703 w 11362354"/>
              <a:gd name="connsiteY85" fmla="*/ 1288165 h 1972800"/>
              <a:gd name="connsiteX86" fmla="*/ 8501703 w 11362354"/>
              <a:gd name="connsiteY86" fmla="*/ 1462314 h 1972800"/>
              <a:gd name="connsiteX87" fmla="*/ 7921150 w 11362354"/>
              <a:gd name="connsiteY87" fmla="*/ 1462314 h 1972800"/>
              <a:gd name="connsiteX88" fmla="*/ 7193139 w 11362354"/>
              <a:gd name="connsiteY88" fmla="*/ 1288165 h 1972800"/>
              <a:gd name="connsiteX89" fmla="*/ 7648159 w 11362354"/>
              <a:gd name="connsiteY89" fmla="*/ 1288165 h 1972800"/>
              <a:gd name="connsiteX90" fmla="*/ 7648159 w 11362354"/>
              <a:gd name="connsiteY90" fmla="*/ 1462314 h 1972800"/>
              <a:gd name="connsiteX91" fmla="*/ 7193139 w 11362354"/>
              <a:gd name="connsiteY91" fmla="*/ 1462314 h 1972800"/>
              <a:gd name="connsiteX92" fmla="*/ 6188669 w 11362354"/>
              <a:gd name="connsiteY92" fmla="*/ 1288165 h 1972800"/>
              <a:gd name="connsiteX93" fmla="*/ 6674501 w 11362354"/>
              <a:gd name="connsiteY93" fmla="*/ 1288165 h 1972800"/>
              <a:gd name="connsiteX94" fmla="*/ 6674501 w 11362354"/>
              <a:gd name="connsiteY94" fmla="*/ 1351991 h 1972800"/>
              <a:gd name="connsiteX95" fmla="*/ 7080275 w 11362354"/>
              <a:gd name="connsiteY95" fmla="*/ 1351991 h 1972800"/>
              <a:gd name="connsiteX96" fmla="*/ 7080275 w 11362354"/>
              <a:gd name="connsiteY96" fmla="*/ 1462314 h 1972800"/>
              <a:gd name="connsiteX97" fmla="*/ 6188669 w 11362354"/>
              <a:gd name="connsiteY97" fmla="*/ 1462314 h 1972800"/>
              <a:gd name="connsiteX98" fmla="*/ 4794722 w 11362354"/>
              <a:gd name="connsiteY98" fmla="*/ 1288165 h 1972800"/>
              <a:gd name="connsiteX99" fmla="*/ 5308313 w 11362354"/>
              <a:gd name="connsiteY99" fmla="*/ 1288165 h 1972800"/>
              <a:gd name="connsiteX100" fmla="*/ 5433050 w 11362354"/>
              <a:gd name="connsiteY100" fmla="*/ 1363467 h 1972800"/>
              <a:gd name="connsiteX101" fmla="*/ 5557791 w 11362354"/>
              <a:gd name="connsiteY101" fmla="*/ 1288165 h 1972800"/>
              <a:gd name="connsiteX102" fmla="*/ 6071387 w 11362354"/>
              <a:gd name="connsiteY102" fmla="*/ 1288165 h 1972800"/>
              <a:gd name="connsiteX103" fmla="*/ 6026879 w 11362354"/>
              <a:gd name="connsiteY103" fmla="*/ 1462314 h 1972800"/>
              <a:gd name="connsiteX104" fmla="*/ 4839225 w 11362354"/>
              <a:gd name="connsiteY104" fmla="*/ 1462314 h 1972800"/>
              <a:gd name="connsiteX105" fmla="*/ 4794722 w 11362354"/>
              <a:gd name="connsiteY105" fmla="*/ 1288165 h 1972800"/>
              <a:gd name="connsiteX106" fmla="*/ 2285298 w 11362354"/>
              <a:gd name="connsiteY106" fmla="*/ 1288165 h 1972800"/>
              <a:gd name="connsiteX107" fmla="*/ 2771132 w 11362354"/>
              <a:gd name="connsiteY107" fmla="*/ 1288165 h 1972800"/>
              <a:gd name="connsiteX108" fmla="*/ 2771132 w 11362354"/>
              <a:gd name="connsiteY108" fmla="*/ 1351991 h 1972800"/>
              <a:gd name="connsiteX109" fmla="*/ 3183254 w 11362354"/>
              <a:gd name="connsiteY109" fmla="*/ 1351991 h 1972800"/>
              <a:gd name="connsiteX110" fmla="*/ 3183254 w 11362354"/>
              <a:gd name="connsiteY110" fmla="*/ 1462314 h 1972800"/>
              <a:gd name="connsiteX111" fmla="*/ 2285298 w 11362354"/>
              <a:gd name="connsiteY111" fmla="*/ 1462314 h 1972800"/>
              <a:gd name="connsiteX112" fmla="*/ 1586644 w 11362354"/>
              <a:gd name="connsiteY112" fmla="*/ 1288165 h 1972800"/>
              <a:gd name="connsiteX113" fmla="*/ 2038472 w 11362354"/>
              <a:gd name="connsiteY113" fmla="*/ 1288165 h 1972800"/>
              <a:gd name="connsiteX114" fmla="*/ 2121783 w 11362354"/>
              <a:gd name="connsiteY114" fmla="*/ 1462314 h 1972800"/>
              <a:gd name="connsiteX115" fmla="*/ 1663530 w 11362354"/>
              <a:gd name="connsiteY115" fmla="*/ 1462314 h 1972800"/>
              <a:gd name="connsiteX116" fmla="*/ 985097 w 11362354"/>
              <a:gd name="connsiteY116" fmla="*/ 1288165 h 1972800"/>
              <a:gd name="connsiteX117" fmla="*/ 1468672 w 11362354"/>
              <a:gd name="connsiteY117" fmla="*/ 1288165 h 1972800"/>
              <a:gd name="connsiteX118" fmla="*/ 1468672 w 11362354"/>
              <a:gd name="connsiteY118" fmla="*/ 1462314 h 1972800"/>
              <a:gd name="connsiteX119" fmla="*/ 985097 w 11362354"/>
              <a:gd name="connsiteY119" fmla="*/ 1462314 h 1972800"/>
              <a:gd name="connsiteX120" fmla="*/ 0 w 11362354"/>
              <a:gd name="connsiteY120" fmla="*/ 1288165 h 1972800"/>
              <a:gd name="connsiteX121" fmla="*/ 506025 w 11362354"/>
              <a:gd name="connsiteY121" fmla="*/ 1288165 h 1972800"/>
              <a:gd name="connsiteX122" fmla="*/ 506025 w 11362354"/>
              <a:gd name="connsiteY122" fmla="*/ 1462314 h 1972800"/>
              <a:gd name="connsiteX123" fmla="*/ 0 w 11362354"/>
              <a:gd name="connsiteY123" fmla="*/ 1462314 h 1972800"/>
              <a:gd name="connsiteX124" fmla="*/ 10408772 w 11362354"/>
              <a:gd name="connsiteY124" fmla="*/ 1157361 h 1972800"/>
              <a:gd name="connsiteX125" fmla="*/ 10468381 w 11362354"/>
              <a:gd name="connsiteY125" fmla="*/ 1208632 h 1972800"/>
              <a:gd name="connsiteX126" fmla="*/ 10408772 w 11362354"/>
              <a:gd name="connsiteY126" fmla="*/ 1208632 h 1972800"/>
              <a:gd name="connsiteX127" fmla="*/ 10816942 w 11362354"/>
              <a:gd name="connsiteY127" fmla="*/ 1078164 h 1972800"/>
              <a:gd name="connsiteX128" fmla="*/ 11358000 w 11362354"/>
              <a:gd name="connsiteY128" fmla="*/ 1078164 h 1972800"/>
              <a:gd name="connsiteX129" fmla="*/ 11359134 w 11362354"/>
              <a:gd name="connsiteY129" fmla="*/ 1208632 h 1972800"/>
              <a:gd name="connsiteX130" fmla="*/ 11359134 w 11362354"/>
              <a:gd name="connsiteY130" fmla="*/ 1208633 h 1972800"/>
              <a:gd name="connsiteX131" fmla="*/ 10871056 w 11362354"/>
              <a:gd name="connsiteY131" fmla="*/ 1208633 h 1972800"/>
              <a:gd name="connsiteX132" fmla="*/ 10871355 w 11362354"/>
              <a:gd name="connsiteY132" fmla="*/ 1205652 h 1972800"/>
              <a:gd name="connsiteX133" fmla="*/ 10808382 w 11362354"/>
              <a:gd name="connsiteY133" fmla="*/ 1078165 h 1972800"/>
              <a:gd name="connsiteX134" fmla="*/ 10816943 w 11362354"/>
              <a:gd name="connsiteY134" fmla="*/ 1078165 h 1972800"/>
              <a:gd name="connsiteX135" fmla="*/ 9781432 w 11362354"/>
              <a:gd name="connsiteY135" fmla="*/ 1075882 h 1972800"/>
              <a:gd name="connsiteX136" fmla="*/ 10286039 w 11362354"/>
              <a:gd name="connsiteY136" fmla="*/ 1075882 h 1972800"/>
              <a:gd name="connsiteX137" fmla="*/ 10286039 w 11362354"/>
              <a:gd name="connsiteY137" fmla="*/ 1206076 h 1972800"/>
              <a:gd name="connsiteX138" fmla="*/ 9781432 w 11362354"/>
              <a:gd name="connsiteY138" fmla="*/ 1206076 h 1972800"/>
              <a:gd name="connsiteX139" fmla="*/ 8877431 w 11362354"/>
              <a:gd name="connsiteY139" fmla="*/ 1075882 h 1972800"/>
              <a:gd name="connsiteX140" fmla="*/ 9382033 w 11362354"/>
              <a:gd name="connsiteY140" fmla="*/ 1075882 h 1972800"/>
              <a:gd name="connsiteX141" fmla="*/ 9382033 w 11362354"/>
              <a:gd name="connsiteY141" fmla="*/ 1206076 h 1972800"/>
              <a:gd name="connsiteX142" fmla="*/ 8877431 w 11362354"/>
              <a:gd name="connsiteY142" fmla="*/ 1206076 h 1972800"/>
              <a:gd name="connsiteX143" fmla="*/ 7760453 w 11362354"/>
              <a:gd name="connsiteY143" fmla="*/ 1075882 h 1972800"/>
              <a:gd name="connsiteX144" fmla="*/ 8501703 w 11362354"/>
              <a:gd name="connsiteY144" fmla="*/ 1075882 h 1972800"/>
              <a:gd name="connsiteX145" fmla="*/ 8501703 w 11362354"/>
              <a:gd name="connsiteY145" fmla="*/ 1206076 h 1972800"/>
              <a:gd name="connsiteX146" fmla="*/ 7814594 w 11362354"/>
              <a:gd name="connsiteY146" fmla="*/ 1206076 h 1972800"/>
              <a:gd name="connsiteX147" fmla="*/ 7193139 w 11362354"/>
              <a:gd name="connsiteY147" fmla="*/ 1075882 h 1972800"/>
              <a:gd name="connsiteX148" fmla="*/ 7648159 w 11362354"/>
              <a:gd name="connsiteY148" fmla="*/ 1075882 h 1972800"/>
              <a:gd name="connsiteX149" fmla="*/ 7648159 w 11362354"/>
              <a:gd name="connsiteY149" fmla="*/ 1206076 h 1972800"/>
              <a:gd name="connsiteX150" fmla="*/ 7193139 w 11362354"/>
              <a:gd name="connsiteY150" fmla="*/ 1206076 h 1972800"/>
              <a:gd name="connsiteX151" fmla="*/ 6188669 w 11362354"/>
              <a:gd name="connsiteY151" fmla="*/ 1075882 h 1972800"/>
              <a:gd name="connsiteX152" fmla="*/ 6674501 w 11362354"/>
              <a:gd name="connsiteY152" fmla="*/ 1075882 h 1972800"/>
              <a:gd name="connsiteX153" fmla="*/ 6674501 w 11362354"/>
              <a:gd name="connsiteY153" fmla="*/ 1206076 h 1972800"/>
              <a:gd name="connsiteX154" fmla="*/ 6188669 w 11362354"/>
              <a:gd name="connsiteY154" fmla="*/ 1206076 h 1972800"/>
              <a:gd name="connsiteX155" fmla="*/ 5574793 w 11362354"/>
              <a:gd name="connsiteY155" fmla="*/ 1075882 h 1972800"/>
              <a:gd name="connsiteX156" fmla="*/ 6073294 w 11362354"/>
              <a:gd name="connsiteY156" fmla="*/ 1075882 h 1972800"/>
              <a:gd name="connsiteX157" fmla="*/ 6073294 w 11362354"/>
              <a:gd name="connsiteY157" fmla="*/ 1206076 h 1972800"/>
              <a:gd name="connsiteX158" fmla="*/ 5574793 w 11362354"/>
              <a:gd name="connsiteY158" fmla="*/ 1206076 h 1972800"/>
              <a:gd name="connsiteX159" fmla="*/ 4792811 w 11362354"/>
              <a:gd name="connsiteY159" fmla="*/ 1075882 h 1972800"/>
              <a:gd name="connsiteX160" fmla="*/ 5291307 w 11362354"/>
              <a:gd name="connsiteY160" fmla="*/ 1075882 h 1972800"/>
              <a:gd name="connsiteX161" fmla="*/ 5291307 w 11362354"/>
              <a:gd name="connsiteY161" fmla="*/ 1206076 h 1972800"/>
              <a:gd name="connsiteX162" fmla="*/ 4792811 w 11362354"/>
              <a:gd name="connsiteY162" fmla="*/ 1206076 h 1972800"/>
              <a:gd name="connsiteX163" fmla="*/ 2285298 w 11362354"/>
              <a:gd name="connsiteY163" fmla="*/ 1075882 h 1972800"/>
              <a:gd name="connsiteX164" fmla="*/ 2771132 w 11362354"/>
              <a:gd name="connsiteY164" fmla="*/ 1075882 h 1972800"/>
              <a:gd name="connsiteX165" fmla="*/ 2771132 w 11362354"/>
              <a:gd name="connsiteY165" fmla="*/ 1206076 h 1972800"/>
              <a:gd name="connsiteX166" fmla="*/ 2285298 w 11362354"/>
              <a:gd name="connsiteY166" fmla="*/ 1206076 h 1972800"/>
              <a:gd name="connsiteX167" fmla="*/ 1492927 w 11362354"/>
              <a:gd name="connsiteY167" fmla="*/ 1075882 h 1972800"/>
              <a:gd name="connsiteX168" fmla="*/ 1945589 w 11362354"/>
              <a:gd name="connsiteY168" fmla="*/ 1075882 h 1972800"/>
              <a:gd name="connsiteX169" fmla="*/ 1940491 w 11362354"/>
              <a:gd name="connsiteY169" fmla="*/ 1080455 h 1972800"/>
              <a:gd name="connsiteX170" fmla="*/ 1939110 w 11362354"/>
              <a:gd name="connsiteY170" fmla="*/ 1080455 h 1972800"/>
              <a:gd name="connsiteX171" fmla="*/ 1939524 w 11362354"/>
              <a:gd name="connsiteY171" fmla="*/ 1081320 h 1972800"/>
              <a:gd name="connsiteX172" fmla="*/ 1938345 w 11362354"/>
              <a:gd name="connsiteY172" fmla="*/ 1082361 h 1972800"/>
              <a:gd name="connsiteX173" fmla="*/ 1940022 w 11362354"/>
              <a:gd name="connsiteY173" fmla="*/ 1082361 h 1972800"/>
              <a:gd name="connsiteX174" fmla="*/ 1999205 w 11362354"/>
              <a:gd name="connsiteY174" fmla="*/ 1206076 h 1972800"/>
              <a:gd name="connsiteX175" fmla="*/ 1550403 w 11362354"/>
              <a:gd name="connsiteY175" fmla="*/ 1206076 h 1972800"/>
              <a:gd name="connsiteX176" fmla="*/ 985097 w 11362354"/>
              <a:gd name="connsiteY176" fmla="*/ 1075882 h 1972800"/>
              <a:gd name="connsiteX177" fmla="*/ 1468672 w 11362354"/>
              <a:gd name="connsiteY177" fmla="*/ 1075882 h 1972800"/>
              <a:gd name="connsiteX178" fmla="*/ 1468672 w 11362354"/>
              <a:gd name="connsiteY178" fmla="*/ 1206076 h 1972800"/>
              <a:gd name="connsiteX179" fmla="*/ 985097 w 11362354"/>
              <a:gd name="connsiteY179" fmla="*/ 1206076 h 1972800"/>
              <a:gd name="connsiteX180" fmla="*/ 0 w 11362354"/>
              <a:gd name="connsiteY180" fmla="*/ 1075882 h 1972800"/>
              <a:gd name="connsiteX181" fmla="*/ 877145 w 11362354"/>
              <a:gd name="connsiteY181" fmla="*/ 1075882 h 1972800"/>
              <a:gd name="connsiteX182" fmla="*/ 877145 w 11362354"/>
              <a:gd name="connsiteY182" fmla="*/ 1098345 h 1972800"/>
              <a:gd name="connsiteX183" fmla="*/ 869625 w 11362354"/>
              <a:gd name="connsiteY183" fmla="*/ 1098345 h 1972800"/>
              <a:gd name="connsiteX184" fmla="*/ 506025 w 11362354"/>
              <a:gd name="connsiteY184" fmla="*/ 1098345 h 1972800"/>
              <a:gd name="connsiteX185" fmla="*/ 506025 w 11362354"/>
              <a:gd name="connsiteY185" fmla="*/ 1206076 h 1972800"/>
              <a:gd name="connsiteX186" fmla="*/ 0 w 11362354"/>
              <a:gd name="connsiteY186" fmla="*/ 1206076 h 1972800"/>
              <a:gd name="connsiteX187" fmla="*/ 4174413 w 11362354"/>
              <a:gd name="connsiteY187" fmla="*/ 1075881 h 1972800"/>
              <a:gd name="connsiteX188" fmla="*/ 4660572 w 11362354"/>
              <a:gd name="connsiteY188" fmla="*/ 1075881 h 1972800"/>
              <a:gd name="connsiteX189" fmla="*/ 4633997 w 11362354"/>
              <a:gd name="connsiteY189" fmla="*/ 1206075 h 1972800"/>
              <a:gd name="connsiteX190" fmla="*/ 4129883 w 11362354"/>
              <a:gd name="connsiteY190" fmla="*/ 1206075 h 1972800"/>
              <a:gd name="connsiteX191" fmla="*/ 4174413 w 11362354"/>
              <a:gd name="connsiteY191" fmla="*/ 1075881 h 1972800"/>
              <a:gd name="connsiteX192" fmla="*/ 3305162 w 11362354"/>
              <a:gd name="connsiteY192" fmla="*/ 1075881 h 1972800"/>
              <a:gd name="connsiteX193" fmla="*/ 3790976 w 11362354"/>
              <a:gd name="connsiteY193" fmla="*/ 1075881 h 1972800"/>
              <a:gd name="connsiteX194" fmla="*/ 3835506 w 11362354"/>
              <a:gd name="connsiteY194" fmla="*/ 1206075 h 1972800"/>
              <a:gd name="connsiteX195" fmla="*/ 3330959 w 11362354"/>
              <a:gd name="connsiteY195" fmla="*/ 1206075 h 1972800"/>
              <a:gd name="connsiteX196" fmla="*/ 3305162 w 11362354"/>
              <a:gd name="connsiteY196" fmla="*/ 1075881 h 1972800"/>
              <a:gd name="connsiteX197" fmla="*/ 10587776 w 11362354"/>
              <a:gd name="connsiteY197" fmla="*/ 879486 h 1972800"/>
              <a:gd name="connsiteX198" fmla="*/ 11280821 w 11362354"/>
              <a:gd name="connsiteY198" fmla="*/ 879486 h 1972800"/>
              <a:gd name="connsiteX199" fmla="*/ 11338792 w 11362354"/>
              <a:gd name="connsiteY199" fmla="*/ 993628 h 1972800"/>
              <a:gd name="connsiteX200" fmla="*/ 10727828 w 11362354"/>
              <a:gd name="connsiteY200" fmla="*/ 995899 h 1972800"/>
              <a:gd name="connsiteX201" fmla="*/ 9781432 w 11362354"/>
              <a:gd name="connsiteY201" fmla="*/ 877625 h 1972800"/>
              <a:gd name="connsiteX202" fmla="*/ 10286039 w 11362354"/>
              <a:gd name="connsiteY202" fmla="*/ 877625 h 1972800"/>
              <a:gd name="connsiteX203" fmla="*/ 10286039 w 11362354"/>
              <a:gd name="connsiteY203" fmla="*/ 993788 h 1972800"/>
              <a:gd name="connsiteX204" fmla="*/ 9781432 w 11362354"/>
              <a:gd name="connsiteY204" fmla="*/ 993788 h 1972800"/>
              <a:gd name="connsiteX205" fmla="*/ 8877431 w 11362354"/>
              <a:gd name="connsiteY205" fmla="*/ 877625 h 1972800"/>
              <a:gd name="connsiteX206" fmla="*/ 9382033 w 11362354"/>
              <a:gd name="connsiteY206" fmla="*/ 877625 h 1972800"/>
              <a:gd name="connsiteX207" fmla="*/ 9382033 w 11362354"/>
              <a:gd name="connsiteY207" fmla="*/ 993788 h 1972800"/>
              <a:gd name="connsiteX208" fmla="*/ 8877431 w 11362354"/>
              <a:gd name="connsiteY208" fmla="*/ 993788 h 1972800"/>
              <a:gd name="connsiteX209" fmla="*/ 7678004 w 11362354"/>
              <a:gd name="connsiteY209" fmla="*/ 877625 h 1972800"/>
              <a:gd name="connsiteX210" fmla="*/ 8501703 w 11362354"/>
              <a:gd name="connsiteY210" fmla="*/ 877625 h 1972800"/>
              <a:gd name="connsiteX211" fmla="*/ 8501703 w 11362354"/>
              <a:gd name="connsiteY211" fmla="*/ 993788 h 1972800"/>
              <a:gd name="connsiteX212" fmla="*/ 7726316 w 11362354"/>
              <a:gd name="connsiteY212" fmla="*/ 993788 h 1972800"/>
              <a:gd name="connsiteX213" fmla="*/ 7193139 w 11362354"/>
              <a:gd name="connsiteY213" fmla="*/ 877625 h 1972800"/>
              <a:gd name="connsiteX214" fmla="*/ 7648159 w 11362354"/>
              <a:gd name="connsiteY214" fmla="*/ 877625 h 1972800"/>
              <a:gd name="connsiteX215" fmla="*/ 7648159 w 11362354"/>
              <a:gd name="connsiteY215" fmla="*/ 993788 h 1972800"/>
              <a:gd name="connsiteX216" fmla="*/ 7193139 w 11362354"/>
              <a:gd name="connsiteY216" fmla="*/ 993788 h 1972800"/>
              <a:gd name="connsiteX217" fmla="*/ 6188669 w 11362354"/>
              <a:gd name="connsiteY217" fmla="*/ 877625 h 1972800"/>
              <a:gd name="connsiteX218" fmla="*/ 7056268 w 11362354"/>
              <a:gd name="connsiteY218" fmla="*/ 877625 h 1972800"/>
              <a:gd name="connsiteX219" fmla="*/ 7056268 w 11362354"/>
              <a:gd name="connsiteY219" fmla="*/ 988326 h 1972800"/>
              <a:gd name="connsiteX220" fmla="*/ 6674501 w 11362354"/>
              <a:gd name="connsiteY220" fmla="*/ 988326 h 1972800"/>
              <a:gd name="connsiteX221" fmla="*/ 6674501 w 11362354"/>
              <a:gd name="connsiteY221" fmla="*/ 993788 h 1972800"/>
              <a:gd name="connsiteX222" fmla="*/ 6188669 w 11362354"/>
              <a:gd name="connsiteY222" fmla="*/ 993788 h 1972800"/>
              <a:gd name="connsiteX223" fmla="*/ 5574793 w 11362354"/>
              <a:gd name="connsiteY223" fmla="*/ 877625 h 1972800"/>
              <a:gd name="connsiteX224" fmla="*/ 6073294 w 11362354"/>
              <a:gd name="connsiteY224" fmla="*/ 877625 h 1972800"/>
              <a:gd name="connsiteX225" fmla="*/ 6073294 w 11362354"/>
              <a:gd name="connsiteY225" fmla="*/ 993788 h 1972800"/>
              <a:gd name="connsiteX226" fmla="*/ 5574793 w 11362354"/>
              <a:gd name="connsiteY226" fmla="*/ 993788 h 1972800"/>
              <a:gd name="connsiteX227" fmla="*/ 4792811 w 11362354"/>
              <a:gd name="connsiteY227" fmla="*/ 877625 h 1972800"/>
              <a:gd name="connsiteX228" fmla="*/ 5291307 w 11362354"/>
              <a:gd name="connsiteY228" fmla="*/ 877625 h 1972800"/>
              <a:gd name="connsiteX229" fmla="*/ 5291307 w 11362354"/>
              <a:gd name="connsiteY229" fmla="*/ 993788 h 1972800"/>
              <a:gd name="connsiteX230" fmla="*/ 4792811 w 11362354"/>
              <a:gd name="connsiteY230" fmla="*/ 993788 h 1972800"/>
              <a:gd name="connsiteX231" fmla="*/ 2285298 w 11362354"/>
              <a:gd name="connsiteY231" fmla="*/ 877625 h 1972800"/>
              <a:gd name="connsiteX232" fmla="*/ 3161500 w 11362354"/>
              <a:gd name="connsiteY232" fmla="*/ 877625 h 1972800"/>
              <a:gd name="connsiteX233" fmla="*/ 3161500 w 11362354"/>
              <a:gd name="connsiteY233" fmla="*/ 988326 h 1972800"/>
              <a:gd name="connsiteX234" fmla="*/ 2771132 w 11362354"/>
              <a:gd name="connsiteY234" fmla="*/ 988326 h 1972800"/>
              <a:gd name="connsiteX235" fmla="*/ 2771132 w 11362354"/>
              <a:gd name="connsiteY235" fmla="*/ 993788 h 1972800"/>
              <a:gd name="connsiteX236" fmla="*/ 2285298 w 11362354"/>
              <a:gd name="connsiteY236" fmla="*/ 993788 h 1972800"/>
              <a:gd name="connsiteX237" fmla="*/ 985097 w 11362354"/>
              <a:gd name="connsiteY237" fmla="*/ 877625 h 1972800"/>
              <a:gd name="connsiteX238" fmla="*/ 2107746 w 11362354"/>
              <a:gd name="connsiteY238" fmla="*/ 877625 h 1972800"/>
              <a:gd name="connsiteX239" fmla="*/ 2028664 w 11362354"/>
              <a:gd name="connsiteY239" fmla="*/ 993788 h 1972800"/>
              <a:gd name="connsiteX240" fmla="*/ 985097 w 11362354"/>
              <a:gd name="connsiteY240" fmla="*/ 993788 h 1972800"/>
              <a:gd name="connsiteX241" fmla="*/ 0 w 11362354"/>
              <a:gd name="connsiteY241" fmla="*/ 877625 h 1972800"/>
              <a:gd name="connsiteX242" fmla="*/ 877145 w 11362354"/>
              <a:gd name="connsiteY242" fmla="*/ 877625 h 1972800"/>
              <a:gd name="connsiteX243" fmla="*/ 877145 w 11362354"/>
              <a:gd name="connsiteY243" fmla="*/ 993788 h 1972800"/>
              <a:gd name="connsiteX244" fmla="*/ 0 w 11362354"/>
              <a:gd name="connsiteY244" fmla="*/ 993788 h 1972800"/>
              <a:gd name="connsiteX245" fmla="*/ 4199211 w 11362354"/>
              <a:gd name="connsiteY245" fmla="*/ 877624 h 1972800"/>
              <a:gd name="connsiteX246" fmla="*/ 4674176 w 11362354"/>
              <a:gd name="connsiteY246" fmla="*/ 877624 h 1972800"/>
              <a:gd name="connsiteX247" fmla="*/ 4674332 w 11362354"/>
              <a:gd name="connsiteY247" fmla="*/ 883528 h 1972800"/>
              <a:gd name="connsiteX248" fmla="*/ 4669465 w 11362354"/>
              <a:gd name="connsiteY248" fmla="*/ 993787 h 1972800"/>
              <a:gd name="connsiteX249" fmla="*/ 4189743 w 11362354"/>
              <a:gd name="connsiteY249" fmla="*/ 993787 h 1972800"/>
              <a:gd name="connsiteX250" fmla="*/ 4199211 w 11362354"/>
              <a:gd name="connsiteY250" fmla="*/ 877624 h 1972800"/>
              <a:gd name="connsiteX251" fmla="*/ 3291213 w 11362354"/>
              <a:gd name="connsiteY251" fmla="*/ 877624 h 1972800"/>
              <a:gd name="connsiteX252" fmla="*/ 3766173 w 11362354"/>
              <a:gd name="connsiteY252" fmla="*/ 877624 h 1972800"/>
              <a:gd name="connsiteX253" fmla="*/ 3775650 w 11362354"/>
              <a:gd name="connsiteY253" fmla="*/ 993787 h 1972800"/>
              <a:gd name="connsiteX254" fmla="*/ 3295989 w 11362354"/>
              <a:gd name="connsiteY254" fmla="*/ 993787 h 1972800"/>
              <a:gd name="connsiteX255" fmla="*/ 3291057 w 11362354"/>
              <a:gd name="connsiteY255" fmla="*/ 883528 h 1972800"/>
              <a:gd name="connsiteX256" fmla="*/ 10461146 w 11362354"/>
              <a:gd name="connsiteY256" fmla="*/ 710797 h 1972800"/>
              <a:gd name="connsiteX257" fmla="*/ 11109160 w 11362354"/>
              <a:gd name="connsiteY257" fmla="*/ 710797 h 1972800"/>
              <a:gd name="connsiteX258" fmla="*/ 11109162 w 11362354"/>
              <a:gd name="connsiteY258" fmla="*/ 710798 h 1972800"/>
              <a:gd name="connsiteX259" fmla="*/ 11121245 w 11362354"/>
              <a:gd name="connsiteY259" fmla="*/ 710798 h 1972800"/>
              <a:gd name="connsiteX260" fmla="*/ 11122337 w 11362354"/>
              <a:gd name="connsiteY260" fmla="*/ 711693 h 1972800"/>
              <a:gd name="connsiteX261" fmla="*/ 11118350 w 11362354"/>
              <a:gd name="connsiteY261" fmla="*/ 711693 h 1972800"/>
              <a:gd name="connsiteX262" fmla="*/ 11213739 w 11362354"/>
              <a:gd name="connsiteY262" fmla="*/ 797219 h 1972800"/>
              <a:gd name="connsiteX263" fmla="*/ 10517279 w 11362354"/>
              <a:gd name="connsiteY263" fmla="*/ 797218 h 1972800"/>
              <a:gd name="connsiteX264" fmla="*/ 10461146 w 11362354"/>
              <a:gd name="connsiteY264" fmla="*/ 710797 h 1972800"/>
              <a:gd name="connsiteX265" fmla="*/ 9781432 w 11362354"/>
              <a:gd name="connsiteY265" fmla="*/ 709293 h 1972800"/>
              <a:gd name="connsiteX266" fmla="*/ 10286039 w 11362354"/>
              <a:gd name="connsiteY266" fmla="*/ 709293 h 1972800"/>
              <a:gd name="connsiteX267" fmla="*/ 10286039 w 11362354"/>
              <a:gd name="connsiteY267" fmla="*/ 795531 h 1972800"/>
              <a:gd name="connsiteX268" fmla="*/ 9781432 w 11362354"/>
              <a:gd name="connsiteY268" fmla="*/ 795531 h 1972800"/>
              <a:gd name="connsiteX269" fmla="*/ 8877431 w 11362354"/>
              <a:gd name="connsiteY269" fmla="*/ 709293 h 1972800"/>
              <a:gd name="connsiteX270" fmla="*/ 9382033 w 11362354"/>
              <a:gd name="connsiteY270" fmla="*/ 709293 h 1972800"/>
              <a:gd name="connsiteX271" fmla="*/ 9382033 w 11362354"/>
              <a:gd name="connsiteY271" fmla="*/ 795531 h 1972800"/>
              <a:gd name="connsiteX272" fmla="*/ 8877431 w 11362354"/>
              <a:gd name="connsiteY272" fmla="*/ 795531 h 1972800"/>
              <a:gd name="connsiteX273" fmla="*/ 8042875 w 11362354"/>
              <a:gd name="connsiteY273" fmla="*/ 709293 h 1972800"/>
              <a:gd name="connsiteX274" fmla="*/ 8501703 w 11362354"/>
              <a:gd name="connsiteY274" fmla="*/ 709293 h 1972800"/>
              <a:gd name="connsiteX275" fmla="*/ 8501703 w 11362354"/>
              <a:gd name="connsiteY275" fmla="*/ 795531 h 1972800"/>
              <a:gd name="connsiteX276" fmla="*/ 8042875 w 11362354"/>
              <a:gd name="connsiteY276" fmla="*/ 795531 h 1972800"/>
              <a:gd name="connsiteX277" fmla="*/ 7193139 w 11362354"/>
              <a:gd name="connsiteY277" fmla="*/ 709293 h 1972800"/>
              <a:gd name="connsiteX278" fmla="*/ 7996240 w 11362354"/>
              <a:gd name="connsiteY278" fmla="*/ 709293 h 1972800"/>
              <a:gd name="connsiteX279" fmla="*/ 8036152 w 11362354"/>
              <a:gd name="connsiteY279" fmla="*/ 795531 h 1972800"/>
              <a:gd name="connsiteX280" fmla="*/ 7193139 w 11362354"/>
              <a:gd name="connsiteY280" fmla="*/ 795531 h 1972800"/>
              <a:gd name="connsiteX281" fmla="*/ 6188669 w 11362354"/>
              <a:gd name="connsiteY281" fmla="*/ 709293 h 1972800"/>
              <a:gd name="connsiteX282" fmla="*/ 6674501 w 11362354"/>
              <a:gd name="connsiteY282" fmla="*/ 709293 h 1972800"/>
              <a:gd name="connsiteX283" fmla="*/ 6674501 w 11362354"/>
              <a:gd name="connsiteY283" fmla="*/ 714671 h 1972800"/>
              <a:gd name="connsiteX284" fmla="*/ 7056268 w 11362354"/>
              <a:gd name="connsiteY284" fmla="*/ 714671 h 1972800"/>
              <a:gd name="connsiteX285" fmla="*/ 7056268 w 11362354"/>
              <a:gd name="connsiteY285" fmla="*/ 795531 h 1972800"/>
              <a:gd name="connsiteX286" fmla="*/ 6188669 w 11362354"/>
              <a:gd name="connsiteY286" fmla="*/ 795531 h 1972800"/>
              <a:gd name="connsiteX287" fmla="*/ 5574793 w 11362354"/>
              <a:gd name="connsiteY287" fmla="*/ 709293 h 1972800"/>
              <a:gd name="connsiteX288" fmla="*/ 6073294 w 11362354"/>
              <a:gd name="connsiteY288" fmla="*/ 709293 h 1972800"/>
              <a:gd name="connsiteX289" fmla="*/ 6073294 w 11362354"/>
              <a:gd name="connsiteY289" fmla="*/ 795531 h 1972800"/>
              <a:gd name="connsiteX290" fmla="*/ 5574793 w 11362354"/>
              <a:gd name="connsiteY290" fmla="*/ 795531 h 1972800"/>
              <a:gd name="connsiteX291" fmla="*/ 4792811 w 11362354"/>
              <a:gd name="connsiteY291" fmla="*/ 709293 h 1972800"/>
              <a:gd name="connsiteX292" fmla="*/ 5291307 w 11362354"/>
              <a:gd name="connsiteY292" fmla="*/ 709293 h 1972800"/>
              <a:gd name="connsiteX293" fmla="*/ 5291307 w 11362354"/>
              <a:gd name="connsiteY293" fmla="*/ 795531 h 1972800"/>
              <a:gd name="connsiteX294" fmla="*/ 4792811 w 11362354"/>
              <a:gd name="connsiteY294" fmla="*/ 795531 h 1972800"/>
              <a:gd name="connsiteX295" fmla="*/ 2285298 w 11362354"/>
              <a:gd name="connsiteY295" fmla="*/ 709293 h 1972800"/>
              <a:gd name="connsiteX296" fmla="*/ 2771132 w 11362354"/>
              <a:gd name="connsiteY296" fmla="*/ 709293 h 1972800"/>
              <a:gd name="connsiteX297" fmla="*/ 2771132 w 11362354"/>
              <a:gd name="connsiteY297" fmla="*/ 714671 h 1972800"/>
              <a:gd name="connsiteX298" fmla="*/ 3161500 w 11362354"/>
              <a:gd name="connsiteY298" fmla="*/ 714671 h 1972800"/>
              <a:gd name="connsiteX299" fmla="*/ 3161500 w 11362354"/>
              <a:gd name="connsiteY299" fmla="*/ 795531 h 1972800"/>
              <a:gd name="connsiteX300" fmla="*/ 2285298 w 11362354"/>
              <a:gd name="connsiteY300" fmla="*/ 795531 h 1972800"/>
              <a:gd name="connsiteX301" fmla="*/ 1709143 w 11362354"/>
              <a:gd name="connsiteY301" fmla="*/ 709293 h 1972800"/>
              <a:gd name="connsiteX302" fmla="*/ 2169670 w 11362354"/>
              <a:gd name="connsiteY302" fmla="*/ 709293 h 1972800"/>
              <a:gd name="connsiteX303" fmla="*/ 2145130 w 11362354"/>
              <a:gd name="connsiteY303" fmla="*/ 795531 h 1972800"/>
              <a:gd name="connsiteX304" fmla="*/ 1595923 w 11362354"/>
              <a:gd name="connsiteY304" fmla="*/ 795531 h 1972800"/>
              <a:gd name="connsiteX305" fmla="*/ 1709143 w 11362354"/>
              <a:gd name="connsiteY305" fmla="*/ 709293 h 1972800"/>
              <a:gd name="connsiteX306" fmla="*/ 985097 w 11362354"/>
              <a:gd name="connsiteY306" fmla="*/ 709293 h 1972800"/>
              <a:gd name="connsiteX307" fmla="*/ 1469893 w 11362354"/>
              <a:gd name="connsiteY307" fmla="*/ 709293 h 1972800"/>
              <a:gd name="connsiteX308" fmla="*/ 1469893 w 11362354"/>
              <a:gd name="connsiteY308" fmla="*/ 795531 h 1972800"/>
              <a:gd name="connsiteX309" fmla="*/ 985097 w 11362354"/>
              <a:gd name="connsiteY309" fmla="*/ 795531 h 1972800"/>
              <a:gd name="connsiteX310" fmla="*/ 0 w 11362354"/>
              <a:gd name="connsiteY310" fmla="*/ 709293 h 1972800"/>
              <a:gd name="connsiteX311" fmla="*/ 877145 w 11362354"/>
              <a:gd name="connsiteY311" fmla="*/ 709293 h 1972800"/>
              <a:gd name="connsiteX312" fmla="*/ 877145 w 11362354"/>
              <a:gd name="connsiteY312" fmla="*/ 795531 h 1972800"/>
              <a:gd name="connsiteX313" fmla="*/ 0 w 11362354"/>
              <a:gd name="connsiteY313" fmla="*/ 795531 h 1972800"/>
              <a:gd name="connsiteX314" fmla="*/ 4189251 w 11362354"/>
              <a:gd name="connsiteY314" fmla="*/ 709292 h 1972800"/>
              <a:gd name="connsiteX315" fmla="*/ 4662658 w 11362354"/>
              <a:gd name="connsiteY315" fmla="*/ 709292 h 1972800"/>
              <a:gd name="connsiteX316" fmla="*/ 4671191 w 11362354"/>
              <a:gd name="connsiteY316" fmla="*/ 795530 h 1972800"/>
              <a:gd name="connsiteX317" fmla="*/ 4197682 w 11362354"/>
              <a:gd name="connsiteY317" fmla="*/ 795530 h 1972800"/>
              <a:gd name="connsiteX318" fmla="*/ 4189251 w 11362354"/>
              <a:gd name="connsiteY318" fmla="*/ 709292 h 1972800"/>
              <a:gd name="connsiteX319" fmla="*/ 3302730 w 11362354"/>
              <a:gd name="connsiteY319" fmla="*/ 709292 h 1972800"/>
              <a:gd name="connsiteX320" fmla="*/ 3776138 w 11362354"/>
              <a:gd name="connsiteY320" fmla="*/ 709292 h 1972800"/>
              <a:gd name="connsiteX321" fmla="*/ 3767701 w 11362354"/>
              <a:gd name="connsiteY321" fmla="*/ 795530 h 1972800"/>
              <a:gd name="connsiteX322" fmla="*/ 3294197 w 11362354"/>
              <a:gd name="connsiteY322" fmla="*/ 795530 h 1972800"/>
              <a:gd name="connsiteX323" fmla="*/ 3302730 w 11362354"/>
              <a:gd name="connsiteY323" fmla="*/ 709292 h 1972800"/>
              <a:gd name="connsiteX324" fmla="*/ 10418948 w 11362354"/>
              <a:gd name="connsiteY324" fmla="*/ 565540 h 1972800"/>
              <a:gd name="connsiteX325" fmla="*/ 10949595 w 11362354"/>
              <a:gd name="connsiteY325" fmla="*/ 565540 h 1972800"/>
              <a:gd name="connsiteX326" fmla="*/ 10964075 w 11362354"/>
              <a:gd name="connsiteY326" fmla="*/ 577567 h 1972800"/>
              <a:gd name="connsiteX327" fmla="*/ 11026395 w 11362354"/>
              <a:gd name="connsiteY327" fmla="*/ 628529 h 1972800"/>
              <a:gd name="connsiteX328" fmla="*/ 10434083 w 11362354"/>
              <a:gd name="connsiteY328" fmla="*/ 628529 h 1972800"/>
              <a:gd name="connsiteX329" fmla="*/ 10418948 w 11362354"/>
              <a:gd name="connsiteY329" fmla="*/ 565540 h 1972800"/>
              <a:gd name="connsiteX330" fmla="*/ 9781432 w 11362354"/>
              <a:gd name="connsiteY330" fmla="*/ 564344 h 1972800"/>
              <a:gd name="connsiteX331" fmla="*/ 10286039 w 11362354"/>
              <a:gd name="connsiteY331" fmla="*/ 564344 h 1972800"/>
              <a:gd name="connsiteX332" fmla="*/ 10286039 w 11362354"/>
              <a:gd name="connsiteY332" fmla="*/ 627199 h 1972800"/>
              <a:gd name="connsiteX333" fmla="*/ 9781432 w 11362354"/>
              <a:gd name="connsiteY333" fmla="*/ 627199 h 1972800"/>
              <a:gd name="connsiteX334" fmla="*/ 8877431 w 11362354"/>
              <a:gd name="connsiteY334" fmla="*/ 564344 h 1972800"/>
              <a:gd name="connsiteX335" fmla="*/ 9382033 w 11362354"/>
              <a:gd name="connsiteY335" fmla="*/ 564344 h 1972800"/>
              <a:gd name="connsiteX336" fmla="*/ 9382033 w 11362354"/>
              <a:gd name="connsiteY336" fmla="*/ 627199 h 1972800"/>
              <a:gd name="connsiteX337" fmla="*/ 8877431 w 11362354"/>
              <a:gd name="connsiteY337" fmla="*/ 627199 h 1972800"/>
              <a:gd name="connsiteX338" fmla="*/ 8042875 w 11362354"/>
              <a:gd name="connsiteY338" fmla="*/ 564344 h 1972800"/>
              <a:gd name="connsiteX339" fmla="*/ 8501703 w 11362354"/>
              <a:gd name="connsiteY339" fmla="*/ 564344 h 1972800"/>
              <a:gd name="connsiteX340" fmla="*/ 8501703 w 11362354"/>
              <a:gd name="connsiteY340" fmla="*/ 627199 h 1972800"/>
              <a:gd name="connsiteX341" fmla="*/ 8042875 w 11362354"/>
              <a:gd name="connsiteY341" fmla="*/ 627199 h 1972800"/>
              <a:gd name="connsiteX342" fmla="*/ 7193139 w 11362354"/>
              <a:gd name="connsiteY342" fmla="*/ 564344 h 1972800"/>
              <a:gd name="connsiteX343" fmla="*/ 7929154 w 11362354"/>
              <a:gd name="connsiteY343" fmla="*/ 564344 h 1972800"/>
              <a:gd name="connsiteX344" fmla="*/ 7958244 w 11362354"/>
              <a:gd name="connsiteY344" fmla="*/ 627199 h 1972800"/>
              <a:gd name="connsiteX345" fmla="*/ 7193139 w 11362354"/>
              <a:gd name="connsiteY345" fmla="*/ 627199 h 1972800"/>
              <a:gd name="connsiteX346" fmla="*/ 6188669 w 11362354"/>
              <a:gd name="connsiteY346" fmla="*/ 564344 h 1972800"/>
              <a:gd name="connsiteX347" fmla="*/ 6674501 w 11362354"/>
              <a:gd name="connsiteY347" fmla="*/ 564344 h 1972800"/>
              <a:gd name="connsiteX348" fmla="*/ 6674501 w 11362354"/>
              <a:gd name="connsiteY348" fmla="*/ 627199 h 1972800"/>
              <a:gd name="connsiteX349" fmla="*/ 6188669 w 11362354"/>
              <a:gd name="connsiteY349" fmla="*/ 627199 h 1972800"/>
              <a:gd name="connsiteX350" fmla="*/ 5574793 w 11362354"/>
              <a:gd name="connsiteY350" fmla="*/ 564344 h 1972800"/>
              <a:gd name="connsiteX351" fmla="*/ 6073294 w 11362354"/>
              <a:gd name="connsiteY351" fmla="*/ 564344 h 1972800"/>
              <a:gd name="connsiteX352" fmla="*/ 6073294 w 11362354"/>
              <a:gd name="connsiteY352" fmla="*/ 627199 h 1972800"/>
              <a:gd name="connsiteX353" fmla="*/ 5574793 w 11362354"/>
              <a:gd name="connsiteY353" fmla="*/ 627199 h 1972800"/>
              <a:gd name="connsiteX354" fmla="*/ 4792811 w 11362354"/>
              <a:gd name="connsiteY354" fmla="*/ 564344 h 1972800"/>
              <a:gd name="connsiteX355" fmla="*/ 5291307 w 11362354"/>
              <a:gd name="connsiteY355" fmla="*/ 564344 h 1972800"/>
              <a:gd name="connsiteX356" fmla="*/ 5291307 w 11362354"/>
              <a:gd name="connsiteY356" fmla="*/ 627199 h 1972800"/>
              <a:gd name="connsiteX357" fmla="*/ 4792811 w 11362354"/>
              <a:gd name="connsiteY357" fmla="*/ 627199 h 1972800"/>
              <a:gd name="connsiteX358" fmla="*/ 2285298 w 11362354"/>
              <a:gd name="connsiteY358" fmla="*/ 564344 h 1972800"/>
              <a:gd name="connsiteX359" fmla="*/ 2771132 w 11362354"/>
              <a:gd name="connsiteY359" fmla="*/ 564344 h 1972800"/>
              <a:gd name="connsiteX360" fmla="*/ 2771132 w 11362354"/>
              <a:gd name="connsiteY360" fmla="*/ 627199 h 1972800"/>
              <a:gd name="connsiteX361" fmla="*/ 2285298 w 11362354"/>
              <a:gd name="connsiteY361" fmla="*/ 627199 h 1972800"/>
              <a:gd name="connsiteX362" fmla="*/ 1743635 w 11362354"/>
              <a:gd name="connsiteY362" fmla="*/ 564344 h 1972800"/>
              <a:gd name="connsiteX363" fmla="*/ 2184512 w 11362354"/>
              <a:gd name="connsiteY363" fmla="*/ 564344 h 1972800"/>
              <a:gd name="connsiteX364" fmla="*/ 2184779 w 11362354"/>
              <a:gd name="connsiteY364" fmla="*/ 571975 h 1972800"/>
              <a:gd name="connsiteX365" fmla="*/ 2181588 w 11362354"/>
              <a:gd name="connsiteY365" fmla="*/ 627199 h 1972800"/>
              <a:gd name="connsiteX366" fmla="*/ 1742032 w 11362354"/>
              <a:gd name="connsiteY366" fmla="*/ 627199 h 1972800"/>
              <a:gd name="connsiteX367" fmla="*/ 1746020 w 11362354"/>
              <a:gd name="connsiteY367" fmla="*/ 587881 h 1972800"/>
              <a:gd name="connsiteX368" fmla="*/ 985097 w 11362354"/>
              <a:gd name="connsiteY368" fmla="*/ 564344 h 1972800"/>
              <a:gd name="connsiteX369" fmla="*/ 1469893 w 11362354"/>
              <a:gd name="connsiteY369" fmla="*/ 564344 h 1972800"/>
              <a:gd name="connsiteX370" fmla="*/ 1469893 w 11362354"/>
              <a:gd name="connsiteY370" fmla="*/ 627199 h 1972800"/>
              <a:gd name="connsiteX371" fmla="*/ 985097 w 11362354"/>
              <a:gd name="connsiteY371" fmla="*/ 627199 h 1972800"/>
              <a:gd name="connsiteX372" fmla="*/ 0 w 11362354"/>
              <a:gd name="connsiteY372" fmla="*/ 564344 h 1972800"/>
              <a:gd name="connsiteX373" fmla="*/ 505721 w 11362354"/>
              <a:gd name="connsiteY373" fmla="*/ 564344 h 1972800"/>
              <a:gd name="connsiteX374" fmla="*/ 505721 w 11362354"/>
              <a:gd name="connsiteY374" fmla="*/ 627199 h 1972800"/>
              <a:gd name="connsiteX375" fmla="*/ 0 w 11362354"/>
              <a:gd name="connsiteY375" fmla="*/ 627199 h 1972800"/>
              <a:gd name="connsiteX376" fmla="*/ 4156173 w 11362354"/>
              <a:gd name="connsiteY376" fmla="*/ 564343 h 1972800"/>
              <a:gd name="connsiteX377" fmla="*/ 4635244 w 11362354"/>
              <a:gd name="connsiteY377" fmla="*/ 564343 h 1972800"/>
              <a:gd name="connsiteX378" fmla="*/ 4649285 w 11362354"/>
              <a:gd name="connsiteY378" fmla="*/ 627198 h 1972800"/>
              <a:gd name="connsiteX379" fmla="*/ 4173561 w 11362354"/>
              <a:gd name="connsiteY379" fmla="*/ 627198 h 1972800"/>
              <a:gd name="connsiteX380" fmla="*/ 4156173 w 11362354"/>
              <a:gd name="connsiteY380" fmla="*/ 564343 h 1972800"/>
              <a:gd name="connsiteX381" fmla="*/ 3330140 w 11362354"/>
              <a:gd name="connsiteY381" fmla="*/ 564343 h 1972800"/>
              <a:gd name="connsiteX382" fmla="*/ 3809216 w 11362354"/>
              <a:gd name="connsiteY382" fmla="*/ 564343 h 1972800"/>
              <a:gd name="connsiteX383" fmla="*/ 3791828 w 11362354"/>
              <a:gd name="connsiteY383" fmla="*/ 627198 h 1972800"/>
              <a:gd name="connsiteX384" fmla="*/ 3316108 w 11362354"/>
              <a:gd name="connsiteY384" fmla="*/ 627198 h 1972800"/>
              <a:gd name="connsiteX385" fmla="*/ 3330140 w 11362354"/>
              <a:gd name="connsiteY385" fmla="*/ 564343 h 1972800"/>
              <a:gd name="connsiteX386" fmla="*/ 11305691 w 11362354"/>
              <a:gd name="connsiteY386" fmla="*/ 441367 h 1972800"/>
              <a:gd name="connsiteX387" fmla="*/ 11306110 w 11362354"/>
              <a:gd name="connsiteY387" fmla="*/ 441367 h 1972800"/>
              <a:gd name="connsiteX388" fmla="*/ 11306110 w 11362354"/>
              <a:gd name="connsiteY388" fmla="*/ 441726 h 1972800"/>
              <a:gd name="connsiteX389" fmla="*/ 10419150 w 11362354"/>
              <a:gd name="connsiteY389" fmla="*/ 441367 h 1972800"/>
              <a:gd name="connsiteX390" fmla="*/ 10893359 w 11362354"/>
              <a:gd name="connsiteY390" fmla="*/ 441367 h 1972800"/>
              <a:gd name="connsiteX391" fmla="*/ 10894757 w 11362354"/>
              <a:gd name="connsiteY391" fmla="*/ 483273 h 1972800"/>
              <a:gd name="connsiteX392" fmla="*/ 10419058 w 11362354"/>
              <a:gd name="connsiteY392" fmla="*/ 483273 h 1972800"/>
              <a:gd name="connsiteX393" fmla="*/ 10417854 w 11362354"/>
              <a:gd name="connsiteY393" fmla="*/ 463084 h 1972800"/>
              <a:gd name="connsiteX394" fmla="*/ 9781432 w 11362354"/>
              <a:gd name="connsiteY394" fmla="*/ 440432 h 1972800"/>
              <a:gd name="connsiteX395" fmla="*/ 10286039 w 11362354"/>
              <a:gd name="connsiteY395" fmla="*/ 440432 h 1972800"/>
              <a:gd name="connsiteX396" fmla="*/ 10286039 w 11362354"/>
              <a:gd name="connsiteY396" fmla="*/ 482250 h 1972800"/>
              <a:gd name="connsiteX397" fmla="*/ 9781432 w 11362354"/>
              <a:gd name="connsiteY397" fmla="*/ 482250 h 1972800"/>
              <a:gd name="connsiteX398" fmla="*/ 8877431 w 11362354"/>
              <a:gd name="connsiteY398" fmla="*/ 440432 h 1972800"/>
              <a:gd name="connsiteX399" fmla="*/ 9382033 w 11362354"/>
              <a:gd name="connsiteY399" fmla="*/ 440432 h 1972800"/>
              <a:gd name="connsiteX400" fmla="*/ 9382033 w 11362354"/>
              <a:gd name="connsiteY400" fmla="*/ 482250 h 1972800"/>
              <a:gd name="connsiteX401" fmla="*/ 8877431 w 11362354"/>
              <a:gd name="connsiteY401" fmla="*/ 482250 h 1972800"/>
              <a:gd name="connsiteX402" fmla="*/ 8042875 w 11362354"/>
              <a:gd name="connsiteY402" fmla="*/ 440432 h 1972800"/>
              <a:gd name="connsiteX403" fmla="*/ 8501703 w 11362354"/>
              <a:gd name="connsiteY403" fmla="*/ 440432 h 1972800"/>
              <a:gd name="connsiteX404" fmla="*/ 8501703 w 11362354"/>
              <a:gd name="connsiteY404" fmla="*/ 482250 h 1972800"/>
              <a:gd name="connsiteX405" fmla="*/ 8042875 w 11362354"/>
              <a:gd name="connsiteY405" fmla="*/ 482250 h 1972800"/>
              <a:gd name="connsiteX406" fmla="*/ 7193139 w 11362354"/>
              <a:gd name="connsiteY406" fmla="*/ 440432 h 1972800"/>
              <a:gd name="connsiteX407" fmla="*/ 7871807 w 11362354"/>
              <a:gd name="connsiteY407" fmla="*/ 440432 h 1972800"/>
              <a:gd name="connsiteX408" fmla="*/ 7891162 w 11362354"/>
              <a:gd name="connsiteY408" fmla="*/ 482250 h 1972800"/>
              <a:gd name="connsiteX409" fmla="*/ 7193139 w 11362354"/>
              <a:gd name="connsiteY409" fmla="*/ 482250 h 1972800"/>
              <a:gd name="connsiteX410" fmla="*/ 6188669 w 11362354"/>
              <a:gd name="connsiteY410" fmla="*/ 440432 h 1972800"/>
              <a:gd name="connsiteX411" fmla="*/ 6674501 w 11362354"/>
              <a:gd name="connsiteY411" fmla="*/ 440432 h 1972800"/>
              <a:gd name="connsiteX412" fmla="*/ 6674501 w 11362354"/>
              <a:gd name="connsiteY412" fmla="*/ 482250 h 1972800"/>
              <a:gd name="connsiteX413" fmla="*/ 6188669 w 11362354"/>
              <a:gd name="connsiteY413" fmla="*/ 482250 h 1972800"/>
              <a:gd name="connsiteX414" fmla="*/ 5574793 w 11362354"/>
              <a:gd name="connsiteY414" fmla="*/ 440432 h 1972800"/>
              <a:gd name="connsiteX415" fmla="*/ 6073294 w 11362354"/>
              <a:gd name="connsiteY415" fmla="*/ 440432 h 1972800"/>
              <a:gd name="connsiteX416" fmla="*/ 6073294 w 11362354"/>
              <a:gd name="connsiteY416" fmla="*/ 482250 h 1972800"/>
              <a:gd name="connsiteX417" fmla="*/ 5574793 w 11362354"/>
              <a:gd name="connsiteY417" fmla="*/ 482250 h 1972800"/>
              <a:gd name="connsiteX418" fmla="*/ 4792811 w 11362354"/>
              <a:gd name="connsiteY418" fmla="*/ 440432 h 1972800"/>
              <a:gd name="connsiteX419" fmla="*/ 5291307 w 11362354"/>
              <a:gd name="connsiteY419" fmla="*/ 440432 h 1972800"/>
              <a:gd name="connsiteX420" fmla="*/ 5291307 w 11362354"/>
              <a:gd name="connsiteY420" fmla="*/ 482250 h 1972800"/>
              <a:gd name="connsiteX421" fmla="*/ 4792811 w 11362354"/>
              <a:gd name="connsiteY421" fmla="*/ 482250 h 1972800"/>
              <a:gd name="connsiteX422" fmla="*/ 2285298 w 11362354"/>
              <a:gd name="connsiteY422" fmla="*/ 440432 h 1972800"/>
              <a:gd name="connsiteX423" fmla="*/ 2771132 w 11362354"/>
              <a:gd name="connsiteY423" fmla="*/ 440432 h 1972800"/>
              <a:gd name="connsiteX424" fmla="*/ 2771132 w 11362354"/>
              <a:gd name="connsiteY424" fmla="*/ 482250 h 1972800"/>
              <a:gd name="connsiteX425" fmla="*/ 2285298 w 11362354"/>
              <a:gd name="connsiteY425" fmla="*/ 482250 h 1972800"/>
              <a:gd name="connsiteX426" fmla="*/ 1688066 w 11362354"/>
              <a:gd name="connsiteY426" fmla="*/ 440432 h 1972800"/>
              <a:gd name="connsiteX427" fmla="*/ 2171374 w 11362354"/>
              <a:gd name="connsiteY427" fmla="*/ 440432 h 1972800"/>
              <a:gd name="connsiteX428" fmla="*/ 2178605 w 11362354"/>
              <a:gd name="connsiteY428" fmla="*/ 482250 h 1972800"/>
              <a:gd name="connsiteX429" fmla="*/ 1717768 w 11362354"/>
              <a:gd name="connsiteY429" fmla="*/ 482250 h 1972800"/>
              <a:gd name="connsiteX430" fmla="*/ 1688066 w 11362354"/>
              <a:gd name="connsiteY430" fmla="*/ 440432 h 1972800"/>
              <a:gd name="connsiteX431" fmla="*/ 985097 w 11362354"/>
              <a:gd name="connsiteY431" fmla="*/ 440432 h 1972800"/>
              <a:gd name="connsiteX432" fmla="*/ 1469893 w 11362354"/>
              <a:gd name="connsiteY432" fmla="*/ 440432 h 1972800"/>
              <a:gd name="connsiteX433" fmla="*/ 1469893 w 11362354"/>
              <a:gd name="connsiteY433" fmla="*/ 482250 h 1972800"/>
              <a:gd name="connsiteX434" fmla="*/ 985097 w 11362354"/>
              <a:gd name="connsiteY434" fmla="*/ 482250 h 1972800"/>
              <a:gd name="connsiteX435" fmla="*/ 0 w 11362354"/>
              <a:gd name="connsiteY435" fmla="*/ 440432 h 1972800"/>
              <a:gd name="connsiteX436" fmla="*/ 505721 w 11362354"/>
              <a:gd name="connsiteY436" fmla="*/ 440432 h 1972800"/>
              <a:gd name="connsiteX437" fmla="*/ 505721 w 11362354"/>
              <a:gd name="connsiteY437" fmla="*/ 482250 h 1972800"/>
              <a:gd name="connsiteX438" fmla="*/ 0 w 11362354"/>
              <a:gd name="connsiteY438" fmla="*/ 482250 h 1972800"/>
              <a:gd name="connsiteX439" fmla="*/ 4093268 w 11362354"/>
              <a:gd name="connsiteY439" fmla="*/ 440431 h 1972800"/>
              <a:gd name="connsiteX440" fmla="*/ 4597023 w 11362354"/>
              <a:gd name="connsiteY440" fmla="*/ 440431 h 1972800"/>
              <a:gd name="connsiteX441" fmla="*/ 4611768 w 11362354"/>
              <a:gd name="connsiteY441" fmla="*/ 482249 h 1972800"/>
              <a:gd name="connsiteX442" fmla="*/ 4120709 w 11362354"/>
              <a:gd name="connsiteY442" fmla="*/ 482249 h 1972800"/>
              <a:gd name="connsiteX443" fmla="*/ 4093268 w 11362354"/>
              <a:gd name="connsiteY443" fmla="*/ 440431 h 1972800"/>
              <a:gd name="connsiteX444" fmla="*/ 3368371 w 11362354"/>
              <a:gd name="connsiteY444" fmla="*/ 440431 h 1972800"/>
              <a:gd name="connsiteX445" fmla="*/ 3872116 w 11362354"/>
              <a:gd name="connsiteY445" fmla="*/ 440431 h 1972800"/>
              <a:gd name="connsiteX446" fmla="*/ 3844680 w 11362354"/>
              <a:gd name="connsiteY446" fmla="*/ 482249 h 1972800"/>
              <a:gd name="connsiteX447" fmla="*/ 3353616 w 11362354"/>
              <a:gd name="connsiteY447" fmla="*/ 482249 h 1972800"/>
              <a:gd name="connsiteX448" fmla="*/ 3368371 w 11362354"/>
              <a:gd name="connsiteY448" fmla="*/ 440431 h 1972800"/>
              <a:gd name="connsiteX449" fmla="*/ 11223979 w 11362354"/>
              <a:gd name="connsiteY449" fmla="*/ 437563 h 1972800"/>
              <a:gd name="connsiteX450" fmla="*/ 11304274 w 11362354"/>
              <a:gd name="connsiteY450" fmla="*/ 437563 h 1972800"/>
              <a:gd name="connsiteX451" fmla="*/ 11304274 w 11362354"/>
              <a:gd name="connsiteY451" fmla="*/ 487440 h 1972800"/>
              <a:gd name="connsiteX452" fmla="*/ 11274504 w 11362354"/>
              <a:gd name="connsiteY452" fmla="*/ 487440 h 1972800"/>
              <a:gd name="connsiteX453" fmla="*/ 10437485 w 11362354"/>
              <a:gd name="connsiteY453" fmla="*/ 312620 h 1972800"/>
              <a:gd name="connsiteX454" fmla="*/ 11305204 w 11362354"/>
              <a:gd name="connsiteY454" fmla="*/ 312620 h 1972800"/>
              <a:gd name="connsiteX455" fmla="*/ 11305204 w 11362354"/>
              <a:gd name="connsiteY455" fmla="*/ 323517 h 1972800"/>
              <a:gd name="connsiteX456" fmla="*/ 11306110 w 11362354"/>
              <a:gd name="connsiteY456" fmla="*/ 323517 h 1972800"/>
              <a:gd name="connsiteX457" fmla="*/ 11306110 w 11362354"/>
              <a:gd name="connsiteY457" fmla="*/ 351547 h 1972800"/>
              <a:gd name="connsiteX458" fmla="*/ 11306110 w 11362354"/>
              <a:gd name="connsiteY458" fmla="*/ 359098 h 1972800"/>
              <a:gd name="connsiteX459" fmla="*/ 11305204 w 11362354"/>
              <a:gd name="connsiteY459" fmla="*/ 359098 h 1972800"/>
              <a:gd name="connsiteX460" fmla="*/ 11305204 w 11362354"/>
              <a:gd name="connsiteY460" fmla="*/ 363528 h 1972800"/>
              <a:gd name="connsiteX461" fmla="*/ 10423824 w 11362354"/>
              <a:gd name="connsiteY461" fmla="*/ 363528 h 1972800"/>
              <a:gd name="connsiteX462" fmla="*/ 10429797 w 11362354"/>
              <a:gd name="connsiteY462" fmla="*/ 336441 h 1972800"/>
              <a:gd name="connsiteX463" fmla="*/ 9781432 w 11362354"/>
              <a:gd name="connsiteY463" fmla="*/ 312620 h 1972800"/>
              <a:gd name="connsiteX464" fmla="*/ 10286039 w 11362354"/>
              <a:gd name="connsiteY464" fmla="*/ 312620 h 1972800"/>
              <a:gd name="connsiteX465" fmla="*/ 10286039 w 11362354"/>
              <a:gd name="connsiteY465" fmla="*/ 322833 h 1972800"/>
              <a:gd name="connsiteX466" fmla="*/ 10286039 w 11362354"/>
              <a:gd name="connsiteY466" fmla="*/ 358338 h 1972800"/>
              <a:gd name="connsiteX467" fmla="*/ 10286039 w 11362354"/>
              <a:gd name="connsiteY467" fmla="*/ 358339 h 1972800"/>
              <a:gd name="connsiteX468" fmla="*/ 9781432 w 11362354"/>
              <a:gd name="connsiteY468" fmla="*/ 358339 h 1972800"/>
              <a:gd name="connsiteX469" fmla="*/ 9781432 w 11362354"/>
              <a:gd name="connsiteY469" fmla="*/ 358338 h 1972800"/>
              <a:gd name="connsiteX470" fmla="*/ 9781432 w 11362354"/>
              <a:gd name="connsiteY470" fmla="*/ 322833 h 1972800"/>
              <a:gd name="connsiteX471" fmla="*/ 8611213 w 11362354"/>
              <a:gd name="connsiteY471" fmla="*/ 312620 h 1972800"/>
              <a:gd name="connsiteX472" fmla="*/ 9666891 w 11362354"/>
              <a:gd name="connsiteY472" fmla="*/ 312620 h 1972800"/>
              <a:gd name="connsiteX473" fmla="*/ 9666891 w 11362354"/>
              <a:gd name="connsiteY473" fmla="*/ 322833 h 1972800"/>
              <a:gd name="connsiteX474" fmla="*/ 9668568 w 11362354"/>
              <a:gd name="connsiteY474" fmla="*/ 322833 h 1972800"/>
              <a:gd name="connsiteX475" fmla="*/ 9668568 w 11362354"/>
              <a:gd name="connsiteY475" fmla="*/ 358338 h 1972800"/>
              <a:gd name="connsiteX476" fmla="*/ 9666891 w 11362354"/>
              <a:gd name="connsiteY476" fmla="*/ 358338 h 1972800"/>
              <a:gd name="connsiteX477" fmla="*/ 9666891 w 11362354"/>
              <a:gd name="connsiteY477" fmla="*/ 358339 h 1972800"/>
              <a:gd name="connsiteX478" fmla="*/ 8611213 w 11362354"/>
              <a:gd name="connsiteY478" fmla="*/ 358339 h 1972800"/>
              <a:gd name="connsiteX479" fmla="*/ 8037009 w 11362354"/>
              <a:gd name="connsiteY479" fmla="*/ 312620 h 1972800"/>
              <a:gd name="connsiteX480" fmla="*/ 8500026 w 11362354"/>
              <a:gd name="connsiteY480" fmla="*/ 312620 h 1972800"/>
              <a:gd name="connsiteX481" fmla="*/ 8500026 w 11362354"/>
              <a:gd name="connsiteY481" fmla="*/ 322833 h 1972800"/>
              <a:gd name="connsiteX482" fmla="*/ 8501703 w 11362354"/>
              <a:gd name="connsiteY482" fmla="*/ 322833 h 1972800"/>
              <a:gd name="connsiteX483" fmla="*/ 8501703 w 11362354"/>
              <a:gd name="connsiteY483" fmla="*/ 358338 h 1972800"/>
              <a:gd name="connsiteX484" fmla="*/ 8500026 w 11362354"/>
              <a:gd name="connsiteY484" fmla="*/ 358338 h 1972800"/>
              <a:gd name="connsiteX485" fmla="*/ 8500026 w 11362354"/>
              <a:gd name="connsiteY485" fmla="*/ 358339 h 1972800"/>
              <a:gd name="connsiteX486" fmla="*/ 8037009 w 11362354"/>
              <a:gd name="connsiteY486" fmla="*/ 358339 h 1972800"/>
              <a:gd name="connsiteX487" fmla="*/ 7193139 w 11362354"/>
              <a:gd name="connsiteY487" fmla="*/ 312620 h 1972800"/>
              <a:gd name="connsiteX488" fmla="*/ 7812777 w 11362354"/>
              <a:gd name="connsiteY488" fmla="*/ 312620 h 1972800"/>
              <a:gd name="connsiteX489" fmla="*/ 7833342 w 11362354"/>
              <a:gd name="connsiteY489" fmla="*/ 357178 h 1972800"/>
              <a:gd name="connsiteX490" fmla="*/ 7833342 w 11362354"/>
              <a:gd name="connsiteY490" fmla="*/ 357314 h 1972800"/>
              <a:gd name="connsiteX491" fmla="*/ 7833816 w 11362354"/>
              <a:gd name="connsiteY491" fmla="*/ 358338 h 1972800"/>
              <a:gd name="connsiteX492" fmla="*/ 7833342 w 11362354"/>
              <a:gd name="connsiteY492" fmla="*/ 358338 h 1972800"/>
              <a:gd name="connsiteX493" fmla="*/ 7833342 w 11362354"/>
              <a:gd name="connsiteY493" fmla="*/ 358339 h 1972800"/>
              <a:gd name="connsiteX494" fmla="*/ 7193139 w 11362354"/>
              <a:gd name="connsiteY494" fmla="*/ 358339 h 1972800"/>
              <a:gd name="connsiteX495" fmla="*/ 7193139 w 11362354"/>
              <a:gd name="connsiteY495" fmla="*/ 358338 h 1972800"/>
              <a:gd name="connsiteX496" fmla="*/ 7193139 w 11362354"/>
              <a:gd name="connsiteY496" fmla="*/ 322833 h 1972800"/>
              <a:gd name="connsiteX497" fmla="*/ 6184479 w 11362354"/>
              <a:gd name="connsiteY497" fmla="*/ 312620 h 1972800"/>
              <a:gd name="connsiteX498" fmla="*/ 7080274 w 11362354"/>
              <a:gd name="connsiteY498" fmla="*/ 312620 h 1972800"/>
              <a:gd name="connsiteX499" fmla="*/ 7080274 w 11362354"/>
              <a:gd name="connsiteY499" fmla="*/ 322833 h 1972800"/>
              <a:gd name="connsiteX500" fmla="*/ 7080275 w 11362354"/>
              <a:gd name="connsiteY500" fmla="*/ 322833 h 1972800"/>
              <a:gd name="connsiteX501" fmla="*/ 7080275 w 11362354"/>
              <a:gd name="connsiteY501" fmla="*/ 358338 h 1972800"/>
              <a:gd name="connsiteX502" fmla="*/ 7080274 w 11362354"/>
              <a:gd name="connsiteY502" fmla="*/ 358338 h 1972800"/>
              <a:gd name="connsiteX503" fmla="*/ 7080274 w 11362354"/>
              <a:gd name="connsiteY503" fmla="*/ 358339 h 1972800"/>
              <a:gd name="connsiteX504" fmla="*/ 6184479 w 11362354"/>
              <a:gd name="connsiteY504" fmla="*/ 358339 h 1972800"/>
              <a:gd name="connsiteX505" fmla="*/ 5574793 w 11362354"/>
              <a:gd name="connsiteY505" fmla="*/ 312620 h 1972800"/>
              <a:gd name="connsiteX506" fmla="*/ 6073294 w 11362354"/>
              <a:gd name="connsiteY506" fmla="*/ 312620 h 1972800"/>
              <a:gd name="connsiteX507" fmla="*/ 6073294 w 11362354"/>
              <a:gd name="connsiteY507" fmla="*/ 322833 h 1972800"/>
              <a:gd name="connsiteX508" fmla="*/ 6073294 w 11362354"/>
              <a:gd name="connsiteY508" fmla="*/ 358338 h 1972800"/>
              <a:gd name="connsiteX509" fmla="*/ 6073294 w 11362354"/>
              <a:gd name="connsiteY509" fmla="*/ 358339 h 1972800"/>
              <a:gd name="connsiteX510" fmla="*/ 5574793 w 11362354"/>
              <a:gd name="connsiteY510" fmla="*/ 358339 h 1972800"/>
              <a:gd name="connsiteX511" fmla="*/ 5574793 w 11362354"/>
              <a:gd name="connsiteY511" fmla="*/ 358338 h 1972800"/>
              <a:gd name="connsiteX512" fmla="*/ 5574793 w 11362354"/>
              <a:gd name="connsiteY512" fmla="*/ 322833 h 1972800"/>
              <a:gd name="connsiteX513" fmla="*/ 4792811 w 11362354"/>
              <a:gd name="connsiteY513" fmla="*/ 312620 h 1972800"/>
              <a:gd name="connsiteX514" fmla="*/ 5291307 w 11362354"/>
              <a:gd name="connsiteY514" fmla="*/ 312620 h 1972800"/>
              <a:gd name="connsiteX515" fmla="*/ 5291307 w 11362354"/>
              <a:gd name="connsiteY515" fmla="*/ 322833 h 1972800"/>
              <a:gd name="connsiteX516" fmla="*/ 5291307 w 11362354"/>
              <a:gd name="connsiteY516" fmla="*/ 358338 h 1972800"/>
              <a:gd name="connsiteX517" fmla="*/ 5291307 w 11362354"/>
              <a:gd name="connsiteY517" fmla="*/ 358339 h 1972800"/>
              <a:gd name="connsiteX518" fmla="*/ 4792811 w 11362354"/>
              <a:gd name="connsiteY518" fmla="*/ 358339 h 1972800"/>
              <a:gd name="connsiteX519" fmla="*/ 4792811 w 11362354"/>
              <a:gd name="connsiteY519" fmla="*/ 358338 h 1972800"/>
              <a:gd name="connsiteX520" fmla="*/ 4792811 w 11362354"/>
              <a:gd name="connsiteY520" fmla="*/ 322833 h 1972800"/>
              <a:gd name="connsiteX521" fmla="*/ 2285298 w 11362354"/>
              <a:gd name="connsiteY521" fmla="*/ 312620 h 1972800"/>
              <a:gd name="connsiteX522" fmla="*/ 3183254 w 11362354"/>
              <a:gd name="connsiteY522" fmla="*/ 312620 h 1972800"/>
              <a:gd name="connsiteX523" fmla="*/ 3183254 w 11362354"/>
              <a:gd name="connsiteY523" fmla="*/ 322833 h 1972800"/>
              <a:gd name="connsiteX524" fmla="*/ 3183254 w 11362354"/>
              <a:gd name="connsiteY524" fmla="*/ 358338 h 1972800"/>
              <a:gd name="connsiteX525" fmla="*/ 3183254 w 11362354"/>
              <a:gd name="connsiteY525" fmla="*/ 358339 h 1972800"/>
              <a:gd name="connsiteX526" fmla="*/ 2285298 w 11362354"/>
              <a:gd name="connsiteY526" fmla="*/ 358339 h 1972800"/>
              <a:gd name="connsiteX527" fmla="*/ 2285298 w 11362354"/>
              <a:gd name="connsiteY527" fmla="*/ 358338 h 1972800"/>
              <a:gd name="connsiteX528" fmla="*/ 2285298 w 11362354"/>
              <a:gd name="connsiteY528" fmla="*/ 322833 h 1972800"/>
              <a:gd name="connsiteX529" fmla="*/ 985097 w 11362354"/>
              <a:gd name="connsiteY529" fmla="*/ 312620 h 1972800"/>
              <a:gd name="connsiteX530" fmla="*/ 2135110 w 11362354"/>
              <a:gd name="connsiteY530" fmla="*/ 312620 h 1972800"/>
              <a:gd name="connsiteX531" fmla="*/ 2148730 w 11362354"/>
              <a:gd name="connsiteY531" fmla="*/ 358335 h 1972800"/>
              <a:gd name="connsiteX532" fmla="*/ 2148731 w 11362354"/>
              <a:gd name="connsiteY532" fmla="*/ 358338 h 1972800"/>
              <a:gd name="connsiteX533" fmla="*/ 2148731 w 11362354"/>
              <a:gd name="connsiteY533" fmla="*/ 358339 h 1972800"/>
              <a:gd name="connsiteX534" fmla="*/ 985097 w 11362354"/>
              <a:gd name="connsiteY534" fmla="*/ 358339 h 1972800"/>
              <a:gd name="connsiteX535" fmla="*/ 985097 w 11362354"/>
              <a:gd name="connsiteY535" fmla="*/ 358338 h 1972800"/>
              <a:gd name="connsiteX536" fmla="*/ 985097 w 11362354"/>
              <a:gd name="connsiteY536" fmla="*/ 322833 h 1972800"/>
              <a:gd name="connsiteX537" fmla="*/ 0 w 11362354"/>
              <a:gd name="connsiteY537" fmla="*/ 312620 h 1972800"/>
              <a:gd name="connsiteX538" fmla="*/ 877145 w 11362354"/>
              <a:gd name="connsiteY538" fmla="*/ 312620 h 1972800"/>
              <a:gd name="connsiteX539" fmla="*/ 877145 w 11362354"/>
              <a:gd name="connsiteY539" fmla="*/ 322833 h 1972800"/>
              <a:gd name="connsiteX540" fmla="*/ 877145 w 11362354"/>
              <a:gd name="connsiteY540" fmla="*/ 358338 h 1972800"/>
              <a:gd name="connsiteX541" fmla="*/ 877145 w 11362354"/>
              <a:gd name="connsiteY541" fmla="*/ 358339 h 1972800"/>
              <a:gd name="connsiteX542" fmla="*/ 0 w 11362354"/>
              <a:gd name="connsiteY542" fmla="*/ 358339 h 1972800"/>
              <a:gd name="connsiteX543" fmla="*/ 0 w 11362354"/>
              <a:gd name="connsiteY543" fmla="*/ 358338 h 1972800"/>
              <a:gd name="connsiteX544" fmla="*/ 0 w 11362354"/>
              <a:gd name="connsiteY544" fmla="*/ 322833 h 1972800"/>
              <a:gd name="connsiteX545" fmla="*/ 3426524 w 11362354"/>
              <a:gd name="connsiteY545" fmla="*/ 311140 h 1972800"/>
              <a:gd name="connsiteX546" fmla="*/ 4541246 w 11362354"/>
              <a:gd name="connsiteY546" fmla="*/ 311140 h 1972800"/>
              <a:gd name="connsiteX547" fmla="*/ 4565836 w 11362354"/>
              <a:gd name="connsiteY547" fmla="*/ 363528 h 1972800"/>
              <a:gd name="connsiteX548" fmla="*/ 3720591 w 11362354"/>
              <a:gd name="connsiteY548" fmla="*/ 363528 h 1972800"/>
              <a:gd name="connsiteX549" fmla="*/ 3720591 w 11362354"/>
              <a:gd name="connsiteY549" fmla="*/ 361147 h 1972800"/>
              <a:gd name="connsiteX550" fmla="*/ 3403052 w 11362354"/>
              <a:gd name="connsiteY550" fmla="*/ 361147 h 1972800"/>
              <a:gd name="connsiteX551" fmla="*/ 10479636 w 11362354"/>
              <a:gd name="connsiteY551" fmla="*/ 204267 h 1972800"/>
              <a:gd name="connsiteX552" fmla="*/ 10671926 w 11362354"/>
              <a:gd name="connsiteY552" fmla="*/ 204267 h 1972800"/>
              <a:gd name="connsiteX553" fmla="*/ 11306110 w 11362354"/>
              <a:gd name="connsiteY553" fmla="*/ 204267 h 1972800"/>
              <a:gd name="connsiteX554" fmla="*/ 11306110 w 11362354"/>
              <a:gd name="connsiteY554" fmla="*/ 241250 h 1972800"/>
              <a:gd name="connsiteX555" fmla="*/ 10671926 w 11362354"/>
              <a:gd name="connsiteY555" fmla="*/ 241250 h 1972800"/>
              <a:gd name="connsiteX556" fmla="*/ 10463420 w 11362354"/>
              <a:gd name="connsiteY556" fmla="*/ 241250 h 1972800"/>
              <a:gd name="connsiteX557" fmla="*/ 9781432 w 11362354"/>
              <a:gd name="connsiteY557" fmla="*/ 203834 h 1972800"/>
              <a:gd name="connsiteX558" fmla="*/ 10286039 w 11362354"/>
              <a:gd name="connsiteY558" fmla="*/ 203834 h 1972800"/>
              <a:gd name="connsiteX559" fmla="*/ 10286039 w 11362354"/>
              <a:gd name="connsiteY559" fmla="*/ 240739 h 1972800"/>
              <a:gd name="connsiteX560" fmla="*/ 9781432 w 11362354"/>
              <a:gd name="connsiteY560" fmla="*/ 240739 h 1972800"/>
              <a:gd name="connsiteX561" fmla="*/ 8612890 w 11362354"/>
              <a:gd name="connsiteY561" fmla="*/ 203834 h 1972800"/>
              <a:gd name="connsiteX562" fmla="*/ 9668568 w 11362354"/>
              <a:gd name="connsiteY562" fmla="*/ 203834 h 1972800"/>
              <a:gd name="connsiteX563" fmla="*/ 9668568 w 11362354"/>
              <a:gd name="connsiteY563" fmla="*/ 240739 h 1972800"/>
              <a:gd name="connsiteX564" fmla="*/ 8612890 w 11362354"/>
              <a:gd name="connsiteY564" fmla="*/ 240739 h 1972800"/>
              <a:gd name="connsiteX565" fmla="*/ 8042875 w 11362354"/>
              <a:gd name="connsiteY565" fmla="*/ 203834 h 1972800"/>
              <a:gd name="connsiteX566" fmla="*/ 8501703 w 11362354"/>
              <a:gd name="connsiteY566" fmla="*/ 203834 h 1972800"/>
              <a:gd name="connsiteX567" fmla="*/ 8501703 w 11362354"/>
              <a:gd name="connsiteY567" fmla="*/ 240739 h 1972800"/>
              <a:gd name="connsiteX568" fmla="*/ 8042875 w 11362354"/>
              <a:gd name="connsiteY568" fmla="*/ 240739 h 1972800"/>
              <a:gd name="connsiteX569" fmla="*/ 7193139 w 11362354"/>
              <a:gd name="connsiteY569" fmla="*/ 203834 h 1972800"/>
              <a:gd name="connsiteX570" fmla="*/ 7762309 w 11362354"/>
              <a:gd name="connsiteY570" fmla="*/ 203834 h 1972800"/>
              <a:gd name="connsiteX571" fmla="*/ 7779389 w 11362354"/>
              <a:gd name="connsiteY571" fmla="*/ 240739 h 1972800"/>
              <a:gd name="connsiteX572" fmla="*/ 7193139 w 11362354"/>
              <a:gd name="connsiteY572" fmla="*/ 240739 h 1972800"/>
              <a:gd name="connsiteX573" fmla="*/ 6188669 w 11362354"/>
              <a:gd name="connsiteY573" fmla="*/ 203834 h 1972800"/>
              <a:gd name="connsiteX574" fmla="*/ 7080275 w 11362354"/>
              <a:gd name="connsiteY574" fmla="*/ 203834 h 1972800"/>
              <a:gd name="connsiteX575" fmla="*/ 7080275 w 11362354"/>
              <a:gd name="connsiteY575" fmla="*/ 240739 h 1972800"/>
              <a:gd name="connsiteX576" fmla="*/ 6188669 w 11362354"/>
              <a:gd name="connsiteY576" fmla="*/ 240739 h 1972800"/>
              <a:gd name="connsiteX577" fmla="*/ 5574793 w 11362354"/>
              <a:gd name="connsiteY577" fmla="*/ 203834 h 1972800"/>
              <a:gd name="connsiteX578" fmla="*/ 6073294 w 11362354"/>
              <a:gd name="connsiteY578" fmla="*/ 203834 h 1972800"/>
              <a:gd name="connsiteX579" fmla="*/ 6073294 w 11362354"/>
              <a:gd name="connsiteY579" fmla="*/ 240739 h 1972800"/>
              <a:gd name="connsiteX580" fmla="*/ 5574793 w 11362354"/>
              <a:gd name="connsiteY580" fmla="*/ 240739 h 1972800"/>
              <a:gd name="connsiteX581" fmla="*/ 4792811 w 11362354"/>
              <a:gd name="connsiteY581" fmla="*/ 203834 h 1972800"/>
              <a:gd name="connsiteX582" fmla="*/ 5291307 w 11362354"/>
              <a:gd name="connsiteY582" fmla="*/ 203834 h 1972800"/>
              <a:gd name="connsiteX583" fmla="*/ 5291307 w 11362354"/>
              <a:gd name="connsiteY583" fmla="*/ 240739 h 1972800"/>
              <a:gd name="connsiteX584" fmla="*/ 4792811 w 11362354"/>
              <a:gd name="connsiteY584" fmla="*/ 240739 h 1972800"/>
              <a:gd name="connsiteX585" fmla="*/ 2285298 w 11362354"/>
              <a:gd name="connsiteY585" fmla="*/ 203834 h 1972800"/>
              <a:gd name="connsiteX586" fmla="*/ 3183254 w 11362354"/>
              <a:gd name="connsiteY586" fmla="*/ 203834 h 1972800"/>
              <a:gd name="connsiteX587" fmla="*/ 3183254 w 11362354"/>
              <a:gd name="connsiteY587" fmla="*/ 240739 h 1972800"/>
              <a:gd name="connsiteX588" fmla="*/ 2285298 w 11362354"/>
              <a:gd name="connsiteY588" fmla="*/ 240739 h 1972800"/>
              <a:gd name="connsiteX589" fmla="*/ 985097 w 11362354"/>
              <a:gd name="connsiteY589" fmla="*/ 203834 h 1972800"/>
              <a:gd name="connsiteX590" fmla="*/ 2069184 w 11362354"/>
              <a:gd name="connsiteY590" fmla="*/ 203834 h 1972800"/>
              <a:gd name="connsiteX591" fmla="*/ 2093941 w 11362354"/>
              <a:gd name="connsiteY591" fmla="*/ 240739 h 1972800"/>
              <a:gd name="connsiteX592" fmla="*/ 985097 w 11362354"/>
              <a:gd name="connsiteY592" fmla="*/ 240739 h 1972800"/>
              <a:gd name="connsiteX593" fmla="*/ 0 w 11362354"/>
              <a:gd name="connsiteY593" fmla="*/ 203834 h 1972800"/>
              <a:gd name="connsiteX594" fmla="*/ 877145 w 11362354"/>
              <a:gd name="connsiteY594" fmla="*/ 203834 h 1972800"/>
              <a:gd name="connsiteX595" fmla="*/ 877145 w 11362354"/>
              <a:gd name="connsiteY595" fmla="*/ 240739 h 1972800"/>
              <a:gd name="connsiteX596" fmla="*/ 0 w 11362354"/>
              <a:gd name="connsiteY596" fmla="*/ 240739 h 1972800"/>
              <a:gd name="connsiteX597" fmla="*/ 3491565 w 11362354"/>
              <a:gd name="connsiteY597" fmla="*/ 203833 h 1972800"/>
              <a:gd name="connsiteX598" fmla="*/ 4473824 w 11362354"/>
              <a:gd name="connsiteY598" fmla="*/ 203833 h 1972800"/>
              <a:gd name="connsiteX599" fmla="*/ 4499119 w 11362354"/>
              <a:gd name="connsiteY599" fmla="*/ 240738 h 1972800"/>
              <a:gd name="connsiteX600" fmla="*/ 3466269 w 11362354"/>
              <a:gd name="connsiteY600" fmla="*/ 240738 h 1972800"/>
              <a:gd name="connsiteX601" fmla="*/ 3491565 w 11362354"/>
              <a:gd name="connsiteY601" fmla="*/ 203833 h 1972800"/>
              <a:gd name="connsiteX602" fmla="*/ 10550205 w 11362354"/>
              <a:gd name="connsiteY602" fmla="*/ 96959 h 1972800"/>
              <a:gd name="connsiteX603" fmla="*/ 10671926 w 11362354"/>
              <a:gd name="connsiteY603" fmla="*/ 96959 h 1972800"/>
              <a:gd name="connsiteX604" fmla="*/ 11306110 w 11362354"/>
              <a:gd name="connsiteY604" fmla="*/ 96959 h 1972800"/>
              <a:gd name="connsiteX605" fmla="*/ 11306110 w 11362354"/>
              <a:gd name="connsiteY605" fmla="*/ 121993 h 1972800"/>
              <a:gd name="connsiteX606" fmla="*/ 10671926 w 11362354"/>
              <a:gd name="connsiteY606" fmla="*/ 121993 h 1972800"/>
              <a:gd name="connsiteX607" fmla="*/ 10531544 w 11362354"/>
              <a:gd name="connsiteY607" fmla="*/ 121993 h 1972800"/>
              <a:gd name="connsiteX608" fmla="*/ 9781432 w 11362354"/>
              <a:gd name="connsiteY608" fmla="*/ 96753 h 1972800"/>
              <a:gd name="connsiteX609" fmla="*/ 10286039 w 11362354"/>
              <a:gd name="connsiteY609" fmla="*/ 96753 h 1972800"/>
              <a:gd name="connsiteX610" fmla="*/ 10286039 w 11362354"/>
              <a:gd name="connsiteY610" fmla="*/ 121735 h 1972800"/>
              <a:gd name="connsiteX611" fmla="*/ 9781432 w 11362354"/>
              <a:gd name="connsiteY611" fmla="*/ 121735 h 1972800"/>
              <a:gd name="connsiteX612" fmla="*/ 8612890 w 11362354"/>
              <a:gd name="connsiteY612" fmla="*/ 96753 h 1972800"/>
              <a:gd name="connsiteX613" fmla="*/ 9668568 w 11362354"/>
              <a:gd name="connsiteY613" fmla="*/ 96753 h 1972800"/>
              <a:gd name="connsiteX614" fmla="*/ 9668568 w 11362354"/>
              <a:gd name="connsiteY614" fmla="*/ 121735 h 1972800"/>
              <a:gd name="connsiteX615" fmla="*/ 8612890 w 11362354"/>
              <a:gd name="connsiteY615" fmla="*/ 121735 h 1972800"/>
              <a:gd name="connsiteX616" fmla="*/ 8042875 w 11362354"/>
              <a:gd name="connsiteY616" fmla="*/ 96753 h 1972800"/>
              <a:gd name="connsiteX617" fmla="*/ 8501703 w 11362354"/>
              <a:gd name="connsiteY617" fmla="*/ 96753 h 1972800"/>
              <a:gd name="connsiteX618" fmla="*/ 8501703 w 11362354"/>
              <a:gd name="connsiteY618" fmla="*/ 121735 h 1972800"/>
              <a:gd name="connsiteX619" fmla="*/ 8042875 w 11362354"/>
              <a:gd name="connsiteY619" fmla="*/ 121735 h 1972800"/>
              <a:gd name="connsiteX620" fmla="*/ 7193139 w 11362354"/>
              <a:gd name="connsiteY620" fmla="*/ 96753 h 1972800"/>
              <a:gd name="connsiteX621" fmla="*/ 7712749 w 11362354"/>
              <a:gd name="connsiteY621" fmla="*/ 96753 h 1972800"/>
              <a:gd name="connsiteX622" fmla="*/ 7724312 w 11362354"/>
              <a:gd name="connsiteY622" fmla="*/ 121735 h 1972800"/>
              <a:gd name="connsiteX623" fmla="*/ 7193139 w 11362354"/>
              <a:gd name="connsiteY623" fmla="*/ 121735 h 1972800"/>
              <a:gd name="connsiteX624" fmla="*/ 6188669 w 11362354"/>
              <a:gd name="connsiteY624" fmla="*/ 96753 h 1972800"/>
              <a:gd name="connsiteX625" fmla="*/ 7080275 w 11362354"/>
              <a:gd name="connsiteY625" fmla="*/ 96753 h 1972800"/>
              <a:gd name="connsiteX626" fmla="*/ 7080275 w 11362354"/>
              <a:gd name="connsiteY626" fmla="*/ 121735 h 1972800"/>
              <a:gd name="connsiteX627" fmla="*/ 6188669 w 11362354"/>
              <a:gd name="connsiteY627" fmla="*/ 121735 h 1972800"/>
              <a:gd name="connsiteX628" fmla="*/ 5574793 w 11362354"/>
              <a:gd name="connsiteY628" fmla="*/ 96753 h 1972800"/>
              <a:gd name="connsiteX629" fmla="*/ 6073294 w 11362354"/>
              <a:gd name="connsiteY629" fmla="*/ 96753 h 1972800"/>
              <a:gd name="connsiteX630" fmla="*/ 6073294 w 11362354"/>
              <a:gd name="connsiteY630" fmla="*/ 121735 h 1972800"/>
              <a:gd name="connsiteX631" fmla="*/ 5574793 w 11362354"/>
              <a:gd name="connsiteY631" fmla="*/ 121735 h 1972800"/>
              <a:gd name="connsiteX632" fmla="*/ 4792811 w 11362354"/>
              <a:gd name="connsiteY632" fmla="*/ 96753 h 1972800"/>
              <a:gd name="connsiteX633" fmla="*/ 5291307 w 11362354"/>
              <a:gd name="connsiteY633" fmla="*/ 96753 h 1972800"/>
              <a:gd name="connsiteX634" fmla="*/ 5291307 w 11362354"/>
              <a:gd name="connsiteY634" fmla="*/ 121735 h 1972800"/>
              <a:gd name="connsiteX635" fmla="*/ 4792811 w 11362354"/>
              <a:gd name="connsiteY635" fmla="*/ 121735 h 1972800"/>
              <a:gd name="connsiteX636" fmla="*/ 2285298 w 11362354"/>
              <a:gd name="connsiteY636" fmla="*/ 96753 h 1972800"/>
              <a:gd name="connsiteX637" fmla="*/ 3183254 w 11362354"/>
              <a:gd name="connsiteY637" fmla="*/ 96753 h 1972800"/>
              <a:gd name="connsiteX638" fmla="*/ 3183254 w 11362354"/>
              <a:gd name="connsiteY638" fmla="*/ 121735 h 1972800"/>
              <a:gd name="connsiteX639" fmla="*/ 2285298 w 11362354"/>
              <a:gd name="connsiteY639" fmla="*/ 121735 h 1972800"/>
              <a:gd name="connsiteX640" fmla="*/ 985097 w 11362354"/>
              <a:gd name="connsiteY640" fmla="*/ 96753 h 1972800"/>
              <a:gd name="connsiteX641" fmla="*/ 1978552 w 11362354"/>
              <a:gd name="connsiteY641" fmla="*/ 96753 h 1972800"/>
              <a:gd name="connsiteX642" fmla="*/ 2002599 w 11362354"/>
              <a:gd name="connsiteY642" fmla="*/ 121735 h 1972800"/>
              <a:gd name="connsiteX643" fmla="*/ 985097 w 11362354"/>
              <a:gd name="connsiteY643" fmla="*/ 121735 h 1972800"/>
              <a:gd name="connsiteX644" fmla="*/ 0 w 11362354"/>
              <a:gd name="connsiteY644" fmla="*/ 96753 h 1972800"/>
              <a:gd name="connsiteX645" fmla="*/ 877145 w 11362354"/>
              <a:gd name="connsiteY645" fmla="*/ 96753 h 1972800"/>
              <a:gd name="connsiteX646" fmla="*/ 877145 w 11362354"/>
              <a:gd name="connsiteY646" fmla="*/ 121735 h 1972800"/>
              <a:gd name="connsiteX647" fmla="*/ 0 w 11362354"/>
              <a:gd name="connsiteY647" fmla="*/ 121735 h 1972800"/>
              <a:gd name="connsiteX648" fmla="*/ 3581580 w 11362354"/>
              <a:gd name="connsiteY648" fmla="*/ 96752 h 1972800"/>
              <a:gd name="connsiteX649" fmla="*/ 4383809 w 11362354"/>
              <a:gd name="connsiteY649" fmla="*/ 96752 h 1972800"/>
              <a:gd name="connsiteX650" fmla="*/ 4407456 w 11362354"/>
              <a:gd name="connsiteY650" fmla="*/ 121734 h 1972800"/>
              <a:gd name="connsiteX651" fmla="*/ 3557933 w 11362354"/>
              <a:gd name="connsiteY651" fmla="*/ 121734 h 1972800"/>
              <a:gd name="connsiteX652" fmla="*/ 3581580 w 11362354"/>
              <a:gd name="connsiteY652" fmla="*/ 96752 h 1972800"/>
              <a:gd name="connsiteX653" fmla="*/ 10683999 w 11362354"/>
              <a:gd name="connsiteY653" fmla="*/ 1 h 1972800"/>
              <a:gd name="connsiteX654" fmla="*/ 10743787 w 11362354"/>
              <a:gd name="connsiteY654" fmla="*/ 1 h 1972800"/>
              <a:gd name="connsiteX655" fmla="*/ 10800434 w 11362354"/>
              <a:gd name="connsiteY655" fmla="*/ 2849 h 1972800"/>
              <a:gd name="connsiteX656" fmla="*/ 10800434 w 11362354"/>
              <a:gd name="connsiteY656" fmla="*/ 1 h 1972800"/>
              <a:gd name="connsiteX657" fmla="*/ 11306110 w 11362354"/>
              <a:gd name="connsiteY657" fmla="*/ 1 h 1972800"/>
              <a:gd name="connsiteX658" fmla="*/ 11306110 w 11362354"/>
              <a:gd name="connsiteY658" fmla="*/ 14690 h 1972800"/>
              <a:gd name="connsiteX659" fmla="*/ 10671926 w 11362354"/>
              <a:gd name="connsiteY659" fmla="*/ 14690 h 1972800"/>
              <a:gd name="connsiteX660" fmla="*/ 10634292 w 11362354"/>
              <a:gd name="connsiteY660" fmla="*/ 14690 h 1972800"/>
              <a:gd name="connsiteX661" fmla="*/ 10646512 w 11362354"/>
              <a:gd name="connsiteY661" fmla="*/ 4251 h 1972800"/>
              <a:gd name="connsiteX662" fmla="*/ 10646512 w 11362354"/>
              <a:gd name="connsiteY662" fmla="*/ 2687 h 1972800"/>
              <a:gd name="connsiteX663" fmla="*/ 10671926 w 11362354"/>
              <a:gd name="connsiteY663" fmla="*/ 1221 h 1972800"/>
              <a:gd name="connsiteX664" fmla="*/ 10671926 w 11362354"/>
              <a:gd name="connsiteY664" fmla="*/ 697 h 1972800"/>
              <a:gd name="connsiteX665" fmla="*/ 9781432 w 11362354"/>
              <a:gd name="connsiteY665" fmla="*/ 1 h 1972800"/>
              <a:gd name="connsiteX666" fmla="*/ 10286039 w 11362354"/>
              <a:gd name="connsiteY666" fmla="*/ 1 h 1972800"/>
              <a:gd name="connsiteX667" fmla="*/ 10286039 w 11362354"/>
              <a:gd name="connsiteY667" fmla="*/ 14659 h 1972800"/>
              <a:gd name="connsiteX668" fmla="*/ 9781432 w 11362354"/>
              <a:gd name="connsiteY668" fmla="*/ 14659 h 1972800"/>
              <a:gd name="connsiteX669" fmla="*/ 8612890 w 11362354"/>
              <a:gd name="connsiteY669" fmla="*/ 1 h 1972800"/>
              <a:gd name="connsiteX670" fmla="*/ 9668568 w 11362354"/>
              <a:gd name="connsiteY670" fmla="*/ 1 h 1972800"/>
              <a:gd name="connsiteX671" fmla="*/ 9668568 w 11362354"/>
              <a:gd name="connsiteY671" fmla="*/ 14659 h 1972800"/>
              <a:gd name="connsiteX672" fmla="*/ 8612890 w 11362354"/>
              <a:gd name="connsiteY672" fmla="*/ 14659 h 1972800"/>
              <a:gd name="connsiteX673" fmla="*/ 8042875 w 11362354"/>
              <a:gd name="connsiteY673" fmla="*/ 1 h 1972800"/>
              <a:gd name="connsiteX674" fmla="*/ 8501703 w 11362354"/>
              <a:gd name="connsiteY674" fmla="*/ 1 h 1972800"/>
              <a:gd name="connsiteX675" fmla="*/ 8501703 w 11362354"/>
              <a:gd name="connsiteY675" fmla="*/ 14659 h 1972800"/>
              <a:gd name="connsiteX676" fmla="*/ 8042875 w 11362354"/>
              <a:gd name="connsiteY676" fmla="*/ 14659 h 1972800"/>
              <a:gd name="connsiteX677" fmla="*/ 7193139 w 11362354"/>
              <a:gd name="connsiteY677" fmla="*/ 1 h 1972800"/>
              <a:gd name="connsiteX678" fmla="*/ 7667970 w 11362354"/>
              <a:gd name="connsiteY678" fmla="*/ 1 h 1972800"/>
              <a:gd name="connsiteX679" fmla="*/ 7674758 w 11362354"/>
              <a:gd name="connsiteY679" fmla="*/ 14659 h 1972800"/>
              <a:gd name="connsiteX680" fmla="*/ 7193139 w 11362354"/>
              <a:gd name="connsiteY680" fmla="*/ 14659 h 1972800"/>
              <a:gd name="connsiteX681" fmla="*/ 6188669 w 11362354"/>
              <a:gd name="connsiteY681" fmla="*/ 1 h 1972800"/>
              <a:gd name="connsiteX682" fmla="*/ 7080275 w 11362354"/>
              <a:gd name="connsiteY682" fmla="*/ 1 h 1972800"/>
              <a:gd name="connsiteX683" fmla="*/ 7080275 w 11362354"/>
              <a:gd name="connsiteY683" fmla="*/ 14659 h 1972800"/>
              <a:gd name="connsiteX684" fmla="*/ 6188669 w 11362354"/>
              <a:gd name="connsiteY684" fmla="*/ 14659 h 1972800"/>
              <a:gd name="connsiteX685" fmla="*/ 5574793 w 11362354"/>
              <a:gd name="connsiteY685" fmla="*/ 1 h 1972800"/>
              <a:gd name="connsiteX686" fmla="*/ 6073294 w 11362354"/>
              <a:gd name="connsiteY686" fmla="*/ 1 h 1972800"/>
              <a:gd name="connsiteX687" fmla="*/ 6073294 w 11362354"/>
              <a:gd name="connsiteY687" fmla="*/ 14659 h 1972800"/>
              <a:gd name="connsiteX688" fmla="*/ 5574793 w 11362354"/>
              <a:gd name="connsiteY688" fmla="*/ 14659 h 1972800"/>
              <a:gd name="connsiteX689" fmla="*/ 4792811 w 11362354"/>
              <a:gd name="connsiteY689" fmla="*/ 1 h 1972800"/>
              <a:gd name="connsiteX690" fmla="*/ 5291307 w 11362354"/>
              <a:gd name="connsiteY690" fmla="*/ 1 h 1972800"/>
              <a:gd name="connsiteX691" fmla="*/ 5291307 w 11362354"/>
              <a:gd name="connsiteY691" fmla="*/ 14659 h 1972800"/>
              <a:gd name="connsiteX692" fmla="*/ 4792811 w 11362354"/>
              <a:gd name="connsiteY692" fmla="*/ 14659 h 1972800"/>
              <a:gd name="connsiteX693" fmla="*/ 2285298 w 11362354"/>
              <a:gd name="connsiteY693" fmla="*/ 1 h 1972800"/>
              <a:gd name="connsiteX694" fmla="*/ 3183254 w 11362354"/>
              <a:gd name="connsiteY694" fmla="*/ 1 h 1972800"/>
              <a:gd name="connsiteX695" fmla="*/ 3183254 w 11362354"/>
              <a:gd name="connsiteY695" fmla="*/ 14659 h 1972800"/>
              <a:gd name="connsiteX696" fmla="*/ 2285298 w 11362354"/>
              <a:gd name="connsiteY696" fmla="*/ 14659 h 1972800"/>
              <a:gd name="connsiteX697" fmla="*/ 985097 w 11362354"/>
              <a:gd name="connsiteY697" fmla="*/ 1 h 1972800"/>
              <a:gd name="connsiteX698" fmla="*/ 1846470 w 11362354"/>
              <a:gd name="connsiteY698" fmla="*/ 1 h 1972800"/>
              <a:gd name="connsiteX699" fmla="*/ 1869376 w 11362354"/>
              <a:gd name="connsiteY699" fmla="*/ 14659 h 1972800"/>
              <a:gd name="connsiteX700" fmla="*/ 985097 w 11362354"/>
              <a:gd name="connsiteY700" fmla="*/ 14659 h 1972800"/>
              <a:gd name="connsiteX701" fmla="*/ 0 w 11362354"/>
              <a:gd name="connsiteY701" fmla="*/ 1 h 1972800"/>
              <a:gd name="connsiteX702" fmla="*/ 877145 w 11362354"/>
              <a:gd name="connsiteY702" fmla="*/ 1 h 1972800"/>
              <a:gd name="connsiteX703" fmla="*/ 877145 w 11362354"/>
              <a:gd name="connsiteY703" fmla="*/ 14659 h 1972800"/>
              <a:gd name="connsiteX704" fmla="*/ 0 w 11362354"/>
              <a:gd name="connsiteY704" fmla="*/ 14659 h 1972800"/>
              <a:gd name="connsiteX705" fmla="*/ 3702830 w 11362354"/>
              <a:gd name="connsiteY705" fmla="*/ 0 h 1972800"/>
              <a:gd name="connsiteX706" fmla="*/ 4262563 w 11362354"/>
              <a:gd name="connsiteY706" fmla="*/ 0 h 1972800"/>
              <a:gd name="connsiteX707" fmla="*/ 4284257 w 11362354"/>
              <a:gd name="connsiteY707" fmla="*/ 14658 h 1972800"/>
              <a:gd name="connsiteX708" fmla="*/ 3681132 w 11362354"/>
              <a:gd name="connsiteY708" fmla="*/ 14658 h 1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</a:cxnLst>
            <a:rect l="l" t="t" r="r" b="b"/>
            <a:pathLst>
              <a:path w="11362354" h="1972800">
                <a:moveTo>
                  <a:pt x="4196821" y="1846406"/>
                </a:moveTo>
                <a:lnTo>
                  <a:pt x="4515841" y="1846406"/>
                </a:lnTo>
                <a:lnTo>
                  <a:pt x="4302401" y="1972800"/>
                </a:lnTo>
                <a:lnTo>
                  <a:pt x="4276590" y="1972800"/>
                </a:lnTo>
                <a:close/>
                <a:moveTo>
                  <a:pt x="10408772" y="1547682"/>
                </a:moveTo>
                <a:lnTo>
                  <a:pt x="11236685" y="1547682"/>
                </a:lnTo>
                <a:cubicBezTo>
                  <a:pt x="11178355" y="1621090"/>
                  <a:pt x="11101638" y="1688425"/>
                  <a:pt x="11013744" y="1726479"/>
                </a:cubicBezTo>
                <a:cubicBezTo>
                  <a:pt x="10916839" y="1760403"/>
                  <a:pt x="10802883" y="1780105"/>
                  <a:pt x="10702056" y="1776200"/>
                </a:cubicBezTo>
                <a:cubicBezTo>
                  <a:pt x="10601227" y="1772294"/>
                  <a:pt x="10494409" y="1740125"/>
                  <a:pt x="10408772" y="1703049"/>
                </a:cubicBezTo>
                <a:close/>
                <a:moveTo>
                  <a:pt x="9781432" y="1544408"/>
                </a:moveTo>
                <a:lnTo>
                  <a:pt x="10286039" y="1544408"/>
                </a:lnTo>
                <a:lnTo>
                  <a:pt x="10286039" y="1763438"/>
                </a:lnTo>
                <a:lnTo>
                  <a:pt x="9781432" y="1763438"/>
                </a:lnTo>
                <a:close/>
                <a:moveTo>
                  <a:pt x="8877431" y="1544408"/>
                </a:moveTo>
                <a:lnTo>
                  <a:pt x="9382033" y="1544408"/>
                </a:lnTo>
                <a:lnTo>
                  <a:pt x="9382033" y="1763438"/>
                </a:lnTo>
                <a:lnTo>
                  <a:pt x="8877431" y="1763438"/>
                </a:lnTo>
                <a:close/>
                <a:moveTo>
                  <a:pt x="7955283" y="1544408"/>
                </a:moveTo>
                <a:lnTo>
                  <a:pt x="8501703" y="1544408"/>
                </a:lnTo>
                <a:lnTo>
                  <a:pt x="8501703" y="1763438"/>
                </a:lnTo>
                <a:lnTo>
                  <a:pt x="8046371" y="1763438"/>
                </a:lnTo>
                <a:close/>
                <a:moveTo>
                  <a:pt x="7193139" y="1544408"/>
                </a:moveTo>
                <a:lnTo>
                  <a:pt x="7648159" y="1544408"/>
                </a:lnTo>
                <a:lnTo>
                  <a:pt x="7648159" y="1763438"/>
                </a:lnTo>
                <a:lnTo>
                  <a:pt x="7193139" y="1763438"/>
                </a:lnTo>
                <a:close/>
                <a:moveTo>
                  <a:pt x="6188669" y="1544408"/>
                </a:moveTo>
                <a:lnTo>
                  <a:pt x="7080275" y="1544408"/>
                </a:lnTo>
                <a:lnTo>
                  <a:pt x="7080275" y="1763438"/>
                </a:lnTo>
                <a:lnTo>
                  <a:pt x="6188669" y="1763438"/>
                </a:lnTo>
                <a:close/>
                <a:moveTo>
                  <a:pt x="4886266" y="1544408"/>
                </a:moveTo>
                <a:lnTo>
                  <a:pt x="5979839" y="1544408"/>
                </a:lnTo>
                <a:cubicBezTo>
                  <a:pt x="5886803" y="1676927"/>
                  <a:pt x="5732198" y="1763438"/>
                  <a:pt x="5557257" y="1763438"/>
                </a:cubicBezTo>
                <a:lnTo>
                  <a:pt x="5308843" y="1763438"/>
                </a:lnTo>
                <a:cubicBezTo>
                  <a:pt x="5133911" y="1763438"/>
                  <a:pt x="4979301" y="1676927"/>
                  <a:pt x="4886266" y="1544408"/>
                </a:cubicBezTo>
                <a:close/>
                <a:moveTo>
                  <a:pt x="2285298" y="1544408"/>
                </a:moveTo>
                <a:lnTo>
                  <a:pt x="3183254" y="1544408"/>
                </a:lnTo>
                <a:lnTo>
                  <a:pt x="3183254" y="1763438"/>
                </a:lnTo>
                <a:lnTo>
                  <a:pt x="2285298" y="1763438"/>
                </a:lnTo>
                <a:close/>
                <a:moveTo>
                  <a:pt x="1699767" y="1544408"/>
                </a:moveTo>
                <a:lnTo>
                  <a:pt x="2161050" y="1544408"/>
                </a:lnTo>
                <a:lnTo>
                  <a:pt x="2265828" y="1763438"/>
                </a:lnTo>
                <a:lnTo>
                  <a:pt x="1796468" y="1763438"/>
                </a:lnTo>
                <a:close/>
                <a:moveTo>
                  <a:pt x="985097" y="1544408"/>
                </a:moveTo>
                <a:lnTo>
                  <a:pt x="1468672" y="1544408"/>
                </a:lnTo>
                <a:lnTo>
                  <a:pt x="1468672" y="1763438"/>
                </a:lnTo>
                <a:lnTo>
                  <a:pt x="985097" y="1763438"/>
                </a:lnTo>
                <a:close/>
                <a:moveTo>
                  <a:pt x="0" y="1544408"/>
                </a:moveTo>
                <a:lnTo>
                  <a:pt x="506025" y="1544408"/>
                </a:lnTo>
                <a:lnTo>
                  <a:pt x="506025" y="1763438"/>
                </a:lnTo>
                <a:lnTo>
                  <a:pt x="498505" y="1763438"/>
                </a:lnTo>
                <a:lnTo>
                  <a:pt x="7520" y="1763438"/>
                </a:lnTo>
                <a:lnTo>
                  <a:pt x="0" y="1763438"/>
                </a:lnTo>
                <a:close/>
                <a:moveTo>
                  <a:pt x="3478763" y="1544407"/>
                </a:moveTo>
                <a:lnTo>
                  <a:pt x="4486152" y="1544407"/>
                </a:lnTo>
                <a:cubicBezTo>
                  <a:pt x="4484148" y="1548197"/>
                  <a:pt x="4481735" y="1551706"/>
                  <a:pt x="4479313" y="1555187"/>
                </a:cubicBezTo>
                <a:lnTo>
                  <a:pt x="4654042" y="1763437"/>
                </a:lnTo>
                <a:lnTo>
                  <a:pt x="3697470" y="1763437"/>
                </a:lnTo>
                <a:cubicBezTo>
                  <a:pt x="3614316" y="1711031"/>
                  <a:pt x="3539996" y="1636273"/>
                  <a:pt x="3478763" y="1544407"/>
                </a:cubicBezTo>
                <a:close/>
                <a:moveTo>
                  <a:pt x="10408772" y="1290902"/>
                </a:moveTo>
                <a:lnTo>
                  <a:pt x="10568570" y="1290902"/>
                </a:lnTo>
                <a:cubicBezTo>
                  <a:pt x="10577470" y="1298557"/>
                  <a:pt x="10581828" y="1306214"/>
                  <a:pt x="10590729" y="1313870"/>
                </a:cubicBezTo>
                <a:cubicBezTo>
                  <a:pt x="10620545" y="1348521"/>
                  <a:pt x="10677153" y="1369391"/>
                  <a:pt x="10721250" y="1365562"/>
                </a:cubicBezTo>
                <a:cubicBezTo>
                  <a:pt x="10765348" y="1361734"/>
                  <a:pt x="10826744" y="1338516"/>
                  <a:pt x="10855315" y="1290902"/>
                </a:cubicBezTo>
                <a:lnTo>
                  <a:pt x="11214890" y="1290902"/>
                </a:lnTo>
                <a:lnTo>
                  <a:pt x="11346112" y="1290902"/>
                </a:lnTo>
                <a:cubicBezTo>
                  <a:pt x="11334622" y="1353431"/>
                  <a:pt x="11312604" y="1412394"/>
                  <a:pt x="11280882" y="1465414"/>
                </a:cubicBezTo>
                <a:lnTo>
                  <a:pt x="11214890" y="1465414"/>
                </a:lnTo>
                <a:lnTo>
                  <a:pt x="10408772" y="1465414"/>
                </a:lnTo>
                <a:close/>
                <a:moveTo>
                  <a:pt x="3354588" y="1288169"/>
                </a:moveTo>
                <a:lnTo>
                  <a:pt x="3891084" y="1288169"/>
                </a:lnTo>
                <a:cubicBezTo>
                  <a:pt x="3918715" y="1317171"/>
                  <a:pt x="3949853" y="1333215"/>
                  <a:pt x="3982693" y="1333215"/>
                </a:cubicBezTo>
                <a:cubicBezTo>
                  <a:pt x="4015535" y="1333215"/>
                  <a:pt x="4046674" y="1317171"/>
                  <a:pt x="4074304" y="1288169"/>
                </a:cubicBezTo>
                <a:lnTo>
                  <a:pt x="4610046" y="1288169"/>
                </a:lnTo>
                <a:cubicBezTo>
                  <a:pt x="4590290" y="1350350"/>
                  <a:pt x="4565183" y="1408715"/>
                  <a:pt x="4535426" y="1462313"/>
                </a:cubicBezTo>
                <a:lnTo>
                  <a:pt x="3429061" y="1462313"/>
                </a:lnTo>
                <a:cubicBezTo>
                  <a:pt x="3399902" y="1408452"/>
                  <a:pt x="3374896" y="1350106"/>
                  <a:pt x="3354588" y="1288169"/>
                </a:cubicBezTo>
                <a:close/>
                <a:moveTo>
                  <a:pt x="9781432" y="1288165"/>
                </a:moveTo>
                <a:lnTo>
                  <a:pt x="10286039" y="1288165"/>
                </a:lnTo>
                <a:lnTo>
                  <a:pt x="10286039" y="1462314"/>
                </a:lnTo>
                <a:lnTo>
                  <a:pt x="9781432" y="1462314"/>
                </a:lnTo>
                <a:close/>
                <a:moveTo>
                  <a:pt x="8877431" y="1288165"/>
                </a:moveTo>
                <a:lnTo>
                  <a:pt x="9382033" y="1288165"/>
                </a:lnTo>
                <a:lnTo>
                  <a:pt x="9382033" y="1462314"/>
                </a:lnTo>
                <a:lnTo>
                  <a:pt x="8877431" y="1462314"/>
                </a:lnTo>
                <a:close/>
                <a:moveTo>
                  <a:pt x="7848731" y="1288165"/>
                </a:moveTo>
                <a:lnTo>
                  <a:pt x="8501703" y="1288165"/>
                </a:lnTo>
                <a:lnTo>
                  <a:pt x="8501703" y="1462314"/>
                </a:lnTo>
                <a:lnTo>
                  <a:pt x="7921150" y="1462314"/>
                </a:lnTo>
                <a:close/>
                <a:moveTo>
                  <a:pt x="7193139" y="1288165"/>
                </a:moveTo>
                <a:lnTo>
                  <a:pt x="7648159" y="1288165"/>
                </a:lnTo>
                <a:lnTo>
                  <a:pt x="7648159" y="1462314"/>
                </a:lnTo>
                <a:lnTo>
                  <a:pt x="7193139" y="1462314"/>
                </a:lnTo>
                <a:close/>
                <a:moveTo>
                  <a:pt x="6188669" y="1288165"/>
                </a:moveTo>
                <a:lnTo>
                  <a:pt x="6674501" y="1288165"/>
                </a:lnTo>
                <a:lnTo>
                  <a:pt x="6674501" y="1351991"/>
                </a:lnTo>
                <a:lnTo>
                  <a:pt x="7080275" y="1351991"/>
                </a:lnTo>
                <a:lnTo>
                  <a:pt x="7080275" y="1462314"/>
                </a:lnTo>
                <a:lnTo>
                  <a:pt x="6188669" y="1462314"/>
                </a:lnTo>
                <a:close/>
                <a:moveTo>
                  <a:pt x="4794722" y="1288165"/>
                </a:moveTo>
                <a:lnTo>
                  <a:pt x="5308313" y="1288165"/>
                </a:lnTo>
                <a:cubicBezTo>
                  <a:pt x="5331518" y="1333078"/>
                  <a:pt x="5378715" y="1363467"/>
                  <a:pt x="5433050" y="1363467"/>
                </a:cubicBezTo>
                <a:cubicBezTo>
                  <a:pt x="5487389" y="1363467"/>
                  <a:pt x="5534582" y="1333078"/>
                  <a:pt x="5557791" y="1288165"/>
                </a:cubicBezTo>
                <a:lnTo>
                  <a:pt x="6071387" y="1288165"/>
                </a:lnTo>
                <a:cubicBezTo>
                  <a:pt x="6067418" y="1349988"/>
                  <a:pt x="6051903" y="1408730"/>
                  <a:pt x="6026879" y="1462314"/>
                </a:cubicBezTo>
                <a:lnTo>
                  <a:pt x="4839225" y="1462314"/>
                </a:lnTo>
                <a:cubicBezTo>
                  <a:pt x="4814201" y="1408730"/>
                  <a:pt x="4798682" y="1349988"/>
                  <a:pt x="4794722" y="1288165"/>
                </a:cubicBezTo>
                <a:close/>
                <a:moveTo>
                  <a:pt x="2285298" y="1288165"/>
                </a:moveTo>
                <a:lnTo>
                  <a:pt x="2771132" y="1288165"/>
                </a:lnTo>
                <a:lnTo>
                  <a:pt x="2771132" y="1351991"/>
                </a:lnTo>
                <a:lnTo>
                  <a:pt x="3183254" y="1351991"/>
                </a:lnTo>
                <a:lnTo>
                  <a:pt x="3183254" y="1462314"/>
                </a:lnTo>
                <a:lnTo>
                  <a:pt x="2285298" y="1462314"/>
                </a:lnTo>
                <a:close/>
                <a:moveTo>
                  <a:pt x="1586644" y="1288165"/>
                </a:moveTo>
                <a:lnTo>
                  <a:pt x="2038472" y="1288165"/>
                </a:lnTo>
                <a:lnTo>
                  <a:pt x="2121783" y="1462314"/>
                </a:lnTo>
                <a:lnTo>
                  <a:pt x="1663530" y="1462314"/>
                </a:lnTo>
                <a:close/>
                <a:moveTo>
                  <a:pt x="985097" y="1288165"/>
                </a:moveTo>
                <a:lnTo>
                  <a:pt x="1468672" y="1288165"/>
                </a:lnTo>
                <a:lnTo>
                  <a:pt x="1468672" y="1462314"/>
                </a:lnTo>
                <a:lnTo>
                  <a:pt x="985097" y="1462314"/>
                </a:lnTo>
                <a:close/>
                <a:moveTo>
                  <a:pt x="0" y="1288165"/>
                </a:moveTo>
                <a:lnTo>
                  <a:pt x="506025" y="1288165"/>
                </a:lnTo>
                <a:lnTo>
                  <a:pt x="506025" y="1462314"/>
                </a:lnTo>
                <a:lnTo>
                  <a:pt x="0" y="1462314"/>
                </a:lnTo>
                <a:close/>
                <a:moveTo>
                  <a:pt x="10408772" y="1157361"/>
                </a:moveTo>
                <a:lnTo>
                  <a:pt x="10468381" y="1208632"/>
                </a:lnTo>
                <a:lnTo>
                  <a:pt x="10408772" y="1208632"/>
                </a:lnTo>
                <a:close/>
                <a:moveTo>
                  <a:pt x="10816942" y="1078164"/>
                </a:moveTo>
                <a:lnTo>
                  <a:pt x="11358000" y="1078164"/>
                </a:lnTo>
                <a:cubicBezTo>
                  <a:pt x="11367192" y="1149515"/>
                  <a:pt x="11358946" y="1186888"/>
                  <a:pt x="11359134" y="1208632"/>
                </a:cubicBezTo>
                <a:lnTo>
                  <a:pt x="11359134" y="1208633"/>
                </a:lnTo>
                <a:lnTo>
                  <a:pt x="10871056" y="1208633"/>
                </a:lnTo>
                <a:cubicBezTo>
                  <a:pt x="10871350" y="1207645"/>
                  <a:pt x="10871355" y="1206649"/>
                  <a:pt x="10871355" y="1205652"/>
                </a:cubicBezTo>
                <a:cubicBezTo>
                  <a:pt x="10871355" y="1153657"/>
                  <a:pt x="10847076" y="1107297"/>
                  <a:pt x="10808382" y="1078165"/>
                </a:cubicBezTo>
                <a:lnTo>
                  <a:pt x="10816943" y="1078165"/>
                </a:lnTo>
                <a:close/>
                <a:moveTo>
                  <a:pt x="9781432" y="1075882"/>
                </a:moveTo>
                <a:lnTo>
                  <a:pt x="10286039" y="1075882"/>
                </a:lnTo>
                <a:lnTo>
                  <a:pt x="10286039" y="1206076"/>
                </a:lnTo>
                <a:lnTo>
                  <a:pt x="9781432" y="1206076"/>
                </a:lnTo>
                <a:close/>
                <a:moveTo>
                  <a:pt x="8877431" y="1075882"/>
                </a:moveTo>
                <a:lnTo>
                  <a:pt x="9382033" y="1075882"/>
                </a:lnTo>
                <a:lnTo>
                  <a:pt x="9382033" y="1206076"/>
                </a:lnTo>
                <a:lnTo>
                  <a:pt x="8877431" y="1206076"/>
                </a:lnTo>
                <a:close/>
                <a:moveTo>
                  <a:pt x="7760453" y="1075882"/>
                </a:moveTo>
                <a:lnTo>
                  <a:pt x="8501703" y="1075882"/>
                </a:lnTo>
                <a:lnTo>
                  <a:pt x="8501703" y="1206076"/>
                </a:lnTo>
                <a:lnTo>
                  <a:pt x="7814594" y="1206076"/>
                </a:lnTo>
                <a:close/>
                <a:moveTo>
                  <a:pt x="7193139" y="1075882"/>
                </a:moveTo>
                <a:lnTo>
                  <a:pt x="7648159" y="1075882"/>
                </a:lnTo>
                <a:lnTo>
                  <a:pt x="7648159" y="1206076"/>
                </a:lnTo>
                <a:lnTo>
                  <a:pt x="7193139" y="1206076"/>
                </a:lnTo>
                <a:close/>
                <a:moveTo>
                  <a:pt x="6188669" y="1075882"/>
                </a:moveTo>
                <a:lnTo>
                  <a:pt x="6674501" y="1075882"/>
                </a:lnTo>
                <a:lnTo>
                  <a:pt x="6674501" y="1206076"/>
                </a:lnTo>
                <a:lnTo>
                  <a:pt x="6188669" y="1206076"/>
                </a:lnTo>
                <a:close/>
                <a:moveTo>
                  <a:pt x="5574793" y="1075882"/>
                </a:moveTo>
                <a:lnTo>
                  <a:pt x="6073294" y="1075882"/>
                </a:lnTo>
                <a:lnTo>
                  <a:pt x="6073294" y="1206076"/>
                </a:lnTo>
                <a:lnTo>
                  <a:pt x="5574793" y="1206076"/>
                </a:lnTo>
                <a:close/>
                <a:moveTo>
                  <a:pt x="4792811" y="1075882"/>
                </a:moveTo>
                <a:lnTo>
                  <a:pt x="5291307" y="1075882"/>
                </a:lnTo>
                <a:lnTo>
                  <a:pt x="5291307" y="1206076"/>
                </a:lnTo>
                <a:lnTo>
                  <a:pt x="4792811" y="1206076"/>
                </a:lnTo>
                <a:close/>
                <a:moveTo>
                  <a:pt x="2285298" y="1075882"/>
                </a:moveTo>
                <a:lnTo>
                  <a:pt x="2771132" y="1075882"/>
                </a:lnTo>
                <a:lnTo>
                  <a:pt x="2771132" y="1206076"/>
                </a:lnTo>
                <a:lnTo>
                  <a:pt x="2285298" y="1206076"/>
                </a:lnTo>
                <a:close/>
                <a:moveTo>
                  <a:pt x="1492927" y="1075882"/>
                </a:moveTo>
                <a:lnTo>
                  <a:pt x="1945589" y="1075882"/>
                </a:lnTo>
                <a:cubicBezTo>
                  <a:pt x="1944041" y="1077590"/>
                  <a:pt x="1942273" y="1079022"/>
                  <a:pt x="1940491" y="1080455"/>
                </a:cubicBezTo>
                <a:lnTo>
                  <a:pt x="1939110" y="1080455"/>
                </a:lnTo>
                <a:lnTo>
                  <a:pt x="1939524" y="1081320"/>
                </a:lnTo>
                <a:cubicBezTo>
                  <a:pt x="1939165" y="1081707"/>
                  <a:pt x="1938755" y="1082034"/>
                  <a:pt x="1938345" y="1082361"/>
                </a:cubicBezTo>
                <a:lnTo>
                  <a:pt x="1940022" y="1082361"/>
                </a:lnTo>
                <a:lnTo>
                  <a:pt x="1999205" y="1206076"/>
                </a:lnTo>
                <a:lnTo>
                  <a:pt x="1550403" y="1206076"/>
                </a:lnTo>
                <a:close/>
                <a:moveTo>
                  <a:pt x="985097" y="1075882"/>
                </a:moveTo>
                <a:lnTo>
                  <a:pt x="1468672" y="1075882"/>
                </a:lnTo>
                <a:lnTo>
                  <a:pt x="1468672" y="1206076"/>
                </a:lnTo>
                <a:lnTo>
                  <a:pt x="985097" y="1206076"/>
                </a:lnTo>
                <a:close/>
                <a:moveTo>
                  <a:pt x="0" y="1075882"/>
                </a:moveTo>
                <a:lnTo>
                  <a:pt x="877145" y="1075882"/>
                </a:lnTo>
                <a:lnTo>
                  <a:pt x="877145" y="1098345"/>
                </a:lnTo>
                <a:lnTo>
                  <a:pt x="869625" y="1098345"/>
                </a:lnTo>
                <a:lnTo>
                  <a:pt x="506025" y="1098345"/>
                </a:lnTo>
                <a:lnTo>
                  <a:pt x="506025" y="1206076"/>
                </a:lnTo>
                <a:lnTo>
                  <a:pt x="0" y="1206076"/>
                </a:lnTo>
                <a:close/>
                <a:moveTo>
                  <a:pt x="4174413" y="1075881"/>
                </a:moveTo>
                <a:lnTo>
                  <a:pt x="4660572" y="1075881"/>
                </a:lnTo>
                <a:cubicBezTo>
                  <a:pt x="4654171" y="1120550"/>
                  <a:pt x="4645505" y="1164090"/>
                  <a:pt x="4633997" y="1206075"/>
                </a:cubicBezTo>
                <a:lnTo>
                  <a:pt x="4129883" y="1206075"/>
                </a:lnTo>
                <a:cubicBezTo>
                  <a:pt x="4148445" y="1169059"/>
                  <a:pt x="4163826" y="1125090"/>
                  <a:pt x="4174413" y="1075881"/>
                </a:cubicBezTo>
                <a:close/>
                <a:moveTo>
                  <a:pt x="3305162" y="1075881"/>
                </a:moveTo>
                <a:lnTo>
                  <a:pt x="3790976" y="1075881"/>
                </a:lnTo>
                <a:cubicBezTo>
                  <a:pt x="3801558" y="1125090"/>
                  <a:pt x="3816942" y="1169059"/>
                  <a:pt x="3835506" y="1206075"/>
                </a:cubicBezTo>
                <a:lnTo>
                  <a:pt x="3330959" y="1206075"/>
                </a:lnTo>
                <a:cubicBezTo>
                  <a:pt x="3319852" y="1164035"/>
                  <a:pt x="3311209" y="1120545"/>
                  <a:pt x="3305162" y="1075881"/>
                </a:cubicBezTo>
                <a:close/>
                <a:moveTo>
                  <a:pt x="10587776" y="879486"/>
                </a:moveTo>
                <a:lnTo>
                  <a:pt x="11280821" y="879486"/>
                </a:lnTo>
                <a:cubicBezTo>
                  <a:pt x="11304371" y="915413"/>
                  <a:pt x="11325405" y="952210"/>
                  <a:pt x="11338792" y="993628"/>
                </a:cubicBezTo>
                <a:lnTo>
                  <a:pt x="10727828" y="995899"/>
                </a:lnTo>
                <a:close/>
                <a:moveTo>
                  <a:pt x="9781432" y="877625"/>
                </a:moveTo>
                <a:lnTo>
                  <a:pt x="10286039" y="877625"/>
                </a:lnTo>
                <a:lnTo>
                  <a:pt x="10286039" y="993788"/>
                </a:lnTo>
                <a:lnTo>
                  <a:pt x="9781432" y="993788"/>
                </a:lnTo>
                <a:close/>
                <a:moveTo>
                  <a:pt x="8877431" y="877625"/>
                </a:moveTo>
                <a:lnTo>
                  <a:pt x="9382033" y="877625"/>
                </a:lnTo>
                <a:lnTo>
                  <a:pt x="9382033" y="993788"/>
                </a:lnTo>
                <a:lnTo>
                  <a:pt x="8877431" y="993788"/>
                </a:lnTo>
                <a:close/>
                <a:moveTo>
                  <a:pt x="7678004" y="877625"/>
                </a:moveTo>
                <a:lnTo>
                  <a:pt x="8501703" y="877625"/>
                </a:lnTo>
                <a:lnTo>
                  <a:pt x="8501703" y="993788"/>
                </a:lnTo>
                <a:lnTo>
                  <a:pt x="7726316" y="993788"/>
                </a:lnTo>
                <a:close/>
                <a:moveTo>
                  <a:pt x="7193139" y="877625"/>
                </a:moveTo>
                <a:lnTo>
                  <a:pt x="7648159" y="877625"/>
                </a:lnTo>
                <a:lnTo>
                  <a:pt x="7648159" y="993788"/>
                </a:lnTo>
                <a:lnTo>
                  <a:pt x="7193139" y="993788"/>
                </a:lnTo>
                <a:close/>
                <a:moveTo>
                  <a:pt x="6188669" y="877625"/>
                </a:moveTo>
                <a:lnTo>
                  <a:pt x="7056268" y="877625"/>
                </a:lnTo>
                <a:lnTo>
                  <a:pt x="7056268" y="988326"/>
                </a:lnTo>
                <a:lnTo>
                  <a:pt x="6674501" y="988326"/>
                </a:lnTo>
                <a:lnTo>
                  <a:pt x="6674501" y="993788"/>
                </a:lnTo>
                <a:lnTo>
                  <a:pt x="6188669" y="993788"/>
                </a:lnTo>
                <a:close/>
                <a:moveTo>
                  <a:pt x="5574793" y="877625"/>
                </a:moveTo>
                <a:lnTo>
                  <a:pt x="6073294" y="877625"/>
                </a:lnTo>
                <a:lnTo>
                  <a:pt x="6073294" y="993788"/>
                </a:lnTo>
                <a:lnTo>
                  <a:pt x="5574793" y="993788"/>
                </a:lnTo>
                <a:close/>
                <a:moveTo>
                  <a:pt x="4792811" y="877625"/>
                </a:moveTo>
                <a:lnTo>
                  <a:pt x="5291307" y="877625"/>
                </a:lnTo>
                <a:lnTo>
                  <a:pt x="5291307" y="993788"/>
                </a:lnTo>
                <a:lnTo>
                  <a:pt x="4792811" y="993788"/>
                </a:lnTo>
                <a:close/>
                <a:moveTo>
                  <a:pt x="2285298" y="877625"/>
                </a:moveTo>
                <a:lnTo>
                  <a:pt x="3161500" y="877625"/>
                </a:lnTo>
                <a:lnTo>
                  <a:pt x="3161500" y="988326"/>
                </a:lnTo>
                <a:lnTo>
                  <a:pt x="2771132" y="988326"/>
                </a:lnTo>
                <a:lnTo>
                  <a:pt x="2771132" y="993788"/>
                </a:lnTo>
                <a:lnTo>
                  <a:pt x="2285298" y="993788"/>
                </a:lnTo>
                <a:close/>
                <a:moveTo>
                  <a:pt x="985097" y="877625"/>
                </a:moveTo>
                <a:lnTo>
                  <a:pt x="2107746" y="877625"/>
                </a:lnTo>
                <a:cubicBezTo>
                  <a:pt x="2086278" y="919656"/>
                  <a:pt x="2059665" y="958619"/>
                  <a:pt x="2028664" y="993788"/>
                </a:cubicBezTo>
                <a:lnTo>
                  <a:pt x="985097" y="993788"/>
                </a:lnTo>
                <a:close/>
                <a:moveTo>
                  <a:pt x="0" y="877625"/>
                </a:moveTo>
                <a:lnTo>
                  <a:pt x="877145" y="877625"/>
                </a:lnTo>
                <a:lnTo>
                  <a:pt x="877145" y="993788"/>
                </a:lnTo>
                <a:lnTo>
                  <a:pt x="0" y="993788"/>
                </a:lnTo>
                <a:close/>
                <a:moveTo>
                  <a:pt x="4199211" y="877624"/>
                </a:moveTo>
                <a:lnTo>
                  <a:pt x="4674176" y="877624"/>
                </a:lnTo>
                <a:cubicBezTo>
                  <a:pt x="4674327" y="879591"/>
                  <a:pt x="4674332" y="881557"/>
                  <a:pt x="4674332" y="883528"/>
                </a:cubicBezTo>
                <a:cubicBezTo>
                  <a:pt x="4674332" y="920824"/>
                  <a:pt x="4672822" y="957628"/>
                  <a:pt x="4669465" y="993787"/>
                </a:cubicBezTo>
                <a:lnTo>
                  <a:pt x="4189743" y="993787"/>
                </a:lnTo>
                <a:cubicBezTo>
                  <a:pt x="4195970" y="956882"/>
                  <a:pt x="4199133" y="917914"/>
                  <a:pt x="4199211" y="877624"/>
                </a:cubicBezTo>
                <a:close/>
                <a:moveTo>
                  <a:pt x="3291213" y="877624"/>
                </a:moveTo>
                <a:lnTo>
                  <a:pt x="3766173" y="877624"/>
                </a:lnTo>
                <a:cubicBezTo>
                  <a:pt x="3766256" y="917914"/>
                  <a:pt x="3769415" y="956882"/>
                  <a:pt x="3775650" y="993787"/>
                </a:cubicBezTo>
                <a:lnTo>
                  <a:pt x="3295989" y="993787"/>
                </a:lnTo>
                <a:cubicBezTo>
                  <a:pt x="3292572" y="957632"/>
                  <a:pt x="3291057" y="920824"/>
                  <a:pt x="3291057" y="883528"/>
                </a:cubicBezTo>
                <a:close/>
                <a:moveTo>
                  <a:pt x="10461146" y="710797"/>
                </a:moveTo>
                <a:lnTo>
                  <a:pt x="11109160" y="710797"/>
                </a:lnTo>
                <a:cubicBezTo>
                  <a:pt x="11109161" y="710797"/>
                  <a:pt x="11109161" y="710798"/>
                  <a:pt x="11109162" y="710798"/>
                </a:cubicBezTo>
                <a:lnTo>
                  <a:pt x="11121245" y="710798"/>
                </a:lnTo>
                <a:lnTo>
                  <a:pt x="11122337" y="711693"/>
                </a:lnTo>
                <a:lnTo>
                  <a:pt x="11118350" y="711693"/>
                </a:lnTo>
                <a:cubicBezTo>
                  <a:pt x="11153339" y="736641"/>
                  <a:pt x="11185427" y="765257"/>
                  <a:pt x="11213739" y="797219"/>
                </a:cubicBezTo>
                <a:lnTo>
                  <a:pt x="10517279" y="797218"/>
                </a:lnTo>
                <a:cubicBezTo>
                  <a:pt x="10497025" y="770452"/>
                  <a:pt x="10475239" y="741481"/>
                  <a:pt x="10461146" y="710797"/>
                </a:cubicBezTo>
                <a:close/>
                <a:moveTo>
                  <a:pt x="9781432" y="709293"/>
                </a:moveTo>
                <a:lnTo>
                  <a:pt x="10286039" y="709293"/>
                </a:lnTo>
                <a:lnTo>
                  <a:pt x="10286039" y="795531"/>
                </a:lnTo>
                <a:lnTo>
                  <a:pt x="9781432" y="795531"/>
                </a:lnTo>
                <a:close/>
                <a:moveTo>
                  <a:pt x="8877431" y="709293"/>
                </a:moveTo>
                <a:lnTo>
                  <a:pt x="9382033" y="709293"/>
                </a:lnTo>
                <a:lnTo>
                  <a:pt x="9382033" y="795531"/>
                </a:lnTo>
                <a:lnTo>
                  <a:pt x="8877431" y="795531"/>
                </a:lnTo>
                <a:close/>
                <a:moveTo>
                  <a:pt x="8042875" y="709293"/>
                </a:moveTo>
                <a:lnTo>
                  <a:pt x="8501703" y="709293"/>
                </a:lnTo>
                <a:lnTo>
                  <a:pt x="8501703" y="795531"/>
                </a:lnTo>
                <a:lnTo>
                  <a:pt x="8042875" y="795531"/>
                </a:lnTo>
                <a:close/>
                <a:moveTo>
                  <a:pt x="7193139" y="709293"/>
                </a:moveTo>
                <a:lnTo>
                  <a:pt x="7996240" y="709293"/>
                </a:lnTo>
                <a:lnTo>
                  <a:pt x="8036152" y="795531"/>
                </a:lnTo>
                <a:lnTo>
                  <a:pt x="7193139" y="795531"/>
                </a:lnTo>
                <a:close/>
                <a:moveTo>
                  <a:pt x="6188669" y="709293"/>
                </a:moveTo>
                <a:lnTo>
                  <a:pt x="6674501" y="709293"/>
                </a:lnTo>
                <a:lnTo>
                  <a:pt x="6674501" y="714671"/>
                </a:lnTo>
                <a:lnTo>
                  <a:pt x="7056268" y="714671"/>
                </a:lnTo>
                <a:lnTo>
                  <a:pt x="7056268" y="795531"/>
                </a:lnTo>
                <a:lnTo>
                  <a:pt x="6188669" y="795531"/>
                </a:lnTo>
                <a:close/>
                <a:moveTo>
                  <a:pt x="5574793" y="709293"/>
                </a:moveTo>
                <a:lnTo>
                  <a:pt x="6073294" y="709293"/>
                </a:lnTo>
                <a:lnTo>
                  <a:pt x="6073294" y="795531"/>
                </a:lnTo>
                <a:lnTo>
                  <a:pt x="5574793" y="795531"/>
                </a:lnTo>
                <a:close/>
                <a:moveTo>
                  <a:pt x="4792811" y="709293"/>
                </a:moveTo>
                <a:lnTo>
                  <a:pt x="5291307" y="709293"/>
                </a:lnTo>
                <a:lnTo>
                  <a:pt x="5291307" y="795531"/>
                </a:lnTo>
                <a:lnTo>
                  <a:pt x="4792811" y="795531"/>
                </a:lnTo>
                <a:close/>
                <a:moveTo>
                  <a:pt x="2285298" y="709293"/>
                </a:moveTo>
                <a:lnTo>
                  <a:pt x="2771132" y="709293"/>
                </a:lnTo>
                <a:lnTo>
                  <a:pt x="2771132" y="714671"/>
                </a:lnTo>
                <a:lnTo>
                  <a:pt x="3161500" y="714671"/>
                </a:lnTo>
                <a:lnTo>
                  <a:pt x="3161500" y="795531"/>
                </a:lnTo>
                <a:lnTo>
                  <a:pt x="2285298" y="795531"/>
                </a:lnTo>
                <a:close/>
                <a:moveTo>
                  <a:pt x="1709143" y="709293"/>
                </a:moveTo>
                <a:lnTo>
                  <a:pt x="2169670" y="709293"/>
                </a:lnTo>
                <a:cubicBezTo>
                  <a:pt x="2163895" y="738935"/>
                  <a:pt x="2155552" y="767712"/>
                  <a:pt x="2145130" y="795531"/>
                </a:cubicBezTo>
                <a:lnTo>
                  <a:pt x="1595923" y="795531"/>
                </a:lnTo>
                <a:cubicBezTo>
                  <a:pt x="1642913" y="780533"/>
                  <a:pt x="1682554" y="749578"/>
                  <a:pt x="1709143" y="709293"/>
                </a:cubicBezTo>
                <a:close/>
                <a:moveTo>
                  <a:pt x="985097" y="709293"/>
                </a:moveTo>
                <a:lnTo>
                  <a:pt x="1469893" y="709293"/>
                </a:lnTo>
                <a:lnTo>
                  <a:pt x="1469893" y="795531"/>
                </a:lnTo>
                <a:lnTo>
                  <a:pt x="985097" y="795531"/>
                </a:lnTo>
                <a:close/>
                <a:moveTo>
                  <a:pt x="0" y="709293"/>
                </a:moveTo>
                <a:lnTo>
                  <a:pt x="877145" y="709293"/>
                </a:lnTo>
                <a:lnTo>
                  <a:pt x="877145" y="795531"/>
                </a:lnTo>
                <a:lnTo>
                  <a:pt x="0" y="795531"/>
                </a:lnTo>
                <a:close/>
                <a:moveTo>
                  <a:pt x="4189251" y="709292"/>
                </a:moveTo>
                <a:lnTo>
                  <a:pt x="4662658" y="709292"/>
                </a:lnTo>
                <a:cubicBezTo>
                  <a:pt x="4666812" y="737581"/>
                  <a:pt x="4669621" y="766357"/>
                  <a:pt x="4671191" y="795530"/>
                </a:cubicBezTo>
                <a:lnTo>
                  <a:pt x="4197682" y="795530"/>
                </a:lnTo>
                <a:cubicBezTo>
                  <a:pt x="4197148" y="765777"/>
                  <a:pt x="4194298" y="736917"/>
                  <a:pt x="4189251" y="709292"/>
                </a:cubicBezTo>
                <a:close/>
                <a:moveTo>
                  <a:pt x="3302730" y="709292"/>
                </a:moveTo>
                <a:lnTo>
                  <a:pt x="3776138" y="709292"/>
                </a:lnTo>
                <a:cubicBezTo>
                  <a:pt x="3771091" y="736917"/>
                  <a:pt x="3768241" y="765777"/>
                  <a:pt x="3767701" y="795530"/>
                </a:cubicBezTo>
                <a:lnTo>
                  <a:pt x="3294197" y="795530"/>
                </a:lnTo>
                <a:cubicBezTo>
                  <a:pt x="3295768" y="766357"/>
                  <a:pt x="3298581" y="737581"/>
                  <a:pt x="3302730" y="709292"/>
                </a:cubicBezTo>
                <a:close/>
                <a:moveTo>
                  <a:pt x="10418948" y="565540"/>
                </a:moveTo>
                <a:lnTo>
                  <a:pt x="10949595" y="565540"/>
                </a:lnTo>
                <a:cubicBezTo>
                  <a:pt x="10953670" y="570456"/>
                  <a:pt x="10958769" y="574162"/>
                  <a:pt x="10964075" y="577567"/>
                </a:cubicBezTo>
                <a:lnTo>
                  <a:pt x="11026395" y="628529"/>
                </a:lnTo>
                <a:lnTo>
                  <a:pt x="10434083" y="628529"/>
                </a:lnTo>
                <a:cubicBezTo>
                  <a:pt x="10426940" y="608233"/>
                  <a:pt x="10421851" y="587175"/>
                  <a:pt x="10418948" y="565540"/>
                </a:cubicBezTo>
                <a:close/>
                <a:moveTo>
                  <a:pt x="9781432" y="564344"/>
                </a:moveTo>
                <a:lnTo>
                  <a:pt x="10286039" y="564344"/>
                </a:lnTo>
                <a:lnTo>
                  <a:pt x="10286039" y="627199"/>
                </a:lnTo>
                <a:lnTo>
                  <a:pt x="9781432" y="627199"/>
                </a:lnTo>
                <a:close/>
                <a:moveTo>
                  <a:pt x="8877431" y="564344"/>
                </a:moveTo>
                <a:lnTo>
                  <a:pt x="9382033" y="564344"/>
                </a:lnTo>
                <a:lnTo>
                  <a:pt x="9382033" y="627199"/>
                </a:lnTo>
                <a:lnTo>
                  <a:pt x="8877431" y="627199"/>
                </a:lnTo>
                <a:close/>
                <a:moveTo>
                  <a:pt x="8042875" y="564344"/>
                </a:moveTo>
                <a:lnTo>
                  <a:pt x="8501703" y="564344"/>
                </a:lnTo>
                <a:lnTo>
                  <a:pt x="8501703" y="627199"/>
                </a:lnTo>
                <a:lnTo>
                  <a:pt x="8042875" y="627199"/>
                </a:lnTo>
                <a:close/>
                <a:moveTo>
                  <a:pt x="7193139" y="564344"/>
                </a:moveTo>
                <a:lnTo>
                  <a:pt x="7929154" y="564344"/>
                </a:lnTo>
                <a:lnTo>
                  <a:pt x="7958244" y="627199"/>
                </a:lnTo>
                <a:lnTo>
                  <a:pt x="7193139" y="627199"/>
                </a:lnTo>
                <a:close/>
                <a:moveTo>
                  <a:pt x="6188669" y="564344"/>
                </a:moveTo>
                <a:lnTo>
                  <a:pt x="6674501" y="564344"/>
                </a:lnTo>
                <a:lnTo>
                  <a:pt x="6674501" y="627199"/>
                </a:lnTo>
                <a:lnTo>
                  <a:pt x="6188669" y="627199"/>
                </a:lnTo>
                <a:close/>
                <a:moveTo>
                  <a:pt x="5574793" y="564344"/>
                </a:moveTo>
                <a:lnTo>
                  <a:pt x="6073294" y="564344"/>
                </a:lnTo>
                <a:lnTo>
                  <a:pt x="6073294" y="627199"/>
                </a:lnTo>
                <a:lnTo>
                  <a:pt x="5574793" y="627199"/>
                </a:lnTo>
                <a:close/>
                <a:moveTo>
                  <a:pt x="4792811" y="564344"/>
                </a:moveTo>
                <a:lnTo>
                  <a:pt x="5291307" y="564344"/>
                </a:lnTo>
                <a:lnTo>
                  <a:pt x="5291307" y="627199"/>
                </a:lnTo>
                <a:lnTo>
                  <a:pt x="4792811" y="627199"/>
                </a:lnTo>
                <a:close/>
                <a:moveTo>
                  <a:pt x="2285298" y="564344"/>
                </a:moveTo>
                <a:lnTo>
                  <a:pt x="2771132" y="564344"/>
                </a:lnTo>
                <a:lnTo>
                  <a:pt x="2771132" y="627199"/>
                </a:lnTo>
                <a:lnTo>
                  <a:pt x="2285298" y="627199"/>
                </a:lnTo>
                <a:close/>
                <a:moveTo>
                  <a:pt x="1743635" y="564344"/>
                </a:moveTo>
                <a:lnTo>
                  <a:pt x="2184512" y="564344"/>
                </a:lnTo>
                <a:cubicBezTo>
                  <a:pt x="2184766" y="566886"/>
                  <a:pt x="2184779" y="569428"/>
                  <a:pt x="2184779" y="571975"/>
                </a:cubicBezTo>
                <a:lnTo>
                  <a:pt x="2181588" y="627199"/>
                </a:lnTo>
                <a:lnTo>
                  <a:pt x="1742032" y="627199"/>
                </a:lnTo>
                <a:cubicBezTo>
                  <a:pt x="1744814" y="614498"/>
                  <a:pt x="1746020" y="601328"/>
                  <a:pt x="1746020" y="587881"/>
                </a:cubicBezTo>
                <a:close/>
                <a:moveTo>
                  <a:pt x="985097" y="564344"/>
                </a:moveTo>
                <a:lnTo>
                  <a:pt x="1469893" y="564344"/>
                </a:lnTo>
                <a:lnTo>
                  <a:pt x="1469893" y="627199"/>
                </a:lnTo>
                <a:lnTo>
                  <a:pt x="985097" y="627199"/>
                </a:lnTo>
                <a:close/>
                <a:moveTo>
                  <a:pt x="0" y="564344"/>
                </a:moveTo>
                <a:lnTo>
                  <a:pt x="505721" y="564344"/>
                </a:lnTo>
                <a:lnTo>
                  <a:pt x="505721" y="627199"/>
                </a:lnTo>
                <a:lnTo>
                  <a:pt x="0" y="627199"/>
                </a:lnTo>
                <a:close/>
                <a:moveTo>
                  <a:pt x="4156173" y="564343"/>
                </a:moveTo>
                <a:lnTo>
                  <a:pt x="4635244" y="564343"/>
                </a:lnTo>
                <a:cubicBezTo>
                  <a:pt x="4640872" y="584882"/>
                  <a:pt x="4645555" y="605853"/>
                  <a:pt x="4649285" y="627198"/>
                </a:cubicBezTo>
                <a:lnTo>
                  <a:pt x="4173561" y="627198"/>
                </a:lnTo>
                <a:cubicBezTo>
                  <a:pt x="4169315" y="604960"/>
                  <a:pt x="4163223" y="584012"/>
                  <a:pt x="4156173" y="564343"/>
                </a:cubicBezTo>
                <a:close/>
                <a:moveTo>
                  <a:pt x="3330140" y="564343"/>
                </a:moveTo>
                <a:lnTo>
                  <a:pt x="3809216" y="564343"/>
                </a:lnTo>
                <a:cubicBezTo>
                  <a:pt x="3802169" y="584012"/>
                  <a:pt x="3796073" y="604960"/>
                  <a:pt x="3791828" y="627198"/>
                </a:cubicBezTo>
                <a:lnTo>
                  <a:pt x="3316108" y="627198"/>
                </a:lnTo>
                <a:cubicBezTo>
                  <a:pt x="3319832" y="605853"/>
                  <a:pt x="3324517" y="584882"/>
                  <a:pt x="3330140" y="564343"/>
                </a:cubicBezTo>
                <a:close/>
                <a:moveTo>
                  <a:pt x="11305691" y="441367"/>
                </a:moveTo>
                <a:lnTo>
                  <a:pt x="11306110" y="441367"/>
                </a:lnTo>
                <a:lnTo>
                  <a:pt x="11306110" y="441726"/>
                </a:lnTo>
                <a:close/>
                <a:moveTo>
                  <a:pt x="10419150" y="441367"/>
                </a:moveTo>
                <a:lnTo>
                  <a:pt x="10893359" y="441367"/>
                </a:lnTo>
                <a:cubicBezTo>
                  <a:pt x="10886582" y="455880"/>
                  <a:pt x="10890875" y="469945"/>
                  <a:pt x="10894757" y="483273"/>
                </a:cubicBezTo>
                <a:lnTo>
                  <a:pt x="10419058" y="483273"/>
                </a:lnTo>
                <a:cubicBezTo>
                  <a:pt x="10417969" y="476587"/>
                  <a:pt x="10417854" y="469854"/>
                  <a:pt x="10417854" y="463084"/>
                </a:cubicBezTo>
                <a:close/>
                <a:moveTo>
                  <a:pt x="9781432" y="440432"/>
                </a:moveTo>
                <a:lnTo>
                  <a:pt x="10286039" y="440432"/>
                </a:lnTo>
                <a:lnTo>
                  <a:pt x="10286039" y="482250"/>
                </a:lnTo>
                <a:lnTo>
                  <a:pt x="9781432" y="482250"/>
                </a:lnTo>
                <a:close/>
                <a:moveTo>
                  <a:pt x="8877431" y="440432"/>
                </a:moveTo>
                <a:lnTo>
                  <a:pt x="9382033" y="440432"/>
                </a:lnTo>
                <a:lnTo>
                  <a:pt x="9382033" y="482250"/>
                </a:lnTo>
                <a:lnTo>
                  <a:pt x="8877431" y="482250"/>
                </a:lnTo>
                <a:close/>
                <a:moveTo>
                  <a:pt x="8042875" y="440432"/>
                </a:moveTo>
                <a:lnTo>
                  <a:pt x="8501703" y="440432"/>
                </a:lnTo>
                <a:lnTo>
                  <a:pt x="8501703" y="482250"/>
                </a:lnTo>
                <a:lnTo>
                  <a:pt x="8042875" y="482250"/>
                </a:lnTo>
                <a:close/>
                <a:moveTo>
                  <a:pt x="7193139" y="440432"/>
                </a:moveTo>
                <a:lnTo>
                  <a:pt x="7871807" y="440432"/>
                </a:lnTo>
                <a:lnTo>
                  <a:pt x="7891162" y="482250"/>
                </a:lnTo>
                <a:lnTo>
                  <a:pt x="7193139" y="482250"/>
                </a:lnTo>
                <a:close/>
                <a:moveTo>
                  <a:pt x="6188669" y="440432"/>
                </a:moveTo>
                <a:lnTo>
                  <a:pt x="6674501" y="440432"/>
                </a:lnTo>
                <a:lnTo>
                  <a:pt x="6674501" y="482250"/>
                </a:lnTo>
                <a:lnTo>
                  <a:pt x="6188669" y="482250"/>
                </a:lnTo>
                <a:close/>
                <a:moveTo>
                  <a:pt x="5574793" y="440432"/>
                </a:moveTo>
                <a:lnTo>
                  <a:pt x="6073294" y="440432"/>
                </a:lnTo>
                <a:lnTo>
                  <a:pt x="6073294" y="482250"/>
                </a:lnTo>
                <a:lnTo>
                  <a:pt x="5574793" y="482250"/>
                </a:lnTo>
                <a:close/>
                <a:moveTo>
                  <a:pt x="4792811" y="440432"/>
                </a:moveTo>
                <a:lnTo>
                  <a:pt x="5291307" y="440432"/>
                </a:lnTo>
                <a:lnTo>
                  <a:pt x="5291307" y="482250"/>
                </a:lnTo>
                <a:lnTo>
                  <a:pt x="4792811" y="482250"/>
                </a:lnTo>
                <a:close/>
                <a:moveTo>
                  <a:pt x="2285298" y="440432"/>
                </a:moveTo>
                <a:lnTo>
                  <a:pt x="2771132" y="440432"/>
                </a:lnTo>
                <a:lnTo>
                  <a:pt x="2771132" y="482250"/>
                </a:lnTo>
                <a:lnTo>
                  <a:pt x="2285298" y="482250"/>
                </a:lnTo>
                <a:close/>
                <a:moveTo>
                  <a:pt x="1688066" y="440432"/>
                </a:moveTo>
                <a:lnTo>
                  <a:pt x="2171374" y="440432"/>
                </a:lnTo>
                <a:cubicBezTo>
                  <a:pt x="2174308" y="454201"/>
                  <a:pt x="2176703" y="468150"/>
                  <a:pt x="2178605" y="482250"/>
                </a:cubicBezTo>
                <a:lnTo>
                  <a:pt x="1717768" y="482250"/>
                </a:lnTo>
                <a:cubicBezTo>
                  <a:pt x="1710308" y="466635"/>
                  <a:pt x="1700209" y="452603"/>
                  <a:pt x="1688066" y="440432"/>
                </a:cubicBezTo>
                <a:close/>
                <a:moveTo>
                  <a:pt x="985097" y="440432"/>
                </a:moveTo>
                <a:lnTo>
                  <a:pt x="1469893" y="440432"/>
                </a:lnTo>
                <a:lnTo>
                  <a:pt x="1469893" y="482250"/>
                </a:lnTo>
                <a:lnTo>
                  <a:pt x="985097" y="482250"/>
                </a:lnTo>
                <a:close/>
                <a:moveTo>
                  <a:pt x="0" y="440432"/>
                </a:moveTo>
                <a:lnTo>
                  <a:pt x="505721" y="440432"/>
                </a:lnTo>
                <a:lnTo>
                  <a:pt x="505721" y="482250"/>
                </a:lnTo>
                <a:lnTo>
                  <a:pt x="0" y="482250"/>
                </a:lnTo>
                <a:close/>
                <a:moveTo>
                  <a:pt x="4093268" y="440431"/>
                </a:moveTo>
                <a:lnTo>
                  <a:pt x="4597023" y="440431"/>
                </a:lnTo>
                <a:cubicBezTo>
                  <a:pt x="4602558" y="454039"/>
                  <a:pt x="4607425" y="468006"/>
                  <a:pt x="4611768" y="482249"/>
                </a:cubicBezTo>
                <a:lnTo>
                  <a:pt x="4120709" y="482249"/>
                </a:lnTo>
                <a:cubicBezTo>
                  <a:pt x="4112199" y="466767"/>
                  <a:pt x="4103118" y="452703"/>
                  <a:pt x="4093268" y="440431"/>
                </a:cubicBezTo>
                <a:close/>
                <a:moveTo>
                  <a:pt x="3368371" y="440431"/>
                </a:moveTo>
                <a:lnTo>
                  <a:pt x="3872116" y="440431"/>
                </a:lnTo>
                <a:cubicBezTo>
                  <a:pt x="3862266" y="452703"/>
                  <a:pt x="3853190" y="466767"/>
                  <a:pt x="3844680" y="482249"/>
                </a:cubicBezTo>
                <a:lnTo>
                  <a:pt x="3353616" y="482249"/>
                </a:lnTo>
                <a:cubicBezTo>
                  <a:pt x="3357959" y="468006"/>
                  <a:pt x="3362831" y="454039"/>
                  <a:pt x="3368371" y="440431"/>
                </a:cubicBezTo>
                <a:close/>
                <a:moveTo>
                  <a:pt x="11223979" y="437563"/>
                </a:moveTo>
                <a:lnTo>
                  <a:pt x="11304274" y="437563"/>
                </a:lnTo>
                <a:lnTo>
                  <a:pt x="11304274" y="487440"/>
                </a:lnTo>
                <a:lnTo>
                  <a:pt x="11274504" y="487440"/>
                </a:lnTo>
                <a:close/>
                <a:moveTo>
                  <a:pt x="10437485" y="312620"/>
                </a:moveTo>
                <a:lnTo>
                  <a:pt x="11305204" y="312620"/>
                </a:lnTo>
                <a:lnTo>
                  <a:pt x="11305204" y="323517"/>
                </a:lnTo>
                <a:lnTo>
                  <a:pt x="11306110" y="323517"/>
                </a:lnTo>
                <a:lnTo>
                  <a:pt x="11306110" y="351547"/>
                </a:lnTo>
                <a:lnTo>
                  <a:pt x="11306110" y="359098"/>
                </a:lnTo>
                <a:lnTo>
                  <a:pt x="11305204" y="359098"/>
                </a:lnTo>
                <a:lnTo>
                  <a:pt x="11305204" y="363528"/>
                </a:lnTo>
                <a:lnTo>
                  <a:pt x="10423824" y="363528"/>
                </a:lnTo>
                <a:lnTo>
                  <a:pt x="10429797" y="336441"/>
                </a:lnTo>
                <a:close/>
                <a:moveTo>
                  <a:pt x="9781432" y="312620"/>
                </a:moveTo>
                <a:lnTo>
                  <a:pt x="10286039" y="312620"/>
                </a:lnTo>
                <a:lnTo>
                  <a:pt x="10286039" y="322833"/>
                </a:lnTo>
                <a:lnTo>
                  <a:pt x="10286039" y="358338"/>
                </a:lnTo>
                <a:lnTo>
                  <a:pt x="10286039" y="358339"/>
                </a:lnTo>
                <a:lnTo>
                  <a:pt x="9781432" y="358339"/>
                </a:lnTo>
                <a:lnTo>
                  <a:pt x="9781432" y="358338"/>
                </a:lnTo>
                <a:lnTo>
                  <a:pt x="9781432" y="322833"/>
                </a:lnTo>
                <a:close/>
                <a:moveTo>
                  <a:pt x="8611213" y="312620"/>
                </a:moveTo>
                <a:lnTo>
                  <a:pt x="9666891" y="312620"/>
                </a:lnTo>
                <a:lnTo>
                  <a:pt x="9666891" y="322833"/>
                </a:lnTo>
                <a:lnTo>
                  <a:pt x="9668568" y="322833"/>
                </a:lnTo>
                <a:lnTo>
                  <a:pt x="9668568" y="358338"/>
                </a:lnTo>
                <a:lnTo>
                  <a:pt x="9666891" y="358338"/>
                </a:lnTo>
                <a:lnTo>
                  <a:pt x="9666891" y="358339"/>
                </a:lnTo>
                <a:lnTo>
                  <a:pt x="8611213" y="358339"/>
                </a:lnTo>
                <a:close/>
                <a:moveTo>
                  <a:pt x="8037009" y="312620"/>
                </a:moveTo>
                <a:lnTo>
                  <a:pt x="8500026" y="312620"/>
                </a:lnTo>
                <a:lnTo>
                  <a:pt x="8500026" y="322833"/>
                </a:lnTo>
                <a:lnTo>
                  <a:pt x="8501703" y="322833"/>
                </a:lnTo>
                <a:lnTo>
                  <a:pt x="8501703" y="358338"/>
                </a:lnTo>
                <a:lnTo>
                  <a:pt x="8500026" y="358338"/>
                </a:lnTo>
                <a:lnTo>
                  <a:pt x="8500026" y="358339"/>
                </a:lnTo>
                <a:lnTo>
                  <a:pt x="8037009" y="358339"/>
                </a:lnTo>
                <a:close/>
                <a:moveTo>
                  <a:pt x="7193139" y="312620"/>
                </a:moveTo>
                <a:lnTo>
                  <a:pt x="7812777" y="312620"/>
                </a:lnTo>
                <a:lnTo>
                  <a:pt x="7833342" y="357178"/>
                </a:lnTo>
                <a:lnTo>
                  <a:pt x="7833342" y="357314"/>
                </a:lnTo>
                <a:lnTo>
                  <a:pt x="7833816" y="358338"/>
                </a:lnTo>
                <a:lnTo>
                  <a:pt x="7833342" y="358338"/>
                </a:lnTo>
                <a:lnTo>
                  <a:pt x="7833342" y="358339"/>
                </a:lnTo>
                <a:lnTo>
                  <a:pt x="7193139" y="358339"/>
                </a:lnTo>
                <a:lnTo>
                  <a:pt x="7193139" y="358338"/>
                </a:lnTo>
                <a:lnTo>
                  <a:pt x="7193139" y="322833"/>
                </a:lnTo>
                <a:close/>
                <a:moveTo>
                  <a:pt x="6184479" y="312620"/>
                </a:moveTo>
                <a:lnTo>
                  <a:pt x="7080274" y="312620"/>
                </a:lnTo>
                <a:lnTo>
                  <a:pt x="7080274" y="322833"/>
                </a:lnTo>
                <a:lnTo>
                  <a:pt x="7080275" y="322833"/>
                </a:lnTo>
                <a:lnTo>
                  <a:pt x="7080275" y="358338"/>
                </a:lnTo>
                <a:lnTo>
                  <a:pt x="7080274" y="358338"/>
                </a:lnTo>
                <a:lnTo>
                  <a:pt x="7080274" y="358339"/>
                </a:lnTo>
                <a:lnTo>
                  <a:pt x="6184479" y="358339"/>
                </a:lnTo>
                <a:close/>
                <a:moveTo>
                  <a:pt x="5574793" y="312620"/>
                </a:moveTo>
                <a:lnTo>
                  <a:pt x="6073294" y="312620"/>
                </a:lnTo>
                <a:lnTo>
                  <a:pt x="6073294" y="322833"/>
                </a:lnTo>
                <a:lnTo>
                  <a:pt x="6073294" y="358338"/>
                </a:lnTo>
                <a:lnTo>
                  <a:pt x="6073294" y="358339"/>
                </a:lnTo>
                <a:lnTo>
                  <a:pt x="5574793" y="358339"/>
                </a:lnTo>
                <a:lnTo>
                  <a:pt x="5574793" y="358338"/>
                </a:lnTo>
                <a:lnTo>
                  <a:pt x="5574793" y="322833"/>
                </a:lnTo>
                <a:close/>
                <a:moveTo>
                  <a:pt x="4792811" y="312620"/>
                </a:moveTo>
                <a:lnTo>
                  <a:pt x="5291307" y="312620"/>
                </a:lnTo>
                <a:lnTo>
                  <a:pt x="5291307" y="322833"/>
                </a:lnTo>
                <a:lnTo>
                  <a:pt x="5291307" y="358338"/>
                </a:lnTo>
                <a:lnTo>
                  <a:pt x="5291307" y="358339"/>
                </a:lnTo>
                <a:lnTo>
                  <a:pt x="4792811" y="358339"/>
                </a:lnTo>
                <a:lnTo>
                  <a:pt x="4792811" y="358338"/>
                </a:lnTo>
                <a:lnTo>
                  <a:pt x="4792811" y="322833"/>
                </a:lnTo>
                <a:close/>
                <a:moveTo>
                  <a:pt x="2285298" y="312620"/>
                </a:moveTo>
                <a:lnTo>
                  <a:pt x="3183254" y="312620"/>
                </a:lnTo>
                <a:lnTo>
                  <a:pt x="3183254" y="322833"/>
                </a:lnTo>
                <a:lnTo>
                  <a:pt x="3183254" y="358338"/>
                </a:lnTo>
                <a:lnTo>
                  <a:pt x="3183254" y="358339"/>
                </a:lnTo>
                <a:lnTo>
                  <a:pt x="2285298" y="358339"/>
                </a:lnTo>
                <a:lnTo>
                  <a:pt x="2285298" y="358338"/>
                </a:lnTo>
                <a:lnTo>
                  <a:pt x="2285298" y="322833"/>
                </a:lnTo>
                <a:close/>
                <a:moveTo>
                  <a:pt x="985097" y="312620"/>
                </a:moveTo>
                <a:lnTo>
                  <a:pt x="2135110" y="312620"/>
                </a:lnTo>
                <a:lnTo>
                  <a:pt x="2148730" y="358335"/>
                </a:lnTo>
                <a:lnTo>
                  <a:pt x="2148731" y="358338"/>
                </a:lnTo>
                <a:lnTo>
                  <a:pt x="2148731" y="358339"/>
                </a:lnTo>
                <a:lnTo>
                  <a:pt x="985097" y="358339"/>
                </a:lnTo>
                <a:lnTo>
                  <a:pt x="985097" y="358338"/>
                </a:lnTo>
                <a:lnTo>
                  <a:pt x="985097" y="322833"/>
                </a:lnTo>
                <a:close/>
                <a:moveTo>
                  <a:pt x="0" y="312620"/>
                </a:moveTo>
                <a:lnTo>
                  <a:pt x="877145" y="312620"/>
                </a:lnTo>
                <a:lnTo>
                  <a:pt x="877145" y="322833"/>
                </a:lnTo>
                <a:lnTo>
                  <a:pt x="877145" y="358338"/>
                </a:lnTo>
                <a:lnTo>
                  <a:pt x="877145" y="358339"/>
                </a:lnTo>
                <a:lnTo>
                  <a:pt x="0" y="358339"/>
                </a:lnTo>
                <a:lnTo>
                  <a:pt x="0" y="358338"/>
                </a:lnTo>
                <a:lnTo>
                  <a:pt x="0" y="322833"/>
                </a:lnTo>
                <a:close/>
                <a:moveTo>
                  <a:pt x="3426524" y="311140"/>
                </a:moveTo>
                <a:lnTo>
                  <a:pt x="4541246" y="311140"/>
                </a:lnTo>
                <a:lnTo>
                  <a:pt x="4565836" y="363528"/>
                </a:lnTo>
                <a:lnTo>
                  <a:pt x="3720591" y="363528"/>
                </a:lnTo>
                <a:lnTo>
                  <a:pt x="3720591" y="361147"/>
                </a:lnTo>
                <a:lnTo>
                  <a:pt x="3403052" y="361147"/>
                </a:lnTo>
                <a:close/>
                <a:moveTo>
                  <a:pt x="10479636" y="204267"/>
                </a:moveTo>
                <a:lnTo>
                  <a:pt x="10671926" y="204267"/>
                </a:lnTo>
                <a:lnTo>
                  <a:pt x="11306110" y="204267"/>
                </a:lnTo>
                <a:lnTo>
                  <a:pt x="11306110" y="241250"/>
                </a:lnTo>
                <a:lnTo>
                  <a:pt x="10671926" y="241250"/>
                </a:lnTo>
                <a:lnTo>
                  <a:pt x="10463420" y="241250"/>
                </a:lnTo>
                <a:close/>
                <a:moveTo>
                  <a:pt x="9781432" y="203834"/>
                </a:moveTo>
                <a:lnTo>
                  <a:pt x="10286039" y="203834"/>
                </a:lnTo>
                <a:lnTo>
                  <a:pt x="10286039" y="240739"/>
                </a:lnTo>
                <a:lnTo>
                  <a:pt x="9781432" y="240739"/>
                </a:lnTo>
                <a:close/>
                <a:moveTo>
                  <a:pt x="8612890" y="203834"/>
                </a:moveTo>
                <a:lnTo>
                  <a:pt x="9668568" y="203834"/>
                </a:lnTo>
                <a:lnTo>
                  <a:pt x="9668568" y="240739"/>
                </a:lnTo>
                <a:lnTo>
                  <a:pt x="8612890" y="240739"/>
                </a:lnTo>
                <a:close/>
                <a:moveTo>
                  <a:pt x="8042875" y="203834"/>
                </a:moveTo>
                <a:lnTo>
                  <a:pt x="8501703" y="203834"/>
                </a:lnTo>
                <a:lnTo>
                  <a:pt x="8501703" y="240739"/>
                </a:lnTo>
                <a:lnTo>
                  <a:pt x="8042875" y="240739"/>
                </a:lnTo>
                <a:close/>
                <a:moveTo>
                  <a:pt x="7193139" y="203834"/>
                </a:moveTo>
                <a:lnTo>
                  <a:pt x="7762309" y="203834"/>
                </a:lnTo>
                <a:lnTo>
                  <a:pt x="7779389" y="240739"/>
                </a:lnTo>
                <a:lnTo>
                  <a:pt x="7193139" y="240739"/>
                </a:lnTo>
                <a:close/>
                <a:moveTo>
                  <a:pt x="6188669" y="203834"/>
                </a:moveTo>
                <a:lnTo>
                  <a:pt x="7080275" y="203834"/>
                </a:lnTo>
                <a:lnTo>
                  <a:pt x="7080275" y="240739"/>
                </a:lnTo>
                <a:lnTo>
                  <a:pt x="6188669" y="240739"/>
                </a:lnTo>
                <a:close/>
                <a:moveTo>
                  <a:pt x="5574793" y="203834"/>
                </a:moveTo>
                <a:lnTo>
                  <a:pt x="6073294" y="203834"/>
                </a:lnTo>
                <a:lnTo>
                  <a:pt x="6073294" y="240739"/>
                </a:lnTo>
                <a:lnTo>
                  <a:pt x="5574793" y="240739"/>
                </a:lnTo>
                <a:close/>
                <a:moveTo>
                  <a:pt x="4792811" y="203834"/>
                </a:moveTo>
                <a:lnTo>
                  <a:pt x="5291307" y="203834"/>
                </a:lnTo>
                <a:lnTo>
                  <a:pt x="5291307" y="240739"/>
                </a:lnTo>
                <a:lnTo>
                  <a:pt x="4792811" y="240739"/>
                </a:lnTo>
                <a:close/>
                <a:moveTo>
                  <a:pt x="2285298" y="203834"/>
                </a:moveTo>
                <a:lnTo>
                  <a:pt x="3183254" y="203834"/>
                </a:lnTo>
                <a:lnTo>
                  <a:pt x="3183254" y="240739"/>
                </a:lnTo>
                <a:lnTo>
                  <a:pt x="2285298" y="240739"/>
                </a:lnTo>
                <a:close/>
                <a:moveTo>
                  <a:pt x="985097" y="203834"/>
                </a:moveTo>
                <a:lnTo>
                  <a:pt x="2069184" y="203834"/>
                </a:lnTo>
                <a:cubicBezTo>
                  <a:pt x="2078730" y="215259"/>
                  <a:pt x="2086715" y="227762"/>
                  <a:pt x="2093941" y="240739"/>
                </a:cubicBezTo>
                <a:lnTo>
                  <a:pt x="985097" y="240739"/>
                </a:lnTo>
                <a:close/>
                <a:moveTo>
                  <a:pt x="0" y="203834"/>
                </a:moveTo>
                <a:lnTo>
                  <a:pt x="877145" y="203834"/>
                </a:lnTo>
                <a:lnTo>
                  <a:pt x="877145" y="240739"/>
                </a:lnTo>
                <a:lnTo>
                  <a:pt x="0" y="240739"/>
                </a:lnTo>
                <a:close/>
                <a:moveTo>
                  <a:pt x="3491565" y="203833"/>
                </a:moveTo>
                <a:lnTo>
                  <a:pt x="4473824" y="203833"/>
                </a:lnTo>
                <a:cubicBezTo>
                  <a:pt x="4482698" y="215677"/>
                  <a:pt x="4491028" y="228051"/>
                  <a:pt x="4499119" y="240738"/>
                </a:cubicBezTo>
                <a:lnTo>
                  <a:pt x="3466269" y="240738"/>
                </a:lnTo>
                <a:cubicBezTo>
                  <a:pt x="3474361" y="228051"/>
                  <a:pt x="3482694" y="215677"/>
                  <a:pt x="3491565" y="203833"/>
                </a:cubicBezTo>
                <a:close/>
                <a:moveTo>
                  <a:pt x="10550205" y="96959"/>
                </a:moveTo>
                <a:lnTo>
                  <a:pt x="10671926" y="96959"/>
                </a:lnTo>
                <a:lnTo>
                  <a:pt x="11306110" y="96959"/>
                </a:lnTo>
                <a:lnTo>
                  <a:pt x="11306110" y="121993"/>
                </a:lnTo>
                <a:lnTo>
                  <a:pt x="10671926" y="121993"/>
                </a:lnTo>
                <a:lnTo>
                  <a:pt x="10531544" y="121993"/>
                </a:lnTo>
                <a:close/>
                <a:moveTo>
                  <a:pt x="9781432" y="96753"/>
                </a:moveTo>
                <a:lnTo>
                  <a:pt x="10286039" y="96753"/>
                </a:lnTo>
                <a:lnTo>
                  <a:pt x="10286039" y="121735"/>
                </a:lnTo>
                <a:lnTo>
                  <a:pt x="9781432" y="121735"/>
                </a:lnTo>
                <a:close/>
                <a:moveTo>
                  <a:pt x="8612890" y="96753"/>
                </a:moveTo>
                <a:lnTo>
                  <a:pt x="9668568" y="96753"/>
                </a:lnTo>
                <a:lnTo>
                  <a:pt x="9668568" y="121735"/>
                </a:lnTo>
                <a:lnTo>
                  <a:pt x="8612890" y="121735"/>
                </a:lnTo>
                <a:close/>
                <a:moveTo>
                  <a:pt x="8042875" y="96753"/>
                </a:moveTo>
                <a:lnTo>
                  <a:pt x="8501703" y="96753"/>
                </a:lnTo>
                <a:lnTo>
                  <a:pt x="8501703" y="121735"/>
                </a:lnTo>
                <a:lnTo>
                  <a:pt x="8042875" y="121735"/>
                </a:lnTo>
                <a:close/>
                <a:moveTo>
                  <a:pt x="7193139" y="96753"/>
                </a:moveTo>
                <a:lnTo>
                  <a:pt x="7712749" y="96753"/>
                </a:lnTo>
                <a:lnTo>
                  <a:pt x="7724312" y="121735"/>
                </a:lnTo>
                <a:lnTo>
                  <a:pt x="7193139" y="121735"/>
                </a:lnTo>
                <a:close/>
                <a:moveTo>
                  <a:pt x="6188669" y="96753"/>
                </a:moveTo>
                <a:lnTo>
                  <a:pt x="7080275" y="96753"/>
                </a:lnTo>
                <a:lnTo>
                  <a:pt x="7080275" y="121735"/>
                </a:lnTo>
                <a:lnTo>
                  <a:pt x="6188669" y="121735"/>
                </a:lnTo>
                <a:close/>
                <a:moveTo>
                  <a:pt x="5574793" y="96753"/>
                </a:moveTo>
                <a:lnTo>
                  <a:pt x="6073294" y="96753"/>
                </a:lnTo>
                <a:lnTo>
                  <a:pt x="6073294" y="121735"/>
                </a:lnTo>
                <a:lnTo>
                  <a:pt x="5574793" y="121735"/>
                </a:lnTo>
                <a:close/>
                <a:moveTo>
                  <a:pt x="4792811" y="96753"/>
                </a:moveTo>
                <a:lnTo>
                  <a:pt x="5291307" y="96753"/>
                </a:lnTo>
                <a:lnTo>
                  <a:pt x="5291307" y="121735"/>
                </a:lnTo>
                <a:lnTo>
                  <a:pt x="4792811" y="121735"/>
                </a:lnTo>
                <a:close/>
                <a:moveTo>
                  <a:pt x="2285298" y="96753"/>
                </a:moveTo>
                <a:lnTo>
                  <a:pt x="3183254" y="96753"/>
                </a:lnTo>
                <a:lnTo>
                  <a:pt x="3183254" y="121735"/>
                </a:lnTo>
                <a:lnTo>
                  <a:pt x="2285298" y="121735"/>
                </a:lnTo>
                <a:close/>
                <a:moveTo>
                  <a:pt x="985097" y="96753"/>
                </a:moveTo>
                <a:lnTo>
                  <a:pt x="1978552" y="96753"/>
                </a:lnTo>
                <a:cubicBezTo>
                  <a:pt x="1987269" y="104388"/>
                  <a:pt x="1995490" y="112539"/>
                  <a:pt x="2002599" y="121735"/>
                </a:cubicBezTo>
                <a:lnTo>
                  <a:pt x="985097" y="121735"/>
                </a:lnTo>
                <a:close/>
                <a:moveTo>
                  <a:pt x="0" y="96753"/>
                </a:moveTo>
                <a:lnTo>
                  <a:pt x="877145" y="96753"/>
                </a:lnTo>
                <a:lnTo>
                  <a:pt x="877145" y="121735"/>
                </a:lnTo>
                <a:lnTo>
                  <a:pt x="0" y="121735"/>
                </a:lnTo>
                <a:close/>
                <a:moveTo>
                  <a:pt x="3581580" y="96752"/>
                </a:moveTo>
                <a:lnTo>
                  <a:pt x="4383809" y="96752"/>
                </a:lnTo>
                <a:cubicBezTo>
                  <a:pt x="4392080" y="104604"/>
                  <a:pt x="4400028" y="112884"/>
                  <a:pt x="4407456" y="121734"/>
                </a:cubicBezTo>
                <a:lnTo>
                  <a:pt x="3557933" y="121734"/>
                </a:lnTo>
                <a:cubicBezTo>
                  <a:pt x="3565365" y="112884"/>
                  <a:pt x="3573309" y="104604"/>
                  <a:pt x="3581580" y="96752"/>
                </a:cubicBezTo>
                <a:close/>
                <a:moveTo>
                  <a:pt x="10683999" y="1"/>
                </a:moveTo>
                <a:lnTo>
                  <a:pt x="10743787" y="1"/>
                </a:lnTo>
                <a:cubicBezTo>
                  <a:pt x="10762889" y="1"/>
                  <a:pt x="10781796" y="856"/>
                  <a:pt x="10800434" y="2849"/>
                </a:cubicBezTo>
                <a:lnTo>
                  <a:pt x="10800434" y="1"/>
                </a:lnTo>
                <a:lnTo>
                  <a:pt x="11306110" y="1"/>
                </a:lnTo>
                <a:lnTo>
                  <a:pt x="11306110" y="14690"/>
                </a:lnTo>
                <a:lnTo>
                  <a:pt x="10671926" y="14690"/>
                </a:lnTo>
                <a:lnTo>
                  <a:pt x="10634292" y="14690"/>
                </a:lnTo>
                <a:cubicBezTo>
                  <a:pt x="10638035" y="10809"/>
                  <a:pt x="10642253" y="7500"/>
                  <a:pt x="10646512" y="4251"/>
                </a:cubicBezTo>
                <a:lnTo>
                  <a:pt x="10646512" y="2687"/>
                </a:lnTo>
                <a:lnTo>
                  <a:pt x="10671926" y="1221"/>
                </a:lnTo>
                <a:lnTo>
                  <a:pt x="10671926" y="697"/>
                </a:lnTo>
                <a:close/>
                <a:moveTo>
                  <a:pt x="9781432" y="1"/>
                </a:moveTo>
                <a:lnTo>
                  <a:pt x="10286039" y="1"/>
                </a:lnTo>
                <a:lnTo>
                  <a:pt x="10286039" y="14659"/>
                </a:lnTo>
                <a:lnTo>
                  <a:pt x="9781432" y="14659"/>
                </a:lnTo>
                <a:close/>
                <a:moveTo>
                  <a:pt x="8612890" y="1"/>
                </a:moveTo>
                <a:lnTo>
                  <a:pt x="9668568" y="1"/>
                </a:lnTo>
                <a:lnTo>
                  <a:pt x="9668568" y="14659"/>
                </a:lnTo>
                <a:lnTo>
                  <a:pt x="8612890" y="14659"/>
                </a:lnTo>
                <a:close/>
                <a:moveTo>
                  <a:pt x="8042875" y="1"/>
                </a:moveTo>
                <a:lnTo>
                  <a:pt x="8501703" y="1"/>
                </a:lnTo>
                <a:lnTo>
                  <a:pt x="8501703" y="14659"/>
                </a:lnTo>
                <a:lnTo>
                  <a:pt x="8042875" y="14659"/>
                </a:lnTo>
                <a:close/>
                <a:moveTo>
                  <a:pt x="7193139" y="1"/>
                </a:moveTo>
                <a:lnTo>
                  <a:pt x="7667970" y="1"/>
                </a:lnTo>
                <a:lnTo>
                  <a:pt x="7674758" y="14659"/>
                </a:lnTo>
                <a:lnTo>
                  <a:pt x="7193139" y="14659"/>
                </a:lnTo>
                <a:close/>
                <a:moveTo>
                  <a:pt x="6188669" y="1"/>
                </a:moveTo>
                <a:lnTo>
                  <a:pt x="7080275" y="1"/>
                </a:lnTo>
                <a:lnTo>
                  <a:pt x="7080275" y="14659"/>
                </a:lnTo>
                <a:lnTo>
                  <a:pt x="6188669" y="14659"/>
                </a:lnTo>
                <a:close/>
                <a:moveTo>
                  <a:pt x="5574793" y="1"/>
                </a:moveTo>
                <a:lnTo>
                  <a:pt x="6073294" y="1"/>
                </a:lnTo>
                <a:lnTo>
                  <a:pt x="6073294" y="14659"/>
                </a:lnTo>
                <a:lnTo>
                  <a:pt x="5574793" y="14659"/>
                </a:lnTo>
                <a:close/>
                <a:moveTo>
                  <a:pt x="4792811" y="1"/>
                </a:moveTo>
                <a:lnTo>
                  <a:pt x="5291307" y="1"/>
                </a:lnTo>
                <a:lnTo>
                  <a:pt x="5291307" y="14659"/>
                </a:lnTo>
                <a:lnTo>
                  <a:pt x="4792811" y="14659"/>
                </a:lnTo>
                <a:close/>
                <a:moveTo>
                  <a:pt x="2285298" y="1"/>
                </a:moveTo>
                <a:lnTo>
                  <a:pt x="3183254" y="1"/>
                </a:lnTo>
                <a:lnTo>
                  <a:pt x="3183254" y="14659"/>
                </a:lnTo>
                <a:lnTo>
                  <a:pt x="2285298" y="14659"/>
                </a:lnTo>
                <a:close/>
                <a:moveTo>
                  <a:pt x="985097" y="1"/>
                </a:moveTo>
                <a:lnTo>
                  <a:pt x="1846470" y="1"/>
                </a:lnTo>
                <a:lnTo>
                  <a:pt x="1869376" y="14659"/>
                </a:lnTo>
                <a:lnTo>
                  <a:pt x="985097" y="14659"/>
                </a:lnTo>
                <a:close/>
                <a:moveTo>
                  <a:pt x="0" y="1"/>
                </a:moveTo>
                <a:lnTo>
                  <a:pt x="877145" y="1"/>
                </a:lnTo>
                <a:lnTo>
                  <a:pt x="877145" y="14659"/>
                </a:lnTo>
                <a:lnTo>
                  <a:pt x="0" y="14659"/>
                </a:lnTo>
                <a:close/>
                <a:moveTo>
                  <a:pt x="3702830" y="0"/>
                </a:moveTo>
                <a:lnTo>
                  <a:pt x="4262563" y="0"/>
                </a:lnTo>
                <a:lnTo>
                  <a:pt x="4284257" y="14658"/>
                </a:lnTo>
                <a:lnTo>
                  <a:pt x="3681132" y="1465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tIns="90000" bIns="90000" rtlCol="0" anchor="t" anchorCtr="0">
            <a:no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endParaRPr lang="en-US" sz="1800" dirty="0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62022484"/>
      </p:ext>
    </p:extLst>
  </p:cSld>
  <p:clrMapOvr>
    <a:masterClrMapping/>
  </p:clrMapOvr>
  <p:transition spd="slow">
    <p:fade/>
  </p:transition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Agenda">
    <p:bg>
      <p:bgPr>
        <a:gradFill>
          <a:gsLst>
            <a:gs pos="0">
              <a:schemeClr val="tx1"/>
            </a:gs>
            <a:gs pos="100000">
              <a:schemeClr val="accent3"/>
            </a:gs>
          </a:gsLst>
          <a:lin ang="189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hteck 373"/>
          <p:cNvSpPr>
            <a:spLocks noChangeAspect="1"/>
          </p:cNvSpPr>
          <p:nvPr userDrawn="1"/>
        </p:nvSpPr>
        <p:spPr>
          <a:xfrm flipH="1">
            <a:off x="5652876" y="506776"/>
            <a:ext cx="3059585" cy="3079652"/>
          </a:xfrm>
          <a:custGeom>
            <a:avLst/>
            <a:gdLst/>
            <a:ahLst/>
            <a:cxnLst/>
            <a:rect l="l" t="t" r="r" b="b"/>
            <a:pathLst>
              <a:path w="3059585" h="3060642">
                <a:moveTo>
                  <a:pt x="972000" y="2088642"/>
                </a:moveTo>
                <a:lnTo>
                  <a:pt x="0" y="2088642"/>
                </a:lnTo>
                <a:lnTo>
                  <a:pt x="0" y="3060642"/>
                </a:lnTo>
                <a:lnTo>
                  <a:pt x="972000" y="3060642"/>
                </a:lnTo>
                <a:close/>
                <a:moveTo>
                  <a:pt x="972000" y="1044526"/>
                </a:moveTo>
                <a:lnTo>
                  <a:pt x="0" y="1044526"/>
                </a:lnTo>
                <a:lnTo>
                  <a:pt x="0" y="2016526"/>
                </a:lnTo>
                <a:lnTo>
                  <a:pt x="972000" y="2016526"/>
                </a:lnTo>
                <a:close/>
                <a:moveTo>
                  <a:pt x="2015793" y="1044526"/>
                </a:moveTo>
                <a:lnTo>
                  <a:pt x="1043793" y="1044526"/>
                </a:lnTo>
                <a:lnTo>
                  <a:pt x="1043793" y="2016526"/>
                </a:lnTo>
                <a:lnTo>
                  <a:pt x="2015793" y="2016526"/>
                </a:lnTo>
                <a:close/>
                <a:moveTo>
                  <a:pt x="3059585" y="583"/>
                </a:moveTo>
                <a:lnTo>
                  <a:pt x="2087585" y="583"/>
                </a:lnTo>
                <a:lnTo>
                  <a:pt x="2087585" y="972583"/>
                </a:lnTo>
                <a:lnTo>
                  <a:pt x="3059585" y="972583"/>
                </a:lnTo>
                <a:close/>
                <a:moveTo>
                  <a:pt x="972000" y="0"/>
                </a:moveTo>
                <a:lnTo>
                  <a:pt x="0" y="0"/>
                </a:lnTo>
                <a:lnTo>
                  <a:pt x="0" y="972000"/>
                </a:lnTo>
                <a:lnTo>
                  <a:pt x="972000" y="972000"/>
                </a:lnTo>
                <a:close/>
                <a:moveTo>
                  <a:pt x="2015793" y="0"/>
                </a:moveTo>
                <a:lnTo>
                  <a:pt x="1043793" y="0"/>
                </a:lnTo>
                <a:lnTo>
                  <a:pt x="1043793" y="972000"/>
                </a:lnTo>
                <a:lnTo>
                  <a:pt x="2015793" y="972000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6000" bIns="72000" rtlCol="0" anchor="b"/>
          <a:lstStyle/>
          <a:p>
            <a:pPr defTabSz="457189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endParaRPr lang="en-GB" sz="800" noProof="0" dirty="0">
              <a:solidFill>
                <a:srgbClr val="004182"/>
              </a:solidFill>
            </a:endParaRPr>
          </a:p>
        </p:txBody>
      </p:sp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432000" y="271679"/>
            <a:ext cx="5004096" cy="289789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GB" noProof="0" dirty="0"/>
              <a:t>Agenda</a:t>
            </a:r>
          </a:p>
        </p:txBody>
      </p:sp>
      <p:sp>
        <p:nvSpPr>
          <p:cNvPr id="6" name="Freihandform: Form 49">
            <a:extLst>
              <a:ext uri="{FF2B5EF4-FFF2-40B4-BE49-F238E27FC236}">
                <a16:creationId xmlns:a16="http://schemas.microsoft.com/office/drawing/2014/main" id="{739C0F18-3475-42EB-9A76-1384A1AA13F2}"/>
              </a:ext>
            </a:extLst>
          </p:cNvPr>
          <p:cNvSpPr>
            <a:spLocks noChangeAspect="1"/>
          </p:cNvSpPr>
          <p:nvPr userDrawn="1"/>
        </p:nvSpPr>
        <p:spPr>
          <a:xfrm>
            <a:off x="7655146" y="4833046"/>
            <a:ext cx="1057447" cy="184740"/>
          </a:xfrm>
          <a:custGeom>
            <a:avLst/>
            <a:gdLst>
              <a:gd name="connsiteX0" fmla="*/ 4196821 w 11362354"/>
              <a:gd name="connsiteY0" fmla="*/ 1846406 h 1972800"/>
              <a:gd name="connsiteX1" fmla="*/ 4515841 w 11362354"/>
              <a:gd name="connsiteY1" fmla="*/ 1846406 h 1972800"/>
              <a:gd name="connsiteX2" fmla="*/ 4302401 w 11362354"/>
              <a:gd name="connsiteY2" fmla="*/ 1972800 h 1972800"/>
              <a:gd name="connsiteX3" fmla="*/ 4276590 w 11362354"/>
              <a:gd name="connsiteY3" fmla="*/ 1972800 h 1972800"/>
              <a:gd name="connsiteX4" fmla="*/ 10408772 w 11362354"/>
              <a:gd name="connsiteY4" fmla="*/ 1547682 h 1972800"/>
              <a:gd name="connsiteX5" fmla="*/ 11236685 w 11362354"/>
              <a:gd name="connsiteY5" fmla="*/ 1547682 h 1972800"/>
              <a:gd name="connsiteX6" fmla="*/ 11013744 w 11362354"/>
              <a:gd name="connsiteY6" fmla="*/ 1726479 h 1972800"/>
              <a:gd name="connsiteX7" fmla="*/ 10702056 w 11362354"/>
              <a:gd name="connsiteY7" fmla="*/ 1776200 h 1972800"/>
              <a:gd name="connsiteX8" fmla="*/ 10408772 w 11362354"/>
              <a:gd name="connsiteY8" fmla="*/ 1703049 h 1972800"/>
              <a:gd name="connsiteX9" fmla="*/ 9781432 w 11362354"/>
              <a:gd name="connsiteY9" fmla="*/ 1544408 h 1972800"/>
              <a:gd name="connsiteX10" fmla="*/ 10286039 w 11362354"/>
              <a:gd name="connsiteY10" fmla="*/ 1544408 h 1972800"/>
              <a:gd name="connsiteX11" fmla="*/ 10286039 w 11362354"/>
              <a:gd name="connsiteY11" fmla="*/ 1763438 h 1972800"/>
              <a:gd name="connsiteX12" fmla="*/ 9781432 w 11362354"/>
              <a:gd name="connsiteY12" fmla="*/ 1763438 h 1972800"/>
              <a:gd name="connsiteX13" fmla="*/ 8877431 w 11362354"/>
              <a:gd name="connsiteY13" fmla="*/ 1544408 h 1972800"/>
              <a:gd name="connsiteX14" fmla="*/ 9382033 w 11362354"/>
              <a:gd name="connsiteY14" fmla="*/ 1544408 h 1972800"/>
              <a:gd name="connsiteX15" fmla="*/ 9382033 w 11362354"/>
              <a:gd name="connsiteY15" fmla="*/ 1763438 h 1972800"/>
              <a:gd name="connsiteX16" fmla="*/ 8877431 w 11362354"/>
              <a:gd name="connsiteY16" fmla="*/ 1763438 h 1972800"/>
              <a:gd name="connsiteX17" fmla="*/ 7955283 w 11362354"/>
              <a:gd name="connsiteY17" fmla="*/ 1544408 h 1972800"/>
              <a:gd name="connsiteX18" fmla="*/ 8501703 w 11362354"/>
              <a:gd name="connsiteY18" fmla="*/ 1544408 h 1972800"/>
              <a:gd name="connsiteX19" fmla="*/ 8501703 w 11362354"/>
              <a:gd name="connsiteY19" fmla="*/ 1763438 h 1972800"/>
              <a:gd name="connsiteX20" fmla="*/ 8046371 w 11362354"/>
              <a:gd name="connsiteY20" fmla="*/ 1763438 h 1972800"/>
              <a:gd name="connsiteX21" fmla="*/ 7193139 w 11362354"/>
              <a:gd name="connsiteY21" fmla="*/ 1544408 h 1972800"/>
              <a:gd name="connsiteX22" fmla="*/ 7648159 w 11362354"/>
              <a:gd name="connsiteY22" fmla="*/ 1544408 h 1972800"/>
              <a:gd name="connsiteX23" fmla="*/ 7648159 w 11362354"/>
              <a:gd name="connsiteY23" fmla="*/ 1763438 h 1972800"/>
              <a:gd name="connsiteX24" fmla="*/ 7193139 w 11362354"/>
              <a:gd name="connsiteY24" fmla="*/ 1763438 h 1972800"/>
              <a:gd name="connsiteX25" fmla="*/ 6188669 w 11362354"/>
              <a:gd name="connsiteY25" fmla="*/ 1544408 h 1972800"/>
              <a:gd name="connsiteX26" fmla="*/ 7080275 w 11362354"/>
              <a:gd name="connsiteY26" fmla="*/ 1544408 h 1972800"/>
              <a:gd name="connsiteX27" fmla="*/ 7080275 w 11362354"/>
              <a:gd name="connsiteY27" fmla="*/ 1763438 h 1972800"/>
              <a:gd name="connsiteX28" fmla="*/ 6188669 w 11362354"/>
              <a:gd name="connsiteY28" fmla="*/ 1763438 h 1972800"/>
              <a:gd name="connsiteX29" fmla="*/ 4886266 w 11362354"/>
              <a:gd name="connsiteY29" fmla="*/ 1544408 h 1972800"/>
              <a:gd name="connsiteX30" fmla="*/ 5979839 w 11362354"/>
              <a:gd name="connsiteY30" fmla="*/ 1544408 h 1972800"/>
              <a:gd name="connsiteX31" fmla="*/ 5557257 w 11362354"/>
              <a:gd name="connsiteY31" fmla="*/ 1763438 h 1972800"/>
              <a:gd name="connsiteX32" fmla="*/ 5308843 w 11362354"/>
              <a:gd name="connsiteY32" fmla="*/ 1763438 h 1972800"/>
              <a:gd name="connsiteX33" fmla="*/ 4886266 w 11362354"/>
              <a:gd name="connsiteY33" fmla="*/ 1544408 h 1972800"/>
              <a:gd name="connsiteX34" fmla="*/ 2285298 w 11362354"/>
              <a:gd name="connsiteY34" fmla="*/ 1544408 h 1972800"/>
              <a:gd name="connsiteX35" fmla="*/ 3183254 w 11362354"/>
              <a:gd name="connsiteY35" fmla="*/ 1544408 h 1972800"/>
              <a:gd name="connsiteX36" fmla="*/ 3183254 w 11362354"/>
              <a:gd name="connsiteY36" fmla="*/ 1763438 h 1972800"/>
              <a:gd name="connsiteX37" fmla="*/ 2285298 w 11362354"/>
              <a:gd name="connsiteY37" fmla="*/ 1763438 h 1972800"/>
              <a:gd name="connsiteX38" fmla="*/ 1699767 w 11362354"/>
              <a:gd name="connsiteY38" fmla="*/ 1544408 h 1972800"/>
              <a:gd name="connsiteX39" fmla="*/ 2161050 w 11362354"/>
              <a:gd name="connsiteY39" fmla="*/ 1544408 h 1972800"/>
              <a:gd name="connsiteX40" fmla="*/ 2265828 w 11362354"/>
              <a:gd name="connsiteY40" fmla="*/ 1763438 h 1972800"/>
              <a:gd name="connsiteX41" fmla="*/ 1796468 w 11362354"/>
              <a:gd name="connsiteY41" fmla="*/ 1763438 h 1972800"/>
              <a:gd name="connsiteX42" fmla="*/ 985097 w 11362354"/>
              <a:gd name="connsiteY42" fmla="*/ 1544408 h 1972800"/>
              <a:gd name="connsiteX43" fmla="*/ 1468672 w 11362354"/>
              <a:gd name="connsiteY43" fmla="*/ 1544408 h 1972800"/>
              <a:gd name="connsiteX44" fmla="*/ 1468672 w 11362354"/>
              <a:gd name="connsiteY44" fmla="*/ 1763438 h 1972800"/>
              <a:gd name="connsiteX45" fmla="*/ 985097 w 11362354"/>
              <a:gd name="connsiteY45" fmla="*/ 1763438 h 1972800"/>
              <a:gd name="connsiteX46" fmla="*/ 0 w 11362354"/>
              <a:gd name="connsiteY46" fmla="*/ 1544408 h 1972800"/>
              <a:gd name="connsiteX47" fmla="*/ 506025 w 11362354"/>
              <a:gd name="connsiteY47" fmla="*/ 1544408 h 1972800"/>
              <a:gd name="connsiteX48" fmla="*/ 506025 w 11362354"/>
              <a:gd name="connsiteY48" fmla="*/ 1763438 h 1972800"/>
              <a:gd name="connsiteX49" fmla="*/ 498505 w 11362354"/>
              <a:gd name="connsiteY49" fmla="*/ 1763438 h 1972800"/>
              <a:gd name="connsiteX50" fmla="*/ 7520 w 11362354"/>
              <a:gd name="connsiteY50" fmla="*/ 1763438 h 1972800"/>
              <a:gd name="connsiteX51" fmla="*/ 0 w 11362354"/>
              <a:gd name="connsiteY51" fmla="*/ 1763438 h 1972800"/>
              <a:gd name="connsiteX52" fmla="*/ 3478763 w 11362354"/>
              <a:gd name="connsiteY52" fmla="*/ 1544407 h 1972800"/>
              <a:gd name="connsiteX53" fmla="*/ 4486152 w 11362354"/>
              <a:gd name="connsiteY53" fmla="*/ 1544407 h 1972800"/>
              <a:gd name="connsiteX54" fmla="*/ 4479313 w 11362354"/>
              <a:gd name="connsiteY54" fmla="*/ 1555187 h 1972800"/>
              <a:gd name="connsiteX55" fmla="*/ 4654042 w 11362354"/>
              <a:gd name="connsiteY55" fmla="*/ 1763437 h 1972800"/>
              <a:gd name="connsiteX56" fmla="*/ 3697470 w 11362354"/>
              <a:gd name="connsiteY56" fmla="*/ 1763437 h 1972800"/>
              <a:gd name="connsiteX57" fmla="*/ 3478763 w 11362354"/>
              <a:gd name="connsiteY57" fmla="*/ 1544407 h 1972800"/>
              <a:gd name="connsiteX58" fmla="*/ 10408772 w 11362354"/>
              <a:gd name="connsiteY58" fmla="*/ 1290902 h 1972800"/>
              <a:gd name="connsiteX59" fmla="*/ 10568570 w 11362354"/>
              <a:gd name="connsiteY59" fmla="*/ 1290902 h 1972800"/>
              <a:gd name="connsiteX60" fmla="*/ 10590729 w 11362354"/>
              <a:gd name="connsiteY60" fmla="*/ 1313870 h 1972800"/>
              <a:gd name="connsiteX61" fmla="*/ 10721250 w 11362354"/>
              <a:gd name="connsiteY61" fmla="*/ 1365562 h 1972800"/>
              <a:gd name="connsiteX62" fmla="*/ 10855315 w 11362354"/>
              <a:gd name="connsiteY62" fmla="*/ 1290902 h 1972800"/>
              <a:gd name="connsiteX63" fmla="*/ 11214890 w 11362354"/>
              <a:gd name="connsiteY63" fmla="*/ 1290902 h 1972800"/>
              <a:gd name="connsiteX64" fmla="*/ 11346112 w 11362354"/>
              <a:gd name="connsiteY64" fmla="*/ 1290902 h 1972800"/>
              <a:gd name="connsiteX65" fmla="*/ 11280882 w 11362354"/>
              <a:gd name="connsiteY65" fmla="*/ 1465414 h 1972800"/>
              <a:gd name="connsiteX66" fmla="*/ 11214890 w 11362354"/>
              <a:gd name="connsiteY66" fmla="*/ 1465414 h 1972800"/>
              <a:gd name="connsiteX67" fmla="*/ 10408772 w 11362354"/>
              <a:gd name="connsiteY67" fmla="*/ 1465414 h 1972800"/>
              <a:gd name="connsiteX68" fmla="*/ 3354588 w 11362354"/>
              <a:gd name="connsiteY68" fmla="*/ 1288169 h 1972800"/>
              <a:gd name="connsiteX69" fmla="*/ 3891084 w 11362354"/>
              <a:gd name="connsiteY69" fmla="*/ 1288169 h 1972800"/>
              <a:gd name="connsiteX70" fmla="*/ 3982693 w 11362354"/>
              <a:gd name="connsiteY70" fmla="*/ 1333215 h 1972800"/>
              <a:gd name="connsiteX71" fmla="*/ 4074304 w 11362354"/>
              <a:gd name="connsiteY71" fmla="*/ 1288169 h 1972800"/>
              <a:gd name="connsiteX72" fmla="*/ 4610046 w 11362354"/>
              <a:gd name="connsiteY72" fmla="*/ 1288169 h 1972800"/>
              <a:gd name="connsiteX73" fmla="*/ 4535426 w 11362354"/>
              <a:gd name="connsiteY73" fmla="*/ 1462313 h 1972800"/>
              <a:gd name="connsiteX74" fmla="*/ 3429061 w 11362354"/>
              <a:gd name="connsiteY74" fmla="*/ 1462313 h 1972800"/>
              <a:gd name="connsiteX75" fmla="*/ 3354588 w 11362354"/>
              <a:gd name="connsiteY75" fmla="*/ 1288169 h 1972800"/>
              <a:gd name="connsiteX76" fmla="*/ 9781432 w 11362354"/>
              <a:gd name="connsiteY76" fmla="*/ 1288165 h 1972800"/>
              <a:gd name="connsiteX77" fmla="*/ 10286039 w 11362354"/>
              <a:gd name="connsiteY77" fmla="*/ 1288165 h 1972800"/>
              <a:gd name="connsiteX78" fmla="*/ 10286039 w 11362354"/>
              <a:gd name="connsiteY78" fmla="*/ 1462314 h 1972800"/>
              <a:gd name="connsiteX79" fmla="*/ 9781432 w 11362354"/>
              <a:gd name="connsiteY79" fmla="*/ 1462314 h 1972800"/>
              <a:gd name="connsiteX80" fmla="*/ 8877431 w 11362354"/>
              <a:gd name="connsiteY80" fmla="*/ 1288165 h 1972800"/>
              <a:gd name="connsiteX81" fmla="*/ 9382033 w 11362354"/>
              <a:gd name="connsiteY81" fmla="*/ 1288165 h 1972800"/>
              <a:gd name="connsiteX82" fmla="*/ 9382033 w 11362354"/>
              <a:gd name="connsiteY82" fmla="*/ 1462314 h 1972800"/>
              <a:gd name="connsiteX83" fmla="*/ 8877431 w 11362354"/>
              <a:gd name="connsiteY83" fmla="*/ 1462314 h 1972800"/>
              <a:gd name="connsiteX84" fmla="*/ 7848731 w 11362354"/>
              <a:gd name="connsiteY84" fmla="*/ 1288165 h 1972800"/>
              <a:gd name="connsiteX85" fmla="*/ 8501703 w 11362354"/>
              <a:gd name="connsiteY85" fmla="*/ 1288165 h 1972800"/>
              <a:gd name="connsiteX86" fmla="*/ 8501703 w 11362354"/>
              <a:gd name="connsiteY86" fmla="*/ 1462314 h 1972800"/>
              <a:gd name="connsiteX87" fmla="*/ 7921150 w 11362354"/>
              <a:gd name="connsiteY87" fmla="*/ 1462314 h 1972800"/>
              <a:gd name="connsiteX88" fmla="*/ 7193139 w 11362354"/>
              <a:gd name="connsiteY88" fmla="*/ 1288165 h 1972800"/>
              <a:gd name="connsiteX89" fmla="*/ 7648159 w 11362354"/>
              <a:gd name="connsiteY89" fmla="*/ 1288165 h 1972800"/>
              <a:gd name="connsiteX90" fmla="*/ 7648159 w 11362354"/>
              <a:gd name="connsiteY90" fmla="*/ 1462314 h 1972800"/>
              <a:gd name="connsiteX91" fmla="*/ 7193139 w 11362354"/>
              <a:gd name="connsiteY91" fmla="*/ 1462314 h 1972800"/>
              <a:gd name="connsiteX92" fmla="*/ 6188669 w 11362354"/>
              <a:gd name="connsiteY92" fmla="*/ 1288165 h 1972800"/>
              <a:gd name="connsiteX93" fmla="*/ 6674501 w 11362354"/>
              <a:gd name="connsiteY93" fmla="*/ 1288165 h 1972800"/>
              <a:gd name="connsiteX94" fmla="*/ 6674501 w 11362354"/>
              <a:gd name="connsiteY94" fmla="*/ 1351991 h 1972800"/>
              <a:gd name="connsiteX95" fmla="*/ 7080275 w 11362354"/>
              <a:gd name="connsiteY95" fmla="*/ 1351991 h 1972800"/>
              <a:gd name="connsiteX96" fmla="*/ 7080275 w 11362354"/>
              <a:gd name="connsiteY96" fmla="*/ 1462314 h 1972800"/>
              <a:gd name="connsiteX97" fmla="*/ 6188669 w 11362354"/>
              <a:gd name="connsiteY97" fmla="*/ 1462314 h 1972800"/>
              <a:gd name="connsiteX98" fmla="*/ 4794722 w 11362354"/>
              <a:gd name="connsiteY98" fmla="*/ 1288165 h 1972800"/>
              <a:gd name="connsiteX99" fmla="*/ 5308313 w 11362354"/>
              <a:gd name="connsiteY99" fmla="*/ 1288165 h 1972800"/>
              <a:gd name="connsiteX100" fmla="*/ 5433050 w 11362354"/>
              <a:gd name="connsiteY100" fmla="*/ 1363467 h 1972800"/>
              <a:gd name="connsiteX101" fmla="*/ 5557791 w 11362354"/>
              <a:gd name="connsiteY101" fmla="*/ 1288165 h 1972800"/>
              <a:gd name="connsiteX102" fmla="*/ 6071387 w 11362354"/>
              <a:gd name="connsiteY102" fmla="*/ 1288165 h 1972800"/>
              <a:gd name="connsiteX103" fmla="*/ 6026879 w 11362354"/>
              <a:gd name="connsiteY103" fmla="*/ 1462314 h 1972800"/>
              <a:gd name="connsiteX104" fmla="*/ 4839225 w 11362354"/>
              <a:gd name="connsiteY104" fmla="*/ 1462314 h 1972800"/>
              <a:gd name="connsiteX105" fmla="*/ 4794722 w 11362354"/>
              <a:gd name="connsiteY105" fmla="*/ 1288165 h 1972800"/>
              <a:gd name="connsiteX106" fmla="*/ 2285298 w 11362354"/>
              <a:gd name="connsiteY106" fmla="*/ 1288165 h 1972800"/>
              <a:gd name="connsiteX107" fmla="*/ 2771132 w 11362354"/>
              <a:gd name="connsiteY107" fmla="*/ 1288165 h 1972800"/>
              <a:gd name="connsiteX108" fmla="*/ 2771132 w 11362354"/>
              <a:gd name="connsiteY108" fmla="*/ 1351991 h 1972800"/>
              <a:gd name="connsiteX109" fmla="*/ 3183254 w 11362354"/>
              <a:gd name="connsiteY109" fmla="*/ 1351991 h 1972800"/>
              <a:gd name="connsiteX110" fmla="*/ 3183254 w 11362354"/>
              <a:gd name="connsiteY110" fmla="*/ 1462314 h 1972800"/>
              <a:gd name="connsiteX111" fmla="*/ 2285298 w 11362354"/>
              <a:gd name="connsiteY111" fmla="*/ 1462314 h 1972800"/>
              <a:gd name="connsiteX112" fmla="*/ 1586644 w 11362354"/>
              <a:gd name="connsiteY112" fmla="*/ 1288165 h 1972800"/>
              <a:gd name="connsiteX113" fmla="*/ 2038472 w 11362354"/>
              <a:gd name="connsiteY113" fmla="*/ 1288165 h 1972800"/>
              <a:gd name="connsiteX114" fmla="*/ 2121783 w 11362354"/>
              <a:gd name="connsiteY114" fmla="*/ 1462314 h 1972800"/>
              <a:gd name="connsiteX115" fmla="*/ 1663530 w 11362354"/>
              <a:gd name="connsiteY115" fmla="*/ 1462314 h 1972800"/>
              <a:gd name="connsiteX116" fmla="*/ 985097 w 11362354"/>
              <a:gd name="connsiteY116" fmla="*/ 1288165 h 1972800"/>
              <a:gd name="connsiteX117" fmla="*/ 1468672 w 11362354"/>
              <a:gd name="connsiteY117" fmla="*/ 1288165 h 1972800"/>
              <a:gd name="connsiteX118" fmla="*/ 1468672 w 11362354"/>
              <a:gd name="connsiteY118" fmla="*/ 1462314 h 1972800"/>
              <a:gd name="connsiteX119" fmla="*/ 985097 w 11362354"/>
              <a:gd name="connsiteY119" fmla="*/ 1462314 h 1972800"/>
              <a:gd name="connsiteX120" fmla="*/ 0 w 11362354"/>
              <a:gd name="connsiteY120" fmla="*/ 1288165 h 1972800"/>
              <a:gd name="connsiteX121" fmla="*/ 506025 w 11362354"/>
              <a:gd name="connsiteY121" fmla="*/ 1288165 h 1972800"/>
              <a:gd name="connsiteX122" fmla="*/ 506025 w 11362354"/>
              <a:gd name="connsiteY122" fmla="*/ 1462314 h 1972800"/>
              <a:gd name="connsiteX123" fmla="*/ 0 w 11362354"/>
              <a:gd name="connsiteY123" fmla="*/ 1462314 h 1972800"/>
              <a:gd name="connsiteX124" fmla="*/ 10408772 w 11362354"/>
              <a:gd name="connsiteY124" fmla="*/ 1157361 h 1972800"/>
              <a:gd name="connsiteX125" fmla="*/ 10468381 w 11362354"/>
              <a:gd name="connsiteY125" fmla="*/ 1208632 h 1972800"/>
              <a:gd name="connsiteX126" fmla="*/ 10408772 w 11362354"/>
              <a:gd name="connsiteY126" fmla="*/ 1208632 h 1972800"/>
              <a:gd name="connsiteX127" fmla="*/ 10816942 w 11362354"/>
              <a:gd name="connsiteY127" fmla="*/ 1078164 h 1972800"/>
              <a:gd name="connsiteX128" fmla="*/ 11358000 w 11362354"/>
              <a:gd name="connsiteY128" fmla="*/ 1078164 h 1972800"/>
              <a:gd name="connsiteX129" fmla="*/ 11359134 w 11362354"/>
              <a:gd name="connsiteY129" fmla="*/ 1208632 h 1972800"/>
              <a:gd name="connsiteX130" fmla="*/ 11359134 w 11362354"/>
              <a:gd name="connsiteY130" fmla="*/ 1208633 h 1972800"/>
              <a:gd name="connsiteX131" fmla="*/ 10871056 w 11362354"/>
              <a:gd name="connsiteY131" fmla="*/ 1208633 h 1972800"/>
              <a:gd name="connsiteX132" fmla="*/ 10871355 w 11362354"/>
              <a:gd name="connsiteY132" fmla="*/ 1205652 h 1972800"/>
              <a:gd name="connsiteX133" fmla="*/ 10808382 w 11362354"/>
              <a:gd name="connsiteY133" fmla="*/ 1078165 h 1972800"/>
              <a:gd name="connsiteX134" fmla="*/ 10816943 w 11362354"/>
              <a:gd name="connsiteY134" fmla="*/ 1078165 h 1972800"/>
              <a:gd name="connsiteX135" fmla="*/ 9781432 w 11362354"/>
              <a:gd name="connsiteY135" fmla="*/ 1075882 h 1972800"/>
              <a:gd name="connsiteX136" fmla="*/ 10286039 w 11362354"/>
              <a:gd name="connsiteY136" fmla="*/ 1075882 h 1972800"/>
              <a:gd name="connsiteX137" fmla="*/ 10286039 w 11362354"/>
              <a:gd name="connsiteY137" fmla="*/ 1206076 h 1972800"/>
              <a:gd name="connsiteX138" fmla="*/ 9781432 w 11362354"/>
              <a:gd name="connsiteY138" fmla="*/ 1206076 h 1972800"/>
              <a:gd name="connsiteX139" fmla="*/ 8877431 w 11362354"/>
              <a:gd name="connsiteY139" fmla="*/ 1075882 h 1972800"/>
              <a:gd name="connsiteX140" fmla="*/ 9382033 w 11362354"/>
              <a:gd name="connsiteY140" fmla="*/ 1075882 h 1972800"/>
              <a:gd name="connsiteX141" fmla="*/ 9382033 w 11362354"/>
              <a:gd name="connsiteY141" fmla="*/ 1206076 h 1972800"/>
              <a:gd name="connsiteX142" fmla="*/ 8877431 w 11362354"/>
              <a:gd name="connsiteY142" fmla="*/ 1206076 h 1972800"/>
              <a:gd name="connsiteX143" fmla="*/ 7760453 w 11362354"/>
              <a:gd name="connsiteY143" fmla="*/ 1075882 h 1972800"/>
              <a:gd name="connsiteX144" fmla="*/ 8501703 w 11362354"/>
              <a:gd name="connsiteY144" fmla="*/ 1075882 h 1972800"/>
              <a:gd name="connsiteX145" fmla="*/ 8501703 w 11362354"/>
              <a:gd name="connsiteY145" fmla="*/ 1206076 h 1972800"/>
              <a:gd name="connsiteX146" fmla="*/ 7814594 w 11362354"/>
              <a:gd name="connsiteY146" fmla="*/ 1206076 h 1972800"/>
              <a:gd name="connsiteX147" fmla="*/ 7193139 w 11362354"/>
              <a:gd name="connsiteY147" fmla="*/ 1075882 h 1972800"/>
              <a:gd name="connsiteX148" fmla="*/ 7648159 w 11362354"/>
              <a:gd name="connsiteY148" fmla="*/ 1075882 h 1972800"/>
              <a:gd name="connsiteX149" fmla="*/ 7648159 w 11362354"/>
              <a:gd name="connsiteY149" fmla="*/ 1206076 h 1972800"/>
              <a:gd name="connsiteX150" fmla="*/ 7193139 w 11362354"/>
              <a:gd name="connsiteY150" fmla="*/ 1206076 h 1972800"/>
              <a:gd name="connsiteX151" fmla="*/ 6188669 w 11362354"/>
              <a:gd name="connsiteY151" fmla="*/ 1075882 h 1972800"/>
              <a:gd name="connsiteX152" fmla="*/ 6674501 w 11362354"/>
              <a:gd name="connsiteY152" fmla="*/ 1075882 h 1972800"/>
              <a:gd name="connsiteX153" fmla="*/ 6674501 w 11362354"/>
              <a:gd name="connsiteY153" fmla="*/ 1206076 h 1972800"/>
              <a:gd name="connsiteX154" fmla="*/ 6188669 w 11362354"/>
              <a:gd name="connsiteY154" fmla="*/ 1206076 h 1972800"/>
              <a:gd name="connsiteX155" fmla="*/ 5574793 w 11362354"/>
              <a:gd name="connsiteY155" fmla="*/ 1075882 h 1972800"/>
              <a:gd name="connsiteX156" fmla="*/ 6073294 w 11362354"/>
              <a:gd name="connsiteY156" fmla="*/ 1075882 h 1972800"/>
              <a:gd name="connsiteX157" fmla="*/ 6073294 w 11362354"/>
              <a:gd name="connsiteY157" fmla="*/ 1206076 h 1972800"/>
              <a:gd name="connsiteX158" fmla="*/ 5574793 w 11362354"/>
              <a:gd name="connsiteY158" fmla="*/ 1206076 h 1972800"/>
              <a:gd name="connsiteX159" fmla="*/ 4792811 w 11362354"/>
              <a:gd name="connsiteY159" fmla="*/ 1075882 h 1972800"/>
              <a:gd name="connsiteX160" fmla="*/ 5291307 w 11362354"/>
              <a:gd name="connsiteY160" fmla="*/ 1075882 h 1972800"/>
              <a:gd name="connsiteX161" fmla="*/ 5291307 w 11362354"/>
              <a:gd name="connsiteY161" fmla="*/ 1206076 h 1972800"/>
              <a:gd name="connsiteX162" fmla="*/ 4792811 w 11362354"/>
              <a:gd name="connsiteY162" fmla="*/ 1206076 h 1972800"/>
              <a:gd name="connsiteX163" fmla="*/ 2285298 w 11362354"/>
              <a:gd name="connsiteY163" fmla="*/ 1075882 h 1972800"/>
              <a:gd name="connsiteX164" fmla="*/ 2771132 w 11362354"/>
              <a:gd name="connsiteY164" fmla="*/ 1075882 h 1972800"/>
              <a:gd name="connsiteX165" fmla="*/ 2771132 w 11362354"/>
              <a:gd name="connsiteY165" fmla="*/ 1206076 h 1972800"/>
              <a:gd name="connsiteX166" fmla="*/ 2285298 w 11362354"/>
              <a:gd name="connsiteY166" fmla="*/ 1206076 h 1972800"/>
              <a:gd name="connsiteX167" fmla="*/ 1492927 w 11362354"/>
              <a:gd name="connsiteY167" fmla="*/ 1075882 h 1972800"/>
              <a:gd name="connsiteX168" fmla="*/ 1945589 w 11362354"/>
              <a:gd name="connsiteY168" fmla="*/ 1075882 h 1972800"/>
              <a:gd name="connsiteX169" fmla="*/ 1940491 w 11362354"/>
              <a:gd name="connsiteY169" fmla="*/ 1080455 h 1972800"/>
              <a:gd name="connsiteX170" fmla="*/ 1939110 w 11362354"/>
              <a:gd name="connsiteY170" fmla="*/ 1080455 h 1972800"/>
              <a:gd name="connsiteX171" fmla="*/ 1939524 w 11362354"/>
              <a:gd name="connsiteY171" fmla="*/ 1081320 h 1972800"/>
              <a:gd name="connsiteX172" fmla="*/ 1938345 w 11362354"/>
              <a:gd name="connsiteY172" fmla="*/ 1082361 h 1972800"/>
              <a:gd name="connsiteX173" fmla="*/ 1940022 w 11362354"/>
              <a:gd name="connsiteY173" fmla="*/ 1082361 h 1972800"/>
              <a:gd name="connsiteX174" fmla="*/ 1999205 w 11362354"/>
              <a:gd name="connsiteY174" fmla="*/ 1206076 h 1972800"/>
              <a:gd name="connsiteX175" fmla="*/ 1550403 w 11362354"/>
              <a:gd name="connsiteY175" fmla="*/ 1206076 h 1972800"/>
              <a:gd name="connsiteX176" fmla="*/ 985097 w 11362354"/>
              <a:gd name="connsiteY176" fmla="*/ 1075882 h 1972800"/>
              <a:gd name="connsiteX177" fmla="*/ 1468672 w 11362354"/>
              <a:gd name="connsiteY177" fmla="*/ 1075882 h 1972800"/>
              <a:gd name="connsiteX178" fmla="*/ 1468672 w 11362354"/>
              <a:gd name="connsiteY178" fmla="*/ 1206076 h 1972800"/>
              <a:gd name="connsiteX179" fmla="*/ 985097 w 11362354"/>
              <a:gd name="connsiteY179" fmla="*/ 1206076 h 1972800"/>
              <a:gd name="connsiteX180" fmla="*/ 0 w 11362354"/>
              <a:gd name="connsiteY180" fmla="*/ 1075882 h 1972800"/>
              <a:gd name="connsiteX181" fmla="*/ 877145 w 11362354"/>
              <a:gd name="connsiteY181" fmla="*/ 1075882 h 1972800"/>
              <a:gd name="connsiteX182" fmla="*/ 877145 w 11362354"/>
              <a:gd name="connsiteY182" fmla="*/ 1098345 h 1972800"/>
              <a:gd name="connsiteX183" fmla="*/ 869625 w 11362354"/>
              <a:gd name="connsiteY183" fmla="*/ 1098345 h 1972800"/>
              <a:gd name="connsiteX184" fmla="*/ 506025 w 11362354"/>
              <a:gd name="connsiteY184" fmla="*/ 1098345 h 1972800"/>
              <a:gd name="connsiteX185" fmla="*/ 506025 w 11362354"/>
              <a:gd name="connsiteY185" fmla="*/ 1206076 h 1972800"/>
              <a:gd name="connsiteX186" fmla="*/ 0 w 11362354"/>
              <a:gd name="connsiteY186" fmla="*/ 1206076 h 1972800"/>
              <a:gd name="connsiteX187" fmla="*/ 4174413 w 11362354"/>
              <a:gd name="connsiteY187" fmla="*/ 1075881 h 1972800"/>
              <a:gd name="connsiteX188" fmla="*/ 4660572 w 11362354"/>
              <a:gd name="connsiteY188" fmla="*/ 1075881 h 1972800"/>
              <a:gd name="connsiteX189" fmla="*/ 4633997 w 11362354"/>
              <a:gd name="connsiteY189" fmla="*/ 1206075 h 1972800"/>
              <a:gd name="connsiteX190" fmla="*/ 4129883 w 11362354"/>
              <a:gd name="connsiteY190" fmla="*/ 1206075 h 1972800"/>
              <a:gd name="connsiteX191" fmla="*/ 4174413 w 11362354"/>
              <a:gd name="connsiteY191" fmla="*/ 1075881 h 1972800"/>
              <a:gd name="connsiteX192" fmla="*/ 3305162 w 11362354"/>
              <a:gd name="connsiteY192" fmla="*/ 1075881 h 1972800"/>
              <a:gd name="connsiteX193" fmla="*/ 3790976 w 11362354"/>
              <a:gd name="connsiteY193" fmla="*/ 1075881 h 1972800"/>
              <a:gd name="connsiteX194" fmla="*/ 3835506 w 11362354"/>
              <a:gd name="connsiteY194" fmla="*/ 1206075 h 1972800"/>
              <a:gd name="connsiteX195" fmla="*/ 3330959 w 11362354"/>
              <a:gd name="connsiteY195" fmla="*/ 1206075 h 1972800"/>
              <a:gd name="connsiteX196" fmla="*/ 3305162 w 11362354"/>
              <a:gd name="connsiteY196" fmla="*/ 1075881 h 1972800"/>
              <a:gd name="connsiteX197" fmla="*/ 10587776 w 11362354"/>
              <a:gd name="connsiteY197" fmla="*/ 879486 h 1972800"/>
              <a:gd name="connsiteX198" fmla="*/ 11280821 w 11362354"/>
              <a:gd name="connsiteY198" fmla="*/ 879486 h 1972800"/>
              <a:gd name="connsiteX199" fmla="*/ 11338792 w 11362354"/>
              <a:gd name="connsiteY199" fmla="*/ 993628 h 1972800"/>
              <a:gd name="connsiteX200" fmla="*/ 10727828 w 11362354"/>
              <a:gd name="connsiteY200" fmla="*/ 995899 h 1972800"/>
              <a:gd name="connsiteX201" fmla="*/ 9781432 w 11362354"/>
              <a:gd name="connsiteY201" fmla="*/ 877625 h 1972800"/>
              <a:gd name="connsiteX202" fmla="*/ 10286039 w 11362354"/>
              <a:gd name="connsiteY202" fmla="*/ 877625 h 1972800"/>
              <a:gd name="connsiteX203" fmla="*/ 10286039 w 11362354"/>
              <a:gd name="connsiteY203" fmla="*/ 993788 h 1972800"/>
              <a:gd name="connsiteX204" fmla="*/ 9781432 w 11362354"/>
              <a:gd name="connsiteY204" fmla="*/ 993788 h 1972800"/>
              <a:gd name="connsiteX205" fmla="*/ 8877431 w 11362354"/>
              <a:gd name="connsiteY205" fmla="*/ 877625 h 1972800"/>
              <a:gd name="connsiteX206" fmla="*/ 9382033 w 11362354"/>
              <a:gd name="connsiteY206" fmla="*/ 877625 h 1972800"/>
              <a:gd name="connsiteX207" fmla="*/ 9382033 w 11362354"/>
              <a:gd name="connsiteY207" fmla="*/ 993788 h 1972800"/>
              <a:gd name="connsiteX208" fmla="*/ 8877431 w 11362354"/>
              <a:gd name="connsiteY208" fmla="*/ 993788 h 1972800"/>
              <a:gd name="connsiteX209" fmla="*/ 7678004 w 11362354"/>
              <a:gd name="connsiteY209" fmla="*/ 877625 h 1972800"/>
              <a:gd name="connsiteX210" fmla="*/ 8501703 w 11362354"/>
              <a:gd name="connsiteY210" fmla="*/ 877625 h 1972800"/>
              <a:gd name="connsiteX211" fmla="*/ 8501703 w 11362354"/>
              <a:gd name="connsiteY211" fmla="*/ 993788 h 1972800"/>
              <a:gd name="connsiteX212" fmla="*/ 7726316 w 11362354"/>
              <a:gd name="connsiteY212" fmla="*/ 993788 h 1972800"/>
              <a:gd name="connsiteX213" fmla="*/ 7193139 w 11362354"/>
              <a:gd name="connsiteY213" fmla="*/ 877625 h 1972800"/>
              <a:gd name="connsiteX214" fmla="*/ 7648159 w 11362354"/>
              <a:gd name="connsiteY214" fmla="*/ 877625 h 1972800"/>
              <a:gd name="connsiteX215" fmla="*/ 7648159 w 11362354"/>
              <a:gd name="connsiteY215" fmla="*/ 993788 h 1972800"/>
              <a:gd name="connsiteX216" fmla="*/ 7193139 w 11362354"/>
              <a:gd name="connsiteY216" fmla="*/ 993788 h 1972800"/>
              <a:gd name="connsiteX217" fmla="*/ 6188669 w 11362354"/>
              <a:gd name="connsiteY217" fmla="*/ 877625 h 1972800"/>
              <a:gd name="connsiteX218" fmla="*/ 7056268 w 11362354"/>
              <a:gd name="connsiteY218" fmla="*/ 877625 h 1972800"/>
              <a:gd name="connsiteX219" fmla="*/ 7056268 w 11362354"/>
              <a:gd name="connsiteY219" fmla="*/ 988326 h 1972800"/>
              <a:gd name="connsiteX220" fmla="*/ 6674501 w 11362354"/>
              <a:gd name="connsiteY220" fmla="*/ 988326 h 1972800"/>
              <a:gd name="connsiteX221" fmla="*/ 6674501 w 11362354"/>
              <a:gd name="connsiteY221" fmla="*/ 993788 h 1972800"/>
              <a:gd name="connsiteX222" fmla="*/ 6188669 w 11362354"/>
              <a:gd name="connsiteY222" fmla="*/ 993788 h 1972800"/>
              <a:gd name="connsiteX223" fmla="*/ 5574793 w 11362354"/>
              <a:gd name="connsiteY223" fmla="*/ 877625 h 1972800"/>
              <a:gd name="connsiteX224" fmla="*/ 6073294 w 11362354"/>
              <a:gd name="connsiteY224" fmla="*/ 877625 h 1972800"/>
              <a:gd name="connsiteX225" fmla="*/ 6073294 w 11362354"/>
              <a:gd name="connsiteY225" fmla="*/ 993788 h 1972800"/>
              <a:gd name="connsiteX226" fmla="*/ 5574793 w 11362354"/>
              <a:gd name="connsiteY226" fmla="*/ 993788 h 1972800"/>
              <a:gd name="connsiteX227" fmla="*/ 4792811 w 11362354"/>
              <a:gd name="connsiteY227" fmla="*/ 877625 h 1972800"/>
              <a:gd name="connsiteX228" fmla="*/ 5291307 w 11362354"/>
              <a:gd name="connsiteY228" fmla="*/ 877625 h 1972800"/>
              <a:gd name="connsiteX229" fmla="*/ 5291307 w 11362354"/>
              <a:gd name="connsiteY229" fmla="*/ 993788 h 1972800"/>
              <a:gd name="connsiteX230" fmla="*/ 4792811 w 11362354"/>
              <a:gd name="connsiteY230" fmla="*/ 993788 h 1972800"/>
              <a:gd name="connsiteX231" fmla="*/ 2285298 w 11362354"/>
              <a:gd name="connsiteY231" fmla="*/ 877625 h 1972800"/>
              <a:gd name="connsiteX232" fmla="*/ 3161500 w 11362354"/>
              <a:gd name="connsiteY232" fmla="*/ 877625 h 1972800"/>
              <a:gd name="connsiteX233" fmla="*/ 3161500 w 11362354"/>
              <a:gd name="connsiteY233" fmla="*/ 988326 h 1972800"/>
              <a:gd name="connsiteX234" fmla="*/ 2771132 w 11362354"/>
              <a:gd name="connsiteY234" fmla="*/ 988326 h 1972800"/>
              <a:gd name="connsiteX235" fmla="*/ 2771132 w 11362354"/>
              <a:gd name="connsiteY235" fmla="*/ 993788 h 1972800"/>
              <a:gd name="connsiteX236" fmla="*/ 2285298 w 11362354"/>
              <a:gd name="connsiteY236" fmla="*/ 993788 h 1972800"/>
              <a:gd name="connsiteX237" fmla="*/ 985097 w 11362354"/>
              <a:gd name="connsiteY237" fmla="*/ 877625 h 1972800"/>
              <a:gd name="connsiteX238" fmla="*/ 2107746 w 11362354"/>
              <a:gd name="connsiteY238" fmla="*/ 877625 h 1972800"/>
              <a:gd name="connsiteX239" fmla="*/ 2028664 w 11362354"/>
              <a:gd name="connsiteY239" fmla="*/ 993788 h 1972800"/>
              <a:gd name="connsiteX240" fmla="*/ 985097 w 11362354"/>
              <a:gd name="connsiteY240" fmla="*/ 993788 h 1972800"/>
              <a:gd name="connsiteX241" fmla="*/ 0 w 11362354"/>
              <a:gd name="connsiteY241" fmla="*/ 877625 h 1972800"/>
              <a:gd name="connsiteX242" fmla="*/ 877145 w 11362354"/>
              <a:gd name="connsiteY242" fmla="*/ 877625 h 1972800"/>
              <a:gd name="connsiteX243" fmla="*/ 877145 w 11362354"/>
              <a:gd name="connsiteY243" fmla="*/ 993788 h 1972800"/>
              <a:gd name="connsiteX244" fmla="*/ 0 w 11362354"/>
              <a:gd name="connsiteY244" fmla="*/ 993788 h 1972800"/>
              <a:gd name="connsiteX245" fmla="*/ 4199211 w 11362354"/>
              <a:gd name="connsiteY245" fmla="*/ 877624 h 1972800"/>
              <a:gd name="connsiteX246" fmla="*/ 4674176 w 11362354"/>
              <a:gd name="connsiteY246" fmla="*/ 877624 h 1972800"/>
              <a:gd name="connsiteX247" fmla="*/ 4674332 w 11362354"/>
              <a:gd name="connsiteY247" fmla="*/ 883528 h 1972800"/>
              <a:gd name="connsiteX248" fmla="*/ 4669465 w 11362354"/>
              <a:gd name="connsiteY248" fmla="*/ 993787 h 1972800"/>
              <a:gd name="connsiteX249" fmla="*/ 4189743 w 11362354"/>
              <a:gd name="connsiteY249" fmla="*/ 993787 h 1972800"/>
              <a:gd name="connsiteX250" fmla="*/ 4199211 w 11362354"/>
              <a:gd name="connsiteY250" fmla="*/ 877624 h 1972800"/>
              <a:gd name="connsiteX251" fmla="*/ 3291213 w 11362354"/>
              <a:gd name="connsiteY251" fmla="*/ 877624 h 1972800"/>
              <a:gd name="connsiteX252" fmla="*/ 3766173 w 11362354"/>
              <a:gd name="connsiteY252" fmla="*/ 877624 h 1972800"/>
              <a:gd name="connsiteX253" fmla="*/ 3775650 w 11362354"/>
              <a:gd name="connsiteY253" fmla="*/ 993787 h 1972800"/>
              <a:gd name="connsiteX254" fmla="*/ 3295989 w 11362354"/>
              <a:gd name="connsiteY254" fmla="*/ 993787 h 1972800"/>
              <a:gd name="connsiteX255" fmla="*/ 3291057 w 11362354"/>
              <a:gd name="connsiteY255" fmla="*/ 883528 h 1972800"/>
              <a:gd name="connsiteX256" fmla="*/ 10461146 w 11362354"/>
              <a:gd name="connsiteY256" fmla="*/ 710797 h 1972800"/>
              <a:gd name="connsiteX257" fmla="*/ 11109160 w 11362354"/>
              <a:gd name="connsiteY257" fmla="*/ 710797 h 1972800"/>
              <a:gd name="connsiteX258" fmla="*/ 11109162 w 11362354"/>
              <a:gd name="connsiteY258" fmla="*/ 710798 h 1972800"/>
              <a:gd name="connsiteX259" fmla="*/ 11121245 w 11362354"/>
              <a:gd name="connsiteY259" fmla="*/ 710798 h 1972800"/>
              <a:gd name="connsiteX260" fmla="*/ 11122337 w 11362354"/>
              <a:gd name="connsiteY260" fmla="*/ 711693 h 1972800"/>
              <a:gd name="connsiteX261" fmla="*/ 11118350 w 11362354"/>
              <a:gd name="connsiteY261" fmla="*/ 711693 h 1972800"/>
              <a:gd name="connsiteX262" fmla="*/ 11213739 w 11362354"/>
              <a:gd name="connsiteY262" fmla="*/ 797219 h 1972800"/>
              <a:gd name="connsiteX263" fmla="*/ 10517279 w 11362354"/>
              <a:gd name="connsiteY263" fmla="*/ 797218 h 1972800"/>
              <a:gd name="connsiteX264" fmla="*/ 10461146 w 11362354"/>
              <a:gd name="connsiteY264" fmla="*/ 710797 h 1972800"/>
              <a:gd name="connsiteX265" fmla="*/ 9781432 w 11362354"/>
              <a:gd name="connsiteY265" fmla="*/ 709293 h 1972800"/>
              <a:gd name="connsiteX266" fmla="*/ 10286039 w 11362354"/>
              <a:gd name="connsiteY266" fmla="*/ 709293 h 1972800"/>
              <a:gd name="connsiteX267" fmla="*/ 10286039 w 11362354"/>
              <a:gd name="connsiteY267" fmla="*/ 795531 h 1972800"/>
              <a:gd name="connsiteX268" fmla="*/ 9781432 w 11362354"/>
              <a:gd name="connsiteY268" fmla="*/ 795531 h 1972800"/>
              <a:gd name="connsiteX269" fmla="*/ 8877431 w 11362354"/>
              <a:gd name="connsiteY269" fmla="*/ 709293 h 1972800"/>
              <a:gd name="connsiteX270" fmla="*/ 9382033 w 11362354"/>
              <a:gd name="connsiteY270" fmla="*/ 709293 h 1972800"/>
              <a:gd name="connsiteX271" fmla="*/ 9382033 w 11362354"/>
              <a:gd name="connsiteY271" fmla="*/ 795531 h 1972800"/>
              <a:gd name="connsiteX272" fmla="*/ 8877431 w 11362354"/>
              <a:gd name="connsiteY272" fmla="*/ 795531 h 1972800"/>
              <a:gd name="connsiteX273" fmla="*/ 8042875 w 11362354"/>
              <a:gd name="connsiteY273" fmla="*/ 709293 h 1972800"/>
              <a:gd name="connsiteX274" fmla="*/ 8501703 w 11362354"/>
              <a:gd name="connsiteY274" fmla="*/ 709293 h 1972800"/>
              <a:gd name="connsiteX275" fmla="*/ 8501703 w 11362354"/>
              <a:gd name="connsiteY275" fmla="*/ 795531 h 1972800"/>
              <a:gd name="connsiteX276" fmla="*/ 8042875 w 11362354"/>
              <a:gd name="connsiteY276" fmla="*/ 795531 h 1972800"/>
              <a:gd name="connsiteX277" fmla="*/ 7193139 w 11362354"/>
              <a:gd name="connsiteY277" fmla="*/ 709293 h 1972800"/>
              <a:gd name="connsiteX278" fmla="*/ 7996240 w 11362354"/>
              <a:gd name="connsiteY278" fmla="*/ 709293 h 1972800"/>
              <a:gd name="connsiteX279" fmla="*/ 8036152 w 11362354"/>
              <a:gd name="connsiteY279" fmla="*/ 795531 h 1972800"/>
              <a:gd name="connsiteX280" fmla="*/ 7193139 w 11362354"/>
              <a:gd name="connsiteY280" fmla="*/ 795531 h 1972800"/>
              <a:gd name="connsiteX281" fmla="*/ 6188669 w 11362354"/>
              <a:gd name="connsiteY281" fmla="*/ 709293 h 1972800"/>
              <a:gd name="connsiteX282" fmla="*/ 6674501 w 11362354"/>
              <a:gd name="connsiteY282" fmla="*/ 709293 h 1972800"/>
              <a:gd name="connsiteX283" fmla="*/ 6674501 w 11362354"/>
              <a:gd name="connsiteY283" fmla="*/ 714671 h 1972800"/>
              <a:gd name="connsiteX284" fmla="*/ 7056268 w 11362354"/>
              <a:gd name="connsiteY284" fmla="*/ 714671 h 1972800"/>
              <a:gd name="connsiteX285" fmla="*/ 7056268 w 11362354"/>
              <a:gd name="connsiteY285" fmla="*/ 795531 h 1972800"/>
              <a:gd name="connsiteX286" fmla="*/ 6188669 w 11362354"/>
              <a:gd name="connsiteY286" fmla="*/ 795531 h 1972800"/>
              <a:gd name="connsiteX287" fmla="*/ 5574793 w 11362354"/>
              <a:gd name="connsiteY287" fmla="*/ 709293 h 1972800"/>
              <a:gd name="connsiteX288" fmla="*/ 6073294 w 11362354"/>
              <a:gd name="connsiteY288" fmla="*/ 709293 h 1972800"/>
              <a:gd name="connsiteX289" fmla="*/ 6073294 w 11362354"/>
              <a:gd name="connsiteY289" fmla="*/ 795531 h 1972800"/>
              <a:gd name="connsiteX290" fmla="*/ 5574793 w 11362354"/>
              <a:gd name="connsiteY290" fmla="*/ 795531 h 1972800"/>
              <a:gd name="connsiteX291" fmla="*/ 4792811 w 11362354"/>
              <a:gd name="connsiteY291" fmla="*/ 709293 h 1972800"/>
              <a:gd name="connsiteX292" fmla="*/ 5291307 w 11362354"/>
              <a:gd name="connsiteY292" fmla="*/ 709293 h 1972800"/>
              <a:gd name="connsiteX293" fmla="*/ 5291307 w 11362354"/>
              <a:gd name="connsiteY293" fmla="*/ 795531 h 1972800"/>
              <a:gd name="connsiteX294" fmla="*/ 4792811 w 11362354"/>
              <a:gd name="connsiteY294" fmla="*/ 795531 h 1972800"/>
              <a:gd name="connsiteX295" fmla="*/ 2285298 w 11362354"/>
              <a:gd name="connsiteY295" fmla="*/ 709293 h 1972800"/>
              <a:gd name="connsiteX296" fmla="*/ 2771132 w 11362354"/>
              <a:gd name="connsiteY296" fmla="*/ 709293 h 1972800"/>
              <a:gd name="connsiteX297" fmla="*/ 2771132 w 11362354"/>
              <a:gd name="connsiteY297" fmla="*/ 714671 h 1972800"/>
              <a:gd name="connsiteX298" fmla="*/ 3161500 w 11362354"/>
              <a:gd name="connsiteY298" fmla="*/ 714671 h 1972800"/>
              <a:gd name="connsiteX299" fmla="*/ 3161500 w 11362354"/>
              <a:gd name="connsiteY299" fmla="*/ 795531 h 1972800"/>
              <a:gd name="connsiteX300" fmla="*/ 2285298 w 11362354"/>
              <a:gd name="connsiteY300" fmla="*/ 795531 h 1972800"/>
              <a:gd name="connsiteX301" fmla="*/ 1709143 w 11362354"/>
              <a:gd name="connsiteY301" fmla="*/ 709293 h 1972800"/>
              <a:gd name="connsiteX302" fmla="*/ 2169670 w 11362354"/>
              <a:gd name="connsiteY302" fmla="*/ 709293 h 1972800"/>
              <a:gd name="connsiteX303" fmla="*/ 2145130 w 11362354"/>
              <a:gd name="connsiteY303" fmla="*/ 795531 h 1972800"/>
              <a:gd name="connsiteX304" fmla="*/ 1595923 w 11362354"/>
              <a:gd name="connsiteY304" fmla="*/ 795531 h 1972800"/>
              <a:gd name="connsiteX305" fmla="*/ 1709143 w 11362354"/>
              <a:gd name="connsiteY305" fmla="*/ 709293 h 1972800"/>
              <a:gd name="connsiteX306" fmla="*/ 985097 w 11362354"/>
              <a:gd name="connsiteY306" fmla="*/ 709293 h 1972800"/>
              <a:gd name="connsiteX307" fmla="*/ 1469893 w 11362354"/>
              <a:gd name="connsiteY307" fmla="*/ 709293 h 1972800"/>
              <a:gd name="connsiteX308" fmla="*/ 1469893 w 11362354"/>
              <a:gd name="connsiteY308" fmla="*/ 795531 h 1972800"/>
              <a:gd name="connsiteX309" fmla="*/ 985097 w 11362354"/>
              <a:gd name="connsiteY309" fmla="*/ 795531 h 1972800"/>
              <a:gd name="connsiteX310" fmla="*/ 0 w 11362354"/>
              <a:gd name="connsiteY310" fmla="*/ 709293 h 1972800"/>
              <a:gd name="connsiteX311" fmla="*/ 877145 w 11362354"/>
              <a:gd name="connsiteY311" fmla="*/ 709293 h 1972800"/>
              <a:gd name="connsiteX312" fmla="*/ 877145 w 11362354"/>
              <a:gd name="connsiteY312" fmla="*/ 795531 h 1972800"/>
              <a:gd name="connsiteX313" fmla="*/ 0 w 11362354"/>
              <a:gd name="connsiteY313" fmla="*/ 795531 h 1972800"/>
              <a:gd name="connsiteX314" fmla="*/ 4189251 w 11362354"/>
              <a:gd name="connsiteY314" fmla="*/ 709292 h 1972800"/>
              <a:gd name="connsiteX315" fmla="*/ 4662658 w 11362354"/>
              <a:gd name="connsiteY315" fmla="*/ 709292 h 1972800"/>
              <a:gd name="connsiteX316" fmla="*/ 4671191 w 11362354"/>
              <a:gd name="connsiteY316" fmla="*/ 795530 h 1972800"/>
              <a:gd name="connsiteX317" fmla="*/ 4197682 w 11362354"/>
              <a:gd name="connsiteY317" fmla="*/ 795530 h 1972800"/>
              <a:gd name="connsiteX318" fmla="*/ 4189251 w 11362354"/>
              <a:gd name="connsiteY318" fmla="*/ 709292 h 1972800"/>
              <a:gd name="connsiteX319" fmla="*/ 3302730 w 11362354"/>
              <a:gd name="connsiteY319" fmla="*/ 709292 h 1972800"/>
              <a:gd name="connsiteX320" fmla="*/ 3776138 w 11362354"/>
              <a:gd name="connsiteY320" fmla="*/ 709292 h 1972800"/>
              <a:gd name="connsiteX321" fmla="*/ 3767701 w 11362354"/>
              <a:gd name="connsiteY321" fmla="*/ 795530 h 1972800"/>
              <a:gd name="connsiteX322" fmla="*/ 3294197 w 11362354"/>
              <a:gd name="connsiteY322" fmla="*/ 795530 h 1972800"/>
              <a:gd name="connsiteX323" fmla="*/ 3302730 w 11362354"/>
              <a:gd name="connsiteY323" fmla="*/ 709292 h 1972800"/>
              <a:gd name="connsiteX324" fmla="*/ 10418948 w 11362354"/>
              <a:gd name="connsiteY324" fmla="*/ 565540 h 1972800"/>
              <a:gd name="connsiteX325" fmla="*/ 10949595 w 11362354"/>
              <a:gd name="connsiteY325" fmla="*/ 565540 h 1972800"/>
              <a:gd name="connsiteX326" fmla="*/ 10964075 w 11362354"/>
              <a:gd name="connsiteY326" fmla="*/ 577567 h 1972800"/>
              <a:gd name="connsiteX327" fmla="*/ 11026395 w 11362354"/>
              <a:gd name="connsiteY327" fmla="*/ 628529 h 1972800"/>
              <a:gd name="connsiteX328" fmla="*/ 10434083 w 11362354"/>
              <a:gd name="connsiteY328" fmla="*/ 628529 h 1972800"/>
              <a:gd name="connsiteX329" fmla="*/ 10418948 w 11362354"/>
              <a:gd name="connsiteY329" fmla="*/ 565540 h 1972800"/>
              <a:gd name="connsiteX330" fmla="*/ 9781432 w 11362354"/>
              <a:gd name="connsiteY330" fmla="*/ 564344 h 1972800"/>
              <a:gd name="connsiteX331" fmla="*/ 10286039 w 11362354"/>
              <a:gd name="connsiteY331" fmla="*/ 564344 h 1972800"/>
              <a:gd name="connsiteX332" fmla="*/ 10286039 w 11362354"/>
              <a:gd name="connsiteY332" fmla="*/ 627199 h 1972800"/>
              <a:gd name="connsiteX333" fmla="*/ 9781432 w 11362354"/>
              <a:gd name="connsiteY333" fmla="*/ 627199 h 1972800"/>
              <a:gd name="connsiteX334" fmla="*/ 8877431 w 11362354"/>
              <a:gd name="connsiteY334" fmla="*/ 564344 h 1972800"/>
              <a:gd name="connsiteX335" fmla="*/ 9382033 w 11362354"/>
              <a:gd name="connsiteY335" fmla="*/ 564344 h 1972800"/>
              <a:gd name="connsiteX336" fmla="*/ 9382033 w 11362354"/>
              <a:gd name="connsiteY336" fmla="*/ 627199 h 1972800"/>
              <a:gd name="connsiteX337" fmla="*/ 8877431 w 11362354"/>
              <a:gd name="connsiteY337" fmla="*/ 627199 h 1972800"/>
              <a:gd name="connsiteX338" fmla="*/ 8042875 w 11362354"/>
              <a:gd name="connsiteY338" fmla="*/ 564344 h 1972800"/>
              <a:gd name="connsiteX339" fmla="*/ 8501703 w 11362354"/>
              <a:gd name="connsiteY339" fmla="*/ 564344 h 1972800"/>
              <a:gd name="connsiteX340" fmla="*/ 8501703 w 11362354"/>
              <a:gd name="connsiteY340" fmla="*/ 627199 h 1972800"/>
              <a:gd name="connsiteX341" fmla="*/ 8042875 w 11362354"/>
              <a:gd name="connsiteY341" fmla="*/ 627199 h 1972800"/>
              <a:gd name="connsiteX342" fmla="*/ 7193139 w 11362354"/>
              <a:gd name="connsiteY342" fmla="*/ 564344 h 1972800"/>
              <a:gd name="connsiteX343" fmla="*/ 7929154 w 11362354"/>
              <a:gd name="connsiteY343" fmla="*/ 564344 h 1972800"/>
              <a:gd name="connsiteX344" fmla="*/ 7958244 w 11362354"/>
              <a:gd name="connsiteY344" fmla="*/ 627199 h 1972800"/>
              <a:gd name="connsiteX345" fmla="*/ 7193139 w 11362354"/>
              <a:gd name="connsiteY345" fmla="*/ 627199 h 1972800"/>
              <a:gd name="connsiteX346" fmla="*/ 6188669 w 11362354"/>
              <a:gd name="connsiteY346" fmla="*/ 564344 h 1972800"/>
              <a:gd name="connsiteX347" fmla="*/ 6674501 w 11362354"/>
              <a:gd name="connsiteY347" fmla="*/ 564344 h 1972800"/>
              <a:gd name="connsiteX348" fmla="*/ 6674501 w 11362354"/>
              <a:gd name="connsiteY348" fmla="*/ 627199 h 1972800"/>
              <a:gd name="connsiteX349" fmla="*/ 6188669 w 11362354"/>
              <a:gd name="connsiteY349" fmla="*/ 627199 h 1972800"/>
              <a:gd name="connsiteX350" fmla="*/ 5574793 w 11362354"/>
              <a:gd name="connsiteY350" fmla="*/ 564344 h 1972800"/>
              <a:gd name="connsiteX351" fmla="*/ 6073294 w 11362354"/>
              <a:gd name="connsiteY351" fmla="*/ 564344 h 1972800"/>
              <a:gd name="connsiteX352" fmla="*/ 6073294 w 11362354"/>
              <a:gd name="connsiteY352" fmla="*/ 627199 h 1972800"/>
              <a:gd name="connsiteX353" fmla="*/ 5574793 w 11362354"/>
              <a:gd name="connsiteY353" fmla="*/ 627199 h 1972800"/>
              <a:gd name="connsiteX354" fmla="*/ 4792811 w 11362354"/>
              <a:gd name="connsiteY354" fmla="*/ 564344 h 1972800"/>
              <a:gd name="connsiteX355" fmla="*/ 5291307 w 11362354"/>
              <a:gd name="connsiteY355" fmla="*/ 564344 h 1972800"/>
              <a:gd name="connsiteX356" fmla="*/ 5291307 w 11362354"/>
              <a:gd name="connsiteY356" fmla="*/ 627199 h 1972800"/>
              <a:gd name="connsiteX357" fmla="*/ 4792811 w 11362354"/>
              <a:gd name="connsiteY357" fmla="*/ 627199 h 1972800"/>
              <a:gd name="connsiteX358" fmla="*/ 2285298 w 11362354"/>
              <a:gd name="connsiteY358" fmla="*/ 564344 h 1972800"/>
              <a:gd name="connsiteX359" fmla="*/ 2771132 w 11362354"/>
              <a:gd name="connsiteY359" fmla="*/ 564344 h 1972800"/>
              <a:gd name="connsiteX360" fmla="*/ 2771132 w 11362354"/>
              <a:gd name="connsiteY360" fmla="*/ 627199 h 1972800"/>
              <a:gd name="connsiteX361" fmla="*/ 2285298 w 11362354"/>
              <a:gd name="connsiteY361" fmla="*/ 627199 h 1972800"/>
              <a:gd name="connsiteX362" fmla="*/ 1743635 w 11362354"/>
              <a:gd name="connsiteY362" fmla="*/ 564344 h 1972800"/>
              <a:gd name="connsiteX363" fmla="*/ 2184512 w 11362354"/>
              <a:gd name="connsiteY363" fmla="*/ 564344 h 1972800"/>
              <a:gd name="connsiteX364" fmla="*/ 2184779 w 11362354"/>
              <a:gd name="connsiteY364" fmla="*/ 571975 h 1972800"/>
              <a:gd name="connsiteX365" fmla="*/ 2181588 w 11362354"/>
              <a:gd name="connsiteY365" fmla="*/ 627199 h 1972800"/>
              <a:gd name="connsiteX366" fmla="*/ 1742032 w 11362354"/>
              <a:gd name="connsiteY366" fmla="*/ 627199 h 1972800"/>
              <a:gd name="connsiteX367" fmla="*/ 1746020 w 11362354"/>
              <a:gd name="connsiteY367" fmla="*/ 587881 h 1972800"/>
              <a:gd name="connsiteX368" fmla="*/ 985097 w 11362354"/>
              <a:gd name="connsiteY368" fmla="*/ 564344 h 1972800"/>
              <a:gd name="connsiteX369" fmla="*/ 1469893 w 11362354"/>
              <a:gd name="connsiteY369" fmla="*/ 564344 h 1972800"/>
              <a:gd name="connsiteX370" fmla="*/ 1469893 w 11362354"/>
              <a:gd name="connsiteY370" fmla="*/ 627199 h 1972800"/>
              <a:gd name="connsiteX371" fmla="*/ 985097 w 11362354"/>
              <a:gd name="connsiteY371" fmla="*/ 627199 h 1972800"/>
              <a:gd name="connsiteX372" fmla="*/ 0 w 11362354"/>
              <a:gd name="connsiteY372" fmla="*/ 564344 h 1972800"/>
              <a:gd name="connsiteX373" fmla="*/ 505721 w 11362354"/>
              <a:gd name="connsiteY373" fmla="*/ 564344 h 1972800"/>
              <a:gd name="connsiteX374" fmla="*/ 505721 w 11362354"/>
              <a:gd name="connsiteY374" fmla="*/ 627199 h 1972800"/>
              <a:gd name="connsiteX375" fmla="*/ 0 w 11362354"/>
              <a:gd name="connsiteY375" fmla="*/ 627199 h 1972800"/>
              <a:gd name="connsiteX376" fmla="*/ 4156173 w 11362354"/>
              <a:gd name="connsiteY376" fmla="*/ 564343 h 1972800"/>
              <a:gd name="connsiteX377" fmla="*/ 4635244 w 11362354"/>
              <a:gd name="connsiteY377" fmla="*/ 564343 h 1972800"/>
              <a:gd name="connsiteX378" fmla="*/ 4649285 w 11362354"/>
              <a:gd name="connsiteY378" fmla="*/ 627198 h 1972800"/>
              <a:gd name="connsiteX379" fmla="*/ 4173561 w 11362354"/>
              <a:gd name="connsiteY379" fmla="*/ 627198 h 1972800"/>
              <a:gd name="connsiteX380" fmla="*/ 4156173 w 11362354"/>
              <a:gd name="connsiteY380" fmla="*/ 564343 h 1972800"/>
              <a:gd name="connsiteX381" fmla="*/ 3330140 w 11362354"/>
              <a:gd name="connsiteY381" fmla="*/ 564343 h 1972800"/>
              <a:gd name="connsiteX382" fmla="*/ 3809216 w 11362354"/>
              <a:gd name="connsiteY382" fmla="*/ 564343 h 1972800"/>
              <a:gd name="connsiteX383" fmla="*/ 3791828 w 11362354"/>
              <a:gd name="connsiteY383" fmla="*/ 627198 h 1972800"/>
              <a:gd name="connsiteX384" fmla="*/ 3316108 w 11362354"/>
              <a:gd name="connsiteY384" fmla="*/ 627198 h 1972800"/>
              <a:gd name="connsiteX385" fmla="*/ 3330140 w 11362354"/>
              <a:gd name="connsiteY385" fmla="*/ 564343 h 1972800"/>
              <a:gd name="connsiteX386" fmla="*/ 11305691 w 11362354"/>
              <a:gd name="connsiteY386" fmla="*/ 441367 h 1972800"/>
              <a:gd name="connsiteX387" fmla="*/ 11306110 w 11362354"/>
              <a:gd name="connsiteY387" fmla="*/ 441367 h 1972800"/>
              <a:gd name="connsiteX388" fmla="*/ 11306110 w 11362354"/>
              <a:gd name="connsiteY388" fmla="*/ 441726 h 1972800"/>
              <a:gd name="connsiteX389" fmla="*/ 10419150 w 11362354"/>
              <a:gd name="connsiteY389" fmla="*/ 441367 h 1972800"/>
              <a:gd name="connsiteX390" fmla="*/ 10893359 w 11362354"/>
              <a:gd name="connsiteY390" fmla="*/ 441367 h 1972800"/>
              <a:gd name="connsiteX391" fmla="*/ 10894757 w 11362354"/>
              <a:gd name="connsiteY391" fmla="*/ 483273 h 1972800"/>
              <a:gd name="connsiteX392" fmla="*/ 10419058 w 11362354"/>
              <a:gd name="connsiteY392" fmla="*/ 483273 h 1972800"/>
              <a:gd name="connsiteX393" fmla="*/ 10417854 w 11362354"/>
              <a:gd name="connsiteY393" fmla="*/ 463084 h 1972800"/>
              <a:gd name="connsiteX394" fmla="*/ 9781432 w 11362354"/>
              <a:gd name="connsiteY394" fmla="*/ 440432 h 1972800"/>
              <a:gd name="connsiteX395" fmla="*/ 10286039 w 11362354"/>
              <a:gd name="connsiteY395" fmla="*/ 440432 h 1972800"/>
              <a:gd name="connsiteX396" fmla="*/ 10286039 w 11362354"/>
              <a:gd name="connsiteY396" fmla="*/ 482250 h 1972800"/>
              <a:gd name="connsiteX397" fmla="*/ 9781432 w 11362354"/>
              <a:gd name="connsiteY397" fmla="*/ 482250 h 1972800"/>
              <a:gd name="connsiteX398" fmla="*/ 8877431 w 11362354"/>
              <a:gd name="connsiteY398" fmla="*/ 440432 h 1972800"/>
              <a:gd name="connsiteX399" fmla="*/ 9382033 w 11362354"/>
              <a:gd name="connsiteY399" fmla="*/ 440432 h 1972800"/>
              <a:gd name="connsiteX400" fmla="*/ 9382033 w 11362354"/>
              <a:gd name="connsiteY400" fmla="*/ 482250 h 1972800"/>
              <a:gd name="connsiteX401" fmla="*/ 8877431 w 11362354"/>
              <a:gd name="connsiteY401" fmla="*/ 482250 h 1972800"/>
              <a:gd name="connsiteX402" fmla="*/ 8042875 w 11362354"/>
              <a:gd name="connsiteY402" fmla="*/ 440432 h 1972800"/>
              <a:gd name="connsiteX403" fmla="*/ 8501703 w 11362354"/>
              <a:gd name="connsiteY403" fmla="*/ 440432 h 1972800"/>
              <a:gd name="connsiteX404" fmla="*/ 8501703 w 11362354"/>
              <a:gd name="connsiteY404" fmla="*/ 482250 h 1972800"/>
              <a:gd name="connsiteX405" fmla="*/ 8042875 w 11362354"/>
              <a:gd name="connsiteY405" fmla="*/ 482250 h 1972800"/>
              <a:gd name="connsiteX406" fmla="*/ 7193139 w 11362354"/>
              <a:gd name="connsiteY406" fmla="*/ 440432 h 1972800"/>
              <a:gd name="connsiteX407" fmla="*/ 7871807 w 11362354"/>
              <a:gd name="connsiteY407" fmla="*/ 440432 h 1972800"/>
              <a:gd name="connsiteX408" fmla="*/ 7891162 w 11362354"/>
              <a:gd name="connsiteY408" fmla="*/ 482250 h 1972800"/>
              <a:gd name="connsiteX409" fmla="*/ 7193139 w 11362354"/>
              <a:gd name="connsiteY409" fmla="*/ 482250 h 1972800"/>
              <a:gd name="connsiteX410" fmla="*/ 6188669 w 11362354"/>
              <a:gd name="connsiteY410" fmla="*/ 440432 h 1972800"/>
              <a:gd name="connsiteX411" fmla="*/ 6674501 w 11362354"/>
              <a:gd name="connsiteY411" fmla="*/ 440432 h 1972800"/>
              <a:gd name="connsiteX412" fmla="*/ 6674501 w 11362354"/>
              <a:gd name="connsiteY412" fmla="*/ 482250 h 1972800"/>
              <a:gd name="connsiteX413" fmla="*/ 6188669 w 11362354"/>
              <a:gd name="connsiteY413" fmla="*/ 482250 h 1972800"/>
              <a:gd name="connsiteX414" fmla="*/ 5574793 w 11362354"/>
              <a:gd name="connsiteY414" fmla="*/ 440432 h 1972800"/>
              <a:gd name="connsiteX415" fmla="*/ 6073294 w 11362354"/>
              <a:gd name="connsiteY415" fmla="*/ 440432 h 1972800"/>
              <a:gd name="connsiteX416" fmla="*/ 6073294 w 11362354"/>
              <a:gd name="connsiteY416" fmla="*/ 482250 h 1972800"/>
              <a:gd name="connsiteX417" fmla="*/ 5574793 w 11362354"/>
              <a:gd name="connsiteY417" fmla="*/ 482250 h 1972800"/>
              <a:gd name="connsiteX418" fmla="*/ 4792811 w 11362354"/>
              <a:gd name="connsiteY418" fmla="*/ 440432 h 1972800"/>
              <a:gd name="connsiteX419" fmla="*/ 5291307 w 11362354"/>
              <a:gd name="connsiteY419" fmla="*/ 440432 h 1972800"/>
              <a:gd name="connsiteX420" fmla="*/ 5291307 w 11362354"/>
              <a:gd name="connsiteY420" fmla="*/ 482250 h 1972800"/>
              <a:gd name="connsiteX421" fmla="*/ 4792811 w 11362354"/>
              <a:gd name="connsiteY421" fmla="*/ 482250 h 1972800"/>
              <a:gd name="connsiteX422" fmla="*/ 2285298 w 11362354"/>
              <a:gd name="connsiteY422" fmla="*/ 440432 h 1972800"/>
              <a:gd name="connsiteX423" fmla="*/ 2771132 w 11362354"/>
              <a:gd name="connsiteY423" fmla="*/ 440432 h 1972800"/>
              <a:gd name="connsiteX424" fmla="*/ 2771132 w 11362354"/>
              <a:gd name="connsiteY424" fmla="*/ 482250 h 1972800"/>
              <a:gd name="connsiteX425" fmla="*/ 2285298 w 11362354"/>
              <a:gd name="connsiteY425" fmla="*/ 482250 h 1972800"/>
              <a:gd name="connsiteX426" fmla="*/ 1688066 w 11362354"/>
              <a:gd name="connsiteY426" fmla="*/ 440432 h 1972800"/>
              <a:gd name="connsiteX427" fmla="*/ 2171374 w 11362354"/>
              <a:gd name="connsiteY427" fmla="*/ 440432 h 1972800"/>
              <a:gd name="connsiteX428" fmla="*/ 2178605 w 11362354"/>
              <a:gd name="connsiteY428" fmla="*/ 482250 h 1972800"/>
              <a:gd name="connsiteX429" fmla="*/ 1717768 w 11362354"/>
              <a:gd name="connsiteY429" fmla="*/ 482250 h 1972800"/>
              <a:gd name="connsiteX430" fmla="*/ 1688066 w 11362354"/>
              <a:gd name="connsiteY430" fmla="*/ 440432 h 1972800"/>
              <a:gd name="connsiteX431" fmla="*/ 985097 w 11362354"/>
              <a:gd name="connsiteY431" fmla="*/ 440432 h 1972800"/>
              <a:gd name="connsiteX432" fmla="*/ 1469893 w 11362354"/>
              <a:gd name="connsiteY432" fmla="*/ 440432 h 1972800"/>
              <a:gd name="connsiteX433" fmla="*/ 1469893 w 11362354"/>
              <a:gd name="connsiteY433" fmla="*/ 482250 h 1972800"/>
              <a:gd name="connsiteX434" fmla="*/ 985097 w 11362354"/>
              <a:gd name="connsiteY434" fmla="*/ 482250 h 1972800"/>
              <a:gd name="connsiteX435" fmla="*/ 0 w 11362354"/>
              <a:gd name="connsiteY435" fmla="*/ 440432 h 1972800"/>
              <a:gd name="connsiteX436" fmla="*/ 505721 w 11362354"/>
              <a:gd name="connsiteY436" fmla="*/ 440432 h 1972800"/>
              <a:gd name="connsiteX437" fmla="*/ 505721 w 11362354"/>
              <a:gd name="connsiteY437" fmla="*/ 482250 h 1972800"/>
              <a:gd name="connsiteX438" fmla="*/ 0 w 11362354"/>
              <a:gd name="connsiteY438" fmla="*/ 482250 h 1972800"/>
              <a:gd name="connsiteX439" fmla="*/ 4093268 w 11362354"/>
              <a:gd name="connsiteY439" fmla="*/ 440431 h 1972800"/>
              <a:gd name="connsiteX440" fmla="*/ 4597023 w 11362354"/>
              <a:gd name="connsiteY440" fmla="*/ 440431 h 1972800"/>
              <a:gd name="connsiteX441" fmla="*/ 4611768 w 11362354"/>
              <a:gd name="connsiteY441" fmla="*/ 482249 h 1972800"/>
              <a:gd name="connsiteX442" fmla="*/ 4120709 w 11362354"/>
              <a:gd name="connsiteY442" fmla="*/ 482249 h 1972800"/>
              <a:gd name="connsiteX443" fmla="*/ 4093268 w 11362354"/>
              <a:gd name="connsiteY443" fmla="*/ 440431 h 1972800"/>
              <a:gd name="connsiteX444" fmla="*/ 3368371 w 11362354"/>
              <a:gd name="connsiteY444" fmla="*/ 440431 h 1972800"/>
              <a:gd name="connsiteX445" fmla="*/ 3872116 w 11362354"/>
              <a:gd name="connsiteY445" fmla="*/ 440431 h 1972800"/>
              <a:gd name="connsiteX446" fmla="*/ 3844680 w 11362354"/>
              <a:gd name="connsiteY446" fmla="*/ 482249 h 1972800"/>
              <a:gd name="connsiteX447" fmla="*/ 3353616 w 11362354"/>
              <a:gd name="connsiteY447" fmla="*/ 482249 h 1972800"/>
              <a:gd name="connsiteX448" fmla="*/ 3368371 w 11362354"/>
              <a:gd name="connsiteY448" fmla="*/ 440431 h 1972800"/>
              <a:gd name="connsiteX449" fmla="*/ 11223979 w 11362354"/>
              <a:gd name="connsiteY449" fmla="*/ 437563 h 1972800"/>
              <a:gd name="connsiteX450" fmla="*/ 11304274 w 11362354"/>
              <a:gd name="connsiteY450" fmla="*/ 437563 h 1972800"/>
              <a:gd name="connsiteX451" fmla="*/ 11304274 w 11362354"/>
              <a:gd name="connsiteY451" fmla="*/ 487440 h 1972800"/>
              <a:gd name="connsiteX452" fmla="*/ 11274504 w 11362354"/>
              <a:gd name="connsiteY452" fmla="*/ 487440 h 1972800"/>
              <a:gd name="connsiteX453" fmla="*/ 10437485 w 11362354"/>
              <a:gd name="connsiteY453" fmla="*/ 312620 h 1972800"/>
              <a:gd name="connsiteX454" fmla="*/ 11305204 w 11362354"/>
              <a:gd name="connsiteY454" fmla="*/ 312620 h 1972800"/>
              <a:gd name="connsiteX455" fmla="*/ 11305204 w 11362354"/>
              <a:gd name="connsiteY455" fmla="*/ 323517 h 1972800"/>
              <a:gd name="connsiteX456" fmla="*/ 11306110 w 11362354"/>
              <a:gd name="connsiteY456" fmla="*/ 323517 h 1972800"/>
              <a:gd name="connsiteX457" fmla="*/ 11306110 w 11362354"/>
              <a:gd name="connsiteY457" fmla="*/ 351547 h 1972800"/>
              <a:gd name="connsiteX458" fmla="*/ 11306110 w 11362354"/>
              <a:gd name="connsiteY458" fmla="*/ 359098 h 1972800"/>
              <a:gd name="connsiteX459" fmla="*/ 11305204 w 11362354"/>
              <a:gd name="connsiteY459" fmla="*/ 359098 h 1972800"/>
              <a:gd name="connsiteX460" fmla="*/ 11305204 w 11362354"/>
              <a:gd name="connsiteY460" fmla="*/ 363528 h 1972800"/>
              <a:gd name="connsiteX461" fmla="*/ 10423824 w 11362354"/>
              <a:gd name="connsiteY461" fmla="*/ 363528 h 1972800"/>
              <a:gd name="connsiteX462" fmla="*/ 10429797 w 11362354"/>
              <a:gd name="connsiteY462" fmla="*/ 336441 h 1972800"/>
              <a:gd name="connsiteX463" fmla="*/ 9781432 w 11362354"/>
              <a:gd name="connsiteY463" fmla="*/ 312620 h 1972800"/>
              <a:gd name="connsiteX464" fmla="*/ 10286039 w 11362354"/>
              <a:gd name="connsiteY464" fmla="*/ 312620 h 1972800"/>
              <a:gd name="connsiteX465" fmla="*/ 10286039 w 11362354"/>
              <a:gd name="connsiteY465" fmla="*/ 322833 h 1972800"/>
              <a:gd name="connsiteX466" fmla="*/ 10286039 w 11362354"/>
              <a:gd name="connsiteY466" fmla="*/ 358338 h 1972800"/>
              <a:gd name="connsiteX467" fmla="*/ 10286039 w 11362354"/>
              <a:gd name="connsiteY467" fmla="*/ 358339 h 1972800"/>
              <a:gd name="connsiteX468" fmla="*/ 9781432 w 11362354"/>
              <a:gd name="connsiteY468" fmla="*/ 358339 h 1972800"/>
              <a:gd name="connsiteX469" fmla="*/ 9781432 w 11362354"/>
              <a:gd name="connsiteY469" fmla="*/ 358338 h 1972800"/>
              <a:gd name="connsiteX470" fmla="*/ 9781432 w 11362354"/>
              <a:gd name="connsiteY470" fmla="*/ 322833 h 1972800"/>
              <a:gd name="connsiteX471" fmla="*/ 8611213 w 11362354"/>
              <a:gd name="connsiteY471" fmla="*/ 312620 h 1972800"/>
              <a:gd name="connsiteX472" fmla="*/ 9666891 w 11362354"/>
              <a:gd name="connsiteY472" fmla="*/ 312620 h 1972800"/>
              <a:gd name="connsiteX473" fmla="*/ 9666891 w 11362354"/>
              <a:gd name="connsiteY473" fmla="*/ 322833 h 1972800"/>
              <a:gd name="connsiteX474" fmla="*/ 9668568 w 11362354"/>
              <a:gd name="connsiteY474" fmla="*/ 322833 h 1972800"/>
              <a:gd name="connsiteX475" fmla="*/ 9668568 w 11362354"/>
              <a:gd name="connsiteY475" fmla="*/ 358338 h 1972800"/>
              <a:gd name="connsiteX476" fmla="*/ 9666891 w 11362354"/>
              <a:gd name="connsiteY476" fmla="*/ 358338 h 1972800"/>
              <a:gd name="connsiteX477" fmla="*/ 9666891 w 11362354"/>
              <a:gd name="connsiteY477" fmla="*/ 358339 h 1972800"/>
              <a:gd name="connsiteX478" fmla="*/ 8611213 w 11362354"/>
              <a:gd name="connsiteY478" fmla="*/ 358339 h 1972800"/>
              <a:gd name="connsiteX479" fmla="*/ 8037009 w 11362354"/>
              <a:gd name="connsiteY479" fmla="*/ 312620 h 1972800"/>
              <a:gd name="connsiteX480" fmla="*/ 8500026 w 11362354"/>
              <a:gd name="connsiteY480" fmla="*/ 312620 h 1972800"/>
              <a:gd name="connsiteX481" fmla="*/ 8500026 w 11362354"/>
              <a:gd name="connsiteY481" fmla="*/ 322833 h 1972800"/>
              <a:gd name="connsiteX482" fmla="*/ 8501703 w 11362354"/>
              <a:gd name="connsiteY482" fmla="*/ 322833 h 1972800"/>
              <a:gd name="connsiteX483" fmla="*/ 8501703 w 11362354"/>
              <a:gd name="connsiteY483" fmla="*/ 358338 h 1972800"/>
              <a:gd name="connsiteX484" fmla="*/ 8500026 w 11362354"/>
              <a:gd name="connsiteY484" fmla="*/ 358338 h 1972800"/>
              <a:gd name="connsiteX485" fmla="*/ 8500026 w 11362354"/>
              <a:gd name="connsiteY485" fmla="*/ 358339 h 1972800"/>
              <a:gd name="connsiteX486" fmla="*/ 8037009 w 11362354"/>
              <a:gd name="connsiteY486" fmla="*/ 358339 h 1972800"/>
              <a:gd name="connsiteX487" fmla="*/ 7193139 w 11362354"/>
              <a:gd name="connsiteY487" fmla="*/ 312620 h 1972800"/>
              <a:gd name="connsiteX488" fmla="*/ 7812777 w 11362354"/>
              <a:gd name="connsiteY488" fmla="*/ 312620 h 1972800"/>
              <a:gd name="connsiteX489" fmla="*/ 7833342 w 11362354"/>
              <a:gd name="connsiteY489" fmla="*/ 357178 h 1972800"/>
              <a:gd name="connsiteX490" fmla="*/ 7833342 w 11362354"/>
              <a:gd name="connsiteY490" fmla="*/ 357314 h 1972800"/>
              <a:gd name="connsiteX491" fmla="*/ 7833816 w 11362354"/>
              <a:gd name="connsiteY491" fmla="*/ 358338 h 1972800"/>
              <a:gd name="connsiteX492" fmla="*/ 7833342 w 11362354"/>
              <a:gd name="connsiteY492" fmla="*/ 358338 h 1972800"/>
              <a:gd name="connsiteX493" fmla="*/ 7833342 w 11362354"/>
              <a:gd name="connsiteY493" fmla="*/ 358339 h 1972800"/>
              <a:gd name="connsiteX494" fmla="*/ 7193139 w 11362354"/>
              <a:gd name="connsiteY494" fmla="*/ 358339 h 1972800"/>
              <a:gd name="connsiteX495" fmla="*/ 7193139 w 11362354"/>
              <a:gd name="connsiteY495" fmla="*/ 358338 h 1972800"/>
              <a:gd name="connsiteX496" fmla="*/ 7193139 w 11362354"/>
              <a:gd name="connsiteY496" fmla="*/ 322833 h 1972800"/>
              <a:gd name="connsiteX497" fmla="*/ 6184479 w 11362354"/>
              <a:gd name="connsiteY497" fmla="*/ 312620 h 1972800"/>
              <a:gd name="connsiteX498" fmla="*/ 7080274 w 11362354"/>
              <a:gd name="connsiteY498" fmla="*/ 312620 h 1972800"/>
              <a:gd name="connsiteX499" fmla="*/ 7080274 w 11362354"/>
              <a:gd name="connsiteY499" fmla="*/ 322833 h 1972800"/>
              <a:gd name="connsiteX500" fmla="*/ 7080275 w 11362354"/>
              <a:gd name="connsiteY500" fmla="*/ 322833 h 1972800"/>
              <a:gd name="connsiteX501" fmla="*/ 7080275 w 11362354"/>
              <a:gd name="connsiteY501" fmla="*/ 358338 h 1972800"/>
              <a:gd name="connsiteX502" fmla="*/ 7080274 w 11362354"/>
              <a:gd name="connsiteY502" fmla="*/ 358338 h 1972800"/>
              <a:gd name="connsiteX503" fmla="*/ 7080274 w 11362354"/>
              <a:gd name="connsiteY503" fmla="*/ 358339 h 1972800"/>
              <a:gd name="connsiteX504" fmla="*/ 6184479 w 11362354"/>
              <a:gd name="connsiteY504" fmla="*/ 358339 h 1972800"/>
              <a:gd name="connsiteX505" fmla="*/ 5574793 w 11362354"/>
              <a:gd name="connsiteY505" fmla="*/ 312620 h 1972800"/>
              <a:gd name="connsiteX506" fmla="*/ 6073294 w 11362354"/>
              <a:gd name="connsiteY506" fmla="*/ 312620 h 1972800"/>
              <a:gd name="connsiteX507" fmla="*/ 6073294 w 11362354"/>
              <a:gd name="connsiteY507" fmla="*/ 322833 h 1972800"/>
              <a:gd name="connsiteX508" fmla="*/ 6073294 w 11362354"/>
              <a:gd name="connsiteY508" fmla="*/ 358338 h 1972800"/>
              <a:gd name="connsiteX509" fmla="*/ 6073294 w 11362354"/>
              <a:gd name="connsiteY509" fmla="*/ 358339 h 1972800"/>
              <a:gd name="connsiteX510" fmla="*/ 5574793 w 11362354"/>
              <a:gd name="connsiteY510" fmla="*/ 358339 h 1972800"/>
              <a:gd name="connsiteX511" fmla="*/ 5574793 w 11362354"/>
              <a:gd name="connsiteY511" fmla="*/ 358338 h 1972800"/>
              <a:gd name="connsiteX512" fmla="*/ 5574793 w 11362354"/>
              <a:gd name="connsiteY512" fmla="*/ 322833 h 1972800"/>
              <a:gd name="connsiteX513" fmla="*/ 4792811 w 11362354"/>
              <a:gd name="connsiteY513" fmla="*/ 312620 h 1972800"/>
              <a:gd name="connsiteX514" fmla="*/ 5291307 w 11362354"/>
              <a:gd name="connsiteY514" fmla="*/ 312620 h 1972800"/>
              <a:gd name="connsiteX515" fmla="*/ 5291307 w 11362354"/>
              <a:gd name="connsiteY515" fmla="*/ 322833 h 1972800"/>
              <a:gd name="connsiteX516" fmla="*/ 5291307 w 11362354"/>
              <a:gd name="connsiteY516" fmla="*/ 358338 h 1972800"/>
              <a:gd name="connsiteX517" fmla="*/ 5291307 w 11362354"/>
              <a:gd name="connsiteY517" fmla="*/ 358339 h 1972800"/>
              <a:gd name="connsiteX518" fmla="*/ 4792811 w 11362354"/>
              <a:gd name="connsiteY518" fmla="*/ 358339 h 1972800"/>
              <a:gd name="connsiteX519" fmla="*/ 4792811 w 11362354"/>
              <a:gd name="connsiteY519" fmla="*/ 358338 h 1972800"/>
              <a:gd name="connsiteX520" fmla="*/ 4792811 w 11362354"/>
              <a:gd name="connsiteY520" fmla="*/ 322833 h 1972800"/>
              <a:gd name="connsiteX521" fmla="*/ 2285298 w 11362354"/>
              <a:gd name="connsiteY521" fmla="*/ 312620 h 1972800"/>
              <a:gd name="connsiteX522" fmla="*/ 3183254 w 11362354"/>
              <a:gd name="connsiteY522" fmla="*/ 312620 h 1972800"/>
              <a:gd name="connsiteX523" fmla="*/ 3183254 w 11362354"/>
              <a:gd name="connsiteY523" fmla="*/ 322833 h 1972800"/>
              <a:gd name="connsiteX524" fmla="*/ 3183254 w 11362354"/>
              <a:gd name="connsiteY524" fmla="*/ 358338 h 1972800"/>
              <a:gd name="connsiteX525" fmla="*/ 3183254 w 11362354"/>
              <a:gd name="connsiteY525" fmla="*/ 358339 h 1972800"/>
              <a:gd name="connsiteX526" fmla="*/ 2285298 w 11362354"/>
              <a:gd name="connsiteY526" fmla="*/ 358339 h 1972800"/>
              <a:gd name="connsiteX527" fmla="*/ 2285298 w 11362354"/>
              <a:gd name="connsiteY527" fmla="*/ 358338 h 1972800"/>
              <a:gd name="connsiteX528" fmla="*/ 2285298 w 11362354"/>
              <a:gd name="connsiteY528" fmla="*/ 322833 h 1972800"/>
              <a:gd name="connsiteX529" fmla="*/ 985097 w 11362354"/>
              <a:gd name="connsiteY529" fmla="*/ 312620 h 1972800"/>
              <a:gd name="connsiteX530" fmla="*/ 2135110 w 11362354"/>
              <a:gd name="connsiteY530" fmla="*/ 312620 h 1972800"/>
              <a:gd name="connsiteX531" fmla="*/ 2148730 w 11362354"/>
              <a:gd name="connsiteY531" fmla="*/ 358335 h 1972800"/>
              <a:gd name="connsiteX532" fmla="*/ 2148731 w 11362354"/>
              <a:gd name="connsiteY532" fmla="*/ 358338 h 1972800"/>
              <a:gd name="connsiteX533" fmla="*/ 2148731 w 11362354"/>
              <a:gd name="connsiteY533" fmla="*/ 358339 h 1972800"/>
              <a:gd name="connsiteX534" fmla="*/ 985097 w 11362354"/>
              <a:gd name="connsiteY534" fmla="*/ 358339 h 1972800"/>
              <a:gd name="connsiteX535" fmla="*/ 985097 w 11362354"/>
              <a:gd name="connsiteY535" fmla="*/ 358338 h 1972800"/>
              <a:gd name="connsiteX536" fmla="*/ 985097 w 11362354"/>
              <a:gd name="connsiteY536" fmla="*/ 322833 h 1972800"/>
              <a:gd name="connsiteX537" fmla="*/ 0 w 11362354"/>
              <a:gd name="connsiteY537" fmla="*/ 312620 h 1972800"/>
              <a:gd name="connsiteX538" fmla="*/ 877145 w 11362354"/>
              <a:gd name="connsiteY538" fmla="*/ 312620 h 1972800"/>
              <a:gd name="connsiteX539" fmla="*/ 877145 w 11362354"/>
              <a:gd name="connsiteY539" fmla="*/ 322833 h 1972800"/>
              <a:gd name="connsiteX540" fmla="*/ 877145 w 11362354"/>
              <a:gd name="connsiteY540" fmla="*/ 358338 h 1972800"/>
              <a:gd name="connsiteX541" fmla="*/ 877145 w 11362354"/>
              <a:gd name="connsiteY541" fmla="*/ 358339 h 1972800"/>
              <a:gd name="connsiteX542" fmla="*/ 0 w 11362354"/>
              <a:gd name="connsiteY542" fmla="*/ 358339 h 1972800"/>
              <a:gd name="connsiteX543" fmla="*/ 0 w 11362354"/>
              <a:gd name="connsiteY543" fmla="*/ 358338 h 1972800"/>
              <a:gd name="connsiteX544" fmla="*/ 0 w 11362354"/>
              <a:gd name="connsiteY544" fmla="*/ 322833 h 1972800"/>
              <a:gd name="connsiteX545" fmla="*/ 3426524 w 11362354"/>
              <a:gd name="connsiteY545" fmla="*/ 311140 h 1972800"/>
              <a:gd name="connsiteX546" fmla="*/ 4541246 w 11362354"/>
              <a:gd name="connsiteY546" fmla="*/ 311140 h 1972800"/>
              <a:gd name="connsiteX547" fmla="*/ 4565836 w 11362354"/>
              <a:gd name="connsiteY547" fmla="*/ 363528 h 1972800"/>
              <a:gd name="connsiteX548" fmla="*/ 3720591 w 11362354"/>
              <a:gd name="connsiteY548" fmla="*/ 363528 h 1972800"/>
              <a:gd name="connsiteX549" fmla="*/ 3720591 w 11362354"/>
              <a:gd name="connsiteY549" fmla="*/ 361147 h 1972800"/>
              <a:gd name="connsiteX550" fmla="*/ 3403052 w 11362354"/>
              <a:gd name="connsiteY550" fmla="*/ 361147 h 1972800"/>
              <a:gd name="connsiteX551" fmla="*/ 10479636 w 11362354"/>
              <a:gd name="connsiteY551" fmla="*/ 204267 h 1972800"/>
              <a:gd name="connsiteX552" fmla="*/ 10671926 w 11362354"/>
              <a:gd name="connsiteY552" fmla="*/ 204267 h 1972800"/>
              <a:gd name="connsiteX553" fmla="*/ 11306110 w 11362354"/>
              <a:gd name="connsiteY553" fmla="*/ 204267 h 1972800"/>
              <a:gd name="connsiteX554" fmla="*/ 11306110 w 11362354"/>
              <a:gd name="connsiteY554" fmla="*/ 241250 h 1972800"/>
              <a:gd name="connsiteX555" fmla="*/ 10671926 w 11362354"/>
              <a:gd name="connsiteY555" fmla="*/ 241250 h 1972800"/>
              <a:gd name="connsiteX556" fmla="*/ 10463420 w 11362354"/>
              <a:gd name="connsiteY556" fmla="*/ 241250 h 1972800"/>
              <a:gd name="connsiteX557" fmla="*/ 9781432 w 11362354"/>
              <a:gd name="connsiteY557" fmla="*/ 203834 h 1972800"/>
              <a:gd name="connsiteX558" fmla="*/ 10286039 w 11362354"/>
              <a:gd name="connsiteY558" fmla="*/ 203834 h 1972800"/>
              <a:gd name="connsiteX559" fmla="*/ 10286039 w 11362354"/>
              <a:gd name="connsiteY559" fmla="*/ 240739 h 1972800"/>
              <a:gd name="connsiteX560" fmla="*/ 9781432 w 11362354"/>
              <a:gd name="connsiteY560" fmla="*/ 240739 h 1972800"/>
              <a:gd name="connsiteX561" fmla="*/ 8612890 w 11362354"/>
              <a:gd name="connsiteY561" fmla="*/ 203834 h 1972800"/>
              <a:gd name="connsiteX562" fmla="*/ 9668568 w 11362354"/>
              <a:gd name="connsiteY562" fmla="*/ 203834 h 1972800"/>
              <a:gd name="connsiteX563" fmla="*/ 9668568 w 11362354"/>
              <a:gd name="connsiteY563" fmla="*/ 240739 h 1972800"/>
              <a:gd name="connsiteX564" fmla="*/ 8612890 w 11362354"/>
              <a:gd name="connsiteY564" fmla="*/ 240739 h 1972800"/>
              <a:gd name="connsiteX565" fmla="*/ 8042875 w 11362354"/>
              <a:gd name="connsiteY565" fmla="*/ 203834 h 1972800"/>
              <a:gd name="connsiteX566" fmla="*/ 8501703 w 11362354"/>
              <a:gd name="connsiteY566" fmla="*/ 203834 h 1972800"/>
              <a:gd name="connsiteX567" fmla="*/ 8501703 w 11362354"/>
              <a:gd name="connsiteY567" fmla="*/ 240739 h 1972800"/>
              <a:gd name="connsiteX568" fmla="*/ 8042875 w 11362354"/>
              <a:gd name="connsiteY568" fmla="*/ 240739 h 1972800"/>
              <a:gd name="connsiteX569" fmla="*/ 7193139 w 11362354"/>
              <a:gd name="connsiteY569" fmla="*/ 203834 h 1972800"/>
              <a:gd name="connsiteX570" fmla="*/ 7762309 w 11362354"/>
              <a:gd name="connsiteY570" fmla="*/ 203834 h 1972800"/>
              <a:gd name="connsiteX571" fmla="*/ 7779389 w 11362354"/>
              <a:gd name="connsiteY571" fmla="*/ 240739 h 1972800"/>
              <a:gd name="connsiteX572" fmla="*/ 7193139 w 11362354"/>
              <a:gd name="connsiteY572" fmla="*/ 240739 h 1972800"/>
              <a:gd name="connsiteX573" fmla="*/ 6188669 w 11362354"/>
              <a:gd name="connsiteY573" fmla="*/ 203834 h 1972800"/>
              <a:gd name="connsiteX574" fmla="*/ 7080275 w 11362354"/>
              <a:gd name="connsiteY574" fmla="*/ 203834 h 1972800"/>
              <a:gd name="connsiteX575" fmla="*/ 7080275 w 11362354"/>
              <a:gd name="connsiteY575" fmla="*/ 240739 h 1972800"/>
              <a:gd name="connsiteX576" fmla="*/ 6188669 w 11362354"/>
              <a:gd name="connsiteY576" fmla="*/ 240739 h 1972800"/>
              <a:gd name="connsiteX577" fmla="*/ 5574793 w 11362354"/>
              <a:gd name="connsiteY577" fmla="*/ 203834 h 1972800"/>
              <a:gd name="connsiteX578" fmla="*/ 6073294 w 11362354"/>
              <a:gd name="connsiteY578" fmla="*/ 203834 h 1972800"/>
              <a:gd name="connsiteX579" fmla="*/ 6073294 w 11362354"/>
              <a:gd name="connsiteY579" fmla="*/ 240739 h 1972800"/>
              <a:gd name="connsiteX580" fmla="*/ 5574793 w 11362354"/>
              <a:gd name="connsiteY580" fmla="*/ 240739 h 1972800"/>
              <a:gd name="connsiteX581" fmla="*/ 4792811 w 11362354"/>
              <a:gd name="connsiteY581" fmla="*/ 203834 h 1972800"/>
              <a:gd name="connsiteX582" fmla="*/ 5291307 w 11362354"/>
              <a:gd name="connsiteY582" fmla="*/ 203834 h 1972800"/>
              <a:gd name="connsiteX583" fmla="*/ 5291307 w 11362354"/>
              <a:gd name="connsiteY583" fmla="*/ 240739 h 1972800"/>
              <a:gd name="connsiteX584" fmla="*/ 4792811 w 11362354"/>
              <a:gd name="connsiteY584" fmla="*/ 240739 h 1972800"/>
              <a:gd name="connsiteX585" fmla="*/ 2285298 w 11362354"/>
              <a:gd name="connsiteY585" fmla="*/ 203834 h 1972800"/>
              <a:gd name="connsiteX586" fmla="*/ 3183254 w 11362354"/>
              <a:gd name="connsiteY586" fmla="*/ 203834 h 1972800"/>
              <a:gd name="connsiteX587" fmla="*/ 3183254 w 11362354"/>
              <a:gd name="connsiteY587" fmla="*/ 240739 h 1972800"/>
              <a:gd name="connsiteX588" fmla="*/ 2285298 w 11362354"/>
              <a:gd name="connsiteY588" fmla="*/ 240739 h 1972800"/>
              <a:gd name="connsiteX589" fmla="*/ 985097 w 11362354"/>
              <a:gd name="connsiteY589" fmla="*/ 203834 h 1972800"/>
              <a:gd name="connsiteX590" fmla="*/ 2069184 w 11362354"/>
              <a:gd name="connsiteY590" fmla="*/ 203834 h 1972800"/>
              <a:gd name="connsiteX591" fmla="*/ 2093941 w 11362354"/>
              <a:gd name="connsiteY591" fmla="*/ 240739 h 1972800"/>
              <a:gd name="connsiteX592" fmla="*/ 985097 w 11362354"/>
              <a:gd name="connsiteY592" fmla="*/ 240739 h 1972800"/>
              <a:gd name="connsiteX593" fmla="*/ 0 w 11362354"/>
              <a:gd name="connsiteY593" fmla="*/ 203834 h 1972800"/>
              <a:gd name="connsiteX594" fmla="*/ 877145 w 11362354"/>
              <a:gd name="connsiteY594" fmla="*/ 203834 h 1972800"/>
              <a:gd name="connsiteX595" fmla="*/ 877145 w 11362354"/>
              <a:gd name="connsiteY595" fmla="*/ 240739 h 1972800"/>
              <a:gd name="connsiteX596" fmla="*/ 0 w 11362354"/>
              <a:gd name="connsiteY596" fmla="*/ 240739 h 1972800"/>
              <a:gd name="connsiteX597" fmla="*/ 3491565 w 11362354"/>
              <a:gd name="connsiteY597" fmla="*/ 203833 h 1972800"/>
              <a:gd name="connsiteX598" fmla="*/ 4473824 w 11362354"/>
              <a:gd name="connsiteY598" fmla="*/ 203833 h 1972800"/>
              <a:gd name="connsiteX599" fmla="*/ 4499119 w 11362354"/>
              <a:gd name="connsiteY599" fmla="*/ 240738 h 1972800"/>
              <a:gd name="connsiteX600" fmla="*/ 3466269 w 11362354"/>
              <a:gd name="connsiteY600" fmla="*/ 240738 h 1972800"/>
              <a:gd name="connsiteX601" fmla="*/ 3491565 w 11362354"/>
              <a:gd name="connsiteY601" fmla="*/ 203833 h 1972800"/>
              <a:gd name="connsiteX602" fmla="*/ 10550205 w 11362354"/>
              <a:gd name="connsiteY602" fmla="*/ 96959 h 1972800"/>
              <a:gd name="connsiteX603" fmla="*/ 10671926 w 11362354"/>
              <a:gd name="connsiteY603" fmla="*/ 96959 h 1972800"/>
              <a:gd name="connsiteX604" fmla="*/ 11306110 w 11362354"/>
              <a:gd name="connsiteY604" fmla="*/ 96959 h 1972800"/>
              <a:gd name="connsiteX605" fmla="*/ 11306110 w 11362354"/>
              <a:gd name="connsiteY605" fmla="*/ 121993 h 1972800"/>
              <a:gd name="connsiteX606" fmla="*/ 10671926 w 11362354"/>
              <a:gd name="connsiteY606" fmla="*/ 121993 h 1972800"/>
              <a:gd name="connsiteX607" fmla="*/ 10531544 w 11362354"/>
              <a:gd name="connsiteY607" fmla="*/ 121993 h 1972800"/>
              <a:gd name="connsiteX608" fmla="*/ 9781432 w 11362354"/>
              <a:gd name="connsiteY608" fmla="*/ 96753 h 1972800"/>
              <a:gd name="connsiteX609" fmla="*/ 10286039 w 11362354"/>
              <a:gd name="connsiteY609" fmla="*/ 96753 h 1972800"/>
              <a:gd name="connsiteX610" fmla="*/ 10286039 w 11362354"/>
              <a:gd name="connsiteY610" fmla="*/ 121735 h 1972800"/>
              <a:gd name="connsiteX611" fmla="*/ 9781432 w 11362354"/>
              <a:gd name="connsiteY611" fmla="*/ 121735 h 1972800"/>
              <a:gd name="connsiteX612" fmla="*/ 8612890 w 11362354"/>
              <a:gd name="connsiteY612" fmla="*/ 96753 h 1972800"/>
              <a:gd name="connsiteX613" fmla="*/ 9668568 w 11362354"/>
              <a:gd name="connsiteY613" fmla="*/ 96753 h 1972800"/>
              <a:gd name="connsiteX614" fmla="*/ 9668568 w 11362354"/>
              <a:gd name="connsiteY614" fmla="*/ 121735 h 1972800"/>
              <a:gd name="connsiteX615" fmla="*/ 8612890 w 11362354"/>
              <a:gd name="connsiteY615" fmla="*/ 121735 h 1972800"/>
              <a:gd name="connsiteX616" fmla="*/ 8042875 w 11362354"/>
              <a:gd name="connsiteY616" fmla="*/ 96753 h 1972800"/>
              <a:gd name="connsiteX617" fmla="*/ 8501703 w 11362354"/>
              <a:gd name="connsiteY617" fmla="*/ 96753 h 1972800"/>
              <a:gd name="connsiteX618" fmla="*/ 8501703 w 11362354"/>
              <a:gd name="connsiteY618" fmla="*/ 121735 h 1972800"/>
              <a:gd name="connsiteX619" fmla="*/ 8042875 w 11362354"/>
              <a:gd name="connsiteY619" fmla="*/ 121735 h 1972800"/>
              <a:gd name="connsiteX620" fmla="*/ 7193139 w 11362354"/>
              <a:gd name="connsiteY620" fmla="*/ 96753 h 1972800"/>
              <a:gd name="connsiteX621" fmla="*/ 7712749 w 11362354"/>
              <a:gd name="connsiteY621" fmla="*/ 96753 h 1972800"/>
              <a:gd name="connsiteX622" fmla="*/ 7724312 w 11362354"/>
              <a:gd name="connsiteY622" fmla="*/ 121735 h 1972800"/>
              <a:gd name="connsiteX623" fmla="*/ 7193139 w 11362354"/>
              <a:gd name="connsiteY623" fmla="*/ 121735 h 1972800"/>
              <a:gd name="connsiteX624" fmla="*/ 6188669 w 11362354"/>
              <a:gd name="connsiteY624" fmla="*/ 96753 h 1972800"/>
              <a:gd name="connsiteX625" fmla="*/ 7080275 w 11362354"/>
              <a:gd name="connsiteY625" fmla="*/ 96753 h 1972800"/>
              <a:gd name="connsiteX626" fmla="*/ 7080275 w 11362354"/>
              <a:gd name="connsiteY626" fmla="*/ 121735 h 1972800"/>
              <a:gd name="connsiteX627" fmla="*/ 6188669 w 11362354"/>
              <a:gd name="connsiteY627" fmla="*/ 121735 h 1972800"/>
              <a:gd name="connsiteX628" fmla="*/ 5574793 w 11362354"/>
              <a:gd name="connsiteY628" fmla="*/ 96753 h 1972800"/>
              <a:gd name="connsiteX629" fmla="*/ 6073294 w 11362354"/>
              <a:gd name="connsiteY629" fmla="*/ 96753 h 1972800"/>
              <a:gd name="connsiteX630" fmla="*/ 6073294 w 11362354"/>
              <a:gd name="connsiteY630" fmla="*/ 121735 h 1972800"/>
              <a:gd name="connsiteX631" fmla="*/ 5574793 w 11362354"/>
              <a:gd name="connsiteY631" fmla="*/ 121735 h 1972800"/>
              <a:gd name="connsiteX632" fmla="*/ 4792811 w 11362354"/>
              <a:gd name="connsiteY632" fmla="*/ 96753 h 1972800"/>
              <a:gd name="connsiteX633" fmla="*/ 5291307 w 11362354"/>
              <a:gd name="connsiteY633" fmla="*/ 96753 h 1972800"/>
              <a:gd name="connsiteX634" fmla="*/ 5291307 w 11362354"/>
              <a:gd name="connsiteY634" fmla="*/ 121735 h 1972800"/>
              <a:gd name="connsiteX635" fmla="*/ 4792811 w 11362354"/>
              <a:gd name="connsiteY635" fmla="*/ 121735 h 1972800"/>
              <a:gd name="connsiteX636" fmla="*/ 2285298 w 11362354"/>
              <a:gd name="connsiteY636" fmla="*/ 96753 h 1972800"/>
              <a:gd name="connsiteX637" fmla="*/ 3183254 w 11362354"/>
              <a:gd name="connsiteY637" fmla="*/ 96753 h 1972800"/>
              <a:gd name="connsiteX638" fmla="*/ 3183254 w 11362354"/>
              <a:gd name="connsiteY638" fmla="*/ 121735 h 1972800"/>
              <a:gd name="connsiteX639" fmla="*/ 2285298 w 11362354"/>
              <a:gd name="connsiteY639" fmla="*/ 121735 h 1972800"/>
              <a:gd name="connsiteX640" fmla="*/ 985097 w 11362354"/>
              <a:gd name="connsiteY640" fmla="*/ 96753 h 1972800"/>
              <a:gd name="connsiteX641" fmla="*/ 1978552 w 11362354"/>
              <a:gd name="connsiteY641" fmla="*/ 96753 h 1972800"/>
              <a:gd name="connsiteX642" fmla="*/ 2002599 w 11362354"/>
              <a:gd name="connsiteY642" fmla="*/ 121735 h 1972800"/>
              <a:gd name="connsiteX643" fmla="*/ 985097 w 11362354"/>
              <a:gd name="connsiteY643" fmla="*/ 121735 h 1972800"/>
              <a:gd name="connsiteX644" fmla="*/ 0 w 11362354"/>
              <a:gd name="connsiteY644" fmla="*/ 96753 h 1972800"/>
              <a:gd name="connsiteX645" fmla="*/ 877145 w 11362354"/>
              <a:gd name="connsiteY645" fmla="*/ 96753 h 1972800"/>
              <a:gd name="connsiteX646" fmla="*/ 877145 w 11362354"/>
              <a:gd name="connsiteY646" fmla="*/ 121735 h 1972800"/>
              <a:gd name="connsiteX647" fmla="*/ 0 w 11362354"/>
              <a:gd name="connsiteY647" fmla="*/ 121735 h 1972800"/>
              <a:gd name="connsiteX648" fmla="*/ 3581580 w 11362354"/>
              <a:gd name="connsiteY648" fmla="*/ 96752 h 1972800"/>
              <a:gd name="connsiteX649" fmla="*/ 4383809 w 11362354"/>
              <a:gd name="connsiteY649" fmla="*/ 96752 h 1972800"/>
              <a:gd name="connsiteX650" fmla="*/ 4407456 w 11362354"/>
              <a:gd name="connsiteY650" fmla="*/ 121734 h 1972800"/>
              <a:gd name="connsiteX651" fmla="*/ 3557933 w 11362354"/>
              <a:gd name="connsiteY651" fmla="*/ 121734 h 1972800"/>
              <a:gd name="connsiteX652" fmla="*/ 3581580 w 11362354"/>
              <a:gd name="connsiteY652" fmla="*/ 96752 h 1972800"/>
              <a:gd name="connsiteX653" fmla="*/ 10683999 w 11362354"/>
              <a:gd name="connsiteY653" fmla="*/ 1 h 1972800"/>
              <a:gd name="connsiteX654" fmla="*/ 10743787 w 11362354"/>
              <a:gd name="connsiteY654" fmla="*/ 1 h 1972800"/>
              <a:gd name="connsiteX655" fmla="*/ 10800434 w 11362354"/>
              <a:gd name="connsiteY655" fmla="*/ 2849 h 1972800"/>
              <a:gd name="connsiteX656" fmla="*/ 10800434 w 11362354"/>
              <a:gd name="connsiteY656" fmla="*/ 1 h 1972800"/>
              <a:gd name="connsiteX657" fmla="*/ 11306110 w 11362354"/>
              <a:gd name="connsiteY657" fmla="*/ 1 h 1972800"/>
              <a:gd name="connsiteX658" fmla="*/ 11306110 w 11362354"/>
              <a:gd name="connsiteY658" fmla="*/ 14690 h 1972800"/>
              <a:gd name="connsiteX659" fmla="*/ 10671926 w 11362354"/>
              <a:gd name="connsiteY659" fmla="*/ 14690 h 1972800"/>
              <a:gd name="connsiteX660" fmla="*/ 10634292 w 11362354"/>
              <a:gd name="connsiteY660" fmla="*/ 14690 h 1972800"/>
              <a:gd name="connsiteX661" fmla="*/ 10646512 w 11362354"/>
              <a:gd name="connsiteY661" fmla="*/ 4251 h 1972800"/>
              <a:gd name="connsiteX662" fmla="*/ 10646512 w 11362354"/>
              <a:gd name="connsiteY662" fmla="*/ 2687 h 1972800"/>
              <a:gd name="connsiteX663" fmla="*/ 10671926 w 11362354"/>
              <a:gd name="connsiteY663" fmla="*/ 1221 h 1972800"/>
              <a:gd name="connsiteX664" fmla="*/ 10671926 w 11362354"/>
              <a:gd name="connsiteY664" fmla="*/ 697 h 1972800"/>
              <a:gd name="connsiteX665" fmla="*/ 9781432 w 11362354"/>
              <a:gd name="connsiteY665" fmla="*/ 1 h 1972800"/>
              <a:gd name="connsiteX666" fmla="*/ 10286039 w 11362354"/>
              <a:gd name="connsiteY666" fmla="*/ 1 h 1972800"/>
              <a:gd name="connsiteX667" fmla="*/ 10286039 w 11362354"/>
              <a:gd name="connsiteY667" fmla="*/ 14659 h 1972800"/>
              <a:gd name="connsiteX668" fmla="*/ 9781432 w 11362354"/>
              <a:gd name="connsiteY668" fmla="*/ 14659 h 1972800"/>
              <a:gd name="connsiteX669" fmla="*/ 8612890 w 11362354"/>
              <a:gd name="connsiteY669" fmla="*/ 1 h 1972800"/>
              <a:gd name="connsiteX670" fmla="*/ 9668568 w 11362354"/>
              <a:gd name="connsiteY670" fmla="*/ 1 h 1972800"/>
              <a:gd name="connsiteX671" fmla="*/ 9668568 w 11362354"/>
              <a:gd name="connsiteY671" fmla="*/ 14659 h 1972800"/>
              <a:gd name="connsiteX672" fmla="*/ 8612890 w 11362354"/>
              <a:gd name="connsiteY672" fmla="*/ 14659 h 1972800"/>
              <a:gd name="connsiteX673" fmla="*/ 8042875 w 11362354"/>
              <a:gd name="connsiteY673" fmla="*/ 1 h 1972800"/>
              <a:gd name="connsiteX674" fmla="*/ 8501703 w 11362354"/>
              <a:gd name="connsiteY674" fmla="*/ 1 h 1972800"/>
              <a:gd name="connsiteX675" fmla="*/ 8501703 w 11362354"/>
              <a:gd name="connsiteY675" fmla="*/ 14659 h 1972800"/>
              <a:gd name="connsiteX676" fmla="*/ 8042875 w 11362354"/>
              <a:gd name="connsiteY676" fmla="*/ 14659 h 1972800"/>
              <a:gd name="connsiteX677" fmla="*/ 7193139 w 11362354"/>
              <a:gd name="connsiteY677" fmla="*/ 1 h 1972800"/>
              <a:gd name="connsiteX678" fmla="*/ 7667970 w 11362354"/>
              <a:gd name="connsiteY678" fmla="*/ 1 h 1972800"/>
              <a:gd name="connsiteX679" fmla="*/ 7674758 w 11362354"/>
              <a:gd name="connsiteY679" fmla="*/ 14659 h 1972800"/>
              <a:gd name="connsiteX680" fmla="*/ 7193139 w 11362354"/>
              <a:gd name="connsiteY680" fmla="*/ 14659 h 1972800"/>
              <a:gd name="connsiteX681" fmla="*/ 6188669 w 11362354"/>
              <a:gd name="connsiteY681" fmla="*/ 1 h 1972800"/>
              <a:gd name="connsiteX682" fmla="*/ 7080275 w 11362354"/>
              <a:gd name="connsiteY682" fmla="*/ 1 h 1972800"/>
              <a:gd name="connsiteX683" fmla="*/ 7080275 w 11362354"/>
              <a:gd name="connsiteY683" fmla="*/ 14659 h 1972800"/>
              <a:gd name="connsiteX684" fmla="*/ 6188669 w 11362354"/>
              <a:gd name="connsiteY684" fmla="*/ 14659 h 1972800"/>
              <a:gd name="connsiteX685" fmla="*/ 5574793 w 11362354"/>
              <a:gd name="connsiteY685" fmla="*/ 1 h 1972800"/>
              <a:gd name="connsiteX686" fmla="*/ 6073294 w 11362354"/>
              <a:gd name="connsiteY686" fmla="*/ 1 h 1972800"/>
              <a:gd name="connsiteX687" fmla="*/ 6073294 w 11362354"/>
              <a:gd name="connsiteY687" fmla="*/ 14659 h 1972800"/>
              <a:gd name="connsiteX688" fmla="*/ 5574793 w 11362354"/>
              <a:gd name="connsiteY688" fmla="*/ 14659 h 1972800"/>
              <a:gd name="connsiteX689" fmla="*/ 4792811 w 11362354"/>
              <a:gd name="connsiteY689" fmla="*/ 1 h 1972800"/>
              <a:gd name="connsiteX690" fmla="*/ 5291307 w 11362354"/>
              <a:gd name="connsiteY690" fmla="*/ 1 h 1972800"/>
              <a:gd name="connsiteX691" fmla="*/ 5291307 w 11362354"/>
              <a:gd name="connsiteY691" fmla="*/ 14659 h 1972800"/>
              <a:gd name="connsiteX692" fmla="*/ 4792811 w 11362354"/>
              <a:gd name="connsiteY692" fmla="*/ 14659 h 1972800"/>
              <a:gd name="connsiteX693" fmla="*/ 2285298 w 11362354"/>
              <a:gd name="connsiteY693" fmla="*/ 1 h 1972800"/>
              <a:gd name="connsiteX694" fmla="*/ 3183254 w 11362354"/>
              <a:gd name="connsiteY694" fmla="*/ 1 h 1972800"/>
              <a:gd name="connsiteX695" fmla="*/ 3183254 w 11362354"/>
              <a:gd name="connsiteY695" fmla="*/ 14659 h 1972800"/>
              <a:gd name="connsiteX696" fmla="*/ 2285298 w 11362354"/>
              <a:gd name="connsiteY696" fmla="*/ 14659 h 1972800"/>
              <a:gd name="connsiteX697" fmla="*/ 985097 w 11362354"/>
              <a:gd name="connsiteY697" fmla="*/ 1 h 1972800"/>
              <a:gd name="connsiteX698" fmla="*/ 1846470 w 11362354"/>
              <a:gd name="connsiteY698" fmla="*/ 1 h 1972800"/>
              <a:gd name="connsiteX699" fmla="*/ 1869376 w 11362354"/>
              <a:gd name="connsiteY699" fmla="*/ 14659 h 1972800"/>
              <a:gd name="connsiteX700" fmla="*/ 985097 w 11362354"/>
              <a:gd name="connsiteY700" fmla="*/ 14659 h 1972800"/>
              <a:gd name="connsiteX701" fmla="*/ 0 w 11362354"/>
              <a:gd name="connsiteY701" fmla="*/ 1 h 1972800"/>
              <a:gd name="connsiteX702" fmla="*/ 877145 w 11362354"/>
              <a:gd name="connsiteY702" fmla="*/ 1 h 1972800"/>
              <a:gd name="connsiteX703" fmla="*/ 877145 w 11362354"/>
              <a:gd name="connsiteY703" fmla="*/ 14659 h 1972800"/>
              <a:gd name="connsiteX704" fmla="*/ 0 w 11362354"/>
              <a:gd name="connsiteY704" fmla="*/ 14659 h 1972800"/>
              <a:gd name="connsiteX705" fmla="*/ 3702830 w 11362354"/>
              <a:gd name="connsiteY705" fmla="*/ 0 h 1972800"/>
              <a:gd name="connsiteX706" fmla="*/ 4262563 w 11362354"/>
              <a:gd name="connsiteY706" fmla="*/ 0 h 1972800"/>
              <a:gd name="connsiteX707" fmla="*/ 4284257 w 11362354"/>
              <a:gd name="connsiteY707" fmla="*/ 14658 h 1972800"/>
              <a:gd name="connsiteX708" fmla="*/ 3681132 w 11362354"/>
              <a:gd name="connsiteY708" fmla="*/ 14658 h 1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</a:cxnLst>
            <a:rect l="l" t="t" r="r" b="b"/>
            <a:pathLst>
              <a:path w="11362354" h="1972800">
                <a:moveTo>
                  <a:pt x="4196821" y="1846406"/>
                </a:moveTo>
                <a:lnTo>
                  <a:pt x="4515841" y="1846406"/>
                </a:lnTo>
                <a:lnTo>
                  <a:pt x="4302401" y="1972800"/>
                </a:lnTo>
                <a:lnTo>
                  <a:pt x="4276590" y="1972800"/>
                </a:lnTo>
                <a:close/>
                <a:moveTo>
                  <a:pt x="10408772" y="1547682"/>
                </a:moveTo>
                <a:lnTo>
                  <a:pt x="11236685" y="1547682"/>
                </a:lnTo>
                <a:cubicBezTo>
                  <a:pt x="11178355" y="1621090"/>
                  <a:pt x="11101638" y="1688425"/>
                  <a:pt x="11013744" y="1726479"/>
                </a:cubicBezTo>
                <a:cubicBezTo>
                  <a:pt x="10916839" y="1760403"/>
                  <a:pt x="10802883" y="1780105"/>
                  <a:pt x="10702056" y="1776200"/>
                </a:cubicBezTo>
                <a:cubicBezTo>
                  <a:pt x="10601227" y="1772294"/>
                  <a:pt x="10494409" y="1740125"/>
                  <a:pt x="10408772" y="1703049"/>
                </a:cubicBezTo>
                <a:close/>
                <a:moveTo>
                  <a:pt x="9781432" y="1544408"/>
                </a:moveTo>
                <a:lnTo>
                  <a:pt x="10286039" y="1544408"/>
                </a:lnTo>
                <a:lnTo>
                  <a:pt x="10286039" y="1763438"/>
                </a:lnTo>
                <a:lnTo>
                  <a:pt x="9781432" y="1763438"/>
                </a:lnTo>
                <a:close/>
                <a:moveTo>
                  <a:pt x="8877431" y="1544408"/>
                </a:moveTo>
                <a:lnTo>
                  <a:pt x="9382033" y="1544408"/>
                </a:lnTo>
                <a:lnTo>
                  <a:pt x="9382033" y="1763438"/>
                </a:lnTo>
                <a:lnTo>
                  <a:pt x="8877431" y="1763438"/>
                </a:lnTo>
                <a:close/>
                <a:moveTo>
                  <a:pt x="7955283" y="1544408"/>
                </a:moveTo>
                <a:lnTo>
                  <a:pt x="8501703" y="1544408"/>
                </a:lnTo>
                <a:lnTo>
                  <a:pt x="8501703" y="1763438"/>
                </a:lnTo>
                <a:lnTo>
                  <a:pt x="8046371" y="1763438"/>
                </a:lnTo>
                <a:close/>
                <a:moveTo>
                  <a:pt x="7193139" y="1544408"/>
                </a:moveTo>
                <a:lnTo>
                  <a:pt x="7648159" y="1544408"/>
                </a:lnTo>
                <a:lnTo>
                  <a:pt x="7648159" y="1763438"/>
                </a:lnTo>
                <a:lnTo>
                  <a:pt x="7193139" y="1763438"/>
                </a:lnTo>
                <a:close/>
                <a:moveTo>
                  <a:pt x="6188669" y="1544408"/>
                </a:moveTo>
                <a:lnTo>
                  <a:pt x="7080275" y="1544408"/>
                </a:lnTo>
                <a:lnTo>
                  <a:pt x="7080275" y="1763438"/>
                </a:lnTo>
                <a:lnTo>
                  <a:pt x="6188669" y="1763438"/>
                </a:lnTo>
                <a:close/>
                <a:moveTo>
                  <a:pt x="4886266" y="1544408"/>
                </a:moveTo>
                <a:lnTo>
                  <a:pt x="5979839" y="1544408"/>
                </a:lnTo>
                <a:cubicBezTo>
                  <a:pt x="5886803" y="1676927"/>
                  <a:pt x="5732198" y="1763438"/>
                  <a:pt x="5557257" y="1763438"/>
                </a:cubicBezTo>
                <a:lnTo>
                  <a:pt x="5308843" y="1763438"/>
                </a:lnTo>
                <a:cubicBezTo>
                  <a:pt x="5133911" y="1763438"/>
                  <a:pt x="4979301" y="1676927"/>
                  <a:pt x="4886266" y="1544408"/>
                </a:cubicBezTo>
                <a:close/>
                <a:moveTo>
                  <a:pt x="2285298" y="1544408"/>
                </a:moveTo>
                <a:lnTo>
                  <a:pt x="3183254" y="1544408"/>
                </a:lnTo>
                <a:lnTo>
                  <a:pt x="3183254" y="1763438"/>
                </a:lnTo>
                <a:lnTo>
                  <a:pt x="2285298" y="1763438"/>
                </a:lnTo>
                <a:close/>
                <a:moveTo>
                  <a:pt x="1699767" y="1544408"/>
                </a:moveTo>
                <a:lnTo>
                  <a:pt x="2161050" y="1544408"/>
                </a:lnTo>
                <a:lnTo>
                  <a:pt x="2265828" y="1763438"/>
                </a:lnTo>
                <a:lnTo>
                  <a:pt x="1796468" y="1763438"/>
                </a:lnTo>
                <a:close/>
                <a:moveTo>
                  <a:pt x="985097" y="1544408"/>
                </a:moveTo>
                <a:lnTo>
                  <a:pt x="1468672" y="1544408"/>
                </a:lnTo>
                <a:lnTo>
                  <a:pt x="1468672" y="1763438"/>
                </a:lnTo>
                <a:lnTo>
                  <a:pt x="985097" y="1763438"/>
                </a:lnTo>
                <a:close/>
                <a:moveTo>
                  <a:pt x="0" y="1544408"/>
                </a:moveTo>
                <a:lnTo>
                  <a:pt x="506025" y="1544408"/>
                </a:lnTo>
                <a:lnTo>
                  <a:pt x="506025" y="1763438"/>
                </a:lnTo>
                <a:lnTo>
                  <a:pt x="498505" y="1763438"/>
                </a:lnTo>
                <a:lnTo>
                  <a:pt x="7520" y="1763438"/>
                </a:lnTo>
                <a:lnTo>
                  <a:pt x="0" y="1763438"/>
                </a:lnTo>
                <a:close/>
                <a:moveTo>
                  <a:pt x="3478763" y="1544407"/>
                </a:moveTo>
                <a:lnTo>
                  <a:pt x="4486152" y="1544407"/>
                </a:lnTo>
                <a:cubicBezTo>
                  <a:pt x="4484148" y="1548197"/>
                  <a:pt x="4481735" y="1551706"/>
                  <a:pt x="4479313" y="1555187"/>
                </a:cubicBezTo>
                <a:lnTo>
                  <a:pt x="4654042" y="1763437"/>
                </a:lnTo>
                <a:lnTo>
                  <a:pt x="3697470" y="1763437"/>
                </a:lnTo>
                <a:cubicBezTo>
                  <a:pt x="3614316" y="1711031"/>
                  <a:pt x="3539996" y="1636273"/>
                  <a:pt x="3478763" y="1544407"/>
                </a:cubicBezTo>
                <a:close/>
                <a:moveTo>
                  <a:pt x="10408772" y="1290902"/>
                </a:moveTo>
                <a:lnTo>
                  <a:pt x="10568570" y="1290902"/>
                </a:lnTo>
                <a:cubicBezTo>
                  <a:pt x="10577470" y="1298557"/>
                  <a:pt x="10581828" y="1306214"/>
                  <a:pt x="10590729" y="1313870"/>
                </a:cubicBezTo>
                <a:cubicBezTo>
                  <a:pt x="10620545" y="1348521"/>
                  <a:pt x="10677153" y="1369391"/>
                  <a:pt x="10721250" y="1365562"/>
                </a:cubicBezTo>
                <a:cubicBezTo>
                  <a:pt x="10765348" y="1361734"/>
                  <a:pt x="10826744" y="1338516"/>
                  <a:pt x="10855315" y="1290902"/>
                </a:cubicBezTo>
                <a:lnTo>
                  <a:pt x="11214890" y="1290902"/>
                </a:lnTo>
                <a:lnTo>
                  <a:pt x="11346112" y="1290902"/>
                </a:lnTo>
                <a:cubicBezTo>
                  <a:pt x="11334622" y="1353431"/>
                  <a:pt x="11312604" y="1412394"/>
                  <a:pt x="11280882" y="1465414"/>
                </a:cubicBezTo>
                <a:lnTo>
                  <a:pt x="11214890" y="1465414"/>
                </a:lnTo>
                <a:lnTo>
                  <a:pt x="10408772" y="1465414"/>
                </a:lnTo>
                <a:close/>
                <a:moveTo>
                  <a:pt x="3354588" y="1288169"/>
                </a:moveTo>
                <a:lnTo>
                  <a:pt x="3891084" y="1288169"/>
                </a:lnTo>
                <a:cubicBezTo>
                  <a:pt x="3918715" y="1317171"/>
                  <a:pt x="3949853" y="1333215"/>
                  <a:pt x="3982693" y="1333215"/>
                </a:cubicBezTo>
                <a:cubicBezTo>
                  <a:pt x="4015535" y="1333215"/>
                  <a:pt x="4046674" y="1317171"/>
                  <a:pt x="4074304" y="1288169"/>
                </a:cubicBezTo>
                <a:lnTo>
                  <a:pt x="4610046" y="1288169"/>
                </a:lnTo>
                <a:cubicBezTo>
                  <a:pt x="4590290" y="1350350"/>
                  <a:pt x="4565183" y="1408715"/>
                  <a:pt x="4535426" y="1462313"/>
                </a:cubicBezTo>
                <a:lnTo>
                  <a:pt x="3429061" y="1462313"/>
                </a:lnTo>
                <a:cubicBezTo>
                  <a:pt x="3399902" y="1408452"/>
                  <a:pt x="3374896" y="1350106"/>
                  <a:pt x="3354588" y="1288169"/>
                </a:cubicBezTo>
                <a:close/>
                <a:moveTo>
                  <a:pt x="9781432" y="1288165"/>
                </a:moveTo>
                <a:lnTo>
                  <a:pt x="10286039" y="1288165"/>
                </a:lnTo>
                <a:lnTo>
                  <a:pt x="10286039" y="1462314"/>
                </a:lnTo>
                <a:lnTo>
                  <a:pt x="9781432" y="1462314"/>
                </a:lnTo>
                <a:close/>
                <a:moveTo>
                  <a:pt x="8877431" y="1288165"/>
                </a:moveTo>
                <a:lnTo>
                  <a:pt x="9382033" y="1288165"/>
                </a:lnTo>
                <a:lnTo>
                  <a:pt x="9382033" y="1462314"/>
                </a:lnTo>
                <a:lnTo>
                  <a:pt x="8877431" y="1462314"/>
                </a:lnTo>
                <a:close/>
                <a:moveTo>
                  <a:pt x="7848731" y="1288165"/>
                </a:moveTo>
                <a:lnTo>
                  <a:pt x="8501703" y="1288165"/>
                </a:lnTo>
                <a:lnTo>
                  <a:pt x="8501703" y="1462314"/>
                </a:lnTo>
                <a:lnTo>
                  <a:pt x="7921150" y="1462314"/>
                </a:lnTo>
                <a:close/>
                <a:moveTo>
                  <a:pt x="7193139" y="1288165"/>
                </a:moveTo>
                <a:lnTo>
                  <a:pt x="7648159" y="1288165"/>
                </a:lnTo>
                <a:lnTo>
                  <a:pt x="7648159" y="1462314"/>
                </a:lnTo>
                <a:lnTo>
                  <a:pt x="7193139" y="1462314"/>
                </a:lnTo>
                <a:close/>
                <a:moveTo>
                  <a:pt x="6188669" y="1288165"/>
                </a:moveTo>
                <a:lnTo>
                  <a:pt x="6674501" y="1288165"/>
                </a:lnTo>
                <a:lnTo>
                  <a:pt x="6674501" y="1351991"/>
                </a:lnTo>
                <a:lnTo>
                  <a:pt x="7080275" y="1351991"/>
                </a:lnTo>
                <a:lnTo>
                  <a:pt x="7080275" y="1462314"/>
                </a:lnTo>
                <a:lnTo>
                  <a:pt x="6188669" y="1462314"/>
                </a:lnTo>
                <a:close/>
                <a:moveTo>
                  <a:pt x="4794722" y="1288165"/>
                </a:moveTo>
                <a:lnTo>
                  <a:pt x="5308313" y="1288165"/>
                </a:lnTo>
                <a:cubicBezTo>
                  <a:pt x="5331518" y="1333078"/>
                  <a:pt x="5378715" y="1363467"/>
                  <a:pt x="5433050" y="1363467"/>
                </a:cubicBezTo>
                <a:cubicBezTo>
                  <a:pt x="5487389" y="1363467"/>
                  <a:pt x="5534582" y="1333078"/>
                  <a:pt x="5557791" y="1288165"/>
                </a:cubicBezTo>
                <a:lnTo>
                  <a:pt x="6071387" y="1288165"/>
                </a:lnTo>
                <a:cubicBezTo>
                  <a:pt x="6067418" y="1349988"/>
                  <a:pt x="6051903" y="1408730"/>
                  <a:pt x="6026879" y="1462314"/>
                </a:cubicBezTo>
                <a:lnTo>
                  <a:pt x="4839225" y="1462314"/>
                </a:lnTo>
                <a:cubicBezTo>
                  <a:pt x="4814201" y="1408730"/>
                  <a:pt x="4798682" y="1349988"/>
                  <a:pt x="4794722" y="1288165"/>
                </a:cubicBezTo>
                <a:close/>
                <a:moveTo>
                  <a:pt x="2285298" y="1288165"/>
                </a:moveTo>
                <a:lnTo>
                  <a:pt x="2771132" y="1288165"/>
                </a:lnTo>
                <a:lnTo>
                  <a:pt x="2771132" y="1351991"/>
                </a:lnTo>
                <a:lnTo>
                  <a:pt x="3183254" y="1351991"/>
                </a:lnTo>
                <a:lnTo>
                  <a:pt x="3183254" y="1462314"/>
                </a:lnTo>
                <a:lnTo>
                  <a:pt x="2285298" y="1462314"/>
                </a:lnTo>
                <a:close/>
                <a:moveTo>
                  <a:pt x="1586644" y="1288165"/>
                </a:moveTo>
                <a:lnTo>
                  <a:pt x="2038472" y="1288165"/>
                </a:lnTo>
                <a:lnTo>
                  <a:pt x="2121783" y="1462314"/>
                </a:lnTo>
                <a:lnTo>
                  <a:pt x="1663530" y="1462314"/>
                </a:lnTo>
                <a:close/>
                <a:moveTo>
                  <a:pt x="985097" y="1288165"/>
                </a:moveTo>
                <a:lnTo>
                  <a:pt x="1468672" y="1288165"/>
                </a:lnTo>
                <a:lnTo>
                  <a:pt x="1468672" y="1462314"/>
                </a:lnTo>
                <a:lnTo>
                  <a:pt x="985097" y="1462314"/>
                </a:lnTo>
                <a:close/>
                <a:moveTo>
                  <a:pt x="0" y="1288165"/>
                </a:moveTo>
                <a:lnTo>
                  <a:pt x="506025" y="1288165"/>
                </a:lnTo>
                <a:lnTo>
                  <a:pt x="506025" y="1462314"/>
                </a:lnTo>
                <a:lnTo>
                  <a:pt x="0" y="1462314"/>
                </a:lnTo>
                <a:close/>
                <a:moveTo>
                  <a:pt x="10408772" y="1157361"/>
                </a:moveTo>
                <a:lnTo>
                  <a:pt x="10468381" y="1208632"/>
                </a:lnTo>
                <a:lnTo>
                  <a:pt x="10408772" y="1208632"/>
                </a:lnTo>
                <a:close/>
                <a:moveTo>
                  <a:pt x="10816942" y="1078164"/>
                </a:moveTo>
                <a:lnTo>
                  <a:pt x="11358000" y="1078164"/>
                </a:lnTo>
                <a:cubicBezTo>
                  <a:pt x="11367192" y="1149515"/>
                  <a:pt x="11358946" y="1186888"/>
                  <a:pt x="11359134" y="1208632"/>
                </a:cubicBezTo>
                <a:lnTo>
                  <a:pt x="11359134" y="1208633"/>
                </a:lnTo>
                <a:lnTo>
                  <a:pt x="10871056" y="1208633"/>
                </a:lnTo>
                <a:cubicBezTo>
                  <a:pt x="10871350" y="1207645"/>
                  <a:pt x="10871355" y="1206649"/>
                  <a:pt x="10871355" y="1205652"/>
                </a:cubicBezTo>
                <a:cubicBezTo>
                  <a:pt x="10871355" y="1153657"/>
                  <a:pt x="10847076" y="1107297"/>
                  <a:pt x="10808382" y="1078165"/>
                </a:cubicBezTo>
                <a:lnTo>
                  <a:pt x="10816943" y="1078165"/>
                </a:lnTo>
                <a:close/>
                <a:moveTo>
                  <a:pt x="9781432" y="1075882"/>
                </a:moveTo>
                <a:lnTo>
                  <a:pt x="10286039" y="1075882"/>
                </a:lnTo>
                <a:lnTo>
                  <a:pt x="10286039" y="1206076"/>
                </a:lnTo>
                <a:lnTo>
                  <a:pt x="9781432" y="1206076"/>
                </a:lnTo>
                <a:close/>
                <a:moveTo>
                  <a:pt x="8877431" y="1075882"/>
                </a:moveTo>
                <a:lnTo>
                  <a:pt x="9382033" y="1075882"/>
                </a:lnTo>
                <a:lnTo>
                  <a:pt x="9382033" y="1206076"/>
                </a:lnTo>
                <a:lnTo>
                  <a:pt x="8877431" y="1206076"/>
                </a:lnTo>
                <a:close/>
                <a:moveTo>
                  <a:pt x="7760453" y="1075882"/>
                </a:moveTo>
                <a:lnTo>
                  <a:pt x="8501703" y="1075882"/>
                </a:lnTo>
                <a:lnTo>
                  <a:pt x="8501703" y="1206076"/>
                </a:lnTo>
                <a:lnTo>
                  <a:pt x="7814594" y="1206076"/>
                </a:lnTo>
                <a:close/>
                <a:moveTo>
                  <a:pt x="7193139" y="1075882"/>
                </a:moveTo>
                <a:lnTo>
                  <a:pt x="7648159" y="1075882"/>
                </a:lnTo>
                <a:lnTo>
                  <a:pt x="7648159" y="1206076"/>
                </a:lnTo>
                <a:lnTo>
                  <a:pt x="7193139" y="1206076"/>
                </a:lnTo>
                <a:close/>
                <a:moveTo>
                  <a:pt x="6188669" y="1075882"/>
                </a:moveTo>
                <a:lnTo>
                  <a:pt x="6674501" y="1075882"/>
                </a:lnTo>
                <a:lnTo>
                  <a:pt x="6674501" y="1206076"/>
                </a:lnTo>
                <a:lnTo>
                  <a:pt x="6188669" y="1206076"/>
                </a:lnTo>
                <a:close/>
                <a:moveTo>
                  <a:pt x="5574793" y="1075882"/>
                </a:moveTo>
                <a:lnTo>
                  <a:pt x="6073294" y="1075882"/>
                </a:lnTo>
                <a:lnTo>
                  <a:pt x="6073294" y="1206076"/>
                </a:lnTo>
                <a:lnTo>
                  <a:pt x="5574793" y="1206076"/>
                </a:lnTo>
                <a:close/>
                <a:moveTo>
                  <a:pt x="4792811" y="1075882"/>
                </a:moveTo>
                <a:lnTo>
                  <a:pt x="5291307" y="1075882"/>
                </a:lnTo>
                <a:lnTo>
                  <a:pt x="5291307" y="1206076"/>
                </a:lnTo>
                <a:lnTo>
                  <a:pt x="4792811" y="1206076"/>
                </a:lnTo>
                <a:close/>
                <a:moveTo>
                  <a:pt x="2285298" y="1075882"/>
                </a:moveTo>
                <a:lnTo>
                  <a:pt x="2771132" y="1075882"/>
                </a:lnTo>
                <a:lnTo>
                  <a:pt x="2771132" y="1206076"/>
                </a:lnTo>
                <a:lnTo>
                  <a:pt x="2285298" y="1206076"/>
                </a:lnTo>
                <a:close/>
                <a:moveTo>
                  <a:pt x="1492927" y="1075882"/>
                </a:moveTo>
                <a:lnTo>
                  <a:pt x="1945589" y="1075882"/>
                </a:lnTo>
                <a:cubicBezTo>
                  <a:pt x="1944041" y="1077590"/>
                  <a:pt x="1942273" y="1079022"/>
                  <a:pt x="1940491" y="1080455"/>
                </a:cubicBezTo>
                <a:lnTo>
                  <a:pt x="1939110" y="1080455"/>
                </a:lnTo>
                <a:lnTo>
                  <a:pt x="1939524" y="1081320"/>
                </a:lnTo>
                <a:cubicBezTo>
                  <a:pt x="1939165" y="1081707"/>
                  <a:pt x="1938755" y="1082034"/>
                  <a:pt x="1938345" y="1082361"/>
                </a:cubicBezTo>
                <a:lnTo>
                  <a:pt x="1940022" y="1082361"/>
                </a:lnTo>
                <a:lnTo>
                  <a:pt x="1999205" y="1206076"/>
                </a:lnTo>
                <a:lnTo>
                  <a:pt x="1550403" y="1206076"/>
                </a:lnTo>
                <a:close/>
                <a:moveTo>
                  <a:pt x="985097" y="1075882"/>
                </a:moveTo>
                <a:lnTo>
                  <a:pt x="1468672" y="1075882"/>
                </a:lnTo>
                <a:lnTo>
                  <a:pt x="1468672" y="1206076"/>
                </a:lnTo>
                <a:lnTo>
                  <a:pt x="985097" y="1206076"/>
                </a:lnTo>
                <a:close/>
                <a:moveTo>
                  <a:pt x="0" y="1075882"/>
                </a:moveTo>
                <a:lnTo>
                  <a:pt x="877145" y="1075882"/>
                </a:lnTo>
                <a:lnTo>
                  <a:pt x="877145" y="1098345"/>
                </a:lnTo>
                <a:lnTo>
                  <a:pt x="869625" y="1098345"/>
                </a:lnTo>
                <a:lnTo>
                  <a:pt x="506025" y="1098345"/>
                </a:lnTo>
                <a:lnTo>
                  <a:pt x="506025" y="1206076"/>
                </a:lnTo>
                <a:lnTo>
                  <a:pt x="0" y="1206076"/>
                </a:lnTo>
                <a:close/>
                <a:moveTo>
                  <a:pt x="4174413" y="1075881"/>
                </a:moveTo>
                <a:lnTo>
                  <a:pt x="4660572" y="1075881"/>
                </a:lnTo>
                <a:cubicBezTo>
                  <a:pt x="4654171" y="1120550"/>
                  <a:pt x="4645505" y="1164090"/>
                  <a:pt x="4633997" y="1206075"/>
                </a:cubicBezTo>
                <a:lnTo>
                  <a:pt x="4129883" y="1206075"/>
                </a:lnTo>
                <a:cubicBezTo>
                  <a:pt x="4148445" y="1169059"/>
                  <a:pt x="4163826" y="1125090"/>
                  <a:pt x="4174413" y="1075881"/>
                </a:cubicBezTo>
                <a:close/>
                <a:moveTo>
                  <a:pt x="3305162" y="1075881"/>
                </a:moveTo>
                <a:lnTo>
                  <a:pt x="3790976" y="1075881"/>
                </a:lnTo>
                <a:cubicBezTo>
                  <a:pt x="3801558" y="1125090"/>
                  <a:pt x="3816942" y="1169059"/>
                  <a:pt x="3835506" y="1206075"/>
                </a:cubicBezTo>
                <a:lnTo>
                  <a:pt x="3330959" y="1206075"/>
                </a:lnTo>
                <a:cubicBezTo>
                  <a:pt x="3319852" y="1164035"/>
                  <a:pt x="3311209" y="1120545"/>
                  <a:pt x="3305162" y="1075881"/>
                </a:cubicBezTo>
                <a:close/>
                <a:moveTo>
                  <a:pt x="10587776" y="879486"/>
                </a:moveTo>
                <a:lnTo>
                  <a:pt x="11280821" y="879486"/>
                </a:lnTo>
                <a:cubicBezTo>
                  <a:pt x="11304371" y="915413"/>
                  <a:pt x="11325405" y="952210"/>
                  <a:pt x="11338792" y="993628"/>
                </a:cubicBezTo>
                <a:lnTo>
                  <a:pt x="10727828" y="995899"/>
                </a:lnTo>
                <a:close/>
                <a:moveTo>
                  <a:pt x="9781432" y="877625"/>
                </a:moveTo>
                <a:lnTo>
                  <a:pt x="10286039" y="877625"/>
                </a:lnTo>
                <a:lnTo>
                  <a:pt x="10286039" y="993788"/>
                </a:lnTo>
                <a:lnTo>
                  <a:pt x="9781432" y="993788"/>
                </a:lnTo>
                <a:close/>
                <a:moveTo>
                  <a:pt x="8877431" y="877625"/>
                </a:moveTo>
                <a:lnTo>
                  <a:pt x="9382033" y="877625"/>
                </a:lnTo>
                <a:lnTo>
                  <a:pt x="9382033" y="993788"/>
                </a:lnTo>
                <a:lnTo>
                  <a:pt x="8877431" y="993788"/>
                </a:lnTo>
                <a:close/>
                <a:moveTo>
                  <a:pt x="7678004" y="877625"/>
                </a:moveTo>
                <a:lnTo>
                  <a:pt x="8501703" y="877625"/>
                </a:lnTo>
                <a:lnTo>
                  <a:pt x="8501703" y="993788"/>
                </a:lnTo>
                <a:lnTo>
                  <a:pt x="7726316" y="993788"/>
                </a:lnTo>
                <a:close/>
                <a:moveTo>
                  <a:pt x="7193139" y="877625"/>
                </a:moveTo>
                <a:lnTo>
                  <a:pt x="7648159" y="877625"/>
                </a:lnTo>
                <a:lnTo>
                  <a:pt x="7648159" y="993788"/>
                </a:lnTo>
                <a:lnTo>
                  <a:pt x="7193139" y="993788"/>
                </a:lnTo>
                <a:close/>
                <a:moveTo>
                  <a:pt x="6188669" y="877625"/>
                </a:moveTo>
                <a:lnTo>
                  <a:pt x="7056268" y="877625"/>
                </a:lnTo>
                <a:lnTo>
                  <a:pt x="7056268" y="988326"/>
                </a:lnTo>
                <a:lnTo>
                  <a:pt x="6674501" y="988326"/>
                </a:lnTo>
                <a:lnTo>
                  <a:pt x="6674501" y="993788"/>
                </a:lnTo>
                <a:lnTo>
                  <a:pt x="6188669" y="993788"/>
                </a:lnTo>
                <a:close/>
                <a:moveTo>
                  <a:pt x="5574793" y="877625"/>
                </a:moveTo>
                <a:lnTo>
                  <a:pt x="6073294" y="877625"/>
                </a:lnTo>
                <a:lnTo>
                  <a:pt x="6073294" y="993788"/>
                </a:lnTo>
                <a:lnTo>
                  <a:pt x="5574793" y="993788"/>
                </a:lnTo>
                <a:close/>
                <a:moveTo>
                  <a:pt x="4792811" y="877625"/>
                </a:moveTo>
                <a:lnTo>
                  <a:pt x="5291307" y="877625"/>
                </a:lnTo>
                <a:lnTo>
                  <a:pt x="5291307" y="993788"/>
                </a:lnTo>
                <a:lnTo>
                  <a:pt x="4792811" y="993788"/>
                </a:lnTo>
                <a:close/>
                <a:moveTo>
                  <a:pt x="2285298" y="877625"/>
                </a:moveTo>
                <a:lnTo>
                  <a:pt x="3161500" y="877625"/>
                </a:lnTo>
                <a:lnTo>
                  <a:pt x="3161500" y="988326"/>
                </a:lnTo>
                <a:lnTo>
                  <a:pt x="2771132" y="988326"/>
                </a:lnTo>
                <a:lnTo>
                  <a:pt x="2771132" y="993788"/>
                </a:lnTo>
                <a:lnTo>
                  <a:pt x="2285298" y="993788"/>
                </a:lnTo>
                <a:close/>
                <a:moveTo>
                  <a:pt x="985097" y="877625"/>
                </a:moveTo>
                <a:lnTo>
                  <a:pt x="2107746" y="877625"/>
                </a:lnTo>
                <a:cubicBezTo>
                  <a:pt x="2086278" y="919656"/>
                  <a:pt x="2059665" y="958619"/>
                  <a:pt x="2028664" y="993788"/>
                </a:cubicBezTo>
                <a:lnTo>
                  <a:pt x="985097" y="993788"/>
                </a:lnTo>
                <a:close/>
                <a:moveTo>
                  <a:pt x="0" y="877625"/>
                </a:moveTo>
                <a:lnTo>
                  <a:pt x="877145" y="877625"/>
                </a:lnTo>
                <a:lnTo>
                  <a:pt x="877145" y="993788"/>
                </a:lnTo>
                <a:lnTo>
                  <a:pt x="0" y="993788"/>
                </a:lnTo>
                <a:close/>
                <a:moveTo>
                  <a:pt x="4199211" y="877624"/>
                </a:moveTo>
                <a:lnTo>
                  <a:pt x="4674176" y="877624"/>
                </a:lnTo>
                <a:cubicBezTo>
                  <a:pt x="4674327" y="879591"/>
                  <a:pt x="4674332" y="881557"/>
                  <a:pt x="4674332" y="883528"/>
                </a:cubicBezTo>
                <a:cubicBezTo>
                  <a:pt x="4674332" y="920824"/>
                  <a:pt x="4672822" y="957628"/>
                  <a:pt x="4669465" y="993787"/>
                </a:cubicBezTo>
                <a:lnTo>
                  <a:pt x="4189743" y="993787"/>
                </a:lnTo>
                <a:cubicBezTo>
                  <a:pt x="4195970" y="956882"/>
                  <a:pt x="4199133" y="917914"/>
                  <a:pt x="4199211" y="877624"/>
                </a:cubicBezTo>
                <a:close/>
                <a:moveTo>
                  <a:pt x="3291213" y="877624"/>
                </a:moveTo>
                <a:lnTo>
                  <a:pt x="3766173" y="877624"/>
                </a:lnTo>
                <a:cubicBezTo>
                  <a:pt x="3766256" y="917914"/>
                  <a:pt x="3769415" y="956882"/>
                  <a:pt x="3775650" y="993787"/>
                </a:cubicBezTo>
                <a:lnTo>
                  <a:pt x="3295989" y="993787"/>
                </a:lnTo>
                <a:cubicBezTo>
                  <a:pt x="3292572" y="957632"/>
                  <a:pt x="3291057" y="920824"/>
                  <a:pt x="3291057" y="883528"/>
                </a:cubicBezTo>
                <a:close/>
                <a:moveTo>
                  <a:pt x="10461146" y="710797"/>
                </a:moveTo>
                <a:lnTo>
                  <a:pt x="11109160" y="710797"/>
                </a:lnTo>
                <a:cubicBezTo>
                  <a:pt x="11109161" y="710797"/>
                  <a:pt x="11109161" y="710798"/>
                  <a:pt x="11109162" y="710798"/>
                </a:cubicBezTo>
                <a:lnTo>
                  <a:pt x="11121245" y="710798"/>
                </a:lnTo>
                <a:lnTo>
                  <a:pt x="11122337" y="711693"/>
                </a:lnTo>
                <a:lnTo>
                  <a:pt x="11118350" y="711693"/>
                </a:lnTo>
                <a:cubicBezTo>
                  <a:pt x="11153339" y="736641"/>
                  <a:pt x="11185427" y="765257"/>
                  <a:pt x="11213739" y="797219"/>
                </a:cubicBezTo>
                <a:lnTo>
                  <a:pt x="10517279" y="797218"/>
                </a:lnTo>
                <a:cubicBezTo>
                  <a:pt x="10497025" y="770452"/>
                  <a:pt x="10475239" y="741481"/>
                  <a:pt x="10461146" y="710797"/>
                </a:cubicBezTo>
                <a:close/>
                <a:moveTo>
                  <a:pt x="9781432" y="709293"/>
                </a:moveTo>
                <a:lnTo>
                  <a:pt x="10286039" y="709293"/>
                </a:lnTo>
                <a:lnTo>
                  <a:pt x="10286039" y="795531"/>
                </a:lnTo>
                <a:lnTo>
                  <a:pt x="9781432" y="795531"/>
                </a:lnTo>
                <a:close/>
                <a:moveTo>
                  <a:pt x="8877431" y="709293"/>
                </a:moveTo>
                <a:lnTo>
                  <a:pt x="9382033" y="709293"/>
                </a:lnTo>
                <a:lnTo>
                  <a:pt x="9382033" y="795531"/>
                </a:lnTo>
                <a:lnTo>
                  <a:pt x="8877431" y="795531"/>
                </a:lnTo>
                <a:close/>
                <a:moveTo>
                  <a:pt x="8042875" y="709293"/>
                </a:moveTo>
                <a:lnTo>
                  <a:pt x="8501703" y="709293"/>
                </a:lnTo>
                <a:lnTo>
                  <a:pt x="8501703" y="795531"/>
                </a:lnTo>
                <a:lnTo>
                  <a:pt x="8042875" y="795531"/>
                </a:lnTo>
                <a:close/>
                <a:moveTo>
                  <a:pt x="7193139" y="709293"/>
                </a:moveTo>
                <a:lnTo>
                  <a:pt x="7996240" y="709293"/>
                </a:lnTo>
                <a:lnTo>
                  <a:pt x="8036152" y="795531"/>
                </a:lnTo>
                <a:lnTo>
                  <a:pt x="7193139" y="795531"/>
                </a:lnTo>
                <a:close/>
                <a:moveTo>
                  <a:pt x="6188669" y="709293"/>
                </a:moveTo>
                <a:lnTo>
                  <a:pt x="6674501" y="709293"/>
                </a:lnTo>
                <a:lnTo>
                  <a:pt x="6674501" y="714671"/>
                </a:lnTo>
                <a:lnTo>
                  <a:pt x="7056268" y="714671"/>
                </a:lnTo>
                <a:lnTo>
                  <a:pt x="7056268" y="795531"/>
                </a:lnTo>
                <a:lnTo>
                  <a:pt x="6188669" y="795531"/>
                </a:lnTo>
                <a:close/>
                <a:moveTo>
                  <a:pt x="5574793" y="709293"/>
                </a:moveTo>
                <a:lnTo>
                  <a:pt x="6073294" y="709293"/>
                </a:lnTo>
                <a:lnTo>
                  <a:pt x="6073294" y="795531"/>
                </a:lnTo>
                <a:lnTo>
                  <a:pt x="5574793" y="795531"/>
                </a:lnTo>
                <a:close/>
                <a:moveTo>
                  <a:pt x="4792811" y="709293"/>
                </a:moveTo>
                <a:lnTo>
                  <a:pt x="5291307" y="709293"/>
                </a:lnTo>
                <a:lnTo>
                  <a:pt x="5291307" y="795531"/>
                </a:lnTo>
                <a:lnTo>
                  <a:pt x="4792811" y="795531"/>
                </a:lnTo>
                <a:close/>
                <a:moveTo>
                  <a:pt x="2285298" y="709293"/>
                </a:moveTo>
                <a:lnTo>
                  <a:pt x="2771132" y="709293"/>
                </a:lnTo>
                <a:lnTo>
                  <a:pt x="2771132" y="714671"/>
                </a:lnTo>
                <a:lnTo>
                  <a:pt x="3161500" y="714671"/>
                </a:lnTo>
                <a:lnTo>
                  <a:pt x="3161500" y="795531"/>
                </a:lnTo>
                <a:lnTo>
                  <a:pt x="2285298" y="795531"/>
                </a:lnTo>
                <a:close/>
                <a:moveTo>
                  <a:pt x="1709143" y="709293"/>
                </a:moveTo>
                <a:lnTo>
                  <a:pt x="2169670" y="709293"/>
                </a:lnTo>
                <a:cubicBezTo>
                  <a:pt x="2163895" y="738935"/>
                  <a:pt x="2155552" y="767712"/>
                  <a:pt x="2145130" y="795531"/>
                </a:cubicBezTo>
                <a:lnTo>
                  <a:pt x="1595923" y="795531"/>
                </a:lnTo>
                <a:cubicBezTo>
                  <a:pt x="1642913" y="780533"/>
                  <a:pt x="1682554" y="749578"/>
                  <a:pt x="1709143" y="709293"/>
                </a:cubicBezTo>
                <a:close/>
                <a:moveTo>
                  <a:pt x="985097" y="709293"/>
                </a:moveTo>
                <a:lnTo>
                  <a:pt x="1469893" y="709293"/>
                </a:lnTo>
                <a:lnTo>
                  <a:pt x="1469893" y="795531"/>
                </a:lnTo>
                <a:lnTo>
                  <a:pt x="985097" y="795531"/>
                </a:lnTo>
                <a:close/>
                <a:moveTo>
                  <a:pt x="0" y="709293"/>
                </a:moveTo>
                <a:lnTo>
                  <a:pt x="877145" y="709293"/>
                </a:lnTo>
                <a:lnTo>
                  <a:pt x="877145" y="795531"/>
                </a:lnTo>
                <a:lnTo>
                  <a:pt x="0" y="795531"/>
                </a:lnTo>
                <a:close/>
                <a:moveTo>
                  <a:pt x="4189251" y="709292"/>
                </a:moveTo>
                <a:lnTo>
                  <a:pt x="4662658" y="709292"/>
                </a:lnTo>
                <a:cubicBezTo>
                  <a:pt x="4666812" y="737581"/>
                  <a:pt x="4669621" y="766357"/>
                  <a:pt x="4671191" y="795530"/>
                </a:cubicBezTo>
                <a:lnTo>
                  <a:pt x="4197682" y="795530"/>
                </a:lnTo>
                <a:cubicBezTo>
                  <a:pt x="4197148" y="765777"/>
                  <a:pt x="4194298" y="736917"/>
                  <a:pt x="4189251" y="709292"/>
                </a:cubicBezTo>
                <a:close/>
                <a:moveTo>
                  <a:pt x="3302730" y="709292"/>
                </a:moveTo>
                <a:lnTo>
                  <a:pt x="3776138" y="709292"/>
                </a:lnTo>
                <a:cubicBezTo>
                  <a:pt x="3771091" y="736917"/>
                  <a:pt x="3768241" y="765777"/>
                  <a:pt x="3767701" y="795530"/>
                </a:cubicBezTo>
                <a:lnTo>
                  <a:pt x="3294197" y="795530"/>
                </a:lnTo>
                <a:cubicBezTo>
                  <a:pt x="3295768" y="766357"/>
                  <a:pt x="3298581" y="737581"/>
                  <a:pt x="3302730" y="709292"/>
                </a:cubicBezTo>
                <a:close/>
                <a:moveTo>
                  <a:pt x="10418948" y="565540"/>
                </a:moveTo>
                <a:lnTo>
                  <a:pt x="10949595" y="565540"/>
                </a:lnTo>
                <a:cubicBezTo>
                  <a:pt x="10953670" y="570456"/>
                  <a:pt x="10958769" y="574162"/>
                  <a:pt x="10964075" y="577567"/>
                </a:cubicBezTo>
                <a:lnTo>
                  <a:pt x="11026395" y="628529"/>
                </a:lnTo>
                <a:lnTo>
                  <a:pt x="10434083" y="628529"/>
                </a:lnTo>
                <a:cubicBezTo>
                  <a:pt x="10426940" y="608233"/>
                  <a:pt x="10421851" y="587175"/>
                  <a:pt x="10418948" y="565540"/>
                </a:cubicBezTo>
                <a:close/>
                <a:moveTo>
                  <a:pt x="9781432" y="564344"/>
                </a:moveTo>
                <a:lnTo>
                  <a:pt x="10286039" y="564344"/>
                </a:lnTo>
                <a:lnTo>
                  <a:pt x="10286039" y="627199"/>
                </a:lnTo>
                <a:lnTo>
                  <a:pt x="9781432" y="627199"/>
                </a:lnTo>
                <a:close/>
                <a:moveTo>
                  <a:pt x="8877431" y="564344"/>
                </a:moveTo>
                <a:lnTo>
                  <a:pt x="9382033" y="564344"/>
                </a:lnTo>
                <a:lnTo>
                  <a:pt x="9382033" y="627199"/>
                </a:lnTo>
                <a:lnTo>
                  <a:pt x="8877431" y="627199"/>
                </a:lnTo>
                <a:close/>
                <a:moveTo>
                  <a:pt x="8042875" y="564344"/>
                </a:moveTo>
                <a:lnTo>
                  <a:pt x="8501703" y="564344"/>
                </a:lnTo>
                <a:lnTo>
                  <a:pt x="8501703" y="627199"/>
                </a:lnTo>
                <a:lnTo>
                  <a:pt x="8042875" y="627199"/>
                </a:lnTo>
                <a:close/>
                <a:moveTo>
                  <a:pt x="7193139" y="564344"/>
                </a:moveTo>
                <a:lnTo>
                  <a:pt x="7929154" y="564344"/>
                </a:lnTo>
                <a:lnTo>
                  <a:pt x="7958244" y="627199"/>
                </a:lnTo>
                <a:lnTo>
                  <a:pt x="7193139" y="627199"/>
                </a:lnTo>
                <a:close/>
                <a:moveTo>
                  <a:pt x="6188669" y="564344"/>
                </a:moveTo>
                <a:lnTo>
                  <a:pt x="6674501" y="564344"/>
                </a:lnTo>
                <a:lnTo>
                  <a:pt x="6674501" y="627199"/>
                </a:lnTo>
                <a:lnTo>
                  <a:pt x="6188669" y="627199"/>
                </a:lnTo>
                <a:close/>
                <a:moveTo>
                  <a:pt x="5574793" y="564344"/>
                </a:moveTo>
                <a:lnTo>
                  <a:pt x="6073294" y="564344"/>
                </a:lnTo>
                <a:lnTo>
                  <a:pt x="6073294" y="627199"/>
                </a:lnTo>
                <a:lnTo>
                  <a:pt x="5574793" y="627199"/>
                </a:lnTo>
                <a:close/>
                <a:moveTo>
                  <a:pt x="4792811" y="564344"/>
                </a:moveTo>
                <a:lnTo>
                  <a:pt x="5291307" y="564344"/>
                </a:lnTo>
                <a:lnTo>
                  <a:pt x="5291307" y="627199"/>
                </a:lnTo>
                <a:lnTo>
                  <a:pt x="4792811" y="627199"/>
                </a:lnTo>
                <a:close/>
                <a:moveTo>
                  <a:pt x="2285298" y="564344"/>
                </a:moveTo>
                <a:lnTo>
                  <a:pt x="2771132" y="564344"/>
                </a:lnTo>
                <a:lnTo>
                  <a:pt x="2771132" y="627199"/>
                </a:lnTo>
                <a:lnTo>
                  <a:pt x="2285298" y="627199"/>
                </a:lnTo>
                <a:close/>
                <a:moveTo>
                  <a:pt x="1743635" y="564344"/>
                </a:moveTo>
                <a:lnTo>
                  <a:pt x="2184512" y="564344"/>
                </a:lnTo>
                <a:cubicBezTo>
                  <a:pt x="2184766" y="566886"/>
                  <a:pt x="2184779" y="569428"/>
                  <a:pt x="2184779" y="571975"/>
                </a:cubicBezTo>
                <a:lnTo>
                  <a:pt x="2181588" y="627199"/>
                </a:lnTo>
                <a:lnTo>
                  <a:pt x="1742032" y="627199"/>
                </a:lnTo>
                <a:cubicBezTo>
                  <a:pt x="1744814" y="614498"/>
                  <a:pt x="1746020" y="601328"/>
                  <a:pt x="1746020" y="587881"/>
                </a:cubicBezTo>
                <a:close/>
                <a:moveTo>
                  <a:pt x="985097" y="564344"/>
                </a:moveTo>
                <a:lnTo>
                  <a:pt x="1469893" y="564344"/>
                </a:lnTo>
                <a:lnTo>
                  <a:pt x="1469893" y="627199"/>
                </a:lnTo>
                <a:lnTo>
                  <a:pt x="985097" y="627199"/>
                </a:lnTo>
                <a:close/>
                <a:moveTo>
                  <a:pt x="0" y="564344"/>
                </a:moveTo>
                <a:lnTo>
                  <a:pt x="505721" y="564344"/>
                </a:lnTo>
                <a:lnTo>
                  <a:pt x="505721" y="627199"/>
                </a:lnTo>
                <a:lnTo>
                  <a:pt x="0" y="627199"/>
                </a:lnTo>
                <a:close/>
                <a:moveTo>
                  <a:pt x="4156173" y="564343"/>
                </a:moveTo>
                <a:lnTo>
                  <a:pt x="4635244" y="564343"/>
                </a:lnTo>
                <a:cubicBezTo>
                  <a:pt x="4640872" y="584882"/>
                  <a:pt x="4645555" y="605853"/>
                  <a:pt x="4649285" y="627198"/>
                </a:cubicBezTo>
                <a:lnTo>
                  <a:pt x="4173561" y="627198"/>
                </a:lnTo>
                <a:cubicBezTo>
                  <a:pt x="4169315" y="604960"/>
                  <a:pt x="4163223" y="584012"/>
                  <a:pt x="4156173" y="564343"/>
                </a:cubicBezTo>
                <a:close/>
                <a:moveTo>
                  <a:pt x="3330140" y="564343"/>
                </a:moveTo>
                <a:lnTo>
                  <a:pt x="3809216" y="564343"/>
                </a:lnTo>
                <a:cubicBezTo>
                  <a:pt x="3802169" y="584012"/>
                  <a:pt x="3796073" y="604960"/>
                  <a:pt x="3791828" y="627198"/>
                </a:cubicBezTo>
                <a:lnTo>
                  <a:pt x="3316108" y="627198"/>
                </a:lnTo>
                <a:cubicBezTo>
                  <a:pt x="3319832" y="605853"/>
                  <a:pt x="3324517" y="584882"/>
                  <a:pt x="3330140" y="564343"/>
                </a:cubicBezTo>
                <a:close/>
                <a:moveTo>
                  <a:pt x="11305691" y="441367"/>
                </a:moveTo>
                <a:lnTo>
                  <a:pt x="11306110" y="441367"/>
                </a:lnTo>
                <a:lnTo>
                  <a:pt x="11306110" y="441726"/>
                </a:lnTo>
                <a:close/>
                <a:moveTo>
                  <a:pt x="10419150" y="441367"/>
                </a:moveTo>
                <a:lnTo>
                  <a:pt x="10893359" y="441367"/>
                </a:lnTo>
                <a:cubicBezTo>
                  <a:pt x="10886582" y="455880"/>
                  <a:pt x="10890875" y="469945"/>
                  <a:pt x="10894757" y="483273"/>
                </a:cubicBezTo>
                <a:lnTo>
                  <a:pt x="10419058" y="483273"/>
                </a:lnTo>
                <a:cubicBezTo>
                  <a:pt x="10417969" y="476587"/>
                  <a:pt x="10417854" y="469854"/>
                  <a:pt x="10417854" y="463084"/>
                </a:cubicBezTo>
                <a:close/>
                <a:moveTo>
                  <a:pt x="9781432" y="440432"/>
                </a:moveTo>
                <a:lnTo>
                  <a:pt x="10286039" y="440432"/>
                </a:lnTo>
                <a:lnTo>
                  <a:pt x="10286039" y="482250"/>
                </a:lnTo>
                <a:lnTo>
                  <a:pt x="9781432" y="482250"/>
                </a:lnTo>
                <a:close/>
                <a:moveTo>
                  <a:pt x="8877431" y="440432"/>
                </a:moveTo>
                <a:lnTo>
                  <a:pt x="9382033" y="440432"/>
                </a:lnTo>
                <a:lnTo>
                  <a:pt x="9382033" y="482250"/>
                </a:lnTo>
                <a:lnTo>
                  <a:pt x="8877431" y="482250"/>
                </a:lnTo>
                <a:close/>
                <a:moveTo>
                  <a:pt x="8042875" y="440432"/>
                </a:moveTo>
                <a:lnTo>
                  <a:pt x="8501703" y="440432"/>
                </a:lnTo>
                <a:lnTo>
                  <a:pt x="8501703" y="482250"/>
                </a:lnTo>
                <a:lnTo>
                  <a:pt x="8042875" y="482250"/>
                </a:lnTo>
                <a:close/>
                <a:moveTo>
                  <a:pt x="7193139" y="440432"/>
                </a:moveTo>
                <a:lnTo>
                  <a:pt x="7871807" y="440432"/>
                </a:lnTo>
                <a:lnTo>
                  <a:pt x="7891162" y="482250"/>
                </a:lnTo>
                <a:lnTo>
                  <a:pt x="7193139" y="482250"/>
                </a:lnTo>
                <a:close/>
                <a:moveTo>
                  <a:pt x="6188669" y="440432"/>
                </a:moveTo>
                <a:lnTo>
                  <a:pt x="6674501" y="440432"/>
                </a:lnTo>
                <a:lnTo>
                  <a:pt x="6674501" y="482250"/>
                </a:lnTo>
                <a:lnTo>
                  <a:pt x="6188669" y="482250"/>
                </a:lnTo>
                <a:close/>
                <a:moveTo>
                  <a:pt x="5574793" y="440432"/>
                </a:moveTo>
                <a:lnTo>
                  <a:pt x="6073294" y="440432"/>
                </a:lnTo>
                <a:lnTo>
                  <a:pt x="6073294" y="482250"/>
                </a:lnTo>
                <a:lnTo>
                  <a:pt x="5574793" y="482250"/>
                </a:lnTo>
                <a:close/>
                <a:moveTo>
                  <a:pt x="4792811" y="440432"/>
                </a:moveTo>
                <a:lnTo>
                  <a:pt x="5291307" y="440432"/>
                </a:lnTo>
                <a:lnTo>
                  <a:pt x="5291307" y="482250"/>
                </a:lnTo>
                <a:lnTo>
                  <a:pt x="4792811" y="482250"/>
                </a:lnTo>
                <a:close/>
                <a:moveTo>
                  <a:pt x="2285298" y="440432"/>
                </a:moveTo>
                <a:lnTo>
                  <a:pt x="2771132" y="440432"/>
                </a:lnTo>
                <a:lnTo>
                  <a:pt x="2771132" y="482250"/>
                </a:lnTo>
                <a:lnTo>
                  <a:pt x="2285298" y="482250"/>
                </a:lnTo>
                <a:close/>
                <a:moveTo>
                  <a:pt x="1688066" y="440432"/>
                </a:moveTo>
                <a:lnTo>
                  <a:pt x="2171374" y="440432"/>
                </a:lnTo>
                <a:cubicBezTo>
                  <a:pt x="2174308" y="454201"/>
                  <a:pt x="2176703" y="468150"/>
                  <a:pt x="2178605" y="482250"/>
                </a:cubicBezTo>
                <a:lnTo>
                  <a:pt x="1717768" y="482250"/>
                </a:lnTo>
                <a:cubicBezTo>
                  <a:pt x="1710308" y="466635"/>
                  <a:pt x="1700209" y="452603"/>
                  <a:pt x="1688066" y="440432"/>
                </a:cubicBezTo>
                <a:close/>
                <a:moveTo>
                  <a:pt x="985097" y="440432"/>
                </a:moveTo>
                <a:lnTo>
                  <a:pt x="1469893" y="440432"/>
                </a:lnTo>
                <a:lnTo>
                  <a:pt x="1469893" y="482250"/>
                </a:lnTo>
                <a:lnTo>
                  <a:pt x="985097" y="482250"/>
                </a:lnTo>
                <a:close/>
                <a:moveTo>
                  <a:pt x="0" y="440432"/>
                </a:moveTo>
                <a:lnTo>
                  <a:pt x="505721" y="440432"/>
                </a:lnTo>
                <a:lnTo>
                  <a:pt x="505721" y="482250"/>
                </a:lnTo>
                <a:lnTo>
                  <a:pt x="0" y="482250"/>
                </a:lnTo>
                <a:close/>
                <a:moveTo>
                  <a:pt x="4093268" y="440431"/>
                </a:moveTo>
                <a:lnTo>
                  <a:pt x="4597023" y="440431"/>
                </a:lnTo>
                <a:cubicBezTo>
                  <a:pt x="4602558" y="454039"/>
                  <a:pt x="4607425" y="468006"/>
                  <a:pt x="4611768" y="482249"/>
                </a:cubicBezTo>
                <a:lnTo>
                  <a:pt x="4120709" y="482249"/>
                </a:lnTo>
                <a:cubicBezTo>
                  <a:pt x="4112199" y="466767"/>
                  <a:pt x="4103118" y="452703"/>
                  <a:pt x="4093268" y="440431"/>
                </a:cubicBezTo>
                <a:close/>
                <a:moveTo>
                  <a:pt x="3368371" y="440431"/>
                </a:moveTo>
                <a:lnTo>
                  <a:pt x="3872116" y="440431"/>
                </a:lnTo>
                <a:cubicBezTo>
                  <a:pt x="3862266" y="452703"/>
                  <a:pt x="3853190" y="466767"/>
                  <a:pt x="3844680" y="482249"/>
                </a:cubicBezTo>
                <a:lnTo>
                  <a:pt x="3353616" y="482249"/>
                </a:lnTo>
                <a:cubicBezTo>
                  <a:pt x="3357959" y="468006"/>
                  <a:pt x="3362831" y="454039"/>
                  <a:pt x="3368371" y="440431"/>
                </a:cubicBezTo>
                <a:close/>
                <a:moveTo>
                  <a:pt x="11223979" y="437563"/>
                </a:moveTo>
                <a:lnTo>
                  <a:pt x="11304274" y="437563"/>
                </a:lnTo>
                <a:lnTo>
                  <a:pt x="11304274" y="487440"/>
                </a:lnTo>
                <a:lnTo>
                  <a:pt x="11274504" y="487440"/>
                </a:lnTo>
                <a:close/>
                <a:moveTo>
                  <a:pt x="10437485" y="312620"/>
                </a:moveTo>
                <a:lnTo>
                  <a:pt x="11305204" y="312620"/>
                </a:lnTo>
                <a:lnTo>
                  <a:pt x="11305204" y="323517"/>
                </a:lnTo>
                <a:lnTo>
                  <a:pt x="11306110" y="323517"/>
                </a:lnTo>
                <a:lnTo>
                  <a:pt x="11306110" y="351547"/>
                </a:lnTo>
                <a:lnTo>
                  <a:pt x="11306110" y="359098"/>
                </a:lnTo>
                <a:lnTo>
                  <a:pt x="11305204" y="359098"/>
                </a:lnTo>
                <a:lnTo>
                  <a:pt x="11305204" y="363528"/>
                </a:lnTo>
                <a:lnTo>
                  <a:pt x="10423824" y="363528"/>
                </a:lnTo>
                <a:lnTo>
                  <a:pt x="10429797" y="336441"/>
                </a:lnTo>
                <a:close/>
                <a:moveTo>
                  <a:pt x="9781432" y="312620"/>
                </a:moveTo>
                <a:lnTo>
                  <a:pt x="10286039" y="312620"/>
                </a:lnTo>
                <a:lnTo>
                  <a:pt x="10286039" y="322833"/>
                </a:lnTo>
                <a:lnTo>
                  <a:pt x="10286039" y="358338"/>
                </a:lnTo>
                <a:lnTo>
                  <a:pt x="10286039" y="358339"/>
                </a:lnTo>
                <a:lnTo>
                  <a:pt x="9781432" y="358339"/>
                </a:lnTo>
                <a:lnTo>
                  <a:pt x="9781432" y="358338"/>
                </a:lnTo>
                <a:lnTo>
                  <a:pt x="9781432" y="322833"/>
                </a:lnTo>
                <a:close/>
                <a:moveTo>
                  <a:pt x="8611213" y="312620"/>
                </a:moveTo>
                <a:lnTo>
                  <a:pt x="9666891" y="312620"/>
                </a:lnTo>
                <a:lnTo>
                  <a:pt x="9666891" y="322833"/>
                </a:lnTo>
                <a:lnTo>
                  <a:pt x="9668568" y="322833"/>
                </a:lnTo>
                <a:lnTo>
                  <a:pt x="9668568" y="358338"/>
                </a:lnTo>
                <a:lnTo>
                  <a:pt x="9666891" y="358338"/>
                </a:lnTo>
                <a:lnTo>
                  <a:pt x="9666891" y="358339"/>
                </a:lnTo>
                <a:lnTo>
                  <a:pt x="8611213" y="358339"/>
                </a:lnTo>
                <a:close/>
                <a:moveTo>
                  <a:pt x="8037009" y="312620"/>
                </a:moveTo>
                <a:lnTo>
                  <a:pt x="8500026" y="312620"/>
                </a:lnTo>
                <a:lnTo>
                  <a:pt x="8500026" y="322833"/>
                </a:lnTo>
                <a:lnTo>
                  <a:pt x="8501703" y="322833"/>
                </a:lnTo>
                <a:lnTo>
                  <a:pt x="8501703" y="358338"/>
                </a:lnTo>
                <a:lnTo>
                  <a:pt x="8500026" y="358338"/>
                </a:lnTo>
                <a:lnTo>
                  <a:pt x="8500026" y="358339"/>
                </a:lnTo>
                <a:lnTo>
                  <a:pt x="8037009" y="358339"/>
                </a:lnTo>
                <a:close/>
                <a:moveTo>
                  <a:pt x="7193139" y="312620"/>
                </a:moveTo>
                <a:lnTo>
                  <a:pt x="7812777" y="312620"/>
                </a:lnTo>
                <a:lnTo>
                  <a:pt x="7833342" y="357178"/>
                </a:lnTo>
                <a:lnTo>
                  <a:pt x="7833342" y="357314"/>
                </a:lnTo>
                <a:lnTo>
                  <a:pt x="7833816" y="358338"/>
                </a:lnTo>
                <a:lnTo>
                  <a:pt x="7833342" y="358338"/>
                </a:lnTo>
                <a:lnTo>
                  <a:pt x="7833342" y="358339"/>
                </a:lnTo>
                <a:lnTo>
                  <a:pt x="7193139" y="358339"/>
                </a:lnTo>
                <a:lnTo>
                  <a:pt x="7193139" y="358338"/>
                </a:lnTo>
                <a:lnTo>
                  <a:pt x="7193139" y="322833"/>
                </a:lnTo>
                <a:close/>
                <a:moveTo>
                  <a:pt x="6184479" y="312620"/>
                </a:moveTo>
                <a:lnTo>
                  <a:pt x="7080274" y="312620"/>
                </a:lnTo>
                <a:lnTo>
                  <a:pt x="7080274" y="322833"/>
                </a:lnTo>
                <a:lnTo>
                  <a:pt x="7080275" y="322833"/>
                </a:lnTo>
                <a:lnTo>
                  <a:pt x="7080275" y="358338"/>
                </a:lnTo>
                <a:lnTo>
                  <a:pt x="7080274" y="358338"/>
                </a:lnTo>
                <a:lnTo>
                  <a:pt x="7080274" y="358339"/>
                </a:lnTo>
                <a:lnTo>
                  <a:pt x="6184479" y="358339"/>
                </a:lnTo>
                <a:close/>
                <a:moveTo>
                  <a:pt x="5574793" y="312620"/>
                </a:moveTo>
                <a:lnTo>
                  <a:pt x="6073294" y="312620"/>
                </a:lnTo>
                <a:lnTo>
                  <a:pt x="6073294" y="322833"/>
                </a:lnTo>
                <a:lnTo>
                  <a:pt x="6073294" y="358338"/>
                </a:lnTo>
                <a:lnTo>
                  <a:pt x="6073294" y="358339"/>
                </a:lnTo>
                <a:lnTo>
                  <a:pt x="5574793" y="358339"/>
                </a:lnTo>
                <a:lnTo>
                  <a:pt x="5574793" y="358338"/>
                </a:lnTo>
                <a:lnTo>
                  <a:pt x="5574793" y="322833"/>
                </a:lnTo>
                <a:close/>
                <a:moveTo>
                  <a:pt x="4792811" y="312620"/>
                </a:moveTo>
                <a:lnTo>
                  <a:pt x="5291307" y="312620"/>
                </a:lnTo>
                <a:lnTo>
                  <a:pt x="5291307" y="322833"/>
                </a:lnTo>
                <a:lnTo>
                  <a:pt x="5291307" y="358338"/>
                </a:lnTo>
                <a:lnTo>
                  <a:pt x="5291307" y="358339"/>
                </a:lnTo>
                <a:lnTo>
                  <a:pt x="4792811" y="358339"/>
                </a:lnTo>
                <a:lnTo>
                  <a:pt x="4792811" y="358338"/>
                </a:lnTo>
                <a:lnTo>
                  <a:pt x="4792811" y="322833"/>
                </a:lnTo>
                <a:close/>
                <a:moveTo>
                  <a:pt x="2285298" y="312620"/>
                </a:moveTo>
                <a:lnTo>
                  <a:pt x="3183254" y="312620"/>
                </a:lnTo>
                <a:lnTo>
                  <a:pt x="3183254" y="322833"/>
                </a:lnTo>
                <a:lnTo>
                  <a:pt x="3183254" y="358338"/>
                </a:lnTo>
                <a:lnTo>
                  <a:pt x="3183254" y="358339"/>
                </a:lnTo>
                <a:lnTo>
                  <a:pt x="2285298" y="358339"/>
                </a:lnTo>
                <a:lnTo>
                  <a:pt x="2285298" y="358338"/>
                </a:lnTo>
                <a:lnTo>
                  <a:pt x="2285298" y="322833"/>
                </a:lnTo>
                <a:close/>
                <a:moveTo>
                  <a:pt x="985097" y="312620"/>
                </a:moveTo>
                <a:lnTo>
                  <a:pt x="2135110" y="312620"/>
                </a:lnTo>
                <a:lnTo>
                  <a:pt x="2148730" y="358335"/>
                </a:lnTo>
                <a:lnTo>
                  <a:pt x="2148731" y="358338"/>
                </a:lnTo>
                <a:lnTo>
                  <a:pt x="2148731" y="358339"/>
                </a:lnTo>
                <a:lnTo>
                  <a:pt x="985097" y="358339"/>
                </a:lnTo>
                <a:lnTo>
                  <a:pt x="985097" y="358338"/>
                </a:lnTo>
                <a:lnTo>
                  <a:pt x="985097" y="322833"/>
                </a:lnTo>
                <a:close/>
                <a:moveTo>
                  <a:pt x="0" y="312620"/>
                </a:moveTo>
                <a:lnTo>
                  <a:pt x="877145" y="312620"/>
                </a:lnTo>
                <a:lnTo>
                  <a:pt x="877145" y="322833"/>
                </a:lnTo>
                <a:lnTo>
                  <a:pt x="877145" y="358338"/>
                </a:lnTo>
                <a:lnTo>
                  <a:pt x="877145" y="358339"/>
                </a:lnTo>
                <a:lnTo>
                  <a:pt x="0" y="358339"/>
                </a:lnTo>
                <a:lnTo>
                  <a:pt x="0" y="358338"/>
                </a:lnTo>
                <a:lnTo>
                  <a:pt x="0" y="322833"/>
                </a:lnTo>
                <a:close/>
                <a:moveTo>
                  <a:pt x="3426524" y="311140"/>
                </a:moveTo>
                <a:lnTo>
                  <a:pt x="4541246" y="311140"/>
                </a:lnTo>
                <a:lnTo>
                  <a:pt x="4565836" y="363528"/>
                </a:lnTo>
                <a:lnTo>
                  <a:pt x="3720591" y="363528"/>
                </a:lnTo>
                <a:lnTo>
                  <a:pt x="3720591" y="361147"/>
                </a:lnTo>
                <a:lnTo>
                  <a:pt x="3403052" y="361147"/>
                </a:lnTo>
                <a:close/>
                <a:moveTo>
                  <a:pt x="10479636" y="204267"/>
                </a:moveTo>
                <a:lnTo>
                  <a:pt x="10671926" y="204267"/>
                </a:lnTo>
                <a:lnTo>
                  <a:pt x="11306110" y="204267"/>
                </a:lnTo>
                <a:lnTo>
                  <a:pt x="11306110" y="241250"/>
                </a:lnTo>
                <a:lnTo>
                  <a:pt x="10671926" y="241250"/>
                </a:lnTo>
                <a:lnTo>
                  <a:pt x="10463420" y="241250"/>
                </a:lnTo>
                <a:close/>
                <a:moveTo>
                  <a:pt x="9781432" y="203834"/>
                </a:moveTo>
                <a:lnTo>
                  <a:pt x="10286039" y="203834"/>
                </a:lnTo>
                <a:lnTo>
                  <a:pt x="10286039" y="240739"/>
                </a:lnTo>
                <a:lnTo>
                  <a:pt x="9781432" y="240739"/>
                </a:lnTo>
                <a:close/>
                <a:moveTo>
                  <a:pt x="8612890" y="203834"/>
                </a:moveTo>
                <a:lnTo>
                  <a:pt x="9668568" y="203834"/>
                </a:lnTo>
                <a:lnTo>
                  <a:pt x="9668568" y="240739"/>
                </a:lnTo>
                <a:lnTo>
                  <a:pt x="8612890" y="240739"/>
                </a:lnTo>
                <a:close/>
                <a:moveTo>
                  <a:pt x="8042875" y="203834"/>
                </a:moveTo>
                <a:lnTo>
                  <a:pt x="8501703" y="203834"/>
                </a:lnTo>
                <a:lnTo>
                  <a:pt x="8501703" y="240739"/>
                </a:lnTo>
                <a:lnTo>
                  <a:pt x="8042875" y="240739"/>
                </a:lnTo>
                <a:close/>
                <a:moveTo>
                  <a:pt x="7193139" y="203834"/>
                </a:moveTo>
                <a:lnTo>
                  <a:pt x="7762309" y="203834"/>
                </a:lnTo>
                <a:lnTo>
                  <a:pt x="7779389" y="240739"/>
                </a:lnTo>
                <a:lnTo>
                  <a:pt x="7193139" y="240739"/>
                </a:lnTo>
                <a:close/>
                <a:moveTo>
                  <a:pt x="6188669" y="203834"/>
                </a:moveTo>
                <a:lnTo>
                  <a:pt x="7080275" y="203834"/>
                </a:lnTo>
                <a:lnTo>
                  <a:pt x="7080275" y="240739"/>
                </a:lnTo>
                <a:lnTo>
                  <a:pt x="6188669" y="240739"/>
                </a:lnTo>
                <a:close/>
                <a:moveTo>
                  <a:pt x="5574793" y="203834"/>
                </a:moveTo>
                <a:lnTo>
                  <a:pt x="6073294" y="203834"/>
                </a:lnTo>
                <a:lnTo>
                  <a:pt x="6073294" y="240739"/>
                </a:lnTo>
                <a:lnTo>
                  <a:pt x="5574793" y="240739"/>
                </a:lnTo>
                <a:close/>
                <a:moveTo>
                  <a:pt x="4792811" y="203834"/>
                </a:moveTo>
                <a:lnTo>
                  <a:pt x="5291307" y="203834"/>
                </a:lnTo>
                <a:lnTo>
                  <a:pt x="5291307" y="240739"/>
                </a:lnTo>
                <a:lnTo>
                  <a:pt x="4792811" y="240739"/>
                </a:lnTo>
                <a:close/>
                <a:moveTo>
                  <a:pt x="2285298" y="203834"/>
                </a:moveTo>
                <a:lnTo>
                  <a:pt x="3183254" y="203834"/>
                </a:lnTo>
                <a:lnTo>
                  <a:pt x="3183254" y="240739"/>
                </a:lnTo>
                <a:lnTo>
                  <a:pt x="2285298" y="240739"/>
                </a:lnTo>
                <a:close/>
                <a:moveTo>
                  <a:pt x="985097" y="203834"/>
                </a:moveTo>
                <a:lnTo>
                  <a:pt x="2069184" y="203834"/>
                </a:lnTo>
                <a:cubicBezTo>
                  <a:pt x="2078730" y="215259"/>
                  <a:pt x="2086715" y="227762"/>
                  <a:pt x="2093941" y="240739"/>
                </a:cubicBezTo>
                <a:lnTo>
                  <a:pt x="985097" y="240739"/>
                </a:lnTo>
                <a:close/>
                <a:moveTo>
                  <a:pt x="0" y="203834"/>
                </a:moveTo>
                <a:lnTo>
                  <a:pt x="877145" y="203834"/>
                </a:lnTo>
                <a:lnTo>
                  <a:pt x="877145" y="240739"/>
                </a:lnTo>
                <a:lnTo>
                  <a:pt x="0" y="240739"/>
                </a:lnTo>
                <a:close/>
                <a:moveTo>
                  <a:pt x="3491565" y="203833"/>
                </a:moveTo>
                <a:lnTo>
                  <a:pt x="4473824" y="203833"/>
                </a:lnTo>
                <a:cubicBezTo>
                  <a:pt x="4482698" y="215677"/>
                  <a:pt x="4491028" y="228051"/>
                  <a:pt x="4499119" y="240738"/>
                </a:cubicBezTo>
                <a:lnTo>
                  <a:pt x="3466269" y="240738"/>
                </a:lnTo>
                <a:cubicBezTo>
                  <a:pt x="3474361" y="228051"/>
                  <a:pt x="3482694" y="215677"/>
                  <a:pt x="3491565" y="203833"/>
                </a:cubicBezTo>
                <a:close/>
                <a:moveTo>
                  <a:pt x="10550205" y="96959"/>
                </a:moveTo>
                <a:lnTo>
                  <a:pt x="10671926" y="96959"/>
                </a:lnTo>
                <a:lnTo>
                  <a:pt x="11306110" y="96959"/>
                </a:lnTo>
                <a:lnTo>
                  <a:pt x="11306110" y="121993"/>
                </a:lnTo>
                <a:lnTo>
                  <a:pt x="10671926" y="121993"/>
                </a:lnTo>
                <a:lnTo>
                  <a:pt x="10531544" y="121993"/>
                </a:lnTo>
                <a:close/>
                <a:moveTo>
                  <a:pt x="9781432" y="96753"/>
                </a:moveTo>
                <a:lnTo>
                  <a:pt x="10286039" y="96753"/>
                </a:lnTo>
                <a:lnTo>
                  <a:pt x="10286039" y="121735"/>
                </a:lnTo>
                <a:lnTo>
                  <a:pt x="9781432" y="121735"/>
                </a:lnTo>
                <a:close/>
                <a:moveTo>
                  <a:pt x="8612890" y="96753"/>
                </a:moveTo>
                <a:lnTo>
                  <a:pt x="9668568" y="96753"/>
                </a:lnTo>
                <a:lnTo>
                  <a:pt x="9668568" y="121735"/>
                </a:lnTo>
                <a:lnTo>
                  <a:pt x="8612890" y="121735"/>
                </a:lnTo>
                <a:close/>
                <a:moveTo>
                  <a:pt x="8042875" y="96753"/>
                </a:moveTo>
                <a:lnTo>
                  <a:pt x="8501703" y="96753"/>
                </a:lnTo>
                <a:lnTo>
                  <a:pt x="8501703" y="121735"/>
                </a:lnTo>
                <a:lnTo>
                  <a:pt x="8042875" y="121735"/>
                </a:lnTo>
                <a:close/>
                <a:moveTo>
                  <a:pt x="7193139" y="96753"/>
                </a:moveTo>
                <a:lnTo>
                  <a:pt x="7712749" y="96753"/>
                </a:lnTo>
                <a:lnTo>
                  <a:pt x="7724312" y="121735"/>
                </a:lnTo>
                <a:lnTo>
                  <a:pt x="7193139" y="121735"/>
                </a:lnTo>
                <a:close/>
                <a:moveTo>
                  <a:pt x="6188669" y="96753"/>
                </a:moveTo>
                <a:lnTo>
                  <a:pt x="7080275" y="96753"/>
                </a:lnTo>
                <a:lnTo>
                  <a:pt x="7080275" y="121735"/>
                </a:lnTo>
                <a:lnTo>
                  <a:pt x="6188669" y="121735"/>
                </a:lnTo>
                <a:close/>
                <a:moveTo>
                  <a:pt x="5574793" y="96753"/>
                </a:moveTo>
                <a:lnTo>
                  <a:pt x="6073294" y="96753"/>
                </a:lnTo>
                <a:lnTo>
                  <a:pt x="6073294" y="121735"/>
                </a:lnTo>
                <a:lnTo>
                  <a:pt x="5574793" y="121735"/>
                </a:lnTo>
                <a:close/>
                <a:moveTo>
                  <a:pt x="4792811" y="96753"/>
                </a:moveTo>
                <a:lnTo>
                  <a:pt x="5291307" y="96753"/>
                </a:lnTo>
                <a:lnTo>
                  <a:pt x="5291307" y="121735"/>
                </a:lnTo>
                <a:lnTo>
                  <a:pt x="4792811" y="121735"/>
                </a:lnTo>
                <a:close/>
                <a:moveTo>
                  <a:pt x="2285298" y="96753"/>
                </a:moveTo>
                <a:lnTo>
                  <a:pt x="3183254" y="96753"/>
                </a:lnTo>
                <a:lnTo>
                  <a:pt x="3183254" y="121735"/>
                </a:lnTo>
                <a:lnTo>
                  <a:pt x="2285298" y="121735"/>
                </a:lnTo>
                <a:close/>
                <a:moveTo>
                  <a:pt x="985097" y="96753"/>
                </a:moveTo>
                <a:lnTo>
                  <a:pt x="1978552" y="96753"/>
                </a:lnTo>
                <a:cubicBezTo>
                  <a:pt x="1987269" y="104388"/>
                  <a:pt x="1995490" y="112539"/>
                  <a:pt x="2002599" y="121735"/>
                </a:cubicBezTo>
                <a:lnTo>
                  <a:pt x="985097" y="121735"/>
                </a:lnTo>
                <a:close/>
                <a:moveTo>
                  <a:pt x="0" y="96753"/>
                </a:moveTo>
                <a:lnTo>
                  <a:pt x="877145" y="96753"/>
                </a:lnTo>
                <a:lnTo>
                  <a:pt x="877145" y="121735"/>
                </a:lnTo>
                <a:lnTo>
                  <a:pt x="0" y="121735"/>
                </a:lnTo>
                <a:close/>
                <a:moveTo>
                  <a:pt x="3581580" y="96752"/>
                </a:moveTo>
                <a:lnTo>
                  <a:pt x="4383809" y="96752"/>
                </a:lnTo>
                <a:cubicBezTo>
                  <a:pt x="4392080" y="104604"/>
                  <a:pt x="4400028" y="112884"/>
                  <a:pt x="4407456" y="121734"/>
                </a:cubicBezTo>
                <a:lnTo>
                  <a:pt x="3557933" y="121734"/>
                </a:lnTo>
                <a:cubicBezTo>
                  <a:pt x="3565365" y="112884"/>
                  <a:pt x="3573309" y="104604"/>
                  <a:pt x="3581580" y="96752"/>
                </a:cubicBezTo>
                <a:close/>
                <a:moveTo>
                  <a:pt x="10683999" y="1"/>
                </a:moveTo>
                <a:lnTo>
                  <a:pt x="10743787" y="1"/>
                </a:lnTo>
                <a:cubicBezTo>
                  <a:pt x="10762889" y="1"/>
                  <a:pt x="10781796" y="856"/>
                  <a:pt x="10800434" y="2849"/>
                </a:cubicBezTo>
                <a:lnTo>
                  <a:pt x="10800434" y="1"/>
                </a:lnTo>
                <a:lnTo>
                  <a:pt x="11306110" y="1"/>
                </a:lnTo>
                <a:lnTo>
                  <a:pt x="11306110" y="14690"/>
                </a:lnTo>
                <a:lnTo>
                  <a:pt x="10671926" y="14690"/>
                </a:lnTo>
                <a:lnTo>
                  <a:pt x="10634292" y="14690"/>
                </a:lnTo>
                <a:cubicBezTo>
                  <a:pt x="10638035" y="10809"/>
                  <a:pt x="10642253" y="7500"/>
                  <a:pt x="10646512" y="4251"/>
                </a:cubicBezTo>
                <a:lnTo>
                  <a:pt x="10646512" y="2687"/>
                </a:lnTo>
                <a:lnTo>
                  <a:pt x="10671926" y="1221"/>
                </a:lnTo>
                <a:lnTo>
                  <a:pt x="10671926" y="697"/>
                </a:lnTo>
                <a:close/>
                <a:moveTo>
                  <a:pt x="9781432" y="1"/>
                </a:moveTo>
                <a:lnTo>
                  <a:pt x="10286039" y="1"/>
                </a:lnTo>
                <a:lnTo>
                  <a:pt x="10286039" y="14659"/>
                </a:lnTo>
                <a:lnTo>
                  <a:pt x="9781432" y="14659"/>
                </a:lnTo>
                <a:close/>
                <a:moveTo>
                  <a:pt x="8612890" y="1"/>
                </a:moveTo>
                <a:lnTo>
                  <a:pt x="9668568" y="1"/>
                </a:lnTo>
                <a:lnTo>
                  <a:pt x="9668568" y="14659"/>
                </a:lnTo>
                <a:lnTo>
                  <a:pt x="8612890" y="14659"/>
                </a:lnTo>
                <a:close/>
                <a:moveTo>
                  <a:pt x="8042875" y="1"/>
                </a:moveTo>
                <a:lnTo>
                  <a:pt x="8501703" y="1"/>
                </a:lnTo>
                <a:lnTo>
                  <a:pt x="8501703" y="14659"/>
                </a:lnTo>
                <a:lnTo>
                  <a:pt x="8042875" y="14659"/>
                </a:lnTo>
                <a:close/>
                <a:moveTo>
                  <a:pt x="7193139" y="1"/>
                </a:moveTo>
                <a:lnTo>
                  <a:pt x="7667970" y="1"/>
                </a:lnTo>
                <a:lnTo>
                  <a:pt x="7674758" y="14659"/>
                </a:lnTo>
                <a:lnTo>
                  <a:pt x="7193139" y="14659"/>
                </a:lnTo>
                <a:close/>
                <a:moveTo>
                  <a:pt x="6188669" y="1"/>
                </a:moveTo>
                <a:lnTo>
                  <a:pt x="7080275" y="1"/>
                </a:lnTo>
                <a:lnTo>
                  <a:pt x="7080275" y="14659"/>
                </a:lnTo>
                <a:lnTo>
                  <a:pt x="6188669" y="14659"/>
                </a:lnTo>
                <a:close/>
                <a:moveTo>
                  <a:pt x="5574793" y="1"/>
                </a:moveTo>
                <a:lnTo>
                  <a:pt x="6073294" y="1"/>
                </a:lnTo>
                <a:lnTo>
                  <a:pt x="6073294" y="14659"/>
                </a:lnTo>
                <a:lnTo>
                  <a:pt x="5574793" y="14659"/>
                </a:lnTo>
                <a:close/>
                <a:moveTo>
                  <a:pt x="4792811" y="1"/>
                </a:moveTo>
                <a:lnTo>
                  <a:pt x="5291307" y="1"/>
                </a:lnTo>
                <a:lnTo>
                  <a:pt x="5291307" y="14659"/>
                </a:lnTo>
                <a:lnTo>
                  <a:pt x="4792811" y="14659"/>
                </a:lnTo>
                <a:close/>
                <a:moveTo>
                  <a:pt x="2285298" y="1"/>
                </a:moveTo>
                <a:lnTo>
                  <a:pt x="3183254" y="1"/>
                </a:lnTo>
                <a:lnTo>
                  <a:pt x="3183254" y="14659"/>
                </a:lnTo>
                <a:lnTo>
                  <a:pt x="2285298" y="14659"/>
                </a:lnTo>
                <a:close/>
                <a:moveTo>
                  <a:pt x="985097" y="1"/>
                </a:moveTo>
                <a:lnTo>
                  <a:pt x="1846470" y="1"/>
                </a:lnTo>
                <a:lnTo>
                  <a:pt x="1869376" y="14659"/>
                </a:lnTo>
                <a:lnTo>
                  <a:pt x="985097" y="14659"/>
                </a:lnTo>
                <a:close/>
                <a:moveTo>
                  <a:pt x="0" y="1"/>
                </a:moveTo>
                <a:lnTo>
                  <a:pt x="877145" y="1"/>
                </a:lnTo>
                <a:lnTo>
                  <a:pt x="877145" y="14659"/>
                </a:lnTo>
                <a:lnTo>
                  <a:pt x="0" y="14659"/>
                </a:lnTo>
                <a:close/>
                <a:moveTo>
                  <a:pt x="3702830" y="0"/>
                </a:moveTo>
                <a:lnTo>
                  <a:pt x="4262563" y="0"/>
                </a:lnTo>
                <a:lnTo>
                  <a:pt x="4284257" y="14658"/>
                </a:lnTo>
                <a:lnTo>
                  <a:pt x="3681132" y="1465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tIns="90000" bIns="90000" rtlCol="0" anchor="t" anchorCtr="0">
            <a:no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endParaRPr lang="en-US" sz="1800" dirty="0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89902495"/>
      </p:ext>
    </p:extLst>
  </p:cSld>
  <p:clrMapOvr>
    <a:masterClrMapping/>
  </p:clrMapOvr>
  <p:transition spd="slow">
    <p:fade/>
  </p:transition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Headline">
    <p:bg>
      <p:bgPr>
        <a:gradFill>
          <a:gsLst>
            <a:gs pos="0">
              <a:schemeClr val="tx1"/>
            </a:gs>
            <a:gs pos="100000">
              <a:schemeClr val="accent3"/>
            </a:gs>
          </a:gsLst>
          <a:lin ang="189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GB" noProof="0" dirty="0"/>
              <a:t>Title / key message of the slide</a:t>
            </a:r>
          </a:p>
        </p:txBody>
      </p:sp>
      <p:sp>
        <p:nvSpPr>
          <p:cNvPr id="4" name="Freihandform: Form 49">
            <a:extLst>
              <a:ext uri="{FF2B5EF4-FFF2-40B4-BE49-F238E27FC236}">
                <a16:creationId xmlns:a16="http://schemas.microsoft.com/office/drawing/2014/main" id="{CD7A615F-2FBF-4425-B4E9-A4A3B9FB9424}"/>
              </a:ext>
            </a:extLst>
          </p:cNvPr>
          <p:cNvSpPr>
            <a:spLocks noChangeAspect="1"/>
          </p:cNvSpPr>
          <p:nvPr userDrawn="1"/>
        </p:nvSpPr>
        <p:spPr>
          <a:xfrm>
            <a:off x="7655146" y="4833046"/>
            <a:ext cx="1057447" cy="184740"/>
          </a:xfrm>
          <a:custGeom>
            <a:avLst/>
            <a:gdLst>
              <a:gd name="connsiteX0" fmla="*/ 4196821 w 11362354"/>
              <a:gd name="connsiteY0" fmla="*/ 1846406 h 1972800"/>
              <a:gd name="connsiteX1" fmla="*/ 4515841 w 11362354"/>
              <a:gd name="connsiteY1" fmla="*/ 1846406 h 1972800"/>
              <a:gd name="connsiteX2" fmla="*/ 4302401 w 11362354"/>
              <a:gd name="connsiteY2" fmla="*/ 1972800 h 1972800"/>
              <a:gd name="connsiteX3" fmla="*/ 4276590 w 11362354"/>
              <a:gd name="connsiteY3" fmla="*/ 1972800 h 1972800"/>
              <a:gd name="connsiteX4" fmla="*/ 10408772 w 11362354"/>
              <a:gd name="connsiteY4" fmla="*/ 1547682 h 1972800"/>
              <a:gd name="connsiteX5" fmla="*/ 11236685 w 11362354"/>
              <a:gd name="connsiteY5" fmla="*/ 1547682 h 1972800"/>
              <a:gd name="connsiteX6" fmla="*/ 11013744 w 11362354"/>
              <a:gd name="connsiteY6" fmla="*/ 1726479 h 1972800"/>
              <a:gd name="connsiteX7" fmla="*/ 10702056 w 11362354"/>
              <a:gd name="connsiteY7" fmla="*/ 1776200 h 1972800"/>
              <a:gd name="connsiteX8" fmla="*/ 10408772 w 11362354"/>
              <a:gd name="connsiteY8" fmla="*/ 1703049 h 1972800"/>
              <a:gd name="connsiteX9" fmla="*/ 9781432 w 11362354"/>
              <a:gd name="connsiteY9" fmla="*/ 1544408 h 1972800"/>
              <a:gd name="connsiteX10" fmla="*/ 10286039 w 11362354"/>
              <a:gd name="connsiteY10" fmla="*/ 1544408 h 1972800"/>
              <a:gd name="connsiteX11" fmla="*/ 10286039 w 11362354"/>
              <a:gd name="connsiteY11" fmla="*/ 1763438 h 1972800"/>
              <a:gd name="connsiteX12" fmla="*/ 9781432 w 11362354"/>
              <a:gd name="connsiteY12" fmla="*/ 1763438 h 1972800"/>
              <a:gd name="connsiteX13" fmla="*/ 8877431 w 11362354"/>
              <a:gd name="connsiteY13" fmla="*/ 1544408 h 1972800"/>
              <a:gd name="connsiteX14" fmla="*/ 9382033 w 11362354"/>
              <a:gd name="connsiteY14" fmla="*/ 1544408 h 1972800"/>
              <a:gd name="connsiteX15" fmla="*/ 9382033 w 11362354"/>
              <a:gd name="connsiteY15" fmla="*/ 1763438 h 1972800"/>
              <a:gd name="connsiteX16" fmla="*/ 8877431 w 11362354"/>
              <a:gd name="connsiteY16" fmla="*/ 1763438 h 1972800"/>
              <a:gd name="connsiteX17" fmla="*/ 7955283 w 11362354"/>
              <a:gd name="connsiteY17" fmla="*/ 1544408 h 1972800"/>
              <a:gd name="connsiteX18" fmla="*/ 8501703 w 11362354"/>
              <a:gd name="connsiteY18" fmla="*/ 1544408 h 1972800"/>
              <a:gd name="connsiteX19" fmla="*/ 8501703 w 11362354"/>
              <a:gd name="connsiteY19" fmla="*/ 1763438 h 1972800"/>
              <a:gd name="connsiteX20" fmla="*/ 8046371 w 11362354"/>
              <a:gd name="connsiteY20" fmla="*/ 1763438 h 1972800"/>
              <a:gd name="connsiteX21" fmla="*/ 7193139 w 11362354"/>
              <a:gd name="connsiteY21" fmla="*/ 1544408 h 1972800"/>
              <a:gd name="connsiteX22" fmla="*/ 7648159 w 11362354"/>
              <a:gd name="connsiteY22" fmla="*/ 1544408 h 1972800"/>
              <a:gd name="connsiteX23" fmla="*/ 7648159 w 11362354"/>
              <a:gd name="connsiteY23" fmla="*/ 1763438 h 1972800"/>
              <a:gd name="connsiteX24" fmla="*/ 7193139 w 11362354"/>
              <a:gd name="connsiteY24" fmla="*/ 1763438 h 1972800"/>
              <a:gd name="connsiteX25" fmla="*/ 6188669 w 11362354"/>
              <a:gd name="connsiteY25" fmla="*/ 1544408 h 1972800"/>
              <a:gd name="connsiteX26" fmla="*/ 7080275 w 11362354"/>
              <a:gd name="connsiteY26" fmla="*/ 1544408 h 1972800"/>
              <a:gd name="connsiteX27" fmla="*/ 7080275 w 11362354"/>
              <a:gd name="connsiteY27" fmla="*/ 1763438 h 1972800"/>
              <a:gd name="connsiteX28" fmla="*/ 6188669 w 11362354"/>
              <a:gd name="connsiteY28" fmla="*/ 1763438 h 1972800"/>
              <a:gd name="connsiteX29" fmla="*/ 4886266 w 11362354"/>
              <a:gd name="connsiteY29" fmla="*/ 1544408 h 1972800"/>
              <a:gd name="connsiteX30" fmla="*/ 5979839 w 11362354"/>
              <a:gd name="connsiteY30" fmla="*/ 1544408 h 1972800"/>
              <a:gd name="connsiteX31" fmla="*/ 5557257 w 11362354"/>
              <a:gd name="connsiteY31" fmla="*/ 1763438 h 1972800"/>
              <a:gd name="connsiteX32" fmla="*/ 5308843 w 11362354"/>
              <a:gd name="connsiteY32" fmla="*/ 1763438 h 1972800"/>
              <a:gd name="connsiteX33" fmla="*/ 4886266 w 11362354"/>
              <a:gd name="connsiteY33" fmla="*/ 1544408 h 1972800"/>
              <a:gd name="connsiteX34" fmla="*/ 2285298 w 11362354"/>
              <a:gd name="connsiteY34" fmla="*/ 1544408 h 1972800"/>
              <a:gd name="connsiteX35" fmla="*/ 3183254 w 11362354"/>
              <a:gd name="connsiteY35" fmla="*/ 1544408 h 1972800"/>
              <a:gd name="connsiteX36" fmla="*/ 3183254 w 11362354"/>
              <a:gd name="connsiteY36" fmla="*/ 1763438 h 1972800"/>
              <a:gd name="connsiteX37" fmla="*/ 2285298 w 11362354"/>
              <a:gd name="connsiteY37" fmla="*/ 1763438 h 1972800"/>
              <a:gd name="connsiteX38" fmla="*/ 1699767 w 11362354"/>
              <a:gd name="connsiteY38" fmla="*/ 1544408 h 1972800"/>
              <a:gd name="connsiteX39" fmla="*/ 2161050 w 11362354"/>
              <a:gd name="connsiteY39" fmla="*/ 1544408 h 1972800"/>
              <a:gd name="connsiteX40" fmla="*/ 2265828 w 11362354"/>
              <a:gd name="connsiteY40" fmla="*/ 1763438 h 1972800"/>
              <a:gd name="connsiteX41" fmla="*/ 1796468 w 11362354"/>
              <a:gd name="connsiteY41" fmla="*/ 1763438 h 1972800"/>
              <a:gd name="connsiteX42" fmla="*/ 985097 w 11362354"/>
              <a:gd name="connsiteY42" fmla="*/ 1544408 h 1972800"/>
              <a:gd name="connsiteX43" fmla="*/ 1468672 w 11362354"/>
              <a:gd name="connsiteY43" fmla="*/ 1544408 h 1972800"/>
              <a:gd name="connsiteX44" fmla="*/ 1468672 w 11362354"/>
              <a:gd name="connsiteY44" fmla="*/ 1763438 h 1972800"/>
              <a:gd name="connsiteX45" fmla="*/ 985097 w 11362354"/>
              <a:gd name="connsiteY45" fmla="*/ 1763438 h 1972800"/>
              <a:gd name="connsiteX46" fmla="*/ 0 w 11362354"/>
              <a:gd name="connsiteY46" fmla="*/ 1544408 h 1972800"/>
              <a:gd name="connsiteX47" fmla="*/ 506025 w 11362354"/>
              <a:gd name="connsiteY47" fmla="*/ 1544408 h 1972800"/>
              <a:gd name="connsiteX48" fmla="*/ 506025 w 11362354"/>
              <a:gd name="connsiteY48" fmla="*/ 1763438 h 1972800"/>
              <a:gd name="connsiteX49" fmla="*/ 498505 w 11362354"/>
              <a:gd name="connsiteY49" fmla="*/ 1763438 h 1972800"/>
              <a:gd name="connsiteX50" fmla="*/ 7520 w 11362354"/>
              <a:gd name="connsiteY50" fmla="*/ 1763438 h 1972800"/>
              <a:gd name="connsiteX51" fmla="*/ 0 w 11362354"/>
              <a:gd name="connsiteY51" fmla="*/ 1763438 h 1972800"/>
              <a:gd name="connsiteX52" fmla="*/ 3478763 w 11362354"/>
              <a:gd name="connsiteY52" fmla="*/ 1544407 h 1972800"/>
              <a:gd name="connsiteX53" fmla="*/ 4486152 w 11362354"/>
              <a:gd name="connsiteY53" fmla="*/ 1544407 h 1972800"/>
              <a:gd name="connsiteX54" fmla="*/ 4479313 w 11362354"/>
              <a:gd name="connsiteY54" fmla="*/ 1555187 h 1972800"/>
              <a:gd name="connsiteX55" fmla="*/ 4654042 w 11362354"/>
              <a:gd name="connsiteY55" fmla="*/ 1763437 h 1972800"/>
              <a:gd name="connsiteX56" fmla="*/ 3697470 w 11362354"/>
              <a:gd name="connsiteY56" fmla="*/ 1763437 h 1972800"/>
              <a:gd name="connsiteX57" fmla="*/ 3478763 w 11362354"/>
              <a:gd name="connsiteY57" fmla="*/ 1544407 h 1972800"/>
              <a:gd name="connsiteX58" fmla="*/ 10408772 w 11362354"/>
              <a:gd name="connsiteY58" fmla="*/ 1290902 h 1972800"/>
              <a:gd name="connsiteX59" fmla="*/ 10568570 w 11362354"/>
              <a:gd name="connsiteY59" fmla="*/ 1290902 h 1972800"/>
              <a:gd name="connsiteX60" fmla="*/ 10590729 w 11362354"/>
              <a:gd name="connsiteY60" fmla="*/ 1313870 h 1972800"/>
              <a:gd name="connsiteX61" fmla="*/ 10721250 w 11362354"/>
              <a:gd name="connsiteY61" fmla="*/ 1365562 h 1972800"/>
              <a:gd name="connsiteX62" fmla="*/ 10855315 w 11362354"/>
              <a:gd name="connsiteY62" fmla="*/ 1290902 h 1972800"/>
              <a:gd name="connsiteX63" fmla="*/ 11214890 w 11362354"/>
              <a:gd name="connsiteY63" fmla="*/ 1290902 h 1972800"/>
              <a:gd name="connsiteX64" fmla="*/ 11346112 w 11362354"/>
              <a:gd name="connsiteY64" fmla="*/ 1290902 h 1972800"/>
              <a:gd name="connsiteX65" fmla="*/ 11280882 w 11362354"/>
              <a:gd name="connsiteY65" fmla="*/ 1465414 h 1972800"/>
              <a:gd name="connsiteX66" fmla="*/ 11214890 w 11362354"/>
              <a:gd name="connsiteY66" fmla="*/ 1465414 h 1972800"/>
              <a:gd name="connsiteX67" fmla="*/ 10408772 w 11362354"/>
              <a:gd name="connsiteY67" fmla="*/ 1465414 h 1972800"/>
              <a:gd name="connsiteX68" fmla="*/ 3354588 w 11362354"/>
              <a:gd name="connsiteY68" fmla="*/ 1288169 h 1972800"/>
              <a:gd name="connsiteX69" fmla="*/ 3891084 w 11362354"/>
              <a:gd name="connsiteY69" fmla="*/ 1288169 h 1972800"/>
              <a:gd name="connsiteX70" fmla="*/ 3982693 w 11362354"/>
              <a:gd name="connsiteY70" fmla="*/ 1333215 h 1972800"/>
              <a:gd name="connsiteX71" fmla="*/ 4074304 w 11362354"/>
              <a:gd name="connsiteY71" fmla="*/ 1288169 h 1972800"/>
              <a:gd name="connsiteX72" fmla="*/ 4610046 w 11362354"/>
              <a:gd name="connsiteY72" fmla="*/ 1288169 h 1972800"/>
              <a:gd name="connsiteX73" fmla="*/ 4535426 w 11362354"/>
              <a:gd name="connsiteY73" fmla="*/ 1462313 h 1972800"/>
              <a:gd name="connsiteX74" fmla="*/ 3429061 w 11362354"/>
              <a:gd name="connsiteY74" fmla="*/ 1462313 h 1972800"/>
              <a:gd name="connsiteX75" fmla="*/ 3354588 w 11362354"/>
              <a:gd name="connsiteY75" fmla="*/ 1288169 h 1972800"/>
              <a:gd name="connsiteX76" fmla="*/ 9781432 w 11362354"/>
              <a:gd name="connsiteY76" fmla="*/ 1288165 h 1972800"/>
              <a:gd name="connsiteX77" fmla="*/ 10286039 w 11362354"/>
              <a:gd name="connsiteY77" fmla="*/ 1288165 h 1972800"/>
              <a:gd name="connsiteX78" fmla="*/ 10286039 w 11362354"/>
              <a:gd name="connsiteY78" fmla="*/ 1462314 h 1972800"/>
              <a:gd name="connsiteX79" fmla="*/ 9781432 w 11362354"/>
              <a:gd name="connsiteY79" fmla="*/ 1462314 h 1972800"/>
              <a:gd name="connsiteX80" fmla="*/ 8877431 w 11362354"/>
              <a:gd name="connsiteY80" fmla="*/ 1288165 h 1972800"/>
              <a:gd name="connsiteX81" fmla="*/ 9382033 w 11362354"/>
              <a:gd name="connsiteY81" fmla="*/ 1288165 h 1972800"/>
              <a:gd name="connsiteX82" fmla="*/ 9382033 w 11362354"/>
              <a:gd name="connsiteY82" fmla="*/ 1462314 h 1972800"/>
              <a:gd name="connsiteX83" fmla="*/ 8877431 w 11362354"/>
              <a:gd name="connsiteY83" fmla="*/ 1462314 h 1972800"/>
              <a:gd name="connsiteX84" fmla="*/ 7848731 w 11362354"/>
              <a:gd name="connsiteY84" fmla="*/ 1288165 h 1972800"/>
              <a:gd name="connsiteX85" fmla="*/ 8501703 w 11362354"/>
              <a:gd name="connsiteY85" fmla="*/ 1288165 h 1972800"/>
              <a:gd name="connsiteX86" fmla="*/ 8501703 w 11362354"/>
              <a:gd name="connsiteY86" fmla="*/ 1462314 h 1972800"/>
              <a:gd name="connsiteX87" fmla="*/ 7921150 w 11362354"/>
              <a:gd name="connsiteY87" fmla="*/ 1462314 h 1972800"/>
              <a:gd name="connsiteX88" fmla="*/ 7193139 w 11362354"/>
              <a:gd name="connsiteY88" fmla="*/ 1288165 h 1972800"/>
              <a:gd name="connsiteX89" fmla="*/ 7648159 w 11362354"/>
              <a:gd name="connsiteY89" fmla="*/ 1288165 h 1972800"/>
              <a:gd name="connsiteX90" fmla="*/ 7648159 w 11362354"/>
              <a:gd name="connsiteY90" fmla="*/ 1462314 h 1972800"/>
              <a:gd name="connsiteX91" fmla="*/ 7193139 w 11362354"/>
              <a:gd name="connsiteY91" fmla="*/ 1462314 h 1972800"/>
              <a:gd name="connsiteX92" fmla="*/ 6188669 w 11362354"/>
              <a:gd name="connsiteY92" fmla="*/ 1288165 h 1972800"/>
              <a:gd name="connsiteX93" fmla="*/ 6674501 w 11362354"/>
              <a:gd name="connsiteY93" fmla="*/ 1288165 h 1972800"/>
              <a:gd name="connsiteX94" fmla="*/ 6674501 w 11362354"/>
              <a:gd name="connsiteY94" fmla="*/ 1351991 h 1972800"/>
              <a:gd name="connsiteX95" fmla="*/ 7080275 w 11362354"/>
              <a:gd name="connsiteY95" fmla="*/ 1351991 h 1972800"/>
              <a:gd name="connsiteX96" fmla="*/ 7080275 w 11362354"/>
              <a:gd name="connsiteY96" fmla="*/ 1462314 h 1972800"/>
              <a:gd name="connsiteX97" fmla="*/ 6188669 w 11362354"/>
              <a:gd name="connsiteY97" fmla="*/ 1462314 h 1972800"/>
              <a:gd name="connsiteX98" fmla="*/ 4794722 w 11362354"/>
              <a:gd name="connsiteY98" fmla="*/ 1288165 h 1972800"/>
              <a:gd name="connsiteX99" fmla="*/ 5308313 w 11362354"/>
              <a:gd name="connsiteY99" fmla="*/ 1288165 h 1972800"/>
              <a:gd name="connsiteX100" fmla="*/ 5433050 w 11362354"/>
              <a:gd name="connsiteY100" fmla="*/ 1363467 h 1972800"/>
              <a:gd name="connsiteX101" fmla="*/ 5557791 w 11362354"/>
              <a:gd name="connsiteY101" fmla="*/ 1288165 h 1972800"/>
              <a:gd name="connsiteX102" fmla="*/ 6071387 w 11362354"/>
              <a:gd name="connsiteY102" fmla="*/ 1288165 h 1972800"/>
              <a:gd name="connsiteX103" fmla="*/ 6026879 w 11362354"/>
              <a:gd name="connsiteY103" fmla="*/ 1462314 h 1972800"/>
              <a:gd name="connsiteX104" fmla="*/ 4839225 w 11362354"/>
              <a:gd name="connsiteY104" fmla="*/ 1462314 h 1972800"/>
              <a:gd name="connsiteX105" fmla="*/ 4794722 w 11362354"/>
              <a:gd name="connsiteY105" fmla="*/ 1288165 h 1972800"/>
              <a:gd name="connsiteX106" fmla="*/ 2285298 w 11362354"/>
              <a:gd name="connsiteY106" fmla="*/ 1288165 h 1972800"/>
              <a:gd name="connsiteX107" fmla="*/ 2771132 w 11362354"/>
              <a:gd name="connsiteY107" fmla="*/ 1288165 h 1972800"/>
              <a:gd name="connsiteX108" fmla="*/ 2771132 w 11362354"/>
              <a:gd name="connsiteY108" fmla="*/ 1351991 h 1972800"/>
              <a:gd name="connsiteX109" fmla="*/ 3183254 w 11362354"/>
              <a:gd name="connsiteY109" fmla="*/ 1351991 h 1972800"/>
              <a:gd name="connsiteX110" fmla="*/ 3183254 w 11362354"/>
              <a:gd name="connsiteY110" fmla="*/ 1462314 h 1972800"/>
              <a:gd name="connsiteX111" fmla="*/ 2285298 w 11362354"/>
              <a:gd name="connsiteY111" fmla="*/ 1462314 h 1972800"/>
              <a:gd name="connsiteX112" fmla="*/ 1586644 w 11362354"/>
              <a:gd name="connsiteY112" fmla="*/ 1288165 h 1972800"/>
              <a:gd name="connsiteX113" fmla="*/ 2038472 w 11362354"/>
              <a:gd name="connsiteY113" fmla="*/ 1288165 h 1972800"/>
              <a:gd name="connsiteX114" fmla="*/ 2121783 w 11362354"/>
              <a:gd name="connsiteY114" fmla="*/ 1462314 h 1972800"/>
              <a:gd name="connsiteX115" fmla="*/ 1663530 w 11362354"/>
              <a:gd name="connsiteY115" fmla="*/ 1462314 h 1972800"/>
              <a:gd name="connsiteX116" fmla="*/ 985097 w 11362354"/>
              <a:gd name="connsiteY116" fmla="*/ 1288165 h 1972800"/>
              <a:gd name="connsiteX117" fmla="*/ 1468672 w 11362354"/>
              <a:gd name="connsiteY117" fmla="*/ 1288165 h 1972800"/>
              <a:gd name="connsiteX118" fmla="*/ 1468672 w 11362354"/>
              <a:gd name="connsiteY118" fmla="*/ 1462314 h 1972800"/>
              <a:gd name="connsiteX119" fmla="*/ 985097 w 11362354"/>
              <a:gd name="connsiteY119" fmla="*/ 1462314 h 1972800"/>
              <a:gd name="connsiteX120" fmla="*/ 0 w 11362354"/>
              <a:gd name="connsiteY120" fmla="*/ 1288165 h 1972800"/>
              <a:gd name="connsiteX121" fmla="*/ 506025 w 11362354"/>
              <a:gd name="connsiteY121" fmla="*/ 1288165 h 1972800"/>
              <a:gd name="connsiteX122" fmla="*/ 506025 w 11362354"/>
              <a:gd name="connsiteY122" fmla="*/ 1462314 h 1972800"/>
              <a:gd name="connsiteX123" fmla="*/ 0 w 11362354"/>
              <a:gd name="connsiteY123" fmla="*/ 1462314 h 1972800"/>
              <a:gd name="connsiteX124" fmla="*/ 10408772 w 11362354"/>
              <a:gd name="connsiteY124" fmla="*/ 1157361 h 1972800"/>
              <a:gd name="connsiteX125" fmla="*/ 10468381 w 11362354"/>
              <a:gd name="connsiteY125" fmla="*/ 1208632 h 1972800"/>
              <a:gd name="connsiteX126" fmla="*/ 10408772 w 11362354"/>
              <a:gd name="connsiteY126" fmla="*/ 1208632 h 1972800"/>
              <a:gd name="connsiteX127" fmla="*/ 10816942 w 11362354"/>
              <a:gd name="connsiteY127" fmla="*/ 1078164 h 1972800"/>
              <a:gd name="connsiteX128" fmla="*/ 11358000 w 11362354"/>
              <a:gd name="connsiteY128" fmla="*/ 1078164 h 1972800"/>
              <a:gd name="connsiteX129" fmla="*/ 11359134 w 11362354"/>
              <a:gd name="connsiteY129" fmla="*/ 1208632 h 1972800"/>
              <a:gd name="connsiteX130" fmla="*/ 11359134 w 11362354"/>
              <a:gd name="connsiteY130" fmla="*/ 1208633 h 1972800"/>
              <a:gd name="connsiteX131" fmla="*/ 10871056 w 11362354"/>
              <a:gd name="connsiteY131" fmla="*/ 1208633 h 1972800"/>
              <a:gd name="connsiteX132" fmla="*/ 10871355 w 11362354"/>
              <a:gd name="connsiteY132" fmla="*/ 1205652 h 1972800"/>
              <a:gd name="connsiteX133" fmla="*/ 10808382 w 11362354"/>
              <a:gd name="connsiteY133" fmla="*/ 1078165 h 1972800"/>
              <a:gd name="connsiteX134" fmla="*/ 10816943 w 11362354"/>
              <a:gd name="connsiteY134" fmla="*/ 1078165 h 1972800"/>
              <a:gd name="connsiteX135" fmla="*/ 9781432 w 11362354"/>
              <a:gd name="connsiteY135" fmla="*/ 1075882 h 1972800"/>
              <a:gd name="connsiteX136" fmla="*/ 10286039 w 11362354"/>
              <a:gd name="connsiteY136" fmla="*/ 1075882 h 1972800"/>
              <a:gd name="connsiteX137" fmla="*/ 10286039 w 11362354"/>
              <a:gd name="connsiteY137" fmla="*/ 1206076 h 1972800"/>
              <a:gd name="connsiteX138" fmla="*/ 9781432 w 11362354"/>
              <a:gd name="connsiteY138" fmla="*/ 1206076 h 1972800"/>
              <a:gd name="connsiteX139" fmla="*/ 8877431 w 11362354"/>
              <a:gd name="connsiteY139" fmla="*/ 1075882 h 1972800"/>
              <a:gd name="connsiteX140" fmla="*/ 9382033 w 11362354"/>
              <a:gd name="connsiteY140" fmla="*/ 1075882 h 1972800"/>
              <a:gd name="connsiteX141" fmla="*/ 9382033 w 11362354"/>
              <a:gd name="connsiteY141" fmla="*/ 1206076 h 1972800"/>
              <a:gd name="connsiteX142" fmla="*/ 8877431 w 11362354"/>
              <a:gd name="connsiteY142" fmla="*/ 1206076 h 1972800"/>
              <a:gd name="connsiteX143" fmla="*/ 7760453 w 11362354"/>
              <a:gd name="connsiteY143" fmla="*/ 1075882 h 1972800"/>
              <a:gd name="connsiteX144" fmla="*/ 8501703 w 11362354"/>
              <a:gd name="connsiteY144" fmla="*/ 1075882 h 1972800"/>
              <a:gd name="connsiteX145" fmla="*/ 8501703 w 11362354"/>
              <a:gd name="connsiteY145" fmla="*/ 1206076 h 1972800"/>
              <a:gd name="connsiteX146" fmla="*/ 7814594 w 11362354"/>
              <a:gd name="connsiteY146" fmla="*/ 1206076 h 1972800"/>
              <a:gd name="connsiteX147" fmla="*/ 7193139 w 11362354"/>
              <a:gd name="connsiteY147" fmla="*/ 1075882 h 1972800"/>
              <a:gd name="connsiteX148" fmla="*/ 7648159 w 11362354"/>
              <a:gd name="connsiteY148" fmla="*/ 1075882 h 1972800"/>
              <a:gd name="connsiteX149" fmla="*/ 7648159 w 11362354"/>
              <a:gd name="connsiteY149" fmla="*/ 1206076 h 1972800"/>
              <a:gd name="connsiteX150" fmla="*/ 7193139 w 11362354"/>
              <a:gd name="connsiteY150" fmla="*/ 1206076 h 1972800"/>
              <a:gd name="connsiteX151" fmla="*/ 6188669 w 11362354"/>
              <a:gd name="connsiteY151" fmla="*/ 1075882 h 1972800"/>
              <a:gd name="connsiteX152" fmla="*/ 6674501 w 11362354"/>
              <a:gd name="connsiteY152" fmla="*/ 1075882 h 1972800"/>
              <a:gd name="connsiteX153" fmla="*/ 6674501 w 11362354"/>
              <a:gd name="connsiteY153" fmla="*/ 1206076 h 1972800"/>
              <a:gd name="connsiteX154" fmla="*/ 6188669 w 11362354"/>
              <a:gd name="connsiteY154" fmla="*/ 1206076 h 1972800"/>
              <a:gd name="connsiteX155" fmla="*/ 5574793 w 11362354"/>
              <a:gd name="connsiteY155" fmla="*/ 1075882 h 1972800"/>
              <a:gd name="connsiteX156" fmla="*/ 6073294 w 11362354"/>
              <a:gd name="connsiteY156" fmla="*/ 1075882 h 1972800"/>
              <a:gd name="connsiteX157" fmla="*/ 6073294 w 11362354"/>
              <a:gd name="connsiteY157" fmla="*/ 1206076 h 1972800"/>
              <a:gd name="connsiteX158" fmla="*/ 5574793 w 11362354"/>
              <a:gd name="connsiteY158" fmla="*/ 1206076 h 1972800"/>
              <a:gd name="connsiteX159" fmla="*/ 4792811 w 11362354"/>
              <a:gd name="connsiteY159" fmla="*/ 1075882 h 1972800"/>
              <a:gd name="connsiteX160" fmla="*/ 5291307 w 11362354"/>
              <a:gd name="connsiteY160" fmla="*/ 1075882 h 1972800"/>
              <a:gd name="connsiteX161" fmla="*/ 5291307 w 11362354"/>
              <a:gd name="connsiteY161" fmla="*/ 1206076 h 1972800"/>
              <a:gd name="connsiteX162" fmla="*/ 4792811 w 11362354"/>
              <a:gd name="connsiteY162" fmla="*/ 1206076 h 1972800"/>
              <a:gd name="connsiteX163" fmla="*/ 2285298 w 11362354"/>
              <a:gd name="connsiteY163" fmla="*/ 1075882 h 1972800"/>
              <a:gd name="connsiteX164" fmla="*/ 2771132 w 11362354"/>
              <a:gd name="connsiteY164" fmla="*/ 1075882 h 1972800"/>
              <a:gd name="connsiteX165" fmla="*/ 2771132 w 11362354"/>
              <a:gd name="connsiteY165" fmla="*/ 1206076 h 1972800"/>
              <a:gd name="connsiteX166" fmla="*/ 2285298 w 11362354"/>
              <a:gd name="connsiteY166" fmla="*/ 1206076 h 1972800"/>
              <a:gd name="connsiteX167" fmla="*/ 1492927 w 11362354"/>
              <a:gd name="connsiteY167" fmla="*/ 1075882 h 1972800"/>
              <a:gd name="connsiteX168" fmla="*/ 1945589 w 11362354"/>
              <a:gd name="connsiteY168" fmla="*/ 1075882 h 1972800"/>
              <a:gd name="connsiteX169" fmla="*/ 1940491 w 11362354"/>
              <a:gd name="connsiteY169" fmla="*/ 1080455 h 1972800"/>
              <a:gd name="connsiteX170" fmla="*/ 1939110 w 11362354"/>
              <a:gd name="connsiteY170" fmla="*/ 1080455 h 1972800"/>
              <a:gd name="connsiteX171" fmla="*/ 1939524 w 11362354"/>
              <a:gd name="connsiteY171" fmla="*/ 1081320 h 1972800"/>
              <a:gd name="connsiteX172" fmla="*/ 1938345 w 11362354"/>
              <a:gd name="connsiteY172" fmla="*/ 1082361 h 1972800"/>
              <a:gd name="connsiteX173" fmla="*/ 1940022 w 11362354"/>
              <a:gd name="connsiteY173" fmla="*/ 1082361 h 1972800"/>
              <a:gd name="connsiteX174" fmla="*/ 1999205 w 11362354"/>
              <a:gd name="connsiteY174" fmla="*/ 1206076 h 1972800"/>
              <a:gd name="connsiteX175" fmla="*/ 1550403 w 11362354"/>
              <a:gd name="connsiteY175" fmla="*/ 1206076 h 1972800"/>
              <a:gd name="connsiteX176" fmla="*/ 985097 w 11362354"/>
              <a:gd name="connsiteY176" fmla="*/ 1075882 h 1972800"/>
              <a:gd name="connsiteX177" fmla="*/ 1468672 w 11362354"/>
              <a:gd name="connsiteY177" fmla="*/ 1075882 h 1972800"/>
              <a:gd name="connsiteX178" fmla="*/ 1468672 w 11362354"/>
              <a:gd name="connsiteY178" fmla="*/ 1206076 h 1972800"/>
              <a:gd name="connsiteX179" fmla="*/ 985097 w 11362354"/>
              <a:gd name="connsiteY179" fmla="*/ 1206076 h 1972800"/>
              <a:gd name="connsiteX180" fmla="*/ 0 w 11362354"/>
              <a:gd name="connsiteY180" fmla="*/ 1075882 h 1972800"/>
              <a:gd name="connsiteX181" fmla="*/ 877145 w 11362354"/>
              <a:gd name="connsiteY181" fmla="*/ 1075882 h 1972800"/>
              <a:gd name="connsiteX182" fmla="*/ 877145 w 11362354"/>
              <a:gd name="connsiteY182" fmla="*/ 1098345 h 1972800"/>
              <a:gd name="connsiteX183" fmla="*/ 869625 w 11362354"/>
              <a:gd name="connsiteY183" fmla="*/ 1098345 h 1972800"/>
              <a:gd name="connsiteX184" fmla="*/ 506025 w 11362354"/>
              <a:gd name="connsiteY184" fmla="*/ 1098345 h 1972800"/>
              <a:gd name="connsiteX185" fmla="*/ 506025 w 11362354"/>
              <a:gd name="connsiteY185" fmla="*/ 1206076 h 1972800"/>
              <a:gd name="connsiteX186" fmla="*/ 0 w 11362354"/>
              <a:gd name="connsiteY186" fmla="*/ 1206076 h 1972800"/>
              <a:gd name="connsiteX187" fmla="*/ 4174413 w 11362354"/>
              <a:gd name="connsiteY187" fmla="*/ 1075881 h 1972800"/>
              <a:gd name="connsiteX188" fmla="*/ 4660572 w 11362354"/>
              <a:gd name="connsiteY188" fmla="*/ 1075881 h 1972800"/>
              <a:gd name="connsiteX189" fmla="*/ 4633997 w 11362354"/>
              <a:gd name="connsiteY189" fmla="*/ 1206075 h 1972800"/>
              <a:gd name="connsiteX190" fmla="*/ 4129883 w 11362354"/>
              <a:gd name="connsiteY190" fmla="*/ 1206075 h 1972800"/>
              <a:gd name="connsiteX191" fmla="*/ 4174413 w 11362354"/>
              <a:gd name="connsiteY191" fmla="*/ 1075881 h 1972800"/>
              <a:gd name="connsiteX192" fmla="*/ 3305162 w 11362354"/>
              <a:gd name="connsiteY192" fmla="*/ 1075881 h 1972800"/>
              <a:gd name="connsiteX193" fmla="*/ 3790976 w 11362354"/>
              <a:gd name="connsiteY193" fmla="*/ 1075881 h 1972800"/>
              <a:gd name="connsiteX194" fmla="*/ 3835506 w 11362354"/>
              <a:gd name="connsiteY194" fmla="*/ 1206075 h 1972800"/>
              <a:gd name="connsiteX195" fmla="*/ 3330959 w 11362354"/>
              <a:gd name="connsiteY195" fmla="*/ 1206075 h 1972800"/>
              <a:gd name="connsiteX196" fmla="*/ 3305162 w 11362354"/>
              <a:gd name="connsiteY196" fmla="*/ 1075881 h 1972800"/>
              <a:gd name="connsiteX197" fmla="*/ 10587776 w 11362354"/>
              <a:gd name="connsiteY197" fmla="*/ 879486 h 1972800"/>
              <a:gd name="connsiteX198" fmla="*/ 11280821 w 11362354"/>
              <a:gd name="connsiteY198" fmla="*/ 879486 h 1972800"/>
              <a:gd name="connsiteX199" fmla="*/ 11338792 w 11362354"/>
              <a:gd name="connsiteY199" fmla="*/ 993628 h 1972800"/>
              <a:gd name="connsiteX200" fmla="*/ 10727828 w 11362354"/>
              <a:gd name="connsiteY200" fmla="*/ 995899 h 1972800"/>
              <a:gd name="connsiteX201" fmla="*/ 9781432 w 11362354"/>
              <a:gd name="connsiteY201" fmla="*/ 877625 h 1972800"/>
              <a:gd name="connsiteX202" fmla="*/ 10286039 w 11362354"/>
              <a:gd name="connsiteY202" fmla="*/ 877625 h 1972800"/>
              <a:gd name="connsiteX203" fmla="*/ 10286039 w 11362354"/>
              <a:gd name="connsiteY203" fmla="*/ 993788 h 1972800"/>
              <a:gd name="connsiteX204" fmla="*/ 9781432 w 11362354"/>
              <a:gd name="connsiteY204" fmla="*/ 993788 h 1972800"/>
              <a:gd name="connsiteX205" fmla="*/ 8877431 w 11362354"/>
              <a:gd name="connsiteY205" fmla="*/ 877625 h 1972800"/>
              <a:gd name="connsiteX206" fmla="*/ 9382033 w 11362354"/>
              <a:gd name="connsiteY206" fmla="*/ 877625 h 1972800"/>
              <a:gd name="connsiteX207" fmla="*/ 9382033 w 11362354"/>
              <a:gd name="connsiteY207" fmla="*/ 993788 h 1972800"/>
              <a:gd name="connsiteX208" fmla="*/ 8877431 w 11362354"/>
              <a:gd name="connsiteY208" fmla="*/ 993788 h 1972800"/>
              <a:gd name="connsiteX209" fmla="*/ 7678004 w 11362354"/>
              <a:gd name="connsiteY209" fmla="*/ 877625 h 1972800"/>
              <a:gd name="connsiteX210" fmla="*/ 8501703 w 11362354"/>
              <a:gd name="connsiteY210" fmla="*/ 877625 h 1972800"/>
              <a:gd name="connsiteX211" fmla="*/ 8501703 w 11362354"/>
              <a:gd name="connsiteY211" fmla="*/ 993788 h 1972800"/>
              <a:gd name="connsiteX212" fmla="*/ 7726316 w 11362354"/>
              <a:gd name="connsiteY212" fmla="*/ 993788 h 1972800"/>
              <a:gd name="connsiteX213" fmla="*/ 7193139 w 11362354"/>
              <a:gd name="connsiteY213" fmla="*/ 877625 h 1972800"/>
              <a:gd name="connsiteX214" fmla="*/ 7648159 w 11362354"/>
              <a:gd name="connsiteY214" fmla="*/ 877625 h 1972800"/>
              <a:gd name="connsiteX215" fmla="*/ 7648159 w 11362354"/>
              <a:gd name="connsiteY215" fmla="*/ 993788 h 1972800"/>
              <a:gd name="connsiteX216" fmla="*/ 7193139 w 11362354"/>
              <a:gd name="connsiteY216" fmla="*/ 993788 h 1972800"/>
              <a:gd name="connsiteX217" fmla="*/ 6188669 w 11362354"/>
              <a:gd name="connsiteY217" fmla="*/ 877625 h 1972800"/>
              <a:gd name="connsiteX218" fmla="*/ 7056268 w 11362354"/>
              <a:gd name="connsiteY218" fmla="*/ 877625 h 1972800"/>
              <a:gd name="connsiteX219" fmla="*/ 7056268 w 11362354"/>
              <a:gd name="connsiteY219" fmla="*/ 988326 h 1972800"/>
              <a:gd name="connsiteX220" fmla="*/ 6674501 w 11362354"/>
              <a:gd name="connsiteY220" fmla="*/ 988326 h 1972800"/>
              <a:gd name="connsiteX221" fmla="*/ 6674501 w 11362354"/>
              <a:gd name="connsiteY221" fmla="*/ 993788 h 1972800"/>
              <a:gd name="connsiteX222" fmla="*/ 6188669 w 11362354"/>
              <a:gd name="connsiteY222" fmla="*/ 993788 h 1972800"/>
              <a:gd name="connsiteX223" fmla="*/ 5574793 w 11362354"/>
              <a:gd name="connsiteY223" fmla="*/ 877625 h 1972800"/>
              <a:gd name="connsiteX224" fmla="*/ 6073294 w 11362354"/>
              <a:gd name="connsiteY224" fmla="*/ 877625 h 1972800"/>
              <a:gd name="connsiteX225" fmla="*/ 6073294 w 11362354"/>
              <a:gd name="connsiteY225" fmla="*/ 993788 h 1972800"/>
              <a:gd name="connsiteX226" fmla="*/ 5574793 w 11362354"/>
              <a:gd name="connsiteY226" fmla="*/ 993788 h 1972800"/>
              <a:gd name="connsiteX227" fmla="*/ 4792811 w 11362354"/>
              <a:gd name="connsiteY227" fmla="*/ 877625 h 1972800"/>
              <a:gd name="connsiteX228" fmla="*/ 5291307 w 11362354"/>
              <a:gd name="connsiteY228" fmla="*/ 877625 h 1972800"/>
              <a:gd name="connsiteX229" fmla="*/ 5291307 w 11362354"/>
              <a:gd name="connsiteY229" fmla="*/ 993788 h 1972800"/>
              <a:gd name="connsiteX230" fmla="*/ 4792811 w 11362354"/>
              <a:gd name="connsiteY230" fmla="*/ 993788 h 1972800"/>
              <a:gd name="connsiteX231" fmla="*/ 2285298 w 11362354"/>
              <a:gd name="connsiteY231" fmla="*/ 877625 h 1972800"/>
              <a:gd name="connsiteX232" fmla="*/ 3161500 w 11362354"/>
              <a:gd name="connsiteY232" fmla="*/ 877625 h 1972800"/>
              <a:gd name="connsiteX233" fmla="*/ 3161500 w 11362354"/>
              <a:gd name="connsiteY233" fmla="*/ 988326 h 1972800"/>
              <a:gd name="connsiteX234" fmla="*/ 2771132 w 11362354"/>
              <a:gd name="connsiteY234" fmla="*/ 988326 h 1972800"/>
              <a:gd name="connsiteX235" fmla="*/ 2771132 w 11362354"/>
              <a:gd name="connsiteY235" fmla="*/ 993788 h 1972800"/>
              <a:gd name="connsiteX236" fmla="*/ 2285298 w 11362354"/>
              <a:gd name="connsiteY236" fmla="*/ 993788 h 1972800"/>
              <a:gd name="connsiteX237" fmla="*/ 985097 w 11362354"/>
              <a:gd name="connsiteY237" fmla="*/ 877625 h 1972800"/>
              <a:gd name="connsiteX238" fmla="*/ 2107746 w 11362354"/>
              <a:gd name="connsiteY238" fmla="*/ 877625 h 1972800"/>
              <a:gd name="connsiteX239" fmla="*/ 2028664 w 11362354"/>
              <a:gd name="connsiteY239" fmla="*/ 993788 h 1972800"/>
              <a:gd name="connsiteX240" fmla="*/ 985097 w 11362354"/>
              <a:gd name="connsiteY240" fmla="*/ 993788 h 1972800"/>
              <a:gd name="connsiteX241" fmla="*/ 0 w 11362354"/>
              <a:gd name="connsiteY241" fmla="*/ 877625 h 1972800"/>
              <a:gd name="connsiteX242" fmla="*/ 877145 w 11362354"/>
              <a:gd name="connsiteY242" fmla="*/ 877625 h 1972800"/>
              <a:gd name="connsiteX243" fmla="*/ 877145 w 11362354"/>
              <a:gd name="connsiteY243" fmla="*/ 993788 h 1972800"/>
              <a:gd name="connsiteX244" fmla="*/ 0 w 11362354"/>
              <a:gd name="connsiteY244" fmla="*/ 993788 h 1972800"/>
              <a:gd name="connsiteX245" fmla="*/ 4199211 w 11362354"/>
              <a:gd name="connsiteY245" fmla="*/ 877624 h 1972800"/>
              <a:gd name="connsiteX246" fmla="*/ 4674176 w 11362354"/>
              <a:gd name="connsiteY246" fmla="*/ 877624 h 1972800"/>
              <a:gd name="connsiteX247" fmla="*/ 4674332 w 11362354"/>
              <a:gd name="connsiteY247" fmla="*/ 883528 h 1972800"/>
              <a:gd name="connsiteX248" fmla="*/ 4669465 w 11362354"/>
              <a:gd name="connsiteY248" fmla="*/ 993787 h 1972800"/>
              <a:gd name="connsiteX249" fmla="*/ 4189743 w 11362354"/>
              <a:gd name="connsiteY249" fmla="*/ 993787 h 1972800"/>
              <a:gd name="connsiteX250" fmla="*/ 4199211 w 11362354"/>
              <a:gd name="connsiteY250" fmla="*/ 877624 h 1972800"/>
              <a:gd name="connsiteX251" fmla="*/ 3291213 w 11362354"/>
              <a:gd name="connsiteY251" fmla="*/ 877624 h 1972800"/>
              <a:gd name="connsiteX252" fmla="*/ 3766173 w 11362354"/>
              <a:gd name="connsiteY252" fmla="*/ 877624 h 1972800"/>
              <a:gd name="connsiteX253" fmla="*/ 3775650 w 11362354"/>
              <a:gd name="connsiteY253" fmla="*/ 993787 h 1972800"/>
              <a:gd name="connsiteX254" fmla="*/ 3295989 w 11362354"/>
              <a:gd name="connsiteY254" fmla="*/ 993787 h 1972800"/>
              <a:gd name="connsiteX255" fmla="*/ 3291057 w 11362354"/>
              <a:gd name="connsiteY255" fmla="*/ 883528 h 1972800"/>
              <a:gd name="connsiteX256" fmla="*/ 10461146 w 11362354"/>
              <a:gd name="connsiteY256" fmla="*/ 710797 h 1972800"/>
              <a:gd name="connsiteX257" fmla="*/ 11109160 w 11362354"/>
              <a:gd name="connsiteY257" fmla="*/ 710797 h 1972800"/>
              <a:gd name="connsiteX258" fmla="*/ 11109162 w 11362354"/>
              <a:gd name="connsiteY258" fmla="*/ 710798 h 1972800"/>
              <a:gd name="connsiteX259" fmla="*/ 11121245 w 11362354"/>
              <a:gd name="connsiteY259" fmla="*/ 710798 h 1972800"/>
              <a:gd name="connsiteX260" fmla="*/ 11122337 w 11362354"/>
              <a:gd name="connsiteY260" fmla="*/ 711693 h 1972800"/>
              <a:gd name="connsiteX261" fmla="*/ 11118350 w 11362354"/>
              <a:gd name="connsiteY261" fmla="*/ 711693 h 1972800"/>
              <a:gd name="connsiteX262" fmla="*/ 11213739 w 11362354"/>
              <a:gd name="connsiteY262" fmla="*/ 797219 h 1972800"/>
              <a:gd name="connsiteX263" fmla="*/ 10517279 w 11362354"/>
              <a:gd name="connsiteY263" fmla="*/ 797218 h 1972800"/>
              <a:gd name="connsiteX264" fmla="*/ 10461146 w 11362354"/>
              <a:gd name="connsiteY264" fmla="*/ 710797 h 1972800"/>
              <a:gd name="connsiteX265" fmla="*/ 9781432 w 11362354"/>
              <a:gd name="connsiteY265" fmla="*/ 709293 h 1972800"/>
              <a:gd name="connsiteX266" fmla="*/ 10286039 w 11362354"/>
              <a:gd name="connsiteY266" fmla="*/ 709293 h 1972800"/>
              <a:gd name="connsiteX267" fmla="*/ 10286039 w 11362354"/>
              <a:gd name="connsiteY267" fmla="*/ 795531 h 1972800"/>
              <a:gd name="connsiteX268" fmla="*/ 9781432 w 11362354"/>
              <a:gd name="connsiteY268" fmla="*/ 795531 h 1972800"/>
              <a:gd name="connsiteX269" fmla="*/ 8877431 w 11362354"/>
              <a:gd name="connsiteY269" fmla="*/ 709293 h 1972800"/>
              <a:gd name="connsiteX270" fmla="*/ 9382033 w 11362354"/>
              <a:gd name="connsiteY270" fmla="*/ 709293 h 1972800"/>
              <a:gd name="connsiteX271" fmla="*/ 9382033 w 11362354"/>
              <a:gd name="connsiteY271" fmla="*/ 795531 h 1972800"/>
              <a:gd name="connsiteX272" fmla="*/ 8877431 w 11362354"/>
              <a:gd name="connsiteY272" fmla="*/ 795531 h 1972800"/>
              <a:gd name="connsiteX273" fmla="*/ 8042875 w 11362354"/>
              <a:gd name="connsiteY273" fmla="*/ 709293 h 1972800"/>
              <a:gd name="connsiteX274" fmla="*/ 8501703 w 11362354"/>
              <a:gd name="connsiteY274" fmla="*/ 709293 h 1972800"/>
              <a:gd name="connsiteX275" fmla="*/ 8501703 w 11362354"/>
              <a:gd name="connsiteY275" fmla="*/ 795531 h 1972800"/>
              <a:gd name="connsiteX276" fmla="*/ 8042875 w 11362354"/>
              <a:gd name="connsiteY276" fmla="*/ 795531 h 1972800"/>
              <a:gd name="connsiteX277" fmla="*/ 7193139 w 11362354"/>
              <a:gd name="connsiteY277" fmla="*/ 709293 h 1972800"/>
              <a:gd name="connsiteX278" fmla="*/ 7996240 w 11362354"/>
              <a:gd name="connsiteY278" fmla="*/ 709293 h 1972800"/>
              <a:gd name="connsiteX279" fmla="*/ 8036152 w 11362354"/>
              <a:gd name="connsiteY279" fmla="*/ 795531 h 1972800"/>
              <a:gd name="connsiteX280" fmla="*/ 7193139 w 11362354"/>
              <a:gd name="connsiteY280" fmla="*/ 795531 h 1972800"/>
              <a:gd name="connsiteX281" fmla="*/ 6188669 w 11362354"/>
              <a:gd name="connsiteY281" fmla="*/ 709293 h 1972800"/>
              <a:gd name="connsiteX282" fmla="*/ 6674501 w 11362354"/>
              <a:gd name="connsiteY282" fmla="*/ 709293 h 1972800"/>
              <a:gd name="connsiteX283" fmla="*/ 6674501 w 11362354"/>
              <a:gd name="connsiteY283" fmla="*/ 714671 h 1972800"/>
              <a:gd name="connsiteX284" fmla="*/ 7056268 w 11362354"/>
              <a:gd name="connsiteY284" fmla="*/ 714671 h 1972800"/>
              <a:gd name="connsiteX285" fmla="*/ 7056268 w 11362354"/>
              <a:gd name="connsiteY285" fmla="*/ 795531 h 1972800"/>
              <a:gd name="connsiteX286" fmla="*/ 6188669 w 11362354"/>
              <a:gd name="connsiteY286" fmla="*/ 795531 h 1972800"/>
              <a:gd name="connsiteX287" fmla="*/ 5574793 w 11362354"/>
              <a:gd name="connsiteY287" fmla="*/ 709293 h 1972800"/>
              <a:gd name="connsiteX288" fmla="*/ 6073294 w 11362354"/>
              <a:gd name="connsiteY288" fmla="*/ 709293 h 1972800"/>
              <a:gd name="connsiteX289" fmla="*/ 6073294 w 11362354"/>
              <a:gd name="connsiteY289" fmla="*/ 795531 h 1972800"/>
              <a:gd name="connsiteX290" fmla="*/ 5574793 w 11362354"/>
              <a:gd name="connsiteY290" fmla="*/ 795531 h 1972800"/>
              <a:gd name="connsiteX291" fmla="*/ 4792811 w 11362354"/>
              <a:gd name="connsiteY291" fmla="*/ 709293 h 1972800"/>
              <a:gd name="connsiteX292" fmla="*/ 5291307 w 11362354"/>
              <a:gd name="connsiteY292" fmla="*/ 709293 h 1972800"/>
              <a:gd name="connsiteX293" fmla="*/ 5291307 w 11362354"/>
              <a:gd name="connsiteY293" fmla="*/ 795531 h 1972800"/>
              <a:gd name="connsiteX294" fmla="*/ 4792811 w 11362354"/>
              <a:gd name="connsiteY294" fmla="*/ 795531 h 1972800"/>
              <a:gd name="connsiteX295" fmla="*/ 2285298 w 11362354"/>
              <a:gd name="connsiteY295" fmla="*/ 709293 h 1972800"/>
              <a:gd name="connsiteX296" fmla="*/ 2771132 w 11362354"/>
              <a:gd name="connsiteY296" fmla="*/ 709293 h 1972800"/>
              <a:gd name="connsiteX297" fmla="*/ 2771132 w 11362354"/>
              <a:gd name="connsiteY297" fmla="*/ 714671 h 1972800"/>
              <a:gd name="connsiteX298" fmla="*/ 3161500 w 11362354"/>
              <a:gd name="connsiteY298" fmla="*/ 714671 h 1972800"/>
              <a:gd name="connsiteX299" fmla="*/ 3161500 w 11362354"/>
              <a:gd name="connsiteY299" fmla="*/ 795531 h 1972800"/>
              <a:gd name="connsiteX300" fmla="*/ 2285298 w 11362354"/>
              <a:gd name="connsiteY300" fmla="*/ 795531 h 1972800"/>
              <a:gd name="connsiteX301" fmla="*/ 1709143 w 11362354"/>
              <a:gd name="connsiteY301" fmla="*/ 709293 h 1972800"/>
              <a:gd name="connsiteX302" fmla="*/ 2169670 w 11362354"/>
              <a:gd name="connsiteY302" fmla="*/ 709293 h 1972800"/>
              <a:gd name="connsiteX303" fmla="*/ 2145130 w 11362354"/>
              <a:gd name="connsiteY303" fmla="*/ 795531 h 1972800"/>
              <a:gd name="connsiteX304" fmla="*/ 1595923 w 11362354"/>
              <a:gd name="connsiteY304" fmla="*/ 795531 h 1972800"/>
              <a:gd name="connsiteX305" fmla="*/ 1709143 w 11362354"/>
              <a:gd name="connsiteY305" fmla="*/ 709293 h 1972800"/>
              <a:gd name="connsiteX306" fmla="*/ 985097 w 11362354"/>
              <a:gd name="connsiteY306" fmla="*/ 709293 h 1972800"/>
              <a:gd name="connsiteX307" fmla="*/ 1469893 w 11362354"/>
              <a:gd name="connsiteY307" fmla="*/ 709293 h 1972800"/>
              <a:gd name="connsiteX308" fmla="*/ 1469893 w 11362354"/>
              <a:gd name="connsiteY308" fmla="*/ 795531 h 1972800"/>
              <a:gd name="connsiteX309" fmla="*/ 985097 w 11362354"/>
              <a:gd name="connsiteY309" fmla="*/ 795531 h 1972800"/>
              <a:gd name="connsiteX310" fmla="*/ 0 w 11362354"/>
              <a:gd name="connsiteY310" fmla="*/ 709293 h 1972800"/>
              <a:gd name="connsiteX311" fmla="*/ 877145 w 11362354"/>
              <a:gd name="connsiteY311" fmla="*/ 709293 h 1972800"/>
              <a:gd name="connsiteX312" fmla="*/ 877145 w 11362354"/>
              <a:gd name="connsiteY312" fmla="*/ 795531 h 1972800"/>
              <a:gd name="connsiteX313" fmla="*/ 0 w 11362354"/>
              <a:gd name="connsiteY313" fmla="*/ 795531 h 1972800"/>
              <a:gd name="connsiteX314" fmla="*/ 4189251 w 11362354"/>
              <a:gd name="connsiteY314" fmla="*/ 709292 h 1972800"/>
              <a:gd name="connsiteX315" fmla="*/ 4662658 w 11362354"/>
              <a:gd name="connsiteY315" fmla="*/ 709292 h 1972800"/>
              <a:gd name="connsiteX316" fmla="*/ 4671191 w 11362354"/>
              <a:gd name="connsiteY316" fmla="*/ 795530 h 1972800"/>
              <a:gd name="connsiteX317" fmla="*/ 4197682 w 11362354"/>
              <a:gd name="connsiteY317" fmla="*/ 795530 h 1972800"/>
              <a:gd name="connsiteX318" fmla="*/ 4189251 w 11362354"/>
              <a:gd name="connsiteY318" fmla="*/ 709292 h 1972800"/>
              <a:gd name="connsiteX319" fmla="*/ 3302730 w 11362354"/>
              <a:gd name="connsiteY319" fmla="*/ 709292 h 1972800"/>
              <a:gd name="connsiteX320" fmla="*/ 3776138 w 11362354"/>
              <a:gd name="connsiteY320" fmla="*/ 709292 h 1972800"/>
              <a:gd name="connsiteX321" fmla="*/ 3767701 w 11362354"/>
              <a:gd name="connsiteY321" fmla="*/ 795530 h 1972800"/>
              <a:gd name="connsiteX322" fmla="*/ 3294197 w 11362354"/>
              <a:gd name="connsiteY322" fmla="*/ 795530 h 1972800"/>
              <a:gd name="connsiteX323" fmla="*/ 3302730 w 11362354"/>
              <a:gd name="connsiteY323" fmla="*/ 709292 h 1972800"/>
              <a:gd name="connsiteX324" fmla="*/ 10418948 w 11362354"/>
              <a:gd name="connsiteY324" fmla="*/ 565540 h 1972800"/>
              <a:gd name="connsiteX325" fmla="*/ 10949595 w 11362354"/>
              <a:gd name="connsiteY325" fmla="*/ 565540 h 1972800"/>
              <a:gd name="connsiteX326" fmla="*/ 10964075 w 11362354"/>
              <a:gd name="connsiteY326" fmla="*/ 577567 h 1972800"/>
              <a:gd name="connsiteX327" fmla="*/ 11026395 w 11362354"/>
              <a:gd name="connsiteY327" fmla="*/ 628529 h 1972800"/>
              <a:gd name="connsiteX328" fmla="*/ 10434083 w 11362354"/>
              <a:gd name="connsiteY328" fmla="*/ 628529 h 1972800"/>
              <a:gd name="connsiteX329" fmla="*/ 10418948 w 11362354"/>
              <a:gd name="connsiteY329" fmla="*/ 565540 h 1972800"/>
              <a:gd name="connsiteX330" fmla="*/ 9781432 w 11362354"/>
              <a:gd name="connsiteY330" fmla="*/ 564344 h 1972800"/>
              <a:gd name="connsiteX331" fmla="*/ 10286039 w 11362354"/>
              <a:gd name="connsiteY331" fmla="*/ 564344 h 1972800"/>
              <a:gd name="connsiteX332" fmla="*/ 10286039 w 11362354"/>
              <a:gd name="connsiteY332" fmla="*/ 627199 h 1972800"/>
              <a:gd name="connsiteX333" fmla="*/ 9781432 w 11362354"/>
              <a:gd name="connsiteY333" fmla="*/ 627199 h 1972800"/>
              <a:gd name="connsiteX334" fmla="*/ 8877431 w 11362354"/>
              <a:gd name="connsiteY334" fmla="*/ 564344 h 1972800"/>
              <a:gd name="connsiteX335" fmla="*/ 9382033 w 11362354"/>
              <a:gd name="connsiteY335" fmla="*/ 564344 h 1972800"/>
              <a:gd name="connsiteX336" fmla="*/ 9382033 w 11362354"/>
              <a:gd name="connsiteY336" fmla="*/ 627199 h 1972800"/>
              <a:gd name="connsiteX337" fmla="*/ 8877431 w 11362354"/>
              <a:gd name="connsiteY337" fmla="*/ 627199 h 1972800"/>
              <a:gd name="connsiteX338" fmla="*/ 8042875 w 11362354"/>
              <a:gd name="connsiteY338" fmla="*/ 564344 h 1972800"/>
              <a:gd name="connsiteX339" fmla="*/ 8501703 w 11362354"/>
              <a:gd name="connsiteY339" fmla="*/ 564344 h 1972800"/>
              <a:gd name="connsiteX340" fmla="*/ 8501703 w 11362354"/>
              <a:gd name="connsiteY340" fmla="*/ 627199 h 1972800"/>
              <a:gd name="connsiteX341" fmla="*/ 8042875 w 11362354"/>
              <a:gd name="connsiteY341" fmla="*/ 627199 h 1972800"/>
              <a:gd name="connsiteX342" fmla="*/ 7193139 w 11362354"/>
              <a:gd name="connsiteY342" fmla="*/ 564344 h 1972800"/>
              <a:gd name="connsiteX343" fmla="*/ 7929154 w 11362354"/>
              <a:gd name="connsiteY343" fmla="*/ 564344 h 1972800"/>
              <a:gd name="connsiteX344" fmla="*/ 7958244 w 11362354"/>
              <a:gd name="connsiteY344" fmla="*/ 627199 h 1972800"/>
              <a:gd name="connsiteX345" fmla="*/ 7193139 w 11362354"/>
              <a:gd name="connsiteY345" fmla="*/ 627199 h 1972800"/>
              <a:gd name="connsiteX346" fmla="*/ 6188669 w 11362354"/>
              <a:gd name="connsiteY346" fmla="*/ 564344 h 1972800"/>
              <a:gd name="connsiteX347" fmla="*/ 6674501 w 11362354"/>
              <a:gd name="connsiteY347" fmla="*/ 564344 h 1972800"/>
              <a:gd name="connsiteX348" fmla="*/ 6674501 w 11362354"/>
              <a:gd name="connsiteY348" fmla="*/ 627199 h 1972800"/>
              <a:gd name="connsiteX349" fmla="*/ 6188669 w 11362354"/>
              <a:gd name="connsiteY349" fmla="*/ 627199 h 1972800"/>
              <a:gd name="connsiteX350" fmla="*/ 5574793 w 11362354"/>
              <a:gd name="connsiteY350" fmla="*/ 564344 h 1972800"/>
              <a:gd name="connsiteX351" fmla="*/ 6073294 w 11362354"/>
              <a:gd name="connsiteY351" fmla="*/ 564344 h 1972800"/>
              <a:gd name="connsiteX352" fmla="*/ 6073294 w 11362354"/>
              <a:gd name="connsiteY352" fmla="*/ 627199 h 1972800"/>
              <a:gd name="connsiteX353" fmla="*/ 5574793 w 11362354"/>
              <a:gd name="connsiteY353" fmla="*/ 627199 h 1972800"/>
              <a:gd name="connsiteX354" fmla="*/ 4792811 w 11362354"/>
              <a:gd name="connsiteY354" fmla="*/ 564344 h 1972800"/>
              <a:gd name="connsiteX355" fmla="*/ 5291307 w 11362354"/>
              <a:gd name="connsiteY355" fmla="*/ 564344 h 1972800"/>
              <a:gd name="connsiteX356" fmla="*/ 5291307 w 11362354"/>
              <a:gd name="connsiteY356" fmla="*/ 627199 h 1972800"/>
              <a:gd name="connsiteX357" fmla="*/ 4792811 w 11362354"/>
              <a:gd name="connsiteY357" fmla="*/ 627199 h 1972800"/>
              <a:gd name="connsiteX358" fmla="*/ 2285298 w 11362354"/>
              <a:gd name="connsiteY358" fmla="*/ 564344 h 1972800"/>
              <a:gd name="connsiteX359" fmla="*/ 2771132 w 11362354"/>
              <a:gd name="connsiteY359" fmla="*/ 564344 h 1972800"/>
              <a:gd name="connsiteX360" fmla="*/ 2771132 w 11362354"/>
              <a:gd name="connsiteY360" fmla="*/ 627199 h 1972800"/>
              <a:gd name="connsiteX361" fmla="*/ 2285298 w 11362354"/>
              <a:gd name="connsiteY361" fmla="*/ 627199 h 1972800"/>
              <a:gd name="connsiteX362" fmla="*/ 1743635 w 11362354"/>
              <a:gd name="connsiteY362" fmla="*/ 564344 h 1972800"/>
              <a:gd name="connsiteX363" fmla="*/ 2184512 w 11362354"/>
              <a:gd name="connsiteY363" fmla="*/ 564344 h 1972800"/>
              <a:gd name="connsiteX364" fmla="*/ 2184779 w 11362354"/>
              <a:gd name="connsiteY364" fmla="*/ 571975 h 1972800"/>
              <a:gd name="connsiteX365" fmla="*/ 2181588 w 11362354"/>
              <a:gd name="connsiteY365" fmla="*/ 627199 h 1972800"/>
              <a:gd name="connsiteX366" fmla="*/ 1742032 w 11362354"/>
              <a:gd name="connsiteY366" fmla="*/ 627199 h 1972800"/>
              <a:gd name="connsiteX367" fmla="*/ 1746020 w 11362354"/>
              <a:gd name="connsiteY367" fmla="*/ 587881 h 1972800"/>
              <a:gd name="connsiteX368" fmla="*/ 985097 w 11362354"/>
              <a:gd name="connsiteY368" fmla="*/ 564344 h 1972800"/>
              <a:gd name="connsiteX369" fmla="*/ 1469893 w 11362354"/>
              <a:gd name="connsiteY369" fmla="*/ 564344 h 1972800"/>
              <a:gd name="connsiteX370" fmla="*/ 1469893 w 11362354"/>
              <a:gd name="connsiteY370" fmla="*/ 627199 h 1972800"/>
              <a:gd name="connsiteX371" fmla="*/ 985097 w 11362354"/>
              <a:gd name="connsiteY371" fmla="*/ 627199 h 1972800"/>
              <a:gd name="connsiteX372" fmla="*/ 0 w 11362354"/>
              <a:gd name="connsiteY372" fmla="*/ 564344 h 1972800"/>
              <a:gd name="connsiteX373" fmla="*/ 505721 w 11362354"/>
              <a:gd name="connsiteY373" fmla="*/ 564344 h 1972800"/>
              <a:gd name="connsiteX374" fmla="*/ 505721 w 11362354"/>
              <a:gd name="connsiteY374" fmla="*/ 627199 h 1972800"/>
              <a:gd name="connsiteX375" fmla="*/ 0 w 11362354"/>
              <a:gd name="connsiteY375" fmla="*/ 627199 h 1972800"/>
              <a:gd name="connsiteX376" fmla="*/ 4156173 w 11362354"/>
              <a:gd name="connsiteY376" fmla="*/ 564343 h 1972800"/>
              <a:gd name="connsiteX377" fmla="*/ 4635244 w 11362354"/>
              <a:gd name="connsiteY377" fmla="*/ 564343 h 1972800"/>
              <a:gd name="connsiteX378" fmla="*/ 4649285 w 11362354"/>
              <a:gd name="connsiteY378" fmla="*/ 627198 h 1972800"/>
              <a:gd name="connsiteX379" fmla="*/ 4173561 w 11362354"/>
              <a:gd name="connsiteY379" fmla="*/ 627198 h 1972800"/>
              <a:gd name="connsiteX380" fmla="*/ 4156173 w 11362354"/>
              <a:gd name="connsiteY380" fmla="*/ 564343 h 1972800"/>
              <a:gd name="connsiteX381" fmla="*/ 3330140 w 11362354"/>
              <a:gd name="connsiteY381" fmla="*/ 564343 h 1972800"/>
              <a:gd name="connsiteX382" fmla="*/ 3809216 w 11362354"/>
              <a:gd name="connsiteY382" fmla="*/ 564343 h 1972800"/>
              <a:gd name="connsiteX383" fmla="*/ 3791828 w 11362354"/>
              <a:gd name="connsiteY383" fmla="*/ 627198 h 1972800"/>
              <a:gd name="connsiteX384" fmla="*/ 3316108 w 11362354"/>
              <a:gd name="connsiteY384" fmla="*/ 627198 h 1972800"/>
              <a:gd name="connsiteX385" fmla="*/ 3330140 w 11362354"/>
              <a:gd name="connsiteY385" fmla="*/ 564343 h 1972800"/>
              <a:gd name="connsiteX386" fmla="*/ 11305691 w 11362354"/>
              <a:gd name="connsiteY386" fmla="*/ 441367 h 1972800"/>
              <a:gd name="connsiteX387" fmla="*/ 11306110 w 11362354"/>
              <a:gd name="connsiteY387" fmla="*/ 441367 h 1972800"/>
              <a:gd name="connsiteX388" fmla="*/ 11306110 w 11362354"/>
              <a:gd name="connsiteY388" fmla="*/ 441726 h 1972800"/>
              <a:gd name="connsiteX389" fmla="*/ 10419150 w 11362354"/>
              <a:gd name="connsiteY389" fmla="*/ 441367 h 1972800"/>
              <a:gd name="connsiteX390" fmla="*/ 10893359 w 11362354"/>
              <a:gd name="connsiteY390" fmla="*/ 441367 h 1972800"/>
              <a:gd name="connsiteX391" fmla="*/ 10894757 w 11362354"/>
              <a:gd name="connsiteY391" fmla="*/ 483273 h 1972800"/>
              <a:gd name="connsiteX392" fmla="*/ 10419058 w 11362354"/>
              <a:gd name="connsiteY392" fmla="*/ 483273 h 1972800"/>
              <a:gd name="connsiteX393" fmla="*/ 10417854 w 11362354"/>
              <a:gd name="connsiteY393" fmla="*/ 463084 h 1972800"/>
              <a:gd name="connsiteX394" fmla="*/ 9781432 w 11362354"/>
              <a:gd name="connsiteY394" fmla="*/ 440432 h 1972800"/>
              <a:gd name="connsiteX395" fmla="*/ 10286039 w 11362354"/>
              <a:gd name="connsiteY395" fmla="*/ 440432 h 1972800"/>
              <a:gd name="connsiteX396" fmla="*/ 10286039 w 11362354"/>
              <a:gd name="connsiteY396" fmla="*/ 482250 h 1972800"/>
              <a:gd name="connsiteX397" fmla="*/ 9781432 w 11362354"/>
              <a:gd name="connsiteY397" fmla="*/ 482250 h 1972800"/>
              <a:gd name="connsiteX398" fmla="*/ 8877431 w 11362354"/>
              <a:gd name="connsiteY398" fmla="*/ 440432 h 1972800"/>
              <a:gd name="connsiteX399" fmla="*/ 9382033 w 11362354"/>
              <a:gd name="connsiteY399" fmla="*/ 440432 h 1972800"/>
              <a:gd name="connsiteX400" fmla="*/ 9382033 w 11362354"/>
              <a:gd name="connsiteY400" fmla="*/ 482250 h 1972800"/>
              <a:gd name="connsiteX401" fmla="*/ 8877431 w 11362354"/>
              <a:gd name="connsiteY401" fmla="*/ 482250 h 1972800"/>
              <a:gd name="connsiteX402" fmla="*/ 8042875 w 11362354"/>
              <a:gd name="connsiteY402" fmla="*/ 440432 h 1972800"/>
              <a:gd name="connsiteX403" fmla="*/ 8501703 w 11362354"/>
              <a:gd name="connsiteY403" fmla="*/ 440432 h 1972800"/>
              <a:gd name="connsiteX404" fmla="*/ 8501703 w 11362354"/>
              <a:gd name="connsiteY404" fmla="*/ 482250 h 1972800"/>
              <a:gd name="connsiteX405" fmla="*/ 8042875 w 11362354"/>
              <a:gd name="connsiteY405" fmla="*/ 482250 h 1972800"/>
              <a:gd name="connsiteX406" fmla="*/ 7193139 w 11362354"/>
              <a:gd name="connsiteY406" fmla="*/ 440432 h 1972800"/>
              <a:gd name="connsiteX407" fmla="*/ 7871807 w 11362354"/>
              <a:gd name="connsiteY407" fmla="*/ 440432 h 1972800"/>
              <a:gd name="connsiteX408" fmla="*/ 7891162 w 11362354"/>
              <a:gd name="connsiteY408" fmla="*/ 482250 h 1972800"/>
              <a:gd name="connsiteX409" fmla="*/ 7193139 w 11362354"/>
              <a:gd name="connsiteY409" fmla="*/ 482250 h 1972800"/>
              <a:gd name="connsiteX410" fmla="*/ 6188669 w 11362354"/>
              <a:gd name="connsiteY410" fmla="*/ 440432 h 1972800"/>
              <a:gd name="connsiteX411" fmla="*/ 6674501 w 11362354"/>
              <a:gd name="connsiteY411" fmla="*/ 440432 h 1972800"/>
              <a:gd name="connsiteX412" fmla="*/ 6674501 w 11362354"/>
              <a:gd name="connsiteY412" fmla="*/ 482250 h 1972800"/>
              <a:gd name="connsiteX413" fmla="*/ 6188669 w 11362354"/>
              <a:gd name="connsiteY413" fmla="*/ 482250 h 1972800"/>
              <a:gd name="connsiteX414" fmla="*/ 5574793 w 11362354"/>
              <a:gd name="connsiteY414" fmla="*/ 440432 h 1972800"/>
              <a:gd name="connsiteX415" fmla="*/ 6073294 w 11362354"/>
              <a:gd name="connsiteY415" fmla="*/ 440432 h 1972800"/>
              <a:gd name="connsiteX416" fmla="*/ 6073294 w 11362354"/>
              <a:gd name="connsiteY416" fmla="*/ 482250 h 1972800"/>
              <a:gd name="connsiteX417" fmla="*/ 5574793 w 11362354"/>
              <a:gd name="connsiteY417" fmla="*/ 482250 h 1972800"/>
              <a:gd name="connsiteX418" fmla="*/ 4792811 w 11362354"/>
              <a:gd name="connsiteY418" fmla="*/ 440432 h 1972800"/>
              <a:gd name="connsiteX419" fmla="*/ 5291307 w 11362354"/>
              <a:gd name="connsiteY419" fmla="*/ 440432 h 1972800"/>
              <a:gd name="connsiteX420" fmla="*/ 5291307 w 11362354"/>
              <a:gd name="connsiteY420" fmla="*/ 482250 h 1972800"/>
              <a:gd name="connsiteX421" fmla="*/ 4792811 w 11362354"/>
              <a:gd name="connsiteY421" fmla="*/ 482250 h 1972800"/>
              <a:gd name="connsiteX422" fmla="*/ 2285298 w 11362354"/>
              <a:gd name="connsiteY422" fmla="*/ 440432 h 1972800"/>
              <a:gd name="connsiteX423" fmla="*/ 2771132 w 11362354"/>
              <a:gd name="connsiteY423" fmla="*/ 440432 h 1972800"/>
              <a:gd name="connsiteX424" fmla="*/ 2771132 w 11362354"/>
              <a:gd name="connsiteY424" fmla="*/ 482250 h 1972800"/>
              <a:gd name="connsiteX425" fmla="*/ 2285298 w 11362354"/>
              <a:gd name="connsiteY425" fmla="*/ 482250 h 1972800"/>
              <a:gd name="connsiteX426" fmla="*/ 1688066 w 11362354"/>
              <a:gd name="connsiteY426" fmla="*/ 440432 h 1972800"/>
              <a:gd name="connsiteX427" fmla="*/ 2171374 w 11362354"/>
              <a:gd name="connsiteY427" fmla="*/ 440432 h 1972800"/>
              <a:gd name="connsiteX428" fmla="*/ 2178605 w 11362354"/>
              <a:gd name="connsiteY428" fmla="*/ 482250 h 1972800"/>
              <a:gd name="connsiteX429" fmla="*/ 1717768 w 11362354"/>
              <a:gd name="connsiteY429" fmla="*/ 482250 h 1972800"/>
              <a:gd name="connsiteX430" fmla="*/ 1688066 w 11362354"/>
              <a:gd name="connsiteY430" fmla="*/ 440432 h 1972800"/>
              <a:gd name="connsiteX431" fmla="*/ 985097 w 11362354"/>
              <a:gd name="connsiteY431" fmla="*/ 440432 h 1972800"/>
              <a:gd name="connsiteX432" fmla="*/ 1469893 w 11362354"/>
              <a:gd name="connsiteY432" fmla="*/ 440432 h 1972800"/>
              <a:gd name="connsiteX433" fmla="*/ 1469893 w 11362354"/>
              <a:gd name="connsiteY433" fmla="*/ 482250 h 1972800"/>
              <a:gd name="connsiteX434" fmla="*/ 985097 w 11362354"/>
              <a:gd name="connsiteY434" fmla="*/ 482250 h 1972800"/>
              <a:gd name="connsiteX435" fmla="*/ 0 w 11362354"/>
              <a:gd name="connsiteY435" fmla="*/ 440432 h 1972800"/>
              <a:gd name="connsiteX436" fmla="*/ 505721 w 11362354"/>
              <a:gd name="connsiteY436" fmla="*/ 440432 h 1972800"/>
              <a:gd name="connsiteX437" fmla="*/ 505721 w 11362354"/>
              <a:gd name="connsiteY437" fmla="*/ 482250 h 1972800"/>
              <a:gd name="connsiteX438" fmla="*/ 0 w 11362354"/>
              <a:gd name="connsiteY438" fmla="*/ 482250 h 1972800"/>
              <a:gd name="connsiteX439" fmla="*/ 4093268 w 11362354"/>
              <a:gd name="connsiteY439" fmla="*/ 440431 h 1972800"/>
              <a:gd name="connsiteX440" fmla="*/ 4597023 w 11362354"/>
              <a:gd name="connsiteY440" fmla="*/ 440431 h 1972800"/>
              <a:gd name="connsiteX441" fmla="*/ 4611768 w 11362354"/>
              <a:gd name="connsiteY441" fmla="*/ 482249 h 1972800"/>
              <a:gd name="connsiteX442" fmla="*/ 4120709 w 11362354"/>
              <a:gd name="connsiteY442" fmla="*/ 482249 h 1972800"/>
              <a:gd name="connsiteX443" fmla="*/ 4093268 w 11362354"/>
              <a:gd name="connsiteY443" fmla="*/ 440431 h 1972800"/>
              <a:gd name="connsiteX444" fmla="*/ 3368371 w 11362354"/>
              <a:gd name="connsiteY444" fmla="*/ 440431 h 1972800"/>
              <a:gd name="connsiteX445" fmla="*/ 3872116 w 11362354"/>
              <a:gd name="connsiteY445" fmla="*/ 440431 h 1972800"/>
              <a:gd name="connsiteX446" fmla="*/ 3844680 w 11362354"/>
              <a:gd name="connsiteY446" fmla="*/ 482249 h 1972800"/>
              <a:gd name="connsiteX447" fmla="*/ 3353616 w 11362354"/>
              <a:gd name="connsiteY447" fmla="*/ 482249 h 1972800"/>
              <a:gd name="connsiteX448" fmla="*/ 3368371 w 11362354"/>
              <a:gd name="connsiteY448" fmla="*/ 440431 h 1972800"/>
              <a:gd name="connsiteX449" fmla="*/ 11223979 w 11362354"/>
              <a:gd name="connsiteY449" fmla="*/ 437563 h 1972800"/>
              <a:gd name="connsiteX450" fmla="*/ 11304274 w 11362354"/>
              <a:gd name="connsiteY450" fmla="*/ 437563 h 1972800"/>
              <a:gd name="connsiteX451" fmla="*/ 11304274 w 11362354"/>
              <a:gd name="connsiteY451" fmla="*/ 487440 h 1972800"/>
              <a:gd name="connsiteX452" fmla="*/ 11274504 w 11362354"/>
              <a:gd name="connsiteY452" fmla="*/ 487440 h 1972800"/>
              <a:gd name="connsiteX453" fmla="*/ 10437485 w 11362354"/>
              <a:gd name="connsiteY453" fmla="*/ 312620 h 1972800"/>
              <a:gd name="connsiteX454" fmla="*/ 11305204 w 11362354"/>
              <a:gd name="connsiteY454" fmla="*/ 312620 h 1972800"/>
              <a:gd name="connsiteX455" fmla="*/ 11305204 w 11362354"/>
              <a:gd name="connsiteY455" fmla="*/ 323517 h 1972800"/>
              <a:gd name="connsiteX456" fmla="*/ 11306110 w 11362354"/>
              <a:gd name="connsiteY456" fmla="*/ 323517 h 1972800"/>
              <a:gd name="connsiteX457" fmla="*/ 11306110 w 11362354"/>
              <a:gd name="connsiteY457" fmla="*/ 351547 h 1972800"/>
              <a:gd name="connsiteX458" fmla="*/ 11306110 w 11362354"/>
              <a:gd name="connsiteY458" fmla="*/ 359098 h 1972800"/>
              <a:gd name="connsiteX459" fmla="*/ 11305204 w 11362354"/>
              <a:gd name="connsiteY459" fmla="*/ 359098 h 1972800"/>
              <a:gd name="connsiteX460" fmla="*/ 11305204 w 11362354"/>
              <a:gd name="connsiteY460" fmla="*/ 363528 h 1972800"/>
              <a:gd name="connsiteX461" fmla="*/ 10423824 w 11362354"/>
              <a:gd name="connsiteY461" fmla="*/ 363528 h 1972800"/>
              <a:gd name="connsiteX462" fmla="*/ 10429797 w 11362354"/>
              <a:gd name="connsiteY462" fmla="*/ 336441 h 1972800"/>
              <a:gd name="connsiteX463" fmla="*/ 9781432 w 11362354"/>
              <a:gd name="connsiteY463" fmla="*/ 312620 h 1972800"/>
              <a:gd name="connsiteX464" fmla="*/ 10286039 w 11362354"/>
              <a:gd name="connsiteY464" fmla="*/ 312620 h 1972800"/>
              <a:gd name="connsiteX465" fmla="*/ 10286039 w 11362354"/>
              <a:gd name="connsiteY465" fmla="*/ 322833 h 1972800"/>
              <a:gd name="connsiteX466" fmla="*/ 10286039 w 11362354"/>
              <a:gd name="connsiteY466" fmla="*/ 358338 h 1972800"/>
              <a:gd name="connsiteX467" fmla="*/ 10286039 w 11362354"/>
              <a:gd name="connsiteY467" fmla="*/ 358339 h 1972800"/>
              <a:gd name="connsiteX468" fmla="*/ 9781432 w 11362354"/>
              <a:gd name="connsiteY468" fmla="*/ 358339 h 1972800"/>
              <a:gd name="connsiteX469" fmla="*/ 9781432 w 11362354"/>
              <a:gd name="connsiteY469" fmla="*/ 358338 h 1972800"/>
              <a:gd name="connsiteX470" fmla="*/ 9781432 w 11362354"/>
              <a:gd name="connsiteY470" fmla="*/ 322833 h 1972800"/>
              <a:gd name="connsiteX471" fmla="*/ 8611213 w 11362354"/>
              <a:gd name="connsiteY471" fmla="*/ 312620 h 1972800"/>
              <a:gd name="connsiteX472" fmla="*/ 9666891 w 11362354"/>
              <a:gd name="connsiteY472" fmla="*/ 312620 h 1972800"/>
              <a:gd name="connsiteX473" fmla="*/ 9666891 w 11362354"/>
              <a:gd name="connsiteY473" fmla="*/ 322833 h 1972800"/>
              <a:gd name="connsiteX474" fmla="*/ 9668568 w 11362354"/>
              <a:gd name="connsiteY474" fmla="*/ 322833 h 1972800"/>
              <a:gd name="connsiteX475" fmla="*/ 9668568 w 11362354"/>
              <a:gd name="connsiteY475" fmla="*/ 358338 h 1972800"/>
              <a:gd name="connsiteX476" fmla="*/ 9666891 w 11362354"/>
              <a:gd name="connsiteY476" fmla="*/ 358338 h 1972800"/>
              <a:gd name="connsiteX477" fmla="*/ 9666891 w 11362354"/>
              <a:gd name="connsiteY477" fmla="*/ 358339 h 1972800"/>
              <a:gd name="connsiteX478" fmla="*/ 8611213 w 11362354"/>
              <a:gd name="connsiteY478" fmla="*/ 358339 h 1972800"/>
              <a:gd name="connsiteX479" fmla="*/ 8037009 w 11362354"/>
              <a:gd name="connsiteY479" fmla="*/ 312620 h 1972800"/>
              <a:gd name="connsiteX480" fmla="*/ 8500026 w 11362354"/>
              <a:gd name="connsiteY480" fmla="*/ 312620 h 1972800"/>
              <a:gd name="connsiteX481" fmla="*/ 8500026 w 11362354"/>
              <a:gd name="connsiteY481" fmla="*/ 322833 h 1972800"/>
              <a:gd name="connsiteX482" fmla="*/ 8501703 w 11362354"/>
              <a:gd name="connsiteY482" fmla="*/ 322833 h 1972800"/>
              <a:gd name="connsiteX483" fmla="*/ 8501703 w 11362354"/>
              <a:gd name="connsiteY483" fmla="*/ 358338 h 1972800"/>
              <a:gd name="connsiteX484" fmla="*/ 8500026 w 11362354"/>
              <a:gd name="connsiteY484" fmla="*/ 358338 h 1972800"/>
              <a:gd name="connsiteX485" fmla="*/ 8500026 w 11362354"/>
              <a:gd name="connsiteY485" fmla="*/ 358339 h 1972800"/>
              <a:gd name="connsiteX486" fmla="*/ 8037009 w 11362354"/>
              <a:gd name="connsiteY486" fmla="*/ 358339 h 1972800"/>
              <a:gd name="connsiteX487" fmla="*/ 7193139 w 11362354"/>
              <a:gd name="connsiteY487" fmla="*/ 312620 h 1972800"/>
              <a:gd name="connsiteX488" fmla="*/ 7812777 w 11362354"/>
              <a:gd name="connsiteY488" fmla="*/ 312620 h 1972800"/>
              <a:gd name="connsiteX489" fmla="*/ 7833342 w 11362354"/>
              <a:gd name="connsiteY489" fmla="*/ 357178 h 1972800"/>
              <a:gd name="connsiteX490" fmla="*/ 7833342 w 11362354"/>
              <a:gd name="connsiteY490" fmla="*/ 357314 h 1972800"/>
              <a:gd name="connsiteX491" fmla="*/ 7833816 w 11362354"/>
              <a:gd name="connsiteY491" fmla="*/ 358338 h 1972800"/>
              <a:gd name="connsiteX492" fmla="*/ 7833342 w 11362354"/>
              <a:gd name="connsiteY492" fmla="*/ 358338 h 1972800"/>
              <a:gd name="connsiteX493" fmla="*/ 7833342 w 11362354"/>
              <a:gd name="connsiteY493" fmla="*/ 358339 h 1972800"/>
              <a:gd name="connsiteX494" fmla="*/ 7193139 w 11362354"/>
              <a:gd name="connsiteY494" fmla="*/ 358339 h 1972800"/>
              <a:gd name="connsiteX495" fmla="*/ 7193139 w 11362354"/>
              <a:gd name="connsiteY495" fmla="*/ 358338 h 1972800"/>
              <a:gd name="connsiteX496" fmla="*/ 7193139 w 11362354"/>
              <a:gd name="connsiteY496" fmla="*/ 322833 h 1972800"/>
              <a:gd name="connsiteX497" fmla="*/ 6184479 w 11362354"/>
              <a:gd name="connsiteY497" fmla="*/ 312620 h 1972800"/>
              <a:gd name="connsiteX498" fmla="*/ 7080274 w 11362354"/>
              <a:gd name="connsiteY498" fmla="*/ 312620 h 1972800"/>
              <a:gd name="connsiteX499" fmla="*/ 7080274 w 11362354"/>
              <a:gd name="connsiteY499" fmla="*/ 322833 h 1972800"/>
              <a:gd name="connsiteX500" fmla="*/ 7080275 w 11362354"/>
              <a:gd name="connsiteY500" fmla="*/ 322833 h 1972800"/>
              <a:gd name="connsiteX501" fmla="*/ 7080275 w 11362354"/>
              <a:gd name="connsiteY501" fmla="*/ 358338 h 1972800"/>
              <a:gd name="connsiteX502" fmla="*/ 7080274 w 11362354"/>
              <a:gd name="connsiteY502" fmla="*/ 358338 h 1972800"/>
              <a:gd name="connsiteX503" fmla="*/ 7080274 w 11362354"/>
              <a:gd name="connsiteY503" fmla="*/ 358339 h 1972800"/>
              <a:gd name="connsiteX504" fmla="*/ 6184479 w 11362354"/>
              <a:gd name="connsiteY504" fmla="*/ 358339 h 1972800"/>
              <a:gd name="connsiteX505" fmla="*/ 5574793 w 11362354"/>
              <a:gd name="connsiteY505" fmla="*/ 312620 h 1972800"/>
              <a:gd name="connsiteX506" fmla="*/ 6073294 w 11362354"/>
              <a:gd name="connsiteY506" fmla="*/ 312620 h 1972800"/>
              <a:gd name="connsiteX507" fmla="*/ 6073294 w 11362354"/>
              <a:gd name="connsiteY507" fmla="*/ 322833 h 1972800"/>
              <a:gd name="connsiteX508" fmla="*/ 6073294 w 11362354"/>
              <a:gd name="connsiteY508" fmla="*/ 358338 h 1972800"/>
              <a:gd name="connsiteX509" fmla="*/ 6073294 w 11362354"/>
              <a:gd name="connsiteY509" fmla="*/ 358339 h 1972800"/>
              <a:gd name="connsiteX510" fmla="*/ 5574793 w 11362354"/>
              <a:gd name="connsiteY510" fmla="*/ 358339 h 1972800"/>
              <a:gd name="connsiteX511" fmla="*/ 5574793 w 11362354"/>
              <a:gd name="connsiteY511" fmla="*/ 358338 h 1972800"/>
              <a:gd name="connsiteX512" fmla="*/ 5574793 w 11362354"/>
              <a:gd name="connsiteY512" fmla="*/ 322833 h 1972800"/>
              <a:gd name="connsiteX513" fmla="*/ 4792811 w 11362354"/>
              <a:gd name="connsiteY513" fmla="*/ 312620 h 1972800"/>
              <a:gd name="connsiteX514" fmla="*/ 5291307 w 11362354"/>
              <a:gd name="connsiteY514" fmla="*/ 312620 h 1972800"/>
              <a:gd name="connsiteX515" fmla="*/ 5291307 w 11362354"/>
              <a:gd name="connsiteY515" fmla="*/ 322833 h 1972800"/>
              <a:gd name="connsiteX516" fmla="*/ 5291307 w 11362354"/>
              <a:gd name="connsiteY516" fmla="*/ 358338 h 1972800"/>
              <a:gd name="connsiteX517" fmla="*/ 5291307 w 11362354"/>
              <a:gd name="connsiteY517" fmla="*/ 358339 h 1972800"/>
              <a:gd name="connsiteX518" fmla="*/ 4792811 w 11362354"/>
              <a:gd name="connsiteY518" fmla="*/ 358339 h 1972800"/>
              <a:gd name="connsiteX519" fmla="*/ 4792811 w 11362354"/>
              <a:gd name="connsiteY519" fmla="*/ 358338 h 1972800"/>
              <a:gd name="connsiteX520" fmla="*/ 4792811 w 11362354"/>
              <a:gd name="connsiteY520" fmla="*/ 322833 h 1972800"/>
              <a:gd name="connsiteX521" fmla="*/ 2285298 w 11362354"/>
              <a:gd name="connsiteY521" fmla="*/ 312620 h 1972800"/>
              <a:gd name="connsiteX522" fmla="*/ 3183254 w 11362354"/>
              <a:gd name="connsiteY522" fmla="*/ 312620 h 1972800"/>
              <a:gd name="connsiteX523" fmla="*/ 3183254 w 11362354"/>
              <a:gd name="connsiteY523" fmla="*/ 322833 h 1972800"/>
              <a:gd name="connsiteX524" fmla="*/ 3183254 w 11362354"/>
              <a:gd name="connsiteY524" fmla="*/ 358338 h 1972800"/>
              <a:gd name="connsiteX525" fmla="*/ 3183254 w 11362354"/>
              <a:gd name="connsiteY525" fmla="*/ 358339 h 1972800"/>
              <a:gd name="connsiteX526" fmla="*/ 2285298 w 11362354"/>
              <a:gd name="connsiteY526" fmla="*/ 358339 h 1972800"/>
              <a:gd name="connsiteX527" fmla="*/ 2285298 w 11362354"/>
              <a:gd name="connsiteY527" fmla="*/ 358338 h 1972800"/>
              <a:gd name="connsiteX528" fmla="*/ 2285298 w 11362354"/>
              <a:gd name="connsiteY528" fmla="*/ 322833 h 1972800"/>
              <a:gd name="connsiteX529" fmla="*/ 985097 w 11362354"/>
              <a:gd name="connsiteY529" fmla="*/ 312620 h 1972800"/>
              <a:gd name="connsiteX530" fmla="*/ 2135110 w 11362354"/>
              <a:gd name="connsiteY530" fmla="*/ 312620 h 1972800"/>
              <a:gd name="connsiteX531" fmla="*/ 2148730 w 11362354"/>
              <a:gd name="connsiteY531" fmla="*/ 358335 h 1972800"/>
              <a:gd name="connsiteX532" fmla="*/ 2148731 w 11362354"/>
              <a:gd name="connsiteY532" fmla="*/ 358338 h 1972800"/>
              <a:gd name="connsiteX533" fmla="*/ 2148731 w 11362354"/>
              <a:gd name="connsiteY533" fmla="*/ 358339 h 1972800"/>
              <a:gd name="connsiteX534" fmla="*/ 985097 w 11362354"/>
              <a:gd name="connsiteY534" fmla="*/ 358339 h 1972800"/>
              <a:gd name="connsiteX535" fmla="*/ 985097 w 11362354"/>
              <a:gd name="connsiteY535" fmla="*/ 358338 h 1972800"/>
              <a:gd name="connsiteX536" fmla="*/ 985097 w 11362354"/>
              <a:gd name="connsiteY536" fmla="*/ 322833 h 1972800"/>
              <a:gd name="connsiteX537" fmla="*/ 0 w 11362354"/>
              <a:gd name="connsiteY537" fmla="*/ 312620 h 1972800"/>
              <a:gd name="connsiteX538" fmla="*/ 877145 w 11362354"/>
              <a:gd name="connsiteY538" fmla="*/ 312620 h 1972800"/>
              <a:gd name="connsiteX539" fmla="*/ 877145 w 11362354"/>
              <a:gd name="connsiteY539" fmla="*/ 322833 h 1972800"/>
              <a:gd name="connsiteX540" fmla="*/ 877145 w 11362354"/>
              <a:gd name="connsiteY540" fmla="*/ 358338 h 1972800"/>
              <a:gd name="connsiteX541" fmla="*/ 877145 w 11362354"/>
              <a:gd name="connsiteY541" fmla="*/ 358339 h 1972800"/>
              <a:gd name="connsiteX542" fmla="*/ 0 w 11362354"/>
              <a:gd name="connsiteY542" fmla="*/ 358339 h 1972800"/>
              <a:gd name="connsiteX543" fmla="*/ 0 w 11362354"/>
              <a:gd name="connsiteY543" fmla="*/ 358338 h 1972800"/>
              <a:gd name="connsiteX544" fmla="*/ 0 w 11362354"/>
              <a:gd name="connsiteY544" fmla="*/ 322833 h 1972800"/>
              <a:gd name="connsiteX545" fmla="*/ 3426524 w 11362354"/>
              <a:gd name="connsiteY545" fmla="*/ 311140 h 1972800"/>
              <a:gd name="connsiteX546" fmla="*/ 4541246 w 11362354"/>
              <a:gd name="connsiteY546" fmla="*/ 311140 h 1972800"/>
              <a:gd name="connsiteX547" fmla="*/ 4565836 w 11362354"/>
              <a:gd name="connsiteY547" fmla="*/ 363528 h 1972800"/>
              <a:gd name="connsiteX548" fmla="*/ 3720591 w 11362354"/>
              <a:gd name="connsiteY548" fmla="*/ 363528 h 1972800"/>
              <a:gd name="connsiteX549" fmla="*/ 3720591 w 11362354"/>
              <a:gd name="connsiteY549" fmla="*/ 361147 h 1972800"/>
              <a:gd name="connsiteX550" fmla="*/ 3403052 w 11362354"/>
              <a:gd name="connsiteY550" fmla="*/ 361147 h 1972800"/>
              <a:gd name="connsiteX551" fmla="*/ 10479636 w 11362354"/>
              <a:gd name="connsiteY551" fmla="*/ 204267 h 1972800"/>
              <a:gd name="connsiteX552" fmla="*/ 10671926 w 11362354"/>
              <a:gd name="connsiteY552" fmla="*/ 204267 h 1972800"/>
              <a:gd name="connsiteX553" fmla="*/ 11306110 w 11362354"/>
              <a:gd name="connsiteY553" fmla="*/ 204267 h 1972800"/>
              <a:gd name="connsiteX554" fmla="*/ 11306110 w 11362354"/>
              <a:gd name="connsiteY554" fmla="*/ 241250 h 1972800"/>
              <a:gd name="connsiteX555" fmla="*/ 10671926 w 11362354"/>
              <a:gd name="connsiteY555" fmla="*/ 241250 h 1972800"/>
              <a:gd name="connsiteX556" fmla="*/ 10463420 w 11362354"/>
              <a:gd name="connsiteY556" fmla="*/ 241250 h 1972800"/>
              <a:gd name="connsiteX557" fmla="*/ 9781432 w 11362354"/>
              <a:gd name="connsiteY557" fmla="*/ 203834 h 1972800"/>
              <a:gd name="connsiteX558" fmla="*/ 10286039 w 11362354"/>
              <a:gd name="connsiteY558" fmla="*/ 203834 h 1972800"/>
              <a:gd name="connsiteX559" fmla="*/ 10286039 w 11362354"/>
              <a:gd name="connsiteY559" fmla="*/ 240739 h 1972800"/>
              <a:gd name="connsiteX560" fmla="*/ 9781432 w 11362354"/>
              <a:gd name="connsiteY560" fmla="*/ 240739 h 1972800"/>
              <a:gd name="connsiteX561" fmla="*/ 8612890 w 11362354"/>
              <a:gd name="connsiteY561" fmla="*/ 203834 h 1972800"/>
              <a:gd name="connsiteX562" fmla="*/ 9668568 w 11362354"/>
              <a:gd name="connsiteY562" fmla="*/ 203834 h 1972800"/>
              <a:gd name="connsiteX563" fmla="*/ 9668568 w 11362354"/>
              <a:gd name="connsiteY563" fmla="*/ 240739 h 1972800"/>
              <a:gd name="connsiteX564" fmla="*/ 8612890 w 11362354"/>
              <a:gd name="connsiteY564" fmla="*/ 240739 h 1972800"/>
              <a:gd name="connsiteX565" fmla="*/ 8042875 w 11362354"/>
              <a:gd name="connsiteY565" fmla="*/ 203834 h 1972800"/>
              <a:gd name="connsiteX566" fmla="*/ 8501703 w 11362354"/>
              <a:gd name="connsiteY566" fmla="*/ 203834 h 1972800"/>
              <a:gd name="connsiteX567" fmla="*/ 8501703 w 11362354"/>
              <a:gd name="connsiteY567" fmla="*/ 240739 h 1972800"/>
              <a:gd name="connsiteX568" fmla="*/ 8042875 w 11362354"/>
              <a:gd name="connsiteY568" fmla="*/ 240739 h 1972800"/>
              <a:gd name="connsiteX569" fmla="*/ 7193139 w 11362354"/>
              <a:gd name="connsiteY569" fmla="*/ 203834 h 1972800"/>
              <a:gd name="connsiteX570" fmla="*/ 7762309 w 11362354"/>
              <a:gd name="connsiteY570" fmla="*/ 203834 h 1972800"/>
              <a:gd name="connsiteX571" fmla="*/ 7779389 w 11362354"/>
              <a:gd name="connsiteY571" fmla="*/ 240739 h 1972800"/>
              <a:gd name="connsiteX572" fmla="*/ 7193139 w 11362354"/>
              <a:gd name="connsiteY572" fmla="*/ 240739 h 1972800"/>
              <a:gd name="connsiteX573" fmla="*/ 6188669 w 11362354"/>
              <a:gd name="connsiteY573" fmla="*/ 203834 h 1972800"/>
              <a:gd name="connsiteX574" fmla="*/ 7080275 w 11362354"/>
              <a:gd name="connsiteY574" fmla="*/ 203834 h 1972800"/>
              <a:gd name="connsiteX575" fmla="*/ 7080275 w 11362354"/>
              <a:gd name="connsiteY575" fmla="*/ 240739 h 1972800"/>
              <a:gd name="connsiteX576" fmla="*/ 6188669 w 11362354"/>
              <a:gd name="connsiteY576" fmla="*/ 240739 h 1972800"/>
              <a:gd name="connsiteX577" fmla="*/ 5574793 w 11362354"/>
              <a:gd name="connsiteY577" fmla="*/ 203834 h 1972800"/>
              <a:gd name="connsiteX578" fmla="*/ 6073294 w 11362354"/>
              <a:gd name="connsiteY578" fmla="*/ 203834 h 1972800"/>
              <a:gd name="connsiteX579" fmla="*/ 6073294 w 11362354"/>
              <a:gd name="connsiteY579" fmla="*/ 240739 h 1972800"/>
              <a:gd name="connsiteX580" fmla="*/ 5574793 w 11362354"/>
              <a:gd name="connsiteY580" fmla="*/ 240739 h 1972800"/>
              <a:gd name="connsiteX581" fmla="*/ 4792811 w 11362354"/>
              <a:gd name="connsiteY581" fmla="*/ 203834 h 1972800"/>
              <a:gd name="connsiteX582" fmla="*/ 5291307 w 11362354"/>
              <a:gd name="connsiteY582" fmla="*/ 203834 h 1972800"/>
              <a:gd name="connsiteX583" fmla="*/ 5291307 w 11362354"/>
              <a:gd name="connsiteY583" fmla="*/ 240739 h 1972800"/>
              <a:gd name="connsiteX584" fmla="*/ 4792811 w 11362354"/>
              <a:gd name="connsiteY584" fmla="*/ 240739 h 1972800"/>
              <a:gd name="connsiteX585" fmla="*/ 2285298 w 11362354"/>
              <a:gd name="connsiteY585" fmla="*/ 203834 h 1972800"/>
              <a:gd name="connsiteX586" fmla="*/ 3183254 w 11362354"/>
              <a:gd name="connsiteY586" fmla="*/ 203834 h 1972800"/>
              <a:gd name="connsiteX587" fmla="*/ 3183254 w 11362354"/>
              <a:gd name="connsiteY587" fmla="*/ 240739 h 1972800"/>
              <a:gd name="connsiteX588" fmla="*/ 2285298 w 11362354"/>
              <a:gd name="connsiteY588" fmla="*/ 240739 h 1972800"/>
              <a:gd name="connsiteX589" fmla="*/ 985097 w 11362354"/>
              <a:gd name="connsiteY589" fmla="*/ 203834 h 1972800"/>
              <a:gd name="connsiteX590" fmla="*/ 2069184 w 11362354"/>
              <a:gd name="connsiteY590" fmla="*/ 203834 h 1972800"/>
              <a:gd name="connsiteX591" fmla="*/ 2093941 w 11362354"/>
              <a:gd name="connsiteY591" fmla="*/ 240739 h 1972800"/>
              <a:gd name="connsiteX592" fmla="*/ 985097 w 11362354"/>
              <a:gd name="connsiteY592" fmla="*/ 240739 h 1972800"/>
              <a:gd name="connsiteX593" fmla="*/ 0 w 11362354"/>
              <a:gd name="connsiteY593" fmla="*/ 203834 h 1972800"/>
              <a:gd name="connsiteX594" fmla="*/ 877145 w 11362354"/>
              <a:gd name="connsiteY594" fmla="*/ 203834 h 1972800"/>
              <a:gd name="connsiteX595" fmla="*/ 877145 w 11362354"/>
              <a:gd name="connsiteY595" fmla="*/ 240739 h 1972800"/>
              <a:gd name="connsiteX596" fmla="*/ 0 w 11362354"/>
              <a:gd name="connsiteY596" fmla="*/ 240739 h 1972800"/>
              <a:gd name="connsiteX597" fmla="*/ 3491565 w 11362354"/>
              <a:gd name="connsiteY597" fmla="*/ 203833 h 1972800"/>
              <a:gd name="connsiteX598" fmla="*/ 4473824 w 11362354"/>
              <a:gd name="connsiteY598" fmla="*/ 203833 h 1972800"/>
              <a:gd name="connsiteX599" fmla="*/ 4499119 w 11362354"/>
              <a:gd name="connsiteY599" fmla="*/ 240738 h 1972800"/>
              <a:gd name="connsiteX600" fmla="*/ 3466269 w 11362354"/>
              <a:gd name="connsiteY600" fmla="*/ 240738 h 1972800"/>
              <a:gd name="connsiteX601" fmla="*/ 3491565 w 11362354"/>
              <a:gd name="connsiteY601" fmla="*/ 203833 h 1972800"/>
              <a:gd name="connsiteX602" fmla="*/ 10550205 w 11362354"/>
              <a:gd name="connsiteY602" fmla="*/ 96959 h 1972800"/>
              <a:gd name="connsiteX603" fmla="*/ 10671926 w 11362354"/>
              <a:gd name="connsiteY603" fmla="*/ 96959 h 1972800"/>
              <a:gd name="connsiteX604" fmla="*/ 11306110 w 11362354"/>
              <a:gd name="connsiteY604" fmla="*/ 96959 h 1972800"/>
              <a:gd name="connsiteX605" fmla="*/ 11306110 w 11362354"/>
              <a:gd name="connsiteY605" fmla="*/ 121993 h 1972800"/>
              <a:gd name="connsiteX606" fmla="*/ 10671926 w 11362354"/>
              <a:gd name="connsiteY606" fmla="*/ 121993 h 1972800"/>
              <a:gd name="connsiteX607" fmla="*/ 10531544 w 11362354"/>
              <a:gd name="connsiteY607" fmla="*/ 121993 h 1972800"/>
              <a:gd name="connsiteX608" fmla="*/ 9781432 w 11362354"/>
              <a:gd name="connsiteY608" fmla="*/ 96753 h 1972800"/>
              <a:gd name="connsiteX609" fmla="*/ 10286039 w 11362354"/>
              <a:gd name="connsiteY609" fmla="*/ 96753 h 1972800"/>
              <a:gd name="connsiteX610" fmla="*/ 10286039 w 11362354"/>
              <a:gd name="connsiteY610" fmla="*/ 121735 h 1972800"/>
              <a:gd name="connsiteX611" fmla="*/ 9781432 w 11362354"/>
              <a:gd name="connsiteY611" fmla="*/ 121735 h 1972800"/>
              <a:gd name="connsiteX612" fmla="*/ 8612890 w 11362354"/>
              <a:gd name="connsiteY612" fmla="*/ 96753 h 1972800"/>
              <a:gd name="connsiteX613" fmla="*/ 9668568 w 11362354"/>
              <a:gd name="connsiteY613" fmla="*/ 96753 h 1972800"/>
              <a:gd name="connsiteX614" fmla="*/ 9668568 w 11362354"/>
              <a:gd name="connsiteY614" fmla="*/ 121735 h 1972800"/>
              <a:gd name="connsiteX615" fmla="*/ 8612890 w 11362354"/>
              <a:gd name="connsiteY615" fmla="*/ 121735 h 1972800"/>
              <a:gd name="connsiteX616" fmla="*/ 8042875 w 11362354"/>
              <a:gd name="connsiteY616" fmla="*/ 96753 h 1972800"/>
              <a:gd name="connsiteX617" fmla="*/ 8501703 w 11362354"/>
              <a:gd name="connsiteY617" fmla="*/ 96753 h 1972800"/>
              <a:gd name="connsiteX618" fmla="*/ 8501703 w 11362354"/>
              <a:gd name="connsiteY618" fmla="*/ 121735 h 1972800"/>
              <a:gd name="connsiteX619" fmla="*/ 8042875 w 11362354"/>
              <a:gd name="connsiteY619" fmla="*/ 121735 h 1972800"/>
              <a:gd name="connsiteX620" fmla="*/ 7193139 w 11362354"/>
              <a:gd name="connsiteY620" fmla="*/ 96753 h 1972800"/>
              <a:gd name="connsiteX621" fmla="*/ 7712749 w 11362354"/>
              <a:gd name="connsiteY621" fmla="*/ 96753 h 1972800"/>
              <a:gd name="connsiteX622" fmla="*/ 7724312 w 11362354"/>
              <a:gd name="connsiteY622" fmla="*/ 121735 h 1972800"/>
              <a:gd name="connsiteX623" fmla="*/ 7193139 w 11362354"/>
              <a:gd name="connsiteY623" fmla="*/ 121735 h 1972800"/>
              <a:gd name="connsiteX624" fmla="*/ 6188669 w 11362354"/>
              <a:gd name="connsiteY624" fmla="*/ 96753 h 1972800"/>
              <a:gd name="connsiteX625" fmla="*/ 7080275 w 11362354"/>
              <a:gd name="connsiteY625" fmla="*/ 96753 h 1972800"/>
              <a:gd name="connsiteX626" fmla="*/ 7080275 w 11362354"/>
              <a:gd name="connsiteY626" fmla="*/ 121735 h 1972800"/>
              <a:gd name="connsiteX627" fmla="*/ 6188669 w 11362354"/>
              <a:gd name="connsiteY627" fmla="*/ 121735 h 1972800"/>
              <a:gd name="connsiteX628" fmla="*/ 5574793 w 11362354"/>
              <a:gd name="connsiteY628" fmla="*/ 96753 h 1972800"/>
              <a:gd name="connsiteX629" fmla="*/ 6073294 w 11362354"/>
              <a:gd name="connsiteY629" fmla="*/ 96753 h 1972800"/>
              <a:gd name="connsiteX630" fmla="*/ 6073294 w 11362354"/>
              <a:gd name="connsiteY630" fmla="*/ 121735 h 1972800"/>
              <a:gd name="connsiteX631" fmla="*/ 5574793 w 11362354"/>
              <a:gd name="connsiteY631" fmla="*/ 121735 h 1972800"/>
              <a:gd name="connsiteX632" fmla="*/ 4792811 w 11362354"/>
              <a:gd name="connsiteY632" fmla="*/ 96753 h 1972800"/>
              <a:gd name="connsiteX633" fmla="*/ 5291307 w 11362354"/>
              <a:gd name="connsiteY633" fmla="*/ 96753 h 1972800"/>
              <a:gd name="connsiteX634" fmla="*/ 5291307 w 11362354"/>
              <a:gd name="connsiteY634" fmla="*/ 121735 h 1972800"/>
              <a:gd name="connsiteX635" fmla="*/ 4792811 w 11362354"/>
              <a:gd name="connsiteY635" fmla="*/ 121735 h 1972800"/>
              <a:gd name="connsiteX636" fmla="*/ 2285298 w 11362354"/>
              <a:gd name="connsiteY636" fmla="*/ 96753 h 1972800"/>
              <a:gd name="connsiteX637" fmla="*/ 3183254 w 11362354"/>
              <a:gd name="connsiteY637" fmla="*/ 96753 h 1972800"/>
              <a:gd name="connsiteX638" fmla="*/ 3183254 w 11362354"/>
              <a:gd name="connsiteY638" fmla="*/ 121735 h 1972800"/>
              <a:gd name="connsiteX639" fmla="*/ 2285298 w 11362354"/>
              <a:gd name="connsiteY639" fmla="*/ 121735 h 1972800"/>
              <a:gd name="connsiteX640" fmla="*/ 985097 w 11362354"/>
              <a:gd name="connsiteY640" fmla="*/ 96753 h 1972800"/>
              <a:gd name="connsiteX641" fmla="*/ 1978552 w 11362354"/>
              <a:gd name="connsiteY641" fmla="*/ 96753 h 1972800"/>
              <a:gd name="connsiteX642" fmla="*/ 2002599 w 11362354"/>
              <a:gd name="connsiteY642" fmla="*/ 121735 h 1972800"/>
              <a:gd name="connsiteX643" fmla="*/ 985097 w 11362354"/>
              <a:gd name="connsiteY643" fmla="*/ 121735 h 1972800"/>
              <a:gd name="connsiteX644" fmla="*/ 0 w 11362354"/>
              <a:gd name="connsiteY644" fmla="*/ 96753 h 1972800"/>
              <a:gd name="connsiteX645" fmla="*/ 877145 w 11362354"/>
              <a:gd name="connsiteY645" fmla="*/ 96753 h 1972800"/>
              <a:gd name="connsiteX646" fmla="*/ 877145 w 11362354"/>
              <a:gd name="connsiteY646" fmla="*/ 121735 h 1972800"/>
              <a:gd name="connsiteX647" fmla="*/ 0 w 11362354"/>
              <a:gd name="connsiteY647" fmla="*/ 121735 h 1972800"/>
              <a:gd name="connsiteX648" fmla="*/ 3581580 w 11362354"/>
              <a:gd name="connsiteY648" fmla="*/ 96752 h 1972800"/>
              <a:gd name="connsiteX649" fmla="*/ 4383809 w 11362354"/>
              <a:gd name="connsiteY649" fmla="*/ 96752 h 1972800"/>
              <a:gd name="connsiteX650" fmla="*/ 4407456 w 11362354"/>
              <a:gd name="connsiteY650" fmla="*/ 121734 h 1972800"/>
              <a:gd name="connsiteX651" fmla="*/ 3557933 w 11362354"/>
              <a:gd name="connsiteY651" fmla="*/ 121734 h 1972800"/>
              <a:gd name="connsiteX652" fmla="*/ 3581580 w 11362354"/>
              <a:gd name="connsiteY652" fmla="*/ 96752 h 1972800"/>
              <a:gd name="connsiteX653" fmla="*/ 10683999 w 11362354"/>
              <a:gd name="connsiteY653" fmla="*/ 1 h 1972800"/>
              <a:gd name="connsiteX654" fmla="*/ 10743787 w 11362354"/>
              <a:gd name="connsiteY654" fmla="*/ 1 h 1972800"/>
              <a:gd name="connsiteX655" fmla="*/ 10800434 w 11362354"/>
              <a:gd name="connsiteY655" fmla="*/ 2849 h 1972800"/>
              <a:gd name="connsiteX656" fmla="*/ 10800434 w 11362354"/>
              <a:gd name="connsiteY656" fmla="*/ 1 h 1972800"/>
              <a:gd name="connsiteX657" fmla="*/ 11306110 w 11362354"/>
              <a:gd name="connsiteY657" fmla="*/ 1 h 1972800"/>
              <a:gd name="connsiteX658" fmla="*/ 11306110 w 11362354"/>
              <a:gd name="connsiteY658" fmla="*/ 14690 h 1972800"/>
              <a:gd name="connsiteX659" fmla="*/ 10671926 w 11362354"/>
              <a:gd name="connsiteY659" fmla="*/ 14690 h 1972800"/>
              <a:gd name="connsiteX660" fmla="*/ 10634292 w 11362354"/>
              <a:gd name="connsiteY660" fmla="*/ 14690 h 1972800"/>
              <a:gd name="connsiteX661" fmla="*/ 10646512 w 11362354"/>
              <a:gd name="connsiteY661" fmla="*/ 4251 h 1972800"/>
              <a:gd name="connsiteX662" fmla="*/ 10646512 w 11362354"/>
              <a:gd name="connsiteY662" fmla="*/ 2687 h 1972800"/>
              <a:gd name="connsiteX663" fmla="*/ 10671926 w 11362354"/>
              <a:gd name="connsiteY663" fmla="*/ 1221 h 1972800"/>
              <a:gd name="connsiteX664" fmla="*/ 10671926 w 11362354"/>
              <a:gd name="connsiteY664" fmla="*/ 697 h 1972800"/>
              <a:gd name="connsiteX665" fmla="*/ 9781432 w 11362354"/>
              <a:gd name="connsiteY665" fmla="*/ 1 h 1972800"/>
              <a:gd name="connsiteX666" fmla="*/ 10286039 w 11362354"/>
              <a:gd name="connsiteY666" fmla="*/ 1 h 1972800"/>
              <a:gd name="connsiteX667" fmla="*/ 10286039 w 11362354"/>
              <a:gd name="connsiteY667" fmla="*/ 14659 h 1972800"/>
              <a:gd name="connsiteX668" fmla="*/ 9781432 w 11362354"/>
              <a:gd name="connsiteY668" fmla="*/ 14659 h 1972800"/>
              <a:gd name="connsiteX669" fmla="*/ 8612890 w 11362354"/>
              <a:gd name="connsiteY669" fmla="*/ 1 h 1972800"/>
              <a:gd name="connsiteX670" fmla="*/ 9668568 w 11362354"/>
              <a:gd name="connsiteY670" fmla="*/ 1 h 1972800"/>
              <a:gd name="connsiteX671" fmla="*/ 9668568 w 11362354"/>
              <a:gd name="connsiteY671" fmla="*/ 14659 h 1972800"/>
              <a:gd name="connsiteX672" fmla="*/ 8612890 w 11362354"/>
              <a:gd name="connsiteY672" fmla="*/ 14659 h 1972800"/>
              <a:gd name="connsiteX673" fmla="*/ 8042875 w 11362354"/>
              <a:gd name="connsiteY673" fmla="*/ 1 h 1972800"/>
              <a:gd name="connsiteX674" fmla="*/ 8501703 w 11362354"/>
              <a:gd name="connsiteY674" fmla="*/ 1 h 1972800"/>
              <a:gd name="connsiteX675" fmla="*/ 8501703 w 11362354"/>
              <a:gd name="connsiteY675" fmla="*/ 14659 h 1972800"/>
              <a:gd name="connsiteX676" fmla="*/ 8042875 w 11362354"/>
              <a:gd name="connsiteY676" fmla="*/ 14659 h 1972800"/>
              <a:gd name="connsiteX677" fmla="*/ 7193139 w 11362354"/>
              <a:gd name="connsiteY677" fmla="*/ 1 h 1972800"/>
              <a:gd name="connsiteX678" fmla="*/ 7667970 w 11362354"/>
              <a:gd name="connsiteY678" fmla="*/ 1 h 1972800"/>
              <a:gd name="connsiteX679" fmla="*/ 7674758 w 11362354"/>
              <a:gd name="connsiteY679" fmla="*/ 14659 h 1972800"/>
              <a:gd name="connsiteX680" fmla="*/ 7193139 w 11362354"/>
              <a:gd name="connsiteY680" fmla="*/ 14659 h 1972800"/>
              <a:gd name="connsiteX681" fmla="*/ 6188669 w 11362354"/>
              <a:gd name="connsiteY681" fmla="*/ 1 h 1972800"/>
              <a:gd name="connsiteX682" fmla="*/ 7080275 w 11362354"/>
              <a:gd name="connsiteY682" fmla="*/ 1 h 1972800"/>
              <a:gd name="connsiteX683" fmla="*/ 7080275 w 11362354"/>
              <a:gd name="connsiteY683" fmla="*/ 14659 h 1972800"/>
              <a:gd name="connsiteX684" fmla="*/ 6188669 w 11362354"/>
              <a:gd name="connsiteY684" fmla="*/ 14659 h 1972800"/>
              <a:gd name="connsiteX685" fmla="*/ 5574793 w 11362354"/>
              <a:gd name="connsiteY685" fmla="*/ 1 h 1972800"/>
              <a:gd name="connsiteX686" fmla="*/ 6073294 w 11362354"/>
              <a:gd name="connsiteY686" fmla="*/ 1 h 1972800"/>
              <a:gd name="connsiteX687" fmla="*/ 6073294 w 11362354"/>
              <a:gd name="connsiteY687" fmla="*/ 14659 h 1972800"/>
              <a:gd name="connsiteX688" fmla="*/ 5574793 w 11362354"/>
              <a:gd name="connsiteY688" fmla="*/ 14659 h 1972800"/>
              <a:gd name="connsiteX689" fmla="*/ 4792811 w 11362354"/>
              <a:gd name="connsiteY689" fmla="*/ 1 h 1972800"/>
              <a:gd name="connsiteX690" fmla="*/ 5291307 w 11362354"/>
              <a:gd name="connsiteY690" fmla="*/ 1 h 1972800"/>
              <a:gd name="connsiteX691" fmla="*/ 5291307 w 11362354"/>
              <a:gd name="connsiteY691" fmla="*/ 14659 h 1972800"/>
              <a:gd name="connsiteX692" fmla="*/ 4792811 w 11362354"/>
              <a:gd name="connsiteY692" fmla="*/ 14659 h 1972800"/>
              <a:gd name="connsiteX693" fmla="*/ 2285298 w 11362354"/>
              <a:gd name="connsiteY693" fmla="*/ 1 h 1972800"/>
              <a:gd name="connsiteX694" fmla="*/ 3183254 w 11362354"/>
              <a:gd name="connsiteY694" fmla="*/ 1 h 1972800"/>
              <a:gd name="connsiteX695" fmla="*/ 3183254 w 11362354"/>
              <a:gd name="connsiteY695" fmla="*/ 14659 h 1972800"/>
              <a:gd name="connsiteX696" fmla="*/ 2285298 w 11362354"/>
              <a:gd name="connsiteY696" fmla="*/ 14659 h 1972800"/>
              <a:gd name="connsiteX697" fmla="*/ 985097 w 11362354"/>
              <a:gd name="connsiteY697" fmla="*/ 1 h 1972800"/>
              <a:gd name="connsiteX698" fmla="*/ 1846470 w 11362354"/>
              <a:gd name="connsiteY698" fmla="*/ 1 h 1972800"/>
              <a:gd name="connsiteX699" fmla="*/ 1869376 w 11362354"/>
              <a:gd name="connsiteY699" fmla="*/ 14659 h 1972800"/>
              <a:gd name="connsiteX700" fmla="*/ 985097 w 11362354"/>
              <a:gd name="connsiteY700" fmla="*/ 14659 h 1972800"/>
              <a:gd name="connsiteX701" fmla="*/ 0 w 11362354"/>
              <a:gd name="connsiteY701" fmla="*/ 1 h 1972800"/>
              <a:gd name="connsiteX702" fmla="*/ 877145 w 11362354"/>
              <a:gd name="connsiteY702" fmla="*/ 1 h 1972800"/>
              <a:gd name="connsiteX703" fmla="*/ 877145 w 11362354"/>
              <a:gd name="connsiteY703" fmla="*/ 14659 h 1972800"/>
              <a:gd name="connsiteX704" fmla="*/ 0 w 11362354"/>
              <a:gd name="connsiteY704" fmla="*/ 14659 h 1972800"/>
              <a:gd name="connsiteX705" fmla="*/ 3702830 w 11362354"/>
              <a:gd name="connsiteY705" fmla="*/ 0 h 1972800"/>
              <a:gd name="connsiteX706" fmla="*/ 4262563 w 11362354"/>
              <a:gd name="connsiteY706" fmla="*/ 0 h 1972800"/>
              <a:gd name="connsiteX707" fmla="*/ 4284257 w 11362354"/>
              <a:gd name="connsiteY707" fmla="*/ 14658 h 1972800"/>
              <a:gd name="connsiteX708" fmla="*/ 3681132 w 11362354"/>
              <a:gd name="connsiteY708" fmla="*/ 14658 h 1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</a:cxnLst>
            <a:rect l="l" t="t" r="r" b="b"/>
            <a:pathLst>
              <a:path w="11362354" h="1972800">
                <a:moveTo>
                  <a:pt x="4196821" y="1846406"/>
                </a:moveTo>
                <a:lnTo>
                  <a:pt x="4515841" y="1846406"/>
                </a:lnTo>
                <a:lnTo>
                  <a:pt x="4302401" y="1972800"/>
                </a:lnTo>
                <a:lnTo>
                  <a:pt x="4276590" y="1972800"/>
                </a:lnTo>
                <a:close/>
                <a:moveTo>
                  <a:pt x="10408772" y="1547682"/>
                </a:moveTo>
                <a:lnTo>
                  <a:pt x="11236685" y="1547682"/>
                </a:lnTo>
                <a:cubicBezTo>
                  <a:pt x="11178355" y="1621090"/>
                  <a:pt x="11101638" y="1688425"/>
                  <a:pt x="11013744" y="1726479"/>
                </a:cubicBezTo>
                <a:cubicBezTo>
                  <a:pt x="10916839" y="1760403"/>
                  <a:pt x="10802883" y="1780105"/>
                  <a:pt x="10702056" y="1776200"/>
                </a:cubicBezTo>
                <a:cubicBezTo>
                  <a:pt x="10601227" y="1772294"/>
                  <a:pt x="10494409" y="1740125"/>
                  <a:pt x="10408772" y="1703049"/>
                </a:cubicBezTo>
                <a:close/>
                <a:moveTo>
                  <a:pt x="9781432" y="1544408"/>
                </a:moveTo>
                <a:lnTo>
                  <a:pt x="10286039" y="1544408"/>
                </a:lnTo>
                <a:lnTo>
                  <a:pt x="10286039" y="1763438"/>
                </a:lnTo>
                <a:lnTo>
                  <a:pt x="9781432" y="1763438"/>
                </a:lnTo>
                <a:close/>
                <a:moveTo>
                  <a:pt x="8877431" y="1544408"/>
                </a:moveTo>
                <a:lnTo>
                  <a:pt x="9382033" y="1544408"/>
                </a:lnTo>
                <a:lnTo>
                  <a:pt x="9382033" y="1763438"/>
                </a:lnTo>
                <a:lnTo>
                  <a:pt x="8877431" y="1763438"/>
                </a:lnTo>
                <a:close/>
                <a:moveTo>
                  <a:pt x="7955283" y="1544408"/>
                </a:moveTo>
                <a:lnTo>
                  <a:pt x="8501703" y="1544408"/>
                </a:lnTo>
                <a:lnTo>
                  <a:pt x="8501703" y="1763438"/>
                </a:lnTo>
                <a:lnTo>
                  <a:pt x="8046371" y="1763438"/>
                </a:lnTo>
                <a:close/>
                <a:moveTo>
                  <a:pt x="7193139" y="1544408"/>
                </a:moveTo>
                <a:lnTo>
                  <a:pt x="7648159" y="1544408"/>
                </a:lnTo>
                <a:lnTo>
                  <a:pt x="7648159" y="1763438"/>
                </a:lnTo>
                <a:lnTo>
                  <a:pt x="7193139" y="1763438"/>
                </a:lnTo>
                <a:close/>
                <a:moveTo>
                  <a:pt x="6188669" y="1544408"/>
                </a:moveTo>
                <a:lnTo>
                  <a:pt x="7080275" y="1544408"/>
                </a:lnTo>
                <a:lnTo>
                  <a:pt x="7080275" y="1763438"/>
                </a:lnTo>
                <a:lnTo>
                  <a:pt x="6188669" y="1763438"/>
                </a:lnTo>
                <a:close/>
                <a:moveTo>
                  <a:pt x="4886266" y="1544408"/>
                </a:moveTo>
                <a:lnTo>
                  <a:pt x="5979839" y="1544408"/>
                </a:lnTo>
                <a:cubicBezTo>
                  <a:pt x="5886803" y="1676927"/>
                  <a:pt x="5732198" y="1763438"/>
                  <a:pt x="5557257" y="1763438"/>
                </a:cubicBezTo>
                <a:lnTo>
                  <a:pt x="5308843" y="1763438"/>
                </a:lnTo>
                <a:cubicBezTo>
                  <a:pt x="5133911" y="1763438"/>
                  <a:pt x="4979301" y="1676927"/>
                  <a:pt x="4886266" y="1544408"/>
                </a:cubicBezTo>
                <a:close/>
                <a:moveTo>
                  <a:pt x="2285298" y="1544408"/>
                </a:moveTo>
                <a:lnTo>
                  <a:pt x="3183254" y="1544408"/>
                </a:lnTo>
                <a:lnTo>
                  <a:pt x="3183254" y="1763438"/>
                </a:lnTo>
                <a:lnTo>
                  <a:pt x="2285298" y="1763438"/>
                </a:lnTo>
                <a:close/>
                <a:moveTo>
                  <a:pt x="1699767" y="1544408"/>
                </a:moveTo>
                <a:lnTo>
                  <a:pt x="2161050" y="1544408"/>
                </a:lnTo>
                <a:lnTo>
                  <a:pt x="2265828" y="1763438"/>
                </a:lnTo>
                <a:lnTo>
                  <a:pt x="1796468" y="1763438"/>
                </a:lnTo>
                <a:close/>
                <a:moveTo>
                  <a:pt x="985097" y="1544408"/>
                </a:moveTo>
                <a:lnTo>
                  <a:pt x="1468672" y="1544408"/>
                </a:lnTo>
                <a:lnTo>
                  <a:pt x="1468672" y="1763438"/>
                </a:lnTo>
                <a:lnTo>
                  <a:pt x="985097" y="1763438"/>
                </a:lnTo>
                <a:close/>
                <a:moveTo>
                  <a:pt x="0" y="1544408"/>
                </a:moveTo>
                <a:lnTo>
                  <a:pt x="506025" y="1544408"/>
                </a:lnTo>
                <a:lnTo>
                  <a:pt x="506025" y="1763438"/>
                </a:lnTo>
                <a:lnTo>
                  <a:pt x="498505" y="1763438"/>
                </a:lnTo>
                <a:lnTo>
                  <a:pt x="7520" y="1763438"/>
                </a:lnTo>
                <a:lnTo>
                  <a:pt x="0" y="1763438"/>
                </a:lnTo>
                <a:close/>
                <a:moveTo>
                  <a:pt x="3478763" y="1544407"/>
                </a:moveTo>
                <a:lnTo>
                  <a:pt x="4486152" y="1544407"/>
                </a:lnTo>
                <a:cubicBezTo>
                  <a:pt x="4484148" y="1548197"/>
                  <a:pt x="4481735" y="1551706"/>
                  <a:pt x="4479313" y="1555187"/>
                </a:cubicBezTo>
                <a:lnTo>
                  <a:pt x="4654042" y="1763437"/>
                </a:lnTo>
                <a:lnTo>
                  <a:pt x="3697470" y="1763437"/>
                </a:lnTo>
                <a:cubicBezTo>
                  <a:pt x="3614316" y="1711031"/>
                  <a:pt x="3539996" y="1636273"/>
                  <a:pt x="3478763" y="1544407"/>
                </a:cubicBezTo>
                <a:close/>
                <a:moveTo>
                  <a:pt x="10408772" y="1290902"/>
                </a:moveTo>
                <a:lnTo>
                  <a:pt x="10568570" y="1290902"/>
                </a:lnTo>
                <a:cubicBezTo>
                  <a:pt x="10577470" y="1298557"/>
                  <a:pt x="10581828" y="1306214"/>
                  <a:pt x="10590729" y="1313870"/>
                </a:cubicBezTo>
                <a:cubicBezTo>
                  <a:pt x="10620545" y="1348521"/>
                  <a:pt x="10677153" y="1369391"/>
                  <a:pt x="10721250" y="1365562"/>
                </a:cubicBezTo>
                <a:cubicBezTo>
                  <a:pt x="10765348" y="1361734"/>
                  <a:pt x="10826744" y="1338516"/>
                  <a:pt x="10855315" y="1290902"/>
                </a:cubicBezTo>
                <a:lnTo>
                  <a:pt x="11214890" y="1290902"/>
                </a:lnTo>
                <a:lnTo>
                  <a:pt x="11346112" y="1290902"/>
                </a:lnTo>
                <a:cubicBezTo>
                  <a:pt x="11334622" y="1353431"/>
                  <a:pt x="11312604" y="1412394"/>
                  <a:pt x="11280882" y="1465414"/>
                </a:cubicBezTo>
                <a:lnTo>
                  <a:pt x="11214890" y="1465414"/>
                </a:lnTo>
                <a:lnTo>
                  <a:pt x="10408772" y="1465414"/>
                </a:lnTo>
                <a:close/>
                <a:moveTo>
                  <a:pt x="3354588" y="1288169"/>
                </a:moveTo>
                <a:lnTo>
                  <a:pt x="3891084" y="1288169"/>
                </a:lnTo>
                <a:cubicBezTo>
                  <a:pt x="3918715" y="1317171"/>
                  <a:pt x="3949853" y="1333215"/>
                  <a:pt x="3982693" y="1333215"/>
                </a:cubicBezTo>
                <a:cubicBezTo>
                  <a:pt x="4015535" y="1333215"/>
                  <a:pt x="4046674" y="1317171"/>
                  <a:pt x="4074304" y="1288169"/>
                </a:cubicBezTo>
                <a:lnTo>
                  <a:pt x="4610046" y="1288169"/>
                </a:lnTo>
                <a:cubicBezTo>
                  <a:pt x="4590290" y="1350350"/>
                  <a:pt x="4565183" y="1408715"/>
                  <a:pt x="4535426" y="1462313"/>
                </a:cubicBezTo>
                <a:lnTo>
                  <a:pt x="3429061" y="1462313"/>
                </a:lnTo>
                <a:cubicBezTo>
                  <a:pt x="3399902" y="1408452"/>
                  <a:pt x="3374896" y="1350106"/>
                  <a:pt x="3354588" y="1288169"/>
                </a:cubicBezTo>
                <a:close/>
                <a:moveTo>
                  <a:pt x="9781432" y="1288165"/>
                </a:moveTo>
                <a:lnTo>
                  <a:pt x="10286039" y="1288165"/>
                </a:lnTo>
                <a:lnTo>
                  <a:pt x="10286039" y="1462314"/>
                </a:lnTo>
                <a:lnTo>
                  <a:pt x="9781432" y="1462314"/>
                </a:lnTo>
                <a:close/>
                <a:moveTo>
                  <a:pt x="8877431" y="1288165"/>
                </a:moveTo>
                <a:lnTo>
                  <a:pt x="9382033" y="1288165"/>
                </a:lnTo>
                <a:lnTo>
                  <a:pt x="9382033" y="1462314"/>
                </a:lnTo>
                <a:lnTo>
                  <a:pt x="8877431" y="1462314"/>
                </a:lnTo>
                <a:close/>
                <a:moveTo>
                  <a:pt x="7848731" y="1288165"/>
                </a:moveTo>
                <a:lnTo>
                  <a:pt x="8501703" y="1288165"/>
                </a:lnTo>
                <a:lnTo>
                  <a:pt x="8501703" y="1462314"/>
                </a:lnTo>
                <a:lnTo>
                  <a:pt x="7921150" y="1462314"/>
                </a:lnTo>
                <a:close/>
                <a:moveTo>
                  <a:pt x="7193139" y="1288165"/>
                </a:moveTo>
                <a:lnTo>
                  <a:pt x="7648159" y="1288165"/>
                </a:lnTo>
                <a:lnTo>
                  <a:pt x="7648159" y="1462314"/>
                </a:lnTo>
                <a:lnTo>
                  <a:pt x="7193139" y="1462314"/>
                </a:lnTo>
                <a:close/>
                <a:moveTo>
                  <a:pt x="6188669" y="1288165"/>
                </a:moveTo>
                <a:lnTo>
                  <a:pt x="6674501" y="1288165"/>
                </a:lnTo>
                <a:lnTo>
                  <a:pt x="6674501" y="1351991"/>
                </a:lnTo>
                <a:lnTo>
                  <a:pt x="7080275" y="1351991"/>
                </a:lnTo>
                <a:lnTo>
                  <a:pt x="7080275" y="1462314"/>
                </a:lnTo>
                <a:lnTo>
                  <a:pt x="6188669" y="1462314"/>
                </a:lnTo>
                <a:close/>
                <a:moveTo>
                  <a:pt x="4794722" y="1288165"/>
                </a:moveTo>
                <a:lnTo>
                  <a:pt x="5308313" y="1288165"/>
                </a:lnTo>
                <a:cubicBezTo>
                  <a:pt x="5331518" y="1333078"/>
                  <a:pt x="5378715" y="1363467"/>
                  <a:pt x="5433050" y="1363467"/>
                </a:cubicBezTo>
                <a:cubicBezTo>
                  <a:pt x="5487389" y="1363467"/>
                  <a:pt x="5534582" y="1333078"/>
                  <a:pt x="5557791" y="1288165"/>
                </a:cubicBezTo>
                <a:lnTo>
                  <a:pt x="6071387" y="1288165"/>
                </a:lnTo>
                <a:cubicBezTo>
                  <a:pt x="6067418" y="1349988"/>
                  <a:pt x="6051903" y="1408730"/>
                  <a:pt x="6026879" y="1462314"/>
                </a:cubicBezTo>
                <a:lnTo>
                  <a:pt x="4839225" y="1462314"/>
                </a:lnTo>
                <a:cubicBezTo>
                  <a:pt x="4814201" y="1408730"/>
                  <a:pt x="4798682" y="1349988"/>
                  <a:pt x="4794722" y="1288165"/>
                </a:cubicBezTo>
                <a:close/>
                <a:moveTo>
                  <a:pt x="2285298" y="1288165"/>
                </a:moveTo>
                <a:lnTo>
                  <a:pt x="2771132" y="1288165"/>
                </a:lnTo>
                <a:lnTo>
                  <a:pt x="2771132" y="1351991"/>
                </a:lnTo>
                <a:lnTo>
                  <a:pt x="3183254" y="1351991"/>
                </a:lnTo>
                <a:lnTo>
                  <a:pt x="3183254" y="1462314"/>
                </a:lnTo>
                <a:lnTo>
                  <a:pt x="2285298" y="1462314"/>
                </a:lnTo>
                <a:close/>
                <a:moveTo>
                  <a:pt x="1586644" y="1288165"/>
                </a:moveTo>
                <a:lnTo>
                  <a:pt x="2038472" y="1288165"/>
                </a:lnTo>
                <a:lnTo>
                  <a:pt x="2121783" y="1462314"/>
                </a:lnTo>
                <a:lnTo>
                  <a:pt x="1663530" y="1462314"/>
                </a:lnTo>
                <a:close/>
                <a:moveTo>
                  <a:pt x="985097" y="1288165"/>
                </a:moveTo>
                <a:lnTo>
                  <a:pt x="1468672" y="1288165"/>
                </a:lnTo>
                <a:lnTo>
                  <a:pt x="1468672" y="1462314"/>
                </a:lnTo>
                <a:lnTo>
                  <a:pt x="985097" y="1462314"/>
                </a:lnTo>
                <a:close/>
                <a:moveTo>
                  <a:pt x="0" y="1288165"/>
                </a:moveTo>
                <a:lnTo>
                  <a:pt x="506025" y="1288165"/>
                </a:lnTo>
                <a:lnTo>
                  <a:pt x="506025" y="1462314"/>
                </a:lnTo>
                <a:lnTo>
                  <a:pt x="0" y="1462314"/>
                </a:lnTo>
                <a:close/>
                <a:moveTo>
                  <a:pt x="10408772" y="1157361"/>
                </a:moveTo>
                <a:lnTo>
                  <a:pt x="10468381" y="1208632"/>
                </a:lnTo>
                <a:lnTo>
                  <a:pt x="10408772" y="1208632"/>
                </a:lnTo>
                <a:close/>
                <a:moveTo>
                  <a:pt x="10816942" y="1078164"/>
                </a:moveTo>
                <a:lnTo>
                  <a:pt x="11358000" y="1078164"/>
                </a:lnTo>
                <a:cubicBezTo>
                  <a:pt x="11367192" y="1149515"/>
                  <a:pt x="11358946" y="1186888"/>
                  <a:pt x="11359134" y="1208632"/>
                </a:cubicBezTo>
                <a:lnTo>
                  <a:pt x="11359134" y="1208633"/>
                </a:lnTo>
                <a:lnTo>
                  <a:pt x="10871056" y="1208633"/>
                </a:lnTo>
                <a:cubicBezTo>
                  <a:pt x="10871350" y="1207645"/>
                  <a:pt x="10871355" y="1206649"/>
                  <a:pt x="10871355" y="1205652"/>
                </a:cubicBezTo>
                <a:cubicBezTo>
                  <a:pt x="10871355" y="1153657"/>
                  <a:pt x="10847076" y="1107297"/>
                  <a:pt x="10808382" y="1078165"/>
                </a:cubicBezTo>
                <a:lnTo>
                  <a:pt x="10816943" y="1078165"/>
                </a:lnTo>
                <a:close/>
                <a:moveTo>
                  <a:pt x="9781432" y="1075882"/>
                </a:moveTo>
                <a:lnTo>
                  <a:pt x="10286039" y="1075882"/>
                </a:lnTo>
                <a:lnTo>
                  <a:pt x="10286039" y="1206076"/>
                </a:lnTo>
                <a:lnTo>
                  <a:pt x="9781432" y="1206076"/>
                </a:lnTo>
                <a:close/>
                <a:moveTo>
                  <a:pt x="8877431" y="1075882"/>
                </a:moveTo>
                <a:lnTo>
                  <a:pt x="9382033" y="1075882"/>
                </a:lnTo>
                <a:lnTo>
                  <a:pt x="9382033" y="1206076"/>
                </a:lnTo>
                <a:lnTo>
                  <a:pt x="8877431" y="1206076"/>
                </a:lnTo>
                <a:close/>
                <a:moveTo>
                  <a:pt x="7760453" y="1075882"/>
                </a:moveTo>
                <a:lnTo>
                  <a:pt x="8501703" y="1075882"/>
                </a:lnTo>
                <a:lnTo>
                  <a:pt x="8501703" y="1206076"/>
                </a:lnTo>
                <a:lnTo>
                  <a:pt x="7814594" y="1206076"/>
                </a:lnTo>
                <a:close/>
                <a:moveTo>
                  <a:pt x="7193139" y="1075882"/>
                </a:moveTo>
                <a:lnTo>
                  <a:pt x="7648159" y="1075882"/>
                </a:lnTo>
                <a:lnTo>
                  <a:pt x="7648159" y="1206076"/>
                </a:lnTo>
                <a:lnTo>
                  <a:pt x="7193139" y="1206076"/>
                </a:lnTo>
                <a:close/>
                <a:moveTo>
                  <a:pt x="6188669" y="1075882"/>
                </a:moveTo>
                <a:lnTo>
                  <a:pt x="6674501" y="1075882"/>
                </a:lnTo>
                <a:lnTo>
                  <a:pt x="6674501" y="1206076"/>
                </a:lnTo>
                <a:lnTo>
                  <a:pt x="6188669" y="1206076"/>
                </a:lnTo>
                <a:close/>
                <a:moveTo>
                  <a:pt x="5574793" y="1075882"/>
                </a:moveTo>
                <a:lnTo>
                  <a:pt x="6073294" y="1075882"/>
                </a:lnTo>
                <a:lnTo>
                  <a:pt x="6073294" y="1206076"/>
                </a:lnTo>
                <a:lnTo>
                  <a:pt x="5574793" y="1206076"/>
                </a:lnTo>
                <a:close/>
                <a:moveTo>
                  <a:pt x="4792811" y="1075882"/>
                </a:moveTo>
                <a:lnTo>
                  <a:pt x="5291307" y="1075882"/>
                </a:lnTo>
                <a:lnTo>
                  <a:pt x="5291307" y="1206076"/>
                </a:lnTo>
                <a:lnTo>
                  <a:pt x="4792811" y="1206076"/>
                </a:lnTo>
                <a:close/>
                <a:moveTo>
                  <a:pt x="2285298" y="1075882"/>
                </a:moveTo>
                <a:lnTo>
                  <a:pt x="2771132" y="1075882"/>
                </a:lnTo>
                <a:lnTo>
                  <a:pt x="2771132" y="1206076"/>
                </a:lnTo>
                <a:lnTo>
                  <a:pt x="2285298" y="1206076"/>
                </a:lnTo>
                <a:close/>
                <a:moveTo>
                  <a:pt x="1492927" y="1075882"/>
                </a:moveTo>
                <a:lnTo>
                  <a:pt x="1945589" y="1075882"/>
                </a:lnTo>
                <a:cubicBezTo>
                  <a:pt x="1944041" y="1077590"/>
                  <a:pt x="1942273" y="1079022"/>
                  <a:pt x="1940491" y="1080455"/>
                </a:cubicBezTo>
                <a:lnTo>
                  <a:pt x="1939110" y="1080455"/>
                </a:lnTo>
                <a:lnTo>
                  <a:pt x="1939524" y="1081320"/>
                </a:lnTo>
                <a:cubicBezTo>
                  <a:pt x="1939165" y="1081707"/>
                  <a:pt x="1938755" y="1082034"/>
                  <a:pt x="1938345" y="1082361"/>
                </a:cubicBezTo>
                <a:lnTo>
                  <a:pt x="1940022" y="1082361"/>
                </a:lnTo>
                <a:lnTo>
                  <a:pt x="1999205" y="1206076"/>
                </a:lnTo>
                <a:lnTo>
                  <a:pt x="1550403" y="1206076"/>
                </a:lnTo>
                <a:close/>
                <a:moveTo>
                  <a:pt x="985097" y="1075882"/>
                </a:moveTo>
                <a:lnTo>
                  <a:pt x="1468672" y="1075882"/>
                </a:lnTo>
                <a:lnTo>
                  <a:pt x="1468672" y="1206076"/>
                </a:lnTo>
                <a:lnTo>
                  <a:pt x="985097" y="1206076"/>
                </a:lnTo>
                <a:close/>
                <a:moveTo>
                  <a:pt x="0" y="1075882"/>
                </a:moveTo>
                <a:lnTo>
                  <a:pt x="877145" y="1075882"/>
                </a:lnTo>
                <a:lnTo>
                  <a:pt x="877145" y="1098345"/>
                </a:lnTo>
                <a:lnTo>
                  <a:pt x="869625" y="1098345"/>
                </a:lnTo>
                <a:lnTo>
                  <a:pt x="506025" y="1098345"/>
                </a:lnTo>
                <a:lnTo>
                  <a:pt x="506025" y="1206076"/>
                </a:lnTo>
                <a:lnTo>
                  <a:pt x="0" y="1206076"/>
                </a:lnTo>
                <a:close/>
                <a:moveTo>
                  <a:pt x="4174413" y="1075881"/>
                </a:moveTo>
                <a:lnTo>
                  <a:pt x="4660572" y="1075881"/>
                </a:lnTo>
                <a:cubicBezTo>
                  <a:pt x="4654171" y="1120550"/>
                  <a:pt x="4645505" y="1164090"/>
                  <a:pt x="4633997" y="1206075"/>
                </a:cubicBezTo>
                <a:lnTo>
                  <a:pt x="4129883" y="1206075"/>
                </a:lnTo>
                <a:cubicBezTo>
                  <a:pt x="4148445" y="1169059"/>
                  <a:pt x="4163826" y="1125090"/>
                  <a:pt x="4174413" y="1075881"/>
                </a:cubicBezTo>
                <a:close/>
                <a:moveTo>
                  <a:pt x="3305162" y="1075881"/>
                </a:moveTo>
                <a:lnTo>
                  <a:pt x="3790976" y="1075881"/>
                </a:lnTo>
                <a:cubicBezTo>
                  <a:pt x="3801558" y="1125090"/>
                  <a:pt x="3816942" y="1169059"/>
                  <a:pt x="3835506" y="1206075"/>
                </a:cubicBezTo>
                <a:lnTo>
                  <a:pt x="3330959" y="1206075"/>
                </a:lnTo>
                <a:cubicBezTo>
                  <a:pt x="3319852" y="1164035"/>
                  <a:pt x="3311209" y="1120545"/>
                  <a:pt x="3305162" y="1075881"/>
                </a:cubicBezTo>
                <a:close/>
                <a:moveTo>
                  <a:pt x="10587776" y="879486"/>
                </a:moveTo>
                <a:lnTo>
                  <a:pt x="11280821" y="879486"/>
                </a:lnTo>
                <a:cubicBezTo>
                  <a:pt x="11304371" y="915413"/>
                  <a:pt x="11325405" y="952210"/>
                  <a:pt x="11338792" y="993628"/>
                </a:cubicBezTo>
                <a:lnTo>
                  <a:pt x="10727828" y="995899"/>
                </a:lnTo>
                <a:close/>
                <a:moveTo>
                  <a:pt x="9781432" y="877625"/>
                </a:moveTo>
                <a:lnTo>
                  <a:pt x="10286039" y="877625"/>
                </a:lnTo>
                <a:lnTo>
                  <a:pt x="10286039" y="993788"/>
                </a:lnTo>
                <a:lnTo>
                  <a:pt x="9781432" y="993788"/>
                </a:lnTo>
                <a:close/>
                <a:moveTo>
                  <a:pt x="8877431" y="877625"/>
                </a:moveTo>
                <a:lnTo>
                  <a:pt x="9382033" y="877625"/>
                </a:lnTo>
                <a:lnTo>
                  <a:pt x="9382033" y="993788"/>
                </a:lnTo>
                <a:lnTo>
                  <a:pt x="8877431" y="993788"/>
                </a:lnTo>
                <a:close/>
                <a:moveTo>
                  <a:pt x="7678004" y="877625"/>
                </a:moveTo>
                <a:lnTo>
                  <a:pt x="8501703" y="877625"/>
                </a:lnTo>
                <a:lnTo>
                  <a:pt x="8501703" y="993788"/>
                </a:lnTo>
                <a:lnTo>
                  <a:pt x="7726316" y="993788"/>
                </a:lnTo>
                <a:close/>
                <a:moveTo>
                  <a:pt x="7193139" y="877625"/>
                </a:moveTo>
                <a:lnTo>
                  <a:pt x="7648159" y="877625"/>
                </a:lnTo>
                <a:lnTo>
                  <a:pt x="7648159" y="993788"/>
                </a:lnTo>
                <a:lnTo>
                  <a:pt x="7193139" y="993788"/>
                </a:lnTo>
                <a:close/>
                <a:moveTo>
                  <a:pt x="6188669" y="877625"/>
                </a:moveTo>
                <a:lnTo>
                  <a:pt x="7056268" y="877625"/>
                </a:lnTo>
                <a:lnTo>
                  <a:pt x="7056268" y="988326"/>
                </a:lnTo>
                <a:lnTo>
                  <a:pt x="6674501" y="988326"/>
                </a:lnTo>
                <a:lnTo>
                  <a:pt x="6674501" y="993788"/>
                </a:lnTo>
                <a:lnTo>
                  <a:pt x="6188669" y="993788"/>
                </a:lnTo>
                <a:close/>
                <a:moveTo>
                  <a:pt x="5574793" y="877625"/>
                </a:moveTo>
                <a:lnTo>
                  <a:pt x="6073294" y="877625"/>
                </a:lnTo>
                <a:lnTo>
                  <a:pt x="6073294" y="993788"/>
                </a:lnTo>
                <a:lnTo>
                  <a:pt x="5574793" y="993788"/>
                </a:lnTo>
                <a:close/>
                <a:moveTo>
                  <a:pt x="4792811" y="877625"/>
                </a:moveTo>
                <a:lnTo>
                  <a:pt x="5291307" y="877625"/>
                </a:lnTo>
                <a:lnTo>
                  <a:pt x="5291307" y="993788"/>
                </a:lnTo>
                <a:lnTo>
                  <a:pt x="4792811" y="993788"/>
                </a:lnTo>
                <a:close/>
                <a:moveTo>
                  <a:pt x="2285298" y="877625"/>
                </a:moveTo>
                <a:lnTo>
                  <a:pt x="3161500" y="877625"/>
                </a:lnTo>
                <a:lnTo>
                  <a:pt x="3161500" y="988326"/>
                </a:lnTo>
                <a:lnTo>
                  <a:pt x="2771132" y="988326"/>
                </a:lnTo>
                <a:lnTo>
                  <a:pt x="2771132" y="993788"/>
                </a:lnTo>
                <a:lnTo>
                  <a:pt x="2285298" y="993788"/>
                </a:lnTo>
                <a:close/>
                <a:moveTo>
                  <a:pt x="985097" y="877625"/>
                </a:moveTo>
                <a:lnTo>
                  <a:pt x="2107746" y="877625"/>
                </a:lnTo>
                <a:cubicBezTo>
                  <a:pt x="2086278" y="919656"/>
                  <a:pt x="2059665" y="958619"/>
                  <a:pt x="2028664" y="993788"/>
                </a:cubicBezTo>
                <a:lnTo>
                  <a:pt x="985097" y="993788"/>
                </a:lnTo>
                <a:close/>
                <a:moveTo>
                  <a:pt x="0" y="877625"/>
                </a:moveTo>
                <a:lnTo>
                  <a:pt x="877145" y="877625"/>
                </a:lnTo>
                <a:lnTo>
                  <a:pt x="877145" y="993788"/>
                </a:lnTo>
                <a:lnTo>
                  <a:pt x="0" y="993788"/>
                </a:lnTo>
                <a:close/>
                <a:moveTo>
                  <a:pt x="4199211" y="877624"/>
                </a:moveTo>
                <a:lnTo>
                  <a:pt x="4674176" y="877624"/>
                </a:lnTo>
                <a:cubicBezTo>
                  <a:pt x="4674327" y="879591"/>
                  <a:pt x="4674332" y="881557"/>
                  <a:pt x="4674332" y="883528"/>
                </a:cubicBezTo>
                <a:cubicBezTo>
                  <a:pt x="4674332" y="920824"/>
                  <a:pt x="4672822" y="957628"/>
                  <a:pt x="4669465" y="993787"/>
                </a:cubicBezTo>
                <a:lnTo>
                  <a:pt x="4189743" y="993787"/>
                </a:lnTo>
                <a:cubicBezTo>
                  <a:pt x="4195970" y="956882"/>
                  <a:pt x="4199133" y="917914"/>
                  <a:pt x="4199211" y="877624"/>
                </a:cubicBezTo>
                <a:close/>
                <a:moveTo>
                  <a:pt x="3291213" y="877624"/>
                </a:moveTo>
                <a:lnTo>
                  <a:pt x="3766173" y="877624"/>
                </a:lnTo>
                <a:cubicBezTo>
                  <a:pt x="3766256" y="917914"/>
                  <a:pt x="3769415" y="956882"/>
                  <a:pt x="3775650" y="993787"/>
                </a:cubicBezTo>
                <a:lnTo>
                  <a:pt x="3295989" y="993787"/>
                </a:lnTo>
                <a:cubicBezTo>
                  <a:pt x="3292572" y="957632"/>
                  <a:pt x="3291057" y="920824"/>
                  <a:pt x="3291057" y="883528"/>
                </a:cubicBezTo>
                <a:close/>
                <a:moveTo>
                  <a:pt x="10461146" y="710797"/>
                </a:moveTo>
                <a:lnTo>
                  <a:pt x="11109160" y="710797"/>
                </a:lnTo>
                <a:cubicBezTo>
                  <a:pt x="11109161" y="710797"/>
                  <a:pt x="11109161" y="710798"/>
                  <a:pt x="11109162" y="710798"/>
                </a:cubicBezTo>
                <a:lnTo>
                  <a:pt x="11121245" y="710798"/>
                </a:lnTo>
                <a:lnTo>
                  <a:pt x="11122337" y="711693"/>
                </a:lnTo>
                <a:lnTo>
                  <a:pt x="11118350" y="711693"/>
                </a:lnTo>
                <a:cubicBezTo>
                  <a:pt x="11153339" y="736641"/>
                  <a:pt x="11185427" y="765257"/>
                  <a:pt x="11213739" y="797219"/>
                </a:cubicBezTo>
                <a:lnTo>
                  <a:pt x="10517279" y="797218"/>
                </a:lnTo>
                <a:cubicBezTo>
                  <a:pt x="10497025" y="770452"/>
                  <a:pt x="10475239" y="741481"/>
                  <a:pt x="10461146" y="710797"/>
                </a:cubicBezTo>
                <a:close/>
                <a:moveTo>
                  <a:pt x="9781432" y="709293"/>
                </a:moveTo>
                <a:lnTo>
                  <a:pt x="10286039" y="709293"/>
                </a:lnTo>
                <a:lnTo>
                  <a:pt x="10286039" y="795531"/>
                </a:lnTo>
                <a:lnTo>
                  <a:pt x="9781432" y="795531"/>
                </a:lnTo>
                <a:close/>
                <a:moveTo>
                  <a:pt x="8877431" y="709293"/>
                </a:moveTo>
                <a:lnTo>
                  <a:pt x="9382033" y="709293"/>
                </a:lnTo>
                <a:lnTo>
                  <a:pt x="9382033" y="795531"/>
                </a:lnTo>
                <a:lnTo>
                  <a:pt x="8877431" y="795531"/>
                </a:lnTo>
                <a:close/>
                <a:moveTo>
                  <a:pt x="8042875" y="709293"/>
                </a:moveTo>
                <a:lnTo>
                  <a:pt x="8501703" y="709293"/>
                </a:lnTo>
                <a:lnTo>
                  <a:pt x="8501703" y="795531"/>
                </a:lnTo>
                <a:lnTo>
                  <a:pt x="8042875" y="795531"/>
                </a:lnTo>
                <a:close/>
                <a:moveTo>
                  <a:pt x="7193139" y="709293"/>
                </a:moveTo>
                <a:lnTo>
                  <a:pt x="7996240" y="709293"/>
                </a:lnTo>
                <a:lnTo>
                  <a:pt x="8036152" y="795531"/>
                </a:lnTo>
                <a:lnTo>
                  <a:pt x="7193139" y="795531"/>
                </a:lnTo>
                <a:close/>
                <a:moveTo>
                  <a:pt x="6188669" y="709293"/>
                </a:moveTo>
                <a:lnTo>
                  <a:pt x="6674501" y="709293"/>
                </a:lnTo>
                <a:lnTo>
                  <a:pt x="6674501" y="714671"/>
                </a:lnTo>
                <a:lnTo>
                  <a:pt x="7056268" y="714671"/>
                </a:lnTo>
                <a:lnTo>
                  <a:pt x="7056268" y="795531"/>
                </a:lnTo>
                <a:lnTo>
                  <a:pt x="6188669" y="795531"/>
                </a:lnTo>
                <a:close/>
                <a:moveTo>
                  <a:pt x="5574793" y="709293"/>
                </a:moveTo>
                <a:lnTo>
                  <a:pt x="6073294" y="709293"/>
                </a:lnTo>
                <a:lnTo>
                  <a:pt x="6073294" y="795531"/>
                </a:lnTo>
                <a:lnTo>
                  <a:pt x="5574793" y="795531"/>
                </a:lnTo>
                <a:close/>
                <a:moveTo>
                  <a:pt x="4792811" y="709293"/>
                </a:moveTo>
                <a:lnTo>
                  <a:pt x="5291307" y="709293"/>
                </a:lnTo>
                <a:lnTo>
                  <a:pt x="5291307" y="795531"/>
                </a:lnTo>
                <a:lnTo>
                  <a:pt x="4792811" y="795531"/>
                </a:lnTo>
                <a:close/>
                <a:moveTo>
                  <a:pt x="2285298" y="709293"/>
                </a:moveTo>
                <a:lnTo>
                  <a:pt x="2771132" y="709293"/>
                </a:lnTo>
                <a:lnTo>
                  <a:pt x="2771132" y="714671"/>
                </a:lnTo>
                <a:lnTo>
                  <a:pt x="3161500" y="714671"/>
                </a:lnTo>
                <a:lnTo>
                  <a:pt x="3161500" y="795531"/>
                </a:lnTo>
                <a:lnTo>
                  <a:pt x="2285298" y="795531"/>
                </a:lnTo>
                <a:close/>
                <a:moveTo>
                  <a:pt x="1709143" y="709293"/>
                </a:moveTo>
                <a:lnTo>
                  <a:pt x="2169670" y="709293"/>
                </a:lnTo>
                <a:cubicBezTo>
                  <a:pt x="2163895" y="738935"/>
                  <a:pt x="2155552" y="767712"/>
                  <a:pt x="2145130" y="795531"/>
                </a:cubicBezTo>
                <a:lnTo>
                  <a:pt x="1595923" y="795531"/>
                </a:lnTo>
                <a:cubicBezTo>
                  <a:pt x="1642913" y="780533"/>
                  <a:pt x="1682554" y="749578"/>
                  <a:pt x="1709143" y="709293"/>
                </a:cubicBezTo>
                <a:close/>
                <a:moveTo>
                  <a:pt x="985097" y="709293"/>
                </a:moveTo>
                <a:lnTo>
                  <a:pt x="1469893" y="709293"/>
                </a:lnTo>
                <a:lnTo>
                  <a:pt x="1469893" y="795531"/>
                </a:lnTo>
                <a:lnTo>
                  <a:pt x="985097" y="795531"/>
                </a:lnTo>
                <a:close/>
                <a:moveTo>
                  <a:pt x="0" y="709293"/>
                </a:moveTo>
                <a:lnTo>
                  <a:pt x="877145" y="709293"/>
                </a:lnTo>
                <a:lnTo>
                  <a:pt x="877145" y="795531"/>
                </a:lnTo>
                <a:lnTo>
                  <a:pt x="0" y="795531"/>
                </a:lnTo>
                <a:close/>
                <a:moveTo>
                  <a:pt x="4189251" y="709292"/>
                </a:moveTo>
                <a:lnTo>
                  <a:pt x="4662658" y="709292"/>
                </a:lnTo>
                <a:cubicBezTo>
                  <a:pt x="4666812" y="737581"/>
                  <a:pt x="4669621" y="766357"/>
                  <a:pt x="4671191" y="795530"/>
                </a:cubicBezTo>
                <a:lnTo>
                  <a:pt x="4197682" y="795530"/>
                </a:lnTo>
                <a:cubicBezTo>
                  <a:pt x="4197148" y="765777"/>
                  <a:pt x="4194298" y="736917"/>
                  <a:pt x="4189251" y="709292"/>
                </a:cubicBezTo>
                <a:close/>
                <a:moveTo>
                  <a:pt x="3302730" y="709292"/>
                </a:moveTo>
                <a:lnTo>
                  <a:pt x="3776138" y="709292"/>
                </a:lnTo>
                <a:cubicBezTo>
                  <a:pt x="3771091" y="736917"/>
                  <a:pt x="3768241" y="765777"/>
                  <a:pt x="3767701" y="795530"/>
                </a:cubicBezTo>
                <a:lnTo>
                  <a:pt x="3294197" y="795530"/>
                </a:lnTo>
                <a:cubicBezTo>
                  <a:pt x="3295768" y="766357"/>
                  <a:pt x="3298581" y="737581"/>
                  <a:pt x="3302730" y="709292"/>
                </a:cubicBezTo>
                <a:close/>
                <a:moveTo>
                  <a:pt x="10418948" y="565540"/>
                </a:moveTo>
                <a:lnTo>
                  <a:pt x="10949595" y="565540"/>
                </a:lnTo>
                <a:cubicBezTo>
                  <a:pt x="10953670" y="570456"/>
                  <a:pt x="10958769" y="574162"/>
                  <a:pt x="10964075" y="577567"/>
                </a:cubicBezTo>
                <a:lnTo>
                  <a:pt x="11026395" y="628529"/>
                </a:lnTo>
                <a:lnTo>
                  <a:pt x="10434083" y="628529"/>
                </a:lnTo>
                <a:cubicBezTo>
                  <a:pt x="10426940" y="608233"/>
                  <a:pt x="10421851" y="587175"/>
                  <a:pt x="10418948" y="565540"/>
                </a:cubicBezTo>
                <a:close/>
                <a:moveTo>
                  <a:pt x="9781432" y="564344"/>
                </a:moveTo>
                <a:lnTo>
                  <a:pt x="10286039" y="564344"/>
                </a:lnTo>
                <a:lnTo>
                  <a:pt x="10286039" y="627199"/>
                </a:lnTo>
                <a:lnTo>
                  <a:pt x="9781432" y="627199"/>
                </a:lnTo>
                <a:close/>
                <a:moveTo>
                  <a:pt x="8877431" y="564344"/>
                </a:moveTo>
                <a:lnTo>
                  <a:pt x="9382033" y="564344"/>
                </a:lnTo>
                <a:lnTo>
                  <a:pt x="9382033" y="627199"/>
                </a:lnTo>
                <a:lnTo>
                  <a:pt x="8877431" y="627199"/>
                </a:lnTo>
                <a:close/>
                <a:moveTo>
                  <a:pt x="8042875" y="564344"/>
                </a:moveTo>
                <a:lnTo>
                  <a:pt x="8501703" y="564344"/>
                </a:lnTo>
                <a:lnTo>
                  <a:pt x="8501703" y="627199"/>
                </a:lnTo>
                <a:lnTo>
                  <a:pt x="8042875" y="627199"/>
                </a:lnTo>
                <a:close/>
                <a:moveTo>
                  <a:pt x="7193139" y="564344"/>
                </a:moveTo>
                <a:lnTo>
                  <a:pt x="7929154" y="564344"/>
                </a:lnTo>
                <a:lnTo>
                  <a:pt x="7958244" y="627199"/>
                </a:lnTo>
                <a:lnTo>
                  <a:pt x="7193139" y="627199"/>
                </a:lnTo>
                <a:close/>
                <a:moveTo>
                  <a:pt x="6188669" y="564344"/>
                </a:moveTo>
                <a:lnTo>
                  <a:pt x="6674501" y="564344"/>
                </a:lnTo>
                <a:lnTo>
                  <a:pt x="6674501" y="627199"/>
                </a:lnTo>
                <a:lnTo>
                  <a:pt x="6188669" y="627199"/>
                </a:lnTo>
                <a:close/>
                <a:moveTo>
                  <a:pt x="5574793" y="564344"/>
                </a:moveTo>
                <a:lnTo>
                  <a:pt x="6073294" y="564344"/>
                </a:lnTo>
                <a:lnTo>
                  <a:pt x="6073294" y="627199"/>
                </a:lnTo>
                <a:lnTo>
                  <a:pt x="5574793" y="627199"/>
                </a:lnTo>
                <a:close/>
                <a:moveTo>
                  <a:pt x="4792811" y="564344"/>
                </a:moveTo>
                <a:lnTo>
                  <a:pt x="5291307" y="564344"/>
                </a:lnTo>
                <a:lnTo>
                  <a:pt x="5291307" y="627199"/>
                </a:lnTo>
                <a:lnTo>
                  <a:pt x="4792811" y="627199"/>
                </a:lnTo>
                <a:close/>
                <a:moveTo>
                  <a:pt x="2285298" y="564344"/>
                </a:moveTo>
                <a:lnTo>
                  <a:pt x="2771132" y="564344"/>
                </a:lnTo>
                <a:lnTo>
                  <a:pt x="2771132" y="627199"/>
                </a:lnTo>
                <a:lnTo>
                  <a:pt x="2285298" y="627199"/>
                </a:lnTo>
                <a:close/>
                <a:moveTo>
                  <a:pt x="1743635" y="564344"/>
                </a:moveTo>
                <a:lnTo>
                  <a:pt x="2184512" y="564344"/>
                </a:lnTo>
                <a:cubicBezTo>
                  <a:pt x="2184766" y="566886"/>
                  <a:pt x="2184779" y="569428"/>
                  <a:pt x="2184779" y="571975"/>
                </a:cubicBezTo>
                <a:lnTo>
                  <a:pt x="2181588" y="627199"/>
                </a:lnTo>
                <a:lnTo>
                  <a:pt x="1742032" y="627199"/>
                </a:lnTo>
                <a:cubicBezTo>
                  <a:pt x="1744814" y="614498"/>
                  <a:pt x="1746020" y="601328"/>
                  <a:pt x="1746020" y="587881"/>
                </a:cubicBezTo>
                <a:close/>
                <a:moveTo>
                  <a:pt x="985097" y="564344"/>
                </a:moveTo>
                <a:lnTo>
                  <a:pt x="1469893" y="564344"/>
                </a:lnTo>
                <a:lnTo>
                  <a:pt x="1469893" y="627199"/>
                </a:lnTo>
                <a:lnTo>
                  <a:pt x="985097" y="627199"/>
                </a:lnTo>
                <a:close/>
                <a:moveTo>
                  <a:pt x="0" y="564344"/>
                </a:moveTo>
                <a:lnTo>
                  <a:pt x="505721" y="564344"/>
                </a:lnTo>
                <a:lnTo>
                  <a:pt x="505721" y="627199"/>
                </a:lnTo>
                <a:lnTo>
                  <a:pt x="0" y="627199"/>
                </a:lnTo>
                <a:close/>
                <a:moveTo>
                  <a:pt x="4156173" y="564343"/>
                </a:moveTo>
                <a:lnTo>
                  <a:pt x="4635244" y="564343"/>
                </a:lnTo>
                <a:cubicBezTo>
                  <a:pt x="4640872" y="584882"/>
                  <a:pt x="4645555" y="605853"/>
                  <a:pt x="4649285" y="627198"/>
                </a:cubicBezTo>
                <a:lnTo>
                  <a:pt x="4173561" y="627198"/>
                </a:lnTo>
                <a:cubicBezTo>
                  <a:pt x="4169315" y="604960"/>
                  <a:pt x="4163223" y="584012"/>
                  <a:pt x="4156173" y="564343"/>
                </a:cubicBezTo>
                <a:close/>
                <a:moveTo>
                  <a:pt x="3330140" y="564343"/>
                </a:moveTo>
                <a:lnTo>
                  <a:pt x="3809216" y="564343"/>
                </a:lnTo>
                <a:cubicBezTo>
                  <a:pt x="3802169" y="584012"/>
                  <a:pt x="3796073" y="604960"/>
                  <a:pt x="3791828" y="627198"/>
                </a:cubicBezTo>
                <a:lnTo>
                  <a:pt x="3316108" y="627198"/>
                </a:lnTo>
                <a:cubicBezTo>
                  <a:pt x="3319832" y="605853"/>
                  <a:pt x="3324517" y="584882"/>
                  <a:pt x="3330140" y="564343"/>
                </a:cubicBezTo>
                <a:close/>
                <a:moveTo>
                  <a:pt x="11305691" y="441367"/>
                </a:moveTo>
                <a:lnTo>
                  <a:pt x="11306110" y="441367"/>
                </a:lnTo>
                <a:lnTo>
                  <a:pt x="11306110" y="441726"/>
                </a:lnTo>
                <a:close/>
                <a:moveTo>
                  <a:pt x="10419150" y="441367"/>
                </a:moveTo>
                <a:lnTo>
                  <a:pt x="10893359" y="441367"/>
                </a:lnTo>
                <a:cubicBezTo>
                  <a:pt x="10886582" y="455880"/>
                  <a:pt x="10890875" y="469945"/>
                  <a:pt x="10894757" y="483273"/>
                </a:cubicBezTo>
                <a:lnTo>
                  <a:pt x="10419058" y="483273"/>
                </a:lnTo>
                <a:cubicBezTo>
                  <a:pt x="10417969" y="476587"/>
                  <a:pt x="10417854" y="469854"/>
                  <a:pt x="10417854" y="463084"/>
                </a:cubicBezTo>
                <a:close/>
                <a:moveTo>
                  <a:pt x="9781432" y="440432"/>
                </a:moveTo>
                <a:lnTo>
                  <a:pt x="10286039" y="440432"/>
                </a:lnTo>
                <a:lnTo>
                  <a:pt x="10286039" y="482250"/>
                </a:lnTo>
                <a:lnTo>
                  <a:pt x="9781432" y="482250"/>
                </a:lnTo>
                <a:close/>
                <a:moveTo>
                  <a:pt x="8877431" y="440432"/>
                </a:moveTo>
                <a:lnTo>
                  <a:pt x="9382033" y="440432"/>
                </a:lnTo>
                <a:lnTo>
                  <a:pt x="9382033" y="482250"/>
                </a:lnTo>
                <a:lnTo>
                  <a:pt x="8877431" y="482250"/>
                </a:lnTo>
                <a:close/>
                <a:moveTo>
                  <a:pt x="8042875" y="440432"/>
                </a:moveTo>
                <a:lnTo>
                  <a:pt x="8501703" y="440432"/>
                </a:lnTo>
                <a:lnTo>
                  <a:pt x="8501703" y="482250"/>
                </a:lnTo>
                <a:lnTo>
                  <a:pt x="8042875" y="482250"/>
                </a:lnTo>
                <a:close/>
                <a:moveTo>
                  <a:pt x="7193139" y="440432"/>
                </a:moveTo>
                <a:lnTo>
                  <a:pt x="7871807" y="440432"/>
                </a:lnTo>
                <a:lnTo>
                  <a:pt x="7891162" y="482250"/>
                </a:lnTo>
                <a:lnTo>
                  <a:pt x="7193139" y="482250"/>
                </a:lnTo>
                <a:close/>
                <a:moveTo>
                  <a:pt x="6188669" y="440432"/>
                </a:moveTo>
                <a:lnTo>
                  <a:pt x="6674501" y="440432"/>
                </a:lnTo>
                <a:lnTo>
                  <a:pt x="6674501" y="482250"/>
                </a:lnTo>
                <a:lnTo>
                  <a:pt x="6188669" y="482250"/>
                </a:lnTo>
                <a:close/>
                <a:moveTo>
                  <a:pt x="5574793" y="440432"/>
                </a:moveTo>
                <a:lnTo>
                  <a:pt x="6073294" y="440432"/>
                </a:lnTo>
                <a:lnTo>
                  <a:pt x="6073294" y="482250"/>
                </a:lnTo>
                <a:lnTo>
                  <a:pt x="5574793" y="482250"/>
                </a:lnTo>
                <a:close/>
                <a:moveTo>
                  <a:pt x="4792811" y="440432"/>
                </a:moveTo>
                <a:lnTo>
                  <a:pt x="5291307" y="440432"/>
                </a:lnTo>
                <a:lnTo>
                  <a:pt x="5291307" y="482250"/>
                </a:lnTo>
                <a:lnTo>
                  <a:pt x="4792811" y="482250"/>
                </a:lnTo>
                <a:close/>
                <a:moveTo>
                  <a:pt x="2285298" y="440432"/>
                </a:moveTo>
                <a:lnTo>
                  <a:pt x="2771132" y="440432"/>
                </a:lnTo>
                <a:lnTo>
                  <a:pt x="2771132" y="482250"/>
                </a:lnTo>
                <a:lnTo>
                  <a:pt x="2285298" y="482250"/>
                </a:lnTo>
                <a:close/>
                <a:moveTo>
                  <a:pt x="1688066" y="440432"/>
                </a:moveTo>
                <a:lnTo>
                  <a:pt x="2171374" y="440432"/>
                </a:lnTo>
                <a:cubicBezTo>
                  <a:pt x="2174308" y="454201"/>
                  <a:pt x="2176703" y="468150"/>
                  <a:pt x="2178605" y="482250"/>
                </a:cubicBezTo>
                <a:lnTo>
                  <a:pt x="1717768" y="482250"/>
                </a:lnTo>
                <a:cubicBezTo>
                  <a:pt x="1710308" y="466635"/>
                  <a:pt x="1700209" y="452603"/>
                  <a:pt x="1688066" y="440432"/>
                </a:cubicBezTo>
                <a:close/>
                <a:moveTo>
                  <a:pt x="985097" y="440432"/>
                </a:moveTo>
                <a:lnTo>
                  <a:pt x="1469893" y="440432"/>
                </a:lnTo>
                <a:lnTo>
                  <a:pt x="1469893" y="482250"/>
                </a:lnTo>
                <a:lnTo>
                  <a:pt x="985097" y="482250"/>
                </a:lnTo>
                <a:close/>
                <a:moveTo>
                  <a:pt x="0" y="440432"/>
                </a:moveTo>
                <a:lnTo>
                  <a:pt x="505721" y="440432"/>
                </a:lnTo>
                <a:lnTo>
                  <a:pt x="505721" y="482250"/>
                </a:lnTo>
                <a:lnTo>
                  <a:pt x="0" y="482250"/>
                </a:lnTo>
                <a:close/>
                <a:moveTo>
                  <a:pt x="4093268" y="440431"/>
                </a:moveTo>
                <a:lnTo>
                  <a:pt x="4597023" y="440431"/>
                </a:lnTo>
                <a:cubicBezTo>
                  <a:pt x="4602558" y="454039"/>
                  <a:pt x="4607425" y="468006"/>
                  <a:pt x="4611768" y="482249"/>
                </a:cubicBezTo>
                <a:lnTo>
                  <a:pt x="4120709" y="482249"/>
                </a:lnTo>
                <a:cubicBezTo>
                  <a:pt x="4112199" y="466767"/>
                  <a:pt x="4103118" y="452703"/>
                  <a:pt x="4093268" y="440431"/>
                </a:cubicBezTo>
                <a:close/>
                <a:moveTo>
                  <a:pt x="3368371" y="440431"/>
                </a:moveTo>
                <a:lnTo>
                  <a:pt x="3872116" y="440431"/>
                </a:lnTo>
                <a:cubicBezTo>
                  <a:pt x="3862266" y="452703"/>
                  <a:pt x="3853190" y="466767"/>
                  <a:pt x="3844680" y="482249"/>
                </a:cubicBezTo>
                <a:lnTo>
                  <a:pt x="3353616" y="482249"/>
                </a:lnTo>
                <a:cubicBezTo>
                  <a:pt x="3357959" y="468006"/>
                  <a:pt x="3362831" y="454039"/>
                  <a:pt x="3368371" y="440431"/>
                </a:cubicBezTo>
                <a:close/>
                <a:moveTo>
                  <a:pt x="11223979" y="437563"/>
                </a:moveTo>
                <a:lnTo>
                  <a:pt x="11304274" y="437563"/>
                </a:lnTo>
                <a:lnTo>
                  <a:pt x="11304274" y="487440"/>
                </a:lnTo>
                <a:lnTo>
                  <a:pt x="11274504" y="487440"/>
                </a:lnTo>
                <a:close/>
                <a:moveTo>
                  <a:pt x="10437485" y="312620"/>
                </a:moveTo>
                <a:lnTo>
                  <a:pt x="11305204" y="312620"/>
                </a:lnTo>
                <a:lnTo>
                  <a:pt x="11305204" y="323517"/>
                </a:lnTo>
                <a:lnTo>
                  <a:pt x="11306110" y="323517"/>
                </a:lnTo>
                <a:lnTo>
                  <a:pt x="11306110" y="351547"/>
                </a:lnTo>
                <a:lnTo>
                  <a:pt x="11306110" y="359098"/>
                </a:lnTo>
                <a:lnTo>
                  <a:pt x="11305204" y="359098"/>
                </a:lnTo>
                <a:lnTo>
                  <a:pt x="11305204" y="363528"/>
                </a:lnTo>
                <a:lnTo>
                  <a:pt x="10423824" y="363528"/>
                </a:lnTo>
                <a:lnTo>
                  <a:pt x="10429797" y="336441"/>
                </a:lnTo>
                <a:close/>
                <a:moveTo>
                  <a:pt x="9781432" y="312620"/>
                </a:moveTo>
                <a:lnTo>
                  <a:pt x="10286039" y="312620"/>
                </a:lnTo>
                <a:lnTo>
                  <a:pt x="10286039" y="322833"/>
                </a:lnTo>
                <a:lnTo>
                  <a:pt x="10286039" y="358338"/>
                </a:lnTo>
                <a:lnTo>
                  <a:pt x="10286039" y="358339"/>
                </a:lnTo>
                <a:lnTo>
                  <a:pt x="9781432" y="358339"/>
                </a:lnTo>
                <a:lnTo>
                  <a:pt x="9781432" y="358338"/>
                </a:lnTo>
                <a:lnTo>
                  <a:pt x="9781432" y="322833"/>
                </a:lnTo>
                <a:close/>
                <a:moveTo>
                  <a:pt x="8611213" y="312620"/>
                </a:moveTo>
                <a:lnTo>
                  <a:pt x="9666891" y="312620"/>
                </a:lnTo>
                <a:lnTo>
                  <a:pt x="9666891" y="322833"/>
                </a:lnTo>
                <a:lnTo>
                  <a:pt x="9668568" y="322833"/>
                </a:lnTo>
                <a:lnTo>
                  <a:pt x="9668568" y="358338"/>
                </a:lnTo>
                <a:lnTo>
                  <a:pt x="9666891" y="358338"/>
                </a:lnTo>
                <a:lnTo>
                  <a:pt x="9666891" y="358339"/>
                </a:lnTo>
                <a:lnTo>
                  <a:pt x="8611213" y="358339"/>
                </a:lnTo>
                <a:close/>
                <a:moveTo>
                  <a:pt x="8037009" y="312620"/>
                </a:moveTo>
                <a:lnTo>
                  <a:pt x="8500026" y="312620"/>
                </a:lnTo>
                <a:lnTo>
                  <a:pt x="8500026" y="322833"/>
                </a:lnTo>
                <a:lnTo>
                  <a:pt x="8501703" y="322833"/>
                </a:lnTo>
                <a:lnTo>
                  <a:pt x="8501703" y="358338"/>
                </a:lnTo>
                <a:lnTo>
                  <a:pt x="8500026" y="358338"/>
                </a:lnTo>
                <a:lnTo>
                  <a:pt x="8500026" y="358339"/>
                </a:lnTo>
                <a:lnTo>
                  <a:pt x="8037009" y="358339"/>
                </a:lnTo>
                <a:close/>
                <a:moveTo>
                  <a:pt x="7193139" y="312620"/>
                </a:moveTo>
                <a:lnTo>
                  <a:pt x="7812777" y="312620"/>
                </a:lnTo>
                <a:lnTo>
                  <a:pt x="7833342" y="357178"/>
                </a:lnTo>
                <a:lnTo>
                  <a:pt x="7833342" y="357314"/>
                </a:lnTo>
                <a:lnTo>
                  <a:pt x="7833816" y="358338"/>
                </a:lnTo>
                <a:lnTo>
                  <a:pt x="7833342" y="358338"/>
                </a:lnTo>
                <a:lnTo>
                  <a:pt x="7833342" y="358339"/>
                </a:lnTo>
                <a:lnTo>
                  <a:pt x="7193139" y="358339"/>
                </a:lnTo>
                <a:lnTo>
                  <a:pt x="7193139" y="358338"/>
                </a:lnTo>
                <a:lnTo>
                  <a:pt x="7193139" y="322833"/>
                </a:lnTo>
                <a:close/>
                <a:moveTo>
                  <a:pt x="6184479" y="312620"/>
                </a:moveTo>
                <a:lnTo>
                  <a:pt x="7080274" y="312620"/>
                </a:lnTo>
                <a:lnTo>
                  <a:pt x="7080274" y="322833"/>
                </a:lnTo>
                <a:lnTo>
                  <a:pt x="7080275" y="322833"/>
                </a:lnTo>
                <a:lnTo>
                  <a:pt x="7080275" y="358338"/>
                </a:lnTo>
                <a:lnTo>
                  <a:pt x="7080274" y="358338"/>
                </a:lnTo>
                <a:lnTo>
                  <a:pt x="7080274" y="358339"/>
                </a:lnTo>
                <a:lnTo>
                  <a:pt x="6184479" y="358339"/>
                </a:lnTo>
                <a:close/>
                <a:moveTo>
                  <a:pt x="5574793" y="312620"/>
                </a:moveTo>
                <a:lnTo>
                  <a:pt x="6073294" y="312620"/>
                </a:lnTo>
                <a:lnTo>
                  <a:pt x="6073294" y="322833"/>
                </a:lnTo>
                <a:lnTo>
                  <a:pt x="6073294" y="358338"/>
                </a:lnTo>
                <a:lnTo>
                  <a:pt x="6073294" y="358339"/>
                </a:lnTo>
                <a:lnTo>
                  <a:pt x="5574793" y="358339"/>
                </a:lnTo>
                <a:lnTo>
                  <a:pt x="5574793" y="358338"/>
                </a:lnTo>
                <a:lnTo>
                  <a:pt x="5574793" y="322833"/>
                </a:lnTo>
                <a:close/>
                <a:moveTo>
                  <a:pt x="4792811" y="312620"/>
                </a:moveTo>
                <a:lnTo>
                  <a:pt x="5291307" y="312620"/>
                </a:lnTo>
                <a:lnTo>
                  <a:pt x="5291307" y="322833"/>
                </a:lnTo>
                <a:lnTo>
                  <a:pt x="5291307" y="358338"/>
                </a:lnTo>
                <a:lnTo>
                  <a:pt x="5291307" y="358339"/>
                </a:lnTo>
                <a:lnTo>
                  <a:pt x="4792811" y="358339"/>
                </a:lnTo>
                <a:lnTo>
                  <a:pt x="4792811" y="358338"/>
                </a:lnTo>
                <a:lnTo>
                  <a:pt x="4792811" y="322833"/>
                </a:lnTo>
                <a:close/>
                <a:moveTo>
                  <a:pt x="2285298" y="312620"/>
                </a:moveTo>
                <a:lnTo>
                  <a:pt x="3183254" y="312620"/>
                </a:lnTo>
                <a:lnTo>
                  <a:pt x="3183254" y="322833"/>
                </a:lnTo>
                <a:lnTo>
                  <a:pt x="3183254" y="358338"/>
                </a:lnTo>
                <a:lnTo>
                  <a:pt x="3183254" y="358339"/>
                </a:lnTo>
                <a:lnTo>
                  <a:pt x="2285298" y="358339"/>
                </a:lnTo>
                <a:lnTo>
                  <a:pt x="2285298" y="358338"/>
                </a:lnTo>
                <a:lnTo>
                  <a:pt x="2285298" y="322833"/>
                </a:lnTo>
                <a:close/>
                <a:moveTo>
                  <a:pt x="985097" y="312620"/>
                </a:moveTo>
                <a:lnTo>
                  <a:pt x="2135110" y="312620"/>
                </a:lnTo>
                <a:lnTo>
                  <a:pt x="2148730" y="358335"/>
                </a:lnTo>
                <a:lnTo>
                  <a:pt x="2148731" y="358338"/>
                </a:lnTo>
                <a:lnTo>
                  <a:pt x="2148731" y="358339"/>
                </a:lnTo>
                <a:lnTo>
                  <a:pt x="985097" y="358339"/>
                </a:lnTo>
                <a:lnTo>
                  <a:pt x="985097" y="358338"/>
                </a:lnTo>
                <a:lnTo>
                  <a:pt x="985097" y="322833"/>
                </a:lnTo>
                <a:close/>
                <a:moveTo>
                  <a:pt x="0" y="312620"/>
                </a:moveTo>
                <a:lnTo>
                  <a:pt x="877145" y="312620"/>
                </a:lnTo>
                <a:lnTo>
                  <a:pt x="877145" y="322833"/>
                </a:lnTo>
                <a:lnTo>
                  <a:pt x="877145" y="358338"/>
                </a:lnTo>
                <a:lnTo>
                  <a:pt x="877145" y="358339"/>
                </a:lnTo>
                <a:lnTo>
                  <a:pt x="0" y="358339"/>
                </a:lnTo>
                <a:lnTo>
                  <a:pt x="0" y="358338"/>
                </a:lnTo>
                <a:lnTo>
                  <a:pt x="0" y="322833"/>
                </a:lnTo>
                <a:close/>
                <a:moveTo>
                  <a:pt x="3426524" y="311140"/>
                </a:moveTo>
                <a:lnTo>
                  <a:pt x="4541246" y="311140"/>
                </a:lnTo>
                <a:lnTo>
                  <a:pt x="4565836" y="363528"/>
                </a:lnTo>
                <a:lnTo>
                  <a:pt x="3720591" y="363528"/>
                </a:lnTo>
                <a:lnTo>
                  <a:pt x="3720591" y="361147"/>
                </a:lnTo>
                <a:lnTo>
                  <a:pt x="3403052" y="361147"/>
                </a:lnTo>
                <a:close/>
                <a:moveTo>
                  <a:pt x="10479636" y="204267"/>
                </a:moveTo>
                <a:lnTo>
                  <a:pt x="10671926" y="204267"/>
                </a:lnTo>
                <a:lnTo>
                  <a:pt x="11306110" y="204267"/>
                </a:lnTo>
                <a:lnTo>
                  <a:pt x="11306110" y="241250"/>
                </a:lnTo>
                <a:lnTo>
                  <a:pt x="10671926" y="241250"/>
                </a:lnTo>
                <a:lnTo>
                  <a:pt x="10463420" y="241250"/>
                </a:lnTo>
                <a:close/>
                <a:moveTo>
                  <a:pt x="9781432" y="203834"/>
                </a:moveTo>
                <a:lnTo>
                  <a:pt x="10286039" y="203834"/>
                </a:lnTo>
                <a:lnTo>
                  <a:pt x="10286039" y="240739"/>
                </a:lnTo>
                <a:lnTo>
                  <a:pt x="9781432" y="240739"/>
                </a:lnTo>
                <a:close/>
                <a:moveTo>
                  <a:pt x="8612890" y="203834"/>
                </a:moveTo>
                <a:lnTo>
                  <a:pt x="9668568" y="203834"/>
                </a:lnTo>
                <a:lnTo>
                  <a:pt x="9668568" y="240739"/>
                </a:lnTo>
                <a:lnTo>
                  <a:pt x="8612890" y="240739"/>
                </a:lnTo>
                <a:close/>
                <a:moveTo>
                  <a:pt x="8042875" y="203834"/>
                </a:moveTo>
                <a:lnTo>
                  <a:pt x="8501703" y="203834"/>
                </a:lnTo>
                <a:lnTo>
                  <a:pt x="8501703" y="240739"/>
                </a:lnTo>
                <a:lnTo>
                  <a:pt x="8042875" y="240739"/>
                </a:lnTo>
                <a:close/>
                <a:moveTo>
                  <a:pt x="7193139" y="203834"/>
                </a:moveTo>
                <a:lnTo>
                  <a:pt x="7762309" y="203834"/>
                </a:lnTo>
                <a:lnTo>
                  <a:pt x="7779389" y="240739"/>
                </a:lnTo>
                <a:lnTo>
                  <a:pt x="7193139" y="240739"/>
                </a:lnTo>
                <a:close/>
                <a:moveTo>
                  <a:pt x="6188669" y="203834"/>
                </a:moveTo>
                <a:lnTo>
                  <a:pt x="7080275" y="203834"/>
                </a:lnTo>
                <a:lnTo>
                  <a:pt x="7080275" y="240739"/>
                </a:lnTo>
                <a:lnTo>
                  <a:pt x="6188669" y="240739"/>
                </a:lnTo>
                <a:close/>
                <a:moveTo>
                  <a:pt x="5574793" y="203834"/>
                </a:moveTo>
                <a:lnTo>
                  <a:pt x="6073294" y="203834"/>
                </a:lnTo>
                <a:lnTo>
                  <a:pt x="6073294" y="240739"/>
                </a:lnTo>
                <a:lnTo>
                  <a:pt x="5574793" y="240739"/>
                </a:lnTo>
                <a:close/>
                <a:moveTo>
                  <a:pt x="4792811" y="203834"/>
                </a:moveTo>
                <a:lnTo>
                  <a:pt x="5291307" y="203834"/>
                </a:lnTo>
                <a:lnTo>
                  <a:pt x="5291307" y="240739"/>
                </a:lnTo>
                <a:lnTo>
                  <a:pt x="4792811" y="240739"/>
                </a:lnTo>
                <a:close/>
                <a:moveTo>
                  <a:pt x="2285298" y="203834"/>
                </a:moveTo>
                <a:lnTo>
                  <a:pt x="3183254" y="203834"/>
                </a:lnTo>
                <a:lnTo>
                  <a:pt x="3183254" y="240739"/>
                </a:lnTo>
                <a:lnTo>
                  <a:pt x="2285298" y="240739"/>
                </a:lnTo>
                <a:close/>
                <a:moveTo>
                  <a:pt x="985097" y="203834"/>
                </a:moveTo>
                <a:lnTo>
                  <a:pt x="2069184" y="203834"/>
                </a:lnTo>
                <a:cubicBezTo>
                  <a:pt x="2078730" y="215259"/>
                  <a:pt x="2086715" y="227762"/>
                  <a:pt x="2093941" y="240739"/>
                </a:cubicBezTo>
                <a:lnTo>
                  <a:pt x="985097" y="240739"/>
                </a:lnTo>
                <a:close/>
                <a:moveTo>
                  <a:pt x="0" y="203834"/>
                </a:moveTo>
                <a:lnTo>
                  <a:pt x="877145" y="203834"/>
                </a:lnTo>
                <a:lnTo>
                  <a:pt x="877145" y="240739"/>
                </a:lnTo>
                <a:lnTo>
                  <a:pt x="0" y="240739"/>
                </a:lnTo>
                <a:close/>
                <a:moveTo>
                  <a:pt x="3491565" y="203833"/>
                </a:moveTo>
                <a:lnTo>
                  <a:pt x="4473824" y="203833"/>
                </a:lnTo>
                <a:cubicBezTo>
                  <a:pt x="4482698" y="215677"/>
                  <a:pt x="4491028" y="228051"/>
                  <a:pt x="4499119" y="240738"/>
                </a:cubicBezTo>
                <a:lnTo>
                  <a:pt x="3466269" y="240738"/>
                </a:lnTo>
                <a:cubicBezTo>
                  <a:pt x="3474361" y="228051"/>
                  <a:pt x="3482694" y="215677"/>
                  <a:pt x="3491565" y="203833"/>
                </a:cubicBezTo>
                <a:close/>
                <a:moveTo>
                  <a:pt x="10550205" y="96959"/>
                </a:moveTo>
                <a:lnTo>
                  <a:pt x="10671926" y="96959"/>
                </a:lnTo>
                <a:lnTo>
                  <a:pt x="11306110" y="96959"/>
                </a:lnTo>
                <a:lnTo>
                  <a:pt x="11306110" y="121993"/>
                </a:lnTo>
                <a:lnTo>
                  <a:pt x="10671926" y="121993"/>
                </a:lnTo>
                <a:lnTo>
                  <a:pt x="10531544" y="121993"/>
                </a:lnTo>
                <a:close/>
                <a:moveTo>
                  <a:pt x="9781432" y="96753"/>
                </a:moveTo>
                <a:lnTo>
                  <a:pt x="10286039" y="96753"/>
                </a:lnTo>
                <a:lnTo>
                  <a:pt x="10286039" y="121735"/>
                </a:lnTo>
                <a:lnTo>
                  <a:pt x="9781432" y="121735"/>
                </a:lnTo>
                <a:close/>
                <a:moveTo>
                  <a:pt x="8612890" y="96753"/>
                </a:moveTo>
                <a:lnTo>
                  <a:pt x="9668568" y="96753"/>
                </a:lnTo>
                <a:lnTo>
                  <a:pt x="9668568" y="121735"/>
                </a:lnTo>
                <a:lnTo>
                  <a:pt x="8612890" y="121735"/>
                </a:lnTo>
                <a:close/>
                <a:moveTo>
                  <a:pt x="8042875" y="96753"/>
                </a:moveTo>
                <a:lnTo>
                  <a:pt x="8501703" y="96753"/>
                </a:lnTo>
                <a:lnTo>
                  <a:pt x="8501703" y="121735"/>
                </a:lnTo>
                <a:lnTo>
                  <a:pt x="8042875" y="121735"/>
                </a:lnTo>
                <a:close/>
                <a:moveTo>
                  <a:pt x="7193139" y="96753"/>
                </a:moveTo>
                <a:lnTo>
                  <a:pt x="7712749" y="96753"/>
                </a:lnTo>
                <a:lnTo>
                  <a:pt x="7724312" y="121735"/>
                </a:lnTo>
                <a:lnTo>
                  <a:pt x="7193139" y="121735"/>
                </a:lnTo>
                <a:close/>
                <a:moveTo>
                  <a:pt x="6188669" y="96753"/>
                </a:moveTo>
                <a:lnTo>
                  <a:pt x="7080275" y="96753"/>
                </a:lnTo>
                <a:lnTo>
                  <a:pt x="7080275" y="121735"/>
                </a:lnTo>
                <a:lnTo>
                  <a:pt x="6188669" y="121735"/>
                </a:lnTo>
                <a:close/>
                <a:moveTo>
                  <a:pt x="5574793" y="96753"/>
                </a:moveTo>
                <a:lnTo>
                  <a:pt x="6073294" y="96753"/>
                </a:lnTo>
                <a:lnTo>
                  <a:pt x="6073294" y="121735"/>
                </a:lnTo>
                <a:lnTo>
                  <a:pt x="5574793" y="121735"/>
                </a:lnTo>
                <a:close/>
                <a:moveTo>
                  <a:pt x="4792811" y="96753"/>
                </a:moveTo>
                <a:lnTo>
                  <a:pt x="5291307" y="96753"/>
                </a:lnTo>
                <a:lnTo>
                  <a:pt x="5291307" y="121735"/>
                </a:lnTo>
                <a:lnTo>
                  <a:pt x="4792811" y="121735"/>
                </a:lnTo>
                <a:close/>
                <a:moveTo>
                  <a:pt x="2285298" y="96753"/>
                </a:moveTo>
                <a:lnTo>
                  <a:pt x="3183254" y="96753"/>
                </a:lnTo>
                <a:lnTo>
                  <a:pt x="3183254" y="121735"/>
                </a:lnTo>
                <a:lnTo>
                  <a:pt x="2285298" y="121735"/>
                </a:lnTo>
                <a:close/>
                <a:moveTo>
                  <a:pt x="985097" y="96753"/>
                </a:moveTo>
                <a:lnTo>
                  <a:pt x="1978552" y="96753"/>
                </a:lnTo>
                <a:cubicBezTo>
                  <a:pt x="1987269" y="104388"/>
                  <a:pt x="1995490" y="112539"/>
                  <a:pt x="2002599" y="121735"/>
                </a:cubicBezTo>
                <a:lnTo>
                  <a:pt x="985097" y="121735"/>
                </a:lnTo>
                <a:close/>
                <a:moveTo>
                  <a:pt x="0" y="96753"/>
                </a:moveTo>
                <a:lnTo>
                  <a:pt x="877145" y="96753"/>
                </a:lnTo>
                <a:lnTo>
                  <a:pt x="877145" y="121735"/>
                </a:lnTo>
                <a:lnTo>
                  <a:pt x="0" y="121735"/>
                </a:lnTo>
                <a:close/>
                <a:moveTo>
                  <a:pt x="3581580" y="96752"/>
                </a:moveTo>
                <a:lnTo>
                  <a:pt x="4383809" y="96752"/>
                </a:lnTo>
                <a:cubicBezTo>
                  <a:pt x="4392080" y="104604"/>
                  <a:pt x="4400028" y="112884"/>
                  <a:pt x="4407456" y="121734"/>
                </a:cubicBezTo>
                <a:lnTo>
                  <a:pt x="3557933" y="121734"/>
                </a:lnTo>
                <a:cubicBezTo>
                  <a:pt x="3565365" y="112884"/>
                  <a:pt x="3573309" y="104604"/>
                  <a:pt x="3581580" y="96752"/>
                </a:cubicBezTo>
                <a:close/>
                <a:moveTo>
                  <a:pt x="10683999" y="1"/>
                </a:moveTo>
                <a:lnTo>
                  <a:pt x="10743787" y="1"/>
                </a:lnTo>
                <a:cubicBezTo>
                  <a:pt x="10762889" y="1"/>
                  <a:pt x="10781796" y="856"/>
                  <a:pt x="10800434" y="2849"/>
                </a:cubicBezTo>
                <a:lnTo>
                  <a:pt x="10800434" y="1"/>
                </a:lnTo>
                <a:lnTo>
                  <a:pt x="11306110" y="1"/>
                </a:lnTo>
                <a:lnTo>
                  <a:pt x="11306110" y="14690"/>
                </a:lnTo>
                <a:lnTo>
                  <a:pt x="10671926" y="14690"/>
                </a:lnTo>
                <a:lnTo>
                  <a:pt x="10634292" y="14690"/>
                </a:lnTo>
                <a:cubicBezTo>
                  <a:pt x="10638035" y="10809"/>
                  <a:pt x="10642253" y="7500"/>
                  <a:pt x="10646512" y="4251"/>
                </a:cubicBezTo>
                <a:lnTo>
                  <a:pt x="10646512" y="2687"/>
                </a:lnTo>
                <a:lnTo>
                  <a:pt x="10671926" y="1221"/>
                </a:lnTo>
                <a:lnTo>
                  <a:pt x="10671926" y="697"/>
                </a:lnTo>
                <a:close/>
                <a:moveTo>
                  <a:pt x="9781432" y="1"/>
                </a:moveTo>
                <a:lnTo>
                  <a:pt x="10286039" y="1"/>
                </a:lnTo>
                <a:lnTo>
                  <a:pt x="10286039" y="14659"/>
                </a:lnTo>
                <a:lnTo>
                  <a:pt x="9781432" y="14659"/>
                </a:lnTo>
                <a:close/>
                <a:moveTo>
                  <a:pt x="8612890" y="1"/>
                </a:moveTo>
                <a:lnTo>
                  <a:pt x="9668568" y="1"/>
                </a:lnTo>
                <a:lnTo>
                  <a:pt x="9668568" y="14659"/>
                </a:lnTo>
                <a:lnTo>
                  <a:pt x="8612890" y="14659"/>
                </a:lnTo>
                <a:close/>
                <a:moveTo>
                  <a:pt x="8042875" y="1"/>
                </a:moveTo>
                <a:lnTo>
                  <a:pt x="8501703" y="1"/>
                </a:lnTo>
                <a:lnTo>
                  <a:pt x="8501703" y="14659"/>
                </a:lnTo>
                <a:lnTo>
                  <a:pt x="8042875" y="14659"/>
                </a:lnTo>
                <a:close/>
                <a:moveTo>
                  <a:pt x="7193139" y="1"/>
                </a:moveTo>
                <a:lnTo>
                  <a:pt x="7667970" y="1"/>
                </a:lnTo>
                <a:lnTo>
                  <a:pt x="7674758" y="14659"/>
                </a:lnTo>
                <a:lnTo>
                  <a:pt x="7193139" y="14659"/>
                </a:lnTo>
                <a:close/>
                <a:moveTo>
                  <a:pt x="6188669" y="1"/>
                </a:moveTo>
                <a:lnTo>
                  <a:pt x="7080275" y="1"/>
                </a:lnTo>
                <a:lnTo>
                  <a:pt x="7080275" y="14659"/>
                </a:lnTo>
                <a:lnTo>
                  <a:pt x="6188669" y="14659"/>
                </a:lnTo>
                <a:close/>
                <a:moveTo>
                  <a:pt x="5574793" y="1"/>
                </a:moveTo>
                <a:lnTo>
                  <a:pt x="6073294" y="1"/>
                </a:lnTo>
                <a:lnTo>
                  <a:pt x="6073294" y="14659"/>
                </a:lnTo>
                <a:lnTo>
                  <a:pt x="5574793" y="14659"/>
                </a:lnTo>
                <a:close/>
                <a:moveTo>
                  <a:pt x="4792811" y="1"/>
                </a:moveTo>
                <a:lnTo>
                  <a:pt x="5291307" y="1"/>
                </a:lnTo>
                <a:lnTo>
                  <a:pt x="5291307" y="14659"/>
                </a:lnTo>
                <a:lnTo>
                  <a:pt x="4792811" y="14659"/>
                </a:lnTo>
                <a:close/>
                <a:moveTo>
                  <a:pt x="2285298" y="1"/>
                </a:moveTo>
                <a:lnTo>
                  <a:pt x="3183254" y="1"/>
                </a:lnTo>
                <a:lnTo>
                  <a:pt x="3183254" y="14659"/>
                </a:lnTo>
                <a:lnTo>
                  <a:pt x="2285298" y="14659"/>
                </a:lnTo>
                <a:close/>
                <a:moveTo>
                  <a:pt x="985097" y="1"/>
                </a:moveTo>
                <a:lnTo>
                  <a:pt x="1846470" y="1"/>
                </a:lnTo>
                <a:lnTo>
                  <a:pt x="1869376" y="14659"/>
                </a:lnTo>
                <a:lnTo>
                  <a:pt x="985097" y="14659"/>
                </a:lnTo>
                <a:close/>
                <a:moveTo>
                  <a:pt x="0" y="1"/>
                </a:moveTo>
                <a:lnTo>
                  <a:pt x="877145" y="1"/>
                </a:lnTo>
                <a:lnTo>
                  <a:pt x="877145" y="14659"/>
                </a:lnTo>
                <a:lnTo>
                  <a:pt x="0" y="14659"/>
                </a:lnTo>
                <a:close/>
                <a:moveTo>
                  <a:pt x="3702830" y="0"/>
                </a:moveTo>
                <a:lnTo>
                  <a:pt x="4262563" y="0"/>
                </a:lnTo>
                <a:lnTo>
                  <a:pt x="4284257" y="14658"/>
                </a:lnTo>
                <a:lnTo>
                  <a:pt x="3681132" y="1465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tIns="90000" bIns="90000" rtlCol="0" anchor="t" anchorCtr="0">
            <a:no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endParaRPr lang="en-US" sz="1800" dirty="0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69871598"/>
      </p:ext>
    </p:extLst>
  </p:cSld>
  <p:clrMapOvr>
    <a:masterClrMapping/>
  </p:clrMapOvr>
  <p:transition spd="slow">
    <p:fade/>
  </p:transition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c">
    <p:bg>
      <p:bgPr>
        <a:gradFill>
          <a:gsLst>
            <a:gs pos="0">
              <a:schemeClr val="tx1"/>
            </a:gs>
            <a:gs pos="100000">
              <a:schemeClr val="accent3"/>
            </a:gs>
          </a:gsLst>
          <a:lin ang="189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ihandform: Form 49">
            <a:extLst>
              <a:ext uri="{FF2B5EF4-FFF2-40B4-BE49-F238E27FC236}">
                <a16:creationId xmlns:a16="http://schemas.microsoft.com/office/drawing/2014/main" id="{0FD055AE-CBFE-44A9-9D0B-B745FDDB5681}"/>
              </a:ext>
            </a:extLst>
          </p:cNvPr>
          <p:cNvSpPr>
            <a:spLocks noChangeAspect="1"/>
          </p:cNvSpPr>
          <p:nvPr userDrawn="1"/>
        </p:nvSpPr>
        <p:spPr>
          <a:xfrm>
            <a:off x="7655146" y="4833046"/>
            <a:ext cx="1057447" cy="184740"/>
          </a:xfrm>
          <a:custGeom>
            <a:avLst/>
            <a:gdLst>
              <a:gd name="connsiteX0" fmla="*/ 4196821 w 11362354"/>
              <a:gd name="connsiteY0" fmla="*/ 1846406 h 1972800"/>
              <a:gd name="connsiteX1" fmla="*/ 4515841 w 11362354"/>
              <a:gd name="connsiteY1" fmla="*/ 1846406 h 1972800"/>
              <a:gd name="connsiteX2" fmla="*/ 4302401 w 11362354"/>
              <a:gd name="connsiteY2" fmla="*/ 1972800 h 1972800"/>
              <a:gd name="connsiteX3" fmla="*/ 4276590 w 11362354"/>
              <a:gd name="connsiteY3" fmla="*/ 1972800 h 1972800"/>
              <a:gd name="connsiteX4" fmla="*/ 10408772 w 11362354"/>
              <a:gd name="connsiteY4" fmla="*/ 1547682 h 1972800"/>
              <a:gd name="connsiteX5" fmla="*/ 11236685 w 11362354"/>
              <a:gd name="connsiteY5" fmla="*/ 1547682 h 1972800"/>
              <a:gd name="connsiteX6" fmla="*/ 11013744 w 11362354"/>
              <a:gd name="connsiteY6" fmla="*/ 1726479 h 1972800"/>
              <a:gd name="connsiteX7" fmla="*/ 10702056 w 11362354"/>
              <a:gd name="connsiteY7" fmla="*/ 1776200 h 1972800"/>
              <a:gd name="connsiteX8" fmla="*/ 10408772 w 11362354"/>
              <a:gd name="connsiteY8" fmla="*/ 1703049 h 1972800"/>
              <a:gd name="connsiteX9" fmla="*/ 9781432 w 11362354"/>
              <a:gd name="connsiteY9" fmla="*/ 1544408 h 1972800"/>
              <a:gd name="connsiteX10" fmla="*/ 10286039 w 11362354"/>
              <a:gd name="connsiteY10" fmla="*/ 1544408 h 1972800"/>
              <a:gd name="connsiteX11" fmla="*/ 10286039 w 11362354"/>
              <a:gd name="connsiteY11" fmla="*/ 1763438 h 1972800"/>
              <a:gd name="connsiteX12" fmla="*/ 9781432 w 11362354"/>
              <a:gd name="connsiteY12" fmla="*/ 1763438 h 1972800"/>
              <a:gd name="connsiteX13" fmla="*/ 8877431 w 11362354"/>
              <a:gd name="connsiteY13" fmla="*/ 1544408 h 1972800"/>
              <a:gd name="connsiteX14" fmla="*/ 9382033 w 11362354"/>
              <a:gd name="connsiteY14" fmla="*/ 1544408 h 1972800"/>
              <a:gd name="connsiteX15" fmla="*/ 9382033 w 11362354"/>
              <a:gd name="connsiteY15" fmla="*/ 1763438 h 1972800"/>
              <a:gd name="connsiteX16" fmla="*/ 8877431 w 11362354"/>
              <a:gd name="connsiteY16" fmla="*/ 1763438 h 1972800"/>
              <a:gd name="connsiteX17" fmla="*/ 7955283 w 11362354"/>
              <a:gd name="connsiteY17" fmla="*/ 1544408 h 1972800"/>
              <a:gd name="connsiteX18" fmla="*/ 8501703 w 11362354"/>
              <a:gd name="connsiteY18" fmla="*/ 1544408 h 1972800"/>
              <a:gd name="connsiteX19" fmla="*/ 8501703 w 11362354"/>
              <a:gd name="connsiteY19" fmla="*/ 1763438 h 1972800"/>
              <a:gd name="connsiteX20" fmla="*/ 8046371 w 11362354"/>
              <a:gd name="connsiteY20" fmla="*/ 1763438 h 1972800"/>
              <a:gd name="connsiteX21" fmla="*/ 7193139 w 11362354"/>
              <a:gd name="connsiteY21" fmla="*/ 1544408 h 1972800"/>
              <a:gd name="connsiteX22" fmla="*/ 7648159 w 11362354"/>
              <a:gd name="connsiteY22" fmla="*/ 1544408 h 1972800"/>
              <a:gd name="connsiteX23" fmla="*/ 7648159 w 11362354"/>
              <a:gd name="connsiteY23" fmla="*/ 1763438 h 1972800"/>
              <a:gd name="connsiteX24" fmla="*/ 7193139 w 11362354"/>
              <a:gd name="connsiteY24" fmla="*/ 1763438 h 1972800"/>
              <a:gd name="connsiteX25" fmla="*/ 6188669 w 11362354"/>
              <a:gd name="connsiteY25" fmla="*/ 1544408 h 1972800"/>
              <a:gd name="connsiteX26" fmla="*/ 7080275 w 11362354"/>
              <a:gd name="connsiteY26" fmla="*/ 1544408 h 1972800"/>
              <a:gd name="connsiteX27" fmla="*/ 7080275 w 11362354"/>
              <a:gd name="connsiteY27" fmla="*/ 1763438 h 1972800"/>
              <a:gd name="connsiteX28" fmla="*/ 6188669 w 11362354"/>
              <a:gd name="connsiteY28" fmla="*/ 1763438 h 1972800"/>
              <a:gd name="connsiteX29" fmla="*/ 4886266 w 11362354"/>
              <a:gd name="connsiteY29" fmla="*/ 1544408 h 1972800"/>
              <a:gd name="connsiteX30" fmla="*/ 5979839 w 11362354"/>
              <a:gd name="connsiteY30" fmla="*/ 1544408 h 1972800"/>
              <a:gd name="connsiteX31" fmla="*/ 5557257 w 11362354"/>
              <a:gd name="connsiteY31" fmla="*/ 1763438 h 1972800"/>
              <a:gd name="connsiteX32" fmla="*/ 5308843 w 11362354"/>
              <a:gd name="connsiteY32" fmla="*/ 1763438 h 1972800"/>
              <a:gd name="connsiteX33" fmla="*/ 4886266 w 11362354"/>
              <a:gd name="connsiteY33" fmla="*/ 1544408 h 1972800"/>
              <a:gd name="connsiteX34" fmla="*/ 2285298 w 11362354"/>
              <a:gd name="connsiteY34" fmla="*/ 1544408 h 1972800"/>
              <a:gd name="connsiteX35" fmla="*/ 3183254 w 11362354"/>
              <a:gd name="connsiteY35" fmla="*/ 1544408 h 1972800"/>
              <a:gd name="connsiteX36" fmla="*/ 3183254 w 11362354"/>
              <a:gd name="connsiteY36" fmla="*/ 1763438 h 1972800"/>
              <a:gd name="connsiteX37" fmla="*/ 2285298 w 11362354"/>
              <a:gd name="connsiteY37" fmla="*/ 1763438 h 1972800"/>
              <a:gd name="connsiteX38" fmla="*/ 1699767 w 11362354"/>
              <a:gd name="connsiteY38" fmla="*/ 1544408 h 1972800"/>
              <a:gd name="connsiteX39" fmla="*/ 2161050 w 11362354"/>
              <a:gd name="connsiteY39" fmla="*/ 1544408 h 1972800"/>
              <a:gd name="connsiteX40" fmla="*/ 2265828 w 11362354"/>
              <a:gd name="connsiteY40" fmla="*/ 1763438 h 1972800"/>
              <a:gd name="connsiteX41" fmla="*/ 1796468 w 11362354"/>
              <a:gd name="connsiteY41" fmla="*/ 1763438 h 1972800"/>
              <a:gd name="connsiteX42" fmla="*/ 985097 w 11362354"/>
              <a:gd name="connsiteY42" fmla="*/ 1544408 h 1972800"/>
              <a:gd name="connsiteX43" fmla="*/ 1468672 w 11362354"/>
              <a:gd name="connsiteY43" fmla="*/ 1544408 h 1972800"/>
              <a:gd name="connsiteX44" fmla="*/ 1468672 w 11362354"/>
              <a:gd name="connsiteY44" fmla="*/ 1763438 h 1972800"/>
              <a:gd name="connsiteX45" fmla="*/ 985097 w 11362354"/>
              <a:gd name="connsiteY45" fmla="*/ 1763438 h 1972800"/>
              <a:gd name="connsiteX46" fmla="*/ 0 w 11362354"/>
              <a:gd name="connsiteY46" fmla="*/ 1544408 h 1972800"/>
              <a:gd name="connsiteX47" fmla="*/ 506025 w 11362354"/>
              <a:gd name="connsiteY47" fmla="*/ 1544408 h 1972800"/>
              <a:gd name="connsiteX48" fmla="*/ 506025 w 11362354"/>
              <a:gd name="connsiteY48" fmla="*/ 1763438 h 1972800"/>
              <a:gd name="connsiteX49" fmla="*/ 498505 w 11362354"/>
              <a:gd name="connsiteY49" fmla="*/ 1763438 h 1972800"/>
              <a:gd name="connsiteX50" fmla="*/ 7520 w 11362354"/>
              <a:gd name="connsiteY50" fmla="*/ 1763438 h 1972800"/>
              <a:gd name="connsiteX51" fmla="*/ 0 w 11362354"/>
              <a:gd name="connsiteY51" fmla="*/ 1763438 h 1972800"/>
              <a:gd name="connsiteX52" fmla="*/ 3478763 w 11362354"/>
              <a:gd name="connsiteY52" fmla="*/ 1544407 h 1972800"/>
              <a:gd name="connsiteX53" fmla="*/ 4486152 w 11362354"/>
              <a:gd name="connsiteY53" fmla="*/ 1544407 h 1972800"/>
              <a:gd name="connsiteX54" fmla="*/ 4479313 w 11362354"/>
              <a:gd name="connsiteY54" fmla="*/ 1555187 h 1972800"/>
              <a:gd name="connsiteX55" fmla="*/ 4654042 w 11362354"/>
              <a:gd name="connsiteY55" fmla="*/ 1763437 h 1972800"/>
              <a:gd name="connsiteX56" fmla="*/ 3697470 w 11362354"/>
              <a:gd name="connsiteY56" fmla="*/ 1763437 h 1972800"/>
              <a:gd name="connsiteX57" fmla="*/ 3478763 w 11362354"/>
              <a:gd name="connsiteY57" fmla="*/ 1544407 h 1972800"/>
              <a:gd name="connsiteX58" fmla="*/ 10408772 w 11362354"/>
              <a:gd name="connsiteY58" fmla="*/ 1290902 h 1972800"/>
              <a:gd name="connsiteX59" fmla="*/ 10568570 w 11362354"/>
              <a:gd name="connsiteY59" fmla="*/ 1290902 h 1972800"/>
              <a:gd name="connsiteX60" fmla="*/ 10590729 w 11362354"/>
              <a:gd name="connsiteY60" fmla="*/ 1313870 h 1972800"/>
              <a:gd name="connsiteX61" fmla="*/ 10721250 w 11362354"/>
              <a:gd name="connsiteY61" fmla="*/ 1365562 h 1972800"/>
              <a:gd name="connsiteX62" fmla="*/ 10855315 w 11362354"/>
              <a:gd name="connsiteY62" fmla="*/ 1290902 h 1972800"/>
              <a:gd name="connsiteX63" fmla="*/ 11214890 w 11362354"/>
              <a:gd name="connsiteY63" fmla="*/ 1290902 h 1972800"/>
              <a:gd name="connsiteX64" fmla="*/ 11346112 w 11362354"/>
              <a:gd name="connsiteY64" fmla="*/ 1290902 h 1972800"/>
              <a:gd name="connsiteX65" fmla="*/ 11280882 w 11362354"/>
              <a:gd name="connsiteY65" fmla="*/ 1465414 h 1972800"/>
              <a:gd name="connsiteX66" fmla="*/ 11214890 w 11362354"/>
              <a:gd name="connsiteY66" fmla="*/ 1465414 h 1972800"/>
              <a:gd name="connsiteX67" fmla="*/ 10408772 w 11362354"/>
              <a:gd name="connsiteY67" fmla="*/ 1465414 h 1972800"/>
              <a:gd name="connsiteX68" fmla="*/ 3354588 w 11362354"/>
              <a:gd name="connsiteY68" fmla="*/ 1288169 h 1972800"/>
              <a:gd name="connsiteX69" fmla="*/ 3891084 w 11362354"/>
              <a:gd name="connsiteY69" fmla="*/ 1288169 h 1972800"/>
              <a:gd name="connsiteX70" fmla="*/ 3982693 w 11362354"/>
              <a:gd name="connsiteY70" fmla="*/ 1333215 h 1972800"/>
              <a:gd name="connsiteX71" fmla="*/ 4074304 w 11362354"/>
              <a:gd name="connsiteY71" fmla="*/ 1288169 h 1972800"/>
              <a:gd name="connsiteX72" fmla="*/ 4610046 w 11362354"/>
              <a:gd name="connsiteY72" fmla="*/ 1288169 h 1972800"/>
              <a:gd name="connsiteX73" fmla="*/ 4535426 w 11362354"/>
              <a:gd name="connsiteY73" fmla="*/ 1462313 h 1972800"/>
              <a:gd name="connsiteX74" fmla="*/ 3429061 w 11362354"/>
              <a:gd name="connsiteY74" fmla="*/ 1462313 h 1972800"/>
              <a:gd name="connsiteX75" fmla="*/ 3354588 w 11362354"/>
              <a:gd name="connsiteY75" fmla="*/ 1288169 h 1972800"/>
              <a:gd name="connsiteX76" fmla="*/ 9781432 w 11362354"/>
              <a:gd name="connsiteY76" fmla="*/ 1288165 h 1972800"/>
              <a:gd name="connsiteX77" fmla="*/ 10286039 w 11362354"/>
              <a:gd name="connsiteY77" fmla="*/ 1288165 h 1972800"/>
              <a:gd name="connsiteX78" fmla="*/ 10286039 w 11362354"/>
              <a:gd name="connsiteY78" fmla="*/ 1462314 h 1972800"/>
              <a:gd name="connsiteX79" fmla="*/ 9781432 w 11362354"/>
              <a:gd name="connsiteY79" fmla="*/ 1462314 h 1972800"/>
              <a:gd name="connsiteX80" fmla="*/ 8877431 w 11362354"/>
              <a:gd name="connsiteY80" fmla="*/ 1288165 h 1972800"/>
              <a:gd name="connsiteX81" fmla="*/ 9382033 w 11362354"/>
              <a:gd name="connsiteY81" fmla="*/ 1288165 h 1972800"/>
              <a:gd name="connsiteX82" fmla="*/ 9382033 w 11362354"/>
              <a:gd name="connsiteY82" fmla="*/ 1462314 h 1972800"/>
              <a:gd name="connsiteX83" fmla="*/ 8877431 w 11362354"/>
              <a:gd name="connsiteY83" fmla="*/ 1462314 h 1972800"/>
              <a:gd name="connsiteX84" fmla="*/ 7848731 w 11362354"/>
              <a:gd name="connsiteY84" fmla="*/ 1288165 h 1972800"/>
              <a:gd name="connsiteX85" fmla="*/ 8501703 w 11362354"/>
              <a:gd name="connsiteY85" fmla="*/ 1288165 h 1972800"/>
              <a:gd name="connsiteX86" fmla="*/ 8501703 w 11362354"/>
              <a:gd name="connsiteY86" fmla="*/ 1462314 h 1972800"/>
              <a:gd name="connsiteX87" fmla="*/ 7921150 w 11362354"/>
              <a:gd name="connsiteY87" fmla="*/ 1462314 h 1972800"/>
              <a:gd name="connsiteX88" fmla="*/ 7193139 w 11362354"/>
              <a:gd name="connsiteY88" fmla="*/ 1288165 h 1972800"/>
              <a:gd name="connsiteX89" fmla="*/ 7648159 w 11362354"/>
              <a:gd name="connsiteY89" fmla="*/ 1288165 h 1972800"/>
              <a:gd name="connsiteX90" fmla="*/ 7648159 w 11362354"/>
              <a:gd name="connsiteY90" fmla="*/ 1462314 h 1972800"/>
              <a:gd name="connsiteX91" fmla="*/ 7193139 w 11362354"/>
              <a:gd name="connsiteY91" fmla="*/ 1462314 h 1972800"/>
              <a:gd name="connsiteX92" fmla="*/ 6188669 w 11362354"/>
              <a:gd name="connsiteY92" fmla="*/ 1288165 h 1972800"/>
              <a:gd name="connsiteX93" fmla="*/ 6674501 w 11362354"/>
              <a:gd name="connsiteY93" fmla="*/ 1288165 h 1972800"/>
              <a:gd name="connsiteX94" fmla="*/ 6674501 w 11362354"/>
              <a:gd name="connsiteY94" fmla="*/ 1351991 h 1972800"/>
              <a:gd name="connsiteX95" fmla="*/ 7080275 w 11362354"/>
              <a:gd name="connsiteY95" fmla="*/ 1351991 h 1972800"/>
              <a:gd name="connsiteX96" fmla="*/ 7080275 w 11362354"/>
              <a:gd name="connsiteY96" fmla="*/ 1462314 h 1972800"/>
              <a:gd name="connsiteX97" fmla="*/ 6188669 w 11362354"/>
              <a:gd name="connsiteY97" fmla="*/ 1462314 h 1972800"/>
              <a:gd name="connsiteX98" fmla="*/ 4794722 w 11362354"/>
              <a:gd name="connsiteY98" fmla="*/ 1288165 h 1972800"/>
              <a:gd name="connsiteX99" fmla="*/ 5308313 w 11362354"/>
              <a:gd name="connsiteY99" fmla="*/ 1288165 h 1972800"/>
              <a:gd name="connsiteX100" fmla="*/ 5433050 w 11362354"/>
              <a:gd name="connsiteY100" fmla="*/ 1363467 h 1972800"/>
              <a:gd name="connsiteX101" fmla="*/ 5557791 w 11362354"/>
              <a:gd name="connsiteY101" fmla="*/ 1288165 h 1972800"/>
              <a:gd name="connsiteX102" fmla="*/ 6071387 w 11362354"/>
              <a:gd name="connsiteY102" fmla="*/ 1288165 h 1972800"/>
              <a:gd name="connsiteX103" fmla="*/ 6026879 w 11362354"/>
              <a:gd name="connsiteY103" fmla="*/ 1462314 h 1972800"/>
              <a:gd name="connsiteX104" fmla="*/ 4839225 w 11362354"/>
              <a:gd name="connsiteY104" fmla="*/ 1462314 h 1972800"/>
              <a:gd name="connsiteX105" fmla="*/ 4794722 w 11362354"/>
              <a:gd name="connsiteY105" fmla="*/ 1288165 h 1972800"/>
              <a:gd name="connsiteX106" fmla="*/ 2285298 w 11362354"/>
              <a:gd name="connsiteY106" fmla="*/ 1288165 h 1972800"/>
              <a:gd name="connsiteX107" fmla="*/ 2771132 w 11362354"/>
              <a:gd name="connsiteY107" fmla="*/ 1288165 h 1972800"/>
              <a:gd name="connsiteX108" fmla="*/ 2771132 w 11362354"/>
              <a:gd name="connsiteY108" fmla="*/ 1351991 h 1972800"/>
              <a:gd name="connsiteX109" fmla="*/ 3183254 w 11362354"/>
              <a:gd name="connsiteY109" fmla="*/ 1351991 h 1972800"/>
              <a:gd name="connsiteX110" fmla="*/ 3183254 w 11362354"/>
              <a:gd name="connsiteY110" fmla="*/ 1462314 h 1972800"/>
              <a:gd name="connsiteX111" fmla="*/ 2285298 w 11362354"/>
              <a:gd name="connsiteY111" fmla="*/ 1462314 h 1972800"/>
              <a:gd name="connsiteX112" fmla="*/ 1586644 w 11362354"/>
              <a:gd name="connsiteY112" fmla="*/ 1288165 h 1972800"/>
              <a:gd name="connsiteX113" fmla="*/ 2038472 w 11362354"/>
              <a:gd name="connsiteY113" fmla="*/ 1288165 h 1972800"/>
              <a:gd name="connsiteX114" fmla="*/ 2121783 w 11362354"/>
              <a:gd name="connsiteY114" fmla="*/ 1462314 h 1972800"/>
              <a:gd name="connsiteX115" fmla="*/ 1663530 w 11362354"/>
              <a:gd name="connsiteY115" fmla="*/ 1462314 h 1972800"/>
              <a:gd name="connsiteX116" fmla="*/ 985097 w 11362354"/>
              <a:gd name="connsiteY116" fmla="*/ 1288165 h 1972800"/>
              <a:gd name="connsiteX117" fmla="*/ 1468672 w 11362354"/>
              <a:gd name="connsiteY117" fmla="*/ 1288165 h 1972800"/>
              <a:gd name="connsiteX118" fmla="*/ 1468672 w 11362354"/>
              <a:gd name="connsiteY118" fmla="*/ 1462314 h 1972800"/>
              <a:gd name="connsiteX119" fmla="*/ 985097 w 11362354"/>
              <a:gd name="connsiteY119" fmla="*/ 1462314 h 1972800"/>
              <a:gd name="connsiteX120" fmla="*/ 0 w 11362354"/>
              <a:gd name="connsiteY120" fmla="*/ 1288165 h 1972800"/>
              <a:gd name="connsiteX121" fmla="*/ 506025 w 11362354"/>
              <a:gd name="connsiteY121" fmla="*/ 1288165 h 1972800"/>
              <a:gd name="connsiteX122" fmla="*/ 506025 w 11362354"/>
              <a:gd name="connsiteY122" fmla="*/ 1462314 h 1972800"/>
              <a:gd name="connsiteX123" fmla="*/ 0 w 11362354"/>
              <a:gd name="connsiteY123" fmla="*/ 1462314 h 1972800"/>
              <a:gd name="connsiteX124" fmla="*/ 10408772 w 11362354"/>
              <a:gd name="connsiteY124" fmla="*/ 1157361 h 1972800"/>
              <a:gd name="connsiteX125" fmla="*/ 10468381 w 11362354"/>
              <a:gd name="connsiteY125" fmla="*/ 1208632 h 1972800"/>
              <a:gd name="connsiteX126" fmla="*/ 10408772 w 11362354"/>
              <a:gd name="connsiteY126" fmla="*/ 1208632 h 1972800"/>
              <a:gd name="connsiteX127" fmla="*/ 10816942 w 11362354"/>
              <a:gd name="connsiteY127" fmla="*/ 1078164 h 1972800"/>
              <a:gd name="connsiteX128" fmla="*/ 11358000 w 11362354"/>
              <a:gd name="connsiteY128" fmla="*/ 1078164 h 1972800"/>
              <a:gd name="connsiteX129" fmla="*/ 11359134 w 11362354"/>
              <a:gd name="connsiteY129" fmla="*/ 1208632 h 1972800"/>
              <a:gd name="connsiteX130" fmla="*/ 11359134 w 11362354"/>
              <a:gd name="connsiteY130" fmla="*/ 1208633 h 1972800"/>
              <a:gd name="connsiteX131" fmla="*/ 10871056 w 11362354"/>
              <a:gd name="connsiteY131" fmla="*/ 1208633 h 1972800"/>
              <a:gd name="connsiteX132" fmla="*/ 10871355 w 11362354"/>
              <a:gd name="connsiteY132" fmla="*/ 1205652 h 1972800"/>
              <a:gd name="connsiteX133" fmla="*/ 10808382 w 11362354"/>
              <a:gd name="connsiteY133" fmla="*/ 1078165 h 1972800"/>
              <a:gd name="connsiteX134" fmla="*/ 10816943 w 11362354"/>
              <a:gd name="connsiteY134" fmla="*/ 1078165 h 1972800"/>
              <a:gd name="connsiteX135" fmla="*/ 9781432 w 11362354"/>
              <a:gd name="connsiteY135" fmla="*/ 1075882 h 1972800"/>
              <a:gd name="connsiteX136" fmla="*/ 10286039 w 11362354"/>
              <a:gd name="connsiteY136" fmla="*/ 1075882 h 1972800"/>
              <a:gd name="connsiteX137" fmla="*/ 10286039 w 11362354"/>
              <a:gd name="connsiteY137" fmla="*/ 1206076 h 1972800"/>
              <a:gd name="connsiteX138" fmla="*/ 9781432 w 11362354"/>
              <a:gd name="connsiteY138" fmla="*/ 1206076 h 1972800"/>
              <a:gd name="connsiteX139" fmla="*/ 8877431 w 11362354"/>
              <a:gd name="connsiteY139" fmla="*/ 1075882 h 1972800"/>
              <a:gd name="connsiteX140" fmla="*/ 9382033 w 11362354"/>
              <a:gd name="connsiteY140" fmla="*/ 1075882 h 1972800"/>
              <a:gd name="connsiteX141" fmla="*/ 9382033 w 11362354"/>
              <a:gd name="connsiteY141" fmla="*/ 1206076 h 1972800"/>
              <a:gd name="connsiteX142" fmla="*/ 8877431 w 11362354"/>
              <a:gd name="connsiteY142" fmla="*/ 1206076 h 1972800"/>
              <a:gd name="connsiteX143" fmla="*/ 7760453 w 11362354"/>
              <a:gd name="connsiteY143" fmla="*/ 1075882 h 1972800"/>
              <a:gd name="connsiteX144" fmla="*/ 8501703 w 11362354"/>
              <a:gd name="connsiteY144" fmla="*/ 1075882 h 1972800"/>
              <a:gd name="connsiteX145" fmla="*/ 8501703 w 11362354"/>
              <a:gd name="connsiteY145" fmla="*/ 1206076 h 1972800"/>
              <a:gd name="connsiteX146" fmla="*/ 7814594 w 11362354"/>
              <a:gd name="connsiteY146" fmla="*/ 1206076 h 1972800"/>
              <a:gd name="connsiteX147" fmla="*/ 7193139 w 11362354"/>
              <a:gd name="connsiteY147" fmla="*/ 1075882 h 1972800"/>
              <a:gd name="connsiteX148" fmla="*/ 7648159 w 11362354"/>
              <a:gd name="connsiteY148" fmla="*/ 1075882 h 1972800"/>
              <a:gd name="connsiteX149" fmla="*/ 7648159 w 11362354"/>
              <a:gd name="connsiteY149" fmla="*/ 1206076 h 1972800"/>
              <a:gd name="connsiteX150" fmla="*/ 7193139 w 11362354"/>
              <a:gd name="connsiteY150" fmla="*/ 1206076 h 1972800"/>
              <a:gd name="connsiteX151" fmla="*/ 6188669 w 11362354"/>
              <a:gd name="connsiteY151" fmla="*/ 1075882 h 1972800"/>
              <a:gd name="connsiteX152" fmla="*/ 6674501 w 11362354"/>
              <a:gd name="connsiteY152" fmla="*/ 1075882 h 1972800"/>
              <a:gd name="connsiteX153" fmla="*/ 6674501 w 11362354"/>
              <a:gd name="connsiteY153" fmla="*/ 1206076 h 1972800"/>
              <a:gd name="connsiteX154" fmla="*/ 6188669 w 11362354"/>
              <a:gd name="connsiteY154" fmla="*/ 1206076 h 1972800"/>
              <a:gd name="connsiteX155" fmla="*/ 5574793 w 11362354"/>
              <a:gd name="connsiteY155" fmla="*/ 1075882 h 1972800"/>
              <a:gd name="connsiteX156" fmla="*/ 6073294 w 11362354"/>
              <a:gd name="connsiteY156" fmla="*/ 1075882 h 1972800"/>
              <a:gd name="connsiteX157" fmla="*/ 6073294 w 11362354"/>
              <a:gd name="connsiteY157" fmla="*/ 1206076 h 1972800"/>
              <a:gd name="connsiteX158" fmla="*/ 5574793 w 11362354"/>
              <a:gd name="connsiteY158" fmla="*/ 1206076 h 1972800"/>
              <a:gd name="connsiteX159" fmla="*/ 4792811 w 11362354"/>
              <a:gd name="connsiteY159" fmla="*/ 1075882 h 1972800"/>
              <a:gd name="connsiteX160" fmla="*/ 5291307 w 11362354"/>
              <a:gd name="connsiteY160" fmla="*/ 1075882 h 1972800"/>
              <a:gd name="connsiteX161" fmla="*/ 5291307 w 11362354"/>
              <a:gd name="connsiteY161" fmla="*/ 1206076 h 1972800"/>
              <a:gd name="connsiteX162" fmla="*/ 4792811 w 11362354"/>
              <a:gd name="connsiteY162" fmla="*/ 1206076 h 1972800"/>
              <a:gd name="connsiteX163" fmla="*/ 2285298 w 11362354"/>
              <a:gd name="connsiteY163" fmla="*/ 1075882 h 1972800"/>
              <a:gd name="connsiteX164" fmla="*/ 2771132 w 11362354"/>
              <a:gd name="connsiteY164" fmla="*/ 1075882 h 1972800"/>
              <a:gd name="connsiteX165" fmla="*/ 2771132 w 11362354"/>
              <a:gd name="connsiteY165" fmla="*/ 1206076 h 1972800"/>
              <a:gd name="connsiteX166" fmla="*/ 2285298 w 11362354"/>
              <a:gd name="connsiteY166" fmla="*/ 1206076 h 1972800"/>
              <a:gd name="connsiteX167" fmla="*/ 1492927 w 11362354"/>
              <a:gd name="connsiteY167" fmla="*/ 1075882 h 1972800"/>
              <a:gd name="connsiteX168" fmla="*/ 1945589 w 11362354"/>
              <a:gd name="connsiteY168" fmla="*/ 1075882 h 1972800"/>
              <a:gd name="connsiteX169" fmla="*/ 1940491 w 11362354"/>
              <a:gd name="connsiteY169" fmla="*/ 1080455 h 1972800"/>
              <a:gd name="connsiteX170" fmla="*/ 1939110 w 11362354"/>
              <a:gd name="connsiteY170" fmla="*/ 1080455 h 1972800"/>
              <a:gd name="connsiteX171" fmla="*/ 1939524 w 11362354"/>
              <a:gd name="connsiteY171" fmla="*/ 1081320 h 1972800"/>
              <a:gd name="connsiteX172" fmla="*/ 1938345 w 11362354"/>
              <a:gd name="connsiteY172" fmla="*/ 1082361 h 1972800"/>
              <a:gd name="connsiteX173" fmla="*/ 1940022 w 11362354"/>
              <a:gd name="connsiteY173" fmla="*/ 1082361 h 1972800"/>
              <a:gd name="connsiteX174" fmla="*/ 1999205 w 11362354"/>
              <a:gd name="connsiteY174" fmla="*/ 1206076 h 1972800"/>
              <a:gd name="connsiteX175" fmla="*/ 1550403 w 11362354"/>
              <a:gd name="connsiteY175" fmla="*/ 1206076 h 1972800"/>
              <a:gd name="connsiteX176" fmla="*/ 985097 w 11362354"/>
              <a:gd name="connsiteY176" fmla="*/ 1075882 h 1972800"/>
              <a:gd name="connsiteX177" fmla="*/ 1468672 w 11362354"/>
              <a:gd name="connsiteY177" fmla="*/ 1075882 h 1972800"/>
              <a:gd name="connsiteX178" fmla="*/ 1468672 w 11362354"/>
              <a:gd name="connsiteY178" fmla="*/ 1206076 h 1972800"/>
              <a:gd name="connsiteX179" fmla="*/ 985097 w 11362354"/>
              <a:gd name="connsiteY179" fmla="*/ 1206076 h 1972800"/>
              <a:gd name="connsiteX180" fmla="*/ 0 w 11362354"/>
              <a:gd name="connsiteY180" fmla="*/ 1075882 h 1972800"/>
              <a:gd name="connsiteX181" fmla="*/ 877145 w 11362354"/>
              <a:gd name="connsiteY181" fmla="*/ 1075882 h 1972800"/>
              <a:gd name="connsiteX182" fmla="*/ 877145 w 11362354"/>
              <a:gd name="connsiteY182" fmla="*/ 1098345 h 1972800"/>
              <a:gd name="connsiteX183" fmla="*/ 869625 w 11362354"/>
              <a:gd name="connsiteY183" fmla="*/ 1098345 h 1972800"/>
              <a:gd name="connsiteX184" fmla="*/ 506025 w 11362354"/>
              <a:gd name="connsiteY184" fmla="*/ 1098345 h 1972800"/>
              <a:gd name="connsiteX185" fmla="*/ 506025 w 11362354"/>
              <a:gd name="connsiteY185" fmla="*/ 1206076 h 1972800"/>
              <a:gd name="connsiteX186" fmla="*/ 0 w 11362354"/>
              <a:gd name="connsiteY186" fmla="*/ 1206076 h 1972800"/>
              <a:gd name="connsiteX187" fmla="*/ 4174413 w 11362354"/>
              <a:gd name="connsiteY187" fmla="*/ 1075881 h 1972800"/>
              <a:gd name="connsiteX188" fmla="*/ 4660572 w 11362354"/>
              <a:gd name="connsiteY188" fmla="*/ 1075881 h 1972800"/>
              <a:gd name="connsiteX189" fmla="*/ 4633997 w 11362354"/>
              <a:gd name="connsiteY189" fmla="*/ 1206075 h 1972800"/>
              <a:gd name="connsiteX190" fmla="*/ 4129883 w 11362354"/>
              <a:gd name="connsiteY190" fmla="*/ 1206075 h 1972800"/>
              <a:gd name="connsiteX191" fmla="*/ 4174413 w 11362354"/>
              <a:gd name="connsiteY191" fmla="*/ 1075881 h 1972800"/>
              <a:gd name="connsiteX192" fmla="*/ 3305162 w 11362354"/>
              <a:gd name="connsiteY192" fmla="*/ 1075881 h 1972800"/>
              <a:gd name="connsiteX193" fmla="*/ 3790976 w 11362354"/>
              <a:gd name="connsiteY193" fmla="*/ 1075881 h 1972800"/>
              <a:gd name="connsiteX194" fmla="*/ 3835506 w 11362354"/>
              <a:gd name="connsiteY194" fmla="*/ 1206075 h 1972800"/>
              <a:gd name="connsiteX195" fmla="*/ 3330959 w 11362354"/>
              <a:gd name="connsiteY195" fmla="*/ 1206075 h 1972800"/>
              <a:gd name="connsiteX196" fmla="*/ 3305162 w 11362354"/>
              <a:gd name="connsiteY196" fmla="*/ 1075881 h 1972800"/>
              <a:gd name="connsiteX197" fmla="*/ 10587776 w 11362354"/>
              <a:gd name="connsiteY197" fmla="*/ 879486 h 1972800"/>
              <a:gd name="connsiteX198" fmla="*/ 11280821 w 11362354"/>
              <a:gd name="connsiteY198" fmla="*/ 879486 h 1972800"/>
              <a:gd name="connsiteX199" fmla="*/ 11338792 w 11362354"/>
              <a:gd name="connsiteY199" fmla="*/ 993628 h 1972800"/>
              <a:gd name="connsiteX200" fmla="*/ 10727828 w 11362354"/>
              <a:gd name="connsiteY200" fmla="*/ 995899 h 1972800"/>
              <a:gd name="connsiteX201" fmla="*/ 9781432 w 11362354"/>
              <a:gd name="connsiteY201" fmla="*/ 877625 h 1972800"/>
              <a:gd name="connsiteX202" fmla="*/ 10286039 w 11362354"/>
              <a:gd name="connsiteY202" fmla="*/ 877625 h 1972800"/>
              <a:gd name="connsiteX203" fmla="*/ 10286039 w 11362354"/>
              <a:gd name="connsiteY203" fmla="*/ 993788 h 1972800"/>
              <a:gd name="connsiteX204" fmla="*/ 9781432 w 11362354"/>
              <a:gd name="connsiteY204" fmla="*/ 993788 h 1972800"/>
              <a:gd name="connsiteX205" fmla="*/ 8877431 w 11362354"/>
              <a:gd name="connsiteY205" fmla="*/ 877625 h 1972800"/>
              <a:gd name="connsiteX206" fmla="*/ 9382033 w 11362354"/>
              <a:gd name="connsiteY206" fmla="*/ 877625 h 1972800"/>
              <a:gd name="connsiteX207" fmla="*/ 9382033 w 11362354"/>
              <a:gd name="connsiteY207" fmla="*/ 993788 h 1972800"/>
              <a:gd name="connsiteX208" fmla="*/ 8877431 w 11362354"/>
              <a:gd name="connsiteY208" fmla="*/ 993788 h 1972800"/>
              <a:gd name="connsiteX209" fmla="*/ 7678004 w 11362354"/>
              <a:gd name="connsiteY209" fmla="*/ 877625 h 1972800"/>
              <a:gd name="connsiteX210" fmla="*/ 8501703 w 11362354"/>
              <a:gd name="connsiteY210" fmla="*/ 877625 h 1972800"/>
              <a:gd name="connsiteX211" fmla="*/ 8501703 w 11362354"/>
              <a:gd name="connsiteY211" fmla="*/ 993788 h 1972800"/>
              <a:gd name="connsiteX212" fmla="*/ 7726316 w 11362354"/>
              <a:gd name="connsiteY212" fmla="*/ 993788 h 1972800"/>
              <a:gd name="connsiteX213" fmla="*/ 7193139 w 11362354"/>
              <a:gd name="connsiteY213" fmla="*/ 877625 h 1972800"/>
              <a:gd name="connsiteX214" fmla="*/ 7648159 w 11362354"/>
              <a:gd name="connsiteY214" fmla="*/ 877625 h 1972800"/>
              <a:gd name="connsiteX215" fmla="*/ 7648159 w 11362354"/>
              <a:gd name="connsiteY215" fmla="*/ 993788 h 1972800"/>
              <a:gd name="connsiteX216" fmla="*/ 7193139 w 11362354"/>
              <a:gd name="connsiteY216" fmla="*/ 993788 h 1972800"/>
              <a:gd name="connsiteX217" fmla="*/ 6188669 w 11362354"/>
              <a:gd name="connsiteY217" fmla="*/ 877625 h 1972800"/>
              <a:gd name="connsiteX218" fmla="*/ 7056268 w 11362354"/>
              <a:gd name="connsiteY218" fmla="*/ 877625 h 1972800"/>
              <a:gd name="connsiteX219" fmla="*/ 7056268 w 11362354"/>
              <a:gd name="connsiteY219" fmla="*/ 988326 h 1972800"/>
              <a:gd name="connsiteX220" fmla="*/ 6674501 w 11362354"/>
              <a:gd name="connsiteY220" fmla="*/ 988326 h 1972800"/>
              <a:gd name="connsiteX221" fmla="*/ 6674501 w 11362354"/>
              <a:gd name="connsiteY221" fmla="*/ 993788 h 1972800"/>
              <a:gd name="connsiteX222" fmla="*/ 6188669 w 11362354"/>
              <a:gd name="connsiteY222" fmla="*/ 993788 h 1972800"/>
              <a:gd name="connsiteX223" fmla="*/ 5574793 w 11362354"/>
              <a:gd name="connsiteY223" fmla="*/ 877625 h 1972800"/>
              <a:gd name="connsiteX224" fmla="*/ 6073294 w 11362354"/>
              <a:gd name="connsiteY224" fmla="*/ 877625 h 1972800"/>
              <a:gd name="connsiteX225" fmla="*/ 6073294 w 11362354"/>
              <a:gd name="connsiteY225" fmla="*/ 993788 h 1972800"/>
              <a:gd name="connsiteX226" fmla="*/ 5574793 w 11362354"/>
              <a:gd name="connsiteY226" fmla="*/ 993788 h 1972800"/>
              <a:gd name="connsiteX227" fmla="*/ 4792811 w 11362354"/>
              <a:gd name="connsiteY227" fmla="*/ 877625 h 1972800"/>
              <a:gd name="connsiteX228" fmla="*/ 5291307 w 11362354"/>
              <a:gd name="connsiteY228" fmla="*/ 877625 h 1972800"/>
              <a:gd name="connsiteX229" fmla="*/ 5291307 w 11362354"/>
              <a:gd name="connsiteY229" fmla="*/ 993788 h 1972800"/>
              <a:gd name="connsiteX230" fmla="*/ 4792811 w 11362354"/>
              <a:gd name="connsiteY230" fmla="*/ 993788 h 1972800"/>
              <a:gd name="connsiteX231" fmla="*/ 2285298 w 11362354"/>
              <a:gd name="connsiteY231" fmla="*/ 877625 h 1972800"/>
              <a:gd name="connsiteX232" fmla="*/ 3161500 w 11362354"/>
              <a:gd name="connsiteY232" fmla="*/ 877625 h 1972800"/>
              <a:gd name="connsiteX233" fmla="*/ 3161500 w 11362354"/>
              <a:gd name="connsiteY233" fmla="*/ 988326 h 1972800"/>
              <a:gd name="connsiteX234" fmla="*/ 2771132 w 11362354"/>
              <a:gd name="connsiteY234" fmla="*/ 988326 h 1972800"/>
              <a:gd name="connsiteX235" fmla="*/ 2771132 w 11362354"/>
              <a:gd name="connsiteY235" fmla="*/ 993788 h 1972800"/>
              <a:gd name="connsiteX236" fmla="*/ 2285298 w 11362354"/>
              <a:gd name="connsiteY236" fmla="*/ 993788 h 1972800"/>
              <a:gd name="connsiteX237" fmla="*/ 985097 w 11362354"/>
              <a:gd name="connsiteY237" fmla="*/ 877625 h 1972800"/>
              <a:gd name="connsiteX238" fmla="*/ 2107746 w 11362354"/>
              <a:gd name="connsiteY238" fmla="*/ 877625 h 1972800"/>
              <a:gd name="connsiteX239" fmla="*/ 2028664 w 11362354"/>
              <a:gd name="connsiteY239" fmla="*/ 993788 h 1972800"/>
              <a:gd name="connsiteX240" fmla="*/ 985097 w 11362354"/>
              <a:gd name="connsiteY240" fmla="*/ 993788 h 1972800"/>
              <a:gd name="connsiteX241" fmla="*/ 0 w 11362354"/>
              <a:gd name="connsiteY241" fmla="*/ 877625 h 1972800"/>
              <a:gd name="connsiteX242" fmla="*/ 877145 w 11362354"/>
              <a:gd name="connsiteY242" fmla="*/ 877625 h 1972800"/>
              <a:gd name="connsiteX243" fmla="*/ 877145 w 11362354"/>
              <a:gd name="connsiteY243" fmla="*/ 993788 h 1972800"/>
              <a:gd name="connsiteX244" fmla="*/ 0 w 11362354"/>
              <a:gd name="connsiteY244" fmla="*/ 993788 h 1972800"/>
              <a:gd name="connsiteX245" fmla="*/ 4199211 w 11362354"/>
              <a:gd name="connsiteY245" fmla="*/ 877624 h 1972800"/>
              <a:gd name="connsiteX246" fmla="*/ 4674176 w 11362354"/>
              <a:gd name="connsiteY246" fmla="*/ 877624 h 1972800"/>
              <a:gd name="connsiteX247" fmla="*/ 4674332 w 11362354"/>
              <a:gd name="connsiteY247" fmla="*/ 883528 h 1972800"/>
              <a:gd name="connsiteX248" fmla="*/ 4669465 w 11362354"/>
              <a:gd name="connsiteY248" fmla="*/ 993787 h 1972800"/>
              <a:gd name="connsiteX249" fmla="*/ 4189743 w 11362354"/>
              <a:gd name="connsiteY249" fmla="*/ 993787 h 1972800"/>
              <a:gd name="connsiteX250" fmla="*/ 4199211 w 11362354"/>
              <a:gd name="connsiteY250" fmla="*/ 877624 h 1972800"/>
              <a:gd name="connsiteX251" fmla="*/ 3291213 w 11362354"/>
              <a:gd name="connsiteY251" fmla="*/ 877624 h 1972800"/>
              <a:gd name="connsiteX252" fmla="*/ 3766173 w 11362354"/>
              <a:gd name="connsiteY252" fmla="*/ 877624 h 1972800"/>
              <a:gd name="connsiteX253" fmla="*/ 3775650 w 11362354"/>
              <a:gd name="connsiteY253" fmla="*/ 993787 h 1972800"/>
              <a:gd name="connsiteX254" fmla="*/ 3295989 w 11362354"/>
              <a:gd name="connsiteY254" fmla="*/ 993787 h 1972800"/>
              <a:gd name="connsiteX255" fmla="*/ 3291057 w 11362354"/>
              <a:gd name="connsiteY255" fmla="*/ 883528 h 1972800"/>
              <a:gd name="connsiteX256" fmla="*/ 10461146 w 11362354"/>
              <a:gd name="connsiteY256" fmla="*/ 710797 h 1972800"/>
              <a:gd name="connsiteX257" fmla="*/ 11109160 w 11362354"/>
              <a:gd name="connsiteY257" fmla="*/ 710797 h 1972800"/>
              <a:gd name="connsiteX258" fmla="*/ 11109162 w 11362354"/>
              <a:gd name="connsiteY258" fmla="*/ 710798 h 1972800"/>
              <a:gd name="connsiteX259" fmla="*/ 11121245 w 11362354"/>
              <a:gd name="connsiteY259" fmla="*/ 710798 h 1972800"/>
              <a:gd name="connsiteX260" fmla="*/ 11122337 w 11362354"/>
              <a:gd name="connsiteY260" fmla="*/ 711693 h 1972800"/>
              <a:gd name="connsiteX261" fmla="*/ 11118350 w 11362354"/>
              <a:gd name="connsiteY261" fmla="*/ 711693 h 1972800"/>
              <a:gd name="connsiteX262" fmla="*/ 11213739 w 11362354"/>
              <a:gd name="connsiteY262" fmla="*/ 797219 h 1972800"/>
              <a:gd name="connsiteX263" fmla="*/ 10517279 w 11362354"/>
              <a:gd name="connsiteY263" fmla="*/ 797218 h 1972800"/>
              <a:gd name="connsiteX264" fmla="*/ 10461146 w 11362354"/>
              <a:gd name="connsiteY264" fmla="*/ 710797 h 1972800"/>
              <a:gd name="connsiteX265" fmla="*/ 9781432 w 11362354"/>
              <a:gd name="connsiteY265" fmla="*/ 709293 h 1972800"/>
              <a:gd name="connsiteX266" fmla="*/ 10286039 w 11362354"/>
              <a:gd name="connsiteY266" fmla="*/ 709293 h 1972800"/>
              <a:gd name="connsiteX267" fmla="*/ 10286039 w 11362354"/>
              <a:gd name="connsiteY267" fmla="*/ 795531 h 1972800"/>
              <a:gd name="connsiteX268" fmla="*/ 9781432 w 11362354"/>
              <a:gd name="connsiteY268" fmla="*/ 795531 h 1972800"/>
              <a:gd name="connsiteX269" fmla="*/ 8877431 w 11362354"/>
              <a:gd name="connsiteY269" fmla="*/ 709293 h 1972800"/>
              <a:gd name="connsiteX270" fmla="*/ 9382033 w 11362354"/>
              <a:gd name="connsiteY270" fmla="*/ 709293 h 1972800"/>
              <a:gd name="connsiteX271" fmla="*/ 9382033 w 11362354"/>
              <a:gd name="connsiteY271" fmla="*/ 795531 h 1972800"/>
              <a:gd name="connsiteX272" fmla="*/ 8877431 w 11362354"/>
              <a:gd name="connsiteY272" fmla="*/ 795531 h 1972800"/>
              <a:gd name="connsiteX273" fmla="*/ 8042875 w 11362354"/>
              <a:gd name="connsiteY273" fmla="*/ 709293 h 1972800"/>
              <a:gd name="connsiteX274" fmla="*/ 8501703 w 11362354"/>
              <a:gd name="connsiteY274" fmla="*/ 709293 h 1972800"/>
              <a:gd name="connsiteX275" fmla="*/ 8501703 w 11362354"/>
              <a:gd name="connsiteY275" fmla="*/ 795531 h 1972800"/>
              <a:gd name="connsiteX276" fmla="*/ 8042875 w 11362354"/>
              <a:gd name="connsiteY276" fmla="*/ 795531 h 1972800"/>
              <a:gd name="connsiteX277" fmla="*/ 7193139 w 11362354"/>
              <a:gd name="connsiteY277" fmla="*/ 709293 h 1972800"/>
              <a:gd name="connsiteX278" fmla="*/ 7996240 w 11362354"/>
              <a:gd name="connsiteY278" fmla="*/ 709293 h 1972800"/>
              <a:gd name="connsiteX279" fmla="*/ 8036152 w 11362354"/>
              <a:gd name="connsiteY279" fmla="*/ 795531 h 1972800"/>
              <a:gd name="connsiteX280" fmla="*/ 7193139 w 11362354"/>
              <a:gd name="connsiteY280" fmla="*/ 795531 h 1972800"/>
              <a:gd name="connsiteX281" fmla="*/ 6188669 w 11362354"/>
              <a:gd name="connsiteY281" fmla="*/ 709293 h 1972800"/>
              <a:gd name="connsiteX282" fmla="*/ 6674501 w 11362354"/>
              <a:gd name="connsiteY282" fmla="*/ 709293 h 1972800"/>
              <a:gd name="connsiteX283" fmla="*/ 6674501 w 11362354"/>
              <a:gd name="connsiteY283" fmla="*/ 714671 h 1972800"/>
              <a:gd name="connsiteX284" fmla="*/ 7056268 w 11362354"/>
              <a:gd name="connsiteY284" fmla="*/ 714671 h 1972800"/>
              <a:gd name="connsiteX285" fmla="*/ 7056268 w 11362354"/>
              <a:gd name="connsiteY285" fmla="*/ 795531 h 1972800"/>
              <a:gd name="connsiteX286" fmla="*/ 6188669 w 11362354"/>
              <a:gd name="connsiteY286" fmla="*/ 795531 h 1972800"/>
              <a:gd name="connsiteX287" fmla="*/ 5574793 w 11362354"/>
              <a:gd name="connsiteY287" fmla="*/ 709293 h 1972800"/>
              <a:gd name="connsiteX288" fmla="*/ 6073294 w 11362354"/>
              <a:gd name="connsiteY288" fmla="*/ 709293 h 1972800"/>
              <a:gd name="connsiteX289" fmla="*/ 6073294 w 11362354"/>
              <a:gd name="connsiteY289" fmla="*/ 795531 h 1972800"/>
              <a:gd name="connsiteX290" fmla="*/ 5574793 w 11362354"/>
              <a:gd name="connsiteY290" fmla="*/ 795531 h 1972800"/>
              <a:gd name="connsiteX291" fmla="*/ 4792811 w 11362354"/>
              <a:gd name="connsiteY291" fmla="*/ 709293 h 1972800"/>
              <a:gd name="connsiteX292" fmla="*/ 5291307 w 11362354"/>
              <a:gd name="connsiteY292" fmla="*/ 709293 h 1972800"/>
              <a:gd name="connsiteX293" fmla="*/ 5291307 w 11362354"/>
              <a:gd name="connsiteY293" fmla="*/ 795531 h 1972800"/>
              <a:gd name="connsiteX294" fmla="*/ 4792811 w 11362354"/>
              <a:gd name="connsiteY294" fmla="*/ 795531 h 1972800"/>
              <a:gd name="connsiteX295" fmla="*/ 2285298 w 11362354"/>
              <a:gd name="connsiteY295" fmla="*/ 709293 h 1972800"/>
              <a:gd name="connsiteX296" fmla="*/ 2771132 w 11362354"/>
              <a:gd name="connsiteY296" fmla="*/ 709293 h 1972800"/>
              <a:gd name="connsiteX297" fmla="*/ 2771132 w 11362354"/>
              <a:gd name="connsiteY297" fmla="*/ 714671 h 1972800"/>
              <a:gd name="connsiteX298" fmla="*/ 3161500 w 11362354"/>
              <a:gd name="connsiteY298" fmla="*/ 714671 h 1972800"/>
              <a:gd name="connsiteX299" fmla="*/ 3161500 w 11362354"/>
              <a:gd name="connsiteY299" fmla="*/ 795531 h 1972800"/>
              <a:gd name="connsiteX300" fmla="*/ 2285298 w 11362354"/>
              <a:gd name="connsiteY300" fmla="*/ 795531 h 1972800"/>
              <a:gd name="connsiteX301" fmla="*/ 1709143 w 11362354"/>
              <a:gd name="connsiteY301" fmla="*/ 709293 h 1972800"/>
              <a:gd name="connsiteX302" fmla="*/ 2169670 w 11362354"/>
              <a:gd name="connsiteY302" fmla="*/ 709293 h 1972800"/>
              <a:gd name="connsiteX303" fmla="*/ 2145130 w 11362354"/>
              <a:gd name="connsiteY303" fmla="*/ 795531 h 1972800"/>
              <a:gd name="connsiteX304" fmla="*/ 1595923 w 11362354"/>
              <a:gd name="connsiteY304" fmla="*/ 795531 h 1972800"/>
              <a:gd name="connsiteX305" fmla="*/ 1709143 w 11362354"/>
              <a:gd name="connsiteY305" fmla="*/ 709293 h 1972800"/>
              <a:gd name="connsiteX306" fmla="*/ 985097 w 11362354"/>
              <a:gd name="connsiteY306" fmla="*/ 709293 h 1972800"/>
              <a:gd name="connsiteX307" fmla="*/ 1469893 w 11362354"/>
              <a:gd name="connsiteY307" fmla="*/ 709293 h 1972800"/>
              <a:gd name="connsiteX308" fmla="*/ 1469893 w 11362354"/>
              <a:gd name="connsiteY308" fmla="*/ 795531 h 1972800"/>
              <a:gd name="connsiteX309" fmla="*/ 985097 w 11362354"/>
              <a:gd name="connsiteY309" fmla="*/ 795531 h 1972800"/>
              <a:gd name="connsiteX310" fmla="*/ 0 w 11362354"/>
              <a:gd name="connsiteY310" fmla="*/ 709293 h 1972800"/>
              <a:gd name="connsiteX311" fmla="*/ 877145 w 11362354"/>
              <a:gd name="connsiteY311" fmla="*/ 709293 h 1972800"/>
              <a:gd name="connsiteX312" fmla="*/ 877145 w 11362354"/>
              <a:gd name="connsiteY312" fmla="*/ 795531 h 1972800"/>
              <a:gd name="connsiteX313" fmla="*/ 0 w 11362354"/>
              <a:gd name="connsiteY313" fmla="*/ 795531 h 1972800"/>
              <a:gd name="connsiteX314" fmla="*/ 4189251 w 11362354"/>
              <a:gd name="connsiteY314" fmla="*/ 709292 h 1972800"/>
              <a:gd name="connsiteX315" fmla="*/ 4662658 w 11362354"/>
              <a:gd name="connsiteY315" fmla="*/ 709292 h 1972800"/>
              <a:gd name="connsiteX316" fmla="*/ 4671191 w 11362354"/>
              <a:gd name="connsiteY316" fmla="*/ 795530 h 1972800"/>
              <a:gd name="connsiteX317" fmla="*/ 4197682 w 11362354"/>
              <a:gd name="connsiteY317" fmla="*/ 795530 h 1972800"/>
              <a:gd name="connsiteX318" fmla="*/ 4189251 w 11362354"/>
              <a:gd name="connsiteY318" fmla="*/ 709292 h 1972800"/>
              <a:gd name="connsiteX319" fmla="*/ 3302730 w 11362354"/>
              <a:gd name="connsiteY319" fmla="*/ 709292 h 1972800"/>
              <a:gd name="connsiteX320" fmla="*/ 3776138 w 11362354"/>
              <a:gd name="connsiteY320" fmla="*/ 709292 h 1972800"/>
              <a:gd name="connsiteX321" fmla="*/ 3767701 w 11362354"/>
              <a:gd name="connsiteY321" fmla="*/ 795530 h 1972800"/>
              <a:gd name="connsiteX322" fmla="*/ 3294197 w 11362354"/>
              <a:gd name="connsiteY322" fmla="*/ 795530 h 1972800"/>
              <a:gd name="connsiteX323" fmla="*/ 3302730 w 11362354"/>
              <a:gd name="connsiteY323" fmla="*/ 709292 h 1972800"/>
              <a:gd name="connsiteX324" fmla="*/ 10418948 w 11362354"/>
              <a:gd name="connsiteY324" fmla="*/ 565540 h 1972800"/>
              <a:gd name="connsiteX325" fmla="*/ 10949595 w 11362354"/>
              <a:gd name="connsiteY325" fmla="*/ 565540 h 1972800"/>
              <a:gd name="connsiteX326" fmla="*/ 10964075 w 11362354"/>
              <a:gd name="connsiteY326" fmla="*/ 577567 h 1972800"/>
              <a:gd name="connsiteX327" fmla="*/ 11026395 w 11362354"/>
              <a:gd name="connsiteY327" fmla="*/ 628529 h 1972800"/>
              <a:gd name="connsiteX328" fmla="*/ 10434083 w 11362354"/>
              <a:gd name="connsiteY328" fmla="*/ 628529 h 1972800"/>
              <a:gd name="connsiteX329" fmla="*/ 10418948 w 11362354"/>
              <a:gd name="connsiteY329" fmla="*/ 565540 h 1972800"/>
              <a:gd name="connsiteX330" fmla="*/ 9781432 w 11362354"/>
              <a:gd name="connsiteY330" fmla="*/ 564344 h 1972800"/>
              <a:gd name="connsiteX331" fmla="*/ 10286039 w 11362354"/>
              <a:gd name="connsiteY331" fmla="*/ 564344 h 1972800"/>
              <a:gd name="connsiteX332" fmla="*/ 10286039 w 11362354"/>
              <a:gd name="connsiteY332" fmla="*/ 627199 h 1972800"/>
              <a:gd name="connsiteX333" fmla="*/ 9781432 w 11362354"/>
              <a:gd name="connsiteY333" fmla="*/ 627199 h 1972800"/>
              <a:gd name="connsiteX334" fmla="*/ 8877431 w 11362354"/>
              <a:gd name="connsiteY334" fmla="*/ 564344 h 1972800"/>
              <a:gd name="connsiteX335" fmla="*/ 9382033 w 11362354"/>
              <a:gd name="connsiteY335" fmla="*/ 564344 h 1972800"/>
              <a:gd name="connsiteX336" fmla="*/ 9382033 w 11362354"/>
              <a:gd name="connsiteY336" fmla="*/ 627199 h 1972800"/>
              <a:gd name="connsiteX337" fmla="*/ 8877431 w 11362354"/>
              <a:gd name="connsiteY337" fmla="*/ 627199 h 1972800"/>
              <a:gd name="connsiteX338" fmla="*/ 8042875 w 11362354"/>
              <a:gd name="connsiteY338" fmla="*/ 564344 h 1972800"/>
              <a:gd name="connsiteX339" fmla="*/ 8501703 w 11362354"/>
              <a:gd name="connsiteY339" fmla="*/ 564344 h 1972800"/>
              <a:gd name="connsiteX340" fmla="*/ 8501703 w 11362354"/>
              <a:gd name="connsiteY340" fmla="*/ 627199 h 1972800"/>
              <a:gd name="connsiteX341" fmla="*/ 8042875 w 11362354"/>
              <a:gd name="connsiteY341" fmla="*/ 627199 h 1972800"/>
              <a:gd name="connsiteX342" fmla="*/ 7193139 w 11362354"/>
              <a:gd name="connsiteY342" fmla="*/ 564344 h 1972800"/>
              <a:gd name="connsiteX343" fmla="*/ 7929154 w 11362354"/>
              <a:gd name="connsiteY343" fmla="*/ 564344 h 1972800"/>
              <a:gd name="connsiteX344" fmla="*/ 7958244 w 11362354"/>
              <a:gd name="connsiteY344" fmla="*/ 627199 h 1972800"/>
              <a:gd name="connsiteX345" fmla="*/ 7193139 w 11362354"/>
              <a:gd name="connsiteY345" fmla="*/ 627199 h 1972800"/>
              <a:gd name="connsiteX346" fmla="*/ 6188669 w 11362354"/>
              <a:gd name="connsiteY346" fmla="*/ 564344 h 1972800"/>
              <a:gd name="connsiteX347" fmla="*/ 6674501 w 11362354"/>
              <a:gd name="connsiteY347" fmla="*/ 564344 h 1972800"/>
              <a:gd name="connsiteX348" fmla="*/ 6674501 w 11362354"/>
              <a:gd name="connsiteY348" fmla="*/ 627199 h 1972800"/>
              <a:gd name="connsiteX349" fmla="*/ 6188669 w 11362354"/>
              <a:gd name="connsiteY349" fmla="*/ 627199 h 1972800"/>
              <a:gd name="connsiteX350" fmla="*/ 5574793 w 11362354"/>
              <a:gd name="connsiteY350" fmla="*/ 564344 h 1972800"/>
              <a:gd name="connsiteX351" fmla="*/ 6073294 w 11362354"/>
              <a:gd name="connsiteY351" fmla="*/ 564344 h 1972800"/>
              <a:gd name="connsiteX352" fmla="*/ 6073294 w 11362354"/>
              <a:gd name="connsiteY352" fmla="*/ 627199 h 1972800"/>
              <a:gd name="connsiteX353" fmla="*/ 5574793 w 11362354"/>
              <a:gd name="connsiteY353" fmla="*/ 627199 h 1972800"/>
              <a:gd name="connsiteX354" fmla="*/ 4792811 w 11362354"/>
              <a:gd name="connsiteY354" fmla="*/ 564344 h 1972800"/>
              <a:gd name="connsiteX355" fmla="*/ 5291307 w 11362354"/>
              <a:gd name="connsiteY355" fmla="*/ 564344 h 1972800"/>
              <a:gd name="connsiteX356" fmla="*/ 5291307 w 11362354"/>
              <a:gd name="connsiteY356" fmla="*/ 627199 h 1972800"/>
              <a:gd name="connsiteX357" fmla="*/ 4792811 w 11362354"/>
              <a:gd name="connsiteY357" fmla="*/ 627199 h 1972800"/>
              <a:gd name="connsiteX358" fmla="*/ 2285298 w 11362354"/>
              <a:gd name="connsiteY358" fmla="*/ 564344 h 1972800"/>
              <a:gd name="connsiteX359" fmla="*/ 2771132 w 11362354"/>
              <a:gd name="connsiteY359" fmla="*/ 564344 h 1972800"/>
              <a:gd name="connsiteX360" fmla="*/ 2771132 w 11362354"/>
              <a:gd name="connsiteY360" fmla="*/ 627199 h 1972800"/>
              <a:gd name="connsiteX361" fmla="*/ 2285298 w 11362354"/>
              <a:gd name="connsiteY361" fmla="*/ 627199 h 1972800"/>
              <a:gd name="connsiteX362" fmla="*/ 1743635 w 11362354"/>
              <a:gd name="connsiteY362" fmla="*/ 564344 h 1972800"/>
              <a:gd name="connsiteX363" fmla="*/ 2184512 w 11362354"/>
              <a:gd name="connsiteY363" fmla="*/ 564344 h 1972800"/>
              <a:gd name="connsiteX364" fmla="*/ 2184779 w 11362354"/>
              <a:gd name="connsiteY364" fmla="*/ 571975 h 1972800"/>
              <a:gd name="connsiteX365" fmla="*/ 2181588 w 11362354"/>
              <a:gd name="connsiteY365" fmla="*/ 627199 h 1972800"/>
              <a:gd name="connsiteX366" fmla="*/ 1742032 w 11362354"/>
              <a:gd name="connsiteY366" fmla="*/ 627199 h 1972800"/>
              <a:gd name="connsiteX367" fmla="*/ 1746020 w 11362354"/>
              <a:gd name="connsiteY367" fmla="*/ 587881 h 1972800"/>
              <a:gd name="connsiteX368" fmla="*/ 985097 w 11362354"/>
              <a:gd name="connsiteY368" fmla="*/ 564344 h 1972800"/>
              <a:gd name="connsiteX369" fmla="*/ 1469893 w 11362354"/>
              <a:gd name="connsiteY369" fmla="*/ 564344 h 1972800"/>
              <a:gd name="connsiteX370" fmla="*/ 1469893 w 11362354"/>
              <a:gd name="connsiteY370" fmla="*/ 627199 h 1972800"/>
              <a:gd name="connsiteX371" fmla="*/ 985097 w 11362354"/>
              <a:gd name="connsiteY371" fmla="*/ 627199 h 1972800"/>
              <a:gd name="connsiteX372" fmla="*/ 0 w 11362354"/>
              <a:gd name="connsiteY372" fmla="*/ 564344 h 1972800"/>
              <a:gd name="connsiteX373" fmla="*/ 505721 w 11362354"/>
              <a:gd name="connsiteY373" fmla="*/ 564344 h 1972800"/>
              <a:gd name="connsiteX374" fmla="*/ 505721 w 11362354"/>
              <a:gd name="connsiteY374" fmla="*/ 627199 h 1972800"/>
              <a:gd name="connsiteX375" fmla="*/ 0 w 11362354"/>
              <a:gd name="connsiteY375" fmla="*/ 627199 h 1972800"/>
              <a:gd name="connsiteX376" fmla="*/ 4156173 w 11362354"/>
              <a:gd name="connsiteY376" fmla="*/ 564343 h 1972800"/>
              <a:gd name="connsiteX377" fmla="*/ 4635244 w 11362354"/>
              <a:gd name="connsiteY377" fmla="*/ 564343 h 1972800"/>
              <a:gd name="connsiteX378" fmla="*/ 4649285 w 11362354"/>
              <a:gd name="connsiteY378" fmla="*/ 627198 h 1972800"/>
              <a:gd name="connsiteX379" fmla="*/ 4173561 w 11362354"/>
              <a:gd name="connsiteY379" fmla="*/ 627198 h 1972800"/>
              <a:gd name="connsiteX380" fmla="*/ 4156173 w 11362354"/>
              <a:gd name="connsiteY380" fmla="*/ 564343 h 1972800"/>
              <a:gd name="connsiteX381" fmla="*/ 3330140 w 11362354"/>
              <a:gd name="connsiteY381" fmla="*/ 564343 h 1972800"/>
              <a:gd name="connsiteX382" fmla="*/ 3809216 w 11362354"/>
              <a:gd name="connsiteY382" fmla="*/ 564343 h 1972800"/>
              <a:gd name="connsiteX383" fmla="*/ 3791828 w 11362354"/>
              <a:gd name="connsiteY383" fmla="*/ 627198 h 1972800"/>
              <a:gd name="connsiteX384" fmla="*/ 3316108 w 11362354"/>
              <a:gd name="connsiteY384" fmla="*/ 627198 h 1972800"/>
              <a:gd name="connsiteX385" fmla="*/ 3330140 w 11362354"/>
              <a:gd name="connsiteY385" fmla="*/ 564343 h 1972800"/>
              <a:gd name="connsiteX386" fmla="*/ 11305691 w 11362354"/>
              <a:gd name="connsiteY386" fmla="*/ 441367 h 1972800"/>
              <a:gd name="connsiteX387" fmla="*/ 11306110 w 11362354"/>
              <a:gd name="connsiteY387" fmla="*/ 441367 h 1972800"/>
              <a:gd name="connsiteX388" fmla="*/ 11306110 w 11362354"/>
              <a:gd name="connsiteY388" fmla="*/ 441726 h 1972800"/>
              <a:gd name="connsiteX389" fmla="*/ 10419150 w 11362354"/>
              <a:gd name="connsiteY389" fmla="*/ 441367 h 1972800"/>
              <a:gd name="connsiteX390" fmla="*/ 10893359 w 11362354"/>
              <a:gd name="connsiteY390" fmla="*/ 441367 h 1972800"/>
              <a:gd name="connsiteX391" fmla="*/ 10894757 w 11362354"/>
              <a:gd name="connsiteY391" fmla="*/ 483273 h 1972800"/>
              <a:gd name="connsiteX392" fmla="*/ 10419058 w 11362354"/>
              <a:gd name="connsiteY392" fmla="*/ 483273 h 1972800"/>
              <a:gd name="connsiteX393" fmla="*/ 10417854 w 11362354"/>
              <a:gd name="connsiteY393" fmla="*/ 463084 h 1972800"/>
              <a:gd name="connsiteX394" fmla="*/ 9781432 w 11362354"/>
              <a:gd name="connsiteY394" fmla="*/ 440432 h 1972800"/>
              <a:gd name="connsiteX395" fmla="*/ 10286039 w 11362354"/>
              <a:gd name="connsiteY395" fmla="*/ 440432 h 1972800"/>
              <a:gd name="connsiteX396" fmla="*/ 10286039 w 11362354"/>
              <a:gd name="connsiteY396" fmla="*/ 482250 h 1972800"/>
              <a:gd name="connsiteX397" fmla="*/ 9781432 w 11362354"/>
              <a:gd name="connsiteY397" fmla="*/ 482250 h 1972800"/>
              <a:gd name="connsiteX398" fmla="*/ 8877431 w 11362354"/>
              <a:gd name="connsiteY398" fmla="*/ 440432 h 1972800"/>
              <a:gd name="connsiteX399" fmla="*/ 9382033 w 11362354"/>
              <a:gd name="connsiteY399" fmla="*/ 440432 h 1972800"/>
              <a:gd name="connsiteX400" fmla="*/ 9382033 w 11362354"/>
              <a:gd name="connsiteY400" fmla="*/ 482250 h 1972800"/>
              <a:gd name="connsiteX401" fmla="*/ 8877431 w 11362354"/>
              <a:gd name="connsiteY401" fmla="*/ 482250 h 1972800"/>
              <a:gd name="connsiteX402" fmla="*/ 8042875 w 11362354"/>
              <a:gd name="connsiteY402" fmla="*/ 440432 h 1972800"/>
              <a:gd name="connsiteX403" fmla="*/ 8501703 w 11362354"/>
              <a:gd name="connsiteY403" fmla="*/ 440432 h 1972800"/>
              <a:gd name="connsiteX404" fmla="*/ 8501703 w 11362354"/>
              <a:gd name="connsiteY404" fmla="*/ 482250 h 1972800"/>
              <a:gd name="connsiteX405" fmla="*/ 8042875 w 11362354"/>
              <a:gd name="connsiteY405" fmla="*/ 482250 h 1972800"/>
              <a:gd name="connsiteX406" fmla="*/ 7193139 w 11362354"/>
              <a:gd name="connsiteY406" fmla="*/ 440432 h 1972800"/>
              <a:gd name="connsiteX407" fmla="*/ 7871807 w 11362354"/>
              <a:gd name="connsiteY407" fmla="*/ 440432 h 1972800"/>
              <a:gd name="connsiteX408" fmla="*/ 7891162 w 11362354"/>
              <a:gd name="connsiteY408" fmla="*/ 482250 h 1972800"/>
              <a:gd name="connsiteX409" fmla="*/ 7193139 w 11362354"/>
              <a:gd name="connsiteY409" fmla="*/ 482250 h 1972800"/>
              <a:gd name="connsiteX410" fmla="*/ 6188669 w 11362354"/>
              <a:gd name="connsiteY410" fmla="*/ 440432 h 1972800"/>
              <a:gd name="connsiteX411" fmla="*/ 6674501 w 11362354"/>
              <a:gd name="connsiteY411" fmla="*/ 440432 h 1972800"/>
              <a:gd name="connsiteX412" fmla="*/ 6674501 w 11362354"/>
              <a:gd name="connsiteY412" fmla="*/ 482250 h 1972800"/>
              <a:gd name="connsiteX413" fmla="*/ 6188669 w 11362354"/>
              <a:gd name="connsiteY413" fmla="*/ 482250 h 1972800"/>
              <a:gd name="connsiteX414" fmla="*/ 5574793 w 11362354"/>
              <a:gd name="connsiteY414" fmla="*/ 440432 h 1972800"/>
              <a:gd name="connsiteX415" fmla="*/ 6073294 w 11362354"/>
              <a:gd name="connsiteY415" fmla="*/ 440432 h 1972800"/>
              <a:gd name="connsiteX416" fmla="*/ 6073294 w 11362354"/>
              <a:gd name="connsiteY416" fmla="*/ 482250 h 1972800"/>
              <a:gd name="connsiteX417" fmla="*/ 5574793 w 11362354"/>
              <a:gd name="connsiteY417" fmla="*/ 482250 h 1972800"/>
              <a:gd name="connsiteX418" fmla="*/ 4792811 w 11362354"/>
              <a:gd name="connsiteY418" fmla="*/ 440432 h 1972800"/>
              <a:gd name="connsiteX419" fmla="*/ 5291307 w 11362354"/>
              <a:gd name="connsiteY419" fmla="*/ 440432 h 1972800"/>
              <a:gd name="connsiteX420" fmla="*/ 5291307 w 11362354"/>
              <a:gd name="connsiteY420" fmla="*/ 482250 h 1972800"/>
              <a:gd name="connsiteX421" fmla="*/ 4792811 w 11362354"/>
              <a:gd name="connsiteY421" fmla="*/ 482250 h 1972800"/>
              <a:gd name="connsiteX422" fmla="*/ 2285298 w 11362354"/>
              <a:gd name="connsiteY422" fmla="*/ 440432 h 1972800"/>
              <a:gd name="connsiteX423" fmla="*/ 2771132 w 11362354"/>
              <a:gd name="connsiteY423" fmla="*/ 440432 h 1972800"/>
              <a:gd name="connsiteX424" fmla="*/ 2771132 w 11362354"/>
              <a:gd name="connsiteY424" fmla="*/ 482250 h 1972800"/>
              <a:gd name="connsiteX425" fmla="*/ 2285298 w 11362354"/>
              <a:gd name="connsiteY425" fmla="*/ 482250 h 1972800"/>
              <a:gd name="connsiteX426" fmla="*/ 1688066 w 11362354"/>
              <a:gd name="connsiteY426" fmla="*/ 440432 h 1972800"/>
              <a:gd name="connsiteX427" fmla="*/ 2171374 w 11362354"/>
              <a:gd name="connsiteY427" fmla="*/ 440432 h 1972800"/>
              <a:gd name="connsiteX428" fmla="*/ 2178605 w 11362354"/>
              <a:gd name="connsiteY428" fmla="*/ 482250 h 1972800"/>
              <a:gd name="connsiteX429" fmla="*/ 1717768 w 11362354"/>
              <a:gd name="connsiteY429" fmla="*/ 482250 h 1972800"/>
              <a:gd name="connsiteX430" fmla="*/ 1688066 w 11362354"/>
              <a:gd name="connsiteY430" fmla="*/ 440432 h 1972800"/>
              <a:gd name="connsiteX431" fmla="*/ 985097 w 11362354"/>
              <a:gd name="connsiteY431" fmla="*/ 440432 h 1972800"/>
              <a:gd name="connsiteX432" fmla="*/ 1469893 w 11362354"/>
              <a:gd name="connsiteY432" fmla="*/ 440432 h 1972800"/>
              <a:gd name="connsiteX433" fmla="*/ 1469893 w 11362354"/>
              <a:gd name="connsiteY433" fmla="*/ 482250 h 1972800"/>
              <a:gd name="connsiteX434" fmla="*/ 985097 w 11362354"/>
              <a:gd name="connsiteY434" fmla="*/ 482250 h 1972800"/>
              <a:gd name="connsiteX435" fmla="*/ 0 w 11362354"/>
              <a:gd name="connsiteY435" fmla="*/ 440432 h 1972800"/>
              <a:gd name="connsiteX436" fmla="*/ 505721 w 11362354"/>
              <a:gd name="connsiteY436" fmla="*/ 440432 h 1972800"/>
              <a:gd name="connsiteX437" fmla="*/ 505721 w 11362354"/>
              <a:gd name="connsiteY437" fmla="*/ 482250 h 1972800"/>
              <a:gd name="connsiteX438" fmla="*/ 0 w 11362354"/>
              <a:gd name="connsiteY438" fmla="*/ 482250 h 1972800"/>
              <a:gd name="connsiteX439" fmla="*/ 4093268 w 11362354"/>
              <a:gd name="connsiteY439" fmla="*/ 440431 h 1972800"/>
              <a:gd name="connsiteX440" fmla="*/ 4597023 w 11362354"/>
              <a:gd name="connsiteY440" fmla="*/ 440431 h 1972800"/>
              <a:gd name="connsiteX441" fmla="*/ 4611768 w 11362354"/>
              <a:gd name="connsiteY441" fmla="*/ 482249 h 1972800"/>
              <a:gd name="connsiteX442" fmla="*/ 4120709 w 11362354"/>
              <a:gd name="connsiteY442" fmla="*/ 482249 h 1972800"/>
              <a:gd name="connsiteX443" fmla="*/ 4093268 w 11362354"/>
              <a:gd name="connsiteY443" fmla="*/ 440431 h 1972800"/>
              <a:gd name="connsiteX444" fmla="*/ 3368371 w 11362354"/>
              <a:gd name="connsiteY444" fmla="*/ 440431 h 1972800"/>
              <a:gd name="connsiteX445" fmla="*/ 3872116 w 11362354"/>
              <a:gd name="connsiteY445" fmla="*/ 440431 h 1972800"/>
              <a:gd name="connsiteX446" fmla="*/ 3844680 w 11362354"/>
              <a:gd name="connsiteY446" fmla="*/ 482249 h 1972800"/>
              <a:gd name="connsiteX447" fmla="*/ 3353616 w 11362354"/>
              <a:gd name="connsiteY447" fmla="*/ 482249 h 1972800"/>
              <a:gd name="connsiteX448" fmla="*/ 3368371 w 11362354"/>
              <a:gd name="connsiteY448" fmla="*/ 440431 h 1972800"/>
              <a:gd name="connsiteX449" fmla="*/ 11223979 w 11362354"/>
              <a:gd name="connsiteY449" fmla="*/ 437563 h 1972800"/>
              <a:gd name="connsiteX450" fmla="*/ 11304274 w 11362354"/>
              <a:gd name="connsiteY450" fmla="*/ 437563 h 1972800"/>
              <a:gd name="connsiteX451" fmla="*/ 11304274 w 11362354"/>
              <a:gd name="connsiteY451" fmla="*/ 487440 h 1972800"/>
              <a:gd name="connsiteX452" fmla="*/ 11274504 w 11362354"/>
              <a:gd name="connsiteY452" fmla="*/ 487440 h 1972800"/>
              <a:gd name="connsiteX453" fmla="*/ 10437485 w 11362354"/>
              <a:gd name="connsiteY453" fmla="*/ 312620 h 1972800"/>
              <a:gd name="connsiteX454" fmla="*/ 11305204 w 11362354"/>
              <a:gd name="connsiteY454" fmla="*/ 312620 h 1972800"/>
              <a:gd name="connsiteX455" fmla="*/ 11305204 w 11362354"/>
              <a:gd name="connsiteY455" fmla="*/ 323517 h 1972800"/>
              <a:gd name="connsiteX456" fmla="*/ 11306110 w 11362354"/>
              <a:gd name="connsiteY456" fmla="*/ 323517 h 1972800"/>
              <a:gd name="connsiteX457" fmla="*/ 11306110 w 11362354"/>
              <a:gd name="connsiteY457" fmla="*/ 351547 h 1972800"/>
              <a:gd name="connsiteX458" fmla="*/ 11306110 w 11362354"/>
              <a:gd name="connsiteY458" fmla="*/ 359098 h 1972800"/>
              <a:gd name="connsiteX459" fmla="*/ 11305204 w 11362354"/>
              <a:gd name="connsiteY459" fmla="*/ 359098 h 1972800"/>
              <a:gd name="connsiteX460" fmla="*/ 11305204 w 11362354"/>
              <a:gd name="connsiteY460" fmla="*/ 363528 h 1972800"/>
              <a:gd name="connsiteX461" fmla="*/ 10423824 w 11362354"/>
              <a:gd name="connsiteY461" fmla="*/ 363528 h 1972800"/>
              <a:gd name="connsiteX462" fmla="*/ 10429797 w 11362354"/>
              <a:gd name="connsiteY462" fmla="*/ 336441 h 1972800"/>
              <a:gd name="connsiteX463" fmla="*/ 9781432 w 11362354"/>
              <a:gd name="connsiteY463" fmla="*/ 312620 h 1972800"/>
              <a:gd name="connsiteX464" fmla="*/ 10286039 w 11362354"/>
              <a:gd name="connsiteY464" fmla="*/ 312620 h 1972800"/>
              <a:gd name="connsiteX465" fmla="*/ 10286039 w 11362354"/>
              <a:gd name="connsiteY465" fmla="*/ 322833 h 1972800"/>
              <a:gd name="connsiteX466" fmla="*/ 10286039 w 11362354"/>
              <a:gd name="connsiteY466" fmla="*/ 358338 h 1972800"/>
              <a:gd name="connsiteX467" fmla="*/ 10286039 w 11362354"/>
              <a:gd name="connsiteY467" fmla="*/ 358339 h 1972800"/>
              <a:gd name="connsiteX468" fmla="*/ 9781432 w 11362354"/>
              <a:gd name="connsiteY468" fmla="*/ 358339 h 1972800"/>
              <a:gd name="connsiteX469" fmla="*/ 9781432 w 11362354"/>
              <a:gd name="connsiteY469" fmla="*/ 358338 h 1972800"/>
              <a:gd name="connsiteX470" fmla="*/ 9781432 w 11362354"/>
              <a:gd name="connsiteY470" fmla="*/ 322833 h 1972800"/>
              <a:gd name="connsiteX471" fmla="*/ 8611213 w 11362354"/>
              <a:gd name="connsiteY471" fmla="*/ 312620 h 1972800"/>
              <a:gd name="connsiteX472" fmla="*/ 9666891 w 11362354"/>
              <a:gd name="connsiteY472" fmla="*/ 312620 h 1972800"/>
              <a:gd name="connsiteX473" fmla="*/ 9666891 w 11362354"/>
              <a:gd name="connsiteY473" fmla="*/ 322833 h 1972800"/>
              <a:gd name="connsiteX474" fmla="*/ 9668568 w 11362354"/>
              <a:gd name="connsiteY474" fmla="*/ 322833 h 1972800"/>
              <a:gd name="connsiteX475" fmla="*/ 9668568 w 11362354"/>
              <a:gd name="connsiteY475" fmla="*/ 358338 h 1972800"/>
              <a:gd name="connsiteX476" fmla="*/ 9666891 w 11362354"/>
              <a:gd name="connsiteY476" fmla="*/ 358338 h 1972800"/>
              <a:gd name="connsiteX477" fmla="*/ 9666891 w 11362354"/>
              <a:gd name="connsiteY477" fmla="*/ 358339 h 1972800"/>
              <a:gd name="connsiteX478" fmla="*/ 8611213 w 11362354"/>
              <a:gd name="connsiteY478" fmla="*/ 358339 h 1972800"/>
              <a:gd name="connsiteX479" fmla="*/ 8037009 w 11362354"/>
              <a:gd name="connsiteY479" fmla="*/ 312620 h 1972800"/>
              <a:gd name="connsiteX480" fmla="*/ 8500026 w 11362354"/>
              <a:gd name="connsiteY480" fmla="*/ 312620 h 1972800"/>
              <a:gd name="connsiteX481" fmla="*/ 8500026 w 11362354"/>
              <a:gd name="connsiteY481" fmla="*/ 322833 h 1972800"/>
              <a:gd name="connsiteX482" fmla="*/ 8501703 w 11362354"/>
              <a:gd name="connsiteY482" fmla="*/ 322833 h 1972800"/>
              <a:gd name="connsiteX483" fmla="*/ 8501703 w 11362354"/>
              <a:gd name="connsiteY483" fmla="*/ 358338 h 1972800"/>
              <a:gd name="connsiteX484" fmla="*/ 8500026 w 11362354"/>
              <a:gd name="connsiteY484" fmla="*/ 358338 h 1972800"/>
              <a:gd name="connsiteX485" fmla="*/ 8500026 w 11362354"/>
              <a:gd name="connsiteY485" fmla="*/ 358339 h 1972800"/>
              <a:gd name="connsiteX486" fmla="*/ 8037009 w 11362354"/>
              <a:gd name="connsiteY486" fmla="*/ 358339 h 1972800"/>
              <a:gd name="connsiteX487" fmla="*/ 7193139 w 11362354"/>
              <a:gd name="connsiteY487" fmla="*/ 312620 h 1972800"/>
              <a:gd name="connsiteX488" fmla="*/ 7812777 w 11362354"/>
              <a:gd name="connsiteY488" fmla="*/ 312620 h 1972800"/>
              <a:gd name="connsiteX489" fmla="*/ 7833342 w 11362354"/>
              <a:gd name="connsiteY489" fmla="*/ 357178 h 1972800"/>
              <a:gd name="connsiteX490" fmla="*/ 7833342 w 11362354"/>
              <a:gd name="connsiteY490" fmla="*/ 357314 h 1972800"/>
              <a:gd name="connsiteX491" fmla="*/ 7833816 w 11362354"/>
              <a:gd name="connsiteY491" fmla="*/ 358338 h 1972800"/>
              <a:gd name="connsiteX492" fmla="*/ 7833342 w 11362354"/>
              <a:gd name="connsiteY492" fmla="*/ 358338 h 1972800"/>
              <a:gd name="connsiteX493" fmla="*/ 7833342 w 11362354"/>
              <a:gd name="connsiteY493" fmla="*/ 358339 h 1972800"/>
              <a:gd name="connsiteX494" fmla="*/ 7193139 w 11362354"/>
              <a:gd name="connsiteY494" fmla="*/ 358339 h 1972800"/>
              <a:gd name="connsiteX495" fmla="*/ 7193139 w 11362354"/>
              <a:gd name="connsiteY495" fmla="*/ 358338 h 1972800"/>
              <a:gd name="connsiteX496" fmla="*/ 7193139 w 11362354"/>
              <a:gd name="connsiteY496" fmla="*/ 322833 h 1972800"/>
              <a:gd name="connsiteX497" fmla="*/ 6184479 w 11362354"/>
              <a:gd name="connsiteY497" fmla="*/ 312620 h 1972800"/>
              <a:gd name="connsiteX498" fmla="*/ 7080274 w 11362354"/>
              <a:gd name="connsiteY498" fmla="*/ 312620 h 1972800"/>
              <a:gd name="connsiteX499" fmla="*/ 7080274 w 11362354"/>
              <a:gd name="connsiteY499" fmla="*/ 322833 h 1972800"/>
              <a:gd name="connsiteX500" fmla="*/ 7080275 w 11362354"/>
              <a:gd name="connsiteY500" fmla="*/ 322833 h 1972800"/>
              <a:gd name="connsiteX501" fmla="*/ 7080275 w 11362354"/>
              <a:gd name="connsiteY501" fmla="*/ 358338 h 1972800"/>
              <a:gd name="connsiteX502" fmla="*/ 7080274 w 11362354"/>
              <a:gd name="connsiteY502" fmla="*/ 358338 h 1972800"/>
              <a:gd name="connsiteX503" fmla="*/ 7080274 w 11362354"/>
              <a:gd name="connsiteY503" fmla="*/ 358339 h 1972800"/>
              <a:gd name="connsiteX504" fmla="*/ 6184479 w 11362354"/>
              <a:gd name="connsiteY504" fmla="*/ 358339 h 1972800"/>
              <a:gd name="connsiteX505" fmla="*/ 5574793 w 11362354"/>
              <a:gd name="connsiteY505" fmla="*/ 312620 h 1972800"/>
              <a:gd name="connsiteX506" fmla="*/ 6073294 w 11362354"/>
              <a:gd name="connsiteY506" fmla="*/ 312620 h 1972800"/>
              <a:gd name="connsiteX507" fmla="*/ 6073294 w 11362354"/>
              <a:gd name="connsiteY507" fmla="*/ 322833 h 1972800"/>
              <a:gd name="connsiteX508" fmla="*/ 6073294 w 11362354"/>
              <a:gd name="connsiteY508" fmla="*/ 358338 h 1972800"/>
              <a:gd name="connsiteX509" fmla="*/ 6073294 w 11362354"/>
              <a:gd name="connsiteY509" fmla="*/ 358339 h 1972800"/>
              <a:gd name="connsiteX510" fmla="*/ 5574793 w 11362354"/>
              <a:gd name="connsiteY510" fmla="*/ 358339 h 1972800"/>
              <a:gd name="connsiteX511" fmla="*/ 5574793 w 11362354"/>
              <a:gd name="connsiteY511" fmla="*/ 358338 h 1972800"/>
              <a:gd name="connsiteX512" fmla="*/ 5574793 w 11362354"/>
              <a:gd name="connsiteY512" fmla="*/ 322833 h 1972800"/>
              <a:gd name="connsiteX513" fmla="*/ 4792811 w 11362354"/>
              <a:gd name="connsiteY513" fmla="*/ 312620 h 1972800"/>
              <a:gd name="connsiteX514" fmla="*/ 5291307 w 11362354"/>
              <a:gd name="connsiteY514" fmla="*/ 312620 h 1972800"/>
              <a:gd name="connsiteX515" fmla="*/ 5291307 w 11362354"/>
              <a:gd name="connsiteY515" fmla="*/ 322833 h 1972800"/>
              <a:gd name="connsiteX516" fmla="*/ 5291307 w 11362354"/>
              <a:gd name="connsiteY516" fmla="*/ 358338 h 1972800"/>
              <a:gd name="connsiteX517" fmla="*/ 5291307 w 11362354"/>
              <a:gd name="connsiteY517" fmla="*/ 358339 h 1972800"/>
              <a:gd name="connsiteX518" fmla="*/ 4792811 w 11362354"/>
              <a:gd name="connsiteY518" fmla="*/ 358339 h 1972800"/>
              <a:gd name="connsiteX519" fmla="*/ 4792811 w 11362354"/>
              <a:gd name="connsiteY519" fmla="*/ 358338 h 1972800"/>
              <a:gd name="connsiteX520" fmla="*/ 4792811 w 11362354"/>
              <a:gd name="connsiteY520" fmla="*/ 322833 h 1972800"/>
              <a:gd name="connsiteX521" fmla="*/ 2285298 w 11362354"/>
              <a:gd name="connsiteY521" fmla="*/ 312620 h 1972800"/>
              <a:gd name="connsiteX522" fmla="*/ 3183254 w 11362354"/>
              <a:gd name="connsiteY522" fmla="*/ 312620 h 1972800"/>
              <a:gd name="connsiteX523" fmla="*/ 3183254 w 11362354"/>
              <a:gd name="connsiteY523" fmla="*/ 322833 h 1972800"/>
              <a:gd name="connsiteX524" fmla="*/ 3183254 w 11362354"/>
              <a:gd name="connsiteY524" fmla="*/ 358338 h 1972800"/>
              <a:gd name="connsiteX525" fmla="*/ 3183254 w 11362354"/>
              <a:gd name="connsiteY525" fmla="*/ 358339 h 1972800"/>
              <a:gd name="connsiteX526" fmla="*/ 2285298 w 11362354"/>
              <a:gd name="connsiteY526" fmla="*/ 358339 h 1972800"/>
              <a:gd name="connsiteX527" fmla="*/ 2285298 w 11362354"/>
              <a:gd name="connsiteY527" fmla="*/ 358338 h 1972800"/>
              <a:gd name="connsiteX528" fmla="*/ 2285298 w 11362354"/>
              <a:gd name="connsiteY528" fmla="*/ 322833 h 1972800"/>
              <a:gd name="connsiteX529" fmla="*/ 985097 w 11362354"/>
              <a:gd name="connsiteY529" fmla="*/ 312620 h 1972800"/>
              <a:gd name="connsiteX530" fmla="*/ 2135110 w 11362354"/>
              <a:gd name="connsiteY530" fmla="*/ 312620 h 1972800"/>
              <a:gd name="connsiteX531" fmla="*/ 2148730 w 11362354"/>
              <a:gd name="connsiteY531" fmla="*/ 358335 h 1972800"/>
              <a:gd name="connsiteX532" fmla="*/ 2148731 w 11362354"/>
              <a:gd name="connsiteY532" fmla="*/ 358338 h 1972800"/>
              <a:gd name="connsiteX533" fmla="*/ 2148731 w 11362354"/>
              <a:gd name="connsiteY533" fmla="*/ 358339 h 1972800"/>
              <a:gd name="connsiteX534" fmla="*/ 985097 w 11362354"/>
              <a:gd name="connsiteY534" fmla="*/ 358339 h 1972800"/>
              <a:gd name="connsiteX535" fmla="*/ 985097 w 11362354"/>
              <a:gd name="connsiteY535" fmla="*/ 358338 h 1972800"/>
              <a:gd name="connsiteX536" fmla="*/ 985097 w 11362354"/>
              <a:gd name="connsiteY536" fmla="*/ 322833 h 1972800"/>
              <a:gd name="connsiteX537" fmla="*/ 0 w 11362354"/>
              <a:gd name="connsiteY537" fmla="*/ 312620 h 1972800"/>
              <a:gd name="connsiteX538" fmla="*/ 877145 w 11362354"/>
              <a:gd name="connsiteY538" fmla="*/ 312620 h 1972800"/>
              <a:gd name="connsiteX539" fmla="*/ 877145 w 11362354"/>
              <a:gd name="connsiteY539" fmla="*/ 322833 h 1972800"/>
              <a:gd name="connsiteX540" fmla="*/ 877145 w 11362354"/>
              <a:gd name="connsiteY540" fmla="*/ 358338 h 1972800"/>
              <a:gd name="connsiteX541" fmla="*/ 877145 w 11362354"/>
              <a:gd name="connsiteY541" fmla="*/ 358339 h 1972800"/>
              <a:gd name="connsiteX542" fmla="*/ 0 w 11362354"/>
              <a:gd name="connsiteY542" fmla="*/ 358339 h 1972800"/>
              <a:gd name="connsiteX543" fmla="*/ 0 w 11362354"/>
              <a:gd name="connsiteY543" fmla="*/ 358338 h 1972800"/>
              <a:gd name="connsiteX544" fmla="*/ 0 w 11362354"/>
              <a:gd name="connsiteY544" fmla="*/ 322833 h 1972800"/>
              <a:gd name="connsiteX545" fmla="*/ 3426524 w 11362354"/>
              <a:gd name="connsiteY545" fmla="*/ 311140 h 1972800"/>
              <a:gd name="connsiteX546" fmla="*/ 4541246 w 11362354"/>
              <a:gd name="connsiteY546" fmla="*/ 311140 h 1972800"/>
              <a:gd name="connsiteX547" fmla="*/ 4565836 w 11362354"/>
              <a:gd name="connsiteY547" fmla="*/ 363528 h 1972800"/>
              <a:gd name="connsiteX548" fmla="*/ 3720591 w 11362354"/>
              <a:gd name="connsiteY548" fmla="*/ 363528 h 1972800"/>
              <a:gd name="connsiteX549" fmla="*/ 3720591 w 11362354"/>
              <a:gd name="connsiteY549" fmla="*/ 361147 h 1972800"/>
              <a:gd name="connsiteX550" fmla="*/ 3403052 w 11362354"/>
              <a:gd name="connsiteY550" fmla="*/ 361147 h 1972800"/>
              <a:gd name="connsiteX551" fmla="*/ 10479636 w 11362354"/>
              <a:gd name="connsiteY551" fmla="*/ 204267 h 1972800"/>
              <a:gd name="connsiteX552" fmla="*/ 10671926 w 11362354"/>
              <a:gd name="connsiteY552" fmla="*/ 204267 h 1972800"/>
              <a:gd name="connsiteX553" fmla="*/ 11306110 w 11362354"/>
              <a:gd name="connsiteY553" fmla="*/ 204267 h 1972800"/>
              <a:gd name="connsiteX554" fmla="*/ 11306110 w 11362354"/>
              <a:gd name="connsiteY554" fmla="*/ 241250 h 1972800"/>
              <a:gd name="connsiteX555" fmla="*/ 10671926 w 11362354"/>
              <a:gd name="connsiteY555" fmla="*/ 241250 h 1972800"/>
              <a:gd name="connsiteX556" fmla="*/ 10463420 w 11362354"/>
              <a:gd name="connsiteY556" fmla="*/ 241250 h 1972800"/>
              <a:gd name="connsiteX557" fmla="*/ 9781432 w 11362354"/>
              <a:gd name="connsiteY557" fmla="*/ 203834 h 1972800"/>
              <a:gd name="connsiteX558" fmla="*/ 10286039 w 11362354"/>
              <a:gd name="connsiteY558" fmla="*/ 203834 h 1972800"/>
              <a:gd name="connsiteX559" fmla="*/ 10286039 w 11362354"/>
              <a:gd name="connsiteY559" fmla="*/ 240739 h 1972800"/>
              <a:gd name="connsiteX560" fmla="*/ 9781432 w 11362354"/>
              <a:gd name="connsiteY560" fmla="*/ 240739 h 1972800"/>
              <a:gd name="connsiteX561" fmla="*/ 8612890 w 11362354"/>
              <a:gd name="connsiteY561" fmla="*/ 203834 h 1972800"/>
              <a:gd name="connsiteX562" fmla="*/ 9668568 w 11362354"/>
              <a:gd name="connsiteY562" fmla="*/ 203834 h 1972800"/>
              <a:gd name="connsiteX563" fmla="*/ 9668568 w 11362354"/>
              <a:gd name="connsiteY563" fmla="*/ 240739 h 1972800"/>
              <a:gd name="connsiteX564" fmla="*/ 8612890 w 11362354"/>
              <a:gd name="connsiteY564" fmla="*/ 240739 h 1972800"/>
              <a:gd name="connsiteX565" fmla="*/ 8042875 w 11362354"/>
              <a:gd name="connsiteY565" fmla="*/ 203834 h 1972800"/>
              <a:gd name="connsiteX566" fmla="*/ 8501703 w 11362354"/>
              <a:gd name="connsiteY566" fmla="*/ 203834 h 1972800"/>
              <a:gd name="connsiteX567" fmla="*/ 8501703 w 11362354"/>
              <a:gd name="connsiteY567" fmla="*/ 240739 h 1972800"/>
              <a:gd name="connsiteX568" fmla="*/ 8042875 w 11362354"/>
              <a:gd name="connsiteY568" fmla="*/ 240739 h 1972800"/>
              <a:gd name="connsiteX569" fmla="*/ 7193139 w 11362354"/>
              <a:gd name="connsiteY569" fmla="*/ 203834 h 1972800"/>
              <a:gd name="connsiteX570" fmla="*/ 7762309 w 11362354"/>
              <a:gd name="connsiteY570" fmla="*/ 203834 h 1972800"/>
              <a:gd name="connsiteX571" fmla="*/ 7779389 w 11362354"/>
              <a:gd name="connsiteY571" fmla="*/ 240739 h 1972800"/>
              <a:gd name="connsiteX572" fmla="*/ 7193139 w 11362354"/>
              <a:gd name="connsiteY572" fmla="*/ 240739 h 1972800"/>
              <a:gd name="connsiteX573" fmla="*/ 6188669 w 11362354"/>
              <a:gd name="connsiteY573" fmla="*/ 203834 h 1972800"/>
              <a:gd name="connsiteX574" fmla="*/ 7080275 w 11362354"/>
              <a:gd name="connsiteY574" fmla="*/ 203834 h 1972800"/>
              <a:gd name="connsiteX575" fmla="*/ 7080275 w 11362354"/>
              <a:gd name="connsiteY575" fmla="*/ 240739 h 1972800"/>
              <a:gd name="connsiteX576" fmla="*/ 6188669 w 11362354"/>
              <a:gd name="connsiteY576" fmla="*/ 240739 h 1972800"/>
              <a:gd name="connsiteX577" fmla="*/ 5574793 w 11362354"/>
              <a:gd name="connsiteY577" fmla="*/ 203834 h 1972800"/>
              <a:gd name="connsiteX578" fmla="*/ 6073294 w 11362354"/>
              <a:gd name="connsiteY578" fmla="*/ 203834 h 1972800"/>
              <a:gd name="connsiteX579" fmla="*/ 6073294 w 11362354"/>
              <a:gd name="connsiteY579" fmla="*/ 240739 h 1972800"/>
              <a:gd name="connsiteX580" fmla="*/ 5574793 w 11362354"/>
              <a:gd name="connsiteY580" fmla="*/ 240739 h 1972800"/>
              <a:gd name="connsiteX581" fmla="*/ 4792811 w 11362354"/>
              <a:gd name="connsiteY581" fmla="*/ 203834 h 1972800"/>
              <a:gd name="connsiteX582" fmla="*/ 5291307 w 11362354"/>
              <a:gd name="connsiteY582" fmla="*/ 203834 h 1972800"/>
              <a:gd name="connsiteX583" fmla="*/ 5291307 w 11362354"/>
              <a:gd name="connsiteY583" fmla="*/ 240739 h 1972800"/>
              <a:gd name="connsiteX584" fmla="*/ 4792811 w 11362354"/>
              <a:gd name="connsiteY584" fmla="*/ 240739 h 1972800"/>
              <a:gd name="connsiteX585" fmla="*/ 2285298 w 11362354"/>
              <a:gd name="connsiteY585" fmla="*/ 203834 h 1972800"/>
              <a:gd name="connsiteX586" fmla="*/ 3183254 w 11362354"/>
              <a:gd name="connsiteY586" fmla="*/ 203834 h 1972800"/>
              <a:gd name="connsiteX587" fmla="*/ 3183254 w 11362354"/>
              <a:gd name="connsiteY587" fmla="*/ 240739 h 1972800"/>
              <a:gd name="connsiteX588" fmla="*/ 2285298 w 11362354"/>
              <a:gd name="connsiteY588" fmla="*/ 240739 h 1972800"/>
              <a:gd name="connsiteX589" fmla="*/ 985097 w 11362354"/>
              <a:gd name="connsiteY589" fmla="*/ 203834 h 1972800"/>
              <a:gd name="connsiteX590" fmla="*/ 2069184 w 11362354"/>
              <a:gd name="connsiteY590" fmla="*/ 203834 h 1972800"/>
              <a:gd name="connsiteX591" fmla="*/ 2093941 w 11362354"/>
              <a:gd name="connsiteY591" fmla="*/ 240739 h 1972800"/>
              <a:gd name="connsiteX592" fmla="*/ 985097 w 11362354"/>
              <a:gd name="connsiteY592" fmla="*/ 240739 h 1972800"/>
              <a:gd name="connsiteX593" fmla="*/ 0 w 11362354"/>
              <a:gd name="connsiteY593" fmla="*/ 203834 h 1972800"/>
              <a:gd name="connsiteX594" fmla="*/ 877145 w 11362354"/>
              <a:gd name="connsiteY594" fmla="*/ 203834 h 1972800"/>
              <a:gd name="connsiteX595" fmla="*/ 877145 w 11362354"/>
              <a:gd name="connsiteY595" fmla="*/ 240739 h 1972800"/>
              <a:gd name="connsiteX596" fmla="*/ 0 w 11362354"/>
              <a:gd name="connsiteY596" fmla="*/ 240739 h 1972800"/>
              <a:gd name="connsiteX597" fmla="*/ 3491565 w 11362354"/>
              <a:gd name="connsiteY597" fmla="*/ 203833 h 1972800"/>
              <a:gd name="connsiteX598" fmla="*/ 4473824 w 11362354"/>
              <a:gd name="connsiteY598" fmla="*/ 203833 h 1972800"/>
              <a:gd name="connsiteX599" fmla="*/ 4499119 w 11362354"/>
              <a:gd name="connsiteY599" fmla="*/ 240738 h 1972800"/>
              <a:gd name="connsiteX600" fmla="*/ 3466269 w 11362354"/>
              <a:gd name="connsiteY600" fmla="*/ 240738 h 1972800"/>
              <a:gd name="connsiteX601" fmla="*/ 3491565 w 11362354"/>
              <a:gd name="connsiteY601" fmla="*/ 203833 h 1972800"/>
              <a:gd name="connsiteX602" fmla="*/ 10550205 w 11362354"/>
              <a:gd name="connsiteY602" fmla="*/ 96959 h 1972800"/>
              <a:gd name="connsiteX603" fmla="*/ 10671926 w 11362354"/>
              <a:gd name="connsiteY603" fmla="*/ 96959 h 1972800"/>
              <a:gd name="connsiteX604" fmla="*/ 11306110 w 11362354"/>
              <a:gd name="connsiteY604" fmla="*/ 96959 h 1972800"/>
              <a:gd name="connsiteX605" fmla="*/ 11306110 w 11362354"/>
              <a:gd name="connsiteY605" fmla="*/ 121993 h 1972800"/>
              <a:gd name="connsiteX606" fmla="*/ 10671926 w 11362354"/>
              <a:gd name="connsiteY606" fmla="*/ 121993 h 1972800"/>
              <a:gd name="connsiteX607" fmla="*/ 10531544 w 11362354"/>
              <a:gd name="connsiteY607" fmla="*/ 121993 h 1972800"/>
              <a:gd name="connsiteX608" fmla="*/ 9781432 w 11362354"/>
              <a:gd name="connsiteY608" fmla="*/ 96753 h 1972800"/>
              <a:gd name="connsiteX609" fmla="*/ 10286039 w 11362354"/>
              <a:gd name="connsiteY609" fmla="*/ 96753 h 1972800"/>
              <a:gd name="connsiteX610" fmla="*/ 10286039 w 11362354"/>
              <a:gd name="connsiteY610" fmla="*/ 121735 h 1972800"/>
              <a:gd name="connsiteX611" fmla="*/ 9781432 w 11362354"/>
              <a:gd name="connsiteY611" fmla="*/ 121735 h 1972800"/>
              <a:gd name="connsiteX612" fmla="*/ 8612890 w 11362354"/>
              <a:gd name="connsiteY612" fmla="*/ 96753 h 1972800"/>
              <a:gd name="connsiteX613" fmla="*/ 9668568 w 11362354"/>
              <a:gd name="connsiteY613" fmla="*/ 96753 h 1972800"/>
              <a:gd name="connsiteX614" fmla="*/ 9668568 w 11362354"/>
              <a:gd name="connsiteY614" fmla="*/ 121735 h 1972800"/>
              <a:gd name="connsiteX615" fmla="*/ 8612890 w 11362354"/>
              <a:gd name="connsiteY615" fmla="*/ 121735 h 1972800"/>
              <a:gd name="connsiteX616" fmla="*/ 8042875 w 11362354"/>
              <a:gd name="connsiteY616" fmla="*/ 96753 h 1972800"/>
              <a:gd name="connsiteX617" fmla="*/ 8501703 w 11362354"/>
              <a:gd name="connsiteY617" fmla="*/ 96753 h 1972800"/>
              <a:gd name="connsiteX618" fmla="*/ 8501703 w 11362354"/>
              <a:gd name="connsiteY618" fmla="*/ 121735 h 1972800"/>
              <a:gd name="connsiteX619" fmla="*/ 8042875 w 11362354"/>
              <a:gd name="connsiteY619" fmla="*/ 121735 h 1972800"/>
              <a:gd name="connsiteX620" fmla="*/ 7193139 w 11362354"/>
              <a:gd name="connsiteY620" fmla="*/ 96753 h 1972800"/>
              <a:gd name="connsiteX621" fmla="*/ 7712749 w 11362354"/>
              <a:gd name="connsiteY621" fmla="*/ 96753 h 1972800"/>
              <a:gd name="connsiteX622" fmla="*/ 7724312 w 11362354"/>
              <a:gd name="connsiteY622" fmla="*/ 121735 h 1972800"/>
              <a:gd name="connsiteX623" fmla="*/ 7193139 w 11362354"/>
              <a:gd name="connsiteY623" fmla="*/ 121735 h 1972800"/>
              <a:gd name="connsiteX624" fmla="*/ 6188669 w 11362354"/>
              <a:gd name="connsiteY624" fmla="*/ 96753 h 1972800"/>
              <a:gd name="connsiteX625" fmla="*/ 7080275 w 11362354"/>
              <a:gd name="connsiteY625" fmla="*/ 96753 h 1972800"/>
              <a:gd name="connsiteX626" fmla="*/ 7080275 w 11362354"/>
              <a:gd name="connsiteY626" fmla="*/ 121735 h 1972800"/>
              <a:gd name="connsiteX627" fmla="*/ 6188669 w 11362354"/>
              <a:gd name="connsiteY627" fmla="*/ 121735 h 1972800"/>
              <a:gd name="connsiteX628" fmla="*/ 5574793 w 11362354"/>
              <a:gd name="connsiteY628" fmla="*/ 96753 h 1972800"/>
              <a:gd name="connsiteX629" fmla="*/ 6073294 w 11362354"/>
              <a:gd name="connsiteY629" fmla="*/ 96753 h 1972800"/>
              <a:gd name="connsiteX630" fmla="*/ 6073294 w 11362354"/>
              <a:gd name="connsiteY630" fmla="*/ 121735 h 1972800"/>
              <a:gd name="connsiteX631" fmla="*/ 5574793 w 11362354"/>
              <a:gd name="connsiteY631" fmla="*/ 121735 h 1972800"/>
              <a:gd name="connsiteX632" fmla="*/ 4792811 w 11362354"/>
              <a:gd name="connsiteY632" fmla="*/ 96753 h 1972800"/>
              <a:gd name="connsiteX633" fmla="*/ 5291307 w 11362354"/>
              <a:gd name="connsiteY633" fmla="*/ 96753 h 1972800"/>
              <a:gd name="connsiteX634" fmla="*/ 5291307 w 11362354"/>
              <a:gd name="connsiteY634" fmla="*/ 121735 h 1972800"/>
              <a:gd name="connsiteX635" fmla="*/ 4792811 w 11362354"/>
              <a:gd name="connsiteY635" fmla="*/ 121735 h 1972800"/>
              <a:gd name="connsiteX636" fmla="*/ 2285298 w 11362354"/>
              <a:gd name="connsiteY636" fmla="*/ 96753 h 1972800"/>
              <a:gd name="connsiteX637" fmla="*/ 3183254 w 11362354"/>
              <a:gd name="connsiteY637" fmla="*/ 96753 h 1972800"/>
              <a:gd name="connsiteX638" fmla="*/ 3183254 w 11362354"/>
              <a:gd name="connsiteY638" fmla="*/ 121735 h 1972800"/>
              <a:gd name="connsiteX639" fmla="*/ 2285298 w 11362354"/>
              <a:gd name="connsiteY639" fmla="*/ 121735 h 1972800"/>
              <a:gd name="connsiteX640" fmla="*/ 985097 w 11362354"/>
              <a:gd name="connsiteY640" fmla="*/ 96753 h 1972800"/>
              <a:gd name="connsiteX641" fmla="*/ 1978552 w 11362354"/>
              <a:gd name="connsiteY641" fmla="*/ 96753 h 1972800"/>
              <a:gd name="connsiteX642" fmla="*/ 2002599 w 11362354"/>
              <a:gd name="connsiteY642" fmla="*/ 121735 h 1972800"/>
              <a:gd name="connsiteX643" fmla="*/ 985097 w 11362354"/>
              <a:gd name="connsiteY643" fmla="*/ 121735 h 1972800"/>
              <a:gd name="connsiteX644" fmla="*/ 0 w 11362354"/>
              <a:gd name="connsiteY644" fmla="*/ 96753 h 1972800"/>
              <a:gd name="connsiteX645" fmla="*/ 877145 w 11362354"/>
              <a:gd name="connsiteY645" fmla="*/ 96753 h 1972800"/>
              <a:gd name="connsiteX646" fmla="*/ 877145 w 11362354"/>
              <a:gd name="connsiteY646" fmla="*/ 121735 h 1972800"/>
              <a:gd name="connsiteX647" fmla="*/ 0 w 11362354"/>
              <a:gd name="connsiteY647" fmla="*/ 121735 h 1972800"/>
              <a:gd name="connsiteX648" fmla="*/ 3581580 w 11362354"/>
              <a:gd name="connsiteY648" fmla="*/ 96752 h 1972800"/>
              <a:gd name="connsiteX649" fmla="*/ 4383809 w 11362354"/>
              <a:gd name="connsiteY649" fmla="*/ 96752 h 1972800"/>
              <a:gd name="connsiteX650" fmla="*/ 4407456 w 11362354"/>
              <a:gd name="connsiteY650" fmla="*/ 121734 h 1972800"/>
              <a:gd name="connsiteX651" fmla="*/ 3557933 w 11362354"/>
              <a:gd name="connsiteY651" fmla="*/ 121734 h 1972800"/>
              <a:gd name="connsiteX652" fmla="*/ 3581580 w 11362354"/>
              <a:gd name="connsiteY652" fmla="*/ 96752 h 1972800"/>
              <a:gd name="connsiteX653" fmla="*/ 10683999 w 11362354"/>
              <a:gd name="connsiteY653" fmla="*/ 1 h 1972800"/>
              <a:gd name="connsiteX654" fmla="*/ 10743787 w 11362354"/>
              <a:gd name="connsiteY654" fmla="*/ 1 h 1972800"/>
              <a:gd name="connsiteX655" fmla="*/ 10800434 w 11362354"/>
              <a:gd name="connsiteY655" fmla="*/ 2849 h 1972800"/>
              <a:gd name="connsiteX656" fmla="*/ 10800434 w 11362354"/>
              <a:gd name="connsiteY656" fmla="*/ 1 h 1972800"/>
              <a:gd name="connsiteX657" fmla="*/ 11306110 w 11362354"/>
              <a:gd name="connsiteY657" fmla="*/ 1 h 1972800"/>
              <a:gd name="connsiteX658" fmla="*/ 11306110 w 11362354"/>
              <a:gd name="connsiteY658" fmla="*/ 14690 h 1972800"/>
              <a:gd name="connsiteX659" fmla="*/ 10671926 w 11362354"/>
              <a:gd name="connsiteY659" fmla="*/ 14690 h 1972800"/>
              <a:gd name="connsiteX660" fmla="*/ 10634292 w 11362354"/>
              <a:gd name="connsiteY660" fmla="*/ 14690 h 1972800"/>
              <a:gd name="connsiteX661" fmla="*/ 10646512 w 11362354"/>
              <a:gd name="connsiteY661" fmla="*/ 4251 h 1972800"/>
              <a:gd name="connsiteX662" fmla="*/ 10646512 w 11362354"/>
              <a:gd name="connsiteY662" fmla="*/ 2687 h 1972800"/>
              <a:gd name="connsiteX663" fmla="*/ 10671926 w 11362354"/>
              <a:gd name="connsiteY663" fmla="*/ 1221 h 1972800"/>
              <a:gd name="connsiteX664" fmla="*/ 10671926 w 11362354"/>
              <a:gd name="connsiteY664" fmla="*/ 697 h 1972800"/>
              <a:gd name="connsiteX665" fmla="*/ 9781432 w 11362354"/>
              <a:gd name="connsiteY665" fmla="*/ 1 h 1972800"/>
              <a:gd name="connsiteX666" fmla="*/ 10286039 w 11362354"/>
              <a:gd name="connsiteY666" fmla="*/ 1 h 1972800"/>
              <a:gd name="connsiteX667" fmla="*/ 10286039 w 11362354"/>
              <a:gd name="connsiteY667" fmla="*/ 14659 h 1972800"/>
              <a:gd name="connsiteX668" fmla="*/ 9781432 w 11362354"/>
              <a:gd name="connsiteY668" fmla="*/ 14659 h 1972800"/>
              <a:gd name="connsiteX669" fmla="*/ 8612890 w 11362354"/>
              <a:gd name="connsiteY669" fmla="*/ 1 h 1972800"/>
              <a:gd name="connsiteX670" fmla="*/ 9668568 w 11362354"/>
              <a:gd name="connsiteY670" fmla="*/ 1 h 1972800"/>
              <a:gd name="connsiteX671" fmla="*/ 9668568 w 11362354"/>
              <a:gd name="connsiteY671" fmla="*/ 14659 h 1972800"/>
              <a:gd name="connsiteX672" fmla="*/ 8612890 w 11362354"/>
              <a:gd name="connsiteY672" fmla="*/ 14659 h 1972800"/>
              <a:gd name="connsiteX673" fmla="*/ 8042875 w 11362354"/>
              <a:gd name="connsiteY673" fmla="*/ 1 h 1972800"/>
              <a:gd name="connsiteX674" fmla="*/ 8501703 w 11362354"/>
              <a:gd name="connsiteY674" fmla="*/ 1 h 1972800"/>
              <a:gd name="connsiteX675" fmla="*/ 8501703 w 11362354"/>
              <a:gd name="connsiteY675" fmla="*/ 14659 h 1972800"/>
              <a:gd name="connsiteX676" fmla="*/ 8042875 w 11362354"/>
              <a:gd name="connsiteY676" fmla="*/ 14659 h 1972800"/>
              <a:gd name="connsiteX677" fmla="*/ 7193139 w 11362354"/>
              <a:gd name="connsiteY677" fmla="*/ 1 h 1972800"/>
              <a:gd name="connsiteX678" fmla="*/ 7667970 w 11362354"/>
              <a:gd name="connsiteY678" fmla="*/ 1 h 1972800"/>
              <a:gd name="connsiteX679" fmla="*/ 7674758 w 11362354"/>
              <a:gd name="connsiteY679" fmla="*/ 14659 h 1972800"/>
              <a:gd name="connsiteX680" fmla="*/ 7193139 w 11362354"/>
              <a:gd name="connsiteY680" fmla="*/ 14659 h 1972800"/>
              <a:gd name="connsiteX681" fmla="*/ 6188669 w 11362354"/>
              <a:gd name="connsiteY681" fmla="*/ 1 h 1972800"/>
              <a:gd name="connsiteX682" fmla="*/ 7080275 w 11362354"/>
              <a:gd name="connsiteY682" fmla="*/ 1 h 1972800"/>
              <a:gd name="connsiteX683" fmla="*/ 7080275 w 11362354"/>
              <a:gd name="connsiteY683" fmla="*/ 14659 h 1972800"/>
              <a:gd name="connsiteX684" fmla="*/ 6188669 w 11362354"/>
              <a:gd name="connsiteY684" fmla="*/ 14659 h 1972800"/>
              <a:gd name="connsiteX685" fmla="*/ 5574793 w 11362354"/>
              <a:gd name="connsiteY685" fmla="*/ 1 h 1972800"/>
              <a:gd name="connsiteX686" fmla="*/ 6073294 w 11362354"/>
              <a:gd name="connsiteY686" fmla="*/ 1 h 1972800"/>
              <a:gd name="connsiteX687" fmla="*/ 6073294 w 11362354"/>
              <a:gd name="connsiteY687" fmla="*/ 14659 h 1972800"/>
              <a:gd name="connsiteX688" fmla="*/ 5574793 w 11362354"/>
              <a:gd name="connsiteY688" fmla="*/ 14659 h 1972800"/>
              <a:gd name="connsiteX689" fmla="*/ 4792811 w 11362354"/>
              <a:gd name="connsiteY689" fmla="*/ 1 h 1972800"/>
              <a:gd name="connsiteX690" fmla="*/ 5291307 w 11362354"/>
              <a:gd name="connsiteY690" fmla="*/ 1 h 1972800"/>
              <a:gd name="connsiteX691" fmla="*/ 5291307 w 11362354"/>
              <a:gd name="connsiteY691" fmla="*/ 14659 h 1972800"/>
              <a:gd name="connsiteX692" fmla="*/ 4792811 w 11362354"/>
              <a:gd name="connsiteY692" fmla="*/ 14659 h 1972800"/>
              <a:gd name="connsiteX693" fmla="*/ 2285298 w 11362354"/>
              <a:gd name="connsiteY693" fmla="*/ 1 h 1972800"/>
              <a:gd name="connsiteX694" fmla="*/ 3183254 w 11362354"/>
              <a:gd name="connsiteY694" fmla="*/ 1 h 1972800"/>
              <a:gd name="connsiteX695" fmla="*/ 3183254 w 11362354"/>
              <a:gd name="connsiteY695" fmla="*/ 14659 h 1972800"/>
              <a:gd name="connsiteX696" fmla="*/ 2285298 w 11362354"/>
              <a:gd name="connsiteY696" fmla="*/ 14659 h 1972800"/>
              <a:gd name="connsiteX697" fmla="*/ 985097 w 11362354"/>
              <a:gd name="connsiteY697" fmla="*/ 1 h 1972800"/>
              <a:gd name="connsiteX698" fmla="*/ 1846470 w 11362354"/>
              <a:gd name="connsiteY698" fmla="*/ 1 h 1972800"/>
              <a:gd name="connsiteX699" fmla="*/ 1869376 w 11362354"/>
              <a:gd name="connsiteY699" fmla="*/ 14659 h 1972800"/>
              <a:gd name="connsiteX700" fmla="*/ 985097 w 11362354"/>
              <a:gd name="connsiteY700" fmla="*/ 14659 h 1972800"/>
              <a:gd name="connsiteX701" fmla="*/ 0 w 11362354"/>
              <a:gd name="connsiteY701" fmla="*/ 1 h 1972800"/>
              <a:gd name="connsiteX702" fmla="*/ 877145 w 11362354"/>
              <a:gd name="connsiteY702" fmla="*/ 1 h 1972800"/>
              <a:gd name="connsiteX703" fmla="*/ 877145 w 11362354"/>
              <a:gd name="connsiteY703" fmla="*/ 14659 h 1972800"/>
              <a:gd name="connsiteX704" fmla="*/ 0 w 11362354"/>
              <a:gd name="connsiteY704" fmla="*/ 14659 h 1972800"/>
              <a:gd name="connsiteX705" fmla="*/ 3702830 w 11362354"/>
              <a:gd name="connsiteY705" fmla="*/ 0 h 1972800"/>
              <a:gd name="connsiteX706" fmla="*/ 4262563 w 11362354"/>
              <a:gd name="connsiteY706" fmla="*/ 0 h 1972800"/>
              <a:gd name="connsiteX707" fmla="*/ 4284257 w 11362354"/>
              <a:gd name="connsiteY707" fmla="*/ 14658 h 1972800"/>
              <a:gd name="connsiteX708" fmla="*/ 3681132 w 11362354"/>
              <a:gd name="connsiteY708" fmla="*/ 14658 h 1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</a:cxnLst>
            <a:rect l="l" t="t" r="r" b="b"/>
            <a:pathLst>
              <a:path w="11362354" h="1972800">
                <a:moveTo>
                  <a:pt x="4196821" y="1846406"/>
                </a:moveTo>
                <a:lnTo>
                  <a:pt x="4515841" y="1846406"/>
                </a:lnTo>
                <a:lnTo>
                  <a:pt x="4302401" y="1972800"/>
                </a:lnTo>
                <a:lnTo>
                  <a:pt x="4276590" y="1972800"/>
                </a:lnTo>
                <a:close/>
                <a:moveTo>
                  <a:pt x="10408772" y="1547682"/>
                </a:moveTo>
                <a:lnTo>
                  <a:pt x="11236685" y="1547682"/>
                </a:lnTo>
                <a:cubicBezTo>
                  <a:pt x="11178355" y="1621090"/>
                  <a:pt x="11101638" y="1688425"/>
                  <a:pt x="11013744" y="1726479"/>
                </a:cubicBezTo>
                <a:cubicBezTo>
                  <a:pt x="10916839" y="1760403"/>
                  <a:pt x="10802883" y="1780105"/>
                  <a:pt x="10702056" y="1776200"/>
                </a:cubicBezTo>
                <a:cubicBezTo>
                  <a:pt x="10601227" y="1772294"/>
                  <a:pt x="10494409" y="1740125"/>
                  <a:pt x="10408772" y="1703049"/>
                </a:cubicBezTo>
                <a:close/>
                <a:moveTo>
                  <a:pt x="9781432" y="1544408"/>
                </a:moveTo>
                <a:lnTo>
                  <a:pt x="10286039" y="1544408"/>
                </a:lnTo>
                <a:lnTo>
                  <a:pt x="10286039" y="1763438"/>
                </a:lnTo>
                <a:lnTo>
                  <a:pt x="9781432" y="1763438"/>
                </a:lnTo>
                <a:close/>
                <a:moveTo>
                  <a:pt x="8877431" y="1544408"/>
                </a:moveTo>
                <a:lnTo>
                  <a:pt x="9382033" y="1544408"/>
                </a:lnTo>
                <a:lnTo>
                  <a:pt x="9382033" y="1763438"/>
                </a:lnTo>
                <a:lnTo>
                  <a:pt x="8877431" y="1763438"/>
                </a:lnTo>
                <a:close/>
                <a:moveTo>
                  <a:pt x="7955283" y="1544408"/>
                </a:moveTo>
                <a:lnTo>
                  <a:pt x="8501703" y="1544408"/>
                </a:lnTo>
                <a:lnTo>
                  <a:pt x="8501703" y="1763438"/>
                </a:lnTo>
                <a:lnTo>
                  <a:pt x="8046371" y="1763438"/>
                </a:lnTo>
                <a:close/>
                <a:moveTo>
                  <a:pt x="7193139" y="1544408"/>
                </a:moveTo>
                <a:lnTo>
                  <a:pt x="7648159" y="1544408"/>
                </a:lnTo>
                <a:lnTo>
                  <a:pt x="7648159" y="1763438"/>
                </a:lnTo>
                <a:lnTo>
                  <a:pt x="7193139" y="1763438"/>
                </a:lnTo>
                <a:close/>
                <a:moveTo>
                  <a:pt x="6188669" y="1544408"/>
                </a:moveTo>
                <a:lnTo>
                  <a:pt x="7080275" y="1544408"/>
                </a:lnTo>
                <a:lnTo>
                  <a:pt x="7080275" y="1763438"/>
                </a:lnTo>
                <a:lnTo>
                  <a:pt x="6188669" y="1763438"/>
                </a:lnTo>
                <a:close/>
                <a:moveTo>
                  <a:pt x="4886266" y="1544408"/>
                </a:moveTo>
                <a:lnTo>
                  <a:pt x="5979839" y="1544408"/>
                </a:lnTo>
                <a:cubicBezTo>
                  <a:pt x="5886803" y="1676927"/>
                  <a:pt x="5732198" y="1763438"/>
                  <a:pt x="5557257" y="1763438"/>
                </a:cubicBezTo>
                <a:lnTo>
                  <a:pt x="5308843" y="1763438"/>
                </a:lnTo>
                <a:cubicBezTo>
                  <a:pt x="5133911" y="1763438"/>
                  <a:pt x="4979301" y="1676927"/>
                  <a:pt x="4886266" y="1544408"/>
                </a:cubicBezTo>
                <a:close/>
                <a:moveTo>
                  <a:pt x="2285298" y="1544408"/>
                </a:moveTo>
                <a:lnTo>
                  <a:pt x="3183254" y="1544408"/>
                </a:lnTo>
                <a:lnTo>
                  <a:pt x="3183254" y="1763438"/>
                </a:lnTo>
                <a:lnTo>
                  <a:pt x="2285298" y="1763438"/>
                </a:lnTo>
                <a:close/>
                <a:moveTo>
                  <a:pt x="1699767" y="1544408"/>
                </a:moveTo>
                <a:lnTo>
                  <a:pt x="2161050" y="1544408"/>
                </a:lnTo>
                <a:lnTo>
                  <a:pt x="2265828" y="1763438"/>
                </a:lnTo>
                <a:lnTo>
                  <a:pt x="1796468" y="1763438"/>
                </a:lnTo>
                <a:close/>
                <a:moveTo>
                  <a:pt x="985097" y="1544408"/>
                </a:moveTo>
                <a:lnTo>
                  <a:pt x="1468672" y="1544408"/>
                </a:lnTo>
                <a:lnTo>
                  <a:pt x="1468672" y="1763438"/>
                </a:lnTo>
                <a:lnTo>
                  <a:pt x="985097" y="1763438"/>
                </a:lnTo>
                <a:close/>
                <a:moveTo>
                  <a:pt x="0" y="1544408"/>
                </a:moveTo>
                <a:lnTo>
                  <a:pt x="506025" y="1544408"/>
                </a:lnTo>
                <a:lnTo>
                  <a:pt x="506025" y="1763438"/>
                </a:lnTo>
                <a:lnTo>
                  <a:pt x="498505" y="1763438"/>
                </a:lnTo>
                <a:lnTo>
                  <a:pt x="7520" y="1763438"/>
                </a:lnTo>
                <a:lnTo>
                  <a:pt x="0" y="1763438"/>
                </a:lnTo>
                <a:close/>
                <a:moveTo>
                  <a:pt x="3478763" y="1544407"/>
                </a:moveTo>
                <a:lnTo>
                  <a:pt x="4486152" y="1544407"/>
                </a:lnTo>
                <a:cubicBezTo>
                  <a:pt x="4484148" y="1548197"/>
                  <a:pt x="4481735" y="1551706"/>
                  <a:pt x="4479313" y="1555187"/>
                </a:cubicBezTo>
                <a:lnTo>
                  <a:pt x="4654042" y="1763437"/>
                </a:lnTo>
                <a:lnTo>
                  <a:pt x="3697470" y="1763437"/>
                </a:lnTo>
                <a:cubicBezTo>
                  <a:pt x="3614316" y="1711031"/>
                  <a:pt x="3539996" y="1636273"/>
                  <a:pt x="3478763" y="1544407"/>
                </a:cubicBezTo>
                <a:close/>
                <a:moveTo>
                  <a:pt x="10408772" y="1290902"/>
                </a:moveTo>
                <a:lnTo>
                  <a:pt x="10568570" y="1290902"/>
                </a:lnTo>
                <a:cubicBezTo>
                  <a:pt x="10577470" y="1298557"/>
                  <a:pt x="10581828" y="1306214"/>
                  <a:pt x="10590729" y="1313870"/>
                </a:cubicBezTo>
                <a:cubicBezTo>
                  <a:pt x="10620545" y="1348521"/>
                  <a:pt x="10677153" y="1369391"/>
                  <a:pt x="10721250" y="1365562"/>
                </a:cubicBezTo>
                <a:cubicBezTo>
                  <a:pt x="10765348" y="1361734"/>
                  <a:pt x="10826744" y="1338516"/>
                  <a:pt x="10855315" y="1290902"/>
                </a:cubicBezTo>
                <a:lnTo>
                  <a:pt x="11214890" y="1290902"/>
                </a:lnTo>
                <a:lnTo>
                  <a:pt x="11346112" y="1290902"/>
                </a:lnTo>
                <a:cubicBezTo>
                  <a:pt x="11334622" y="1353431"/>
                  <a:pt x="11312604" y="1412394"/>
                  <a:pt x="11280882" y="1465414"/>
                </a:cubicBezTo>
                <a:lnTo>
                  <a:pt x="11214890" y="1465414"/>
                </a:lnTo>
                <a:lnTo>
                  <a:pt x="10408772" y="1465414"/>
                </a:lnTo>
                <a:close/>
                <a:moveTo>
                  <a:pt x="3354588" y="1288169"/>
                </a:moveTo>
                <a:lnTo>
                  <a:pt x="3891084" y="1288169"/>
                </a:lnTo>
                <a:cubicBezTo>
                  <a:pt x="3918715" y="1317171"/>
                  <a:pt x="3949853" y="1333215"/>
                  <a:pt x="3982693" y="1333215"/>
                </a:cubicBezTo>
                <a:cubicBezTo>
                  <a:pt x="4015535" y="1333215"/>
                  <a:pt x="4046674" y="1317171"/>
                  <a:pt x="4074304" y="1288169"/>
                </a:cubicBezTo>
                <a:lnTo>
                  <a:pt x="4610046" y="1288169"/>
                </a:lnTo>
                <a:cubicBezTo>
                  <a:pt x="4590290" y="1350350"/>
                  <a:pt x="4565183" y="1408715"/>
                  <a:pt x="4535426" y="1462313"/>
                </a:cubicBezTo>
                <a:lnTo>
                  <a:pt x="3429061" y="1462313"/>
                </a:lnTo>
                <a:cubicBezTo>
                  <a:pt x="3399902" y="1408452"/>
                  <a:pt x="3374896" y="1350106"/>
                  <a:pt x="3354588" y="1288169"/>
                </a:cubicBezTo>
                <a:close/>
                <a:moveTo>
                  <a:pt x="9781432" y="1288165"/>
                </a:moveTo>
                <a:lnTo>
                  <a:pt x="10286039" y="1288165"/>
                </a:lnTo>
                <a:lnTo>
                  <a:pt x="10286039" y="1462314"/>
                </a:lnTo>
                <a:lnTo>
                  <a:pt x="9781432" y="1462314"/>
                </a:lnTo>
                <a:close/>
                <a:moveTo>
                  <a:pt x="8877431" y="1288165"/>
                </a:moveTo>
                <a:lnTo>
                  <a:pt x="9382033" y="1288165"/>
                </a:lnTo>
                <a:lnTo>
                  <a:pt x="9382033" y="1462314"/>
                </a:lnTo>
                <a:lnTo>
                  <a:pt x="8877431" y="1462314"/>
                </a:lnTo>
                <a:close/>
                <a:moveTo>
                  <a:pt x="7848731" y="1288165"/>
                </a:moveTo>
                <a:lnTo>
                  <a:pt x="8501703" y="1288165"/>
                </a:lnTo>
                <a:lnTo>
                  <a:pt x="8501703" y="1462314"/>
                </a:lnTo>
                <a:lnTo>
                  <a:pt x="7921150" y="1462314"/>
                </a:lnTo>
                <a:close/>
                <a:moveTo>
                  <a:pt x="7193139" y="1288165"/>
                </a:moveTo>
                <a:lnTo>
                  <a:pt x="7648159" y="1288165"/>
                </a:lnTo>
                <a:lnTo>
                  <a:pt x="7648159" y="1462314"/>
                </a:lnTo>
                <a:lnTo>
                  <a:pt x="7193139" y="1462314"/>
                </a:lnTo>
                <a:close/>
                <a:moveTo>
                  <a:pt x="6188669" y="1288165"/>
                </a:moveTo>
                <a:lnTo>
                  <a:pt x="6674501" y="1288165"/>
                </a:lnTo>
                <a:lnTo>
                  <a:pt x="6674501" y="1351991"/>
                </a:lnTo>
                <a:lnTo>
                  <a:pt x="7080275" y="1351991"/>
                </a:lnTo>
                <a:lnTo>
                  <a:pt x="7080275" y="1462314"/>
                </a:lnTo>
                <a:lnTo>
                  <a:pt x="6188669" y="1462314"/>
                </a:lnTo>
                <a:close/>
                <a:moveTo>
                  <a:pt x="4794722" y="1288165"/>
                </a:moveTo>
                <a:lnTo>
                  <a:pt x="5308313" y="1288165"/>
                </a:lnTo>
                <a:cubicBezTo>
                  <a:pt x="5331518" y="1333078"/>
                  <a:pt x="5378715" y="1363467"/>
                  <a:pt x="5433050" y="1363467"/>
                </a:cubicBezTo>
                <a:cubicBezTo>
                  <a:pt x="5487389" y="1363467"/>
                  <a:pt x="5534582" y="1333078"/>
                  <a:pt x="5557791" y="1288165"/>
                </a:cubicBezTo>
                <a:lnTo>
                  <a:pt x="6071387" y="1288165"/>
                </a:lnTo>
                <a:cubicBezTo>
                  <a:pt x="6067418" y="1349988"/>
                  <a:pt x="6051903" y="1408730"/>
                  <a:pt x="6026879" y="1462314"/>
                </a:cubicBezTo>
                <a:lnTo>
                  <a:pt x="4839225" y="1462314"/>
                </a:lnTo>
                <a:cubicBezTo>
                  <a:pt x="4814201" y="1408730"/>
                  <a:pt x="4798682" y="1349988"/>
                  <a:pt x="4794722" y="1288165"/>
                </a:cubicBezTo>
                <a:close/>
                <a:moveTo>
                  <a:pt x="2285298" y="1288165"/>
                </a:moveTo>
                <a:lnTo>
                  <a:pt x="2771132" y="1288165"/>
                </a:lnTo>
                <a:lnTo>
                  <a:pt x="2771132" y="1351991"/>
                </a:lnTo>
                <a:lnTo>
                  <a:pt x="3183254" y="1351991"/>
                </a:lnTo>
                <a:lnTo>
                  <a:pt x="3183254" y="1462314"/>
                </a:lnTo>
                <a:lnTo>
                  <a:pt x="2285298" y="1462314"/>
                </a:lnTo>
                <a:close/>
                <a:moveTo>
                  <a:pt x="1586644" y="1288165"/>
                </a:moveTo>
                <a:lnTo>
                  <a:pt x="2038472" y="1288165"/>
                </a:lnTo>
                <a:lnTo>
                  <a:pt x="2121783" y="1462314"/>
                </a:lnTo>
                <a:lnTo>
                  <a:pt x="1663530" y="1462314"/>
                </a:lnTo>
                <a:close/>
                <a:moveTo>
                  <a:pt x="985097" y="1288165"/>
                </a:moveTo>
                <a:lnTo>
                  <a:pt x="1468672" y="1288165"/>
                </a:lnTo>
                <a:lnTo>
                  <a:pt x="1468672" y="1462314"/>
                </a:lnTo>
                <a:lnTo>
                  <a:pt x="985097" y="1462314"/>
                </a:lnTo>
                <a:close/>
                <a:moveTo>
                  <a:pt x="0" y="1288165"/>
                </a:moveTo>
                <a:lnTo>
                  <a:pt x="506025" y="1288165"/>
                </a:lnTo>
                <a:lnTo>
                  <a:pt x="506025" y="1462314"/>
                </a:lnTo>
                <a:lnTo>
                  <a:pt x="0" y="1462314"/>
                </a:lnTo>
                <a:close/>
                <a:moveTo>
                  <a:pt x="10408772" y="1157361"/>
                </a:moveTo>
                <a:lnTo>
                  <a:pt x="10468381" y="1208632"/>
                </a:lnTo>
                <a:lnTo>
                  <a:pt x="10408772" y="1208632"/>
                </a:lnTo>
                <a:close/>
                <a:moveTo>
                  <a:pt x="10816942" y="1078164"/>
                </a:moveTo>
                <a:lnTo>
                  <a:pt x="11358000" y="1078164"/>
                </a:lnTo>
                <a:cubicBezTo>
                  <a:pt x="11367192" y="1149515"/>
                  <a:pt x="11358946" y="1186888"/>
                  <a:pt x="11359134" y="1208632"/>
                </a:cubicBezTo>
                <a:lnTo>
                  <a:pt x="11359134" y="1208633"/>
                </a:lnTo>
                <a:lnTo>
                  <a:pt x="10871056" y="1208633"/>
                </a:lnTo>
                <a:cubicBezTo>
                  <a:pt x="10871350" y="1207645"/>
                  <a:pt x="10871355" y="1206649"/>
                  <a:pt x="10871355" y="1205652"/>
                </a:cubicBezTo>
                <a:cubicBezTo>
                  <a:pt x="10871355" y="1153657"/>
                  <a:pt x="10847076" y="1107297"/>
                  <a:pt x="10808382" y="1078165"/>
                </a:cubicBezTo>
                <a:lnTo>
                  <a:pt x="10816943" y="1078165"/>
                </a:lnTo>
                <a:close/>
                <a:moveTo>
                  <a:pt x="9781432" y="1075882"/>
                </a:moveTo>
                <a:lnTo>
                  <a:pt x="10286039" y="1075882"/>
                </a:lnTo>
                <a:lnTo>
                  <a:pt x="10286039" y="1206076"/>
                </a:lnTo>
                <a:lnTo>
                  <a:pt x="9781432" y="1206076"/>
                </a:lnTo>
                <a:close/>
                <a:moveTo>
                  <a:pt x="8877431" y="1075882"/>
                </a:moveTo>
                <a:lnTo>
                  <a:pt x="9382033" y="1075882"/>
                </a:lnTo>
                <a:lnTo>
                  <a:pt x="9382033" y="1206076"/>
                </a:lnTo>
                <a:lnTo>
                  <a:pt x="8877431" y="1206076"/>
                </a:lnTo>
                <a:close/>
                <a:moveTo>
                  <a:pt x="7760453" y="1075882"/>
                </a:moveTo>
                <a:lnTo>
                  <a:pt x="8501703" y="1075882"/>
                </a:lnTo>
                <a:lnTo>
                  <a:pt x="8501703" y="1206076"/>
                </a:lnTo>
                <a:lnTo>
                  <a:pt x="7814594" y="1206076"/>
                </a:lnTo>
                <a:close/>
                <a:moveTo>
                  <a:pt x="7193139" y="1075882"/>
                </a:moveTo>
                <a:lnTo>
                  <a:pt x="7648159" y="1075882"/>
                </a:lnTo>
                <a:lnTo>
                  <a:pt x="7648159" y="1206076"/>
                </a:lnTo>
                <a:lnTo>
                  <a:pt x="7193139" y="1206076"/>
                </a:lnTo>
                <a:close/>
                <a:moveTo>
                  <a:pt x="6188669" y="1075882"/>
                </a:moveTo>
                <a:lnTo>
                  <a:pt x="6674501" y="1075882"/>
                </a:lnTo>
                <a:lnTo>
                  <a:pt x="6674501" y="1206076"/>
                </a:lnTo>
                <a:lnTo>
                  <a:pt x="6188669" y="1206076"/>
                </a:lnTo>
                <a:close/>
                <a:moveTo>
                  <a:pt x="5574793" y="1075882"/>
                </a:moveTo>
                <a:lnTo>
                  <a:pt x="6073294" y="1075882"/>
                </a:lnTo>
                <a:lnTo>
                  <a:pt x="6073294" y="1206076"/>
                </a:lnTo>
                <a:lnTo>
                  <a:pt x="5574793" y="1206076"/>
                </a:lnTo>
                <a:close/>
                <a:moveTo>
                  <a:pt x="4792811" y="1075882"/>
                </a:moveTo>
                <a:lnTo>
                  <a:pt x="5291307" y="1075882"/>
                </a:lnTo>
                <a:lnTo>
                  <a:pt x="5291307" y="1206076"/>
                </a:lnTo>
                <a:lnTo>
                  <a:pt x="4792811" y="1206076"/>
                </a:lnTo>
                <a:close/>
                <a:moveTo>
                  <a:pt x="2285298" y="1075882"/>
                </a:moveTo>
                <a:lnTo>
                  <a:pt x="2771132" y="1075882"/>
                </a:lnTo>
                <a:lnTo>
                  <a:pt x="2771132" y="1206076"/>
                </a:lnTo>
                <a:lnTo>
                  <a:pt x="2285298" y="1206076"/>
                </a:lnTo>
                <a:close/>
                <a:moveTo>
                  <a:pt x="1492927" y="1075882"/>
                </a:moveTo>
                <a:lnTo>
                  <a:pt x="1945589" y="1075882"/>
                </a:lnTo>
                <a:cubicBezTo>
                  <a:pt x="1944041" y="1077590"/>
                  <a:pt x="1942273" y="1079022"/>
                  <a:pt x="1940491" y="1080455"/>
                </a:cubicBezTo>
                <a:lnTo>
                  <a:pt x="1939110" y="1080455"/>
                </a:lnTo>
                <a:lnTo>
                  <a:pt x="1939524" y="1081320"/>
                </a:lnTo>
                <a:cubicBezTo>
                  <a:pt x="1939165" y="1081707"/>
                  <a:pt x="1938755" y="1082034"/>
                  <a:pt x="1938345" y="1082361"/>
                </a:cubicBezTo>
                <a:lnTo>
                  <a:pt x="1940022" y="1082361"/>
                </a:lnTo>
                <a:lnTo>
                  <a:pt x="1999205" y="1206076"/>
                </a:lnTo>
                <a:lnTo>
                  <a:pt x="1550403" y="1206076"/>
                </a:lnTo>
                <a:close/>
                <a:moveTo>
                  <a:pt x="985097" y="1075882"/>
                </a:moveTo>
                <a:lnTo>
                  <a:pt x="1468672" y="1075882"/>
                </a:lnTo>
                <a:lnTo>
                  <a:pt x="1468672" y="1206076"/>
                </a:lnTo>
                <a:lnTo>
                  <a:pt x="985097" y="1206076"/>
                </a:lnTo>
                <a:close/>
                <a:moveTo>
                  <a:pt x="0" y="1075882"/>
                </a:moveTo>
                <a:lnTo>
                  <a:pt x="877145" y="1075882"/>
                </a:lnTo>
                <a:lnTo>
                  <a:pt x="877145" y="1098345"/>
                </a:lnTo>
                <a:lnTo>
                  <a:pt x="869625" y="1098345"/>
                </a:lnTo>
                <a:lnTo>
                  <a:pt x="506025" y="1098345"/>
                </a:lnTo>
                <a:lnTo>
                  <a:pt x="506025" y="1206076"/>
                </a:lnTo>
                <a:lnTo>
                  <a:pt x="0" y="1206076"/>
                </a:lnTo>
                <a:close/>
                <a:moveTo>
                  <a:pt x="4174413" y="1075881"/>
                </a:moveTo>
                <a:lnTo>
                  <a:pt x="4660572" y="1075881"/>
                </a:lnTo>
                <a:cubicBezTo>
                  <a:pt x="4654171" y="1120550"/>
                  <a:pt x="4645505" y="1164090"/>
                  <a:pt x="4633997" y="1206075"/>
                </a:cubicBezTo>
                <a:lnTo>
                  <a:pt x="4129883" y="1206075"/>
                </a:lnTo>
                <a:cubicBezTo>
                  <a:pt x="4148445" y="1169059"/>
                  <a:pt x="4163826" y="1125090"/>
                  <a:pt x="4174413" y="1075881"/>
                </a:cubicBezTo>
                <a:close/>
                <a:moveTo>
                  <a:pt x="3305162" y="1075881"/>
                </a:moveTo>
                <a:lnTo>
                  <a:pt x="3790976" y="1075881"/>
                </a:lnTo>
                <a:cubicBezTo>
                  <a:pt x="3801558" y="1125090"/>
                  <a:pt x="3816942" y="1169059"/>
                  <a:pt x="3835506" y="1206075"/>
                </a:cubicBezTo>
                <a:lnTo>
                  <a:pt x="3330959" y="1206075"/>
                </a:lnTo>
                <a:cubicBezTo>
                  <a:pt x="3319852" y="1164035"/>
                  <a:pt x="3311209" y="1120545"/>
                  <a:pt x="3305162" y="1075881"/>
                </a:cubicBezTo>
                <a:close/>
                <a:moveTo>
                  <a:pt x="10587776" y="879486"/>
                </a:moveTo>
                <a:lnTo>
                  <a:pt x="11280821" y="879486"/>
                </a:lnTo>
                <a:cubicBezTo>
                  <a:pt x="11304371" y="915413"/>
                  <a:pt x="11325405" y="952210"/>
                  <a:pt x="11338792" y="993628"/>
                </a:cubicBezTo>
                <a:lnTo>
                  <a:pt x="10727828" y="995899"/>
                </a:lnTo>
                <a:close/>
                <a:moveTo>
                  <a:pt x="9781432" y="877625"/>
                </a:moveTo>
                <a:lnTo>
                  <a:pt x="10286039" y="877625"/>
                </a:lnTo>
                <a:lnTo>
                  <a:pt x="10286039" y="993788"/>
                </a:lnTo>
                <a:lnTo>
                  <a:pt x="9781432" y="993788"/>
                </a:lnTo>
                <a:close/>
                <a:moveTo>
                  <a:pt x="8877431" y="877625"/>
                </a:moveTo>
                <a:lnTo>
                  <a:pt x="9382033" y="877625"/>
                </a:lnTo>
                <a:lnTo>
                  <a:pt x="9382033" y="993788"/>
                </a:lnTo>
                <a:lnTo>
                  <a:pt x="8877431" y="993788"/>
                </a:lnTo>
                <a:close/>
                <a:moveTo>
                  <a:pt x="7678004" y="877625"/>
                </a:moveTo>
                <a:lnTo>
                  <a:pt x="8501703" y="877625"/>
                </a:lnTo>
                <a:lnTo>
                  <a:pt x="8501703" y="993788"/>
                </a:lnTo>
                <a:lnTo>
                  <a:pt x="7726316" y="993788"/>
                </a:lnTo>
                <a:close/>
                <a:moveTo>
                  <a:pt x="7193139" y="877625"/>
                </a:moveTo>
                <a:lnTo>
                  <a:pt x="7648159" y="877625"/>
                </a:lnTo>
                <a:lnTo>
                  <a:pt x="7648159" y="993788"/>
                </a:lnTo>
                <a:lnTo>
                  <a:pt x="7193139" y="993788"/>
                </a:lnTo>
                <a:close/>
                <a:moveTo>
                  <a:pt x="6188669" y="877625"/>
                </a:moveTo>
                <a:lnTo>
                  <a:pt x="7056268" y="877625"/>
                </a:lnTo>
                <a:lnTo>
                  <a:pt x="7056268" y="988326"/>
                </a:lnTo>
                <a:lnTo>
                  <a:pt x="6674501" y="988326"/>
                </a:lnTo>
                <a:lnTo>
                  <a:pt x="6674501" y="993788"/>
                </a:lnTo>
                <a:lnTo>
                  <a:pt x="6188669" y="993788"/>
                </a:lnTo>
                <a:close/>
                <a:moveTo>
                  <a:pt x="5574793" y="877625"/>
                </a:moveTo>
                <a:lnTo>
                  <a:pt x="6073294" y="877625"/>
                </a:lnTo>
                <a:lnTo>
                  <a:pt x="6073294" y="993788"/>
                </a:lnTo>
                <a:lnTo>
                  <a:pt x="5574793" y="993788"/>
                </a:lnTo>
                <a:close/>
                <a:moveTo>
                  <a:pt x="4792811" y="877625"/>
                </a:moveTo>
                <a:lnTo>
                  <a:pt x="5291307" y="877625"/>
                </a:lnTo>
                <a:lnTo>
                  <a:pt x="5291307" y="993788"/>
                </a:lnTo>
                <a:lnTo>
                  <a:pt x="4792811" y="993788"/>
                </a:lnTo>
                <a:close/>
                <a:moveTo>
                  <a:pt x="2285298" y="877625"/>
                </a:moveTo>
                <a:lnTo>
                  <a:pt x="3161500" y="877625"/>
                </a:lnTo>
                <a:lnTo>
                  <a:pt x="3161500" y="988326"/>
                </a:lnTo>
                <a:lnTo>
                  <a:pt x="2771132" y="988326"/>
                </a:lnTo>
                <a:lnTo>
                  <a:pt x="2771132" y="993788"/>
                </a:lnTo>
                <a:lnTo>
                  <a:pt x="2285298" y="993788"/>
                </a:lnTo>
                <a:close/>
                <a:moveTo>
                  <a:pt x="985097" y="877625"/>
                </a:moveTo>
                <a:lnTo>
                  <a:pt x="2107746" y="877625"/>
                </a:lnTo>
                <a:cubicBezTo>
                  <a:pt x="2086278" y="919656"/>
                  <a:pt x="2059665" y="958619"/>
                  <a:pt x="2028664" y="993788"/>
                </a:cubicBezTo>
                <a:lnTo>
                  <a:pt x="985097" y="993788"/>
                </a:lnTo>
                <a:close/>
                <a:moveTo>
                  <a:pt x="0" y="877625"/>
                </a:moveTo>
                <a:lnTo>
                  <a:pt x="877145" y="877625"/>
                </a:lnTo>
                <a:lnTo>
                  <a:pt x="877145" y="993788"/>
                </a:lnTo>
                <a:lnTo>
                  <a:pt x="0" y="993788"/>
                </a:lnTo>
                <a:close/>
                <a:moveTo>
                  <a:pt x="4199211" y="877624"/>
                </a:moveTo>
                <a:lnTo>
                  <a:pt x="4674176" y="877624"/>
                </a:lnTo>
                <a:cubicBezTo>
                  <a:pt x="4674327" y="879591"/>
                  <a:pt x="4674332" y="881557"/>
                  <a:pt x="4674332" y="883528"/>
                </a:cubicBezTo>
                <a:cubicBezTo>
                  <a:pt x="4674332" y="920824"/>
                  <a:pt x="4672822" y="957628"/>
                  <a:pt x="4669465" y="993787"/>
                </a:cubicBezTo>
                <a:lnTo>
                  <a:pt x="4189743" y="993787"/>
                </a:lnTo>
                <a:cubicBezTo>
                  <a:pt x="4195970" y="956882"/>
                  <a:pt x="4199133" y="917914"/>
                  <a:pt x="4199211" y="877624"/>
                </a:cubicBezTo>
                <a:close/>
                <a:moveTo>
                  <a:pt x="3291213" y="877624"/>
                </a:moveTo>
                <a:lnTo>
                  <a:pt x="3766173" y="877624"/>
                </a:lnTo>
                <a:cubicBezTo>
                  <a:pt x="3766256" y="917914"/>
                  <a:pt x="3769415" y="956882"/>
                  <a:pt x="3775650" y="993787"/>
                </a:cubicBezTo>
                <a:lnTo>
                  <a:pt x="3295989" y="993787"/>
                </a:lnTo>
                <a:cubicBezTo>
                  <a:pt x="3292572" y="957632"/>
                  <a:pt x="3291057" y="920824"/>
                  <a:pt x="3291057" y="883528"/>
                </a:cubicBezTo>
                <a:close/>
                <a:moveTo>
                  <a:pt x="10461146" y="710797"/>
                </a:moveTo>
                <a:lnTo>
                  <a:pt x="11109160" y="710797"/>
                </a:lnTo>
                <a:cubicBezTo>
                  <a:pt x="11109161" y="710797"/>
                  <a:pt x="11109161" y="710798"/>
                  <a:pt x="11109162" y="710798"/>
                </a:cubicBezTo>
                <a:lnTo>
                  <a:pt x="11121245" y="710798"/>
                </a:lnTo>
                <a:lnTo>
                  <a:pt x="11122337" y="711693"/>
                </a:lnTo>
                <a:lnTo>
                  <a:pt x="11118350" y="711693"/>
                </a:lnTo>
                <a:cubicBezTo>
                  <a:pt x="11153339" y="736641"/>
                  <a:pt x="11185427" y="765257"/>
                  <a:pt x="11213739" y="797219"/>
                </a:cubicBezTo>
                <a:lnTo>
                  <a:pt x="10517279" y="797218"/>
                </a:lnTo>
                <a:cubicBezTo>
                  <a:pt x="10497025" y="770452"/>
                  <a:pt x="10475239" y="741481"/>
                  <a:pt x="10461146" y="710797"/>
                </a:cubicBezTo>
                <a:close/>
                <a:moveTo>
                  <a:pt x="9781432" y="709293"/>
                </a:moveTo>
                <a:lnTo>
                  <a:pt x="10286039" y="709293"/>
                </a:lnTo>
                <a:lnTo>
                  <a:pt x="10286039" y="795531"/>
                </a:lnTo>
                <a:lnTo>
                  <a:pt x="9781432" y="795531"/>
                </a:lnTo>
                <a:close/>
                <a:moveTo>
                  <a:pt x="8877431" y="709293"/>
                </a:moveTo>
                <a:lnTo>
                  <a:pt x="9382033" y="709293"/>
                </a:lnTo>
                <a:lnTo>
                  <a:pt x="9382033" y="795531"/>
                </a:lnTo>
                <a:lnTo>
                  <a:pt x="8877431" y="795531"/>
                </a:lnTo>
                <a:close/>
                <a:moveTo>
                  <a:pt x="8042875" y="709293"/>
                </a:moveTo>
                <a:lnTo>
                  <a:pt x="8501703" y="709293"/>
                </a:lnTo>
                <a:lnTo>
                  <a:pt x="8501703" y="795531"/>
                </a:lnTo>
                <a:lnTo>
                  <a:pt x="8042875" y="795531"/>
                </a:lnTo>
                <a:close/>
                <a:moveTo>
                  <a:pt x="7193139" y="709293"/>
                </a:moveTo>
                <a:lnTo>
                  <a:pt x="7996240" y="709293"/>
                </a:lnTo>
                <a:lnTo>
                  <a:pt x="8036152" y="795531"/>
                </a:lnTo>
                <a:lnTo>
                  <a:pt x="7193139" y="795531"/>
                </a:lnTo>
                <a:close/>
                <a:moveTo>
                  <a:pt x="6188669" y="709293"/>
                </a:moveTo>
                <a:lnTo>
                  <a:pt x="6674501" y="709293"/>
                </a:lnTo>
                <a:lnTo>
                  <a:pt x="6674501" y="714671"/>
                </a:lnTo>
                <a:lnTo>
                  <a:pt x="7056268" y="714671"/>
                </a:lnTo>
                <a:lnTo>
                  <a:pt x="7056268" y="795531"/>
                </a:lnTo>
                <a:lnTo>
                  <a:pt x="6188669" y="795531"/>
                </a:lnTo>
                <a:close/>
                <a:moveTo>
                  <a:pt x="5574793" y="709293"/>
                </a:moveTo>
                <a:lnTo>
                  <a:pt x="6073294" y="709293"/>
                </a:lnTo>
                <a:lnTo>
                  <a:pt x="6073294" y="795531"/>
                </a:lnTo>
                <a:lnTo>
                  <a:pt x="5574793" y="795531"/>
                </a:lnTo>
                <a:close/>
                <a:moveTo>
                  <a:pt x="4792811" y="709293"/>
                </a:moveTo>
                <a:lnTo>
                  <a:pt x="5291307" y="709293"/>
                </a:lnTo>
                <a:lnTo>
                  <a:pt x="5291307" y="795531"/>
                </a:lnTo>
                <a:lnTo>
                  <a:pt x="4792811" y="795531"/>
                </a:lnTo>
                <a:close/>
                <a:moveTo>
                  <a:pt x="2285298" y="709293"/>
                </a:moveTo>
                <a:lnTo>
                  <a:pt x="2771132" y="709293"/>
                </a:lnTo>
                <a:lnTo>
                  <a:pt x="2771132" y="714671"/>
                </a:lnTo>
                <a:lnTo>
                  <a:pt x="3161500" y="714671"/>
                </a:lnTo>
                <a:lnTo>
                  <a:pt x="3161500" y="795531"/>
                </a:lnTo>
                <a:lnTo>
                  <a:pt x="2285298" y="795531"/>
                </a:lnTo>
                <a:close/>
                <a:moveTo>
                  <a:pt x="1709143" y="709293"/>
                </a:moveTo>
                <a:lnTo>
                  <a:pt x="2169670" y="709293"/>
                </a:lnTo>
                <a:cubicBezTo>
                  <a:pt x="2163895" y="738935"/>
                  <a:pt x="2155552" y="767712"/>
                  <a:pt x="2145130" y="795531"/>
                </a:cubicBezTo>
                <a:lnTo>
                  <a:pt x="1595923" y="795531"/>
                </a:lnTo>
                <a:cubicBezTo>
                  <a:pt x="1642913" y="780533"/>
                  <a:pt x="1682554" y="749578"/>
                  <a:pt x="1709143" y="709293"/>
                </a:cubicBezTo>
                <a:close/>
                <a:moveTo>
                  <a:pt x="985097" y="709293"/>
                </a:moveTo>
                <a:lnTo>
                  <a:pt x="1469893" y="709293"/>
                </a:lnTo>
                <a:lnTo>
                  <a:pt x="1469893" y="795531"/>
                </a:lnTo>
                <a:lnTo>
                  <a:pt x="985097" y="795531"/>
                </a:lnTo>
                <a:close/>
                <a:moveTo>
                  <a:pt x="0" y="709293"/>
                </a:moveTo>
                <a:lnTo>
                  <a:pt x="877145" y="709293"/>
                </a:lnTo>
                <a:lnTo>
                  <a:pt x="877145" y="795531"/>
                </a:lnTo>
                <a:lnTo>
                  <a:pt x="0" y="795531"/>
                </a:lnTo>
                <a:close/>
                <a:moveTo>
                  <a:pt x="4189251" y="709292"/>
                </a:moveTo>
                <a:lnTo>
                  <a:pt x="4662658" y="709292"/>
                </a:lnTo>
                <a:cubicBezTo>
                  <a:pt x="4666812" y="737581"/>
                  <a:pt x="4669621" y="766357"/>
                  <a:pt x="4671191" y="795530"/>
                </a:cubicBezTo>
                <a:lnTo>
                  <a:pt x="4197682" y="795530"/>
                </a:lnTo>
                <a:cubicBezTo>
                  <a:pt x="4197148" y="765777"/>
                  <a:pt x="4194298" y="736917"/>
                  <a:pt x="4189251" y="709292"/>
                </a:cubicBezTo>
                <a:close/>
                <a:moveTo>
                  <a:pt x="3302730" y="709292"/>
                </a:moveTo>
                <a:lnTo>
                  <a:pt x="3776138" y="709292"/>
                </a:lnTo>
                <a:cubicBezTo>
                  <a:pt x="3771091" y="736917"/>
                  <a:pt x="3768241" y="765777"/>
                  <a:pt x="3767701" y="795530"/>
                </a:cubicBezTo>
                <a:lnTo>
                  <a:pt x="3294197" y="795530"/>
                </a:lnTo>
                <a:cubicBezTo>
                  <a:pt x="3295768" y="766357"/>
                  <a:pt x="3298581" y="737581"/>
                  <a:pt x="3302730" y="709292"/>
                </a:cubicBezTo>
                <a:close/>
                <a:moveTo>
                  <a:pt x="10418948" y="565540"/>
                </a:moveTo>
                <a:lnTo>
                  <a:pt x="10949595" y="565540"/>
                </a:lnTo>
                <a:cubicBezTo>
                  <a:pt x="10953670" y="570456"/>
                  <a:pt x="10958769" y="574162"/>
                  <a:pt x="10964075" y="577567"/>
                </a:cubicBezTo>
                <a:lnTo>
                  <a:pt x="11026395" y="628529"/>
                </a:lnTo>
                <a:lnTo>
                  <a:pt x="10434083" y="628529"/>
                </a:lnTo>
                <a:cubicBezTo>
                  <a:pt x="10426940" y="608233"/>
                  <a:pt x="10421851" y="587175"/>
                  <a:pt x="10418948" y="565540"/>
                </a:cubicBezTo>
                <a:close/>
                <a:moveTo>
                  <a:pt x="9781432" y="564344"/>
                </a:moveTo>
                <a:lnTo>
                  <a:pt x="10286039" y="564344"/>
                </a:lnTo>
                <a:lnTo>
                  <a:pt x="10286039" y="627199"/>
                </a:lnTo>
                <a:lnTo>
                  <a:pt x="9781432" y="627199"/>
                </a:lnTo>
                <a:close/>
                <a:moveTo>
                  <a:pt x="8877431" y="564344"/>
                </a:moveTo>
                <a:lnTo>
                  <a:pt x="9382033" y="564344"/>
                </a:lnTo>
                <a:lnTo>
                  <a:pt x="9382033" y="627199"/>
                </a:lnTo>
                <a:lnTo>
                  <a:pt x="8877431" y="627199"/>
                </a:lnTo>
                <a:close/>
                <a:moveTo>
                  <a:pt x="8042875" y="564344"/>
                </a:moveTo>
                <a:lnTo>
                  <a:pt x="8501703" y="564344"/>
                </a:lnTo>
                <a:lnTo>
                  <a:pt x="8501703" y="627199"/>
                </a:lnTo>
                <a:lnTo>
                  <a:pt x="8042875" y="627199"/>
                </a:lnTo>
                <a:close/>
                <a:moveTo>
                  <a:pt x="7193139" y="564344"/>
                </a:moveTo>
                <a:lnTo>
                  <a:pt x="7929154" y="564344"/>
                </a:lnTo>
                <a:lnTo>
                  <a:pt x="7958244" y="627199"/>
                </a:lnTo>
                <a:lnTo>
                  <a:pt x="7193139" y="627199"/>
                </a:lnTo>
                <a:close/>
                <a:moveTo>
                  <a:pt x="6188669" y="564344"/>
                </a:moveTo>
                <a:lnTo>
                  <a:pt x="6674501" y="564344"/>
                </a:lnTo>
                <a:lnTo>
                  <a:pt x="6674501" y="627199"/>
                </a:lnTo>
                <a:lnTo>
                  <a:pt x="6188669" y="627199"/>
                </a:lnTo>
                <a:close/>
                <a:moveTo>
                  <a:pt x="5574793" y="564344"/>
                </a:moveTo>
                <a:lnTo>
                  <a:pt x="6073294" y="564344"/>
                </a:lnTo>
                <a:lnTo>
                  <a:pt x="6073294" y="627199"/>
                </a:lnTo>
                <a:lnTo>
                  <a:pt x="5574793" y="627199"/>
                </a:lnTo>
                <a:close/>
                <a:moveTo>
                  <a:pt x="4792811" y="564344"/>
                </a:moveTo>
                <a:lnTo>
                  <a:pt x="5291307" y="564344"/>
                </a:lnTo>
                <a:lnTo>
                  <a:pt x="5291307" y="627199"/>
                </a:lnTo>
                <a:lnTo>
                  <a:pt x="4792811" y="627199"/>
                </a:lnTo>
                <a:close/>
                <a:moveTo>
                  <a:pt x="2285298" y="564344"/>
                </a:moveTo>
                <a:lnTo>
                  <a:pt x="2771132" y="564344"/>
                </a:lnTo>
                <a:lnTo>
                  <a:pt x="2771132" y="627199"/>
                </a:lnTo>
                <a:lnTo>
                  <a:pt x="2285298" y="627199"/>
                </a:lnTo>
                <a:close/>
                <a:moveTo>
                  <a:pt x="1743635" y="564344"/>
                </a:moveTo>
                <a:lnTo>
                  <a:pt x="2184512" y="564344"/>
                </a:lnTo>
                <a:cubicBezTo>
                  <a:pt x="2184766" y="566886"/>
                  <a:pt x="2184779" y="569428"/>
                  <a:pt x="2184779" y="571975"/>
                </a:cubicBezTo>
                <a:lnTo>
                  <a:pt x="2181588" y="627199"/>
                </a:lnTo>
                <a:lnTo>
                  <a:pt x="1742032" y="627199"/>
                </a:lnTo>
                <a:cubicBezTo>
                  <a:pt x="1744814" y="614498"/>
                  <a:pt x="1746020" y="601328"/>
                  <a:pt x="1746020" y="587881"/>
                </a:cubicBezTo>
                <a:close/>
                <a:moveTo>
                  <a:pt x="985097" y="564344"/>
                </a:moveTo>
                <a:lnTo>
                  <a:pt x="1469893" y="564344"/>
                </a:lnTo>
                <a:lnTo>
                  <a:pt x="1469893" y="627199"/>
                </a:lnTo>
                <a:lnTo>
                  <a:pt x="985097" y="627199"/>
                </a:lnTo>
                <a:close/>
                <a:moveTo>
                  <a:pt x="0" y="564344"/>
                </a:moveTo>
                <a:lnTo>
                  <a:pt x="505721" y="564344"/>
                </a:lnTo>
                <a:lnTo>
                  <a:pt x="505721" y="627199"/>
                </a:lnTo>
                <a:lnTo>
                  <a:pt x="0" y="627199"/>
                </a:lnTo>
                <a:close/>
                <a:moveTo>
                  <a:pt x="4156173" y="564343"/>
                </a:moveTo>
                <a:lnTo>
                  <a:pt x="4635244" y="564343"/>
                </a:lnTo>
                <a:cubicBezTo>
                  <a:pt x="4640872" y="584882"/>
                  <a:pt x="4645555" y="605853"/>
                  <a:pt x="4649285" y="627198"/>
                </a:cubicBezTo>
                <a:lnTo>
                  <a:pt x="4173561" y="627198"/>
                </a:lnTo>
                <a:cubicBezTo>
                  <a:pt x="4169315" y="604960"/>
                  <a:pt x="4163223" y="584012"/>
                  <a:pt x="4156173" y="564343"/>
                </a:cubicBezTo>
                <a:close/>
                <a:moveTo>
                  <a:pt x="3330140" y="564343"/>
                </a:moveTo>
                <a:lnTo>
                  <a:pt x="3809216" y="564343"/>
                </a:lnTo>
                <a:cubicBezTo>
                  <a:pt x="3802169" y="584012"/>
                  <a:pt x="3796073" y="604960"/>
                  <a:pt x="3791828" y="627198"/>
                </a:cubicBezTo>
                <a:lnTo>
                  <a:pt x="3316108" y="627198"/>
                </a:lnTo>
                <a:cubicBezTo>
                  <a:pt x="3319832" y="605853"/>
                  <a:pt x="3324517" y="584882"/>
                  <a:pt x="3330140" y="564343"/>
                </a:cubicBezTo>
                <a:close/>
                <a:moveTo>
                  <a:pt x="11305691" y="441367"/>
                </a:moveTo>
                <a:lnTo>
                  <a:pt x="11306110" y="441367"/>
                </a:lnTo>
                <a:lnTo>
                  <a:pt x="11306110" y="441726"/>
                </a:lnTo>
                <a:close/>
                <a:moveTo>
                  <a:pt x="10419150" y="441367"/>
                </a:moveTo>
                <a:lnTo>
                  <a:pt x="10893359" y="441367"/>
                </a:lnTo>
                <a:cubicBezTo>
                  <a:pt x="10886582" y="455880"/>
                  <a:pt x="10890875" y="469945"/>
                  <a:pt x="10894757" y="483273"/>
                </a:cubicBezTo>
                <a:lnTo>
                  <a:pt x="10419058" y="483273"/>
                </a:lnTo>
                <a:cubicBezTo>
                  <a:pt x="10417969" y="476587"/>
                  <a:pt x="10417854" y="469854"/>
                  <a:pt x="10417854" y="463084"/>
                </a:cubicBezTo>
                <a:close/>
                <a:moveTo>
                  <a:pt x="9781432" y="440432"/>
                </a:moveTo>
                <a:lnTo>
                  <a:pt x="10286039" y="440432"/>
                </a:lnTo>
                <a:lnTo>
                  <a:pt x="10286039" y="482250"/>
                </a:lnTo>
                <a:lnTo>
                  <a:pt x="9781432" y="482250"/>
                </a:lnTo>
                <a:close/>
                <a:moveTo>
                  <a:pt x="8877431" y="440432"/>
                </a:moveTo>
                <a:lnTo>
                  <a:pt x="9382033" y="440432"/>
                </a:lnTo>
                <a:lnTo>
                  <a:pt x="9382033" y="482250"/>
                </a:lnTo>
                <a:lnTo>
                  <a:pt x="8877431" y="482250"/>
                </a:lnTo>
                <a:close/>
                <a:moveTo>
                  <a:pt x="8042875" y="440432"/>
                </a:moveTo>
                <a:lnTo>
                  <a:pt x="8501703" y="440432"/>
                </a:lnTo>
                <a:lnTo>
                  <a:pt x="8501703" y="482250"/>
                </a:lnTo>
                <a:lnTo>
                  <a:pt x="8042875" y="482250"/>
                </a:lnTo>
                <a:close/>
                <a:moveTo>
                  <a:pt x="7193139" y="440432"/>
                </a:moveTo>
                <a:lnTo>
                  <a:pt x="7871807" y="440432"/>
                </a:lnTo>
                <a:lnTo>
                  <a:pt x="7891162" y="482250"/>
                </a:lnTo>
                <a:lnTo>
                  <a:pt x="7193139" y="482250"/>
                </a:lnTo>
                <a:close/>
                <a:moveTo>
                  <a:pt x="6188669" y="440432"/>
                </a:moveTo>
                <a:lnTo>
                  <a:pt x="6674501" y="440432"/>
                </a:lnTo>
                <a:lnTo>
                  <a:pt x="6674501" y="482250"/>
                </a:lnTo>
                <a:lnTo>
                  <a:pt x="6188669" y="482250"/>
                </a:lnTo>
                <a:close/>
                <a:moveTo>
                  <a:pt x="5574793" y="440432"/>
                </a:moveTo>
                <a:lnTo>
                  <a:pt x="6073294" y="440432"/>
                </a:lnTo>
                <a:lnTo>
                  <a:pt x="6073294" y="482250"/>
                </a:lnTo>
                <a:lnTo>
                  <a:pt x="5574793" y="482250"/>
                </a:lnTo>
                <a:close/>
                <a:moveTo>
                  <a:pt x="4792811" y="440432"/>
                </a:moveTo>
                <a:lnTo>
                  <a:pt x="5291307" y="440432"/>
                </a:lnTo>
                <a:lnTo>
                  <a:pt x="5291307" y="482250"/>
                </a:lnTo>
                <a:lnTo>
                  <a:pt x="4792811" y="482250"/>
                </a:lnTo>
                <a:close/>
                <a:moveTo>
                  <a:pt x="2285298" y="440432"/>
                </a:moveTo>
                <a:lnTo>
                  <a:pt x="2771132" y="440432"/>
                </a:lnTo>
                <a:lnTo>
                  <a:pt x="2771132" y="482250"/>
                </a:lnTo>
                <a:lnTo>
                  <a:pt x="2285298" y="482250"/>
                </a:lnTo>
                <a:close/>
                <a:moveTo>
                  <a:pt x="1688066" y="440432"/>
                </a:moveTo>
                <a:lnTo>
                  <a:pt x="2171374" y="440432"/>
                </a:lnTo>
                <a:cubicBezTo>
                  <a:pt x="2174308" y="454201"/>
                  <a:pt x="2176703" y="468150"/>
                  <a:pt x="2178605" y="482250"/>
                </a:cubicBezTo>
                <a:lnTo>
                  <a:pt x="1717768" y="482250"/>
                </a:lnTo>
                <a:cubicBezTo>
                  <a:pt x="1710308" y="466635"/>
                  <a:pt x="1700209" y="452603"/>
                  <a:pt x="1688066" y="440432"/>
                </a:cubicBezTo>
                <a:close/>
                <a:moveTo>
                  <a:pt x="985097" y="440432"/>
                </a:moveTo>
                <a:lnTo>
                  <a:pt x="1469893" y="440432"/>
                </a:lnTo>
                <a:lnTo>
                  <a:pt x="1469893" y="482250"/>
                </a:lnTo>
                <a:lnTo>
                  <a:pt x="985097" y="482250"/>
                </a:lnTo>
                <a:close/>
                <a:moveTo>
                  <a:pt x="0" y="440432"/>
                </a:moveTo>
                <a:lnTo>
                  <a:pt x="505721" y="440432"/>
                </a:lnTo>
                <a:lnTo>
                  <a:pt x="505721" y="482250"/>
                </a:lnTo>
                <a:lnTo>
                  <a:pt x="0" y="482250"/>
                </a:lnTo>
                <a:close/>
                <a:moveTo>
                  <a:pt x="4093268" y="440431"/>
                </a:moveTo>
                <a:lnTo>
                  <a:pt x="4597023" y="440431"/>
                </a:lnTo>
                <a:cubicBezTo>
                  <a:pt x="4602558" y="454039"/>
                  <a:pt x="4607425" y="468006"/>
                  <a:pt x="4611768" y="482249"/>
                </a:cubicBezTo>
                <a:lnTo>
                  <a:pt x="4120709" y="482249"/>
                </a:lnTo>
                <a:cubicBezTo>
                  <a:pt x="4112199" y="466767"/>
                  <a:pt x="4103118" y="452703"/>
                  <a:pt x="4093268" y="440431"/>
                </a:cubicBezTo>
                <a:close/>
                <a:moveTo>
                  <a:pt x="3368371" y="440431"/>
                </a:moveTo>
                <a:lnTo>
                  <a:pt x="3872116" y="440431"/>
                </a:lnTo>
                <a:cubicBezTo>
                  <a:pt x="3862266" y="452703"/>
                  <a:pt x="3853190" y="466767"/>
                  <a:pt x="3844680" y="482249"/>
                </a:cubicBezTo>
                <a:lnTo>
                  <a:pt x="3353616" y="482249"/>
                </a:lnTo>
                <a:cubicBezTo>
                  <a:pt x="3357959" y="468006"/>
                  <a:pt x="3362831" y="454039"/>
                  <a:pt x="3368371" y="440431"/>
                </a:cubicBezTo>
                <a:close/>
                <a:moveTo>
                  <a:pt x="11223979" y="437563"/>
                </a:moveTo>
                <a:lnTo>
                  <a:pt x="11304274" y="437563"/>
                </a:lnTo>
                <a:lnTo>
                  <a:pt x="11304274" y="487440"/>
                </a:lnTo>
                <a:lnTo>
                  <a:pt x="11274504" y="487440"/>
                </a:lnTo>
                <a:close/>
                <a:moveTo>
                  <a:pt x="10437485" y="312620"/>
                </a:moveTo>
                <a:lnTo>
                  <a:pt x="11305204" y="312620"/>
                </a:lnTo>
                <a:lnTo>
                  <a:pt x="11305204" y="323517"/>
                </a:lnTo>
                <a:lnTo>
                  <a:pt x="11306110" y="323517"/>
                </a:lnTo>
                <a:lnTo>
                  <a:pt x="11306110" y="351547"/>
                </a:lnTo>
                <a:lnTo>
                  <a:pt x="11306110" y="359098"/>
                </a:lnTo>
                <a:lnTo>
                  <a:pt x="11305204" y="359098"/>
                </a:lnTo>
                <a:lnTo>
                  <a:pt x="11305204" y="363528"/>
                </a:lnTo>
                <a:lnTo>
                  <a:pt x="10423824" y="363528"/>
                </a:lnTo>
                <a:lnTo>
                  <a:pt x="10429797" y="336441"/>
                </a:lnTo>
                <a:close/>
                <a:moveTo>
                  <a:pt x="9781432" y="312620"/>
                </a:moveTo>
                <a:lnTo>
                  <a:pt x="10286039" y="312620"/>
                </a:lnTo>
                <a:lnTo>
                  <a:pt x="10286039" y="322833"/>
                </a:lnTo>
                <a:lnTo>
                  <a:pt x="10286039" y="358338"/>
                </a:lnTo>
                <a:lnTo>
                  <a:pt x="10286039" y="358339"/>
                </a:lnTo>
                <a:lnTo>
                  <a:pt x="9781432" y="358339"/>
                </a:lnTo>
                <a:lnTo>
                  <a:pt x="9781432" y="358338"/>
                </a:lnTo>
                <a:lnTo>
                  <a:pt x="9781432" y="322833"/>
                </a:lnTo>
                <a:close/>
                <a:moveTo>
                  <a:pt x="8611213" y="312620"/>
                </a:moveTo>
                <a:lnTo>
                  <a:pt x="9666891" y="312620"/>
                </a:lnTo>
                <a:lnTo>
                  <a:pt x="9666891" y="322833"/>
                </a:lnTo>
                <a:lnTo>
                  <a:pt x="9668568" y="322833"/>
                </a:lnTo>
                <a:lnTo>
                  <a:pt x="9668568" y="358338"/>
                </a:lnTo>
                <a:lnTo>
                  <a:pt x="9666891" y="358338"/>
                </a:lnTo>
                <a:lnTo>
                  <a:pt x="9666891" y="358339"/>
                </a:lnTo>
                <a:lnTo>
                  <a:pt x="8611213" y="358339"/>
                </a:lnTo>
                <a:close/>
                <a:moveTo>
                  <a:pt x="8037009" y="312620"/>
                </a:moveTo>
                <a:lnTo>
                  <a:pt x="8500026" y="312620"/>
                </a:lnTo>
                <a:lnTo>
                  <a:pt x="8500026" y="322833"/>
                </a:lnTo>
                <a:lnTo>
                  <a:pt x="8501703" y="322833"/>
                </a:lnTo>
                <a:lnTo>
                  <a:pt x="8501703" y="358338"/>
                </a:lnTo>
                <a:lnTo>
                  <a:pt x="8500026" y="358338"/>
                </a:lnTo>
                <a:lnTo>
                  <a:pt x="8500026" y="358339"/>
                </a:lnTo>
                <a:lnTo>
                  <a:pt x="8037009" y="358339"/>
                </a:lnTo>
                <a:close/>
                <a:moveTo>
                  <a:pt x="7193139" y="312620"/>
                </a:moveTo>
                <a:lnTo>
                  <a:pt x="7812777" y="312620"/>
                </a:lnTo>
                <a:lnTo>
                  <a:pt x="7833342" y="357178"/>
                </a:lnTo>
                <a:lnTo>
                  <a:pt x="7833342" y="357314"/>
                </a:lnTo>
                <a:lnTo>
                  <a:pt x="7833816" y="358338"/>
                </a:lnTo>
                <a:lnTo>
                  <a:pt x="7833342" y="358338"/>
                </a:lnTo>
                <a:lnTo>
                  <a:pt x="7833342" y="358339"/>
                </a:lnTo>
                <a:lnTo>
                  <a:pt x="7193139" y="358339"/>
                </a:lnTo>
                <a:lnTo>
                  <a:pt x="7193139" y="358338"/>
                </a:lnTo>
                <a:lnTo>
                  <a:pt x="7193139" y="322833"/>
                </a:lnTo>
                <a:close/>
                <a:moveTo>
                  <a:pt x="6184479" y="312620"/>
                </a:moveTo>
                <a:lnTo>
                  <a:pt x="7080274" y="312620"/>
                </a:lnTo>
                <a:lnTo>
                  <a:pt x="7080274" y="322833"/>
                </a:lnTo>
                <a:lnTo>
                  <a:pt x="7080275" y="322833"/>
                </a:lnTo>
                <a:lnTo>
                  <a:pt x="7080275" y="358338"/>
                </a:lnTo>
                <a:lnTo>
                  <a:pt x="7080274" y="358338"/>
                </a:lnTo>
                <a:lnTo>
                  <a:pt x="7080274" y="358339"/>
                </a:lnTo>
                <a:lnTo>
                  <a:pt x="6184479" y="358339"/>
                </a:lnTo>
                <a:close/>
                <a:moveTo>
                  <a:pt x="5574793" y="312620"/>
                </a:moveTo>
                <a:lnTo>
                  <a:pt x="6073294" y="312620"/>
                </a:lnTo>
                <a:lnTo>
                  <a:pt x="6073294" y="322833"/>
                </a:lnTo>
                <a:lnTo>
                  <a:pt x="6073294" y="358338"/>
                </a:lnTo>
                <a:lnTo>
                  <a:pt x="6073294" y="358339"/>
                </a:lnTo>
                <a:lnTo>
                  <a:pt x="5574793" y="358339"/>
                </a:lnTo>
                <a:lnTo>
                  <a:pt x="5574793" y="358338"/>
                </a:lnTo>
                <a:lnTo>
                  <a:pt x="5574793" y="322833"/>
                </a:lnTo>
                <a:close/>
                <a:moveTo>
                  <a:pt x="4792811" y="312620"/>
                </a:moveTo>
                <a:lnTo>
                  <a:pt x="5291307" y="312620"/>
                </a:lnTo>
                <a:lnTo>
                  <a:pt x="5291307" y="322833"/>
                </a:lnTo>
                <a:lnTo>
                  <a:pt x="5291307" y="358338"/>
                </a:lnTo>
                <a:lnTo>
                  <a:pt x="5291307" y="358339"/>
                </a:lnTo>
                <a:lnTo>
                  <a:pt x="4792811" y="358339"/>
                </a:lnTo>
                <a:lnTo>
                  <a:pt x="4792811" y="358338"/>
                </a:lnTo>
                <a:lnTo>
                  <a:pt x="4792811" y="322833"/>
                </a:lnTo>
                <a:close/>
                <a:moveTo>
                  <a:pt x="2285298" y="312620"/>
                </a:moveTo>
                <a:lnTo>
                  <a:pt x="3183254" y="312620"/>
                </a:lnTo>
                <a:lnTo>
                  <a:pt x="3183254" y="322833"/>
                </a:lnTo>
                <a:lnTo>
                  <a:pt x="3183254" y="358338"/>
                </a:lnTo>
                <a:lnTo>
                  <a:pt x="3183254" y="358339"/>
                </a:lnTo>
                <a:lnTo>
                  <a:pt x="2285298" y="358339"/>
                </a:lnTo>
                <a:lnTo>
                  <a:pt x="2285298" y="358338"/>
                </a:lnTo>
                <a:lnTo>
                  <a:pt x="2285298" y="322833"/>
                </a:lnTo>
                <a:close/>
                <a:moveTo>
                  <a:pt x="985097" y="312620"/>
                </a:moveTo>
                <a:lnTo>
                  <a:pt x="2135110" y="312620"/>
                </a:lnTo>
                <a:lnTo>
                  <a:pt x="2148730" y="358335"/>
                </a:lnTo>
                <a:lnTo>
                  <a:pt x="2148731" y="358338"/>
                </a:lnTo>
                <a:lnTo>
                  <a:pt x="2148731" y="358339"/>
                </a:lnTo>
                <a:lnTo>
                  <a:pt x="985097" y="358339"/>
                </a:lnTo>
                <a:lnTo>
                  <a:pt x="985097" y="358338"/>
                </a:lnTo>
                <a:lnTo>
                  <a:pt x="985097" y="322833"/>
                </a:lnTo>
                <a:close/>
                <a:moveTo>
                  <a:pt x="0" y="312620"/>
                </a:moveTo>
                <a:lnTo>
                  <a:pt x="877145" y="312620"/>
                </a:lnTo>
                <a:lnTo>
                  <a:pt x="877145" y="322833"/>
                </a:lnTo>
                <a:lnTo>
                  <a:pt x="877145" y="358338"/>
                </a:lnTo>
                <a:lnTo>
                  <a:pt x="877145" y="358339"/>
                </a:lnTo>
                <a:lnTo>
                  <a:pt x="0" y="358339"/>
                </a:lnTo>
                <a:lnTo>
                  <a:pt x="0" y="358338"/>
                </a:lnTo>
                <a:lnTo>
                  <a:pt x="0" y="322833"/>
                </a:lnTo>
                <a:close/>
                <a:moveTo>
                  <a:pt x="3426524" y="311140"/>
                </a:moveTo>
                <a:lnTo>
                  <a:pt x="4541246" y="311140"/>
                </a:lnTo>
                <a:lnTo>
                  <a:pt x="4565836" y="363528"/>
                </a:lnTo>
                <a:lnTo>
                  <a:pt x="3720591" y="363528"/>
                </a:lnTo>
                <a:lnTo>
                  <a:pt x="3720591" y="361147"/>
                </a:lnTo>
                <a:lnTo>
                  <a:pt x="3403052" y="361147"/>
                </a:lnTo>
                <a:close/>
                <a:moveTo>
                  <a:pt x="10479636" y="204267"/>
                </a:moveTo>
                <a:lnTo>
                  <a:pt x="10671926" y="204267"/>
                </a:lnTo>
                <a:lnTo>
                  <a:pt x="11306110" y="204267"/>
                </a:lnTo>
                <a:lnTo>
                  <a:pt x="11306110" y="241250"/>
                </a:lnTo>
                <a:lnTo>
                  <a:pt x="10671926" y="241250"/>
                </a:lnTo>
                <a:lnTo>
                  <a:pt x="10463420" y="241250"/>
                </a:lnTo>
                <a:close/>
                <a:moveTo>
                  <a:pt x="9781432" y="203834"/>
                </a:moveTo>
                <a:lnTo>
                  <a:pt x="10286039" y="203834"/>
                </a:lnTo>
                <a:lnTo>
                  <a:pt x="10286039" y="240739"/>
                </a:lnTo>
                <a:lnTo>
                  <a:pt x="9781432" y="240739"/>
                </a:lnTo>
                <a:close/>
                <a:moveTo>
                  <a:pt x="8612890" y="203834"/>
                </a:moveTo>
                <a:lnTo>
                  <a:pt x="9668568" y="203834"/>
                </a:lnTo>
                <a:lnTo>
                  <a:pt x="9668568" y="240739"/>
                </a:lnTo>
                <a:lnTo>
                  <a:pt x="8612890" y="240739"/>
                </a:lnTo>
                <a:close/>
                <a:moveTo>
                  <a:pt x="8042875" y="203834"/>
                </a:moveTo>
                <a:lnTo>
                  <a:pt x="8501703" y="203834"/>
                </a:lnTo>
                <a:lnTo>
                  <a:pt x="8501703" y="240739"/>
                </a:lnTo>
                <a:lnTo>
                  <a:pt x="8042875" y="240739"/>
                </a:lnTo>
                <a:close/>
                <a:moveTo>
                  <a:pt x="7193139" y="203834"/>
                </a:moveTo>
                <a:lnTo>
                  <a:pt x="7762309" y="203834"/>
                </a:lnTo>
                <a:lnTo>
                  <a:pt x="7779389" y="240739"/>
                </a:lnTo>
                <a:lnTo>
                  <a:pt x="7193139" y="240739"/>
                </a:lnTo>
                <a:close/>
                <a:moveTo>
                  <a:pt x="6188669" y="203834"/>
                </a:moveTo>
                <a:lnTo>
                  <a:pt x="7080275" y="203834"/>
                </a:lnTo>
                <a:lnTo>
                  <a:pt x="7080275" y="240739"/>
                </a:lnTo>
                <a:lnTo>
                  <a:pt x="6188669" y="240739"/>
                </a:lnTo>
                <a:close/>
                <a:moveTo>
                  <a:pt x="5574793" y="203834"/>
                </a:moveTo>
                <a:lnTo>
                  <a:pt x="6073294" y="203834"/>
                </a:lnTo>
                <a:lnTo>
                  <a:pt x="6073294" y="240739"/>
                </a:lnTo>
                <a:lnTo>
                  <a:pt x="5574793" y="240739"/>
                </a:lnTo>
                <a:close/>
                <a:moveTo>
                  <a:pt x="4792811" y="203834"/>
                </a:moveTo>
                <a:lnTo>
                  <a:pt x="5291307" y="203834"/>
                </a:lnTo>
                <a:lnTo>
                  <a:pt x="5291307" y="240739"/>
                </a:lnTo>
                <a:lnTo>
                  <a:pt x="4792811" y="240739"/>
                </a:lnTo>
                <a:close/>
                <a:moveTo>
                  <a:pt x="2285298" y="203834"/>
                </a:moveTo>
                <a:lnTo>
                  <a:pt x="3183254" y="203834"/>
                </a:lnTo>
                <a:lnTo>
                  <a:pt x="3183254" y="240739"/>
                </a:lnTo>
                <a:lnTo>
                  <a:pt x="2285298" y="240739"/>
                </a:lnTo>
                <a:close/>
                <a:moveTo>
                  <a:pt x="985097" y="203834"/>
                </a:moveTo>
                <a:lnTo>
                  <a:pt x="2069184" y="203834"/>
                </a:lnTo>
                <a:cubicBezTo>
                  <a:pt x="2078730" y="215259"/>
                  <a:pt x="2086715" y="227762"/>
                  <a:pt x="2093941" y="240739"/>
                </a:cubicBezTo>
                <a:lnTo>
                  <a:pt x="985097" y="240739"/>
                </a:lnTo>
                <a:close/>
                <a:moveTo>
                  <a:pt x="0" y="203834"/>
                </a:moveTo>
                <a:lnTo>
                  <a:pt x="877145" y="203834"/>
                </a:lnTo>
                <a:lnTo>
                  <a:pt x="877145" y="240739"/>
                </a:lnTo>
                <a:lnTo>
                  <a:pt x="0" y="240739"/>
                </a:lnTo>
                <a:close/>
                <a:moveTo>
                  <a:pt x="3491565" y="203833"/>
                </a:moveTo>
                <a:lnTo>
                  <a:pt x="4473824" y="203833"/>
                </a:lnTo>
                <a:cubicBezTo>
                  <a:pt x="4482698" y="215677"/>
                  <a:pt x="4491028" y="228051"/>
                  <a:pt x="4499119" y="240738"/>
                </a:cubicBezTo>
                <a:lnTo>
                  <a:pt x="3466269" y="240738"/>
                </a:lnTo>
                <a:cubicBezTo>
                  <a:pt x="3474361" y="228051"/>
                  <a:pt x="3482694" y="215677"/>
                  <a:pt x="3491565" y="203833"/>
                </a:cubicBezTo>
                <a:close/>
                <a:moveTo>
                  <a:pt x="10550205" y="96959"/>
                </a:moveTo>
                <a:lnTo>
                  <a:pt x="10671926" y="96959"/>
                </a:lnTo>
                <a:lnTo>
                  <a:pt x="11306110" y="96959"/>
                </a:lnTo>
                <a:lnTo>
                  <a:pt x="11306110" y="121993"/>
                </a:lnTo>
                <a:lnTo>
                  <a:pt x="10671926" y="121993"/>
                </a:lnTo>
                <a:lnTo>
                  <a:pt x="10531544" y="121993"/>
                </a:lnTo>
                <a:close/>
                <a:moveTo>
                  <a:pt x="9781432" y="96753"/>
                </a:moveTo>
                <a:lnTo>
                  <a:pt x="10286039" y="96753"/>
                </a:lnTo>
                <a:lnTo>
                  <a:pt x="10286039" y="121735"/>
                </a:lnTo>
                <a:lnTo>
                  <a:pt x="9781432" y="121735"/>
                </a:lnTo>
                <a:close/>
                <a:moveTo>
                  <a:pt x="8612890" y="96753"/>
                </a:moveTo>
                <a:lnTo>
                  <a:pt x="9668568" y="96753"/>
                </a:lnTo>
                <a:lnTo>
                  <a:pt x="9668568" y="121735"/>
                </a:lnTo>
                <a:lnTo>
                  <a:pt x="8612890" y="121735"/>
                </a:lnTo>
                <a:close/>
                <a:moveTo>
                  <a:pt x="8042875" y="96753"/>
                </a:moveTo>
                <a:lnTo>
                  <a:pt x="8501703" y="96753"/>
                </a:lnTo>
                <a:lnTo>
                  <a:pt x="8501703" y="121735"/>
                </a:lnTo>
                <a:lnTo>
                  <a:pt x="8042875" y="121735"/>
                </a:lnTo>
                <a:close/>
                <a:moveTo>
                  <a:pt x="7193139" y="96753"/>
                </a:moveTo>
                <a:lnTo>
                  <a:pt x="7712749" y="96753"/>
                </a:lnTo>
                <a:lnTo>
                  <a:pt x="7724312" y="121735"/>
                </a:lnTo>
                <a:lnTo>
                  <a:pt x="7193139" y="121735"/>
                </a:lnTo>
                <a:close/>
                <a:moveTo>
                  <a:pt x="6188669" y="96753"/>
                </a:moveTo>
                <a:lnTo>
                  <a:pt x="7080275" y="96753"/>
                </a:lnTo>
                <a:lnTo>
                  <a:pt x="7080275" y="121735"/>
                </a:lnTo>
                <a:lnTo>
                  <a:pt x="6188669" y="121735"/>
                </a:lnTo>
                <a:close/>
                <a:moveTo>
                  <a:pt x="5574793" y="96753"/>
                </a:moveTo>
                <a:lnTo>
                  <a:pt x="6073294" y="96753"/>
                </a:lnTo>
                <a:lnTo>
                  <a:pt x="6073294" y="121735"/>
                </a:lnTo>
                <a:lnTo>
                  <a:pt x="5574793" y="121735"/>
                </a:lnTo>
                <a:close/>
                <a:moveTo>
                  <a:pt x="4792811" y="96753"/>
                </a:moveTo>
                <a:lnTo>
                  <a:pt x="5291307" y="96753"/>
                </a:lnTo>
                <a:lnTo>
                  <a:pt x="5291307" y="121735"/>
                </a:lnTo>
                <a:lnTo>
                  <a:pt x="4792811" y="121735"/>
                </a:lnTo>
                <a:close/>
                <a:moveTo>
                  <a:pt x="2285298" y="96753"/>
                </a:moveTo>
                <a:lnTo>
                  <a:pt x="3183254" y="96753"/>
                </a:lnTo>
                <a:lnTo>
                  <a:pt x="3183254" y="121735"/>
                </a:lnTo>
                <a:lnTo>
                  <a:pt x="2285298" y="121735"/>
                </a:lnTo>
                <a:close/>
                <a:moveTo>
                  <a:pt x="985097" y="96753"/>
                </a:moveTo>
                <a:lnTo>
                  <a:pt x="1978552" y="96753"/>
                </a:lnTo>
                <a:cubicBezTo>
                  <a:pt x="1987269" y="104388"/>
                  <a:pt x="1995490" y="112539"/>
                  <a:pt x="2002599" y="121735"/>
                </a:cubicBezTo>
                <a:lnTo>
                  <a:pt x="985097" y="121735"/>
                </a:lnTo>
                <a:close/>
                <a:moveTo>
                  <a:pt x="0" y="96753"/>
                </a:moveTo>
                <a:lnTo>
                  <a:pt x="877145" y="96753"/>
                </a:lnTo>
                <a:lnTo>
                  <a:pt x="877145" y="121735"/>
                </a:lnTo>
                <a:lnTo>
                  <a:pt x="0" y="121735"/>
                </a:lnTo>
                <a:close/>
                <a:moveTo>
                  <a:pt x="3581580" y="96752"/>
                </a:moveTo>
                <a:lnTo>
                  <a:pt x="4383809" y="96752"/>
                </a:lnTo>
                <a:cubicBezTo>
                  <a:pt x="4392080" y="104604"/>
                  <a:pt x="4400028" y="112884"/>
                  <a:pt x="4407456" y="121734"/>
                </a:cubicBezTo>
                <a:lnTo>
                  <a:pt x="3557933" y="121734"/>
                </a:lnTo>
                <a:cubicBezTo>
                  <a:pt x="3565365" y="112884"/>
                  <a:pt x="3573309" y="104604"/>
                  <a:pt x="3581580" y="96752"/>
                </a:cubicBezTo>
                <a:close/>
                <a:moveTo>
                  <a:pt x="10683999" y="1"/>
                </a:moveTo>
                <a:lnTo>
                  <a:pt x="10743787" y="1"/>
                </a:lnTo>
                <a:cubicBezTo>
                  <a:pt x="10762889" y="1"/>
                  <a:pt x="10781796" y="856"/>
                  <a:pt x="10800434" y="2849"/>
                </a:cubicBezTo>
                <a:lnTo>
                  <a:pt x="10800434" y="1"/>
                </a:lnTo>
                <a:lnTo>
                  <a:pt x="11306110" y="1"/>
                </a:lnTo>
                <a:lnTo>
                  <a:pt x="11306110" y="14690"/>
                </a:lnTo>
                <a:lnTo>
                  <a:pt x="10671926" y="14690"/>
                </a:lnTo>
                <a:lnTo>
                  <a:pt x="10634292" y="14690"/>
                </a:lnTo>
                <a:cubicBezTo>
                  <a:pt x="10638035" y="10809"/>
                  <a:pt x="10642253" y="7500"/>
                  <a:pt x="10646512" y="4251"/>
                </a:cubicBezTo>
                <a:lnTo>
                  <a:pt x="10646512" y="2687"/>
                </a:lnTo>
                <a:lnTo>
                  <a:pt x="10671926" y="1221"/>
                </a:lnTo>
                <a:lnTo>
                  <a:pt x="10671926" y="697"/>
                </a:lnTo>
                <a:close/>
                <a:moveTo>
                  <a:pt x="9781432" y="1"/>
                </a:moveTo>
                <a:lnTo>
                  <a:pt x="10286039" y="1"/>
                </a:lnTo>
                <a:lnTo>
                  <a:pt x="10286039" y="14659"/>
                </a:lnTo>
                <a:lnTo>
                  <a:pt x="9781432" y="14659"/>
                </a:lnTo>
                <a:close/>
                <a:moveTo>
                  <a:pt x="8612890" y="1"/>
                </a:moveTo>
                <a:lnTo>
                  <a:pt x="9668568" y="1"/>
                </a:lnTo>
                <a:lnTo>
                  <a:pt x="9668568" y="14659"/>
                </a:lnTo>
                <a:lnTo>
                  <a:pt x="8612890" y="14659"/>
                </a:lnTo>
                <a:close/>
                <a:moveTo>
                  <a:pt x="8042875" y="1"/>
                </a:moveTo>
                <a:lnTo>
                  <a:pt x="8501703" y="1"/>
                </a:lnTo>
                <a:lnTo>
                  <a:pt x="8501703" y="14659"/>
                </a:lnTo>
                <a:lnTo>
                  <a:pt x="8042875" y="14659"/>
                </a:lnTo>
                <a:close/>
                <a:moveTo>
                  <a:pt x="7193139" y="1"/>
                </a:moveTo>
                <a:lnTo>
                  <a:pt x="7667970" y="1"/>
                </a:lnTo>
                <a:lnTo>
                  <a:pt x="7674758" y="14659"/>
                </a:lnTo>
                <a:lnTo>
                  <a:pt x="7193139" y="14659"/>
                </a:lnTo>
                <a:close/>
                <a:moveTo>
                  <a:pt x="6188669" y="1"/>
                </a:moveTo>
                <a:lnTo>
                  <a:pt x="7080275" y="1"/>
                </a:lnTo>
                <a:lnTo>
                  <a:pt x="7080275" y="14659"/>
                </a:lnTo>
                <a:lnTo>
                  <a:pt x="6188669" y="14659"/>
                </a:lnTo>
                <a:close/>
                <a:moveTo>
                  <a:pt x="5574793" y="1"/>
                </a:moveTo>
                <a:lnTo>
                  <a:pt x="6073294" y="1"/>
                </a:lnTo>
                <a:lnTo>
                  <a:pt x="6073294" y="14659"/>
                </a:lnTo>
                <a:lnTo>
                  <a:pt x="5574793" y="14659"/>
                </a:lnTo>
                <a:close/>
                <a:moveTo>
                  <a:pt x="4792811" y="1"/>
                </a:moveTo>
                <a:lnTo>
                  <a:pt x="5291307" y="1"/>
                </a:lnTo>
                <a:lnTo>
                  <a:pt x="5291307" y="14659"/>
                </a:lnTo>
                <a:lnTo>
                  <a:pt x="4792811" y="14659"/>
                </a:lnTo>
                <a:close/>
                <a:moveTo>
                  <a:pt x="2285298" y="1"/>
                </a:moveTo>
                <a:lnTo>
                  <a:pt x="3183254" y="1"/>
                </a:lnTo>
                <a:lnTo>
                  <a:pt x="3183254" y="14659"/>
                </a:lnTo>
                <a:lnTo>
                  <a:pt x="2285298" y="14659"/>
                </a:lnTo>
                <a:close/>
                <a:moveTo>
                  <a:pt x="985097" y="1"/>
                </a:moveTo>
                <a:lnTo>
                  <a:pt x="1846470" y="1"/>
                </a:lnTo>
                <a:lnTo>
                  <a:pt x="1869376" y="14659"/>
                </a:lnTo>
                <a:lnTo>
                  <a:pt x="985097" y="14659"/>
                </a:lnTo>
                <a:close/>
                <a:moveTo>
                  <a:pt x="0" y="1"/>
                </a:moveTo>
                <a:lnTo>
                  <a:pt x="877145" y="1"/>
                </a:lnTo>
                <a:lnTo>
                  <a:pt x="877145" y="14659"/>
                </a:lnTo>
                <a:lnTo>
                  <a:pt x="0" y="14659"/>
                </a:lnTo>
                <a:close/>
                <a:moveTo>
                  <a:pt x="3702830" y="0"/>
                </a:moveTo>
                <a:lnTo>
                  <a:pt x="4262563" y="0"/>
                </a:lnTo>
                <a:lnTo>
                  <a:pt x="4284257" y="14658"/>
                </a:lnTo>
                <a:lnTo>
                  <a:pt x="3681132" y="1465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tIns="90000" bIns="90000" rtlCol="0" anchor="t" anchorCtr="0">
            <a:no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endParaRPr lang="en-US" sz="1800" dirty="0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76571563"/>
      </p:ext>
    </p:extLst>
  </p:cSld>
  <p:clrMapOvr>
    <a:masterClrMapping/>
  </p:clrMapOvr>
  <p:transition spd="slow">
    <p:fade/>
  </p:transition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Guidelines">
    <p:bg>
      <p:bgPr>
        <a:gradFill>
          <a:gsLst>
            <a:gs pos="0">
              <a:schemeClr val="tx1"/>
            </a:gs>
            <a:gs pos="100000">
              <a:schemeClr val="accent3"/>
            </a:gs>
          </a:gsLst>
          <a:lin ang="189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GB" noProof="0" dirty="0"/>
              <a:t>Title / key message of the slide</a:t>
            </a:r>
          </a:p>
        </p:txBody>
      </p:sp>
      <p:sp>
        <p:nvSpPr>
          <p:cNvPr id="3" name="Textplatzhalter 3"/>
          <p:cNvSpPr>
            <a:spLocks noGrp="1"/>
          </p:cNvSpPr>
          <p:nvPr>
            <p:ph type="body" sz="quarter" idx="14"/>
          </p:nvPr>
        </p:nvSpPr>
        <p:spPr>
          <a:xfrm>
            <a:off x="359532" y="869462"/>
            <a:ext cx="2520000" cy="3767675"/>
          </a:xfrm>
          <a:prstGeom prst="rect">
            <a:avLst/>
          </a:prstGeom>
          <a:solidFill>
            <a:schemeClr val="bg1">
              <a:alpha val="22000"/>
            </a:schemeClr>
          </a:solidFill>
          <a:ln>
            <a:noFill/>
          </a:ln>
        </p:spPr>
        <p:txBody>
          <a:bodyPr wrap="square" lIns="72000" tIns="72000" rIns="72000" bIns="72000">
            <a:noAutofit/>
          </a:bodyPr>
          <a:lstStyle>
            <a:lvl1pPr marL="0" indent="0">
              <a:buNone/>
              <a:defRPr lang="de-DE" sz="1100" b="0" smtClean="0">
                <a:solidFill>
                  <a:schemeClr val="bg1"/>
                </a:solidFill>
                <a:latin typeface="+mn-lt"/>
                <a:ea typeface="ヒラギノ角ゴ Pro W3"/>
                <a:cs typeface="ヒラギノ角ゴ Pro W3"/>
              </a:defRPr>
            </a:lvl1pPr>
            <a:lvl2pPr marL="228600" indent="0">
              <a:buNone/>
              <a:defRPr lang="de-DE" smtClean="0">
                <a:solidFill>
                  <a:schemeClr val="tx1"/>
                </a:solidFill>
                <a:latin typeface="Arial" charset="0"/>
                <a:ea typeface="ヒラギノ角ゴ Pro W3"/>
              </a:defRPr>
            </a:lvl2pPr>
            <a:lvl3pPr marL="688975" indent="0">
              <a:buNone/>
              <a:defRPr lang="de-DE" smtClean="0">
                <a:solidFill>
                  <a:schemeClr val="tx1"/>
                </a:solidFill>
                <a:latin typeface="Arial" charset="0"/>
                <a:ea typeface="ヒラギノ角ゴ Pro W3"/>
              </a:defRPr>
            </a:lvl3pPr>
            <a:lvl4pPr marL="1143000" indent="0">
              <a:buNone/>
              <a:defRPr lang="de-DE" smtClean="0">
                <a:solidFill>
                  <a:schemeClr val="tx1"/>
                </a:solidFill>
                <a:latin typeface="Arial" charset="0"/>
                <a:ea typeface="ヒラギノ角ゴ Pro W3"/>
              </a:defRPr>
            </a:lvl4pPr>
            <a:lvl5pPr marL="1598612" indent="0">
              <a:buNone/>
              <a:defRPr lang="en-US">
                <a:solidFill>
                  <a:schemeClr val="tx1"/>
                </a:solidFill>
                <a:latin typeface="Arial" charset="0"/>
                <a:ea typeface="ヒラギノ角ゴ Pro W3"/>
              </a:defRPr>
            </a:lvl5pPr>
          </a:lstStyle>
          <a:p>
            <a:pPr lvl="0">
              <a:lnSpc>
                <a:spcPct val="90000"/>
              </a:lnSpc>
            </a:pPr>
            <a:r>
              <a:rPr lang="en-US" noProof="0"/>
              <a:t>Click to edit Master text styles</a:t>
            </a:r>
          </a:p>
        </p:txBody>
      </p:sp>
      <p:sp>
        <p:nvSpPr>
          <p:cNvPr id="4" name="Freihandform: Form 49">
            <a:extLst>
              <a:ext uri="{FF2B5EF4-FFF2-40B4-BE49-F238E27FC236}">
                <a16:creationId xmlns:a16="http://schemas.microsoft.com/office/drawing/2014/main" id="{12A47396-4BB9-47AE-A318-09EFCEFE68F0}"/>
              </a:ext>
            </a:extLst>
          </p:cNvPr>
          <p:cNvSpPr>
            <a:spLocks noChangeAspect="1"/>
          </p:cNvSpPr>
          <p:nvPr userDrawn="1"/>
        </p:nvSpPr>
        <p:spPr>
          <a:xfrm>
            <a:off x="7655145" y="4833046"/>
            <a:ext cx="1057447" cy="184740"/>
          </a:xfrm>
          <a:custGeom>
            <a:avLst/>
            <a:gdLst>
              <a:gd name="connsiteX0" fmla="*/ 4196821 w 11362354"/>
              <a:gd name="connsiteY0" fmla="*/ 1846406 h 1972800"/>
              <a:gd name="connsiteX1" fmla="*/ 4515841 w 11362354"/>
              <a:gd name="connsiteY1" fmla="*/ 1846406 h 1972800"/>
              <a:gd name="connsiteX2" fmla="*/ 4302401 w 11362354"/>
              <a:gd name="connsiteY2" fmla="*/ 1972800 h 1972800"/>
              <a:gd name="connsiteX3" fmla="*/ 4276590 w 11362354"/>
              <a:gd name="connsiteY3" fmla="*/ 1972800 h 1972800"/>
              <a:gd name="connsiteX4" fmla="*/ 10408772 w 11362354"/>
              <a:gd name="connsiteY4" fmla="*/ 1547682 h 1972800"/>
              <a:gd name="connsiteX5" fmla="*/ 11236685 w 11362354"/>
              <a:gd name="connsiteY5" fmla="*/ 1547682 h 1972800"/>
              <a:gd name="connsiteX6" fmla="*/ 11013744 w 11362354"/>
              <a:gd name="connsiteY6" fmla="*/ 1726479 h 1972800"/>
              <a:gd name="connsiteX7" fmla="*/ 10702056 w 11362354"/>
              <a:gd name="connsiteY7" fmla="*/ 1776200 h 1972800"/>
              <a:gd name="connsiteX8" fmla="*/ 10408772 w 11362354"/>
              <a:gd name="connsiteY8" fmla="*/ 1703049 h 1972800"/>
              <a:gd name="connsiteX9" fmla="*/ 9781432 w 11362354"/>
              <a:gd name="connsiteY9" fmla="*/ 1544408 h 1972800"/>
              <a:gd name="connsiteX10" fmla="*/ 10286039 w 11362354"/>
              <a:gd name="connsiteY10" fmla="*/ 1544408 h 1972800"/>
              <a:gd name="connsiteX11" fmla="*/ 10286039 w 11362354"/>
              <a:gd name="connsiteY11" fmla="*/ 1763438 h 1972800"/>
              <a:gd name="connsiteX12" fmla="*/ 9781432 w 11362354"/>
              <a:gd name="connsiteY12" fmla="*/ 1763438 h 1972800"/>
              <a:gd name="connsiteX13" fmla="*/ 8877431 w 11362354"/>
              <a:gd name="connsiteY13" fmla="*/ 1544408 h 1972800"/>
              <a:gd name="connsiteX14" fmla="*/ 9382033 w 11362354"/>
              <a:gd name="connsiteY14" fmla="*/ 1544408 h 1972800"/>
              <a:gd name="connsiteX15" fmla="*/ 9382033 w 11362354"/>
              <a:gd name="connsiteY15" fmla="*/ 1763438 h 1972800"/>
              <a:gd name="connsiteX16" fmla="*/ 8877431 w 11362354"/>
              <a:gd name="connsiteY16" fmla="*/ 1763438 h 1972800"/>
              <a:gd name="connsiteX17" fmla="*/ 7955283 w 11362354"/>
              <a:gd name="connsiteY17" fmla="*/ 1544408 h 1972800"/>
              <a:gd name="connsiteX18" fmla="*/ 8501703 w 11362354"/>
              <a:gd name="connsiteY18" fmla="*/ 1544408 h 1972800"/>
              <a:gd name="connsiteX19" fmla="*/ 8501703 w 11362354"/>
              <a:gd name="connsiteY19" fmla="*/ 1763438 h 1972800"/>
              <a:gd name="connsiteX20" fmla="*/ 8046371 w 11362354"/>
              <a:gd name="connsiteY20" fmla="*/ 1763438 h 1972800"/>
              <a:gd name="connsiteX21" fmla="*/ 7193139 w 11362354"/>
              <a:gd name="connsiteY21" fmla="*/ 1544408 h 1972800"/>
              <a:gd name="connsiteX22" fmla="*/ 7648159 w 11362354"/>
              <a:gd name="connsiteY22" fmla="*/ 1544408 h 1972800"/>
              <a:gd name="connsiteX23" fmla="*/ 7648159 w 11362354"/>
              <a:gd name="connsiteY23" fmla="*/ 1763438 h 1972800"/>
              <a:gd name="connsiteX24" fmla="*/ 7193139 w 11362354"/>
              <a:gd name="connsiteY24" fmla="*/ 1763438 h 1972800"/>
              <a:gd name="connsiteX25" fmla="*/ 6188669 w 11362354"/>
              <a:gd name="connsiteY25" fmla="*/ 1544408 h 1972800"/>
              <a:gd name="connsiteX26" fmla="*/ 7080275 w 11362354"/>
              <a:gd name="connsiteY26" fmla="*/ 1544408 h 1972800"/>
              <a:gd name="connsiteX27" fmla="*/ 7080275 w 11362354"/>
              <a:gd name="connsiteY27" fmla="*/ 1763438 h 1972800"/>
              <a:gd name="connsiteX28" fmla="*/ 6188669 w 11362354"/>
              <a:gd name="connsiteY28" fmla="*/ 1763438 h 1972800"/>
              <a:gd name="connsiteX29" fmla="*/ 4886266 w 11362354"/>
              <a:gd name="connsiteY29" fmla="*/ 1544408 h 1972800"/>
              <a:gd name="connsiteX30" fmla="*/ 5979839 w 11362354"/>
              <a:gd name="connsiteY30" fmla="*/ 1544408 h 1972800"/>
              <a:gd name="connsiteX31" fmla="*/ 5557257 w 11362354"/>
              <a:gd name="connsiteY31" fmla="*/ 1763438 h 1972800"/>
              <a:gd name="connsiteX32" fmla="*/ 5308843 w 11362354"/>
              <a:gd name="connsiteY32" fmla="*/ 1763438 h 1972800"/>
              <a:gd name="connsiteX33" fmla="*/ 4886266 w 11362354"/>
              <a:gd name="connsiteY33" fmla="*/ 1544408 h 1972800"/>
              <a:gd name="connsiteX34" fmla="*/ 2285298 w 11362354"/>
              <a:gd name="connsiteY34" fmla="*/ 1544408 h 1972800"/>
              <a:gd name="connsiteX35" fmla="*/ 3183254 w 11362354"/>
              <a:gd name="connsiteY35" fmla="*/ 1544408 h 1972800"/>
              <a:gd name="connsiteX36" fmla="*/ 3183254 w 11362354"/>
              <a:gd name="connsiteY36" fmla="*/ 1763438 h 1972800"/>
              <a:gd name="connsiteX37" fmla="*/ 2285298 w 11362354"/>
              <a:gd name="connsiteY37" fmla="*/ 1763438 h 1972800"/>
              <a:gd name="connsiteX38" fmla="*/ 1699767 w 11362354"/>
              <a:gd name="connsiteY38" fmla="*/ 1544408 h 1972800"/>
              <a:gd name="connsiteX39" fmla="*/ 2161050 w 11362354"/>
              <a:gd name="connsiteY39" fmla="*/ 1544408 h 1972800"/>
              <a:gd name="connsiteX40" fmla="*/ 2265828 w 11362354"/>
              <a:gd name="connsiteY40" fmla="*/ 1763438 h 1972800"/>
              <a:gd name="connsiteX41" fmla="*/ 1796468 w 11362354"/>
              <a:gd name="connsiteY41" fmla="*/ 1763438 h 1972800"/>
              <a:gd name="connsiteX42" fmla="*/ 985097 w 11362354"/>
              <a:gd name="connsiteY42" fmla="*/ 1544408 h 1972800"/>
              <a:gd name="connsiteX43" fmla="*/ 1468672 w 11362354"/>
              <a:gd name="connsiteY43" fmla="*/ 1544408 h 1972800"/>
              <a:gd name="connsiteX44" fmla="*/ 1468672 w 11362354"/>
              <a:gd name="connsiteY44" fmla="*/ 1763438 h 1972800"/>
              <a:gd name="connsiteX45" fmla="*/ 985097 w 11362354"/>
              <a:gd name="connsiteY45" fmla="*/ 1763438 h 1972800"/>
              <a:gd name="connsiteX46" fmla="*/ 0 w 11362354"/>
              <a:gd name="connsiteY46" fmla="*/ 1544408 h 1972800"/>
              <a:gd name="connsiteX47" fmla="*/ 506025 w 11362354"/>
              <a:gd name="connsiteY47" fmla="*/ 1544408 h 1972800"/>
              <a:gd name="connsiteX48" fmla="*/ 506025 w 11362354"/>
              <a:gd name="connsiteY48" fmla="*/ 1763438 h 1972800"/>
              <a:gd name="connsiteX49" fmla="*/ 498505 w 11362354"/>
              <a:gd name="connsiteY49" fmla="*/ 1763438 h 1972800"/>
              <a:gd name="connsiteX50" fmla="*/ 7520 w 11362354"/>
              <a:gd name="connsiteY50" fmla="*/ 1763438 h 1972800"/>
              <a:gd name="connsiteX51" fmla="*/ 0 w 11362354"/>
              <a:gd name="connsiteY51" fmla="*/ 1763438 h 1972800"/>
              <a:gd name="connsiteX52" fmla="*/ 3478763 w 11362354"/>
              <a:gd name="connsiteY52" fmla="*/ 1544407 h 1972800"/>
              <a:gd name="connsiteX53" fmla="*/ 4486152 w 11362354"/>
              <a:gd name="connsiteY53" fmla="*/ 1544407 h 1972800"/>
              <a:gd name="connsiteX54" fmla="*/ 4479313 w 11362354"/>
              <a:gd name="connsiteY54" fmla="*/ 1555187 h 1972800"/>
              <a:gd name="connsiteX55" fmla="*/ 4654042 w 11362354"/>
              <a:gd name="connsiteY55" fmla="*/ 1763437 h 1972800"/>
              <a:gd name="connsiteX56" fmla="*/ 3697470 w 11362354"/>
              <a:gd name="connsiteY56" fmla="*/ 1763437 h 1972800"/>
              <a:gd name="connsiteX57" fmla="*/ 3478763 w 11362354"/>
              <a:gd name="connsiteY57" fmla="*/ 1544407 h 1972800"/>
              <a:gd name="connsiteX58" fmla="*/ 10408772 w 11362354"/>
              <a:gd name="connsiteY58" fmla="*/ 1290902 h 1972800"/>
              <a:gd name="connsiteX59" fmla="*/ 10568570 w 11362354"/>
              <a:gd name="connsiteY59" fmla="*/ 1290902 h 1972800"/>
              <a:gd name="connsiteX60" fmla="*/ 10590729 w 11362354"/>
              <a:gd name="connsiteY60" fmla="*/ 1313870 h 1972800"/>
              <a:gd name="connsiteX61" fmla="*/ 10721250 w 11362354"/>
              <a:gd name="connsiteY61" fmla="*/ 1365562 h 1972800"/>
              <a:gd name="connsiteX62" fmla="*/ 10855315 w 11362354"/>
              <a:gd name="connsiteY62" fmla="*/ 1290902 h 1972800"/>
              <a:gd name="connsiteX63" fmla="*/ 11214890 w 11362354"/>
              <a:gd name="connsiteY63" fmla="*/ 1290902 h 1972800"/>
              <a:gd name="connsiteX64" fmla="*/ 11346112 w 11362354"/>
              <a:gd name="connsiteY64" fmla="*/ 1290902 h 1972800"/>
              <a:gd name="connsiteX65" fmla="*/ 11280882 w 11362354"/>
              <a:gd name="connsiteY65" fmla="*/ 1465414 h 1972800"/>
              <a:gd name="connsiteX66" fmla="*/ 11214890 w 11362354"/>
              <a:gd name="connsiteY66" fmla="*/ 1465414 h 1972800"/>
              <a:gd name="connsiteX67" fmla="*/ 10408772 w 11362354"/>
              <a:gd name="connsiteY67" fmla="*/ 1465414 h 1972800"/>
              <a:gd name="connsiteX68" fmla="*/ 3354588 w 11362354"/>
              <a:gd name="connsiteY68" fmla="*/ 1288169 h 1972800"/>
              <a:gd name="connsiteX69" fmla="*/ 3891084 w 11362354"/>
              <a:gd name="connsiteY69" fmla="*/ 1288169 h 1972800"/>
              <a:gd name="connsiteX70" fmla="*/ 3982693 w 11362354"/>
              <a:gd name="connsiteY70" fmla="*/ 1333215 h 1972800"/>
              <a:gd name="connsiteX71" fmla="*/ 4074304 w 11362354"/>
              <a:gd name="connsiteY71" fmla="*/ 1288169 h 1972800"/>
              <a:gd name="connsiteX72" fmla="*/ 4610046 w 11362354"/>
              <a:gd name="connsiteY72" fmla="*/ 1288169 h 1972800"/>
              <a:gd name="connsiteX73" fmla="*/ 4535426 w 11362354"/>
              <a:gd name="connsiteY73" fmla="*/ 1462313 h 1972800"/>
              <a:gd name="connsiteX74" fmla="*/ 3429061 w 11362354"/>
              <a:gd name="connsiteY74" fmla="*/ 1462313 h 1972800"/>
              <a:gd name="connsiteX75" fmla="*/ 3354588 w 11362354"/>
              <a:gd name="connsiteY75" fmla="*/ 1288169 h 1972800"/>
              <a:gd name="connsiteX76" fmla="*/ 9781432 w 11362354"/>
              <a:gd name="connsiteY76" fmla="*/ 1288165 h 1972800"/>
              <a:gd name="connsiteX77" fmla="*/ 10286039 w 11362354"/>
              <a:gd name="connsiteY77" fmla="*/ 1288165 h 1972800"/>
              <a:gd name="connsiteX78" fmla="*/ 10286039 w 11362354"/>
              <a:gd name="connsiteY78" fmla="*/ 1462314 h 1972800"/>
              <a:gd name="connsiteX79" fmla="*/ 9781432 w 11362354"/>
              <a:gd name="connsiteY79" fmla="*/ 1462314 h 1972800"/>
              <a:gd name="connsiteX80" fmla="*/ 8877431 w 11362354"/>
              <a:gd name="connsiteY80" fmla="*/ 1288165 h 1972800"/>
              <a:gd name="connsiteX81" fmla="*/ 9382033 w 11362354"/>
              <a:gd name="connsiteY81" fmla="*/ 1288165 h 1972800"/>
              <a:gd name="connsiteX82" fmla="*/ 9382033 w 11362354"/>
              <a:gd name="connsiteY82" fmla="*/ 1462314 h 1972800"/>
              <a:gd name="connsiteX83" fmla="*/ 8877431 w 11362354"/>
              <a:gd name="connsiteY83" fmla="*/ 1462314 h 1972800"/>
              <a:gd name="connsiteX84" fmla="*/ 7848731 w 11362354"/>
              <a:gd name="connsiteY84" fmla="*/ 1288165 h 1972800"/>
              <a:gd name="connsiteX85" fmla="*/ 8501703 w 11362354"/>
              <a:gd name="connsiteY85" fmla="*/ 1288165 h 1972800"/>
              <a:gd name="connsiteX86" fmla="*/ 8501703 w 11362354"/>
              <a:gd name="connsiteY86" fmla="*/ 1462314 h 1972800"/>
              <a:gd name="connsiteX87" fmla="*/ 7921150 w 11362354"/>
              <a:gd name="connsiteY87" fmla="*/ 1462314 h 1972800"/>
              <a:gd name="connsiteX88" fmla="*/ 7193139 w 11362354"/>
              <a:gd name="connsiteY88" fmla="*/ 1288165 h 1972800"/>
              <a:gd name="connsiteX89" fmla="*/ 7648159 w 11362354"/>
              <a:gd name="connsiteY89" fmla="*/ 1288165 h 1972800"/>
              <a:gd name="connsiteX90" fmla="*/ 7648159 w 11362354"/>
              <a:gd name="connsiteY90" fmla="*/ 1462314 h 1972800"/>
              <a:gd name="connsiteX91" fmla="*/ 7193139 w 11362354"/>
              <a:gd name="connsiteY91" fmla="*/ 1462314 h 1972800"/>
              <a:gd name="connsiteX92" fmla="*/ 6188669 w 11362354"/>
              <a:gd name="connsiteY92" fmla="*/ 1288165 h 1972800"/>
              <a:gd name="connsiteX93" fmla="*/ 6674501 w 11362354"/>
              <a:gd name="connsiteY93" fmla="*/ 1288165 h 1972800"/>
              <a:gd name="connsiteX94" fmla="*/ 6674501 w 11362354"/>
              <a:gd name="connsiteY94" fmla="*/ 1351991 h 1972800"/>
              <a:gd name="connsiteX95" fmla="*/ 7080275 w 11362354"/>
              <a:gd name="connsiteY95" fmla="*/ 1351991 h 1972800"/>
              <a:gd name="connsiteX96" fmla="*/ 7080275 w 11362354"/>
              <a:gd name="connsiteY96" fmla="*/ 1462314 h 1972800"/>
              <a:gd name="connsiteX97" fmla="*/ 6188669 w 11362354"/>
              <a:gd name="connsiteY97" fmla="*/ 1462314 h 1972800"/>
              <a:gd name="connsiteX98" fmla="*/ 4794722 w 11362354"/>
              <a:gd name="connsiteY98" fmla="*/ 1288165 h 1972800"/>
              <a:gd name="connsiteX99" fmla="*/ 5308313 w 11362354"/>
              <a:gd name="connsiteY99" fmla="*/ 1288165 h 1972800"/>
              <a:gd name="connsiteX100" fmla="*/ 5433050 w 11362354"/>
              <a:gd name="connsiteY100" fmla="*/ 1363467 h 1972800"/>
              <a:gd name="connsiteX101" fmla="*/ 5557791 w 11362354"/>
              <a:gd name="connsiteY101" fmla="*/ 1288165 h 1972800"/>
              <a:gd name="connsiteX102" fmla="*/ 6071387 w 11362354"/>
              <a:gd name="connsiteY102" fmla="*/ 1288165 h 1972800"/>
              <a:gd name="connsiteX103" fmla="*/ 6026879 w 11362354"/>
              <a:gd name="connsiteY103" fmla="*/ 1462314 h 1972800"/>
              <a:gd name="connsiteX104" fmla="*/ 4839225 w 11362354"/>
              <a:gd name="connsiteY104" fmla="*/ 1462314 h 1972800"/>
              <a:gd name="connsiteX105" fmla="*/ 4794722 w 11362354"/>
              <a:gd name="connsiteY105" fmla="*/ 1288165 h 1972800"/>
              <a:gd name="connsiteX106" fmla="*/ 2285298 w 11362354"/>
              <a:gd name="connsiteY106" fmla="*/ 1288165 h 1972800"/>
              <a:gd name="connsiteX107" fmla="*/ 2771132 w 11362354"/>
              <a:gd name="connsiteY107" fmla="*/ 1288165 h 1972800"/>
              <a:gd name="connsiteX108" fmla="*/ 2771132 w 11362354"/>
              <a:gd name="connsiteY108" fmla="*/ 1351991 h 1972800"/>
              <a:gd name="connsiteX109" fmla="*/ 3183254 w 11362354"/>
              <a:gd name="connsiteY109" fmla="*/ 1351991 h 1972800"/>
              <a:gd name="connsiteX110" fmla="*/ 3183254 w 11362354"/>
              <a:gd name="connsiteY110" fmla="*/ 1462314 h 1972800"/>
              <a:gd name="connsiteX111" fmla="*/ 2285298 w 11362354"/>
              <a:gd name="connsiteY111" fmla="*/ 1462314 h 1972800"/>
              <a:gd name="connsiteX112" fmla="*/ 1586644 w 11362354"/>
              <a:gd name="connsiteY112" fmla="*/ 1288165 h 1972800"/>
              <a:gd name="connsiteX113" fmla="*/ 2038472 w 11362354"/>
              <a:gd name="connsiteY113" fmla="*/ 1288165 h 1972800"/>
              <a:gd name="connsiteX114" fmla="*/ 2121783 w 11362354"/>
              <a:gd name="connsiteY114" fmla="*/ 1462314 h 1972800"/>
              <a:gd name="connsiteX115" fmla="*/ 1663530 w 11362354"/>
              <a:gd name="connsiteY115" fmla="*/ 1462314 h 1972800"/>
              <a:gd name="connsiteX116" fmla="*/ 985097 w 11362354"/>
              <a:gd name="connsiteY116" fmla="*/ 1288165 h 1972800"/>
              <a:gd name="connsiteX117" fmla="*/ 1468672 w 11362354"/>
              <a:gd name="connsiteY117" fmla="*/ 1288165 h 1972800"/>
              <a:gd name="connsiteX118" fmla="*/ 1468672 w 11362354"/>
              <a:gd name="connsiteY118" fmla="*/ 1462314 h 1972800"/>
              <a:gd name="connsiteX119" fmla="*/ 985097 w 11362354"/>
              <a:gd name="connsiteY119" fmla="*/ 1462314 h 1972800"/>
              <a:gd name="connsiteX120" fmla="*/ 0 w 11362354"/>
              <a:gd name="connsiteY120" fmla="*/ 1288165 h 1972800"/>
              <a:gd name="connsiteX121" fmla="*/ 506025 w 11362354"/>
              <a:gd name="connsiteY121" fmla="*/ 1288165 h 1972800"/>
              <a:gd name="connsiteX122" fmla="*/ 506025 w 11362354"/>
              <a:gd name="connsiteY122" fmla="*/ 1462314 h 1972800"/>
              <a:gd name="connsiteX123" fmla="*/ 0 w 11362354"/>
              <a:gd name="connsiteY123" fmla="*/ 1462314 h 1972800"/>
              <a:gd name="connsiteX124" fmla="*/ 10408772 w 11362354"/>
              <a:gd name="connsiteY124" fmla="*/ 1157361 h 1972800"/>
              <a:gd name="connsiteX125" fmla="*/ 10468381 w 11362354"/>
              <a:gd name="connsiteY125" fmla="*/ 1208632 h 1972800"/>
              <a:gd name="connsiteX126" fmla="*/ 10408772 w 11362354"/>
              <a:gd name="connsiteY126" fmla="*/ 1208632 h 1972800"/>
              <a:gd name="connsiteX127" fmla="*/ 10816942 w 11362354"/>
              <a:gd name="connsiteY127" fmla="*/ 1078164 h 1972800"/>
              <a:gd name="connsiteX128" fmla="*/ 11358000 w 11362354"/>
              <a:gd name="connsiteY128" fmla="*/ 1078164 h 1972800"/>
              <a:gd name="connsiteX129" fmla="*/ 11359134 w 11362354"/>
              <a:gd name="connsiteY129" fmla="*/ 1208632 h 1972800"/>
              <a:gd name="connsiteX130" fmla="*/ 11359134 w 11362354"/>
              <a:gd name="connsiteY130" fmla="*/ 1208633 h 1972800"/>
              <a:gd name="connsiteX131" fmla="*/ 10871056 w 11362354"/>
              <a:gd name="connsiteY131" fmla="*/ 1208633 h 1972800"/>
              <a:gd name="connsiteX132" fmla="*/ 10871355 w 11362354"/>
              <a:gd name="connsiteY132" fmla="*/ 1205652 h 1972800"/>
              <a:gd name="connsiteX133" fmla="*/ 10808382 w 11362354"/>
              <a:gd name="connsiteY133" fmla="*/ 1078165 h 1972800"/>
              <a:gd name="connsiteX134" fmla="*/ 10816943 w 11362354"/>
              <a:gd name="connsiteY134" fmla="*/ 1078165 h 1972800"/>
              <a:gd name="connsiteX135" fmla="*/ 9781432 w 11362354"/>
              <a:gd name="connsiteY135" fmla="*/ 1075882 h 1972800"/>
              <a:gd name="connsiteX136" fmla="*/ 10286039 w 11362354"/>
              <a:gd name="connsiteY136" fmla="*/ 1075882 h 1972800"/>
              <a:gd name="connsiteX137" fmla="*/ 10286039 w 11362354"/>
              <a:gd name="connsiteY137" fmla="*/ 1206076 h 1972800"/>
              <a:gd name="connsiteX138" fmla="*/ 9781432 w 11362354"/>
              <a:gd name="connsiteY138" fmla="*/ 1206076 h 1972800"/>
              <a:gd name="connsiteX139" fmla="*/ 8877431 w 11362354"/>
              <a:gd name="connsiteY139" fmla="*/ 1075882 h 1972800"/>
              <a:gd name="connsiteX140" fmla="*/ 9382033 w 11362354"/>
              <a:gd name="connsiteY140" fmla="*/ 1075882 h 1972800"/>
              <a:gd name="connsiteX141" fmla="*/ 9382033 w 11362354"/>
              <a:gd name="connsiteY141" fmla="*/ 1206076 h 1972800"/>
              <a:gd name="connsiteX142" fmla="*/ 8877431 w 11362354"/>
              <a:gd name="connsiteY142" fmla="*/ 1206076 h 1972800"/>
              <a:gd name="connsiteX143" fmla="*/ 7760453 w 11362354"/>
              <a:gd name="connsiteY143" fmla="*/ 1075882 h 1972800"/>
              <a:gd name="connsiteX144" fmla="*/ 8501703 w 11362354"/>
              <a:gd name="connsiteY144" fmla="*/ 1075882 h 1972800"/>
              <a:gd name="connsiteX145" fmla="*/ 8501703 w 11362354"/>
              <a:gd name="connsiteY145" fmla="*/ 1206076 h 1972800"/>
              <a:gd name="connsiteX146" fmla="*/ 7814594 w 11362354"/>
              <a:gd name="connsiteY146" fmla="*/ 1206076 h 1972800"/>
              <a:gd name="connsiteX147" fmla="*/ 7193139 w 11362354"/>
              <a:gd name="connsiteY147" fmla="*/ 1075882 h 1972800"/>
              <a:gd name="connsiteX148" fmla="*/ 7648159 w 11362354"/>
              <a:gd name="connsiteY148" fmla="*/ 1075882 h 1972800"/>
              <a:gd name="connsiteX149" fmla="*/ 7648159 w 11362354"/>
              <a:gd name="connsiteY149" fmla="*/ 1206076 h 1972800"/>
              <a:gd name="connsiteX150" fmla="*/ 7193139 w 11362354"/>
              <a:gd name="connsiteY150" fmla="*/ 1206076 h 1972800"/>
              <a:gd name="connsiteX151" fmla="*/ 6188669 w 11362354"/>
              <a:gd name="connsiteY151" fmla="*/ 1075882 h 1972800"/>
              <a:gd name="connsiteX152" fmla="*/ 6674501 w 11362354"/>
              <a:gd name="connsiteY152" fmla="*/ 1075882 h 1972800"/>
              <a:gd name="connsiteX153" fmla="*/ 6674501 w 11362354"/>
              <a:gd name="connsiteY153" fmla="*/ 1206076 h 1972800"/>
              <a:gd name="connsiteX154" fmla="*/ 6188669 w 11362354"/>
              <a:gd name="connsiteY154" fmla="*/ 1206076 h 1972800"/>
              <a:gd name="connsiteX155" fmla="*/ 5574793 w 11362354"/>
              <a:gd name="connsiteY155" fmla="*/ 1075882 h 1972800"/>
              <a:gd name="connsiteX156" fmla="*/ 6073294 w 11362354"/>
              <a:gd name="connsiteY156" fmla="*/ 1075882 h 1972800"/>
              <a:gd name="connsiteX157" fmla="*/ 6073294 w 11362354"/>
              <a:gd name="connsiteY157" fmla="*/ 1206076 h 1972800"/>
              <a:gd name="connsiteX158" fmla="*/ 5574793 w 11362354"/>
              <a:gd name="connsiteY158" fmla="*/ 1206076 h 1972800"/>
              <a:gd name="connsiteX159" fmla="*/ 4792811 w 11362354"/>
              <a:gd name="connsiteY159" fmla="*/ 1075882 h 1972800"/>
              <a:gd name="connsiteX160" fmla="*/ 5291307 w 11362354"/>
              <a:gd name="connsiteY160" fmla="*/ 1075882 h 1972800"/>
              <a:gd name="connsiteX161" fmla="*/ 5291307 w 11362354"/>
              <a:gd name="connsiteY161" fmla="*/ 1206076 h 1972800"/>
              <a:gd name="connsiteX162" fmla="*/ 4792811 w 11362354"/>
              <a:gd name="connsiteY162" fmla="*/ 1206076 h 1972800"/>
              <a:gd name="connsiteX163" fmla="*/ 2285298 w 11362354"/>
              <a:gd name="connsiteY163" fmla="*/ 1075882 h 1972800"/>
              <a:gd name="connsiteX164" fmla="*/ 2771132 w 11362354"/>
              <a:gd name="connsiteY164" fmla="*/ 1075882 h 1972800"/>
              <a:gd name="connsiteX165" fmla="*/ 2771132 w 11362354"/>
              <a:gd name="connsiteY165" fmla="*/ 1206076 h 1972800"/>
              <a:gd name="connsiteX166" fmla="*/ 2285298 w 11362354"/>
              <a:gd name="connsiteY166" fmla="*/ 1206076 h 1972800"/>
              <a:gd name="connsiteX167" fmla="*/ 1492927 w 11362354"/>
              <a:gd name="connsiteY167" fmla="*/ 1075882 h 1972800"/>
              <a:gd name="connsiteX168" fmla="*/ 1945589 w 11362354"/>
              <a:gd name="connsiteY168" fmla="*/ 1075882 h 1972800"/>
              <a:gd name="connsiteX169" fmla="*/ 1940491 w 11362354"/>
              <a:gd name="connsiteY169" fmla="*/ 1080455 h 1972800"/>
              <a:gd name="connsiteX170" fmla="*/ 1939110 w 11362354"/>
              <a:gd name="connsiteY170" fmla="*/ 1080455 h 1972800"/>
              <a:gd name="connsiteX171" fmla="*/ 1939524 w 11362354"/>
              <a:gd name="connsiteY171" fmla="*/ 1081320 h 1972800"/>
              <a:gd name="connsiteX172" fmla="*/ 1938345 w 11362354"/>
              <a:gd name="connsiteY172" fmla="*/ 1082361 h 1972800"/>
              <a:gd name="connsiteX173" fmla="*/ 1940022 w 11362354"/>
              <a:gd name="connsiteY173" fmla="*/ 1082361 h 1972800"/>
              <a:gd name="connsiteX174" fmla="*/ 1999205 w 11362354"/>
              <a:gd name="connsiteY174" fmla="*/ 1206076 h 1972800"/>
              <a:gd name="connsiteX175" fmla="*/ 1550403 w 11362354"/>
              <a:gd name="connsiteY175" fmla="*/ 1206076 h 1972800"/>
              <a:gd name="connsiteX176" fmla="*/ 985097 w 11362354"/>
              <a:gd name="connsiteY176" fmla="*/ 1075882 h 1972800"/>
              <a:gd name="connsiteX177" fmla="*/ 1468672 w 11362354"/>
              <a:gd name="connsiteY177" fmla="*/ 1075882 h 1972800"/>
              <a:gd name="connsiteX178" fmla="*/ 1468672 w 11362354"/>
              <a:gd name="connsiteY178" fmla="*/ 1206076 h 1972800"/>
              <a:gd name="connsiteX179" fmla="*/ 985097 w 11362354"/>
              <a:gd name="connsiteY179" fmla="*/ 1206076 h 1972800"/>
              <a:gd name="connsiteX180" fmla="*/ 0 w 11362354"/>
              <a:gd name="connsiteY180" fmla="*/ 1075882 h 1972800"/>
              <a:gd name="connsiteX181" fmla="*/ 877145 w 11362354"/>
              <a:gd name="connsiteY181" fmla="*/ 1075882 h 1972800"/>
              <a:gd name="connsiteX182" fmla="*/ 877145 w 11362354"/>
              <a:gd name="connsiteY182" fmla="*/ 1098345 h 1972800"/>
              <a:gd name="connsiteX183" fmla="*/ 869625 w 11362354"/>
              <a:gd name="connsiteY183" fmla="*/ 1098345 h 1972800"/>
              <a:gd name="connsiteX184" fmla="*/ 506025 w 11362354"/>
              <a:gd name="connsiteY184" fmla="*/ 1098345 h 1972800"/>
              <a:gd name="connsiteX185" fmla="*/ 506025 w 11362354"/>
              <a:gd name="connsiteY185" fmla="*/ 1206076 h 1972800"/>
              <a:gd name="connsiteX186" fmla="*/ 0 w 11362354"/>
              <a:gd name="connsiteY186" fmla="*/ 1206076 h 1972800"/>
              <a:gd name="connsiteX187" fmla="*/ 4174413 w 11362354"/>
              <a:gd name="connsiteY187" fmla="*/ 1075881 h 1972800"/>
              <a:gd name="connsiteX188" fmla="*/ 4660572 w 11362354"/>
              <a:gd name="connsiteY188" fmla="*/ 1075881 h 1972800"/>
              <a:gd name="connsiteX189" fmla="*/ 4633997 w 11362354"/>
              <a:gd name="connsiteY189" fmla="*/ 1206075 h 1972800"/>
              <a:gd name="connsiteX190" fmla="*/ 4129883 w 11362354"/>
              <a:gd name="connsiteY190" fmla="*/ 1206075 h 1972800"/>
              <a:gd name="connsiteX191" fmla="*/ 4174413 w 11362354"/>
              <a:gd name="connsiteY191" fmla="*/ 1075881 h 1972800"/>
              <a:gd name="connsiteX192" fmla="*/ 3305162 w 11362354"/>
              <a:gd name="connsiteY192" fmla="*/ 1075881 h 1972800"/>
              <a:gd name="connsiteX193" fmla="*/ 3790976 w 11362354"/>
              <a:gd name="connsiteY193" fmla="*/ 1075881 h 1972800"/>
              <a:gd name="connsiteX194" fmla="*/ 3835506 w 11362354"/>
              <a:gd name="connsiteY194" fmla="*/ 1206075 h 1972800"/>
              <a:gd name="connsiteX195" fmla="*/ 3330959 w 11362354"/>
              <a:gd name="connsiteY195" fmla="*/ 1206075 h 1972800"/>
              <a:gd name="connsiteX196" fmla="*/ 3305162 w 11362354"/>
              <a:gd name="connsiteY196" fmla="*/ 1075881 h 1972800"/>
              <a:gd name="connsiteX197" fmla="*/ 10587776 w 11362354"/>
              <a:gd name="connsiteY197" fmla="*/ 879486 h 1972800"/>
              <a:gd name="connsiteX198" fmla="*/ 11280821 w 11362354"/>
              <a:gd name="connsiteY198" fmla="*/ 879486 h 1972800"/>
              <a:gd name="connsiteX199" fmla="*/ 11338792 w 11362354"/>
              <a:gd name="connsiteY199" fmla="*/ 993628 h 1972800"/>
              <a:gd name="connsiteX200" fmla="*/ 10727828 w 11362354"/>
              <a:gd name="connsiteY200" fmla="*/ 995899 h 1972800"/>
              <a:gd name="connsiteX201" fmla="*/ 9781432 w 11362354"/>
              <a:gd name="connsiteY201" fmla="*/ 877625 h 1972800"/>
              <a:gd name="connsiteX202" fmla="*/ 10286039 w 11362354"/>
              <a:gd name="connsiteY202" fmla="*/ 877625 h 1972800"/>
              <a:gd name="connsiteX203" fmla="*/ 10286039 w 11362354"/>
              <a:gd name="connsiteY203" fmla="*/ 993788 h 1972800"/>
              <a:gd name="connsiteX204" fmla="*/ 9781432 w 11362354"/>
              <a:gd name="connsiteY204" fmla="*/ 993788 h 1972800"/>
              <a:gd name="connsiteX205" fmla="*/ 8877431 w 11362354"/>
              <a:gd name="connsiteY205" fmla="*/ 877625 h 1972800"/>
              <a:gd name="connsiteX206" fmla="*/ 9382033 w 11362354"/>
              <a:gd name="connsiteY206" fmla="*/ 877625 h 1972800"/>
              <a:gd name="connsiteX207" fmla="*/ 9382033 w 11362354"/>
              <a:gd name="connsiteY207" fmla="*/ 993788 h 1972800"/>
              <a:gd name="connsiteX208" fmla="*/ 8877431 w 11362354"/>
              <a:gd name="connsiteY208" fmla="*/ 993788 h 1972800"/>
              <a:gd name="connsiteX209" fmla="*/ 7678004 w 11362354"/>
              <a:gd name="connsiteY209" fmla="*/ 877625 h 1972800"/>
              <a:gd name="connsiteX210" fmla="*/ 8501703 w 11362354"/>
              <a:gd name="connsiteY210" fmla="*/ 877625 h 1972800"/>
              <a:gd name="connsiteX211" fmla="*/ 8501703 w 11362354"/>
              <a:gd name="connsiteY211" fmla="*/ 993788 h 1972800"/>
              <a:gd name="connsiteX212" fmla="*/ 7726316 w 11362354"/>
              <a:gd name="connsiteY212" fmla="*/ 993788 h 1972800"/>
              <a:gd name="connsiteX213" fmla="*/ 7193139 w 11362354"/>
              <a:gd name="connsiteY213" fmla="*/ 877625 h 1972800"/>
              <a:gd name="connsiteX214" fmla="*/ 7648159 w 11362354"/>
              <a:gd name="connsiteY214" fmla="*/ 877625 h 1972800"/>
              <a:gd name="connsiteX215" fmla="*/ 7648159 w 11362354"/>
              <a:gd name="connsiteY215" fmla="*/ 993788 h 1972800"/>
              <a:gd name="connsiteX216" fmla="*/ 7193139 w 11362354"/>
              <a:gd name="connsiteY216" fmla="*/ 993788 h 1972800"/>
              <a:gd name="connsiteX217" fmla="*/ 6188669 w 11362354"/>
              <a:gd name="connsiteY217" fmla="*/ 877625 h 1972800"/>
              <a:gd name="connsiteX218" fmla="*/ 7056268 w 11362354"/>
              <a:gd name="connsiteY218" fmla="*/ 877625 h 1972800"/>
              <a:gd name="connsiteX219" fmla="*/ 7056268 w 11362354"/>
              <a:gd name="connsiteY219" fmla="*/ 988326 h 1972800"/>
              <a:gd name="connsiteX220" fmla="*/ 6674501 w 11362354"/>
              <a:gd name="connsiteY220" fmla="*/ 988326 h 1972800"/>
              <a:gd name="connsiteX221" fmla="*/ 6674501 w 11362354"/>
              <a:gd name="connsiteY221" fmla="*/ 993788 h 1972800"/>
              <a:gd name="connsiteX222" fmla="*/ 6188669 w 11362354"/>
              <a:gd name="connsiteY222" fmla="*/ 993788 h 1972800"/>
              <a:gd name="connsiteX223" fmla="*/ 5574793 w 11362354"/>
              <a:gd name="connsiteY223" fmla="*/ 877625 h 1972800"/>
              <a:gd name="connsiteX224" fmla="*/ 6073294 w 11362354"/>
              <a:gd name="connsiteY224" fmla="*/ 877625 h 1972800"/>
              <a:gd name="connsiteX225" fmla="*/ 6073294 w 11362354"/>
              <a:gd name="connsiteY225" fmla="*/ 993788 h 1972800"/>
              <a:gd name="connsiteX226" fmla="*/ 5574793 w 11362354"/>
              <a:gd name="connsiteY226" fmla="*/ 993788 h 1972800"/>
              <a:gd name="connsiteX227" fmla="*/ 4792811 w 11362354"/>
              <a:gd name="connsiteY227" fmla="*/ 877625 h 1972800"/>
              <a:gd name="connsiteX228" fmla="*/ 5291307 w 11362354"/>
              <a:gd name="connsiteY228" fmla="*/ 877625 h 1972800"/>
              <a:gd name="connsiteX229" fmla="*/ 5291307 w 11362354"/>
              <a:gd name="connsiteY229" fmla="*/ 993788 h 1972800"/>
              <a:gd name="connsiteX230" fmla="*/ 4792811 w 11362354"/>
              <a:gd name="connsiteY230" fmla="*/ 993788 h 1972800"/>
              <a:gd name="connsiteX231" fmla="*/ 2285298 w 11362354"/>
              <a:gd name="connsiteY231" fmla="*/ 877625 h 1972800"/>
              <a:gd name="connsiteX232" fmla="*/ 3161500 w 11362354"/>
              <a:gd name="connsiteY232" fmla="*/ 877625 h 1972800"/>
              <a:gd name="connsiteX233" fmla="*/ 3161500 w 11362354"/>
              <a:gd name="connsiteY233" fmla="*/ 988326 h 1972800"/>
              <a:gd name="connsiteX234" fmla="*/ 2771132 w 11362354"/>
              <a:gd name="connsiteY234" fmla="*/ 988326 h 1972800"/>
              <a:gd name="connsiteX235" fmla="*/ 2771132 w 11362354"/>
              <a:gd name="connsiteY235" fmla="*/ 993788 h 1972800"/>
              <a:gd name="connsiteX236" fmla="*/ 2285298 w 11362354"/>
              <a:gd name="connsiteY236" fmla="*/ 993788 h 1972800"/>
              <a:gd name="connsiteX237" fmla="*/ 985097 w 11362354"/>
              <a:gd name="connsiteY237" fmla="*/ 877625 h 1972800"/>
              <a:gd name="connsiteX238" fmla="*/ 2107746 w 11362354"/>
              <a:gd name="connsiteY238" fmla="*/ 877625 h 1972800"/>
              <a:gd name="connsiteX239" fmla="*/ 2028664 w 11362354"/>
              <a:gd name="connsiteY239" fmla="*/ 993788 h 1972800"/>
              <a:gd name="connsiteX240" fmla="*/ 985097 w 11362354"/>
              <a:gd name="connsiteY240" fmla="*/ 993788 h 1972800"/>
              <a:gd name="connsiteX241" fmla="*/ 0 w 11362354"/>
              <a:gd name="connsiteY241" fmla="*/ 877625 h 1972800"/>
              <a:gd name="connsiteX242" fmla="*/ 877145 w 11362354"/>
              <a:gd name="connsiteY242" fmla="*/ 877625 h 1972800"/>
              <a:gd name="connsiteX243" fmla="*/ 877145 w 11362354"/>
              <a:gd name="connsiteY243" fmla="*/ 993788 h 1972800"/>
              <a:gd name="connsiteX244" fmla="*/ 0 w 11362354"/>
              <a:gd name="connsiteY244" fmla="*/ 993788 h 1972800"/>
              <a:gd name="connsiteX245" fmla="*/ 4199211 w 11362354"/>
              <a:gd name="connsiteY245" fmla="*/ 877624 h 1972800"/>
              <a:gd name="connsiteX246" fmla="*/ 4674176 w 11362354"/>
              <a:gd name="connsiteY246" fmla="*/ 877624 h 1972800"/>
              <a:gd name="connsiteX247" fmla="*/ 4674332 w 11362354"/>
              <a:gd name="connsiteY247" fmla="*/ 883528 h 1972800"/>
              <a:gd name="connsiteX248" fmla="*/ 4669465 w 11362354"/>
              <a:gd name="connsiteY248" fmla="*/ 993787 h 1972800"/>
              <a:gd name="connsiteX249" fmla="*/ 4189743 w 11362354"/>
              <a:gd name="connsiteY249" fmla="*/ 993787 h 1972800"/>
              <a:gd name="connsiteX250" fmla="*/ 4199211 w 11362354"/>
              <a:gd name="connsiteY250" fmla="*/ 877624 h 1972800"/>
              <a:gd name="connsiteX251" fmla="*/ 3291213 w 11362354"/>
              <a:gd name="connsiteY251" fmla="*/ 877624 h 1972800"/>
              <a:gd name="connsiteX252" fmla="*/ 3766173 w 11362354"/>
              <a:gd name="connsiteY252" fmla="*/ 877624 h 1972800"/>
              <a:gd name="connsiteX253" fmla="*/ 3775650 w 11362354"/>
              <a:gd name="connsiteY253" fmla="*/ 993787 h 1972800"/>
              <a:gd name="connsiteX254" fmla="*/ 3295989 w 11362354"/>
              <a:gd name="connsiteY254" fmla="*/ 993787 h 1972800"/>
              <a:gd name="connsiteX255" fmla="*/ 3291057 w 11362354"/>
              <a:gd name="connsiteY255" fmla="*/ 883528 h 1972800"/>
              <a:gd name="connsiteX256" fmla="*/ 10461146 w 11362354"/>
              <a:gd name="connsiteY256" fmla="*/ 710797 h 1972800"/>
              <a:gd name="connsiteX257" fmla="*/ 11109160 w 11362354"/>
              <a:gd name="connsiteY257" fmla="*/ 710797 h 1972800"/>
              <a:gd name="connsiteX258" fmla="*/ 11109162 w 11362354"/>
              <a:gd name="connsiteY258" fmla="*/ 710798 h 1972800"/>
              <a:gd name="connsiteX259" fmla="*/ 11121245 w 11362354"/>
              <a:gd name="connsiteY259" fmla="*/ 710798 h 1972800"/>
              <a:gd name="connsiteX260" fmla="*/ 11122337 w 11362354"/>
              <a:gd name="connsiteY260" fmla="*/ 711693 h 1972800"/>
              <a:gd name="connsiteX261" fmla="*/ 11118350 w 11362354"/>
              <a:gd name="connsiteY261" fmla="*/ 711693 h 1972800"/>
              <a:gd name="connsiteX262" fmla="*/ 11213739 w 11362354"/>
              <a:gd name="connsiteY262" fmla="*/ 797219 h 1972800"/>
              <a:gd name="connsiteX263" fmla="*/ 10517279 w 11362354"/>
              <a:gd name="connsiteY263" fmla="*/ 797218 h 1972800"/>
              <a:gd name="connsiteX264" fmla="*/ 10461146 w 11362354"/>
              <a:gd name="connsiteY264" fmla="*/ 710797 h 1972800"/>
              <a:gd name="connsiteX265" fmla="*/ 9781432 w 11362354"/>
              <a:gd name="connsiteY265" fmla="*/ 709293 h 1972800"/>
              <a:gd name="connsiteX266" fmla="*/ 10286039 w 11362354"/>
              <a:gd name="connsiteY266" fmla="*/ 709293 h 1972800"/>
              <a:gd name="connsiteX267" fmla="*/ 10286039 w 11362354"/>
              <a:gd name="connsiteY267" fmla="*/ 795531 h 1972800"/>
              <a:gd name="connsiteX268" fmla="*/ 9781432 w 11362354"/>
              <a:gd name="connsiteY268" fmla="*/ 795531 h 1972800"/>
              <a:gd name="connsiteX269" fmla="*/ 8877431 w 11362354"/>
              <a:gd name="connsiteY269" fmla="*/ 709293 h 1972800"/>
              <a:gd name="connsiteX270" fmla="*/ 9382033 w 11362354"/>
              <a:gd name="connsiteY270" fmla="*/ 709293 h 1972800"/>
              <a:gd name="connsiteX271" fmla="*/ 9382033 w 11362354"/>
              <a:gd name="connsiteY271" fmla="*/ 795531 h 1972800"/>
              <a:gd name="connsiteX272" fmla="*/ 8877431 w 11362354"/>
              <a:gd name="connsiteY272" fmla="*/ 795531 h 1972800"/>
              <a:gd name="connsiteX273" fmla="*/ 8042875 w 11362354"/>
              <a:gd name="connsiteY273" fmla="*/ 709293 h 1972800"/>
              <a:gd name="connsiteX274" fmla="*/ 8501703 w 11362354"/>
              <a:gd name="connsiteY274" fmla="*/ 709293 h 1972800"/>
              <a:gd name="connsiteX275" fmla="*/ 8501703 w 11362354"/>
              <a:gd name="connsiteY275" fmla="*/ 795531 h 1972800"/>
              <a:gd name="connsiteX276" fmla="*/ 8042875 w 11362354"/>
              <a:gd name="connsiteY276" fmla="*/ 795531 h 1972800"/>
              <a:gd name="connsiteX277" fmla="*/ 7193139 w 11362354"/>
              <a:gd name="connsiteY277" fmla="*/ 709293 h 1972800"/>
              <a:gd name="connsiteX278" fmla="*/ 7996240 w 11362354"/>
              <a:gd name="connsiteY278" fmla="*/ 709293 h 1972800"/>
              <a:gd name="connsiteX279" fmla="*/ 8036152 w 11362354"/>
              <a:gd name="connsiteY279" fmla="*/ 795531 h 1972800"/>
              <a:gd name="connsiteX280" fmla="*/ 7193139 w 11362354"/>
              <a:gd name="connsiteY280" fmla="*/ 795531 h 1972800"/>
              <a:gd name="connsiteX281" fmla="*/ 6188669 w 11362354"/>
              <a:gd name="connsiteY281" fmla="*/ 709293 h 1972800"/>
              <a:gd name="connsiteX282" fmla="*/ 6674501 w 11362354"/>
              <a:gd name="connsiteY282" fmla="*/ 709293 h 1972800"/>
              <a:gd name="connsiteX283" fmla="*/ 6674501 w 11362354"/>
              <a:gd name="connsiteY283" fmla="*/ 714671 h 1972800"/>
              <a:gd name="connsiteX284" fmla="*/ 7056268 w 11362354"/>
              <a:gd name="connsiteY284" fmla="*/ 714671 h 1972800"/>
              <a:gd name="connsiteX285" fmla="*/ 7056268 w 11362354"/>
              <a:gd name="connsiteY285" fmla="*/ 795531 h 1972800"/>
              <a:gd name="connsiteX286" fmla="*/ 6188669 w 11362354"/>
              <a:gd name="connsiteY286" fmla="*/ 795531 h 1972800"/>
              <a:gd name="connsiteX287" fmla="*/ 5574793 w 11362354"/>
              <a:gd name="connsiteY287" fmla="*/ 709293 h 1972800"/>
              <a:gd name="connsiteX288" fmla="*/ 6073294 w 11362354"/>
              <a:gd name="connsiteY288" fmla="*/ 709293 h 1972800"/>
              <a:gd name="connsiteX289" fmla="*/ 6073294 w 11362354"/>
              <a:gd name="connsiteY289" fmla="*/ 795531 h 1972800"/>
              <a:gd name="connsiteX290" fmla="*/ 5574793 w 11362354"/>
              <a:gd name="connsiteY290" fmla="*/ 795531 h 1972800"/>
              <a:gd name="connsiteX291" fmla="*/ 4792811 w 11362354"/>
              <a:gd name="connsiteY291" fmla="*/ 709293 h 1972800"/>
              <a:gd name="connsiteX292" fmla="*/ 5291307 w 11362354"/>
              <a:gd name="connsiteY292" fmla="*/ 709293 h 1972800"/>
              <a:gd name="connsiteX293" fmla="*/ 5291307 w 11362354"/>
              <a:gd name="connsiteY293" fmla="*/ 795531 h 1972800"/>
              <a:gd name="connsiteX294" fmla="*/ 4792811 w 11362354"/>
              <a:gd name="connsiteY294" fmla="*/ 795531 h 1972800"/>
              <a:gd name="connsiteX295" fmla="*/ 2285298 w 11362354"/>
              <a:gd name="connsiteY295" fmla="*/ 709293 h 1972800"/>
              <a:gd name="connsiteX296" fmla="*/ 2771132 w 11362354"/>
              <a:gd name="connsiteY296" fmla="*/ 709293 h 1972800"/>
              <a:gd name="connsiteX297" fmla="*/ 2771132 w 11362354"/>
              <a:gd name="connsiteY297" fmla="*/ 714671 h 1972800"/>
              <a:gd name="connsiteX298" fmla="*/ 3161500 w 11362354"/>
              <a:gd name="connsiteY298" fmla="*/ 714671 h 1972800"/>
              <a:gd name="connsiteX299" fmla="*/ 3161500 w 11362354"/>
              <a:gd name="connsiteY299" fmla="*/ 795531 h 1972800"/>
              <a:gd name="connsiteX300" fmla="*/ 2285298 w 11362354"/>
              <a:gd name="connsiteY300" fmla="*/ 795531 h 1972800"/>
              <a:gd name="connsiteX301" fmla="*/ 1709143 w 11362354"/>
              <a:gd name="connsiteY301" fmla="*/ 709293 h 1972800"/>
              <a:gd name="connsiteX302" fmla="*/ 2169670 w 11362354"/>
              <a:gd name="connsiteY302" fmla="*/ 709293 h 1972800"/>
              <a:gd name="connsiteX303" fmla="*/ 2145130 w 11362354"/>
              <a:gd name="connsiteY303" fmla="*/ 795531 h 1972800"/>
              <a:gd name="connsiteX304" fmla="*/ 1595923 w 11362354"/>
              <a:gd name="connsiteY304" fmla="*/ 795531 h 1972800"/>
              <a:gd name="connsiteX305" fmla="*/ 1709143 w 11362354"/>
              <a:gd name="connsiteY305" fmla="*/ 709293 h 1972800"/>
              <a:gd name="connsiteX306" fmla="*/ 985097 w 11362354"/>
              <a:gd name="connsiteY306" fmla="*/ 709293 h 1972800"/>
              <a:gd name="connsiteX307" fmla="*/ 1469893 w 11362354"/>
              <a:gd name="connsiteY307" fmla="*/ 709293 h 1972800"/>
              <a:gd name="connsiteX308" fmla="*/ 1469893 w 11362354"/>
              <a:gd name="connsiteY308" fmla="*/ 795531 h 1972800"/>
              <a:gd name="connsiteX309" fmla="*/ 985097 w 11362354"/>
              <a:gd name="connsiteY309" fmla="*/ 795531 h 1972800"/>
              <a:gd name="connsiteX310" fmla="*/ 0 w 11362354"/>
              <a:gd name="connsiteY310" fmla="*/ 709293 h 1972800"/>
              <a:gd name="connsiteX311" fmla="*/ 877145 w 11362354"/>
              <a:gd name="connsiteY311" fmla="*/ 709293 h 1972800"/>
              <a:gd name="connsiteX312" fmla="*/ 877145 w 11362354"/>
              <a:gd name="connsiteY312" fmla="*/ 795531 h 1972800"/>
              <a:gd name="connsiteX313" fmla="*/ 0 w 11362354"/>
              <a:gd name="connsiteY313" fmla="*/ 795531 h 1972800"/>
              <a:gd name="connsiteX314" fmla="*/ 4189251 w 11362354"/>
              <a:gd name="connsiteY314" fmla="*/ 709292 h 1972800"/>
              <a:gd name="connsiteX315" fmla="*/ 4662658 w 11362354"/>
              <a:gd name="connsiteY315" fmla="*/ 709292 h 1972800"/>
              <a:gd name="connsiteX316" fmla="*/ 4671191 w 11362354"/>
              <a:gd name="connsiteY316" fmla="*/ 795530 h 1972800"/>
              <a:gd name="connsiteX317" fmla="*/ 4197682 w 11362354"/>
              <a:gd name="connsiteY317" fmla="*/ 795530 h 1972800"/>
              <a:gd name="connsiteX318" fmla="*/ 4189251 w 11362354"/>
              <a:gd name="connsiteY318" fmla="*/ 709292 h 1972800"/>
              <a:gd name="connsiteX319" fmla="*/ 3302730 w 11362354"/>
              <a:gd name="connsiteY319" fmla="*/ 709292 h 1972800"/>
              <a:gd name="connsiteX320" fmla="*/ 3776138 w 11362354"/>
              <a:gd name="connsiteY320" fmla="*/ 709292 h 1972800"/>
              <a:gd name="connsiteX321" fmla="*/ 3767701 w 11362354"/>
              <a:gd name="connsiteY321" fmla="*/ 795530 h 1972800"/>
              <a:gd name="connsiteX322" fmla="*/ 3294197 w 11362354"/>
              <a:gd name="connsiteY322" fmla="*/ 795530 h 1972800"/>
              <a:gd name="connsiteX323" fmla="*/ 3302730 w 11362354"/>
              <a:gd name="connsiteY323" fmla="*/ 709292 h 1972800"/>
              <a:gd name="connsiteX324" fmla="*/ 10418948 w 11362354"/>
              <a:gd name="connsiteY324" fmla="*/ 565540 h 1972800"/>
              <a:gd name="connsiteX325" fmla="*/ 10949595 w 11362354"/>
              <a:gd name="connsiteY325" fmla="*/ 565540 h 1972800"/>
              <a:gd name="connsiteX326" fmla="*/ 10964075 w 11362354"/>
              <a:gd name="connsiteY326" fmla="*/ 577567 h 1972800"/>
              <a:gd name="connsiteX327" fmla="*/ 11026395 w 11362354"/>
              <a:gd name="connsiteY327" fmla="*/ 628529 h 1972800"/>
              <a:gd name="connsiteX328" fmla="*/ 10434083 w 11362354"/>
              <a:gd name="connsiteY328" fmla="*/ 628529 h 1972800"/>
              <a:gd name="connsiteX329" fmla="*/ 10418948 w 11362354"/>
              <a:gd name="connsiteY329" fmla="*/ 565540 h 1972800"/>
              <a:gd name="connsiteX330" fmla="*/ 9781432 w 11362354"/>
              <a:gd name="connsiteY330" fmla="*/ 564344 h 1972800"/>
              <a:gd name="connsiteX331" fmla="*/ 10286039 w 11362354"/>
              <a:gd name="connsiteY331" fmla="*/ 564344 h 1972800"/>
              <a:gd name="connsiteX332" fmla="*/ 10286039 w 11362354"/>
              <a:gd name="connsiteY332" fmla="*/ 627199 h 1972800"/>
              <a:gd name="connsiteX333" fmla="*/ 9781432 w 11362354"/>
              <a:gd name="connsiteY333" fmla="*/ 627199 h 1972800"/>
              <a:gd name="connsiteX334" fmla="*/ 8877431 w 11362354"/>
              <a:gd name="connsiteY334" fmla="*/ 564344 h 1972800"/>
              <a:gd name="connsiteX335" fmla="*/ 9382033 w 11362354"/>
              <a:gd name="connsiteY335" fmla="*/ 564344 h 1972800"/>
              <a:gd name="connsiteX336" fmla="*/ 9382033 w 11362354"/>
              <a:gd name="connsiteY336" fmla="*/ 627199 h 1972800"/>
              <a:gd name="connsiteX337" fmla="*/ 8877431 w 11362354"/>
              <a:gd name="connsiteY337" fmla="*/ 627199 h 1972800"/>
              <a:gd name="connsiteX338" fmla="*/ 8042875 w 11362354"/>
              <a:gd name="connsiteY338" fmla="*/ 564344 h 1972800"/>
              <a:gd name="connsiteX339" fmla="*/ 8501703 w 11362354"/>
              <a:gd name="connsiteY339" fmla="*/ 564344 h 1972800"/>
              <a:gd name="connsiteX340" fmla="*/ 8501703 w 11362354"/>
              <a:gd name="connsiteY340" fmla="*/ 627199 h 1972800"/>
              <a:gd name="connsiteX341" fmla="*/ 8042875 w 11362354"/>
              <a:gd name="connsiteY341" fmla="*/ 627199 h 1972800"/>
              <a:gd name="connsiteX342" fmla="*/ 7193139 w 11362354"/>
              <a:gd name="connsiteY342" fmla="*/ 564344 h 1972800"/>
              <a:gd name="connsiteX343" fmla="*/ 7929154 w 11362354"/>
              <a:gd name="connsiteY343" fmla="*/ 564344 h 1972800"/>
              <a:gd name="connsiteX344" fmla="*/ 7958244 w 11362354"/>
              <a:gd name="connsiteY344" fmla="*/ 627199 h 1972800"/>
              <a:gd name="connsiteX345" fmla="*/ 7193139 w 11362354"/>
              <a:gd name="connsiteY345" fmla="*/ 627199 h 1972800"/>
              <a:gd name="connsiteX346" fmla="*/ 6188669 w 11362354"/>
              <a:gd name="connsiteY346" fmla="*/ 564344 h 1972800"/>
              <a:gd name="connsiteX347" fmla="*/ 6674501 w 11362354"/>
              <a:gd name="connsiteY347" fmla="*/ 564344 h 1972800"/>
              <a:gd name="connsiteX348" fmla="*/ 6674501 w 11362354"/>
              <a:gd name="connsiteY348" fmla="*/ 627199 h 1972800"/>
              <a:gd name="connsiteX349" fmla="*/ 6188669 w 11362354"/>
              <a:gd name="connsiteY349" fmla="*/ 627199 h 1972800"/>
              <a:gd name="connsiteX350" fmla="*/ 5574793 w 11362354"/>
              <a:gd name="connsiteY350" fmla="*/ 564344 h 1972800"/>
              <a:gd name="connsiteX351" fmla="*/ 6073294 w 11362354"/>
              <a:gd name="connsiteY351" fmla="*/ 564344 h 1972800"/>
              <a:gd name="connsiteX352" fmla="*/ 6073294 w 11362354"/>
              <a:gd name="connsiteY352" fmla="*/ 627199 h 1972800"/>
              <a:gd name="connsiteX353" fmla="*/ 5574793 w 11362354"/>
              <a:gd name="connsiteY353" fmla="*/ 627199 h 1972800"/>
              <a:gd name="connsiteX354" fmla="*/ 4792811 w 11362354"/>
              <a:gd name="connsiteY354" fmla="*/ 564344 h 1972800"/>
              <a:gd name="connsiteX355" fmla="*/ 5291307 w 11362354"/>
              <a:gd name="connsiteY355" fmla="*/ 564344 h 1972800"/>
              <a:gd name="connsiteX356" fmla="*/ 5291307 w 11362354"/>
              <a:gd name="connsiteY356" fmla="*/ 627199 h 1972800"/>
              <a:gd name="connsiteX357" fmla="*/ 4792811 w 11362354"/>
              <a:gd name="connsiteY357" fmla="*/ 627199 h 1972800"/>
              <a:gd name="connsiteX358" fmla="*/ 2285298 w 11362354"/>
              <a:gd name="connsiteY358" fmla="*/ 564344 h 1972800"/>
              <a:gd name="connsiteX359" fmla="*/ 2771132 w 11362354"/>
              <a:gd name="connsiteY359" fmla="*/ 564344 h 1972800"/>
              <a:gd name="connsiteX360" fmla="*/ 2771132 w 11362354"/>
              <a:gd name="connsiteY360" fmla="*/ 627199 h 1972800"/>
              <a:gd name="connsiteX361" fmla="*/ 2285298 w 11362354"/>
              <a:gd name="connsiteY361" fmla="*/ 627199 h 1972800"/>
              <a:gd name="connsiteX362" fmla="*/ 1743635 w 11362354"/>
              <a:gd name="connsiteY362" fmla="*/ 564344 h 1972800"/>
              <a:gd name="connsiteX363" fmla="*/ 2184512 w 11362354"/>
              <a:gd name="connsiteY363" fmla="*/ 564344 h 1972800"/>
              <a:gd name="connsiteX364" fmla="*/ 2184779 w 11362354"/>
              <a:gd name="connsiteY364" fmla="*/ 571975 h 1972800"/>
              <a:gd name="connsiteX365" fmla="*/ 2181588 w 11362354"/>
              <a:gd name="connsiteY365" fmla="*/ 627199 h 1972800"/>
              <a:gd name="connsiteX366" fmla="*/ 1742032 w 11362354"/>
              <a:gd name="connsiteY366" fmla="*/ 627199 h 1972800"/>
              <a:gd name="connsiteX367" fmla="*/ 1746020 w 11362354"/>
              <a:gd name="connsiteY367" fmla="*/ 587881 h 1972800"/>
              <a:gd name="connsiteX368" fmla="*/ 985097 w 11362354"/>
              <a:gd name="connsiteY368" fmla="*/ 564344 h 1972800"/>
              <a:gd name="connsiteX369" fmla="*/ 1469893 w 11362354"/>
              <a:gd name="connsiteY369" fmla="*/ 564344 h 1972800"/>
              <a:gd name="connsiteX370" fmla="*/ 1469893 w 11362354"/>
              <a:gd name="connsiteY370" fmla="*/ 627199 h 1972800"/>
              <a:gd name="connsiteX371" fmla="*/ 985097 w 11362354"/>
              <a:gd name="connsiteY371" fmla="*/ 627199 h 1972800"/>
              <a:gd name="connsiteX372" fmla="*/ 0 w 11362354"/>
              <a:gd name="connsiteY372" fmla="*/ 564344 h 1972800"/>
              <a:gd name="connsiteX373" fmla="*/ 505721 w 11362354"/>
              <a:gd name="connsiteY373" fmla="*/ 564344 h 1972800"/>
              <a:gd name="connsiteX374" fmla="*/ 505721 w 11362354"/>
              <a:gd name="connsiteY374" fmla="*/ 627199 h 1972800"/>
              <a:gd name="connsiteX375" fmla="*/ 0 w 11362354"/>
              <a:gd name="connsiteY375" fmla="*/ 627199 h 1972800"/>
              <a:gd name="connsiteX376" fmla="*/ 4156173 w 11362354"/>
              <a:gd name="connsiteY376" fmla="*/ 564343 h 1972800"/>
              <a:gd name="connsiteX377" fmla="*/ 4635244 w 11362354"/>
              <a:gd name="connsiteY377" fmla="*/ 564343 h 1972800"/>
              <a:gd name="connsiteX378" fmla="*/ 4649285 w 11362354"/>
              <a:gd name="connsiteY378" fmla="*/ 627198 h 1972800"/>
              <a:gd name="connsiteX379" fmla="*/ 4173561 w 11362354"/>
              <a:gd name="connsiteY379" fmla="*/ 627198 h 1972800"/>
              <a:gd name="connsiteX380" fmla="*/ 4156173 w 11362354"/>
              <a:gd name="connsiteY380" fmla="*/ 564343 h 1972800"/>
              <a:gd name="connsiteX381" fmla="*/ 3330140 w 11362354"/>
              <a:gd name="connsiteY381" fmla="*/ 564343 h 1972800"/>
              <a:gd name="connsiteX382" fmla="*/ 3809216 w 11362354"/>
              <a:gd name="connsiteY382" fmla="*/ 564343 h 1972800"/>
              <a:gd name="connsiteX383" fmla="*/ 3791828 w 11362354"/>
              <a:gd name="connsiteY383" fmla="*/ 627198 h 1972800"/>
              <a:gd name="connsiteX384" fmla="*/ 3316108 w 11362354"/>
              <a:gd name="connsiteY384" fmla="*/ 627198 h 1972800"/>
              <a:gd name="connsiteX385" fmla="*/ 3330140 w 11362354"/>
              <a:gd name="connsiteY385" fmla="*/ 564343 h 1972800"/>
              <a:gd name="connsiteX386" fmla="*/ 11305691 w 11362354"/>
              <a:gd name="connsiteY386" fmla="*/ 441367 h 1972800"/>
              <a:gd name="connsiteX387" fmla="*/ 11306110 w 11362354"/>
              <a:gd name="connsiteY387" fmla="*/ 441367 h 1972800"/>
              <a:gd name="connsiteX388" fmla="*/ 11306110 w 11362354"/>
              <a:gd name="connsiteY388" fmla="*/ 441726 h 1972800"/>
              <a:gd name="connsiteX389" fmla="*/ 10419150 w 11362354"/>
              <a:gd name="connsiteY389" fmla="*/ 441367 h 1972800"/>
              <a:gd name="connsiteX390" fmla="*/ 10893359 w 11362354"/>
              <a:gd name="connsiteY390" fmla="*/ 441367 h 1972800"/>
              <a:gd name="connsiteX391" fmla="*/ 10894757 w 11362354"/>
              <a:gd name="connsiteY391" fmla="*/ 483273 h 1972800"/>
              <a:gd name="connsiteX392" fmla="*/ 10419058 w 11362354"/>
              <a:gd name="connsiteY392" fmla="*/ 483273 h 1972800"/>
              <a:gd name="connsiteX393" fmla="*/ 10417854 w 11362354"/>
              <a:gd name="connsiteY393" fmla="*/ 463084 h 1972800"/>
              <a:gd name="connsiteX394" fmla="*/ 9781432 w 11362354"/>
              <a:gd name="connsiteY394" fmla="*/ 440432 h 1972800"/>
              <a:gd name="connsiteX395" fmla="*/ 10286039 w 11362354"/>
              <a:gd name="connsiteY395" fmla="*/ 440432 h 1972800"/>
              <a:gd name="connsiteX396" fmla="*/ 10286039 w 11362354"/>
              <a:gd name="connsiteY396" fmla="*/ 482250 h 1972800"/>
              <a:gd name="connsiteX397" fmla="*/ 9781432 w 11362354"/>
              <a:gd name="connsiteY397" fmla="*/ 482250 h 1972800"/>
              <a:gd name="connsiteX398" fmla="*/ 8877431 w 11362354"/>
              <a:gd name="connsiteY398" fmla="*/ 440432 h 1972800"/>
              <a:gd name="connsiteX399" fmla="*/ 9382033 w 11362354"/>
              <a:gd name="connsiteY399" fmla="*/ 440432 h 1972800"/>
              <a:gd name="connsiteX400" fmla="*/ 9382033 w 11362354"/>
              <a:gd name="connsiteY400" fmla="*/ 482250 h 1972800"/>
              <a:gd name="connsiteX401" fmla="*/ 8877431 w 11362354"/>
              <a:gd name="connsiteY401" fmla="*/ 482250 h 1972800"/>
              <a:gd name="connsiteX402" fmla="*/ 8042875 w 11362354"/>
              <a:gd name="connsiteY402" fmla="*/ 440432 h 1972800"/>
              <a:gd name="connsiteX403" fmla="*/ 8501703 w 11362354"/>
              <a:gd name="connsiteY403" fmla="*/ 440432 h 1972800"/>
              <a:gd name="connsiteX404" fmla="*/ 8501703 w 11362354"/>
              <a:gd name="connsiteY404" fmla="*/ 482250 h 1972800"/>
              <a:gd name="connsiteX405" fmla="*/ 8042875 w 11362354"/>
              <a:gd name="connsiteY405" fmla="*/ 482250 h 1972800"/>
              <a:gd name="connsiteX406" fmla="*/ 7193139 w 11362354"/>
              <a:gd name="connsiteY406" fmla="*/ 440432 h 1972800"/>
              <a:gd name="connsiteX407" fmla="*/ 7871807 w 11362354"/>
              <a:gd name="connsiteY407" fmla="*/ 440432 h 1972800"/>
              <a:gd name="connsiteX408" fmla="*/ 7891162 w 11362354"/>
              <a:gd name="connsiteY408" fmla="*/ 482250 h 1972800"/>
              <a:gd name="connsiteX409" fmla="*/ 7193139 w 11362354"/>
              <a:gd name="connsiteY409" fmla="*/ 482250 h 1972800"/>
              <a:gd name="connsiteX410" fmla="*/ 6188669 w 11362354"/>
              <a:gd name="connsiteY410" fmla="*/ 440432 h 1972800"/>
              <a:gd name="connsiteX411" fmla="*/ 6674501 w 11362354"/>
              <a:gd name="connsiteY411" fmla="*/ 440432 h 1972800"/>
              <a:gd name="connsiteX412" fmla="*/ 6674501 w 11362354"/>
              <a:gd name="connsiteY412" fmla="*/ 482250 h 1972800"/>
              <a:gd name="connsiteX413" fmla="*/ 6188669 w 11362354"/>
              <a:gd name="connsiteY413" fmla="*/ 482250 h 1972800"/>
              <a:gd name="connsiteX414" fmla="*/ 5574793 w 11362354"/>
              <a:gd name="connsiteY414" fmla="*/ 440432 h 1972800"/>
              <a:gd name="connsiteX415" fmla="*/ 6073294 w 11362354"/>
              <a:gd name="connsiteY415" fmla="*/ 440432 h 1972800"/>
              <a:gd name="connsiteX416" fmla="*/ 6073294 w 11362354"/>
              <a:gd name="connsiteY416" fmla="*/ 482250 h 1972800"/>
              <a:gd name="connsiteX417" fmla="*/ 5574793 w 11362354"/>
              <a:gd name="connsiteY417" fmla="*/ 482250 h 1972800"/>
              <a:gd name="connsiteX418" fmla="*/ 4792811 w 11362354"/>
              <a:gd name="connsiteY418" fmla="*/ 440432 h 1972800"/>
              <a:gd name="connsiteX419" fmla="*/ 5291307 w 11362354"/>
              <a:gd name="connsiteY419" fmla="*/ 440432 h 1972800"/>
              <a:gd name="connsiteX420" fmla="*/ 5291307 w 11362354"/>
              <a:gd name="connsiteY420" fmla="*/ 482250 h 1972800"/>
              <a:gd name="connsiteX421" fmla="*/ 4792811 w 11362354"/>
              <a:gd name="connsiteY421" fmla="*/ 482250 h 1972800"/>
              <a:gd name="connsiteX422" fmla="*/ 2285298 w 11362354"/>
              <a:gd name="connsiteY422" fmla="*/ 440432 h 1972800"/>
              <a:gd name="connsiteX423" fmla="*/ 2771132 w 11362354"/>
              <a:gd name="connsiteY423" fmla="*/ 440432 h 1972800"/>
              <a:gd name="connsiteX424" fmla="*/ 2771132 w 11362354"/>
              <a:gd name="connsiteY424" fmla="*/ 482250 h 1972800"/>
              <a:gd name="connsiteX425" fmla="*/ 2285298 w 11362354"/>
              <a:gd name="connsiteY425" fmla="*/ 482250 h 1972800"/>
              <a:gd name="connsiteX426" fmla="*/ 1688066 w 11362354"/>
              <a:gd name="connsiteY426" fmla="*/ 440432 h 1972800"/>
              <a:gd name="connsiteX427" fmla="*/ 2171374 w 11362354"/>
              <a:gd name="connsiteY427" fmla="*/ 440432 h 1972800"/>
              <a:gd name="connsiteX428" fmla="*/ 2178605 w 11362354"/>
              <a:gd name="connsiteY428" fmla="*/ 482250 h 1972800"/>
              <a:gd name="connsiteX429" fmla="*/ 1717768 w 11362354"/>
              <a:gd name="connsiteY429" fmla="*/ 482250 h 1972800"/>
              <a:gd name="connsiteX430" fmla="*/ 1688066 w 11362354"/>
              <a:gd name="connsiteY430" fmla="*/ 440432 h 1972800"/>
              <a:gd name="connsiteX431" fmla="*/ 985097 w 11362354"/>
              <a:gd name="connsiteY431" fmla="*/ 440432 h 1972800"/>
              <a:gd name="connsiteX432" fmla="*/ 1469893 w 11362354"/>
              <a:gd name="connsiteY432" fmla="*/ 440432 h 1972800"/>
              <a:gd name="connsiteX433" fmla="*/ 1469893 w 11362354"/>
              <a:gd name="connsiteY433" fmla="*/ 482250 h 1972800"/>
              <a:gd name="connsiteX434" fmla="*/ 985097 w 11362354"/>
              <a:gd name="connsiteY434" fmla="*/ 482250 h 1972800"/>
              <a:gd name="connsiteX435" fmla="*/ 0 w 11362354"/>
              <a:gd name="connsiteY435" fmla="*/ 440432 h 1972800"/>
              <a:gd name="connsiteX436" fmla="*/ 505721 w 11362354"/>
              <a:gd name="connsiteY436" fmla="*/ 440432 h 1972800"/>
              <a:gd name="connsiteX437" fmla="*/ 505721 w 11362354"/>
              <a:gd name="connsiteY437" fmla="*/ 482250 h 1972800"/>
              <a:gd name="connsiteX438" fmla="*/ 0 w 11362354"/>
              <a:gd name="connsiteY438" fmla="*/ 482250 h 1972800"/>
              <a:gd name="connsiteX439" fmla="*/ 4093268 w 11362354"/>
              <a:gd name="connsiteY439" fmla="*/ 440431 h 1972800"/>
              <a:gd name="connsiteX440" fmla="*/ 4597023 w 11362354"/>
              <a:gd name="connsiteY440" fmla="*/ 440431 h 1972800"/>
              <a:gd name="connsiteX441" fmla="*/ 4611768 w 11362354"/>
              <a:gd name="connsiteY441" fmla="*/ 482249 h 1972800"/>
              <a:gd name="connsiteX442" fmla="*/ 4120709 w 11362354"/>
              <a:gd name="connsiteY442" fmla="*/ 482249 h 1972800"/>
              <a:gd name="connsiteX443" fmla="*/ 4093268 w 11362354"/>
              <a:gd name="connsiteY443" fmla="*/ 440431 h 1972800"/>
              <a:gd name="connsiteX444" fmla="*/ 3368371 w 11362354"/>
              <a:gd name="connsiteY444" fmla="*/ 440431 h 1972800"/>
              <a:gd name="connsiteX445" fmla="*/ 3872116 w 11362354"/>
              <a:gd name="connsiteY445" fmla="*/ 440431 h 1972800"/>
              <a:gd name="connsiteX446" fmla="*/ 3844680 w 11362354"/>
              <a:gd name="connsiteY446" fmla="*/ 482249 h 1972800"/>
              <a:gd name="connsiteX447" fmla="*/ 3353616 w 11362354"/>
              <a:gd name="connsiteY447" fmla="*/ 482249 h 1972800"/>
              <a:gd name="connsiteX448" fmla="*/ 3368371 w 11362354"/>
              <a:gd name="connsiteY448" fmla="*/ 440431 h 1972800"/>
              <a:gd name="connsiteX449" fmla="*/ 11223979 w 11362354"/>
              <a:gd name="connsiteY449" fmla="*/ 437563 h 1972800"/>
              <a:gd name="connsiteX450" fmla="*/ 11304274 w 11362354"/>
              <a:gd name="connsiteY450" fmla="*/ 437563 h 1972800"/>
              <a:gd name="connsiteX451" fmla="*/ 11304274 w 11362354"/>
              <a:gd name="connsiteY451" fmla="*/ 487440 h 1972800"/>
              <a:gd name="connsiteX452" fmla="*/ 11274504 w 11362354"/>
              <a:gd name="connsiteY452" fmla="*/ 487440 h 1972800"/>
              <a:gd name="connsiteX453" fmla="*/ 10437485 w 11362354"/>
              <a:gd name="connsiteY453" fmla="*/ 312620 h 1972800"/>
              <a:gd name="connsiteX454" fmla="*/ 11305204 w 11362354"/>
              <a:gd name="connsiteY454" fmla="*/ 312620 h 1972800"/>
              <a:gd name="connsiteX455" fmla="*/ 11305204 w 11362354"/>
              <a:gd name="connsiteY455" fmla="*/ 323517 h 1972800"/>
              <a:gd name="connsiteX456" fmla="*/ 11306110 w 11362354"/>
              <a:gd name="connsiteY456" fmla="*/ 323517 h 1972800"/>
              <a:gd name="connsiteX457" fmla="*/ 11306110 w 11362354"/>
              <a:gd name="connsiteY457" fmla="*/ 351547 h 1972800"/>
              <a:gd name="connsiteX458" fmla="*/ 11306110 w 11362354"/>
              <a:gd name="connsiteY458" fmla="*/ 359098 h 1972800"/>
              <a:gd name="connsiteX459" fmla="*/ 11305204 w 11362354"/>
              <a:gd name="connsiteY459" fmla="*/ 359098 h 1972800"/>
              <a:gd name="connsiteX460" fmla="*/ 11305204 w 11362354"/>
              <a:gd name="connsiteY460" fmla="*/ 363528 h 1972800"/>
              <a:gd name="connsiteX461" fmla="*/ 10423824 w 11362354"/>
              <a:gd name="connsiteY461" fmla="*/ 363528 h 1972800"/>
              <a:gd name="connsiteX462" fmla="*/ 10429797 w 11362354"/>
              <a:gd name="connsiteY462" fmla="*/ 336441 h 1972800"/>
              <a:gd name="connsiteX463" fmla="*/ 9781432 w 11362354"/>
              <a:gd name="connsiteY463" fmla="*/ 312620 h 1972800"/>
              <a:gd name="connsiteX464" fmla="*/ 10286039 w 11362354"/>
              <a:gd name="connsiteY464" fmla="*/ 312620 h 1972800"/>
              <a:gd name="connsiteX465" fmla="*/ 10286039 w 11362354"/>
              <a:gd name="connsiteY465" fmla="*/ 322833 h 1972800"/>
              <a:gd name="connsiteX466" fmla="*/ 10286039 w 11362354"/>
              <a:gd name="connsiteY466" fmla="*/ 358338 h 1972800"/>
              <a:gd name="connsiteX467" fmla="*/ 10286039 w 11362354"/>
              <a:gd name="connsiteY467" fmla="*/ 358339 h 1972800"/>
              <a:gd name="connsiteX468" fmla="*/ 9781432 w 11362354"/>
              <a:gd name="connsiteY468" fmla="*/ 358339 h 1972800"/>
              <a:gd name="connsiteX469" fmla="*/ 9781432 w 11362354"/>
              <a:gd name="connsiteY469" fmla="*/ 358338 h 1972800"/>
              <a:gd name="connsiteX470" fmla="*/ 9781432 w 11362354"/>
              <a:gd name="connsiteY470" fmla="*/ 322833 h 1972800"/>
              <a:gd name="connsiteX471" fmla="*/ 8611213 w 11362354"/>
              <a:gd name="connsiteY471" fmla="*/ 312620 h 1972800"/>
              <a:gd name="connsiteX472" fmla="*/ 9666891 w 11362354"/>
              <a:gd name="connsiteY472" fmla="*/ 312620 h 1972800"/>
              <a:gd name="connsiteX473" fmla="*/ 9666891 w 11362354"/>
              <a:gd name="connsiteY473" fmla="*/ 322833 h 1972800"/>
              <a:gd name="connsiteX474" fmla="*/ 9668568 w 11362354"/>
              <a:gd name="connsiteY474" fmla="*/ 322833 h 1972800"/>
              <a:gd name="connsiteX475" fmla="*/ 9668568 w 11362354"/>
              <a:gd name="connsiteY475" fmla="*/ 358338 h 1972800"/>
              <a:gd name="connsiteX476" fmla="*/ 9666891 w 11362354"/>
              <a:gd name="connsiteY476" fmla="*/ 358338 h 1972800"/>
              <a:gd name="connsiteX477" fmla="*/ 9666891 w 11362354"/>
              <a:gd name="connsiteY477" fmla="*/ 358339 h 1972800"/>
              <a:gd name="connsiteX478" fmla="*/ 8611213 w 11362354"/>
              <a:gd name="connsiteY478" fmla="*/ 358339 h 1972800"/>
              <a:gd name="connsiteX479" fmla="*/ 8037009 w 11362354"/>
              <a:gd name="connsiteY479" fmla="*/ 312620 h 1972800"/>
              <a:gd name="connsiteX480" fmla="*/ 8500026 w 11362354"/>
              <a:gd name="connsiteY480" fmla="*/ 312620 h 1972800"/>
              <a:gd name="connsiteX481" fmla="*/ 8500026 w 11362354"/>
              <a:gd name="connsiteY481" fmla="*/ 322833 h 1972800"/>
              <a:gd name="connsiteX482" fmla="*/ 8501703 w 11362354"/>
              <a:gd name="connsiteY482" fmla="*/ 322833 h 1972800"/>
              <a:gd name="connsiteX483" fmla="*/ 8501703 w 11362354"/>
              <a:gd name="connsiteY483" fmla="*/ 358338 h 1972800"/>
              <a:gd name="connsiteX484" fmla="*/ 8500026 w 11362354"/>
              <a:gd name="connsiteY484" fmla="*/ 358338 h 1972800"/>
              <a:gd name="connsiteX485" fmla="*/ 8500026 w 11362354"/>
              <a:gd name="connsiteY485" fmla="*/ 358339 h 1972800"/>
              <a:gd name="connsiteX486" fmla="*/ 8037009 w 11362354"/>
              <a:gd name="connsiteY486" fmla="*/ 358339 h 1972800"/>
              <a:gd name="connsiteX487" fmla="*/ 7193139 w 11362354"/>
              <a:gd name="connsiteY487" fmla="*/ 312620 h 1972800"/>
              <a:gd name="connsiteX488" fmla="*/ 7812777 w 11362354"/>
              <a:gd name="connsiteY488" fmla="*/ 312620 h 1972800"/>
              <a:gd name="connsiteX489" fmla="*/ 7833342 w 11362354"/>
              <a:gd name="connsiteY489" fmla="*/ 357178 h 1972800"/>
              <a:gd name="connsiteX490" fmla="*/ 7833342 w 11362354"/>
              <a:gd name="connsiteY490" fmla="*/ 357314 h 1972800"/>
              <a:gd name="connsiteX491" fmla="*/ 7833816 w 11362354"/>
              <a:gd name="connsiteY491" fmla="*/ 358338 h 1972800"/>
              <a:gd name="connsiteX492" fmla="*/ 7833342 w 11362354"/>
              <a:gd name="connsiteY492" fmla="*/ 358338 h 1972800"/>
              <a:gd name="connsiteX493" fmla="*/ 7833342 w 11362354"/>
              <a:gd name="connsiteY493" fmla="*/ 358339 h 1972800"/>
              <a:gd name="connsiteX494" fmla="*/ 7193139 w 11362354"/>
              <a:gd name="connsiteY494" fmla="*/ 358339 h 1972800"/>
              <a:gd name="connsiteX495" fmla="*/ 7193139 w 11362354"/>
              <a:gd name="connsiteY495" fmla="*/ 358338 h 1972800"/>
              <a:gd name="connsiteX496" fmla="*/ 7193139 w 11362354"/>
              <a:gd name="connsiteY496" fmla="*/ 322833 h 1972800"/>
              <a:gd name="connsiteX497" fmla="*/ 6184479 w 11362354"/>
              <a:gd name="connsiteY497" fmla="*/ 312620 h 1972800"/>
              <a:gd name="connsiteX498" fmla="*/ 7080274 w 11362354"/>
              <a:gd name="connsiteY498" fmla="*/ 312620 h 1972800"/>
              <a:gd name="connsiteX499" fmla="*/ 7080274 w 11362354"/>
              <a:gd name="connsiteY499" fmla="*/ 322833 h 1972800"/>
              <a:gd name="connsiteX500" fmla="*/ 7080275 w 11362354"/>
              <a:gd name="connsiteY500" fmla="*/ 322833 h 1972800"/>
              <a:gd name="connsiteX501" fmla="*/ 7080275 w 11362354"/>
              <a:gd name="connsiteY501" fmla="*/ 358338 h 1972800"/>
              <a:gd name="connsiteX502" fmla="*/ 7080274 w 11362354"/>
              <a:gd name="connsiteY502" fmla="*/ 358338 h 1972800"/>
              <a:gd name="connsiteX503" fmla="*/ 7080274 w 11362354"/>
              <a:gd name="connsiteY503" fmla="*/ 358339 h 1972800"/>
              <a:gd name="connsiteX504" fmla="*/ 6184479 w 11362354"/>
              <a:gd name="connsiteY504" fmla="*/ 358339 h 1972800"/>
              <a:gd name="connsiteX505" fmla="*/ 5574793 w 11362354"/>
              <a:gd name="connsiteY505" fmla="*/ 312620 h 1972800"/>
              <a:gd name="connsiteX506" fmla="*/ 6073294 w 11362354"/>
              <a:gd name="connsiteY506" fmla="*/ 312620 h 1972800"/>
              <a:gd name="connsiteX507" fmla="*/ 6073294 w 11362354"/>
              <a:gd name="connsiteY507" fmla="*/ 322833 h 1972800"/>
              <a:gd name="connsiteX508" fmla="*/ 6073294 w 11362354"/>
              <a:gd name="connsiteY508" fmla="*/ 358338 h 1972800"/>
              <a:gd name="connsiteX509" fmla="*/ 6073294 w 11362354"/>
              <a:gd name="connsiteY509" fmla="*/ 358339 h 1972800"/>
              <a:gd name="connsiteX510" fmla="*/ 5574793 w 11362354"/>
              <a:gd name="connsiteY510" fmla="*/ 358339 h 1972800"/>
              <a:gd name="connsiteX511" fmla="*/ 5574793 w 11362354"/>
              <a:gd name="connsiteY511" fmla="*/ 358338 h 1972800"/>
              <a:gd name="connsiteX512" fmla="*/ 5574793 w 11362354"/>
              <a:gd name="connsiteY512" fmla="*/ 322833 h 1972800"/>
              <a:gd name="connsiteX513" fmla="*/ 4792811 w 11362354"/>
              <a:gd name="connsiteY513" fmla="*/ 312620 h 1972800"/>
              <a:gd name="connsiteX514" fmla="*/ 5291307 w 11362354"/>
              <a:gd name="connsiteY514" fmla="*/ 312620 h 1972800"/>
              <a:gd name="connsiteX515" fmla="*/ 5291307 w 11362354"/>
              <a:gd name="connsiteY515" fmla="*/ 322833 h 1972800"/>
              <a:gd name="connsiteX516" fmla="*/ 5291307 w 11362354"/>
              <a:gd name="connsiteY516" fmla="*/ 358338 h 1972800"/>
              <a:gd name="connsiteX517" fmla="*/ 5291307 w 11362354"/>
              <a:gd name="connsiteY517" fmla="*/ 358339 h 1972800"/>
              <a:gd name="connsiteX518" fmla="*/ 4792811 w 11362354"/>
              <a:gd name="connsiteY518" fmla="*/ 358339 h 1972800"/>
              <a:gd name="connsiteX519" fmla="*/ 4792811 w 11362354"/>
              <a:gd name="connsiteY519" fmla="*/ 358338 h 1972800"/>
              <a:gd name="connsiteX520" fmla="*/ 4792811 w 11362354"/>
              <a:gd name="connsiteY520" fmla="*/ 322833 h 1972800"/>
              <a:gd name="connsiteX521" fmla="*/ 2285298 w 11362354"/>
              <a:gd name="connsiteY521" fmla="*/ 312620 h 1972800"/>
              <a:gd name="connsiteX522" fmla="*/ 3183254 w 11362354"/>
              <a:gd name="connsiteY522" fmla="*/ 312620 h 1972800"/>
              <a:gd name="connsiteX523" fmla="*/ 3183254 w 11362354"/>
              <a:gd name="connsiteY523" fmla="*/ 322833 h 1972800"/>
              <a:gd name="connsiteX524" fmla="*/ 3183254 w 11362354"/>
              <a:gd name="connsiteY524" fmla="*/ 358338 h 1972800"/>
              <a:gd name="connsiteX525" fmla="*/ 3183254 w 11362354"/>
              <a:gd name="connsiteY525" fmla="*/ 358339 h 1972800"/>
              <a:gd name="connsiteX526" fmla="*/ 2285298 w 11362354"/>
              <a:gd name="connsiteY526" fmla="*/ 358339 h 1972800"/>
              <a:gd name="connsiteX527" fmla="*/ 2285298 w 11362354"/>
              <a:gd name="connsiteY527" fmla="*/ 358338 h 1972800"/>
              <a:gd name="connsiteX528" fmla="*/ 2285298 w 11362354"/>
              <a:gd name="connsiteY528" fmla="*/ 322833 h 1972800"/>
              <a:gd name="connsiteX529" fmla="*/ 985097 w 11362354"/>
              <a:gd name="connsiteY529" fmla="*/ 312620 h 1972800"/>
              <a:gd name="connsiteX530" fmla="*/ 2135110 w 11362354"/>
              <a:gd name="connsiteY530" fmla="*/ 312620 h 1972800"/>
              <a:gd name="connsiteX531" fmla="*/ 2148730 w 11362354"/>
              <a:gd name="connsiteY531" fmla="*/ 358335 h 1972800"/>
              <a:gd name="connsiteX532" fmla="*/ 2148731 w 11362354"/>
              <a:gd name="connsiteY532" fmla="*/ 358338 h 1972800"/>
              <a:gd name="connsiteX533" fmla="*/ 2148731 w 11362354"/>
              <a:gd name="connsiteY533" fmla="*/ 358339 h 1972800"/>
              <a:gd name="connsiteX534" fmla="*/ 985097 w 11362354"/>
              <a:gd name="connsiteY534" fmla="*/ 358339 h 1972800"/>
              <a:gd name="connsiteX535" fmla="*/ 985097 w 11362354"/>
              <a:gd name="connsiteY535" fmla="*/ 358338 h 1972800"/>
              <a:gd name="connsiteX536" fmla="*/ 985097 w 11362354"/>
              <a:gd name="connsiteY536" fmla="*/ 322833 h 1972800"/>
              <a:gd name="connsiteX537" fmla="*/ 0 w 11362354"/>
              <a:gd name="connsiteY537" fmla="*/ 312620 h 1972800"/>
              <a:gd name="connsiteX538" fmla="*/ 877145 w 11362354"/>
              <a:gd name="connsiteY538" fmla="*/ 312620 h 1972800"/>
              <a:gd name="connsiteX539" fmla="*/ 877145 w 11362354"/>
              <a:gd name="connsiteY539" fmla="*/ 322833 h 1972800"/>
              <a:gd name="connsiteX540" fmla="*/ 877145 w 11362354"/>
              <a:gd name="connsiteY540" fmla="*/ 358338 h 1972800"/>
              <a:gd name="connsiteX541" fmla="*/ 877145 w 11362354"/>
              <a:gd name="connsiteY541" fmla="*/ 358339 h 1972800"/>
              <a:gd name="connsiteX542" fmla="*/ 0 w 11362354"/>
              <a:gd name="connsiteY542" fmla="*/ 358339 h 1972800"/>
              <a:gd name="connsiteX543" fmla="*/ 0 w 11362354"/>
              <a:gd name="connsiteY543" fmla="*/ 358338 h 1972800"/>
              <a:gd name="connsiteX544" fmla="*/ 0 w 11362354"/>
              <a:gd name="connsiteY544" fmla="*/ 322833 h 1972800"/>
              <a:gd name="connsiteX545" fmla="*/ 3426524 w 11362354"/>
              <a:gd name="connsiteY545" fmla="*/ 311140 h 1972800"/>
              <a:gd name="connsiteX546" fmla="*/ 4541246 w 11362354"/>
              <a:gd name="connsiteY546" fmla="*/ 311140 h 1972800"/>
              <a:gd name="connsiteX547" fmla="*/ 4565836 w 11362354"/>
              <a:gd name="connsiteY547" fmla="*/ 363528 h 1972800"/>
              <a:gd name="connsiteX548" fmla="*/ 3720591 w 11362354"/>
              <a:gd name="connsiteY548" fmla="*/ 363528 h 1972800"/>
              <a:gd name="connsiteX549" fmla="*/ 3720591 w 11362354"/>
              <a:gd name="connsiteY549" fmla="*/ 361147 h 1972800"/>
              <a:gd name="connsiteX550" fmla="*/ 3403052 w 11362354"/>
              <a:gd name="connsiteY550" fmla="*/ 361147 h 1972800"/>
              <a:gd name="connsiteX551" fmla="*/ 10479636 w 11362354"/>
              <a:gd name="connsiteY551" fmla="*/ 204267 h 1972800"/>
              <a:gd name="connsiteX552" fmla="*/ 10671926 w 11362354"/>
              <a:gd name="connsiteY552" fmla="*/ 204267 h 1972800"/>
              <a:gd name="connsiteX553" fmla="*/ 11306110 w 11362354"/>
              <a:gd name="connsiteY553" fmla="*/ 204267 h 1972800"/>
              <a:gd name="connsiteX554" fmla="*/ 11306110 w 11362354"/>
              <a:gd name="connsiteY554" fmla="*/ 241250 h 1972800"/>
              <a:gd name="connsiteX555" fmla="*/ 10671926 w 11362354"/>
              <a:gd name="connsiteY555" fmla="*/ 241250 h 1972800"/>
              <a:gd name="connsiteX556" fmla="*/ 10463420 w 11362354"/>
              <a:gd name="connsiteY556" fmla="*/ 241250 h 1972800"/>
              <a:gd name="connsiteX557" fmla="*/ 9781432 w 11362354"/>
              <a:gd name="connsiteY557" fmla="*/ 203834 h 1972800"/>
              <a:gd name="connsiteX558" fmla="*/ 10286039 w 11362354"/>
              <a:gd name="connsiteY558" fmla="*/ 203834 h 1972800"/>
              <a:gd name="connsiteX559" fmla="*/ 10286039 w 11362354"/>
              <a:gd name="connsiteY559" fmla="*/ 240739 h 1972800"/>
              <a:gd name="connsiteX560" fmla="*/ 9781432 w 11362354"/>
              <a:gd name="connsiteY560" fmla="*/ 240739 h 1972800"/>
              <a:gd name="connsiteX561" fmla="*/ 8612890 w 11362354"/>
              <a:gd name="connsiteY561" fmla="*/ 203834 h 1972800"/>
              <a:gd name="connsiteX562" fmla="*/ 9668568 w 11362354"/>
              <a:gd name="connsiteY562" fmla="*/ 203834 h 1972800"/>
              <a:gd name="connsiteX563" fmla="*/ 9668568 w 11362354"/>
              <a:gd name="connsiteY563" fmla="*/ 240739 h 1972800"/>
              <a:gd name="connsiteX564" fmla="*/ 8612890 w 11362354"/>
              <a:gd name="connsiteY564" fmla="*/ 240739 h 1972800"/>
              <a:gd name="connsiteX565" fmla="*/ 8042875 w 11362354"/>
              <a:gd name="connsiteY565" fmla="*/ 203834 h 1972800"/>
              <a:gd name="connsiteX566" fmla="*/ 8501703 w 11362354"/>
              <a:gd name="connsiteY566" fmla="*/ 203834 h 1972800"/>
              <a:gd name="connsiteX567" fmla="*/ 8501703 w 11362354"/>
              <a:gd name="connsiteY567" fmla="*/ 240739 h 1972800"/>
              <a:gd name="connsiteX568" fmla="*/ 8042875 w 11362354"/>
              <a:gd name="connsiteY568" fmla="*/ 240739 h 1972800"/>
              <a:gd name="connsiteX569" fmla="*/ 7193139 w 11362354"/>
              <a:gd name="connsiteY569" fmla="*/ 203834 h 1972800"/>
              <a:gd name="connsiteX570" fmla="*/ 7762309 w 11362354"/>
              <a:gd name="connsiteY570" fmla="*/ 203834 h 1972800"/>
              <a:gd name="connsiteX571" fmla="*/ 7779389 w 11362354"/>
              <a:gd name="connsiteY571" fmla="*/ 240739 h 1972800"/>
              <a:gd name="connsiteX572" fmla="*/ 7193139 w 11362354"/>
              <a:gd name="connsiteY572" fmla="*/ 240739 h 1972800"/>
              <a:gd name="connsiteX573" fmla="*/ 6188669 w 11362354"/>
              <a:gd name="connsiteY573" fmla="*/ 203834 h 1972800"/>
              <a:gd name="connsiteX574" fmla="*/ 7080275 w 11362354"/>
              <a:gd name="connsiteY574" fmla="*/ 203834 h 1972800"/>
              <a:gd name="connsiteX575" fmla="*/ 7080275 w 11362354"/>
              <a:gd name="connsiteY575" fmla="*/ 240739 h 1972800"/>
              <a:gd name="connsiteX576" fmla="*/ 6188669 w 11362354"/>
              <a:gd name="connsiteY576" fmla="*/ 240739 h 1972800"/>
              <a:gd name="connsiteX577" fmla="*/ 5574793 w 11362354"/>
              <a:gd name="connsiteY577" fmla="*/ 203834 h 1972800"/>
              <a:gd name="connsiteX578" fmla="*/ 6073294 w 11362354"/>
              <a:gd name="connsiteY578" fmla="*/ 203834 h 1972800"/>
              <a:gd name="connsiteX579" fmla="*/ 6073294 w 11362354"/>
              <a:gd name="connsiteY579" fmla="*/ 240739 h 1972800"/>
              <a:gd name="connsiteX580" fmla="*/ 5574793 w 11362354"/>
              <a:gd name="connsiteY580" fmla="*/ 240739 h 1972800"/>
              <a:gd name="connsiteX581" fmla="*/ 4792811 w 11362354"/>
              <a:gd name="connsiteY581" fmla="*/ 203834 h 1972800"/>
              <a:gd name="connsiteX582" fmla="*/ 5291307 w 11362354"/>
              <a:gd name="connsiteY582" fmla="*/ 203834 h 1972800"/>
              <a:gd name="connsiteX583" fmla="*/ 5291307 w 11362354"/>
              <a:gd name="connsiteY583" fmla="*/ 240739 h 1972800"/>
              <a:gd name="connsiteX584" fmla="*/ 4792811 w 11362354"/>
              <a:gd name="connsiteY584" fmla="*/ 240739 h 1972800"/>
              <a:gd name="connsiteX585" fmla="*/ 2285298 w 11362354"/>
              <a:gd name="connsiteY585" fmla="*/ 203834 h 1972800"/>
              <a:gd name="connsiteX586" fmla="*/ 3183254 w 11362354"/>
              <a:gd name="connsiteY586" fmla="*/ 203834 h 1972800"/>
              <a:gd name="connsiteX587" fmla="*/ 3183254 w 11362354"/>
              <a:gd name="connsiteY587" fmla="*/ 240739 h 1972800"/>
              <a:gd name="connsiteX588" fmla="*/ 2285298 w 11362354"/>
              <a:gd name="connsiteY588" fmla="*/ 240739 h 1972800"/>
              <a:gd name="connsiteX589" fmla="*/ 985097 w 11362354"/>
              <a:gd name="connsiteY589" fmla="*/ 203834 h 1972800"/>
              <a:gd name="connsiteX590" fmla="*/ 2069184 w 11362354"/>
              <a:gd name="connsiteY590" fmla="*/ 203834 h 1972800"/>
              <a:gd name="connsiteX591" fmla="*/ 2093941 w 11362354"/>
              <a:gd name="connsiteY591" fmla="*/ 240739 h 1972800"/>
              <a:gd name="connsiteX592" fmla="*/ 985097 w 11362354"/>
              <a:gd name="connsiteY592" fmla="*/ 240739 h 1972800"/>
              <a:gd name="connsiteX593" fmla="*/ 0 w 11362354"/>
              <a:gd name="connsiteY593" fmla="*/ 203834 h 1972800"/>
              <a:gd name="connsiteX594" fmla="*/ 877145 w 11362354"/>
              <a:gd name="connsiteY594" fmla="*/ 203834 h 1972800"/>
              <a:gd name="connsiteX595" fmla="*/ 877145 w 11362354"/>
              <a:gd name="connsiteY595" fmla="*/ 240739 h 1972800"/>
              <a:gd name="connsiteX596" fmla="*/ 0 w 11362354"/>
              <a:gd name="connsiteY596" fmla="*/ 240739 h 1972800"/>
              <a:gd name="connsiteX597" fmla="*/ 3491565 w 11362354"/>
              <a:gd name="connsiteY597" fmla="*/ 203833 h 1972800"/>
              <a:gd name="connsiteX598" fmla="*/ 4473824 w 11362354"/>
              <a:gd name="connsiteY598" fmla="*/ 203833 h 1972800"/>
              <a:gd name="connsiteX599" fmla="*/ 4499119 w 11362354"/>
              <a:gd name="connsiteY599" fmla="*/ 240738 h 1972800"/>
              <a:gd name="connsiteX600" fmla="*/ 3466269 w 11362354"/>
              <a:gd name="connsiteY600" fmla="*/ 240738 h 1972800"/>
              <a:gd name="connsiteX601" fmla="*/ 3491565 w 11362354"/>
              <a:gd name="connsiteY601" fmla="*/ 203833 h 1972800"/>
              <a:gd name="connsiteX602" fmla="*/ 10550205 w 11362354"/>
              <a:gd name="connsiteY602" fmla="*/ 96959 h 1972800"/>
              <a:gd name="connsiteX603" fmla="*/ 10671926 w 11362354"/>
              <a:gd name="connsiteY603" fmla="*/ 96959 h 1972800"/>
              <a:gd name="connsiteX604" fmla="*/ 11306110 w 11362354"/>
              <a:gd name="connsiteY604" fmla="*/ 96959 h 1972800"/>
              <a:gd name="connsiteX605" fmla="*/ 11306110 w 11362354"/>
              <a:gd name="connsiteY605" fmla="*/ 121993 h 1972800"/>
              <a:gd name="connsiteX606" fmla="*/ 10671926 w 11362354"/>
              <a:gd name="connsiteY606" fmla="*/ 121993 h 1972800"/>
              <a:gd name="connsiteX607" fmla="*/ 10531544 w 11362354"/>
              <a:gd name="connsiteY607" fmla="*/ 121993 h 1972800"/>
              <a:gd name="connsiteX608" fmla="*/ 9781432 w 11362354"/>
              <a:gd name="connsiteY608" fmla="*/ 96753 h 1972800"/>
              <a:gd name="connsiteX609" fmla="*/ 10286039 w 11362354"/>
              <a:gd name="connsiteY609" fmla="*/ 96753 h 1972800"/>
              <a:gd name="connsiteX610" fmla="*/ 10286039 w 11362354"/>
              <a:gd name="connsiteY610" fmla="*/ 121735 h 1972800"/>
              <a:gd name="connsiteX611" fmla="*/ 9781432 w 11362354"/>
              <a:gd name="connsiteY611" fmla="*/ 121735 h 1972800"/>
              <a:gd name="connsiteX612" fmla="*/ 8612890 w 11362354"/>
              <a:gd name="connsiteY612" fmla="*/ 96753 h 1972800"/>
              <a:gd name="connsiteX613" fmla="*/ 9668568 w 11362354"/>
              <a:gd name="connsiteY613" fmla="*/ 96753 h 1972800"/>
              <a:gd name="connsiteX614" fmla="*/ 9668568 w 11362354"/>
              <a:gd name="connsiteY614" fmla="*/ 121735 h 1972800"/>
              <a:gd name="connsiteX615" fmla="*/ 8612890 w 11362354"/>
              <a:gd name="connsiteY615" fmla="*/ 121735 h 1972800"/>
              <a:gd name="connsiteX616" fmla="*/ 8042875 w 11362354"/>
              <a:gd name="connsiteY616" fmla="*/ 96753 h 1972800"/>
              <a:gd name="connsiteX617" fmla="*/ 8501703 w 11362354"/>
              <a:gd name="connsiteY617" fmla="*/ 96753 h 1972800"/>
              <a:gd name="connsiteX618" fmla="*/ 8501703 w 11362354"/>
              <a:gd name="connsiteY618" fmla="*/ 121735 h 1972800"/>
              <a:gd name="connsiteX619" fmla="*/ 8042875 w 11362354"/>
              <a:gd name="connsiteY619" fmla="*/ 121735 h 1972800"/>
              <a:gd name="connsiteX620" fmla="*/ 7193139 w 11362354"/>
              <a:gd name="connsiteY620" fmla="*/ 96753 h 1972800"/>
              <a:gd name="connsiteX621" fmla="*/ 7712749 w 11362354"/>
              <a:gd name="connsiteY621" fmla="*/ 96753 h 1972800"/>
              <a:gd name="connsiteX622" fmla="*/ 7724312 w 11362354"/>
              <a:gd name="connsiteY622" fmla="*/ 121735 h 1972800"/>
              <a:gd name="connsiteX623" fmla="*/ 7193139 w 11362354"/>
              <a:gd name="connsiteY623" fmla="*/ 121735 h 1972800"/>
              <a:gd name="connsiteX624" fmla="*/ 6188669 w 11362354"/>
              <a:gd name="connsiteY624" fmla="*/ 96753 h 1972800"/>
              <a:gd name="connsiteX625" fmla="*/ 7080275 w 11362354"/>
              <a:gd name="connsiteY625" fmla="*/ 96753 h 1972800"/>
              <a:gd name="connsiteX626" fmla="*/ 7080275 w 11362354"/>
              <a:gd name="connsiteY626" fmla="*/ 121735 h 1972800"/>
              <a:gd name="connsiteX627" fmla="*/ 6188669 w 11362354"/>
              <a:gd name="connsiteY627" fmla="*/ 121735 h 1972800"/>
              <a:gd name="connsiteX628" fmla="*/ 5574793 w 11362354"/>
              <a:gd name="connsiteY628" fmla="*/ 96753 h 1972800"/>
              <a:gd name="connsiteX629" fmla="*/ 6073294 w 11362354"/>
              <a:gd name="connsiteY629" fmla="*/ 96753 h 1972800"/>
              <a:gd name="connsiteX630" fmla="*/ 6073294 w 11362354"/>
              <a:gd name="connsiteY630" fmla="*/ 121735 h 1972800"/>
              <a:gd name="connsiteX631" fmla="*/ 5574793 w 11362354"/>
              <a:gd name="connsiteY631" fmla="*/ 121735 h 1972800"/>
              <a:gd name="connsiteX632" fmla="*/ 4792811 w 11362354"/>
              <a:gd name="connsiteY632" fmla="*/ 96753 h 1972800"/>
              <a:gd name="connsiteX633" fmla="*/ 5291307 w 11362354"/>
              <a:gd name="connsiteY633" fmla="*/ 96753 h 1972800"/>
              <a:gd name="connsiteX634" fmla="*/ 5291307 w 11362354"/>
              <a:gd name="connsiteY634" fmla="*/ 121735 h 1972800"/>
              <a:gd name="connsiteX635" fmla="*/ 4792811 w 11362354"/>
              <a:gd name="connsiteY635" fmla="*/ 121735 h 1972800"/>
              <a:gd name="connsiteX636" fmla="*/ 2285298 w 11362354"/>
              <a:gd name="connsiteY636" fmla="*/ 96753 h 1972800"/>
              <a:gd name="connsiteX637" fmla="*/ 3183254 w 11362354"/>
              <a:gd name="connsiteY637" fmla="*/ 96753 h 1972800"/>
              <a:gd name="connsiteX638" fmla="*/ 3183254 w 11362354"/>
              <a:gd name="connsiteY638" fmla="*/ 121735 h 1972800"/>
              <a:gd name="connsiteX639" fmla="*/ 2285298 w 11362354"/>
              <a:gd name="connsiteY639" fmla="*/ 121735 h 1972800"/>
              <a:gd name="connsiteX640" fmla="*/ 985097 w 11362354"/>
              <a:gd name="connsiteY640" fmla="*/ 96753 h 1972800"/>
              <a:gd name="connsiteX641" fmla="*/ 1978552 w 11362354"/>
              <a:gd name="connsiteY641" fmla="*/ 96753 h 1972800"/>
              <a:gd name="connsiteX642" fmla="*/ 2002599 w 11362354"/>
              <a:gd name="connsiteY642" fmla="*/ 121735 h 1972800"/>
              <a:gd name="connsiteX643" fmla="*/ 985097 w 11362354"/>
              <a:gd name="connsiteY643" fmla="*/ 121735 h 1972800"/>
              <a:gd name="connsiteX644" fmla="*/ 0 w 11362354"/>
              <a:gd name="connsiteY644" fmla="*/ 96753 h 1972800"/>
              <a:gd name="connsiteX645" fmla="*/ 877145 w 11362354"/>
              <a:gd name="connsiteY645" fmla="*/ 96753 h 1972800"/>
              <a:gd name="connsiteX646" fmla="*/ 877145 w 11362354"/>
              <a:gd name="connsiteY646" fmla="*/ 121735 h 1972800"/>
              <a:gd name="connsiteX647" fmla="*/ 0 w 11362354"/>
              <a:gd name="connsiteY647" fmla="*/ 121735 h 1972800"/>
              <a:gd name="connsiteX648" fmla="*/ 3581580 w 11362354"/>
              <a:gd name="connsiteY648" fmla="*/ 96752 h 1972800"/>
              <a:gd name="connsiteX649" fmla="*/ 4383809 w 11362354"/>
              <a:gd name="connsiteY649" fmla="*/ 96752 h 1972800"/>
              <a:gd name="connsiteX650" fmla="*/ 4407456 w 11362354"/>
              <a:gd name="connsiteY650" fmla="*/ 121734 h 1972800"/>
              <a:gd name="connsiteX651" fmla="*/ 3557933 w 11362354"/>
              <a:gd name="connsiteY651" fmla="*/ 121734 h 1972800"/>
              <a:gd name="connsiteX652" fmla="*/ 3581580 w 11362354"/>
              <a:gd name="connsiteY652" fmla="*/ 96752 h 1972800"/>
              <a:gd name="connsiteX653" fmla="*/ 10683999 w 11362354"/>
              <a:gd name="connsiteY653" fmla="*/ 1 h 1972800"/>
              <a:gd name="connsiteX654" fmla="*/ 10743787 w 11362354"/>
              <a:gd name="connsiteY654" fmla="*/ 1 h 1972800"/>
              <a:gd name="connsiteX655" fmla="*/ 10800434 w 11362354"/>
              <a:gd name="connsiteY655" fmla="*/ 2849 h 1972800"/>
              <a:gd name="connsiteX656" fmla="*/ 10800434 w 11362354"/>
              <a:gd name="connsiteY656" fmla="*/ 1 h 1972800"/>
              <a:gd name="connsiteX657" fmla="*/ 11306110 w 11362354"/>
              <a:gd name="connsiteY657" fmla="*/ 1 h 1972800"/>
              <a:gd name="connsiteX658" fmla="*/ 11306110 w 11362354"/>
              <a:gd name="connsiteY658" fmla="*/ 14690 h 1972800"/>
              <a:gd name="connsiteX659" fmla="*/ 10671926 w 11362354"/>
              <a:gd name="connsiteY659" fmla="*/ 14690 h 1972800"/>
              <a:gd name="connsiteX660" fmla="*/ 10634292 w 11362354"/>
              <a:gd name="connsiteY660" fmla="*/ 14690 h 1972800"/>
              <a:gd name="connsiteX661" fmla="*/ 10646512 w 11362354"/>
              <a:gd name="connsiteY661" fmla="*/ 4251 h 1972800"/>
              <a:gd name="connsiteX662" fmla="*/ 10646512 w 11362354"/>
              <a:gd name="connsiteY662" fmla="*/ 2687 h 1972800"/>
              <a:gd name="connsiteX663" fmla="*/ 10671926 w 11362354"/>
              <a:gd name="connsiteY663" fmla="*/ 1221 h 1972800"/>
              <a:gd name="connsiteX664" fmla="*/ 10671926 w 11362354"/>
              <a:gd name="connsiteY664" fmla="*/ 697 h 1972800"/>
              <a:gd name="connsiteX665" fmla="*/ 9781432 w 11362354"/>
              <a:gd name="connsiteY665" fmla="*/ 1 h 1972800"/>
              <a:gd name="connsiteX666" fmla="*/ 10286039 w 11362354"/>
              <a:gd name="connsiteY666" fmla="*/ 1 h 1972800"/>
              <a:gd name="connsiteX667" fmla="*/ 10286039 w 11362354"/>
              <a:gd name="connsiteY667" fmla="*/ 14659 h 1972800"/>
              <a:gd name="connsiteX668" fmla="*/ 9781432 w 11362354"/>
              <a:gd name="connsiteY668" fmla="*/ 14659 h 1972800"/>
              <a:gd name="connsiteX669" fmla="*/ 8612890 w 11362354"/>
              <a:gd name="connsiteY669" fmla="*/ 1 h 1972800"/>
              <a:gd name="connsiteX670" fmla="*/ 9668568 w 11362354"/>
              <a:gd name="connsiteY670" fmla="*/ 1 h 1972800"/>
              <a:gd name="connsiteX671" fmla="*/ 9668568 w 11362354"/>
              <a:gd name="connsiteY671" fmla="*/ 14659 h 1972800"/>
              <a:gd name="connsiteX672" fmla="*/ 8612890 w 11362354"/>
              <a:gd name="connsiteY672" fmla="*/ 14659 h 1972800"/>
              <a:gd name="connsiteX673" fmla="*/ 8042875 w 11362354"/>
              <a:gd name="connsiteY673" fmla="*/ 1 h 1972800"/>
              <a:gd name="connsiteX674" fmla="*/ 8501703 w 11362354"/>
              <a:gd name="connsiteY674" fmla="*/ 1 h 1972800"/>
              <a:gd name="connsiteX675" fmla="*/ 8501703 w 11362354"/>
              <a:gd name="connsiteY675" fmla="*/ 14659 h 1972800"/>
              <a:gd name="connsiteX676" fmla="*/ 8042875 w 11362354"/>
              <a:gd name="connsiteY676" fmla="*/ 14659 h 1972800"/>
              <a:gd name="connsiteX677" fmla="*/ 7193139 w 11362354"/>
              <a:gd name="connsiteY677" fmla="*/ 1 h 1972800"/>
              <a:gd name="connsiteX678" fmla="*/ 7667970 w 11362354"/>
              <a:gd name="connsiteY678" fmla="*/ 1 h 1972800"/>
              <a:gd name="connsiteX679" fmla="*/ 7674758 w 11362354"/>
              <a:gd name="connsiteY679" fmla="*/ 14659 h 1972800"/>
              <a:gd name="connsiteX680" fmla="*/ 7193139 w 11362354"/>
              <a:gd name="connsiteY680" fmla="*/ 14659 h 1972800"/>
              <a:gd name="connsiteX681" fmla="*/ 6188669 w 11362354"/>
              <a:gd name="connsiteY681" fmla="*/ 1 h 1972800"/>
              <a:gd name="connsiteX682" fmla="*/ 7080275 w 11362354"/>
              <a:gd name="connsiteY682" fmla="*/ 1 h 1972800"/>
              <a:gd name="connsiteX683" fmla="*/ 7080275 w 11362354"/>
              <a:gd name="connsiteY683" fmla="*/ 14659 h 1972800"/>
              <a:gd name="connsiteX684" fmla="*/ 6188669 w 11362354"/>
              <a:gd name="connsiteY684" fmla="*/ 14659 h 1972800"/>
              <a:gd name="connsiteX685" fmla="*/ 5574793 w 11362354"/>
              <a:gd name="connsiteY685" fmla="*/ 1 h 1972800"/>
              <a:gd name="connsiteX686" fmla="*/ 6073294 w 11362354"/>
              <a:gd name="connsiteY686" fmla="*/ 1 h 1972800"/>
              <a:gd name="connsiteX687" fmla="*/ 6073294 w 11362354"/>
              <a:gd name="connsiteY687" fmla="*/ 14659 h 1972800"/>
              <a:gd name="connsiteX688" fmla="*/ 5574793 w 11362354"/>
              <a:gd name="connsiteY688" fmla="*/ 14659 h 1972800"/>
              <a:gd name="connsiteX689" fmla="*/ 4792811 w 11362354"/>
              <a:gd name="connsiteY689" fmla="*/ 1 h 1972800"/>
              <a:gd name="connsiteX690" fmla="*/ 5291307 w 11362354"/>
              <a:gd name="connsiteY690" fmla="*/ 1 h 1972800"/>
              <a:gd name="connsiteX691" fmla="*/ 5291307 w 11362354"/>
              <a:gd name="connsiteY691" fmla="*/ 14659 h 1972800"/>
              <a:gd name="connsiteX692" fmla="*/ 4792811 w 11362354"/>
              <a:gd name="connsiteY692" fmla="*/ 14659 h 1972800"/>
              <a:gd name="connsiteX693" fmla="*/ 2285298 w 11362354"/>
              <a:gd name="connsiteY693" fmla="*/ 1 h 1972800"/>
              <a:gd name="connsiteX694" fmla="*/ 3183254 w 11362354"/>
              <a:gd name="connsiteY694" fmla="*/ 1 h 1972800"/>
              <a:gd name="connsiteX695" fmla="*/ 3183254 w 11362354"/>
              <a:gd name="connsiteY695" fmla="*/ 14659 h 1972800"/>
              <a:gd name="connsiteX696" fmla="*/ 2285298 w 11362354"/>
              <a:gd name="connsiteY696" fmla="*/ 14659 h 1972800"/>
              <a:gd name="connsiteX697" fmla="*/ 985097 w 11362354"/>
              <a:gd name="connsiteY697" fmla="*/ 1 h 1972800"/>
              <a:gd name="connsiteX698" fmla="*/ 1846470 w 11362354"/>
              <a:gd name="connsiteY698" fmla="*/ 1 h 1972800"/>
              <a:gd name="connsiteX699" fmla="*/ 1869376 w 11362354"/>
              <a:gd name="connsiteY699" fmla="*/ 14659 h 1972800"/>
              <a:gd name="connsiteX700" fmla="*/ 985097 w 11362354"/>
              <a:gd name="connsiteY700" fmla="*/ 14659 h 1972800"/>
              <a:gd name="connsiteX701" fmla="*/ 0 w 11362354"/>
              <a:gd name="connsiteY701" fmla="*/ 1 h 1972800"/>
              <a:gd name="connsiteX702" fmla="*/ 877145 w 11362354"/>
              <a:gd name="connsiteY702" fmla="*/ 1 h 1972800"/>
              <a:gd name="connsiteX703" fmla="*/ 877145 w 11362354"/>
              <a:gd name="connsiteY703" fmla="*/ 14659 h 1972800"/>
              <a:gd name="connsiteX704" fmla="*/ 0 w 11362354"/>
              <a:gd name="connsiteY704" fmla="*/ 14659 h 1972800"/>
              <a:gd name="connsiteX705" fmla="*/ 3702830 w 11362354"/>
              <a:gd name="connsiteY705" fmla="*/ 0 h 1972800"/>
              <a:gd name="connsiteX706" fmla="*/ 4262563 w 11362354"/>
              <a:gd name="connsiteY706" fmla="*/ 0 h 1972800"/>
              <a:gd name="connsiteX707" fmla="*/ 4284257 w 11362354"/>
              <a:gd name="connsiteY707" fmla="*/ 14658 h 1972800"/>
              <a:gd name="connsiteX708" fmla="*/ 3681132 w 11362354"/>
              <a:gd name="connsiteY708" fmla="*/ 14658 h 1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</a:cxnLst>
            <a:rect l="l" t="t" r="r" b="b"/>
            <a:pathLst>
              <a:path w="11362354" h="1972800">
                <a:moveTo>
                  <a:pt x="4196821" y="1846406"/>
                </a:moveTo>
                <a:lnTo>
                  <a:pt x="4515841" y="1846406"/>
                </a:lnTo>
                <a:lnTo>
                  <a:pt x="4302401" y="1972800"/>
                </a:lnTo>
                <a:lnTo>
                  <a:pt x="4276590" y="1972800"/>
                </a:lnTo>
                <a:close/>
                <a:moveTo>
                  <a:pt x="10408772" y="1547682"/>
                </a:moveTo>
                <a:lnTo>
                  <a:pt x="11236685" y="1547682"/>
                </a:lnTo>
                <a:cubicBezTo>
                  <a:pt x="11178355" y="1621090"/>
                  <a:pt x="11101638" y="1688425"/>
                  <a:pt x="11013744" y="1726479"/>
                </a:cubicBezTo>
                <a:cubicBezTo>
                  <a:pt x="10916839" y="1760403"/>
                  <a:pt x="10802883" y="1780105"/>
                  <a:pt x="10702056" y="1776200"/>
                </a:cubicBezTo>
                <a:cubicBezTo>
                  <a:pt x="10601227" y="1772294"/>
                  <a:pt x="10494409" y="1740125"/>
                  <a:pt x="10408772" y="1703049"/>
                </a:cubicBezTo>
                <a:close/>
                <a:moveTo>
                  <a:pt x="9781432" y="1544408"/>
                </a:moveTo>
                <a:lnTo>
                  <a:pt x="10286039" y="1544408"/>
                </a:lnTo>
                <a:lnTo>
                  <a:pt x="10286039" y="1763438"/>
                </a:lnTo>
                <a:lnTo>
                  <a:pt x="9781432" y="1763438"/>
                </a:lnTo>
                <a:close/>
                <a:moveTo>
                  <a:pt x="8877431" y="1544408"/>
                </a:moveTo>
                <a:lnTo>
                  <a:pt x="9382033" y="1544408"/>
                </a:lnTo>
                <a:lnTo>
                  <a:pt x="9382033" y="1763438"/>
                </a:lnTo>
                <a:lnTo>
                  <a:pt x="8877431" y="1763438"/>
                </a:lnTo>
                <a:close/>
                <a:moveTo>
                  <a:pt x="7955283" y="1544408"/>
                </a:moveTo>
                <a:lnTo>
                  <a:pt x="8501703" y="1544408"/>
                </a:lnTo>
                <a:lnTo>
                  <a:pt x="8501703" y="1763438"/>
                </a:lnTo>
                <a:lnTo>
                  <a:pt x="8046371" y="1763438"/>
                </a:lnTo>
                <a:close/>
                <a:moveTo>
                  <a:pt x="7193139" y="1544408"/>
                </a:moveTo>
                <a:lnTo>
                  <a:pt x="7648159" y="1544408"/>
                </a:lnTo>
                <a:lnTo>
                  <a:pt x="7648159" y="1763438"/>
                </a:lnTo>
                <a:lnTo>
                  <a:pt x="7193139" y="1763438"/>
                </a:lnTo>
                <a:close/>
                <a:moveTo>
                  <a:pt x="6188669" y="1544408"/>
                </a:moveTo>
                <a:lnTo>
                  <a:pt x="7080275" y="1544408"/>
                </a:lnTo>
                <a:lnTo>
                  <a:pt x="7080275" y="1763438"/>
                </a:lnTo>
                <a:lnTo>
                  <a:pt x="6188669" y="1763438"/>
                </a:lnTo>
                <a:close/>
                <a:moveTo>
                  <a:pt x="4886266" y="1544408"/>
                </a:moveTo>
                <a:lnTo>
                  <a:pt x="5979839" y="1544408"/>
                </a:lnTo>
                <a:cubicBezTo>
                  <a:pt x="5886803" y="1676927"/>
                  <a:pt x="5732198" y="1763438"/>
                  <a:pt x="5557257" y="1763438"/>
                </a:cubicBezTo>
                <a:lnTo>
                  <a:pt x="5308843" y="1763438"/>
                </a:lnTo>
                <a:cubicBezTo>
                  <a:pt x="5133911" y="1763438"/>
                  <a:pt x="4979301" y="1676927"/>
                  <a:pt x="4886266" y="1544408"/>
                </a:cubicBezTo>
                <a:close/>
                <a:moveTo>
                  <a:pt x="2285298" y="1544408"/>
                </a:moveTo>
                <a:lnTo>
                  <a:pt x="3183254" y="1544408"/>
                </a:lnTo>
                <a:lnTo>
                  <a:pt x="3183254" y="1763438"/>
                </a:lnTo>
                <a:lnTo>
                  <a:pt x="2285298" y="1763438"/>
                </a:lnTo>
                <a:close/>
                <a:moveTo>
                  <a:pt x="1699767" y="1544408"/>
                </a:moveTo>
                <a:lnTo>
                  <a:pt x="2161050" y="1544408"/>
                </a:lnTo>
                <a:lnTo>
                  <a:pt x="2265828" y="1763438"/>
                </a:lnTo>
                <a:lnTo>
                  <a:pt x="1796468" y="1763438"/>
                </a:lnTo>
                <a:close/>
                <a:moveTo>
                  <a:pt x="985097" y="1544408"/>
                </a:moveTo>
                <a:lnTo>
                  <a:pt x="1468672" y="1544408"/>
                </a:lnTo>
                <a:lnTo>
                  <a:pt x="1468672" y="1763438"/>
                </a:lnTo>
                <a:lnTo>
                  <a:pt x="985097" y="1763438"/>
                </a:lnTo>
                <a:close/>
                <a:moveTo>
                  <a:pt x="0" y="1544408"/>
                </a:moveTo>
                <a:lnTo>
                  <a:pt x="506025" y="1544408"/>
                </a:lnTo>
                <a:lnTo>
                  <a:pt x="506025" y="1763438"/>
                </a:lnTo>
                <a:lnTo>
                  <a:pt x="498505" y="1763438"/>
                </a:lnTo>
                <a:lnTo>
                  <a:pt x="7520" y="1763438"/>
                </a:lnTo>
                <a:lnTo>
                  <a:pt x="0" y="1763438"/>
                </a:lnTo>
                <a:close/>
                <a:moveTo>
                  <a:pt x="3478763" y="1544407"/>
                </a:moveTo>
                <a:lnTo>
                  <a:pt x="4486152" y="1544407"/>
                </a:lnTo>
                <a:cubicBezTo>
                  <a:pt x="4484148" y="1548197"/>
                  <a:pt x="4481735" y="1551706"/>
                  <a:pt x="4479313" y="1555187"/>
                </a:cubicBezTo>
                <a:lnTo>
                  <a:pt x="4654042" y="1763437"/>
                </a:lnTo>
                <a:lnTo>
                  <a:pt x="3697470" y="1763437"/>
                </a:lnTo>
                <a:cubicBezTo>
                  <a:pt x="3614316" y="1711031"/>
                  <a:pt x="3539996" y="1636273"/>
                  <a:pt x="3478763" y="1544407"/>
                </a:cubicBezTo>
                <a:close/>
                <a:moveTo>
                  <a:pt x="10408772" y="1290902"/>
                </a:moveTo>
                <a:lnTo>
                  <a:pt x="10568570" y="1290902"/>
                </a:lnTo>
                <a:cubicBezTo>
                  <a:pt x="10577470" y="1298557"/>
                  <a:pt x="10581828" y="1306214"/>
                  <a:pt x="10590729" y="1313870"/>
                </a:cubicBezTo>
                <a:cubicBezTo>
                  <a:pt x="10620545" y="1348521"/>
                  <a:pt x="10677153" y="1369391"/>
                  <a:pt x="10721250" y="1365562"/>
                </a:cubicBezTo>
                <a:cubicBezTo>
                  <a:pt x="10765348" y="1361734"/>
                  <a:pt x="10826744" y="1338516"/>
                  <a:pt x="10855315" y="1290902"/>
                </a:cubicBezTo>
                <a:lnTo>
                  <a:pt x="11214890" y="1290902"/>
                </a:lnTo>
                <a:lnTo>
                  <a:pt x="11346112" y="1290902"/>
                </a:lnTo>
                <a:cubicBezTo>
                  <a:pt x="11334622" y="1353431"/>
                  <a:pt x="11312604" y="1412394"/>
                  <a:pt x="11280882" y="1465414"/>
                </a:cubicBezTo>
                <a:lnTo>
                  <a:pt x="11214890" y="1465414"/>
                </a:lnTo>
                <a:lnTo>
                  <a:pt x="10408772" y="1465414"/>
                </a:lnTo>
                <a:close/>
                <a:moveTo>
                  <a:pt x="3354588" y="1288169"/>
                </a:moveTo>
                <a:lnTo>
                  <a:pt x="3891084" y="1288169"/>
                </a:lnTo>
                <a:cubicBezTo>
                  <a:pt x="3918715" y="1317171"/>
                  <a:pt x="3949853" y="1333215"/>
                  <a:pt x="3982693" y="1333215"/>
                </a:cubicBezTo>
                <a:cubicBezTo>
                  <a:pt x="4015535" y="1333215"/>
                  <a:pt x="4046674" y="1317171"/>
                  <a:pt x="4074304" y="1288169"/>
                </a:cubicBezTo>
                <a:lnTo>
                  <a:pt x="4610046" y="1288169"/>
                </a:lnTo>
                <a:cubicBezTo>
                  <a:pt x="4590290" y="1350350"/>
                  <a:pt x="4565183" y="1408715"/>
                  <a:pt x="4535426" y="1462313"/>
                </a:cubicBezTo>
                <a:lnTo>
                  <a:pt x="3429061" y="1462313"/>
                </a:lnTo>
                <a:cubicBezTo>
                  <a:pt x="3399902" y="1408452"/>
                  <a:pt x="3374896" y="1350106"/>
                  <a:pt x="3354588" y="1288169"/>
                </a:cubicBezTo>
                <a:close/>
                <a:moveTo>
                  <a:pt x="9781432" y="1288165"/>
                </a:moveTo>
                <a:lnTo>
                  <a:pt x="10286039" y="1288165"/>
                </a:lnTo>
                <a:lnTo>
                  <a:pt x="10286039" y="1462314"/>
                </a:lnTo>
                <a:lnTo>
                  <a:pt x="9781432" y="1462314"/>
                </a:lnTo>
                <a:close/>
                <a:moveTo>
                  <a:pt x="8877431" y="1288165"/>
                </a:moveTo>
                <a:lnTo>
                  <a:pt x="9382033" y="1288165"/>
                </a:lnTo>
                <a:lnTo>
                  <a:pt x="9382033" y="1462314"/>
                </a:lnTo>
                <a:lnTo>
                  <a:pt x="8877431" y="1462314"/>
                </a:lnTo>
                <a:close/>
                <a:moveTo>
                  <a:pt x="7848731" y="1288165"/>
                </a:moveTo>
                <a:lnTo>
                  <a:pt x="8501703" y="1288165"/>
                </a:lnTo>
                <a:lnTo>
                  <a:pt x="8501703" y="1462314"/>
                </a:lnTo>
                <a:lnTo>
                  <a:pt x="7921150" y="1462314"/>
                </a:lnTo>
                <a:close/>
                <a:moveTo>
                  <a:pt x="7193139" y="1288165"/>
                </a:moveTo>
                <a:lnTo>
                  <a:pt x="7648159" y="1288165"/>
                </a:lnTo>
                <a:lnTo>
                  <a:pt x="7648159" y="1462314"/>
                </a:lnTo>
                <a:lnTo>
                  <a:pt x="7193139" y="1462314"/>
                </a:lnTo>
                <a:close/>
                <a:moveTo>
                  <a:pt x="6188669" y="1288165"/>
                </a:moveTo>
                <a:lnTo>
                  <a:pt x="6674501" y="1288165"/>
                </a:lnTo>
                <a:lnTo>
                  <a:pt x="6674501" y="1351991"/>
                </a:lnTo>
                <a:lnTo>
                  <a:pt x="7080275" y="1351991"/>
                </a:lnTo>
                <a:lnTo>
                  <a:pt x="7080275" y="1462314"/>
                </a:lnTo>
                <a:lnTo>
                  <a:pt x="6188669" y="1462314"/>
                </a:lnTo>
                <a:close/>
                <a:moveTo>
                  <a:pt x="4794722" y="1288165"/>
                </a:moveTo>
                <a:lnTo>
                  <a:pt x="5308313" y="1288165"/>
                </a:lnTo>
                <a:cubicBezTo>
                  <a:pt x="5331518" y="1333078"/>
                  <a:pt x="5378715" y="1363467"/>
                  <a:pt x="5433050" y="1363467"/>
                </a:cubicBezTo>
                <a:cubicBezTo>
                  <a:pt x="5487389" y="1363467"/>
                  <a:pt x="5534582" y="1333078"/>
                  <a:pt x="5557791" y="1288165"/>
                </a:cubicBezTo>
                <a:lnTo>
                  <a:pt x="6071387" y="1288165"/>
                </a:lnTo>
                <a:cubicBezTo>
                  <a:pt x="6067418" y="1349988"/>
                  <a:pt x="6051903" y="1408730"/>
                  <a:pt x="6026879" y="1462314"/>
                </a:cubicBezTo>
                <a:lnTo>
                  <a:pt x="4839225" y="1462314"/>
                </a:lnTo>
                <a:cubicBezTo>
                  <a:pt x="4814201" y="1408730"/>
                  <a:pt x="4798682" y="1349988"/>
                  <a:pt x="4794722" y="1288165"/>
                </a:cubicBezTo>
                <a:close/>
                <a:moveTo>
                  <a:pt x="2285298" y="1288165"/>
                </a:moveTo>
                <a:lnTo>
                  <a:pt x="2771132" y="1288165"/>
                </a:lnTo>
                <a:lnTo>
                  <a:pt x="2771132" y="1351991"/>
                </a:lnTo>
                <a:lnTo>
                  <a:pt x="3183254" y="1351991"/>
                </a:lnTo>
                <a:lnTo>
                  <a:pt x="3183254" y="1462314"/>
                </a:lnTo>
                <a:lnTo>
                  <a:pt x="2285298" y="1462314"/>
                </a:lnTo>
                <a:close/>
                <a:moveTo>
                  <a:pt x="1586644" y="1288165"/>
                </a:moveTo>
                <a:lnTo>
                  <a:pt x="2038472" y="1288165"/>
                </a:lnTo>
                <a:lnTo>
                  <a:pt x="2121783" y="1462314"/>
                </a:lnTo>
                <a:lnTo>
                  <a:pt x="1663530" y="1462314"/>
                </a:lnTo>
                <a:close/>
                <a:moveTo>
                  <a:pt x="985097" y="1288165"/>
                </a:moveTo>
                <a:lnTo>
                  <a:pt x="1468672" y="1288165"/>
                </a:lnTo>
                <a:lnTo>
                  <a:pt x="1468672" y="1462314"/>
                </a:lnTo>
                <a:lnTo>
                  <a:pt x="985097" y="1462314"/>
                </a:lnTo>
                <a:close/>
                <a:moveTo>
                  <a:pt x="0" y="1288165"/>
                </a:moveTo>
                <a:lnTo>
                  <a:pt x="506025" y="1288165"/>
                </a:lnTo>
                <a:lnTo>
                  <a:pt x="506025" y="1462314"/>
                </a:lnTo>
                <a:lnTo>
                  <a:pt x="0" y="1462314"/>
                </a:lnTo>
                <a:close/>
                <a:moveTo>
                  <a:pt x="10408772" y="1157361"/>
                </a:moveTo>
                <a:lnTo>
                  <a:pt x="10468381" y="1208632"/>
                </a:lnTo>
                <a:lnTo>
                  <a:pt x="10408772" y="1208632"/>
                </a:lnTo>
                <a:close/>
                <a:moveTo>
                  <a:pt x="10816942" y="1078164"/>
                </a:moveTo>
                <a:lnTo>
                  <a:pt x="11358000" y="1078164"/>
                </a:lnTo>
                <a:cubicBezTo>
                  <a:pt x="11367192" y="1149515"/>
                  <a:pt x="11358946" y="1186888"/>
                  <a:pt x="11359134" y="1208632"/>
                </a:cubicBezTo>
                <a:lnTo>
                  <a:pt x="11359134" y="1208633"/>
                </a:lnTo>
                <a:lnTo>
                  <a:pt x="10871056" y="1208633"/>
                </a:lnTo>
                <a:cubicBezTo>
                  <a:pt x="10871350" y="1207645"/>
                  <a:pt x="10871355" y="1206649"/>
                  <a:pt x="10871355" y="1205652"/>
                </a:cubicBezTo>
                <a:cubicBezTo>
                  <a:pt x="10871355" y="1153657"/>
                  <a:pt x="10847076" y="1107297"/>
                  <a:pt x="10808382" y="1078165"/>
                </a:cubicBezTo>
                <a:lnTo>
                  <a:pt x="10816943" y="1078165"/>
                </a:lnTo>
                <a:close/>
                <a:moveTo>
                  <a:pt x="9781432" y="1075882"/>
                </a:moveTo>
                <a:lnTo>
                  <a:pt x="10286039" y="1075882"/>
                </a:lnTo>
                <a:lnTo>
                  <a:pt x="10286039" y="1206076"/>
                </a:lnTo>
                <a:lnTo>
                  <a:pt x="9781432" y="1206076"/>
                </a:lnTo>
                <a:close/>
                <a:moveTo>
                  <a:pt x="8877431" y="1075882"/>
                </a:moveTo>
                <a:lnTo>
                  <a:pt x="9382033" y="1075882"/>
                </a:lnTo>
                <a:lnTo>
                  <a:pt x="9382033" y="1206076"/>
                </a:lnTo>
                <a:lnTo>
                  <a:pt x="8877431" y="1206076"/>
                </a:lnTo>
                <a:close/>
                <a:moveTo>
                  <a:pt x="7760453" y="1075882"/>
                </a:moveTo>
                <a:lnTo>
                  <a:pt x="8501703" y="1075882"/>
                </a:lnTo>
                <a:lnTo>
                  <a:pt x="8501703" y="1206076"/>
                </a:lnTo>
                <a:lnTo>
                  <a:pt x="7814594" y="1206076"/>
                </a:lnTo>
                <a:close/>
                <a:moveTo>
                  <a:pt x="7193139" y="1075882"/>
                </a:moveTo>
                <a:lnTo>
                  <a:pt x="7648159" y="1075882"/>
                </a:lnTo>
                <a:lnTo>
                  <a:pt x="7648159" y="1206076"/>
                </a:lnTo>
                <a:lnTo>
                  <a:pt x="7193139" y="1206076"/>
                </a:lnTo>
                <a:close/>
                <a:moveTo>
                  <a:pt x="6188669" y="1075882"/>
                </a:moveTo>
                <a:lnTo>
                  <a:pt x="6674501" y="1075882"/>
                </a:lnTo>
                <a:lnTo>
                  <a:pt x="6674501" y="1206076"/>
                </a:lnTo>
                <a:lnTo>
                  <a:pt x="6188669" y="1206076"/>
                </a:lnTo>
                <a:close/>
                <a:moveTo>
                  <a:pt x="5574793" y="1075882"/>
                </a:moveTo>
                <a:lnTo>
                  <a:pt x="6073294" y="1075882"/>
                </a:lnTo>
                <a:lnTo>
                  <a:pt x="6073294" y="1206076"/>
                </a:lnTo>
                <a:lnTo>
                  <a:pt x="5574793" y="1206076"/>
                </a:lnTo>
                <a:close/>
                <a:moveTo>
                  <a:pt x="4792811" y="1075882"/>
                </a:moveTo>
                <a:lnTo>
                  <a:pt x="5291307" y="1075882"/>
                </a:lnTo>
                <a:lnTo>
                  <a:pt x="5291307" y="1206076"/>
                </a:lnTo>
                <a:lnTo>
                  <a:pt x="4792811" y="1206076"/>
                </a:lnTo>
                <a:close/>
                <a:moveTo>
                  <a:pt x="2285298" y="1075882"/>
                </a:moveTo>
                <a:lnTo>
                  <a:pt x="2771132" y="1075882"/>
                </a:lnTo>
                <a:lnTo>
                  <a:pt x="2771132" y="1206076"/>
                </a:lnTo>
                <a:lnTo>
                  <a:pt x="2285298" y="1206076"/>
                </a:lnTo>
                <a:close/>
                <a:moveTo>
                  <a:pt x="1492927" y="1075882"/>
                </a:moveTo>
                <a:lnTo>
                  <a:pt x="1945589" y="1075882"/>
                </a:lnTo>
                <a:cubicBezTo>
                  <a:pt x="1944041" y="1077590"/>
                  <a:pt x="1942273" y="1079022"/>
                  <a:pt x="1940491" y="1080455"/>
                </a:cubicBezTo>
                <a:lnTo>
                  <a:pt x="1939110" y="1080455"/>
                </a:lnTo>
                <a:lnTo>
                  <a:pt x="1939524" y="1081320"/>
                </a:lnTo>
                <a:cubicBezTo>
                  <a:pt x="1939165" y="1081707"/>
                  <a:pt x="1938755" y="1082034"/>
                  <a:pt x="1938345" y="1082361"/>
                </a:cubicBezTo>
                <a:lnTo>
                  <a:pt x="1940022" y="1082361"/>
                </a:lnTo>
                <a:lnTo>
                  <a:pt x="1999205" y="1206076"/>
                </a:lnTo>
                <a:lnTo>
                  <a:pt x="1550403" y="1206076"/>
                </a:lnTo>
                <a:close/>
                <a:moveTo>
                  <a:pt x="985097" y="1075882"/>
                </a:moveTo>
                <a:lnTo>
                  <a:pt x="1468672" y="1075882"/>
                </a:lnTo>
                <a:lnTo>
                  <a:pt x="1468672" y="1206076"/>
                </a:lnTo>
                <a:lnTo>
                  <a:pt x="985097" y="1206076"/>
                </a:lnTo>
                <a:close/>
                <a:moveTo>
                  <a:pt x="0" y="1075882"/>
                </a:moveTo>
                <a:lnTo>
                  <a:pt x="877145" y="1075882"/>
                </a:lnTo>
                <a:lnTo>
                  <a:pt x="877145" y="1098345"/>
                </a:lnTo>
                <a:lnTo>
                  <a:pt x="869625" y="1098345"/>
                </a:lnTo>
                <a:lnTo>
                  <a:pt x="506025" y="1098345"/>
                </a:lnTo>
                <a:lnTo>
                  <a:pt x="506025" y="1206076"/>
                </a:lnTo>
                <a:lnTo>
                  <a:pt x="0" y="1206076"/>
                </a:lnTo>
                <a:close/>
                <a:moveTo>
                  <a:pt x="4174413" y="1075881"/>
                </a:moveTo>
                <a:lnTo>
                  <a:pt x="4660572" y="1075881"/>
                </a:lnTo>
                <a:cubicBezTo>
                  <a:pt x="4654171" y="1120550"/>
                  <a:pt x="4645505" y="1164090"/>
                  <a:pt x="4633997" y="1206075"/>
                </a:cubicBezTo>
                <a:lnTo>
                  <a:pt x="4129883" y="1206075"/>
                </a:lnTo>
                <a:cubicBezTo>
                  <a:pt x="4148445" y="1169059"/>
                  <a:pt x="4163826" y="1125090"/>
                  <a:pt x="4174413" y="1075881"/>
                </a:cubicBezTo>
                <a:close/>
                <a:moveTo>
                  <a:pt x="3305162" y="1075881"/>
                </a:moveTo>
                <a:lnTo>
                  <a:pt x="3790976" y="1075881"/>
                </a:lnTo>
                <a:cubicBezTo>
                  <a:pt x="3801558" y="1125090"/>
                  <a:pt x="3816942" y="1169059"/>
                  <a:pt x="3835506" y="1206075"/>
                </a:cubicBezTo>
                <a:lnTo>
                  <a:pt x="3330959" y="1206075"/>
                </a:lnTo>
                <a:cubicBezTo>
                  <a:pt x="3319852" y="1164035"/>
                  <a:pt x="3311209" y="1120545"/>
                  <a:pt x="3305162" y="1075881"/>
                </a:cubicBezTo>
                <a:close/>
                <a:moveTo>
                  <a:pt x="10587776" y="879486"/>
                </a:moveTo>
                <a:lnTo>
                  <a:pt x="11280821" y="879486"/>
                </a:lnTo>
                <a:cubicBezTo>
                  <a:pt x="11304371" y="915413"/>
                  <a:pt x="11325405" y="952210"/>
                  <a:pt x="11338792" y="993628"/>
                </a:cubicBezTo>
                <a:lnTo>
                  <a:pt x="10727828" y="995899"/>
                </a:lnTo>
                <a:close/>
                <a:moveTo>
                  <a:pt x="9781432" y="877625"/>
                </a:moveTo>
                <a:lnTo>
                  <a:pt x="10286039" y="877625"/>
                </a:lnTo>
                <a:lnTo>
                  <a:pt x="10286039" y="993788"/>
                </a:lnTo>
                <a:lnTo>
                  <a:pt x="9781432" y="993788"/>
                </a:lnTo>
                <a:close/>
                <a:moveTo>
                  <a:pt x="8877431" y="877625"/>
                </a:moveTo>
                <a:lnTo>
                  <a:pt x="9382033" y="877625"/>
                </a:lnTo>
                <a:lnTo>
                  <a:pt x="9382033" y="993788"/>
                </a:lnTo>
                <a:lnTo>
                  <a:pt x="8877431" y="993788"/>
                </a:lnTo>
                <a:close/>
                <a:moveTo>
                  <a:pt x="7678004" y="877625"/>
                </a:moveTo>
                <a:lnTo>
                  <a:pt x="8501703" y="877625"/>
                </a:lnTo>
                <a:lnTo>
                  <a:pt x="8501703" y="993788"/>
                </a:lnTo>
                <a:lnTo>
                  <a:pt x="7726316" y="993788"/>
                </a:lnTo>
                <a:close/>
                <a:moveTo>
                  <a:pt x="7193139" y="877625"/>
                </a:moveTo>
                <a:lnTo>
                  <a:pt x="7648159" y="877625"/>
                </a:lnTo>
                <a:lnTo>
                  <a:pt x="7648159" y="993788"/>
                </a:lnTo>
                <a:lnTo>
                  <a:pt x="7193139" y="993788"/>
                </a:lnTo>
                <a:close/>
                <a:moveTo>
                  <a:pt x="6188669" y="877625"/>
                </a:moveTo>
                <a:lnTo>
                  <a:pt x="7056268" y="877625"/>
                </a:lnTo>
                <a:lnTo>
                  <a:pt x="7056268" y="988326"/>
                </a:lnTo>
                <a:lnTo>
                  <a:pt x="6674501" y="988326"/>
                </a:lnTo>
                <a:lnTo>
                  <a:pt x="6674501" y="993788"/>
                </a:lnTo>
                <a:lnTo>
                  <a:pt x="6188669" y="993788"/>
                </a:lnTo>
                <a:close/>
                <a:moveTo>
                  <a:pt x="5574793" y="877625"/>
                </a:moveTo>
                <a:lnTo>
                  <a:pt x="6073294" y="877625"/>
                </a:lnTo>
                <a:lnTo>
                  <a:pt x="6073294" y="993788"/>
                </a:lnTo>
                <a:lnTo>
                  <a:pt x="5574793" y="993788"/>
                </a:lnTo>
                <a:close/>
                <a:moveTo>
                  <a:pt x="4792811" y="877625"/>
                </a:moveTo>
                <a:lnTo>
                  <a:pt x="5291307" y="877625"/>
                </a:lnTo>
                <a:lnTo>
                  <a:pt x="5291307" y="993788"/>
                </a:lnTo>
                <a:lnTo>
                  <a:pt x="4792811" y="993788"/>
                </a:lnTo>
                <a:close/>
                <a:moveTo>
                  <a:pt x="2285298" y="877625"/>
                </a:moveTo>
                <a:lnTo>
                  <a:pt x="3161500" y="877625"/>
                </a:lnTo>
                <a:lnTo>
                  <a:pt x="3161500" y="988326"/>
                </a:lnTo>
                <a:lnTo>
                  <a:pt x="2771132" y="988326"/>
                </a:lnTo>
                <a:lnTo>
                  <a:pt x="2771132" y="993788"/>
                </a:lnTo>
                <a:lnTo>
                  <a:pt x="2285298" y="993788"/>
                </a:lnTo>
                <a:close/>
                <a:moveTo>
                  <a:pt x="985097" y="877625"/>
                </a:moveTo>
                <a:lnTo>
                  <a:pt x="2107746" y="877625"/>
                </a:lnTo>
                <a:cubicBezTo>
                  <a:pt x="2086278" y="919656"/>
                  <a:pt x="2059665" y="958619"/>
                  <a:pt x="2028664" y="993788"/>
                </a:cubicBezTo>
                <a:lnTo>
                  <a:pt x="985097" y="993788"/>
                </a:lnTo>
                <a:close/>
                <a:moveTo>
                  <a:pt x="0" y="877625"/>
                </a:moveTo>
                <a:lnTo>
                  <a:pt x="877145" y="877625"/>
                </a:lnTo>
                <a:lnTo>
                  <a:pt x="877145" y="993788"/>
                </a:lnTo>
                <a:lnTo>
                  <a:pt x="0" y="993788"/>
                </a:lnTo>
                <a:close/>
                <a:moveTo>
                  <a:pt x="4199211" y="877624"/>
                </a:moveTo>
                <a:lnTo>
                  <a:pt x="4674176" y="877624"/>
                </a:lnTo>
                <a:cubicBezTo>
                  <a:pt x="4674327" y="879591"/>
                  <a:pt x="4674332" y="881557"/>
                  <a:pt x="4674332" y="883528"/>
                </a:cubicBezTo>
                <a:cubicBezTo>
                  <a:pt x="4674332" y="920824"/>
                  <a:pt x="4672822" y="957628"/>
                  <a:pt x="4669465" y="993787"/>
                </a:cubicBezTo>
                <a:lnTo>
                  <a:pt x="4189743" y="993787"/>
                </a:lnTo>
                <a:cubicBezTo>
                  <a:pt x="4195970" y="956882"/>
                  <a:pt x="4199133" y="917914"/>
                  <a:pt x="4199211" y="877624"/>
                </a:cubicBezTo>
                <a:close/>
                <a:moveTo>
                  <a:pt x="3291213" y="877624"/>
                </a:moveTo>
                <a:lnTo>
                  <a:pt x="3766173" y="877624"/>
                </a:lnTo>
                <a:cubicBezTo>
                  <a:pt x="3766256" y="917914"/>
                  <a:pt x="3769415" y="956882"/>
                  <a:pt x="3775650" y="993787"/>
                </a:cubicBezTo>
                <a:lnTo>
                  <a:pt x="3295989" y="993787"/>
                </a:lnTo>
                <a:cubicBezTo>
                  <a:pt x="3292572" y="957632"/>
                  <a:pt x="3291057" y="920824"/>
                  <a:pt x="3291057" y="883528"/>
                </a:cubicBezTo>
                <a:close/>
                <a:moveTo>
                  <a:pt x="10461146" y="710797"/>
                </a:moveTo>
                <a:lnTo>
                  <a:pt x="11109160" y="710797"/>
                </a:lnTo>
                <a:cubicBezTo>
                  <a:pt x="11109161" y="710797"/>
                  <a:pt x="11109161" y="710798"/>
                  <a:pt x="11109162" y="710798"/>
                </a:cubicBezTo>
                <a:lnTo>
                  <a:pt x="11121245" y="710798"/>
                </a:lnTo>
                <a:lnTo>
                  <a:pt x="11122337" y="711693"/>
                </a:lnTo>
                <a:lnTo>
                  <a:pt x="11118350" y="711693"/>
                </a:lnTo>
                <a:cubicBezTo>
                  <a:pt x="11153339" y="736641"/>
                  <a:pt x="11185427" y="765257"/>
                  <a:pt x="11213739" y="797219"/>
                </a:cubicBezTo>
                <a:lnTo>
                  <a:pt x="10517279" y="797218"/>
                </a:lnTo>
                <a:cubicBezTo>
                  <a:pt x="10497025" y="770452"/>
                  <a:pt x="10475239" y="741481"/>
                  <a:pt x="10461146" y="710797"/>
                </a:cubicBezTo>
                <a:close/>
                <a:moveTo>
                  <a:pt x="9781432" y="709293"/>
                </a:moveTo>
                <a:lnTo>
                  <a:pt x="10286039" y="709293"/>
                </a:lnTo>
                <a:lnTo>
                  <a:pt x="10286039" y="795531"/>
                </a:lnTo>
                <a:lnTo>
                  <a:pt x="9781432" y="795531"/>
                </a:lnTo>
                <a:close/>
                <a:moveTo>
                  <a:pt x="8877431" y="709293"/>
                </a:moveTo>
                <a:lnTo>
                  <a:pt x="9382033" y="709293"/>
                </a:lnTo>
                <a:lnTo>
                  <a:pt x="9382033" y="795531"/>
                </a:lnTo>
                <a:lnTo>
                  <a:pt x="8877431" y="795531"/>
                </a:lnTo>
                <a:close/>
                <a:moveTo>
                  <a:pt x="8042875" y="709293"/>
                </a:moveTo>
                <a:lnTo>
                  <a:pt x="8501703" y="709293"/>
                </a:lnTo>
                <a:lnTo>
                  <a:pt x="8501703" y="795531"/>
                </a:lnTo>
                <a:lnTo>
                  <a:pt x="8042875" y="795531"/>
                </a:lnTo>
                <a:close/>
                <a:moveTo>
                  <a:pt x="7193139" y="709293"/>
                </a:moveTo>
                <a:lnTo>
                  <a:pt x="7996240" y="709293"/>
                </a:lnTo>
                <a:lnTo>
                  <a:pt x="8036152" y="795531"/>
                </a:lnTo>
                <a:lnTo>
                  <a:pt x="7193139" y="795531"/>
                </a:lnTo>
                <a:close/>
                <a:moveTo>
                  <a:pt x="6188669" y="709293"/>
                </a:moveTo>
                <a:lnTo>
                  <a:pt x="6674501" y="709293"/>
                </a:lnTo>
                <a:lnTo>
                  <a:pt x="6674501" y="714671"/>
                </a:lnTo>
                <a:lnTo>
                  <a:pt x="7056268" y="714671"/>
                </a:lnTo>
                <a:lnTo>
                  <a:pt x="7056268" y="795531"/>
                </a:lnTo>
                <a:lnTo>
                  <a:pt x="6188669" y="795531"/>
                </a:lnTo>
                <a:close/>
                <a:moveTo>
                  <a:pt x="5574793" y="709293"/>
                </a:moveTo>
                <a:lnTo>
                  <a:pt x="6073294" y="709293"/>
                </a:lnTo>
                <a:lnTo>
                  <a:pt x="6073294" y="795531"/>
                </a:lnTo>
                <a:lnTo>
                  <a:pt x="5574793" y="795531"/>
                </a:lnTo>
                <a:close/>
                <a:moveTo>
                  <a:pt x="4792811" y="709293"/>
                </a:moveTo>
                <a:lnTo>
                  <a:pt x="5291307" y="709293"/>
                </a:lnTo>
                <a:lnTo>
                  <a:pt x="5291307" y="795531"/>
                </a:lnTo>
                <a:lnTo>
                  <a:pt x="4792811" y="795531"/>
                </a:lnTo>
                <a:close/>
                <a:moveTo>
                  <a:pt x="2285298" y="709293"/>
                </a:moveTo>
                <a:lnTo>
                  <a:pt x="2771132" y="709293"/>
                </a:lnTo>
                <a:lnTo>
                  <a:pt x="2771132" y="714671"/>
                </a:lnTo>
                <a:lnTo>
                  <a:pt x="3161500" y="714671"/>
                </a:lnTo>
                <a:lnTo>
                  <a:pt x="3161500" y="795531"/>
                </a:lnTo>
                <a:lnTo>
                  <a:pt x="2285298" y="795531"/>
                </a:lnTo>
                <a:close/>
                <a:moveTo>
                  <a:pt x="1709143" y="709293"/>
                </a:moveTo>
                <a:lnTo>
                  <a:pt x="2169670" y="709293"/>
                </a:lnTo>
                <a:cubicBezTo>
                  <a:pt x="2163895" y="738935"/>
                  <a:pt x="2155552" y="767712"/>
                  <a:pt x="2145130" y="795531"/>
                </a:cubicBezTo>
                <a:lnTo>
                  <a:pt x="1595923" y="795531"/>
                </a:lnTo>
                <a:cubicBezTo>
                  <a:pt x="1642913" y="780533"/>
                  <a:pt x="1682554" y="749578"/>
                  <a:pt x="1709143" y="709293"/>
                </a:cubicBezTo>
                <a:close/>
                <a:moveTo>
                  <a:pt x="985097" y="709293"/>
                </a:moveTo>
                <a:lnTo>
                  <a:pt x="1469893" y="709293"/>
                </a:lnTo>
                <a:lnTo>
                  <a:pt x="1469893" y="795531"/>
                </a:lnTo>
                <a:lnTo>
                  <a:pt x="985097" y="795531"/>
                </a:lnTo>
                <a:close/>
                <a:moveTo>
                  <a:pt x="0" y="709293"/>
                </a:moveTo>
                <a:lnTo>
                  <a:pt x="877145" y="709293"/>
                </a:lnTo>
                <a:lnTo>
                  <a:pt x="877145" y="795531"/>
                </a:lnTo>
                <a:lnTo>
                  <a:pt x="0" y="795531"/>
                </a:lnTo>
                <a:close/>
                <a:moveTo>
                  <a:pt x="4189251" y="709292"/>
                </a:moveTo>
                <a:lnTo>
                  <a:pt x="4662658" y="709292"/>
                </a:lnTo>
                <a:cubicBezTo>
                  <a:pt x="4666812" y="737581"/>
                  <a:pt x="4669621" y="766357"/>
                  <a:pt x="4671191" y="795530"/>
                </a:cubicBezTo>
                <a:lnTo>
                  <a:pt x="4197682" y="795530"/>
                </a:lnTo>
                <a:cubicBezTo>
                  <a:pt x="4197148" y="765777"/>
                  <a:pt x="4194298" y="736917"/>
                  <a:pt x="4189251" y="709292"/>
                </a:cubicBezTo>
                <a:close/>
                <a:moveTo>
                  <a:pt x="3302730" y="709292"/>
                </a:moveTo>
                <a:lnTo>
                  <a:pt x="3776138" y="709292"/>
                </a:lnTo>
                <a:cubicBezTo>
                  <a:pt x="3771091" y="736917"/>
                  <a:pt x="3768241" y="765777"/>
                  <a:pt x="3767701" y="795530"/>
                </a:cubicBezTo>
                <a:lnTo>
                  <a:pt x="3294197" y="795530"/>
                </a:lnTo>
                <a:cubicBezTo>
                  <a:pt x="3295768" y="766357"/>
                  <a:pt x="3298581" y="737581"/>
                  <a:pt x="3302730" y="709292"/>
                </a:cubicBezTo>
                <a:close/>
                <a:moveTo>
                  <a:pt x="10418948" y="565540"/>
                </a:moveTo>
                <a:lnTo>
                  <a:pt x="10949595" y="565540"/>
                </a:lnTo>
                <a:cubicBezTo>
                  <a:pt x="10953670" y="570456"/>
                  <a:pt x="10958769" y="574162"/>
                  <a:pt x="10964075" y="577567"/>
                </a:cubicBezTo>
                <a:lnTo>
                  <a:pt x="11026395" y="628529"/>
                </a:lnTo>
                <a:lnTo>
                  <a:pt x="10434083" y="628529"/>
                </a:lnTo>
                <a:cubicBezTo>
                  <a:pt x="10426940" y="608233"/>
                  <a:pt x="10421851" y="587175"/>
                  <a:pt x="10418948" y="565540"/>
                </a:cubicBezTo>
                <a:close/>
                <a:moveTo>
                  <a:pt x="9781432" y="564344"/>
                </a:moveTo>
                <a:lnTo>
                  <a:pt x="10286039" y="564344"/>
                </a:lnTo>
                <a:lnTo>
                  <a:pt x="10286039" y="627199"/>
                </a:lnTo>
                <a:lnTo>
                  <a:pt x="9781432" y="627199"/>
                </a:lnTo>
                <a:close/>
                <a:moveTo>
                  <a:pt x="8877431" y="564344"/>
                </a:moveTo>
                <a:lnTo>
                  <a:pt x="9382033" y="564344"/>
                </a:lnTo>
                <a:lnTo>
                  <a:pt x="9382033" y="627199"/>
                </a:lnTo>
                <a:lnTo>
                  <a:pt x="8877431" y="627199"/>
                </a:lnTo>
                <a:close/>
                <a:moveTo>
                  <a:pt x="8042875" y="564344"/>
                </a:moveTo>
                <a:lnTo>
                  <a:pt x="8501703" y="564344"/>
                </a:lnTo>
                <a:lnTo>
                  <a:pt x="8501703" y="627199"/>
                </a:lnTo>
                <a:lnTo>
                  <a:pt x="8042875" y="627199"/>
                </a:lnTo>
                <a:close/>
                <a:moveTo>
                  <a:pt x="7193139" y="564344"/>
                </a:moveTo>
                <a:lnTo>
                  <a:pt x="7929154" y="564344"/>
                </a:lnTo>
                <a:lnTo>
                  <a:pt x="7958244" y="627199"/>
                </a:lnTo>
                <a:lnTo>
                  <a:pt x="7193139" y="627199"/>
                </a:lnTo>
                <a:close/>
                <a:moveTo>
                  <a:pt x="6188669" y="564344"/>
                </a:moveTo>
                <a:lnTo>
                  <a:pt x="6674501" y="564344"/>
                </a:lnTo>
                <a:lnTo>
                  <a:pt x="6674501" y="627199"/>
                </a:lnTo>
                <a:lnTo>
                  <a:pt x="6188669" y="627199"/>
                </a:lnTo>
                <a:close/>
                <a:moveTo>
                  <a:pt x="5574793" y="564344"/>
                </a:moveTo>
                <a:lnTo>
                  <a:pt x="6073294" y="564344"/>
                </a:lnTo>
                <a:lnTo>
                  <a:pt x="6073294" y="627199"/>
                </a:lnTo>
                <a:lnTo>
                  <a:pt x="5574793" y="627199"/>
                </a:lnTo>
                <a:close/>
                <a:moveTo>
                  <a:pt x="4792811" y="564344"/>
                </a:moveTo>
                <a:lnTo>
                  <a:pt x="5291307" y="564344"/>
                </a:lnTo>
                <a:lnTo>
                  <a:pt x="5291307" y="627199"/>
                </a:lnTo>
                <a:lnTo>
                  <a:pt x="4792811" y="627199"/>
                </a:lnTo>
                <a:close/>
                <a:moveTo>
                  <a:pt x="2285298" y="564344"/>
                </a:moveTo>
                <a:lnTo>
                  <a:pt x="2771132" y="564344"/>
                </a:lnTo>
                <a:lnTo>
                  <a:pt x="2771132" y="627199"/>
                </a:lnTo>
                <a:lnTo>
                  <a:pt x="2285298" y="627199"/>
                </a:lnTo>
                <a:close/>
                <a:moveTo>
                  <a:pt x="1743635" y="564344"/>
                </a:moveTo>
                <a:lnTo>
                  <a:pt x="2184512" y="564344"/>
                </a:lnTo>
                <a:cubicBezTo>
                  <a:pt x="2184766" y="566886"/>
                  <a:pt x="2184779" y="569428"/>
                  <a:pt x="2184779" y="571975"/>
                </a:cubicBezTo>
                <a:lnTo>
                  <a:pt x="2181588" y="627199"/>
                </a:lnTo>
                <a:lnTo>
                  <a:pt x="1742032" y="627199"/>
                </a:lnTo>
                <a:cubicBezTo>
                  <a:pt x="1744814" y="614498"/>
                  <a:pt x="1746020" y="601328"/>
                  <a:pt x="1746020" y="587881"/>
                </a:cubicBezTo>
                <a:close/>
                <a:moveTo>
                  <a:pt x="985097" y="564344"/>
                </a:moveTo>
                <a:lnTo>
                  <a:pt x="1469893" y="564344"/>
                </a:lnTo>
                <a:lnTo>
                  <a:pt x="1469893" y="627199"/>
                </a:lnTo>
                <a:lnTo>
                  <a:pt x="985097" y="627199"/>
                </a:lnTo>
                <a:close/>
                <a:moveTo>
                  <a:pt x="0" y="564344"/>
                </a:moveTo>
                <a:lnTo>
                  <a:pt x="505721" y="564344"/>
                </a:lnTo>
                <a:lnTo>
                  <a:pt x="505721" y="627199"/>
                </a:lnTo>
                <a:lnTo>
                  <a:pt x="0" y="627199"/>
                </a:lnTo>
                <a:close/>
                <a:moveTo>
                  <a:pt x="4156173" y="564343"/>
                </a:moveTo>
                <a:lnTo>
                  <a:pt x="4635244" y="564343"/>
                </a:lnTo>
                <a:cubicBezTo>
                  <a:pt x="4640872" y="584882"/>
                  <a:pt x="4645555" y="605853"/>
                  <a:pt x="4649285" y="627198"/>
                </a:cubicBezTo>
                <a:lnTo>
                  <a:pt x="4173561" y="627198"/>
                </a:lnTo>
                <a:cubicBezTo>
                  <a:pt x="4169315" y="604960"/>
                  <a:pt x="4163223" y="584012"/>
                  <a:pt x="4156173" y="564343"/>
                </a:cubicBezTo>
                <a:close/>
                <a:moveTo>
                  <a:pt x="3330140" y="564343"/>
                </a:moveTo>
                <a:lnTo>
                  <a:pt x="3809216" y="564343"/>
                </a:lnTo>
                <a:cubicBezTo>
                  <a:pt x="3802169" y="584012"/>
                  <a:pt x="3796073" y="604960"/>
                  <a:pt x="3791828" y="627198"/>
                </a:cubicBezTo>
                <a:lnTo>
                  <a:pt x="3316108" y="627198"/>
                </a:lnTo>
                <a:cubicBezTo>
                  <a:pt x="3319832" y="605853"/>
                  <a:pt x="3324517" y="584882"/>
                  <a:pt x="3330140" y="564343"/>
                </a:cubicBezTo>
                <a:close/>
                <a:moveTo>
                  <a:pt x="11305691" y="441367"/>
                </a:moveTo>
                <a:lnTo>
                  <a:pt x="11306110" y="441367"/>
                </a:lnTo>
                <a:lnTo>
                  <a:pt x="11306110" y="441726"/>
                </a:lnTo>
                <a:close/>
                <a:moveTo>
                  <a:pt x="10419150" y="441367"/>
                </a:moveTo>
                <a:lnTo>
                  <a:pt x="10893359" y="441367"/>
                </a:lnTo>
                <a:cubicBezTo>
                  <a:pt x="10886582" y="455880"/>
                  <a:pt x="10890875" y="469945"/>
                  <a:pt x="10894757" y="483273"/>
                </a:cubicBezTo>
                <a:lnTo>
                  <a:pt x="10419058" y="483273"/>
                </a:lnTo>
                <a:cubicBezTo>
                  <a:pt x="10417969" y="476587"/>
                  <a:pt x="10417854" y="469854"/>
                  <a:pt x="10417854" y="463084"/>
                </a:cubicBezTo>
                <a:close/>
                <a:moveTo>
                  <a:pt x="9781432" y="440432"/>
                </a:moveTo>
                <a:lnTo>
                  <a:pt x="10286039" y="440432"/>
                </a:lnTo>
                <a:lnTo>
                  <a:pt x="10286039" y="482250"/>
                </a:lnTo>
                <a:lnTo>
                  <a:pt x="9781432" y="482250"/>
                </a:lnTo>
                <a:close/>
                <a:moveTo>
                  <a:pt x="8877431" y="440432"/>
                </a:moveTo>
                <a:lnTo>
                  <a:pt x="9382033" y="440432"/>
                </a:lnTo>
                <a:lnTo>
                  <a:pt x="9382033" y="482250"/>
                </a:lnTo>
                <a:lnTo>
                  <a:pt x="8877431" y="482250"/>
                </a:lnTo>
                <a:close/>
                <a:moveTo>
                  <a:pt x="8042875" y="440432"/>
                </a:moveTo>
                <a:lnTo>
                  <a:pt x="8501703" y="440432"/>
                </a:lnTo>
                <a:lnTo>
                  <a:pt x="8501703" y="482250"/>
                </a:lnTo>
                <a:lnTo>
                  <a:pt x="8042875" y="482250"/>
                </a:lnTo>
                <a:close/>
                <a:moveTo>
                  <a:pt x="7193139" y="440432"/>
                </a:moveTo>
                <a:lnTo>
                  <a:pt x="7871807" y="440432"/>
                </a:lnTo>
                <a:lnTo>
                  <a:pt x="7891162" y="482250"/>
                </a:lnTo>
                <a:lnTo>
                  <a:pt x="7193139" y="482250"/>
                </a:lnTo>
                <a:close/>
                <a:moveTo>
                  <a:pt x="6188669" y="440432"/>
                </a:moveTo>
                <a:lnTo>
                  <a:pt x="6674501" y="440432"/>
                </a:lnTo>
                <a:lnTo>
                  <a:pt x="6674501" y="482250"/>
                </a:lnTo>
                <a:lnTo>
                  <a:pt x="6188669" y="482250"/>
                </a:lnTo>
                <a:close/>
                <a:moveTo>
                  <a:pt x="5574793" y="440432"/>
                </a:moveTo>
                <a:lnTo>
                  <a:pt x="6073294" y="440432"/>
                </a:lnTo>
                <a:lnTo>
                  <a:pt x="6073294" y="482250"/>
                </a:lnTo>
                <a:lnTo>
                  <a:pt x="5574793" y="482250"/>
                </a:lnTo>
                <a:close/>
                <a:moveTo>
                  <a:pt x="4792811" y="440432"/>
                </a:moveTo>
                <a:lnTo>
                  <a:pt x="5291307" y="440432"/>
                </a:lnTo>
                <a:lnTo>
                  <a:pt x="5291307" y="482250"/>
                </a:lnTo>
                <a:lnTo>
                  <a:pt x="4792811" y="482250"/>
                </a:lnTo>
                <a:close/>
                <a:moveTo>
                  <a:pt x="2285298" y="440432"/>
                </a:moveTo>
                <a:lnTo>
                  <a:pt x="2771132" y="440432"/>
                </a:lnTo>
                <a:lnTo>
                  <a:pt x="2771132" y="482250"/>
                </a:lnTo>
                <a:lnTo>
                  <a:pt x="2285298" y="482250"/>
                </a:lnTo>
                <a:close/>
                <a:moveTo>
                  <a:pt x="1688066" y="440432"/>
                </a:moveTo>
                <a:lnTo>
                  <a:pt x="2171374" y="440432"/>
                </a:lnTo>
                <a:cubicBezTo>
                  <a:pt x="2174308" y="454201"/>
                  <a:pt x="2176703" y="468150"/>
                  <a:pt x="2178605" y="482250"/>
                </a:cubicBezTo>
                <a:lnTo>
                  <a:pt x="1717768" y="482250"/>
                </a:lnTo>
                <a:cubicBezTo>
                  <a:pt x="1710308" y="466635"/>
                  <a:pt x="1700209" y="452603"/>
                  <a:pt x="1688066" y="440432"/>
                </a:cubicBezTo>
                <a:close/>
                <a:moveTo>
                  <a:pt x="985097" y="440432"/>
                </a:moveTo>
                <a:lnTo>
                  <a:pt x="1469893" y="440432"/>
                </a:lnTo>
                <a:lnTo>
                  <a:pt x="1469893" y="482250"/>
                </a:lnTo>
                <a:lnTo>
                  <a:pt x="985097" y="482250"/>
                </a:lnTo>
                <a:close/>
                <a:moveTo>
                  <a:pt x="0" y="440432"/>
                </a:moveTo>
                <a:lnTo>
                  <a:pt x="505721" y="440432"/>
                </a:lnTo>
                <a:lnTo>
                  <a:pt x="505721" y="482250"/>
                </a:lnTo>
                <a:lnTo>
                  <a:pt x="0" y="482250"/>
                </a:lnTo>
                <a:close/>
                <a:moveTo>
                  <a:pt x="4093268" y="440431"/>
                </a:moveTo>
                <a:lnTo>
                  <a:pt x="4597023" y="440431"/>
                </a:lnTo>
                <a:cubicBezTo>
                  <a:pt x="4602558" y="454039"/>
                  <a:pt x="4607425" y="468006"/>
                  <a:pt x="4611768" y="482249"/>
                </a:cubicBezTo>
                <a:lnTo>
                  <a:pt x="4120709" y="482249"/>
                </a:lnTo>
                <a:cubicBezTo>
                  <a:pt x="4112199" y="466767"/>
                  <a:pt x="4103118" y="452703"/>
                  <a:pt x="4093268" y="440431"/>
                </a:cubicBezTo>
                <a:close/>
                <a:moveTo>
                  <a:pt x="3368371" y="440431"/>
                </a:moveTo>
                <a:lnTo>
                  <a:pt x="3872116" y="440431"/>
                </a:lnTo>
                <a:cubicBezTo>
                  <a:pt x="3862266" y="452703"/>
                  <a:pt x="3853190" y="466767"/>
                  <a:pt x="3844680" y="482249"/>
                </a:cubicBezTo>
                <a:lnTo>
                  <a:pt x="3353616" y="482249"/>
                </a:lnTo>
                <a:cubicBezTo>
                  <a:pt x="3357959" y="468006"/>
                  <a:pt x="3362831" y="454039"/>
                  <a:pt x="3368371" y="440431"/>
                </a:cubicBezTo>
                <a:close/>
                <a:moveTo>
                  <a:pt x="11223979" y="437563"/>
                </a:moveTo>
                <a:lnTo>
                  <a:pt x="11304274" y="437563"/>
                </a:lnTo>
                <a:lnTo>
                  <a:pt x="11304274" y="487440"/>
                </a:lnTo>
                <a:lnTo>
                  <a:pt x="11274504" y="487440"/>
                </a:lnTo>
                <a:close/>
                <a:moveTo>
                  <a:pt x="10437485" y="312620"/>
                </a:moveTo>
                <a:lnTo>
                  <a:pt x="11305204" y="312620"/>
                </a:lnTo>
                <a:lnTo>
                  <a:pt x="11305204" y="323517"/>
                </a:lnTo>
                <a:lnTo>
                  <a:pt x="11306110" y="323517"/>
                </a:lnTo>
                <a:lnTo>
                  <a:pt x="11306110" y="351547"/>
                </a:lnTo>
                <a:lnTo>
                  <a:pt x="11306110" y="359098"/>
                </a:lnTo>
                <a:lnTo>
                  <a:pt x="11305204" y="359098"/>
                </a:lnTo>
                <a:lnTo>
                  <a:pt x="11305204" y="363528"/>
                </a:lnTo>
                <a:lnTo>
                  <a:pt x="10423824" y="363528"/>
                </a:lnTo>
                <a:lnTo>
                  <a:pt x="10429797" y="336441"/>
                </a:lnTo>
                <a:close/>
                <a:moveTo>
                  <a:pt x="9781432" y="312620"/>
                </a:moveTo>
                <a:lnTo>
                  <a:pt x="10286039" y="312620"/>
                </a:lnTo>
                <a:lnTo>
                  <a:pt x="10286039" y="322833"/>
                </a:lnTo>
                <a:lnTo>
                  <a:pt x="10286039" y="358338"/>
                </a:lnTo>
                <a:lnTo>
                  <a:pt x="10286039" y="358339"/>
                </a:lnTo>
                <a:lnTo>
                  <a:pt x="9781432" y="358339"/>
                </a:lnTo>
                <a:lnTo>
                  <a:pt x="9781432" y="358338"/>
                </a:lnTo>
                <a:lnTo>
                  <a:pt x="9781432" y="322833"/>
                </a:lnTo>
                <a:close/>
                <a:moveTo>
                  <a:pt x="8611213" y="312620"/>
                </a:moveTo>
                <a:lnTo>
                  <a:pt x="9666891" y="312620"/>
                </a:lnTo>
                <a:lnTo>
                  <a:pt x="9666891" y="322833"/>
                </a:lnTo>
                <a:lnTo>
                  <a:pt x="9668568" y="322833"/>
                </a:lnTo>
                <a:lnTo>
                  <a:pt x="9668568" y="358338"/>
                </a:lnTo>
                <a:lnTo>
                  <a:pt x="9666891" y="358338"/>
                </a:lnTo>
                <a:lnTo>
                  <a:pt x="9666891" y="358339"/>
                </a:lnTo>
                <a:lnTo>
                  <a:pt x="8611213" y="358339"/>
                </a:lnTo>
                <a:close/>
                <a:moveTo>
                  <a:pt x="8037009" y="312620"/>
                </a:moveTo>
                <a:lnTo>
                  <a:pt x="8500026" y="312620"/>
                </a:lnTo>
                <a:lnTo>
                  <a:pt x="8500026" y="322833"/>
                </a:lnTo>
                <a:lnTo>
                  <a:pt x="8501703" y="322833"/>
                </a:lnTo>
                <a:lnTo>
                  <a:pt x="8501703" y="358338"/>
                </a:lnTo>
                <a:lnTo>
                  <a:pt x="8500026" y="358338"/>
                </a:lnTo>
                <a:lnTo>
                  <a:pt x="8500026" y="358339"/>
                </a:lnTo>
                <a:lnTo>
                  <a:pt x="8037009" y="358339"/>
                </a:lnTo>
                <a:close/>
                <a:moveTo>
                  <a:pt x="7193139" y="312620"/>
                </a:moveTo>
                <a:lnTo>
                  <a:pt x="7812777" y="312620"/>
                </a:lnTo>
                <a:lnTo>
                  <a:pt x="7833342" y="357178"/>
                </a:lnTo>
                <a:lnTo>
                  <a:pt x="7833342" y="357314"/>
                </a:lnTo>
                <a:lnTo>
                  <a:pt x="7833816" y="358338"/>
                </a:lnTo>
                <a:lnTo>
                  <a:pt x="7833342" y="358338"/>
                </a:lnTo>
                <a:lnTo>
                  <a:pt x="7833342" y="358339"/>
                </a:lnTo>
                <a:lnTo>
                  <a:pt x="7193139" y="358339"/>
                </a:lnTo>
                <a:lnTo>
                  <a:pt x="7193139" y="358338"/>
                </a:lnTo>
                <a:lnTo>
                  <a:pt x="7193139" y="322833"/>
                </a:lnTo>
                <a:close/>
                <a:moveTo>
                  <a:pt x="6184479" y="312620"/>
                </a:moveTo>
                <a:lnTo>
                  <a:pt x="7080274" y="312620"/>
                </a:lnTo>
                <a:lnTo>
                  <a:pt x="7080274" y="322833"/>
                </a:lnTo>
                <a:lnTo>
                  <a:pt x="7080275" y="322833"/>
                </a:lnTo>
                <a:lnTo>
                  <a:pt x="7080275" y="358338"/>
                </a:lnTo>
                <a:lnTo>
                  <a:pt x="7080274" y="358338"/>
                </a:lnTo>
                <a:lnTo>
                  <a:pt x="7080274" y="358339"/>
                </a:lnTo>
                <a:lnTo>
                  <a:pt x="6184479" y="358339"/>
                </a:lnTo>
                <a:close/>
                <a:moveTo>
                  <a:pt x="5574793" y="312620"/>
                </a:moveTo>
                <a:lnTo>
                  <a:pt x="6073294" y="312620"/>
                </a:lnTo>
                <a:lnTo>
                  <a:pt x="6073294" y="322833"/>
                </a:lnTo>
                <a:lnTo>
                  <a:pt x="6073294" y="358338"/>
                </a:lnTo>
                <a:lnTo>
                  <a:pt x="6073294" y="358339"/>
                </a:lnTo>
                <a:lnTo>
                  <a:pt x="5574793" y="358339"/>
                </a:lnTo>
                <a:lnTo>
                  <a:pt x="5574793" y="358338"/>
                </a:lnTo>
                <a:lnTo>
                  <a:pt x="5574793" y="322833"/>
                </a:lnTo>
                <a:close/>
                <a:moveTo>
                  <a:pt x="4792811" y="312620"/>
                </a:moveTo>
                <a:lnTo>
                  <a:pt x="5291307" y="312620"/>
                </a:lnTo>
                <a:lnTo>
                  <a:pt x="5291307" y="322833"/>
                </a:lnTo>
                <a:lnTo>
                  <a:pt x="5291307" y="358338"/>
                </a:lnTo>
                <a:lnTo>
                  <a:pt x="5291307" y="358339"/>
                </a:lnTo>
                <a:lnTo>
                  <a:pt x="4792811" y="358339"/>
                </a:lnTo>
                <a:lnTo>
                  <a:pt x="4792811" y="358338"/>
                </a:lnTo>
                <a:lnTo>
                  <a:pt x="4792811" y="322833"/>
                </a:lnTo>
                <a:close/>
                <a:moveTo>
                  <a:pt x="2285298" y="312620"/>
                </a:moveTo>
                <a:lnTo>
                  <a:pt x="3183254" y="312620"/>
                </a:lnTo>
                <a:lnTo>
                  <a:pt x="3183254" y="322833"/>
                </a:lnTo>
                <a:lnTo>
                  <a:pt x="3183254" y="358338"/>
                </a:lnTo>
                <a:lnTo>
                  <a:pt x="3183254" y="358339"/>
                </a:lnTo>
                <a:lnTo>
                  <a:pt x="2285298" y="358339"/>
                </a:lnTo>
                <a:lnTo>
                  <a:pt x="2285298" y="358338"/>
                </a:lnTo>
                <a:lnTo>
                  <a:pt x="2285298" y="322833"/>
                </a:lnTo>
                <a:close/>
                <a:moveTo>
                  <a:pt x="985097" y="312620"/>
                </a:moveTo>
                <a:lnTo>
                  <a:pt x="2135110" y="312620"/>
                </a:lnTo>
                <a:lnTo>
                  <a:pt x="2148730" y="358335"/>
                </a:lnTo>
                <a:lnTo>
                  <a:pt x="2148731" y="358338"/>
                </a:lnTo>
                <a:lnTo>
                  <a:pt x="2148731" y="358339"/>
                </a:lnTo>
                <a:lnTo>
                  <a:pt x="985097" y="358339"/>
                </a:lnTo>
                <a:lnTo>
                  <a:pt x="985097" y="358338"/>
                </a:lnTo>
                <a:lnTo>
                  <a:pt x="985097" y="322833"/>
                </a:lnTo>
                <a:close/>
                <a:moveTo>
                  <a:pt x="0" y="312620"/>
                </a:moveTo>
                <a:lnTo>
                  <a:pt x="877145" y="312620"/>
                </a:lnTo>
                <a:lnTo>
                  <a:pt x="877145" y="322833"/>
                </a:lnTo>
                <a:lnTo>
                  <a:pt x="877145" y="358338"/>
                </a:lnTo>
                <a:lnTo>
                  <a:pt x="877145" y="358339"/>
                </a:lnTo>
                <a:lnTo>
                  <a:pt x="0" y="358339"/>
                </a:lnTo>
                <a:lnTo>
                  <a:pt x="0" y="358338"/>
                </a:lnTo>
                <a:lnTo>
                  <a:pt x="0" y="322833"/>
                </a:lnTo>
                <a:close/>
                <a:moveTo>
                  <a:pt x="3426524" y="311140"/>
                </a:moveTo>
                <a:lnTo>
                  <a:pt x="4541246" y="311140"/>
                </a:lnTo>
                <a:lnTo>
                  <a:pt x="4565836" y="363528"/>
                </a:lnTo>
                <a:lnTo>
                  <a:pt x="3720591" y="363528"/>
                </a:lnTo>
                <a:lnTo>
                  <a:pt x="3720591" y="361147"/>
                </a:lnTo>
                <a:lnTo>
                  <a:pt x="3403052" y="361147"/>
                </a:lnTo>
                <a:close/>
                <a:moveTo>
                  <a:pt x="10479636" y="204267"/>
                </a:moveTo>
                <a:lnTo>
                  <a:pt x="10671926" y="204267"/>
                </a:lnTo>
                <a:lnTo>
                  <a:pt x="11306110" y="204267"/>
                </a:lnTo>
                <a:lnTo>
                  <a:pt x="11306110" y="241250"/>
                </a:lnTo>
                <a:lnTo>
                  <a:pt x="10671926" y="241250"/>
                </a:lnTo>
                <a:lnTo>
                  <a:pt x="10463420" y="241250"/>
                </a:lnTo>
                <a:close/>
                <a:moveTo>
                  <a:pt x="9781432" y="203834"/>
                </a:moveTo>
                <a:lnTo>
                  <a:pt x="10286039" y="203834"/>
                </a:lnTo>
                <a:lnTo>
                  <a:pt x="10286039" y="240739"/>
                </a:lnTo>
                <a:lnTo>
                  <a:pt x="9781432" y="240739"/>
                </a:lnTo>
                <a:close/>
                <a:moveTo>
                  <a:pt x="8612890" y="203834"/>
                </a:moveTo>
                <a:lnTo>
                  <a:pt x="9668568" y="203834"/>
                </a:lnTo>
                <a:lnTo>
                  <a:pt x="9668568" y="240739"/>
                </a:lnTo>
                <a:lnTo>
                  <a:pt x="8612890" y="240739"/>
                </a:lnTo>
                <a:close/>
                <a:moveTo>
                  <a:pt x="8042875" y="203834"/>
                </a:moveTo>
                <a:lnTo>
                  <a:pt x="8501703" y="203834"/>
                </a:lnTo>
                <a:lnTo>
                  <a:pt x="8501703" y="240739"/>
                </a:lnTo>
                <a:lnTo>
                  <a:pt x="8042875" y="240739"/>
                </a:lnTo>
                <a:close/>
                <a:moveTo>
                  <a:pt x="7193139" y="203834"/>
                </a:moveTo>
                <a:lnTo>
                  <a:pt x="7762309" y="203834"/>
                </a:lnTo>
                <a:lnTo>
                  <a:pt x="7779389" y="240739"/>
                </a:lnTo>
                <a:lnTo>
                  <a:pt x="7193139" y="240739"/>
                </a:lnTo>
                <a:close/>
                <a:moveTo>
                  <a:pt x="6188669" y="203834"/>
                </a:moveTo>
                <a:lnTo>
                  <a:pt x="7080275" y="203834"/>
                </a:lnTo>
                <a:lnTo>
                  <a:pt x="7080275" y="240739"/>
                </a:lnTo>
                <a:lnTo>
                  <a:pt x="6188669" y="240739"/>
                </a:lnTo>
                <a:close/>
                <a:moveTo>
                  <a:pt x="5574793" y="203834"/>
                </a:moveTo>
                <a:lnTo>
                  <a:pt x="6073294" y="203834"/>
                </a:lnTo>
                <a:lnTo>
                  <a:pt x="6073294" y="240739"/>
                </a:lnTo>
                <a:lnTo>
                  <a:pt x="5574793" y="240739"/>
                </a:lnTo>
                <a:close/>
                <a:moveTo>
                  <a:pt x="4792811" y="203834"/>
                </a:moveTo>
                <a:lnTo>
                  <a:pt x="5291307" y="203834"/>
                </a:lnTo>
                <a:lnTo>
                  <a:pt x="5291307" y="240739"/>
                </a:lnTo>
                <a:lnTo>
                  <a:pt x="4792811" y="240739"/>
                </a:lnTo>
                <a:close/>
                <a:moveTo>
                  <a:pt x="2285298" y="203834"/>
                </a:moveTo>
                <a:lnTo>
                  <a:pt x="3183254" y="203834"/>
                </a:lnTo>
                <a:lnTo>
                  <a:pt x="3183254" y="240739"/>
                </a:lnTo>
                <a:lnTo>
                  <a:pt x="2285298" y="240739"/>
                </a:lnTo>
                <a:close/>
                <a:moveTo>
                  <a:pt x="985097" y="203834"/>
                </a:moveTo>
                <a:lnTo>
                  <a:pt x="2069184" y="203834"/>
                </a:lnTo>
                <a:cubicBezTo>
                  <a:pt x="2078730" y="215259"/>
                  <a:pt x="2086715" y="227762"/>
                  <a:pt x="2093941" y="240739"/>
                </a:cubicBezTo>
                <a:lnTo>
                  <a:pt x="985097" y="240739"/>
                </a:lnTo>
                <a:close/>
                <a:moveTo>
                  <a:pt x="0" y="203834"/>
                </a:moveTo>
                <a:lnTo>
                  <a:pt x="877145" y="203834"/>
                </a:lnTo>
                <a:lnTo>
                  <a:pt x="877145" y="240739"/>
                </a:lnTo>
                <a:lnTo>
                  <a:pt x="0" y="240739"/>
                </a:lnTo>
                <a:close/>
                <a:moveTo>
                  <a:pt x="3491565" y="203833"/>
                </a:moveTo>
                <a:lnTo>
                  <a:pt x="4473824" y="203833"/>
                </a:lnTo>
                <a:cubicBezTo>
                  <a:pt x="4482698" y="215677"/>
                  <a:pt x="4491028" y="228051"/>
                  <a:pt x="4499119" y="240738"/>
                </a:cubicBezTo>
                <a:lnTo>
                  <a:pt x="3466269" y="240738"/>
                </a:lnTo>
                <a:cubicBezTo>
                  <a:pt x="3474361" y="228051"/>
                  <a:pt x="3482694" y="215677"/>
                  <a:pt x="3491565" y="203833"/>
                </a:cubicBezTo>
                <a:close/>
                <a:moveTo>
                  <a:pt x="10550205" y="96959"/>
                </a:moveTo>
                <a:lnTo>
                  <a:pt x="10671926" y="96959"/>
                </a:lnTo>
                <a:lnTo>
                  <a:pt x="11306110" y="96959"/>
                </a:lnTo>
                <a:lnTo>
                  <a:pt x="11306110" y="121993"/>
                </a:lnTo>
                <a:lnTo>
                  <a:pt x="10671926" y="121993"/>
                </a:lnTo>
                <a:lnTo>
                  <a:pt x="10531544" y="121993"/>
                </a:lnTo>
                <a:close/>
                <a:moveTo>
                  <a:pt x="9781432" y="96753"/>
                </a:moveTo>
                <a:lnTo>
                  <a:pt x="10286039" y="96753"/>
                </a:lnTo>
                <a:lnTo>
                  <a:pt x="10286039" y="121735"/>
                </a:lnTo>
                <a:lnTo>
                  <a:pt x="9781432" y="121735"/>
                </a:lnTo>
                <a:close/>
                <a:moveTo>
                  <a:pt x="8612890" y="96753"/>
                </a:moveTo>
                <a:lnTo>
                  <a:pt x="9668568" y="96753"/>
                </a:lnTo>
                <a:lnTo>
                  <a:pt x="9668568" y="121735"/>
                </a:lnTo>
                <a:lnTo>
                  <a:pt x="8612890" y="121735"/>
                </a:lnTo>
                <a:close/>
                <a:moveTo>
                  <a:pt x="8042875" y="96753"/>
                </a:moveTo>
                <a:lnTo>
                  <a:pt x="8501703" y="96753"/>
                </a:lnTo>
                <a:lnTo>
                  <a:pt x="8501703" y="121735"/>
                </a:lnTo>
                <a:lnTo>
                  <a:pt x="8042875" y="121735"/>
                </a:lnTo>
                <a:close/>
                <a:moveTo>
                  <a:pt x="7193139" y="96753"/>
                </a:moveTo>
                <a:lnTo>
                  <a:pt x="7712749" y="96753"/>
                </a:lnTo>
                <a:lnTo>
                  <a:pt x="7724312" y="121735"/>
                </a:lnTo>
                <a:lnTo>
                  <a:pt x="7193139" y="121735"/>
                </a:lnTo>
                <a:close/>
                <a:moveTo>
                  <a:pt x="6188669" y="96753"/>
                </a:moveTo>
                <a:lnTo>
                  <a:pt x="7080275" y="96753"/>
                </a:lnTo>
                <a:lnTo>
                  <a:pt x="7080275" y="121735"/>
                </a:lnTo>
                <a:lnTo>
                  <a:pt x="6188669" y="121735"/>
                </a:lnTo>
                <a:close/>
                <a:moveTo>
                  <a:pt x="5574793" y="96753"/>
                </a:moveTo>
                <a:lnTo>
                  <a:pt x="6073294" y="96753"/>
                </a:lnTo>
                <a:lnTo>
                  <a:pt x="6073294" y="121735"/>
                </a:lnTo>
                <a:lnTo>
                  <a:pt x="5574793" y="121735"/>
                </a:lnTo>
                <a:close/>
                <a:moveTo>
                  <a:pt x="4792811" y="96753"/>
                </a:moveTo>
                <a:lnTo>
                  <a:pt x="5291307" y="96753"/>
                </a:lnTo>
                <a:lnTo>
                  <a:pt x="5291307" y="121735"/>
                </a:lnTo>
                <a:lnTo>
                  <a:pt x="4792811" y="121735"/>
                </a:lnTo>
                <a:close/>
                <a:moveTo>
                  <a:pt x="2285298" y="96753"/>
                </a:moveTo>
                <a:lnTo>
                  <a:pt x="3183254" y="96753"/>
                </a:lnTo>
                <a:lnTo>
                  <a:pt x="3183254" y="121735"/>
                </a:lnTo>
                <a:lnTo>
                  <a:pt x="2285298" y="121735"/>
                </a:lnTo>
                <a:close/>
                <a:moveTo>
                  <a:pt x="985097" y="96753"/>
                </a:moveTo>
                <a:lnTo>
                  <a:pt x="1978552" y="96753"/>
                </a:lnTo>
                <a:cubicBezTo>
                  <a:pt x="1987269" y="104388"/>
                  <a:pt x="1995490" y="112539"/>
                  <a:pt x="2002599" y="121735"/>
                </a:cubicBezTo>
                <a:lnTo>
                  <a:pt x="985097" y="121735"/>
                </a:lnTo>
                <a:close/>
                <a:moveTo>
                  <a:pt x="0" y="96753"/>
                </a:moveTo>
                <a:lnTo>
                  <a:pt x="877145" y="96753"/>
                </a:lnTo>
                <a:lnTo>
                  <a:pt x="877145" y="121735"/>
                </a:lnTo>
                <a:lnTo>
                  <a:pt x="0" y="121735"/>
                </a:lnTo>
                <a:close/>
                <a:moveTo>
                  <a:pt x="3581580" y="96752"/>
                </a:moveTo>
                <a:lnTo>
                  <a:pt x="4383809" y="96752"/>
                </a:lnTo>
                <a:cubicBezTo>
                  <a:pt x="4392080" y="104604"/>
                  <a:pt x="4400028" y="112884"/>
                  <a:pt x="4407456" y="121734"/>
                </a:cubicBezTo>
                <a:lnTo>
                  <a:pt x="3557933" y="121734"/>
                </a:lnTo>
                <a:cubicBezTo>
                  <a:pt x="3565365" y="112884"/>
                  <a:pt x="3573309" y="104604"/>
                  <a:pt x="3581580" y="96752"/>
                </a:cubicBezTo>
                <a:close/>
                <a:moveTo>
                  <a:pt x="10683999" y="1"/>
                </a:moveTo>
                <a:lnTo>
                  <a:pt x="10743787" y="1"/>
                </a:lnTo>
                <a:cubicBezTo>
                  <a:pt x="10762889" y="1"/>
                  <a:pt x="10781796" y="856"/>
                  <a:pt x="10800434" y="2849"/>
                </a:cubicBezTo>
                <a:lnTo>
                  <a:pt x="10800434" y="1"/>
                </a:lnTo>
                <a:lnTo>
                  <a:pt x="11306110" y="1"/>
                </a:lnTo>
                <a:lnTo>
                  <a:pt x="11306110" y="14690"/>
                </a:lnTo>
                <a:lnTo>
                  <a:pt x="10671926" y="14690"/>
                </a:lnTo>
                <a:lnTo>
                  <a:pt x="10634292" y="14690"/>
                </a:lnTo>
                <a:cubicBezTo>
                  <a:pt x="10638035" y="10809"/>
                  <a:pt x="10642253" y="7500"/>
                  <a:pt x="10646512" y="4251"/>
                </a:cubicBezTo>
                <a:lnTo>
                  <a:pt x="10646512" y="2687"/>
                </a:lnTo>
                <a:lnTo>
                  <a:pt x="10671926" y="1221"/>
                </a:lnTo>
                <a:lnTo>
                  <a:pt x="10671926" y="697"/>
                </a:lnTo>
                <a:close/>
                <a:moveTo>
                  <a:pt x="9781432" y="1"/>
                </a:moveTo>
                <a:lnTo>
                  <a:pt x="10286039" y="1"/>
                </a:lnTo>
                <a:lnTo>
                  <a:pt x="10286039" y="14659"/>
                </a:lnTo>
                <a:lnTo>
                  <a:pt x="9781432" y="14659"/>
                </a:lnTo>
                <a:close/>
                <a:moveTo>
                  <a:pt x="8612890" y="1"/>
                </a:moveTo>
                <a:lnTo>
                  <a:pt x="9668568" y="1"/>
                </a:lnTo>
                <a:lnTo>
                  <a:pt x="9668568" y="14659"/>
                </a:lnTo>
                <a:lnTo>
                  <a:pt x="8612890" y="14659"/>
                </a:lnTo>
                <a:close/>
                <a:moveTo>
                  <a:pt x="8042875" y="1"/>
                </a:moveTo>
                <a:lnTo>
                  <a:pt x="8501703" y="1"/>
                </a:lnTo>
                <a:lnTo>
                  <a:pt x="8501703" y="14659"/>
                </a:lnTo>
                <a:lnTo>
                  <a:pt x="8042875" y="14659"/>
                </a:lnTo>
                <a:close/>
                <a:moveTo>
                  <a:pt x="7193139" y="1"/>
                </a:moveTo>
                <a:lnTo>
                  <a:pt x="7667970" y="1"/>
                </a:lnTo>
                <a:lnTo>
                  <a:pt x="7674758" y="14659"/>
                </a:lnTo>
                <a:lnTo>
                  <a:pt x="7193139" y="14659"/>
                </a:lnTo>
                <a:close/>
                <a:moveTo>
                  <a:pt x="6188669" y="1"/>
                </a:moveTo>
                <a:lnTo>
                  <a:pt x="7080275" y="1"/>
                </a:lnTo>
                <a:lnTo>
                  <a:pt x="7080275" y="14659"/>
                </a:lnTo>
                <a:lnTo>
                  <a:pt x="6188669" y="14659"/>
                </a:lnTo>
                <a:close/>
                <a:moveTo>
                  <a:pt x="5574793" y="1"/>
                </a:moveTo>
                <a:lnTo>
                  <a:pt x="6073294" y="1"/>
                </a:lnTo>
                <a:lnTo>
                  <a:pt x="6073294" y="14659"/>
                </a:lnTo>
                <a:lnTo>
                  <a:pt x="5574793" y="14659"/>
                </a:lnTo>
                <a:close/>
                <a:moveTo>
                  <a:pt x="4792811" y="1"/>
                </a:moveTo>
                <a:lnTo>
                  <a:pt x="5291307" y="1"/>
                </a:lnTo>
                <a:lnTo>
                  <a:pt x="5291307" y="14659"/>
                </a:lnTo>
                <a:lnTo>
                  <a:pt x="4792811" y="14659"/>
                </a:lnTo>
                <a:close/>
                <a:moveTo>
                  <a:pt x="2285298" y="1"/>
                </a:moveTo>
                <a:lnTo>
                  <a:pt x="3183254" y="1"/>
                </a:lnTo>
                <a:lnTo>
                  <a:pt x="3183254" y="14659"/>
                </a:lnTo>
                <a:lnTo>
                  <a:pt x="2285298" y="14659"/>
                </a:lnTo>
                <a:close/>
                <a:moveTo>
                  <a:pt x="985097" y="1"/>
                </a:moveTo>
                <a:lnTo>
                  <a:pt x="1846470" y="1"/>
                </a:lnTo>
                <a:lnTo>
                  <a:pt x="1869376" y="14659"/>
                </a:lnTo>
                <a:lnTo>
                  <a:pt x="985097" y="14659"/>
                </a:lnTo>
                <a:close/>
                <a:moveTo>
                  <a:pt x="0" y="1"/>
                </a:moveTo>
                <a:lnTo>
                  <a:pt x="877145" y="1"/>
                </a:lnTo>
                <a:lnTo>
                  <a:pt x="877145" y="14659"/>
                </a:lnTo>
                <a:lnTo>
                  <a:pt x="0" y="14659"/>
                </a:lnTo>
                <a:close/>
                <a:moveTo>
                  <a:pt x="3702830" y="0"/>
                </a:moveTo>
                <a:lnTo>
                  <a:pt x="4262563" y="0"/>
                </a:lnTo>
                <a:lnTo>
                  <a:pt x="4284257" y="14658"/>
                </a:lnTo>
                <a:lnTo>
                  <a:pt x="3681132" y="1465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tIns="90000" bIns="90000" rtlCol="0" anchor="t" anchorCtr="0">
            <a:no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endParaRPr lang="en-US" sz="1800" dirty="0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08510737"/>
      </p:ext>
    </p:extLst>
  </p:cSld>
  <p:clrMapOvr>
    <a:masterClrMapping/>
  </p:clrMapOvr>
  <p:transition spd="slow">
    <p:fade/>
  </p:transition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Agenda">
    <p:bg>
      <p:bgPr>
        <a:gradFill>
          <a:gsLst>
            <a:gs pos="0">
              <a:schemeClr val="tx1"/>
            </a:gs>
            <a:gs pos="100000">
              <a:schemeClr val="accent3"/>
            </a:gs>
          </a:gsLst>
          <a:lin ang="189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platzhalter 6">
            <a:extLst>
              <a:ext uri="{FF2B5EF4-FFF2-40B4-BE49-F238E27FC236}">
                <a16:creationId xmlns:a16="http://schemas.microsoft.com/office/drawing/2014/main" id="{18239130-7304-4787-B35E-00AF66BC88F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492500" y="1599642"/>
            <a:ext cx="5327650" cy="3059671"/>
          </a:xfrm>
          <a:prstGeom prst="rect">
            <a:avLst/>
          </a:prstGeom>
        </p:spPr>
        <p:txBody>
          <a:bodyPr/>
          <a:lstStyle>
            <a:lvl1pPr marL="342900" indent="-342900">
              <a:spcAft>
                <a:spcPts val="1800"/>
              </a:spcAft>
              <a:buClrTx/>
              <a:buFont typeface="+mj-lt"/>
              <a:buAutoNum type="arabicPeriod"/>
              <a:defRPr>
                <a:solidFill>
                  <a:schemeClr val="bg1"/>
                </a:solidFill>
              </a:defRPr>
            </a:lvl1pPr>
            <a:lvl2pPr marL="573088" indent="-342900">
              <a:buFont typeface="+mj-lt"/>
              <a:buAutoNum type="arabicPeriod"/>
              <a:defRPr>
                <a:solidFill>
                  <a:schemeClr val="bg1"/>
                </a:solidFill>
              </a:defRPr>
            </a:lvl2pPr>
            <a:lvl3pPr marL="801688" indent="-342900">
              <a:buFont typeface="+mj-lt"/>
              <a:buAutoNum type="arabicPeriod"/>
              <a:defRPr>
                <a:solidFill>
                  <a:schemeClr val="bg1"/>
                </a:solidFill>
              </a:defRPr>
            </a:lvl3pPr>
            <a:lvl4pPr marL="1027113" indent="-342900">
              <a:buFont typeface="+mj-lt"/>
              <a:buAutoNum type="arabicPeriod"/>
              <a:defRPr>
                <a:solidFill>
                  <a:schemeClr val="bg1"/>
                </a:solidFill>
              </a:defRPr>
            </a:lvl4pPr>
            <a:lvl5pPr marL="1255712" indent="-342900">
              <a:buFont typeface="+mj-lt"/>
              <a:buAutoNum type="arabicPeriod"/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GB" noProof="0" dirty="0"/>
              <a:t>Agenda points</a:t>
            </a:r>
          </a:p>
        </p:txBody>
      </p:sp>
      <p:sp>
        <p:nvSpPr>
          <p:cNvPr id="5" name="Titel 1">
            <a:extLst>
              <a:ext uri="{FF2B5EF4-FFF2-40B4-BE49-F238E27FC236}">
                <a16:creationId xmlns:a16="http://schemas.microsoft.com/office/drawing/2014/main" id="{A62DF6A1-4223-4796-B9E4-53A57363655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32000" y="918009"/>
            <a:ext cx="2267792" cy="681633"/>
          </a:xfrm>
          <a:noFill/>
        </p:spPr>
        <p:txBody>
          <a:bodyPr/>
          <a:lstStyle>
            <a:lvl1pPr>
              <a:defRPr sz="4000">
                <a:solidFill>
                  <a:schemeClr val="bg1"/>
                </a:solidFill>
              </a:defRPr>
            </a:lvl1pPr>
          </a:lstStyle>
          <a:p>
            <a:r>
              <a:rPr lang="en-GB" noProof="0" dirty="0"/>
              <a:t>Agenda</a:t>
            </a:r>
          </a:p>
        </p:txBody>
      </p:sp>
      <p:sp>
        <p:nvSpPr>
          <p:cNvPr id="4" name="Freihandform: Form 49">
            <a:extLst>
              <a:ext uri="{FF2B5EF4-FFF2-40B4-BE49-F238E27FC236}">
                <a16:creationId xmlns:a16="http://schemas.microsoft.com/office/drawing/2014/main" id="{C2CC8EB1-FC6E-4149-9931-7EE25C2F4C4F}"/>
              </a:ext>
            </a:extLst>
          </p:cNvPr>
          <p:cNvSpPr>
            <a:spLocks noChangeAspect="1"/>
          </p:cNvSpPr>
          <p:nvPr userDrawn="1"/>
        </p:nvSpPr>
        <p:spPr>
          <a:xfrm>
            <a:off x="7655145" y="4833046"/>
            <a:ext cx="1057447" cy="184740"/>
          </a:xfrm>
          <a:custGeom>
            <a:avLst/>
            <a:gdLst>
              <a:gd name="connsiteX0" fmla="*/ 4196821 w 11362354"/>
              <a:gd name="connsiteY0" fmla="*/ 1846406 h 1972800"/>
              <a:gd name="connsiteX1" fmla="*/ 4515841 w 11362354"/>
              <a:gd name="connsiteY1" fmla="*/ 1846406 h 1972800"/>
              <a:gd name="connsiteX2" fmla="*/ 4302401 w 11362354"/>
              <a:gd name="connsiteY2" fmla="*/ 1972800 h 1972800"/>
              <a:gd name="connsiteX3" fmla="*/ 4276590 w 11362354"/>
              <a:gd name="connsiteY3" fmla="*/ 1972800 h 1972800"/>
              <a:gd name="connsiteX4" fmla="*/ 10408772 w 11362354"/>
              <a:gd name="connsiteY4" fmla="*/ 1547682 h 1972800"/>
              <a:gd name="connsiteX5" fmla="*/ 11236685 w 11362354"/>
              <a:gd name="connsiteY5" fmla="*/ 1547682 h 1972800"/>
              <a:gd name="connsiteX6" fmla="*/ 11013744 w 11362354"/>
              <a:gd name="connsiteY6" fmla="*/ 1726479 h 1972800"/>
              <a:gd name="connsiteX7" fmla="*/ 10702056 w 11362354"/>
              <a:gd name="connsiteY7" fmla="*/ 1776200 h 1972800"/>
              <a:gd name="connsiteX8" fmla="*/ 10408772 w 11362354"/>
              <a:gd name="connsiteY8" fmla="*/ 1703049 h 1972800"/>
              <a:gd name="connsiteX9" fmla="*/ 9781432 w 11362354"/>
              <a:gd name="connsiteY9" fmla="*/ 1544408 h 1972800"/>
              <a:gd name="connsiteX10" fmla="*/ 10286039 w 11362354"/>
              <a:gd name="connsiteY10" fmla="*/ 1544408 h 1972800"/>
              <a:gd name="connsiteX11" fmla="*/ 10286039 w 11362354"/>
              <a:gd name="connsiteY11" fmla="*/ 1763438 h 1972800"/>
              <a:gd name="connsiteX12" fmla="*/ 9781432 w 11362354"/>
              <a:gd name="connsiteY12" fmla="*/ 1763438 h 1972800"/>
              <a:gd name="connsiteX13" fmla="*/ 8877431 w 11362354"/>
              <a:gd name="connsiteY13" fmla="*/ 1544408 h 1972800"/>
              <a:gd name="connsiteX14" fmla="*/ 9382033 w 11362354"/>
              <a:gd name="connsiteY14" fmla="*/ 1544408 h 1972800"/>
              <a:gd name="connsiteX15" fmla="*/ 9382033 w 11362354"/>
              <a:gd name="connsiteY15" fmla="*/ 1763438 h 1972800"/>
              <a:gd name="connsiteX16" fmla="*/ 8877431 w 11362354"/>
              <a:gd name="connsiteY16" fmla="*/ 1763438 h 1972800"/>
              <a:gd name="connsiteX17" fmla="*/ 7955283 w 11362354"/>
              <a:gd name="connsiteY17" fmla="*/ 1544408 h 1972800"/>
              <a:gd name="connsiteX18" fmla="*/ 8501703 w 11362354"/>
              <a:gd name="connsiteY18" fmla="*/ 1544408 h 1972800"/>
              <a:gd name="connsiteX19" fmla="*/ 8501703 w 11362354"/>
              <a:gd name="connsiteY19" fmla="*/ 1763438 h 1972800"/>
              <a:gd name="connsiteX20" fmla="*/ 8046371 w 11362354"/>
              <a:gd name="connsiteY20" fmla="*/ 1763438 h 1972800"/>
              <a:gd name="connsiteX21" fmla="*/ 7193139 w 11362354"/>
              <a:gd name="connsiteY21" fmla="*/ 1544408 h 1972800"/>
              <a:gd name="connsiteX22" fmla="*/ 7648159 w 11362354"/>
              <a:gd name="connsiteY22" fmla="*/ 1544408 h 1972800"/>
              <a:gd name="connsiteX23" fmla="*/ 7648159 w 11362354"/>
              <a:gd name="connsiteY23" fmla="*/ 1763438 h 1972800"/>
              <a:gd name="connsiteX24" fmla="*/ 7193139 w 11362354"/>
              <a:gd name="connsiteY24" fmla="*/ 1763438 h 1972800"/>
              <a:gd name="connsiteX25" fmla="*/ 6188669 w 11362354"/>
              <a:gd name="connsiteY25" fmla="*/ 1544408 h 1972800"/>
              <a:gd name="connsiteX26" fmla="*/ 7080275 w 11362354"/>
              <a:gd name="connsiteY26" fmla="*/ 1544408 h 1972800"/>
              <a:gd name="connsiteX27" fmla="*/ 7080275 w 11362354"/>
              <a:gd name="connsiteY27" fmla="*/ 1763438 h 1972800"/>
              <a:gd name="connsiteX28" fmla="*/ 6188669 w 11362354"/>
              <a:gd name="connsiteY28" fmla="*/ 1763438 h 1972800"/>
              <a:gd name="connsiteX29" fmla="*/ 4886266 w 11362354"/>
              <a:gd name="connsiteY29" fmla="*/ 1544408 h 1972800"/>
              <a:gd name="connsiteX30" fmla="*/ 5979839 w 11362354"/>
              <a:gd name="connsiteY30" fmla="*/ 1544408 h 1972800"/>
              <a:gd name="connsiteX31" fmla="*/ 5557257 w 11362354"/>
              <a:gd name="connsiteY31" fmla="*/ 1763438 h 1972800"/>
              <a:gd name="connsiteX32" fmla="*/ 5308843 w 11362354"/>
              <a:gd name="connsiteY32" fmla="*/ 1763438 h 1972800"/>
              <a:gd name="connsiteX33" fmla="*/ 4886266 w 11362354"/>
              <a:gd name="connsiteY33" fmla="*/ 1544408 h 1972800"/>
              <a:gd name="connsiteX34" fmla="*/ 2285298 w 11362354"/>
              <a:gd name="connsiteY34" fmla="*/ 1544408 h 1972800"/>
              <a:gd name="connsiteX35" fmla="*/ 3183254 w 11362354"/>
              <a:gd name="connsiteY35" fmla="*/ 1544408 h 1972800"/>
              <a:gd name="connsiteX36" fmla="*/ 3183254 w 11362354"/>
              <a:gd name="connsiteY36" fmla="*/ 1763438 h 1972800"/>
              <a:gd name="connsiteX37" fmla="*/ 2285298 w 11362354"/>
              <a:gd name="connsiteY37" fmla="*/ 1763438 h 1972800"/>
              <a:gd name="connsiteX38" fmla="*/ 1699767 w 11362354"/>
              <a:gd name="connsiteY38" fmla="*/ 1544408 h 1972800"/>
              <a:gd name="connsiteX39" fmla="*/ 2161050 w 11362354"/>
              <a:gd name="connsiteY39" fmla="*/ 1544408 h 1972800"/>
              <a:gd name="connsiteX40" fmla="*/ 2265828 w 11362354"/>
              <a:gd name="connsiteY40" fmla="*/ 1763438 h 1972800"/>
              <a:gd name="connsiteX41" fmla="*/ 1796468 w 11362354"/>
              <a:gd name="connsiteY41" fmla="*/ 1763438 h 1972800"/>
              <a:gd name="connsiteX42" fmla="*/ 985097 w 11362354"/>
              <a:gd name="connsiteY42" fmla="*/ 1544408 h 1972800"/>
              <a:gd name="connsiteX43" fmla="*/ 1468672 w 11362354"/>
              <a:gd name="connsiteY43" fmla="*/ 1544408 h 1972800"/>
              <a:gd name="connsiteX44" fmla="*/ 1468672 w 11362354"/>
              <a:gd name="connsiteY44" fmla="*/ 1763438 h 1972800"/>
              <a:gd name="connsiteX45" fmla="*/ 985097 w 11362354"/>
              <a:gd name="connsiteY45" fmla="*/ 1763438 h 1972800"/>
              <a:gd name="connsiteX46" fmla="*/ 0 w 11362354"/>
              <a:gd name="connsiteY46" fmla="*/ 1544408 h 1972800"/>
              <a:gd name="connsiteX47" fmla="*/ 506025 w 11362354"/>
              <a:gd name="connsiteY47" fmla="*/ 1544408 h 1972800"/>
              <a:gd name="connsiteX48" fmla="*/ 506025 w 11362354"/>
              <a:gd name="connsiteY48" fmla="*/ 1763438 h 1972800"/>
              <a:gd name="connsiteX49" fmla="*/ 498505 w 11362354"/>
              <a:gd name="connsiteY49" fmla="*/ 1763438 h 1972800"/>
              <a:gd name="connsiteX50" fmla="*/ 7520 w 11362354"/>
              <a:gd name="connsiteY50" fmla="*/ 1763438 h 1972800"/>
              <a:gd name="connsiteX51" fmla="*/ 0 w 11362354"/>
              <a:gd name="connsiteY51" fmla="*/ 1763438 h 1972800"/>
              <a:gd name="connsiteX52" fmla="*/ 3478763 w 11362354"/>
              <a:gd name="connsiteY52" fmla="*/ 1544407 h 1972800"/>
              <a:gd name="connsiteX53" fmla="*/ 4486152 w 11362354"/>
              <a:gd name="connsiteY53" fmla="*/ 1544407 h 1972800"/>
              <a:gd name="connsiteX54" fmla="*/ 4479313 w 11362354"/>
              <a:gd name="connsiteY54" fmla="*/ 1555187 h 1972800"/>
              <a:gd name="connsiteX55" fmla="*/ 4654042 w 11362354"/>
              <a:gd name="connsiteY55" fmla="*/ 1763437 h 1972800"/>
              <a:gd name="connsiteX56" fmla="*/ 3697470 w 11362354"/>
              <a:gd name="connsiteY56" fmla="*/ 1763437 h 1972800"/>
              <a:gd name="connsiteX57" fmla="*/ 3478763 w 11362354"/>
              <a:gd name="connsiteY57" fmla="*/ 1544407 h 1972800"/>
              <a:gd name="connsiteX58" fmla="*/ 10408772 w 11362354"/>
              <a:gd name="connsiteY58" fmla="*/ 1290902 h 1972800"/>
              <a:gd name="connsiteX59" fmla="*/ 10568570 w 11362354"/>
              <a:gd name="connsiteY59" fmla="*/ 1290902 h 1972800"/>
              <a:gd name="connsiteX60" fmla="*/ 10590729 w 11362354"/>
              <a:gd name="connsiteY60" fmla="*/ 1313870 h 1972800"/>
              <a:gd name="connsiteX61" fmla="*/ 10721250 w 11362354"/>
              <a:gd name="connsiteY61" fmla="*/ 1365562 h 1972800"/>
              <a:gd name="connsiteX62" fmla="*/ 10855315 w 11362354"/>
              <a:gd name="connsiteY62" fmla="*/ 1290902 h 1972800"/>
              <a:gd name="connsiteX63" fmla="*/ 11214890 w 11362354"/>
              <a:gd name="connsiteY63" fmla="*/ 1290902 h 1972800"/>
              <a:gd name="connsiteX64" fmla="*/ 11346112 w 11362354"/>
              <a:gd name="connsiteY64" fmla="*/ 1290902 h 1972800"/>
              <a:gd name="connsiteX65" fmla="*/ 11280882 w 11362354"/>
              <a:gd name="connsiteY65" fmla="*/ 1465414 h 1972800"/>
              <a:gd name="connsiteX66" fmla="*/ 11214890 w 11362354"/>
              <a:gd name="connsiteY66" fmla="*/ 1465414 h 1972800"/>
              <a:gd name="connsiteX67" fmla="*/ 10408772 w 11362354"/>
              <a:gd name="connsiteY67" fmla="*/ 1465414 h 1972800"/>
              <a:gd name="connsiteX68" fmla="*/ 3354588 w 11362354"/>
              <a:gd name="connsiteY68" fmla="*/ 1288169 h 1972800"/>
              <a:gd name="connsiteX69" fmla="*/ 3891084 w 11362354"/>
              <a:gd name="connsiteY69" fmla="*/ 1288169 h 1972800"/>
              <a:gd name="connsiteX70" fmla="*/ 3982693 w 11362354"/>
              <a:gd name="connsiteY70" fmla="*/ 1333215 h 1972800"/>
              <a:gd name="connsiteX71" fmla="*/ 4074304 w 11362354"/>
              <a:gd name="connsiteY71" fmla="*/ 1288169 h 1972800"/>
              <a:gd name="connsiteX72" fmla="*/ 4610046 w 11362354"/>
              <a:gd name="connsiteY72" fmla="*/ 1288169 h 1972800"/>
              <a:gd name="connsiteX73" fmla="*/ 4535426 w 11362354"/>
              <a:gd name="connsiteY73" fmla="*/ 1462313 h 1972800"/>
              <a:gd name="connsiteX74" fmla="*/ 3429061 w 11362354"/>
              <a:gd name="connsiteY74" fmla="*/ 1462313 h 1972800"/>
              <a:gd name="connsiteX75" fmla="*/ 3354588 w 11362354"/>
              <a:gd name="connsiteY75" fmla="*/ 1288169 h 1972800"/>
              <a:gd name="connsiteX76" fmla="*/ 9781432 w 11362354"/>
              <a:gd name="connsiteY76" fmla="*/ 1288165 h 1972800"/>
              <a:gd name="connsiteX77" fmla="*/ 10286039 w 11362354"/>
              <a:gd name="connsiteY77" fmla="*/ 1288165 h 1972800"/>
              <a:gd name="connsiteX78" fmla="*/ 10286039 w 11362354"/>
              <a:gd name="connsiteY78" fmla="*/ 1462314 h 1972800"/>
              <a:gd name="connsiteX79" fmla="*/ 9781432 w 11362354"/>
              <a:gd name="connsiteY79" fmla="*/ 1462314 h 1972800"/>
              <a:gd name="connsiteX80" fmla="*/ 8877431 w 11362354"/>
              <a:gd name="connsiteY80" fmla="*/ 1288165 h 1972800"/>
              <a:gd name="connsiteX81" fmla="*/ 9382033 w 11362354"/>
              <a:gd name="connsiteY81" fmla="*/ 1288165 h 1972800"/>
              <a:gd name="connsiteX82" fmla="*/ 9382033 w 11362354"/>
              <a:gd name="connsiteY82" fmla="*/ 1462314 h 1972800"/>
              <a:gd name="connsiteX83" fmla="*/ 8877431 w 11362354"/>
              <a:gd name="connsiteY83" fmla="*/ 1462314 h 1972800"/>
              <a:gd name="connsiteX84" fmla="*/ 7848731 w 11362354"/>
              <a:gd name="connsiteY84" fmla="*/ 1288165 h 1972800"/>
              <a:gd name="connsiteX85" fmla="*/ 8501703 w 11362354"/>
              <a:gd name="connsiteY85" fmla="*/ 1288165 h 1972800"/>
              <a:gd name="connsiteX86" fmla="*/ 8501703 w 11362354"/>
              <a:gd name="connsiteY86" fmla="*/ 1462314 h 1972800"/>
              <a:gd name="connsiteX87" fmla="*/ 7921150 w 11362354"/>
              <a:gd name="connsiteY87" fmla="*/ 1462314 h 1972800"/>
              <a:gd name="connsiteX88" fmla="*/ 7193139 w 11362354"/>
              <a:gd name="connsiteY88" fmla="*/ 1288165 h 1972800"/>
              <a:gd name="connsiteX89" fmla="*/ 7648159 w 11362354"/>
              <a:gd name="connsiteY89" fmla="*/ 1288165 h 1972800"/>
              <a:gd name="connsiteX90" fmla="*/ 7648159 w 11362354"/>
              <a:gd name="connsiteY90" fmla="*/ 1462314 h 1972800"/>
              <a:gd name="connsiteX91" fmla="*/ 7193139 w 11362354"/>
              <a:gd name="connsiteY91" fmla="*/ 1462314 h 1972800"/>
              <a:gd name="connsiteX92" fmla="*/ 6188669 w 11362354"/>
              <a:gd name="connsiteY92" fmla="*/ 1288165 h 1972800"/>
              <a:gd name="connsiteX93" fmla="*/ 6674501 w 11362354"/>
              <a:gd name="connsiteY93" fmla="*/ 1288165 h 1972800"/>
              <a:gd name="connsiteX94" fmla="*/ 6674501 w 11362354"/>
              <a:gd name="connsiteY94" fmla="*/ 1351991 h 1972800"/>
              <a:gd name="connsiteX95" fmla="*/ 7080275 w 11362354"/>
              <a:gd name="connsiteY95" fmla="*/ 1351991 h 1972800"/>
              <a:gd name="connsiteX96" fmla="*/ 7080275 w 11362354"/>
              <a:gd name="connsiteY96" fmla="*/ 1462314 h 1972800"/>
              <a:gd name="connsiteX97" fmla="*/ 6188669 w 11362354"/>
              <a:gd name="connsiteY97" fmla="*/ 1462314 h 1972800"/>
              <a:gd name="connsiteX98" fmla="*/ 4794722 w 11362354"/>
              <a:gd name="connsiteY98" fmla="*/ 1288165 h 1972800"/>
              <a:gd name="connsiteX99" fmla="*/ 5308313 w 11362354"/>
              <a:gd name="connsiteY99" fmla="*/ 1288165 h 1972800"/>
              <a:gd name="connsiteX100" fmla="*/ 5433050 w 11362354"/>
              <a:gd name="connsiteY100" fmla="*/ 1363467 h 1972800"/>
              <a:gd name="connsiteX101" fmla="*/ 5557791 w 11362354"/>
              <a:gd name="connsiteY101" fmla="*/ 1288165 h 1972800"/>
              <a:gd name="connsiteX102" fmla="*/ 6071387 w 11362354"/>
              <a:gd name="connsiteY102" fmla="*/ 1288165 h 1972800"/>
              <a:gd name="connsiteX103" fmla="*/ 6026879 w 11362354"/>
              <a:gd name="connsiteY103" fmla="*/ 1462314 h 1972800"/>
              <a:gd name="connsiteX104" fmla="*/ 4839225 w 11362354"/>
              <a:gd name="connsiteY104" fmla="*/ 1462314 h 1972800"/>
              <a:gd name="connsiteX105" fmla="*/ 4794722 w 11362354"/>
              <a:gd name="connsiteY105" fmla="*/ 1288165 h 1972800"/>
              <a:gd name="connsiteX106" fmla="*/ 2285298 w 11362354"/>
              <a:gd name="connsiteY106" fmla="*/ 1288165 h 1972800"/>
              <a:gd name="connsiteX107" fmla="*/ 2771132 w 11362354"/>
              <a:gd name="connsiteY107" fmla="*/ 1288165 h 1972800"/>
              <a:gd name="connsiteX108" fmla="*/ 2771132 w 11362354"/>
              <a:gd name="connsiteY108" fmla="*/ 1351991 h 1972800"/>
              <a:gd name="connsiteX109" fmla="*/ 3183254 w 11362354"/>
              <a:gd name="connsiteY109" fmla="*/ 1351991 h 1972800"/>
              <a:gd name="connsiteX110" fmla="*/ 3183254 w 11362354"/>
              <a:gd name="connsiteY110" fmla="*/ 1462314 h 1972800"/>
              <a:gd name="connsiteX111" fmla="*/ 2285298 w 11362354"/>
              <a:gd name="connsiteY111" fmla="*/ 1462314 h 1972800"/>
              <a:gd name="connsiteX112" fmla="*/ 1586644 w 11362354"/>
              <a:gd name="connsiteY112" fmla="*/ 1288165 h 1972800"/>
              <a:gd name="connsiteX113" fmla="*/ 2038472 w 11362354"/>
              <a:gd name="connsiteY113" fmla="*/ 1288165 h 1972800"/>
              <a:gd name="connsiteX114" fmla="*/ 2121783 w 11362354"/>
              <a:gd name="connsiteY114" fmla="*/ 1462314 h 1972800"/>
              <a:gd name="connsiteX115" fmla="*/ 1663530 w 11362354"/>
              <a:gd name="connsiteY115" fmla="*/ 1462314 h 1972800"/>
              <a:gd name="connsiteX116" fmla="*/ 985097 w 11362354"/>
              <a:gd name="connsiteY116" fmla="*/ 1288165 h 1972800"/>
              <a:gd name="connsiteX117" fmla="*/ 1468672 w 11362354"/>
              <a:gd name="connsiteY117" fmla="*/ 1288165 h 1972800"/>
              <a:gd name="connsiteX118" fmla="*/ 1468672 w 11362354"/>
              <a:gd name="connsiteY118" fmla="*/ 1462314 h 1972800"/>
              <a:gd name="connsiteX119" fmla="*/ 985097 w 11362354"/>
              <a:gd name="connsiteY119" fmla="*/ 1462314 h 1972800"/>
              <a:gd name="connsiteX120" fmla="*/ 0 w 11362354"/>
              <a:gd name="connsiteY120" fmla="*/ 1288165 h 1972800"/>
              <a:gd name="connsiteX121" fmla="*/ 506025 w 11362354"/>
              <a:gd name="connsiteY121" fmla="*/ 1288165 h 1972800"/>
              <a:gd name="connsiteX122" fmla="*/ 506025 w 11362354"/>
              <a:gd name="connsiteY122" fmla="*/ 1462314 h 1972800"/>
              <a:gd name="connsiteX123" fmla="*/ 0 w 11362354"/>
              <a:gd name="connsiteY123" fmla="*/ 1462314 h 1972800"/>
              <a:gd name="connsiteX124" fmla="*/ 10408772 w 11362354"/>
              <a:gd name="connsiteY124" fmla="*/ 1157361 h 1972800"/>
              <a:gd name="connsiteX125" fmla="*/ 10468381 w 11362354"/>
              <a:gd name="connsiteY125" fmla="*/ 1208632 h 1972800"/>
              <a:gd name="connsiteX126" fmla="*/ 10408772 w 11362354"/>
              <a:gd name="connsiteY126" fmla="*/ 1208632 h 1972800"/>
              <a:gd name="connsiteX127" fmla="*/ 10816942 w 11362354"/>
              <a:gd name="connsiteY127" fmla="*/ 1078164 h 1972800"/>
              <a:gd name="connsiteX128" fmla="*/ 11358000 w 11362354"/>
              <a:gd name="connsiteY128" fmla="*/ 1078164 h 1972800"/>
              <a:gd name="connsiteX129" fmla="*/ 11359134 w 11362354"/>
              <a:gd name="connsiteY129" fmla="*/ 1208632 h 1972800"/>
              <a:gd name="connsiteX130" fmla="*/ 11359134 w 11362354"/>
              <a:gd name="connsiteY130" fmla="*/ 1208633 h 1972800"/>
              <a:gd name="connsiteX131" fmla="*/ 10871056 w 11362354"/>
              <a:gd name="connsiteY131" fmla="*/ 1208633 h 1972800"/>
              <a:gd name="connsiteX132" fmla="*/ 10871355 w 11362354"/>
              <a:gd name="connsiteY132" fmla="*/ 1205652 h 1972800"/>
              <a:gd name="connsiteX133" fmla="*/ 10808382 w 11362354"/>
              <a:gd name="connsiteY133" fmla="*/ 1078165 h 1972800"/>
              <a:gd name="connsiteX134" fmla="*/ 10816943 w 11362354"/>
              <a:gd name="connsiteY134" fmla="*/ 1078165 h 1972800"/>
              <a:gd name="connsiteX135" fmla="*/ 9781432 w 11362354"/>
              <a:gd name="connsiteY135" fmla="*/ 1075882 h 1972800"/>
              <a:gd name="connsiteX136" fmla="*/ 10286039 w 11362354"/>
              <a:gd name="connsiteY136" fmla="*/ 1075882 h 1972800"/>
              <a:gd name="connsiteX137" fmla="*/ 10286039 w 11362354"/>
              <a:gd name="connsiteY137" fmla="*/ 1206076 h 1972800"/>
              <a:gd name="connsiteX138" fmla="*/ 9781432 w 11362354"/>
              <a:gd name="connsiteY138" fmla="*/ 1206076 h 1972800"/>
              <a:gd name="connsiteX139" fmla="*/ 8877431 w 11362354"/>
              <a:gd name="connsiteY139" fmla="*/ 1075882 h 1972800"/>
              <a:gd name="connsiteX140" fmla="*/ 9382033 w 11362354"/>
              <a:gd name="connsiteY140" fmla="*/ 1075882 h 1972800"/>
              <a:gd name="connsiteX141" fmla="*/ 9382033 w 11362354"/>
              <a:gd name="connsiteY141" fmla="*/ 1206076 h 1972800"/>
              <a:gd name="connsiteX142" fmla="*/ 8877431 w 11362354"/>
              <a:gd name="connsiteY142" fmla="*/ 1206076 h 1972800"/>
              <a:gd name="connsiteX143" fmla="*/ 7760453 w 11362354"/>
              <a:gd name="connsiteY143" fmla="*/ 1075882 h 1972800"/>
              <a:gd name="connsiteX144" fmla="*/ 8501703 w 11362354"/>
              <a:gd name="connsiteY144" fmla="*/ 1075882 h 1972800"/>
              <a:gd name="connsiteX145" fmla="*/ 8501703 w 11362354"/>
              <a:gd name="connsiteY145" fmla="*/ 1206076 h 1972800"/>
              <a:gd name="connsiteX146" fmla="*/ 7814594 w 11362354"/>
              <a:gd name="connsiteY146" fmla="*/ 1206076 h 1972800"/>
              <a:gd name="connsiteX147" fmla="*/ 7193139 w 11362354"/>
              <a:gd name="connsiteY147" fmla="*/ 1075882 h 1972800"/>
              <a:gd name="connsiteX148" fmla="*/ 7648159 w 11362354"/>
              <a:gd name="connsiteY148" fmla="*/ 1075882 h 1972800"/>
              <a:gd name="connsiteX149" fmla="*/ 7648159 w 11362354"/>
              <a:gd name="connsiteY149" fmla="*/ 1206076 h 1972800"/>
              <a:gd name="connsiteX150" fmla="*/ 7193139 w 11362354"/>
              <a:gd name="connsiteY150" fmla="*/ 1206076 h 1972800"/>
              <a:gd name="connsiteX151" fmla="*/ 6188669 w 11362354"/>
              <a:gd name="connsiteY151" fmla="*/ 1075882 h 1972800"/>
              <a:gd name="connsiteX152" fmla="*/ 6674501 w 11362354"/>
              <a:gd name="connsiteY152" fmla="*/ 1075882 h 1972800"/>
              <a:gd name="connsiteX153" fmla="*/ 6674501 w 11362354"/>
              <a:gd name="connsiteY153" fmla="*/ 1206076 h 1972800"/>
              <a:gd name="connsiteX154" fmla="*/ 6188669 w 11362354"/>
              <a:gd name="connsiteY154" fmla="*/ 1206076 h 1972800"/>
              <a:gd name="connsiteX155" fmla="*/ 5574793 w 11362354"/>
              <a:gd name="connsiteY155" fmla="*/ 1075882 h 1972800"/>
              <a:gd name="connsiteX156" fmla="*/ 6073294 w 11362354"/>
              <a:gd name="connsiteY156" fmla="*/ 1075882 h 1972800"/>
              <a:gd name="connsiteX157" fmla="*/ 6073294 w 11362354"/>
              <a:gd name="connsiteY157" fmla="*/ 1206076 h 1972800"/>
              <a:gd name="connsiteX158" fmla="*/ 5574793 w 11362354"/>
              <a:gd name="connsiteY158" fmla="*/ 1206076 h 1972800"/>
              <a:gd name="connsiteX159" fmla="*/ 4792811 w 11362354"/>
              <a:gd name="connsiteY159" fmla="*/ 1075882 h 1972800"/>
              <a:gd name="connsiteX160" fmla="*/ 5291307 w 11362354"/>
              <a:gd name="connsiteY160" fmla="*/ 1075882 h 1972800"/>
              <a:gd name="connsiteX161" fmla="*/ 5291307 w 11362354"/>
              <a:gd name="connsiteY161" fmla="*/ 1206076 h 1972800"/>
              <a:gd name="connsiteX162" fmla="*/ 4792811 w 11362354"/>
              <a:gd name="connsiteY162" fmla="*/ 1206076 h 1972800"/>
              <a:gd name="connsiteX163" fmla="*/ 2285298 w 11362354"/>
              <a:gd name="connsiteY163" fmla="*/ 1075882 h 1972800"/>
              <a:gd name="connsiteX164" fmla="*/ 2771132 w 11362354"/>
              <a:gd name="connsiteY164" fmla="*/ 1075882 h 1972800"/>
              <a:gd name="connsiteX165" fmla="*/ 2771132 w 11362354"/>
              <a:gd name="connsiteY165" fmla="*/ 1206076 h 1972800"/>
              <a:gd name="connsiteX166" fmla="*/ 2285298 w 11362354"/>
              <a:gd name="connsiteY166" fmla="*/ 1206076 h 1972800"/>
              <a:gd name="connsiteX167" fmla="*/ 1492927 w 11362354"/>
              <a:gd name="connsiteY167" fmla="*/ 1075882 h 1972800"/>
              <a:gd name="connsiteX168" fmla="*/ 1945589 w 11362354"/>
              <a:gd name="connsiteY168" fmla="*/ 1075882 h 1972800"/>
              <a:gd name="connsiteX169" fmla="*/ 1940491 w 11362354"/>
              <a:gd name="connsiteY169" fmla="*/ 1080455 h 1972800"/>
              <a:gd name="connsiteX170" fmla="*/ 1939110 w 11362354"/>
              <a:gd name="connsiteY170" fmla="*/ 1080455 h 1972800"/>
              <a:gd name="connsiteX171" fmla="*/ 1939524 w 11362354"/>
              <a:gd name="connsiteY171" fmla="*/ 1081320 h 1972800"/>
              <a:gd name="connsiteX172" fmla="*/ 1938345 w 11362354"/>
              <a:gd name="connsiteY172" fmla="*/ 1082361 h 1972800"/>
              <a:gd name="connsiteX173" fmla="*/ 1940022 w 11362354"/>
              <a:gd name="connsiteY173" fmla="*/ 1082361 h 1972800"/>
              <a:gd name="connsiteX174" fmla="*/ 1999205 w 11362354"/>
              <a:gd name="connsiteY174" fmla="*/ 1206076 h 1972800"/>
              <a:gd name="connsiteX175" fmla="*/ 1550403 w 11362354"/>
              <a:gd name="connsiteY175" fmla="*/ 1206076 h 1972800"/>
              <a:gd name="connsiteX176" fmla="*/ 985097 w 11362354"/>
              <a:gd name="connsiteY176" fmla="*/ 1075882 h 1972800"/>
              <a:gd name="connsiteX177" fmla="*/ 1468672 w 11362354"/>
              <a:gd name="connsiteY177" fmla="*/ 1075882 h 1972800"/>
              <a:gd name="connsiteX178" fmla="*/ 1468672 w 11362354"/>
              <a:gd name="connsiteY178" fmla="*/ 1206076 h 1972800"/>
              <a:gd name="connsiteX179" fmla="*/ 985097 w 11362354"/>
              <a:gd name="connsiteY179" fmla="*/ 1206076 h 1972800"/>
              <a:gd name="connsiteX180" fmla="*/ 0 w 11362354"/>
              <a:gd name="connsiteY180" fmla="*/ 1075882 h 1972800"/>
              <a:gd name="connsiteX181" fmla="*/ 877145 w 11362354"/>
              <a:gd name="connsiteY181" fmla="*/ 1075882 h 1972800"/>
              <a:gd name="connsiteX182" fmla="*/ 877145 w 11362354"/>
              <a:gd name="connsiteY182" fmla="*/ 1098345 h 1972800"/>
              <a:gd name="connsiteX183" fmla="*/ 869625 w 11362354"/>
              <a:gd name="connsiteY183" fmla="*/ 1098345 h 1972800"/>
              <a:gd name="connsiteX184" fmla="*/ 506025 w 11362354"/>
              <a:gd name="connsiteY184" fmla="*/ 1098345 h 1972800"/>
              <a:gd name="connsiteX185" fmla="*/ 506025 w 11362354"/>
              <a:gd name="connsiteY185" fmla="*/ 1206076 h 1972800"/>
              <a:gd name="connsiteX186" fmla="*/ 0 w 11362354"/>
              <a:gd name="connsiteY186" fmla="*/ 1206076 h 1972800"/>
              <a:gd name="connsiteX187" fmla="*/ 4174413 w 11362354"/>
              <a:gd name="connsiteY187" fmla="*/ 1075881 h 1972800"/>
              <a:gd name="connsiteX188" fmla="*/ 4660572 w 11362354"/>
              <a:gd name="connsiteY188" fmla="*/ 1075881 h 1972800"/>
              <a:gd name="connsiteX189" fmla="*/ 4633997 w 11362354"/>
              <a:gd name="connsiteY189" fmla="*/ 1206075 h 1972800"/>
              <a:gd name="connsiteX190" fmla="*/ 4129883 w 11362354"/>
              <a:gd name="connsiteY190" fmla="*/ 1206075 h 1972800"/>
              <a:gd name="connsiteX191" fmla="*/ 4174413 w 11362354"/>
              <a:gd name="connsiteY191" fmla="*/ 1075881 h 1972800"/>
              <a:gd name="connsiteX192" fmla="*/ 3305162 w 11362354"/>
              <a:gd name="connsiteY192" fmla="*/ 1075881 h 1972800"/>
              <a:gd name="connsiteX193" fmla="*/ 3790976 w 11362354"/>
              <a:gd name="connsiteY193" fmla="*/ 1075881 h 1972800"/>
              <a:gd name="connsiteX194" fmla="*/ 3835506 w 11362354"/>
              <a:gd name="connsiteY194" fmla="*/ 1206075 h 1972800"/>
              <a:gd name="connsiteX195" fmla="*/ 3330959 w 11362354"/>
              <a:gd name="connsiteY195" fmla="*/ 1206075 h 1972800"/>
              <a:gd name="connsiteX196" fmla="*/ 3305162 w 11362354"/>
              <a:gd name="connsiteY196" fmla="*/ 1075881 h 1972800"/>
              <a:gd name="connsiteX197" fmla="*/ 10587776 w 11362354"/>
              <a:gd name="connsiteY197" fmla="*/ 879486 h 1972800"/>
              <a:gd name="connsiteX198" fmla="*/ 11280821 w 11362354"/>
              <a:gd name="connsiteY198" fmla="*/ 879486 h 1972800"/>
              <a:gd name="connsiteX199" fmla="*/ 11338792 w 11362354"/>
              <a:gd name="connsiteY199" fmla="*/ 993628 h 1972800"/>
              <a:gd name="connsiteX200" fmla="*/ 10727828 w 11362354"/>
              <a:gd name="connsiteY200" fmla="*/ 995899 h 1972800"/>
              <a:gd name="connsiteX201" fmla="*/ 9781432 w 11362354"/>
              <a:gd name="connsiteY201" fmla="*/ 877625 h 1972800"/>
              <a:gd name="connsiteX202" fmla="*/ 10286039 w 11362354"/>
              <a:gd name="connsiteY202" fmla="*/ 877625 h 1972800"/>
              <a:gd name="connsiteX203" fmla="*/ 10286039 w 11362354"/>
              <a:gd name="connsiteY203" fmla="*/ 993788 h 1972800"/>
              <a:gd name="connsiteX204" fmla="*/ 9781432 w 11362354"/>
              <a:gd name="connsiteY204" fmla="*/ 993788 h 1972800"/>
              <a:gd name="connsiteX205" fmla="*/ 8877431 w 11362354"/>
              <a:gd name="connsiteY205" fmla="*/ 877625 h 1972800"/>
              <a:gd name="connsiteX206" fmla="*/ 9382033 w 11362354"/>
              <a:gd name="connsiteY206" fmla="*/ 877625 h 1972800"/>
              <a:gd name="connsiteX207" fmla="*/ 9382033 w 11362354"/>
              <a:gd name="connsiteY207" fmla="*/ 993788 h 1972800"/>
              <a:gd name="connsiteX208" fmla="*/ 8877431 w 11362354"/>
              <a:gd name="connsiteY208" fmla="*/ 993788 h 1972800"/>
              <a:gd name="connsiteX209" fmla="*/ 7678004 w 11362354"/>
              <a:gd name="connsiteY209" fmla="*/ 877625 h 1972800"/>
              <a:gd name="connsiteX210" fmla="*/ 8501703 w 11362354"/>
              <a:gd name="connsiteY210" fmla="*/ 877625 h 1972800"/>
              <a:gd name="connsiteX211" fmla="*/ 8501703 w 11362354"/>
              <a:gd name="connsiteY211" fmla="*/ 993788 h 1972800"/>
              <a:gd name="connsiteX212" fmla="*/ 7726316 w 11362354"/>
              <a:gd name="connsiteY212" fmla="*/ 993788 h 1972800"/>
              <a:gd name="connsiteX213" fmla="*/ 7193139 w 11362354"/>
              <a:gd name="connsiteY213" fmla="*/ 877625 h 1972800"/>
              <a:gd name="connsiteX214" fmla="*/ 7648159 w 11362354"/>
              <a:gd name="connsiteY214" fmla="*/ 877625 h 1972800"/>
              <a:gd name="connsiteX215" fmla="*/ 7648159 w 11362354"/>
              <a:gd name="connsiteY215" fmla="*/ 993788 h 1972800"/>
              <a:gd name="connsiteX216" fmla="*/ 7193139 w 11362354"/>
              <a:gd name="connsiteY216" fmla="*/ 993788 h 1972800"/>
              <a:gd name="connsiteX217" fmla="*/ 6188669 w 11362354"/>
              <a:gd name="connsiteY217" fmla="*/ 877625 h 1972800"/>
              <a:gd name="connsiteX218" fmla="*/ 7056268 w 11362354"/>
              <a:gd name="connsiteY218" fmla="*/ 877625 h 1972800"/>
              <a:gd name="connsiteX219" fmla="*/ 7056268 w 11362354"/>
              <a:gd name="connsiteY219" fmla="*/ 988326 h 1972800"/>
              <a:gd name="connsiteX220" fmla="*/ 6674501 w 11362354"/>
              <a:gd name="connsiteY220" fmla="*/ 988326 h 1972800"/>
              <a:gd name="connsiteX221" fmla="*/ 6674501 w 11362354"/>
              <a:gd name="connsiteY221" fmla="*/ 993788 h 1972800"/>
              <a:gd name="connsiteX222" fmla="*/ 6188669 w 11362354"/>
              <a:gd name="connsiteY222" fmla="*/ 993788 h 1972800"/>
              <a:gd name="connsiteX223" fmla="*/ 5574793 w 11362354"/>
              <a:gd name="connsiteY223" fmla="*/ 877625 h 1972800"/>
              <a:gd name="connsiteX224" fmla="*/ 6073294 w 11362354"/>
              <a:gd name="connsiteY224" fmla="*/ 877625 h 1972800"/>
              <a:gd name="connsiteX225" fmla="*/ 6073294 w 11362354"/>
              <a:gd name="connsiteY225" fmla="*/ 993788 h 1972800"/>
              <a:gd name="connsiteX226" fmla="*/ 5574793 w 11362354"/>
              <a:gd name="connsiteY226" fmla="*/ 993788 h 1972800"/>
              <a:gd name="connsiteX227" fmla="*/ 4792811 w 11362354"/>
              <a:gd name="connsiteY227" fmla="*/ 877625 h 1972800"/>
              <a:gd name="connsiteX228" fmla="*/ 5291307 w 11362354"/>
              <a:gd name="connsiteY228" fmla="*/ 877625 h 1972800"/>
              <a:gd name="connsiteX229" fmla="*/ 5291307 w 11362354"/>
              <a:gd name="connsiteY229" fmla="*/ 993788 h 1972800"/>
              <a:gd name="connsiteX230" fmla="*/ 4792811 w 11362354"/>
              <a:gd name="connsiteY230" fmla="*/ 993788 h 1972800"/>
              <a:gd name="connsiteX231" fmla="*/ 2285298 w 11362354"/>
              <a:gd name="connsiteY231" fmla="*/ 877625 h 1972800"/>
              <a:gd name="connsiteX232" fmla="*/ 3161500 w 11362354"/>
              <a:gd name="connsiteY232" fmla="*/ 877625 h 1972800"/>
              <a:gd name="connsiteX233" fmla="*/ 3161500 w 11362354"/>
              <a:gd name="connsiteY233" fmla="*/ 988326 h 1972800"/>
              <a:gd name="connsiteX234" fmla="*/ 2771132 w 11362354"/>
              <a:gd name="connsiteY234" fmla="*/ 988326 h 1972800"/>
              <a:gd name="connsiteX235" fmla="*/ 2771132 w 11362354"/>
              <a:gd name="connsiteY235" fmla="*/ 993788 h 1972800"/>
              <a:gd name="connsiteX236" fmla="*/ 2285298 w 11362354"/>
              <a:gd name="connsiteY236" fmla="*/ 993788 h 1972800"/>
              <a:gd name="connsiteX237" fmla="*/ 985097 w 11362354"/>
              <a:gd name="connsiteY237" fmla="*/ 877625 h 1972800"/>
              <a:gd name="connsiteX238" fmla="*/ 2107746 w 11362354"/>
              <a:gd name="connsiteY238" fmla="*/ 877625 h 1972800"/>
              <a:gd name="connsiteX239" fmla="*/ 2028664 w 11362354"/>
              <a:gd name="connsiteY239" fmla="*/ 993788 h 1972800"/>
              <a:gd name="connsiteX240" fmla="*/ 985097 w 11362354"/>
              <a:gd name="connsiteY240" fmla="*/ 993788 h 1972800"/>
              <a:gd name="connsiteX241" fmla="*/ 0 w 11362354"/>
              <a:gd name="connsiteY241" fmla="*/ 877625 h 1972800"/>
              <a:gd name="connsiteX242" fmla="*/ 877145 w 11362354"/>
              <a:gd name="connsiteY242" fmla="*/ 877625 h 1972800"/>
              <a:gd name="connsiteX243" fmla="*/ 877145 w 11362354"/>
              <a:gd name="connsiteY243" fmla="*/ 993788 h 1972800"/>
              <a:gd name="connsiteX244" fmla="*/ 0 w 11362354"/>
              <a:gd name="connsiteY244" fmla="*/ 993788 h 1972800"/>
              <a:gd name="connsiteX245" fmla="*/ 4199211 w 11362354"/>
              <a:gd name="connsiteY245" fmla="*/ 877624 h 1972800"/>
              <a:gd name="connsiteX246" fmla="*/ 4674176 w 11362354"/>
              <a:gd name="connsiteY246" fmla="*/ 877624 h 1972800"/>
              <a:gd name="connsiteX247" fmla="*/ 4674332 w 11362354"/>
              <a:gd name="connsiteY247" fmla="*/ 883528 h 1972800"/>
              <a:gd name="connsiteX248" fmla="*/ 4669465 w 11362354"/>
              <a:gd name="connsiteY248" fmla="*/ 993787 h 1972800"/>
              <a:gd name="connsiteX249" fmla="*/ 4189743 w 11362354"/>
              <a:gd name="connsiteY249" fmla="*/ 993787 h 1972800"/>
              <a:gd name="connsiteX250" fmla="*/ 4199211 w 11362354"/>
              <a:gd name="connsiteY250" fmla="*/ 877624 h 1972800"/>
              <a:gd name="connsiteX251" fmla="*/ 3291213 w 11362354"/>
              <a:gd name="connsiteY251" fmla="*/ 877624 h 1972800"/>
              <a:gd name="connsiteX252" fmla="*/ 3766173 w 11362354"/>
              <a:gd name="connsiteY252" fmla="*/ 877624 h 1972800"/>
              <a:gd name="connsiteX253" fmla="*/ 3775650 w 11362354"/>
              <a:gd name="connsiteY253" fmla="*/ 993787 h 1972800"/>
              <a:gd name="connsiteX254" fmla="*/ 3295989 w 11362354"/>
              <a:gd name="connsiteY254" fmla="*/ 993787 h 1972800"/>
              <a:gd name="connsiteX255" fmla="*/ 3291057 w 11362354"/>
              <a:gd name="connsiteY255" fmla="*/ 883528 h 1972800"/>
              <a:gd name="connsiteX256" fmla="*/ 10461146 w 11362354"/>
              <a:gd name="connsiteY256" fmla="*/ 710797 h 1972800"/>
              <a:gd name="connsiteX257" fmla="*/ 11109160 w 11362354"/>
              <a:gd name="connsiteY257" fmla="*/ 710797 h 1972800"/>
              <a:gd name="connsiteX258" fmla="*/ 11109162 w 11362354"/>
              <a:gd name="connsiteY258" fmla="*/ 710798 h 1972800"/>
              <a:gd name="connsiteX259" fmla="*/ 11121245 w 11362354"/>
              <a:gd name="connsiteY259" fmla="*/ 710798 h 1972800"/>
              <a:gd name="connsiteX260" fmla="*/ 11122337 w 11362354"/>
              <a:gd name="connsiteY260" fmla="*/ 711693 h 1972800"/>
              <a:gd name="connsiteX261" fmla="*/ 11118350 w 11362354"/>
              <a:gd name="connsiteY261" fmla="*/ 711693 h 1972800"/>
              <a:gd name="connsiteX262" fmla="*/ 11213739 w 11362354"/>
              <a:gd name="connsiteY262" fmla="*/ 797219 h 1972800"/>
              <a:gd name="connsiteX263" fmla="*/ 10517279 w 11362354"/>
              <a:gd name="connsiteY263" fmla="*/ 797218 h 1972800"/>
              <a:gd name="connsiteX264" fmla="*/ 10461146 w 11362354"/>
              <a:gd name="connsiteY264" fmla="*/ 710797 h 1972800"/>
              <a:gd name="connsiteX265" fmla="*/ 9781432 w 11362354"/>
              <a:gd name="connsiteY265" fmla="*/ 709293 h 1972800"/>
              <a:gd name="connsiteX266" fmla="*/ 10286039 w 11362354"/>
              <a:gd name="connsiteY266" fmla="*/ 709293 h 1972800"/>
              <a:gd name="connsiteX267" fmla="*/ 10286039 w 11362354"/>
              <a:gd name="connsiteY267" fmla="*/ 795531 h 1972800"/>
              <a:gd name="connsiteX268" fmla="*/ 9781432 w 11362354"/>
              <a:gd name="connsiteY268" fmla="*/ 795531 h 1972800"/>
              <a:gd name="connsiteX269" fmla="*/ 8877431 w 11362354"/>
              <a:gd name="connsiteY269" fmla="*/ 709293 h 1972800"/>
              <a:gd name="connsiteX270" fmla="*/ 9382033 w 11362354"/>
              <a:gd name="connsiteY270" fmla="*/ 709293 h 1972800"/>
              <a:gd name="connsiteX271" fmla="*/ 9382033 w 11362354"/>
              <a:gd name="connsiteY271" fmla="*/ 795531 h 1972800"/>
              <a:gd name="connsiteX272" fmla="*/ 8877431 w 11362354"/>
              <a:gd name="connsiteY272" fmla="*/ 795531 h 1972800"/>
              <a:gd name="connsiteX273" fmla="*/ 8042875 w 11362354"/>
              <a:gd name="connsiteY273" fmla="*/ 709293 h 1972800"/>
              <a:gd name="connsiteX274" fmla="*/ 8501703 w 11362354"/>
              <a:gd name="connsiteY274" fmla="*/ 709293 h 1972800"/>
              <a:gd name="connsiteX275" fmla="*/ 8501703 w 11362354"/>
              <a:gd name="connsiteY275" fmla="*/ 795531 h 1972800"/>
              <a:gd name="connsiteX276" fmla="*/ 8042875 w 11362354"/>
              <a:gd name="connsiteY276" fmla="*/ 795531 h 1972800"/>
              <a:gd name="connsiteX277" fmla="*/ 7193139 w 11362354"/>
              <a:gd name="connsiteY277" fmla="*/ 709293 h 1972800"/>
              <a:gd name="connsiteX278" fmla="*/ 7996240 w 11362354"/>
              <a:gd name="connsiteY278" fmla="*/ 709293 h 1972800"/>
              <a:gd name="connsiteX279" fmla="*/ 8036152 w 11362354"/>
              <a:gd name="connsiteY279" fmla="*/ 795531 h 1972800"/>
              <a:gd name="connsiteX280" fmla="*/ 7193139 w 11362354"/>
              <a:gd name="connsiteY280" fmla="*/ 795531 h 1972800"/>
              <a:gd name="connsiteX281" fmla="*/ 6188669 w 11362354"/>
              <a:gd name="connsiteY281" fmla="*/ 709293 h 1972800"/>
              <a:gd name="connsiteX282" fmla="*/ 6674501 w 11362354"/>
              <a:gd name="connsiteY282" fmla="*/ 709293 h 1972800"/>
              <a:gd name="connsiteX283" fmla="*/ 6674501 w 11362354"/>
              <a:gd name="connsiteY283" fmla="*/ 714671 h 1972800"/>
              <a:gd name="connsiteX284" fmla="*/ 7056268 w 11362354"/>
              <a:gd name="connsiteY284" fmla="*/ 714671 h 1972800"/>
              <a:gd name="connsiteX285" fmla="*/ 7056268 w 11362354"/>
              <a:gd name="connsiteY285" fmla="*/ 795531 h 1972800"/>
              <a:gd name="connsiteX286" fmla="*/ 6188669 w 11362354"/>
              <a:gd name="connsiteY286" fmla="*/ 795531 h 1972800"/>
              <a:gd name="connsiteX287" fmla="*/ 5574793 w 11362354"/>
              <a:gd name="connsiteY287" fmla="*/ 709293 h 1972800"/>
              <a:gd name="connsiteX288" fmla="*/ 6073294 w 11362354"/>
              <a:gd name="connsiteY288" fmla="*/ 709293 h 1972800"/>
              <a:gd name="connsiteX289" fmla="*/ 6073294 w 11362354"/>
              <a:gd name="connsiteY289" fmla="*/ 795531 h 1972800"/>
              <a:gd name="connsiteX290" fmla="*/ 5574793 w 11362354"/>
              <a:gd name="connsiteY290" fmla="*/ 795531 h 1972800"/>
              <a:gd name="connsiteX291" fmla="*/ 4792811 w 11362354"/>
              <a:gd name="connsiteY291" fmla="*/ 709293 h 1972800"/>
              <a:gd name="connsiteX292" fmla="*/ 5291307 w 11362354"/>
              <a:gd name="connsiteY292" fmla="*/ 709293 h 1972800"/>
              <a:gd name="connsiteX293" fmla="*/ 5291307 w 11362354"/>
              <a:gd name="connsiteY293" fmla="*/ 795531 h 1972800"/>
              <a:gd name="connsiteX294" fmla="*/ 4792811 w 11362354"/>
              <a:gd name="connsiteY294" fmla="*/ 795531 h 1972800"/>
              <a:gd name="connsiteX295" fmla="*/ 2285298 w 11362354"/>
              <a:gd name="connsiteY295" fmla="*/ 709293 h 1972800"/>
              <a:gd name="connsiteX296" fmla="*/ 2771132 w 11362354"/>
              <a:gd name="connsiteY296" fmla="*/ 709293 h 1972800"/>
              <a:gd name="connsiteX297" fmla="*/ 2771132 w 11362354"/>
              <a:gd name="connsiteY297" fmla="*/ 714671 h 1972800"/>
              <a:gd name="connsiteX298" fmla="*/ 3161500 w 11362354"/>
              <a:gd name="connsiteY298" fmla="*/ 714671 h 1972800"/>
              <a:gd name="connsiteX299" fmla="*/ 3161500 w 11362354"/>
              <a:gd name="connsiteY299" fmla="*/ 795531 h 1972800"/>
              <a:gd name="connsiteX300" fmla="*/ 2285298 w 11362354"/>
              <a:gd name="connsiteY300" fmla="*/ 795531 h 1972800"/>
              <a:gd name="connsiteX301" fmla="*/ 1709143 w 11362354"/>
              <a:gd name="connsiteY301" fmla="*/ 709293 h 1972800"/>
              <a:gd name="connsiteX302" fmla="*/ 2169670 w 11362354"/>
              <a:gd name="connsiteY302" fmla="*/ 709293 h 1972800"/>
              <a:gd name="connsiteX303" fmla="*/ 2145130 w 11362354"/>
              <a:gd name="connsiteY303" fmla="*/ 795531 h 1972800"/>
              <a:gd name="connsiteX304" fmla="*/ 1595923 w 11362354"/>
              <a:gd name="connsiteY304" fmla="*/ 795531 h 1972800"/>
              <a:gd name="connsiteX305" fmla="*/ 1709143 w 11362354"/>
              <a:gd name="connsiteY305" fmla="*/ 709293 h 1972800"/>
              <a:gd name="connsiteX306" fmla="*/ 985097 w 11362354"/>
              <a:gd name="connsiteY306" fmla="*/ 709293 h 1972800"/>
              <a:gd name="connsiteX307" fmla="*/ 1469893 w 11362354"/>
              <a:gd name="connsiteY307" fmla="*/ 709293 h 1972800"/>
              <a:gd name="connsiteX308" fmla="*/ 1469893 w 11362354"/>
              <a:gd name="connsiteY308" fmla="*/ 795531 h 1972800"/>
              <a:gd name="connsiteX309" fmla="*/ 985097 w 11362354"/>
              <a:gd name="connsiteY309" fmla="*/ 795531 h 1972800"/>
              <a:gd name="connsiteX310" fmla="*/ 0 w 11362354"/>
              <a:gd name="connsiteY310" fmla="*/ 709293 h 1972800"/>
              <a:gd name="connsiteX311" fmla="*/ 877145 w 11362354"/>
              <a:gd name="connsiteY311" fmla="*/ 709293 h 1972800"/>
              <a:gd name="connsiteX312" fmla="*/ 877145 w 11362354"/>
              <a:gd name="connsiteY312" fmla="*/ 795531 h 1972800"/>
              <a:gd name="connsiteX313" fmla="*/ 0 w 11362354"/>
              <a:gd name="connsiteY313" fmla="*/ 795531 h 1972800"/>
              <a:gd name="connsiteX314" fmla="*/ 4189251 w 11362354"/>
              <a:gd name="connsiteY314" fmla="*/ 709292 h 1972800"/>
              <a:gd name="connsiteX315" fmla="*/ 4662658 w 11362354"/>
              <a:gd name="connsiteY315" fmla="*/ 709292 h 1972800"/>
              <a:gd name="connsiteX316" fmla="*/ 4671191 w 11362354"/>
              <a:gd name="connsiteY316" fmla="*/ 795530 h 1972800"/>
              <a:gd name="connsiteX317" fmla="*/ 4197682 w 11362354"/>
              <a:gd name="connsiteY317" fmla="*/ 795530 h 1972800"/>
              <a:gd name="connsiteX318" fmla="*/ 4189251 w 11362354"/>
              <a:gd name="connsiteY318" fmla="*/ 709292 h 1972800"/>
              <a:gd name="connsiteX319" fmla="*/ 3302730 w 11362354"/>
              <a:gd name="connsiteY319" fmla="*/ 709292 h 1972800"/>
              <a:gd name="connsiteX320" fmla="*/ 3776138 w 11362354"/>
              <a:gd name="connsiteY320" fmla="*/ 709292 h 1972800"/>
              <a:gd name="connsiteX321" fmla="*/ 3767701 w 11362354"/>
              <a:gd name="connsiteY321" fmla="*/ 795530 h 1972800"/>
              <a:gd name="connsiteX322" fmla="*/ 3294197 w 11362354"/>
              <a:gd name="connsiteY322" fmla="*/ 795530 h 1972800"/>
              <a:gd name="connsiteX323" fmla="*/ 3302730 w 11362354"/>
              <a:gd name="connsiteY323" fmla="*/ 709292 h 1972800"/>
              <a:gd name="connsiteX324" fmla="*/ 10418948 w 11362354"/>
              <a:gd name="connsiteY324" fmla="*/ 565540 h 1972800"/>
              <a:gd name="connsiteX325" fmla="*/ 10949595 w 11362354"/>
              <a:gd name="connsiteY325" fmla="*/ 565540 h 1972800"/>
              <a:gd name="connsiteX326" fmla="*/ 10964075 w 11362354"/>
              <a:gd name="connsiteY326" fmla="*/ 577567 h 1972800"/>
              <a:gd name="connsiteX327" fmla="*/ 11026395 w 11362354"/>
              <a:gd name="connsiteY327" fmla="*/ 628529 h 1972800"/>
              <a:gd name="connsiteX328" fmla="*/ 10434083 w 11362354"/>
              <a:gd name="connsiteY328" fmla="*/ 628529 h 1972800"/>
              <a:gd name="connsiteX329" fmla="*/ 10418948 w 11362354"/>
              <a:gd name="connsiteY329" fmla="*/ 565540 h 1972800"/>
              <a:gd name="connsiteX330" fmla="*/ 9781432 w 11362354"/>
              <a:gd name="connsiteY330" fmla="*/ 564344 h 1972800"/>
              <a:gd name="connsiteX331" fmla="*/ 10286039 w 11362354"/>
              <a:gd name="connsiteY331" fmla="*/ 564344 h 1972800"/>
              <a:gd name="connsiteX332" fmla="*/ 10286039 w 11362354"/>
              <a:gd name="connsiteY332" fmla="*/ 627199 h 1972800"/>
              <a:gd name="connsiteX333" fmla="*/ 9781432 w 11362354"/>
              <a:gd name="connsiteY333" fmla="*/ 627199 h 1972800"/>
              <a:gd name="connsiteX334" fmla="*/ 8877431 w 11362354"/>
              <a:gd name="connsiteY334" fmla="*/ 564344 h 1972800"/>
              <a:gd name="connsiteX335" fmla="*/ 9382033 w 11362354"/>
              <a:gd name="connsiteY335" fmla="*/ 564344 h 1972800"/>
              <a:gd name="connsiteX336" fmla="*/ 9382033 w 11362354"/>
              <a:gd name="connsiteY336" fmla="*/ 627199 h 1972800"/>
              <a:gd name="connsiteX337" fmla="*/ 8877431 w 11362354"/>
              <a:gd name="connsiteY337" fmla="*/ 627199 h 1972800"/>
              <a:gd name="connsiteX338" fmla="*/ 8042875 w 11362354"/>
              <a:gd name="connsiteY338" fmla="*/ 564344 h 1972800"/>
              <a:gd name="connsiteX339" fmla="*/ 8501703 w 11362354"/>
              <a:gd name="connsiteY339" fmla="*/ 564344 h 1972800"/>
              <a:gd name="connsiteX340" fmla="*/ 8501703 w 11362354"/>
              <a:gd name="connsiteY340" fmla="*/ 627199 h 1972800"/>
              <a:gd name="connsiteX341" fmla="*/ 8042875 w 11362354"/>
              <a:gd name="connsiteY341" fmla="*/ 627199 h 1972800"/>
              <a:gd name="connsiteX342" fmla="*/ 7193139 w 11362354"/>
              <a:gd name="connsiteY342" fmla="*/ 564344 h 1972800"/>
              <a:gd name="connsiteX343" fmla="*/ 7929154 w 11362354"/>
              <a:gd name="connsiteY343" fmla="*/ 564344 h 1972800"/>
              <a:gd name="connsiteX344" fmla="*/ 7958244 w 11362354"/>
              <a:gd name="connsiteY344" fmla="*/ 627199 h 1972800"/>
              <a:gd name="connsiteX345" fmla="*/ 7193139 w 11362354"/>
              <a:gd name="connsiteY345" fmla="*/ 627199 h 1972800"/>
              <a:gd name="connsiteX346" fmla="*/ 6188669 w 11362354"/>
              <a:gd name="connsiteY346" fmla="*/ 564344 h 1972800"/>
              <a:gd name="connsiteX347" fmla="*/ 6674501 w 11362354"/>
              <a:gd name="connsiteY347" fmla="*/ 564344 h 1972800"/>
              <a:gd name="connsiteX348" fmla="*/ 6674501 w 11362354"/>
              <a:gd name="connsiteY348" fmla="*/ 627199 h 1972800"/>
              <a:gd name="connsiteX349" fmla="*/ 6188669 w 11362354"/>
              <a:gd name="connsiteY349" fmla="*/ 627199 h 1972800"/>
              <a:gd name="connsiteX350" fmla="*/ 5574793 w 11362354"/>
              <a:gd name="connsiteY350" fmla="*/ 564344 h 1972800"/>
              <a:gd name="connsiteX351" fmla="*/ 6073294 w 11362354"/>
              <a:gd name="connsiteY351" fmla="*/ 564344 h 1972800"/>
              <a:gd name="connsiteX352" fmla="*/ 6073294 w 11362354"/>
              <a:gd name="connsiteY352" fmla="*/ 627199 h 1972800"/>
              <a:gd name="connsiteX353" fmla="*/ 5574793 w 11362354"/>
              <a:gd name="connsiteY353" fmla="*/ 627199 h 1972800"/>
              <a:gd name="connsiteX354" fmla="*/ 4792811 w 11362354"/>
              <a:gd name="connsiteY354" fmla="*/ 564344 h 1972800"/>
              <a:gd name="connsiteX355" fmla="*/ 5291307 w 11362354"/>
              <a:gd name="connsiteY355" fmla="*/ 564344 h 1972800"/>
              <a:gd name="connsiteX356" fmla="*/ 5291307 w 11362354"/>
              <a:gd name="connsiteY356" fmla="*/ 627199 h 1972800"/>
              <a:gd name="connsiteX357" fmla="*/ 4792811 w 11362354"/>
              <a:gd name="connsiteY357" fmla="*/ 627199 h 1972800"/>
              <a:gd name="connsiteX358" fmla="*/ 2285298 w 11362354"/>
              <a:gd name="connsiteY358" fmla="*/ 564344 h 1972800"/>
              <a:gd name="connsiteX359" fmla="*/ 2771132 w 11362354"/>
              <a:gd name="connsiteY359" fmla="*/ 564344 h 1972800"/>
              <a:gd name="connsiteX360" fmla="*/ 2771132 w 11362354"/>
              <a:gd name="connsiteY360" fmla="*/ 627199 h 1972800"/>
              <a:gd name="connsiteX361" fmla="*/ 2285298 w 11362354"/>
              <a:gd name="connsiteY361" fmla="*/ 627199 h 1972800"/>
              <a:gd name="connsiteX362" fmla="*/ 1743635 w 11362354"/>
              <a:gd name="connsiteY362" fmla="*/ 564344 h 1972800"/>
              <a:gd name="connsiteX363" fmla="*/ 2184512 w 11362354"/>
              <a:gd name="connsiteY363" fmla="*/ 564344 h 1972800"/>
              <a:gd name="connsiteX364" fmla="*/ 2184779 w 11362354"/>
              <a:gd name="connsiteY364" fmla="*/ 571975 h 1972800"/>
              <a:gd name="connsiteX365" fmla="*/ 2181588 w 11362354"/>
              <a:gd name="connsiteY365" fmla="*/ 627199 h 1972800"/>
              <a:gd name="connsiteX366" fmla="*/ 1742032 w 11362354"/>
              <a:gd name="connsiteY366" fmla="*/ 627199 h 1972800"/>
              <a:gd name="connsiteX367" fmla="*/ 1746020 w 11362354"/>
              <a:gd name="connsiteY367" fmla="*/ 587881 h 1972800"/>
              <a:gd name="connsiteX368" fmla="*/ 985097 w 11362354"/>
              <a:gd name="connsiteY368" fmla="*/ 564344 h 1972800"/>
              <a:gd name="connsiteX369" fmla="*/ 1469893 w 11362354"/>
              <a:gd name="connsiteY369" fmla="*/ 564344 h 1972800"/>
              <a:gd name="connsiteX370" fmla="*/ 1469893 w 11362354"/>
              <a:gd name="connsiteY370" fmla="*/ 627199 h 1972800"/>
              <a:gd name="connsiteX371" fmla="*/ 985097 w 11362354"/>
              <a:gd name="connsiteY371" fmla="*/ 627199 h 1972800"/>
              <a:gd name="connsiteX372" fmla="*/ 0 w 11362354"/>
              <a:gd name="connsiteY372" fmla="*/ 564344 h 1972800"/>
              <a:gd name="connsiteX373" fmla="*/ 505721 w 11362354"/>
              <a:gd name="connsiteY373" fmla="*/ 564344 h 1972800"/>
              <a:gd name="connsiteX374" fmla="*/ 505721 w 11362354"/>
              <a:gd name="connsiteY374" fmla="*/ 627199 h 1972800"/>
              <a:gd name="connsiteX375" fmla="*/ 0 w 11362354"/>
              <a:gd name="connsiteY375" fmla="*/ 627199 h 1972800"/>
              <a:gd name="connsiteX376" fmla="*/ 4156173 w 11362354"/>
              <a:gd name="connsiteY376" fmla="*/ 564343 h 1972800"/>
              <a:gd name="connsiteX377" fmla="*/ 4635244 w 11362354"/>
              <a:gd name="connsiteY377" fmla="*/ 564343 h 1972800"/>
              <a:gd name="connsiteX378" fmla="*/ 4649285 w 11362354"/>
              <a:gd name="connsiteY378" fmla="*/ 627198 h 1972800"/>
              <a:gd name="connsiteX379" fmla="*/ 4173561 w 11362354"/>
              <a:gd name="connsiteY379" fmla="*/ 627198 h 1972800"/>
              <a:gd name="connsiteX380" fmla="*/ 4156173 w 11362354"/>
              <a:gd name="connsiteY380" fmla="*/ 564343 h 1972800"/>
              <a:gd name="connsiteX381" fmla="*/ 3330140 w 11362354"/>
              <a:gd name="connsiteY381" fmla="*/ 564343 h 1972800"/>
              <a:gd name="connsiteX382" fmla="*/ 3809216 w 11362354"/>
              <a:gd name="connsiteY382" fmla="*/ 564343 h 1972800"/>
              <a:gd name="connsiteX383" fmla="*/ 3791828 w 11362354"/>
              <a:gd name="connsiteY383" fmla="*/ 627198 h 1972800"/>
              <a:gd name="connsiteX384" fmla="*/ 3316108 w 11362354"/>
              <a:gd name="connsiteY384" fmla="*/ 627198 h 1972800"/>
              <a:gd name="connsiteX385" fmla="*/ 3330140 w 11362354"/>
              <a:gd name="connsiteY385" fmla="*/ 564343 h 1972800"/>
              <a:gd name="connsiteX386" fmla="*/ 11305691 w 11362354"/>
              <a:gd name="connsiteY386" fmla="*/ 441367 h 1972800"/>
              <a:gd name="connsiteX387" fmla="*/ 11306110 w 11362354"/>
              <a:gd name="connsiteY387" fmla="*/ 441367 h 1972800"/>
              <a:gd name="connsiteX388" fmla="*/ 11306110 w 11362354"/>
              <a:gd name="connsiteY388" fmla="*/ 441726 h 1972800"/>
              <a:gd name="connsiteX389" fmla="*/ 10419150 w 11362354"/>
              <a:gd name="connsiteY389" fmla="*/ 441367 h 1972800"/>
              <a:gd name="connsiteX390" fmla="*/ 10893359 w 11362354"/>
              <a:gd name="connsiteY390" fmla="*/ 441367 h 1972800"/>
              <a:gd name="connsiteX391" fmla="*/ 10894757 w 11362354"/>
              <a:gd name="connsiteY391" fmla="*/ 483273 h 1972800"/>
              <a:gd name="connsiteX392" fmla="*/ 10419058 w 11362354"/>
              <a:gd name="connsiteY392" fmla="*/ 483273 h 1972800"/>
              <a:gd name="connsiteX393" fmla="*/ 10417854 w 11362354"/>
              <a:gd name="connsiteY393" fmla="*/ 463084 h 1972800"/>
              <a:gd name="connsiteX394" fmla="*/ 9781432 w 11362354"/>
              <a:gd name="connsiteY394" fmla="*/ 440432 h 1972800"/>
              <a:gd name="connsiteX395" fmla="*/ 10286039 w 11362354"/>
              <a:gd name="connsiteY395" fmla="*/ 440432 h 1972800"/>
              <a:gd name="connsiteX396" fmla="*/ 10286039 w 11362354"/>
              <a:gd name="connsiteY396" fmla="*/ 482250 h 1972800"/>
              <a:gd name="connsiteX397" fmla="*/ 9781432 w 11362354"/>
              <a:gd name="connsiteY397" fmla="*/ 482250 h 1972800"/>
              <a:gd name="connsiteX398" fmla="*/ 8877431 w 11362354"/>
              <a:gd name="connsiteY398" fmla="*/ 440432 h 1972800"/>
              <a:gd name="connsiteX399" fmla="*/ 9382033 w 11362354"/>
              <a:gd name="connsiteY399" fmla="*/ 440432 h 1972800"/>
              <a:gd name="connsiteX400" fmla="*/ 9382033 w 11362354"/>
              <a:gd name="connsiteY400" fmla="*/ 482250 h 1972800"/>
              <a:gd name="connsiteX401" fmla="*/ 8877431 w 11362354"/>
              <a:gd name="connsiteY401" fmla="*/ 482250 h 1972800"/>
              <a:gd name="connsiteX402" fmla="*/ 8042875 w 11362354"/>
              <a:gd name="connsiteY402" fmla="*/ 440432 h 1972800"/>
              <a:gd name="connsiteX403" fmla="*/ 8501703 w 11362354"/>
              <a:gd name="connsiteY403" fmla="*/ 440432 h 1972800"/>
              <a:gd name="connsiteX404" fmla="*/ 8501703 w 11362354"/>
              <a:gd name="connsiteY404" fmla="*/ 482250 h 1972800"/>
              <a:gd name="connsiteX405" fmla="*/ 8042875 w 11362354"/>
              <a:gd name="connsiteY405" fmla="*/ 482250 h 1972800"/>
              <a:gd name="connsiteX406" fmla="*/ 7193139 w 11362354"/>
              <a:gd name="connsiteY406" fmla="*/ 440432 h 1972800"/>
              <a:gd name="connsiteX407" fmla="*/ 7871807 w 11362354"/>
              <a:gd name="connsiteY407" fmla="*/ 440432 h 1972800"/>
              <a:gd name="connsiteX408" fmla="*/ 7891162 w 11362354"/>
              <a:gd name="connsiteY408" fmla="*/ 482250 h 1972800"/>
              <a:gd name="connsiteX409" fmla="*/ 7193139 w 11362354"/>
              <a:gd name="connsiteY409" fmla="*/ 482250 h 1972800"/>
              <a:gd name="connsiteX410" fmla="*/ 6188669 w 11362354"/>
              <a:gd name="connsiteY410" fmla="*/ 440432 h 1972800"/>
              <a:gd name="connsiteX411" fmla="*/ 6674501 w 11362354"/>
              <a:gd name="connsiteY411" fmla="*/ 440432 h 1972800"/>
              <a:gd name="connsiteX412" fmla="*/ 6674501 w 11362354"/>
              <a:gd name="connsiteY412" fmla="*/ 482250 h 1972800"/>
              <a:gd name="connsiteX413" fmla="*/ 6188669 w 11362354"/>
              <a:gd name="connsiteY413" fmla="*/ 482250 h 1972800"/>
              <a:gd name="connsiteX414" fmla="*/ 5574793 w 11362354"/>
              <a:gd name="connsiteY414" fmla="*/ 440432 h 1972800"/>
              <a:gd name="connsiteX415" fmla="*/ 6073294 w 11362354"/>
              <a:gd name="connsiteY415" fmla="*/ 440432 h 1972800"/>
              <a:gd name="connsiteX416" fmla="*/ 6073294 w 11362354"/>
              <a:gd name="connsiteY416" fmla="*/ 482250 h 1972800"/>
              <a:gd name="connsiteX417" fmla="*/ 5574793 w 11362354"/>
              <a:gd name="connsiteY417" fmla="*/ 482250 h 1972800"/>
              <a:gd name="connsiteX418" fmla="*/ 4792811 w 11362354"/>
              <a:gd name="connsiteY418" fmla="*/ 440432 h 1972800"/>
              <a:gd name="connsiteX419" fmla="*/ 5291307 w 11362354"/>
              <a:gd name="connsiteY419" fmla="*/ 440432 h 1972800"/>
              <a:gd name="connsiteX420" fmla="*/ 5291307 w 11362354"/>
              <a:gd name="connsiteY420" fmla="*/ 482250 h 1972800"/>
              <a:gd name="connsiteX421" fmla="*/ 4792811 w 11362354"/>
              <a:gd name="connsiteY421" fmla="*/ 482250 h 1972800"/>
              <a:gd name="connsiteX422" fmla="*/ 2285298 w 11362354"/>
              <a:gd name="connsiteY422" fmla="*/ 440432 h 1972800"/>
              <a:gd name="connsiteX423" fmla="*/ 2771132 w 11362354"/>
              <a:gd name="connsiteY423" fmla="*/ 440432 h 1972800"/>
              <a:gd name="connsiteX424" fmla="*/ 2771132 w 11362354"/>
              <a:gd name="connsiteY424" fmla="*/ 482250 h 1972800"/>
              <a:gd name="connsiteX425" fmla="*/ 2285298 w 11362354"/>
              <a:gd name="connsiteY425" fmla="*/ 482250 h 1972800"/>
              <a:gd name="connsiteX426" fmla="*/ 1688066 w 11362354"/>
              <a:gd name="connsiteY426" fmla="*/ 440432 h 1972800"/>
              <a:gd name="connsiteX427" fmla="*/ 2171374 w 11362354"/>
              <a:gd name="connsiteY427" fmla="*/ 440432 h 1972800"/>
              <a:gd name="connsiteX428" fmla="*/ 2178605 w 11362354"/>
              <a:gd name="connsiteY428" fmla="*/ 482250 h 1972800"/>
              <a:gd name="connsiteX429" fmla="*/ 1717768 w 11362354"/>
              <a:gd name="connsiteY429" fmla="*/ 482250 h 1972800"/>
              <a:gd name="connsiteX430" fmla="*/ 1688066 w 11362354"/>
              <a:gd name="connsiteY430" fmla="*/ 440432 h 1972800"/>
              <a:gd name="connsiteX431" fmla="*/ 985097 w 11362354"/>
              <a:gd name="connsiteY431" fmla="*/ 440432 h 1972800"/>
              <a:gd name="connsiteX432" fmla="*/ 1469893 w 11362354"/>
              <a:gd name="connsiteY432" fmla="*/ 440432 h 1972800"/>
              <a:gd name="connsiteX433" fmla="*/ 1469893 w 11362354"/>
              <a:gd name="connsiteY433" fmla="*/ 482250 h 1972800"/>
              <a:gd name="connsiteX434" fmla="*/ 985097 w 11362354"/>
              <a:gd name="connsiteY434" fmla="*/ 482250 h 1972800"/>
              <a:gd name="connsiteX435" fmla="*/ 0 w 11362354"/>
              <a:gd name="connsiteY435" fmla="*/ 440432 h 1972800"/>
              <a:gd name="connsiteX436" fmla="*/ 505721 w 11362354"/>
              <a:gd name="connsiteY436" fmla="*/ 440432 h 1972800"/>
              <a:gd name="connsiteX437" fmla="*/ 505721 w 11362354"/>
              <a:gd name="connsiteY437" fmla="*/ 482250 h 1972800"/>
              <a:gd name="connsiteX438" fmla="*/ 0 w 11362354"/>
              <a:gd name="connsiteY438" fmla="*/ 482250 h 1972800"/>
              <a:gd name="connsiteX439" fmla="*/ 4093268 w 11362354"/>
              <a:gd name="connsiteY439" fmla="*/ 440431 h 1972800"/>
              <a:gd name="connsiteX440" fmla="*/ 4597023 w 11362354"/>
              <a:gd name="connsiteY440" fmla="*/ 440431 h 1972800"/>
              <a:gd name="connsiteX441" fmla="*/ 4611768 w 11362354"/>
              <a:gd name="connsiteY441" fmla="*/ 482249 h 1972800"/>
              <a:gd name="connsiteX442" fmla="*/ 4120709 w 11362354"/>
              <a:gd name="connsiteY442" fmla="*/ 482249 h 1972800"/>
              <a:gd name="connsiteX443" fmla="*/ 4093268 w 11362354"/>
              <a:gd name="connsiteY443" fmla="*/ 440431 h 1972800"/>
              <a:gd name="connsiteX444" fmla="*/ 3368371 w 11362354"/>
              <a:gd name="connsiteY444" fmla="*/ 440431 h 1972800"/>
              <a:gd name="connsiteX445" fmla="*/ 3872116 w 11362354"/>
              <a:gd name="connsiteY445" fmla="*/ 440431 h 1972800"/>
              <a:gd name="connsiteX446" fmla="*/ 3844680 w 11362354"/>
              <a:gd name="connsiteY446" fmla="*/ 482249 h 1972800"/>
              <a:gd name="connsiteX447" fmla="*/ 3353616 w 11362354"/>
              <a:gd name="connsiteY447" fmla="*/ 482249 h 1972800"/>
              <a:gd name="connsiteX448" fmla="*/ 3368371 w 11362354"/>
              <a:gd name="connsiteY448" fmla="*/ 440431 h 1972800"/>
              <a:gd name="connsiteX449" fmla="*/ 11223979 w 11362354"/>
              <a:gd name="connsiteY449" fmla="*/ 437563 h 1972800"/>
              <a:gd name="connsiteX450" fmla="*/ 11304274 w 11362354"/>
              <a:gd name="connsiteY450" fmla="*/ 437563 h 1972800"/>
              <a:gd name="connsiteX451" fmla="*/ 11304274 w 11362354"/>
              <a:gd name="connsiteY451" fmla="*/ 487440 h 1972800"/>
              <a:gd name="connsiteX452" fmla="*/ 11274504 w 11362354"/>
              <a:gd name="connsiteY452" fmla="*/ 487440 h 1972800"/>
              <a:gd name="connsiteX453" fmla="*/ 10437485 w 11362354"/>
              <a:gd name="connsiteY453" fmla="*/ 312620 h 1972800"/>
              <a:gd name="connsiteX454" fmla="*/ 11305204 w 11362354"/>
              <a:gd name="connsiteY454" fmla="*/ 312620 h 1972800"/>
              <a:gd name="connsiteX455" fmla="*/ 11305204 w 11362354"/>
              <a:gd name="connsiteY455" fmla="*/ 323517 h 1972800"/>
              <a:gd name="connsiteX456" fmla="*/ 11306110 w 11362354"/>
              <a:gd name="connsiteY456" fmla="*/ 323517 h 1972800"/>
              <a:gd name="connsiteX457" fmla="*/ 11306110 w 11362354"/>
              <a:gd name="connsiteY457" fmla="*/ 351547 h 1972800"/>
              <a:gd name="connsiteX458" fmla="*/ 11306110 w 11362354"/>
              <a:gd name="connsiteY458" fmla="*/ 359098 h 1972800"/>
              <a:gd name="connsiteX459" fmla="*/ 11305204 w 11362354"/>
              <a:gd name="connsiteY459" fmla="*/ 359098 h 1972800"/>
              <a:gd name="connsiteX460" fmla="*/ 11305204 w 11362354"/>
              <a:gd name="connsiteY460" fmla="*/ 363528 h 1972800"/>
              <a:gd name="connsiteX461" fmla="*/ 10423824 w 11362354"/>
              <a:gd name="connsiteY461" fmla="*/ 363528 h 1972800"/>
              <a:gd name="connsiteX462" fmla="*/ 10429797 w 11362354"/>
              <a:gd name="connsiteY462" fmla="*/ 336441 h 1972800"/>
              <a:gd name="connsiteX463" fmla="*/ 9781432 w 11362354"/>
              <a:gd name="connsiteY463" fmla="*/ 312620 h 1972800"/>
              <a:gd name="connsiteX464" fmla="*/ 10286039 w 11362354"/>
              <a:gd name="connsiteY464" fmla="*/ 312620 h 1972800"/>
              <a:gd name="connsiteX465" fmla="*/ 10286039 w 11362354"/>
              <a:gd name="connsiteY465" fmla="*/ 322833 h 1972800"/>
              <a:gd name="connsiteX466" fmla="*/ 10286039 w 11362354"/>
              <a:gd name="connsiteY466" fmla="*/ 358338 h 1972800"/>
              <a:gd name="connsiteX467" fmla="*/ 10286039 w 11362354"/>
              <a:gd name="connsiteY467" fmla="*/ 358339 h 1972800"/>
              <a:gd name="connsiteX468" fmla="*/ 9781432 w 11362354"/>
              <a:gd name="connsiteY468" fmla="*/ 358339 h 1972800"/>
              <a:gd name="connsiteX469" fmla="*/ 9781432 w 11362354"/>
              <a:gd name="connsiteY469" fmla="*/ 358338 h 1972800"/>
              <a:gd name="connsiteX470" fmla="*/ 9781432 w 11362354"/>
              <a:gd name="connsiteY470" fmla="*/ 322833 h 1972800"/>
              <a:gd name="connsiteX471" fmla="*/ 8611213 w 11362354"/>
              <a:gd name="connsiteY471" fmla="*/ 312620 h 1972800"/>
              <a:gd name="connsiteX472" fmla="*/ 9666891 w 11362354"/>
              <a:gd name="connsiteY472" fmla="*/ 312620 h 1972800"/>
              <a:gd name="connsiteX473" fmla="*/ 9666891 w 11362354"/>
              <a:gd name="connsiteY473" fmla="*/ 322833 h 1972800"/>
              <a:gd name="connsiteX474" fmla="*/ 9668568 w 11362354"/>
              <a:gd name="connsiteY474" fmla="*/ 322833 h 1972800"/>
              <a:gd name="connsiteX475" fmla="*/ 9668568 w 11362354"/>
              <a:gd name="connsiteY475" fmla="*/ 358338 h 1972800"/>
              <a:gd name="connsiteX476" fmla="*/ 9666891 w 11362354"/>
              <a:gd name="connsiteY476" fmla="*/ 358338 h 1972800"/>
              <a:gd name="connsiteX477" fmla="*/ 9666891 w 11362354"/>
              <a:gd name="connsiteY477" fmla="*/ 358339 h 1972800"/>
              <a:gd name="connsiteX478" fmla="*/ 8611213 w 11362354"/>
              <a:gd name="connsiteY478" fmla="*/ 358339 h 1972800"/>
              <a:gd name="connsiteX479" fmla="*/ 8037009 w 11362354"/>
              <a:gd name="connsiteY479" fmla="*/ 312620 h 1972800"/>
              <a:gd name="connsiteX480" fmla="*/ 8500026 w 11362354"/>
              <a:gd name="connsiteY480" fmla="*/ 312620 h 1972800"/>
              <a:gd name="connsiteX481" fmla="*/ 8500026 w 11362354"/>
              <a:gd name="connsiteY481" fmla="*/ 322833 h 1972800"/>
              <a:gd name="connsiteX482" fmla="*/ 8501703 w 11362354"/>
              <a:gd name="connsiteY482" fmla="*/ 322833 h 1972800"/>
              <a:gd name="connsiteX483" fmla="*/ 8501703 w 11362354"/>
              <a:gd name="connsiteY483" fmla="*/ 358338 h 1972800"/>
              <a:gd name="connsiteX484" fmla="*/ 8500026 w 11362354"/>
              <a:gd name="connsiteY484" fmla="*/ 358338 h 1972800"/>
              <a:gd name="connsiteX485" fmla="*/ 8500026 w 11362354"/>
              <a:gd name="connsiteY485" fmla="*/ 358339 h 1972800"/>
              <a:gd name="connsiteX486" fmla="*/ 8037009 w 11362354"/>
              <a:gd name="connsiteY486" fmla="*/ 358339 h 1972800"/>
              <a:gd name="connsiteX487" fmla="*/ 7193139 w 11362354"/>
              <a:gd name="connsiteY487" fmla="*/ 312620 h 1972800"/>
              <a:gd name="connsiteX488" fmla="*/ 7812777 w 11362354"/>
              <a:gd name="connsiteY488" fmla="*/ 312620 h 1972800"/>
              <a:gd name="connsiteX489" fmla="*/ 7833342 w 11362354"/>
              <a:gd name="connsiteY489" fmla="*/ 357178 h 1972800"/>
              <a:gd name="connsiteX490" fmla="*/ 7833342 w 11362354"/>
              <a:gd name="connsiteY490" fmla="*/ 357314 h 1972800"/>
              <a:gd name="connsiteX491" fmla="*/ 7833816 w 11362354"/>
              <a:gd name="connsiteY491" fmla="*/ 358338 h 1972800"/>
              <a:gd name="connsiteX492" fmla="*/ 7833342 w 11362354"/>
              <a:gd name="connsiteY492" fmla="*/ 358338 h 1972800"/>
              <a:gd name="connsiteX493" fmla="*/ 7833342 w 11362354"/>
              <a:gd name="connsiteY493" fmla="*/ 358339 h 1972800"/>
              <a:gd name="connsiteX494" fmla="*/ 7193139 w 11362354"/>
              <a:gd name="connsiteY494" fmla="*/ 358339 h 1972800"/>
              <a:gd name="connsiteX495" fmla="*/ 7193139 w 11362354"/>
              <a:gd name="connsiteY495" fmla="*/ 358338 h 1972800"/>
              <a:gd name="connsiteX496" fmla="*/ 7193139 w 11362354"/>
              <a:gd name="connsiteY496" fmla="*/ 322833 h 1972800"/>
              <a:gd name="connsiteX497" fmla="*/ 6184479 w 11362354"/>
              <a:gd name="connsiteY497" fmla="*/ 312620 h 1972800"/>
              <a:gd name="connsiteX498" fmla="*/ 7080274 w 11362354"/>
              <a:gd name="connsiteY498" fmla="*/ 312620 h 1972800"/>
              <a:gd name="connsiteX499" fmla="*/ 7080274 w 11362354"/>
              <a:gd name="connsiteY499" fmla="*/ 322833 h 1972800"/>
              <a:gd name="connsiteX500" fmla="*/ 7080275 w 11362354"/>
              <a:gd name="connsiteY500" fmla="*/ 322833 h 1972800"/>
              <a:gd name="connsiteX501" fmla="*/ 7080275 w 11362354"/>
              <a:gd name="connsiteY501" fmla="*/ 358338 h 1972800"/>
              <a:gd name="connsiteX502" fmla="*/ 7080274 w 11362354"/>
              <a:gd name="connsiteY502" fmla="*/ 358338 h 1972800"/>
              <a:gd name="connsiteX503" fmla="*/ 7080274 w 11362354"/>
              <a:gd name="connsiteY503" fmla="*/ 358339 h 1972800"/>
              <a:gd name="connsiteX504" fmla="*/ 6184479 w 11362354"/>
              <a:gd name="connsiteY504" fmla="*/ 358339 h 1972800"/>
              <a:gd name="connsiteX505" fmla="*/ 5574793 w 11362354"/>
              <a:gd name="connsiteY505" fmla="*/ 312620 h 1972800"/>
              <a:gd name="connsiteX506" fmla="*/ 6073294 w 11362354"/>
              <a:gd name="connsiteY506" fmla="*/ 312620 h 1972800"/>
              <a:gd name="connsiteX507" fmla="*/ 6073294 w 11362354"/>
              <a:gd name="connsiteY507" fmla="*/ 322833 h 1972800"/>
              <a:gd name="connsiteX508" fmla="*/ 6073294 w 11362354"/>
              <a:gd name="connsiteY508" fmla="*/ 358338 h 1972800"/>
              <a:gd name="connsiteX509" fmla="*/ 6073294 w 11362354"/>
              <a:gd name="connsiteY509" fmla="*/ 358339 h 1972800"/>
              <a:gd name="connsiteX510" fmla="*/ 5574793 w 11362354"/>
              <a:gd name="connsiteY510" fmla="*/ 358339 h 1972800"/>
              <a:gd name="connsiteX511" fmla="*/ 5574793 w 11362354"/>
              <a:gd name="connsiteY511" fmla="*/ 358338 h 1972800"/>
              <a:gd name="connsiteX512" fmla="*/ 5574793 w 11362354"/>
              <a:gd name="connsiteY512" fmla="*/ 322833 h 1972800"/>
              <a:gd name="connsiteX513" fmla="*/ 4792811 w 11362354"/>
              <a:gd name="connsiteY513" fmla="*/ 312620 h 1972800"/>
              <a:gd name="connsiteX514" fmla="*/ 5291307 w 11362354"/>
              <a:gd name="connsiteY514" fmla="*/ 312620 h 1972800"/>
              <a:gd name="connsiteX515" fmla="*/ 5291307 w 11362354"/>
              <a:gd name="connsiteY515" fmla="*/ 322833 h 1972800"/>
              <a:gd name="connsiteX516" fmla="*/ 5291307 w 11362354"/>
              <a:gd name="connsiteY516" fmla="*/ 358338 h 1972800"/>
              <a:gd name="connsiteX517" fmla="*/ 5291307 w 11362354"/>
              <a:gd name="connsiteY517" fmla="*/ 358339 h 1972800"/>
              <a:gd name="connsiteX518" fmla="*/ 4792811 w 11362354"/>
              <a:gd name="connsiteY518" fmla="*/ 358339 h 1972800"/>
              <a:gd name="connsiteX519" fmla="*/ 4792811 w 11362354"/>
              <a:gd name="connsiteY519" fmla="*/ 358338 h 1972800"/>
              <a:gd name="connsiteX520" fmla="*/ 4792811 w 11362354"/>
              <a:gd name="connsiteY520" fmla="*/ 322833 h 1972800"/>
              <a:gd name="connsiteX521" fmla="*/ 2285298 w 11362354"/>
              <a:gd name="connsiteY521" fmla="*/ 312620 h 1972800"/>
              <a:gd name="connsiteX522" fmla="*/ 3183254 w 11362354"/>
              <a:gd name="connsiteY522" fmla="*/ 312620 h 1972800"/>
              <a:gd name="connsiteX523" fmla="*/ 3183254 w 11362354"/>
              <a:gd name="connsiteY523" fmla="*/ 322833 h 1972800"/>
              <a:gd name="connsiteX524" fmla="*/ 3183254 w 11362354"/>
              <a:gd name="connsiteY524" fmla="*/ 358338 h 1972800"/>
              <a:gd name="connsiteX525" fmla="*/ 3183254 w 11362354"/>
              <a:gd name="connsiteY525" fmla="*/ 358339 h 1972800"/>
              <a:gd name="connsiteX526" fmla="*/ 2285298 w 11362354"/>
              <a:gd name="connsiteY526" fmla="*/ 358339 h 1972800"/>
              <a:gd name="connsiteX527" fmla="*/ 2285298 w 11362354"/>
              <a:gd name="connsiteY527" fmla="*/ 358338 h 1972800"/>
              <a:gd name="connsiteX528" fmla="*/ 2285298 w 11362354"/>
              <a:gd name="connsiteY528" fmla="*/ 322833 h 1972800"/>
              <a:gd name="connsiteX529" fmla="*/ 985097 w 11362354"/>
              <a:gd name="connsiteY529" fmla="*/ 312620 h 1972800"/>
              <a:gd name="connsiteX530" fmla="*/ 2135110 w 11362354"/>
              <a:gd name="connsiteY530" fmla="*/ 312620 h 1972800"/>
              <a:gd name="connsiteX531" fmla="*/ 2148730 w 11362354"/>
              <a:gd name="connsiteY531" fmla="*/ 358335 h 1972800"/>
              <a:gd name="connsiteX532" fmla="*/ 2148731 w 11362354"/>
              <a:gd name="connsiteY532" fmla="*/ 358338 h 1972800"/>
              <a:gd name="connsiteX533" fmla="*/ 2148731 w 11362354"/>
              <a:gd name="connsiteY533" fmla="*/ 358339 h 1972800"/>
              <a:gd name="connsiteX534" fmla="*/ 985097 w 11362354"/>
              <a:gd name="connsiteY534" fmla="*/ 358339 h 1972800"/>
              <a:gd name="connsiteX535" fmla="*/ 985097 w 11362354"/>
              <a:gd name="connsiteY535" fmla="*/ 358338 h 1972800"/>
              <a:gd name="connsiteX536" fmla="*/ 985097 w 11362354"/>
              <a:gd name="connsiteY536" fmla="*/ 322833 h 1972800"/>
              <a:gd name="connsiteX537" fmla="*/ 0 w 11362354"/>
              <a:gd name="connsiteY537" fmla="*/ 312620 h 1972800"/>
              <a:gd name="connsiteX538" fmla="*/ 877145 w 11362354"/>
              <a:gd name="connsiteY538" fmla="*/ 312620 h 1972800"/>
              <a:gd name="connsiteX539" fmla="*/ 877145 w 11362354"/>
              <a:gd name="connsiteY539" fmla="*/ 322833 h 1972800"/>
              <a:gd name="connsiteX540" fmla="*/ 877145 w 11362354"/>
              <a:gd name="connsiteY540" fmla="*/ 358338 h 1972800"/>
              <a:gd name="connsiteX541" fmla="*/ 877145 w 11362354"/>
              <a:gd name="connsiteY541" fmla="*/ 358339 h 1972800"/>
              <a:gd name="connsiteX542" fmla="*/ 0 w 11362354"/>
              <a:gd name="connsiteY542" fmla="*/ 358339 h 1972800"/>
              <a:gd name="connsiteX543" fmla="*/ 0 w 11362354"/>
              <a:gd name="connsiteY543" fmla="*/ 358338 h 1972800"/>
              <a:gd name="connsiteX544" fmla="*/ 0 w 11362354"/>
              <a:gd name="connsiteY544" fmla="*/ 322833 h 1972800"/>
              <a:gd name="connsiteX545" fmla="*/ 3426524 w 11362354"/>
              <a:gd name="connsiteY545" fmla="*/ 311140 h 1972800"/>
              <a:gd name="connsiteX546" fmla="*/ 4541246 w 11362354"/>
              <a:gd name="connsiteY546" fmla="*/ 311140 h 1972800"/>
              <a:gd name="connsiteX547" fmla="*/ 4565836 w 11362354"/>
              <a:gd name="connsiteY547" fmla="*/ 363528 h 1972800"/>
              <a:gd name="connsiteX548" fmla="*/ 3720591 w 11362354"/>
              <a:gd name="connsiteY548" fmla="*/ 363528 h 1972800"/>
              <a:gd name="connsiteX549" fmla="*/ 3720591 w 11362354"/>
              <a:gd name="connsiteY549" fmla="*/ 361147 h 1972800"/>
              <a:gd name="connsiteX550" fmla="*/ 3403052 w 11362354"/>
              <a:gd name="connsiteY550" fmla="*/ 361147 h 1972800"/>
              <a:gd name="connsiteX551" fmla="*/ 10479636 w 11362354"/>
              <a:gd name="connsiteY551" fmla="*/ 204267 h 1972800"/>
              <a:gd name="connsiteX552" fmla="*/ 10671926 w 11362354"/>
              <a:gd name="connsiteY552" fmla="*/ 204267 h 1972800"/>
              <a:gd name="connsiteX553" fmla="*/ 11306110 w 11362354"/>
              <a:gd name="connsiteY553" fmla="*/ 204267 h 1972800"/>
              <a:gd name="connsiteX554" fmla="*/ 11306110 w 11362354"/>
              <a:gd name="connsiteY554" fmla="*/ 241250 h 1972800"/>
              <a:gd name="connsiteX555" fmla="*/ 10671926 w 11362354"/>
              <a:gd name="connsiteY555" fmla="*/ 241250 h 1972800"/>
              <a:gd name="connsiteX556" fmla="*/ 10463420 w 11362354"/>
              <a:gd name="connsiteY556" fmla="*/ 241250 h 1972800"/>
              <a:gd name="connsiteX557" fmla="*/ 9781432 w 11362354"/>
              <a:gd name="connsiteY557" fmla="*/ 203834 h 1972800"/>
              <a:gd name="connsiteX558" fmla="*/ 10286039 w 11362354"/>
              <a:gd name="connsiteY558" fmla="*/ 203834 h 1972800"/>
              <a:gd name="connsiteX559" fmla="*/ 10286039 w 11362354"/>
              <a:gd name="connsiteY559" fmla="*/ 240739 h 1972800"/>
              <a:gd name="connsiteX560" fmla="*/ 9781432 w 11362354"/>
              <a:gd name="connsiteY560" fmla="*/ 240739 h 1972800"/>
              <a:gd name="connsiteX561" fmla="*/ 8612890 w 11362354"/>
              <a:gd name="connsiteY561" fmla="*/ 203834 h 1972800"/>
              <a:gd name="connsiteX562" fmla="*/ 9668568 w 11362354"/>
              <a:gd name="connsiteY562" fmla="*/ 203834 h 1972800"/>
              <a:gd name="connsiteX563" fmla="*/ 9668568 w 11362354"/>
              <a:gd name="connsiteY563" fmla="*/ 240739 h 1972800"/>
              <a:gd name="connsiteX564" fmla="*/ 8612890 w 11362354"/>
              <a:gd name="connsiteY564" fmla="*/ 240739 h 1972800"/>
              <a:gd name="connsiteX565" fmla="*/ 8042875 w 11362354"/>
              <a:gd name="connsiteY565" fmla="*/ 203834 h 1972800"/>
              <a:gd name="connsiteX566" fmla="*/ 8501703 w 11362354"/>
              <a:gd name="connsiteY566" fmla="*/ 203834 h 1972800"/>
              <a:gd name="connsiteX567" fmla="*/ 8501703 w 11362354"/>
              <a:gd name="connsiteY567" fmla="*/ 240739 h 1972800"/>
              <a:gd name="connsiteX568" fmla="*/ 8042875 w 11362354"/>
              <a:gd name="connsiteY568" fmla="*/ 240739 h 1972800"/>
              <a:gd name="connsiteX569" fmla="*/ 7193139 w 11362354"/>
              <a:gd name="connsiteY569" fmla="*/ 203834 h 1972800"/>
              <a:gd name="connsiteX570" fmla="*/ 7762309 w 11362354"/>
              <a:gd name="connsiteY570" fmla="*/ 203834 h 1972800"/>
              <a:gd name="connsiteX571" fmla="*/ 7779389 w 11362354"/>
              <a:gd name="connsiteY571" fmla="*/ 240739 h 1972800"/>
              <a:gd name="connsiteX572" fmla="*/ 7193139 w 11362354"/>
              <a:gd name="connsiteY572" fmla="*/ 240739 h 1972800"/>
              <a:gd name="connsiteX573" fmla="*/ 6188669 w 11362354"/>
              <a:gd name="connsiteY573" fmla="*/ 203834 h 1972800"/>
              <a:gd name="connsiteX574" fmla="*/ 7080275 w 11362354"/>
              <a:gd name="connsiteY574" fmla="*/ 203834 h 1972800"/>
              <a:gd name="connsiteX575" fmla="*/ 7080275 w 11362354"/>
              <a:gd name="connsiteY575" fmla="*/ 240739 h 1972800"/>
              <a:gd name="connsiteX576" fmla="*/ 6188669 w 11362354"/>
              <a:gd name="connsiteY576" fmla="*/ 240739 h 1972800"/>
              <a:gd name="connsiteX577" fmla="*/ 5574793 w 11362354"/>
              <a:gd name="connsiteY577" fmla="*/ 203834 h 1972800"/>
              <a:gd name="connsiteX578" fmla="*/ 6073294 w 11362354"/>
              <a:gd name="connsiteY578" fmla="*/ 203834 h 1972800"/>
              <a:gd name="connsiteX579" fmla="*/ 6073294 w 11362354"/>
              <a:gd name="connsiteY579" fmla="*/ 240739 h 1972800"/>
              <a:gd name="connsiteX580" fmla="*/ 5574793 w 11362354"/>
              <a:gd name="connsiteY580" fmla="*/ 240739 h 1972800"/>
              <a:gd name="connsiteX581" fmla="*/ 4792811 w 11362354"/>
              <a:gd name="connsiteY581" fmla="*/ 203834 h 1972800"/>
              <a:gd name="connsiteX582" fmla="*/ 5291307 w 11362354"/>
              <a:gd name="connsiteY582" fmla="*/ 203834 h 1972800"/>
              <a:gd name="connsiteX583" fmla="*/ 5291307 w 11362354"/>
              <a:gd name="connsiteY583" fmla="*/ 240739 h 1972800"/>
              <a:gd name="connsiteX584" fmla="*/ 4792811 w 11362354"/>
              <a:gd name="connsiteY584" fmla="*/ 240739 h 1972800"/>
              <a:gd name="connsiteX585" fmla="*/ 2285298 w 11362354"/>
              <a:gd name="connsiteY585" fmla="*/ 203834 h 1972800"/>
              <a:gd name="connsiteX586" fmla="*/ 3183254 w 11362354"/>
              <a:gd name="connsiteY586" fmla="*/ 203834 h 1972800"/>
              <a:gd name="connsiteX587" fmla="*/ 3183254 w 11362354"/>
              <a:gd name="connsiteY587" fmla="*/ 240739 h 1972800"/>
              <a:gd name="connsiteX588" fmla="*/ 2285298 w 11362354"/>
              <a:gd name="connsiteY588" fmla="*/ 240739 h 1972800"/>
              <a:gd name="connsiteX589" fmla="*/ 985097 w 11362354"/>
              <a:gd name="connsiteY589" fmla="*/ 203834 h 1972800"/>
              <a:gd name="connsiteX590" fmla="*/ 2069184 w 11362354"/>
              <a:gd name="connsiteY590" fmla="*/ 203834 h 1972800"/>
              <a:gd name="connsiteX591" fmla="*/ 2093941 w 11362354"/>
              <a:gd name="connsiteY591" fmla="*/ 240739 h 1972800"/>
              <a:gd name="connsiteX592" fmla="*/ 985097 w 11362354"/>
              <a:gd name="connsiteY592" fmla="*/ 240739 h 1972800"/>
              <a:gd name="connsiteX593" fmla="*/ 0 w 11362354"/>
              <a:gd name="connsiteY593" fmla="*/ 203834 h 1972800"/>
              <a:gd name="connsiteX594" fmla="*/ 877145 w 11362354"/>
              <a:gd name="connsiteY594" fmla="*/ 203834 h 1972800"/>
              <a:gd name="connsiteX595" fmla="*/ 877145 w 11362354"/>
              <a:gd name="connsiteY595" fmla="*/ 240739 h 1972800"/>
              <a:gd name="connsiteX596" fmla="*/ 0 w 11362354"/>
              <a:gd name="connsiteY596" fmla="*/ 240739 h 1972800"/>
              <a:gd name="connsiteX597" fmla="*/ 3491565 w 11362354"/>
              <a:gd name="connsiteY597" fmla="*/ 203833 h 1972800"/>
              <a:gd name="connsiteX598" fmla="*/ 4473824 w 11362354"/>
              <a:gd name="connsiteY598" fmla="*/ 203833 h 1972800"/>
              <a:gd name="connsiteX599" fmla="*/ 4499119 w 11362354"/>
              <a:gd name="connsiteY599" fmla="*/ 240738 h 1972800"/>
              <a:gd name="connsiteX600" fmla="*/ 3466269 w 11362354"/>
              <a:gd name="connsiteY600" fmla="*/ 240738 h 1972800"/>
              <a:gd name="connsiteX601" fmla="*/ 3491565 w 11362354"/>
              <a:gd name="connsiteY601" fmla="*/ 203833 h 1972800"/>
              <a:gd name="connsiteX602" fmla="*/ 10550205 w 11362354"/>
              <a:gd name="connsiteY602" fmla="*/ 96959 h 1972800"/>
              <a:gd name="connsiteX603" fmla="*/ 10671926 w 11362354"/>
              <a:gd name="connsiteY603" fmla="*/ 96959 h 1972800"/>
              <a:gd name="connsiteX604" fmla="*/ 11306110 w 11362354"/>
              <a:gd name="connsiteY604" fmla="*/ 96959 h 1972800"/>
              <a:gd name="connsiteX605" fmla="*/ 11306110 w 11362354"/>
              <a:gd name="connsiteY605" fmla="*/ 121993 h 1972800"/>
              <a:gd name="connsiteX606" fmla="*/ 10671926 w 11362354"/>
              <a:gd name="connsiteY606" fmla="*/ 121993 h 1972800"/>
              <a:gd name="connsiteX607" fmla="*/ 10531544 w 11362354"/>
              <a:gd name="connsiteY607" fmla="*/ 121993 h 1972800"/>
              <a:gd name="connsiteX608" fmla="*/ 9781432 w 11362354"/>
              <a:gd name="connsiteY608" fmla="*/ 96753 h 1972800"/>
              <a:gd name="connsiteX609" fmla="*/ 10286039 w 11362354"/>
              <a:gd name="connsiteY609" fmla="*/ 96753 h 1972800"/>
              <a:gd name="connsiteX610" fmla="*/ 10286039 w 11362354"/>
              <a:gd name="connsiteY610" fmla="*/ 121735 h 1972800"/>
              <a:gd name="connsiteX611" fmla="*/ 9781432 w 11362354"/>
              <a:gd name="connsiteY611" fmla="*/ 121735 h 1972800"/>
              <a:gd name="connsiteX612" fmla="*/ 8612890 w 11362354"/>
              <a:gd name="connsiteY612" fmla="*/ 96753 h 1972800"/>
              <a:gd name="connsiteX613" fmla="*/ 9668568 w 11362354"/>
              <a:gd name="connsiteY613" fmla="*/ 96753 h 1972800"/>
              <a:gd name="connsiteX614" fmla="*/ 9668568 w 11362354"/>
              <a:gd name="connsiteY614" fmla="*/ 121735 h 1972800"/>
              <a:gd name="connsiteX615" fmla="*/ 8612890 w 11362354"/>
              <a:gd name="connsiteY615" fmla="*/ 121735 h 1972800"/>
              <a:gd name="connsiteX616" fmla="*/ 8042875 w 11362354"/>
              <a:gd name="connsiteY616" fmla="*/ 96753 h 1972800"/>
              <a:gd name="connsiteX617" fmla="*/ 8501703 w 11362354"/>
              <a:gd name="connsiteY617" fmla="*/ 96753 h 1972800"/>
              <a:gd name="connsiteX618" fmla="*/ 8501703 w 11362354"/>
              <a:gd name="connsiteY618" fmla="*/ 121735 h 1972800"/>
              <a:gd name="connsiteX619" fmla="*/ 8042875 w 11362354"/>
              <a:gd name="connsiteY619" fmla="*/ 121735 h 1972800"/>
              <a:gd name="connsiteX620" fmla="*/ 7193139 w 11362354"/>
              <a:gd name="connsiteY620" fmla="*/ 96753 h 1972800"/>
              <a:gd name="connsiteX621" fmla="*/ 7712749 w 11362354"/>
              <a:gd name="connsiteY621" fmla="*/ 96753 h 1972800"/>
              <a:gd name="connsiteX622" fmla="*/ 7724312 w 11362354"/>
              <a:gd name="connsiteY622" fmla="*/ 121735 h 1972800"/>
              <a:gd name="connsiteX623" fmla="*/ 7193139 w 11362354"/>
              <a:gd name="connsiteY623" fmla="*/ 121735 h 1972800"/>
              <a:gd name="connsiteX624" fmla="*/ 6188669 w 11362354"/>
              <a:gd name="connsiteY624" fmla="*/ 96753 h 1972800"/>
              <a:gd name="connsiteX625" fmla="*/ 7080275 w 11362354"/>
              <a:gd name="connsiteY625" fmla="*/ 96753 h 1972800"/>
              <a:gd name="connsiteX626" fmla="*/ 7080275 w 11362354"/>
              <a:gd name="connsiteY626" fmla="*/ 121735 h 1972800"/>
              <a:gd name="connsiteX627" fmla="*/ 6188669 w 11362354"/>
              <a:gd name="connsiteY627" fmla="*/ 121735 h 1972800"/>
              <a:gd name="connsiteX628" fmla="*/ 5574793 w 11362354"/>
              <a:gd name="connsiteY628" fmla="*/ 96753 h 1972800"/>
              <a:gd name="connsiteX629" fmla="*/ 6073294 w 11362354"/>
              <a:gd name="connsiteY629" fmla="*/ 96753 h 1972800"/>
              <a:gd name="connsiteX630" fmla="*/ 6073294 w 11362354"/>
              <a:gd name="connsiteY630" fmla="*/ 121735 h 1972800"/>
              <a:gd name="connsiteX631" fmla="*/ 5574793 w 11362354"/>
              <a:gd name="connsiteY631" fmla="*/ 121735 h 1972800"/>
              <a:gd name="connsiteX632" fmla="*/ 4792811 w 11362354"/>
              <a:gd name="connsiteY632" fmla="*/ 96753 h 1972800"/>
              <a:gd name="connsiteX633" fmla="*/ 5291307 w 11362354"/>
              <a:gd name="connsiteY633" fmla="*/ 96753 h 1972800"/>
              <a:gd name="connsiteX634" fmla="*/ 5291307 w 11362354"/>
              <a:gd name="connsiteY634" fmla="*/ 121735 h 1972800"/>
              <a:gd name="connsiteX635" fmla="*/ 4792811 w 11362354"/>
              <a:gd name="connsiteY635" fmla="*/ 121735 h 1972800"/>
              <a:gd name="connsiteX636" fmla="*/ 2285298 w 11362354"/>
              <a:gd name="connsiteY636" fmla="*/ 96753 h 1972800"/>
              <a:gd name="connsiteX637" fmla="*/ 3183254 w 11362354"/>
              <a:gd name="connsiteY637" fmla="*/ 96753 h 1972800"/>
              <a:gd name="connsiteX638" fmla="*/ 3183254 w 11362354"/>
              <a:gd name="connsiteY638" fmla="*/ 121735 h 1972800"/>
              <a:gd name="connsiteX639" fmla="*/ 2285298 w 11362354"/>
              <a:gd name="connsiteY639" fmla="*/ 121735 h 1972800"/>
              <a:gd name="connsiteX640" fmla="*/ 985097 w 11362354"/>
              <a:gd name="connsiteY640" fmla="*/ 96753 h 1972800"/>
              <a:gd name="connsiteX641" fmla="*/ 1978552 w 11362354"/>
              <a:gd name="connsiteY641" fmla="*/ 96753 h 1972800"/>
              <a:gd name="connsiteX642" fmla="*/ 2002599 w 11362354"/>
              <a:gd name="connsiteY642" fmla="*/ 121735 h 1972800"/>
              <a:gd name="connsiteX643" fmla="*/ 985097 w 11362354"/>
              <a:gd name="connsiteY643" fmla="*/ 121735 h 1972800"/>
              <a:gd name="connsiteX644" fmla="*/ 0 w 11362354"/>
              <a:gd name="connsiteY644" fmla="*/ 96753 h 1972800"/>
              <a:gd name="connsiteX645" fmla="*/ 877145 w 11362354"/>
              <a:gd name="connsiteY645" fmla="*/ 96753 h 1972800"/>
              <a:gd name="connsiteX646" fmla="*/ 877145 w 11362354"/>
              <a:gd name="connsiteY646" fmla="*/ 121735 h 1972800"/>
              <a:gd name="connsiteX647" fmla="*/ 0 w 11362354"/>
              <a:gd name="connsiteY647" fmla="*/ 121735 h 1972800"/>
              <a:gd name="connsiteX648" fmla="*/ 3581580 w 11362354"/>
              <a:gd name="connsiteY648" fmla="*/ 96752 h 1972800"/>
              <a:gd name="connsiteX649" fmla="*/ 4383809 w 11362354"/>
              <a:gd name="connsiteY649" fmla="*/ 96752 h 1972800"/>
              <a:gd name="connsiteX650" fmla="*/ 4407456 w 11362354"/>
              <a:gd name="connsiteY650" fmla="*/ 121734 h 1972800"/>
              <a:gd name="connsiteX651" fmla="*/ 3557933 w 11362354"/>
              <a:gd name="connsiteY651" fmla="*/ 121734 h 1972800"/>
              <a:gd name="connsiteX652" fmla="*/ 3581580 w 11362354"/>
              <a:gd name="connsiteY652" fmla="*/ 96752 h 1972800"/>
              <a:gd name="connsiteX653" fmla="*/ 10683999 w 11362354"/>
              <a:gd name="connsiteY653" fmla="*/ 1 h 1972800"/>
              <a:gd name="connsiteX654" fmla="*/ 10743787 w 11362354"/>
              <a:gd name="connsiteY654" fmla="*/ 1 h 1972800"/>
              <a:gd name="connsiteX655" fmla="*/ 10800434 w 11362354"/>
              <a:gd name="connsiteY655" fmla="*/ 2849 h 1972800"/>
              <a:gd name="connsiteX656" fmla="*/ 10800434 w 11362354"/>
              <a:gd name="connsiteY656" fmla="*/ 1 h 1972800"/>
              <a:gd name="connsiteX657" fmla="*/ 11306110 w 11362354"/>
              <a:gd name="connsiteY657" fmla="*/ 1 h 1972800"/>
              <a:gd name="connsiteX658" fmla="*/ 11306110 w 11362354"/>
              <a:gd name="connsiteY658" fmla="*/ 14690 h 1972800"/>
              <a:gd name="connsiteX659" fmla="*/ 10671926 w 11362354"/>
              <a:gd name="connsiteY659" fmla="*/ 14690 h 1972800"/>
              <a:gd name="connsiteX660" fmla="*/ 10634292 w 11362354"/>
              <a:gd name="connsiteY660" fmla="*/ 14690 h 1972800"/>
              <a:gd name="connsiteX661" fmla="*/ 10646512 w 11362354"/>
              <a:gd name="connsiteY661" fmla="*/ 4251 h 1972800"/>
              <a:gd name="connsiteX662" fmla="*/ 10646512 w 11362354"/>
              <a:gd name="connsiteY662" fmla="*/ 2687 h 1972800"/>
              <a:gd name="connsiteX663" fmla="*/ 10671926 w 11362354"/>
              <a:gd name="connsiteY663" fmla="*/ 1221 h 1972800"/>
              <a:gd name="connsiteX664" fmla="*/ 10671926 w 11362354"/>
              <a:gd name="connsiteY664" fmla="*/ 697 h 1972800"/>
              <a:gd name="connsiteX665" fmla="*/ 9781432 w 11362354"/>
              <a:gd name="connsiteY665" fmla="*/ 1 h 1972800"/>
              <a:gd name="connsiteX666" fmla="*/ 10286039 w 11362354"/>
              <a:gd name="connsiteY666" fmla="*/ 1 h 1972800"/>
              <a:gd name="connsiteX667" fmla="*/ 10286039 w 11362354"/>
              <a:gd name="connsiteY667" fmla="*/ 14659 h 1972800"/>
              <a:gd name="connsiteX668" fmla="*/ 9781432 w 11362354"/>
              <a:gd name="connsiteY668" fmla="*/ 14659 h 1972800"/>
              <a:gd name="connsiteX669" fmla="*/ 8612890 w 11362354"/>
              <a:gd name="connsiteY669" fmla="*/ 1 h 1972800"/>
              <a:gd name="connsiteX670" fmla="*/ 9668568 w 11362354"/>
              <a:gd name="connsiteY670" fmla="*/ 1 h 1972800"/>
              <a:gd name="connsiteX671" fmla="*/ 9668568 w 11362354"/>
              <a:gd name="connsiteY671" fmla="*/ 14659 h 1972800"/>
              <a:gd name="connsiteX672" fmla="*/ 8612890 w 11362354"/>
              <a:gd name="connsiteY672" fmla="*/ 14659 h 1972800"/>
              <a:gd name="connsiteX673" fmla="*/ 8042875 w 11362354"/>
              <a:gd name="connsiteY673" fmla="*/ 1 h 1972800"/>
              <a:gd name="connsiteX674" fmla="*/ 8501703 w 11362354"/>
              <a:gd name="connsiteY674" fmla="*/ 1 h 1972800"/>
              <a:gd name="connsiteX675" fmla="*/ 8501703 w 11362354"/>
              <a:gd name="connsiteY675" fmla="*/ 14659 h 1972800"/>
              <a:gd name="connsiteX676" fmla="*/ 8042875 w 11362354"/>
              <a:gd name="connsiteY676" fmla="*/ 14659 h 1972800"/>
              <a:gd name="connsiteX677" fmla="*/ 7193139 w 11362354"/>
              <a:gd name="connsiteY677" fmla="*/ 1 h 1972800"/>
              <a:gd name="connsiteX678" fmla="*/ 7667970 w 11362354"/>
              <a:gd name="connsiteY678" fmla="*/ 1 h 1972800"/>
              <a:gd name="connsiteX679" fmla="*/ 7674758 w 11362354"/>
              <a:gd name="connsiteY679" fmla="*/ 14659 h 1972800"/>
              <a:gd name="connsiteX680" fmla="*/ 7193139 w 11362354"/>
              <a:gd name="connsiteY680" fmla="*/ 14659 h 1972800"/>
              <a:gd name="connsiteX681" fmla="*/ 6188669 w 11362354"/>
              <a:gd name="connsiteY681" fmla="*/ 1 h 1972800"/>
              <a:gd name="connsiteX682" fmla="*/ 7080275 w 11362354"/>
              <a:gd name="connsiteY682" fmla="*/ 1 h 1972800"/>
              <a:gd name="connsiteX683" fmla="*/ 7080275 w 11362354"/>
              <a:gd name="connsiteY683" fmla="*/ 14659 h 1972800"/>
              <a:gd name="connsiteX684" fmla="*/ 6188669 w 11362354"/>
              <a:gd name="connsiteY684" fmla="*/ 14659 h 1972800"/>
              <a:gd name="connsiteX685" fmla="*/ 5574793 w 11362354"/>
              <a:gd name="connsiteY685" fmla="*/ 1 h 1972800"/>
              <a:gd name="connsiteX686" fmla="*/ 6073294 w 11362354"/>
              <a:gd name="connsiteY686" fmla="*/ 1 h 1972800"/>
              <a:gd name="connsiteX687" fmla="*/ 6073294 w 11362354"/>
              <a:gd name="connsiteY687" fmla="*/ 14659 h 1972800"/>
              <a:gd name="connsiteX688" fmla="*/ 5574793 w 11362354"/>
              <a:gd name="connsiteY688" fmla="*/ 14659 h 1972800"/>
              <a:gd name="connsiteX689" fmla="*/ 4792811 w 11362354"/>
              <a:gd name="connsiteY689" fmla="*/ 1 h 1972800"/>
              <a:gd name="connsiteX690" fmla="*/ 5291307 w 11362354"/>
              <a:gd name="connsiteY690" fmla="*/ 1 h 1972800"/>
              <a:gd name="connsiteX691" fmla="*/ 5291307 w 11362354"/>
              <a:gd name="connsiteY691" fmla="*/ 14659 h 1972800"/>
              <a:gd name="connsiteX692" fmla="*/ 4792811 w 11362354"/>
              <a:gd name="connsiteY692" fmla="*/ 14659 h 1972800"/>
              <a:gd name="connsiteX693" fmla="*/ 2285298 w 11362354"/>
              <a:gd name="connsiteY693" fmla="*/ 1 h 1972800"/>
              <a:gd name="connsiteX694" fmla="*/ 3183254 w 11362354"/>
              <a:gd name="connsiteY694" fmla="*/ 1 h 1972800"/>
              <a:gd name="connsiteX695" fmla="*/ 3183254 w 11362354"/>
              <a:gd name="connsiteY695" fmla="*/ 14659 h 1972800"/>
              <a:gd name="connsiteX696" fmla="*/ 2285298 w 11362354"/>
              <a:gd name="connsiteY696" fmla="*/ 14659 h 1972800"/>
              <a:gd name="connsiteX697" fmla="*/ 985097 w 11362354"/>
              <a:gd name="connsiteY697" fmla="*/ 1 h 1972800"/>
              <a:gd name="connsiteX698" fmla="*/ 1846470 w 11362354"/>
              <a:gd name="connsiteY698" fmla="*/ 1 h 1972800"/>
              <a:gd name="connsiteX699" fmla="*/ 1869376 w 11362354"/>
              <a:gd name="connsiteY699" fmla="*/ 14659 h 1972800"/>
              <a:gd name="connsiteX700" fmla="*/ 985097 w 11362354"/>
              <a:gd name="connsiteY700" fmla="*/ 14659 h 1972800"/>
              <a:gd name="connsiteX701" fmla="*/ 0 w 11362354"/>
              <a:gd name="connsiteY701" fmla="*/ 1 h 1972800"/>
              <a:gd name="connsiteX702" fmla="*/ 877145 w 11362354"/>
              <a:gd name="connsiteY702" fmla="*/ 1 h 1972800"/>
              <a:gd name="connsiteX703" fmla="*/ 877145 w 11362354"/>
              <a:gd name="connsiteY703" fmla="*/ 14659 h 1972800"/>
              <a:gd name="connsiteX704" fmla="*/ 0 w 11362354"/>
              <a:gd name="connsiteY704" fmla="*/ 14659 h 1972800"/>
              <a:gd name="connsiteX705" fmla="*/ 3702830 w 11362354"/>
              <a:gd name="connsiteY705" fmla="*/ 0 h 1972800"/>
              <a:gd name="connsiteX706" fmla="*/ 4262563 w 11362354"/>
              <a:gd name="connsiteY706" fmla="*/ 0 h 1972800"/>
              <a:gd name="connsiteX707" fmla="*/ 4284257 w 11362354"/>
              <a:gd name="connsiteY707" fmla="*/ 14658 h 1972800"/>
              <a:gd name="connsiteX708" fmla="*/ 3681132 w 11362354"/>
              <a:gd name="connsiteY708" fmla="*/ 14658 h 1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</a:cxnLst>
            <a:rect l="l" t="t" r="r" b="b"/>
            <a:pathLst>
              <a:path w="11362354" h="1972800">
                <a:moveTo>
                  <a:pt x="4196821" y="1846406"/>
                </a:moveTo>
                <a:lnTo>
                  <a:pt x="4515841" y="1846406"/>
                </a:lnTo>
                <a:lnTo>
                  <a:pt x="4302401" y="1972800"/>
                </a:lnTo>
                <a:lnTo>
                  <a:pt x="4276590" y="1972800"/>
                </a:lnTo>
                <a:close/>
                <a:moveTo>
                  <a:pt x="10408772" y="1547682"/>
                </a:moveTo>
                <a:lnTo>
                  <a:pt x="11236685" y="1547682"/>
                </a:lnTo>
                <a:cubicBezTo>
                  <a:pt x="11178355" y="1621090"/>
                  <a:pt x="11101638" y="1688425"/>
                  <a:pt x="11013744" y="1726479"/>
                </a:cubicBezTo>
                <a:cubicBezTo>
                  <a:pt x="10916839" y="1760403"/>
                  <a:pt x="10802883" y="1780105"/>
                  <a:pt x="10702056" y="1776200"/>
                </a:cubicBezTo>
                <a:cubicBezTo>
                  <a:pt x="10601227" y="1772294"/>
                  <a:pt x="10494409" y="1740125"/>
                  <a:pt x="10408772" y="1703049"/>
                </a:cubicBezTo>
                <a:close/>
                <a:moveTo>
                  <a:pt x="9781432" y="1544408"/>
                </a:moveTo>
                <a:lnTo>
                  <a:pt x="10286039" y="1544408"/>
                </a:lnTo>
                <a:lnTo>
                  <a:pt x="10286039" y="1763438"/>
                </a:lnTo>
                <a:lnTo>
                  <a:pt x="9781432" y="1763438"/>
                </a:lnTo>
                <a:close/>
                <a:moveTo>
                  <a:pt x="8877431" y="1544408"/>
                </a:moveTo>
                <a:lnTo>
                  <a:pt x="9382033" y="1544408"/>
                </a:lnTo>
                <a:lnTo>
                  <a:pt x="9382033" y="1763438"/>
                </a:lnTo>
                <a:lnTo>
                  <a:pt x="8877431" y="1763438"/>
                </a:lnTo>
                <a:close/>
                <a:moveTo>
                  <a:pt x="7955283" y="1544408"/>
                </a:moveTo>
                <a:lnTo>
                  <a:pt x="8501703" y="1544408"/>
                </a:lnTo>
                <a:lnTo>
                  <a:pt x="8501703" y="1763438"/>
                </a:lnTo>
                <a:lnTo>
                  <a:pt x="8046371" y="1763438"/>
                </a:lnTo>
                <a:close/>
                <a:moveTo>
                  <a:pt x="7193139" y="1544408"/>
                </a:moveTo>
                <a:lnTo>
                  <a:pt x="7648159" y="1544408"/>
                </a:lnTo>
                <a:lnTo>
                  <a:pt x="7648159" y="1763438"/>
                </a:lnTo>
                <a:lnTo>
                  <a:pt x="7193139" y="1763438"/>
                </a:lnTo>
                <a:close/>
                <a:moveTo>
                  <a:pt x="6188669" y="1544408"/>
                </a:moveTo>
                <a:lnTo>
                  <a:pt x="7080275" y="1544408"/>
                </a:lnTo>
                <a:lnTo>
                  <a:pt x="7080275" y="1763438"/>
                </a:lnTo>
                <a:lnTo>
                  <a:pt x="6188669" y="1763438"/>
                </a:lnTo>
                <a:close/>
                <a:moveTo>
                  <a:pt x="4886266" y="1544408"/>
                </a:moveTo>
                <a:lnTo>
                  <a:pt x="5979839" y="1544408"/>
                </a:lnTo>
                <a:cubicBezTo>
                  <a:pt x="5886803" y="1676927"/>
                  <a:pt x="5732198" y="1763438"/>
                  <a:pt x="5557257" y="1763438"/>
                </a:cubicBezTo>
                <a:lnTo>
                  <a:pt x="5308843" y="1763438"/>
                </a:lnTo>
                <a:cubicBezTo>
                  <a:pt x="5133911" y="1763438"/>
                  <a:pt x="4979301" y="1676927"/>
                  <a:pt x="4886266" y="1544408"/>
                </a:cubicBezTo>
                <a:close/>
                <a:moveTo>
                  <a:pt x="2285298" y="1544408"/>
                </a:moveTo>
                <a:lnTo>
                  <a:pt x="3183254" y="1544408"/>
                </a:lnTo>
                <a:lnTo>
                  <a:pt x="3183254" y="1763438"/>
                </a:lnTo>
                <a:lnTo>
                  <a:pt x="2285298" y="1763438"/>
                </a:lnTo>
                <a:close/>
                <a:moveTo>
                  <a:pt x="1699767" y="1544408"/>
                </a:moveTo>
                <a:lnTo>
                  <a:pt x="2161050" y="1544408"/>
                </a:lnTo>
                <a:lnTo>
                  <a:pt x="2265828" y="1763438"/>
                </a:lnTo>
                <a:lnTo>
                  <a:pt x="1796468" y="1763438"/>
                </a:lnTo>
                <a:close/>
                <a:moveTo>
                  <a:pt x="985097" y="1544408"/>
                </a:moveTo>
                <a:lnTo>
                  <a:pt x="1468672" y="1544408"/>
                </a:lnTo>
                <a:lnTo>
                  <a:pt x="1468672" y="1763438"/>
                </a:lnTo>
                <a:lnTo>
                  <a:pt x="985097" y="1763438"/>
                </a:lnTo>
                <a:close/>
                <a:moveTo>
                  <a:pt x="0" y="1544408"/>
                </a:moveTo>
                <a:lnTo>
                  <a:pt x="506025" y="1544408"/>
                </a:lnTo>
                <a:lnTo>
                  <a:pt x="506025" y="1763438"/>
                </a:lnTo>
                <a:lnTo>
                  <a:pt x="498505" y="1763438"/>
                </a:lnTo>
                <a:lnTo>
                  <a:pt x="7520" y="1763438"/>
                </a:lnTo>
                <a:lnTo>
                  <a:pt x="0" y="1763438"/>
                </a:lnTo>
                <a:close/>
                <a:moveTo>
                  <a:pt x="3478763" y="1544407"/>
                </a:moveTo>
                <a:lnTo>
                  <a:pt x="4486152" y="1544407"/>
                </a:lnTo>
                <a:cubicBezTo>
                  <a:pt x="4484148" y="1548197"/>
                  <a:pt x="4481735" y="1551706"/>
                  <a:pt x="4479313" y="1555187"/>
                </a:cubicBezTo>
                <a:lnTo>
                  <a:pt x="4654042" y="1763437"/>
                </a:lnTo>
                <a:lnTo>
                  <a:pt x="3697470" y="1763437"/>
                </a:lnTo>
                <a:cubicBezTo>
                  <a:pt x="3614316" y="1711031"/>
                  <a:pt x="3539996" y="1636273"/>
                  <a:pt x="3478763" y="1544407"/>
                </a:cubicBezTo>
                <a:close/>
                <a:moveTo>
                  <a:pt x="10408772" y="1290902"/>
                </a:moveTo>
                <a:lnTo>
                  <a:pt x="10568570" y="1290902"/>
                </a:lnTo>
                <a:cubicBezTo>
                  <a:pt x="10577470" y="1298557"/>
                  <a:pt x="10581828" y="1306214"/>
                  <a:pt x="10590729" y="1313870"/>
                </a:cubicBezTo>
                <a:cubicBezTo>
                  <a:pt x="10620545" y="1348521"/>
                  <a:pt x="10677153" y="1369391"/>
                  <a:pt x="10721250" y="1365562"/>
                </a:cubicBezTo>
                <a:cubicBezTo>
                  <a:pt x="10765348" y="1361734"/>
                  <a:pt x="10826744" y="1338516"/>
                  <a:pt x="10855315" y="1290902"/>
                </a:cubicBezTo>
                <a:lnTo>
                  <a:pt x="11214890" y="1290902"/>
                </a:lnTo>
                <a:lnTo>
                  <a:pt x="11346112" y="1290902"/>
                </a:lnTo>
                <a:cubicBezTo>
                  <a:pt x="11334622" y="1353431"/>
                  <a:pt x="11312604" y="1412394"/>
                  <a:pt x="11280882" y="1465414"/>
                </a:cubicBezTo>
                <a:lnTo>
                  <a:pt x="11214890" y="1465414"/>
                </a:lnTo>
                <a:lnTo>
                  <a:pt x="10408772" y="1465414"/>
                </a:lnTo>
                <a:close/>
                <a:moveTo>
                  <a:pt x="3354588" y="1288169"/>
                </a:moveTo>
                <a:lnTo>
                  <a:pt x="3891084" y="1288169"/>
                </a:lnTo>
                <a:cubicBezTo>
                  <a:pt x="3918715" y="1317171"/>
                  <a:pt x="3949853" y="1333215"/>
                  <a:pt x="3982693" y="1333215"/>
                </a:cubicBezTo>
                <a:cubicBezTo>
                  <a:pt x="4015535" y="1333215"/>
                  <a:pt x="4046674" y="1317171"/>
                  <a:pt x="4074304" y="1288169"/>
                </a:cubicBezTo>
                <a:lnTo>
                  <a:pt x="4610046" y="1288169"/>
                </a:lnTo>
                <a:cubicBezTo>
                  <a:pt x="4590290" y="1350350"/>
                  <a:pt x="4565183" y="1408715"/>
                  <a:pt x="4535426" y="1462313"/>
                </a:cubicBezTo>
                <a:lnTo>
                  <a:pt x="3429061" y="1462313"/>
                </a:lnTo>
                <a:cubicBezTo>
                  <a:pt x="3399902" y="1408452"/>
                  <a:pt x="3374896" y="1350106"/>
                  <a:pt x="3354588" y="1288169"/>
                </a:cubicBezTo>
                <a:close/>
                <a:moveTo>
                  <a:pt x="9781432" y="1288165"/>
                </a:moveTo>
                <a:lnTo>
                  <a:pt x="10286039" y="1288165"/>
                </a:lnTo>
                <a:lnTo>
                  <a:pt x="10286039" y="1462314"/>
                </a:lnTo>
                <a:lnTo>
                  <a:pt x="9781432" y="1462314"/>
                </a:lnTo>
                <a:close/>
                <a:moveTo>
                  <a:pt x="8877431" y="1288165"/>
                </a:moveTo>
                <a:lnTo>
                  <a:pt x="9382033" y="1288165"/>
                </a:lnTo>
                <a:lnTo>
                  <a:pt x="9382033" y="1462314"/>
                </a:lnTo>
                <a:lnTo>
                  <a:pt x="8877431" y="1462314"/>
                </a:lnTo>
                <a:close/>
                <a:moveTo>
                  <a:pt x="7848731" y="1288165"/>
                </a:moveTo>
                <a:lnTo>
                  <a:pt x="8501703" y="1288165"/>
                </a:lnTo>
                <a:lnTo>
                  <a:pt x="8501703" y="1462314"/>
                </a:lnTo>
                <a:lnTo>
                  <a:pt x="7921150" y="1462314"/>
                </a:lnTo>
                <a:close/>
                <a:moveTo>
                  <a:pt x="7193139" y="1288165"/>
                </a:moveTo>
                <a:lnTo>
                  <a:pt x="7648159" y="1288165"/>
                </a:lnTo>
                <a:lnTo>
                  <a:pt x="7648159" y="1462314"/>
                </a:lnTo>
                <a:lnTo>
                  <a:pt x="7193139" y="1462314"/>
                </a:lnTo>
                <a:close/>
                <a:moveTo>
                  <a:pt x="6188669" y="1288165"/>
                </a:moveTo>
                <a:lnTo>
                  <a:pt x="6674501" y="1288165"/>
                </a:lnTo>
                <a:lnTo>
                  <a:pt x="6674501" y="1351991"/>
                </a:lnTo>
                <a:lnTo>
                  <a:pt x="7080275" y="1351991"/>
                </a:lnTo>
                <a:lnTo>
                  <a:pt x="7080275" y="1462314"/>
                </a:lnTo>
                <a:lnTo>
                  <a:pt x="6188669" y="1462314"/>
                </a:lnTo>
                <a:close/>
                <a:moveTo>
                  <a:pt x="4794722" y="1288165"/>
                </a:moveTo>
                <a:lnTo>
                  <a:pt x="5308313" y="1288165"/>
                </a:lnTo>
                <a:cubicBezTo>
                  <a:pt x="5331518" y="1333078"/>
                  <a:pt x="5378715" y="1363467"/>
                  <a:pt x="5433050" y="1363467"/>
                </a:cubicBezTo>
                <a:cubicBezTo>
                  <a:pt x="5487389" y="1363467"/>
                  <a:pt x="5534582" y="1333078"/>
                  <a:pt x="5557791" y="1288165"/>
                </a:cubicBezTo>
                <a:lnTo>
                  <a:pt x="6071387" y="1288165"/>
                </a:lnTo>
                <a:cubicBezTo>
                  <a:pt x="6067418" y="1349988"/>
                  <a:pt x="6051903" y="1408730"/>
                  <a:pt x="6026879" y="1462314"/>
                </a:cubicBezTo>
                <a:lnTo>
                  <a:pt x="4839225" y="1462314"/>
                </a:lnTo>
                <a:cubicBezTo>
                  <a:pt x="4814201" y="1408730"/>
                  <a:pt x="4798682" y="1349988"/>
                  <a:pt x="4794722" y="1288165"/>
                </a:cubicBezTo>
                <a:close/>
                <a:moveTo>
                  <a:pt x="2285298" y="1288165"/>
                </a:moveTo>
                <a:lnTo>
                  <a:pt x="2771132" y="1288165"/>
                </a:lnTo>
                <a:lnTo>
                  <a:pt x="2771132" y="1351991"/>
                </a:lnTo>
                <a:lnTo>
                  <a:pt x="3183254" y="1351991"/>
                </a:lnTo>
                <a:lnTo>
                  <a:pt x="3183254" y="1462314"/>
                </a:lnTo>
                <a:lnTo>
                  <a:pt x="2285298" y="1462314"/>
                </a:lnTo>
                <a:close/>
                <a:moveTo>
                  <a:pt x="1586644" y="1288165"/>
                </a:moveTo>
                <a:lnTo>
                  <a:pt x="2038472" y="1288165"/>
                </a:lnTo>
                <a:lnTo>
                  <a:pt x="2121783" y="1462314"/>
                </a:lnTo>
                <a:lnTo>
                  <a:pt x="1663530" y="1462314"/>
                </a:lnTo>
                <a:close/>
                <a:moveTo>
                  <a:pt x="985097" y="1288165"/>
                </a:moveTo>
                <a:lnTo>
                  <a:pt x="1468672" y="1288165"/>
                </a:lnTo>
                <a:lnTo>
                  <a:pt x="1468672" y="1462314"/>
                </a:lnTo>
                <a:lnTo>
                  <a:pt x="985097" y="1462314"/>
                </a:lnTo>
                <a:close/>
                <a:moveTo>
                  <a:pt x="0" y="1288165"/>
                </a:moveTo>
                <a:lnTo>
                  <a:pt x="506025" y="1288165"/>
                </a:lnTo>
                <a:lnTo>
                  <a:pt x="506025" y="1462314"/>
                </a:lnTo>
                <a:lnTo>
                  <a:pt x="0" y="1462314"/>
                </a:lnTo>
                <a:close/>
                <a:moveTo>
                  <a:pt x="10408772" y="1157361"/>
                </a:moveTo>
                <a:lnTo>
                  <a:pt x="10468381" y="1208632"/>
                </a:lnTo>
                <a:lnTo>
                  <a:pt x="10408772" y="1208632"/>
                </a:lnTo>
                <a:close/>
                <a:moveTo>
                  <a:pt x="10816942" y="1078164"/>
                </a:moveTo>
                <a:lnTo>
                  <a:pt x="11358000" y="1078164"/>
                </a:lnTo>
                <a:cubicBezTo>
                  <a:pt x="11367192" y="1149515"/>
                  <a:pt x="11358946" y="1186888"/>
                  <a:pt x="11359134" y="1208632"/>
                </a:cubicBezTo>
                <a:lnTo>
                  <a:pt x="11359134" y="1208633"/>
                </a:lnTo>
                <a:lnTo>
                  <a:pt x="10871056" y="1208633"/>
                </a:lnTo>
                <a:cubicBezTo>
                  <a:pt x="10871350" y="1207645"/>
                  <a:pt x="10871355" y="1206649"/>
                  <a:pt x="10871355" y="1205652"/>
                </a:cubicBezTo>
                <a:cubicBezTo>
                  <a:pt x="10871355" y="1153657"/>
                  <a:pt x="10847076" y="1107297"/>
                  <a:pt x="10808382" y="1078165"/>
                </a:cubicBezTo>
                <a:lnTo>
                  <a:pt x="10816943" y="1078165"/>
                </a:lnTo>
                <a:close/>
                <a:moveTo>
                  <a:pt x="9781432" y="1075882"/>
                </a:moveTo>
                <a:lnTo>
                  <a:pt x="10286039" y="1075882"/>
                </a:lnTo>
                <a:lnTo>
                  <a:pt x="10286039" y="1206076"/>
                </a:lnTo>
                <a:lnTo>
                  <a:pt x="9781432" y="1206076"/>
                </a:lnTo>
                <a:close/>
                <a:moveTo>
                  <a:pt x="8877431" y="1075882"/>
                </a:moveTo>
                <a:lnTo>
                  <a:pt x="9382033" y="1075882"/>
                </a:lnTo>
                <a:lnTo>
                  <a:pt x="9382033" y="1206076"/>
                </a:lnTo>
                <a:lnTo>
                  <a:pt x="8877431" y="1206076"/>
                </a:lnTo>
                <a:close/>
                <a:moveTo>
                  <a:pt x="7760453" y="1075882"/>
                </a:moveTo>
                <a:lnTo>
                  <a:pt x="8501703" y="1075882"/>
                </a:lnTo>
                <a:lnTo>
                  <a:pt x="8501703" y="1206076"/>
                </a:lnTo>
                <a:lnTo>
                  <a:pt x="7814594" y="1206076"/>
                </a:lnTo>
                <a:close/>
                <a:moveTo>
                  <a:pt x="7193139" y="1075882"/>
                </a:moveTo>
                <a:lnTo>
                  <a:pt x="7648159" y="1075882"/>
                </a:lnTo>
                <a:lnTo>
                  <a:pt x="7648159" y="1206076"/>
                </a:lnTo>
                <a:lnTo>
                  <a:pt x="7193139" y="1206076"/>
                </a:lnTo>
                <a:close/>
                <a:moveTo>
                  <a:pt x="6188669" y="1075882"/>
                </a:moveTo>
                <a:lnTo>
                  <a:pt x="6674501" y="1075882"/>
                </a:lnTo>
                <a:lnTo>
                  <a:pt x="6674501" y="1206076"/>
                </a:lnTo>
                <a:lnTo>
                  <a:pt x="6188669" y="1206076"/>
                </a:lnTo>
                <a:close/>
                <a:moveTo>
                  <a:pt x="5574793" y="1075882"/>
                </a:moveTo>
                <a:lnTo>
                  <a:pt x="6073294" y="1075882"/>
                </a:lnTo>
                <a:lnTo>
                  <a:pt x="6073294" y="1206076"/>
                </a:lnTo>
                <a:lnTo>
                  <a:pt x="5574793" y="1206076"/>
                </a:lnTo>
                <a:close/>
                <a:moveTo>
                  <a:pt x="4792811" y="1075882"/>
                </a:moveTo>
                <a:lnTo>
                  <a:pt x="5291307" y="1075882"/>
                </a:lnTo>
                <a:lnTo>
                  <a:pt x="5291307" y="1206076"/>
                </a:lnTo>
                <a:lnTo>
                  <a:pt x="4792811" y="1206076"/>
                </a:lnTo>
                <a:close/>
                <a:moveTo>
                  <a:pt x="2285298" y="1075882"/>
                </a:moveTo>
                <a:lnTo>
                  <a:pt x="2771132" y="1075882"/>
                </a:lnTo>
                <a:lnTo>
                  <a:pt x="2771132" y="1206076"/>
                </a:lnTo>
                <a:lnTo>
                  <a:pt x="2285298" y="1206076"/>
                </a:lnTo>
                <a:close/>
                <a:moveTo>
                  <a:pt x="1492927" y="1075882"/>
                </a:moveTo>
                <a:lnTo>
                  <a:pt x="1945589" y="1075882"/>
                </a:lnTo>
                <a:cubicBezTo>
                  <a:pt x="1944041" y="1077590"/>
                  <a:pt x="1942273" y="1079022"/>
                  <a:pt x="1940491" y="1080455"/>
                </a:cubicBezTo>
                <a:lnTo>
                  <a:pt x="1939110" y="1080455"/>
                </a:lnTo>
                <a:lnTo>
                  <a:pt x="1939524" y="1081320"/>
                </a:lnTo>
                <a:cubicBezTo>
                  <a:pt x="1939165" y="1081707"/>
                  <a:pt x="1938755" y="1082034"/>
                  <a:pt x="1938345" y="1082361"/>
                </a:cubicBezTo>
                <a:lnTo>
                  <a:pt x="1940022" y="1082361"/>
                </a:lnTo>
                <a:lnTo>
                  <a:pt x="1999205" y="1206076"/>
                </a:lnTo>
                <a:lnTo>
                  <a:pt x="1550403" y="1206076"/>
                </a:lnTo>
                <a:close/>
                <a:moveTo>
                  <a:pt x="985097" y="1075882"/>
                </a:moveTo>
                <a:lnTo>
                  <a:pt x="1468672" y="1075882"/>
                </a:lnTo>
                <a:lnTo>
                  <a:pt x="1468672" y="1206076"/>
                </a:lnTo>
                <a:lnTo>
                  <a:pt x="985097" y="1206076"/>
                </a:lnTo>
                <a:close/>
                <a:moveTo>
                  <a:pt x="0" y="1075882"/>
                </a:moveTo>
                <a:lnTo>
                  <a:pt x="877145" y="1075882"/>
                </a:lnTo>
                <a:lnTo>
                  <a:pt x="877145" y="1098345"/>
                </a:lnTo>
                <a:lnTo>
                  <a:pt x="869625" y="1098345"/>
                </a:lnTo>
                <a:lnTo>
                  <a:pt x="506025" y="1098345"/>
                </a:lnTo>
                <a:lnTo>
                  <a:pt x="506025" y="1206076"/>
                </a:lnTo>
                <a:lnTo>
                  <a:pt x="0" y="1206076"/>
                </a:lnTo>
                <a:close/>
                <a:moveTo>
                  <a:pt x="4174413" y="1075881"/>
                </a:moveTo>
                <a:lnTo>
                  <a:pt x="4660572" y="1075881"/>
                </a:lnTo>
                <a:cubicBezTo>
                  <a:pt x="4654171" y="1120550"/>
                  <a:pt x="4645505" y="1164090"/>
                  <a:pt x="4633997" y="1206075"/>
                </a:cubicBezTo>
                <a:lnTo>
                  <a:pt x="4129883" y="1206075"/>
                </a:lnTo>
                <a:cubicBezTo>
                  <a:pt x="4148445" y="1169059"/>
                  <a:pt x="4163826" y="1125090"/>
                  <a:pt x="4174413" y="1075881"/>
                </a:cubicBezTo>
                <a:close/>
                <a:moveTo>
                  <a:pt x="3305162" y="1075881"/>
                </a:moveTo>
                <a:lnTo>
                  <a:pt x="3790976" y="1075881"/>
                </a:lnTo>
                <a:cubicBezTo>
                  <a:pt x="3801558" y="1125090"/>
                  <a:pt x="3816942" y="1169059"/>
                  <a:pt x="3835506" y="1206075"/>
                </a:cubicBezTo>
                <a:lnTo>
                  <a:pt x="3330959" y="1206075"/>
                </a:lnTo>
                <a:cubicBezTo>
                  <a:pt x="3319852" y="1164035"/>
                  <a:pt x="3311209" y="1120545"/>
                  <a:pt x="3305162" y="1075881"/>
                </a:cubicBezTo>
                <a:close/>
                <a:moveTo>
                  <a:pt x="10587776" y="879486"/>
                </a:moveTo>
                <a:lnTo>
                  <a:pt x="11280821" y="879486"/>
                </a:lnTo>
                <a:cubicBezTo>
                  <a:pt x="11304371" y="915413"/>
                  <a:pt x="11325405" y="952210"/>
                  <a:pt x="11338792" y="993628"/>
                </a:cubicBezTo>
                <a:lnTo>
                  <a:pt x="10727828" y="995899"/>
                </a:lnTo>
                <a:close/>
                <a:moveTo>
                  <a:pt x="9781432" y="877625"/>
                </a:moveTo>
                <a:lnTo>
                  <a:pt x="10286039" y="877625"/>
                </a:lnTo>
                <a:lnTo>
                  <a:pt x="10286039" y="993788"/>
                </a:lnTo>
                <a:lnTo>
                  <a:pt x="9781432" y="993788"/>
                </a:lnTo>
                <a:close/>
                <a:moveTo>
                  <a:pt x="8877431" y="877625"/>
                </a:moveTo>
                <a:lnTo>
                  <a:pt x="9382033" y="877625"/>
                </a:lnTo>
                <a:lnTo>
                  <a:pt x="9382033" y="993788"/>
                </a:lnTo>
                <a:lnTo>
                  <a:pt x="8877431" y="993788"/>
                </a:lnTo>
                <a:close/>
                <a:moveTo>
                  <a:pt x="7678004" y="877625"/>
                </a:moveTo>
                <a:lnTo>
                  <a:pt x="8501703" y="877625"/>
                </a:lnTo>
                <a:lnTo>
                  <a:pt x="8501703" y="993788"/>
                </a:lnTo>
                <a:lnTo>
                  <a:pt x="7726316" y="993788"/>
                </a:lnTo>
                <a:close/>
                <a:moveTo>
                  <a:pt x="7193139" y="877625"/>
                </a:moveTo>
                <a:lnTo>
                  <a:pt x="7648159" y="877625"/>
                </a:lnTo>
                <a:lnTo>
                  <a:pt x="7648159" y="993788"/>
                </a:lnTo>
                <a:lnTo>
                  <a:pt x="7193139" y="993788"/>
                </a:lnTo>
                <a:close/>
                <a:moveTo>
                  <a:pt x="6188669" y="877625"/>
                </a:moveTo>
                <a:lnTo>
                  <a:pt x="7056268" y="877625"/>
                </a:lnTo>
                <a:lnTo>
                  <a:pt x="7056268" y="988326"/>
                </a:lnTo>
                <a:lnTo>
                  <a:pt x="6674501" y="988326"/>
                </a:lnTo>
                <a:lnTo>
                  <a:pt x="6674501" y="993788"/>
                </a:lnTo>
                <a:lnTo>
                  <a:pt x="6188669" y="993788"/>
                </a:lnTo>
                <a:close/>
                <a:moveTo>
                  <a:pt x="5574793" y="877625"/>
                </a:moveTo>
                <a:lnTo>
                  <a:pt x="6073294" y="877625"/>
                </a:lnTo>
                <a:lnTo>
                  <a:pt x="6073294" y="993788"/>
                </a:lnTo>
                <a:lnTo>
                  <a:pt x="5574793" y="993788"/>
                </a:lnTo>
                <a:close/>
                <a:moveTo>
                  <a:pt x="4792811" y="877625"/>
                </a:moveTo>
                <a:lnTo>
                  <a:pt x="5291307" y="877625"/>
                </a:lnTo>
                <a:lnTo>
                  <a:pt x="5291307" y="993788"/>
                </a:lnTo>
                <a:lnTo>
                  <a:pt x="4792811" y="993788"/>
                </a:lnTo>
                <a:close/>
                <a:moveTo>
                  <a:pt x="2285298" y="877625"/>
                </a:moveTo>
                <a:lnTo>
                  <a:pt x="3161500" y="877625"/>
                </a:lnTo>
                <a:lnTo>
                  <a:pt x="3161500" y="988326"/>
                </a:lnTo>
                <a:lnTo>
                  <a:pt x="2771132" y="988326"/>
                </a:lnTo>
                <a:lnTo>
                  <a:pt x="2771132" y="993788"/>
                </a:lnTo>
                <a:lnTo>
                  <a:pt x="2285298" y="993788"/>
                </a:lnTo>
                <a:close/>
                <a:moveTo>
                  <a:pt x="985097" y="877625"/>
                </a:moveTo>
                <a:lnTo>
                  <a:pt x="2107746" y="877625"/>
                </a:lnTo>
                <a:cubicBezTo>
                  <a:pt x="2086278" y="919656"/>
                  <a:pt x="2059665" y="958619"/>
                  <a:pt x="2028664" y="993788"/>
                </a:cubicBezTo>
                <a:lnTo>
                  <a:pt x="985097" y="993788"/>
                </a:lnTo>
                <a:close/>
                <a:moveTo>
                  <a:pt x="0" y="877625"/>
                </a:moveTo>
                <a:lnTo>
                  <a:pt x="877145" y="877625"/>
                </a:lnTo>
                <a:lnTo>
                  <a:pt x="877145" y="993788"/>
                </a:lnTo>
                <a:lnTo>
                  <a:pt x="0" y="993788"/>
                </a:lnTo>
                <a:close/>
                <a:moveTo>
                  <a:pt x="4199211" y="877624"/>
                </a:moveTo>
                <a:lnTo>
                  <a:pt x="4674176" y="877624"/>
                </a:lnTo>
                <a:cubicBezTo>
                  <a:pt x="4674327" y="879591"/>
                  <a:pt x="4674332" y="881557"/>
                  <a:pt x="4674332" y="883528"/>
                </a:cubicBezTo>
                <a:cubicBezTo>
                  <a:pt x="4674332" y="920824"/>
                  <a:pt x="4672822" y="957628"/>
                  <a:pt x="4669465" y="993787"/>
                </a:cubicBezTo>
                <a:lnTo>
                  <a:pt x="4189743" y="993787"/>
                </a:lnTo>
                <a:cubicBezTo>
                  <a:pt x="4195970" y="956882"/>
                  <a:pt x="4199133" y="917914"/>
                  <a:pt x="4199211" y="877624"/>
                </a:cubicBezTo>
                <a:close/>
                <a:moveTo>
                  <a:pt x="3291213" y="877624"/>
                </a:moveTo>
                <a:lnTo>
                  <a:pt x="3766173" y="877624"/>
                </a:lnTo>
                <a:cubicBezTo>
                  <a:pt x="3766256" y="917914"/>
                  <a:pt x="3769415" y="956882"/>
                  <a:pt x="3775650" y="993787"/>
                </a:cubicBezTo>
                <a:lnTo>
                  <a:pt x="3295989" y="993787"/>
                </a:lnTo>
                <a:cubicBezTo>
                  <a:pt x="3292572" y="957632"/>
                  <a:pt x="3291057" y="920824"/>
                  <a:pt x="3291057" y="883528"/>
                </a:cubicBezTo>
                <a:close/>
                <a:moveTo>
                  <a:pt x="10461146" y="710797"/>
                </a:moveTo>
                <a:lnTo>
                  <a:pt x="11109160" y="710797"/>
                </a:lnTo>
                <a:cubicBezTo>
                  <a:pt x="11109161" y="710797"/>
                  <a:pt x="11109161" y="710798"/>
                  <a:pt x="11109162" y="710798"/>
                </a:cubicBezTo>
                <a:lnTo>
                  <a:pt x="11121245" y="710798"/>
                </a:lnTo>
                <a:lnTo>
                  <a:pt x="11122337" y="711693"/>
                </a:lnTo>
                <a:lnTo>
                  <a:pt x="11118350" y="711693"/>
                </a:lnTo>
                <a:cubicBezTo>
                  <a:pt x="11153339" y="736641"/>
                  <a:pt x="11185427" y="765257"/>
                  <a:pt x="11213739" y="797219"/>
                </a:cubicBezTo>
                <a:lnTo>
                  <a:pt x="10517279" y="797218"/>
                </a:lnTo>
                <a:cubicBezTo>
                  <a:pt x="10497025" y="770452"/>
                  <a:pt x="10475239" y="741481"/>
                  <a:pt x="10461146" y="710797"/>
                </a:cubicBezTo>
                <a:close/>
                <a:moveTo>
                  <a:pt x="9781432" y="709293"/>
                </a:moveTo>
                <a:lnTo>
                  <a:pt x="10286039" y="709293"/>
                </a:lnTo>
                <a:lnTo>
                  <a:pt x="10286039" y="795531"/>
                </a:lnTo>
                <a:lnTo>
                  <a:pt x="9781432" y="795531"/>
                </a:lnTo>
                <a:close/>
                <a:moveTo>
                  <a:pt x="8877431" y="709293"/>
                </a:moveTo>
                <a:lnTo>
                  <a:pt x="9382033" y="709293"/>
                </a:lnTo>
                <a:lnTo>
                  <a:pt x="9382033" y="795531"/>
                </a:lnTo>
                <a:lnTo>
                  <a:pt x="8877431" y="795531"/>
                </a:lnTo>
                <a:close/>
                <a:moveTo>
                  <a:pt x="8042875" y="709293"/>
                </a:moveTo>
                <a:lnTo>
                  <a:pt x="8501703" y="709293"/>
                </a:lnTo>
                <a:lnTo>
                  <a:pt x="8501703" y="795531"/>
                </a:lnTo>
                <a:lnTo>
                  <a:pt x="8042875" y="795531"/>
                </a:lnTo>
                <a:close/>
                <a:moveTo>
                  <a:pt x="7193139" y="709293"/>
                </a:moveTo>
                <a:lnTo>
                  <a:pt x="7996240" y="709293"/>
                </a:lnTo>
                <a:lnTo>
                  <a:pt x="8036152" y="795531"/>
                </a:lnTo>
                <a:lnTo>
                  <a:pt x="7193139" y="795531"/>
                </a:lnTo>
                <a:close/>
                <a:moveTo>
                  <a:pt x="6188669" y="709293"/>
                </a:moveTo>
                <a:lnTo>
                  <a:pt x="6674501" y="709293"/>
                </a:lnTo>
                <a:lnTo>
                  <a:pt x="6674501" y="714671"/>
                </a:lnTo>
                <a:lnTo>
                  <a:pt x="7056268" y="714671"/>
                </a:lnTo>
                <a:lnTo>
                  <a:pt x="7056268" y="795531"/>
                </a:lnTo>
                <a:lnTo>
                  <a:pt x="6188669" y="795531"/>
                </a:lnTo>
                <a:close/>
                <a:moveTo>
                  <a:pt x="5574793" y="709293"/>
                </a:moveTo>
                <a:lnTo>
                  <a:pt x="6073294" y="709293"/>
                </a:lnTo>
                <a:lnTo>
                  <a:pt x="6073294" y="795531"/>
                </a:lnTo>
                <a:lnTo>
                  <a:pt x="5574793" y="795531"/>
                </a:lnTo>
                <a:close/>
                <a:moveTo>
                  <a:pt x="4792811" y="709293"/>
                </a:moveTo>
                <a:lnTo>
                  <a:pt x="5291307" y="709293"/>
                </a:lnTo>
                <a:lnTo>
                  <a:pt x="5291307" y="795531"/>
                </a:lnTo>
                <a:lnTo>
                  <a:pt x="4792811" y="795531"/>
                </a:lnTo>
                <a:close/>
                <a:moveTo>
                  <a:pt x="2285298" y="709293"/>
                </a:moveTo>
                <a:lnTo>
                  <a:pt x="2771132" y="709293"/>
                </a:lnTo>
                <a:lnTo>
                  <a:pt x="2771132" y="714671"/>
                </a:lnTo>
                <a:lnTo>
                  <a:pt x="3161500" y="714671"/>
                </a:lnTo>
                <a:lnTo>
                  <a:pt x="3161500" y="795531"/>
                </a:lnTo>
                <a:lnTo>
                  <a:pt x="2285298" y="795531"/>
                </a:lnTo>
                <a:close/>
                <a:moveTo>
                  <a:pt x="1709143" y="709293"/>
                </a:moveTo>
                <a:lnTo>
                  <a:pt x="2169670" y="709293"/>
                </a:lnTo>
                <a:cubicBezTo>
                  <a:pt x="2163895" y="738935"/>
                  <a:pt x="2155552" y="767712"/>
                  <a:pt x="2145130" y="795531"/>
                </a:cubicBezTo>
                <a:lnTo>
                  <a:pt x="1595923" y="795531"/>
                </a:lnTo>
                <a:cubicBezTo>
                  <a:pt x="1642913" y="780533"/>
                  <a:pt x="1682554" y="749578"/>
                  <a:pt x="1709143" y="709293"/>
                </a:cubicBezTo>
                <a:close/>
                <a:moveTo>
                  <a:pt x="985097" y="709293"/>
                </a:moveTo>
                <a:lnTo>
                  <a:pt x="1469893" y="709293"/>
                </a:lnTo>
                <a:lnTo>
                  <a:pt x="1469893" y="795531"/>
                </a:lnTo>
                <a:lnTo>
                  <a:pt x="985097" y="795531"/>
                </a:lnTo>
                <a:close/>
                <a:moveTo>
                  <a:pt x="0" y="709293"/>
                </a:moveTo>
                <a:lnTo>
                  <a:pt x="877145" y="709293"/>
                </a:lnTo>
                <a:lnTo>
                  <a:pt x="877145" y="795531"/>
                </a:lnTo>
                <a:lnTo>
                  <a:pt x="0" y="795531"/>
                </a:lnTo>
                <a:close/>
                <a:moveTo>
                  <a:pt x="4189251" y="709292"/>
                </a:moveTo>
                <a:lnTo>
                  <a:pt x="4662658" y="709292"/>
                </a:lnTo>
                <a:cubicBezTo>
                  <a:pt x="4666812" y="737581"/>
                  <a:pt x="4669621" y="766357"/>
                  <a:pt x="4671191" y="795530"/>
                </a:cubicBezTo>
                <a:lnTo>
                  <a:pt x="4197682" y="795530"/>
                </a:lnTo>
                <a:cubicBezTo>
                  <a:pt x="4197148" y="765777"/>
                  <a:pt x="4194298" y="736917"/>
                  <a:pt x="4189251" y="709292"/>
                </a:cubicBezTo>
                <a:close/>
                <a:moveTo>
                  <a:pt x="3302730" y="709292"/>
                </a:moveTo>
                <a:lnTo>
                  <a:pt x="3776138" y="709292"/>
                </a:lnTo>
                <a:cubicBezTo>
                  <a:pt x="3771091" y="736917"/>
                  <a:pt x="3768241" y="765777"/>
                  <a:pt x="3767701" y="795530"/>
                </a:cubicBezTo>
                <a:lnTo>
                  <a:pt x="3294197" y="795530"/>
                </a:lnTo>
                <a:cubicBezTo>
                  <a:pt x="3295768" y="766357"/>
                  <a:pt x="3298581" y="737581"/>
                  <a:pt x="3302730" y="709292"/>
                </a:cubicBezTo>
                <a:close/>
                <a:moveTo>
                  <a:pt x="10418948" y="565540"/>
                </a:moveTo>
                <a:lnTo>
                  <a:pt x="10949595" y="565540"/>
                </a:lnTo>
                <a:cubicBezTo>
                  <a:pt x="10953670" y="570456"/>
                  <a:pt x="10958769" y="574162"/>
                  <a:pt x="10964075" y="577567"/>
                </a:cubicBezTo>
                <a:lnTo>
                  <a:pt x="11026395" y="628529"/>
                </a:lnTo>
                <a:lnTo>
                  <a:pt x="10434083" y="628529"/>
                </a:lnTo>
                <a:cubicBezTo>
                  <a:pt x="10426940" y="608233"/>
                  <a:pt x="10421851" y="587175"/>
                  <a:pt x="10418948" y="565540"/>
                </a:cubicBezTo>
                <a:close/>
                <a:moveTo>
                  <a:pt x="9781432" y="564344"/>
                </a:moveTo>
                <a:lnTo>
                  <a:pt x="10286039" y="564344"/>
                </a:lnTo>
                <a:lnTo>
                  <a:pt x="10286039" y="627199"/>
                </a:lnTo>
                <a:lnTo>
                  <a:pt x="9781432" y="627199"/>
                </a:lnTo>
                <a:close/>
                <a:moveTo>
                  <a:pt x="8877431" y="564344"/>
                </a:moveTo>
                <a:lnTo>
                  <a:pt x="9382033" y="564344"/>
                </a:lnTo>
                <a:lnTo>
                  <a:pt x="9382033" y="627199"/>
                </a:lnTo>
                <a:lnTo>
                  <a:pt x="8877431" y="627199"/>
                </a:lnTo>
                <a:close/>
                <a:moveTo>
                  <a:pt x="8042875" y="564344"/>
                </a:moveTo>
                <a:lnTo>
                  <a:pt x="8501703" y="564344"/>
                </a:lnTo>
                <a:lnTo>
                  <a:pt x="8501703" y="627199"/>
                </a:lnTo>
                <a:lnTo>
                  <a:pt x="8042875" y="627199"/>
                </a:lnTo>
                <a:close/>
                <a:moveTo>
                  <a:pt x="7193139" y="564344"/>
                </a:moveTo>
                <a:lnTo>
                  <a:pt x="7929154" y="564344"/>
                </a:lnTo>
                <a:lnTo>
                  <a:pt x="7958244" y="627199"/>
                </a:lnTo>
                <a:lnTo>
                  <a:pt x="7193139" y="627199"/>
                </a:lnTo>
                <a:close/>
                <a:moveTo>
                  <a:pt x="6188669" y="564344"/>
                </a:moveTo>
                <a:lnTo>
                  <a:pt x="6674501" y="564344"/>
                </a:lnTo>
                <a:lnTo>
                  <a:pt x="6674501" y="627199"/>
                </a:lnTo>
                <a:lnTo>
                  <a:pt x="6188669" y="627199"/>
                </a:lnTo>
                <a:close/>
                <a:moveTo>
                  <a:pt x="5574793" y="564344"/>
                </a:moveTo>
                <a:lnTo>
                  <a:pt x="6073294" y="564344"/>
                </a:lnTo>
                <a:lnTo>
                  <a:pt x="6073294" y="627199"/>
                </a:lnTo>
                <a:lnTo>
                  <a:pt x="5574793" y="627199"/>
                </a:lnTo>
                <a:close/>
                <a:moveTo>
                  <a:pt x="4792811" y="564344"/>
                </a:moveTo>
                <a:lnTo>
                  <a:pt x="5291307" y="564344"/>
                </a:lnTo>
                <a:lnTo>
                  <a:pt x="5291307" y="627199"/>
                </a:lnTo>
                <a:lnTo>
                  <a:pt x="4792811" y="627199"/>
                </a:lnTo>
                <a:close/>
                <a:moveTo>
                  <a:pt x="2285298" y="564344"/>
                </a:moveTo>
                <a:lnTo>
                  <a:pt x="2771132" y="564344"/>
                </a:lnTo>
                <a:lnTo>
                  <a:pt x="2771132" y="627199"/>
                </a:lnTo>
                <a:lnTo>
                  <a:pt x="2285298" y="627199"/>
                </a:lnTo>
                <a:close/>
                <a:moveTo>
                  <a:pt x="1743635" y="564344"/>
                </a:moveTo>
                <a:lnTo>
                  <a:pt x="2184512" y="564344"/>
                </a:lnTo>
                <a:cubicBezTo>
                  <a:pt x="2184766" y="566886"/>
                  <a:pt x="2184779" y="569428"/>
                  <a:pt x="2184779" y="571975"/>
                </a:cubicBezTo>
                <a:lnTo>
                  <a:pt x="2181588" y="627199"/>
                </a:lnTo>
                <a:lnTo>
                  <a:pt x="1742032" y="627199"/>
                </a:lnTo>
                <a:cubicBezTo>
                  <a:pt x="1744814" y="614498"/>
                  <a:pt x="1746020" y="601328"/>
                  <a:pt x="1746020" y="587881"/>
                </a:cubicBezTo>
                <a:close/>
                <a:moveTo>
                  <a:pt x="985097" y="564344"/>
                </a:moveTo>
                <a:lnTo>
                  <a:pt x="1469893" y="564344"/>
                </a:lnTo>
                <a:lnTo>
                  <a:pt x="1469893" y="627199"/>
                </a:lnTo>
                <a:lnTo>
                  <a:pt x="985097" y="627199"/>
                </a:lnTo>
                <a:close/>
                <a:moveTo>
                  <a:pt x="0" y="564344"/>
                </a:moveTo>
                <a:lnTo>
                  <a:pt x="505721" y="564344"/>
                </a:lnTo>
                <a:lnTo>
                  <a:pt x="505721" y="627199"/>
                </a:lnTo>
                <a:lnTo>
                  <a:pt x="0" y="627199"/>
                </a:lnTo>
                <a:close/>
                <a:moveTo>
                  <a:pt x="4156173" y="564343"/>
                </a:moveTo>
                <a:lnTo>
                  <a:pt x="4635244" y="564343"/>
                </a:lnTo>
                <a:cubicBezTo>
                  <a:pt x="4640872" y="584882"/>
                  <a:pt x="4645555" y="605853"/>
                  <a:pt x="4649285" y="627198"/>
                </a:cubicBezTo>
                <a:lnTo>
                  <a:pt x="4173561" y="627198"/>
                </a:lnTo>
                <a:cubicBezTo>
                  <a:pt x="4169315" y="604960"/>
                  <a:pt x="4163223" y="584012"/>
                  <a:pt x="4156173" y="564343"/>
                </a:cubicBezTo>
                <a:close/>
                <a:moveTo>
                  <a:pt x="3330140" y="564343"/>
                </a:moveTo>
                <a:lnTo>
                  <a:pt x="3809216" y="564343"/>
                </a:lnTo>
                <a:cubicBezTo>
                  <a:pt x="3802169" y="584012"/>
                  <a:pt x="3796073" y="604960"/>
                  <a:pt x="3791828" y="627198"/>
                </a:cubicBezTo>
                <a:lnTo>
                  <a:pt x="3316108" y="627198"/>
                </a:lnTo>
                <a:cubicBezTo>
                  <a:pt x="3319832" y="605853"/>
                  <a:pt x="3324517" y="584882"/>
                  <a:pt x="3330140" y="564343"/>
                </a:cubicBezTo>
                <a:close/>
                <a:moveTo>
                  <a:pt x="11305691" y="441367"/>
                </a:moveTo>
                <a:lnTo>
                  <a:pt x="11306110" y="441367"/>
                </a:lnTo>
                <a:lnTo>
                  <a:pt x="11306110" y="441726"/>
                </a:lnTo>
                <a:close/>
                <a:moveTo>
                  <a:pt x="10419150" y="441367"/>
                </a:moveTo>
                <a:lnTo>
                  <a:pt x="10893359" y="441367"/>
                </a:lnTo>
                <a:cubicBezTo>
                  <a:pt x="10886582" y="455880"/>
                  <a:pt x="10890875" y="469945"/>
                  <a:pt x="10894757" y="483273"/>
                </a:cubicBezTo>
                <a:lnTo>
                  <a:pt x="10419058" y="483273"/>
                </a:lnTo>
                <a:cubicBezTo>
                  <a:pt x="10417969" y="476587"/>
                  <a:pt x="10417854" y="469854"/>
                  <a:pt x="10417854" y="463084"/>
                </a:cubicBezTo>
                <a:close/>
                <a:moveTo>
                  <a:pt x="9781432" y="440432"/>
                </a:moveTo>
                <a:lnTo>
                  <a:pt x="10286039" y="440432"/>
                </a:lnTo>
                <a:lnTo>
                  <a:pt x="10286039" y="482250"/>
                </a:lnTo>
                <a:lnTo>
                  <a:pt x="9781432" y="482250"/>
                </a:lnTo>
                <a:close/>
                <a:moveTo>
                  <a:pt x="8877431" y="440432"/>
                </a:moveTo>
                <a:lnTo>
                  <a:pt x="9382033" y="440432"/>
                </a:lnTo>
                <a:lnTo>
                  <a:pt x="9382033" y="482250"/>
                </a:lnTo>
                <a:lnTo>
                  <a:pt x="8877431" y="482250"/>
                </a:lnTo>
                <a:close/>
                <a:moveTo>
                  <a:pt x="8042875" y="440432"/>
                </a:moveTo>
                <a:lnTo>
                  <a:pt x="8501703" y="440432"/>
                </a:lnTo>
                <a:lnTo>
                  <a:pt x="8501703" y="482250"/>
                </a:lnTo>
                <a:lnTo>
                  <a:pt x="8042875" y="482250"/>
                </a:lnTo>
                <a:close/>
                <a:moveTo>
                  <a:pt x="7193139" y="440432"/>
                </a:moveTo>
                <a:lnTo>
                  <a:pt x="7871807" y="440432"/>
                </a:lnTo>
                <a:lnTo>
                  <a:pt x="7891162" y="482250"/>
                </a:lnTo>
                <a:lnTo>
                  <a:pt x="7193139" y="482250"/>
                </a:lnTo>
                <a:close/>
                <a:moveTo>
                  <a:pt x="6188669" y="440432"/>
                </a:moveTo>
                <a:lnTo>
                  <a:pt x="6674501" y="440432"/>
                </a:lnTo>
                <a:lnTo>
                  <a:pt x="6674501" y="482250"/>
                </a:lnTo>
                <a:lnTo>
                  <a:pt x="6188669" y="482250"/>
                </a:lnTo>
                <a:close/>
                <a:moveTo>
                  <a:pt x="5574793" y="440432"/>
                </a:moveTo>
                <a:lnTo>
                  <a:pt x="6073294" y="440432"/>
                </a:lnTo>
                <a:lnTo>
                  <a:pt x="6073294" y="482250"/>
                </a:lnTo>
                <a:lnTo>
                  <a:pt x="5574793" y="482250"/>
                </a:lnTo>
                <a:close/>
                <a:moveTo>
                  <a:pt x="4792811" y="440432"/>
                </a:moveTo>
                <a:lnTo>
                  <a:pt x="5291307" y="440432"/>
                </a:lnTo>
                <a:lnTo>
                  <a:pt x="5291307" y="482250"/>
                </a:lnTo>
                <a:lnTo>
                  <a:pt x="4792811" y="482250"/>
                </a:lnTo>
                <a:close/>
                <a:moveTo>
                  <a:pt x="2285298" y="440432"/>
                </a:moveTo>
                <a:lnTo>
                  <a:pt x="2771132" y="440432"/>
                </a:lnTo>
                <a:lnTo>
                  <a:pt x="2771132" y="482250"/>
                </a:lnTo>
                <a:lnTo>
                  <a:pt x="2285298" y="482250"/>
                </a:lnTo>
                <a:close/>
                <a:moveTo>
                  <a:pt x="1688066" y="440432"/>
                </a:moveTo>
                <a:lnTo>
                  <a:pt x="2171374" y="440432"/>
                </a:lnTo>
                <a:cubicBezTo>
                  <a:pt x="2174308" y="454201"/>
                  <a:pt x="2176703" y="468150"/>
                  <a:pt x="2178605" y="482250"/>
                </a:cubicBezTo>
                <a:lnTo>
                  <a:pt x="1717768" y="482250"/>
                </a:lnTo>
                <a:cubicBezTo>
                  <a:pt x="1710308" y="466635"/>
                  <a:pt x="1700209" y="452603"/>
                  <a:pt x="1688066" y="440432"/>
                </a:cubicBezTo>
                <a:close/>
                <a:moveTo>
                  <a:pt x="985097" y="440432"/>
                </a:moveTo>
                <a:lnTo>
                  <a:pt x="1469893" y="440432"/>
                </a:lnTo>
                <a:lnTo>
                  <a:pt x="1469893" y="482250"/>
                </a:lnTo>
                <a:lnTo>
                  <a:pt x="985097" y="482250"/>
                </a:lnTo>
                <a:close/>
                <a:moveTo>
                  <a:pt x="0" y="440432"/>
                </a:moveTo>
                <a:lnTo>
                  <a:pt x="505721" y="440432"/>
                </a:lnTo>
                <a:lnTo>
                  <a:pt x="505721" y="482250"/>
                </a:lnTo>
                <a:lnTo>
                  <a:pt x="0" y="482250"/>
                </a:lnTo>
                <a:close/>
                <a:moveTo>
                  <a:pt x="4093268" y="440431"/>
                </a:moveTo>
                <a:lnTo>
                  <a:pt x="4597023" y="440431"/>
                </a:lnTo>
                <a:cubicBezTo>
                  <a:pt x="4602558" y="454039"/>
                  <a:pt x="4607425" y="468006"/>
                  <a:pt x="4611768" y="482249"/>
                </a:cubicBezTo>
                <a:lnTo>
                  <a:pt x="4120709" y="482249"/>
                </a:lnTo>
                <a:cubicBezTo>
                  <a:pt x="4112199" y="466767"/>
                  <a:pt x="4103118" y="452703"/>
                  <a:pt x="4093268" y="440431"/>
                </a:cubicBezTo>
                <a:close/>
                <a:moveTo>
                  <a:pt x="3368371" y="440431"/>
                </a:moveTo>
                <a:lnTo>
                  <a:pt x="3872116" y="440431"/>
                </a:lnTo>
                <a:cubicBezTo>
                  <a:pt x="3862266" y="452703"/>
                  <a:pt x="3853190" y="466767"/>
                  <a:pt x="3844680" y="482249"/>
                </a:cubicBezTo>
                <a:lnTo>
                  <a:pt x="3353616" y="482249"/>
                </a:lnTo>
                <a:cubicBezTo>
                  <a:pt x="3357959" y="468006"/>
                  <a:pt x="3362831" y="454039"/>
                  <a:pt x="3368371" y="440431"/>
                </a:cubicBezTo>
                <a:close/>
                <a:moveTo>
                  <a:pt x="11223979" y="437563"/>
                </a:moveTo>
                <a:lnTo>
                  <a:pt x="11304274" y="437563"/>
                </a:lnTo>
                <a:lnTo>
                  <a:pt x="11304274" y="487440"/>
                </a:lnTo>
                <a:lnTo>
                  <a:pt x="11274504" y="487440"/>
                </a:lnTo>
                <a:close/>
                <a:moveTo>
                  <a:pt x="10437485" y="312620"/>
                </a:moveTo>
                <a:lnTo>
                  <a:pt x="11305204" y="312620"/>
                </a:lnTo>
                <a:lnTo>
                  <a:pt x="11305204" y="323517"/>
                </a:lnTo>
                <a:lnTo>
                  <a:pt x="11306110" y="323517"/>
                </a:lnTo>
                <a:lnTo>
                  <a:pt x="11306110" y="351547"/>
                </a:lnTo>
                <a:lnTo>
                  <a:pt x="11306110" y="359098"/>
                </a:lnTo>
                <a:lnTo>
                  <a:pt x="11305204" y="359098"/>
                </a:lnTo>
                <a:lnTo>
                  <a:pt x="11305204" y="363528"/>
                </a:lnTo>
                <a:lnTo>
                  <a:pt x="10423824" y="363528"/>
                </a:lnTo>
                <a:lnTo>
                  <a:pt x="10429797" y="336441"/>
                </a:lnTo>
                <a:close/>
                <a:moveTo>
                  <a:pt x="9781432" y="312620"/>
                </a:moveTo>
                <a:lnTo>
                  <a:pt x="10286039" y="312620"/>
                </a:lnTo>
                <a:lnTo>
                  <a:pt x="10286039" y="322833"/>
                </a:lnTo>
                <a:lnTo>
                  <a:pt x="10286039" y="358338"/>
                </a:lnTo>
                <a:lnTo>
                  <a:pt x="10286039" y="358339"/>
                </a:lnTo>
                <a:lnTo>
                  <a:pt x="9781432" y="358339"/>
                </a:lnTo>
                <a:lnTo>
                  <a:pt x="9781432" y="358338"/>
                </a:lnTo>
                <a:lnTo>
                  <a:pt x="9781432" y="322833"/>
                </a:lnTo>
                <a:close/>
                <a:moveTo>
                  <a:pt x="8611213" y="312620"/>
                </a:moveTo>
                <a:lnTo>
                  <a:pt x="9666891" y="312620"/>
                </a:lnTo>
                <a:lnTo>
                  <a:pt x="9666891" y="322833"/>
                </a:lnTo>
                <a:lnTo>
                  <a:pt x="9668568" y="322833"/>
                </a:lnTo>
                <a:lnTo>
                  <a:pt x="9668568" y="358338"/>
                </a:lnTo>
                <a:lnTo>
                  <a:pt x="9666891" y="358338"/>
                </a:lnTo>
                <a:lnTo>
                  <a:pt x="9666891" y="358339"/>
                </a:lnTo>
                <a:lnTo>
                  <a:pt x="8611213" y="358339"/>
                </a:lnTo>
                <a:close/>
                <a:moveTo>
                  <a:pt x="8037009" y="312620"/>
                </a:moveTo>
                <a:lnTo>
                  <a:pt x="8500026" y="312620"/>
                </a:lnTo>
                <a:lnTo>
                  <a:pt x="8500026" y="322833"/>
                </a:lnTo>
                <a:lnTo>
                  <a:pt x="8501703" y="322833"/>
                </a:lnTo>
                <a:lnTo>
                  <a:pt x="8501703" y="358338"/>
                </a:lnTo>
                <a:lnTo>
                  <a:pt x="8500026" y="358338"/>
                </a:lnTo>
                <a:lnTo>
                  <a:pt x="8500026" y="358339"/>
                </a:lnTo>
                <a:lnTo>
                  <a:pt x="8037009" y="358339"/>
                </a:lnTo>
                <a:close/>
                <a:moveTo>
                  <a:pt x="7193139" y="312620"/>
                </a:moveTo>
                <a:lnTo>
                  <a:pt x="7812777" y="312620"/>
                </a:lnTo>
                <a:lnTo>
                  <a:pt x="7833342" y="357178"/>
                </a:lnTo>
                <a:lnTo>
                  <a:pt x="7833342" y="357314"/>
                </a:lnTo>
                <a:lnTo>
                  <a:pt x="7833816" y="358338"/>
                </a:lnTo>
                <a:lnTo>
                  <a:pt x="7833342" y="358338"/>
                </a:lnTo>
                <a:lnTo>
                  <a:pt x="7833342" y="358339"/>
                </a:lnTo>
                <a:lnTo>
                  <a:pt x="7193139" y="358339"/>
                </a:lnTo>
                <a:lnTo>
                  <a:pt x="7193139" y="358338"/>
                </a:lnTo>
                <a:lnTo>
                  <a:pt x="7193139" y="322833"/>
                </a:lnTo>
                <a:close/>
                <a:moveTo>
                  <a:pt x="6184479" y="312620"/>
                </a:moveTo>
                <a:lnTo>
                  <a:pt x="7080274" y="312620"/>
                </a:lnTo>
                <a:lnTo>
                  <a:pt x="7080274" y="322833"/>
                </a:lnTo>
                <a:lnTo>
                  <a:pt x="7080275" y="322833"/>
                </a:lnTo>
                <a:lnTo>
                  <a:pt x="7080275" y="358338"/>
                </a:lnTo>
                <a:lnTo>
                  <a:pt x="7080274" y="358338"/>
                </a:lnTo>
                <a:lnTo>
                  <a:pt x="7080274" y="358339"/>
                </a:lnTo>
                <a:lnTo>
                  <a:pt x="6184479" y="358339"/>
                </a:lnTo>
                <a:close/>
                <a:moveTo>
                  <a:pt x="5574793" y="312620"/>
                </a:moveTo>
                <a:lnTo>
                  <a:pt x="6073294" y="312620"/>
                </a:lnTo>
                <a:lnTo>
                  <a:pt x="6073294" y="322833"/>
                </a:lnTo>
                <a:lnTo>
                  <a:pt x="6073294" y="358338"/>
                </a:lnTo>
                <a:lnTo>
                  <a:pt x="6073294" y="358339"/>
                </a:lnTo>
                <a:lnTo>
                  <a:pt x="5574793" y="358339"/>
                </a:lnTo>
                <a:lnTo>
                  <a:pt x="5574793" y="358338"/>
                </a:lnTo>
                <a:lnTo>
                  <a:pt x="5574793" y="322833"/>
                </a:lnTo>
                <a:close/>
                <a:moveTo>
                  <a:pt x="4792811" y="312620"/>
                </a:moveTo>
                <a:lnTo>
                  <a:pt x="5291307" y="312620"/>
                </a:lnTo>
                <a:lnTo>
                  <a:pt x="5291307" y="322833"/>
                </a:lnTo>
                <a:lnTo>
                  <a:pt x="5291307" y="358338"/>
                </a:lnTo>
                <a:lnTo>
                  <a:pt x="5291307" y="358339"/>
                </a:lnTo>
                <a:lnTo>
                  <a:pt x="4792811" y="358339"/>
                </a:lnTo>
                <a:lnTo>
                  <a:pt x="4792811" y="358338"/>
                </a:lnTo>
                <a:lnTo>
                  <a:pt x="4792811" y="322833"/>
                </a:lnTo>
                <a:close/>
                <a:moveTo>
                  <a:pt x="2285298" y="312620"/>
                </a:moveTo>
                <a:lnTo>
                  <a:pt x="3183254" y="312620"/>
                </a:lnTo>
                <a:lnTo>
                  <a:pt x="3183254" y="322833"/>
                </a:lnTo>
                <a:lnTo>
                  <a:pt x="3183254" y="358338"/>
                </a:lnTo>
                <a:lnTo>
                  <a:pt x="3183254" y="358339"/>
                </a:lnTo>
                <a:lnTo>
                  <a:pt x="2285298" y="358339"/>
                </a:lnTo>
                <a:lnTo>
                  <a:pt x="2285298" y="358338"/>
                </a:lnTo>
                <a:lnTo>
                  <a:pt x="2285298" y="322833"/>
                </a:lnTo>
                <a:close/>
                <a:moveTo>
                  <a:pt x="985097" y="312620"/>
                </a:moveTo>
                <a:lnTo>
                  <a:pt x="2135110" y="312620"/>
                </a:lnTo>
                <a:lnTo>
                  <a:pt x="2148730" y="358335"/>
                </a:lnTo>
                <a:lnTo>
                  <a:pt x="2148731" y="358338"/>
                </a:lnTo>
                <a:lnTo>
                  <a:pt x="2148731" y="358339"/>
                </a:lnTo>
                <a:lnTo>
                  <a:pt x="985097" y="358339"/>
                </a:lnTo>
                <a:lnTo>
                  <a:pt x="985097" y="358338"/>
                </a:lnTo>
                <a:lnTo>
                  <a:pt x="985097" y="322833"/>
                </a:lnTo>
                <a:close/>
                <a:moveTo>
                  <a:pt x="0" y="312620"/>
                </a:moveTo>
                <a:lnTo>
                  <a:pt x="877145" y="312620"/>
                </a:lnTo>
                <a:lnTo>
                  <a:pt x="877145" y="322833"/>
                </a:lnTo>
                <a:lnTo>
                  <a:pt x="877145" y="358338"/>
                </a:lnTo>
                <a:lnTo>
                  <a:pt x="877145" y="358339"/>
                </a:lnTo>
                <a:lnTo>
                  <a:pt x="0" y="358339"/>
                </a:lnTo>
                <a:lnTo>
                  <a:pt x="0" y="358338"/>
                </a:lnTo>
                <a:lnTo>
                  <a:pt x="0" y="322833"/>
                </a:lnTo>
                <a:close/>
                <a:moveTo>
                  <a:pt x="3426524" y="311140"/>
                </a:moveTo>
                <a:lnTo>
                  <a:pt x="4541246" y="311140"/>
                </a:lnTo>
                <a:lnTo>
                  <a:pt x="4565836" y="363528"/>
                </a:lnTo>
                <a:lnTo>
                  <a:pt x="3720591" y="363528"/>
                </a:lnTo>
                <a:lnTo>
                  <a:pt x="3720591" y="361147"/>
                </a:lnTo>
                <a:lnTo>
                  <a:pt x="3403052" y="361147"/>
                </a:lnTo>
                <a:close/>
                <a:moveTo>
                  <a:pt x="10479636" y="204267"/>
                </a:moveTo>
                <a:lnTo>
                  <a:pt x="10671926" y="204267"/>
                </a:lnTo>
                <a:lnTo>
                  <a:pt x="11306110" y="204267"/>
                </a:lnTo>
                <a:lnTo>
                  <a:pt x="11306110" y="241250"/>
                </a:lnTo>
                <a:lnTo>
                  <a:pt x="10671926" y="241250"/>
                </a:lnTo>
                <a:lnTo>
                  <a:pt x="10463420" y="241250"/>
                </a:lnTo>
                <a:close/>
                <a:moveTo>
                  <a:pt x="9781432" y="203834"/>
                </a:moveTo>
                <a:lnTo>
                  <a:pt x="10286039" y="203834"/>
                </a:lnTo>
                <a:lnTo>
                  <a:pt x="10286039" y="240739"/>
                </a:lnTo>
                <a:lnTo>
                  <a:pt x="9781432" y="240739"/>
                </a:lnTo>
                <a:close/>
                <a:moveTo>
                  <a:pt x="8612890" y="203834"/>
                </a:moveTo>
                <a:lnTo>
                  <a:pt x="9668568" y="203834"/>
                </a:lnTo>
                <a:lnTo>
                  <a:pt x="9668568" y="240739"/>
                </a:lnTo>
                <a:lnTo>
                  <a:pt x="8612890" y="240739"/>
                </a:lnTo>
                <a:close/>
                <a:moveTo>
                  <a:pt x="8042875" y="203834"/>
                </a:moveTo>
                <a:lnTo>
                  <a:pt x="8501703" y="203834"/>
                </a:lnTo>
                <a:lnTo>
                  <a:pt x="8501703" y="240739"/>
                </a:lnTo>
                <a:lnTo>
                  <a:pt x="8042875" y="240739"/>
                </a:lnTo>
                <a:close/>
                <a:moveTo>
                  <a:pt x="7193139" y="203834"/>
                </a:moveTo>
                <a:lnTo>
                  <a:pt x="7762309" y="203834"/>
                </a:lnTo>
                <a:lnTo>
                  <a:pt x="7779389" y="240739"/>
                </a:lnTo>
                <a:lnTo>
                  <a:pt x="7193139" y="240739"/>
                </a:lnTo>
                <a:close/>
                <a:moveTo>
                  <a:pt x="6188669" y="203834"/>
                </a:moveTo>
                <a:lnTo>
                  <a:pt x="7080275" y="203834"/>
                </a:lnTo>
                <a:lnTo>
                  <a:pt x="7080275" y="240739"/>
                </a:lnTo>
                <a:lnTo>
                  <a:pt x="6188669" y="240739"/>
                </a:lnTo>
                <a:close/>
                <a:moveTo>
                  <a:pt x="5574793" y="203834"/>
                </a:moveTo>
                <a:lnTo>
                  <a:pt x="6073294" y="203834"/>
                </a:lnTo>
                <a:lnTo>
                  <a:pt x="6073294" y="240739"/>
                </a:lnTo>
                <a:lnTo>
                  <a:pt x="5574793" y="240739"/>
                </a:lnTo>
                <a:close/>
                <a:moveTo>
                  <a:pt x="4792811" y="203834"/>
                </a:moveTo>
                <a:lnTo>
                  <a:pt x="5291307" y="203834"/>
                </a:lnTo>
                <a:lnTo>
                  <a:pt x="5291307" y="240739"/>
                </a:lnTo>
                <a:lnTo>
                  <a:pt x="4792811" y="240739"/>
                </a:lnTo>
                <a:close/>
                <a:moveTo>
                  <a:pt x="2285298" y="203834"/>
                </a:moveTo>
                <a:lnTo>
                  <a:pt x="3183254" y="203834"/>
                </a:lnTo>
                <a:lnTo>
                  <a:pt x="3183254" y="240739"/>
                </a:lnTo>
                <a:lnTo>
                  <a:pt x="2285298" y="240739"/>
                </a:lnTo>
                <a:close/>
                <a:moveTo>
                  <a:pt x="985097" y="203834"/>
                </a:moveTo>
                <a:lnTo>
                  <a:pt x="2069184" y="203834"/>
                </a:lnTo>
                <a:cubicBezTo>
                  <a:pt x="2078730" y="215259"/>
                  <a:pt x="2086715" y="227762"/>
                  <a:pt x="2093941" y="240739"/>
                </a:cubicBezTo>
                <a:lnTo>
                  <a:pt x="985097" y="240739"/>
                </a:lnTo>
                <a:close/>
                <a:moveTo>
                  <a:pt x="0" y="203834"/>
                </a:moveTo>
                <a:lnTo>
                  <a:pt x="877145" y="203834"/>
                </a:lnTo>
                <a:lnTo>
                  <a:pt x="877145" y="240739"/>
                </a:lnTo>
                <a:lnTo>
                  <a:pt x="0" y="240739"/>
                </a:lnTo>
                <a:close/>
                <a:moveTo>
                  <a:pt x="3491565" y="203833"/>
                </a:moveTo>
                <a:lnTo>
                  <a:pt x="4473824" y="203833"/>
                </a:lnTo>
                <a:cubicBezTo>
                  <a:pt x="4482698" y="215677"/>
                  <a:pt x="4491028" y="228051"/>
                  <a:pt x="4499119" y="240738"/>
                </a:cubicBezTo>
                <a:lnTo>
                  <a:pt x="3466269" y="240738"/>
                </a:lnTo>
                <a:cubicBezTo>
                  <a:pt x="3474361" y="228051"/>
                  <a:pt x="3482694" y="215677"/>
                  <a:pt x="3491565" y="203833"/>
                </a:cubicBezTo>
                <a:close/>
                <a:moveTo>
                  <a:pt x="10550205" y="96959"/>
                </a:moveTo>
                <a:lnTo>
                  <a:pt x="10671926" y="96959"/>
                </a:lnTo>
                <a:lnTo>
                  <a:pt x="11306110" y="96959"/>
                </a:lnTo>
                <a:lnTo>
                  <a:pt x="11306110" y="121993"/>
                </a:lnTo>
                <a:lnTo>
                  <a:pt x="10671926" y="121993"/>
                </a:lnTo>
                <a:lnTo>
                  <a:pt x="10531544" y="121993"/>
                </a:lnTo>
                <a:close/>
                <a:moveTo>
                  <a:pt x="9781432" y="96753"/>
                </a:moveTo>
                <a:lnTo>
                  <a:pt x="10286039" y="96753"/>
                </a:lnTo>
                <a:lnTo>
                  <a:pt x="10286039" y="121735"/>
                </a:lnTo>
                <a:lnTo>
                  <a:pt x="9781432" y="121735"/>
                </a:lnTo>
                <a:close/>
                <a:moveTo>
                  <a:pt x="8612890" y="96753"/>
                </a:moveTo>
                <a:lnTo>
                  <a:pt x="9668568" y="96753"/>
                </a:lnTo>
                <a:lnTo>
                  <a:pt x="9668568" y="121735"/>
                </a:lnTo>
                <a:lnTo>
                  <a:pt x="8612890" y="121735"/>
                </a:lnTo>
                <a:close/>
                <a:moveTo>
                  <a:pt x="8042875" y="96753"/>
                </a:moveTo>
                <a:lnTo>
                  <a:pt x="8501703" y="96753"/>
                </a:lnTo>
                <a:lnTo>
                  <a:pt x="8501703" y="121735"/>
                </a:lnTo>
                <a:lnTo>
                  <a:pt x="8042875" y="121735"/>
                </a:lnTo>
                <a:close/>
                <a:moveTo>
                  <a:pt x="7193139" y="96753"/>
                </a:moveTo>
                <a:lnTo>
                  <a:pt x="7712749" y="96753"/>
                </a:lnTo>
                <a:lnTo>
                  <a:pt x="7724312" y="121735"/>
                </a:lnTo>
                <a:lnTo>
                  <a:pt x="7193139" y="121735"/>
                </a:lnTo>
                <a:close/>
                <a:moveTo>
                  <a:pt x="6188669" y="96753"/>
                </a:moveTo>
                <a:lnTo>
                  <a:pt x="7080275" y="96753"/>
                </a:lnTo>
                <a:lnTo>
                  <a:pt x="7080275" y="121735"/>
                </a:lnTo>
                <a:lnTo>
                  <a:pt x="6188669" y="121735"/>
                </a:lnTo>
                <a:close/>
                <a:moveTo>
                  <a:pt x="5574793" y="96753"/>
                </a:moveTo>
                <a:lnTo>
                  <a:pt x="6073294" y="96753"/>
                </a:lnTo>
                <a:lnTo>
                  <a:pt x="6073294" y="121735"/>
                </a:lnTo>
                <a:lnTo>
                  <a:pt x="5574793" y="121735"/>
                </a:lnTo>
                <a:close/>
                <a:moveTo>
                  <a:pt x="4792811" y="96753"/>
                </a:moveTo>
                <a:lnTo>
                  <a:pt x="5291307" y="96753"/>
                </a:lnTo>
                <a:lnTo>
                  <a:pt x="5291307" y="121735"/>
                </a:lnTo>
                <a:lnTo>
                  <a:pt x="4792811" y="121735"/>
                </a:lnTo>
                <a:close/>
                <a:moveTo>
                  <a:pt x="2285298" y="96753"/>
                </a:moveTo>
                <a:lnTo>
                  <a:pt x="3183254" y="96753"/>
                </a:lnTo>
                <a:lnTo>
                  <a:pt x="3183254" y="121735"/>
                </a:lnTo>
                <a:lnTo>
                  <a:pt x="2285298" y="121735"/>
                </a:lnTo>
                <a:close/>
                <a:moveTo>
                  <a:pt x="985097" y="96753"/>
                </a:moveTo>
                <a:lnTo>
                  <a:pt x="1978552" y="96753"/>
                </a:lnTo>
                <a:cubicBezTo>
                  <a:pt x="1987269" y="104388"/>
                  <a:pt x="1995490" y="112539"/>
                  <a:pt x="2002599" y="121735"/>
                </a:cubicBezTo>
                <a:lnTo>
                  <a:pt x="985097" y="121735"/>
                </a:lnTo>
                <a:close/>
                <a:moveTo>
                  <a:pt x="0" y="96753"/>
                </a:moveTo>
                <a:lnTo>
                  <a:pt x="877145" y="96753"/>
                </a:lnTo>
                <a:lnTo>
                  <a:pt x="877145" y="121735"/>
                </a:lnTo>
                <a:lnTo>
                  <a:pt x="0" y="121735"/>
                </a:lnTo>
                <a:close/>
                <a:moveTo>
                  <a:pt x="3581580" y="96752"/>
                </a:moveTo>
                <a:lnTo>
                  <a:pt x="4383809" y="96752"/>
                </a:lnTo>
                <a:cubicBezTo>
                  <a:pt x="4392080" y="104604"/>
                  <a:pt x="4400028" y="112884"/>
                  <a:pt x="4407456" y="121734"/>
                </a:cubicBezTo>
                <a:lnTo>
                  <a:pt x="3557933" y="121734"/>
                </a:lnTo>
                <a:cubicBezTo>
                  <a:pt x="3565365" y="112884"/>
                  <a:pt x="3573309" y="104604"/>
                  <a:pt x="3581580" y="96752"/>
                </a:cubicBezTo>
                <a:close/>
                <a:moveTo>
                  <a:pt x="10683999" y="1"/>
                </a:moveTo>
                <a:lnTo>
                  <a:pt x="10743787" y="1"/>
                </a:lnTo>
                <a:cubicBezTo>
                  <a:pt x="10762889" y="1"/>
                  <a:pt x="10781796" y="856"/>
                  <a:pt x="10800434" y="2849"/>
                </a:cubicBezTo>
                <a:lnTo>
                  <a:pt x="10800434" y="1"/>
                </a:lnTo>
                <a:lnTo>
                  <a:pt x="11306110" y="1"/>
                </a:lnTo>
                <a:lnTo>
                  <a:pt x="11306110" y="14690"/>
                </a:lnTo>
                <a:lnTo>
                  <a:pt x="10671926" y="14690"/>
                </a:lnTo>
                <a:lnTo>
                  <a:pt x="10634292" y="14690"/>
                </a:lnTo>
                <a:cubicBezTo>
                  <a:pt x="10638035" y="10809"/>
                  <a:pt x="10642253" y="7500"/>
                  <a:pt x="10646512" y="4251"/>
                </a:cubicBezTo>
                <a:lnTo>
                  <a:pt x="10646512" y="2687"/>
                </a:lnTo>
                <a:lnTo>
                  <a:pt x="10671926" y="1221"/>
                </a:lnTo>
                <a:lnTo>
                  <a:pt x="10671926" y="697"/>
                </a:lnTo>
                <a:close/>
                <a:moveTo>
                  <a:pt x="9781432" y="1"/>
                </a:moveTo>
                <a:lnTo>
                  <a:pt x="10286039" y="1"/>
                </a:lnTo>
                <a:lnTo>
                  <a:pt x="10286039" y="14659"/>
                </a:lnTo>
                <a:lnTo>
                  <a:pt x="9781432" y="14659"/>
                </a:lnTo>
                <a:close/>
                <a:moveTo>
                  <a:pt x="8612890" y="1"/>
                </a:moveTo>
                <a:lnTo>
                  <a:pt x="9668568" y="1"/>
                </a:lnTo>
                <a:lnTo>
                  <a:pt x="9668568" y="14659"/>
                </a:lnTo>
                <a:lnTo>
                  <a:pt x="8612890" y="14659"/>
                </a:lnTo>
                <a:close/>
                <a:moveTo>
                  <a:pt x="8042875" y="1"/>
                </a:moveTo>
                <a:lnTo>
                  <a:pt x="8501703" y="1"/>
                </a:lnTo>
                <a:lnTo>
                  <a:pt x="8501703" y="14659"/>
                </a:lnTo>
                <a:lnTo>
                  <a:pt x="8042875" y="14659"/>
                </a:lnTo>
                <a:close/>
                <a:moveTo>
                  <a:pt x="7193139" y="1"/>
                </a:moveTo>
                <a:lnTo>
                  <a:pt x="7667970" y="1"/>
                </a:lnTo>
                <a:lnTo>
                  <a:pt x="7674758" y="14659"/>
                </a:lnTo>
                <a:lnTo>
                  <a:pt x="7193139" y="14659"/>
                </a:lnTo>
                <a:close/>
                <a:moveTo>
                  <a:pt x="6188669" y="1"/>
                </a:moveTo>
                <a:lnTo>
                  <a:pt x="7080275" y="1"/>
                </a:lnTo>
                <a:lnTo>
                  <a:pt x="7080275" y="14659"/>
                </a:lnTo>
                <a:lnTo>
                  <a:pt x="6188669" y="14659"/>
                </a:lnTo>
                <a:close/>
                <a:moveTo>
                  <a:pt x="5574793" y="1"/>
                </a:moveTo>
                <a:lnTo>
                  <a:pt x="6073294" y="1"/>
                </a:lnTo>
                <a:lnTo>
                  <a:pt x="6073294" y="14659"/>
                </a:lnTo>
                <a:lnTo>
                  <a:pt x="5574793" y="14659"/>
                </a:lnTo>
                <a:close/>
                <a:moveTo>
                  <a:pt x="4792811" y="1"/>
                </a:moveTo>
                <a:lnTo>
                  <a:pt x="5291307" y="1"/>
                </a:lnTo>
                <a:lnTo>
                  <a:pt x="5291307" y="14659"/>
                </a:lnTo>
                <a:lnTo>
                  <a:pt x="4792811" y="14659"/>
                </a:lnTo>
                <a:close/>
                <a:moveTo>
                  <a:pt x="2285298" y="1"/>
                </a:moveTo>
                <a:lnTo>
                  <a:pt x="3183254" y="1"/>
                </a:lnTo>
                <a:lnTo>
                  <a:pt x="3183254" y="14659"/>
                </a:lnTo>
                <a:lnTo>
                  <a:pt x="2285298" y="14659"/>
                </a:lnTo>
                <a:close/>
                <a:moveTo>
                  <a:pt x="985097" y="1"/>
                </a:moveTo>
                <a:lnTo>
                  <a:pt x="1846470" y="1"/>
                </a:lnTo>
                <a:lnTo>
                  <a:pt x="1869376" y="14659"/>
                </a:lnTo>
                <a:lnTo>
                  <a:pt x="985097" y="14659"/>
                </a:lnTo>
                <a:close/>
                <a:moveTo>
                  <a:pt x="0" y="1"/>
                </a:moveTo>
                <a:lnTo>
                  <a:pt x="877145" y="1"/>
                </a:lnTo>
                <a:lnTo>
                  <a:pt x="877145" y="14659"/>
                </a:lnTo>
                <a:lnTo>
                  <a:pt x="0" y="14659"/>
                </a:lnTo>
                <a:close/>
                <a:moveTo>
                  <a:pt x="3702830" y="0"/>
                </a:moveTo>
                <a:lnTo>
                  <a:pt x="4262563" y="0"/>
                </a:lnTo>
                <a:lnTo>
                  <a:pt x="4284257" y="14658"/>
                </a:lnTo>
                <a:lnTo>
                  <a:pt x="3681132" y="1465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tIns="90000" bIns="90000" rtlCol="0" anchor="t" anchorCtr="0">
            <a:no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endParaRPr lang="en-US" sz="1800" dirty="0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88817237"/>
      </p:ext>
    </p:extLst>
  </p:cSld>
  <p:clrMapOvr>
    <a:masterClrMapping/>
  </p:clrMapOvr>
  <p:transition spd="slow">
    <p:fade/>
  </p:transition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Agenda point 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2B9BDB98-88ED-7DAE-ED01-797EBBE4DC6B}"/>
              </a:ext>
            </a:extLst>
          </p:cNvPr>
          <p:cNvSpPr/>
          <p:nvPr userDrawn="1"/>
        </p:nvSpPr>
        <p:spPr>
          <a:xfrm>
            <a:off x="3222676" y="0"/>
            <a:ext cx="5921323" cy="5143500"/>
          </a:xfrm>
          <a:prstGeom prst="rect">
            <a:avLst/>
          </a:prstGeom>
          <a:solidFill>
            <a:schemeClr val="bg1"/>
          </a:solidFill>
          <a:ln>
            <a:noFill/>
            <a:miter lim="800000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90000" rIns="72000" bIns="72000" rtlCol="0" anchor="t" anchorCtr="0"/>
          <a:lstStyle/>
          <a:p>
            <a:pPr algn="l" fontAlgn="auto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</a:pPr>
            <a:endParaRPr lang="en-GB" sz="1400" dirty="0">
              <a:solidFill>
                <a:schemeClr val="bg2"/>
              </a:solidFill>
            </a:endParaRP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903094B9-872F-F07E-248C-D1441F5721A8}"/>
              </a:ext>
            </a:extLst>
          </p:cNvPr>
          <p:cNvGrpSpPr/>
          <p:nvPr userDrawn="1"/>
        </p:nvGrpSpPr>
        <p:grpSpPr>
          <a:xfrm>
            <a:off x="0" y="0"/>
            <a:ext cx="2267744" cy="5143499"/>
            <a:chOff x="0" y="0"/>
            <a:chExt cx="2267744" cy="5143499"/>
          </a:xfrm>
        </p:grpSpPr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21BCA90A-C11C-C78E-8A38-9EA08A99CA66}"/>
                </a:ext>
              </a:extLst>
            </p:cNvPr>
            <p:cNvSpPr>
              <a:spLocks/>
            </p:cNvSpPr>
            <p:nvPr userDrawn="1"/>
          </p:nvSpPr>
          <p:spPr>
            <a:xfrm>
              <a:off x="0" y="3826518"/>
              <a:ext cx="2267744" cy="1316981"/>
            </a:xfrm>
            <a:prstGeom prst="rect">
              <a:avLst/>
            </a:prstGeom>
            <a:blipFill>
              <a:blip r:embed="rId2"/>
              <a:srcRect/>
              <a:stretch>
                <a:fillRect l="-22358" t="-10692" r="8757" b="-84920"/>
              </a:stretch>
            </a:blip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square" tIns="90000" bIns="90000" rtlCol="0" anchor="t" anchorCtr="0">
              <a:noAutofit/>
            </a:bodyPr>
            <a:lstStyle/>
            <a:p>
              <a:pPr algn="ctr" defTabSz="457200"/>
              <a:endParaRPr lang="en-GB" sz="1800" noProof="0">
                <a:solidFill>
                  <a:srgbClr val="F78F1E"/>
                </a:solidFill>
              </a:endParaRPr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6DEBB491-E457-491B-0B39-5541A8AC88F1}"/>
                </a:ext>
              </a:extLst>
            </p:cNvPr>
            <p:cNvSpPr/>
            <p:nvPr userDrawn="1"/>
          </p:nvSpPr>
          <p:spPr>
            <a:xfrm>
              <a:off x="0" y="0"/>
              <a:ext cx="1871700" cy="3826518"/>
            </a:xfrm>
            <a:prstGeom prst="rect">
              <a:avLst/>
            </a:prstGeom>
            <a:gradFill flip="none" rotWithShape="1">
              <a:gsLst>
                <a:gs pos="21000">
                  <a:srgbClr val="2C82BD"/>
                </a:gs>
                <a:gs pos="0">
                  <a:srgbClr val="2F88C2"/>
                </a:gs>
                <a:gs pos="57000">
                  <a:srgbClr val="105A98"/>
                </a:gs>
                <a:gs pos="88000">
                  <a:schemeClr val="tx1"/>
                </a:gs>
              </a:gsLst>
              <a:lin ang="0" scaled="1"/>
              <a:tileRect/>
            </a:gradFill>
            <a:ln>
              <a:noFill/>
              <a:miter lim="800000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90000" rIns="72000" bIns="72000" rtlCol="0" anchor="t" anchorCtr="0"/>
            <a:lstStyle/>
            <a:p>
              <a:pPr algn="l" fontAlgn="auto">
                <a:lnSpc>
                  <a:spcPct val="90000"/>
                </a:lnSpc>
                <a:spcBef>
                  <a:spcPts val="0"/>
                </a:spcBef>
                <a:spcAft>
                  <a:spcPts val="600"/>
                </a:spcAft>
              </a:pPr>
              <a:endParaRPr lang="en-GB" sz="1400" dirty="0">
                <a:solidFill>
                  <a:schemeClr val="bg2"/>
                </a:solidFill>
              </a:endParaRPr>
            </a:p>
          </p:txBody>
        </p:sp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1F3F72CB-9D9E-A756-FD98-C4AE9CF866ED}"/>
                </a:ext>
              </a:extLst>
            </p:cNvPr>
            <p:cNvSpPr/>
            <p:nvPr userDrawn="1"/>
          </p:nvSpPr>
          <p:spPr>
            <a:xfrm>
              <a:off x="0" y="0"/>
              <a:ext cx="1871700" cy="4263938"/>
            </a:xfrm>
            <a:prstGeom prst="rect">
              <a:avLst/>
            </a:prstGeom>
            <a:gradFill flip="none" rotWithShape="1">
              <a:gsLst>
                <a:gs pos="0">
                  <a:schemeClr val="tx1">
                    <a:alpha val="78000"/>
                  </a:schemeClr>
                </a:gs>
                <a:gs pos="100000">
                  <a:schemeClr val="tx1">
                    <a:alpha val="0"/>
                  </a:schemeClr>
                </a:gs>
              </a:gsLst>
              <a:lin ang="5400000" scaled="1"/>
              <a:tileRect/>
            </a:gradFill>
            <a:ln>
              <a:noFill/>
              <a:miter lim="800000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90000" rIns="72000" bIns="72000" rtlCol="0" anchor="t" anchorCtr="0"/>
            <a:lstStyle/>
            <a:p>
              <a:pPr algn="l" fontAlgn="auto">
                <a:lnSpc>
                  <a:spcPct val="90000"/>
                </a:lnSpc>
                <a:spcBef>
                  <a:spcPts val="0"/>
                </a:spcBef>
                <a:spcAft>
                  <a:spcPts val="600"/>
                </a:spcAft>
              </a:pPr>
              <a:endParaRPr lang="en-GB" sz="1400" dirty="0">
                <a:solidFill>
                  <a:schemeClr val="bg2"/>
                </a:solidFill>
              </a:endParaRPr>
            </a:p>
          </p:txBody>
        </p:sp>
      </p:grpSp>
      <p:sp>
        <p:nvSpPr>
          <p:cNvPr id="9" name="Freihandform: Form 49">
            <a:extLst>
              <a:ext uri="{FF2B5EF4-FFF2-40B4-BE49-F238E27FC236}">
                <a16:creationId xmlns:a16="http://schemas.microsoft.com/office/drawing/2014/main" id="{6992AA92-3408-7DBA-04A7-D32AAADDB944}"/>
              </a:ext>
            </a:extLst>
          </p:cNvPr>
          <p:cNvSpPr>
            <a:spLocks noChangeAspect="1"/>
          </p:cNvSpPr>
          <p:nvPr userDrawn="1"/>
        </p:nvSpPr>
        <p:spPr>
          <a:xfrm>
            <a:off x="7655146" y="4833046"/>
            <a:ext cx="1057447" cy="184740"/>
          </a:xfrm>
          <a:custGeom>
            <a:avLst/>
            <a:gdLst>
              <a:gd name="connsiteX0" fmla="*/ 4196821 w 11362354"/>
              <a:gd name="connsiteY0" fmla="*/ 1846406 h 1972800"/>
              <a:gd name="connsiteX1" fmla="*/ 4515841 w 11362354"/>
              <a:gd name="connsiteY1" fmla="*/ 1846406 h 1972800"/>
              <a:gd name="connsiteX2" fmla="*/ 4302401 w 11362354"/>
              <a:gd name="connsiteY2" fmla="*/ 1972800 h 1972800"/>
              <a:gd name="connsiteX3" fmla="*/ 4276590 w 11362354"/>
              <a:gd name="connsiteY3" fmla="*/ 1972800 h 1972800"/>
              <a:gd name="connsiteX4" fmla="*/ 10408772 w 11362354"/>
              <a:gd name="connsiteY4" fmla="*/ 1547682 h 1972800"/>
              <a:gd name="connsiteX5" fmla="*/ 11236685 w 11362354"/>
              <a:gd name="connsiteY5" fmla="*/ 1547682 h 1972800"/>
              <a:gd name="connsiteX6" fmla="*/ 11013744 w 11362354"/>
              <a:gd name="connsiteY6" fmla="*/ 1726479 h 1972800"/>
              <a:gd name="connsiteX7" fmla="*/ 10702056 w 11362354"/>
              <a:gd name="connsiteY7" fmla="*/ 1776200 h 1972800"/>
              <a:gd name="connsiteX8" fmla="*/ 10408772 w 11362354"/>
              <a:gd name="connsiteY8" fmla="*/ 1703049 h 1972800"/>
              <a:gd name="connsiteX9" fmla="*/ 9781432 w 11362354"/>
              <a:gd name="connsiteY9" fmla="*/ 1544408 h 1972800"/>
              <a:gd name="connsiteX10" fmla="*/ 10286039 w 11362354"/>
              <a:gd name="connsiteY10" fmla="*/ 1544408 h 1972800"/>
              <a:gd name="connsiteX11" fmla="*/ 10286039 w 11362354"/>
              <a:gd name="connsiteY11" fmla="*/ 1763438 h 1972800"/>
              <a:gd name="connsiteX12" fmla="*/ 9781432 w 11362354"/>
              <a:gd name="connsiteY12" fmla="*/ 1763438 h 1972800"/>
              <a:gd name="connsiteX13" fmla="*/ 8877431 w 11362354"/>
              <a:gd name="connsiteY13" fmla="*/ 1544408 h 1972800"/>
              <a:gd name="connsiteX14" fmla="*/ 9382033 w 11362354"/>
              <a:gd name="connsiteY14" fmla="*/ 1544408 h 1972800"/>
              <a:gd name="connsiteX15" fmla="*/ 9382033 w 11362354"/>
              <a:gd name="connsiteY15" fmla="*/ 1763438 h 1972800"/>
              <a:gd name="connsiteX16" fmla="*/ 8877431 w 11362354"/>
              <a:gd name="connsiteY16" fmla="*/ 1763438 h 1972800"/>
              <a:gd name="connsiteX17" fmla="*/ 7955283 w 11362354"/>
              <a:gd name="connsiteY17" fmla="*/ 1544408 h 1972800"/>
              <a:gd name="connsiteX18" fmla="*/ 8501703 w 11362354"/>
              <a:gd name="connsiteY18" fmla="*/ 1544408 h 1972800"/>
              <a:gd name="connsiteX19" fmla="*/ 8501703 w 11362354"/>
              <a:gd name="connsiteY19" fmla="*/ 1763438 h 1972800"/>
              <a:gd name="connsiteX20" fmla="*/ 8046371 w 11362354"/>
              <a:gd name="connsiteY20" fmla="*/ 1763438 h 1972800"/>
              <a:gd name="connsiteX21" fmla="*/ 7193139 w 11362354"/>
              <a:gd name="connsiteY21" fmla="*/ 1544408 h 1972800"/>
              <a:gd name="connsiteX22" fmla="*/ 7648159 w 11362354"/>
              <a:gd name="connsiteY22" fmla="*/ 1544408 h 1972800"/>
              <a:gd name="connsiteX23" fmla="*/ 7648159 w 11362354"/>
              <a:gd name="connsiteY23" fmla="*/ 1763438 h 1972800"/>
              <a:gd name="connsiteX24" fmla="*/ 7193139 w 11362354"/>
              <a:gd name="connsiteY24" fmla="*/ 1763438 h 1972800"/>
              <a:gd name="connsiteX25" fmla="*/ 6188669 w 11362354"/>
              <a:gd name="connsiteY25" fmla="*/ 1544408 h 1972800"/>
              <a:gd name="connsiteX26" fmla="*/ 7080275 w 11362354"/>
              <a:gd name="connsiteY26" fmla="*/ 1544408 h 1972800"/>
              <a:gd name="connsiteX27" fmla="*/ 7080275 w 11362354"/>
              <a:gd name="connsiteY27" fmla="*/ 1763438 h 1972800"/>
              <a:gd name="connsiteX28" fmla="*/ 6188669 w 11362354"/>
              <a:gd name="connsiteY28" fmla="*/ 1763438 h 1972800"/>
              <a:gd name="connsiteX29" fmla="*/ 4886266 w 11362354"/>
              <a:gd name="connsiteY29" fmla="*/ 1544408 h 1972800"/>
              <a:gd name="connsiteX30" fmla="*/ 5979839 w 11362354"/>
              <a:gd name="connsiteY30" fmla="*/ 1544408 h 1972800"/>
              <a:gd name="connsiteX31" fmla="*/ 5557257 w 11362354"/>
              <a:gd name="connsiteY31" fmla="*/ 1763438 h 1972800"/>
              <a:gd name="connsiteX32" fmla="*/ 5308843 w 11362354"/>
              <a:gd name="connsiteY32" fmla="*/ 1763438 h 1972800"/>
              <a:gd name="connsiteX33" fmla="*/ 4886266 w 11362354"/>
              <a:gd name="connsiteY33" fmla="*/ 1544408 h 1972800"/>
              <a:gd name="connsiteX34" fmla="*/ 2285298 w 11362354"/>
              <a:gd name="connsiteY34" fmla="*/ 1544408 h 1972800"/>
              <a:gd name="connsiteX35" fmla="*/ 3183254 w 11362354"/>
              <a:gd name="connsiteY35" fmla="*/ 1544408 h 1972800"/>
              <a:gd name="connsiteX36" fmla="*/ 3183254 w 11362354"/>
              <a:gd name="connsiteY36" fmla="*/ 1763438 h 1972800"/>
              <a:gd name="connsiteX37" fmla="*/ 2285298 w 11362354"/>
              <a:gd name="connsiteY37" fmla="*/ 1763438 h 1972800"/>
              <a:gd name="connsiteX38" fmla="*/ 1699767 w 11362354"/>
              <a:gd name="connsiteY38" fmla="*/ 1544408 h 1972800"/>
              <a:gd name="connsiteX39" fmla="*/ 2161050 w 11362354"/>
              <a:gd name="connsiteY39" fmla="*/ 1544408 h 1972800"/>
              <a:gd name="connsiteX40" fmla="*/ 2265828 w 11362354"/>
              <a:gd name="connsiteY40" fmla="*/ 1763438 h 1972800"/>
              <a:gd name="connsiteX41" fmla="*/ 1796468 w 11362354"/>
              <a:gd name="connsiteY41" fmla="*/ 1763438 h 1972800"/>
              <a:gd name="connsiteX42" fmla="*/ 985097 w 11362354"/>
              <a:gd name="connsiteY42" fmla="*/ 1544408 h 1972800"/>
              <a:gd name="connsiteX43" fmla="*/ 1468672 w 11362354"/>
              <a:gd name="connsiteY43" fmla="*/ 1544408 h 1972800"/>
              <a:gd name="connsiteX44" fmla="*/ 1468672 w 11362354"/>
              <a:gd name="connsiteY44" fmla="*/ 1763438 h 1972800"/>
              <a:gd name="connsiteX45" fmla="*/ 985097 w 11362354"/>
              <a:gd name="connsiteY45" fmla="*/ 1763438 h 1972800"/>
              <a:gd name="connsiteX46" fmla="*/ 0 w 11362354"/>
              <a:gd name="connsiteY46" fmla="*/ 1544408 h 1972800"/>
              <a:gd name="connsiteX47" fmla="*/ 506025 w 11362354"/>
              <a:gd name="connsiteY47" fmla="*/ 1544408 h 1972800"/>
              <a:gd name="connsiteX48" fmla="*/ 506025 w 11362354"/>
              <a:gd name="connsiteY48" fmla="*/ 1763438 h 1972800"/>
              <a:gd name="connsiteX49" fmla="*/ 498505 w 11362354"/>
              <a:gd name="connsiteY49" fmla="*/ 1763438 h 1972800"/>
              <a:gd name="connsiteX50" fmla="*/ 7520 w 11362354"/>
              <a:gd name="connsiteY50" fmla="*/ 1763438 h 1972800"/>
              <a:gd name="connsiteX51" fmla="*/ 0 w 11362354"/>
              <a:gd name="connsiteY51" fmla="*/ 1763438 h 1972800"/>
              <a:gd name="connsiteX52" fmla="*/ 3478763 w 11362354"/>
              <a:gd name="connsiteY52" fmla="*/ 1544407 h 1972800"/>
              <a:gd name="connsiteX53" fmla="*/ 4486152 w 11362354"/>
              <a:gd name="connsiteY53" fmla="*/ 1544407 h 1972800"/>
              <a:gd name="connsiteX54" fmla="*/ 4479313 w 11362354"/>
              <a:gd name="connsiteY54" fmla="*/ 1555187 h 1972800"/>
              <a:gd name="connsiteX55" fmla="*/ 4654042 w 11362354"/>
              <a:gd name="connsiteY55" fmla="*/ 1763437 h 1972800"/>
              <a:gd name="connsiteX56" fmla="*/ 3697470 w 11362354"/>
              <a:gd name="connsiteY56" fmla="*/ 1763437 h 1972800"/>
              <a:gd name="connsiteX57" fmla="*/ 3478763 w 11362354"/>
              <a:gd name="connsiteY57" fmla="*/ 1544407 h 1972800"/>
              <a:gd name="connsiteX58" fmla="*/ 10408772 w 11362354"/>
              <a:gd name="connsiteY58" fmla="*/ 1290902 h 1972800"/>
              <a:gd name="connsiteX59" fmla="*/ 10568570 w 11362354"/>
              <a:gd name="connsiteY59" fmla="*/ 1290902 h 1972800"/>
              <a:gd name="connsiteX60" fmla="*/ 10590729 w 11362354"/>
              <a:gd name="connsiteY60" fmla="*/ 1313870 h 1972800"/>
              <a:gd name="connsiteX61" fmla="*/ 10721250 w 11362354"/>
              <a:gd name="connsiteY61" fmla="*/ 1365562 h 1972800"/>
              <a:gd name="connsiteX62" fmla="*/ 10855315 w 11362354"/>
              <a:gd name="connsiteY62" fmla="*/ 1290902 h 1972800"/>
              <a:gd name="connsiteX63" fmla="*/ 11214890 w 11362354"/>
              <a:gd name="connsiteY63" fmla="*/ 1290902 h 1972800"/>
              <a:gd name="connsiteX64" fmla="*/ 11346112 w 11362354"/>
              <a:gd name="connsiteY64" fmla="*/ 1290902 h 1972800"/>
              <a:gd name="connsiteX65" fmla="*/ 11280882 w 11362354"/>
              <a:gd name="connsiteY65" fmla="*/ 1465414 h 1972800"/>
              <a:gd name="connsiteX66" fmla="*/ 11214890 w 11362354"/>
              <a:gd name="connsiteY66" fmla="*/ 1465414 h 1972800"/>
              <a:gd name="connsiteX67" fmla="*/ 10408772 w 11362354"/>
              <a:gd name="connsiteY67" fmla="*/ 1465414 h 1972800"/>
              <a:gd name="connsiteX68" fmla="*/ 3354588 w 11362354"/>
              <a:gd name="connsiteY68" fmla="*/ 1288169 h 1972800"/>
              <a:gd name="connsiteX69" fmla="*/ 3891084 w 11362354"/>
              <a:gd name="connsiteY69" fmla="*/ 1288169 h 1972800"/>
              <a:gd name="connsiteX70" fmla="*/ 3982693 w 11362354"/>
              <a:gd name="connsiteY70" fmla="*/ 1333215 h 1972800"/>
              <a:gd name="connsiteX71" fmla="*/ 4074304 w 11362354"/>
              <a:gd name="connsiteY71" fmla="*/ 1288169 h 1972800"/>
              <a:gd name="connsiteX72" fmla="*/ 4610046 w 11362354"/>
              <a:gd name="connsiteY72" fmla="*/ 1288169 h 1972800"/>
              <a:gd name="connsiteX73" fmla="*/ 4535426 w 11362354"/>
              <a:gd name="connsiteY73" fmla="*/ 1462313 h 1972800"/>
              <a:gd name="connsiteX74" fmla="*/ 3429061 w 11362354"/>
              <a:gd name="connsiteY74" fmla="*/ 1462313 h 1972800"/>
              <a:gd name="connsiteX75" fmla="*/ 3354588 w 11362354"/>
              <a:gd name="connsiteY75" fmla="*/ 1288169 h 1972800"/>
              <a:gd name="connsiteX76" fmla="*/ 9781432 w 11362354"/>
              <a:gd name="connsiteY76" fmla="*/ 1288165 h 1972800"/>
              <a:gd name="connsiteX77" fmla="*/ 10286039 w 11362354"/>
              <a:gd name="connsiteY77" fmla="*/ 1288165 h 1972800"/>
              <a:gd name="connsiteX78" fmla="*/ 10286039 w 11362354"/>
              <a:gd name="connsiteY78" fmla="*/ 1462314 h 1972800"/>
              <a:gd name="connsiteX79" fmla="*/ 9781432 w 11362354"/>
              <a:gd name="connsiteY79" fmla="*/ 1462314 h 1972800"/>
              <a:gd name="connsiteX80" fmla="*/ 8877431 w 11362354"/>
              <a:gd name="connsiteY80" fmla="*/ 1288165 h 1972800"/>
              <a:gd name="connsiteX81" fmla="*/ 9382033 w 11362354"/>
              <a:gd name="connsiteY81" fmla="*/ 1288165 h 1972800"/>
              <a:gd name="connsiteX82" fmla="*/ 9382033 w 11362354"/>
              <a:gd name="connsiteY82" fmla="*/ 1462314 h 1972800"/>
              <a:gd name="connsiteX83" fmla="*/ 8877431 w 11362354"/>
              <a:gd name="connsiteY83" fmla="*/ 1462314 h 1972800"/>
              <a:gd name="connsiteX84" fmla="*/ 7848731 w 11362354"/>
              <a:gd name="connsiteY84" fmla="*/ 1288165 h 1972800"/>
              <a:gd name="connsiteX85" fmla="*/ 8501703 w 11362354"/>
              <a:gd name="connsiteY85" fmla="*/ 1288165 h 1972800"/>
              <a:gd name="connsiteX86" fmla="*/ 8501703 w 11362354"/>
              <a:gd name="connsiteY86" fmla="*/ 1462314 h 1972800"/>
              <a:gd name="connsiteX87" fmla="*/ 7921150 w 11362354"/>
              <a:gd name="connsiteY87" fmla="*/ 1462314 h 1972800"/>
              <a:gd name="connsiteX88" fmla="*/ 7193139 w 11362354"/>
              <a:gd name="connsiteY88" fmla="*/ 1288165 h 1972800"/>
              <a:gd name="connsiteX89" fmla="*/ 7648159 w 11362354"/>
              <a:gd name="connsiteY89" fmla="*/ 1288165 h 1972800"/>
              <a:gd name="connsiteX90" fmla="*/ 7648159 w 11362354"/>
              <a:gd name="connsiteY90" fmla="*/ 1462314 h 1972800"/>
              <a:gd name="connsiteX91" fmla="*/ 7193139 w 11362354"/>
              <a:gd name="connsiteY91" fmla="*/ 1462314 h 1972800"/>
              <a:gd name="connsiteX92" fmla="*/ 6188669 w 11362354"/>
              <a:gd name="connsiteY92" fmla="*/ 1288165 h 1972800"/>
              <a:gd name="connsiteX93" fmla="*/ 6674501 w 11362354"/>
              <a:gd name="connsiteY93" fmla="*/ 1288165 h 1972800"/>
              <a:gd name="connsiteX94" fmla="*/ 6674501 w 11362354"/>
              <a:gd name="connsiteY94" fmla="*/ 1351991 h 1972800"/>
              <a:gd name="connsiteX95" fmla="*/ 7080275 w 11362354"/>
              <a:gd name="connsiteY95" fmla="*/ 1351991 h 1972800"/>
              <a:gd name="connsiteX96" fmla="*/ 7080275 w 11362354"/>
              <a:gd name="connsiteY96" fmla="*/ 1462314 h 1972800"/>
              <a:gd name="connsiteX97" fmla="*/ 6188669 w 11362354"/>
              <a:gd name="connsiteY97" fmla="*/ 1462314 h 1972800"/>
              <a:gd name="connsiteX98" fmla="*/ 4794722 w 11362354"/>
              <a:gd name="connsiteY98" fmla="*/ 1288165 h 1972800"/>
              <a:gd name="connsiteX99" fmla="*/ 5308313 w 11362354"/>
              <a:gd name="connsiteY99" fmla="*/ 1288165 h 1972800"/>
              <a:gd name="connsiteX100" fmla="*/ 5433050 w 11362354"/>
              <a:gd name="connsiteY100" fmla="*/ 1363467 h 1972800"/>
              <a:gd name="connsiteX101" fmla="*/ 5557791 w 11362354"/>
              <a:gd name="connsiteY101" fmla="*/ 1288165 h 1972800"/>
              <a:gd name="connsiteX102" fmla="*/ 6071387 w 11362354"/>
              <a:gd name="connsiteY102" fmla="*/ 1288165 h 1972800"/>
              <a:gd name="connsiteX103" fmla="*/ 6026879 w 11362354"/>
              <a:gd name="connsiteY103" fmla="*/ 1462314 h 1972800"/>
              <a:gd name="connsiteX104" fmla="*/ 4839225 w 11362354"/>
              <a:gd name="connsiteY104" fmla="*/ 1462314 h 1972800"/>
              <a:gd name="connsiteX105" fmla="*/ 4794722 w 11362354"/>
              <a:gd name="connsiteY105" fmla="*/ 1288165 h 1972800"/>
              <a:gd name="connsiteX106" fmla="*/ 2285298 w 11362354"/>
              <a:gd name="connsiteY106" fmla="*/ 1288165 h 1972800"/>
              <a:gd name="connsiteX107" fmla="*/ 2771132 w 11362354"/>
              <a:gd name="connsiteY107" fmla="*/ 1288165 h 1972800"/>
              <a:gd name="connsiteX108" fmla="*/ 2771132 w 11362354"/>
              <a:gd name="connsiteY108" fmla="*/ 1351991 h 1972800"/>
              <a:gd name="connsiteX109" fmla="*/ 3183254 w 11362354"/>
              <a:gd name="connsiteY109" fmla="*/ 1351991 h 1972800"/>
              <a:gd name="connsiteX110" fmla="*/ 3183254 w 11362354"/>
              <a:gd name="connsiteY110" fmla="*/ 1462314 h 1972800"/>
              <a:gd name="connsiteX111" fmla="*/ 2285298 w 11362354"/>
              <a:gd name="connsiteY111" fmla="*/ 1462314 h 1972800"/>
              <a:gd name="connsiteX112" fmla="*/ 1586644 w 11362354"/>
              <a:gd name="connsiteY112" fmla="*/ 1288165 h 1972800"/>
              <a:gd name="connsiteX113" fmla="*/ 2038472 w 11362354"/>
              <a:gd name="connsiteY113" fmla="*/ 1288165 h 1972800"/>
              <a:gd name="connsiteX114" fmla="*/ 2121783 w 11362354"/>
              <a:gd name="connsiteY114" fmla="*/ 1462314 h 1972800"/>
              <a:gd name="connsiteX115" fmla="*/ 1663530 w 11362354"/>
              <a:gd name="connsiteY115" fmla="*/ 1462314 h 1972800"/>
              <a:gd name="connsiteX116" fmla="*/ 985097 w 11362354"/>
              <a:gd name="connsiteY116" fmla="*/ 1288165 h 1972800"/>
              <a:gd name="connsiteX117" fmla="*/ 1468672 w 11362354"/>
              <a:gd name="connsiteY117" fmla="*/ 1288165 h 1972800"/>
              <a:gd name="connsiteX118" fmla="*/ 1468672 w 11362354"/>
              <a:gd name="connsiteY118" fmla="*/ 1462314 h 1972800"/>
              <a:gd name="connsiteX119" fmla="*/ 985097 w 11362354"/>
              <a:gd name="connsiteY119" fmla="*/ 1462314 h 1972800"/>
              <a:gd name="connsiteX120" fmla="*/ 0 w 11362354"/>
              <a:gd name="connsiteY120" fmla="*/ 1288165 h 1972800"/>
              <a:gd name="connsiteX121" fmla="*/ 506025 w 11362354"/>
              <a:gd name="connsiteY121" fmla="*/ 1288165 h 1972800"/>
              <a:gd name="connsiteX122" fmla="*/ 506025 w 11362354"/>
              <a:gd name="connsiteY122" fmla="*/ 1462314 h 1972800"/>
              <a:gd name="connsiteX123" fmla="*/ 0 w 11362354"/>
              <a:gd name="connsiteY123" fmla="*/ 1462314 h 1972800"/>
              <a:gd name="connsiteX124" fmla="*/ 10408772 w 11362354"/>
              <a:gd name="connsiteY124" fmla="*/ 1157361 h 1972800"/>
              <a:gd name="connsiteX125" fmla="*/ 10468381 w 11362354"/>
              <a:gd name="connsiteY125" fmla="*/ 1208632 h 1972800"/>
              <a:gd name="connsiteX126" fmla="*/ 10408772 w 11362354"/>
              <a:gd name="connsiteY126" fmla="*/ 1208632 h 1972800"/>
              <a:gd name="connsiteX127" fmla="*/ 10816942 w 11362354"/>
              <a:gd name="connsiteY127" fmla="*/ 1078164 h 1972800"/>
              <a:gd name="connsiteX128" fmla="*/ 11358000 w 11362354"/>
              <a:gd name="connsiteY128" fmla="*/ 1078164 h 1972800"/>
              <a:gd name="connsiteX129" fmla="*/ 11359134 w 11362354"/>
              <a:gd name="connsiteY129" fmla="*/ 1208632 h 1972800"/>
              <a:gd name="connsiteX130" fmla="*/ 11359134 w 11362354"/>
              <a:gd name="connsiteY130" fmla="*/ 1208633 h 1972800"/>
              <a:gd name="connsiteX131" fmla="*/ 10871056 w 11362354"/>
              <a:gd name="connsiteY131" fmla="*/ 1208633 h 1972800"/>
              <a:gd name="connsiteX132" fmla="*/ 10871355 w 11362354"/>
              <a:gd name="connsiteY132" fmla="*/ 1205652 h 1972800"/>
              <a:gd name="connsiteX133" fmla="*/ 10808382 w 11362354"/>
              <a:gd name="connsiteY133" fmla="*/ 1078165 h 1972800"/>
              <a:gd name="connsiteX134" fmla="*/ 10816943 w 11362354"/>
              <a:gd name="connsiteY134" fmla="*/ 1078165 h 1972800"/>
              <a:gd name="connsiteX135" fmla="*/ 9781432 w 11362354"/>
              <a:gd name="connsiteY135" fmla="*/ 1075882 h 1972800"/>
              <a:gd name="connsiteX136" fmla="*/ 10286039 w 11362354"/>
              <a:gd name="connsiteY136" fmla="*/ 1075882 h 1972800"/>
              <a:gd name="connsiteX137" fmla="*/ 10286039 w 11362354"/>
              <a:gd name="connsiteY137" fmla="*/ 1206076 h 1972800"/>
              <a:gd name="connsiteX138" fmla="*/ 9781432 w 11362354"/>
              <a:gd name="connsiteY138" fmla="*/ 1206076 h 1972800"/>
              <a:gd name="connsiteX139" fmla="*/ 8877431 w 11362354"/>
              <a:gd name="connsiteY139" fmla="*/ 1075882 h 1972800"/>
              <a:gd name="connsiteX140" fmla="*/ 9382033 w 11362354"/>
              <a:gd name="connsiteY140" fmla="*/ 1075882 h 1972800"/>
              <a:gd name="connsiteX141" fmla="*/ 9382033 w 11362354"/>
              <a:gd name="connsiteY141" fmla="*/ 1206076 h 1972800"/>
              <a:gd name="connsiteX142" fmla="*/ 8877431 w 11362354"/>
              <a:gd name="connsiteY142" fmla="*/ 1206076 h 1972800"/>
              <a:gd name="connsiteX143" fmla="*/ 7760453 w 11362354"/>
              <a:gd name="connsiteY143" fmla="*/ 1075882 h 1972800"/>
              <a:gd name="connsiteX144" fmla="*/ 8501703 w 11362354"/>
              <a:gd name="connsiteY144" fmla="*/ 1075882 h 1972800"/>
              <a:gd name="connsiteX145" fmla="*/ 8501703 w 11362354"/>
              <a:gd name="connsiteY145" fmla="*/ 1206076 h 1972800"/>
              <a:gd name="connsiteX146" fmla="*/ 7814594 w 11362354"/>
              <a:gd name="connsiteY146" fmla="*/ 1206076 h 1972800"/>
              <a:gd name="connsiteX147" fmla="*/ 7193139 w 11362354"/>
              <a:gd name="connsiteY147" fmla="*/ 1075882 h 1972800"/>
              <a:gd name="connsiteX148" fmla="*/ 7648159 w 11362354"/>
              <a:gd name="connsiteY148" fmla="*/ 1075882 h 1972800"/>
              <a:gd name="connsiteX149" fmla="*/ 7648159 w 11362354"/>
              <a:gd name="connsiteY149" fmla="*/ 1206076 h 1972800"/>
              <a:gd name="connsiteX150" fmla="*/ 7193139 w 11362354"/>
              <a:gd name="connsiteY150" fmla="*/ 1206076 h 1972800"/>
              <a:gd name="connsiteX151" fmla="*/ 6188669 w 11362354"/>
              <a:gd name="connsiteY151" fmla="*/ 1075882 h 1972800"/>
              <a:gd name="connsiteX152" fmla="*/ 6674501 w 11362354"/>
              <a:gd name="connsiteY152" fmla="*/ 1075882 h 1972800"/>
              <a:gd name="connsiteX153" fmla="*/ 6674501 w 11362354"/>
              <a:gd name="connsiteY153" fmla="*/ 1206076 h 1972800"/>
              <a:gd name="connsiteX154" fmla="*/ 6188669 w 11362354"/>
              <a:gd name="connsiteY154" fmla="*/ 1206076 h 1972800"/>
              <a:gd name="connsiteX155" fmla="*/ 5574793 w 11362354"/>
              <a:gd name="connsiteY155" fmla="*/ 1075882 h 1972800"/>
              <a:gd name="connsiteX156" fmla="*/ 6073294 w 11362354"/>
              <a:gd name="connsiteY156" fmla="*/ 1075882 h 1972800"/>
              <a:gd name="connsiteX157" fmla="*/ 6073294 w 11362354"/>
              <a:gd name="connsiteY157" fmla="*/ 1206076 h 1972800"/>
              <a:gd name="connsiteX158" fmla="*/ 5574793 w 11362354"/>
              <a:gd name="connsiteY158" fmla="*/ 1206076 h 1972800"/>
              <a:gd name="connsiteX159" fmla="*/ 4792811 w 11362354"/>
              <a:gd name="connsiteY159" fmla="*/ 1075882 h 1972800"/>
              <a:gd name="connsiteX160" fmla="*/ 5291307 w 11362354"/>
              <a:gd name="connsiteY160" fmla="*/ 1075882 h 1972800"/>
              <a:gd name="connsiteX161" fmla="*/ 5291307 w 11362354"/>
              <a:gd name="connsiteY161" fmla="*/ 1206076 h 1972800"/>
              <a:gd name="connsiteX162" fmla="*/ 4792811 w 11362354"/>
              <a:gd name="connsiteY162" fmla="*/ 1206076 h 1972800"/>
              <a:gd name="connsiteX163" fmla="*/ 2285298 w 11362354"/>
              <a:gd name="connsiteY163" fmla="*/ 1075882 h 1972800"/>
              <a:gd name="connsiteX164" fmla="*/ 2771132 w 11362354"/>
              <a:gd name="connsiteY164" fmla="*/ 1075882 h 1972800"/>
              <a:gd name="connsiteX165" fmla="*/ 2771132 w 11362354"/>
              <a:gd name="connsiteY165" fmla="*/ 1206076 h 1972800"/>
              <a:gd name="connsiteX166" fmla="*/ 2285298 w 11362354"/>
              <a:gd name="connsiteY166" fmla="*/ 1206076 h 1972800"/>
              <a:gd name="connsiteX167" fmla="*/ 1492927 w 11362354"/>
              <a:gd name="connsiteY167" fmla="*/ 1075882 h 1972800"/>
              <a:gd name="connsiteX168" fmla="*/ 1945589 w 11362354"/>
              <a:gd name="connsiteY168" fmla="*/ 1075882 h 1972800"/>
              <a:gd name="connsiteX169" fmla="*/ 1940491 w 11362354"/>
              <a:gd name="connsiteY169" fmla="*/ 1080455 h 1972800"/>
              <a:gd name="connsiteX170" fmla="*/ 1939110 w 11362354"/>
              <a:gd name="connsiteY170" fmla="*/ 1080455 h 1972800"/>
              <a:gd name="connsiteX171" fmla="*/ 1939524 w 11362354"/>
              <a:gd name="connsiteY171" fmla="*/ 1081320 h 1972800"/>
              <a:gd name="connsiteX172" fmla="*/ 1938345 w 11362354"/>
              <a:gd name="connsiteY172" fmla="*/ 1082361 h 1972800"/>
              <a:gd name="connsiteX173" fmla="*/ 1940022 w 11362354"/>
              <a:gd name="connsiteY173" fmla="*/ 1082361 h 1972800"/>
              <a:gd name="connsiteX174" fmla="*/ 1999205 w 11362354"/>
              <a:gd name="connsiteY174" fmla="*/ 1206076 h 1972800"/>
              <a:gd name="connsiteX175" fmla="*/ 1550403 w 11362354"/>
              <a:gd name="connsiteY175" fmla="*/ 1206076 h 1972800"/>
              <a:gd name="connsiteX176" fmla="*/ 985097 w 11362354"/>
              <a:gd name="connsiteY176" fmla="*/ 1075882 h 1972800"/>
              <a:gd name="connsiteX177" fmla="*/ 1468672 w 11362354"/>
              <a:gd name="connsiteY177" fmla="*/ 1075882 h 1972800"/>
              <a:gd name="connsiteX178" fmla="*/ 1468672 w 11362354"/>
              <a:gd name="connsiteY178" fmla="*/ 1206076 h 1972800"/>
              <a:gd name="connsiteX179" fmla="*/ 985097 w 11362354"/>
              <a:gd name="connsiteY179" fmla="*/ 1206076 h 1972800"/>
              <a:gd name="connsiteX180" fmla="*/ 0 w 11362354"/>
              <a:gd name="connsiteY180" fmla="*/ 1075882 h 1972800"/>
              <a:gd name="connsiteX181" fmla="*/ 877145 w 11362354"/>
              <a:gd name="connsiteY181" fmla="*/ 1075882 h 1972800"/>
              <a:gd name="connsiteX182" fmla="*/ 877145 w 11362354"/>
              <a:gd name="connsiteY182" fmla="*/ 1098345 h 1972800"/>
              <a:gd name="connsiteX183" fmla="*/ 869625 w 11362354"/>
              <a:gd name="connsiteY183" fmla="*/ 1098345 h 1972800"/>
              <a:gd name="connsiteX184" fmla="*/ 506025 w 11362354"/>
              <a:gd name="connsiteY184" fmla="*/ 1098345 h 1972800"/>
              <a:gd name="connsiteX185" fmla="*/ 506025 w 11362354"/>
              <a:gd name="connsiteY185" fmla="*/ 1206076 h 1972800"/>
              <a:gd name="connsiteX186" fmla="*/ 0 w 11362354"/>
              <a:gd name="connsiteY186" fmla="*/ 1206076 h 1972800"/>
              <a:gd name="connsiteX187" fmla="*/ 4174413 w 11362354"/>
              <a:gd name="connsiteY187" fmla="*/ 1075881 h 1972800"/>
              <a:gd name="connsiteX188" fmla="*/ 4660572 w 11362354"/>
              <a:gd name="connsiteY188" fmla="*/ 1075881 h 1972800"/>
              <a:gd name="connsiteX189" fmla="*/ 4633997 w 11362354"/>
              <a:gd name="connsiteY189" fmla="*/ 1206075 h 1972800"/>
              <a:gd name="connsiteX190" fmla="*/ 4129883 w 11362354"/>
              <a:gd name="connsiteY190" fmla="*/ 1206075 h 1972800"/>
              <a:gd name="connsiteX191" fmla="*/ 4174413 w 11362354"/>
              <a:gd name="connsiteY191" fmla="*/ 1075881 h 1972800"/>
              <a:gd name="connsiteX192" fmla="*/ 3305162 w 11362354"/>
              <a:gd name="connsiteY192" fmla="*/ 1075881 h 1972800"/>
              <a:gd name="connsiteX193" fmla="*/ 3790976 w 11362354"/>
              <a:gd name="connsiteY193" fmla="*/ 1075881 h 1972800"/>
              <a:gd name="connsiteX194" fmla="*/ 3835506 w 11362354"/>
              <a:gd name="connsiteY194" fmla="*/ 1206075 h 1972800"/>
              <a:gd name="connsiteX195" fmla="*/ 3330959 w 11362354"/>
              <a:gd name="connsiteY195" fmla="*/ 1206075 h 1972800"/>
              <a:gd name="connsiteX196" fmla="*/ 3305162 w 11362354"/>
              <a:gd name="connsiteY196" fmla="*/ 1075881 h 1972800"/>
              <a:gd name="connsiteX197" fmla="*/ 10587776 w 11362354"/>
              <a:gd name="connsiteY197" fmla="*/ 879486 h 1972800"/>
              <a:gd name="connsiteX198" fmla="*/ 11280821 w 11362354"/>
              <a:gd name="connsiteY198" fmla="*/ 879486 h 1972800"/>
              <a:gd name="connsiteX199" fmla="*/ 11338792 w 11362354"/>
              <a:gd name="connsiteY199" fmla="*/ 993628 h 1972800"/>
              <a:gd name="connsiteX200" fmla="*/ 10727828 w 11362354"/>
              <a:gd name="connsiteY200" fmla="*/ 995899 h 1972800"/>
              <a:gd name="connsiteX201" fmla="*/ 9781432 w 11362354"/>
              <a:gd name="connsiteY201" fmla="*/ 877625 h 1972800"/>
              <a:gd name="connsiteX202" fmla="*/ 10286039 w 11362354"/>
              <a:gd name="connsiteY202" fmla="*/ 877625 h 1972800"/>
              <a:gd name="connsiteX203" fmla="*/ 10286039 w 11362354"/>
              <a:gd name="connsiteY203" fmla="*/ 993788 h 1972800"/>
              <a:gd name="connsiteX204" fmla="*/ 9781432 w 11362354"/>
              <a:gd name="connsiteY204" fmla="*/ 993788 h 1972800"/>
              <a:gd name="connsiteX205" fmla="*/ 8877431 w 11362354"/>
              <a:gd name="connsiteY205" fmla="*/ 877625 h 1972800"/>
              <a:gd name="connsiteX206" fmla="*/ 9382033 w 11362354"/>
              <a:gd name="connsiteY206" fmla="*/ 877625 h 1972800"/>
              <a:gd name="connsiteX207" fmla="*/ 9382033 w 11362354"/>
              <a:gd name="connsiteY207" fmla="*/ 993788 h 1972800"/>
              <a:gd name="connsiteX208" fmla="*/ 8877431 w 11362354"/>
              <a:gd name="connsiteY208" fmla="*/ 993788 h 1972800"/>
              <a:gd name="connsiteX209" fmla="*/ 7678004 w 11362354"/>
              <a:gd name="connsiteY209" fmla="*/ 877625 h 1972800"/>
              <a:gd name="connsiteX210" fmla="*/ 8501703 w 11362354"/>
              <a:gd name="connsiteY210" fmla="*/ 877625 h 1972800"/>
              <a:gd name="connsiteX211" fmla="*/ 8501703 w 11362354"/>
              <a:gd name="connsiteY211" fmla="*/ 993788 h 1972800"/>
              <a:gd name="connsiteX212" fmla="*/ 7726316 w 11362354"/>
              <a:gd name="connsiteY212" fmla="*/ 993788 h 1972800"/>
              <a:gd name="connsiteX213" fmla="*/ 7193139 w 11362354"/>
              <a:gd name="connsiteY213" fmla="*/ 877625 h 1972800"/>
              <a:gd name="connsiteX214" fmla="*/ 7648159 w 11362354"/>
              <a:gd name="connsiteY214" fmla="*/ 877625 h 1972800"/>
              <a:gd name="connsiteX215" fmla="*/ 7648159 w 11362354"/>
              <a:gd name="connsiteY215" fmla="*/ 993788 h 1972800"/>
              <a:gd name="connsiteX216" fmla="*/ 7193139 w 11362354"/>
              <a:gd name="connsiteY216" fmla="*/ 993788 h 1972800"/>
              <a:gd name="connsiteX217" fmla="*/ 6188669 w 11362354"/>
              <a:gd name="connsiteY217" fmla="*/ 877625 h 1972800"/>
              <a:gd name="connsiteX218" fmla="*/ 7056268 w 11362354"/>
              <a:gd name="connsiteY218" fmla="*/ 877625 h 1972800"/>
              <a:gd name="connsiteX219" fmla="*/ 7056268 w 11362354"/>
              <a:gd name="connsiteY219" fmla="*/ 988326 h 1972800"/>
              <a:gd name="connsiteX220" fmla="*/ 6674501 w 11362354"/>
              <a:gd name="connsiteY220" fmla="*/ 988326 h 1972800"/>
              <a:gd name="connsiteX221" fmla="*/ 6674501 w 11362354"/>
              <a:gd name="connsiteY221" fmla="*/ 993788 h 1972800"/>
              <a:gd name="connsiteX222" fmla="*/ 6188669 w 11362354"/>
              <a:gd name="connsiteY222" fmla="*/ 993788 h 1972800"/>
              <a:gd name="connsiteX223" fmla="*/ 5574793 w 11362354"/>
              <a:gd name="connsiteY223" fmla="*/ 877625 h 1972800"/>
              <a:gd name="connsiteX224" fmla="*/ 6073294 w 11362354"/>
              <a:gd name="connsiteY224" fmla="*/ 877625 h 1972800"/>
              <a:gd name="connsiteX225" fmla="*/ 6073294 w 11362354"/>
              <a:gd name="connsiteY225" fmla="*/ 993788 h 1972800"/>
              <a:gd name="connsiteX226" fmla="*/ 5574793 w 11362354"/>
              <a:gd name="connsiteY226" fmla="*/ 993788 h 1972800"/>
              <a:gd name="connsiteX227" fmla="*/ 4792811 w 11362354"/>
              <a:gd name="connsiteY227" fmla="*/ 877625 h 1972800"/>
              <a:gd name="connsiteX228" fmla="*/ 5291307 w 11362354"/>
              <a:gd name="connsiteY228" fmla="*/ 877625 h 1972800"/>
              <a:gd name="connsiteX229" fmla="*/ 5291307 w 11362354"/>
              <a:gd name="connsiteY229" fmla="*/ 993788 h 1972800"/>
              <a:gd name="connsiteX230" fmla="*/ 4792811 w 11362354"/>
              <a:gd name="connsiteY230" fmla="*/ 993788 h 1972800"/>
              <a:gd name="connsiteX231" fmla="*/ 2285298 w 11362354"/>
              <a:gd name="connsiteY231" fmla="*/ 877625 h 1972800"/>
              <a:gd name="connsiteX232" fmla="*/ 3161500 w 11362354"/>
              <a:gd name="connsiteY232" fmla="*/ 877625 h 1972800"/>
              <a:gd name="connsiteX233" fmla="*/ 3161500 w 11362354"/>
              <a:gd name="connsiteY233" fmla="*/ 988326 h 1972800"/>
              <a:gd name="connsiteX234" fmla="*/ 2771132 w 11362354"/>
              <a:gd name="connsiteY234" fmla="*/ 988326 h 1972800"/>
              <a:gd name="connsiteX235" fmla="*/ 2771132 w 11362354"/>
              <a:gd name="connsiteY235" fmla="*/ 993788 h 1972800"/>
              <a:gd name="connsiteX236" fmla="*/ 2285298 w 11362354"/>
              <a:gd name="connsiteY236" fmla="*/ 993788 h 1972800"/>
              <a:gd name="connsiteX237" fmla="*/ 985097 w 11362354"/>
              <a:gd name="connsiteY237" fmla="*/ 877625 h 1972800"/>
              <a:gd name="connsiteX238" fmla="*/ 2107746 w 11362354"/>
              <a:gd name="connsiteY238" fmla="*/ 877625 h 1972800"/>
              <a:gd name="connsiteX239" fmla="*/ 2028664 w 11362354"/>
              <a:gd name="connsiteY239" fmla="*/ 993788 h 1972800"/>
              <a:gd name="connsiteX240" fmla="*/ 985097 w 11362354"/>
              <a:gd name="connsiteY240" fmla="*/ 993788 h 1972800"/>
              <a:gd name="connsiteX241" fmla="*/ 0 w 11362354"/>
              <a:gd name="connsiteY241" fmla="*/ 877625 h 1972800"/>
              <a:gd name="connsiteX242" fmla="*/ 877145 w 11362354"/>
              <a:gd name="connsiteY242" fmla="*/ 877625 h 1972800"/>
              <a:gd name="connsiteX243" fmla="*/ 877145 w 11362354"/>
              <a:gd name="connsiteY243" fmla="*/ 993788 h 1972800"/>
              <a:gd name="connsiteX244" fmla="*/ 0 w 11362354"/>
              <a:gd name="connsiteY244" fmla="*/ 993788 h 1972800"/>
              <a:gd name="connsiteX245" fmla="*/ 4199211 w 11362354"/>
              <a:gd name="connsiteY245" fmla="*/ 877624 h 1972800"/>
              <a:gd name="connsiteX246" fmla="*/ 4674176 w 11362354"/>
              <a:gd name="connsiteY246" fmla="*/ 877624 h 1972800"/>
              <a:gd name="connsiteX247" fmla="*/ 4674332 w 11362354"/>
              <a:gd name="connsiteY247" fmla="*/ 883528 h 1972800"/>
              <a:gd name="connsiteX248" fmla="*/ 4669465 w 11362354"/>
              <a:gd name="connsiteY248" fmla="*/ 993787 h 1972800"/>
              <a:gd name="connsiteX249" fmla="*/ 4189743 w 11362354"/>
              <a:gd name="connsiteY249" fmla="*/ 993787 h 1972800"/>
              <a:gd name="connsiteX250" fmla="*/ 4199211 w 11362354"/>
              <a:gd name="connsiteY250" fmla="*/ 877624 h 1972800"/>
              <a:gd name="connsiteX251" fmla="*/ 3291213 w 11362354"/>
              <a:gd name="connsiteY251" fmla="*/ 877624 h 1972800"/>
              <a:gd name="connsiteX252" fmla="*/ 3766173 w 11362354"/>
              <a:gd name="connsiteY252" fmla="*/ 877624 h 1972800"/>
              <a:gd name="connsiteX253" fmla="*/ 3775650 w 11362354"/>
              <a:gd name="connsiteY253" fmla="*/ 993787 h 1972800"/>
              <a:gd name="connsiteX254" fmla="*/ 3295989 w 11362354"/>
              <a:gd name="connsiteY254" fmla="*/ 993787 h 1972800"/>
              <a:gd name="connsiteX255" fmla="*/ 3291057 w 11362354"/>
              <a:gd name="connsiteY255" fmla="*/ 883528 h 1972800"/>
              <a:gd name="connsiteX256" fmla="*/ 10461146 w 11362354"/>
              <a:gd name="connsiteY256" fmla="*/ 710797 h 1972800"/>
              <a:gd name="connsiteX257" fmla="*/ 11109160 w 11362354"/>
              <a:gd name="connsiteY257" fmla="*/ 710797 h 1972800"/>
              <a:gd name="connsiteX258" fmla="*/ 11109162 w 11362354"/>
              <a:gd name="connsiteY258" fmla="*/ 710798 h 1972800"/>
              <a:gd name="connsiteX259" fmla="*/ 11121245 w 11362354"/>
              <a:gd name="connsiteY259" fmla="*/ 710798 h 1972800"/>
              <a:gd name="connsiteX260" fmla="*/ 11122337 w 11362354"/>
              <a:gd name="connsiteY260" fmla="*/ 711693 h 1972800"/>
              <a:gd name="connsiteX261" fmla="*/ 11118350 w 11362354"/>
              <a:gd name="connsiteY261" fmla="*/ 711693 h 1972800"/>
              <a:gd name="connsiteX262" fmla="*/ 11213739 w 11362354"/>
              <a:gd name="connsiteY262" fmla="*/ 797219 h 1972800"/>
              <a:gd name="connsiteX263" fmla="*/ 10517279 w 11362354"/>
              <a:gd name="connsiteY263" fmla="*/ 797218 h 1972800"/>
              <a:gd name="connsiteX264" fmla="*/ 10461146 w 11362354"/>
              <a:gd name="connsiteY264" fmla="*/ 710797 h 1972800"/>
              <a:gd name="connsiteX265" fmla="*/ 9781432 w 11362354"/>
              <a:gd name="connsiteY265" fmla="*/ 709293 h 1972800"/>
              <a:gd name="connsiteX266" fmla="*/ 10286039 w 11362354"/>
              <a:gd name="connsiteY266" fmla="*/ 709293 h 1972800"/>
              <a:gd name="connsiteX267" fmla="*/ 10286039 w 11362354"/>
              <a:gd name="connsiteY267" fmla="*/ 795531 h 1972800"/>
              <a:gd name="connsiteX268" fmla="*/ 9781432 w 11362354"/>
              <a:gd name="connsiteY268" fmla="*/ 795531 h 1972800"/>
              <a:gd name="connsiteX269" fmla="*/ 8877431 w 11362354"/>
              <a:gd name="connsiteY269" fmla="*/ 709293 h 1972800"/>
              <a:gd name="connsiteX270" fmla="*/ 9382033 w 11362354"/>
              <a:gd name="connsiteY270" fmla="*/ 709293 h 1972800"/>
              <a:gd name="connsiteX271" fmla="*/ 9382033 w 11362354"/>
              <a:gd name="connsiteY271" fmla="*/ 795531 h 1972800"/>
              <a:gd name="connsiteX272" fmla="*/ 8877431 w 11362354"/>
              <a:gd name="connsiteY272" fmla="*/ 795531 h 1972800"/>
              <a:gd name="connsiteX273" fmla="*/ 8042875 w 11362354"/>
              <a:gd name="connsiteY273" fmla="*/ 709293 h 1972800"/>
              <a:gd name="connsiteX274" fmla="*/ 8501703 w 11362354"/>
              <a:gd name="connsiteY274" fmla="*/ 709293 h 1972800"/>
              <a:gd name="connsiteX275" fmla="*/ 8501703 w 11362354"/>
              <a:gd name="connsiteY275" fmla="*/ 795531 h 1972800"/>
              <a:gd name="connsiteX276" fmla="*/ 8042875 w 11362354"/>
              <a:gd name="connsiteY276" fmla="*/ 795531 h 1972800"/>
              <a:gd name="connsiteX277" fmla="*/ 7193139 w 11362354"/>
              <a:gd name="connsiteY277" fmla="*/ 709293 h 1972800"/>
              <a:gd name="connsiteX278" fmla="*/ 7996240 w 11362354"/>
              <a:gd name="connsiteY278" fmla="*/ 709293 h 1972800"/>
              <a:gd name="connsiteX279" fmla="*/ 8036152 w 11362354"/>
              <a:gd name="connsiteY279" fmla="*/ 795531 h 1972800"/>
              <a:gd name="connsiteX280" fmla="*/ 7193139 w 11362354"/>
              <a:gd name="connsiteY280" fmla="*/ 795531 h 1972800"/>
              <a:gd name="connsiteX281" fmla="*/ 6188669 w 11362354"/>
              <a:gd name="connsiteY281" fmla="*/ 709293 h 1972800"/>
              <a:gd name="connsiteX282" fmla="*/ 6674501 w 11362354"/>
              <a:gd name="connsiteY282" fmla="*/ 709293 h 1972800"/>
              <a:gd name="connsiteX283" fmla="*/ 6674501 w 11362354"/>
              <a:gd name="connsiteY283" fmla="*/ 714671 h 1972800"/>
              <a:gd name="connsiteX284" fmla="*/ 7056268 w 11362354"/>
              <a:gd name="connsiteY284" fmla="*/ 714671 h 1972800"/>
              <a:gd name="connsiteX285" fmla="*/ 7056268 w 11362354"/>
              <a:gd name="connsiteY285" fmla="*/ 795531 h 1972800"/>
              <a:gd name="connsiteX286" fmla="*/ 6188669 w 11362354"/>
              <a:gd name="connsiteY286" fmla="*/ 795531 h 1972800"/>
              <a:gd name="connsiteX287" fmla="*/ 5574793 w 11362354"/>
              <a:gd name="connsiteY287" fmla="*/ 709293 h 1972800"/>
              <a:gd name="connsiteX288" fmla="*/ 6073294 w 11362354"/>
              <a:gd name="connsiteY288" fmla="*/ 709293 h 1972800"/>
              <a:gd name="connsiteX289" fmla="*/ 6073294 w 11362354"/>
              <a:gd name="connsiteY289" fmla="*/ 795531 h 1972800"/>
              <a:gd name="connsiteX290" fmla="*/ 5574793 w 11362354"/>
              <a:gd name="connsiteY290" fmla="*/ 795531 h 1972800"/>
              <a:gd name="connsiteX291" fmla="*/ 4792811 w 11362354"/>
              <a:gd name="connsiteY291" fmla="*/ 709293 h 1972800"/>
              <a:gd name="connsiteX292" fmla="*/ 5291307 w 11362354"/>
              <a:gd name="connsiteY292" fmla="*/ 709293 h 1972800"/>
              <a:gd name="connsiteX293" fmla="*/ 5291307 w 11362354"/>
              <a:gd name="connsiteY293" fmla="*/ 795531 h 1972800"/>
              <a:gd name="connsiteX294" fmla="*/ 4792811 w 11362354"/>
              <a:gd name="connsiteY294" fmla="*/ 795531 h 1972800"/>
              <a:gd name="connsiteX295" fmla="*/ 2285298 w 11362354"/>
              <a:gd name="connsiteY295" fmla="*/ 709293 h 1972800"/>
              <a:gd name="connsiteX296" fmla="*/ 2771132 w 11362354"/>
              <a:gd name="connsiteY296" fmla="*/ 709293 h 1972800"/>
              <a:gd name="connsiteX297" fmla="*/ 2771132 w 11362354"/>
              <a:gd name="connsiteY297" fmla="*/ 714671 h 1972800"/>
              <a:gd name="connsiteX298" fmla="*/ 3161500 w 11362354"/>
              <a:gd name="connsiteY298" fmla="*/ 714671 h 1972800"/>
              <a:gd name="connsiteX299" fmla="*/ 3161500 w 11362354"/>
              <a:gd name="connsiteY299" fmla="*/ 795531 h 1972800"/>
              <a:gd name="connsiteX300" fmla="*/ 2285298 w 11362354"/>
              <a:gd name="connsiteY300" fmla="*/ 795531 h 1972800"/>
              <a:gd name="connsiteX301" fmla="*/ 1709143 w 11362354"/>
              <a:gd name="connsiteY301" fmla="*/ 709293 h 1972800"/>
              <a:gd name="connsiteX302" fmla="*/ 2169670 w 11362354"/>
              <a:gd name="connsiteY302" fmla="*/ 709293 h 1972800"/>
              <a:gd name="connsiteX303" fmla="*/ 2145130 w 11362354"/>
              <a:gd name="connsiteY303" fmla="*/ 795531 h 1972800"/>
              <a:gd name="connsiteX304" fmla="*/ 1595923 w 11362354"/>
              <a:gd name="connsiteY304" fmla="*/ 795531 h 1972800"/>
              <a:gd name="connsiteX305" fmla="*/ 1709143 w 11362354"/>
              <a:gd name="connsiteY305" fmla="*/ 709293 h 1972800"/>
              <a:gd name="connsiteX306" fmla="*/ 985097 w 11362354"/>
              <a:gd name="connsiteY306" fmla="*/ 709293 h 1972800"/>
              <a:gd name="connsiteX307" fmla="*/ 1469893 w 11362354"/>
              <a:gd name="connsiteY307" fmla="*/ 709293 h 1972800"/>
              <a:gd name="connsiteX308" fmla="*/ 1469893 w 11362354"/>
              <a:gd name="connsiteY308" fmla="*/ 795531 h 1972800"/>
              <a:gd name="connsiteX309" fmla="*/ 985097 w 11362354"/>
              <a:gd name="connsiteY309" fmla="*/ 795531 h 1972800"/>
              <a:gd name="connsiteX310" fmla="*/ 0 w 11362354"/>
              <a:gd name="connsiteY310" fmla="*/ 709293 h 1972800"/>
              <a:gd name="connsiteX311" fmla="*/ 877145 w 11362354"/>
              <a:gd name="connsiteY311" fmla="*/ 709293 h 1972800"/>
              <a:gd name="connsiteX312" fmla="*/ 877145 w 11362354"/>
              <a:gd name="connsiteY312" fmla="*/ 795531 h 1972800"/>
              <a:gd name="connsiteX313" fmla="*/ 0 w 11362354"/>
              <a:gd name="connsiteY313" fmla="*/ 795531 h 1972800"/>
              <a:gd name="connsiteX314" fmla="*/ 4189251 w 11362354"/>
              <a:gd name="connsiteY314" fmla="*/ 709292 h 1972800"/>
              <a:gd name="connsiteX315" fmla="*/ 4662658 w 11362354"/>
              <a:gd name="connsiteY315" fmla="*/ 709292 h 1972800"/>
              <a:gd name="connsiteX316" fmla="*/ 4671191 w 11362354"/>
              <a:gd name="connsiteY316" fmla="*/ 795530 h 1972800"/>
              <a:gd name="connsiteX317" fmla="*/ 4197682 w 11362354"/>
              <a:gd name="connsiteY317" fmla="*/ 795530 h 1972800"/>
              <a:gd name="connsiteX318" fmla="*/ 4189251 w 11362354"/>
              <a:gd name="connsiteY318" fmla="*/ 709292 h 1972800"/>
              <a:gd name="connsiteX319" fmla="*/ 3302730 w 11362354"/>
              <a:gd name="connsiteY319" fmla="*/ 709292 h 1972800"/>
              <a:gd name="connsiteX320" fmla="*/ 3776138 w 11362354"/>
              <a:gd name="connsiteY320" fmla="*/ 709292 h 1972800"/>
              <a:gd name="connsiteX321" fmla="*/ 3767701 w 11362354"/>
              <a:gd name="connsiteY321" fmla="*/ 795530 h 1972800"/>
              <a:gd name="connsiteX322" fmla="*/ 3294197 w 11362354"/>
              <a:gd name="connsiteY322" fmla="*/ 795530 h 1972800"/>
              <a:gd name="connsiteX323" fmla="*/ 3302730 w 11362354"/>
              <a:gd name="connsiteY323" fmla="*/ 709292 h 1972800"/>
              <a:gd name="connsiteX324" fmla="*/ 10418948 w 11362354"/>
              <a:gd name="connsiteY324" fmla="*/ 565540 h 1972800"/>
              <a:gd name="connsiteX325" fmla="*/ 10949595 w 11362354"/>
              <a:gd name="connsiteY325" fmla="*/ 565540 h 1972800"/>
              <a:gd name="connsiteX326" fmla="*/ 10964075 w 11362354"/>
              <a:gd name="connsiteY326" fmla="*/ 577567 h 1972800"/>
              <a:gd name="connsiteX327" fmla="*/ 11026395 w 11362354"/>
              <a:gd name="connsiteY327" fmla="*/ 628529 h 1972800"/>
              <a:gd name="connsiteX328" fmla="*/ 10434083 w 11362354"/>
              <a:gd name="connsiteY328" fmla="*/ 628529 h 1972800"/>
              <a:gd name="connsiteX329" fmla="*/ 10418948 w 11362354"/>
              <a:gd name="connsiteY329" fmla="*/ 565540 h 1972800"/>
              <a:gd name="connsiteX330" fmla="*/ 9781432 w 11362354"/>
              <a:gd name="connsiteY330" fmla="*/ 564344 h 1972800"/>
              <a:gd name="connsiteX331" fmla="*/ 10286039 w 11362354"/>
              <a:gd name="connsiteY331" fmla="*/ 564344 h 1972800"/>
              <a:gd name="connsiteX332" fmla="*/ 10286039 w 11362354"/>
              <a:gd name="connsiteY332" fmla="*/ 627199 h 1972800"/>
              <a:gd name="connsiteX333" fmla="*/ 9781432 w 11362354"/>
              <a:gd name="connsiteY333" fmla="*/ 627199 h 1972800"/>
              <a:gd name="connsiteX334" fmla="*/ 8877431 w 11362354"/>
              <a:gd name="connsiteY334" fmla="*/ 564344 h 1972800"/>
              <a:gd name="connsiteX335" fmla="*/ 9382033 w 11362354"/>
              <a:gd name="connsiteY335" fmla="*/ 564344 h 1972800"/>
              <a:gd name="connsiteX336" fmla="*/ 9382033 w 11362354"/>
              <a:gd name="connsiteY336" fmla="*/ 627199 h 1972800"/>
              <a:gd name="connsiteX337" fmla="*/ 8877431 w 11362354"/>
              <a:gd name="connsiteY337" fmla="*/ 627199 h 1972800"/>
              <a:gd name="connsiteX338" fmla="*/ 8042875 w 11362354"/>
              <a:gd name="connsiteY338" fmla="*/ 564344 h 1972800"/>
              <a:gd name="connsiteX339" fmla="*/ 8501703 w 11362354"/>
              <a:gd name="connsiteY339" fmla="*/ 564344 h 1972800"/>
              <a:gd name="connsiteX340" fmla="*/ 8501703 w 11362354"/>
              <a:gd name="connsiteY340" fmla="*/ 627199 h 1972800"/>
              <a:gd name="connsiteX341" fmla="*/ 8042875 w 11362354"/>
              <a:gd name="connsiteY341" fmla="*/ 627199 h 1972800"/>
              <a:gd name="connsiteX342" fmla="*/ 7193139 w 11362354"/>
              <a:gd name="connsiteY342" fmla="*/ 564344 h 1972800"/>
              <a:gd name="connsiteX343" fmla="*/ 7929154 w 11362354"/>
              <a:gd name="connsiteY343" fmla="*/ 564344 h 1972800"/>
              <a:gd name="connsiteX344" fmla="*/ 7958244 w 11362354"/>
              <a:gd name="connsiteY344" fmla="*/ 627199 h 1972800"/>
              <a:gd name="connsiteX345" fmla="*/ 7193139 w 11362354"/>
              <a:gd name="connsiteY345" fmla="*/ 627199 h 1972800"/>
              <a:gd name="connsiteX346" fmla="*/ 6188669 w 11362354"/>
              <a:gd name="connsiteY346" fmla="*/ 564344 h 1972800"/>
              <a:gd name="connsiteX347" fmla="*/ 6674501 w 11362354"/>
              <a:gd name="connsiteY347" fmla="*/ 564344 h 1972800"/>
              <a:gd name="connsiteX348" fmla="*/ 6674501 w 11362354"/>
              <a:gd name="connsiteY348" fmla="*/ 627199 h 1972800"/>
              <a:gd name="connsiteX349" fmla="*/ 6188669 w 11362354"/>
              <a:gd name="connsiteY349" fmla="*/ 627199 h 1972800"/>
              <a:gd name="connsiteX350" fmla="*/ 5574793 w 11362354"/>
              <a:gd name="connsiteY350" fmla="*/ 564344 h 1972800"/>
              <a:gd name="connsiteX351" fmla="*/ 6073294 w 11362354"/>
              <a:gd name="connsiteY351" fmla="*/ 564344 h 1972800"/>
              <a:gd name="connsiteX352" fmla="*/ 6073294 w 11362354"/>
              <a:gd name="connsiteY352" fmla="*/ 627199 h 1972800"/>
              <a:gd name="connsiteX353" fmla="*/ 5574793 w 11362354"/>
              <a:gd name="connsiteY353" fmla="*/ 627199 h 1972800"/>
              <a:gd name="connsiteX354" fmla="*/ 4792811 w 11362354"/>
              <a:gd name="connsiteY354" fmla="*/ 564344 h 1972800"/>
              <a:gd name="connsiteX355" fmla="*/ 5291307 w 11362354"/>
              <a:gd name="connsiteY355" fmla="*/ 564344 h 1972800"/>
              <a:gd name="connsiteX356" fmla="*/ 5291307 w 11362354"/>
              <a:gd name="connsiteY356" fmla="*/ 627199 h 1972800"/>
              <a:gd name="connsiteX357" fmla="*/ 4792811 w 11362354"/>
              <a:gd name="connsiteY357" fmla="*/ 627199 h 1972800"/>
              <a:gd name="connsiteX358" fmla="*/ 2285298 w 11362354"/>
              <a:gd name="connsiteY358" fmla="*/ 564344 h 1972800"/>
              <a:gd name="connsiteX359" fmla="*/ 2771132 w 11362354"/>
              <a:gd name="connsiteY359" fmla="*/ 564344 h 1972800"/>
              <a:gd name="connsiteX360" fmla="*/ 2771132 w 11362354"/>
              <a:gd name="connsiteY360" fmla="*/ 627199 h 1972800"/>
              <a:gd name="connsiteX361" fmla="*/ 2285298 w 11362354"/>
              <a:gd name="connsiteY361" fmla="*/ 627199 h 1972800"/>
              <a:gd name="connsiteX362" fmla="*/ 1743635 w 11362354"/>
              <a:gd name="connsiteY362" fmla="*/ 564344 h 1972800"/>
              <a:gd name="connsiteX363" fmla="*/ 2184512 w 11362354"/>
              <a:gd name="connsiteY363" fmla="*/ 564344 h 1972800"/>
              <a:gd name="connsiteX364" fmla="*/ 2184779 w 11362354"/>
              <a:gd name="connsiteY364" fmla="*/ 571975 h 1972800"/>
              <a:gd name="connsiteX365" fmla="*/ 2181588 w 11362354"/>
              <a:gd name="connsiteY365" fmla="*/ 627199 h 1972800"/>
              <a:gd name="connsiteX366" fmla="*/ 1742032 w 11362354"/>
              <a:gd name="connsiteY366" fmla="*/ 627199 h 1972800"/>
              <a:gd name="connsiteX367" fmla="*/ 1746020 w 11362354"/>
              <a:gd name="connsiteY367" fmla="*/ 587881 h 1972800"/>
              <a:gd name="connsiteX368" fmla="*/ 985097 w 11362354"/>
              <a:gd name="connsiteY368" fmla="*/ 564344 h 1972800"/>
              <a:gd name="connsiteX369" fmla="*/ 1469893 w 11362354"/>
              <a:gd name="connsiteY369" fmla="*/ 564344 h 1972800"/>
              <a:gd name="connsiteX370" fmla="*/ 1469893 w 11362354"/>
              <a:gd name="connsiteY370" fmla="*/ 627199 h 1972800"/>
              <a:gd name="connsiteX371" fmla="*/ 985097 w 11362354"/>
              <a:gd name="connsiteY371" fmla="*/ 627199 h 1972800"/>
              <a:gd name="connsiteX372" fmla="*/ 0 w 11362354"/>
              <a:gd name="connsiteY372" fmla="*/ 564344 h 1972800"/>
              <a:gd name="connsiteX373" fmla="*/ 505721 w 11362354"/>
              <a:gd name="connsiteY373" fmla="*/ 564344 h 1972800"/>
              <a:gd name="connsiteX374" fmla="*/ 505721 w 11362354"/>
              <a:gd name="connsiteY374" fmla="*/ 627199 h 1972800"/>
              <a:gd name="connsiteX375" fmla="*/ 0 w 11362354"/>
              <a:gd name="connsiteY375" fmla="*/ 627199 h 1972800"/>
              <a:gd name="connsiteX376" fmla="*/ 4156173 w 11362354"/>
              <a:gd name="connsiteY376" fmla="*/ 564343 h 1972800"/>
              <a:gd name="connsiteX377" fmla="*/ 4635244 w 11362354"/>
              <a:gd name="connsiteY377" fmla="*/ 564343 h 1972800"/>
              <a:gd name="connsiteX378" fmla="*/ 4649285 w 11362354"/>
              <a:gd name="connsiteY378" fmla="*/ 627198 h 1972800"/>
              <a:gd name="connsiteX379" fmla="*/ 4173561 w 11362354"/>
              <a:gd name="connsiteY379" fmla="*/ 627198 h 1972800"/>
              <a:gd name="connsiteX380" fmla="*/ 4156173 w 11362354"/>
              <a:gd name="connsiteY380" fmla="*/ 564343 h 1972800"/>
              <a:gd name="connsiteX381" fmla="*/ 3330140 w 11362354"/>
              <a:gd name="connsiteY381" fmla="*/ 564343 h 1972800"/>
              <a:gd name="connsiteX382" fmla="*/ 3809216 w 11362354"/>
              <a:gd name="connsiteY382" fmla="*/ 564343 h 1972800"/>
              <a:gd name="connsiteX383" fmla="*/ 3791828 w 11362354"/>
              <a:gd name="connsiteY383" fmla="*/ 627198 h 1972800"/>
              <a:gd name="connsiteX384" fmla="*/ 3316108 w 11362354"/>
              <a:gd name="connsiteY384" fmla="*/ 627198 h 1972800"/>
              <a:gd name="connsiteX385" fmla="*/ 3330140 w 11362354"/>
              <a:gd name="connsiteY385" fmla="*/ 564343 h 1972800"/>
              <a:gd name="connsiteX386" fmla="*/ 11305691 w 11362354"/>
              <a:gd name="connsiteY386" fmla="*/ 441367 h 1972800"/>
              <a:gd name="connsiteX387" fmla="*/ 11306110 w 11362354"/>
              <a:gd name="connsiteY387" fmla="*/ 441367 h 1972800"/>
              <a:gd name="connsiteX388" fmla="*/ 11306110 w 11362354"/>
              <a:gd name="connsiteY388" fmla="*/ 441726 h 1972800"/>
              <a:gd name="connsiteX389" fmla="*/ 10419150 w 11362354"/>
              <a:gd name="connsiteY389" fmla="*/ 441367 h 1972800"/>
              <a:gd name="connsiteX390" fmla="*/ 10893359 w 11362354"/>
              <a:gd name="connsiteY390" fmla="*/ 441367 h 1972800"/>
              <a:gd name="connsiteX391" fmla="*/ 10894757 w 11362354"/>
              <a:gd name="connsiteY391" fmla="*/ 483273 h 1972800"/>
              <a:gd name="connsiteX392" fmla="*/ 10419058 w 11362354"/>
              <a:gd name="connsiteY392" fmla="*/ 483273 h 1972800"/>
              <a:gd name="connsiteX393" fmla="*/ 10417854 w 11362354"/>
              <a:gd name="connsiteY393" fmla="*/ 463084 h 1972800"/>
              <a:gd name="connsiteX394" fmla="*/ 9781432 w 11362354"/>
              <a:gd name="connsiteY394" fmla="*/ 440432 h 1972800"/>
              <a:gd name="connsiteX395" fmla="*/ 10286039 w 11362354"/>
              <a:gd name="connsiteY395" fmla="*/ 440432 h 1972800"/>
              <a:gd name="connsiteX396" fmla="*/ 10286039 w 11362354"/>
              <a:gd name="connsiteY396" fmla="*/ 482250 h 1972800"/>
              <a:gd name="connsiteX397" fmla="*/ 9781432 w 11362354"/>
              <a:gd name="connsiteY397" fmla="*/ 482250 h 1972800"/>
              <a:gd name="connsiteX398" fmla="*/ 8877431 w 11362354"/>
              <a:gd name="connsiteY398" fmla="*/ 440432 h 1972800"/>
              <a:gd name="connsiteX399" fmla="*/ 9382033 w 11362354"/>
              <a:gd name="connsiteY399" fmla="*/ 440432 h 1972800"/>
              <a:gd name="connsiteX400" fmla="*/ 9382033 w 11362354"/>
              <a:gd name="connsiteY400" fmla="*/ 482250 h 1972800"/>
              <a:gd name="connsiteX401" fmla="*/ 8877431 w 11362354"/>
              <a:gd name="connsiteY401" fmla="*/ 482250 h 1972800"/>
              <a:gd name="connsiteX402" fmla="*/ 8042875 w 11362354"/>
              <a:gd name="connsiteY402" fmla="*/ 440432 h 1972800"/>
              <a:gd name="connsiteX403" fmla="*/ 8501703 w 11362354"/>
              <a:gd name="connsiteY403" fmla="*/ 440432 h 1972800"/>
              <a:gd name="connsiteX404" fmla="*/ 8501703 w 11362354"/>
              <a:gd name="connsiteY404" fmla="*/ 482250 h 1972800"/>
              <a:gd name="connsiteX405" fmla="*/ 8042875 w 11362354"/>
              <a:gd name="connsiteY405" fmla="*/ 482250 h 1972800"/>
              <a:gd name="connsiteX406" fmla="*/ 7193139 w 11362354"/>
              <a:gd name="connsiteY406" fmla="*/ 440432 h 1972800"/>
              <a:gd name="connsiteX407" fmla="*/ 7871807 w 11362354"/>
              <a:gd name="connsiteY407" fmla="*/ 440432 h 1972800"/>
              <a:gd name="connsiteX408" fmla="*/ 7891162 w 11362354"/>
              <a:gd name="connsiteY408" fmla="*/ 482250 h 1972800"/>
              <a:gd name="connsiteX409" fmla="*/ 7193139 w 11362354"/>
              <a:gd name="connsiteY409" fmla="*/ 482250 h 1972800"/>
              <a:gd name="connsiteX410" fmla="*/ 6188669 w 11362354"/>
              <a:gd name="connsiteY410" fmla="*/ 440432 h 1972800"/>
              <a:gd name="connsiteX411" fmla="*/ 6674501 w 11362354"/>
              <a:gd name="connsiteY411" fmla="*/ 440432 h 1972800"/>
              <a:gd name="connsiteX412" fmla="*/ 6674501 w 11362354"/>
              <a:gd name="connsiteY412" fmla="*/ 482250 h 1972800"/>
              <a:gd name="connsiteX413" fmla="*/ 6188669 w 11362354"/>
              <a:gd name="connsiteY413" fmla="*/ 482250 h 1972800"/>
              <a:gd name="connsiteX414" fmla="*/ 5574793 w 11362354"/>
              <a:gd name="connsiteY414" fmla="*/ 440432 h 1972800"/>
              <a:gd name="connsiteX415" fmla="*/ 6073294 w 11362354"/>
              <a:gd name="connsiteY415" fmla="*/ 440432 h 1972800"/>
              <a:gd name="connsiteX416" fmla="*/ 6073294 w 11362354"/>
              <a:gd name="connsiteY416" fmla="*/ 482250 h 1972800"/>
              <a:gd name="connsiteX417" fmla="*/ 5574793 w 11362354"/>
              <a:gd name="connsiteY417" fmla="*/ 482250 h 1972800"/>
              <a:gd name="connsiteX418" fmla="*/ 4792811 w 11362354"/>
              <a:gd name="connsiteY418" fmla="*/ 440432 h 1972800"/>
              <a:gd name="connsiteX419" fmla="*/ 5291307 w 11362354"/>
              <a:gd name="connsiteY419" fmla="*/ 440432 h 1972800"/>
              <a:gd name="connsiteX420" fmla="*/ 5291307 w 11362354"/>
              <a:gd name="connsiteY420" fmla="*/ 482250 h 1972800"/>
              <a:gd name="connsiteX421" fmla="*/ 4792811 w 11362354"/>
              <a:gd name="connsiteY421" fmla="*/ 482250 h 1972800"/>
              <a:gd name="connsiteX422" fmla="*/ 2285298 w 11362354"/>
              <a:gd name="connsiteY422" fmla="*/ 440432 h 1972800"/>
              <a:gd name="connsiteX423" fmla="*/ 2771132 w 11362354"/>
              <a:gd name="connsiteY423" fmla="*/ 440432 h 1972800"/>
              <a:gd name="connsiteX424" fmla="*/ 2771132 w 11362354"/>
              <a:gd name="connsiteY424" fmla="*/ 482250 h 1972800"/>
              <a:gd name="connsiteX425" fmla="*/ 2285298 w 11362354"/>
              <a:gd name="connsiteY425" fmla="*/ 482250 h 1972800"/>
              <a:gd name="connsiteX426" fmla="*/ 1688066 w 11362354"/>
              <a:gd name="connsiteY426" fmla="*/ 440432 h 1972800"/>
              <a:gd name="connsiteX427" fmla="*/ 2171374 w 11362354"/>
              <a:gd name="connsiteY427" fmla="*/ 440432 h 1972800"/>
              <a:gd name="connsiteX428" fmla="*/ 2178605 w 11362354"/>
              <a:gd name="connsiteY428" fmla="*/ 482250 h 1972800"/>
              <a:gd name="connsiteX429" fmla="*/ 1717768 w 11362354"/>
              <a:gd name="connsiteY429" fmla="*/ 482250 h 1972800"/>
              <a:gd name="connsiteX430" fmla="*/ 1688066 w 11362354"/>
              <a:gd name="connsiteY430" fmla="*/ 440432 h 1972800"/>
              <a:gd name="connsiteX431" fmla="*/ 985097 w 11362354"/>
              <a:gd name="connsiteY431" fmla="*/ 440432 h 1972800"/>
              <a:gd name="connsiteX432" fmla="*/ 1469893 w 11362354"/>
              <a:gd name="connsiteY432" fmla="*/ 440432 h 1972800"/>
              <a:gd name="connsiteX433" fmla="*/ 1469893 w 11362354"/>
              <a:gd name="connsiteY433" fmla="*/ 482250 h 1972800"/>
              <a:gd name="connsiteX434" fmla="*/ 985097 w 11362354"/>
              <a:gd name="connsiteY434" fmla="*/ 482250 h 1972800"/>
              <a:gd name="connsiteX435" fmla="*/ 0 w 11362354"/>
              <a:gd name="connsiteY435" fmla="*/ 440432 h 1972800"/>
              <a:gd name="connsiteX436" fmla="*/ 505721 w 11362354"/>
              <a:gd name="connsiteY436" fmla="*/ 440432 h 1972800"/>
              <a:gd name="connsiteX437" fmla="*/ 505721 w 11362354"/>
              <a:gd name="connsiteY437" fmla="*/ 482250 h 1972800"/>
              <a:gd name="connsiteX438" fmla="*/ 0 w 11362354"/>
              <a:gd name="connsiteY438" fmla="*/ 482250 h 1972800"/>
              <a:gd name="connsiteX439" fmla="*/ 4093268 w 11362354"/>
              <a:gd name="connsiteY439" fmla="*/ 440431 h 1972800"/>
              <a:gd name="connsiteX440" fmla="*/ 4597023 w 11362354"/>
              <a:gd name="connsiteY440" fmla="*/ 440431 h 1972800"/>
              <a:gd name="connsiteX441" fmla="*/ 4611768 w 11362354"/>
              <a:gd name="connsiteY441" fmla="*/ 482249 h 1972800"/>
              <a:gd name="connsiteX442" fmla="*/ 4120709 w 11362354"/>
              <a:gd name="connsiteY442" fmla="*/ 482249 h 1972800"/>
              <a:gd name="connsiteX443" fmla="*/ 4093268 w 11362354"/>
              <a:gd name="connsiteY443" fmla="*/ 440431 h 1972800"/>
              <a:gd name="connsiteX444" fmla="*/ 3368371 w 11362354"/>
              <a:gd name="connsiteY444" fmla="*/ 440431 h 1972800"/>
              <a:gd name="connsiteX445" fmla="*/ 3872116 w 11362354"/>
              <a:gd name="connsiteY445" fmla="*/ 440431 h 1972800"/>
              <a:gd name="connsiteX446" fmla="*/ 3844680 w 11362354"/>
              <a:gd name="connsiteY446" fmla="*/ 482249 h 1972800"/>
              <a:gd name="connsiteX447" fmla="*/ 3353616 w 11362354"/>
              <a:gd name="connsiteY447" fmla="*/ 482249 h 1972800"/>
              <a:gd name="connsiteX448" fmla="*/ 3368371 w 11362354"/>
              <a:gd name="connsiteY448" fmla="*/ 440431 h 1972800"/>
              <a:gd name="connsiteX449" fmla="*/ 11223979 w 11362354"/>
              <a:gd name="connsiteY449" fmla="*/ 437563 h 1972800"/>
              <a:gd name="connsiteX450" fmla="*/ 11304274 w 11362354"/>
              <a:gd name="connsiteY450" fmla="*/ 437563 h 1972800"/>
              <a:gd name="connsiteX451" fmla="*/ 11304274 w 11362354"/>
              <a:gd name="connsiteY451" fmla="*/ 487440 h 1972800"/>
              <a:gd name="connsiteX452" fmla="*/ 11274504 w 11362354"/>
              <a:gd name="connsiteY452" fmla="*/ 487440 h 1972800"/>
              <a:gd name="connsiteX453" fmla="*/ 10437485 w 11362354"/>
              <a:gd name="connsiteY453" fmla="*/ 312620 h 1972800"/>
              <a:gd name="connsiteX454" fmla="*/ 11305204 w 11362354"/>
              <a:gd name="connsiteY454" fmla="*/ 312620 h 1972800"/>
              <a:gd name="connsiteX455" fmla="*/ 11305204 w 11362354"/>
              <a:gd name="connsiteY455" fmla="*/ 323517 h 1972800"/>
              <a:gd name="connsiteX456" fmla="*/ 11306110 w 11362354"/>
              <a:gd name="connsiteY456" fmla="*/ 323517 h 1972800"/>
              <a:gd name="connsiteX457" fmla="*/ 11306110 w 11362354"/>
              <a:gd name="connsiteY457" fmla="*/ 351547 h 1972800"/>
              <a:gd name="connsiteX458" fmla="*/ 11306110 w 11362354"/>
              <a:gd name="connsiteY458" fmla="*/ 359098 h 1972800"/>
              <a:gd name="connsiteX459" fmla="*/ 11305204 w 11362354"/>
              <a:gd name="connsiteY459" fmla="*/ 359098 h 1972800"/>
              <a:gd name="connsiteX460" fmla="*/ 11305204 w 11362354"/>
              <a:gd name="connsiteY460" fmla="*/ 363528 h 1972800"/>
              <a:gd name="connsiteX461" fmla="*/ 10423824 w 11362354"/>
              <a:gd name="connsiteY461" fmla="*/ 363528 h 1972800"/>
              <a:gd name="connsiteX462" fmla="*/ 10429797 w 11362354"/>
              <a:gd name="connsiteY462" fmla="*/ 336441 h 1972800"/>
              <a:gd name="connsiteX463" fmla="*/ 9781432 w 11362354"/>
              <a:gd name="connsiteY463" fmla="*/ 312620 h 1972800"/>
              <a:gd name="connsiteX464" fmla="*/ 10286039 w 11362354"/>
              <a:gd name="connsiteY464" fmla="*/ 312620 h 1972800"/>
              <a:gd name="connsiteX465" fmla="*/ 10286039 w 11362354"/>
              <a:gd name="connsiteY465" fmla="*/ 322833 h 1972800"/>
              <a:gd name="connsiteX466" fmla="*/ 10286039 w 11362354"/>
              <a:gd name="connsiteY466" fmla="*/ 358338 h 1972800"/>
              <a:gd name="connsiteX467" fmla="*/ 10286039 w 11362354"/>
              <a:gd name="connsiteY467" fmla="*/ 358339 h 1972800"/>
              <a:gd name="connsiteX468" fmla="*/ 9781432 w 11362354"/>
              <a:gd name="connsiteY468" fmla="*/ 358339 h 1972800"/>
              <a:gd name="connsiteX469" fmla="*/ 9781432 w 11362354"/>
              <a:gd name="connsiteY469" fmla="*/ 358338 h 1972800"/>
              <a:gd name="connsiteX470" fmla="*/ 9781432 w 11362354"/>
              <a:gd name="connsiteY470" fmla="*/ 322833 h 1972800"/>
              <a:gd name="connsiteX471" fmla="*/ 8611213 w 11362354"/>
              <a:gd name="connsiteY471" fmla="*/ 312620 h 1972800"/>
              <a:gd name="connsiteX472" fmla="*/ 9666891 w 11362354"/>
              <a:gd name="connsiteY472" fmla="*/ 312620 h 1972800"/>
              <a:gd name="connsiteX473" fmla="*/ 9666891 w 11362354"/>
              <a:gd name="connsiteY473" fmla="*/ 322833 h 1972800"/>
              <a:gd name="connsiteX474" fmla="*/ 9668568 w 11362354"/>
              <a:gd name="connsiteY474" fmla="*/ 322833 h 1972800"/>
              <a:gd name="connsiteX475" fmla="*/ 9668568 w 11362354"/>
              <a:gd name="connsiteY475" fmla="*/ 358338 h 1972800"/>
              <a:gd name="connsiteX476" fmla="*/ 9666891 w 11362354"/>
              <a:gd name="connsiteY476" fmla="*/ 358338 h 1972800"/>
              <a:gd name="connsiteX477" fmla="*/ 9666891 w 11362354"/>
              <a:gd name="connsiteY477" fmla="*/ 358339 h 1972800"/>
              <a:gd name="connsiteX478" fmla="*/ 8611213 w 11362354"/>
              <a:gd name="connsiteY478" fmla="*/ 358339 h 1972800"/>
              <a:gd name="connsiteX479" fmla="*/ 8037009 w 11362354"/>
              <a:gd name="connsiteY479" fmla="*/ 312620 h 1972800"/>
              <a:gd name="connsiteX480" fmla="*/ 8500026 w 11362354"/>
              <a:gd name="connsiteY480" fmla="*/ 312620 h 1972800"/>
              <a:gd name="connsiteX481" fmla="*/ 8500026 w 11362354"/>
              <a:gd name="connsiteY481" fmla="*/ 322833 h 1972800"/>
              <a:gd name="connsiteX482" fmla="*/ 8501703 w 11362354"/>
              <a:gd name="connsiteY482" fmla="*/ 322833 h 1972800"/>
              <a:gd name="connsiteX483" fmla="*/ 8501703 w 11362354"/>
              <a:gd name="connsiteY483" fmla="*/ 358338 h 1972800"/>
              <a:gd name="connsiteX484" fmla="*/ 8500026 w 11362354"/>
              <a:gd name="connsiteY484" fmla="*/ 358338 h 1972800"/>
              <a:gd name="connsiteX485" fmla="*/ 8500026 w 11362354"/>
              <a:gd name="connsiteY485" fmla="*/ 358339 h 1972800"/>
              <a:gd name="connsiteX486" fmla="*/ 8037009 w 11362354"/>
              <a:gd name="connsiteY486" fmla="*/ 358339 h 1972800"/>
              <a:gd name="connsiteX487" fmla="*/ 7193139 w 11362354"/>
              <a:gd name="connsiteY487" fmla="*/ 312620 h 1972800"/>
              <a:gd name="connsiteX488" fmla="*/ 7812777 w 11362354"/>
              <a:gd name="connsiteY488" fmla="*/ 312620 h 1972800"/>
              <a:gd name="connsiteX489" fmla="*/ 7833342 w 11362354"/>
              <a:gd name="connsiteY489" fmla="*/ 357178 h 1972800"/>
              <a:gd name="connsiteX490" fmla="*/ 7833342 w 11362354"/>
              <a:gd name="connsiteY490" fmla="*/ 357314 h 1972800"/>
              <a:gd name="connsiteX491" fmla="*/ 7833816 w 11362354"/>
              <a:gd name="connsiteY491" fmla="*/ 358338 h 1972800"/>
              <a:gd name="connsiteX492" fmla="*/ 7833342 w 11362354"/>
              <a:gd name="connsiteY492" fmla="*/ 358338 h 1972800"/>
              <a:gd name="connsiteX493" fmla="*/ 7833342 w 11362354"/>
              <a:gd name="connsiteY493" fmla="*/ 358339 h 1972800"/>
              <a:gd name="connsiteX494" fmla="*/ 7193139 w 11362354"/>
              <a:gd name="connsiteY494" fmla="*/ 358339 h 1972800"/>
              <a:gd name="connsiteX495" fmla="*/ 7193139 w 11362354"/>
              <a:gd name="connsiteY495" fmla="*/ 358338 h 1972800"/>
              <a:gd name="connsiteX496" fmla="*/ 7193139 w 11362354"/>
              <a:gd name="connsiteY496" fmla="*/ 322833 h 1972800"/>
              <a:gd name="connsiteX497" fmla="*/ 6184479 w 11362354"/>
              <a:gd name="connsiteY497" fmla="*/ 312620 h 1972800"/>
              <a:gd name="connsiteX498" fmla="*/ 7080274 w 11362354"/>
              <a:gd name="connsiteY498" fmla="*/ 312620 h 1972800"/>
              <a:gd name="connsiteX499" fmla="*/ 7080274 w 11362354"/>
              <a:gd name="connsiteY499" fmla="*/ 322833 h 1972800"/>
              <a:gd name="connsiteX500" fmla="*/ 7080275 w 11362354"/>
              <a:gd name="connsiteY500" fmla="*/ 322833 h 1972800"/>
              <a:gd name="connsiteX501" fmla="*/ 7080275 w 11362354"/>
              <a:gd name="connsiteY501" fmla="*/ 358338 h 1972800"/>
              <a:gd name="connsiteX502" fmla="*/ 7080274 w 11362354"/>
              <a:gd name="connsiteY502" fmla="*/ 358338 h 1972800"/>
              <a:gd name="connsiteX503" fmla="*/ 7080274 w 11362354"/>
              <a:gd name="connsiteY503" fmla="*/ 358339 h 1972800"/>
              <a:gd name="connsiteX504" fmla="*/ 6184479 w 11362354"/>
              <a:gd name="connsiteY504" fmla="*/ 358339 h 1972800"/>
              <a:gd name="connsiteX505" fmla="*/ 5574793 w 11362354"/>
              <a:gd name="connsiteY505" fmla="*/ 312620 h 1972800"/>
              <a:gd name="connsiteX506" fmla="*/ 6073294 w 11362354"/>
              <a:gd name="connsiteY506" fmla="*/ 312620 h 1972800"/>
              <a:gd name="connsiteX507" fmla="*/ 6073294 w 11362354"/>
              <a:gd name="connsiteY507" fmla="*/ 322833 h 1972800"/>
              <a:gd name="connsiteX508" fmla="*/ 6073294 w 11362354"/>
              <a:gd name="connsiteY508" fmla="*/ 358338 h 1972800"/>
              <a:gd name="connsiteX509" fmla="*/ 6073294 w 11362354"/>
              <a:gd name="connsiteY509" fmla="*/ 358339 h 1972800"/>
              <a:gd name="connsiteX510" fmla="*/ 5574793 w 11362354"/>
              <a:gd name="connsiteY510" fmla="*/ 358339 h 1972800"/>
              <a:gd name="connsiteX511" fmla="*/ 5574793 w 11362354"/>
              <a:gd name="connsiteY511" fmla="*/ 358338 h 1972800"/>
              <a:gd name="connsiteX512" fmla="*/ 5574793 w 11362354"/>
              <a:gd name="connsiteY512" fmla="*/ 322833 h 1972800"/>
              <a:gd name="connsiteX513" fmla="*/ 4792811 w 11362354"/>
              <a:gd name="connsiteY513" fmla="*/ 312620 h 1972800"/>
              <a:gd name="connsiteX514" fmla="*/ 5291307 w 11362354"/>
              <a:gd name="connsiteY514" fmla="*/ 312620 h 1972800"/>
              <a:gd name="connsiteX515" fmla="*/ 5291307 w 11362354"/>
              <a:gd name="connsiteY515" fmla="*/ 322833 h 1972800"/>
              <a:gd name="connsiteX516" fmla="*/ 5291307 w 11362354"/>
              <a:gd name="connsiteY516" fmla="*/ 358338 h 1972800"/>
              <a:gd name="connsiteX517" fmla="*/ 5291307 w 11362354"/>
              <a:gd name="connsiteY517" fmla="*/ 358339 h 1972800"/>
              <a:gd name="connsiteX518" fmla="*/ 4792811 w 11362354"/>
              <a:gd name="connsiteY518" fmla="*/ 358339 h 1972800"/>
              <a:gd name="connsiteX519" fmla="*/ 4792811 w 11362354"/>
              <a:gd name="connsiteY519" fmla="*/ 358338 h 1972800"/>
              <a:gd name="connsiteX520" fmla="*/ 4792811 w 11362354"/>
              <a:gd name="connsiteY520" fmla="*/ 322833 h 1972800"/>
              <a:gd name="connsiteX521" fmla="*/ 2285298 w 11362354"/>
              <a:gd name="connsiteY521" fmla="*/ 312620 h 1972800"/>
              <a:gd name="connsiteX522" fmla="*/ 3183254 w 11362354"/>
              <a:gd name="connsiteY522" fmla="*/ 312620 h 1972800"/>
              <a:gd name="connsiteX523" fmla="*/ 3183254 w 11362354"/>
              <a:gd name="connsiteY523" fmla="*/ 322833 h 1972800"/>
              <a:gd name="connsiteX524" fmla="*/ 3183254 w 11362354"/>
              <a:gd name="connsiteY524" fmla="*/ 358338 h 1972800"/>
              <a:gd name="connsiteX525" fmla="*/ 3183254 w 11362354"/>
              <a:gd name="connsiteY525" fmla="*/ 358339 h 1972800"/>
              <a:gd name="connsiteX526" fmla="*/ 2285298 w 11362354"/>
              <a:gd name="connsiteY526" fmla="*/ 358339 h 1972800"/>
              <a:gd name="connsiteX527" fmla="*/ 2285298 w 11362354"/>
              <a:gd name="connsiteY527" fmla="*/ 358338 h 1972800"/>
              <a:gd name="connsiteX528" fmla="*/ 2285298 w 11362354"/>
              <a:gd name="connsiteY528" fmla="*/ 322833 h 1972800"/>
              <a:gd name="connsiteX529" fmla="*/ 985097 w 11362354"/>
              <a:gd name="connsiteY529" fmla="*/ 312620 h 1972800"/>
              <a:gd name="connsiteX530" fmla="*/ 2135110 w 11362354"/>
              <a:gd name="connsiteY530" fmla="*/ 312620 h 1972800"/>
              <a:gd name="connsiteX531" fmla="*/ 2148730 w 11362354"/>
              <a:gd name="connsiteY531" fmla="*/ 358335 h 1972800"/>
              <a:gd name="connsiteX532" fmla="*/ 2148731 w 11362354"/>
              <a:gd name="connsiteY532" fmla="*/ 358338 h 1972800"/>
              <a:gd name="connsiteX533" fmla="*/ 2148731 w 11362354"/>
              <a:gd name="connsiteY533" fmla="*/ 358339 h 1972800"/>
              <a:gd name="connsiteX534" fmla="*/ 985097 w 11362354"/>
              <a:gd name="connsiteY534" fmla="*/ 358339 h 1972800"/>
              <a:gd name="connsiteX535" fmla="*/ 985097 w 11362354"/>
              <a:gd name="connsiteY535" fmla="*/ 358338 h 1972800"/>
              <a:gd name="connsiteX536" fmla="*/ 985097 w 11362354"/>
              <a:gd name="connsiteY536" fmla="*/ 322833 h 1972800"/>
              <a:gd name="connsiteX537" fmla="*/ 0 w 11362354"/>
              <a:gd name="connsiteY537" fmla="*/ 312620 h 1972800"/>
              <a:gd name="connsiteX538" fmla="*/ 877145 w 11362354"/>
              <a:gd name="connsiteY538" fmla="*/ 312620 h 1972800"/>
              <a:gd name="connsiteX539" fmla="*/ 877145 w 11362354"/>
              <a:gd name="connsiteY539" fmla="*/ 322833 h 1972800"/>
              <a:gd name="connsiteX540" fmla="*/ 877145 w 11362354"/>
              <a:gd name="connsiteY540" fmla="*/ 358338 h 1972800"/>
              <a:gd name="connsiteX541" fmla="*/ 877145 w 11362354"/>
              <a:gd name="connsiteY541" fmla="*/ 358339 h 1972800"/>
              <a:gd name="connsiteX542" fmla="*/ 0 w 11362354"/>
              <a:gd name="connsiteY542" fmla="*/ 358339 h 1972800"/>
              <a:gd name="connsiteX543" fmla="*/ 0 w 11362354"/>
              <a:gd name="connsiteY543" fmla="*/ 358338 h 1972800"/>
              <a:gd name="connsiteX544" fmla="*/ 0 w 11362354"/>
              <a:gd name="connsiteY544" fmla="*/ 322833 h 1972800"/>
              <a:gd name="connsiteX545" fmla="*/ 3426524 w 11362354"/>
              <a:gd name="connsiteY545" fmla="*/ 311140 h 1972800"/>
              <a:gd name="connsiteX546" fmla="*/ 4541246 w 11362354"/>
              <a:gd name="connsiteY546" fmla="*/ 311140 h 1972800"/>
              <a:gd name="connsiteX547" fmla="*/ 4565836 w 11362354"/>
              <a:gd name="connsiteY547" fmla="*/ 363528 h 1972800"/>
              <a:gd name="connsiteX548" fmla="*/ 3720591 w 11362354"/>
              <a:gd name="connsiteY548" fmla="*/ 363528 h 1972800"/>
              <a:gd name="connsiteX549" fmla="*/ 3720591 w 11362354"/>
              <a:gd name="connsiteY549" fmla="*/ 361147 h 1972800"/>
              <a:gd name="connsiteX550" fmla="*/ 3403052 w 11362354"/>
              <a:gd name="connsiteY550" fmla="*/ 361147 h 1972800"/>
              <a:gd name="connsiteX551" fmla="*/ 10479636 w 11362354"/>
              <a:gd name="connsiteY551" fmla="*/ 204267 h 1972800"/>
              <a:gd name="connsiteX552" fmla="*/ 10671926 w 11362354"/>
              <a:gd name="connsiteY552" fmla="*/ 204267 h 1972800"/>
              <a:gd name="connsiteX553" fmla="*/ 11306110 w 11362354"/>
              <a:gd name="connsiteY553" fmla="*/ 204267 h 1972800"/>
              <a:gd name="connsiteX554" fmla="*/ 11306110 w 11362354"/>
              <a:gd name="connsiteY554" fmla="*/ 241250 h 1972800"/>
              <a:gd name="connsiteX555" fmla="*/ 10671926 w 11362354"/>
              <a:gd name="connsiteY555" fmla="*/ 241250 h 1972800"/>
              <a:gd name="connsiteX556" fmla="*/ 10463420 w 11362354"/>
              <a:gd name="connsiteY556" fmla="*/ 241250 h 1972800"/>
              <a:gd name="connsiteX557" fmla="*/ 9781432 w 11362354"/>
              <a:gd name="connsiteY557" fmla="*/ 203834 h 1972800"/>
              <a:gd name="connsiteX558" fmla="*/ 10286039 w 11362354"/>
              <a:gd name="connsiteY558" fmla="*/ 203834 h 1972800"/>
              <a:gd name="connsiteX559" fmla="*/ 10286039 w 11362354"/>
              <a:gd name="connsiteY559" fmla="*/ 240739 h 1972800"/>
              <a:gd name="connsiteX560" fmla="*/ 9781432 w 11362354"/>
              <a:gd name="connsiteY560" fmla="*/ 240739 h 1972800"/>
              <a:gd name="connsiteX561" fmla="*/ 8612890 w 11362354"/>
              <a:gd name="connsiteY561" fmla="*/ 203834 h 1972800"/>
              <a:gd name="connsiteX562" fmla="*/ 9668568 w 11362354"/>
              <a:gd name="connsiteY562" fmla="*/ 203834 h 1972800"/>
              <a:gd name="connsiteX563" fmla="*/ 9668568 w 11362354"/>
              <a:gd name="connsiteY563" fmla="*/ 240739 h 1972800"/>
              <a:gd name="connsiteX564" fmla="*/ 8612890 w 11362354"/>
              <a:gd name="connsiteY564" fmla="*/ 240739 h 1972800"/>
              <a:gd name="connsiteX565" fmla="*/ 8042875 w 11362354"/>
              <a:gd name="connsiteY565" fmla="*/ 203834 h 1972800"/>
              <a:gd name="connsiteX566" fmla="*/ 8501703 w 11362354"/>
              <a:gd name="connsiteY566" fmla="*/ 203834 h 1972800"/>
              <a:gd name="connsiteX567" fmla="*/ 8501703 w 11362354"/>
              <a:gd name="connsiteY567" fmla="*/ 240739 h 1972800"/>
              <a:gd name="connsiteX568" fmla="*/ 8042875 w 11362354"/>
              <a:gd name="connsiteY568" fmla="*/ 240739 h 1972800"/>
              <a:gd name="connsiteX569" fmla="*/ 7193139 w 11362354"/>
              <a:gd name="connsiteY569" fmla="*/ 203834 h 1972800"/>
              <a:gd name="connsiteX570" fmla="*/ 7762309 w 11362354"/>
              <a:gd name="connsiteY570" fmla="*/ 203834 h 1972800"/>
              <a:gd name="connsiteX571" fmla="*/ 7779389 w 11362354"/>
              <a:gd name="connsiteY571" fmla="*/ 240739 h 1972800"/>
              <a:gd name="connsiteX572" fmla="*/ 7193139 w 11362354"/>
              <a:gd name="connsiteY572" fmla="*/ 240739 h 1972800"/>
              <a:gd name="connsiteX573" fmla="*/ 6188669 w 11362354"/>
              <a:gd name="connsiteY573" fmla="*/ 203834 h 1972800"/>
              <a:gd name="connsiteX574" fmla="*/ 7080275 w 11362354"/>
              <a:gd name="connsiteY574" fmla="*/ 203834 h 1972800"/>
              <a:gd name="connsiteX575" fmla="*/ 7080275 w 11362354"/>
              <a:gd name="connsiteY575" fmla="*/ 240739 h 1972800"/>
              <a:gd name="connsiteX576" fmla="*/ 6188669 w 11362354"/>
              <a:gd name="connsiteY576" fmla="*/ 240739 h 1972800"/>
              <a:gd name="connsiteX577" fmla="*/ 5574793 w 11362354"/>
              <a:gd name="connsiteY577" fmla="*/ 203834 h 1972800"/>
              <a:gd name="connsiteX578" fmla="*/ 6073294 w 11362354"/>
              <a:gd name="connsiteY578" fmla="*/ 203834 h 1972800"/>
              <a:gd name="connsiteX579" fmla="*/ 6073294 w 11362354"/>
              <a:gd name="connsiteY579" fmla="*/ 240739 h 1972800"/>
              <a:gd name="connsiteX580" fmla="*/ 5574793 w 11362354"/>
              <a:gd name="connsiteY580" fmla="*/ 240739 h 1972800"/>
              <a:gd name="connsiteX581" fmla="*/ 4792811 w 11362354"/>
              <a:gd name="connsiteY581" fmla="*/ 203834 h 1972800"/>
              <a:gd name="connsiteX582" fmla="*/ 5291307 w 11362354"/>
              <a:gd name="connsiteY582" fmla="*/ 203834 h 1972800"/>
              <a:gd name="connsiteX583" fmla="*/ 5291307 w 11362354"/>
              <a:gd name="connsiteY583" fmla="*/ 240739 h 1972800"/>
              <a:gd name="connsiteX584" fmla="*/ 4792811 w 11362354"/>
              <a:gd name="connsiteY584" fmla="*/ 240739 h 1972800"/>
              <a:gd name="connsiteX585" fmla="*/ 2285298 w 11362354"/>
              <a:gd name="connsiteY585" fmla="*/ 203834 h 1972800"/>
              <a:gd name="connsiteX586" fmla="*/ 3183254 w 11362354"/>
              <a:gd name="connsiteY586" fmla="*/ 203834 h 1972800"/>
              <a:gd name="connsiteX587" fmla="*/ 3183254 w 11362354"/>
              <a:gd name="connsiteY587" fmla="*/ 240739 h 1972800"/>
              <a:gd name="connsiteX588" fmla="*/ 2285298 w 11362354"/>
              <a:gd name="connsiteY588" fmla="*/ 240739 h 1972800"/>
              <a:gd name="connsiteX589" fmla="*/ 985097 w 11362354"/>
              <a:gd name="connsiteY589" fmla="*/ 203834 h 1972800"/>
              <a:gd name="connsiteX590" fmla="*/ 2069184 w 11362354"/>
              <a:gd name="connsiteY590" fmla="*/ 203834 h 1972800"/>
              <a:gd name="connsiteX591" fmla="*/ 2093941 w 11362354"/>
              <a:gd name="connsiteY591" fmla="*/ 240739 h 1972800"/>
              <a:gd name="connsiteX592" fmla="*/ 985097 w 11362354"/>
              <a:gd name="connsiteY592" fmla="*/ 240739 h 1972800"/>
              <a:gd name="connsiteX593" fmla="*/ 0 w 11362354"/>
              <a:gd name="connsiteY593" fmla="*/ 203834 h 1972800"/>
              <a:gd name="connsiteX594" fmla="*/ 877145 w 11362354"/>
              <a:gd name="connsiteY594" fmla="*/ 203834 h 1972800"/>
              <a:gd name="connsiteX595" fmla="*/ 877145 w 11362354"/>
              <a:gd name="connsiteY595" fmla="*/ 240739 h 1972800"/>
              <a:gd name="connsiteX596" fmla="*/ 0 w 11362354"/>
              <a:gd name="connsiteY596" fmla="*/ 240739 h 1972800"/>
              <a:gd name="connsiteX597" fmla="*/ 3491565 w 11362354"/>
              <a:gd name="connsiteY597" fmla="*/ 203833 h 1972800"/>
              <a:gd name="connsiteX598" fmla="*/ 4473824 w 11362354"/>
              <a:gd name="connsiteY598" fmla="*/ 203833 h 1972800"/>
              <a:gd name="connsiteX599" fmla="*/ 4499119 w 11362354"/>
              <a:gd name="connsiteY599" fmla="*/ 240738 h 1972800"/>
              <a:gd name="connsiteX600" fmla="*/ 3466269 w 11362354"/>
              <a:gd name="connsiteY600" fmla="*/ 240738 h 1972800"/>
              <a:gd name="connsiteX601" fmla="*/ 3491565 w 11362354"/>
              <a:gd name="connsiteY601" fmla="*/ 203833 h 1972800"/>
              <a:gd name="connsiteX602" fmla="*/ 10550205 w 11362354"/>
              <a:gd name="connsiteY602" fmla="*/ 96959 h 1972800"/>
              <a:gd name="connsiteX603" fmla="*/ 10671926 w 11362354"/>
              <a:gd name="connsiteY603" fmla="*/ 96959 h 1972800"/>
              <a:gd name="connsiteX604" fmla="*/ 11306110 w 11362354"/>
              <a:gd name="connsiteY604" fmla="*/ 96959 h 1972800"/>
              <a:gd name="connsiteX605" fmla="*/ 11306110 w 11362354"/>
              <a:gd name="connsiteY605" fmla="*/ 121993 h 1972800"/>
              <a:gd name="connsiteX606" fmla="*/ 10671926 w 11362354"/>
              <a:gd name="connsiteY606" fmla="*/ 121993 h 1972800"/>
              <a:gd name="connsiteX607" fmla="*/ 10531544 w 11362354"/>
              <a:gd name="connsiteY607" fmla="*/ 121993 h 1972800"/>
              <a:gd name="connsiteX608" fmla="*/ 9781432 w 11362354"/>
              <a:gd name="connsiteY608" fmla="*/ 96753 h 1972800"/>
              <a:gd name="connsiteX609" fmla="*/ 10286039 w 11362354"/>
              <a:gd name="connsiteY609" fmla="*/ 96753 h 1972800"/>
              <a:gd name="connsiteX610" fmla="*/ 10286039 w 11362354"/>
              <a:gd name="connsiteY610" fmla="*/ 121735 h 1972800"/>
              <a:gd name="connsiteX611" fmla="*/ 9781432 w 11362354"/>
              <a:gd name="connsiteY611" fmla="*/ 121735 h 1972800"/>
              <a:gd name="connsiteX612" fmla="*/ 8612890 w 11362354"/>
              <a:gd name="connsiteY612" fmla="*/ 96753 h 1972800"/>
              <a:gd name="connsiteX613" fmla="*/ 9668568 w 11362354"/>
              <a:gd name="connsiteY613" fmla="*/ 96753 h 1972800"/>
              <a:gd name="connsiteX614" fmla="*/ 9668568 w 11362354"/>
              <a:gd name="connsiteY614" fmla="*/ 121735 h 1972800"/>
              <a:gd name="connsiteX615" fmla="*/ 8612890 w 11362354"/>
              <a:gd name="connsiteY615" fmla="*/ 121735 h 1972800"/>
              <a:gd name="connsiteX616" fmla="*/ 8042875 w 11362354"/>
              <a:gd name="connsiteY616" fmla="*/ 96753 h 1972800"/>
              <a:gd name="connsiteX617" fmla="*/ 8501703 w 11362354"/>
              <a:gd name="connsiteY617" fmla="*/ 96753 h 1972800"/>
              <a:gd name="connsiteX618" fmla="*/ 8501703 w 11362354"/>
              <a:gd name="connsiteY618" fmla="*/ 121735 h 1972800"/>
              <a:gd name="connsiteX619" fmla="*/ 8042875 w 11362354"/>
              <a:gd name="connsiteY619" fmla="*/ 121735 h 1972800"/>
              <a:gd name="connsiteX620" fmla="*/ 7193139 w 11362354"/>
              <a:gd name="connsiteY620" fmla="*/ 96753 h 1972800"/>
              <a:gd name="connsiteX621" fmla="*/ 7712749 w 11362354"/>
              <a:gd name="connsiteY621" fmla="*/ 96753 h 1972800"/>
              <a:gd name="connsiteX622" fmla="*/ 7724312 w 11362354"/>
              <a:gd name="connsiteY622" fmla="*/ 121735 h 1972800"/>
              <a:gd name="connsiteX623" fmla="*/ 7193139 w 11362354"/>
              <a:gd name="connsiteY623" fmla="*/ 121735 h 1972800"/>
              <a:gd name="connsiteX624" fmla="*/ 6188669 w 11362354"/>
              <a:gd name="connsiteY624" fmla="*/ 96753 h 1972800"/>
              <a:gd name="connsiteX625" fmla="*/ 7080275 w 11362354"/>
              <a:gd name="connsiteY625" fmla="*/ 96753 h 1972800"/>
              <a:gd name="connsiteX626" fmla="*/ 7080275 w 11362354"/>
              <a:gd name="connsiteY626" fmla="*/ 121735 h 1972800"/>
              <a:gd name="connsiteX627" fmla="*/ 6188669 w 11362354"/>
              <a:gd name="connsiteY627" fmla="*/ 121735 h 1972800"/>
              <a:gd name="connsiteX628" fmla="*/ 5574793 w 11362354"/>
              <a:gd name="connsiteY628" fmla="*/ 96753 h 1972800"/>
              <a:gd name="connsiteX629" fmla="*/ 6073294 w 11362354"/>
              <a:gd name="connsiteY629" fmla="*/ 96753 h 1972800"/>
              <a:gd name="connsiteX630" fmla="*/ 6073294 w 11362354"/>
              <a:gd name="connsiteY630" fmla="*/ 121735 h 1972800"/>
              <a:gd name="connsiteX631" fmla="*/ 5574793 w 11362354"/>
              <a:gd name="connsiteY631" fmla="*/ 121735 h 1972800"/>
              <a:gd name="connsiteX632" fmla="*/ 4792811 w 11362354"/>
              <a:gd name="connsiteY632" fmla="*/ 96753 h 1972800"/>
              <a:gd name="connsiteX633" fmla="*/ 5291307 w 11362354"/>
              <a:gd name="connsiteY633" fmla="*/ 96753 h 1972800"/>
              <a:gd name="connsiteX634" fmla="*/ 5291307 w 11362354"/>
              <a:gd name="connsiteY634" fmla="*/ 121735 h 1972800"/>
              <a:gd name="connsiteX635" fmla="*/ 4792811 w 11362354"/>
              <a:gd name="connsiteY635" fmla="*/ 121735 h 1972800"/>
              <a:gd name="connsiteX636" fmla="*/ 2285298 w 11362354"/>
              <a:gd name="connsiteY636" fmla="*/ 96753 h 1972800"/>
              <a:gd name="connsiteX637" fmla="*/ 3183254 w 11362354"/>
              <a:gd name="connsiteY637" fmla="*/ 96753 h 1972800"/>
              <a:gd name="connsiteX638" fmla="*/ 3183254 w 11362354"/>
              <a:gd name="connsiteY638" fmla="*/ 121735 h 1972800"/>
              <a:gd name="connsiteX639" fmla="*/ 2285298 w 11362354"/>
              <a:gd name="connsiteY639" fmla="*/ 121735 h 1972800"/>
              <a:gd name="connsiteX640" fmla="*/ 985097 w 11362354"/>
              <a:gd name="connsiteY640" fmla="*/ 96753 h 1972800"/>
              <a:gd name="connsiteX641" fmla="*/ 1978552 w 11362354"/>
              <a:gd name="connsiteY641" fmla="*/ 96753 h 1972800"/>
              <a:gd name="connsiteX642" fmla="*/ 2002599 w 11362354"/>
              <a:gd name="connsiteY642" fmla="*/ 121735 h 1972800"/>
              <a:gd name="connsiteX643" fmla="*/ 985097 w 11362354"/>
              <a:gd name="connsiteY643" fmla="*/ 121735 h 1972800"/>
              <a:gd name="connsiteX644" fmla="*/ 0 w 11362354"/>
              <a:gd name="connsiteY644" fmla="*/ 96753 h 1972800"/>
              <a:gd name="connsiteX645" fmla="*/ 877145 w 11362354"/>
              <a:gd name="connsiteY645" fmla="*/ 96753 h 1972800"/>
              <a:gd name="connsiteX646" fmla="*/ 877145 w 11362354"/>
              <a:gd name="connsiteY646" fmla="*/ 121735 h 1972800"/>
              <a:gd name="connsiteX647" fmla="*/ 0 w 11362354"/>
              <a:gd name="connsiteY647" fmla="*/ 121735 h 1972800"/>
              <a:gd name="connsiteX648" fmla="*/ 3581580 w 11362354"/>
              <a:gd name="connsiteY648" fmla="*/ 96752 h 1972800"/>
              <a:gd name="connsiteX649" fmla="*/ 4383809 w 11362354"/>
              <a:gd name="connsiteY649" fmla="*/ 96752 h 1972800"/>
              <a:gd name="connsiteX650" fmla="*/ 4407456 w 11362354"/>
              <a:gd name="connsiteY650" fmla="*/ 121734 h 1972800"/>
              <a:gd name="connsiteX651" fmla="*/ 3557933 w 11362354"/>
              <a:gd name="connsiteY651" fmla="*/ 121734 h 1972800"/>
              <a:gd name="connsiteX652" fmla="*/ 3581580 w 11362354"/>
              <a:gd name="connsiteY652" fmla="*/ 96752 h 1972800"/>
              <a:gd name="connsiteX653" fmla="*/ 10683999 w 11362354"/>
              <a:gd name="connsiteY653" fmla="*/ 1 h 1972800"/>
              <a:gd name="connsiteX654" fmla="*/ 10743787 w 11362354"/>
              <a:gd name="connsiteY654" fmla="*/ 1 h 1972800"/>
              <a:gd name="connsiteX655" fmla="*/ 10800434 w 11362354"/>
              <a:gd name="connsiteY655" fmla="*/ 2849 h 1972800"/>
              <a:gd name="connsiteX656" fmla="*/ 10800434 w 11362354"/>
              <a:gd name="connsiteY656" fmla="*/ 1 h 1972800"/>
              <a:gd name="connsiteX657" fmla="*/ 11306110 w 11362354"/>
              <a:gd name="connsiteY657" fmla="*/ 1 h 1972800"/>
              <a:gd name="connsiteX658" fmla="*/ 11306110 w 11362354"/>
              <a:gd name="connsiteY658" fmla="*/ 14690 h 1972800"/>
              <a:gd name="connsiteX659" fmla="*/ 10671926 w 11362354"/>
              <a:gd name="connsiteY659" fmla="*/ 14690 h 1972800"/>
              <a:gd name="connsiteX660" fmla="*/ 10634292 w 11362354"/>
              <a:gd name="connsiteY660" fmla="*/ 14690 h 1972800"/>
              <a:gd name="connsiteX661" fmla="*/ 10646512 w 11362354"/>
              <a:gd name="connsiteY661" fmla="*/ 4251 h 1972800"/>
              <a:gd name="connsiteX662" fmla="*/ 10646512 w 11362354"/>
              <a:gd name="connsiteY662" fmla="*/ 2687 h 1972800"/>
              <a:gd name="connsiteX663" fmla="*/ 10671926 w 11362354"/>
              <a:gd name="connsiteY663" fmla="*/ 1221 h 1972800"/>
              <a:gd name="connsiteX664" fmla="*/ 10671926 w 11362354"/>
              <a:gd name="connsiteY664" fmla="*/ 697 h 1972800"/>
              <a:gd name="connsiteX665" fmla="*/ 9781432 w 11362354"/>
              <a:gd name="connsiteY665" fmla="*/ 1 h 1972800"/>
              <a:gd name="connsiteX666" fmla="*/ 10286039 w 11362354"/>
              <a:gd name="connsiteY666" fmla="*/ 1 h 1972800"/>
              <a:gd name="connsiteX667" fmla="*/ 10286039 w 11362354"/>
              <a:gd name="connsiteY667" fmla="*/ 14659 h 1972800"/>
              <a:gd name="connsiteX668" fmla="*/ 9781432 w 11362354"/>
              <a:gd name="connsiteY668" fmla="*/ 14659 h 1972800"/>
              <a:gd name="connsiteX669" fmla="*/ 8612890 w 11362354"/>
              <a:gd name="connsiteY669" fmla="*/ 1 h 1972800"/>
              <a:gd name="connsiteX670" fmla="*/ 9668568 w 11362354"/>
              <a:gd name="connsiteY670" fmla="*/ 1 h 1972800"/>
              <a:gd name="connsiteX671" fmla="*/ 9668568 w 11362354"/>
              <a:gd name="connsiteY671" fmla="*/ 14659 h 1972800"/>
              <a:gd name="connsiteX672" fmla="*/ 8612890 w 11362354"/>
              <a:gd name="connsiteY672" fmla="*/ 14659 h 1972800"/>
              <a:gd name="connsiteX673" fmla="*/ 8042875 w 11362354"/>
              <a:gd name="connsiteY673" fmla="*/ 1 h 1972800"/>
              <a:gd name="connsiteX674" fmla="*/ 8501703 w 11362354"/>
              <a:gd name="connsiteY674" fmla="*/ 1 h 1972800"/>
              <a:gd name="connsiteX675" fmla="*/ 8501703 w 11362354"/>
              <a:gd name="connsiteY675" fmla="*/ 14659 h 1972800"/>
              <a:gd name="connsiteX676" fmla="*/ 8042875 w 11362354"/>
              <a:gd name="connsiteY676" fmla="*/ 14659 h 1972800"/>
              <a:gd name="connsiteX677" fmla="*/ 7193139 w 11362354"/>
              <a:gd name="connsiteY677" fmla="*/ 1 h 1972800"/>
              <a:gd name="connsiteX678" fmla="*/ 7667970 w 11362354"/>
              <a:gd name="connsiteY678" fmla="*/ 1 h 1972800"/>
              <a:gd name="connsiteX679" fmla="*/ 7674758 w 11362354"/>
              <a:gd name="connsiteY679" fmla="*/ 14659 h 1972800"/>
              <a:gd name="connsiteX680" fmla="*/ 7193139 w 11362354"/>
              <a:gd name="connsiteY680" fmla="*/ 14659 h 1972800"/>
              <a:gd name="connsiteX681" fmla="*/ 6188669 w 11362354"/>
              <a:gd name="connsiteY681" fmla="*/ 1 h 1972800"/>
              <a:gd name="connsiteX682" fmla="*/ 7080275 w 11362354"/>
              <a:gd name="connsiteY682" fmla="*/ 1 h 1972800"/>
              <a:gd name="connsiteX683" fmla="*/ 7080275 w 11362354"/>
              <a:gd name="connsiteY683" fmla="*/ 14659 h 1972800"/>
              <a:gd name="connsiteX684" fmla="*/ 6188669 w 11362354"/>
              <a:gd name="connsiteY684" fmla="*/ 14659 h 1972800"/>
              <a:gd name="connsiteX685" fmla="*/ 5574793 w 11362354"/>
              <a:gd name="connsiteY685" fmla="*/ 1 h 1972800"/>
              <a:gd name="connsiteX686" fmla="*/ 6073294 w 11362354"/>
              <a:gd name="connsiteY686" fmla="*/ 1 h 1972800"/>
              <a:gd name="connsiteX687" fmla="*/ 6073294 w 11362354"/>
              <a:gd name="connsiteY687" fmla="*/ 14659 h 1972800"/>
              <a:gd name="connsiteX688" fmla="*/ 5574793 w 11362354"/>
              <a:gd name="connsiteY688" fmla="*/ 14659 h 1972800"/>
              <a:gd name="connsiteX689" fmla="*/ 4792811 w 11362354"/>
              <a:gd name="connsiteY689" fmla="*/ 1 h 1972800"/>
              <a:gd name="connsiteX690" fmla="*/ 5291307 w 11362354"/>
              <a:gd name="connsiteY690" fmla="*/ 1 h 1972800"/>
              <a:gd name="connsiteX691" fmla="*/ 5291307 w 11362354"/>
              <a:gd name="connsiteY691" fmla="*/ 14659 h 1972800"/>
              <a:gd name="connsiteX692" fmla="*/ 4792811 w 11362354"/>
              <a:gd name="connsiteY692" fmla="*/ 14659 h 1972800"/>
              <a:gd name="connsiteX693" fmla="*/ 2285298 w 11362354"/>
              <a:gd name="connsiteY693" fmla="*/ 1 h 1972800"/>
              <a:gd name="connsiteX694" fmla="*/ 3183254 w 11362354"/>
              <a:gd name="connsiteY694" fmla="*/ 1 h 1972800"/>
              <a:gd name="connsiteX695" fmla="*/ 3183254 w 11362354"/>
              <a:gd name="connsiteY695" fmla="*/ 14659 h 1972800"/>
              <a:gd name="connsiteX696" fmla="*/ 2285298 w 11362354"/>
              <a:gd name="connsiteY696" fmla="*/ 14659 h 1972800"/>
              <a:gd name="connsiteX697" fmla="*/ 985097 w 11362354"/>
              <a:gd name="connsiteY697" fmla="*/ 1 h 1972800"/>
              <a:gd name="connsiteX698" fmla="*/ 1846470 w 11362354"/>
              <a:gd name="connsiteY698" fmla="*/ 1 h 1972800"/>
              <a:gd name="connsiteX699" fmla="*/ 1869376 w 11362354"/>
              <a:gd name="connsiteY699" fmla="*/ 14659 h 1972800"/>
              <a:gd name="connsiteX700" fmla="*/ 985097 w 11362354"/>
              <a:gd name="connsiteY700" fmla="*/ 14659 h 1972800"/>
              <a:gd name="connsiteX701" fmla="*/ 0 w 11362354"/>
              <a:gd name="connsiteY701" fmla="*/ 1 h 1972800"/>
              <a:gd name="connsiteX702" fmla="*/ 877145 w 11362354"/>
              <a:gd name="connsiteY702" fmla="*/ 1 h 1972800"/>
              <a:gd name="connsiteX703" fmla="*/ 877145 w 11362354"/>
              <a:gd name="connsiteY703" fmla="*/ 14659 h 1972800"/>
              <a:gd name="connsiteX704" fmla="*/ 0 w 11362354"/>
              <a:gd name="connsiteY704" fmla="*/ 14659 h 1972800"/>
              <a:gd name="connsiteX705" fmla="*/ 3702830 w 11362354"/>
              <a:gd name="connsiteY705" fmla="*/ 0 h 1972800"/>
              <a:gd name="connsiteX706" fmla="*/ 4262563 w 11362354"/>
              <a:gd name="connsiteY706" fmla="*/ 0 h 1972800"/>
              <a:gd name="connsiteX707" fmla="*/ 4284257 w 11362354"/>
              <a:gd name="connsiteY707" fmla="*/ 14658 h 1972800"/>
              <a:gd name="connsiteX708" fmla="*/ 3681132 w 11362354"/>
              <a:gd name="connsiteY708" fmla="*/ 14658 h 1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</a:cxnLst>
            <a:rect l="l" t="t" r="r" b="b"/>
            <a:pathLst>
              <a:path w="11362354" h="1972800">
                <a:moveTo>
                  <a:pt x="4196821" y="1846406"/>
                </a:moveTo>
                <a:lnTo>
                  <a:pt x="4515841" y="1846406"/>
                </a:lnTo>
                <a:lnTo>
                  <a:pt x="4302401" y="1972800"/>
                </a:lnTo>
                <a:lnTo>
                  <a:pt x="4276590" y="1972800"/>
                </a:lnTo>
                <a:close/>
                <a:moveTo>
                  <a:pt x="10408772" y="1547682"/>
                </a:moveTo>
                <a:lnTo>
                  <a:pt x="11236685" y="1547682"/>
                </a:lnTo>
                <a:cubicBezTo>
                  <a:pt x="11178355" y="1621090"/>
                  <a:pt x="11101638" y="1688425"/>
                  <a:pt x="11013744" y="1726479"/>
                </a:cubicBezTo>
                <a:cubicBezTo>
                  <a:pt x="10916839" y="1760403"/>
                  <a:pt x="10802883" y="1780105"/>
                  <a:pt x="10702056" y="1776200"/>
                </a:cubicBezTo>
                <a:cubicBezTo>
                  <a:pt x="10601227" y="1772294"/>
                  <a:pt x="10494409" y="1740125"/>
                  <a:pt x="10408772" y="1703049"/>
                </a:cubicBezTo>
                <a:close/>
                <a:moveTo>
                  <a:pt x="9781432" y="1544408"/>
                </a:moveTo>
                <a:lnTo>
                  <a:pt x="10286039" y="1544408"/>
                </a:lnTo>
                <a:lnTo>
                  <a:pt x="10286039" y="1763438"/>
                </a:lnTo>
                <a:lnTo>
                  <a:pt x="9781432" y="1763438"/>
                </a:lnTo>
                <a:close/>
                <a:moveTo>
                  <a:pt x="8877431" y="1544408"/>
                </a:moveTo>
                <a:lnTo>
                  <a:pt x="9382033" y="1544408"/>
                </a:lnTo>
                <a:lnTo>
                  <a:pt x="9382033" y="1763438"/>
                </a:lnTo>
                <a:lnTo>
                  <a:pt x="8877431" y="1763438"/>
                </a:lnTo>
                <a:close/>
                <a:moveTo>
                  <a:pt x="7955283" y="1544408"/>
                </a:moveTo>
                <a:lnTo>
                  <a:pt x="8501703" y="1544408"/>
                </a:lnTo>
                <a:lnTo>
                  <a:pt x="8501703" y="1763438"/>
                </a:lnTo>
                <a:lnTo>
                  <a:pt x="8046371" y="1763438"/>
                </a:lnTo>
                <a:close/>
                <a:moveTo>
                  <a:pt x="7193139" y="1544408"/>
                </a:moveTo>
                <a:lnTo>
                  <a:pt x="7648159" y="1544408"/>
                </a:lnTo>
                <a:lnTo>
                  <a:pt x="7648159" y="1763438"/>
                </a:lnTo>
                <a:lnTo>
                  <a:pt x="7193139" y="1763438"/>
                </a:lnTo>
                <a:close/>
                <a:moveTo>
                  <a:pt x="6188669" y="1544408"/>
                </a:moveTo>
                <a:lnTo>
                  <a:pt x="7080275" y="1544408"/>
                </a:lnTo>
                <a:lnTo>
                  <a:pt x="7080275" y="1763438"/>
                </a:lnTo>
                <a:lnTo>
                  <a:pt x="6188669" y="1763438"/>
                </a:lnTo>
                <a:close/>
                <a:moveTo>
                  <a:pt x="4886266" y="1544408"/>
                </a:moveTo>
                <a:lnTo>
                  <a:pt x="5979839" y="1544408"/>
                </a:lnTo>
                <a:cubicBezTo>
                  <a:pt x="5886803" y="1676927"/>
                  <a:pt x="5732198" y="1763438"/>
                  <a:pt x="5557257" y="1763438"/>
                </a:cubicBezTo>
                <a:lnTo>
                  <a:pt x="5308843" y="1763438"/>
                </a:lnTo>
                <a:cubicBezTo>
                  <a:pt x="5133911" y="1763438"/>
                  <a:pt x="4979301" y="1676927"/>
                  <a:pt x="4886266" y="1544408"/>
                </a:cubicBezTo>
                <a:close/>
                <a:moveTo>
                  <a:pt x="2285298" y="1544408"/>
                </a:moveTo>
                <a:lnTo>
                  <a:pt x="3183254" y="1544408"/>
                </a:lnTo>
                <a:lnTo>
                  <a:pt x="3183254" y="1763438"/>
                </a:lnTo>
                <a:lnTo>
                  <a:pt x="2285298" y="1763438"/>
                </a:lnTo>
                <a:close/>
                <a:moveTo>
                  <a:pt x="1699767" y="1544408"/>
                </a:moveTo>
                <a:lnTo>
                  <a:pt x="2161050" y="1544408"/>
                </a:lnTo>
                <a:lnTo>
                  <a:pt x="2265828" y="1763438"/>
                </a:lnTo>
                <a:lnTo>
                  <a:pt x="1796468" y="1763438"/>
                </a:lnTo>
                <a:close/>
                <a:moveTo>
                  <a:pt x="985097" y="1544408"/>
                </a:moveTo>
                <a:lnTo>
                  <a:pt x="1468672" y="1544408"/>
                </a:lnTo>
                <a:lnTo>
                  <a:pt x="1468672" y="1763438"/>
                </a:lnTo>
                <a:lnTo>
                  <a:pt x="985097" y="1763438"/>
                </a:lnTo>
                <a:close/>
                <a:moveTo>
                  <a:pt x="0" y="1544408"/>
                </a:moveTo>
                <a:lnTo>
                  <a:pt x="506025" y="1544408"/>
                </a:lnTo>
                <a:lnTo>
                  <a:pt x="506025" y="1763438"/>
                </a:lnTo>
                <a:lnTo>
                  <a:pt x="498505" y="1763438"/>
                </a:lnTo>
                <a:lnTo>
                  <a:pt x="7520" y="1763438"/>
                </a:lnTo>
                <a:lnTo>
                  <a:pt x="0" y="1763438"/>
                </a:lnTo>
                <a:close/>
                <a:moveTo>
                  <a:pt x="3478763" y="1544407"/>
                </a:moveTo>
                <a:lnTo>
                  <a:pt x="4486152" y="1544407"/>
                </a:lnTo>
                <a:cubicBezTo>
                  <a:pt x="4484148" y="1548197"/>
                  <a:pt x="4481735" y="1551706"/>
                  <a:pt x="4479313" y="1555187"/>
                </a:cubicBezTo>
                <a:lnTo>
                  <a:pt x="4654042" y="1763437"/>
                </a:lnTo>
                <a:lnTo>
                  <a:pt x="3697470" y="1763437"/>
                </a:lnTo>
                <a:cubicBezTo>
                  <a:pt x="3614316" y="1711031"/>
                  <a:pt x="3539996" y="1636273"/>
                  <a:pt x="3478763" y="1544407"/>
                </a:cubicBezTo>
                <a:close/>
                <a:moveTo>
                  <a:pt x="10408772" y="1290902"/>
                </a:moveTo>
                <a:lnTo>
                  <a:pt x="10568570" y="1290902"/>
                </a:lnTo>
                <a:cubicBezTo>
                  <a:pt x="10577470" y="1298557"/>
                  <a:pt x="10581828" y="1306214"/>
                  <a:pt x="10590729" y="1313870"/>
                </a:cubicBezTo>
                <a:cubicBezTo>
                  <a:pt x="10620545" y="1348521"/>
                  <a:pt x="10677153" y="1369391"/>
                  <a:pt x="10721250" y="1365562"/>
                </a:cubicBezTo>
                <a:cubicBezTo>
                  <a:pt x="10765348" y="1361734"/>
                  <a:pt x="10826744" y="1338516"/>
                  <a:pt x="10855315" y="1290902"/>
                </a:cubicBezTo>
                <a:lnTo>
                  <a:pt x="11214890" y="1290902"/>
                </a:lnTo>
                <a:lnTo>
                  <a:pt x="11346112" y="1290902"/>
                </a:lnTo>
                <a:cubicBezTo>
                  <a:pt x="11334622" y="1353431"/>
                  <a:pt x="11312604" y="1412394"/>
                  <a:pt x="11280882" y="1465414"/>
                </a:cubicBezTo>
                <a:lnTo>
                  <a:pt x="11214890" y="1465414"/>
                </a:lnTo>
                <a:lnTo>
                  <a:pt x="10408772" y="1465414"/>
                </a:lnTo>
                <a:close/>
                <a:moveTo>
                  <a:pt x="3354588" y="1288169"/>
                </a:moveTo>
                <a:lnTo>
                  <a:pt x="3891084" y="1288169"/>
                </a:lnTo>
                <a:cubicBezTo>
                  <a:pt x="3918715" y="1317171"/>
                  <a:pt x="3949853" y="1333215"/>
                  <a:pt x="3982693" y="1333215"/>
                </a:cubicBezTo>
                <a:cubicBezTo>
                  <a:pt x="4015535" y="1333215"/>
                  <a:pt x="4046674" y="1317171"/>
                  <a:pt x="4074304" y="1288169"/>
                </a:cubicBezTo>
                <a:lnTo>
                  <a:pt x="4610046" y="1288169"/>
                </a:lnTo>
                <a:cubicBezTo>
                  <a:pt x="4590290" y="1350350"/>
                  <a:pt x="4565183" y="1408715"/>
                  <a:pt x="4535426" y="1462313"/>
                </a:cubicBezTo>
                <a:lnTo>
                  <a:pt x="3429061" y="1462313"/>
                </a:lnTo>
                <a:cubicBezTo>
                  <a:pt x="3399902" y="1408452"/>
                  <a:pt x="3374896" y="1350106"/>
                  <a:pt x="3354588" y="1288169"/>
                </a:cubicBezTo>
                <a:close/>
                <a:moveTo>
                  <a:pt x="9781432" y="1288165"/>
                </a:moveTo>
                <a:lnTo>
                  <a:pt x="10286039" y="1288165"/>
                </a:lnTo>
                <a:lnTo>
                  <a:pt x="10286039" y="1462314"/>
                </a:lnTo>
                <a:lnTo>
                  <a:pt x="9781432" y="1462314"/>
                </a:lnTo>
                <a:close/>
                <a:moveTo>
                  <a:pt x="8877431" y="1288165"/>
                </a:moveTo>
                <a:lnTo>
                  <a:pt x="9382033" y="1288165"/>
                </a:lnTo>
                <a:lnTo>
                  <a:pt x="9382033" y="1462314"/>
                </a:lnTo>
                <a:lnTo>
                  <a:pt x="8877431" y="1462314"/>
                </a:lnTo>
                <a:close/>
                <a:moveTo>
                  <a:pt x="7848731" y="1288165"/>
                </a:moveTo>
                <a:lnTo>
                  <a:pt x="8501703" y="1288165"/>
                </a:lnTo>
                <a:lnTo>
                  <a:pt x="8501703" y="1462314"/>
                </a:lnTo>
                <a:lnTo>
                  <a:pt x="7921150" y="1462314"/>
                </a:lnTo>
                <a:close/>
                <a:moveTo>
                  <a:pt x="7193139" y="1288165"/>
                </a:moveTo>
                <a:lnTo>
                  <a:pt x="7648159" y="1288165"/>
                </a:lnTo>
                <a:lnTo>
                  <a:pt x="7648159" y="1462314"/>
                </a:lnTo>
                <a:lnTo>
                  <a:pt x="7193139" y="1462314"/>
                </a:lnTo>
                <a:close/>
                <a:moveTo>
                  <a:pt x="6188669" y="1288165"/>
                </a:moveTo>
                <a:lnTo>
                  <a:pt x="6674501" y="1288165"/>
                </a:lnTo>
                <a:lnTo>
                  <a:pt x="6674501" y="1351991"/>
                </a:lnTo>
                <a:lnTo>
                  <a:pt x="7080275" y="1351991"/>
                </a:lnTo>
                <a:lnTo>
                  <a:pt x="7080275" y="1462314"/>
                </a:lnTo>
                <a:lnTo>
                  <a:pt x="6188669" y="1462314"/>
                </a:lnTo>
                <a:close/>
                <a:moveTo>
                  <a:pt x="4794722" y="1288165"/>
                </a:moveTo>
                <a:lnTo>
                  <a:pt x="5308313" y="1288165"/>
                </a:lnTo>
                <a:cubicBezTo>
                  <a:pt x="5331518" y="1333078"/>
                  <a:pt x="5378715" y="1363467"/>
                  <a:pt x="5433050" y="1363467"/>
                </a:cubicBezTo>
                <a:cubicBezTo>
                  <a:pt x="5487389" y="1363467"/>
                  <a:pt x="5534582" y="1333078"/>
                  <a:pt x="5557791" y="1288165"/>
                </a:cubicBezTo>
                <a:lnTo>
                  <a:pt x="6071387" y="1288165"/>
                </a:lnTo>
                <a:cubicBezTo>
                  <a:pt x="6067418" y="1349988"/>
                  <a:pt x="6051903" y="1408730"/>
                  <a:pt x="6026879" y="1462314"/>
                </a:cubicBezTo>
                <a:lnTo>
                  <a:pt x="4839225" y="1462314"/>
                </a:lnTo>
                <a:cubicBezTo>
                  <a:pt x="4814201" y="1408730"/>
                  <a:pt x="4798682" y="1349988"/>
                  <a:pt x="4794722" y="1288165"/>
                </a:cubicBezTo>
                <a:close/>
                <a:moveTo>
                  <a:pt x="2285298" y="1288165"/>
                </a:moveTo>
                <a:lnTo>
                  <a:pt x="2771132" y="1288165"/>
                </a:lnTo>
                <a:lnTo>
                  <a:pt x="2771132" y="1351991"/>
                </a:lnTo>
                <a:lnTo>
                  <a:pt x="3183254" y="1351991"/>
                </a:lnTo>
                <a:lnTo>
                  <a:pt x="3183254" y="1462314"/>
                </a:lnTo>
                <a:lnTo>
                  <a:pt x="2285298" y="1462314"/>
                </a:lnTo>
                <a:close/>
                <a:moveTo>
                  <a:pt x="1586644" y="1288165"/>
                </a:moveTo>
                <a:lnTo>
                  <a:pt x="2038472" y="1288165"/>
                </a:lnTo>
                <a:lnTo>
                  <a:pt x="2121783" y="1462314"/>
                </a:lnTo>
                <a:lnTo>
                  <a:pt x="1663530" y="1462314"/>
                </a:lnTo>
                <a:close/>
                <a:moveTo>
                  <a:pt x="985097" y="1288165"/>
                </a:moveTo>
                <a:lnTo>
                  <a:pt x="1468672" y="1288165"/>
                </a:lnTo>
                <a:lnTo>
                  <a:pt x="1468672" y="1462314"/>
                </a:lnTo>
                <a:lnTo>
                  <a:pt x="985097" y="1462314"/>
                </a:lnTo>
                <a:close/>
                <a:moveTo>
                  <a:pt x="0" y="1288165"/>
                </a:moveTo>
                <a:lnTo>
                  <a:pt x="506025" y="1288165"/>
                </a:lnTo>
                <a:lnTo>
                  <a:pt x="506025" y="1462314"/>
                </a:lnTo>
                <a:lnTo>
                  <a:pt x="0" y="1462314"/>
                </a:lnTo>
                <a:close/>
                <a:moveTo>
                  <a:pt x="10408772" y="1157361"/>
                </a:moveTo>
                <a:lnTo>
                  <a:pt x="10468381" y="1208632"/>
                </a:lnTo>
                <a:lnTo>
                  <a:pt x="10408772" y="1208632"/>
                </a:lnTo>
                <a:close/>
                <a:moveTo>
                  <a:pt x="10816942" y="1078164"/>
                </a:moveTo>
                <a:lnTo>
                  <a:pt x="11358000" y="1078164"/>
                </a:lnTo>
                <a:cubicBezTo>
                  <a:pt x="11367192" y="1149515"/>
                  <a:pt x="11358946" y="1186888"/>
                  <a:pt x="11359134" y="1208632"/>
                </a:cubicBezTo>
                <a:lnTo>
                  <a:pt x="11359134" y="1208633"/>
                </a:lnTo>
                <a:lnTo>
                  <a:pt x="10871056" y="1208633"/>
                </a:lnTo>
                <a:cubicBezTo>
                  <a:pt x="10871350" y="1207645"/>
                  <a:pt x="10871355" y="1206649"/>
                  <a:pt x="10871355" y="1205652"/>
                </a:cubicBezTo>
                <a:cubicBezTo>
                  <a:pt x="10871355" y="1153657"/>
                  <a:pt x="10847076" y="1107297"/>
                  <a:pt x="10808382" y="1078165"/>
                </a:cubicBezTo>
                <a:lnTo>
                  <a:pt x="10816943" y="1078165"/>
                </a:lnTo>
                <a:close/>
                <a:moveTo>
                  <a:pt x="9781432" y="1075882"/>
                </a:moveTo>
                <a:lnTo>
                  <a:pt x="10286039" y="1075882"/>
                </a:lnTo>
                <a:lnTo>
                  <a:pt x="10286039" y="1206076"/>
                </a:lnTo>
                <a:lnTo>
                  <a:pt x="9781432" y="1206076"/>
                </a:lnTo>
                <a:close/>
                <a:moveTo>
                  <a:pt x="8877431" y="1075882"/>
                </a:moveTo>
                <a:lnTo>
                  <a:pt x="9382033" y="1075882"/>
                </a:lnTo>
                <a:lnTo>
                  <a:pt x="9382033" y="1206076"/>
                </a:lnTo>
                <a:lnTo>
                  <a:pt x="8877431" y="1206076"/>
                </a:lnTo>
                <a:close/>
                <a:moveTo>
                  <a:pt x="7760453" y="1075882"/>
                </a:moveTo>
                <a:lnTo>
                  <a:pt x="8501703" y="1075882"/>
                </a:lnTo>
                <a:lnTo>
                  <a:pt x="8501703" y="1206076"/>
                </a:lnTo>
                <a:lnTo>
                  <a:pt x="7814594" y="1206076"/>
                </a:lnTo>
                <a:close/>
                <a:moveTo>
                  <a:pt x="7193139" y="1075882"/>
                </a:moveTo>
                <a:lnTo>
                  <a:pt x="7648159" y="1075882"/>
                </a:lnTo>
                <a:lnTo>
                  <a:pt x="7648159" y="1206076"/>
                </a:lnTo>
                <a:lnTo>
                  <a:pt x="7193139" y="1206076"/>
                </a:lnTo>
                <a:close/>
                <a:moveTo>
                  <a:pt x="6188669" y="1075882"/>
                </a:moveTo>
                <a:lnTo>
                  <a:pt x="6674501" y="1075882"/>
                </a:lnTo>
                <a:lnTo>
                  <a:pt x="6674501" y="1206076"/>
                </a:lnTo>
                <a:lnTo>
                  <a:pt x="6188669" y="1206076"/>
                </a:lnTo>
                <a:close/>
                <a:moveTo>
                  <a:pt x="5574793" y="1075882"/>
                </a:moveTo>
                <a:lnTo>
                  <a:pt x="6073294" y="1075882"/>
                </a:lnTo>
                <a:lnTo>
                  <a:pt x="6073294" y="1206076"/>
                </a:lnTo>
                <a:lnTo>
                  <a:pt x="5574793" y="1206076"/>
                </a:lnTo>
                <a:close/>
                <a:moveTo>
                  <a:pt x="4792811" y="1075882"/>
                </a:moveTo>
                <a:lnTo>
                  <a:pt x="5291307" y="1075882"/>
                </a:lnTo>
                <a:lnTo>
                  <a:pt x="5291307" y="1206076"/>
                </a:lnTo>
                <a:lnTo>
                  <a:pt x="4792811" y="1206076"/>
                </a:lnTo>
                <a:close/>
                <a:moveTo>
                  <a:pt x="2285298" y="1075882"/>
                </a:moveTo>
                <a:lnTo>
                  <a:pt x="2771132" y="1075882"/>
                </a:lnTo>
                <a:lnTo>
                  <a:pt x="2771132" y="1206076"/>
                </a:lnTo>
                <a:lnTo>
                  <a:pt x="2285298" y="1206076"/>
                </a:lnTo>
                <a:close/>
                <a:moveTo>
                  <a:pt x="1492927" y="1075882"/>
                </a:moveTo>
                <a:lnTo>
                  <a:pt x="1945589" y="1075882"/>
                </a:lnTo>
                <a:cubicBezTo>
                  <a:pt x="1944041" y="1077590"/>
                  <a:pt x="1942273" y="1079022"/>
                  <a:pt x="1940491" y="1080455"/>
                </a:cubicBezTo>
                <a:lnTo>
                  <a:pt x="1939110" y="1080455"/>
                </a:lnTo>
                <a:lnTo>
                  <a:pt x="1939524" y="1081320"/>
                </a:lnTo>
                <a:cubicBezTo>
                  <a:pt x="1939165" y="1081707"/>
                  <a:pt x="1938755" y="1082034"/>
                  <a:pt x="1938345" y="1082361"/>
                </a:cubicBezTo>
                <a:lnTo>
                  <a:pt x="1940022" y="1082361"/>
                </a:lnTo>
                <a:lnTo>
                  <a:pt x="1999205" y="1206076"/>
                </a:lnTo>
                <a:lnTo>
                  <a:pt x="1550403" y="1206076"/>
                </a:lnTo>
                <a:close/>
                <a:moveTo>
                  <a:pt x="985097" y="1075882"/>
                </a:moveTo>
                <a:lnTo>
                  <a:pt x="1468672" y="1075882"/>
                </a:lnTo>
                <a:lnTo>
                  <a:pt x="1468672" y="1206076"/>
                </a:lnTo>
                <a:lnTo>
                  <a:pt x="985097" y="1206076"/>
                </a:lnTo>
                <a:close/>
                <a:moveTo>
                  <a:pt x="0" y="1075882"/>
                </a:moveTo>
                <a:lnTo>
                  <a:pt x="877145" y="1075882"/>
                </a:lnTo>
                <a:lnTo>
                  <a:pt x="877145" y="1098345"/>
                </a:lnTo>
                <a:lnTo>
                  <a:pt x="869625" y="1098345"/>
                </a:lnTo>
                <a:lnTo>
                  <a:pt x="506025" y="1098345"/>
                </a:lnTo>
                <a:lnTo>
                  <a:pt x="506025" y="1206076"/>
                </a:lnTo>
                <a:lnTo>
                  <a:pt x="0" y="1206076"/>
                </a:lnTo>
                <a:close/>
                <a:moveTo>
                  <a:pt x="4174413" y="1075881"/>
                </a:moveTo>
                <a:lnTo>
                  <a:pt x="4660572" y="1075881"/>
                </a:lnTo>
                <a:cubicBezTo>
                  <a:pt x="4654171" y="1120550"/>
                  <a:pt x="4645505" y="1164090"/>
                  <a:pt x="4633997" y="1206075"/>
                </a:cubicBezTo>
                <a:lnTo>
                  <a:pt x="4129883" y="1206075"/>
                </a:lnTo>
                <a:cubicBezTo>
                  <a:pt x="4148445" y="1169059"/>
                  <a:pt x="4163826" y="1125090"/>
                  <a:pt x="4174413" y="1075881"/>
                </a:cubicBezTo>
                <a:close/>
                <a:moveTo>
                  <a:pt x="3305162" y="1075881"/>
                </a:moveTo>
                <a:lnTo>
                  <a:pt x="3790976" y="1075881"/>
                </a:lnTo>
                <a:cubicBezTo>
                  <a:pt x="3801558" y="1125090"/>
                  <a:pt x="3816942" y="1169059"/>
                  <a:pt x="3835506" y="1206075"/>
                </a:cubicBezTo>
                <a:lnTo>
                  <a:pt x="3330959" y="1206075"/>
                </a:lnTo>
                <a:cubicBezTo>
                  <a:pt x="3319852" y="1164035"/>
                  <a:pt x="3311209" y="1120545"/>
                  <a:pt x="3305162" y="1075881"/>
                </a:cubicBezTo>
                <a:close/>
                <a:moveTo>
                  <a:pt x="10587776" y="879486"/>
                </a:moveTo>
                <a:lnTo>
                  <a:pt x="11280821" y="879486"/>
                </a:lnTo>
                <a:cubicBezTo>
                  <a:pt x="11304371" y="915413"/>
                  <a:pt x="11325405" y="952210"/>
                  <a:pt x="11338792" y="993628"/>
                </a:cubicBezTo>
                <a:lnTo>
                  <a:pt x="10727828" y="995899"/>
                </a:lnTo>
                <a:close/>
                <a:moveTo>
                  <a:pt x="9781432" y="877625"/>
                </a:moveTo>
                <a:lnTo>
                  <a:pt x="10286039" y="877625"/>
                </a:lnTo>
                <a:lnTo>
                  <a:pt x="10286039" y="993788"/>
                </a:lnTo>
                <a:lnTo>
                  <a:pt x="9781432" y="993788"/>
                </a:lnTo>
                <a:close/>
                <a:moveTo>
                  <a:pt x="8877431" y="877625"/>
                </a:moveTo>
                <a:lnTo>
                  <a:pt x="9382033" y="877625"/>
                </a:lnTo>
                <a:lnTo>
                  <a:pt x="9382033" y="993788"/>
                </a:lnTo>
                <a:lnTo>
                  <a:pt x="8877431" y="993788"/>
                </a:lnTo>
                <a:close/>
                <a:moveTo>
                  <a:pt x="7678004" y="877625"/>
                </a:moveTo>
                <a:lnTo>
                  <a:pt x="8501703" y="877625"/>
                </a:lnTo>
                <a:lnTo>
                  <a:pt x="8501703" y="993788"/>
                </a:lnTo>
                <a:lnTo>
                  <a:pt x="7726316" y="993788"/>
                </a:lnTo>
                <a:close/>
                <a:moveTo>
                  <a:pt x="7193139" y="877625"/>
                </a:moveTo>
                <a:lnTo>
                  <a:pt x="7648159" y="877625"/>
                </a:lnTo>
                <a:lnTo>
                  <a:pt x="7648159" y="993788"/>
                </a:lnTo>
                <a:lnTo>
                  <a:pt x="7193139" y="993788"/>
                </a:lnTo>
                <a:close/>
                <a:moveTo>
                  <a:pt x="6188669" y="877625"/>
                </a:moveTo>
                <a:lnTo>
                  <a:pt x="7056268" y="877625"/>
                </a:lnTo>
                <a:lnTo>
                  <a:pt x="7056268" y="988326"/>
                </a:lnTo>
                <a:lnTo>
                  <a:pt x="6674501" y="988326"/>
                </a:lnTo>
                <a:lnTo>
                  <a:pt x="6674501" y="993788"/>
                </a:lnTo>
                <a:lnTo>
                  <a:pt x="6188669" y="993788"/>
                </a:lnTo>
                <a:close/>
                <a:moveTo>
                  <a:pt x="5574793" y="877625"/>
                </a:moveTo>
                <a:lnTo>
                  <a:pt x="6073294" y="877625"/>
                </a:lnTo>
                <a:lnTo>
                  <a:pt x="6073294" y="993788"/>
                </a:lnTo>
                <a:lnTo>
                  <a:pt x="5574793" y="993788"/>
                </a:lnTo>
                <a:close/>
                <a:moveTo>
                  <a:pt x="4792811" y="877625"/>
                </a:moveTo>
                <a:lnTo>
                  <a:pt x="5291307" y="877625"/>
                </a:lnTo>
                <a:lnTo>
                  <a:pt x="5291307" y="993788"/>
                </a:lnTo>
                <a:lnTo>
                  <a:pt x="4792811" y="993788"/>
                </a:lnTo>
                <a:close/>
                <a:moveTo>
                  <a:pt x="2285298" y="877625"/>
                </a:moveTo>
                <a:lnTo>
                  <a:pt x="3161500" y="877625"/>
                </a:lnTo>
                <a:lnTo>
                  <a:pt x="3161500" y="988326"/>
                </a:lnTo>
                <a:lnTo>
                  <a:pt x="2771132" y="988326"/>
                </a:lnTo>
                <a:lnTo>
                  <a:pt x="2771132" y="993788"/>
                </a:lnTo>
                <a:lnTo>
                  <a:pt x="2285298" y="993788"/>
                </a:lnTo>
                <a:close/>
                <a:moveTo>
                  <a:pt x="985097" y="877625"/>
                </a:moveTo>
                <a:lnTo>
                  <a:pt x="2107746" y="877625"/>
                </a:lnTo>
                <a:cubicBezTo>
                  <a:pt x="2086278" y="919656"/>
                  <a:pt x="2059665" y="958619"/>
                  <a:pt x="2028664" y="993788"/>
                </a:cubicBezTo>
                <a:lnTo>
                  <a:pt x="985097" y="993788"/>
                </a:lnTo>
                <a:close/>
                <a:moveTo>
                  <a:pt x="0" y="877625"/>
                </a:moveTo>
                <a:lnTo>
                  <a:pt x="877145" y="877625"/>
                </a:lnTo>
                <a:lnTo>
                  <a:pt x="877145" y="993788"/>
                </a:lnTo>
                <a:lnTo>
                  <a:pt x="0" y="993788"/>
                </a:lnTo>
                <a:close/>
                <a:moveTo>
                  <a:pt x="4199211" y="877624"/>
                </a:moveTo>
                <a:lnTo>
                  <a:pt x="4674176" y="877624"/>
                </a:lnTo>
                <a:cubicBezTo>
                  <a:pt x="4674327" y="879591"/>
                  <a:pt x="4674332" y="881557"/>
                  <a:pt x="4674332" y="883528"/>
                </a:cubicBezTo>
                <a:cubicBezTo>
                  <a:pt x="4674332" y="920824"/>
                  <a:pt x="4672822" y="957628"/>
                  <a:pt x="4669465" y="993787"/>
                </a:cubicBezTo>
                <a:lnTo>
                  <a:pt x="4189743" y="993787"/>
                </a:lnTo>
                <a:cubicBezTo>
                  <a:pt x="4195970" y="956882"/>
                  <a:pt x="4199133" y="917914"/>
                  <a:pt x="4199211" y="877624"/>
                </a:cubicBezTo>
                <a:close/>
                <a:moveTo>
                  <a:pt x="3291213" y="877624"/>
                </a:moveTo>
                <a:lnTo>
                  <a:pt x="3766173" y="877624"/>
                </a:lnTo>
                <a:cubicBezTo>
                  <a:pt x="3766256" y="917914"/>
                  <a:pt x="3769415" y="956882"/>
                  <a:pt x="3775650" y="993787"/>
                </a:cubicBezTo>
                <a:lnTo>
                  <a:pt x="3295989" y="993787"/>
                </a:lnTo>
                <a:cubicBezTo>
                  <a:pt x="3292572" y="957632"/>
                  <a:pt x="3291057" y="920824"/>
                  <a:pt x="3291057" y="883528"/>
                </a:cubicBezTo>
                <a:close/>
                <a:moveTo>
                  <a:pt x="10461146" y="710797"/>
                </a:moveTo>
                <a:lnTo>
                  <a:pt x="11109160" y="710797"/>
                </a:lnTo>
                <a:cubicBezTo>
                  <a:pt x="11109161" y="710797"/>
                  <a:pt x="11109161" y="710798"/>
                  <a:pt x="11109162" y="710798"/>
                </a:cubicBezTo>
                <a:lnTo>
                  <a:pt x="11121245" y="710798"/>
                </a:lnTo>
                <a:lnTo>
                  <a:pt x="11122337" y="711693"/>
                </a:lnTo>
                <a:lnTo>
                  <a:pt x="11118350" y="711693"/>
                </a:lnTo>
                <a:cubicBezTo>
                  <a:pt x="11153339" y="736641"/>
                  <a:pt x="11185427" y="765257"/>
                  <a:pt x="11213739" y="797219"/>
                </a:cubicBezTo>
                <a:lnTo>
                  <a:pt x="10517279" y="797218"/>
                </a:lnTo>
                <a:cubicBezTo>
                  <a:pt x="10497025" y="770452"/>
                  <a:pt x="10475239" y="741481"/>
                  <a:pt x="10461146" y="710797"/>
                </a:cubicBezTo>
                <a:close/>
                <a:moveTo>
                  <a:pt x="9781432" y="709293"/>
                </a:moveTo>
                <a:lnTo>
                  <a:pt x="10286039" y="709293"/>
                </a:lnTo>
                <a:lnTo>
                  <a:pt x="10286039" y="795531"/>
                </a:lnTo>
                <a:lnTo>
                  <a:pt x="9781432" y="795531"/>
                </a:lnTo>
                <a:close/>
                <a:moveTo>
                  <a:pt x="8877431" y="709293"/>
                </a:moveTo>
                <a:lnTo>
                  <a:pt x="9382033" y="709293"/>
                </a:lnTo>
                <a:lnTo>
                  <a:pt x="9382033" y="795531"/>
                </a:lnTo>
                <a:lnTo>
                  <a:pt x="8877431" y="795531"/>
                </a:lnTo>
                <a:close/>
                <a:moveTo>
                  <a:pt x="8042875" y="709293"/>
                </a:moveTo>
                <a:lnTo>
                  <a:pt x="8501703" y="709293"/>
                </a:lnTo>
                <a:lnTo>
                  <a:pt x="8501703" y="795531"/>
                </a:lnTo>
                <a:lnTo>
                  <a:pt x="8042875" y="795531"/>
                </a:lnTo>
                <a:close/>
                <a:moveTo>
                  <a:pt x="7193139" y="709293"/>
                </a:moveTo>
                <a:lnTo>
                  <a:pt x="7996240" y="709293"/>
                </a:lnTo>
                <a:lnTo>
                  <a:pt x="8036152" y="795531"/>
                </a:lnTo>
                <a:lnTo>
                  <a:pt x="7193139" y="795531"/>
                </a:lnTo>
                <a:close/>
                <a:moveTo>
                  <a:pt x="6188669" y="709293"/>
                </a:moveTo>
                <a:lnTo>
                  <a:pt x="6674501" y="709293"/>
                </a:lnTo>
                <a:lnTo>
                  <a:pt x="6674501" y="714671"/>
                </a:lnTo>
                <a:lnTo>
                  <a:pt x="7056268" y="714671"/>
                </a:lnTo>
                <a:lnTo>
                  <a:pt x="7056268" y="795531"/>
                </a:lnTo>
                <a:lnTo>
                  <a:pt x="6188669" y="795531"/>
                </a:lnTo>
                <a:close/>
                <a:moveTo>
                  <a:pt x="5574793" y="709293"/>
                </a:moveTo>
                <a:lnTo>
                  <a:pt x="6073294" y="709293"/>
                </a:lnTo>
                <a:lnTo>
                  <a:pt x="6073294" y="795531"/>
                </a:lnTo>
                <a:lnTo>
                  <a:pt x="5574793" y="795531"/>
                </a:lnTo>
                <a:close/>
                <a:moveTo>
                  <a:pt x="4792811" y="709293"/>
                </a:moveTo>
                <a:lnTo>
                  <a:pt x="5291307" y="709293"/>
                </a:lnTo>
                <a:lnTo>
                  <a:pt x="5291307" y="795531"/>
                </a:lnTo>
                <a:lnTo>
                  <a:pt x="4792811" y="795531"/>
                </a:lnTo>
                <a:close/>
                <a:moveTo>
                  <a:pt x="2285298" y="709293"/>
                </a:moveTo>
                <a:lnTo>
                  <a:pt x="2771132" y="709293"/>
                </a:lnTo>
                <a:lnTo>
                  <a:pt x="2771132" y="714671"/>
                </a:lnTo>
                <a:lnTo>
                  <a:pt x="3161500" y="714671"/>
                </a:lnTo>
                <a:lnTo>
                  <a:pt x="3161500" y="795531"/>
                </a:lnTo>
                <a:lnTo>
                  <a:pt x="2285298" y="795531"/>
                </a:lnTo>
                <a:close/>
                <a:moveTo>
                  <a:pt x="1709143" y="709293"/>
                </a:moveTo>
                <a:lnTo>
                  <a:pt x="2169670" y="709293"/>
                </a:lnTo>
                <a:cubicBezTo>
                  <a:pt x="2163895" y="738935"/>
                  <a:pt x="2155552" y="767712"/>
                  <a:pt x="2145130" y="795531"/>
                </a:cubicBezTo>
                <a:lnTo>
                  <a:pt x="1595923" y="795531"/>
                </a:lnTo>
                <a:cubicBezTo>
                  <a:pt x="1642913" y="780533"/>
                  <a:pt x="1682554" y="749578"/>
                  <a:pt x="1709143" y="709293"/>
                </a:cubicBezTo>
                <a:close/>
                <a:moveTo>
                  <a:pt x="985097" y="709293"/>
                </a:moveTo>
                <a:lnTo>
                  <a:pt x="1469893" y="709293"/>
                </a:lnTo>
                <a:lnTo>
                  <a:pt x="1469893" y="795531"/>
                </a:lnTo>
                <a:lnTo>
                  <a:pt x="985097" y="795531"/>
                </a:lnTo>
                <a:close/>
                <a:moveTo>
                  <a:pt x="0" y="709293"/>
                </a:moveTo>
                <a:lnTo>
                  <a:pt x="877145" y="709293"/>
                </a:lnTo>
                <a:lnTo>
                  <a:pt x="877145" y="795531"/>
                </a:lnTo>
                <a:lnTo>
                  <a:pt x="0" y="795531"/>
                </a:lnTo>
                <a:close/>
                <a:moveTo>
                  <a:pt x="4189251" y="709292"/>
                </a:moveTo>
                <a:lnTo>
                  <a:pt x="4662658" y="709292"/>
                </a:lnTo>
                <a:cubicBezTo>
                  <a:pt x="4666812" y="737581"/>
                  <a:pt x="4669621" y="766357"/>
                  <a:pt x="4671191" y="795530"/>
                </a:cubicBezTo>
                <a:lnTo>
                  <a:pt x="4197682" y="795530"/>
                </a:lnTo>
                <a:cubicBezTo>
                  <a:pt x="4197148" y="765777"/>
                  <a:pt x="4194298" y="736917"/>
                  <a:pt x="4189251" y="709292"/>
                </a:cubicBezTo>
                <a:close/>
                <a:moveTo>
                  <a:pt x="3302730" y="709292"/>
                </a:moveTo>
                <a:lnTo>
                  <a:pt x="3776138" y="709292"/>
                </a:lnTo>
                <a:cubicBezTo>
                  <a:pt x="3771091" y="736917"/>
                  <a:pt x="3768241" y="765777"/>
                  <a:pt x="3767701" y="795530"/>
                </a:cubicBezTo>
                <a:lnTo>
                  <a:pt x="3294197" y="795530"/>
                </a:lnTo>
                <a:cubicBezTo>
                  <a:pt x="3295768" y="766357"/>
                  <a:pt x="3298581" y="737581"/>
                  <a:pt x="3302730" y="709292"/>
                </a:cubicBezTo>
                <a:close/>
                <a:moveTo>
                  <a:pt x="10418948" y="565540"/>
                </a:moveTo>
                <a:lnTo>
                  <a:pt x="10949595" y="565540"/>
                </a:lnTo>
                <a:cubicBezTo>
                  <a:pt x="10953670" y="570456"/>
                  <a:pt x="10958769" y="574162"/>
                  <a:pt x="10964075" y="577567"/>
                </a:cubicBezTo>
                <a:lnTo>
                  <a:pt x="11026395" y="628529"/>
                </a:lnTo>
                <a:lnTo>
                  <a:pt x="10434083" y="628529"/>
                </a:lnTo>
                <a:cubicBezTo>
                  <a:pt x="10426940" y="608233"/>
                  <a:pt x="10421851" y="587175"/>
                  <a:pt x="10418948" y="565540"/>
                </a:cubicBezTo>
                <a:close/>
                <a:moveTo>
                  <a:pt x="9781432" y="564344"/>
                </a:moveTo>
                <a:lnTo>
                  <a:pt x="10286039" y="564344"/>
                </a:lnTo>
                <a:lnTo>
                  <a:pt x="10286039" y="627199"/>
                </a:lnTo>
                <a:lnTo>
                  <a:pt x="9781432" y="627199"/>
                </a:lnTo>
                <a:close/>
                <a:moveTo>
                  <a:pt x="8877431" y="564344"/>
                </a:moveTo>
                <a:lnTo>
                  <a:pt x="9382033" y="564344"/>
                </a:lnTo>
                <a:lnTo>
                  <a:pt x="9382033" y="627199"/>
                </a:lnTo>
                <a:lnTo>
                  <a:pt x="8877431" y="627199"/>
                </a:lnTo>
                <a:close/>
                <a:moveTo>
                  <a:pt x="8042875" y="564344"/>
                </a:moveTo>
                <a:lnTo>
                  <a:pt x="8501703" y="564344"/>
                </a:lnTo>
                <a:lnTo>
                  <a:pt x="8501703" y="627199"/>
                </a:lnTo>
                <a:lnTo>
                  <a:pt x="8042875" y="627199"/>
                </a:lnTo>
                <a:close/>
                <a:moveTo>
                  <a:pt x="7193139" y="564344"/>
                </a:moveTo>
                <a:lnTo>
                  <a:pt x="7929154" y="564344"/>
                </a:lnTo>
                <a:lnTo>
                  <a:pt x="7958244" y="627199"/>
                </a:lnTo>
                <a:lnTo>
                  <a:pt x="7193139" y="627199"/>
                </a:lnTo>
                <a:close/>
                <a:moveTo>
                  <a:pt x="6188669" y="564344"/>
                </a:moveTo>
                <a:lnTo>
                  <a:pt x="6674501" y="564344"/>
                </a:lnTo>
                <a:lnTo>
                  <a:pt x="6674501" y="627199"/>
                </a:lnTo>
                <a:lnTo>
                  <a:pt x="6188669" y="627199"/>
                </a:lnTo>
                <a:close/>
                <a:moveTo>
                  <a:pt x="5574793" y="564344"/>
                </a:moveTo>
                <a:lnTo>
                  <a:pt x="6073294" y="564344"/>
                </a:lnTo>
                <a:lnTo>
                  <a:pt x="6073294" y="627199"/>
                </a:lnTo>
                <a:lnTo>
                  <a:pt x="5574793" y="627199"/>
                </a:lnTo>
                <a:close/>
                <a:moveTo>
                  <a:pt x="4792811" y="564344"/>
                </a:moveTo>
                <a:lnTo>
                  <a:pt x="5291307" y="564344"/>
                </a:lnTo>
                <a:lnTo>
                  <a:pt x="5291307" y="627199"/>
                </a:lnTo>
                <a:lnTo>
                  <a:pt x="4792811" y="627199"/>
                </a:lnTo>
                <a:close/>
                <a:moveTo>
                  <a:pt x="2285298" y="564344"/>
                </a:moveTo>
                <a:lnTo>
                  <a:pt x="2771132" y="564344"/>
                </a:lnTo>
                <a:lnTo>
                  <a:pt x="2771132" y="627199"/>
                </a:lnTo>
                <a:lnTo>
                  <a:pt x="2285298" y="627199"/>
                </a:lnTo>
                <a:close/>
                <a:moveTo>
                  <a:pt x="1743635" y="564344"/>
                </a:moveTo>
                <a:lnTo>
                  <a:pt x="2184512" y="564344"/>
                </a:lnTo>
                <a:cubicBezTo>
                  <a:pt x="2184766" y="566886"/>
                  <a:pt x="2184779" y="569428"/>
                  <a:pt x="2184779" y="571975"/>
                </a:cubicBezTo>
                <a:lnTo>
                  <a:pt x="2181588" y="627199"/>
                </a:lnTo>
                <a:lnTo>
                  <a:pt x="1742032" y="627199"/>
                </a:lnTo>
                <a:cubicBezTo>
                  <a:pt x="1744814" y="614498"/>
                  <a:pt x="1746020" y="601328"/>
                  <a:pt x="1746020" y="587881"/>
                </a:cubicBezTo>
                <a:close/>
                <a:moveTo>
                  <a:pt x="985097" y="564344"/>
                </a:moveTo>
                <a:lnTo>
                  <a:pt x="1469893" y="564344"/>
                </a:lnTo>
                <a:lnTo>
                  <a:pt x="1469893" y="627199"/>
                </a:lnTo>
                <a:lnTo>
                  <a:pt x="985097" y="627199"/>
                </a:lnTo>
                <a:close/>
                <a:moveTo>
                  <a:pt x="0" y="564344"/>
                </a:moveTo>
                <a:lnTo>
                  <a:pt x="505721" y="564344"/>
                </a:lnTo>
                <a:lnTo>
                  <a:pt x="505721" y="627199"/>
                </a:lnTo>
                <a:lnTo>
                  <a:pt x="0" y="627199"/>
                </a:lnTo>
                <a:close/>
                <a:moveTo>
                  <a:pt x="4156173" y="564343"/>
                </a:moveTo>
                <a:lnTo>
                  <a:pt x="4635244" y="564343"/>
                </a:lnTo>
                <a:cubicBezTo>
                  <a:pt x="4640872" y="584882"/>
                  <a:pt x="4645555" y="605853"/>
                  <a:pt x="4649285" y="627198"/>
                </a:cubicBezTo>
                <a:lnTo>
                  <a:pt x="4173561" y="627198"/>
                </a:lnTo>
                <a:cubicBezTo>
                  <a:pt x="4169315" y="604960"/>
                  <a:pt x="4163223" y="584012"/>
                  <a:pt x="4156173" y="564343"/>
                </a:cubicBezTo>
                <a:close/>
                <a:moveTo>
                  <a:pt x="3330140" y="564343"/>
                </a:moveTo>
                <a:lnTo>
                  <a:pt x="3809216" y="564343"/>
                </a:lnTo>
                <a:cubicBezTo>
                  <a:pt x="3802169" y="584012"/>
                  <a:pt x="3796073" y="604960"/>
                  <a:pt x="3791828" y="627198"/>
                </a:cubicBezTo>
                <a:lnTo>
                  <a:pt x="3316108" y="627198"/>
                </a:lnTo>
                <a:cubicBezTo>
                  <a:pt x="3319832" y="605853"/>
                  <a:pt x="3324517" y="584882"/>
                  <a:pt x="3330140" y="564343"/>
                </a:cubicBezTo>
                <a:close/>
                <a:moveTo>
                  <a:pt x="11305691" y="441367"/>
                </a:moveTo>
                <a:lnTo>
                  <a:pt x="11306110" y="441367"/>
                </a:lnTo>
                <a:lnTo>
                  <a:pt x="11306110" y="441726"/>
                </a:lnTo>
                <a:close/>
                <a:moveTo>
                  <a:pt x="10419150" y="441367"/>
                </a:moveTo>
                <a:lnTo>
                  <a:pt x="10893359" y="441367"/>
                </a:lnTo>
                <a:cubicBezTo>
                  <a:pt x="10886582" y="455880"/>
                  <a:pt x="10890875" y="469945"/>
                  <a:pt x="10894757" y="483273"/>
                </a:cubicBezTo>
                <a:lnTo>
                  <a:pt x="10419058" y="483273"/>
                </a:lnTo>
                <a:cubicBezTo>
                  <a:pt x="10417969" y="476587"/>
                  <a:pt x="10417854" y="469854"/>
                  <a:pt x="10417854" y="463084"/>
                </a:cubicBezTo>
                <a:close/>
                <a:moveTo>
                  <a:pt x="9781432" y="440432"/>
                </a:moveTo>
                <a:lnTo>
                  <a:pt x="10286039" y="440432"/>
                </a:lnTo>
                <a:lnTo>
                  <a:pt x="10286039" y="482250"/>
                </a:lnTo>
                <a:lnTo>
                  <a:pt x="9781432" y="482250"/>
                </a:lnTo>
                <a:close/>
                <a:moveTo>
                  <a:pt x="8877431" y="440432"/>
                </a:moveTo>
                <a:lnTo>
                  <a:pt x="9382033" y="440432"/>
                </a:lnTo>
                <a:lnTo>
                  <a:pt x="9382033" y="482250"/>
                </a:lnTo>
                <a:lnTo>
                  <a:pt x="8877431" y="482250"/>
                </a:lnTo>
                <a:close/>
                <a:moveTo>
                  <a:pt x="8042875" y="440432"/>
                </a:moveTo>
                <a:lnTo>
                  <a:pt x="8501703" y="440432"/>
                </a:lnTo>
                <a:lnTo>
                  <a:pt x="8501703" y="482250"/>
                </a:lnTo>
                <a:lnTo>
                  <a:pt x="8042875" y="482250"/>
                </a:lnTo>
                <a:close/>
                <a:moveTo>
                  <a:pt x="7193139" y="440432"/>
                </a:moveTo>
                <a:lnTo>
                  <a:pt x="7871807" y="440432"/>
                </a:lnTo>
                <a:lnTo>
                  <a:pt x="7891162" y="482250"/>
                </a:lnTo>
                <a:lnTo>
                  <a:pt x="7193139" y="482250"/>
                </a:lnTo>
                <a:close/>
                <a:moveTo>
                  <a:pt x="6188669" y="440432"/>
                </a:moveTo>
                <a:lnTo>
                  <a:pt x="6674501" y="440432"/>
                </a:lnTo>
                <a:lnTo>
                  <a:pt x="6674501" y="482250"/>
                </a:lnTo>
                <a:lnTo>
                  <a:pt x="6188669" y="482250"/>
                </a:lnTo>
                <a:close/>
                <a:moveTo>
                  <a:pt x="5574793" y="440432"/>
                </a:moveTo>
                <a:lnTo>
                  <a:pt x="6073294" y="440432"/>
                </a:lnTo>
                <a:lnTo>
                  <a:pt x="6073294" y="482250"/>
                </a:lnTo>
                <a:lnTo>
                  <a:pt x="5574793" y="482250"/>
                </a:lnTo>
                <a:close/>
                <a:moveTo>
                  <a:pt x="4792811" y="440432"/>
                </a:moveTo>
                <a:lnTo>
                  <a:pt x="5291307" y="440432"/>
                </a:lnTo>
                <a:lnTo>
                  <a:pt x="5291307" y="482250"/>
                </a:lnTo>
                <a:lnTo>
                  <a:pt x="4792811" y="482250"/>
                </a:lnTo>
                <a:close/>
                <a:moveTo>
                  <a:pt x="2285298" y="440432"/>
                </a:moveTo>
                <a:lnTo>
                  <a:pt x="2771132" y="440432"/>
                </a:lnTo>
                <a:lnTo>
                  <a:pt x="2771132" y="482250"/>
                </a:lnTo>
                <a:lnTo>
                  <a:pt x="2285298" y="482250"/>
                </a:lnTo>
                <a:close/>
                <a:moveTo>
                  <a:pt x="1688066" y="440432"/>
                </a:moveTo>
                <a:lnTo>
                  <a:pt x="2171374" y="440432"/>
                </a:lnTo>
                <a:cubicBezTo>
                  <a:pt x="2174308" y="454201"/>
                  <a:pt x="2176703" y="468150"/>
                  <a:pt x="2178605" y="482250"/>
                </a:cubicBezTo>
                <a:lnTo>
                  <a:pt x="1717768" y="482250"/>
                </a:lnTo>
                <a:cubicBezTo>
                  <a:pt x="1710308" y="466635"/>
                  <a:pt x="1700209" y="452603"/>
                  <a:pt x="1688066" y="440432"/>
                </a:cubicBezTo>
                <a:close/>
                <a:moveTo>
                  <a:pt x="985097" y="440432"/>
                </a:moveTo>
                <a:lnTo>
                  <a:pt x="1469893" y="440432"/>
                </a:lnTo>
                <a:lnTo>
                  <a:pt x="1469893" y="482250"/>
                </a:lnTo>
                <a:lnTo>
                  <a:pt x="985097" y="482250"/>
                </a:lnTo>
                <a:close/>
                <a:moveTo>
                  <a:pt x="0" y="440432"/>
                </a:moveTo>
                <a:lnTo>
                  <a:pt x="505721" y="440432"/>
                </a:lnTo>
                <a:lnTo>
                  <a:pt x="505721" y="482250"/>
                </a:lnTo>
                <a:lnTo>
                  <a:pt x="0" y="482250"/>
                </a:lnTo>
                <a:close/>
                <a:moveTo>
                  <a:pt x="4093268" y="440431"/>
                </a:moveTo>
                <a:lnTo>
                  <a:pt x="4597023" y="440431"/>
                </a:lnTo>
                <a:cubicBezTo>
                  <a:pt x="4602558" y="454039"/>
                  <a:pt x="4607425" y="468006"/>
                  <a:pt x="4611768" y="482249"/>
                </a:cubicBezTo>
                <a:lnTo>
                  <a:pt x="4120709" y="482249"/>
                </a:lnTo>
                <a:cubicBezTo>
                  <a:pt x="4112199" y="466767"/>
                  <a:pt x="4103118" y="452703"/>
                  <a:pt x="4093268" y="440431"/>
                </a:cubicBezTo>
                <a:close/>
                <a:moveTo>
                  <a:pt x="3368371" y="440431"/>
                </a:moveTo>
                <a:lnTo>
                  <a:pt x="3872116" y="440431"/>
                </a:lnTo>
                <a:cubicBezTo>
                  <a:pt x="3862266" y="452703"/>
                  <a:pt x="3853190" y="466767"/>
                  <a:pt x="3844680" y="482249"/>
                </a:cubicBezTo>
                <a:lnTo>
                  <a:pt x="3353616" y="482249"/>
                </a:lnTo>
                <a:cubicBezTo>
                  <a:pt x="3357959" y="468006"/>
                  <a:pt x="3362831" y="454039"/>
                  <a:pt x="3368371" y="440431"/>
                </a:cubicBezTo>
                <a:close/>
                <a:moveTo>
                  <a:pt x="11223979" y="437563"/>
                </a:moveTo>
                <a:lnTo>
                  <a:pt x="11304274" y="437563"/>
                </a:lnTo>
                <a:lnTo>
                  <a:pt x="11304274" y="487440"/>
                </a:lnTo>
                <a:lnTo>
                  <a:pt x="11274504" y="487440"/>
                </a:lnTo>
                <a:close/>
                <a:moveTo>
                  <a:pt x="10437485" y="312620"/>
                </a:moveTo>
                <a:lnTo>
                  <a:pt x="11305204" y="312620"/>
                </a:lnTo>
                <a:lnTo>
                  <a:pt x="11305204" y="323517"/>
                </a:lnTo>
                <a:lnTo>
                  <a:pt x="11306110" y="323517"/>
                </a:lnTo>
                <a:lnTo>
                  <a:pt x="11306110" y="351547"/>
                </a:lnTo>
                <a:lnTo>
                  <a:pt x="11306110" y="359098"/>
                </a:lnTo>
                <a:lnTo>
                  <a:pt x="11305204" y="359098"/>
                </a:lnTo>
                <a:lnTo>
                  <a:pt x="11305204" y="363528"/>
                </a:lnTo>
                <a:lnTo>
                  <a:pt x="10423824" y="363528"/>
                </a:lnTo>
                <a:lnTo>
                  <a:pt x="10429797" y="336441"/>
                </a:lnTo>
                <a:close/>
                <a:moveTo>
                  <a:pt x="9781432" y="312620"/>
                </a:moveTo>
                <a:lnTo>
                  <a:pt x="10286039" y="312620"/>
                </a:lnTo>
                <a:lnTo>
                  <a:pt x="10286039" y="322833"/>
                </a:lnTo>
                <a:lnTo>
                  <a:pt x="10286039" y="358338"/>
                </a:lnTo>
                <a:lnTo>
                  <a:pt x="10286039" y="358339"/>
                </a:lnTo>
                <a:lnTo>
                  <a:pt x="9781432" y="358339"/>
                </a:lnTo>
                <a:lnTo>
                  <a:pt x="9781432" y="358338"/>
                </a:lnTo>
                <a:lnTo>
                  <a:pt x="9781432" y="322833"/>
                </a:lnTo>
                <a:close/>
                <a:moveTo>
                  <a:pt x="8611213" y="312620"/>
                </a:moveTo>
                <a:lnTo>
                  <a:pt x="9666891" y="312620"/>
                </a:lnTo>
                <a:lnTo>
                  <a:pt x="9666891" y="322833"/>
                </a:lnTo>
                <a:lnTo>
                  <a:pt x="9668568" y="322833"/>
                </a:lnTo>
                <a:lnTo>
                  <a:pt x="9668568" y="358338"/>
                </a:lnTo>
                <a:lnTo>
                  <a:pt x="9666891" y="358338"/>
                </a:lnTo>
                <a:lnTo>
                  <a:pt x="9666891" y="358339"/>
                </a:lnTo>
                <a:lnTo>
                  <a:pt x="8611213" y="358339"/>
                </a:lnTo>
                <a:close/>
                <a:moveTo>
                  <a:pt x="8037009" y="312620"/>
                </a:moveTo>
                <a:lnTo>
                  <a:pt x="8500026" y="312620"/>
                </a:lnTo>
                <a:lnTo>
                  <a:pt x="8500026" y="322833"/>
                </a:lnTo>
                <a:lnTo>
                  <a:pt x="8501703" y="322833"/>
                </a:lnTo>
                <a:lnTo>
                  <a:pt x="8501703" y="358338"/>
                </a:lnTo>
                <a:lnTo>
                  <a:pt x="8500026" y="358338"/>
                </a:lnTo>
                <a:lnTo>
                  <a:pt x="8500026" y="358339"/>
                </a:lnTo>
                <a:lnTo>
                  <a:pt x="8037009" y="358339"/>
                </a:lnTo>
                <a:close/>
                <a:moveTo>
                  <a:pt x="7193139" y="312620"/>
                </a:moveTo>
                <a:lnTo>
                  <a:pt x="7812777" y="312620"/>
                </a:lnTo>
                <a:lnTo>
                  <a:pt x="7833342" y="357178"/>
                </a:lnTo>
                <a:lnTo>
                  <a:pt x="7833342" y="357314"/>
                </a:lnTo>
                <a:lnTo>
                  <a:pt x="7833816" y="358338"/>
                </a:lnTo>
                <a:lnTo>
                  <a:pt x="7833342" y="358338"/>
                </a:lnTo>
                <a:lnTo>
                  <a:pt x="7833342" y="358339"/>
                </a:lnTo>
                <a:lnTo>
                  <a:pt x="7193139" y="358339"/>
                </a:lnTo>
                <a:lnTo>
                  <a:pt x="7193139" y="358338"/>
                </a:lnTo>
                <a:lnTo>
                  <a:pt x="7193139" y="322833"/>
                </a:lnTo>
                <a:close/>
                <a:moveTo>
                  <a:pt x="6184479" y="312620"/>
                </a:moveTo>
                <a:lnTo>
                  <a:pt x="7080274" y="312620"/>
                </a:lnTo>
                <a:lnTo>
                  <a:pt x="7080274" y="322833"/>
                </a:lnTo>
                <a:lnTo>
                  <a:pt x="7080275" y="322833"/>
                </a:lnTo>
                <a:lnTo>
                  <a:pt x="7080275" y="358338"/>
                </a:lnTo>
                <a:lnTo>
                  <a:pt x="7080274" y="358338"/>
                </a:lnTo>
                <a:lnTo>
                  <a:pt x="7080274" y="358339"/>
                </a:lnTo>
                <a:lnTo>
                  <a:pt x="6184479" y="358339"/>
                </a:lnTo>
                <a:close/>
                <a:moveTo>
                  <a:pt x="5574793" y="312620"/>
                </a:moveTo>
                <a:lnTo>
                  <a:pt x="6073294" y="312620"/>
                </a:lnTo>
                <a:lnTo>
                  <a:pt x="6073294" y="322833"/>
                </a:lnTo>
                <a:lnTo>
                  <a:pt x="6073294" y="358338"/>
                </a:lnTo>
                <a:lnTo>
                  <a:pt x="6073294" y="358339"/>
                </a:lnTo>
                <a:lnTo>
                  <a:pt x="5574793" y="358339"/>
                </a:lnTo>
                <a:lnTo>
                  <a:pt x="5574793" y="358338"/>
                </a:lnTo>
                <a:lnTo>
                  <a:pt x="5574793" y="322833"/>
                </a:lnTo>
                <a:close/>
                <a:moveTo>
                  <a:pt x="4792811" y="312620"/>
                </a:moveTo>
                <a:lnTo>
                  <a:pt x="5291307" y="312620"/>
                </a:lnTo>
                <a:lnTo>
                  <a:pt x="5291307" y="322833"/>
                </a:lnTo>
                <a:lnTo>
                  <a:pt x="5291307" y="358338"/>
                </a:lnTo>
                <a:lnTo>
                  <a:pt x="5291307" y="358339"/>
                </a:lnTo>
                <a:lnTo>
                  <a:pt x="4792811" y="358339"/>
                </a:lnTo>
                <a:lnTo>
                  <a:pt x="4792811" y="358338"/>
                </a:lnTo>
                <a:lnTo>
                  <a:pt x="4792811" y="322833"/>
                </a:lnTo>
                <a:close/>
                <a:moveTo>
                  <a:pt x="2285298" y="312620"/>
                </a:moveTo>
                <a:lnTo>
                  <a:pt x="3183254" y="312620"/>
                </a:lnTo>
                <a:lnTo>
                  <a:pt x="3183254" y="322833"/>
                </a:lnTo>
                <a:lnTo>
                  <a:pt x="3183254" y="358338"/>
                </a:lnTo>
                <a:lnTo>
                  <a:pt x="3183254" y="358339"/>
                </a:lnTo>
                <a:lnTo>
                  <a:pt x="2285298" y="358339"/>
                </a:lnTo>
                <a:lnTo>
                  <a:pt x="2285298" y="358338"/>
                </a:lnTo>
                <a:lnTo>
                  <a:pt x="2285298" y="322833"/>
                </a:lnTo>
                <a:close/>
                <a:moveTo>
                  <a:pt x="985097" y="312620"/>
                </a:moveTo>
                <a:lnTo>
                  <a:pt x="2135110" y="312620"/>
                </a:lnTo>
                <a:lnTo>
                  <a:pt x="2148730" y="358335"/>
                </a:lnTo>
                <a:lnTo>
                  <a:pt x="2148731" y="358338"/>
                </a:lnTo>
                <a:lnTo>
                  <a:pt x="2148731" y="358339"/>
                </a:lnTo>
                <a:lnTo>
                  <a:pt x="985097" y="358339"/>
                </a:lnTo>
                <a:lnTo>
                  <a:pt x="985097" y="358338"/>
                </a:lnTo>
                <a:lnTo>
                  <a:pt x="985097" y="322833"/>
                </a:lnTo>
                <a:close/>
                <a:moveTo>
                  <a:pt x="0" y="312620"/>
                </a:moveTo>
                <a:lnTo>
                  <a:pt x="877145" y="312620"/>
                </a:lnTo>
                <a:lnTo>
                  <a:pt x="877145" y="322833"/>
                </a:lnTo>
                <a:lnTo>
                  <a:pt x="877145" y="358338"/>
                </a:lnTo>
                <a:lnTo>
                  <a:pt x="877145" y="358339"/>
                </a:lnTo>
                <a:lnTo>
                  <a:pt x="0" y="358339"/>
                </a:lnTo>
                <a:lnTo>
                  <a:pt x="0" y="358338"/>
                </a:lnTo>
                <a:lnTo>
                  <a:pt x="0" y="322833"/>
                </a:lnTo>
                <a:close/>
                <a:moveTo>
                  <a:pt x="3426524" y="311140"/>
                </a:moveTo>
                <a:lnTo>
                  <a:pt x="4541246" y="311140"/>
                </a:lnTo>
                <a:lnTo>
                  <a:pt x="4565836" y="363528"/>
                </a:lnTo>
                <a:lnTo>
                  <a:pt x="3720591" y="363528"/>
                </a:lnTo>
                <a:lnTo>
                  <a:pt x="3720591" y="361147"/>
                </a:lnTo>
                <a:lnTo>
                  <a:pt x="3403052" y="361147"/>
                </a:lnTo>
                <a:close/>
                <a:moveTo>
                  <a:pt x="10479636" y="204267"/>
                </a:moveTo>
                <a:lnTo>
                  <a:pt x="10671926" y="204267"/>
                </a:lnTo>
                <a:lnTo>
                  <a:pt x="11306110" y="204267"/>
                </a:lnTo>
                <a:lnTo>
                  <a:pt x="11306110" y="241250"/>
                </a:lnTo>
                <a:lnTo>
                  <a:pt x="10671926" y="241250"/>
                </a:lnTo>
                <a:lnTo>
                  <a:pt x="10463420" y="241250"/>
                </a:lnTo>
                <a:close/>
                <a:moveTo>
                  <a:pt x="9781432" y="203834"/>
                </a:moveTo>
                <a:lnTo>
                  <a:pt x="10286039" y="203834"/>
                </a:lnTo>
                <a:lnTo>
                  <a:pt x="10286039" y="240739"/>
                </a:lnTo>
                <a:lnTo>
                  <a:pt x="9781432" y="240739"/>
                </a:lnTo>
                <a:close/>
                <a:moveTo>
                  <a:pt x="8612890" y="203834"/>
                </a:moveTo>
                <a:lnTo>
                  <a:pt x="9668568" y="203834"/>
                </a:lnTo>
                <a:lnTo>
                  <a:pt x="9668568" y="240739"/>
                </a:lnTo>
                <a:lnTo>
                  <a:pt x="8612890" y="240739"/>
                </a:lnTo>
                <a:close/>
                <a:moveTo>
                  <a:pt x="8042875" y="203834"/>
                </a:moveTo>
                <a:lnTo>
                  <a:pt x="8501703" y="203834"/>
                </a:lnTo>
                <a:lnTo>
                  <a:pt x="8501703" y="240739"/>
                </a:lnTo>
                <a:lnTo>
                  <a:pt x="8042875" y="240739"/>
                </a:lnTo>
                <a:close/>
                <a:moveTo>
                  <a:pt x="7193139" y="203834"/>
                </a:moveTo>
                <a:lnTo>
                  <a:pt x="7762309" y="203834"/>
                </a:lnTo>
                <a:lnTo>
                  <a:pt x="7779389" y="240739"/>
                </a:lnTo>
                <a:lnTo>
                  <a:pt x="7193139" y="240739"/>
                </a:lnTo>
                <a:close/>
                <a:moveTo>
                  <a:pt x="6188669" y="203834"/>
                </a:moveTo>
                <a:lnTo>
                  <a:pt x="7080275" y="203834"/>
                </a:lnTo>
                <a:lnTo>
                  <a:pt x="7080275" y="240739"/>
                </a:lnTo>
                <a:lnTo>
                  <a:pt x="6188669" y="240739"/>
                </a:lnTo>
                <a:close/>
                <a:moveTo>
                  <a:pt x="5574793" y="203834"/>
                </a:moveTo>
                <a:lnTo>
                  <a:pt x="6073294" y="203834"/>
                </a:lnTo>
                <a:lnTo>
                  <a:pt x="6073294" y="240739"/>
                </a:lnTo>
                <a:lnTo>
                  <a:pt x="5574793" y="240739"/>
                </a:lnTo>
                <a:close/>
                <a:moveTo>
                  <a:pt x="4792811" y="203834"/>
                </a:moveTo>
                <a:lnTo>
                  <a:pt x="5291307" y="203834"/>
                </a:lnTo>
                <a:lnTo>
                  <a:pt x="5291307" y="240739"/>
                </a:lnTo>
                <a:lnTo>
                  <a:pt x="4792811" y="240739"/>
                </a:lnTo>
                <a:close/>
                <a:moveTo>
                  <a:pt x="2285298" y="203834"/>
                </a:moveTo>
                <a:lnTo>
                  <a:pt x="3183254" y="203834"/>
                </a:lnTo>
                <a:lnTo>
                  <a:pt x="3183254" y="240739"/>
                </a:lnTo>
                <a:lnTo>
                  <a:pt x="2285298" y="240739"/>
                </a:lnTo>
                <a:close/>
                <a:moveTo>
                  <a:pt x="985097" y="203834"/>
                </a:moveTo>
                <a:lnTo>
                  <a:pt x="2069184" y="203834"/>
                </a:lnTo>
                <a:cubicBezTo>
                  <a:pt x="2078730" y="215259"/>
                  <a:pt x="2086715" y="227762"/>
                  <a:pt x="2093941" y="240739"/>
                </a:cubicBezTo>
                <a:lnTo>
                  <a:pt x="985097" y="240739"/>
                </a:lnTo>
                <a:close/>
                <a:moveTo>
                  <a:pt x="0" y="203834"/>
                </a:moveTo>
                <a:lnTo>
                  <a:pt x="877145" y="203834"/>
                </a:lnTo>
                <a:lnTo>
                  <a:pt x="877145" y="240739"/>
                </a:lnTo>
                <a:lnTo>
                  <a:pt x="0" y="240739"/>
                </a:lnTo>
                <a:close/>
                <a:moveTo>
                  <a:pt x="3491565" y="203833"/>
                </a:moveTo>
                <a:lnTo>
                  <a:pt x="4473824" y="203833"/>
                </a:lnTo>
                <a:cubicBezTo>
                  <a:pt x="4482698" y="215677"/>
                  <a:pt x="4491028" y="228051"/>
                  <a:pt x="4499119" y="240738"/>
                </a:cubicBezTo>
                <a:lnTo>
                  <a:pt x="3466269" y="240738"/>
                </a:lnTo>
                <a:cubicBezTo>
                  <a:pt x="3474361" y="228051"/>
                  <a:pt x="3482694" y="215677"/>
                  <a:pt x="3491565" y="203833"/>
                </a:cubicBezTo>
                <a:close/>
                <a:moveTo>
                  <a:pt x="10550205" y="96959"/>
                </a:moveTo>
                <a:lnTo>
                  <a:pt x="10671926" y="96959"/>
                </a:lnTo>
                <a:lnTo>
                  <a:pt x="11306110" y="96959"/>
                </a:lnTo>
                <a:lnTo>
                  <a:pt x="11306110" y="121993"/>
                </a:lnTo>
                <a:lnTo>
                  <a:pt x="10671926" y="121993"/>
                </a:lnTo>
                <a:lnTo>
                  <a:pt x="10531544" y="121993"/>
                </a:lnTo>
                <a:close/>
                <a:moveTo>
                  <a:pt x="9781432" y="96753"/>
                </a:moveTo>
                <a:lnTo>
                  <a:pt x="10286039" y="96753"/>
                </a:lnTo>
                <a:lnTo>
                  <a:pt x="10286039" y="121735"/>
                </a:lnTo>
                <a:lnTo>
                  <a:pt x="9781432" y="121735"/>
                </a:lnTo>
                <a:close/>
                <a:moveTo>
                  <a:pt x="8612890" y="96753"/>
                </a:moveTo>
                <a:lnTo>
                  <a:pt x="9668568" y="96753"/>
                </a:lnTo>
                <a:lnTo>
                  <a:pt x="9668568" y="121735"/>
                </a:lnTo>
                <a:lnTo>
                  <a:pt x="8612890" y="121735"/>
                </a:lnTo>
                <a:close/>
                <a:moveTo>
                  <a:pt x="8042875" y="96753"/>
                </a:moveTo>
                <a:lnTo>
                  <a:pt x="8501703" y="96753"/>
                </a:lnTo>
                <a:lnTo>
                  <a:pt x="8501703" y="121735"/>
                </a:lnTo>
                <a:lnTo>
                  <a:pt x="8042875" y="121735"/>
                </a:lnTo>
                <a:close/>
                <a:moveTo>
                  <a:pt x="7193139" y="96753"/>
                </a:moveTo>
                <a:lnTo>
                  <a:pt x="7712749" y="96753"/>
                </a:lnTo>
                <a:lnTo>
                  <a:pt x="7724312" y="121735"/>
                </a:lnTo>
                <a:lnTo>
                  <a:pt x="7193139" y="121735"/>
                </a:lnTo>
                <a:close/>
                <a:moveTo>
                  <a:pt x="6188669" y="96753"/>
                </a:moveTo>
                <a:lnTo>
                  <a:pt x="7080275" y="96753"/>
                </a:lnTo>
                <a:lnTo>
                  <a:pt x="7080275" y="121735"/>
                </a:lnTo>
                <a:lnTo>
                  <a:pt x="6188669" y="121735"/>
                </a:lnTo>
                <a:close/>
                <a:moveTo>
                  <a:pt x="5574793" y="96753"/>
                </a:moveTo>
                <a:lnTo>
                  <a:pt x="6073294" y="96753"/>
                </a:lnTo>
                <a:lnTo>
                  <a:pt x="6073294" y="121735"/>
                </a:lnTo>
                <a:lnTo>
                  <a:pt x="5574793" y="121735"/>
                </a:lnTo>
                <a:close/>
                <a:moveTo>
                  <a:pt x="4792811" y="96753"/>
                </a:moveTo>
                <a:lnTo>
                  <a:pt x="5291307" y="96753"/>
                </a:lnTo>
                <a:lnTo>
                  <a:pt x="5291307" y="121735"/>
                </a:lnTo>
                <a:lnTo>
                  <a:pt x="4792811" y="121735"/>
                </a:lnTo>
                <a:close/>
                <a:moveTo>
                  <a:pt x="2285298" y="96753"/>
                </a:moveTo>
                <a:lnTo>
                  <a:pt x="3183254" y="96753"/>
                </a:lnTo>
                <a:lnTo>
                  <a:pt x="3183254" y="121735"/>
                </a:lnTo>
                <a:lnTo>
                  <a:pt x="2285298" y="121735"/>
                </a:lnTo>
                <a:close/>
                <a:moveTo>
                  <a:pt x="985097" y="96753"/>
                </a:moveTo>
                <a:lnTo>
                  <a:pt x="1978552" y="96753"/>
                </a:lnTo>
                <a:cubicBezTo>
                  <a:pt x="1987269" y="104388"/>
                  <a:pt x="1995490" y="112539"/>
                  <a:pt x="2002599" y="121735"/>
                </a:cubicBezTo>
                <a:lnTo>
                  <a:pt x="985097" y="121735"/>
                </a:lnTo>
                <a:close/>
                <a:moveTo>
                  <a:pt x="0" y="96753"/>
                </a:moveTo>
                <a:lnTo>
                  <a:pt x="877145" y="96753"/>
                </a:lnTo>
                <a:lnTo>
                  <a:pt x="877145" y="121735"/>
                </a:lnTo>
                <a:lnTo>
                  <a:pt x="0" y="121735"/>
                </a:lnTo>
                <a:close/>
                <a:moveTo>
                  <a:pt x="3581580" y="96752"/>
                </a:moveTo>
                <a:lnTo>
                  <a:pt x="4383809" y="96752"/>
                </a:lnTo>
                <a:cubicBezTo>
                  <a:pt x="4392080" y="104604"/>
                  <a:pt x="4400028" y="112884"/>
                  <a:pt x="4407456" y="121734"/>
                </a:cubicBezTo>
                <a:lnTo>
                  <a:pt x="3557933" y="121734"/>
                </a:lnTo>
                <a:cubicBezTo>
                  <a:pt x="3565365" y="112884"/>
                  <a:pt x="3573309" y="104604"/>
                  <a:pt x="3581580" y="96752"/>
                </a:cubicBezTo>
                <a:close/>
                <a:moveTo>
                  <a:pt x="10683999" y="1"/>
                </a:moveTo>
                <a:lnTo>
                  <a:pt x="10743787" y="1"/>
                </a:lnTo>
                <a:cubicBezTo>
                  <a:pt x="10762889" y="1"/>
                  <a:pt x="10781796" y="856"/>
                  <a:pt x="10800434" y="2849"/>
                </a:cubicBezTo>
                <a:lnTo>
                  <a:pt x="10800434" y="1"/>
                </a:lnTo>
                <a:lnTo>
                  <a:pt x="11306110" y="1"/>
                </a:lnTo>
                <a:lnTo>
                  <a:pt x="11306110" y="14690"/>
                </a:lnTo>
                <a:lnTo>
                  <a:pt x="10671926" y="14690"/>
                </a:lnTo>
                <a:lnTo>
                  <a:pt x="10634292" y="14690"/>
                </a:lnTo>
                <a:cubicBezTo>
                  <a:pt x="10638035" y="10809"/>
                  <a:pt x="10642253" y="7500"/>
                  <a:pt x="10646512" y="4251"/>
                </a:cubicBezTo>
                <a:lnTo>
                  <a:pt x="10646512" y="2687"/>
                </a:lnTo>
                <a:lnTo>
                  <a:pt x="10671926" y="1221"/>
                </a:lnTo>
                <a:lnTo>
                  <a:pt x="10671926" y="697"/>
                </a:lnTo>
                <a:close/>
                <a:moveTo>
                  <a:pt x="9781432" y="1"/>
                </a:moveTo>
                <a:lnTo>
                  <a:pt x="10286039" y="1"/>
                </a:lnTo>
                <a:lnTo>
                  <a:pt x="10286039" y="14659"/>
                </a:lnTo>
                <a:lnTo>
                  <a:pt x="9781432" y="14659"/>
                </a:lnTo>
                <a:close/>
                <a:moveTo>
                  <a:pt x="8612890" y="1"/>
                </a:moveTo>
                <a:lnTo>
                  <a:pt x="9668568" y="1"/>
                </a:lnTo>
                <a:lnTo>
                  <a:pt x="9668568" y="14659"/>
                </a:lnTo>
                <a:lnTo>
                  <a:pt x="8612890" y="14659"/>
                </a:lnTo>
                <a:close/>
                <a:moveTo>
                  <a:pt x="8042875" y="1"/>
                </a:moveTo>
                <a:lnTo>
                  <a:pt x="8501703" y="1"/>
                </a:lnTo>
                <a:lnTo>
                  <a:pt x="8501703" y="14659"/>
                </a:lnTo>
                <a:lnTo>
                  <a:pt x="8042875" y="14659"/>
                </a:lnTo>
                <a:close/>
                <a:moveTo>
                  <a:pt x="7193139" y="1"/>
                </a:moveTo>
                <a:lnTo>
                  <a:pt x="7667970" y="1"/>
                </a:lnTo>
                <a:lnTo>
                  <a:pt x="7674758" y="14659"/>
                </a:lnTo>
                <a:lnTo>
                  <a:pt x="7193139" y="14659"/>
                </a:lnTo>
                <a:close/>
                <a:moveTo>
                  <a:pt x="6188669" y="1"/>
                </a:moveTo>
                <a:lnTo>
                  <a:pt x="7080275" y="1"/>
                </a:lnTo>
                <a:lnTo>
                  <a:pt x="7080275" y="14659"/>
                </a:lnTo>
                <a:lnTo>
                  <a:pt x="6188669" y="14659"/>
                </a:lnTo>
                <a:close/>
                <a:moveTo>
                  <a:pt x="5574793" y="1"/>
                </a:moveTo>
                <a:lnTo>
                  <a:pt x="6073294" y="1"/>
                </a:lnTo>
                <a:lnTo>
                  <a:pt x="6073294" y="14659"/>
                </a:lnTo>
                <a:lnTo>
                  <a:pt x="5574793" y="14659"/>
                </a:lnTo>
                <a:close/>
                <a:moveTo>
                  <a:pt x="4792811" y="1"/>
                </a:moveTo>
                <a:lnTo>
                  <a:pt x="5291307" y="1"/>
                </a:lnTo>
                <a:lnTo>
                  <a:pt x="5291307" y="14659"/>
                </a:lnTo>
                <a:lnTo>
                  <a:pt x="4792811" y="14659"/>
                </a:lnTo>
                <a:close/>
                <a:moveTo>
                  <a:pt x="2285298" y="1"/>
                </a:moveTo>
                <a:lnTo>
                  <a:pt x="3183254" y="1"/>
                </a:lnTo>
                <a:lnTo>
                  <a:pt x="3183254" y="14659"/>
                </a:lnTo>
                <a:lnTo>
                  <a:pt x="2285298" y="14659"/>
                </a:lnTo>
                <a:close/>
                <a:moveTo>
                  <a:pt x="985097" y="1"/>
                </a:moveTo>
                <a:lnTo>
                  <a:pt x="1846470" y="1"/>
                </a:lnTo>
                <a:lnTo>
                  <a:pt x="1869376" y="14659"/>
                </a:lnTo>
                <a:lnTo>
                  <a:pt x="985097" y="14659"/>
                </a:lnTo>
                <a:close/>
                <a:moveTo>
                  <a:pt x="0" y="1"/>
                </a:moveTo>
                <a:lnTo>
                  <a:pt x="877145" y="1"/>
                </a:lnTo>
                <a:lnTo>
                  <a:pt x="877145" y="14659"/>
                </a:lnTo>
                <a:lnTo>
                  <a:pt x="0" y="14659"/>
                </a:lnTo>
                <a:close/>
                <a:moveTo>
                  <a:pt x="3702830" y="0"/>
                </a:moveTo>
                <a:lnTo>
                  <a:pt x="4262563" y="0"/>
                </a:lnTo>
                <a:lnTo>
                  <a:pt x="4284257" y="14658"/>
                </a:lnTo>
                <a:lnTo>
                  <a:pt x="3681132" y="14658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tIns="90000" bIns="90000" rtlCol="0" anchor="t" anchorCtr="0">
            <a:no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endParaRPr lang="en-GB" sz="1800" noProof="0" dirty="0">
              <a:solidFill>
                <a:schemeClr val="accent4"/>
              </a:solidFill>
            </a:endParaRPr>
          </a:p>
        </p:txBody>
      </p:sp>
      <p:sp>
        <p:nvSpPr>
          <p:cNvPr id="8" name="Titel 1">
            <a:extLst>
              <a:ext uri="{FF2B5EF4-FFF2-40B4-BE49-F238E27FC236}">
                <a16:creationId xmlns:a16="http://schemas.microsoft.com/office/drawing/2014/main" id="{DD2FF990-646E-3C4E-997B-AD08FF54B2B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564000" y="1332000"/>
            <a:ext cx="4968000" cy="2448000"/>
          </a:xfr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lang="en-GB" sz="2800" noProof="0" dirty="0">
                <a:solidFill>
                  <a:schemeClr val="tx1"/>
                </a:solidFill>
              </a:defRPr>
            </a:lvl1pPr>
          </a:lstStyle>
          <a:p>
            <a:pPr lvl="0"/>
            <a:r>
              <a:rPr lang="en-GB" noProof="0" dirty="0"/>
              <a:t>Title / key message of the slide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4D356749-2E1D-1C53-0909-C2E28882F535}"/>
              </a:ext>
            </a:extLst>
          </p:cNvPr>
          <p:cNvSpPr txBox="1"/>
          <p:nvPr userDrawn="1"/>
        </p:nvSpPr>
        <p:spPr>
          <a:xfrm>
            <a:off x="339293" y="195486"/>
            <a:ext cx="659155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>
              <a:lnSpc>
                <a:spcPct val="90000"/>
              </a:lnSpc>
              <a:spcAft>
                <a:spcPts val="600"/>
              </a:spcAft>
            </a:pPr>
            <a:r>
              <a:rPr lang="en-GB" sz="1000" dirty="0">
                <a:solidFill>
                  <a:schemeClr val="bg1">
                    <a:alpha val="50000"/>
                  </a:schemeClr>
                </a:solidFill>
                <a:latin typeface="+mn-lt"/>
              </a:rPr>
              <a:t>Speaker</a:t>
            </a:r>
          </a:p>
        </p:txBody>
      </p:sp>
    </p:spTree>
    <p:extLst>
      <p:ext uri="{BB962C8B-B14F-4D97-AF65-F5344CB8AC3E}">
        <p14:creationId xmlns:p14="http://schemas.microsoft.com/office/powerpoint/2010/main" val="2452394190"/>
      </p:ext>
    </p:extLst>
  </p:cSld>
  <p:clrMapOvr>
    <a:masterClrMapping/>
  </p:clrMapOvr>
  <p:transition spd="slow">
    <p:fade/>
  </p:transition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R&amp;D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C667AB2F-2D74-4412-9F97-5EE702BB2EF3}"/>
              </a:ext>
            </a:extLst>
          </p:cNvPr>
          <p:cNvSpPr/>
          <p:nvPr userDrawn="1"/>
        </p:nvSpPr>
        <p:spPr>
          <a:xfrm>
            <a:off x="0" y="0"/>
            <a:ext cx="3225600" cy="5143500"/>
          </a:xfrm>
          <a:prstGeom prst="rect">
            <a:avLst/>
          </a:prstGeom>
          <a:blipFill>
            <a:blip r:embed="rId3"/>
            <a:srcRect/>
            <a:stretch>
              <a:fillRect l="-9135" r="-45103"/>
            </a:stretch>
          </a:blip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 fontAlgn="auto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</a:pPr>
            <a:endParaRPr lang="en-GB" sz="1400">
              <a:solidFill>
                <a:schemeClr val="bg1"/>
              </a:solidFill>
            </a:endParaRPr>
          </a:p>
        </p:txBody>
      </p:sp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564000" y="1332000"/>
            <a:ext cx="4968000" cy="2448000"/>
          </a:xfr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lang="en-GB" sz="2800" noProof="0" dirty="0">
                <a:solidFill>
                  <a:schemeClr val="tx1"/>
                </a:solidFill>
              </a:defRPr>
            </a:lvl1pPr>
          </a:lstStyle>
          <a:p>
            <a:pPr lvl="0"/>
            <a:r>
              <a:rPr lang="en-GB" noProof="0" dirty="0"/>
              <a:t>Title / key message of the slide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97CFFDBE-A83B-435B-8BE3-D861EE02B0A6}"/>
              </a:ext>
            </a:extLst>
          </p:cNvPr>
          <p:cNvGrpSpPr/>
          <p:nvPr userDrawn="1"/>
        </p:nvGrpSpPr>
        <p:grpSpPr>
          <a:xfrm flipH="1" flipV="1">
            <a:off x="-2" y="-113084"/>
            <a:ext cx="9144001" cy="56542"/>
            <a:chOff x="-1" y="0"/>
            <a:chExt cx="9144001" cy="5143500"/>
          </a:xfrm>
          <a:solidFill>
            <a:srgbClr val="E6E6E6"/>
          </a:solidFill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E40B9006-85DC-47B6-8276-5D85B6903B55}"/>
                </a:ext>
              </a:extLst>
            </p:cNvPr>
            <p:cNvSpPr/>
            <p:nvPr userDrawn="1"/>
          </p:nvSpPr>
          <p:spPr>
            <a:xfrm>
              <a:off x="-1" y="0"/>
              <a:ext cx="5921323" cy="5143500"/>
            </a:xfrm>
            <a:prstGeom prst="rect">
              <a:avLst/>
            </a:prstGeom>
            <a:grpFill/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90000" bIns="90000" rtlCol="0" anchor="ctr" anchorCtr="0"/>
            <a:lstStyle/>
            <a:p>
              <a:pPr algn="ctr" fontAlgn="auto">
                <a:lnSpc>
                  <a:spcPct val="90000"/>
                </a:lnSpc>
                <a:spcBef>
                  <a:spcPts val="0"/>
                </a:spcBef>
                <a:spcAft>
                  <a:spcPts val="600"/>
                </a:spcAft>
              </a:pPr>
              <a:endParaRPr lang="en-GB" sz="1400">
                <a:solidFill>
                  <a:schemeClr val="bg1"/>
                </a:solidFill>
              </a:endParaRPr>
            </a:p>
          </p:txBody>
        </p:sp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896CCCDC-1A6A-4BFE-A306-660C48B726D1}"/>
                </a:ext>
              </a:extLst>
            </p:cNvPr>
            <p:cNvSpPr/>
            <p:nvPr userDrawn="1"/>
          </p:nvSpPr>
          <p:spPr>
            <a:xfrm flipH="1">
              <a:off x="5921322" y="0"/>
              <a:ext cx="3222678" cy="5143500"/>
            </a:xfrm>
            <a:prstGeom prst="rect">
              <a:avLst/>
            </a:prstGeom>
            <a:grpFill/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90000" bIns="90000" rtlCol="0" anchor="ctr" anchorCtr="0"/>
            <a:lstStyle/>
            <a:p>
              <a:pPr algn="ctr" fontAlgn="auto">
                <a:lnSpc>
                  <a:spcPct val="90000"/>
                </a:lnSpc>
                <a:spcBef>
                  <a:spcPts val="0"/>
                </a:spcBef>
                <a:spcAft>
                  <a:spcPts val="600"/>
                </a:spcAft>
              </a:pPr>
              <a:endParaRPr lang="en-GB" sz="1400">
                <a:solidFill>
                  <a:schemeClr val="bg1"/>
                </a:solidFill>
              </a:endParaRPr>
            </a:p>
          </p:txBody>
        </p:sp>
      </p:grpSp>
      <p:sp>
        <p:nvSpPr>
          <p:cNvPr id="8" name="Rectangle 7">
            <a:extLst>
              <a:ext uri="{FF2B5EF4-FFF2-40B4-BE49-F238E27FC236}">
                <a16:creationId xmlns:a16="http://schemas.microsoft.com/office/drawing/2014/main" id="{AD90D233-FF95-4494-8559-D5134037B133}"/>
              </a:ext>
            </a:extLst>
          </p:cNvPr>
          <p:cNvSpPr/>
          <p:nvPr userDrawn="1"/>
        </p:nvSpPr>
        <p:spPr>
          <a:xfrm>
            <a:off x="0" y="0"/>
            <a:ext cx="3225600" cy="5143500"/>
          </a:xfrm>
          <a:prstGeom prst="rect">
            <a:avLst/>
          </a:prstGeom>
          <a:solidFill>
            <a:schemeClr val="tx1">
              <a:alpha val="5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 fontAlgn="auto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</a:pPr>
            <a:r>
              <a:rPr lang="en-GB" sz="8000" dirty="0">
                <a:solidFill>
                  <a:schemeClr val="bg1">
                    <a:alpha val="80000"/>
                  </a:schemeClr>
                </a:solidFill>
              </a:rPr>
              <a:t>R&amp;D</a:t>
            </a:r>
            <a:br>
              <a:rPr lang="en-GB" sz="8000" dirty="0">
                <a:solidFill>
                  <a:schemeClr val="bg1">
                    <a:alpha val="80000"/>
                  </a:schemeClr>
                </a:solidFill>
              </a:rPr>
            </a:br>
            <a:r>
              <a:rPr lang="en-GB" sz="8000" dirty="0">
                <a:solidFill>
                  <a:schemeClr val="bg1">
                    <a:alpha val="80000"/>
                  </a:schemeClr>
                </a:solidFill>
              </a:rPr>
              <a:t>tracks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08F80362-598B-438E-8DC6-AE9B5612C46F}"/>
              </a:ext>
            </a:extLst>
          </p:cNvPr>
          <p:cNvGrpSpPr/>
          <p:nvPr userDrawn="1"/>
        </p:nvGrpSpPr>
        <p:grpSpPr>
          <a:xfrm>
            <a:off x="107786" y="4899311"/>
            <a:ext cx="1837165" cy="122666"/>
            <a:chOff x="107786" y="4899311"/>
            <a:chExt cx="1837165" cy="122666"/>
          </a:xfrm>
        </p:grpSpPr>
        <p:sp>
          <p:nvSpPr>
            <p:cNvPr id="10" name="FRQ_Pagenumber">
              <a:extLst>
                <a:ext uri="{FF2B5EF4-FFF2-40B4-BE49-F238E27FC236}">
                  <a16:creationId xmlns:a16="http://schemas.microsoft.com/office/drawing/2014/main" id="{15838DBD-5220-40E3-AF34-23FF6C15B6DC}"/>
                </a:ext>
              </a:extLst>
            </p:cNvPr>
            <p:cNvSpPr txBox="1">
              <a:spLocks/>
            </p:cNvSpPr>
            <p:nvPr/>
          </p:nvSpPr>
          <p:spPr>
            <a:xfrm>
              <a:off x="107786" y="4913306"/>
              <a:ext cx="215742" cy="108671"/>
            </a:xfrm>
            <a:prstGeom prst="rect">
              <a:avLst/>
            </a:prstGeom>
          </p:spPr>
          <p:txBody>
            <a:bodyPr lIns="0" tIns="0" rIns="0" bIns="0" anchor="t"/>
            <a:lstStyle>
              <a:defPPr>
                <a:defRPr lang="en-US"/>
              </a:defPPr>
              <a:lvl1pPr algn="r" defTabSz="457200" fontAlgn="base">
                <a:spcBef>
                  <a:spcPct val="0"/>
                </a:spcBef>
                <a:spcAft>
                  <a:spcPct val="0"/>
                </a:spcAft>
                <a:defRPr sz="800">
                  <a:solidFill>
                    <a:srgbClr val="9FA0A3"/>
                  </a:solidFill>
                </a:defRPr>
              </a:lvl1pPr>
            </a:lstStyle>
            <a:p>
              <a:pPr lvl="0"/>
              <a:fld id="{71245D3D-131A-47D1-B100-B33219007AD2}" type="slidenum">
                <a:rPr lang="en-GB" sz="700" b="0" smtClean="0">
                  <a:solidFill>
                    <a:schemeClr val="tx2">
                      <a:lumMod val="40000"/>
                      <a:lumOff val="60000"/>
                    </a:schemeClr>
                  </a:solidFill>
                </a:rPr>
                <a:pPr lvl="0"/>
                <a:t>‹#›</a:t>
              </a:fld>
              <a:endParaRPr lang="en-GB" sz="700" b="0" dirty="0">
                <a:solidFill>
                  <a:schemeClr val="tx2">
                    <a:lumMod val="40000"/>
                    <a:lumOff val="60000"/>
                  </a:schemeClr>
                </a:solidFill>
              </a:endParaRPr>
            </a:p>
          </p:txBody>
        </p: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E76F68BE-1224-4934-B8D1-7E5639DA85BC}"/>
                </a:ext>
              </a:extLst>
            </p:cNvPr>
            <p:cNvGrpSpPr/>
            <p:nvPr/>
          </p:nvGrpSpPr>
          <p:grpSpPr>
            <a:xfrm>
              <a:off x="374719" y="4899311"/>
              <a:ext cx="1570232" cy="122666"/>
              <a:chOff x="374719" y="4899311"/>
              <a:chExt cx="1570232" cy="122666"/>
            </a:xfrm>
          </p:grpSpPr>
          <p:sp>
            <p:nvSpPr>
              <p:cNvPr id="12" name="FRQ_Filename">
                <a:extLst>
                  <a:ext uri="{FF2B5EF4-FFF2-40B4-BE49-F238E27FC236}">
                    <a16:creationId xmlns:a16="http://schemas.microsoft.com/office/drawing/2014/main" id="{E4CBD77E-D88B-48B0-9E51-F9E20D568D9E}"/>
                  </a:ext>
                </a:extLst>
              </p:cNvPr>
              <p:cNvSpPr txBox="1"/>
              <p:nvPr userDrawn="1"/>
            </p:nvSpPr>
            <p:spPr bwMode="ltGray">
              <a:xfrm>
                <a:off x="468064" y="4913306"/>
                <a:ext cx="1476887" cy="108671"/>
              </a:xfrm>
              <a:prstGeom prst="rect">
                <a:avLst/>
              </a:prstGeom>
              <a:ln>
                <a:noFill/>
              </a:ln>
            </p:spPr>
            <p:txBody>
              <a:bodyPr wrap="none" lIns="0" tIns="0" rIns="0" bIns="0" anchor="t"/>
              <a:lstStyle>
                <a:defPPr>
                  <a:defRPr lang="en-US"/>
                </a:defPPr>
                <a:lvl1pPr lvl="0" defTabSz="457200" fontAlgn="base">
                  <a:spcBef>
                    <a:spcPct val="0"/>
                  </a:spcBef>
                  <a:spcAft>
                    <a:spcPct val="0"/>
                  </a:spcAft>
                  <a:defRPr sz="800">
                    <a:solidFill>
                      <a:srgbClr val="9FA0A3"/>
                    </a:solidFill>
                    <a:cs typeface="Nirmala UI" panose="020B0502040204020203" pitchFamily="34" charset="0"/>
                  </a:defRPr>
                </a:lvl1pPr>
              </a:lstStyle>
              <a:p>
                <a:pPr lvl="0"/>
                <a:r>
                  <a:rPr lang="en-GB" sz="700" b="0" baseline="0" noProof="0" dirty="0">
                    <a:solidFill>
                      <a:schemeClr val="tx2">
                        <a:lumMod val="40000"/>
                        <a:lumOff val="60000"/>
                      </a:schemeClr>
                    </a:solidFill>
                  </a:rPr>
                  <a:t>Developer Days 2021</a:t>
                </a:r>
                <a:endParaRPr lang="en-GB" sz="700" b="0" noProof="0" dirty="0">
                  <a:solidFill>
                    <a:schemeClr val="tx2">
                      <a:lumMod val="40000"/>
                      <a:lumOff val="60000"/>
                    </a:schemeClr>
                  </a:solidFill>
                </a:endParaRPr>
              </a:p>
            </p:txBody>
          </p:sp>
          <p:sp>
            <p:nvSpPr>
              <p:cNvPr id="13" name="FRQ_Divider">
                <a:extLst>
                  <a:ext uri="{FF2B5EF4-FFF2-40B4-BE49-F238E27FC236}">
                    <a16:creationId xmlns:a16="http://schemas.microsoft.com/office/drawing/2014/main" id="{27C5A5BD-685C-426D-B7B0-09F9CB2DE75C}"/>
                  </a:ext>
                </a:extLst>
              </p:cNvPr>
              <p:cNvSpPr/>
              <p:nvPr userDrawn="1"/>
            </p:nvSpPr>
            <p:spPr>
              <a:xfrm>
                <a:off x="374719" y="4899311"/>
                <a:ext cx="105958" cy="108671"/>
              </a:xfrm>
              <a:prstGeom prst="rect">
                <a:avLst/>
              </a:prstGeom>
              <a:ln>
                <a:noFill/>
              </a:ln>
            </p:spPr>
            <p:txBody>
              <a:bodyPr wrap="none" lIns="0" tIns="0" rIns="0" bIns="0" anchor="t"/>
              <a:lstStyle/>
              <a:p>
                <a:pPr lvl="0" algn="ctr" defTabSz="457200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GB" sz="800" b="0" noProof="0" dirty="0">
                    <a:solidFill>
                      <a:schemeClr val="tx2">
                        <a:lumMod val="40000"/>
                        <a:lumOff val="60000"/>
                      </a:schemeClr>
                    </a:solidFill>
                    <a:cs typeface="Nirmala UI" panose="020B0502040204020203" pitchFamily="34" charset="0"/>
                  </a:rPr>
                  <a:t>|</a:t>
                </a:r>
                <a:endParaRPr lang="en-GB" sz="800" b="0" dirty="0">
                  <a:solidFill>
                    <a:schemeClr val="tx2">
                      <a:lumMod val="40000"/>
                      <a:lumOff val="60000"/>
                    </a:schemeClr>
                  </a:solidFill>
                  <a:cs typeface="Nirmala UI" panose="020B0502040204020203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27731081"/>
      </p:ext>
    </p:extLst>
  </p:cSld>
  <p:clrMapOvr>
    <a:masterClrMapping/>
  </p:clrMapOvr>
  <p:transition spd="slow">
    <p:fade/>
  </p:transition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eams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C667AB2F-2D74-4412-9F97-5EE702BB2EF3}"/>
              </a:ext>
            </a:extLst>
          </p:cNvPr>
          <p:cNvSpPr/>
          <p:nvPr userDrawn="1"/>
        </p:nvSpPr>
        <p:spPr>
          <a:xfrm>
            <a:off x="0" y="0"/>
            <a:ext cx="3225600" cy="5143500"/>
          </a:xfrm>
          <a:prstGeom prst="rect">
            <a:avLst/>
          </a:prstGeom>
          <a:blipFill>
            <a:blip r:embed="rId3"/>
            <a:srcRect/>
            <a:stretch>
              <a:fillRect l="-33502" r="-105686"/>
            </a:stretch>
          </a:blip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 fontAlgn="auto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</a:pPr>
            <a:endParaRPr lang="en-GB" sz="1400">
              <a:solidFill>
                <a:schemeClr val="bg1"/>
              </a:solidFill>
            </a:endParaRPr>
          </a:p>
        </p:txBody>
      </p:sp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564000" y="1332000"/>
            <a:ext cx="4968000" cy="2448000"/>
          </a:xfr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lang="en-GB" sz="2800" noProof="0" dirty="0">
                <a:solidFill>
                  <a:schemeClr val="tx1"/>
                </a:solidFill>
              </a:defRPr>
            </a:lvl1pPr>
          </a:lstStyle>
          <a:p>
            <a:pPr lvl="0"/>
            <a:r>
              <a:rPr lang="en-GB" noProof="0" dirty="0"/>
              <a:t>Title / key message of the slide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97CFFDBE-A83B-435B-8BE3-D861EE02B0A6}"/>
              </a:ext>
            </a:extLst>
          </p:cNvPr>
          <p:cNvGrpSpPr/>
          <p:nvPr userDrawn="1"/>
        </p:nvGrpSpPr>
        <p:grpSpPr>
          <a:xfrm flipH="1" flipV="1">
            <a:off x="-2" y="-113084"/>
            <a:ext cx="9144001" cy="56542"/>
            <a:chOff x="-1" y="0"/>
            <a:chExt cx="9144001" cy="5143500"/>
          </a:xfrm>
          <a:solidFill>
            <a:srgbClr val="E6E6E6"/>
          </a:solidFill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E40B9006-85DC-47B6-8276-5D85B6903B55}"/>
                </a:ext>
              </a:extLst>
            </p:cNvPr>
            <p:cNvSpPr/>
            <p:nvPr userDrawn="1"/>
          </p:nvSpPr>
          <p:spPr>
            <a:xfrm>
              <a:off x="-1" y="0"/>
              <a:ext cx="5921323" cy="5143500"/>
            </a:xfrm>
            <a:prstGeom prst="rect">
              <a:avLst/>
            </a:prstGeom>
            <a:grpFill/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90000" bIns="90000" rtlCol="0" anchor="ctr" anchorCtr="0"/>
            <a:lstStyle/>
            <a:p>
              <a:pPr algn="ctr" fontAlgn="auto">
                <a:lnSpc>
                  <a:spcPct val="90000"/>
                </a:lnSpc>
                <a:spcBef>
                  <a:spcPts val="0"/>
                </a:spcBef>
                <a:spcAft>
                  <a:spcPts val="600"/>
                </a:spcAft>
              </a:pPr>
              <a:endParaRPr lang="en-GB" sz="1400">
                <a:solidFill>
                  <a:schemeClr val="bg1"/>
                </a:solidFill>
              </a:endParaRPr>
            </a:p>
          </p:txBody>
        </p:sp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896CCCDC-1A6A-4BFE-A306-660C48B726D1}"/>
                </a:ext>
              </a:extLst>
            </p:cNvPr>
            <p:cNvSpPr/>
            <p:nvPr userDrawn="1"/>
          </p:nvSpPr>
          <p:spPr>
            <a:xfrm flipH="1">
              <a:off x="5921322" y="0"/>
              <a:ext cx="3222678" cy="5143500"/>
            </a:xfrm>
            <a:prstGeom prst="rect">
              <a:avLst/>
            </a:prstGeom>
            <a:grpFill/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90000" bIns="90000" rtlCol="0" anchor="ctr" anchorCtr="0"/>
            <a:lstStyle/>
            <a:p>
              <a:pPr algn="ctr" fontAlgn="auto">
                <a:lnSpc>
                  <a:spcPct val="90000"/>
                </a:lnSpc>
                <a:spcBef>
                  <a:spcPts val="0"/>
                </a:spcBef>
                <a:spcAft>
                  <a:spcPts val="600"/>
                </a:spcAft>
              </a:pPr>
              <a:endParaRPr lang="en-GB" sz="1400">
                <a:solidFill>
                  <a:schemeClr val="bg1"/>
                </a:solidFill>
              </a:endParaRPr>
            </a:p>
          </p:txBody>
        </p:sp>
      </p:grpSp>
      <p:sp>
        <p:nvSpPr>
          <p:cNvPr id="8" name="Rectangle 7">
            <a:extLst>
              <a:ext uri="{FF2B5EF4-FFF2-40B4-BE49-F238E27FC236}">
                <a16:creationId xmlns:a16="http://schemas.microsoft.com/office/drawing/2014/main" id="{AD90D233-FF95-4494-8559-D5134037B133}"/>
              </a:ext>
            </a:extLst>
          </p:cNvPr>
          <p:cNvSpPr/>
          <p:nvPr userDrawn="1"/>
        </p:nvSpPr>
        <p:spPr>
          <a:xfrm>
            <a:off x="0" y="0"/>
            <a:ext cx="3225600" cy="5143500"/>
          </a:xfrm>
          <a:prstGeom prst="rect">
            <a:avLst/>
          </a:prstGeom>
          <a:solidFill>
            <a:schemeClr val="bg2">
              <a:lumMod val="50000"/>
              <a:alpha val="2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lvl="0" algn="ctr" fontAlgn="auto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</a:pPr>
            <a:r>
              <a:rPr lang="en-GB" sz="8000" dirty="0">
                <a:solidFill>
                  <a:schemeClr val="bg1">
                    <a:alpha val="80000"/>
                  </a:schemeClr>
                </a:solidFill>
              </a:rPr>
              <a:t>Teams</a:t>
            </a: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C827F741-726E-4125-99E7-F5B2259F8C0D}"/>
              </a:ext>
            </a:extLst>
          </p:cNvPr>
          <p:cNvGrpSpPr/>
          <p:nvPr userDrawn="1"/>
        </p:nvGrpSpPr>
        <p:grpSpPr>
          <a:xfrm>
            <a:off x="107786" y="4899311"/>
            <a:ext cx="1837165" cy="122666"/>
            <a:chOff x="107786" y="4899311"/>
            <a:chExt cx="1837165" cy="122666"/>
          </a:xfrm>
        </p:grpSpPr>
        <p:sp>
          <p:nvSpPr>
            <p:cNvPr id="11" name="FRQ_Pagenumber">
              <a:extLst>
                <a:ext uri="{FF2B5EF4-FFF2-40B4-BE49-F238E27FC236}">
                  <a16:creationId xmlns:a16="http://schemas.microsoft.com/office/drawing/2014/main" id="{A3A02E55-5771-4564-9A5E-D81D24E14BED}"/>
                </a:ext>
              </a:extLst>
            </p:cNvPr>
            <p:cNvSpPr txBox="1">
              <a:spLocks/>
            </p:cNvSpPr>
            <p:nvPr/>
          </p:nvSpPr>
          <p:spPr>
            <a:xfrm>
              <a:off x="107786" y="4913306"/>
              <a:ext cx="215742" cy="108671"/>
            </a:xfrm>
            <a:prstGeom prst="rect">
              <a:avLst/>
            </a:prstGeom>
          </p:spPr>
          <p:txBody>
            <a:bodyPr lIns="0" tIns="0" rIns="0" bIns="0" anchor="t"/>
            <a:lstStyle>
              <a:defPPr>
                <a:defRPr lang="en-US"/>
              </a:defPPr>
              <a:lvl1pPr algn="r" defTabSz="457200" fontAlgn="base">
                <a:spcBef>
                  <a:spcPct val="0"/>
                </a:spcBef>
                <a:spcAft>
                  <a:spcPct val="0"/>
                </a:spcAft>
                <a:defRPr sz="800">
                  <a:solidFill>
                    <a:srgbClr val="9FA0A3"/>
                  </a:solidFill>
                </a:defRPr>
              </a:lvl1pPr>
            </a:lstStyle>
            <a:p>
              <a:pPr lvl="0"/>
              <a:fld id="{71245D3D-131A-47D1-B100-B33219007AD2}" type="slidenum">
                <a:rPr lang="en-GB" sz="700" b="0" smtClean="0">
                  <a:solidFill>
                    <a:schemeClr val="tx2">
                      <a:lumMod val="40000"/>
                      <a:lumOff val="60000"/>
                    </a:schemeClr>
                  </a:solidFill>
                </a:rPr>
                <a:pPr lvl="0"/>
                <a:t>‹#›</a:t>
              </a:fld>
              <a:endParaRPr lang="en-GB" sz="700" b="0" dirty="0">
                <a:solidFill>
                  <a:schemeClr val="tx2">
                    <a:lumMod val="40000"/>
                    <a:lumOff val="60000"/>
                  </a:schemeClr>
                </a:solidFill>
              </a:endParaRPr>
            </a:p>
          </p:txBody>
        </p: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8C547D84-3A6E-4B59-9C30-4AC11014F403}"/>
                </a:ext>
              </a:extLst>
            </p:cNvPr>
            <p:cNvGrpSpPr/>
            <p:nvPr/>
          </p:nvGrpSpPr>
          <p:grpSpPr>
            <a:xfrm>
              <a:off x="374719" y="4899311"/>
              <a:ext cx="1570232" cy="122666"/>
              <a:chOff x="374719" y="4899311"/>
              <a:chExt cx="1570232" cy="122666"/>
            </a:xfrm>
          </p:grpSpPr>
          <p:sp>
            <p:nvSpPr>
              <p:cNvPr id="13" name="FRQ_Filename">
                <a:extLst>
                  <a:ext uri="{FF2B5EF4-FFF2-40B4-BE49-F238E27FC236}">
                    <a16:creationId xmlns:a16="http://schemas.microsoft.com/office/drawing/2014/main" id="{1A5C6C68-E7ED-476D-8644-28C4E3CA82FA}"/>
                  </a:ext>
                </a:extLst>
              </p:cNvPr>
              <p:cNvSpPr txBox="1"/>
              <p:nvPr userDrawn="1"/>
            </p:nvSpPr>
            <p:spPr bwMode="ltGray">
              <a:xfrm>
                <a:off x="468064" y="4913306"/>
                <a:ext cx="1476887" cy="108671"/>
              </a:xfrm>
              <a:prstGeom prst="rect">
                <a:avLst/>
              </a:prstGeom>
              <a:ln>
                <a:noFill/>
              </a:ln>
            </p:spPr>
            <p:txBody>
              <a:bodyPr wrap="none" lIns="0" tIns="0" rIns="0" bIns="0" anchor="t"/>
              <a:lstStyle>
                <a:defPPr>
                  <a:defRPr lang="en-US"/>
                </a:defPPr>
                <a:lvl1pPr lvl="0" defTabSz="457200" fontAlgn="base">
                  <a:spcBef>
                    <a:spcPct val="0"/>
                  </a:spcBef>
                  <a:spcAft>
                    <a:spcPct val="0"/>
                  </a:spcAft>
                  <a:defRPr sz="800">
                    <a:solidFill>
                      <a:srgbClr val="9FA0A3"/>
                    </a:solidFill>
                    <a:cs typeface="Nirmala UI" panose="020B0502040204020203" pitchFamily="34" charset="0"/>
                  </a:defRPr>
                </a:lvl1pPr>
              </a:lstStyle>
              <a:p>
                <a:pPr lvl="0"/>
                <a:r>
                  <a:rPr lang="en-GB" sz="700" b="0" baseline="0" noProof="0" dirty="0">
                    <a:solidFill>
                      <a:schemeClr val="tx2">
                        <a:lumMod val="40000"/>
                        <a:lumOff val="60000"/>
                      </a:schemeClr>
                    </a:solidFill>
                  </a:rPr>
                  <a:t>Developer Days 2021</a:t>
                </a:r>
                <a:endParaRPr lang="en-GB" sz="700" b="0" noProof="0" dirty="0">
                  <a:solidFill>
                    <a:schemeClr val="tx2">
                      <a:lumMod val="40000"/>
                      <a:lumOff val="60000"/>
                    </a:schemeClr>
                  </a:solidFill>
                </a:endParaRPr>
              </a:p>
            </p:txBody>
          </p:sp>
          <p:sp>
            <p:nvSpPr>
              <p:cNvPr id="14" name="FRQ_Divider">
                <a:extLst>
                  <a:ext uri="{FF2B5EF4-FFF2-40B4-BE49-F238E27FC236}">
                    <a16:creationId xmlns:a16="http://schemas.microsoft.com/office/drawing/2014/main" id="{FB9B9251-5EB2-4BE3-9ACB-5C66EE0D7E58}"/>
                  </a:ext>
                </a:extLst>
              </p:cNvPr>
              <p:cNvSpPr/>
              <p:nvPr userDrawn="1"/>
            </p:nvSpPr>
            <p:spPr>
              <a:xfrm>
                <a:off x="374719" y="4899311"/>
                <a:ext cx="105958" cy="108671"/>
              </a:xfrm>
              <a:prstGeom prst="rect">
                <a:avLst/>
              </a:prstGeom>
              <a:ln>
                <a:noFill/>
              </a:ln>
            </p:spPr>
            <p:txBody>
              <a:bodyPr wrap="none" lIns="0" tIns="0" rIns="0" bIns="0" anchor="t"/>
              <a:lstStyle/>
              <a:p>
                <a:pPr lvl="0" algn="ctr" defTabSz="457200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GB" sz="800" b="0" noProof="0" dirty="0">
                    <a:solidFill>
                      <a:schemeClr val="tx2">
                        <a:lumMod val="40000"/>
                        <a:lumOff val="60000"/>
                      </a:schemeClr>
                    </a:solidFill>
                    <a:cs typeface="Nirmala UI" panose="020B0502040204020203" pitchFamily="34" charset="0"/>
                  </a:rPr>
                  <a:t>|</a:t>
                </a:r>
                <a:endParaRPr lang="en-GB" sz="800" b="0" dirty="0">
                  <a:solidFill>
                    <a:schemeClr val="tx2">
                      <a:lumMod val="40000"/>
                      <a:lumOff val="60000"/>
                    </a:schemeClr>
                  </a:solidFill>
                  <a:cs typeface="Nirmala UI" panose="020B0502040204020203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59817099"/>
      </p:ext>
    </p:extLst>
  </p:cSld>
  <p:clrMapOvr>
    <a:masterClrMapping/>
  </p:clrMapOvr>
  <p:transition spd="slow">
    <p:fade/>
  </p:transition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 Next presen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hteck 10">
            <a:extLst>
              <a:ext uri="{FF2B5EF4-FFF2-40B4-BE49-F238E27FC236}">
                <a16:creationId xmlns:a16="http://schemas.microsoft.com/office/drawing/2014/main" id="{DE2B80D0-7A7C-CEAE-7FAA-F676B3118A81}"/>
              </a:ext>
            </a:extLst>
          </p:cNvPr>
          <p:cNvSpPr/>
          <p:nvPr userDrawn="1"/>
        </p:nvSpPr>
        <p:spPr>
          <a:xfrm>
            <a:off x="-1" y="0"/>
            <a:ext cx="9144001" cy="5143500"/>
          </a:xfrm>
          <a:prstGeom prst="rect">
            <a:avLst/>
          </a:prstGeom>
          <a:blipFill>
            <a:blip r:embed="rId2" cstate="print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colorTemperature colorTemp="5900"/>
                      </a14:imgEffect>
                      <a14:imgEffect>
                        <a14:saturation sat="33000"/>
                      </a14:imgEffect>
                      <a14:imgEffect>
                        <a14:brightnessContrast bright="1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2666" r="-2666"/>
            </a:stretch>
          </a:blip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lvl="0" algn="ctr" fontAlgn="auto">
              <a:spcBef>
                <a:spcPts val="0"/>
              </a:spcBef>
              <a:spcAft>
                <a:spcPts val="0"/>
              </a:spcAft>
            </a:pPr>
            <a:endParaRPr lang="en-GB" sz="1400" b="0" i="1" dirty="0">
              <a:solidFill>
                <a:schemeClr val="tx2"/>
              </a:solidFill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04812973-BB6E-BF28-CE18-82649D336B44}"/>
              </a:ext>
            </a:extLst>
          </p:cNvPr>
          <p:cNvSpPr/>
          <p:nvPr userDrawn="1"/>
        </p:nvSpPr>
        <p:spPr>
          <a:xfrm>
            <a:off x="5400674" y="0"/>
            <a:ext cx="3743326" cy="5143500"/>
          </a:xfrm>
          <a:prstGeom prst="rect">
            <a:avLst/>
          </a:prstGeom>
          <a:solidFill>
            <a:schemeClr val="bg1"/>
          </a:solidFill>
          <a:ln>
            <a:noFill/>
            <a:miter lim="800000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90000" rIns="72000" bIns="72000" rtlCol="0" anchor="t" anchorCtr="0"/>
          <a:lstStyle/>
          <a:p>
            <a:pPr algn="l" fontAlgn="auto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</a:pPr>
            <a:endParaRPr lang="en-GB" sz="1400" dirty="0">
              <a:solidFill>
                <a:schemeClr val="bg2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7788E4BD-1E54-2407-1AE3-E3BB34B425F7}"/>
              </a:ext>
            </a:extLst>
          </p:cNvPr>
          <p:cNvSpPr txBox="1"/>
          <p:nvPr userDrawn="1"/>
        </p:nvSpPr>
        <p:spPr>
          <a:xfrm>
            <a:off x="5580112" y="763625"/>
            <a:ext cx="620887" cy="286232"/>
          </a:xfrm>
          <a:prstGeom prst="rect">
            <a:avLst/>
          </a:prstGeom>
          <a:noFill/>
        </p:spPr>
        <p:txBody>
          <a:bodyPr wrap="none" rtlCol="0">
            <a:noAutofit/>
          </a:bodyPr>
          <a:lstStyle/>
          <a:p>
            <a:pPr marL="0" marR="0" lvl="0" indent="0" algn="l" defTabSz="457189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tx2">
                    <a:lumMod val="60000"/>
                    <a:lumOff val="40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NEXT</a:t>
            </a: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BD9D9606-91DE-A0C9-9966-FD279A2F74C2}"/>
              </a:ext>
            </a:extLst>
          </p:cNvPr>
          <p:cNvCxnSpPr/>
          <p:nvPr userDrawn="1"/>
        </p:nvCxnSpPr>
        <p:spPr>
          <a:xfrm>
            <a:off x="5676498" y="1018612"/>
            <a:ext cx="3024000" cy="0"/>
          </a:xfrm>
          <a:prstGeom prst="line">
            <a:avLst/>
          </a:prstGeom>
          <a:ln w="6350" cap="rnd" cmpd="sng">
            <a:solidFill>
              <a:schemeClr val="accent1"/>
            </a:solidFill>
            <a:prstDash val="solid"/>
            <a:round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0F9C0E81-C423-AAC3-8DEC-EEE8C17D7B76}"/>
              </a:ext>
            </a:extLst>
          </p:cNvPr>
          <p:cNvCxnSpPr/>
          <p:nvPr userDrawn="1"/>
        </p:nvCxnSpPr>
        <p:spPr>
          <a:xfrm>
            <a:off x="5676498" y="2463738"/>
            <a:ext cx="3024000" cy="0"/>
          </a:xfrm>
          <a:prstGeom prst="line">
            <a:avLst/>
          </a:prstGeom>
          <a:ln w="6350" cap="rnd" cmpd="sng">
            <a:solidFill>
              <a:schemeClr val="accent1"/>
            </a:solidFill>
            <a:prstDash val="solid"/>
            <a:round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Text Placeholder 14">
            <a:extLst>
              <a:ext uri="{FF2B5EF4-FFF2-40B4-BE49-F238E27FC236}">
                <a16:creationId xmlns:a16="http://schemas.microsoft.com/office/drawing/2014/main" id="{9886829E-29F8-DFD4-BDE7-8E2F97FC83F2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676499" y="1244102"/>
            <a:ext cx="3046664" cy="1026903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>
            <a:lvl1pPr marL="0" indent="0">
              <a:buNone/>
              <a:defRPr kumimoji="0" lang="en-GB" sz="2400" b="0" i="0" u="none" strike="noStrike" cap="none" spc="0" normalizeH="0" baseline="0" dirty="0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latin typeface="+mj-lt"/>
              </a:defRPr>
            </a:lvl1pPr>
          </a:lstStyle>
          <a:p>
            <a:pPr marL="171450" marR="0" lvl="0" indent="-171450" defTabSz="457189" fontAlgn="auto">
              <a:spcBef>
                <a:spcPts val="0"/>
              </a:spcBef>
              <a:spcAft>
                <a:spcPts val="600"/>
              </a:spcAft>
              <a:buClrTx/>
              <a:buSzTx/>
              <a:tabLst/>
            </a:pPr>
            <a:r>
              <a:rPr lang="en-US" dirty="0"/>
              <a:t>Title of presentation</a:t>
            </a:r>
            <a:endParaRPr lang="en-GB" dirty="0"/>
          </a:p>
        </p:txBody>
      </p:sp>
      <p:sp>
        <p:nvSpPr>
          <p:cNvPr id="17" name="Text Placeholder 14">
            <a:extLst>
              <a:ext uri="{FF2B5EF4-FFF2-40B4-BE49-F238E27FC236}">
                <a16:creationId xmlns:a16="http://schemas.microsoft.com/office/drawing/2014/main" id="{C0EEF1A7-943A-94CF-6C24-451B155DACB8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676498" y="2541971"/>
            <a:ext cx="3046663" cy="1026902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>
            <a:lvl1pPr marL="0" indent="0">
              <a:buNone/>
              <a:defRPr lang="en-GB" sz="1400" dirty="0">
                <a:solidFill>
                  <a:schemeClr val="bg2"/>
                </a:solidFill>
                <a:latin typeface="+mj-lt"/>
              </a:defRPr>
            </a:lvl1pPr>
          </a:lstStyle>
          <a:p>
            <a:pPr marL="0" lvl="0" defTabSz="457200">
              <a:spcAft>
                <a:spcPts val="600"/>
              </a:spcAft>
            </a:pPr>
            <a:r>
              <a:rPr lang="en-US" dirty="0"/>
              <a:t>Presenter(s)</a:t>
            </a:r>
            <a:endParaRPr lang="en-GB" dirty="0"/>
          </a:p>
        </p:txBody>
      </p:sp>
      <p:sp>
        <p:nvSpPr>
          <p:cNvPr id="4" name="Freihandform: Form 49">
            <a:extLst>
              <a:ext uri="{FF2B5EF4-FFF2-40B4-BE49-F238E27FC236}">
                <a16:creationId xmlns:a16="http://schemas.microsoft.com/office/drawing/2014/main" id="{57D134DE-0B15-696C-54DF-2304FFAF6B18}"/>
              </a:ext>
            </a:extLst>
          </p:cNvPr>
          <p:cNvSpPr>
            <a:spLocks noChangeAspect="1"/>
          </p:cNvSpPr>
          <p:nvPr userDrawn="1"/>
        </p:nvSpPr>
        <p:spPr>
          <a:xfrm>
            <a:off x="7655146" y="4833046"/>
            <a:ext cx="1057447" cy="184740"/>
          </a:xfrm>
          <a:custGeom>
            <a:avLst/>
            <a:gdLst>
              <a:gd name="connsiteX0" fmla="*/ 4196821 w 11362354"/>
              <a:gd name="connsiteY0" fmla="*/ 1846406 h 1972800"/>
              <a:gd name="connsiteX1" fmla="*/ 4515841 w 11362354"/>
              <a:gd name="connsiteY1" fmla="*/ 1846406 h 1972800"/>
              <a:gd name="connsiteX2" fmla="*/ 4302401 w 11362354"/>
              <a:gd name="connsiteY2" fmla="*/ 1972800 h 1972800"/>
              <a:gd name="connsiteX3" fmla="*/ 4276590 w 11362354"/>
              <a:gd name="connsiteY3" fmla="*/ 1972800 h 1972800"/>
              <a:gd name="connsiteX4" fmla="*/ 10408772 w 11362354"/>
              <a:gd name="connsiteY4" fmla="*/ 1547682 h 1972800"/>
              <a:gd name="connsiteX5" fmla="*/ 11236685 w 11362354"/>
              <a:gd name="connsiteY5" fmla="*/ 1547682 h 1972800"/>
              <a:gd name="connsiteX6" fmla="*/ 11013744 w 11362354"/>
              <a:gd name="connsiteY6" fmla="*/ 1726479 h 1972800"/>
              <a:gd name="connsiteX7" fmla="*/ 10702056 w 11362354"/>
              <a:gd name="connsiteY7" fmla="*/ 1776200 h 1972800"/>
              <a:gd name="connsiteX8" fmla="*/ 10408772 w 11362354"/>
              <a:gd name="connsiteY8" fmla="*/ 1703049 h 1972800"/>
              <a:gd name="connsiteX9" fmla="*/ 9781432 w 11362354"/>
              <a:gd name="connsiteY9" fmla="*/ 1544408 h 1972800"/>
              <a:gd name="connsiteX10" fmla="*/ 10286039 w 11362354"/>
              <a:gd name="connsiteY10" fmla="*/ 1544408 h 1972800"/>
              <a:gd name="connsiteX11" fmla="*/ 10286039 w 11362354"/>
              <a:gd name="connsiteY11" fmla="*/ 1763438 h 1972800"/>
              <a:gd name="connsiteX12" fmla="*/ 9781432 w 11362354"/>
              <a:gd name="connsiteY12" fmla="*/ 1763438 h 1972800"/>
              <a:gd name="connsiteX13" fmla="*/ 8877431 w 11362354"/>
              <a:gd name="connsiteY13" fmla="*/ 1544408 h 1972800"/>
              <a:gd name="connsiteX14" fmla="*/ 9382033 w 11362354"/>
              <a:gd name="connsiteY14" fmla="*/ 1544408 h 1972800"/>
              <a:gd name="connsiteX15" fmla="*/ 9382033 w 11362354"/>
              <a:gd name="connsiteY15" fmla="*/ 1763438 h 1972800"/>
              <a:gd name="connsiteX16" fmla="*/ 8877431 w 11362354"/>
              <a:gd name="connsiteY16" fmla="*/ 1763438 h 1972800"/>
              <a:gd name="connsiteX17" fmla="*/ 7955283 w 11362354"/>
              <a:gd name="connsiteY17" fmla="*/ 1544408 h 1972800"/>
              <a:gd name="connsiteX18" fmla="*/ 8501703 w 11362354"/>
              <a:gd name="connsiteY18" fmla="*/ 1544408 h 1972800"/>
              <a:gd name="connsiteX19" fmla="*/ 8501703 w 11362354"/>
              <a:gd name="connsiteY19" fmla="*/ 1763438 h 1972800"/>
              <a:gd name="connsiteX20" fmla="*/ 8046371 w 11362354"/>
              <a:gd name="connsiteY20" fmla="*/ 1763438 h 1972800"/>
              <a:gd name="connsiteX21" fmla="*/ 7193139 w 11362354"/>
              <a:gd name="connsiteY21" fmla="*/ 1544408 h 1972800"/>
              <a:gd name="connsiteX22" fmla="*/ 7648159 w 11362354"/>
              <a:gd name="connsiteY22" fmla="*/ 1544408 h 1972800"/>
              <a:gd name="connsiteX23" fmla="*/ 7648159 w 11362354"/>
              <a:gd name="connsiteY23" fmla="*/ 1763438 h 1972800"/>
              <a:gd name="connsiteX24" fmla="*/ 7193139 w 11362354"/>
              <a:gd name="connsiteY24" fmla="*/ 1763438 h 1972800"/>
              <a:gd name="connsiteX25" fmla="*/ 6188669 w 11362354"/>
              <a:gd name="connsiteY25" fmla="*/ 1544408 h 1972800"/>
              <a:gd name="connsiteX26" fmla="*/ 7080275 w 11362354"/>
              <a:gd name="connsiteY26" fmla="*/ 1544408 h 1972800"/>
              <a:gd name="connsiteX27" fmla="*/ 7080275 w 11362354"/>
              <a:gd name="connsiteY27" fmla="*/ 1763438 h 1972800"/>
              <a:gd name="connsiteX28" fmla="*/ 6188669 w 11362354"/>
              <a:gd name="connsiteY28" fmla="*/ 1763438 h 1972800"/>
              <a:gd name="connsiteX29" fmla="*/ 4886266 w 11362354"/>
              <a:gd name="connsiteY29" fmla="*/ 1544408 h 1972800"/>
              <a:gd name="connsiteX30" fmla="*/ 5979839 w 11362354"/>
              <a:gd name="connsiteY30" fmla="*/ 1544408 h 1972800"/>
              <a:gd name="connsiteX31" fmla="*/ 5557257 w 11362354"/>
              <a:gd name="connsiteY31" fmla="*/ 1763438 h 1972800"/>
              <a:gd name="connsiteX32" fmla="*/ 5308843 w 11362354"/>
              <a:gd name="connsiteY32" fmla="*/ 1763438 h 1972800"/>
              <a:gd name="connsiteX33" fmla="*/ 4886266 w 11362354"/>
              <a:gd name="connsiteY33" fmla="*/ 1544408 h 1972800"/>
              <a:gd name="connsiteX34" fmla="*/ 2285298 w 11362354"/>
              <a:gd name="connsiteY34" fmla="*/ 1544408 h 1972800"/>
              <a:gd name="connsiteX35" fmla="*/ 3183254 w 11362354"/>
              <a:gd name="connsiteY35" fmla="*/ 1544408 h 1972800"/>
              <a:gd name="connsiteX36" fmla="*/ 3183254 w 11362354"/>
              <a:gd name="connsiteY36" fmla="*/ 1763438 h 1972800"/>
              <a:gd name="connsiteX37" fmla="*/ 2285298 w 11362354"/>
              <a:gd name="connsiteY37" fmla="*/ 1763438 h 1972800"/>
              <a:gd name="connsiteX38" fmla="*/ 1699767 w 11362354"/>
              <a:gd name="connsiteY38" fmla="*/ 1544408 h 1972800"/>
              <a:gd name="connsiteX39" fmla="*/ 2161050 w 11362354"/>
              <a:gd name="connsiteY39" fmla="*/ 1544408 h 1972800"/>
              <a:gd name="connsiteX40" fmla="*/ 2265828 w 11362354"/>
              <a:gd name="connsiteY40" fmla="*/ 1763438 h 1972800"/>
              <a:gd name="connsiteX41" fmla="*/ 1796468 w 11362354"/>
              <a:gd name="connsiteY41" fmla="*/ 1763438 h 1972800"/>
              <a:gd name="connsiteX42" fmla="*/ 985097 w 11362354"/>
              <a:gd name="connsiteY42" fmla="*/ 1544408 h 1972800"/>
              <a:gd name="connsiteX43" fmla="*/ 1468672 w 11362354"/>
              <a:gd name="connsiteY43" fmla="*/ 1544408 h 1972800"/>
              <a:gd name="connsiteX44" fmla="*/ 1468672 w 11362354"/>
              <a:gd name="connsiteY44" fmla="*/ 1763438 h 1972800"/>
              <a:gd name="connsiteX45" fmla="*/ 985097 w 11362354"/>
              <a:gd name="connsiteY45" fmla="*/ 1763438 h 1972800"/>
              <a:gd name="connsiteX46" fmla="*/ 0 w 11362354"/>
              <a:gd name="connsiteY46" fmla="*/ 1544408 h 1972800"/>
              <a:gd name="connsiteX47" fmla="*/ 506025 w 11362354"/>
              <a:gd name="connsiteY47" fmla="*/ 1544408 h 1972800"/>
              <a:gd name="connsiteX48" fmla="*/ 506025 w 11362354"/>
              <a:gd name="connsiteY48" fmla="*/ 1763438 h 1972800"/>
              <a:gd name="connsiteX49" fmla="*/ 498505 w 11362354"/>
              <a:gd name="connsiteY49" fmla="*/ 1763438 h 1972800"/>
              <a:gd name="connsiteX50" fmla="*/ 7520 w 11362354"/>
              <a:gd name="connsiteY50" fmla="*/ 1763438 h 1972800"/>
              <a:gd name="connsiteX51" fmla="*/ 0 w 11362354"/>
              <a:gd name="connsiteY51" fmla="*/ 1763438 h 1972800"/>
              <a:gd name="connsiteX52" fmla="*/ 3478763 w 11362354"/>
              <a:gd name="connsiteY52" fmla="*/ 1544407 h 1972800"/>
              <a:gd name="connsiteX53" fmla="*/ 4486152 w 11362354"/>
              <a:gd name="connsiteY53" fmla="*/ 1544407 h 1972800"/>
              <a:gd name="connsiteX54" fmla="*/ 4479313 w 11362354"/>
              <a:gd name="connsiteY54" fmla="*/ 1555187 h 1972800"/>
              <a:gd name="connsiteX55" fmla="*/ 4654042 w 11362354"/>
              <a:gd name="connsiteY55" fmla="*/ 1763437 h 1972800"/>
              <a:gd name="connsiteX56" fmla="*/ 3697470 w 11362354"/>
              <a:gd name="connsiteY56" fmla="*/ 1763437 h 1972800"/>
              <a:gd name="connsiteX57" fmla="*/ 3478763 w 11362354"/>
              <a:gd name="connsiteY57" fmla="*/ 1544407 h 1972800"/>
              <a:gd name="connsiteX58" fmla="*/ 10408772 w 11362354"/>
              <a:gd name="connsiteY58" fmla="*/ 1290902 h 1972800"/>
              <a:gd name="connsiteX59" fmla="*/ 10568570 w 11362354"/>
              <a:gd name="connsiteY59" fmla="*/ 1290902 h 1972800"/>
              <a:gd name="connsiteX60" fmla="*/ 10590729 w 11362354"/>
              <a:gd name="connsiteY60" fmla="*/ 1313870 h 1972800"/>
              <a:gd name="connsiteX61" fmla="*/ 10721250 w 11362354"/>
              <a:gd name="connsiteY61" fmla="*/ 1365562 h 1972800"/>
              <a:gd name="connsiteX62" fmla="*/ 10855315 w 11362354"/>
              <a:gd name="connsiteY62" fmla="*/ 1290902 h 1972800"/>
              <a:gd name="connsiteX63" fmla="*/ 11214890 w 11362354"/>
              <a:gd name="connsiteY63" fmla="*/ 1290902 h 1972800"/>
              <a:gd name="connsiteX64" fmla="*/ 11346112 w 11362354"/>
              <a:gd name="connsiteY64" fmla="*/ 1290902 h 1972800"/>
              <a:gd name="connsiteX65" fmla="*/ 11280882 w 11362354"/>
              <a:gd name="connsiteY65" fmla="*/ 1465414 h 1972800"/>
              <a:gd name="connsiteX66" fmla="*/ 11214890 w 11362354"/>
              <a:gd name="connsiteY66" fmla="*/ 1465414 h 1972800"/>
              <a:gd name="connsiteX67" fmla="*/ 10408772 w 11362354"/>
              <a:gd name="connsiteY67" fmla="*/ 1465414 h 1972800"/>
              <a:gd name="connsiteX68" fmla="*/ 3354588 w 11362354"/>
              <a:gd name="connsiteY68" fmla="*/ 1288169 h 1972800"/>
              <a:gd name="connsiteX69" fmla="*/ 3891084 w 11362354"/>
              <a:gd name="connsiteY69" fmla="*/ 1288169 h 1972800"/>
              <a:gd name="connsiteX70" fmla="*/ 3982693 w 11362354"/>
              <a:gd name="connsiteY70" fmla="*/ 1333215 h 1972800"/>
              <a:gd name="connsiteX71" fmla="*/ 4074304 w 11362354"/>
              <a:gd name="connsiteY71" fmla="*/ 1288169 h 1972800"/>
              <a:gd name="connsiteX72" fmla="*/ 4610046 w 11362354"/>
              <a:gd name="connsiteY72" fmla="*/ 1288169 h 1972800"/>
              <a:gd name="connsiteX73" fmla="*/ 4535426 w 11362354"/>
              <a:gd name="connsiteY73" fmla="*/ 1462313 h 1972800"/>
              <a:gd name="connsiteX74" fmla="*/ 3429061 w 11362354"/>
              <a:gd name="connsiteY74" fmla="*/ 1462313 h 1972800"/>
              <a:gd name="connsiteX75" fmla="*/ 3354588 w 11362354"/>
              <a:gd name="connsiteY75" fmla="*/ 1288169 h 1972800"/>
              <a:gd name="connsiteX76" fmla="*/ 9781432 w 11362354"/>
              <a:gd name="connsiteY76" fmla="*/ 1288165 h 1972800"/>
              <a:gd name="connsiteX77" fmla="*/ 10286039 w 11362354"/>
              <a:gd name="connsiteY77" fmla="*/ 1288165 h 1972800"/>
              <a:gd name="connsiteX78" fmla="*/ 10286039 w 11362354"/>
              <a:gd name="connsiteY78" fmla="*/ 1462314 h 1972800"/>
              <a:gd name="connsiteX79" fmla="*/ 9781432 w 11362354"/>
              <a:gd name="connsiteY79" fmla="*/ 1462314 h 1972800"/>
              <a:gd name="connsiteX80" fmla="*/ 8877431 w 11362354"/>
              <a:gd name="connsiteY80" fmla="*/ 1288165 h 1972800"/>
              <a:gd name="connsiteX81" fmla="*/ 9382033 w 11362354"/>
              <a:gd name="connsiteY81" fmla="*/ 1288165 h 1972800"/>
              <a:gd name="connsiteX82" fmla="*/ 9382033 w 11362354"/>
              <a:gd name="connsiteY82" fmla="*/ 1462314 h 1972800"/>
              <a:gd name="connsiteX83" fmla="*/ 8877431 w 11362354"/>
              <a:gd name="connsiteY83" fmla="*/ 1462314 h 1972800"/>
              <a:gd name="connsiteX84" fmla="*/ 7848731 w 11362354"/>
              <a:gd name="connsiteY84" fmla="*/ 1288165 h 1972800"/>
              <a:gd name="connsiteX85" fmla="*/ 8501703 w 11362354"/>
              <a:gd name="connsiteY85" fmla="*/ 1288165 h 1972800"/>
              <a:gd name="connsiteX86" fmla="*/ 8501703 w 11362354"/>
              <a:gd name="connsiteY86" fmla="*/ 1462314 h 1972800"/>
              <a:gd name="connsiteX87" fmla="*/ 7921150 w 11362354"/>
              <a:gd name="connsiteY87" fmla="*/ 1462314 h 1972800"/>
              <a:gd name="connsiteX88" fmla="*/ 7193139 w 11362354"/>
              <a:gd name="connsiteY88" fmla="*/ 1288165 h 1972800"/>
              <a:gd name="connsiteX89" fmla="*/ 7648159 w 11362354"/>
              <a:gd name="connsiteY89" fmla="*/ 1288165 h 1972800"/>
              <a:gd name="connsiteX90" fmla="*/ 7648159 w 11362354"/>
              <a:gd name="connsiteY90" fmla="*/ 1462314 h 1972800"/>
              <a:gd name="connsiteX91" fmla="*/ 7193139 w 11362354"/>
              <a:gd name="connsiteY91" fmla="*/ 1462314 h 1972800"/>
              <a:gd name="connsiteX92" fmla="*/ 6188669 w 11362354"/>
              <a:gd name="connsiteY92" fmla="*/ 1288165 h 1972800"/>
              <a:gd name="connsiteX93" fmla="*/ 6674501 w 11362354"/>
              <a:gd name="connsiteY93" fmla="*/ 1288165 h 1972800"/>
              <a:gd name="connsiteX94" fmla="*/ 6674501 w 11362354"/>
              <a:gd name="connsiteY94" fmla="*/ 1351991 h 1972800"/>
              <a:gd name="connsiteX95" fmla="*/ 7080275 w 11362354"/>
              <a:gd name="connsiteY95" fmla="*/ 1351991 h 1972800"/>
              <a:gd name="connsiteX96" fmla="*/ 7080275 w 11362354"/>
              <a:gd name="connsiteY96" fmla="*/ 1462314 h 1972800"/>
              <a:gd name="connsiteX97" fmla="*/ 6188669 w 11362354"/>
              <a:gd name="connsiteY97" fmla="*/ 1462314 h 1972800"/>
              <a:gd name="connsiteX98" fmla="*/ 4794722 w 11362354"/>
              <a:gd name="connsiteY98" fmla="*/ 1288165 h 1972800"/>
              <a:gd name="connsiteX99" fmla="*/ 5308313 w 11362354"/>
              <a:gd name="connsiteY99" fmla="*/ 1288165 h 1972800"/>
              <a:gd name="connsiteX100" fmla="*/ 5433050 w 11362354"/>
              <a:gd name="connsiteY100" fmla="*/ 1363467 h 1972800"/>
              <a:gd name="connsiteX101" fmla="*/ 5557791 w 11362354"/>
              <a:gd name="connsiteY101" fmla="*/ 1288165 h 1972800"/>
              <a:gd name="connsiteX102" fmla="*/ 6071387 w 11362354"/>
              <a:gd name="connsiteY102" fmla="*/ 1288165 h 1972800"/>
              <a:gd name="connsiteX103" fmla="*/ 6026879 w 11362354"/>
              <a:gd name="connsiteY103" fmla="*/ 1462314 h 1972800"/>
              <a:gd name="connsiteX104" fmla="*/ 4839225 w 11362354"/>
              <a:gd name="connsiteY104" fmla="*/ 1462314 h 1972800"/>
              <a:gd name="connsiteX105" fmla="*/ 4794722 w 11362354"/>
              <a:gd name="connsiteY105" fmla="*/ 1288165 h 1972800"/>
              <a:gd name="connsiteX106" fmla="*/ 2285298 w 11362354"/>
              <a:gd name="connsiteY106" fmla="*/ 1288165 h 1972800"/>
              <a:gd name="connsiteX107" fmla="*/ 2771132 w 11362354"/>
              <a:gd name="connsiteY107" fmla="*/ 1288165 h 1972800"/>
              <a:gd name="connsiteX108" fmla="*/ 2771132 w 11362354"/>
              <a:gd name="connsiteY108" fmla="*/ 1351991 h 1972800"/>
              <a:gd name="connsiteX109" fmla="*/ 3183254 w 11362354"/>
              <a:gd name="connsiteY109" fmla="*/ 1351991 h 1972800"/>
              <a:gd name="connsiteX110" fmla="*/ 3183254 w 11362354"/>
              <a:gd name="connsiteY110" fmla="*/ 1462314 h 1972800"/>
              <a:gd name="connsiteX111" fmla="*/ 2285298 w 11362354"/>
              <a:gd name="connsiteY111" fmla="*/ 1462314 h 1972800"/>
              <a:gd name="connsiteX112" fmla="*/ 1586644 w 11362354"/>
              <a:gd name="connsiteY112" fmla="*/ 1288165 h 1972800"/>
              <a:gd name="connsiteX113" fmla="*/ 2038472 w 11362354"/>
              <a:gd name="connsiteY113" fmla="*/ 1288165 h 1972800"/>
              <a:gd name="connsiteX114" fmla="*/ 2121783 w 11362354"/>
              <a:gd name="connsiteY114" fmla="*/ 1462314 h 1972800"/>
              <a:gd name="connsiteX115" fmla="*/ 1663530 w 11362354"/>
              <a:gd name="connsiteY115" fmla="*/ 1462314 h 1972800"/>
              <a:gd name="connsiteX116" fmla="*/ 985097 w 11362354"/>
              <a:gd name="connsiteY116" fmla="*/ 1288165 h 1972800"/>
              <a:gd name="connsiteX117" fmla="*/ 1468672 w 11362354"/>
              <a:gd name="connsiteY117" fmla="*/ 1288165 h 1972800"/>
              <a:gd name="connsiteX118" fmla="*/ 1468672 w 11362354"/>
              <a:gd name="connsiteY118" fmla="*/ 1462314 h 1972800"/>
              <a:gd name="connsiteX119" fmla="*/ 985097 w 11362354"/>
              <a:gd name="connsiteY119" fmla="*/ 1462314 h 1972800"/>
              <a:gd name="connsiteX120" fmla="*/ 0 w 11362354"/>
              <a:gd name="connsiteY120" fmla="*/ 1288165 h 1972800"/>
              <a:gd name="connsiteX121" fmla="*/ 506025 w 11362354"/>
              <a:gd name="connsiteY121" fmla="*/ 1288165 h 1972800"/>
              <a:gd name="connsiteX122" fmla="*/ 506025 w 11362354"/>
              <a:gd name="connsiteY122" fmla="*/ 1462314 h 1972800"/>
              <a:gd name="connsiteX123" fmla="*/ 0 w 11362354"/>
              <a:gd name="connsiteY123" fmla="*/ 1462314 h 1972800"/>
              <a:gd name="connsiteX124" fmla="*/ 10408772 w 11362354"/>
              <a:gd name="connsiteY124" fmla="*/ 1157361 h 1972800"/>
              <a:gd name="connsiteX125" fmla="*/ 10468381 w 11362354"/>
              <a:gd name="connsiteY125" fmla="*/ 1208632 h 1972800"/>
              <a:gd name="connsiteX126" fmla="*/ 10408772 w 11362354"/>
              <a:gd name="connsiteY126" fmla="*/ 1208632 h 1972800"/>
              <a:gd name="connsiteX127" fmla="*/ 10816942 w 11362354"/>
              <a:gd name="connsiteY127" fmla="*/ 1078164 h 1972800"/>
              <a:gd name="connsiteX128" fmla="*/ 11358000 w 11362354"/>
              <a:gd name="connsiteY128" fmla="*/ 1078164 h 1972800"/>
              <a:gd name="connsiteX129" fmla="*/ 11359134 w 11362354"/>
              <a:gd name="connsiteY129" fmla="*/ 1208632 h 1972800"/>
              <a:gd name="connsiteX130" fmla="*/ 11359134 w 11362354"/>
              <a:gd name="connsiteY130" fmla="*/ 1208633 h 1972800"/>
              <a:gd name="connsiteX131" fmla="*/ 10871056 w 11362354"/>
              <a:gd name="connsiteY131" fmla="*/ 1208633 h 1972800"/>
              <a:gd name="connsiteX132" fmla="*/ 10871355 w 11362354"/>
              <a:gd name="connsiteY132" fmla="*/ 1205652 h 1972800"/>
              <a:gd name="connsiteX133" fmla="*/ 10808382 w 11362354"/>
              <a:gd name="connsiteY133" fmla="*/ 1078165 h 1972800"/>
              <a:gd name="connsiteX134" fmla="*/ 10816943 w 11362354"/>
              <a:gd name="connsiteY134" fmla="*/ 1078165 h 1972800"/>
              <a:gd name="connsiteX135" fmla="*/ 9781432 w 11362354"/>
              <a:gd name="connsiteY135" fmla="*/ 1075882 h 1972800"/>
              <a:gd name="connsiteX136" fmla="*/ 10286039 w 11362354"/>
              <a:gd name="connsiteY136" fmla="*/ 1075882 h 1972800"/>
              <a:gd name="connsiteX137" fmla="*/ 10286039 w 11362354"/>
              <a:gd name="connsiteY137" fmla="*/ 1206076 h 1972800"/>
              <a:gd name="connsiteX138" fmla="*/ 9781432 w 11362354"/>
              <a:gd name="connsiteY138" fmla="*/ 1206076 h 1972800"/>
              <a:gd name="connsiteX139" fmla="*/ 8877431 w 11362354"/>
              <a:gd name="connsiteY139" fmla="*/ 1075882 h 1972800"/>
              <a:gd name="connsiteX140" fmla="*/ 9382033 w 11362354"/>
              <a:gd name="connsiteY140" fmla="*/ 1075882 h 1972800"/>
              <a:gd name="connsiteX141" fmla="*/ 9382033 w 11362354"/>
              <a:gd name="connsiteY141" fmla="*/ 1206076 h 1972800"/>
              <a:gd name="connsiteX142" fmla="*/ 8877431 w 11362354"/>
              <a:gd name="connsiteY142" fmla="*/ 1206076 h 1972800"/>
              <a:gd name="connsiteX143" fmla="*/ 7760453 w 11362354"/>
              <a:gd name="connsiteY143" fmla="*/ 1075882 h 1972800"/>
              <a:gd name="connsiteX144" fmla="*/ 8501703 w 11362354"/>
              <a:gd name="connsiteY144" fmla="*/ 1075882 h 1972800"/>
              <a:gd name="connsiteX145" fmla="*/ 8501703 w 11362354"/>
              <a:gd name="connsiteY145" fmla="*/ 1206076 h 1972800"/>
              <a:gd name="connsiteX146" fmla="*/ 7814594 w 11362354"/>
              <a:gd name="connsiteY146" fmla="*/ 1206076 h 1972800"/>
              <a:gd name="connsiteX147" fmla="*/ 7193139 w 11362354"/>
              <a:gd name="connsiteY147" fmla="*/ 1075882 h 1972800"/>
              <a:gd name="connsiteX148" fmla="*/ 7648159 w 11362354"/>
              <a:gd name="connsiteY148" fmla="*/ 1075882 h 1972800"/>
              <a:gd name="connsiteX149" fmla="*/ 7648159 w 11362354"/>
              <a:gd name="connsiteY149" fmla="*/ 1206076 h 1972800"/>
              <a:gd name="connsiteX150" fmla="*/ 7193139 w 11362354"/>
              <a:gd name="connsiteY150" fmla="*/ 1206076 h 1972800"/>
              <a:gd name="connsiteX151" fmla="*/ 6188669 w 11362354"/>
              <a:gd name="connsiteY151" fmla="*/ 1075882 h 1972800"/>
              <a:gd name="connsiteX152" fmla="*/ 6674501 w 11362354"/>
              <a:gd name="connsiteY152" fmla="*/ 1075882 h 1972800"/>
              <a:gd name="connsiteX153" fmla="*/ 6674501 w 11362354"/>
              <a:gd name="connsiteY153" fmla="*/ 1206076 h 1972800"/>
              <a:gd name="connsiteX154" fmla="*/ 6188669 w 11362354"/>
              <a:gd name="connsiteY154" fmla="*/ 1206076 h 1972800"/>
              <a:gd name="connsiteX155" fmla="*/ 5574793 w 11362354"/>
              <a:gd name="connsiteY155" fmla="*/ 1075882 h 1972800"/>
              <a:gd name="connsiteX156" fmla="*/ 6073294 w 11362354"/>
              <a:gd name="connsiteY156" fmla="*/ 1075882 h 1972800"/>
              <a:gd name="connsiteX157" fmla="*/ 6073294 w 11362354"/>
              <a:gd name="connsiteY157" fmla="*/ 1206076 h 1972800"/>
              <a:gd name="connsiteX158" fmla="*/ 5574793 w 11362354"/>
              <a:gd name="connsiteY158" fmla="*/ 1206076 h 1972800"/>
              <a:gd name="connsiteX159" fmla="*/ 4792811 w 11362354"/>
              <a:gd name="connsiteY159" fmla="*/ 1075882 h 1972800"/>
              <a:gd name="connsiteX160" fmla="*/ 5291307 w 11362354"/>
              <a:gd name="connsiteY160" fmla="*/ 1075882 h 1972800"/>
              <a:gd name="connsiteX161" fmla="*/ 5291307 w 11362354"/>
              <a:gd name="connsiteY161" fmla="*/ 1206076 h 1972800"/>
              <a:gd name="connsiteX162" fmla="*/ 4792811 w 11362354"/>
              <a:gd name="connsiteY162" fmla="*/ 1206076 h 1972800"/>
              <a:gd name="connsiteX163" fmla="*/ 2285298 w 11362354"/>
              <a:gd name="connsiteY163" fmla="*/ 1075882 h 1972800"/>
              <a:gd name="connsiteX164" fmla="*/ 2771132 w 11362354"/>
              <a:gd name="connsiteY164" fmla="*/ 1075882 h 1972800"/>
              <a:gd name="connsiteX165" fmla="*/ 2771132 w 11362354"/>
              <a:gd name="connsiteY165" fmla="*/ 1206076 h 1972800"/>
              <a:gd name="connsiteX166" fmla="*/ 2285298 w 11362354"/>
              <a:gd name="connsiteY166" fmla="*/ 1206076 h 1972800"/>
              <a:gd name="connsiteX167" fmla="*/ 1492927 w 11362354"/>
              <a:gd name="connsiteY167" fmla="*/ 1075882 h 1972800"/>
              <a:gd name="connsiteX168" fmla="*/ 1945589 w 11362354"/>
              <a:gd name="connsiteY168" fmla="*/ 1075882 h 1972800"/>
              <a:gd name="connsiteX169" fmla="*/ 1940491 w 11362354"/>
              <a:gd name="connsiteY169" fmla="*/ 1080455 h 1972800"/>
              <a:gd name="connsiteX170" fmla="*/ 1939110 w 11362354"/>
              <a:gd name="connsiteY170" fmla="*/ 1080455 h 1972800"/>
              <a:gd name="connsiteX171" fmla="*/ 1939524 w 11362354"/>
              <a:gd name="connsiteY171" fmla="*/ 1081320 h 1972800"/>
              <a:gd name="connsiteX172" fmla="*/ 1938345 w 11362354"/>
              <a:gd name="connsiteY172" fmla="*/ 1082361 h 1972800"/>
              <a:gd name="connsiteX173" fmla="*/ 1940022 w 11362354"/>
              <a:gd name="connsiteY173" fmla="*/ 1082361 h 1972800"/>
              <a:gd name="connsiteX174" fmla="*/ 1999205 w 11362354"/>
              <a:gd name="connsiteY174" fmla="*/ 1206076 h 1972800"/>
              <a:gd name="connsiteX175" fmla="*/ 1550403 w 11362354"/>
              <a:gd name="connsiteY175" fmla="*/ 1206076 h 1972800"/>
              <a:gd name="connsiteX176" fmla="*/ 985097 w 11362354"/>
              <a:gd name="connsiteY176" fmla="*/ 1075882 h 1972800"/>
              <a:gd name="connsiteX177" fmla="*/ 1468672 w 11362354"/>
              <a:gd name="connsiteY177" fmla="*/ 1075882 h 1972800"/>
              <a:gd name="connsiteX178" fmla="*/ 1468672 w 11362354"/>
              <a:gd name="connsiteY178" fmla="*/ 1206076 h 1972800"/>
              <a:gd name="connsiteX179" fmla="*/ 985097 w 11362354"/>
              <a:gd name="connsiteY179" fmla="*/ 1206076 h 1972800"/>
              <a:gd name="connsiteX180" fmla="*/ 0 w 11362354"/>
              <a:gd name="connsiteY180" fmla="*/ 1075882 h 1972800"/>
              <a:gd name="connsiteX181" fmla="*/ 877145 w 11362354"/>
              <a:gd name="connsiteY181" fmla="*/ 1075882 h 1972800"/>
              <a:gd name="connsiteX182" fmla="*/ 877145 w 11362354"/>
              <a:gd name="connsiteY182" fmla="*/ 1098345 h 1972800"/>
              <a:gd name="connsiteX183" fmla="*/ 869625 w 11362354"/>
              <a:gd name="connsiteY183" fmla="*/ 1098345 h 1972800"/>
              <a:gd name="connsiteX184" fmla="*/ 506025 w 11362354"/>
              <a:gd name="connsiteY184" fmla="*/ 1098345 h 1972800"/>
              <a:gd name="connsiteX185" fmla="*/ 506025 w 11362354"/>
              <a:gd name="connsiteY185" fmla="*/ 1206076 h 1972800"/>
              <a:gd name="connsiteX186" fmla="*/ 0 w 11362354"/>
              <a:gd name="connsiteY186" fmla="*/ 1206076 h 1972800"/>
              <a:gd name="connsiteX187" fmla="*/ 4174413 w 11362354"/>
              <a:gd name="connsiteY187" fmla="*/ 1075881 h 1972800"/>
              <a:gd name="connsiteX188" fmla="*/ 4660572 w 11362354"/>
              <a:gd name="connsiteY188" fmla="*/ 1075881 h 1972800"/>
              <a:gd name="connsiteX189" fmla="*/ 4633997 w 11362354"/>
              <a:gd name="connsiteY189" fmla="*/ 1206075 h 1972800"/>
              <a:gd name="connsiteX190" fmla="*/ 4129883 w 11362354"/>
              <a:gd name="connsiteY190" fmla="*/ 1206075 h 1972800"/>
              <a:gd name="connsiteX191" fmla="*/ 4174413 w 11362354"/>
              <a:gd name="connsiteY191" fmla="*/ 1075881 h 1972800"/>
              <a:gd name="connsiteX192" fmla="*/ 3305162 w 11362354"/>
              <a:gd name="connsiteY192" fmla="*/ 1075881 h 1972800"/>
              <a:gd name="connsiteX193" fmla="*/ 3790976 w 11362354"/>
              <a:gd name="connsiteY193" fmla="*/ 1075881 h 1972800"/>
              <a:gd name="connsiteX194" fmla="*/ 3835506 w 11362354"/>
              <a:gd name="connsiteY194" fmla="*/ 1206075 h 1972800"/>
              <a:gd name="connsiteX195" fmla="*/ 3330959 w 11362354"/>
              <a:gd name="connsiteY195" fmla="*/ 1206075 h 1972800"/>
              <a:gd name="connsiteX196" fmla="*/ 3305162 w 11362354"/>
              <a:gd name="connsiteY196" fmla="*/ 1075881 h 1972800"/>
              <a:gd name="connsiteX197" fmla="*/ 10587776 w 11362354"/>
              <a:gd name="connsiteY197" fmla="*/ 879486 h 1972800"/>
              <a:gd name="connsiteX198" fmla="*/ 11280821 w 11362354"/>
              <a:gd name="connsiteY198" fmla="*/ 879486 h 1972800"/>
              <a:gd name="connsiteX199" fmla="*/ 11338792 w 11362354"/>
              <a:gd name="connsiteY199" fmla="*/ 993628 h 1972800"/>
              <a:gd name="connsiteX200" fmla="*/ 10727828 w 11362354"/>
              <a:gd name="connsiteY200" fmla="*/ 995899 h 1972800"/>
              <a:gd name="connsiteX201" fmla="*/ 9781432 w 11362354"/>
              <a:gd name="connsiteY201" fmla="*/ 877625 h 1972800"/>
              <a:gd name="connsiteX202" fmla="*/ 10286039 w 11362354"/>
              <a:gd name="connsiteY202" fmla="*/ 877625 h 1972800"/>
              <a:gd name="connsiteX203" fmla="*/ 10286039 w 11362354"/>
              <a:gd name="connsiteY203" fmla="*/ 993788 h 1972800"/>
              <a:gd name="connsiteX204" fmla="*/ 9781432 w 11362354"/>
              <a:gd name="connsiteY204" fmla="*/ 993788 h 1972800"/>
              <a:gd name="connsiteX205" fmla="*/ 8877431 w 11362354"/>
              <a:gd name="connsiteY205" fmla="*/ 877625 h 1972800"/>
              <a:gd name="connsiteX206" fmla="*/ 9382033 w 11362354"/>
              <a:gd name="connsiteY206" fmla="*/ 877625 h 1972800"/>
              <a:gd name="connsiteX207" fmla="*/ 9382033 w 11362354"/>
              <a:gd name="connsiteY207" fmla="*/ 993788 h 1972800"/>
              <a:gd name="connsiteX208" fmla="*/ 8877431 w 11362354"/>
              <a:gd name="connsiteY208" fmla="*/ 993788 h 1972800"/>
              <a:gd name="connsiteX209" fmla="*/ 7678004 w 11362354"/>
              <a:gd name="connsiteY209" fmla="*/ 877625 h 1972800"/>
              <a:gd name="connsiteX210" fmla="*/ 8501703 w 11362354"/>
              <a:gd name="connsiteY210" fmla="*/ 877625 h 1972800"/>
              <a:gd name="connsiteX211" fmla="*/ 8501703 w 11362354"/>
              <a:gd name="connsiteY211" fmla="*/ 993788 h 1972800"/>
              <a:gd name="connsiteX212" fmla="*/ 7726316 w 11362354"/>
              <a:gd name="connsiteY212" fmla="*/ 993788 h 1972800"/>
              <a:gd name="connsiteX213" fmla="*/ 7193139 w 11362354"/>
              <a:gd name="connsiteY213" fmla="*/ 877625 h 1972800"/>
              <a:gd name="connsiteX214" fmla="*/ 7648159 w 11362354"/>
              <a:gd name="connsiteY214" fmla="*/ 877625 h 1972800"/>
              <a:gd name="connsiteX215" fmla="*/ 7648159 w 11362354"/>
              <a:gd name="connsiteY215" fmla="*/ 993788 h 1972800"/>
              <a:gd name="connsiteX216" fmla="*/ 7193139 w 11362354"/>
              <a:gd name="connsiteY216" fmla="*/ 993788 h 1972800"/>
              <a:gd name="connsiteX217" fmla="*/ 6188669 w 11362354"/>
              <a:gd name="connsiteY217" fmla="*/ 877625 h 1972800"/>
              <a:gd name="connsiteX218" fmla="*/ 7056268 w 11362354"/>
              <a:gd name="connsiteY218" fmla="*/ 877625 h 1972800"/>
              <a:gd name="connsiteX219" fmla="*/ 7056268 w 11362354"/>
              <a:gd name="connsiteY219" fmla="*/ 988326 h 1972800"/>
              <a:gd name="connsiteX220" fmla="*/ 6674501 w 11362354"/>
              <a:gd name="connsiteY220" fmla="*/ 988326 h 1972800"/>
              <a:gd name="connsiteX221" fmla="*/ 6674501 w 11362354"/>
              <a:gd name="connsiteY221" fmla="*/ 993788 h 1972800"/>
              <a:gd name="connsiteX222" fmla="*/ 6188669 w 11362354"/>
              <a:gd name="connsiteY222" fmla="*/ 993788 h 1972800"/>
              <a:gd name="connsiteX223" fmla="*/ 5574793 w 11362354"/>
              <a:gd name="connsiteY223" fmla="*/ 877625 h 1972800"/>
              <a:gd name="connsiteX224" fmla="*/ 6073294 w 11362354"/>
              <a:gd name="connsiteY224" fmla="*/ 877625 h 1972800"/>
              <a:gd name="connsiteX225" fmla="*/ 6073294 w 11362354"/>
              <a:gd name="connsiteY225" fmla="*/ 993788 h 1972800"/>
              <a:gd name="connsiteX226" fmla="*/ 5574793 w 11362354"/>
              <a:gd name="connsiteY226" fmla="*/ 993788 h 1972800"/>
              <a:gd name="connsiteX227" fmla="*/ 4792811 w 11362354"/>
              <a:gd name="connsiteY227" fmla="*/ 877625 h 1972800"/>
              <a:gd name="connsiteX228" fmla="*/ 5291307 w 11362354"/>
              <a:gd name="connsiteY228" fmla="*/ 877625 h 1972800"/>
              <a:gd name="connsiteX229" fmla="*/ 5291307 w 11362354"/>
              <a:gd name="connsiteY229" fmla="*/ 993788 h 1972800"/>
              <a:gd name="connsiteX230" fmla="*/ 4792811 w 11362354"/>
              <a:gd name="connsiteY230" fmla="*/ 993788 h 1972800"/>
              <a:gd name="connsiteX231" fmla="*/ 2285298 w 11362354"/>
              <a:gd name="connsiteY231" fmla="*/ 877625 h 1972800"/>
              <a:gd name="connsiteX232" fmla="*/ 3161500 w 11362354"/>
              <a:gd name="connsiteY232" fmla="*/ 877625 h 1972800"/>
              <a:gd name="connsiteX233" fmla="*/ 3161500 w 11362354"/>
              <a:gd name="connsiteY233" fmla="*/ 988326 h 1972800"/>
              <a:gd name="connsiteX234" fmla="*/ 2771132 w 11362354"/>
              <a:gd name="connsiteY234" fmla="*/ 988326 h 1972800"/>
              <a:gd name="connsiteX235" fmla="*/ 2771132 w 11362354"/>
              <a:gd name="connsiteY235" fmla="*/ 993788 h 1972800"/>
              <a:gd name="connsiteX236" fmla="*/ 2285298 w 11362354"/>
              <a:gd name="connsiteY236" fmla="*/ 993788 h 1972800"/>
              <a:gd name="connsiteX237" fmla="*/ 985097 w 11362354"/>
              <a:gd name="connsiteY237" fmla="*/ 877625 h 1972800"/>
              <a:gd name="connsiteX238" fmla="*/ 2107746 w 11362354"/>
              <a:gd name="connsiteY238" fmla="*/ 877625 h 1972800"/>
              <a:gd name="connsiteX239" fmla="*/ 2028664 w 11362354"/>
              <a:gd name="connsiteY239" fmla="*/ 993788 h 1972800"/>
              <a:gd name="connsiteX240" fmla="*/ 985097 w 11362354"/>
              <a:gd name="connsiteY240" fmla="*/ 993788 h 1972800"/>
              <a:gd name="connsiteX241" fmla="*/ 0 w 11362354"/>
              <a:gd name="connsiteY241" fmla="*/ 877625 h 1972800"/>
              <a:gd name="connsiteX242" fmla="*/ 877145 w 11362354"/>
              <a:gd name="connsiteY242" fmla="*/ 877625 h 1972800"/>
              <a:gd name="connsiteX243" fmla="*/ 877145 w 11362354"/>
              <a:gd name="connsiteY243" fmla="*/ 993788 h 1972800"/>
              <a:gd name="connsiteX244" fmla="*/ 0 w 11362354"/>
              <a:gd name="connsiteY244" fmla="*/ 993788 h 1972800"/>
              <a:gd name="connsiteX245" fmla="*/ 4199211 w 11362354"/>
              <a:gd name="connsiteY245" fmla="*/ 877624 h 1972800"/>
              <a:gd name="connsiteX246" fmla="*/ 4674176 w 11362354"/>
              <a:gd name="connsiteY246" fmla="*/ 877624 h 1972800"/>
              <a:gd name="connsiteX247" fmla="*/ 4674332 w 11362354"/>
              <a:gd name="connsiteY247" fmla="*/ 883528 h 1972800"/>
              <a:gd name="connsiteX248" fmla="*/ 4669465 w 11362354"/>
              <a:gd name="connsiteY248" fmla="*/ 993787 h 1972800"/>
              <a:gd name="connsiteX249" fmla="*/ 4189743 w 11362354"/>
              <a:gd name="connsiteY249" fmla="*/ 993787 h 1972800"/>
              <a:gd name="connsiteX250" fmla="*/ 4199211 w 11362354"/>
              <a:gd name="connsiteY250" fmla="*/ 877624 h 1972800"/>
              <a:gd name="connsiteX251" fmla="*/ 3291213 w 11362354"/>
              <a:gd name="connsiteY251" fmla="*/ 877624 h 1972800"/>
              <a:gd name="connsiteX252" fmla="*/ 3766173 w 11362354"/>
              <a:gd name="connsiteY252" fmla="*/ 877624 h 1972800"/>
              <a:gd name="connsiteX253" fmla="*/ 3775650 w 11362354"/>
              <a:gd name="connsiteY253" fmla="*/ 993787 h 1972800"/>
              <a:gd name="connsiteX254" fmla="*/ 3295989 w 11362354"/>
              <a:gd name="connsiteY254" fmla="*/ 993787 h 1972800"/>
              <a:gd name="connsiteX255" fmla="*/ 3291057 w 11362354"/>
              <a:gd name="connsiteY255" fmla="*/ 883528 h 1972800"/>
              <a:gd name="connsiteX256" fmla="*/ 10461146 w 11362354"/>
              <a:gd name="connsiteY256" fmla="*/ 710797 h 1972800"/>
              <a:gd name="connsiteX257" fmla="*/ 11109160 w 11362354"/>
              <a:gd name="connsiteY257" fmla="*/ 710797 h 1972800"/>
              <a:gd name="connsiteX258" fmla="*/ 11109162 w 11362354"/>
              <a:gd name="connsiteY258" fmla="*/ 710798 h 1972800"/>
              <a:gd name="connsiteX259" fmla="*/ 11121245 w 11362354"/>
              <a:gd name="connsiteY259" fmla="*/ 710798 h 1972800"/>
              <a:gd name="connsiteX260" fmla="*/ 11122337 w 11362354"/>
              <a:gd name="connsiteY260" fmla="*/ 711693 h 1972800"/>
              <a:gd name="connsiteX261" fmla="*/ 11118350 w 11362354"/>
              <a:gd name="connsiteY261" fmla="*/ 711693 h 1972800"/>
              <a:gd name="connsiteX262" fmla="*/ 11213739 w 11362354"/>
              <a:gd name="connsiteY262" fmla="*/ 797219 h 1972800"/>
              <a:gd name="connsiteX263" fmla="*/ 10517279 w 11362354"/>
              <a:gd name="connsiteY263" fmla="*/ 797218 h 1972800"/>
              <a:gd name="connsiteX264" fmla="*/ 10461146 w 11362354"/>
              <a:gd name="connsiteY264" fmla="*/ 710797 h 1972800"/>
              <a:gd name="connsiteX265" fmla="*/ 9781432 w 11362354"/>
              <a:gd name="connsiteY265" fmla="*/ 709293 h 1972800"/>
              <a:gd name="connsiteX266" fmla="*/ 10286039 w 11362354"/>
              <a:gd name="connsiteY266" fmla="*/ 709293 h 1972800"/>
              <a:gd name="connsiteX267" fmla="*/ 10286039 w 11362354"/>
              <a:gd name="connsiteY267" fmla="*/ 795531 h 1972800"/>
              <a:gd name="connsiteX268" fmla="*/ 9781432 w 11362354"/>
              <a:gd name="connsiteY268" fmla="*/ 795531 h 1972800"/>
              <a:gd name="connsiteX269" fmla="*/ 8877431 w 11362354"/>
              <a:gd name="connsiteY269" fmla="*/ 709293 h 1972800"/>
              <a:gd name="connsiteX270" fmla="*/ 9382033 w 11362354"/>
              <a:gd name="connsiteY270" fmla="*/ 709293 h 1972800"/>
              <a:gd name="connsiteX271" fmla="*/ 9382033 w 11362354"/>
              <a:gd name="connsiteY271" fmla="*/ 795531 h 1972800"/>
              <a:gd name="connsiteX272" fmla="*/ 8877431 w 11362354"/>
              <a:gd name="connsiteY272" fmla="*/ 795531 h 1972800"/>
              <a:gd name="connsiteX273" fmla="*/ 8042875 w 11362354"/>
              <a:gd name="connsiteY273" fmla="*/ 709293 h 1972800"/>
              <a:gd name="connsiteX274" fmla="*/ 8501703 w 11362354"/>
              <a:gd name="connsiteY274" fmla="*/ 709293 h 1972800"/>
              <a:gd name="connsiteX275" fmla="*/ 8501703 w 11362354"/>
              <a:gd name="connsiteY275" fmla="*/ 795531 h 1972800"/>
              <a:gd name="connsiteX276" fmla="*/ 8042875 w 11362354"/>
              <a:gd name="connsiteY276" fmla="*/ 795531 h 1972800"/>
              <a:gd name="connsiteX277" fmla="*/ 7193139 w 11362354"/>
              <a:gd name="connsiteY277" fmla="*/ 709293 h 1972800"/>
              <a:gd name="connsiteX278" fmla="*/ 7996240 w 11362354"/>
              <a:gd name="connsiteY278" fmla="*/ 709293 h 1972800"/>
              <a:gd name="connsiteX279" fmla="*/ 8036152 w 11362354"/>
              <a:gd name="connsiteY279" fmla="*/ 795531 h 1972800"/>
              <a:gd name="connsiteX280" fmla="*/ 7193139 w 11362354"/>
              <a:gd name="connsiteY280" fmla="*/ 795531 h 1972800"/>
              <a:gd name="connsiteX281" fmla="*/ 6188669 w 11362354"/>
              <a:gd name="connsiteY281" fmla="*/ 709293 h 1972800"/>
              <a:gd name="connsiteX282" fmla="*/ 6674501 w 11362354"/>
              <a:gd name="connsiteY282" fmla="*/ 709293 h 1972800"/>
              <a:gd name="connsiteX283" fmla="*/ 6674501 w 11362354"/>
              <a:gd name="connsiteY283" fmla="*/ 714671 h 1972800"/>
              <a:gd name="connsiteX284" fmla="*/ 7056268 w 11362354"/>
              <a:gd name="connsiteY284" fmla="*/ 714671 h 1972800"/>
              <a:gd name="connsiteX285" fmla="*/ 7056268 w 11362354"/>
              <a:gd name="connsiteY285" fmla="*/ 795531 h 1972800"/>
              <a:gd name="connsiteX286" fmla="*/ 6188669 w 11362354"/>
              <a:gd name="connsiteY286" fmla="*/ 795531 h 1972800"/>
              <a:gd name="connsiteX287" fmla="*/ 5574793 w 11362354"/>
              <a:gd name="connsiteY287" fmla="*/ 709293 h 1972800"/>
              <a:gd name="connsiteX288" fmla="*/ 6073294 w 11362354"/>
              <a:gd name="connsiteY288" fmla="*/ 709293 h 1972800"/>
              <a:gd name="connsiteX289" fmla="*/ 6073294 w 11362354"/>
              <a:gd name="connsiteY289" fmla="*/ 795531 h 1972800"/>
              <a:gd name="connsiteX290" fmla="*/ 5574793 w 11362354"/>
              <a:gd name="connsiteY290" fmla="*/ 795531 h 1972800"/>
              <a:gd name="connsiteX291" fmla="*/ 4792811 w 11362354"/>
              <a:gd name="connsiteY291" fmla="*/ 709293 h 1972800"/>
              <a:gd name="connsiteX292" fmla="*/ 5291307 w 11362354"/>
              <a:gd name="connsiteY292" fmla="*/ 709293 h 1972800"/>
              <a:gd name="connsiteX293" fmla="*/ 5291307 w 11362354"/>
              <a:gd name="connsiteY293" fmla="*/ 795531 h 1972800"/>
              <a:gd name="connsiteX294" fmla="*/ 4792811 w 11362354"/>
              <a:gd name="connsiteY294" fmla="*/ 795531 h 1972800"/>
              <a:gd name="connsiteX295" fmla="*/ 2285298 w 11362354"/>
              <a:gd name="connsiteY295" fmla="*/ 709293 h 1972800"/>
              <a:gd name="connsiteX296" fmla="*/ 2771132 w 11362354"/>
              <a:gd name="connsiteY296" fmla="*/ 709293 h 1972800"/>
              <a:gd name="connsiteX297" fmla="*/ 2771132 w 11362354"/>
              <a:gd name="connsiteY297" fmla="*/ 714671 h 1972800"/>
              <a:gd name="connsiteX298" fmla="*/ 3161500 w 11362354"/>
              <a:gd name="connsiteY298" fmla="*/ 714671 h 1972800"/>
              <a:gd name="connsiteX299" fmla="*/ 3161500 w 11362354"/>
              <a:gd name="connsiteY299" fmla="*/ 795531 h 1972800"/>
              <a:gd name="connsiteX300" fmla="*/ 2285298 w 11362354"/>
              <a:gd name="connsiteY300" fmla="*/ 795531 h 1972800"/>
              <a:gd name="connsiteX301" fmla="*/ 1709143 w 11362354"/>
              <a:gd name="connsiteY301" fmla="*/ 709293 h 1972800"/>
              <a:gd name="connsiteX302" fmla="*/ 2169670 w 11362354"/>
              <a:gd name="connsiteY302" fmla="*/ 709293 h 1972800"/>
              <a:gd name="connsiteX303" fmla="*/ 2145130 w 11362354"/>
              <a:gd name="connsiteY303" fmla="*/ 795531 h 1972800"/>
              <a:gd name="connsiteX304" fmla="*/ 1595923 w 11362354"/>
              <a:gd name="connsiteY304" fmla="*/ 795531 h 1972800"/>
              <a:gd name="connsiteX305" fmla="*/ 1709143 w 11362354"/>
              <a:gd name="connsiteY305" fmla="*/ 709293 h 1972800"/>
              <a:gd name="connsiteX306" fmla="*/ 985097 w 11362354"/>
              <a:gd name="connsiteY306" fmla="*/ 709293 h 1972800"/>
              <a:gd name="connsiteX307" fmla="*/ 1469893 w 11362354"/>
              <a:gd name="connsiteY307" fmla="*/ 709293 h 1972800"/>
              <a:gd name="connsiteX308" fmla="*/ 1469893 w 11362354"/>
              <a:gd name="connsiteY308" fmla="*/ 795531 h 1972800"/>
              <a:gd name="connsiteX309" fmla="*/ 985097 w 11362354"/>
              <a:gd name="connsiteY309" fmla="*/ 795531 h 1972800"/>
              <a:gd name="connsiteX310" fmla="*/ 0 w 11362354"/>
              <a:gd name="connsiteY310" fmla="*/ 709293 h 1972800"/>
              <a:gd name="connsiteX311" fmla="*/ 877145 w 11362354"/>
              <a:gd name="connsiteY311" fmla="*/ 709293 h 1972800"/>
              <a:gd name="connsiteX312" fmla="*/ 877145 w 11362354"/>
              <a:gd name="connsiteY312" fmla="*/ 795531 h 1972800"/>
              <a:gd name="connsiteX313" fmla="*/ 0 w 11362354"/>
              <a:gd name="connsiteY313" fmla="*/ 795531 h 1972800"/>
              <a:gd name="connsiteX314" fmla="*/ 4189251 w 11362354"/>
              <a:gd name="connsiteY314" fmla="*/ 709292 h 1972800"/>
              <a:gd name="connsiteX315" fmla="*/ 4662658 w 11362354"/>
              <a:gd name="connsiteY315" fmla="*/ 709292 h 1972800"/>
              <a:gd name="connsiteX316" fmla="*/ 4671191 w 11362354"/>
              <a:gd name="connsiteY316" fmla="*/ 795530 h 1972800"/>
              <a:gd name="connsiteX317" fmla="*/ 4197682 w 11362354"/>
              <a:gd name="connsiteY317" fmla="*/ 795530 h 1972800"/>
              <a:gd name="connsiteX318" fmla="*/ 4189251 w 11362354"/>
              <a:gd name="connsiteY318" fmla="*/ 709292 h 1972800"/>
              <a:gd name="connsiteX319" fmla="*/ 3302730 w 11362354"/>
              <a:gd name="connsiteY319" fmla="*/ 709292 h 1972800"/>
              <a:gd name="connsiteX320" fmla="*/ 3776138 w 11362354"/>
              <a:gd name="connsiteY320" fmla="*/ 709292 h 1972800"/>
              <a:gd name="connsiteX321" fmla="*/ 3767701 w 11362354"/>
              <a:gd name="connsiteY321" fmla="*/ 795530 h 1972800"/>
              <a:gd name="connsiteX322" fmla="*/ 3294197 w 11362354"/>
              <a:gd name="connsiteY322" fmla="*/ 795530 h 1972800"/>
              <a:gd name="connsiteX323" fmla="*/ 3302730 w 11362354"/>
              <a:gd name="connsiteY323" fmla="*/ 709292 h 1972800"/>
              <a:gd name="connsiteX324" fmla="*/ 10418948 w 11362354"/>
              <a:gd name="connsiteY324" fmla="*/ 565540 h 1972800"/>
              <a:gd name="connsiteX325" fmla="*/ 10949595 w 11362354"/>
              <a:gd name="connsiteY325" fmla="*/ 565540 h 1972800"/>
              <a:gd name="connsiteX326" fmla="*/ 10964075 w 11362354"/>
              <a:gd name="connsiteY326" fmla="*/ 577567 h 1972800"/>
              <a:gd name="connsiteX327" fmla="*/ 11026395 w 11362354"/>
              <a:gd name="connsiteY327" fmla="*/ 628529 h 1972800"/>
              <a:gd name="connsiteX328" fmla="*/ 10434083 w 11362354"/>
              <a:gd name="connsiteY328" fmla="*/ 628529 h 1972800"/>
              <a:gd name="connsiteX329" fmla="*/ 10418948 w 11362354"/>
              <a:gd name="connsiteY329" fmla="*/ 565540 h 1972800"/>
              <a:gd name="connsiteX330" fmla="*/ 9781432 w 11362354"/>
              <a:gd name="connsiteY330" fmla="*/ 564344 h 1972800"/>
              <a:gd name="connsiteX331" fmla="*/ 10286039 w 11362354"/>
              <a:gd name="connsiteY331" fmla="*/ 564344 h 1972800"/>
              <a:gd name="connsiteX332" fmla="*/ 10286039 w 11362354"/>
              <a:gd name="connsiteY332" fmla="*/ 627199 h 1972800"/>
              <a:gd name="connsiteX333" fmla="*/ 9781432 w 11362354"/>
              <a:gd name="connsiteY333" fmla="*/ 627199 h 1972800"/>
              <a:gd name="connsiteX334" fmla="*/ 8877431 w 11362354"/>
              <a:gd name="connsiteY334" fmla="*/ 564344 h 1972800"/>
              <a:gd name="connsiteX335" fmla="*/ 9382033 w 11362354"/>
              <a:gd name="connsiteY335" fmla="*/ 564344 h 1972800"/>
              <a:gd name="connsiteX336" fmla="*/ 9382033 w 11362354"/>
              <a:gd name="connsiteY336" fmla="*/ 627199 h 1972800"/>
              <a:gd name="connsiteX337" fmla="*/ 8877431 w 11362354"/>
              <a:gd name="connsiteY337" fmla="*/ 627199 h 1972800"/>
              <a:gd name="connsiteX338" fmla="*/ 8042875 w 11362354"/>
              <a:gd name="connsiteY338" fmla="*/ 564344 h 1972800"/>
              <a:gd name="connsiteX339" fmla="*/ 8501703 w 11362354"/>
              <a:gd name="connsiteY339" fmla="*/ 564344 h 1972800"/>
              <a:gd name="connsiteX340" fmla="*/ 8501703 w 11362354"/>
              <a:gd name="connsiteY340" fmla="*/ 627199 h 1972800"/>
              <a:gd name="connsiteX341" fmla="*/ 8042875 w 11362354"/>
              <a:gd name="connsiteY341" fmla="*/ 627199 h 1972800"/>
              <a:gd name="connsiteX342" fmla="*/ 7193139 w 11362354"/>
              <a:gd name="connsiteY342" fmla="*/ 564344 h 1972800"/>
              <a:gd name="connsiteX343" fmla="*/ 7929154 w 11362354"/>
              <a:gd name="connsiteY343" fmla="*/ 564344 h 1972800"/>
              <a:gd name="connsiteX344" fmla="*/ 7958244 w 11362354"/>
              <a:gd name="connsiteY344" fmla="*/ 627199 h 1972800"/>
              <a:gd name="connsiteX345" fmla="*/ 7193139 w 11362354"/>
              <a:gd name="connsiteY345" fmla="*/ 627199 h 1972800"/>
              <a:gd name="connsiteX346" fmla="*/ 6188669 w 11362354"/>
              <a:gd name="connsiteY346" fmla="*/ 564344 h 1972800"/>
              <a:gd name="connsiteX347" fmla="*/ 6674501 w 11362354"/>
              <a:gd name="connsiteY347" fmla="*/ 564344 h 1972800"/>
              <a:gd name="connsiteX348" fmla="*/ 6674501 w 11362354"/>
              <a:gd name="connsiteY348" fmla="*/ 627199 h 1972800"/>
              <a:gd name="connsiteX349" fmla="*/ 6188669 w 11362354"/>
              <a:gd name="connsiteY349" fmla="*/ 627199 h 1972800"/>
              <a:gd name="connsiteX350" fmla="*/ 5574793 w 11362354"/>
              <a:gd name="connsiteY350" fmla="*/ 564344 h 1972800"/>
              <a:gd name="connsiteX351" fmla="*/ 6073294 w 11362354"/>
              <a:gd name="connsiteY351" fmla="*/ 564344 h 1972800"/>
              <a:gd name="connsiteX352" fmla="*/ 6073294 w 11362354"/>
              <a:gd name="connsiteY352" fmla="*/ 627199 h 1972800"/>
              <a:gd name="connsiteX353" fmla="*/ 5574793 w 11362354"/>
              <a:gd name="connsiteY353" fmla="*/ 627199 h 1972800"/>
              <a:gd name="connsiteX354" fmla="*/ 4792811 w 11362354"/>
              <a:gd name="connsiteY354" fmla="*/ 564344 h 1972800"/>
              <a:gd name="connsiteX355" fmla="*/ 5291307 w 11362354"/>
              <a:gd name="connsiteY355" fmla="*/ 564344 h 1972800"/>
              <a:gd name="connsiteX356" fmla="*/ 5291307 w 11362354"/>
              <a:gd name="connsiteY356" fmla="*/ 627199 h 1972800"/>
              <a:gd name="connsiteX357" fmla="*/ 4792811 w 11362354"/>
              <a:gd name="connsiteY357" fmla="*/ 627199 h 1972800"/>
              <a:gd name="connsiteX358" fmla="*/ 2285298 w 11362354"/>
              <a:gd name="connsiteY358" fmla="*/ 564344 h 1972800"/>
              <a:gd name="connsiteX359" fmla="*/ 2771132 w 11362354"/>
              <a:gd name="connsiteY359" fmla="*/ 564344 h 1972800"/>
              <a:gd name="connsiteX360" fmla="*/ 2771132 w 11362354"/>
              <a:gd name="connsiteY360" fmla="*/ 627199 h 1972800"/>
              <a:gd name="connsiteX361" fmla="*/ 2285298 w 11362354"/>
              <a:gd name="connsiteY361" fmla="*/ 627199 h 1972800"/>
              <a:gd name="connsiteX362" fmla="*/ 1743635 w 11362354"/>
              <a:gd name="connsiteY362" fmla="*/ 564344 h 1972800"/>
              <a:gd name="connsiteX363" fmla="*/ 2184512 w 11362354"/>
              <a:gd name="connsiteY363" fmla="*/ 564344 h 1972800"/>
              <a:gd name="connsiteX364" fmla="*/ 2184779 w 11362354"/>
              <a:gd name="connsiteY364" fmla="*/ 571975 h 1972800"/>
              <a:gd name="connsiteX365" fmla="*/ 2181588 w 11362354"/>
              <a:gd name="connsiteY365" fmla="*/ 627199 h 1972800"/>
              <a:gd name="connsiteX366" fmla="*/ 1742032 w 11362354"/>
              <a:gd name="connsiteY366" fmla="*/ 627199 h 1972800"/>
              <a:gd name="connsiteX367" fmla="*/ 1746020 w 11362354"/>
              <a:gd name="connsiteY367" fmla="*/ 587881 h 1972800"/>
              <a:gd name="connsiteX368" fmla="*/ 985097 w 11362354"/>
              <a:gd name="connsiteY368" fmla="*/ 564344 h 1972800"/>
              <a:gd name="connsiteX369" fmla="*/ 1469893 w 11362354"/>
              <a:gd name="connsiteY369" fmla="*/ 564344 h 1972800"/>
              <a:gd name="connsiteX370" fmla="*/ 1469893 w 11362354"/>
              <a:gd name="connsiteY370" fmla="*/ 627199 h 1972800"/>
              <a:gd name="connsiteX371" fmla="*/ 985097 w 11362354"/>
              <a:gd name="connsiteY371" fmla="*/ 627199 h 1972800"/>
              <a:gd name="connsiteX372" fmla="*/ 0 w 11362354"/>
              <a:gd name="connsiteY372" fmla="*/ 564344 h 1972800"/>
              <a:gd name="connsiteX373" fmla="*/ 505721 w 11362354"/>
              <a:gd name="connsiteY373" fmla="*/ 564344 h 1972800"/>
              <a:gd name="connsiteX374" fmla="*/ 505721 w 11362354"/>
              <a:gd name="connsiteY374" fmla="*/ 627199 h 1972800"/>
              <a:gd name="connsiteX375" fmla="*/ 0 w 11362354"/>
              <a:gd name="connsiteY375" fmla="*/ 627199 h 1972800"/>
              <a:gd name="connsiteX376" fmla="*/ 4156173 w 11362354"/>
              <a:gd name="connsiteY376" fmla="*/ 564343 h 1972800"/>
              <a:gd name="connsiteX377" fmla="*/ 4635244 w 11362354"/>
              <a:gd name="connsiteY377" fmla="*/ 564343 h 1972800"/>
              <a:gd name="connsiteX378" fmla="*/ 4649285 w 11362354"/>
              <a:gd name="connsiteY378" fmla="*/ 627198 h 1972800"/>
              <a:gd name="connsiteX379" fmla="*/ 4173561 w 11362354"/>
              <a:gd name="connsiteY379" fmla="*/ 627198 h 1972800"/>
              <a:gd name="connsiteX380" fmla="*/ 4156173 w 11362354"/>
              <a:gd name="connsiteY380" fmla="*/ 564343 h 1972800"/>
              <a:gd name="connsiteX381" fmla="*/ 3330140 w 11362354"/>
              <a:gd name="connsiteY381" fmla="*/ 564343 h 1972800"/>
              <a:gd name="connsiteX382" fmla="*/ 3809216 w 11362354"/>
              <a:gd name="connsiteY382" fmla="*/ 564343 h 1972800"/>
              <a:gd name="connsiteX383" fmla="*/ 3791828 w 11362354"/>
              <a:gd name="connsiteY383" fmla="*/ 627198 h 1972800"/>
              <a:gd name="connsiteX384" fmla="*/ 3316108 w 11362354"/>
              <a:gd name="connsiteY384" fmla="*/ 627198 h 1972800"/>
              <a:gd name="connsiteX385" fmla="*/ 3330140 w 11362354"/>
              <a:gd name="connsiteY385" fmla="*/ 564343 h 1972800"/>
              <a:gd name="connsiteX386" fmla="*/ 11305691 w 11362354"/>
              <a:gd name="connsiteY386" fmla="*/ 441367 h 1972800"/>
              <a:gd name="connsiteX387" fmla="*/ 11306110 w 11362354"/>
              <a:gd name="connsiteY387" fmla="*/ 441367 h 1972800"/>
              <a:gd name="connsiteX388" fmla="*/ 11306110 w 11362354"/>
              <a:gd name="connsiteY388" fmla="*/ 441726 h 1972800"/>
              <a:gd name="connsiteX389" fmla="*/ 10419150 w 11362354"/>
              <a:gd name="connsiteY389" fmla="*/ 441367 h 1972800"/>
              <a:gd name="connsiteX390" fmla="*/ 10893359 w 11362354"/>
              <a:gd name="connsiteY390" fmla="*/ 441367 h 1972800"/>
              <a:gd name="connsiteX391" fmla="*/ 10894757 w 11362354"/>
              <a:gd name="connsiteY391" fmla="*/ 483273 h 1972800"/>
              <a:gd name="connsiteX392" fmla="*/ 10419058 w 11362354"/>
              <a:gd name="connsiteY392" fmla="*/ 483273 h 1972800"/>
              <a:gd name="connsiteX393" fmla="*/ 10417854 w 11362354"/>
              <a:gd name="connsiteY393" fmla="*/ 463084 h 1972800"/>
              <a:gd name="connsiteX394" fmla="*/ 9781432 w 11362354"/>
              <a:gd name="connsiteY394" fmla="*/ 440432 h 1972800"/>
              <a:gd name="connsiteX395" fmla="*/ 10286039 w 11362354"/>
              <a:gd name="connsiteY395" fmla="*/ 440432 h 1972800"/>
              <a:gd name="connsiteX396" fmla="*/ 10286039 w 11362354"/>
              <a:gd name="connsiteY396" fmla="*/ 482250 h 1972800"/>
              <a:gd name="connsiteX397" fmla="*/ 9781432 w 11362354"/>
              <a:gd name="connsiteY397" fmla="*/ 482250 h 1972800"/>
              <a:gd name="connsiteX398" fmla="*/ 8877431 w 11362354"/>
              <a:gd name="connsiteY398" fmla="*/ 440432 h 1972800"/>
              <a:gd name="connsiteX399" fmla="*/ 9382033 w 11362354"/>
              <a:gd name="connsiteY399" fmla="*/ 440432 h 1972800"/>
              <a:gd name="connsiteX400" fmla="*/ 9382033 w 11362354"/>
              <a:gd name="connsiteY400" fmla="*/ 482250 h 1972800"/>
              <a:gd name="connsiteX401" fmla="*/ 8877431 w 11362354"/>
              <a:gd name="connsiteY401" fmla="*/ 482250 h 1972800"/>
              <a:gd name="connsiteX402" fmla="*/ 8042875 w 11362354"/>
              <a:gd name="connsiteY402" fmla="*/ 440432 h 1972800"/>
              <a:gd name="connsiteX403" fmla="*/ 8501703 w 11362354"/>
              <a:gd name="connsiteY403" fmla="*/ 440432 h 1972800"/>
              <a:gd name="connsiteX404" fmla="*/ 8501703 w 11362354"/>
              <a:gd name="connsiteY404" fmla="*/ 482250 h 1972800"/>
              <a:gd name="connsiteX405" fmla="*/ 8042875 w 11362354"/>
              <a:gd name="connsiteY405" fmla="*/ 482250 h 1972800"/>
              <a:gd name="connsiteX406" fmla="*/ 7193139 w 11362354"/>
              <a:gd name="connsiteY406" fmla="*/ 440432 h 1972800"/>
              <a:gd name="connsiteX407" fmla="*/ 7871807 w 11362354"/>
              <a:gd name="connsiteY407" fmla="*/ 440432 h 1972800"/>
              <a:gd name="connsiteX408" fmla="*/ 7891162 w 11362354"/>
              <a:gd name="connsiteY408" fmla="*/ 482250 h 1972800"/>
              <a:gd name="connsiteX409" fmla="*/ 7193139 w 11362354"/>
              <a:gd name="connsiteY409" fmla="*/ 482250 h 1972800"/>
              <a:gd name="connsiteX410" fmla="*/ 6188669 w 11362354"/>
              <a:gd name="connsiteY410" fmla="*/ 440432 h 1972800"/>
              <a:gd name="connsiteX411" fmla="*/ 6674501 w 11362354"/>
              <a:gd name="connsiteY411" fmla="*/ 440432 h 1972800"/>
              <a:gd name="connsiteX412" fmla="*/ 6674501 w 11362354"/>
              <a:gd name="connsiteY412" fmla="*/ 482250 h 1972800"/>
              <a:gd name="connsiteX413" fmla="*/ 6188669 w 11362354"/>
              <a:gd name="connsiteY413" fmla="*/ 482250 h 1972800"/>
              <a:gd name="connsiteX414" fmla="*/ 5574793 w 11362354"/>
              <a:gd name="connsiteY414" fmla="*/ 440432 h 1972800"/>
              <a:gd name="connsiteX415" fmla="*/ 6073294 w 11362354"/>
              <a:gd name="connsiteY415" fmla="*/ 440432 h 1972800"/>
              <a:gd name="connsiteX416" fmla="*/ 6073294 w 11362354"/>
              <a:gd name="connsiteY416" fmla="*/ 482250 h 1972800"/>
              <a:gd name="connsiteX417" fmla="*/ 5574793 w 11362354"/>
              <a:gd name="connsiteY417" fmla="*/ 482250 h 1972800"/>
              <a:gd name="connsiteX418" fmla="*/ 4792811 w 11362354"/>
              <a:gd name="connsiteY418" fmla="*/ 440432 h 1972800"/>
              <a:gd name="connsiteX419" fmla="*/ 5291307 w 11362354"/>
              <a:gd name="connsiteY419" fmla="*/ 440432 h 1972800"/>
              <a:gd name="connsiteX420" fmla="*/ 5291307 w 11362354"/>
              <a:gd name="connsiteY420" fmla="*/ 482250 h 1972800"/>
              <a:gd name="connsiteX421" fmla="*/ 4792811 w 11362354"/>
              <a:gd name="connsiteY421" fmla="*/ 482250 h 1972800"/>
              <a:gd name="connsiteX422" fmla="*/ 2285298 w 11362354"/>
              <a:gd name="connsiteY422" fmla="*/ 440432 h 1972800"/>
              <a:gd name="connsiteX423" fmla="*/ 2771132 w 11362354"/>
              <a:gd name="connsiteY423" fmla="*/ 440432 h 1972800"/>
              <a:gd name="connsiteX424" fmla="*/ 2771132 w 11362354"/>
              <a:gd name="connsiteY424" fmla="*/ 482250 h 1972800"/>
              <a:gd name="connsiteX425" fmla="*/ 2285298 w 11362354"/>
              <a:gd name="connsiteY425" fmla="*/ 482250 h 1972800"/>
              <a:gd name="connsiteX426" fmla="*/ 1688066 w 11362354"/>
              <a:gd name="connsiteY426" fmla="*/ 440432 h 1972800"/>
              <a:gd name="connsiteX427" fmla="*/ 2171374 w 11362354"/>
              <a:gd name="connsiteY427" fmla="*/ 440432 h 1972800"/>
              <a:gd name="connsiteX428" fmla="*/ 2178605 w 11362354"/>
              <a:gd name="connsiteY428" fmla="*/ 482250 h 1972800"/>
              <a:gd name="connsiteX429" fmla="*/ 1717768 w 11362354"/>
              <a:gd name="connsiteY429" fmla="*/ 482250 h 1972800"/>
              <a:gd name="connsiteX430" fmla="*/ 1688066 w 11362354"/>
              <a:gd name="connsiteY430" fmla="*/ 440432 h 1972800"/>
              <a:gd name="connsiteX431" fmla="*/ 985097 w 11362354"/>
              <a:gd name="connsiteY431" fmla="*/ 440432 h 1972800"/>
              <a:gd name="connsiteX432" fmla="*/ 1469893 w 11362354"/>
              <a:gd name="connsiteY432" fmla="*/ 440432 h 1972800"/>
              <a:gd name="connsiteX433" fmla="*/ 1469893 w 11362354"/>
              <a:gd name="connsiteY433" fmla="*/ 482250 h 1972800"/>
              <a:gd name="connsiteX434" fmla="*/ 985097 w 11362354"/>
              <a:gd name="connsiteY434" fmla="*/ 482250 h 1972800"/>
              <a:gd name="connsiteX435" fmla="*/ 0 w 11362354"/>
              <a:gd name="connsiteY435" fmla="*/ 440432 h 1972800"/>
              <a:gd name="connsiteX436" fmla="*/ 505721 w 11362354"/>
              <a:gd name="connsiteY436" fmla="*/ 440432 h 1972800"/>
              <a:gd name="connsiteX437" fmla="*/ 505721 w 11362354"/>
              <a:gd name="connsiteY437" fmla="*/ 482250 h 1972800"/>
              <a:gd name="connsiteX438" fmla="*/ 0 w 11362354"/>
              <a:gd name="connsiteY438" fmla="*/ 482250 h 1972800"/>
              <a:gd name="connsiteX439" fmla="*/ 4093268 w 11362354"/>
              <a:gd name="connsiteY439" fmla="*/ 440431 h 1972800"/>
              <a:gd name="connsiteX440" fmla="*/ 4597023 w 11362354"/>
              <a:gd name="connsiteY440" fmla="*/ 440431 h 1972800"/>
              <a:gd name="connsiteX441" fmla="*/ 4611768 w 11362354"/>
              <a:gd name="connsiteY441" fmla="*/ 482249 h 1972800"/>
              <a:gd name="connsiteX442" fmla="*/ 4120709 w 11362354"/>
              <a:gd name="connsiteY442" fmla="*/ 482249 h 1972800"/>
              <a:gd name="connsiteX443" fmla="*/ 4093268 w 11362354"/>
              <a:gd name="connsiteY443" fmla="*/ 440431 h 1972800"/>
              <a:gd name="connsiteX444" fmla="*/ 3368371 w 11362354"/>
              <a:gd name="connsiteY444" fmla="*/ 440431 h 1972800"/>
              <a:gd name="connsiteX445" fmla="*/ 3872116 w 11362354"/>
              <a:gd name="connsiteY445" fmla="*/ 440431 h 1972800"/>
              <a:gd name="connsiteX446" fmla="*/ 3844680 w 11362354"/>
              <a:gd name="connsiteY446" fmla="*/ 482249 h 1972800"/>
              <a:gd name="connsiteX447" fmla="*/ 3353616 w 11362354"/>
              <a:gd name="connsiteY447" fmla="*/ 482249 h 1972800"/>
              <a:gd name="connsiteX448" fmla="*/ 3368371 w 11362354"/>
              <a:gd name="connsiteY448" fmla="*/ 440431 h 1972800"/>
              <a:gd name="connsiteX449" fmla="*/ 11223979 w 11362354"/>
              <a:gd name="connsiteY449" fmla="*/ 437563 h 1972800"/>
              <a:gd name="connsiteX450" fmla="*/ 11304274 w 11362354"/>
              <a:gd name="connsiteY450" fmla="*/ 437563 h 1972800"/>
              <a:gd name="connsiteX451" fmla="*/ 11304274 w 11362354"/>
              <a:gd name="connsiteY451" fmla="*/ 487440 h 1972800"/>
              <a:gd name="connsiteX452" fmla="*/ 11274504 w 11362354"/>
              <a:gd name="connsiteY452" fmla="*/ 487440 h 1972800"/>
              <a:gd name="connsiteX453" fmla="*/ 10437485 w 11362354"/>
              <a:gd name="connsiteY453" fmla="*/ 312620 h 1972800"/>
              <a:gd name="connsiteX454" fmla="*/ 11305204 w 11362354"/>
              <a:gd name="connsiteY454" fmla="*/ 312620 h 1972800"/>
              <a:gd name="connsiteX455" fmla="*/ 11305204 w 11362354"/>
              <a:gd name="connsiteY455" fmla="*/ 323517 h 1972800"/>
              <a:gd name="connsiteX456" fmla="*/ 11306110 w 11362354"/>
              <a:gd name="connsiteY456" fmla="*/ 323517 h 1972800"/>
              <a:gd name="connsiteX457" fmla="*/ 11306110 w 11362354"/>
              <a:gd name="connsiteY457" fmla="*/ 351547 h 1972800"/>
              <a:gd name="connsiteX458" fmla="*/ 11306110 w 11362354"/>
              <a:gd name="connsiteY458" fmla="*/ 359098 h 1972800"/>
              <a:gd name="connsiteX459" fmla="*/ 11305204 w 11362354"/>
              <a:gd name="connsiteY459" fmla="*/ 359098 h 1972800"/>
              <a:gd name="connsiteX460" fmla="*/ 11305204 w 11362354"/>
              <a:gd name="connsiteY460" fmla="*/ 363528 h 1972800"/>
              <a:gd name="connsiteX461" fmla="*/ 10423824 w 11362354"/>
              <a:gd name="connsiteY461" fmla="*/ 363528 h 1972800"/>
              <a:gd name="connsiteX462" fmla="*/ 10429797 w 11362354"/>
              <a:gd name="connsiteY462" fmla="*/ 336441 h 1972800"/>
              <a:gd name="connsiteX463" fmla="*/ 9781432 w 11362354"/>
              <a:gd name="connsiteY463" fmla="*/ 312620 h 1972800"/>
              <a:gd name="connsiteX464" fmla="*/ 10286039 w 11362354"/>
              <a:gd name="connsiteY464" fmla="*/ 312620 h 1972800"/>
              <a:gd name="connsiteX465" fmla="*/ 10286039 w 11362354"/>
              <a:gd name="connsiteY465" fmla="*/ 322833 h 1972800"/>
              <a:gd name="connsiteX466" fmla="*/ 10286039 w 11362354"/>
              <a:gd name="connsiteY466" fmla="*/ 358338 h 1972800"/>
              <a:gd name="connsiteX467" fmla="*/ 10286039 w 11362354"/>
              <a:gd name="connsiteY467" fmla="*/ 358339 h 1972800"/>
              <a:gd name="connsiteX468" fmla="*/ 9781432 w 11362354"/>
              <a:gd name="connsiteY468" fmla="*/ 358339 h 1972800"/>
              <a:gd name="connsiteX469" fmla="*/ 9781432 w 11362354"/>
              <a:gd name="connsiteY469" fmla="*/ 358338 h 1972800"/>
              <a:gd name="connsiteX470" fmla="*/ 9781432 w 11362354"/>
              <a:gd name="connsiteY470" fmla="*/ 322833 h 1972800"/>
              <a:gd name="connsiteX471" fmla="*/ 8611213 w 11362354"/>
              <a:gd name="connsiteY471" fmla="*/ 312620 h 1972800"/>
              <a:gd name="connsiteX472" fmla="*/ 9666891 w 11362354"/>
              <a:gd name="connsiteY472" fmla="*/ 312620 h 1972800"/>
              <a:gd name="connsiteX473" fmla="*/ 9666891 w 11362354"/>
              <a:gd name="connsiteY473" fmla="*/ 322833 h 1972800"/>
              <a:gd name="connsiteX474" fmla="*/ 9668568 w 11362354"/>
              <a:gd name="connsiteY474" fmla="*/ 322833 h 1972800"/>
              <a:gd name="connsiteX475" fmla="*/ 9668568 w 11362354"/>
              <a:gd name="connsiteY475" fmla="*/ 358338 h 1972800"/>
              <a:gd name="connsiteX476" fmla="*/ 9666891 w 11362354"/>
              <a:gd name="connsiteY476" fmla="*/ 358338 h 1972800"/>
              <a:gd name="connsiteX477" fmla="*/ 9666891 w 11362354"/>
              <a:gd name="connsiteY477" fmla="*/ 358339 h 1972800"/>
              <a:gd name="connsiteX478" fmla="*/ 8611213 w 11362354"/>
              <a:gd name="connsiteY478" fmla="*/ 358339 h 1972800"/>
              <a:gd name="connsiteX479" fmla="*/ 8037009 w 11362354"/>
              <a:gd name="connsiteY479" fmla="*/ 312620 h 1972800"/>
              <a:gd name="connsiteX480" fmla="*/ 8500026 w 11362354"/>
              <a:gd name="connsiteY480" fmla="*/ 312620 h 1972800"/>
              <a:gd name="connsiteX481" fmla="*/ 8500026 w 11362354"/>
              <a:gd name="connsiteY481" fmla="*/ 322833 h 1972800"/>
              <a:gd name="connsiteX482" fmla="*/ 8501703 w 11362354"/>
              <a:gd name="connsiteY482" fmla="*/ 322833 h 1972800"/>
              <a:gd name="connsiteX483" fmla="*/ 8501703 w 11362354"/>
              <a:gd name="connsiteY483" fmla="*/ 358338 h 1972800"/>
              <a:gd name="connsiteX484" fmla="*/ 8500026 w 11362354"/>
              <a:gd name="connsiteY484" fmla="*/ 358338 h 1972800"/>
              <a:gd name="connsiteX485" fmla="*/ 8500026 w 11362354"/>
              <a:gd name="connsiteY485" fmla="*/ 358339 h 1972800"/>
              <a:gd name="connsiteX486" fmla="*/ 8037009 w 11362354"/>
              <a:gd name="connsiteY486" fmla="*/ 358339 h 1972800"/>
              <a:gd name="connsiteX487" fmla="*/ 7193139 w 11362354"/>
              <a:gd name="connsiteY487" fmla="*/ 312620 h 1972800"/>
              <a:gd name="connsiteX488" fmla="*/ 7812777 w 11362354"/>
              <a:gd name="connsiteY488" fmla="*/ 312620 h 1972800"/>
              <a:gd name="connsiteX489" fmla="*/ 7833342 w 11362354"/>
              <a:gd name="connsiteY489" fmla="*/ 357178 h 1972800"/>
              <a:gd name="connsiteX490" fmla="*/ 7833342 w 11362354"/>
              <a:gd name="connsiteY490" fmla="*/ 357314 h 1972800"/>
              <a:gd name="connsiteX491" fmla="*/ 7833816 w 11362354"/>
              <a:gd name="connsiteY491" fmla="*/ 358338 h 1972800"/>
              <a:gd name="connsiteX492" fmla="*/ 7833342 w 11362354"/>
              <a:gd name="connsiteY492" fmla="*/ 358338 h 1972800"/>
              <a:gd name="connsiteX493" fmla="*/ 7833342 w 11362354"/>
              <a:gd name="connsiteY493" fmla="*/ 358339 h 1972800"/>
              <a:gd name="connsiteX494" fmla="*/ 7193139 w 11362354"/>
              <a:gd name="connsiteY494" fmla="*/ 358339 h 1972800"/>
              <a:gd name="connsiteX495" fmla="*/ 7193139 w 11362354"/>
              <a:gd name="connsiteY495" fmla="*/ 358338 h 1972800"/>
              <a:gd name="connsiteX496" fmla="*/ 7193139 w 11362354"/>
              <a:gd name="connsiteY496" fmla="*/ 322833 h 1972800"/>
              <a:gd name="connsiteX497" fmla="*/ 6184479 w 11362354"/>
              <a:gd name="connsiteY497" fmla="*/ 312620 h 1972800"/>
              <a:gd name="connsiteX498" fmla="*/ 7080274 w 11362354"/>
              <a:gd name="connsiteY498" fmla="*/ 312620 h 1972800"/>
              <a:gd name="connsiteX499" fmla="*/ 7080274 w 11362354"/>
              <a:gd name="connsiteY499" fmla="*/ 322833 h 1972800"/>
              <a:gd name="connsiteX500" fmla="*/ 7080275 w 11362354"/>
              <a:gd name="connsiteY500" fmla="*/ 322833 h 1972800"/>
              <a:gd name="connsiteX501" fmla="*/ 7080275 w 11362354"/>
              <a:gd name="connsiteY501" fmla="*/ 358338 h 1972800"/>
              <a:gd name="connsiteX502" fmla="*/ 7080274 w 11362354"/>
              <a:gd name="connsiteY502" fmla="*/ 358338 h 1972800"/>
              <a:gd name="connsiteX503" fmla="*/ 7080274 w 11362354"/>
              <a:gd name="connsiteY503" fmla="*/ 358339 h 1972800"/>
              <a:gd name="connsiteX504" fmla="*/ 6184479 w 11362354"/>
              <a:gd name="connsiteY504" fmla="*/ 358339 h 1972800"/>
              <a:gd name="connsiteX505" fmla="*/ 5574793 w 11362354"/>
              <a:gd name="connsiteY505" fmla="*/ 312620 h 1972800"/>
              <a:gd name="connsiteX506" fmla="*/ 6073294 w 11362354"/>
              <a:gd name="connsiteY506" fmla="*/ 312620 h 1972800"/>
              <a:gd name="connsiteX507" fmla="*/ 6073294 w 11362354"/>
              <a:gd name="connsiteY507" fmla="*/ 322833 h 1972800"/>
              <a:gd name="connsiteX508" fmla="*/ 6073294 w 11362354"/>
              <a:gd name="connsiteY508" fmla="*/ 358338 h 1972800"/>
              <a:gd name="connsiteX509" fmla="*/ 6073294 w 11362354"/>
              <a:gd name="connsiteY509" fmla="*/ 358339 h 1972800"/>
              <a:gd name="connsiteX510" fmla="*/ 5574793 w 11362354"/>
              <a:gd name="connsiteY510" fmla="*/ 358339 h 1972800"/>
              <a:gd name="connsiteX511" fmla="*/ 5574793 w 11362354"/>
              <a:gd name="connsiteY511" fmla="*/ 358338 h 1972800"/>
              <a:gd name="connsiteX512" fmla="*/ 5574793 w 11362354"/>
              <a:gd name="connsiteY512" fmla="*/ 322833 h 1972800"/>
              <a:gd name="connsiteX513" fmla="*/ 4792811 w 11362354"/>
              <a:gd name="connsiteY513" fmla="*/ 312620 h 1972800"/>
              <a:gd name="connsiteX514" fmla="*/ 5291307 w 11362354"/>
              <a:gd name="connsiteY514" fmla="*/ 312620 h 1972800"/>
              <a:gd name="connsiteX515" fmla="*/ 5291307 w 11362354"/>
              <a:gd name="connsiteY515" fmla="*/ 322833 h 1972800"/>
              <a:gd name="connsiteX516" fmla="*/ 5291307 w 11362354"/>
              <a:gd name="connsiteY516" fmla="*/ 358338 h 1972800"/>
              <a:gd name="connsiteX517" fmla="*/ 5291307 w 11362354"/>
              <a:gd name="connsiteY517" fmla="*/ 358339 h 1972800"/>
              <a:gd name="connsiteX518" fmla="*/ 4792811 w 11362354"/>
              <a:gd name="connsiteY518" fmla="*/ 358339 h 1972800"/>
              <a:gd name="connsiteX519" fmla="*/ 4792811 w 11362354"/>
              <a:gd name="connsiteY519" fmla="*/ 358338 h 1972800"/>
              <a:gd name="connsiteX520" fmla="*/ 4792811 w 11362354"/>
              <a:gd name="connsiteY520" fmla="*/ 322833 h 1972800"/>
              <a:gd name="connsiteX521" fmla="*/ 2285298 w 11362354"/>
              <a:gd name="connsiteY521" fmla="*/ 312620 h 1972800"/>
              <a:gd name="connsiteX522" fmla="*/ 3183254 w 11362354"/>
              <a:gd name="connsiteY522" fmla="*/ 312620 h 1972800"/>
              <a:gd name="connsiteX523" fmla="*/ 3183254 w 11362354"/>
              <a:gd name="connsiteY523" fmla="*/ 322833 h 1972800"/>
              <a:gd name="connsiteX524" fmla="*/ 3183254 w 11362354"/>
              <a:gd name="connsiteY524" fmla="*/ 358338 h 1972800"/>
              <a:gd name="connsiteX525" fmla="*/ 3183254 w 11362354"/>
              <a:gd name="connsiteY525" fmla="*/ 358339 h 1972800"/>
              <a:gd name="connsiteX526" fmla="*/ 2285298 w 11362354"/>
              <a:gd name="connsiteY526" fmla="*/ 358339 h 1972800"/>
              <a:gd name="connsiteX527" fmla="*/ 2285298 w 11362354"/>
              <a:gd name="connsiteY527" fmla="*/ 358338 h 1972800"/>
              <a:gd name="connsiteX528" fmla="*/ 2285298 w 11362354"/>
              <a:gd name="connsiteY528" fmla="*/ 322833 h 1972800"/>
              <a:gd name="connsiteX529" fmla="*/ 985097 w 11362354"/>
              <a:gd name="connsiteY529" fmla="*/ 312620 h 1972800"/>
              <a:gd name="connsiteX530" fmla="*/ 2135110 w 11362354"/>
              <a:gd name="connsiteY530" fmla="*/ 312620 h 1972800"/>
              <a:gd name="connsiteX531" fmla="*/ 2148730 w 11362354"/>
              <a:gd name="connsiteY531" fmla="*/ 358335 h 1972800"/>
              <a:gd name="connsiteX532" fmla="*/ 2148731 w 11362354"/>
              <a:gd name="connsiteY532" fmla="*/ 358338 h 1972800"/>
              <a:gd name="connsiteX533" fmla="*/ 2148731 w 11362354"/>
              <a:gd name="connsiteY533" fmla="*/ 358339 h 1972800"/>
              <a:gd name="connsiteX534" fmla="*/ 985097 w 11362354"/>
              <a:gd name="connsiteY534" fmla="*/ 358339 h 1972800"/>
              <a:gd name="connsiteX535" fmla="*/ 985097 w 11362354"/>
              <a:gd name="connsiteY535" fmla="*/ 358338 h 1972800"/>
              <a:gd name="connsiteX536" fmla="*/ 985097 w 11362354"/>
              <a:gd name="connsiteY536" fmla="*/ 322833 h 1972800"/>
              <a:gd name="connsiteX537" fmla="*/ 0 w 11362354"/>
              <a:gd name="connsiteY537" fmla="*/ 312620 h 1972800"/>
              <a:gd name="connsiteX538" fmla="*/ 877145 w 11362354"/>
              <a:gd name="connsiteY538" fmla="*/ 312620 h 1972800"/>
              <a:gd name="connsiteX539" fmla="*/ 877145 w 11362354"/>
              <a:gd name="connsiteY539" fmla="*/ 322833 h 1972800"/>
              <a:gd name="connsiteX540" fmla="*/ 877145 w 11362354"/>
              <a:gd name="connsiteY540" fmla="*/ 358338 h 1972800"/>
              <a:gd name="connsiteX541" fmla="*/ 877145 w 11362354"/>
              <a:gd name="connsiteY541" fmla="*/ 358339 h 1972800"/>
              <a:gd name="connsiteX542" fmla="*/ 0 w 11362354"/>
              <a:gd name="connsiteY542" fmla="*/ 358339 h 1972800"/>
              <a:gd name="connsiteX543" fmla="*/ 0 w 11362354"/>
              <a:gd name="connsiteY543" fmla="*/ 358338 h 1972800"/>
              <a:gd name="connsiteX544" fmla="*/ 0 w 11362354"/>
              <a:gd name="connsiteY544" fmla="*/ 322833 h 1972800"/>
              <a:gd name="connsiteX545" fmla="*/ 3426524 w 11362354"/>
              <a:gd name="connsiteY545" fmla="*/ 311140 h 1972800"/>
              <a:gd name="connsiteX546" fmla="*/ 4541246 w 11362354"/>
              <a:gd name="connsiteY546" fmla="*/ 311140 h 1972800"/>
              <a:gd name="connsiteX547" fmla="*/ 4565836 w 11362354"/>
              <a:gd name="connsiteY547" fmla="*/ 363528 h 1972800"/>
              <a:gd name="connsiteX548" fmla="*/ 3720591 w 11362354"/>
              <a:gd name="connsiteY548" fmla="*/ 363528 h 1972800"/>
              <a:gd name="connsiteX549" fmla="*/ 3720591 w 11362354"/>
              <a:gd name="connsiteY549" fmla="*/ 361147 h 1972800"/>
              <a:gd name="connsiteX550" fmla="*/ 3403052 w 11362354"/>
              <a:gd name="connsiteY550" fmla="*/ 361147 h 1972800"/>
              <a:gd name="connsiteX551" fmla="*/ 10479636 w 11362354"/>
              <a:gd name="connsiteY551" fmla="*/ 204267 h 1972800"/>
              <a:gd name="connsiteX552" fmla="*/ 10671926 w 11362354"/>
              <a:gd name="connsiteY552" fmla="*/ 204267 h 1972800"/>
              <a:gd name="connsiteX553" fmla="*/ 11306110 w 11362354"/>
              <a:gd name="connsiteY553" fmla="*/ 204267 h 1972800"/>
              <a:gd name="connsiteX554" fmla="*/ 11306110 w 11362354"/>
              <a:gd name="connsiteY554" fmla="*/ 241250 h 1972800"/>
              <a:gd name="connsiteX555" fmla="*/ 10671926 w 11362354"/>
              <a:gd name="connsiteY555" fmla="*/ 241250 h 1972800"/>
              <a:gd name="connsiteX556" fmla="*/ 10463420 w 11362354"/>
              <a:gd name="connsiteY556" fmla="*/ 241250 h 1972800"/>
              <a:gd name="connsiteX557" fmla="*/ 9781432 w 11362354"/>
              <a:gd name="connsiteY557" fmla="*/ 203834 h 1972800"/>
              <a:gd name="connsiteX558" fmla="*/ 10286039 w 11362354"/>
              <a:gd name="connsiteY558" fmla="*/ 203834 h 1972800"/>
              <a:gd name="connsiteX559" fmla="*/ 10286039 w 11362354"/>
              <a:gd name="connsiteY559" fmla="*/ 240739 h 1972800"/>
              <a:gd name="connsiteX560" fmla="*/ 9781432 w 11362354"/>
              <a:gd name="connsiteY560" fmla="*/ 240739 h 1972800"/>
              <a:gd name="connsiteX561" fmla="*/ 8612890 w 11362354"/>
              <a:gd name="connsiteY561" fmla="*/ 203834 h 1972800"/>
              <a:gd name="connsiteX562" fmla="*/ 9668568 w 11362354"/>
              <a:gd name="connsiteY562" fmla="*/ 203834 h 1972800"/>
              <a:gd name="connsiteX563" fmla="*/ 9668568 w 11362354"/>
              <a:gd name="connsiteY563" fmla="*/ 240739 h 1972800"/>
              <a:gd name="connsiteX564" fmla="*/ 8612890 w 11362354"/>
              <a:gd name="connsiteY564" fmla="*/ 240739 h 1972800"/>
              <a:gd name="connsiteX565" fmla="*/ 8042875 w 11362354"/>
              <a:gd name="connsiteY565" fmla="*/ 203834 h 1972800"/>
              <a:gd name="connsiteX566" fmla="*/ 8501703 w 11362354"/>
              <a:gd name="connsiteY566" fmla="*/ 203834 h 1972800"/>
              <a:gd name="connsiteX567" fmla="*/ 8501703 w 11362354"/>
              <a:gd name="connsiteY567" fmla="*/ 240739 h 1972800"/>
              <a:gd name="connsiteX568" fmla="*/ 8042875 w 11362354"/>
              <a:gd name="connsiteY568" fmla="*/ 240739 h 1972800"/>
              <a:gd name="connsiteX569" fmla="*/ 7193139 w 11362354"/>
              <a:gd name="connsiteY569" fmla="*/ 203834 h 1972800"/>
              <a:gd name="connsiteX570" fmla="*/ 7762309 w 11362354"/>
              <a:gd name="connsiteY570" fmla="*/ 203834 h 1972800"/>
              <a:gd name="connsiteX571" fmla="*/ 7779389 w 11362354"/>
              <a:gd name="connsiteY571" fmla="*/ 240739 h 1972800"/>
              <a:gd name="connsiteX572" fmla="*/ 7193139 w 11362354"/>
              <a:gd name="connsiteY572" fmla="*/ 240739 h 1972800"/>
              <a:gd name="connsiteX573" fmla="*/ 6188669 w 11362354"/>
              <a:gd name="connsiteY573" fmla="*/ 203834 h 1972800"/>
              <a:gd name="connsiteX574" fmla="*/ 7080275 w 11362354"/>
              <a:gd name="connsiteY574" fmla="*/ 203834 h 1972800"/>
              <a:gd name="connsiteX575" fmla="*/ 7080275 w 11362354"/>
              <a:gd name="connsiteY575" fmla="*/ 240739 h 1972800"/>
              <a:gd name="connsiteX576" fmla="*/ 6188669 w 11362354"/>
              <a:gd name="connsiteY576" fmla="*/ 240739 h 1972800"/>
              <a:gd name="connsiteX577" fmla="*/ 5574793 w 11362354"/>
              <a:gd name="connsiteY577" fmla="*/ 203834 h 1972800"/>
              <a:gd name="connsiteX578" fmla="*/ 6073294 w 11362354"/>
              <a:gd name="connsiteY578" fmla="*/ 203834 h 1972800"/>
              <a:gd name="connsiteX579" fmla="*/ 6073294 w 11362354"/>
              <a:gd name="connsiteY579" fmla="*/ 240739 h 1972800"/>
              <a:gd name="connsiteX580" fmla="*/ 5574793 w 11362354"/>
              <a:gd name="connsiteY580" fmla="*/ 240739 h 1972800"/>
              <a:gd name="connsiteX581" fmla="*/ 4792811 w 11362354"/>
              <a:gd name="connsiteY581" fmla="*/ 203834 h 1972800"/>
              <a:gd name="connsiteX582" fmla="*/ 5291307 w 11362354"/>
              <a:gd name="connsiteY582" fmla="*/ 203834 h 1972800"/>
              <a:gd name="connsiteX583" fmla="*/ 5291307 w 11362354"/>
              <a:gd name="connsiteY583" fmla="*/ 240739 h 1972800"/>
              <a:gd name="connsiteX584" fmla="*/ 4792811 w 11362354"/>
              <a:gd name="connsiteY584" fmla="*/ 240739 h 1972800"/>
              <a:gd name="connsiteX585" fmla="*/ 2285298 w 11362354"/>
              <a:gd name="connsiteY585" fmla="*/ 203834 h 1972800"/>
              <a:gd name="connsiteX586" fmla="*/ 3183254 w 11362354"/>
              <a:gd name="connsiteY586" fmla="*/ 203834 h 1972800"/>
              <a:gd name="connsiteX587" fmla="*/ 3183254 w 11362354"/>
              <a:gd name="connsiteY587" fmla="*/ 240739 h 1972800"/>
              <a:gd name="connsiteX588" fmla="*/ 2285298 w 11362354"/>
              <a:gd name="connsiteY588" fmla="*/ 240739 h 1972800"/>
              <a:gd name="connsiteX589" fmla="*/ 985097 w 11362354"/>
              <a:gd name="connsiteY589" fmla="*/ 203834 h 1972800"/>
              <a:gd name="connsiteX590" fmla="*/ 2069184 w 11362354"/>
              <a:gd name="connsiteY590" fmla="*/ 203834 h 1972800"/>
              <a:gd name="connsiteX591" fmla="*/ 2093941 w 11362354"/>
              <a:gd name="connsiteY591" fmla="*/ 240739 h 1972800"/>
              <a:gd name="connsiteX592" fmla="*/ 985097 w 11362354"/>
              <a:gd name="connsiteY592" fmla="*/ 240739 h 1972800"/>
              <a:gd name="connsiteX593" fmla="*/ 0 w 11362354"/>
              <a:gd name="connsiteY593" fmla="*/ 203834 h 1972800"/>
              <a:gd name="connsiteX594" fmla="*/ 877145 w 11362354"/>
              <a:gd name="connsiteY594" fmla="*/ 203834 h 1972800"/>
              <a:gd name="connsiteX595" fmla="*/ 877145 w 11362354"/>
              <a:gd name="connsiteY595" fmla="*/ 240739 h 1972800"/>
              <a:gd name="connsiteX596" fmla="*/ 0 w 11362354"/>
              <a:gd name="connsiteY596" fmla="*/ 240739 h 1972800"/>
              <a:gd name="connsiteX597" fmla="*/ 3491565 w 11362354"/>
              <a:gd name="connsiteY597" fmla="*/ 203833 h 1972800"/>
              <a:gd name="connsiteX598" fmla="*/ 4473824 w 11362354"/>
              <a:gd name="connsiteY598" fmla="*/ 203833 h 1972800"/>
              <a:gd name="connsiteX599" fmla="*/ 4499119 w 11362354"/>
              <a:gd name="connsiteY599" fmla="*/ 240738 h 1972800"/>
              <a:gd name="connsiteX600" fmla="*/ 3466269 w 11362354"/>
              <a:gd name="connsiteY600" fmla="*/ 240738 h 1972800"/>
              <a:gd name="connsiteX601" fmla="*/ 3491565 w 11362354"/>
              <a:gd name="connsiteY601" fmla="*/ 203833 h 1972800"/>
              <a:gd name="connsiteX602" fmla="*/ 10550205 w 11362354"/>
              <a:gd name="connsiteY602" fmla="*/ 96959 h 1972800"/>
              <a:gd name="connsiteX603" fmla="*/ 10671926 w 11362354"/>
              <a:gd name="connsiteY603" fmla="*/ 96959 h 1972800"/>
              <a:gd name="connsiteX604" fmla="*/ 11306110 w 11362354"/>
              <a:gd name="connsiteY604" fmla="*/ 96959 h 1972800"/>
              <a:gd name="connsiteX605" fmla="*/ 11306110 w 11362354"/>
              <a:gd name="connsiteY605" fmla="*/ 121993 h 1972800"/>
              <a:gd name="connsiteX606" fmla="*/ 10671926 w 11362354"/>
              <a:gd name="connsiteY606" fmla="*/ 121993 h 1972800"/>
              <a:gd name="connsiteX607" fmla="*/ 10531544 w 11362354"/>
              <a:gd name="connsiteY607" fmla="*/ 121993 h 1972800"/>
              <a:gd name="connsiteX608" fmla="*/ 9781432 w 11362354"/>
              <a:gd name="connsiteY608" fmla="*/ 96753 h 1972800"/>
              <a:gd name="connsiteX609" fmla="*/ 10286039 w 11362354"/>
              <a:gd name="connsiteY609" fmla="*/ 96753 h 1972800"/>
              <a:gd name="connsiteX610" fmla="*/ 10286039 w 11362354"/>
              <a:gd name="connsiteY610" fmla="*/ 121735 h 1972800"/>
              <a:gd name="connsiteX611" fmla="*/ 9781432 w 11362354"/>
              <a:gd name="connsiteY611" fmla="*/ 121735 h 1972800"/>
              <a:gd name="connsiteX612" fmla="*/ 8612890 w 11362354"/>
              <a:gd name="connsiteY612" fmla="*/ 96753 h 1972800"/>
              <a:gd name="connsiteX613" fmla="*/ 9668568 w 11362354"/>
              <a:gd name="connsiteY613" fmla="*/ 96753 h 1972800"/>
              <a:gd name="connsiteX614" fmla="*/ 9668568 w 11362354"/>
              <a:gd name="connsiteY614" fmla="*/ 121735 h 1972800"/>
              <a:gd name="connsiteX615" fmla="*/ 8612890 w 11362354"/>
              <a:gd name="connsiteY615" fmla="*/ 121735 h 1972800"/>
              <a:gd name="connsiteX616" fmla="*/ 8042875 w 11362354"/>
              <a:gd name="connsiteY616" fmla="*/ 96753 h 1972800"/>
              <a:gd name="connsiteX617" fmla="*/ 8501703 w 11362354"/>
              <a:gd name="connsiteY617" fmla="*/ 96753 h 1972800"/>
              <a:gd name="connsiteX618" fmla="*/ 8501703 w 11362354"/>
              <a:gd name="connsiteY618" fmla="*/ 121735 h 1972800"/>
              <a:gd name="connsiteX619" fmla="*/ 8042875 w 11362354"/>
              <a:gd name="connsiteY619" fmla="*/ 121735 h 1972800"/>
              <a:gd name="connsiteX620" fmla="*/ 7193139 w 11362354"/>
              <a:gd name="connsiteY620" fmla="*/ 96753 h 1972800"/>
              <a:gd name="connsiteX621" fmla="*/ 7712749 w 11362354"/>
              <a:gd name="connsiteY621" fmla="*/ 96753 h 1972800"/>
              <a:gd name="connsiteX622" fmla="*/ 7724312 w 11362354"/>
              <a:gd name="connsiteY622" fmla="*/ 121735 h 1972800"/>
              <a:gd name="connsiteX623" fmla="*/ 7193139 w 11362354"/>
              <a:gd name="connsiteY623" fmla="*/ 121735 h 1972800"/>
              <a:gd name="connsiteX624" fmla="*/ 6188669 w 11362354"/>
              <a:gd name="connsiteY624" fmla="*/ 96753 h 1972800"/>
              <a:gd name="connsiteX625" fmla="*/ 7080275 w 11362354"/>
              <a:gd name="connsiteY625" fmla="*/ 96753 h 1972800"/>
              <a:gd name="connsiteX626" fmla="*/ 7080275 w 11362354"/>
              <a:gd name="connsiteY626" fmla="*/ 121735 h 1972800"/>
              <a:gd name="connsiteX627" fmla="*/ 6188669 w 11362354"/>
              <a:gd name="connsiteY627" fmla="*/ 121735 h 1972800"/>
              <a:gd name="connsiteX628" fmla="*/ 5574793 w 11362354"/>
              <a:gd name="connsiteY628" fmla="*/ 96753 h 1972800"/>
              <a:gd name="connsiteX629" fmla="*/ 6073294 w 11362354"/>
              <a:gd name="connsiteY629" fmla="*/ 96753 h 1972800"/>
              <a:gd name="connsiteX630" fmla="*/ 6073294 w 11362354"/>
              <a:gd name="connsiteY630" fmla="*/ 121735 h 1972800"/>
              <a:gd name="connsiteX631" fmla="*/ 5574793 w 11362354"/>
              <a:gd name="connsiteY631" fmla="*/ 121735 h 1972800"/>
              <a:gd name="connsiteX632" fmla="*/ 4792811 w 11362354"/>
              <a:gd name="connsiteY632" fmla="*/ 96753 h 1972800"/>
              <a:gd name="connsiteX633" fmla="*/ 5291307 w 11362354"/>
              <a:gd name="connsiteY633" fmla="*/ 96753 h 1972800"/>
              <a:gd name="connsiteX634" fmla="*/ 5291307 w 11362354"/>
              <a:gd name="connsiteY634" fmla="*/ 121735 h 1972800"/>
              <a:gd name="connsiteX635" fmla="*/ 4792811 w 11362354"/>
              <a:gd name="connsiteY635" fmla="*/ 121735 h 1972800"/>
              <a:gd name="connsiteX636" fmla="*/ 2285298 w 11362354"/>
              <a:gd name="connsiteY636" fmla="*/ 96753 h 1972800"/>
              <a:gd name="connsiteX637" fmla="*/ 3183254 w 11362354"/>
              <a:gd name="connsiteY637" fmla="*/ 96753 h 1972800"/>
              <a:gd name="connsiteX638" fmla="*/ 3183254 w 11362354"/>
              <a:gd name="connsiteY638" fmla="*/ 121735 h 1972800"/>
              <a:gd name="connsiteX639" fmla="*/ 2285298 w 11362354"/>
              <a:gd name="connsiteY639" fmla="*/ 121735 h 1972800"/>
              <a:gd name="connsiteX640" fmla="*/ 985097 w 11362354"/>
              <a:gd name="connsiteY640" fmla="*/ 96753 h 1972800"/>
              <a:gd name="connsiteX641" fmla="*/ 1978552 w 11362354"/>
              <a:gd name="connsiteY641" fmla="*/ 96753 h 1972800"/>
              <a:gd name="connsiteX642" fmla="*/ 2002599 w 11362354"/>
              <a:gd name="connsiteY642" fmla="*/ 121735 h 1972800"/>
              <a:gd name="connsiteX643" fmla="*/ 985097 w 11362354"/>
              <a:gd name="connsiteY643" fmla="*/ 121735 h 1972800"/>
              <a:gd name="connsiteX644" fmla="*/ 0 w 11362354"/>
              <a:gd name="connsiteY644" fmla="*/ 96753 h 1972800"/>
              <a:gd name="connsiteX645" fmla="*/ 877145 w 11362354"/>
              <a:gd name="connsiteY645" fmla="*/ 96753 h 1972800"/>
              <a:gd name="connsiteX646" fmla="*/ 877145 w 11362354"/>
              <a:gd name="connsiteY646" fmla="*/ 121735 h 1972800"/>
              <a:gd name="connsiteX647" fmla="*/ 0 w 11362354"/>
              <a:gd name="connsiteY647" fmla="*/ 121735 h 1972800"/>
              <a:gd name="connsiteX648" fmla="*/ 3581580 w 11362354"/>
              <a:gd name="connsiteY648" fmla="*/ 96752 h 1972800"/>
              <a:gd name="connsiteX649" fmla="*/ 4383809 w 11362354"/>
              <a:gd name="connsiteY649" fmla="*/ 96752 h 1972800"/>
              <a:gd name="connsiteX650" fmla="*/ 4407456 w 11362354"/>
              <a:gd name="connsiteY650" fmla="*/ 121734 h 1972800"/>
              <a:gd name="connsiteX651" fmla="*/ 3557933 w 11362354"/>
              <a:gd name="connsiteY651" fmla="*/ 121734 h 1972800"/>
              <a:gd name="connsiteX652" fmla="*/ 3581580 w 11362354"/>
              <a:gd name="connsiteY652" fmla="*/ 96752 h 1972800"/>
              <a:gd name="connsiteX653" fmla="*/ 10683999 w 11362354"/>
              <a:gd name="connsiteY653" fmla="*/ 1 h 1972800"/>
              <a:gd name="connsiteX654" fmla="*/ 10743787 w 11362354"/>
              <a:gd name="connsiteY654" fmla="*/ 1 h 1972800"/>
              <a:gd name="connsiteX655" fmla="*/ 10800434 w 11362354"/>
              <a:gd name="connsiteY655" fmla="*/ 2849 h 1972800"/>
              <a:gd name="connsiteX656" fmla="*/ 10800434 w 11362354"/>
              <a:gd name="connsiteY656" fmla="*/ 1 h 1972800"/>
              <a:gd name="connsiteX657" fmla="*/ 11306110 w 11362354"/>
              <a:gd name="connsiteY657" fmla="*/ 1 h 1972800"/>
              <a:gd name="connsiteX658" fmla="*/ 11306110 w 11362354"/>
              <a:gd name="connsiteY658" fmla="*/ 14690 h 1972800"/>
              <a:gd name="connsiteX659" fmla="*/ 10671926 w 11362354"/>
              <a:gd name="connsiteY659" fmla="*/ 14690 h 1972800"/>
              <a:gd name="connsiteX660" fmla="*/ 10634292 w 11362354"/>
              <a:gd name="connsiteY660" fmla="*/ 14690 h 1972800"/>
              <a:gd name="connsiteX661" fmla="*/ 10646512 w 11362354"/>
              <a:gd name="connsiteY661" fmla="*/ 4251 h 1972800"/>
              <a:gd name="connsiteX662" fmla="*/ 10646512 w 11362354"/>
              <a:gd name="connsiteY662" fmla="*/ 2687 h 1972800"/>
              <a:gd name="connsiteX663" fmla="*/ 10671926 w 11362354"/>
              <a:gd name="connsiteY663" fmla="*/ 1221 h 1972800"/>
              <a:gd name="connsiteX664" fmla="*/ 10671926 w 11362354"/>
              <a:gd name="connsiteY664" fmla="*/ 697 h 1972800"/>
              <a:gd name="connsiteX665" fmla="*/ 9781432 w 11362354"/>
              <a:gd name="connsiteY665" fmla="*/ 1 h 1972800"/>
              <a:gd name="connsiteX666" fmla="*/ 10286039 w 11362354"/>
              <a:gd name="connsiteY666" fmla="*/ 1 h 1972800"/>
              <a:gd name="connsiteX667" fmla="*/ 10286039 w 11362354"/>
              <a:gd name="connsiteY667" fmla="*/ 14659 h 1972800"/>
              <a:gd name="connsiteX668" fmla="*/ 9781432 w 11362354"/>
              <a:gd name="connsiteY668" fmla="*/ 14659 h 1972800"/>
              <a:gd name="connsiteX669" fmla="*/ 8612890 w 11362354"/>
              <a:gd name="connsiteY669" fmla="*/ 1 h 1972800"/>
              <a:gd name="connsiteX670" fmla="*/ 9668568 w 11362354"/>
              <a:gd name="connsiteY670" fmla="*/ 1 h 1972800"/>
              <a:gd name="connsiteX671" fmla="*/ 9668568 w 11362354"/>
              <a:gd name="connsiteY671" fmla="*/ 14659 h 1972800"/>
              <a:gd name="connsiteX672" fmla="*/ 8612890 w 11362354"/>
              <a:gd name="connsiteY672" fmla="*/ 14659 h 1972800"/>
              <a:gd name="connsiteX673" fmla="*/ 8042875 w 11362354"/>
              <a:gd name="connsiteY673" fmla="*/ 1 h 1972800"/>
              <a:gd name="connsiteX674" fmla="*/ 8501703 w 11362354"/>
              <a:gd name="connsiteY674" fmla="*/ 1 h 1972800"/>
              <a:gd name="connsiteX675" fmla="*/ 8501703 w 11362354"/>
              <a:gd name="connsiteY675" fmla="*/ 14659 h 1972800"/>
              <a:gd name="connsiteX676" fmla="*/ 8042875 w 11362354"/>
              <a:gd name="connsiteY676" fmla="*/ 14659 h 1972800"/>
              <a:gd name="connsiteX677" fmla="*/ 7193139 w 11362354"/>
              <a:gd name="connsiteY677" fmla="*/ 1 h 1972800"/>
              <a:gd name="connsiteX678" fmla="*/ 7667970 w 11362354"/>
              <a:gd name="connsiteY678" fmla="*/ 1 h 1972800"/>
              <a:gd name="connsiteX679" fmla="*/ 7674758 w 11362354"/>
              <a:gd name="connsiteY679" fmla="*/ 14659 h 1972800"/>
              <a:gd name="connsiteX680" fmla="*/ 7193139 w 11362354"/>
              <a:gd name="connsiteY680" fmla="*/ 14659 h 1972800"/>
              <a:gd name="connsiteX681" fmla="*/ 6188669 w 11362354"/>
              <a:gd name="connsiteY681" fmla="*/ 1 h 1972800"/>
              <a:gd name="connsiteX682" fmla="*/ 7080275 w 11362354"/>
              <a:gd name="connsiteY682" fmla="*/ 1 h 1972800"/>
              <a:gd name="connsiteX683" fmla="*/ 7080275 w 11362354"/>
              <a:gd name="connsiteY683" fmla="*/ 14659 h 1972800"/>
              <a:gd name="connsiteX684" fmla="*/ 6188669 w 11362354"/>
              <a:gd name="connsiteY684" fmla="*/ 14659 h 1972800"/>
              <a:gd name="connsiteX685" fmla="*/ 5574793 w 11362354"/>
              <a:gd name="connsiteY685" fmla="*/ 1 h 1972800"/>
              <a:gd name="connsiteX686" fmla="*/ 6073294 w 11362354"/>
              <a:gd name="connsiteY686" fmla="*/ 1 h 1972800"/>
              <a:gd name="connsiteX687" fmla="*/ 6073294 w 11362354"/>
              <a:gd name="connsiteY687" fmla="*/ 14659 h 1972800"/>
              <a:gd name="connsiteX688" fmla="*/ 5574793 w 11362354"/>
              <a:gd name="connsiteY688" fmla="*/ 14659 h 1972800"/>
              <a:gd name="connsiteX689" fmla="*/ 4792811 w 11362354"/>
              <a:gd name="connsiteY689" fmla="*/ 1 h 1972800"/>
              <a:gd name="connsiteX690" fmla="*/ 5291307 w 11362354"/>
              <a:gd name="connsiteY690" fmla="*/ 1 h 1972800"/>
              <a:gd name="connsiteX691" fmla="*/ 5291307 w 11362354"/>
              <a:gd name="connsiteY691" fmla="*/ 14659 h 1972800"/>
              <a:gd name="connsiteX692" fmla="*/ 4792811 w 11362354"/>
              <a:gd name="connsiteY692" fmla="*/ 14659 h 1972800"/>
              <a:gd name="connsiteX693" fmla="*/ 2285298 w 11362354"/>
              <a:gd name="connsiteY693" fmla="*/ 1 h 1972800"/>
              <a:gd name="connsiteX694" fmla="*/ 3183254 w 11362354"/>
              <a:gd name="connsiteY694" fmla="*/ 1 h 1972800"/>
              <a:gd name="connsiteX695" fmla="*/ 3183254 w 11362354"/>
              <a:gd name="connsiteY695" fmla="*/ 14659 h 1972800"/>
              <a:gd name="connsiteX696" fmla="*/ 2285298 w 11362354"/>
              <a:gd name="connsiteY696" fmla="*/ 14659 h 1972800"/>
              <a:gd name="connsiteX697" fmla="*/ 985097 w 11362354"/>
              <a:gd name="connsiteY697" fmla="*/ 1 h 1972800"/>
              <a:gd name="connsiteX698" fmla="*/ 1846470 w 11362354"/>
              <a:gd name="connsiteY698" fmla="*/ 1 h 1972800"/>
              <a:gd name="connsiteX699" fmla="*/ 1869376 w 11362354"/>
              <a:gd name="connsiteY699" fmla="*/ 14659 h 1972800"/>
              <a:gd name="connsiteX700" fmla="*/ 985097 w 11362354"/>
              <a:gd name="connsiteY700" fmla="*/ 14659 h 1972800"/>
              <a:gd name="connsiteX701" fmla="*/ 0 w 11362354"/>
              <a:gd name="connsiteY701" fmla="*/ 1 h 1972800"/>
              <a:gd name="connsiteX702" fmla="*/ 877145 w 11362354"/>
              <a:gd name="connsiteY702" fmla="*/ 1 h 1972800"/>
              <a:gd name="connsiteX703" fmla="*/ 877145 w 11362354"/>
              <a:gd name="connsiteY703" fmla="*/ 14659 h 1972800"/>
              <a:gd name="connsiteX704" fmla="*/ 0 w 11362354"/>
              <a:gd name="connsiteY704" fmla="*/ 14659 h 1972800"/>
              <a:gd name="connsiteX705" fmla="*/ 3702830 w 11362354"/>
              <a:gd name="connsiteY705" fmla="*/ 0 h 1972800"/>
              <a:gd name="connsiteX706" fmla="*/ 4262563 w 11362354"/>
              <a:gd name="connsiteY706" fmla="*/ 0 h 1972800"/>
              <a:gd name="connsiteX707" fmla="*/ 4284257 w 11362354"/>
              <a:gd name="connsiteY707" fmla="*/ 14658 h 1972800"/>
              <a:gd name="connsiteX708" fmla="*/ 3681132 w 11362354"/>
              <a:gd name="connsiteY708" fmla="*/ 14658 h 1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</a:cxnLst>
            <a:rect l="l" t="t" r="r" b="b"/>
            <a:pathLst>
              <a:path w="11362354" h="1972800">
                <a:moveTo>
                  <a:pt x="4196821" y="1846406"/>
                </a:moveTo>
                <a:lnTo>
                  <a:pt x="4515841" y="1846406"/>
                </a:lnTo>
                <a:lnTo>
                  <a:pt x="4302401" y="1972800"/>
                </a:lnTo>
                <a:lnTo>
                  <a:pt x="4276590" y="1972800"/>
                </a:lnTo>
                <a:close/>
                <a:moveTo>
                  <a:pt x="10408772" y="1547682"/>
                </a:moveTo>
                <a:lnTo>
                  <a:pt x="11236685" y="1547682"/>
                </a:lnTo>
                <a:cubicBezTo>
                  <a:pt x="11178355" y="1621090"/>
                  <a:pt x="11101638" y="1688425"/>
                  <a:pt x="11013744" y="1726479"/>
                </a:cubicBezTo>
                <a:cubicBezTo>
                  <a:pt x="10916839" y="1760403"/>
                  <a:pt x="10802883" y="1780105"/>
                  <a:pt x="10702056" y="1776200"/>
                </a:cubicBezTo>
                <a:cubicBezTo>
                  <a:pt x="10601227" y="1772294"/>
                  <a:pt x="10494409" y="1740125"/>
                  <a:pt x="10408772" y="1703049"/>
                </a:cubicBezTo>
                <a:close/>
                <a:moveTo>
                  <a:pt x="9781432" y="1544408"/>
                </a:moveTo>
                <a:lnTo>
                  <a:pt x="10286039" y="1544408"/>
                </a:lnTo>
                <a:lnTo>
                  <a:pt x="10286039" y="1763438"/>
                </a:lnTo>
                <a:lnTo>
                  <a:pt x="9781432" y="1763438"/>
                </a:lnTo>
                <a:close/>
                <a:moveTo>
                  <a:pt x="8877431" y="1544408"/>
                </a:moveTo>
                <a:lnTo>
                  <a:pt x="9382033" y="1544408"/>
                </a:lnTo>
                <a:lnTo>
                  <a:pt x="9382033" y="1763438"/>
                </a:lnTo>
                <a:lnTo>
                  <a:pt x="8877431" y="1763438"/>
                </a:lnTo>
                <a:close/>
                <a:moveTo>
                  <a:pt x="7955283" y="1544408"/>
                </a:moveTo>
                <a:lnTo>
                  <a:pt x="8501703" y="1544408"/>
                </a:lnTo>
                <a:lnTo>
                  <a:pt x="8501703" y="1763438"/>
                </a:lnTo>
                <a:lnTo>
                  <a:pt x="8046371" y="1763438"/>
                </a:lnTo>
                <a:close/>
                <a:moveTo>
                  <a:pt x="7193139" y="1544408"/>
                </a:moveTo>
                <a:lnTo>
                  <a:pt x="7648159" y="1544408"/>
                </a:lnTo>
                <a:lnTo>
                  <a:pt x="7648159" y="1763438"/>
                </a:lnTo>
                <a:lnTo>
                  <a:pt x="7193139" y="1763438"/>
                </a:lnTo>
                <a:close/>
                <a:moveTo>
                  <a:pt x="6188669" y="1544408"/>
                </a:moveTo>
                <a:lnTo>
                  <a:pt x="7080275" y="1544408"/>
                </a:lnTo>
                <a:lnTo>
                  <a:pt x="7080275" y="1763438"/>
                </a:lnTo>
                <a:lnTo>
                  <a:pt x="6188669" y="1763438"/>
                </a:lnTo>
                <a:close/>
                <a:moveTo>
                  <a:pt x="4886266" y="1544408"/>
                </a:moveTo>
                <a:lnTo>
                  <a:pt x="5979839" y="1544408"/>
                </a:lnTo>
                <a:cubicBezTo>
                  <a:pt x="5886803" y="1676927"/>
                  <a:pt x="5732198" y="1763438"/>
                  <a:pt x="5557257" y="1763438"/>
                </a:cubicBezTo>
                <a:lnTo>
                  <a:pt x="5308843" y="1763438"/>
                </a:lnTo>
                <a:cubicBezTo>
                  <a:pt x="5133911" y="1763438"/>
                  <a:pt x="4979301" y="1676927"/>
                  <a:pt x="4886266" y="1544408"/>
                </a:cubicBezTo>
                <a:close/>
                <a:moveTo>
                  <a:pt x="2285298" y="1544408"/>
                </a:moveTo>
                <a:lnTo>
                  <a:pt x="3183254" y="1544408"/>
                </a:lnTo>
                <a:lnTo>
                  <a:pt x="3183254" y="1763438"/>
                </a:lnTo>
                <a:lnTo>
                  <a:pt x="2285298" y="1763438"/>
                </a:lnTo>
                <a:close/>
                <a:moveTo>
                  <a:pt x="1699767" y="1544408"/>
                </a:moveTo>
                <a:lnTo>
                  <a:pt x="2161050" y="1544408"/>
                </a:lnTo>
                <a:lnTo>
                  <a:pt x="2265828" y="1763438"/>
                </a:lnTo>
                <a:lnTo>
                  <a:pt x="1796468" y="1763438"/>
                </a:lnTo>
                <a:close/>
                <a:moveTo>
                  <a:pt x="985097" y="1544408"/>
                </a:moveTo>
                <a:lnTo>
                  <a:pt x="1468672" y="1544408"/>
                </a:lnTo>
                <a:lnTo>
                  <a:pt x="1468672" y="1763438"/>
                </a:lnTo>
                <a:lnTo>
                  <a:pt x="985097" y="1763438"/>
                </a:lnTo>
                <a:close/>
                <a:moveTo>
                  <a:pt x="0" y="1544408"/>
                </a:moveTo>
                <a:lnTo>
                  <a:pt x="506025" y="1544408"/>
                </a:lnTo>
                <a:lnTo>
                  <a:pt x="506025" y="1763438"/>
                </a:lnTo>
                <a:lnTo>
                  <a:pt x="498505" y="1763438"/>
                </a:lnTo>
                <a:lnTo>
                  <a:pt x="7520" y="1763438"/>
                </a:lnTo>
                <a:lnTo>
                  <a:pt x="0" y="1763438"/>
                </a:lnTo>
                <a:close/>
                <a:moveTo>
                  <a:pt x="3478763" y="1544407"/>
                </a:moveTo>
                <a:lnTo>
                  <a:pt x="4486152" y="1544407"/>
                </a:lnTo>
                <a:cubicBezTo>
                  <a:pt x="4484148" y="1548197"/>
                  <a:pt x="4481735" y="1551706"/>
                  <a:pt x="4479313" y="1555187"/>
                </a:cubicBezTo>
                <a:lnTo>
                  <a:pt x="4654042" y="1763437"/>
                </a:lnTo>
                <a:lnTo>
                  <a:pt x="3697470" y="1763437"/>
                </a:lnTo>
                <a:cubicBezTo>
                  <a:pt x="3614316" y="1711031"/>
                  <a:pt x="3539996" y="1636273"/>
                  <a:pt x="3478763" y="1544407"/>
                </a:cubicBezTo>
                <a:close/>
                <a:moveTo>
                  <a:pt x="10408772" y="1290902"/>
                </a:moveTo>
                <a:lnTo>
                  <a:pt x="10568570" y="1290902"/>
                </a:lnTo>
                <a:cubicBezTo>
                  <a:pt x="10577470" y="1298557"/>
                  <a:pt x="10581828" y="1306214"/>
                  <a:pt x="10590729" y="1313870"/>
                </a:cubicBezTo>
                <a:cubicBezTo>
                  <a:pt x="10620545" y="1348521"/>
                  <a:pt x="10677153" y="1369391"/>
                  <a:pt x="10721250" y="1365562"/>
                </a:cubicBezTo>
                <a:cubicBezTo>
                  <a:pt x="10765348" y="1361734"/>
                  <a:pt x="10826744" y="1338516"/>
                  <a:pt x="10855315" y="1290902"/>
                </a:cubicBezTo>
                <a:lnTo>
                  <a:pt x="11214890" y="1290902"/>
                </a:lnTo>
                <a:lnTo>
                  <a:pt x="11346112" y="1290902"/>
                </a:lnTo>
                <a:cubicBezTo>
                  <a:pt x="11334622" y="1353431"/>
                  <a:pt x="11312604" y="1412394"/>
                  <a:pt x="11280882" y="1465414"/>
                </a:cubicBezTo>
                <a:lnTo>
                  <a:pt x="11214890" y="1465414"/>
                </a:lnTo>
                <a:lnTo>
                  <a:pt x="10408772" y="1465414"/>
                </a:lnTo>
                <a:close/>
                <a:moveTo>
                  <a:pt x="3354588" y="1288169"/>
                </a:moveTo>
                <a:lnTo>
                  <a:pt x="3891084" y="1288169"/>
                </a:lnTo>
                <a:cubicBezTo>
                  <a:pt x="3918715" y="1317171"/>
                  <a:pt x="3949853" y="1333215"/>
                  <a:pt x="3982693" y="1333215"/>
                </a:cubicBezTo>
                <a:cubicBezTo>
                  <a:pt x="4015535" y="1333215"/>
                  <a:pt x="4046674" y="1317171"/>
                  <a:pt x="4074304" y="1288169"/>
                </a:cubicBezTo>
                <a:lnTo>
                  <a:pt x="4610046" y="1288169"/>
                </a:lnTo>
                <a:cubicBezTo>
                  <a:pt x="4590290" y="1350350"/>
                  <a:pt x="4565183" y="1408715"/>
                  <a:pt x="4535426" y="1462313"/>
                </a:cubicBezTo>
                <a:lnTo>
                  <a:pt x="3429061" y="1462313"/>
                </a:lnTo>
                <a:cubicBezTo>
                  <a:pt x="3399902" y="1408452"/>
                  <a:pt x="3374896" y="1350106"/>
                  <a:pt x="3354588" y="1288169"/>
                </a:cubicBezTo>
                <a:close/>
                <a:moveTo>
                  <a:pt x="9781432" y="1288165"/>
                </a:moveTo>
                <a:lnTo>
                  <a:pt x="10286039" y="1288165"/>
                </a:lnTo>
                <a:lnTo>
                  <a:pt x="10286039" y="1462314"/>
                </a:lnTo>
                <a:lnTo>
                  <a:pt x="9781432" y="1462314"/>
                </a:lnTo>
                <a:close/>
                <a:moveTo>
                  <a:pt x="8877431" y="1288165"/>
                </a:moveTo>
                <a:lnTo>
                  <a:pt x="9382033" y="1288165"/>
                </a:lnTo>
                <a:lnTo>
                  <a:pt x="9382033" y="1462314"/>
                </a:lnTo>
                <a:lnTo>
                  <a:pt x="8877431" y="1462314"/>
                </a:lnTo>
                <a:close/>
                <a:moveTo>
                  <a:pt x="7848731" y="1288165"/>
                </a:moveTo>
                <a:lnTo>
                  <a:pt x="8501703" y="1288165"/>
                </a:lnTo>
                <a:lnTo>
                  <a:pt x="8501703" y="1462314"/>
                </a:lnTo>
                <a:lnTo>
                  <a:pt x="7921150" y="1462314"/>
                </a:lnTo>
                <a:close/>
                <a:moveTo>
                  <a:pt x="7193139" y="1288165"/>
                </a:moveTo>
                <a:lnTo>
                  <a:pt x="7648159" y="1288165"/>
                </a:lnTo>
                <a:lnTo>
                  <a:pt x="7648159" y="1462314"/>
                </a:lnTo>
                <a:lnTo>
                  <a:pt x="7193139" y="1462314"/>
                </a:lnTo>
                <a:close/>
                <a:moveTo>
                  <a:pt x="6188669" y="1288165"/>
                </a:moveTo>
                <a:lnTo>
                  <a:pt x="6674501" y="1288165"/>
                </a:lnTo>
                <a:lnTo>
                  <a:pt x="6674501" y="1351991"/>
                </a:lnTo>
                <a:lnTo>
                  <a:pt x="7080275" y="1351991"/>
                </a:lnTo>
                <a:lnTo>
                  <a:pt x="7080275" y="1462314"/>
                </a:lnTo>
                <a:lnTo>
                  <a:pt x="6188669" y="1462314"/>
                </a:lnTo>
                <a:close/>
                <a:moveTo>
                  <a:pt x="4794722" y="1288165"/>
                </a:moveTo>
                <a:lnTo>
                  <a:pt x="5308313" y="1288165"/>
                </a:lnTo>
                <a:cubicBezTo>
                  <a:pt x="5331518" y="1333078"/>
                  <a:pt x="5378715" y="1363467"/>
                  <a:pt x="5433050" y="1363467"/>
                </a:cubicBezTo>
                <a:cubicBezTo>
                  <a:pt x="5487389" y="1363467"/>
                  <a:pt x="5534582" y="1333078"/>
                  <a:pt x="5557791" y="1288165"/>
                </a:cubicBezTo>
                <a:lnTo>
                  <a:pt x="6071387" y="1288165"/>
                </a:lnTo>
                <a:cubicBezTo>
                  <a:pt x="6067418" y="1349988"/>
                  <a:pt x="6051903" y="1408730"/>
                  <a:pt x="6026879" y="1462314"/>
                </a:cubicBezTo>
                <a:lnTo>
                  <a:pt x="4839225" y="1462314"/>
                </a:lnTo>
                <a:cubicBezTo>
                  <a:pt x="4814201" y="1408730"/>
                  <a:pt x="4798682" y="1349988"/>
                  <a:pt x="4794722" y="1288165"/>
                </a:cubicBezTo>
                <a:close/>
                <a:moveTo>
                  <a:pt x="2285298" y="1288165"/>
                </a:moveTo>
                <a:lnTo>
                  <a:pt x="2771132" y="1288165"/>
                </a:lnTo>
                <a:lnTo>
                  <a:pt x="2771132" y="1351991"/>
                </a:lnTo>
                <a:lnTo>
                  <a:pt x="3183254" y="1351991"/>
                </a:lnTo>
                <a:lnTo>
                  <a:pt x="3183254" y="1462314"/>
                </a:lnTo>
                <a:lnTo>
                  <a:pt x="2285298" y="1462314"/>
                </a:lnTo>
                <a:close/>
                <a:moveTo>
                  <a:pt x="1586644" y="1288165"/>
                </a:moveTo>
                <a:lnTo>
                  <a:pt x="2038472" y="1288165"/>
                </a:lnTo>
                <a:lnTo>
                  <a:pt x="2121783" y="1462314"/>
                </a:lnTo>
                <a:lnTo>
                  <a:pt x="1663530" y="1462314"/>
                </a:lnTo>
                <a:close/>
                <a:moveTo>
                  <a:pt x="985097" y="1288165"/>
                </a:moveTo>
                <a:lnTo>
                  <a:pt x="1468672" y="1288165"/>
                </a:lnTo>
                <a:lnTo>
                  <a:pt x="1468672" y="1462314"/>
                </a:lnTo>
                <a:lnTo>
                  <a:pt x="985097" y="1462314"/>
                </a:lnTo>
                <a:close/>
                <a:moveTo>
                  <a:pt x="0" y="1288165"/>
                </a:moveTo>
                <a:lnTo>
                  <a:pt x="506025" y="1288165"/>
                </a:lnTo>
                <a:lnTo>
                  <a:pt x="506025" y="1462314"/>
                </a:lnTo>
                <a:lnTo>
                  <a:pt x="0" y="1462314"/>
                </a:lnTo>
                <a:close/>
                <a:moveTo>
                  <a:pt x="10408772" y="1157361"/>
                </a:moveTo>
                <a:lnTo>
                  <a:pt x="10468381" y="1208632"/>
                </a:lnTo>
                <a:lnTo>
                  <a:pt x="10408772" y="1208632"/>
                </a:lnTo>
                <a:close/>
                <a:moveTo>
                  <a:pt x="10816942" y="1078164"/>
                </a:moveTo>
                <a:lnTo>
                  <a:pt x="11358000" y="1078164"/>
                </a:lnTo>
                <a:cubicBezTo>
                  <a:pt x="11367192" y="1149515"/>
                  <a:pt x="11358946" y="1186888"/>
                  <a:pt x="11359134" y="1208632"/>
                </a:cubicBezTo>
                <a:lnTo>
                  <a:pt x="11359134" y="1208633"/>
                </a:lnTo>
                <a:lnTo>
                  <a:pt x="10871056" y="1208633"/>
                </a:lnTo>
                <a:cubicBezTo>
                  <a:pt x="10871350" y="1207645"/>
                  <a:pt x="10871355" y="1206649"/>
                  <a:pt x="10871355" y="1205652"/>
                </a:cubicBezTo>
                <a:cubicBezTo>
                  <a:pt x="10871355" y="1153657"/>
                  <a:pt x="10847076" y="1107297"/>
                  <a:pt x="10808382" y="1078165"/>
                </a:cubicBezTo>
                <a:lnTo>
                  <a:pt x="10816943" y="1078165"/>
                </a:lnTo>
                <a:close/>
                <a:moveTo>
                  <a:pt x="9781432" y="1075882"/>
                </a:moveTo>
                <a:lnTo>
                  <a:pt x="10286039" y="1075882"/>
                </a:lnTo>
                <a:lnTo>
                  <a:pt x="10286039" y="1206076"/>
                </a:lnTo>
                <a:lnTo>
                  <a:pt x="9781432" y="1206076"/>
                </a:lnTo>
                <a:close/>
                <a:moveTo>
                  <a:pt x="8877431" y="1075882"/>
                </a:moveTo>
                <a:lnTo>
                  <a:pt x="9382033" y="1075882"/>
                </a:lnTo>
                <a:lnTo>
                  <a:pt x="9382033" y="1206076"/>
                </a:lnTo>
                <a:lnTo>
                  <a:pt x="8877431" y="1206076"/>
                </a:lnTo>
                <a:close/>
                <a:moveTo>
                  <a:pt x="7760453" y="1075882"/>
                </a:moveTo>
                <a:lnTo>
                  <a:pt x="8501703" y="1075882"/>
                </a:lnTo>
                <a:lnTo>
                  <a:pt x="8501703" y="1206076"/>
                </a:lnTo>
                <a:lnTo>
                  <a:pt x="7814594" y="1206076"/>
                </a:lnTo>
                <a:close/>
                <a:moveTo>
                  <a:pt x="7193139" y="1075882"/>
                </a:moveTo>
                <a:lnTo>
                  <a:pt x="7648159" y="1075882"/>
                </a:lnTo>
                <a:lnTo>
                  <a:pt x="7648159" y="1206076"/>
                </a:lnTo>
                <a:lnTo>
                  <a:pt x="7193139" y="1206076"/>
                </a:lnTo>
                <a:close/>
                <a:moveTo>
                  <a:pt x="6188669" y="1075882"/>
                </a:moveTo>
                <a:lnTo>
                  <a:pt x="6674501" y="1075882"/>
                </a:lnTo>
                <a:lnTo>
                  <a:pt x="6674501" y="1206076"/>
                </a:lnTo>
                <a:lnTo>
                  <a:pt x="6188669" y="1206076"/>
                </a:lnTo>
                <a:close/>
                <a:moveTo>
                  <a:pt x="5574793" y="1075882"/>
                </a:moveTo>
                <a:lnTo>
                  <a:pt x="6073294" y="1075882"/>
                </a:lnTo>
                <a:lnTo>
                  <a:pt x="6073294" y="1206076"/>
                </a:lnTo>
                <a:lnTo>
                  <a:pt x="5574793" y="1206076"/>
                </a:lnTo>
                <a:close/>
                <a:moveTo>
                  <a:pt x="4792811" y="1075882"/>
                </a:moveTo>
                <a:lnTo>
                  <a:pt x="5291307" y="1075882"/>
                </a:lnTo>
                <a:lnTo>
                  <a:pt x="5291307" y="1206076"/>
                </a:lnTo>
                <a:lnTo>
                  <a:pt x="4792811" y="1206076"/>
                </a:lnTo>
                <a:close/>
                <a:moveTo>
                  <a:pt x="2285298" y="1075882"/>
                </a:moveTo>
                <a:lnTo>
                  <a:pt x="2771132" y="1075882"/>
                </a:lnTo>
                <a:lnTo>
                  <a:pt x="2771132" y="1206076"/>
                </a:lnTo>
                <a:lnTo>
                  <a:pt x="2285298" y="1206076"/>
                </a:lnTo>
                <a:close/>
                <a:moveTo>
                  <a:pt x="1492927" y="1075882"/>
                </a:moveTo>
                <a:lnTo>
                  <a:pt x="1945589" y="1075882"/>
                </a:lnTo>
                <a:cubicBezTo>
                  <a:pt x="1944041" y="1077590"/>
                  <a:pt x="1942273" y="1079022"/>
                  <a:pt x="1940491" y="1080455"/>
                </a:cubicBezTo>
                <a:lnTo>
                  <a:pt x="1939110" y="1080455"/>
                </a:lnTo>
                <a:lnTo>
                  <a:pt x="1939524" y="1081320"/>
                </a:lnTo>
                <a:cubicBezTo>
                  <a:pt x="1939165" y="1081707"/>
                  <a:pt x="1938755" y="1082034"/>
                  <a:pt x="1938345" y="1082361"/>
                </a:cubicBezTo>
                <a:lnTo>
                  <a:pt x="1940022" y="1082361"/>
                </a:lnTo>
                <a:lnTo>
                  <a:pt x="1999205" y="1206076"/>
                </a:lnTo>
                <a:lnTo>
                  <a:pt x="1550403" y="1206076"/>
                </a:lnTo>
                <a:close/>
                <a:moveTo>
                  <a:pt x="985097" y="1075882"/>
                </a:moveTo>
                <a:lnTo>
                  <a:pt x="1468672" y="1075882"/>
                </a:lnTo>
                <a:lnTo>
                  <a:pt x="1468672" y="1206076"/>
                </a:lnTo>
                <a:lnTo>
                  <a:pt x="985097" y="1206076"/>
                </a:lnTo>
                <a:close/>
                <a:moveTo>
                  <a:pt x="0" y="1075882"/>
                </a:moveTo>
                <a:lnTo>
                  <a:pt x="877145" y="1075882"/>
                </a:lnTo>
                <a:lnTo>
                  <a:pt x="877145" y="1098345"/>
                </a:lnTo>
                <a:lnTo>
                  <a:pt x="869625" y="1098345"/>
                </a:lnTo>
                <a:lnTo>
                  <a:pt x="506025" y="1098345"/>
                </a:lnTo>
                <a:lnTo>
                  <a:pt x="506025" y="1206076"/>
                </a:lnTo>
                <a:lnTo>
                  <a:pt x="0" y="1206076"/>
                </a:lnTo>
                <a:close/>
                <a:moveTo>
                  <a:pt x="4174413" y="1075881"/>
                </a:moveTo>
                <a:lnTo>
                  <a:pt x="4660572" y="1075881"/>
                </a:lnTo>
                <a:cubicBezTo>
                  <a:pt x="4654171" y="1120550"/>
                  <a:pt x="4645505" y="1164090"/>
                  <a:pt x="4633997" y="1206075"/>
                </a:cubicBezTo>
                <a:lnTo>
                  <a:pt x="4129883" y="1206075"/>
                </a:lnTo>
                <a:cubicBezTo>
                  <a:pt x="4148445" y="1169059"/>
                  <a:pt x="4163826" y="1125090"/>
                  <a:pt x="4174413" y="1075881"/>
                </a:cubicBezTo>
                <a:close/>
                <a:moveTo>
                  <a:pt x="3305162" y="1075881"/>
                </a:moveTo>
                <a:lnTo>
                  <a:pt x="3790976" y="1075881"/>
                </a:lnTo>
                <a:cubicBezTo>
                  <a:pt x="3801558" y="1125090"/>
                  <a:pt x="3816942" y="1169059"/>
                  <a:pt x="3835506" y="1206075"/>
                </a:cubicBezTo>
                <a:lnTo>
                  <a:pt x="3330959" y="1206075"/>
                </a:lnTo>
                <a:cubicBezTo>
                  <a:pt x="3319852" y="1164035"/>
                  <a:pt x="3311209" y="1120545"/>
                  <a:pt x="3305162" y="1075881"/>
                </a:cubicBezTo>
                <a:close/>
                <a:moveTo>
                  <a:pt x="10587776" y="879486"/>
                </a:moveTo>
                <a:lnTo>
                  <a:pt x="11280821" y="879486"/>
                </a:lnTo>
                <a:cubicBezTo>
                  <a:pt x="11304371" y="915413"/>
                  <a:pt x="11325405" y="952210"/>
                  <a:pt x="11338792" y="993628"/>
                </a:cubicBezTo>
                <a:lnTo>
                  <a:pt x="10727828" y="995899"/>
                </a:lnTo>
                <a:close/>
                <a:moveTo>
                  <a:pt x="9781432" y="877625"/>
                </a:moveTo>
                <a:lnTo>
                  <a:pt x="10286039" y="877625"/>
                </a:lnTo>
                <a:lnTo>
                  <a:pt x="10286039" y="993788"/>
                </a:lnTo>
                <a:lnTo>
                  <a:pt x="9781432" y="993788"/>
                </a:lnTo>
                <a:close/>
                <a:moveTo>
                  <a:pt x="8877431" y="877625"/>
                </a:moveTo>
                <a:lnTo>
                  <a:pt x="9382033" y="877625"/>
                </a:lnTo>
                <a:lnTo>
                  <a:pt x="9382033" y="993788"/>
                </a:lnTo>
                <a:lnTo>
                  <a:pt x="8877431" y="993788"/>
                </a:lnTo>
                <a:close/>
                <a:moveTo>
                  <a:pt x="7678004" y="877625"/>
                </a:moveTo>
                <a:lnTo>
                  <a:pt x="8501703" y="877625"/>
                </a:lnTo>
                <a:lnTo>
                  <a:pt x="8501703" y="993788"/>
                </a:lnTo>
                <a:lnTo>
                  <a:pt x="7726316" y="993788"/>
                </a:lnTo>
                <a:close/>
                <a:moveTo>
                  <a:pt x="7193139" y="877625"/>
                </a:moveTo>
                <a:lnTo>
                  <a:pt x="7648159" y="877625"/>
                </a:lnTo>
                <a:lnTo>
                  <a:pt x="7648159" y="993788"/>
                </a:lnTo>
                <a:lnTo>
                  <a:pt x="7193139" y="993788"/>
                </a:lnTo>
                <a:close/>
                <a:moveTo>
                  <a:pt x="6188669" y="877625"/>
                </a:moveTo>
                <a:lnTo>
                  <a:pt x="7056268" y="877625"/>
                </a:lnTo>
                <a:lnTo>
                  <a:pt x="7056268" y="988326"/>
                </a:lnTo>
                <a:lnTo>
                  <a:pt x="6674501" y="988326"/>
                </a:lnTo>
                <a:lnTo>
                  <a:pt x="6674501" y="993788"/>
                </a:lnTo>
                <a:lnTo>
                  <a:pt x="6188669" y="993788"/>
                </a:lnTo>
                <a:close/>
                <a:moveTo>
                  <a:pt x="5574793" y="877625"/>
                </a:moveTo>
                <a:lnTo>
                  <a:pt x="6073294" y="877625"/>
                </a:lnTo>
                <a:lnTo>
                  <a:pt x="6073294" y="993788"/>
                </a:lnTo>
                <a:lnTo>
                  <a:pt x="5574793" y="993788"/>
                </a:lnTo>
                <a:close/>
                <a:moveTo>
                  <a:pt x="4792811" y="877625"/>
                </a:moveTo>
                <a:lnTo>
                  <a:pt x="5291307" y="877625"/>
                </a:lnTo>
                <a:lnTo>
                  <a:pt x="5291307" y="993788"/>
                </a:lnTo>
                <a:lnTo>
                  <a:pt x="4792811" y="993788"/>
                </a:lnTo>
                <a:close/>
                <a:moveTo>
                  <a:pt x="2285298" y="877625"/>
                </a:moveTo>
                <a:lnTo>
                  <a:pt x="3161500" y="877625"/>
                </a:lnTo>
                <a:lnTo>
                  <a:pt x="3161500" y="988326"/>
                </a:lnTo>
                <a:lnTo>
                  <a:pt x="2771132" y="988326"/>
                </a:lnTo>
                <a:lnTo>
                  <a:pt x="2771132" y="993788"/>
                </a:lnTo>
                <a:lnTo>
                  <a:pt x="2285298" y="993788"/>
                </a:lnTo>
                <a:close/>
                <a:moveTo>
                  <a:pt x="985097" y="877625"/>
                </a:moveTo>
                <a:lnTo>
                  <a:pt x="2107746" y="877625"/>
                </a:lnTo>
                <a:cubicBezTo>
                  <a:pt x="2086278" y="919656"/>
                  <a:pt x="2059665" y="958619"/>
                  <a:pt x="2028664" y="993788"/>
                </a:cubicBezTo>
                <a:lnTo>
                  <a:pt x="985097" y="993788"/>
                </a:lnTo>
                <a:close/>
                <a:moveTo>
                  <a:pt x="0" y="877625"/>
                </a:moveTo>
                <a:lnTo>
                  <a:pt x="877145" y="877625"/>
                </a:lnTo>
                <a:lnTo>
                  <a:pt x="877145" y="993788"/>
                </a:lnTo>
                <a:lnTo>
                  <a:pt x="0" y="993788"/>
                </a:lnTo>
                <a:close/>
                <a:moveTo>
                  <a:pt x="4199211" y="877624"/>
                </a:moveTo>
                <a:lnTo>
                  <a:pt x="4674176" y="877624"/>
                </a:lnTo>
                <a:cubicBezTo>
                  <a:pt x="4674327" y="879591"/>
                  <a:pt x="4674332" y="881557"/>
                  <a:pt x="4674332" y="883528"/>
                </a:cubicBezTo>
                <a:cubicBezTo>
                  <a:pt x="4674332" y="920824"/>
                  <a:pt x="4672822" y="957628"/>
                  <a:pt x="4669465" y="993787"/>
                </a:cubicBezTo>
                <a:lnTo>
                  <a:pt x="4189743" y="993787"/>
                </a:lnTo>
                <a:cubicBezTo>
                  <a:pt x="4195970" y="956882"/>
                  <a:pt x="4199133" y="917914"/>
                  <a:pt x="4199211" y="877624"/>
                </a:cubicBezTo>
                <a:close/>
                <a:moveTo>
                  <a:pt x="3291213" y="877624"/>
                </a:moveTo>
                <a:lnTo>
                  <a:pt x="3766173" y="877624"/>
                </a:lnTo>
                <a:cubicBezTo>
                  <a:pt x="3766256" y="917914"/>
                  <a:pt x="3769415" y="956882"/>
                  <a:pt x="3775650" y="993787"/>
                </a:cubicBezTo>
                <a:lnTo>
                  <a:pt x="3295989" y="993787"/>
                </a:lnTo>
                <a:cubicBezTo>
                  <a:pt x="3292572" y="957632"/>
                  <a:pt x="3291057" y="920824"/>
                  <a:pt x="3291057" y="883528"/>
                </a:cubicBezTo>
                <a:close/>
                <a:moveTo>
                  <a:pt x="10461146" y="710797"/>
                </a:moveTo>
                <a:lnTo>
                  <a:pt x="11109160" y="710797"/>
                </a:lnTo>
                <a:cubicBezTo>
                  <a:pt x="11109161" y="710797"/>
                  <a:pt x="11109161" y="710798"/>
                  <a:pt x="11109162" y="710798"/>
                </a:cubicBezTo>
                <a:lnTo>
                  <a:pt x="11121245" y="710798"/>
                </a:lnTo>
                <a:lnTo>
                  <a:pt x="11122337" y="711693"/>
                </a:lnTo>
                <a:lnTo>
                  <a:pt x="11118350" y="711693"/>
                </a:lnTo>
                <a:cubicBezTo>
                  <a:pt x="11153339" y="736641"/>
                  <a:pt x="11185427" y="765257"/>
                  <a:pt x="11213739" y="797219"/>
                </a:cubicBezTo>
                <a:lnTo>
                  <a:pt x="10517279" y="797218"/>
                </a:lnTo>
                <a:cubicBezTo>
                  <a:pt x="10497025" y="770452"/>
                  <a:pt x="10475239" y="741481"/>
                  <a:pt x="10461146" y="710797"/>
                </a:cubicBezTo>
                <a:close/>
                <a:moveTo>
                  <a:pt x="9781432" y="709293"/>
                </a:moveTo>
                <a:lnTo>
                  <a:pt x="10286039" y="709293"/>
                </a:lnTo>
                <a:lnTo>
                  <a:pt x="10286039" y="795531"/>
                </a:lnTo>
                <a:lnTo>
                  <a:pt x="9781432" y="795531"/>
                </a:lnTo>
                <a:close/>
                <a:moveTo>
                  <a:pt x="8877431" y="709293"/>
                </a:moveTo>
                <a:lnTo>
                  <a:pt x="9382033" y="709293"/>
                </a:lnTo>
                <a:lnTo>
                  <a:pt x="9382033" y="795531"/>
                </a:lnTo>
                <a:lnTo>
                  <a:pt x="8877431" y="795531"/>
                </a:lnTo>
                <a:close/>
                <a:moveTo>
                  <a:pt x="8042875" y="709293"/>
                </a:moveTo>
                <a:lnTo>
                  <a:pt x="8501703" y="709293"/>
                </a:lnTo>
                <a:lnTo>
                  <a:pt x="8501703" y="795531"/>
                </a:lnTo>
                <a:lnTo>
                  <a:pt x="8042875" y="795531"/>
                </a:lnTo>
                <a:close/>
                <a:moveTo>
                  <a:pt x="7193139" y="709293"/>
                </a:moveTo>
                <a:lnTo>
                  <a:pt x="7996240" y="709293"/>
                </a:lnTo>
                <a:lnTo>
                  <a:pt x="8036152" y="795531"/>
                </a:lnTo>
                <a:lnTo>
                  <a:pt x="7193139" y="795531"/>
                </a:lnTo>
                <a:close/>
                <a:moveTo>
                  <a:pt x="6188669" y="709293"/>
                </a:moveTo>
                <a:lnTo>
                  <a:pt x="6674501" y="709293"/>
                </a:lnTo>
                <a:lnTo>
                  <a:pt x="6674501" y="714671"/>
                </a:lnTo>
                <a:lnTo>
                  <a:pt x="7056268" y="714671"/>
                </a:lnTo>
                <a:lnTo>
                  <a:pt x="7056268" y="795531"/>
                </a:lnTo>
                <a:lnTo>
                  <a:pt x="6188669" y="795531"/>
                </a:lnTo>
                <a:close/>
                <a:moveTo>
                  <a:pt x="5574793" y="709293"/>
                </a:moveTo>
                <a:lnTo>
                  <a:pt x="6073294" y="709293"/>
                </a:lnTo>
                <a:lnTo>
                  <a:pt x="6073294" y="795531"/>
                </a:lnTo>
                <a:lnTo>
                  <a:pt x="5574793" y="795531"/>
                </a:lnTo>
                <a:close/>
                <a:moveTo>
                  <a:pt x="4792811" y="709293"/>
                </a:moveTo>
                <a:lnTo>
                  <a:pt x="5291307" y="709293"/>
                </a:lnTo>
                <a:lnTo>
                  <a:pt x="5291307" y="795531"/>
                </a:lnTo>
                <a:lnTo>
                  <a:pt x="4792811" y="795531"/>
                </a:lnTo>
                <a:close/>
                <a:moveTo>
                  <a:pt x="2285298" y="709293"/>
                </a:moveTo>
                <a:lnTo>
                  <a:pt x="2771132" y="709293"/>
                </a:lnTo>
                <a:lnTo>
                  <a:pt x="2771132" y="714671"/>
                </a:lnTo>
                <a:lnTo>
                  <a:pt x="3161500" y="714671"/>
                </a:lnTo>
                <a:lnTo>
                  <a:pt x="3161500" y="795531"/>
                </a:lnTo>
                <a:lnTo>
                  <a:pt x="2285298" y="795531"/>
                </a:lnTo>
                <a:close/>
                <a:moveTo>
                  <a:pt x="1709143" y="709293"/>
                </a:moveTo>
                <a:lnTo>
                  <a:pt x="2169670" y="709293"/>
                </a:lnTo>
                <a:cubicBezTo>
                  <a:pt x="2163895" y="738935"/>
                  <a:pt x="2155552" y="767712"/>
                  <a:pt x="2145130" y="795531"/>
                </a:cubicBezTo>
                <a:lnTo>
                  <a:pt x="1595923" y="795531"/>
                </a:lnTo>
                <a:cubicBezTo>
                  <a:pt x="1642913" y="780533"/>
                  <a:pt x="1682554" y="749578"/>
                  <a:pt x="1709143" y="709293"/>
                </a:cubicBezTo>
                <a:close/>
                <a:moveTo>
                  <a:pt x="985097" y="709293"/>
                </a:moveTo>
                <a:lnTo>
                  <a:pt x="1469893" y="709293"/>
                </a:lnTo>
                <a:lnTo>
                  <a:pt x="1469893" y="795531"/>
                </a:lnTo>
                <a:lnTo>
                  <a:pt x="985097" y="795531"/>
                </a:lnTo>
                <a:close/>
                <a:moveTo>
                  <a:pt x="0" y="709293"/>
                </a:moveTo>
                <a:lnTo>
                  <a:pt x="877145" y="709293"/>
                </a:lnTo>
                <a:lnTo>
                  <a:pt x="877145" y="795531"/>
                </a:lnTo>
                <a:lnTo>
                  <a:pt x="0" y="795531"/>
                </a:lnTo>
                <a:close/>
                <a:moveTo>
                  <a:pt x="4189251" y="709292"/>
                </a:moveTo>
                <a:lnTo>
                  <a:pt x="4662658" y="709292"/>
                </a:lnTo>
                <a:cubicBezTo>
                  <a:pt x="4666812" y="737581"/>
                  <a:pt x="4669621" y="766357"/>
                  <a:pt x="4671191" y="795530"/>
                </a:cubicBezTo>
                <a:lnTo>
                  <a:pt x="4197682" y="795530"/>
                </a:lnTo>
                <a:cubicBezTo>
                  <a:pt x="4197148" y="765777"/>
                  <a:pt x="4194298" y="736917"/>
                  <a:pt x="4189251" y="709292"/>
                </a:cubicBezTo>
                <a:close/>
                <a:moveTo>
                  <a:pt x="3302730" y="709292"/>
                </a:moveTo>
                <a:lnTo>
                  <a:pt x="3776138" y="709292"/>
                </a:lnTo>
                <a:cubicBezTo>
                  <a:pt x="3771091" y="736917"/>
                  <a:pt x="3768241" y="765777"/>
                  <a:pt x="3767701" y="795530"/>
                </a:cubicBezTo>
                <a:lnTo>
                  <a:pt x="3294197" y="795530"/>
                </a:lnTo>
                <a:cubicBezTo>
                  <a:pt x="3295768" y="766357"/>
                  <a:pt x="3298581" y="737581"/>
                  <a:pt x="3302730" y="709292"/>
                </a:cubicBezTo>
                <a:close/>
                <a:moveTo>
                  <a:pt x="10418948" y="565540"/>
                </a:moveTo>
                <a:lnTo>
                  <a:pt x="10949595" y="565540"/>
                </a:lnTo>
                <a:cubicBezTo>
                  <a:pt x="10953670" y="570456"/>
                  <a:pt x="10958769" y="574162"/>
                  <a:pt x="10964075" y="577567"/>
                </a:cubicBezTo>
                <a:lnTo>
                  <a:pt x="11026395" y="628529"/>
                </a:lnTo>
                <a:lnTo>
                  <a:pt x="10434083" y="628529"/>
                </a:lnTo>
                <a:cubicBezTo>
                  <a:pt x="10426940" y="608233"/>
                  <a:pt x="10421851" y="587175"/>
                  <a:pt x="10418948" y="565540"/>
                </a:cubicBezTo>
                <a:close/>
                <a:moveTo>
                  <a:pt x="9781432" y="564344"/>
                </a:moveTo>
                <a:lnTo>
                  <a:pt x="10286039" y="564344"/>
                </a:lnTo>
                <a:lnTo>
                  <a:pt x="10286039" y="627199"/>
                </a:lnTo>
                <a:lnTo>
                  <a:pt x="9781432" y="627199"/>
                </a:lnTo>
                <a:close/>
                <a:moveTo>
                  <a:pt x="8877431" y="564344"/>
                </a:moveTo>
                <a:lnTo>
                  <a:pt x="9382033" y="564344"/>
                </a:lnTo>
                <a:lnTo>
                  <a:pt x="9382033" y="627199"/>
                </a:lnTo>
                <a:lnTo>
                  <a:pt x="8877431" y="627199"/>
                </a:lnTo>
                <a:close/>
                <a:moveTo>
                  <a:pt x="8042875" y="564344"/>
                </a:moveTo>
                <a:lnTo>
                  <a:pt x="8501703" y="564344"/>
                </a:lnTo>
                <a:lnTo>
                  <a:pt x="8501703" y="627199"/>
                </a:lnTo>
                <a:lnTo>
                  <a:pt x="8042875" y="627199"/>
                </a:lnTo>
                <a:close/>
                <a:moveTo>
                  <a:pt x="7193139" y="564344"/>
                </a:moveTo>
                <a:lnTo>
                  <a:pt x="7929154" y="564344"/>
                </a:lnTo>
                <a:lnTo>
                  <a:pt x="7958244" y="627199"/>
                </a:lnTo>
                <a:lnTo>
                  <a:pt x="7193139" y="627199"/>
                </a:lnTo>
                <a:close/>
                <a:moveTo>
                  <a:pt x="6188669" y="564344"/>
                </a:moveTo>
                <a:lnTo>
                  <a:pt x="6674501" y="564344"/>
                </a:lnTo>
                <a:lnTo>
                  <a:pt x="6674501" y="627199"/>
                </a:lnTo>
                <a:lnTo>
                  <a:pt x="6188669" y="627199"/>
                </a:lnTo>
                <a:close/>
                <a:moveTo>
                  <a:pt x="5574793" y="564344"/>
                </a:moveTo>
                <a:lnTo>
                  <a:pt x="6073294" y="564344"/>
                </a:lnTo>
                <a:lnTo>
                  <a:pt x="6073294" y="627199"/>
                </a:lnTo>
                <a:lnTo>
                  <a:pt x="5574793" y="627199"/>
                </a:lnTo>
                <a:close/>
                <a:moveTo>
                  <a:pt x="4792811" y="564344"/>
                </a:moveTo>
                <a:lnTo>
                  <a:pt x="5291307" y="564344"/>
                </a:lnTo>
                <a:lnTo>
                  <a:pt x="5291307" y="627199"/>
                </a:lnTo>
                <a:lnTo>
                  <a:pt x="4792811" y="627199"/>
                </a:lnTo>
                <a:close/>
                <a:moveTo>
                  <a:pt x="2285298" y="564344"/>
                </a:moveTo>
                <a:lnTo>
                  <a:pt x="2771132" y="564344"/>
                </a:lnTo>
                <a:lnTo>
                  <a:pt x="2771132" y="627199"/>
                </a:lnTo>
                <a:lnTo>
                  <a:pt x="2285298" y="627199"/>
                </a:lnTo>
                <a:close/>
                <a:moveTo>
                  <a:pt x="1743635" y="564344"/>
                </a:moveTo>
                <a:lnTo>
                  <a:pt x="2184512" y="564344"/>
                </a:lnTo>
                <a:cubicBezTo>
                  <a:pt x="2184766" y="566886"/>
                  <a:pt x="2184779" y="569428"/>
                  <a:pt x="2184779" y="571975"/>
                </a:cubicBezTo>
                <a:lnTo>
                  <a:pt x="2181588" y="627199"/>
                </a:lnTo>
                <a:lnTo>
                  <a:pt x="1742032" y="627199"/>
                </a:lnTo>
                <a:cubicBezTo>
                  <a:pt x="1744814" y="614498"/>
                  <a:pt x="1746020" y="601328"/>
                  <a:pt x="1746020" y="587881"/>
                </a:cubicBezTo>
                <a:close/>
                <a:moveTo>
                  <a:pt x="985097" y="564344"/>
                </a:moveTo>
                <a:lnTo>
                  <a:pt x="1469893" y="564344"/>
                </a:lnTo>
                <a:lnTo>
                  <a:pt x="1469893" y="627199"/>
                </a:lnTo>
                <a:lnTo>
                  <a:pt x="985097" y="627199"/>
                </a:lnTo>
                <a:close/>
                <a:moveTo>
                  <a:pt x="0" y="564344"/>
                </a:moveTo>
                <a:lnTo>
                  <a:pt x="505721" y="564344"/>
                </a:lnTo>
                <a:lnTo>
                  <a:pt x="505721" y="627199"/>
                </a:lnTo>
                <a:lnTo>
                  <a:pt x="0" y="627199"/>
                </a:lnTo>
                <a:close/>
                <a:moveTo>
                  <a:pt x="4156173" y="564343"/>
                </a:moveTo>
                <a:lnTo>
                  <a:pt x="4635244" y="564343"/>
                </a:lnTo>
                <a:cubicBezTo>
                  <a:pt x="4640872" y="584882"/>
                  <a:pt x="4645555" y="605853"/>
                  <a:pt x="4649285" y="627198"/>
                </a:cubicBezTo>
                <a:lnTo>
                  <a:pt x="4173561" y="627198"/>
                </a:lnTo>
                <a:cubicBezTo>
                  <a:pt x="4169315" y="604960"/>
                  <a:pt x="4163223" y="584012"/>
                  <a:pt x="4156173" y="564343"/>
                </a:cubicBezTo>
                <a:close/>
                <a:moveTo>
                  <a:pt x="3330140" y="564343"/>
                </a:moveTo>
                <a:lnTo>
                  <a:pt x="3809216" y="564343"/>
                </a:lnTo>
                <a:cubicBezTo>
                  <a:pt x="3802169" y="584012"/>
                  <a:pt x="3796073" y="604960"/>
                  <a:pt x="3791828" y="627198"/>
                </a:cubicBezTo>
                <a:lnTo>
                  <a:pt x="3316108" y="627198"/>
                </a:lnTo>
                <a:cubicBezTo>
                  <a:pt x="3319832" y="605853"/>
                  <a:pt x="3324517" y="584882"/>
                  <a:pt x="3330140" y="564343"/>
                </a:cubicBezTo>
                <a:close/>
                <a:moveTo>
                  <a:pt x="11305691" y="441367"/>
                </a:moveTo>
                <a:lnTo>
                  <a:pt x="11306110" y="441367"/>
                </a:lnTo>
                <a:lnTo>
                  <a:pt x="11306110" y="441726"/>
                </a:lnTo>
                <a:close/>
                <a:moveTo>
                  <a:pt x="10419150" y="441367"/>
                </a:moveTo>
                <a:lnTo>
                  <a:pt x="10893359" y="441367"/>
                </a:lnTo>
                <a:cubicBezTo>
                  <a:pt x="10886582" y="455880"/>
                  <a:pt x="10890875" y="469945"/>
                  <a:pt x="10894757" y="483273"/>
                </a:cubicBezTo>
                <a:lnTo>
                  <a:pt x="10419058" y="483273"/>
                </a:lnTo>
                <a:cubicBezTo>
                  <a:pt x="10417969" y="476587"/>
                  <a:pt x="10417854" y="469854"/>
                  <a:pt x="10417854" y="463084"/>
                </a:cubicBezTo>
                <a:close/>
                <a:moveTo>
                  <a:pt x="9781432" y="440432"/>
                </a:moveTo>
                <a:lnTo>
                  <a:pt x="10286039" y="440432"/>
                </a:lnTo>
                <a:lnTo>
                  <a:pt x="10286039" y="482250"/>
                </a:lnTo>
                <a:lnTo>
                  <a:pt x="9781432" y="482250"/>
                </a:lnTo>
                <a:close/>
                <a:moveTo>
                  <a:pt x="8877431" y="440432"/>
                </a:moveTo>
                <a:lnTo>
                  <a:pt x="9382033" y="440432"/>
                </a:lnTo>
                <a:lnTo>
                  <a:pt x="9382033" y="482250"/>
                </a:lnTo>
                <a:lnTo>
                  <a:pt x="8877431" y="482250"/>
                </a:lnTo>
                <a:close/>
                <a:moveTo>
                  <a:pt x="8042875" y="440432"/>
                </a:moveTo>
                <a:lnTo>
                  <a:pt x="8501703" y="440432"/>
                </a:lnTo>
                <a:lnTo>
                  <a:pt x="8501703" y="482250"/>
                </a:lnTo>
                <a:lnTo>
                  <a:pt x="8042875" y="482250"/>
                </a:lnTo>
                <a:close/>
                <a:moveTo>
                  <a:pt x="7193139" y="440432"/>
                </a:moveTo>
                <a:lnTo>
                  <a:pt x="7871807" y="440432"/>
                </a:lnTo>
                <a:lnTo>
                  <a:pt x="7891162" y="482250"/>
                </a:lnTo>
                <a:lnTo>
                  <a:pt x="7193139" y="482250"/>
                </a:lnTo>
                <a:close/>
                <a:moveTo>
                  <a:pt x="6188669" y="440432"/>
                </a:moveTo>
                <a:lnTo>
                  <a:pt x="6674501" y="440432"/>
                </a:lnTo>
                <a:lnTo>
                  <a:pt x="6674501" y="482250"/>
                </a:lnTo>
                <a:lnTo>
                  <a:pt x="6188669" y="482250"/>
                </a:lnTo>
                <a:close/>
                <a:moveTo>
                  <a:pt x="5574793" y="440432"/>
                </a:moveTo>
                <a:lnTo>
                  <a:pt x="6073294" y="440432"/>
                </a:lnTo>
                <a:lnTo>
                  <a:pt x="6073294" y="482250"/>
                </a:lnTo>
                <a:lnTo>
                  <a:pt x="5574793" y="482250"/>
                </a:lnTo>
                <a:close/>
                <a:moveTo>
                  <a:pt x="4792811" y="440432"/>
                </a:moveTo>
                <a:lnTo>
                  <a:pt x="5291307" y="440432"/>
                </a:lnTo>
                <a:lnTo>
                  <a:pt x="5291307" y="482250"/>
                </a:lnTo>
                <a:lnTo>
                  <a:pt x="4792811" y="482250"/>
                </a:lnTo>
                <a:close/>
                <a:moveTo>
                  <a:pt x="2285298" y="440432"/>
                </a:moveTo>
                <a:lnTo>
                  <a:pt x="2771132" y="440432"/>
                </a:lnTo>
                <a:lnTo>
                  <a:pt x="2771132" y="482250"/>
                </a:lnTo>
                <a:lnTo>
                  <a:pt x="2285298" y="482250"/>
                </a:lnTo>
                <a:close/>
                <a:moveTo>
                  <a:pt x="1688066" y="440432"/>
                </a:moveTo>
                <a:lnTo>
                  <a:pt x="2171374" y="440432"/>
                </a:lnTo>
                <a:cubicBezTo>
                  <a:pt x="2174308" y="454201"/>
                  <a:pt x="2176703" y="468150"/>
                  <a:pt x="2178605" y="482250"/>
                </a:cubicBezTo>
                <a:lnTo>
                  <a:pt x="1717768" y="482250"/>
                </a:lnTo>
                <a:cubicBezTo>
                  <a:pt x="1710308" y="466635"/>
                  <a:pt x="1700209" y="452603"/>
                  <a:pt x="1688066" y="440432"/>
                </a:cubicBezTo>
                <a:close/>
                <a:moveTo>
                  <a:pt x="985097" y="440432"/>
                </a:moveTo>
                <a:lnTo>
                  <a:pt x="1469893" y="440432"/>
                </a:lnTo>
                <a:lnTo>
                  <a:pt x="1469893" y="482250"/>
                </a:lnTo>
                <a:lnTo>
                  <a:pt x="985097" y="482250"/>
                </a:lnTo>
                <a:close/>
                <a:moveTo>
                  <a:pt x="0" y="440432"/>
                </a:moveTo>
                <a:lnTo>
                  <a:pt x="505721" y="440432"/>
                </a:lnTo>
                <a:lnTo>
                  <a:pt x="505721" y="482250"/>
                </a:lnTo>
                <a:lnTo>
                  <a:pt x="0" y="482250"/>
                </a:lnTo>
                <a:close/>
                <a:moveTo>
                  <a:pt x="4093268" y="440431"/>
                </a:moveTo>
                <a:lnTo>
                  <a:pt x="4597023" y="440431"/>
                </a:lnTo>
                <a:cubicBezTo>
                  <a:pt x="4602558" y="454039"/>
                  <a:pt x="4607425" y="468006"/>
                  <a:pt x="4611768" y="482249"/>
                </a:cubicBezTo>
                <a:lnTo>
                  <a:pt x="4120709" y="482249"/>
                </a:lnTo>
                <a:cubicBezTo>
                  <a:pt x="4112199" y="466767"/>
                  <a:pt x="4103118" y="452703"/>
                  <a:pt x="4093268" y="440431"/>
                </a:cubicBezTo>
                <a:close/>
                <a:moveTo>
                  <a:pt x="3368371" y="440431"/>
                </a:moveTo>
                <a:lnTo>
                  <a:pt x="3872116" y="440431"/>
                </a:lnTo>
                <a:cubicBezTo>
                  <a:pt x="3862266" y="452703"/>
                  <a:pt x="3853190" y="466767"/>
                  <a:pt x="3844680" y="482249"/>
                </a:cubicBezTo>
                <a:lnTo>
                  <a:pt x="3353616" y="482249"/>
                </a:lnTo>
                <a:cubicBezTo>
                  <a:pt x="3357959" y="468006"/>
                  <a:pt x="3362831" y="454039"/>
                  <a:pt x="3368371" y="440431"/>
                </a:cubicBezTo>
                <a:close/>
                <a:moveTo>
                  <a:pt x="11223979" y="437563"/>
                </a:moveTo>
                <a:lnTo>
                  <a:pt x="11304274" y="437563"/>
                </a:lnTo>
                <a:lnTo>
                  <a:pt x="11304274" y="487440"/>
                </a:lnTo>
                <a:lnTo>
                  <a:pt x="11274504" y="487440"/>
                </a:lnTo>
                <a:close/>
                <a:moveTo>
                  <a:pt x="10437485" y="312620"/>
                </a:moveTo>
                <a:lnTo>
                  <a:pt x="11305204" y="312620"/>
                </a:lnTo>
                <a:lnTo>
                  <a:pt x="11305204" y="323517"/>
                </a:lnTo>
                <a:lnTo>
                  <a:pt x="11306110" y="323517"/>
                </a:lnTo>
                <a:lnTo>
                  <a:pt x="11306110" y="351547"/>
                </a:lnTo>
                <a:lnTo>
                  <a:pt x="11306110" y="359098"/>
                </a:lnTo>
                <a:lnTo>
                  <a:pt x="11305204" y="359098"/>
                </a:lnTo>
                <a:lnTo>
                  <a:pt x="11305204" y="363528"/>
                </a:lnTo>
                <a:lnTo>
                  <a:pt x="10423824" y="363528"/>
                </a:lnTo>
                <a:lnTo>
                  <a:pt x="10429797" y="336441"/>
                </a:lnTo>
                <a:close/>
                <a:moveTo>
                  <a:pt x="9781432" y="312620"/>
                </a:moveTo>
                <a:lnTo>
                  <a:pt x="10286039" y="312620"/>
                </a:lnTo>
                <a:lnTo>
                  <a:pt x="10286039" y="322833"/>
                </a:lnTo>
                <a:lnTo>
                  <a:pt x="10286039" y="358338"/>
                </a:lnTo>
                <a:lnTo>
                  <a:pt x="10286039" y="358339"/>
                </a:lnTo>
                <a:lnTo>
                  <a:pt x="9781432" y="358339"/>
                </a:lnTo>
                <a:lnTo>
                  <a:pt x="9781432" y="358338"/>
                </a:lnTo>
                <a:lnTo>
                  <a:pt x="9781432" y="322833"/>
                </a:lnTo>
                <a:close/>
                <a:moveTo>
                  <a:pt x="8611213" y="312620"/>
                </a:moveTo>
                <a:lnTo>
                  <a:pt x="9666891" y="312620"/>
                </a:lnTo>
                <a:lnTo>
                  <a:pt x="9666891" y="322833"/>
                </a:lnTo>
                <a:lnTo>
                  <a:pt x="9668568" y="322833"/>
                </a:lnTo>
                <a:lnTo>
                  <a:pt x="9668568" y="358338"/>
                </a:lnTo>
                <a:lnTo>
                  <a:pt x="9666891" y="358338"/>
                </a:lnTo>
                <a:lnTo>
                  <a:pt x="9666891" y="358339"/>
                </a:lnTo>
                <a:lnTo>
                  <a:pt x="8611213" y="358339"/>
                </a:lnTo>
                <a:close/>
                <a:moveTo>
                  <a:pt x="8037009" y="312620"/>
                </a:moveTo>
                <a:lnTo>
                  <a:pt x="8500026" y="312620"/>
                </a:lnTo>
                <a:lnTo>
                  <a:pt x="8500026" y="322833"/>
                </a:lnTo>
                <a:lnTo>
                  <a:pt x="8501703" y="322833"/>
                </a:lnTo>
                <a:lnTo>
                  <a:pt x="8501703" y="358338"/>
                </a:lnTo>
                <a:lnTo>
                  <a:pt x="8500026" y="358338"/>
                </a:lnTo>
                <a:lnTo>
                  <a:pt x="8500026" y="358339"/>
                </a:lnTo>
                <a:lnTo>
                  <a:pt x="8037009" y="358339"/>
                </a:lnTo>
                <a:close/>
                <a:moveTo>
                  <a:pt x="7193139" y="312620"/>
                </a:moveTo>
                <a:lnTo>
                  <a:pt x="7812777" y="312620"/>
                </a:lnTo>
                <a:lnTo>
                  <a:pt x="7833342" y="357178"/>
                </a:lnTo>
                <a:lnTo>
                  <a:pt x="7833342" y="357314"/>
                </a:lnTo>
                <a:lnTo>
                  <a:pt x="7833816" y="358338"/>
                </a:lnTo>
                <a:lnTo>
                  <a:pt x="7833342" y="358338"/>
                </a:lnTo>
                <a:lnTo>
                  <a:pt x="7833342" y="358339"/>
                </a:lnTo>
                <a:lnTo>
                  <a:pt x="7193139" y="358339"/>
                </a:lnTo>
                <a:lnTo>
                  <a:pt x="7193139" y="358338"/>
                </a:lnTo>
                <a:lnTo>
                  <a:pt x="7193139" y="322833"/>
                </a:lnTo>
                <a:close/>
                <a:moveTo>
                  <a:pt x="6184479" y="312620"/>
                </a:moveTo>
                <a:lnTo>
                  <a:pt x="7080274" y="312620"/>
                </a:lnTo>
                <a:lnTo>
                  <a:pt x="7080274" y="322833"/>
                </a:lnTo>
                <a:lnTo>
                  <a:pt x="7080275" y="322833"/>
                </a:lnTo>
                <a:lnTo>
                  <a:pt x="7080275" y="358338"/>
                </a:lnTo>
                <a:lnTo>
                  <a:pt x="7080274" y="358338"/>
                </a:lnTo>
                <a:lnTo>
                  <a:pt x="7080274" y="358339"/>
                </a:lnTo>
                <a:lnTo>
                  <a:pt x="6184479" y="358339"/>
                </a:lnTo>
                <a:close/>
                <a:moveTo>
                  <a:pt x="5574793" y="312620"/>
                </a:moveTo>
                <a:lnTo>
                  <a:pt x="6073294" y="312620"/>
                </a:lnTo>
                <a:lnTo>
                  <a:pt x="6073294" y="322833"/>
                </a:lnTo>
                <a:lnTo>
                  <a:pt x="6073294" y="358338"/>
                </a:lnTo>
                <a:lnTo>
                  <a:pt x="6073294" y="358339"/>
                </a:lnTo>
                <a:lnTo>
                  <a:pt x="5574793" y="358339"/>
                </a:lnTo>
                <a:lnTo>
                  <a:pt x="5574793" y="358338"/>
                </a:lnTo>
                <a:lnTo>
                  <a:pt x="5574793" y="322833"/>
                </a:lnTo>
                <a:close/>
                <a:moveTo>
                  <a:pt x="4792811" y="312620"/>
                </a:moveTo>
                <a:lnTo>
                  <a:pt x="5291307" y="312620"/>
                </a:lnTo>
                <a:lnTo>
                  <a:pt x="5291307" y="322833"/>
                </a:lnTo>
                <a:lnTo>
                  <a:pt x="5291307" y="358338"/>
                </a:lnTo>
                <a:lnTo>
                  <a:pt x="5291307" y="358339"/>
                </a:lnTo>
                <a:lnTo>
                  <a:pt x="4792811" y="358339"/>
                </a:lnTo>
                <a:lnTo>
                  <a:pt x="4792811" y="358338"/>
                </a:lnTo>
                <a:lnTo>
                  <a:pt x="4792811" y="322833"/>
                </a:lnTo>
                <a:close/>
                <a:moveTo>
                  <a:pt x="2285298" y="312620"/>
                </a:moveTo>
                <a:lnTo>
                  <a:pt x="3183254" y="312620"/>
                </a:lnTo>
                <a:lnTo>
                  <a:pt x="3183254" y="322833"/>
                </a:lnTo>
                <a:lnTo>
                  <a:pt x="3183254" y="358338"/>
                </a:lnTo>
                <a:lnTo>
                  <a:pt x="3183254" y="358339"/>
                </a:lnTo>
                <a:lnTo>
                  <a:pt x="2285298" y="358339"/>
                </a:lnTo>
                <a:lnTo>
                  <a:pt x="2285298" y="358338"/>
                </a:lnTo>
                <a:lnTo>
                  <a:pt x="2285298" y="322833"/>
                </a:lnTo>
                <a:close/>
                <a:moveTo>
                  <a:pt x="985097" y="312620"/>
                </a:moveTo>
                <a:lnTo>
                  <a:pt x="2135110" y="312620"/>
                </a:lnTo>
                <a:lnTo>
                  <a:pt x="2148730" y="358335"/>
                </a:lnTo>
                <a:lnTo>
                  <a:pt x="2148731" y="358338"/>
                </a:lnTo>
                <a:lnTo>
                  <a:pt x="2148731" y="358339"/>
                </a:lnTo>
                <a:lnTo>
                  <a:pt x="985097" y="358339"/>
                </a:lnTo>
                <a:lnTo>
                  <a:pt x="985097" y="358338"/>
                </a:lnTo>
                <a:lnTo>
                  <a:pt x="985097" y="322833"/>
                </a:lnTo>
                <a:close/>
                <a:moveTo>
                  <a:pt x="0" y="312620"/>
                </a:moveTo>
                <a:lnTo>
                  <a:pt x="877145" y="312620"/>
                </a:lnTo>
                <a:lnTo>
                  <a:pt x="877145" y="322833"/>
                </a:lnTo>
                <a:lnTo>
                  <a:pt x="877145" y="358338"/>
                </a:lnTo>
                <a:lnTo>
                  <a:pt x="877145" y="358339"/>
                </a:lnTo>
                <a:lnTo>
                  <a:pt x="0" y="358339"/>
                </a:lnTo>
                <a:lnTo>
                  <a:pt x="0" y="358338"/>
                </a:lnTo>
                <a:lnTo>
                  <a:pt x="0" y="322833"/>
                </a:lnTo>
                <a:close/>
                <a:moveTo>
                  <a:pt x="3426524" y="311140"/>
                </a:moveTo>
                <a:lnTo>
                  <a:pt x="4541246" y="311140"/>
                </a:lnTo>
                <a:lnTo>
                  <a:pt x="4565836" y="363528"/>
                </a:lnTo>
                <a:lnTo>
                  <a:pt x="3720591" y="363528"/>
                </a:lnTo>
                <a:lnTo>
                  <a:pt x="3720591" y="361147"/>
                </a:lnTo>
                <a:lnTo>
                  <a:pt x="3403052" y="361147"/>
                </a:lnTo>
                <a:close/>
                <a:moveTo>
                  <a:pt x="10479636" y="204267"/>
                </a:moveTo>
                <a:lnTo>
                  <a:pt x="10671926" y="204267"/>
                </a:lnTo>
                <a:lnTo>
                  <a:pt x="11306110" y="204267"/>
                </a:lnTo>
                <a:lnTo>
                  <a:pt x="11306110" y="241250"/>
                </a:lnTo>
                <a:lnTo>
                  <a:pt x="10671926" y="241250"/>
                </a:lnTo>
                <a:lnTo>
                  <a:pt x="10463420" y="241250"/>
                </a:lnTo>
                <a:close/>
                <a:moveTo>
                  <a:pt x="9781432" y="203834"/>
                </a:moveTo>
                <a:lnTo>
                  <a:pt x="10286039" y="203834"/>
                </a:lnTo>
                <a:lnTo>
                  <a:pt x="10286039" y="240739"/>
                </a:lnTo>
                <a:lnTo>
                  <a:pt x="9781432" y="240739"/>
                </a:lnTo>
                <a:close/>
                <a:moveTo>
                  <a:pt x="8612890" y="203834"/>
                </a:moveTo>
                <a:lnTo>
                  <a:pt x="9668568" y="203834"/>
                </a:lnTo>
                <a:lnTo>
                  <a:pt x="9668568" y="240739"/>
                </a:lnTo>
                <a:lnTo>
                  <a:pt x="8612890" y="240739"/>
                </a:lnTo>
                <a:close/>
                <a:moveTo>
                  <a:pt x="8042875" y="203834"/>
                </a:moveTo>
                <a:lnTo>
                  <a:pt x="8501703" y="203834"/>
                </a:lnTo>
                <a:lnTo>
                  <a:pt x="8501703" y="240739"/>
                </a:lnTo>
                <a:lnTo>
                  <a:pt x="8042875" y="240739"/>
                </a:lnTo>
                <a:close/>
                <a:moveTo>
                  <a:pt x="7193139" y="203834"/>
                </a:moveTo>
                <a:lnTo>
                  <a:pt x="7762309" y="203834"/>
                </a:lnTo>
                <a:lnTo>
                  <a:pt x="7779389" y="240739"/>
                </a:lnTo>
                <a:lnTo>
                  <a:pt x="7193139" y="240739"/>
                </a:lnTo>
                <a:close/>
                <a:moveTo>
                  <a:pt x="6188669" y="203834"/>
                </a:moveTo>
                <a:lnTo>
                  <a:pt x="7080275" y="203834"/>
                </a:lnTo>
                <a:lnTo>
                  <a:pt x="7080275" y="240739"/>
                </a:lnTo>
                <a:lnTo>
                  <a:pt x="6188669" y="240739"/>
                </a:lnTo>
                <a:close/>
                <a:moveTo>
                  <a:pt x="5574793" y="203834"/>
                </a:moveTo>
                <a:lnTo>
                  <a:pt x="6073294" y="203834"/>
                </a:lnTo>
                <a:lnTo>
                  <a:pt x="6073294" y="240739"/>
                </a:lnTo>
                <a:lnTo>
                  <a:pt x="5574793" y="240739"/>
                </a:lnTo>
                <a:close/>
                <a:moveTo>
                  <a:pt x="4792811" y="203834"/>
                </a:moveTo>
                <a:lnTo>
                  <a:pt x="5291307" y="203834"/>
                </a:lnTo>
                <a:lnTo>
                  <a:pt x="5291307" y="240739"/>
                </a:lnTo>
                <a:lnTo>
                  <a:pt x="4792811" y="240739"/>
                </a:lnTo>
                <a:close/>
                <a:moveTo>
                  <a:pt x="2285298" y="203834"/>
                </a:moveTo>
                <a:lnTo>
                  <a:pt x="3183254" y="203834"/>
                </a:lnTo>
                <a:lnTo>
                  <a:pt x="3183254" y="240739"/>
                </a:lnTo>
                <a:lnTo>
                  <a:pt x="2285298" y="240739"/>
                </a:lnTo>
                <a:close/>
                <a:moveTo>
                  <a:pt x="985097" y="203834"/>
                </a:moveTo>
                <a:lnTo>
                  <a:pt x="2069184" y="203834"/>
                </a:lnTo>
                <a:cubicBezTo>
                  <a:pt x="2078730" y="215259"/>
                  <a:pt x="2086715" y="227762"/>
                  <a:pt x="2093941" y="240739"/>
                </a:cubicBezTo>
                <a:lnTo>
                  <a:pt x="985097" y="240739"/>
                </a:lnTo>
                <a:close/>
                <a:moveTo>
                  <a:pt x="0" y="203834"/>
                </a:moveTo>
                <a:lnTo>
                  <a:pt x="877145" y="203834"/>
                </a:lnTo>
                <a:lnTo>
                  <a:pt x="877145" y="240739"/>
                </a:lnTo>
                <a:lnTo>
                  <a:pt x="0" y="240739"/>
                </a:lnTo>
                <a:close/>
                <a:moveTo>
                  <a:pt x="3491565" y="203833"/>
                </a:moveTo>
                <a:lnTo>
                  <a:pt x="4473824" y="203833"/>
                </a:lnTo>
                <a:cubicBezTo>
                  <a:pt x="4482698" y="215677"/>
                  <a:pt x="4491028" y="228051"/>
                  <a:pt x="4499119" y="240738"/>
                </a:cubicBezTo>
                <a:lnTo>
                  <a:pt x="3466269" y="240738"/>
                </a:lnTo>
                <a:cubicBezTo>
                  <a:pt x="3474361" y="228051"/>
                  <a:pt x="3482694" y="215677"/>
                  <a:pt x="3491565" y="203833"/>
                </a:cubicBezTo>
                <a:close/>
                <a:moveTo>
                  <a:pt x="10550205" y="96959"/>
                </a:moveTo>
                <a:lnTo>
                  <a:pt x="10671926" y="96959"/>
                </a:lnTo>
                <a:lnTo>
                  <a:pt x="11306110" y="96959"/>
                </a:lnTo>
                <a:lnTo>
                  <a:pt x="11306110" y="121993"/>
                </a:lnTo>
                <a:lnTo>
                  <a:pt x="10671926" y="121993"/>
                </a:lnTo>
                <a:lnTo>
                  <a:pt x="10531544" y="121993"/>
                </a:lnTo>
                <a:close/>
                <a:moveTo>
                  <a:pt x="9781432" y="96753"/>
                </a:moveTo>
                <a:lnTo>
                  <a:pt x="10286039" y="96753"/>
                </a:lnTo>
                <a:lnTo>
                  <a:pt x="10286039" y="121735"/>
                </a:lnTo>
                <a:lnTo>
                  <a:pt x="9781432" y="121735"/>
                </a:lnTo>
                <a:close/>
                <a:moveTo>
                  <a:pt x="8612890" y="96753"/>
                </a:moveTo>
                <a:lnTo>
                  <a:pt x="9668568" y="96753"/>
                </a:lnTo>
                <a:lnTo>
                  <a:pt x="9668568" y="121735"/>
                </a:lnTo>
                <a:lnTo>
                  <a:pt x="8612890" y="121735"/>
                </a:lnTo>
                <a:close/>
                <a:moveTo>
                  <a:pt x="8042875" y="96753"/>
                </a:moveTo>
                <a:lnTo>
                  <a:pt x="8501703" y="96753"/>
                </a:lnTo>
                <a:lnTo>
                  <a:pt x="8501703" y="121735"/>
                </a:lnTo>
                <a:lnTo>
                  <a:pt x="8042875" y="121735"/>
                </a:lnTo>
                <a:close/>
                <a:moveTo>
                  <a:pt x="7193139" y="96753"/>
                </a:moveTo>
                <a:lnTo>
                  <a:pt x="7712749" y="96753"/>
                </a:lnTo>
                <a:lnTo>
                  <a:pt x="7724312" y="121735"/>
                </a:lnTo>
                <a:lnTo>
                  <a:pt x="7193139" y="121735"/>
                </a:lnTo>
                <a:close/>
                <a:moveTo>
                  <a:pt x="6188669" y="96753"/>
                </a:moveTo>
                <a:lnTo>
                  <a:pt x="7080275" y="96753"/>
                </a:lnTo>
                <a:lnTo>
                  <a:pt x="7080275" y="121735"/>
                </a:lnTo>
                <a:lnTo>
                  <a:pt x="6188669" y="121735"/>
                </a:lnTo>
                <a:close/>
                <a:moveTo>
                  <a:pt x="5574793" y="96753"/>
                </a:moveTo>
                <a:lnTo>
                  <a:pt x="6073294" y="96753"/>
                </a:lnTo>
                <a:lnTo>
                  <a:pt x="6073294" y="121735"/>
                </a:lnTo>
                <a:lnTo>
                  <a:pt x="5574793" y="121735"/>
                </a:lnTo>
                <a:close/>
                <a:moveTo>
                  <a:pt x="4792811" y="96753"/>
                </a:moveTo>
                <a:lnTo>
                  <a:pt x="5291307" y="96753"/>
                </a:lnTo>
                <a:lnTo>
                  <a:pt x="5291307" y="121735"/>
                </a:lnTo>
                <a:lnTo>
                  <a:pt x="4792811" y="121735"/>
                </a:lnTo>
                <a:close/>
                <a:moveTo>
                  <a:pt x="2285298" y="96753"/>
                </a:moveTo>
                <a:lnTo>
                  <a:pt x="3183254" y="96753"/>
                </a:lnTo>
                <a:lnTo>
                  <a:pt x="3183254" y="121735"/>
                </a:lnTo>
                <a:lnTo>
                  <a:pt x="2285298" y="121735"/>
                </a:lnTo>
                <a:close/>
                <a:moveTo>
                  <a:pt x="985097" y="96753"/>
                </a:moveTo>
                <a:lnTo>
                  <a:pt x="1978552" y="96753"/>
                </a:lnTo>
                <a:cubicBezTo>
                  <a:pt x="1987269" y="104388"/>
                  <a:pt x="1995490" y="112539"/>
                  <a:pt x="2002599" y="121735"/>
                </a:cubicBezTo>
                <a:lnTo>
                  <a:pt x="985097" y="121735"/>
                </a:lnTo>
                <a:close/>
                <a:moveTo>
                  <a:pt x="0" y="96753"/>
                </a:moveTo>
                <a:lnTo>
                  <a:pt x="877145" y="96753"/>
                </a:lnTo>
                <a:lnTo>
                  <a:pt x="877145" y="121735"/>
                </a:lnTo>
                <a:lnTo>
                  <a:pt x="0" y="121735"/>
                </a:lnTo>
                <a:close/>
                <a:moveTo>
                  <a:pt x="3581580" y="96752"/>
                </a:moveTo>
                <a:lnTo>
                  <a:pt x="4383809" y="96752"/>
                </a:lnTo>
                <a:cubicBezTo>
                  <a:pt x="4392080" y="104604"/>
                  <a:pt x="4400028" y="112884"/>
                  <a:pt x="4407456" y="121734"/>
                </a:cubicBezTo>
                <a:lnTo>
                  <a:pt x="3557933" y="121734"/>
                </a:lnTo>
                <a:cubicBezTo>
                  <a:pt x="3565365" y="112884"/>
                  <a:pt x="3573309" y="104604"/>
                  <a:pt x="3581580" y="96752"/>
                </a:cubicBezTo>
                <a:close/>
                <a:moveTo>
                  <a:pt x="10683999" y="1"/>
                </a:moveTo>
                <a:lnTo>
                  <a:pt x="10743787" y="1"/>
                </a:lnTo>
                <a:cubicBezTo>
                  <a:pt x="10762889" y="1"/>
                  <a:pt x="10781796" y="856"/>
                  <a:pt x="10800434" y="2849"/>
                </a:cubicBezTo>
                <a:lnTo>
                  <a:pt x="10800434" y="1"/>
                </a:lnTo>
                <a:lnTo>
                  <a:pt x="11306110" y="1"/>
                </a:lnTo>
                <a:lnTo>
                  <a:pt x="11306110" y="14690"/>
                </a:lnTo>
                <a:lnTo>
                  <a:pt x="10671926" y="14690"/>
                </a:lnTo>
                <a:lnTo>
                  <a:pt x="10634292" y="14690"/>
                </a:lnTo>
                <a:cubicBezTo>
                  <a:pt x="10638035" y="10809"/>
                  <a:pt x="10642253" y="7500"/>
                  <a:pt x="10646512" y="4251"/>
                </a:cubicBezTo>
                <a:lnTo>
                  <a:pt x="10646512" y="2687"/>
                </a:lnTo>
                <a:lnTo>
                  <a:pt x="10671926" y="1221"/>
                </a:lnTo>
                <a:lnTo>
                  <a:pt x="10671926" y="697"/>
                </a:lnTo>
                <a:close/>
                <a:moveTo>
                  <a:pt x="9781432" y="1"/>
                </a:moveTo>
                <a:lnTo>
                  <a:pt x="10286039" y="1"/>
                </a:lnTo>
                <a:lnTo>
                  <a:pt x="10286039" y="14659"/>
                </a:lnTo>
                <a:lnTo>
                  <a:pt x="9781432" y="14659"/>
                </a:lnTo>
                <a:close/>
                <a:moveTo>
                  <a:pt x="8612890" y="1"/>
                </a:moveTo>
                <a:lnTo>
                  <a:pt x="9668568" y="1"/>
                </a:lnTo>
                <a:lnTo>
                  <a:pt x="9668568" y="14659"/>
                </a:lnTo>
                <a:lnTo>
                  <a:pt x="8612890" y="14659"/>
                </a:lnTo>
                <a:close/>
                <a:moveTo>
                  <a:pt x="8042875" y="1"/>
                </a:moveTo>
                <a:lnTo>
                  <a:pt x="8501703" y="1"/>
                </a:lnTo>
                <a:lnTo>
                  <a:pt x="8501703" y="14659"/>
                </a:lnTo>
                <a:lnTo>
                  <a:pt x="8042875" y="14659"/>
                </a:lnTo>
                <a:close/>
                <a:moveTo>
                  <a:pt x="7193139" y="1"/>
                </a:moveTo>
                <a:lnTo>
                  <a:pt x="7667970" y="1"/>
                </a:lnTo>
                <a:lnTo>
                  <a:pt x="7674758" y="14659"/>
                </a:lnTo>
                <a:lnTo>
                  <a:pt x="7193139" y="14659"/>
                </a:lnTo>
                <a:close/>
                <a:moveTo>
                  <a:pt x="6188669" y="1"/>
                </a:moveTo>
                <a:lnTo>
                  <a:pt x="7080275" y="1"/>
                </a:lnTo>
                <a:lnTo>
                  <a:pt x="7080275" y="14659"/>
                </a:lnTo>
                <a:lnTo>
                  <a:pt x="6188669" y="14659"/>
                </a:lnTo>
                <a:close/>
                <a:moveTo>
                  <a:pt x="5574793" y="1"/>
                </a:moveTo>
                <a:lnTo>
                  <a:pt x="6073294" y="1"/>
                </a:lnTo>
                <a:lnTo>
                  <a:pt x="6073294" y="14659"/>
                </a:lnTo>
                <a:lnTo>
                  <a:pt x="5574793" y="14659"/>
                </a:lnTo>
                <a:close/>
                <a:moveTo>
                  <a:pt x="4792811" y="1"/>
                </a:moveTo>
                <a:lnTo>
                  <a:pt x="5291307" y="1"/>
                </a:lnTo>
                <a:lnTo>
                  <a:pt x="5291307" y="14659"/>
                </a:lnTo>
                <a:lnTo>
                  <a:pt x="4792811" y="14659"/>
                </a:lnTo>
                <a:close/>
                <a:moveTo>
                  <a:pt x="2285298" y="1"/>
                </a:moveTo>
                <a:lnTo>
                  <a:pt x="3183254" y="1"/>
                </a:lnTo>
                <a:lnTo>
                  <a:pt x="3183254" y="14659"/>
                </a:lnTo>
                <a:lnTo>
                  <a:pt x="2285298" y="14659"/>
                </a:lnTo>
                <a:close/>
                <a:moveTo>
                  <a:pt x="985097" y="1"/>
                </a:moveTo>
                <a:lnTo>
                  <a:pt x="1846470" y="1"/>
                </a:lnTo>
                <a:lnTo>
                  <a:pt x="1869376" y="14659"/>
                </a:lnTo>
                <a:lnTo>
                  <a:pt x="985097" y="14659"/>
                </a:lnTo>
                <a:close/>
                <a:moveTo>
                  <a:pt x="0" y="1"/>
                </a:moveTo>
                <a:lnTo>
                  <a:pt x="877145" y="1"/>
                </a:lnTo>
                <a:lnTo>
                  <a:pt x="877145" y="14659"/>
                </a:lnTo>
                <a:lnTo>
                  <a:pt x="0" y="14659"/>
                </a:lnTo>
                <a:close/>
                <a:moveTo>
                  <a:pt x="3702830" y="0"/>
                </a:moveTo>
                <a:lnTo>
                  <a:pt x="4262563" y="0"/>
                </a:lnTo>
                <a:lnTo>
                  <a:pt x="4284257" y="14658"/>
                </a:lnTo>
                <a:lnTo>
                  <a:pt x="3681132" y="14658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tIns="90000" bIns="90000" rtlCol="0" anchor="t" anchorCtr="0">
            <a:no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endParaRPr lang="en-GB" sz="1800" noProof="0" dirty="0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41122884"/>
      </p:ext>
    </p:extLst>
  </p:cSld>
  <p:clrMapOvr>
    <a:masterClrMapping/>
  </p:clrMapOvr>
  <p:transition spd="slow">
    <p:fade/>
  </p:transition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reak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>
            <a:extLst>
              <a:ext uri="{FF2B5EF4-FFF2-40B4-BE49-F238E27FC236}">
                <a16:creationId xmlns:a16="http://schemas.microsoft.com/office/drawing/2014/main" id="{9980AE14-16DF-A984-3C2C-7B1F89639B4E}"/>
              </a:ext>
            </a:extLst>
          </p:cNvPr>
          <p:cNvSpPr/>
          <p:nvPr userDrawn="1"/>
        </p:nvSpPr>
        <p:spPr>
          <a:xfrm>
            <a:off x="-1" y="0"/>
            <a:ext cx="9144001" cy="5143500"/>
          </a:xfrm>
          <a:prstGeom prst="rect">
            <a:avLst/>
          </a:prstGeom>
          <a:blipFill>
            <a:blip r:embed="rId2" cstate="print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colorTemperature colorTemp="5900"/>
                      </a14:imgEffect>
                      <a14:imgEffect>
                        <a14:saturation sat="33000"/>
                      </a14:imgEffect>
                      <a14:imgEffect>
                        <a14:brightnessContrast bright="1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2666" r="-2666"/>
            </a:stretch>
          </a:blip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lvl="0" algn="ctr" fontAlgn="auto">
              <a:spcBef>
                <a:spcPts val="0"/>
              </a:spcBef>
              <a:spcAft>
                <a:spcPts val="0"/>
              </a:spcAft>
            </a:pPr>
            <a:endParaRPr lang="en-GB" sz="1400" b="0" i="1" dirty="0">
              <a:solidFill>
                <a:schemeClr val="tx2"/>
              </a:solidFill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04812973-BB6E-BF28-CE18-82649D336B44}"/>
              </a:ext>
            </a:extLst>
          </p:cNvPr>
          <p:cNvSpPr/>
          <p:nvPr userDrawn="1"/>
        </p:nvSpPr>
        <p:spPr>
          <a:xfrm>
            <a:off x="5400674" y="0"/>
            <a:ext cx="3743326" cy="5143500"/>
          </a:xfrm>
          <a:prstGeom prst="rect">
            <a:avLst/>
          </a:prstGeom>
          <a:solidFill>
            <a:schemeClr val="bg1"/>
          </a:solidFill>
          <a:ln>
            <a:noFill/>
            <a:miter lim="800000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90000" rIns="72000" bIns="72000" rtlCol="0" anchor="t" anchorCtr="0"/>
          <a:lstStyle/>
          <a:p>
            <a:pPr algn="l" fontAlgn="auto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</a:pPr>
            <a:endParaRPr lang="en-GB" sz="1400" dirty="0">
              <a:solidFill>
                <a:schemeClr val="bg2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3B2F98E7-69FE-06CA-F2AF-5641A37AEDC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t="59350" b="12866"/>
          <a:stretch/>
        </p:blipFill>
        <p:spPr>
          <a:xfrm>
            <a:off x="5676499" y="754063"/>
            <a:ext cx="3062743" cy="1276448"/>
          </a:xfrm>
          <a:prstGeom prst="rect">
            <a:avLst/>
          </a:prstGeom>
        </p:spPr>
      </p:pic>
      <p:sp>
        <p:nvSpPr>
          <p:cNvPr id="2" name="Titel 1">
            <a:extLst>
              <a:ext uri="{FF2B5EF4-FFF2-40B4-BE49-F238E27FC236}">
                <a16:creationId xmlns:a16="http://schemas.microsoft.com/office/drawing/2014/main" id="{8F9EBCC8-205A-46CA-8D05-6228D379BD6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17600" y="-324000"/>
            <a:ext cx="2408150" cy="216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>
              <a:defRPr lang="en-GB" sz="1600" dirty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headline</a:t>
            </a:r>
            <a:endParaRPr lang="en-GB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8A36B0F4-5A23-535F-7066-FF0E3B5851DC}"/>
              </a:ext>
            </a:extLst>
          </p:cNvPr>
          <p:cNvSpPr txBox="1"/>
          <p:nvPr userDrawn="1"/>
        </p:nvSpPr>
        <p:spPr>
          <a:xfrm>
            <a:off x="5676499" y="2173080"/>
            <a:ext cx="620887" cy="286232"/>
          </a:xfrm>
          <a:prstGeom prst="rect">
            <a:avLst/>
          </a:prstGeom>
          <a:noFill/>
        </p:spPr>
        <p:txBody>
          <a:bodyPr wrap="none" lIns="0" rtlCol="0">
            <a:noAutofit/>
          </a:bodyPr>
          <a:lstStyle>
            <a:defPPr>
              <a:defRPr lang="en-US"/>
            </a:defPPr>
            <a:lvl1pPr marR="0" lvl="0" indent="0" defTabSz="457189" fontAlgn="auto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 kumimoji="0" sz="1400" b="0" i="0" u="none" strike="noStrike" cap="none" spc="0" normalizeH="0" baseline="0">
                <a:ln>
                  <a:noFill/>
                </a:ln>
                <a:solidFill>
                  <a:schemeClr val="tx2">
                    <a:lumMod val="60000"/>
                    <a:lumOff val="40000"/>
                  </a:schemeClr>
                </a:solidFill>
                <a:effectLst/>
                <a:uLnTx/>
                <a:uFillTx/>
                <a:latin typeface="+mj-lt"/>
              </a:defRPr>
            </a:lvl1pPr>
          </a:lstStyle>
          <a:p>
            <a:pPr lvl="0"/>
            <a:r>
              <a:rPr lang="en-US" noProof="0" dirty="0"/>
              <a:t>NEXT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6A08814F-3F1E-2811-9144-A2691FCF2B36}"/>
              </a:ext>
            </a:extLst>
          </p:cNvPr>
          <p:cNvCxnSpPr>
            <a:cxnSpLocks/>
          </p:cNvCxnSpPr>
          <p:nvPr userDrawn="1"/>
        </p:nvCxnSpPr>
        <p:spPr>
          <a:xfrm>
            <a:off x="5676499" y="2455588"/>
            <a:ext cx="2948749" cy="0"/>
          </a:xfrm>
          <a:prstGeom prst="line">
            <a:avLst/>
          </a:prstGeom>
          <a:ln w="6350" cap="rnd" cmpd="sng">
            <a:solidFill>
              <a:schemeClr val="accent1"/>
            </a:solidFill>
            <a:prstDash val="solid"/>
            <a:round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48AA8863-557E-CA30-68DE-D4529D9DA473}"/>
              </a:ext>
            </a:extLst>
          </p:cNvPr>
          <p:cNvCxnSpPr/>
          <p:nvPr userDrawn="1"/>
        </p:nvCxnSpPr>
        <p:spPr>
          <a:xfrm>
            <a:off x="5676499" y="3344572"/>
            <a:ext cx="2948749" cy="0"/>
          </a:xfrm>
          <a:prstGeom prst="line">
            <a:avLst/>
          </a:prstGeom>
          <a:ln w="6350" cap="rnd" cmpd="sng">
            <a:solidFill>
              <a:schemeClr val="accent1"/>
            </a:solidFill>
            <a:prstDash val="solid"/>
            <a:round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Text Placeholder 14">
            <a:extLst>
              <a:ext uri="{FF2B5EF4-FFF2-40B4-BE49-F238E27FC236}">
                <a16:creationId xmlns:a16="http://schemas.microsoft.com/office/drawing/2014/main" id="{A0448306-C706-EBC2-8357-49609F827CA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676499" y="2583289"/>
            <a:ext cx="3046664" cy="69224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rtlCol="0" anchor="t" anchorCtr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kumimoji="0" lang="en-GB" sz="1800" b="0" i="0" u="none" strike="noStrike" cap="none" spc="0" normalizeH="0" baseline="0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latin typeface="+mj-lt"/>
              </a:defRPr>
            </a:lvl1pPr>
          </a:lstStyle>
          <a:p>
            <a:pPr marL="179388" marR="0" lvl="0" indent="-179388" defTabSz="457189" fontAlgn="auto">
              <a:spcBef>
                <a:spcPts val="0"/>
              </a:spcBef>
              <a:buClrTx/>
              <a:buSzTx/>
              <a:tabLst/>
            </a:pPr>
            <a:r>
              <a:rPr lang="en-US" dirty="0"/>
              <a:t>Title of presentation</a:t>
            </a:r>
            <a:endParaRPr lang="en-GB" dirty="0"/>
          </a:p>
        </p:txBody>
      </p:sp>
      <p:sp>
        <p:nvSpPr>
          <p:cNvPr id="18" name="Text Placeholder 14">
            <a:extLst>
              <a:ext uri="{FF2B5EF4-FFF2-40B4-BE49-F238E27FC236}">
                <a16:creationId xmlns:a16="http://schemas.microsoft.com/office/drawing/2014/main" id="{FC18493D-8B93-5BCA-A670-EE2CCF2CDEA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76498" y="3413608"/>
            <a:ext cx="3046663" cy="5148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rtlCol="0" anchor="t" anchorCtr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en-GB" sz="1400">
                <a:solidFill>
                  <a:schemeClr val="bg2"/>
                </a:solidFill>
                <a:latin typeface="+mj-lt"/>
              </a:defRPr>
            </a:lvl1pPr>
          </a:lstStyle>
          <a:p>
            <a:pPr marL="179388" lvl="0" indent="-179388"/>
            <a:r>
              <a:rPr lang="en-US" dirty="0"/>
              <a:t>Presenter(s)</a:t>
            </a:r>
            <a:endParaRPr lang="en-GB" dirty="0"/>
          </a:p>
        </p:txBody>
      </p:sp>
      <p:sp>
        <p:nvSpPr>
          <p:cNvPr id="22" name="Text Placeholder 14">
            <a:extLst>
              <a:ext uri="{FF2B5EF4-FFF2-40B4-BE49-F238E27FC236}">
                <a16:creationId xmlns:a16="http://schemas.microsoft.com/office/drawing/2014/main" id="{722CA48D-B78F-DAEB-8D29-CBE5A67A67D7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676498" y="438130"/>
            <a:ext cx="3046663" cy="22540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rtlCol="0" anchor="t" anchorCtr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en-GB" sz="1400">
                <a:latin typeface="+mj-lt"/>
              </a:defRPr>
            </a:lvl1pPr>
          </a:lstStyle>
          <a:p>
            <a:pPr marL="179388" lvl="0" indent="-179388"/>
            <a:r>
              <a:rPr lang="en-US" dirty="0"/>
              <a:t>Break type &amp; duration</a:t>
            </a:r>
            <a:endParaRPr lang="en-GB" dirty="0"/>
          </a:p>
        </p:txBody>
      </p:sp>
      <p:sp>
        <p:nvSpPr>
          <p:cNvPr id="12" name="Freihandform: Form 49">
            <a:extLst>
              <a:ext uri="{FF2B5EF4-FFF2-40B4-BE49-F238E27FC236}">
                <a16:creationId xmlns:a16="http://schemas.microsoft.com/office/drawing/2014/main" id="{459C71B9-B957-32F8-56E0-C26C947AC81D}"/>
              </a:ext>
            </a:extLst>
          </p:cNvPr>
          <p:cNvSpPr>
            <a:spLocks noChangeAspect="1"/>
          </p:cNvSpPr>
          <p:nvPr userDrawn="1"/>
        </p:nvSpPr>
        <p:spPr>
          <a:xfrm>
            <a:off x="7655146" y="4833046"/>
            <a:ext cx="1057447" cy="184740"/>
          </a:xfrm>
          <a:custGeom>
            <a:avLst/>
            <a:gdLst>
              <a:gd name="connsiteX0" fmla="*/ 4196821 w 11362354"/>
              <a:gd name="connsiteY0" fmla="*/ 1846406 h 1972800"/>
              <a:gd name="connsiteX1" fmla="*/ 4515841 w 11362354"/>
              <a:gd name="connsiteY1" fmla="*/ 1846406 h 1972800"/>
              <a:gd name="connsiteX2" fmla="*/ 4302401 w 11362354"/>
              <a:gd name="connsiteY2" fmla="*/ 1972800 h 1972800"/>
              <a:gd name="connsiteX3" fmla="*/ 4276590 w 11362354"/>
              <a:gd name="connsiteY3" fmla="*/ 1972800 h 1972800"/>
              <a:gd name="connsiteX4" fmla="*/ 10408772 w 11362354"/>
              <a:gd name="connsiteY4" fmla="*/ 1547682 h 1972800"/>
              <a:gd name="connsiteX5" fmla="*/ 11236685 w 11362354"/>
              <a:gd name="connsiteY5" fmla="*/ 1547682 h 1972800"/>
              <a:gd name="connsiteX6" fmla="*/ 11013744 w 11362354"/>
              <a:gd name="connsiteY6" fmla="*/ 1726479 h 1972800"/>
              <a:gd name="connsiteX7" fmla="*/ 10702056 w 11362354"/>
              <a:gd name="connsiteY7" fmla="*/ 1776200 h 1972800"/>
              <a:gd name="connsiteX8" fmla="*/ 10408772 w 11362354"/>
              <a:gd name="connsiteY8" fmla="*/ 1703049 h 1972800"/>
              <a:gd name="connsiteX9" fmla="*/ 9781432 w 11362354"/>
              <a:gd name="connsiteY9" fmla="*/ 1544408 h 1972800"/>
              <a:gd name="connsiteX10" fmla="*/ 10286039 w 11362354"/>
              <a:gd name="connsiteY10" fmla="*/ 1544408 h 1972800"/>
              <a:gd name="connsiteX11" fmla="*/ 10286039 w 11362354"/>
              <a:gd name="connsiteY11" fmla="*/ 1763438 h 1972800"/>
              <a:gd name="connsiteX12" fmla="*/ 9781432 w 11362354"/>
              <a:gd name="connsiteY12" fmla="*/ 1763438 h 1972800"/>
              <a:gd name="connsiteX13" fmla="*/ 8877431 w 11362354"/>
              <a:gd name="connsiteY13" fmla="*/ 1544408 h 1972800"/>
              <a:gd name="connsiteX14" fmla="*/ 9382033 w 11362354"/>
              <a:gd name="connsiteY14" fmla="*/ 1544408 h 1972800"/>
              <a:gd name="connsiteX15" fmla="*/ 9382033 w 11362354"/>
              <a:gd name="connsiteY15" fmla="*/ 1763438 h 1972800"/>
              <a:gd name="connsiteX16" fmla="*/ 8877431 w 11362354"/>
              <a:gd name="connsiteY16" fmla="*/ 1763438 h 1972800"/>
              <a:gd name="connsiteX17" fmla="*/ 7955283 w 11362354"/>
              <a:gd name="connsiteY17" fmla="*/ 1544408 h 1972800"/>
              <a:gd name="connsiteX18" fmla="*/ 8501703 w 11362354"/>
              <a:gd name="connsiteY18" fmla="*/ 1544408 h 1972800"/>
              <a:gd name="connsiteX19" fmla="*/ 8501703 w 11362354"/>
              <a:gd name="connsiteY19" fmla="*/ 1763438 h 1972800"/>
              <a:gd name="connsiteX20" fmla="*/ 8046371 w 11362354"/>
              <a:gd name="connsiteY20" fmla="*/ 1763438 h 1972800"/>
              <a:gd name="connsiteX21" fmla="*/ 7193139 w 11362354"/>
              <a:gd name="connsiteY21" fmla="*/ 1544408 h 1972800"/>
              <a:gd name="connsiteX22" fmla="*/ 7648159 w 11362354"/>
              <a:gd name="connsiteY22" fmla="*/ 1544408 h 1972800"/>
              <a:gd name="connsiteX23" fmla="*/ 7648159 w 11362354"/>
              <a:gd name="connsiteY23" fmla="*/ 1763438 h 1972800"/>
              <a:gd name="connsiteX24" fmla="*/ 7193139 w 11362354"/>
              <a:gd name="connsiteY24" fmla="*/ 1763438 h 1972800"/>
              <a:gd name="connsiteX25" fmla="*/ 6188669 w 11362354"/>
              <a:gd name="connsiteY25" fmla="*/ 1544408 h 1972800"/>
              <a:gd name="connsiteX26" fmla="*/ 7080275 w 11362354"/>
              <a:gd name="connsiteY26" fmla="*/ 1544408 h 1972800"/>
              <a:gd name="connsiteX27" fmla="*/ 7080275 w 11362354"/>
              <a:gd name="connsiteY27" fmla="*/ 1763438 h 1972800"/>
              <a:gd name="connsiteX28" fmla="*/ 6188669 w 11362354"/>
              <a:gd name="connsiteY28" fmla="*/ 1763438 h 1972800"/>
              <a:gd name="connsiteX29" fmla="*/ 4886266 w 11362354"/>
              <a:gd name="connsiteY29" fmla="*/ 1544408 h 1972800"/>
              <a:gd name="connsiteX30" fmla="*/ 5979839 w 11362354"/>
              <a:gd name="connsiteY30" fmla="*/ 1544408 h 1972800"/>
              <a:gd name="connsiteX31" fmla="*/ 5557257 w 11362354"/>
              <a:gd name="connsiteY31" fmla="*/ 1763438 h 1972800"/>
              <a:gd name="connsiteX32" fmla="*/ 5308843 w 11362354"/>
              <a:gd name="connsiteY32" fmla="*/ 1763438 h 1972800"/>
              <a:gd name="connsiteX33" fmla="*/ 4886266 w 11362354"/>
              <a:gd name="connsiteY33" fmla="*/ 1544408 h 1972800"/>
              <a:gd name="connsiteX34" fmla="*/ 2285298 w 11362354"/>
              <a:gd name="connsiteY34" fmla="*/ 1544408 h 1972800"/>
              <a:gd name="connsiteX35" fmla="*/ 3183254 w 11362354"/>
              <a:gd name="connsiteY35" fmla="*/ 1544408 h 1972800"/>
              <a:gd name="connsiteX36" fmla="*/ 3183254 w 11362354"/>
              <a:gd name="connsiteY36" fmla="*/ 1763438 h 1972800"/>
              <a:gd name="connsiteX37" fmla="*/ 2285298 w 11362354"/>
              <a:gd name="connsiteY37" fmla="*/ 1763438 h 1972800"/>
              <a:gd name="connsiteX38" fmla="*/ 1699767 w 11362354"/>
              <a:gd name="connsiteY38" fmla="*/ 1544408 h 1972800"/>
              <a:gd name="connsiteX39" fmla="*/ 2161050 w 11362354"/>
              <a:gd name="connsiteY39" fmla="*/ 1544408 h 1972800"/>
              <a:gd name="connsiteX40" fmla="*/ 2265828 w 11362354"/>
              <a:gd name="connsiteY40" fmla="*/ 1763438 h 1972800"/>
              <a:gd name="connsiteX41" fmla="*/ 1796468 w 11362354"/>
              <a:gd name="connsiteY41" fmla="*/ 1763438 h 1972800"/>
              <a:gd name="connsiteX42" fmla="*/ 985097 w 11362354"/>
              <a:gd name="connsiteY42" fmla="*/ 1544408 h 1972800"/>
              <a:gd name="connsiteX43" fmla="*/ 1468672 w 11362354"/>
              <a:gd name="connsiteY43" fmla="*/ 1544408 h 1972800"/>
              <a:gd name="connsiteX44" fmla="*/ 1468672 w 11362354"/>
              <a:gd name="connsiteY44" fmla="*/ 1763438 h 1972800"/>
              <a:gd name="connsiteX45" fmla="*/ 985097 w 11362354"/>
              <a:gd name="connsiteY45" fmla="*/ 1763438 h 1972800"/>
              <a:gd name="connsiteX46" fmla="*/ 0 w 11362354"/>
              <a:gd name="connsiteY46" fmla="*/ 1544408 h 1972800"/>
              <a:gd name="connsiteX47" fmla="*/ 506025 w 11362354"/>
              <a:gd name="connsiteY47" fmla="*/ 1544408 h 1972800"/>
              <a:gd name="connsiteX48" fmla="*/ 506025 w 11362354"/>
              <a:gd name="connsiteY48" fmla="*/ 1763438 h 1972800"/>
              <a:gd name="connsiteX49" fmla="*/ 498505 w 11362354"/>
              <a:gd name="connsiteY49" fmla="*/ 1763438 h 1972800"/>
              <a:gd name="connsiteX50" fmla="*/ 7520 w 11362354"/>
              <a:gd name="connsiteY50" fmla="*/ 1763438 h 1972800"/>
              <a:gd name="connsiteX51" fmla="*/ 0 w 11362354"/>
              <a:gd name="connsiteY51" fmla="*/ 1763438 h 1972800"/>
              <a:gd name="connsiteX52" fmla="*/ 3478763 w 11362354"/>
              <a:gd name="connsiteY52" fmla="*/ 1544407 h 1972800"/>
              <a:gd name="connsiteX53" fmla="*/ 4486152 w 11362354"/>
              <a:gd name="connsiteY53" fmla="*/ 1544407 h 1972800"/>
              <a:gd name="connsiteX54" fmla="*/ 4479313 w 11362354"/>
              <a:gd name="connsiteY54" fmla="*/ 1555187 h 1972800"/>
              <a:gd name="connsiteX55" fmla="*/ 4654042 w 11362354"/>
              <a:gd name="connsiteY55" fmla="*/ 1763437 h 1972800"/>
              <a:gd name="connsiteX56" fmla="*/ 3697470 w 11362354"/>
              <a:gd name="connsiteY56" fmla="*/ 1763437 h 1972800"/>
              <a:gd name="connsiteX57" fmla="*/ 3478763 w 11362354"/>
              <a:gd name="connsiteY57" fmla="*/ 1544407 h 1972800"/>
              <a:gd name="connsiteX58" fmla="*/ 10408772 w 11362354"/>
              <a:gd name="connsiteY58" fmla="*/ 1290902 h 1972800"/>
              <a:gd name="connsiteX59" fmla="*/ 10568570 w 11362354"/>
              <a:gd name="connsiteY59" fmla="*/ 1290902 h 1972800"/>
              <a:gd name="connsiteX60" fmla="*/ 10590729 w 11362354"/>
              <a:gd name="connsiteY60" fmla="*/ 1313870 h 1972800"/>
              <a:gd name="connsiteX61" fmla="*/ 10721250 w 11362354"/>
              <a:gd name="connsiteY61" fmla="*/ 1365562 h 1972800"/>
              <a:gd name="connsiteX62" fmla="*/ 10855315 w 11362354"/>
              <a:gd name="connsiteY62" fmla="*/ 1290902 h 1972800"/>
              <a:gd name="connsiteX63" fmla="*/ 11214890 w 11362354"/>
              <a:gd name="connsiteY63" fmla="*/ 1290902 h 1972800"/>
              <a:gd name="connsiteX64" fmla="*/ 11346112 w 11362354"/>
              <a:gd name="connsiteY64" fmla="*/ 1290902 h 1972800"/>
              <a:gd name="connsiteX65" fmla="*/ 11280882 w 11362354"/>
              <a:gd name="connsiteY65" fmla="*/ 1465414 h 1972800"/>
              <a:gd name="connsiteX66" fmla="*/ 11214890 w 11362354"/>
              <a:gd name="connsiteY66" fmla="*/ 1465414 h 1972800"/>
              <a:gd name="connsiteX67" fmla="*/ 10408772 w 11362354"/>
              <a:gd name="connsiteY67" fmla="*/ 1465414 h 1972800"/>
              <a:gd name="connsiteX68" fmla="*/ 3354588 w 11362354"/>
              <a:gd name="connsiteY68" fmla="*/ 1288169 h 1972800"/>
              <a:gd name="connsiteX69" fmla="*/ 3891084 w 11362354"/>
              <a:gd name="connsiteY69" fmla="*/ 1288169 h 1972800"/>
              <a:gd name="connsiteX70" fmla="*/ 3982693 w 11362354"/>
              <a:gd name="connsiteY70" fmla="*/ 1333215 h 1972800"/>
              <a:gd name="connsiteX71" fmla="*/ 4074304 w 11362354"/>
              <a:gd name="connsiteY71" fmla="*/ 1288169 h 1972800"/>
              <a:gd name="connsiteX72" fmla="*/ 4610046 w 11362354"/>
              <a:gd name="connsiteY72" fmla="*/ 1288169 h 1972800"/>
              <a:gd name="connsiteX73" fmla="*/ 4535426 w 11362354"/>
              <a:gd name="connsiteY73" fmla="*/ 1462313 h 1972800"/>
              <a:gd name="connsiteX74" fmla="*/ 3429061 w 11362354"/>
              <a:gd name="connsiteY74" fmla="*/ 1462313 h 1972800"/>
              <a:gd name="connsiteX75" fmla="*/ 3354588 w 11362354"/>
              <a:gd name="connsiteY75" fmla="*/ 1288169 h 1972800"/>
              <a:gd name="connsiteX76" fmla="*/ 9781432 w 11362354"/>
              <a:gd name="connsiteY76" fmla="*/ 1288165 h 1972800"/>
              <a:gd name="connsiteX77" fmla="*/ 10286039 w 11362354"/>
              <a:gd name="connsiteY77" fmla="*/ 1288165 h 1972800"/>
              <a:gd name="connsiteX78" fmla="*/ 10286039 w 11362354"/>
              <a:gd name="connsiteY78" fmla="*/ 1462314 h 1972800"/>
              <a:gd name="connsiteX79" fmla="*/ 9781432 w 11362354"/>
              <a:gd name="connsiteY79" fmla="*/ 1462314 h 1972800"/>
              <a:gd name="connsiteX80" fmla="*/ 8877431 w 11362354"/>
              <a:gd name="connsiteY80" fmla="*/ 1288165 h 1972800"/>
              <a:gd name="connsiteX81" fmla="*/ 9382033 w 11362354"/>
              <a:gd name="connsiteY81" fmla="*/ 1288165 h 1972800"/>
              <a:gd name="connsiteX82" fmla="*/ 9382033 w 11362354"/>
              <a:gd name="connsiteY82" fmla="*/ 1462314 h 1972800"/>
              <a:gd name="connsiteX83" fmla="*/ 8877431 w 11362354"/>
              <a:gd name="connsiteY83" fmla="*/ 1462314 h 1972800"/>
              <a:gd name="connsiteX84" fmla="*/ 7848731 w 11362354"/>
              <a:gd name="connsiteY84" fmla="*/ 1288165 h 1972800"/>
              <a:gd name="connsiteX85" fmla="*/ 8501703 w 11362354"/>
              <a:gd name="connsiteY85" fmla="*/ 1288165 h 1972800"/>
              <a:gd name="connsiteX86" fmla="*/ 8501703 w 11362354"/>
              <a:gd name="connsiteY86" fmla="*/ 1462314 h 1972800"/>
              <a:gd name="connsiteX87" fmla="*/ 7921150 w 11362354"/>
              <a:gd name="connsiteY87" fmla="*/ 1462314 h 1972800"/>
              <a:gd name="connsiteX88" fmla="*/ 7193139 w 11362354"/>
              <a:gd name="connsiteY88" fmla="*/ 1288165 h 1972800"/>
              <a:gd name="connsiteX89" fmla="*/ 7648159 w 11362354"/>
              <a:gd name="connsiteY89" fmla="*/ 1288165 h 1972800"/>
              <a:gd name="connsiteX90" fmla="*/ 7648159 w 11362354"/>
              <a:gd name="connsiteY90" fmla="*/ 1462314 h 1972800"/>
              <a:gd name="connsiteX91" fmla="*/ 7193139 w 11362354"/>
              <a:gd name="connsiteY91" fmla="*/ 1462314 h 1972800"/>
              <a:gd name="connsiteX92" fmla="*/ 6188669 w 11362354"/>
              <a:gd name="connsiteY92" fmla="*/ 1288165 h 1972800"/>
              <a:gd name="connsiteX93" fmla="*/ 6674501 w 11362354"/>
              <a:gd name="connsiteY93" fmla="*/ 1288165 h 1972800"/>
              <a:gd name="connsiteX94" fmla="*/ 6674501 w 11362354"/>
              <a:gd name="connsiteY94" fmla="*/ 1351991 h 1972800"/>
              <a:gd name="connsiteX95" fmla="*/ 7080275 w 11362354"/>
              <a:gd name="connsiteY95" fmla="*/ 1351991 h 1972800"/>
              <a:gd name="connsiteX96" fmla="*/ 7080275 w 11362354"/>
              <a:gd name="connsiteY96" fmla="*/ 1462314 h 1972800"/>
              <a:gd name="connsiteX97" fmla="*/ 6188669 w 11362354"/>
              <a:gd name="connsiteY97" fmla="*/ 1462314 h 1972800"/>
              <a:gd name="connsiteX98" fmla="*/ 4794722 w 11362354"/>
              <a:gd name="connsiteY98" fmla="*/ 1288165 h 1972800"/>
              <a:gd name="connsiteX99" fmla="*/ 5308313 w 11362354"/>
              <a:gd name="connsiteY99" fmla="*/ 1288165 h 1972800"/>
              <a:gd name="connsiteX100" fmla="*/ 5433050 w 11362354"/>
              <a:gd name="connsiteY100" fmla="*/ 1363467 h 1972800"/>
              <a:gd name="connsiteX101" fmla="*/ 5557791 w 11362354"/>
              <a:gd name="connsiteY101" fmla="*/ 1288165 h 1972800"/>
              <a:gd name="connsiteX102" fmla="*/ 6071387 w 11362354"/>
              <a:gd name="connsiteY102" fmla="*/ 1288165 h 1972800"/>
              <a:gd name="connsiteX103" fmla="*/ 6026879 w 11362354"/>
              <a:gd name="connsiteY103" fmla="*/ 1462314 h 1972800"/>
              <a:gd name="connsiteX104" fmla="*/ 4839225 w 11362354"/>
              <a:gd name="connsiteY104" fmla="*/ 1462314 h 1972800"/>
              <a:gd name="connsiteX105" fmla="*/ 4794722 w 11362354"/>
              <a:gd name="connsiteY105" fmla="*/ 1288165 h 1972800"/>
              <a:gd name="connsiteX106" fmla="*/ 2285298 w 11362354"/>
              <a:gd name="connsiteY106" fmla="*/ 1288165 h 1972800"/>
              <a:gd name="connsiteX107" fmla="*/ 2771132 w 11362354"/>
              <a:gd name="connsiteY107" fmla="*/ 1288165 h 1972800"/>
              <a:gd name="connsiteX108" fmla="*/ 2771132 w 11362354"/>
              <a:gd name="connsiteY108" fmla="*/ 1351991 h 1972800"/>
              <a:gd name="connsiteX109" fmla="*/ 3183254 w 11362354"/>
              <a:gd name="connsiteY109" fmla="*/ 1351991 h 1972800"/>
              <a:gd name="connsiteX110" fmla="*/ 3183254 w 11362354"/>
              <a:gd name="connsiteY110" fmla="*/ 1462314 h 1972800"/>
              <a:gd name="connsiteX111" fmla="*/ 2285298 w 11362354"/>
              <a:gd name="connsiteY111" fmla="*/ 1462314 h 1972800"/>
              <a:gd name="connsiteX112" fmla="*/ 1586644 w 11362354"/>
              <a:gd name="connsiteY112" fmla="*/ 1288165 h 1972800"/>
              <a:gd name="connsiteX113" fmla="*/ 2038472 w 11362354"/>
              <a:gd name="connsiteY113" fmla="*/ 1288165 h 1972800"/>
              <a:gd name="connsiteX114" fmla="*/ 2121783 w 11362354"/>
              <a:gd name="connsiteY114" fmla="*/ 1462314 h 1972800"/>
              <a:gd name="connsiteX115" fmla="*/ 1663530 w 11362354"/>
              <a:gd name="connsiteY115" fmla="*/ 1462314 h 1972800"/>
              <a:gd name="connsiteX116" fmla="*/ 985097 w 11362354"/>
              <a:gd name="connsiteY116" fmla="*/ 1288165 h 1972800"/>
              <a:gd name="connsiteX117" fmla="*/ 1468672 w 11362354"/>
              <a:gd name="connsiteY117" fmla="*/ 1288165 h 1972800"/>
              <a:gd name="connsiteX118" fmla="*/ 1468672 w 11362354"/>
              <a:gd name="connsiteY118" fmla="*/ 1462314 h 1972800"/>
              <a:gd name="connsiteX119" fmla="*/ 985097 w 11362354"/>
              <a:gd name="connsiteY119" fmla="*/ 1462314 h 1972800"/>
              <a:gd name="connsiteX120" fmla="*/ 0 w 11362354"/>
              <a:gd name="connsiteY120" fmla="*/ 1288165 h 1972800"/>
              <a:gd name="connsiteX121" fmla="*/ 506025 w 11362354"/>
              <a:gd name="connsiteY121" fmla="*/ 1288165 h 1972800"/>
              <a:gd name="connsiteX122" fmla="*/ 506025 w 11362354"/>
              <a:gd name="connsiteY122" fmla="*/ 1462314 h 1972800"/>
              <a:gd name="connsiteX123" fmla="*/ 0 w 11362354"/>
              <a:gd name="connsiteY123" fmla="*/ 1462314 h 1972800"/>
              <a:gd name="connsiteX124" fmla="*/ 10408772 w 11362354"/>
              <a:gd name="connsiteY124" fmla="*/ 1157361 h 1972800"/>
              <a:gd name="connsiteX125" fmla="*/ 10468381 w 11362354"/>
              <a:gd name="connsiteY125" fmla="*/ 1208632 h 1972800"/>
              <a:gd name="connsiteX126" fmla="*/ 10408772 w 11362354"/>
              <a:gd name="connsiteY126" fmla="*/ 1208632 h 1972800"/>
              <a:gd name="connsiteX127" fmla="*/ 10816942 w 11362354"/>
              <a:gd name="connsiteY127" fmla="*/ 1078164 h 1972800"/>
              <a:gd name="connsiteX128" fmla="*/ 11358000 w 11362354"/>
              <a:gd name="connsiteY128" fmla="*/ 1078164 h 1972800"/>
              <a:gd name="connsiteX129" fmla="*/ 11359134 w 11362354"/>
              <a:gd name="connsiteY129" fmla="*/ 1208632 h 1972800"/>
              <a:gd name="connsiteX130" fmla="*/ 11359134 w 11362354"/>
              <a:gd name="connsiteY130" fmla="*/ 1208633 h 1972800"/>
              <a:gd name="connsiteX131" fmla="*/ 10871056 w 11362354"/>
              <a:gd name="connsiteY131" fmla="*/ 1208633 h 1972800"/>
              <a:gd name="connsiteX132" fmla="*/ 10871355 w 11362354"/>
              <a:gd name="connsiteY132" fmla="*/ 1205652 h 1972800"/>
              <a:gd name="connsiteX133" fmla="*/ 10808382 w 11362354"/>
              <a:gd name="connsiteY133" fmla="*/ 1078165 h 1972800"/>
              <a:gd name="connsiteX134" fmla="*/ 10816943 w 11362354"/>
              <a:gd name="connsiteY134" fmla="*/ 1078165 h 1972800"/>
              <a:gd name="connsiteX135" fmla="*/ 9781432 w 11362354"/>
              <a:gd name="connsiteY135" fmla="*/ 1075882 h 1972800"/>
              <a:gd name="connsiteX136" fmla="*/ 10286039 w 11362354"/>
              <a:gd name="connsiteY136" fmla="*/ 1075882 h 1972800"/>
              <a:gd name="connsiteX137" fmla="*/ 10286039 w 11362354"/>
              <a:gd name="connsiteY137" fmla="*/ 1206076 h 1972800"/>
              <a:gd name="connsiteX138" fmla="*/ 9781432 w 11362354"/>
              <a:gd name="connsiteY138" fmla="*/ 1206076 h 1972800"/>
              <a:gd name="connsiteX139" fmla="*/ 8877431 w 11362354"/>
              <a:gd name="connsiteY139" fmla="*/ 1075882 h 1972800"/>
              <a:gd name="connsiteX140" fmla="*/ 9382033 w 11362354"/>
              <a:gd name="connsiteY140" fmla="*/ 1075882 h 1972800"/>
              <a:gd name="connsiteX141" fmla="*/ 9382033 w 11362354"/>
              <a:gd name="connsiteY141" fmla="*/ 1206076 h 1972800"/>
              <a:gd name="connsiteX142" fmla="*/ 8877431 w 11362354"/>
              <a:gd name="connsiteY142" fmla="*/ 1206076 h 1972800"/>
              <a:gd name="connsiteX143" fmla="*/ 7760453 w 11362354"/>
              <a:gd name="connsiteY143" fmla="*/ 1075882 h 1972800"/>
              <a:gd name="connsiteX144" fmla="*/ 8501703 w 11362354"/>
              <a:gd name="connsiteY144" fmla="*/ 1075882 h 1972800"/>
              <a:gd name="connsiteX145" fmla="*/ 8501703 w 11362354"/>
              <a:gd name="connsiteY145" fmla="*/ 1206076 h 1972800"/>
              <a:gd name="connsiteX146" fmla="*/ 7814594 w 11362354"/>
              <a:gd name="connsiteY146" fmla="*/ 1206076 h 1972800"/>
              <a:gd name="connsiteX147" fmla="*/ 7193139 w 11362354"/>
              <a:gd name="connsiteY147" fmla="*/ 1075882 h 1972800"/>
              <a:gd name="connsiteX148" fmla="*/ 7648159 w 11362354"/>
              <a:gd name="connsiteY148" fmla="*/ 1075882 h 1972800"/>
              <a:gd name="connsiteX149" fmla="*/ 7648159 w 11362354"/>
              <a:gd name="connsiteY149" fmla="*/ 1206076 h 1972800"/>
              <a:gd name="connsiteX150" fmla="*/ 7193139 w 11362354"/>
              <a:gd name="connsiteY150" fmla="*/ 1206076 h 1972800"/>
              <a:gd name="connsiteX151" fmla="*/ 6188669 w 11362354"/>
              <a:gd name="connsiteY151" fmla="*/ 1075882 h 1972800"/>
              <a:gd name="connsiteX152" fmla="*/ 6674501 w 11362354"/>
              <a:gd name="connsiteY152" fmla="*/ 1075882 h 1972800"/>
              <a:gd name="connsiteX153" fmla="*/ 6674501 w 11362354"/>
              <a:gd name="connsiteY153" fmla="*/ 1206076 h 1972800"/>
              <a:gd name="connsiteX154" fmla="*/ 6188669 w 11362354"/>
              <a:gd name="connsiteY154" fmla="*/ 1206076 h 1972800"/>
              <a:gd name="connsiteX155" fmla="*/ 5574793 w 11362354"/>
              <a:gd name="connsiteY155" fmla="*/ 1075882 h 1972800"/>
              <a:gd name="connsiteX156" fmla="*/ 6073294 w 11362354"/>
              <a:gd name="connsiteY156" fmla="*/ 1075882 h 1972800"/>
              <a:gd name="connsiteX157" fmla="*/ 6073294 w 11362354"/>
              <a:gd name="connsiteY157" fmla="*/ 1206076 h 1972800"/>
              <a:gd name="connsiteX158" fmla="*/ 5574793 w 11362354"/>
              <a:gd name="connsiteY158" fmla="*/ 1206076 h 1972800"/>
              <a:gd name="connsiteX159" fmla="*/ 4792811 w 11362354"/>
              <a:gd name="connsiteY159" fmla="*/ 1075882 h 1972800"/>
              <a:gd name="connsiteX160" fmla="*/ 5291307 w 11362354"/>
              <a:gd name="connsiteY160" fmla="*/ 1075882 h 1972800"/>
              <a:gd name="connsiteX161" fmla="*/ 5291307 w 11362354"/>
              <a:gd name="connsiteY161" fmla="*/ 1206076 h 1972800"/>
              <a:gd name="connsiteX162" fmla="*/ 4792811 w 11362354"/>
              <a:gd name="connsiteY162" fmla="*/ 1206076 h 1972800"/>
              <a:gd name="connsiteX163" fmla="*/ 2285298 w 11362354"/>
              <a:gd name="connsiteY163" fmla="*/ 1075882 h 1972800"/>
              <a:gd name="connsiteX164" fmla="*/ 2771132 w 11362354"/>
              <a:gd name="connsiteY164" fmla="*/ 1075882 h 1972800"/>
              <a:gd name="connsiteX165" fmla="*/ 2771132 w 11362354"/>
              <a:gd name="connsiteY165" fmla="*/ 1206076 h 1972800"/>
              <a:gd name="connsiteX166" fmla="*/ 2285298 w 11362354"/>
              <a:gd name="connsiteY166" fmla="*/ 1206076 h 1972800"/>
              <a:gd name="connsiteX167" fmla="*/ 1492927 w 11362354"/>
              <a:gd name="connsiteY167" fmla="*/ 1075882 h 1972800"/>
              <a:gd name="connsiteX168" fmla="*/ 1945589 w 11362354"/>
              <a:gd name="connsiteY168" fmla="*/ 1075882 h 1972800"/>
              <a:gd name="connsiteX169" fmla="*/ 1940491 w 11362354"/>
              <a:gd name="connsiteY169" fmla="*/ 1080455 h 1972800"/>
              <a:gd name="connsiteX170" fmla="*/ 1939110 w 11362354"/>
              <a:gd name="connsiteY170" fmla="*/ 1080455 h 1972800"/>
              <a:gd name="connsiteX171" fmla="*/ 1939524 w 11362354"/>
              <a:gd name="connsiteY171" fmla="*/ 1081320 h 1972800"/>
              <a:gd name="connsiteX172" fmla="*/ 1938345 w 11362354"/>
              <a:gd name="connsiteY172" fmla="*/ 1082361 h 1972800"/>
              <a:gd name="connsiteX173" fmla="*/ 1940022 w 11362354"/>
              <a:gd name="connsiteY173" fmla="*/ 1082361 h 1972800"/>
              <a:gd name="connsiteX174" fmla="*/ 1999205 w 11362354"/>
              <a:gd name="connsiteY174" fmla="*/ 1206076 h 1972800"/>
              <a:gd name="connsiteX175" fmla="*/ 1550403 w 11362354"/>
              <a:gd name="connsiteY175" fmla="*/ 1206076 h 1972800"/>
              <a:gd name="connsiteX176" fmla="*/ 985097 w 11362354"/>
              <a:gd name="connsiteY176" fmla="*/ 1075882 h 1972800"/>
              <a:gd name="connsiteX177" fmla="*/ 1468672 w 11362354"/>
              <a:gd name="connsiteY177" fmla="*/ 1075882 h 1972800"/>
              <a:gd name="connsiteX178" fmla="*/ 1468672 w 11362354"/>
              <a:gd name="connsiteY178" fmla="*/ 1206076 h 1972800"/>
              <a:gd name="connsiteX179" fmla="*/ 985097 w 11362354"/>
              <a:gd name="connsiteY179" fmla="*/ 1206076 h 1972800"/>
              <a:gd name="connsiteX180" fmla="*/ 0 w 11362354"/>
              <a:gd name="connsiteY180" fmla="*/ 1075882 h 1972800"/>
              <a:gd name="connsiteX181" fmla="*/ 877145 w 11362354"/>
              <a:gd name="connsiteY181" fmla="*/ 1075882 h 1972800"/>
              <a:gd name="connsiteX182" fmla="*/ 877145 w 11362354"/>
              <a:gd name="connsiteY182" fmla="*/ 1098345 h 1972800"/>
              <a:gd name="connsiteX183" fmla="*/ 869625 w 11362354"/>
              <a:gd name="connsiteY183" fmla="*/ 1098345 h 1972800"/>
              <a:gd name="connsiteX184" fmla="*/ 506025 w 11362354"/>
              <a:gd name="connsiteY184" fmla="*/ 1098345 h 1972800"/>
              <a:gd name="connsiteX185" fmla="*/ 506025 w 11362354"/>
              <a:gd name="connsiteY185" fmla="*/ 1206076 h 1972800"/>
              <a:gd name="connsiteX186" fmla="*/ 0 w 11362354"/>
              <a:gd name="connsiteY186" fmla="*/ 1206076 h 1972800"/>
              <a:gd name="connsiteX187" fmla="*/ 4174413 w 11362354"/>
              <a:gd name="connsiteY187" fmla="*/ 1075881 h 1972800"/>
              <a:gd name="connsiteX188" fmla="*/ 4660572 w 11362354"/>
              <a:gd name="connsiteY188" fmla="*/ 1075881 h 1972800"/>
              <a:gd name="connsiteX189" fmla="*/ 4633997 w 11362354"/>
              <a:gd name="connsiteY189" fmla="*/ 1206075 h 1972800"/>
              <a:gd name="connsiteX190" fmla="*/ 4129883 w 11362354"/>
              <a:gd name="connsiteY190" fmla="*/ 1206075 h 1972800"/>
              <a:gd name="connsiteX191" fmla="*/ 4174413 w 11362354"/>
              <a:gd name="connsiteY191" fmla="*/ 1075881 h 1972800"/>
              <a:gd name="connsiteX192" fmla="*/ 3305162 w 11362354"/>
              <a:gd name="connsiteY192" fmla="*/ 1075881 h 1972800"/>
              <a:gd name="connsiteX193" fmla="*/ 3790976 w 11362354"/>
              <a:gd name="connsiteY193" fmla="*/ 1075881 h 1972800"/>
              <a:gd name="connsiteX194" fmla="*/ 3835506 w 11362354"/>
              <a:gd name="connsiteY194" fmla="*/ 1206075 h 1972800"/>
              <a:gd name="connsiteX195" fmla="*/ 3330959 w 11362354"/>
              <a:gd name="connsiteY195" fmla="*/ 1206075 h 1972800"/>
              <a:gd name="connsiteX196" fmla="*/ 3305162 w 11362354"/>
              <a:gd name="connsiteY196" fmla="*/ 1075881 h 1972800"/>
              <a:gd name="connsiteX197" fmla="*/ 10587776 w 11362354"/>
              <a:gd name="connsiteY197" fmla="*/ 879486 h 1972800"/>
              <a:gd name="connsiteX198" fmla="*/ 11280821 w 11362354"/>
              <a:gd name="connsiteY198" fmla="*/ 879486 h 1972800"/>
              <a:gd name="connsiteX199" fmla="*/ 11338792 w 11362354"/>
              <a:gd name="connsiteY199" fmla="*/ 993628 h 1972800"/>
              <a:gd name="connsiteX200" fmla="*/ 10727828 w 11362354"/>
              <a:gd name="connsiteY200" fmla="*/ 995899 h 1972800"/>
              <a:gd name="connsiteX201" fmla="*/ 9781432 w 11362354"/>
              <a:gd name="connsiteY201" fmla="*/ 877625 h 1972800"/>
              <a:gd name="connsiteX202" fmla="*/ 10286039 w 11362354"/>
              <a:gd name="connsiteY202" fmla="*/ 877625 h 1972800"/>
              <a:gd name="connsiteX203" fmla="*/ 10286039 w 11362354"/>
              <a:gd name="connsiteY203" fmla="*/ 993788 h 1972800"/>
              <a:gd name="connsiteX204" fmla="*/ 9781432 w 11362354"/>
              <a:gd name="connsiteY204" fmla="*/ 993788 h 1972800"/>
              <a:gd name="connsiteX205" fmla="*/ 8877431 w 11362354"/>
              <a:gd name="connsiteY205" fmla="*/ 877625 h 1972800"/>
              <a:gd name="connsiteX206" fmla="*/ 9382033 w 11362354"/>
              <a:gd name="connsiteY206" fmla="*/ 877625 h 1972800"/>
              <a:gd name="connsiteX207" fmla="*/ 9382033 w 11362354"/>
              <a:gd name="connsiteY207" fmla="*/ 993788 h 1972800"/>
              <a:gd name="connsiteX208" fmla="*/ 8877431 w 11362354"/>
              <a:gd name="connsiteY208" fmla="*/ 993788 h 1972800"/>
              <a:gd name="connsiteX209" fmla="*/ 7678004 w 11362354"/>
              <a:gd name="connsiteY209" fmla="*/ 877625 h 1972800"/>
              <a:gd name="connsiteX210" fmla="*/ 8501703 w 11362354"/>
              <a:gd name="connsiteY210" fmla="*/ 877625 h 1972800"/>
              <a:gd name="connsiteX211" fmla="*/ 8501703 w 11362354"/>
              <a:gd name="connsiteY211" fmla="*/ 993788 h 1972800"/>
              <a:gd name="connsiteX212" fmla="*/ 7726316 w 11362354"/>
              <a:gd name="connsiteY212" fmla="*/ 993788 h 1972800"/>
              <a:gd name="connsiteX213" fmla="*/ 7193139 w 11362354"/>
              <a:gd name="connsiteY213" fmla="*/ 877625 h 1972800"/>
              <a:gd name="connsiteX214" fmla="*/ 7648159 w 11362354"/>
              <a:gd name="connsiteY214" fmla="*/ 877625 h 1972800"/>
              <a:gd name="connsiteX215" fmla="*/ 7648159 w 11362354"/>
              <a:gd name="connsiteY215" fmla="*/ 993788 h 1972800"/>
              <a:gd name="connsiteX216" fmla="*/ 7193139 w 11362354"/>
              <a:gd name="connsiteY216" fmla="*/ 993788 h 1972800"/>
              <a:gd name="connsiteX217" fmla="*/ 6188669 w 11362354"/>
              <a:gd name="connsiteY217" fmla="*/ 877625 h 1972800"/>
              <a:gd name="connsiteX218" fmla="*/ 7056268 w 11362354"/>
              <a:gd name="connsiteY218" fmla="*/ 877625 h 1972800"/>
              <a:gd name="connsiteX219" fmla="*/ 7056268 w 11362354"/>
              <a:gd name="connsiteY219" fmla="*/ 988326 h 1972800"/>
              <a:gd name="connsiteX220" fmla="*/ 6674501 w 11362354"/>
              <a:gd name="connsiteY220" fmla="*/ 988326 h 1972800"/>
              <a:gd name="connsiteX221" fmla="*/ 6674501 w 11362354"/>
              <a:gd name="connsiteY221" fmla="*/ 993788 h 1972800"/>
              <a:gd name="connsiteX222" fmla="*/ 6188669 w 11362354"/>
              <a:gd name="connsiteY222" fmla="*/ 993788 h 1972800"/>
              <a:gd name="connsiteX223" fmla="*/ 5574793 w 11362354"/>
              <a:gd name="connsiteY223" fmla="*/ 877625 h 1972800"/>
              <a:gd name="connsiteX224" fmla="*/ 6073294 w 11362354"/>
              <a:gd name="connsiteY224" fmla="*/ 877625 h 1972800"/>
              <a:gd name="connsiteX225" fmla="*/ 6073294 w 11362354"/>
              <a:gd name="connsiteY225" fmla="*/ 993788 h 1972800"/>
              <a:gd name="connsiteX226" fmla="*/ 5574793 w 11362354"/>
              <a:gd name="connsiteY226" fmla="*/ 993788 h 1972800"/>
              <a:gd name="connsiteX227" fmla="*/ 4792811 w 11362354"/>
              <a:gd name="connsiteY227" fmla="*/ 877625 h 1972800"/>
              <a:gd name="connsiteX228" fmla="*/ 5291307 w 11362354"/>
              <a:gd name="connsiteY228" fmla="*/ 877625 h 1972800"/>
              <a:gd name="connsiteX229" fmla="*/ 5291307 w 11362354"/>
              <a:gd name="connsiteY229" fmla="*/ 993788 h 1972800"/>
              <a:gd name="connsiteX230" fmla="*/ 4792811 w 11362354"/>
              <a:gd name="connsiteY230" fmla="*/ 993788 h 1972800"/>
              <a:gd name="connsiteX231" fmla="*/ 2285298 w 11362354"/>
              <a:gd name="connsiteY231" fmla="*/ 877625 h 1972800"/>
              <a:gd name="connsiteX232" fmla="*/ 3161500 w 11362354"/>
              <a:gd name="connsiteY232" fmla="*/ 877625 h 1972800"/>
              <a:gd name="connsiteX233" fmla="*/ 3161500 w 11362354"/>
              <a:gd name="connsiteY233" fmla="*/ 988326 h 1972800"/>
              <a:gd name="connsiteX234" fmla="*/ 2771132 w 11362354"/>
              <a:gd name="connsiteY234" fmla="*/ 988326 h 1972800"/>
              <a:gd name="connsiteX235" fmla="*/ 2771132 w 11362354"/>
              <a:gd name="connsiteY235" fmla="*/ 993788 h 1972800"/>
              <a:gd name="connsiteX236" fmla="*/ 2285298 w 11362354"/>
              <a:gd name="connsiteY236" fmla="*/ 993788 h 1972800"/>
              <a:gd name="connsiteX237" fmla="*/ 985097 w 11362354"/>
              <a:gd name="connsiteY237" fmla="*/ 877625 h 1972800"/>
              <a:gd name="connsiteX238" fmla="*/ 2107746 w 11362354"/>
              <a:gd name="connsiteY238" fmla="*/ 877625 h 1972800"/>
              <a:gd name="connsiteX239" fmla="*/ 2028664 w 11362354"/>
              <a:gd name="connsiteY239" fmla="*/ 993788 h 1972800"/>
              <a:gd name="connsiteX240" fmla="*/ 985097 w 11362354"/>
              <a:gd name="connsiteY240" fmla="*/ 993788 h 1972800"/>
              <a:gd name="connsiteX241" fmla="*/ 0 w 11362354"/>
              <a:gd name="connsiteY241" fmla="*/ 877625 h 1972800"/>
              <a:gd name="connsiteX242" fmla="*/ 877145 w 11362354"/>
              <a:gd name="connsiteY242" fmla="*/ 877625 h 1972800"/>
              <a:gd name="connsiteX243" fmla="*/ 877145 w 11362354"/>
              <a:gd name="connsiteY243" fmla="*/ 993788 h 1972800"/>
              <a:gd name="connsiteX244" fmla="*/ 0 w 11362354"/>
              <a:gd name="connsiteY244" fmla="*/ 993788 h 1972800"/>
              <a:gd name="connsiteX245" fmla="*/ 4199211 w 11362354"/>
              <a:gd name="connsiteY245" fmla="*/ 877624 h 1972800"/>
              <a:gd name="connsiteX246" fmla="*/ 4674176 w 11362354"/>
              <a:gd name="connsiteY246" fmla="*/ 877624 h 1972800"/>
              <a:gd name="connsiteX247" fmla="*/ 4674332 w 11362354"/>
              <a:gd name="connsiteY247" fmla="*/ 883528 h 1972800"/>
              <a:gd name="connsiteX248" fmla="*/ 4669465 w 11362354"/>
              <a:gd name="connsiteY248" fmla="*/ 993787 h 1972800"/>
              <a:gd name="connsiteX249" fmla="*/ 4189743 w 11362354"/>
              <a:gd name="connsiteY249" fmla="*/ 993787 h 1972800"/>
              <a:gd name="connsiteX250" fmla="*/ 4199211 w 11362354"/>
              <a:gd name="connsiteY250" fmla="*/ 877624 h 1972800"/>
              <a:gd name="connsiteX251" fmla="*/ 3291213 w 11362354"/>
              <a:gd name="connsiteY251" fmla="*/ 877624 h 1972800"/>
              <a:gd name="connsiteX252" fmla="*/ 3766173 w 11362354"/>
              <a:gd name="connsiteY252" fmla="*/ 877624 h 1972800"/>
              <a:gd name="connsiteX253" fmla="*/ 3775650 w 11362354"/>
              <a:gd name="connsiteY253" fmla="*/ 993787 h 1972800"/>
              <a:gd name="connsiteX254" fmla="*/ 3295989 w 11362354"/>
              <a:gd name="connsiteY254" fmla="*/ 993787 h 1972800"/>
              <a:gd name="connsiteX255" fmla="*/ 3291057 w 11362354"/>
              <a:gd name="connsiteY255" fmla="*/ 883528 h 1972800"/>
              <a:gd name="connsiteX256" fmla="*/ 10461146 w 11362354"/>
              <a:gd name="connsiteY256" fmla="*/ 710797 h 1972800"/>
              <a:gd name="connsiteX257" fmla="*/ 11109160 w 11362354"/>
              <a:gd name="connsiteY257" fmla="*/ 710797 h 1972800"/>
              <a:gd name="connsiteX258" fmla="*/ 11109162 w 11362354"/>
              <a:gd name="connsiteY258" fmla="*/ 710798 h 1972800"/>
              <a:gd name="connsiteX259" fmla="*/ 11121245 w 11362354"/>
              <a:gd name="connsiteY259" fmla="*/ 710798 h 1972800"/>
              <a:gd name="connsiteX260" fmla="*/ 11122337 w 11362354"/>
              <a:gd name="connsiteY260" fmla="*/ 711693 h 1972800"/>
              <a:gd name="connsiteX261" fmla="*/ 11118350 w 11362354"/>
              <a:gd name="connsiteY261" fmla="*/ 711693 h 1972800"/>
              <a:gd name="connsiteX262" fmla="*/ 11213739 w 11362354"/>
              <a:gd name="connsiteY262" fmla="*/ 797219 h 1972800"/>
              <a:gd name="connsiteX263" fmla="*/ 10517279 w 11362354"/>
              <a:gd name="connsiteY263" fmla="*/ 797218 h 1972800"/>
              <a:gd name="connsiteX264" fmla="*/ 10461146 w 11362354"/>
              <a:gd name="connsiteY264" fmla="*/ 710797 h 1972800"/>
              <a:gd name="connsiteX265" fmla="*/ 9781432 w 11362354"/>
              <a:gd name="connsiteY265" fmla="*/ 709293 h 1972800"/>
              <a:gd name="connsiteX266" fmla="*/ 10286039 w 11362354"/>
              <a:gd name="connsiteY266" fmla="*/ 709293 h 1972800"/>
              <a:gd name="connsiteX267" fmla="*/ 10286039 w 11362354"/>
              <a:gd name="connsiteY267" fmla="*/ 795531 h 1972800"/>
              <a:gd name="connsiteX268" fmla="*/ 9781432 w 11362354"/>
              <a:gd name="connsiteY268" fmla="*/ 795531 h 1972800"/>
              <a:gd name="connsiteX269" fmla="*/ 8877431 w 11362354"/>
              <a:gd name="connsiteY269" fmla="*/ 709293 h 1972800"/>
              <a:gd name="connsiteX270" fmla="*/ 9382033 w 11362354"/>
              <a:gd name="connsiteY270" fmla="*/ 709293 h 1972800"/>
              <a:gd name="connsiteX271" fmla="*/ 9382033 w 11362354"/>
              <a:gd name="connsiteY271" fmla="*/ 795531 h 1972800"/>
              <a:gd name="connsiteX272" fmla="*/ 8877431 w 11362354"/>
              <a:gd name="connsiteY272" fmla="*/ 795531 h 1972800"/>
              <a:gd name="connsiteX273" fmla="*/ 8042875 w 11362354"/>
              <a:gd name="connsiteY273" fmla="*/ 709293 h 1972800"/>
              <a:gd name="connsiteX274" fmla="*/ 8501703 w 11362354"/>
              <a:gd name="connsiteY274" fmla="*/ 709293 h 1972800"/>
              <a:gd name="connsiteX275" fmla="*/ 8501703 w 11362354"/>
              <a:gd name="connsiteY275" fmla="*/ 795531 h 1972800"/>
              <a:gd name="connsiteX276" fmla="*/ 8042875 w 11362354"/>
              <a:gd name="connsiteY276" fmla="*/ 795531 h 1972800"/>
              <a:gd name="connsiteX277" fmla="*/ 7193139 w 11362354"/>
              <a:gd name="connsiteY277" fmla="*/ 709293 h 1972800"/>
              <a:gd name="connsiteX278" fmla="*/ 7996240 w 11362354"/>
              <a:gd name="connsiteY278" fmla="*/ 709293 h 1972800"/>
              <a:gd name="connsiteX279" fmla="*/ 8036152 w 11362354"/>
              <a:gd name="connsiteY279" fmla="*/ 795531 h 1972800"/>
              <a:gd name="connsiteX280" fmla="*/ 7193139 w 11362354"/>
              <a:gd name="connsiteY280" fmla="*/ 795531 h 1972800"/>
              <a:gd name="connsiteX281" fmla="*/ 6188669 w 11362354"/>
              <a:gd name="connsiteY281" fmla="*/ 709293 h 1972800"/>
              <a:gd name="connsiteX282" fmla="*/ 6674501 w 11362354"/>
              <a:gd name="connsiteY282" fmla="*/ 709293 h 1972800"/>
              <a:gd name="connsiteX283" fmla="*/ 6674501 w 11362354"/>
              <a:gd name="connsiteY283" fmla="*/ 714671 h 1972800"/>
              <a:gd name="connsiteX284" fmla="*/ 7056268 w 11362354"/>
              <a:gd name="connsiteY284" fmla="*/ 714671 h 1972800"/>
              <a:gd name="connsiteX285" fmla="*/ 7056268 w 11362354"/>
              <a:gd name="connsiteY285" fmla="*/ 795531 h 1972800"/>
              <a:gd name="connsiteX286" fmla="*/ 6188669 w 11362354"/>
              <a:gd name="connsiteY286" fmla="*/ 795531 h 1972800"/>
              <a:gd name="connsiteX287" fmla="*/ 5574793 w 11362354"/>
              <a:gd name="connsiteY287" fmla="*/ 709293 h 1972800"/>
              <a:gd name="connsiteX288" fmla="*/ 6073294 w 11362354"/>
              <a:gd name="connsiteY288" fmla="*/ 709293 h 1972800"/>
              <a:gd name="connsiteX289" fmla="*/ 6073294 w 11362354"/>
              <a:gd name="connsiteY289" fmla="*/ 795531 h 1972800"/>
              <a:gd name="connsiteX290" fmla="*/ 5574793 w 11362354"/>
              <a:gd name="connsiteY290" fmla="*/ 795531 h 1972800"/>
              <a:gd name="connsiteX291" fmla="*/ 4792811 w 11362354"/>
              <a:gd name="connsiteY291" fmla="*/ 709293 h 1972800"/>
              <a:gd name="connsiteX292" fmla="*/ 5291307 w 11362354"/>
              <a:gd name="connsiteY292" fmla="*/ 709293 h 1972800"/>
              <a:gd name="connsiteX293" fmla="*/ 5291307 w 11362354"/>
              <a:gd name="connsiteY293" fmla="*/ 795531 h 1972800"/>
              <a:gd name="connsiteX294" fmla="*/ 4792811 w 11362354"/>
              <a:gd name="connsiteY294" fmla="*/ 795531 h 1972800"/>
              <a:gd name="connsiteX295" fmla="*/ 2285298 w 11362354"/>
              <a:gd name="connsiteY295" fmla="*/ 709293 h 1972800"/>
              <a:gd name="connsiteX296" fmla="*/ 2771132 w 11362354"/>
              <a:gd name="connsiteY296" fmla="*/ 709293 h 1972800"/>
              <a:gd name="connsiteX297" fmla="*/ 2771132 w 11362354"/>
              <a:gd name="connsiteY297" fmla="*/ 714671 h 1972800"/>
              <a:gd name="connsiteX298" fmla="*/ 3161500 w 11362354"/>
              <a:gd name="connsiteY298" fmla="*/ 714671 h 1972800"/>
              <a:gd name="connsiteX299" fmla="*/ 3161500 w 11362354"/>
              <a:gd name="connsiteY299" fmla="*/ 795531 h 1972800"/>
              <a:gd name="connsiteX300" fmla="*/ 2285298 w 11362354"/>
              <a:gd name="connsiteY300" fmla="*/ 795531 h 1972800"/>
              <a:gd name="connsiteX301" fmla="*/ 1709143 w 11362354"/>
              <a:gd name="connsiteY301" fmla="*/ 709293 h 1972800"/>
              <a:gd name="connsiteX302" fmla="*/ 2169670 w 11362354"/>
              <a:gd name="connsiteY302" fmla="*/ 709293 h 1972800"/>
              <a:gd name="connsiteX303" fmla="*/ 2145130 w 11362354"/>
              <a:gd name="connsiteY303" fmla="*/ 795531 h 1972800"/>
              <a:gd name="connsiteX304" fmla="*/ 1595923 w 11362354"/>
              <a:gd name="connsiteY304" fmla="*/ 795531 h 1972800"/>
              <a:gd name="connsiteX305" fmla="*/ 1709143 w 11362354"/>
              <a:gd name="connsiteY305" fmla="*/ 709293 h 1972800"/>
              <a:gd name="connsiteX306" fmla="*/ 985097 w 11362354"/>
              <a:gd name="connsiteY306" fmla="*/ 709293 h 1972800"/>
              <a:gd name="connsiteX307" fmla="*/ 1469893 w 11362354"/>
              <a:gd name="connsiteY307" fmla="*/ 709293 h 1972800"/>
              <a:gd name="connsiteX308" fmla="*/ 1469893 w 11362354"/>
              <a:gd name="connsiteY308" fmla="*/ 795531 h 1972800"/>
              <a:gd name="connsiteX309" fmla="*/ 985097 w 11362354"/>
              <a:gd name="connsiteY309" fmla="*/ 795531 h 1972800"/>
              <a:gd name="connsiteX310" fmla="*/ 0 w 11362354"/>
              <a:gd name="connsiteY310" fmla="*/ 709293 h 1972800"/>
              <a:gd name="connsiteX311" fmla="*/ 877145 w 11362354"/>
              <a:gd name="connsiteY311" fmla="*/ 709293 h 1972800"/>
              <a:gd name="connsiteX312" fmla="*/ 877145 w 11362354"/>
              <a:gd name="connsiteY312" fmla="*/ 795531 h 1972800"/>
              <a:gd name="connsiteX313" fmla="*/ 0 w 11362354"/>
              <a:gd name="connsiteY313" fmla="*/ 795531 h 1972800"/>
              <a:gd name="connsiteX314" fmla="*/ 4189251 w 11362354"/>
              <a:gd name="connsiteY314" fmla="*/ 709292 h 1972800"/>
              <a:gd name="connsiteX315" fmla="*/ 4662658 w 11362354"/>
              <a:gd name="connsiteY315" fmla="*/ 709292 h 1972800"/>
              <a:gd name="connsiteX316" fmla="*/ 4671191 w 11362354"/>
              <a:gd name="connsiteY316" fmla="*/ 795530 h 1972800"/>
              <a:gd name="connsiteX317" fmla="*/ 4197682 w 11362354"/>
              <a:gd name="connsiteY317" fmla="*/ 795530 h 1972800"/>
              <a:gd name="connsiteX318" fmla="*/ 4189251 w 11362354"/>
              <a:gd name="connsiteY318" fmla="*/ 709292 h 1972800"/>
              <a:gd name="connsiteX319" fmla="*/ 3302730 w 11362354"/>
              <a:gd name="connsiteY319" fmla="*/ 709292 h 1972800"/>
              <a:gd name="connsiteX320" fmla="*/ 3776138 w 11362354"/>
              <a:gd name="connsiteY320" fmla="*/ 709292 h 1972800"/>
              <a:gd name="connsiteX321" fmla="*/ 3767701 w 11362354"/>
              <a:gd name="connsiteY321" fmla="*/ 795530 h 1972800"/>
              <a:gd name="connsiteX322" fmla="*/ 3294197 w 11362354"/>
              <a:gd name="connsiteY322" fmla="*/ 795530 h 1972800"/>
              <a:gd name="connsiteX323" fmla="*/ 3302730 w 11362354"/>
              <a:gd name="connsiteY323" fmla="*/ 709292 h 1972800"/>
              <a:gd name="connsiteX324" fmla="*/ 10418948 w 11362354"/>
              <a:gd name="connsiteY324" fmla="*/ 565540 h 1972800"/>
              <a:gd name="connsiteX325" fmla="*/ 10949595 w 11362354"/>
              <a:gd name="connsiteY325" fmla="*/ 565540 h 1972800"/>
              <a:gd name="connsiteX326" fmla="*/ 10964075 w 11362354"/>
              <a:gd name="connsiteY326" fmla="*/ 577567 h 1972800"/>
              <a:gd name="connsiteX327" fmla="*/ 11026395 w 11362354"/>
              <a:gd name="connsiteY327" fmla="*/ 628529 h 1972800"/>
              <a:gd name="connsiteX328" fmla="*/ 10434083 w 11362354"/>
              <a:gd name="connsiteY328" fmla="*/ 628529 h 1972800"/>
              <a:gd name="connsiteX329" fmla="*/ 10418948 w 11362354"/>
              <a:gd name="connsiteY329" fmla="*/ 565540 h 1972800"/>
              <a:gd name="connsiteX330" fmla="*/ 9781432 w 11362354"/>
              <a:gd name="connsiteY330" fmla="*/ 564344 h 1972800"/>
              <a:gd name="connsiteX331" fmla="*/ 10286039 w 11362354"/>
              <a:gd name="connsiteY331" fmla="*/ 564344 h 1972800"/>
              <a:gd name="connsiteX332" fmla="*/ 10286039 w 11362354"/>
              <a:gd name="connsiteY332" fmla="*/ 627199 h 1972800"/>
              <a:gd name="connsiteX333" fmla="*/ 9781432 w 11362354"/>
              <a:gd name="connsiteY333" fmla="*/ 627199 h 1972800"/>
              <a:gd name="connsiteX334" fmla="*/ 8877431 w 11362354"/>
              <a:gd name="connsiteY334" fmla="*/ 564344 h 1972800"/>
              <a:gd name="connsiteX335" fmla="*/ 9382033 w 11362354"/>
              <a:gd name="connsiteY335" fmla="*/ 564344 h 1972800"/>
              <a:gd name="connsiteX336" fmla="*/ 9382033 w 11362354"/>
              <a:gd name="connsiteY336" fmla="*/ 627199 h 1972800"/>
              <a:gd name="connsiteX337" fmla="*/ 8877431 w 11362354"/>
              <a:gd name="connsiteY337" fmla="*/ 627199 h 1972800"/>
              <a:gd name="connsiteX338" fmla="*/ 8042875 w 11362354"/>
              <a:gd name="connsiteY338" fmla="*/ 564344 h 1972800"/>
              <a:gd name="connsiteX339" fmla="*/ 8501703 w 11362354"/>
              <a:gd name="connsiteY339" fmla="*/ 564344 h 1972800"/>
              <a:gd name="connsiteX340" fmla="*/ 8501703 w 11362354"/>
              <a:gd name="connsiteY340" fmla="*/ 627199 h 1972800"/>
              <a:gd name="connsiteX341" fmla="*/ 8042875 w 11362354"/>
              <a:gd name="connsiteY341" fmla="*/ 627199 h 1972800"/>
              <a:gd name="connsiteX342" fmla="*/ 7193139 w 11362354"/>
              <a:gd name="connsiteY342" fmla="*/ 564344 h 1972800"/>
              <a:gd name="connsiteX343" fmla="*/ 7929154 w 11362354"/>
              <a:gd name="connsiteY343" fmla="*/ 564344 h 1972800"/>
              <a:gd name="connsiteX344" fmla="*/ 7958244 w 11362354"/>
              <a:gd name="connsiteY344" fmla="*/ 627199 h 1972800"/>
              <a:gd name="connsiteX345" fmla="*/ 7193139 w 11362354"/>
              <a:gd name="connsiteY345" fmla="*/ 627199 h 1972800"/>
              <a:gd name="connsiteX346" fmla="*/ 6188669 w 11362354"/>
              <a:gd name="connsiteY346" fmla="*/ 564344 h 1972800"/>
              <a:gd name="connsiteX347" fmla="*/ 6674501 w 11362354"/>
              <a:gd name="connsiteY347" fmla="*/ 564344 h 1972800"/>
              <a:gd name="connsiteX348" fmla="*/ 6674501 w 11362354"/>
              <a:gd name="connsiteY348" fmla="*/ 627199 h 1972800"/>
              <a:gd name="connsiteX349" fmla="*/ 6188669 w 11362354"/>
              <a:gd name="connsiteY349" fmla="*/ 627199 h 1972800"/>
              <a:gd name="connsiteX350" fmla="*/ 5574793 w 11362354"/>
              <a:gd name="connsiteY350" fmla="*/ 564344 h 1972800"/>
              <a:gd name="connsiteX351" fmla="*/ 6073294 w 11362354"/>
              <a:gd name="connsiteY351" fmla="*/ 564344 h 1972800"/>
              <a:gd name="connsiteX352" fmla="*/ 6073294 w 11362354"/>
              <a:gd name="connsiteY352" fmla="*/ 627199 h 1972800"/>
              <a:gd name="connsiteX353" fmla="*/ 5574793 w 11362354"/>
              <a:gd name="connsiteY353" fmla="*/ 627199 h 1972800"/>
              <a:gd name="connsiteX354" fmla="*/ 4792811 w 11362354"/>
              <a:gd name="connsiteY354" fmla="*/ 564344 h 1972800"/>
              <a:gd name="connsiteX355" fmla="*/ 5291307 w 11362354"/>
              <a:gd name="connsiteY355" fmla="*/ 564344 h 1972800"/>
              <a:gd name="connsiteX356" fmla="*/ 5291307 w 11362354"/>
              <a:gd name="connsiteY356" fmla="*/ 627199 h 1972800"/>
              <a:gd name="connsiteX357" fmla="*/ 4792811 w 11362354"/>
              <a:gd name="connsiteY357" fmla="*/ 627199 h 1972800"/>
              <a:gd name="connsiteX358" fmla="*/ 2285298 w 11362354"/>
              <a:gd name="connsiteY358" fmla="*/ 564344 h 1972800"/>
              <a:gd name="connsiteX359" fmla="*/ 2771132 w 11362354"/>
              <a:gd name="connsiteY359" fmla="*/ 564344 h 1972800"/>
              <a:gd name="connsiteX360" fmla="*/ 2771132 w 11362354"/>
              <a:gd name="connsiteY360" fmla="*/ 627199 h 1972800"/>
              <a:gd name="connsiteX361" fmla="*/ 2285298 w 11362354"/>
              <a:gd name="connsiteY361" fmla="*/ 627199 h 1972800"/>
              <a:gd name="connsiteX362" fmla="*/ 1743635 w 11362354"/>
              <a:gd name="connsiteY362" fmla="*/ 564344 h 1972800"/>
              <a:gd name="connsiteX363" fmla="*/ 2184512 w 11362354"/>
              <a:gd name="connsiteY363" fmla="*/ 564344 h 1972800"/>
              <a:gd name="connsiteX364" fmla="*/ 2184779 w 11362354"/>
              <a:gd name="connsiteY364" fmla="*/ 571975 h 1972800"/>
              <a:gd name="connsiteX365" fmla="*/ 2181588 w 11362354"/>
              <a:gd name="connsiteY365" fmla="*/ 627199 h 1972800"/>
              <a:gd name="connsiteX366" fmla="*/ 1742032 w 11362354"/>
              <a:gd name="connsiteY366" fmla="*/ 627199 h 1972800"/>
              <a:gd name="connsiteX367" fmla="*/ 1746020 w 11362354"/>
              <a:gd name="connsiteY367" fmla="*/ 587881 h 1972800"/>
              <a:gd name="connsiteX368" fmla="*/ 985097 w 11362354"/>
              <a:gd name="connsiteY368" fmla="*/ 564344 h 1972800"/>
              <a:gd name="connsiteX369" fmla="*/ 1469893 w 11362354"/>
              <a:gd name="connsiteY369" fmla="*/ 564344 h 1972800"/>
              <a:gd name="connsiteX370" fmla="*/ 1469893 w 11362354"/>
              <a:gd name="connsiteY370" fmla="*/ 627199 h 1972800"/>
              <a:gd name="connsiteX371" fmla="*/ 985097 w 11362354"/>
              <a:gd name="connsiteY371" fmla="*/ 627199 h 1972800"/>
              <a:gd name="connsiteX372" fmla="*/ 0 w 11362354"/>
              <a:gd name="connsiteY372" fmla="*/ 564344 h 1972800"/>
              <a:gd name="connsiteX373" fmla="*/ 505721 w 11362354"/>
              <a:gd name="connsiteY373" fmla="*/ 564344 h 1972800"/>
              <a:gd name="connsiteX374" fmla="*/ 505721 w 11362354"/>
              <a:gd name="connsiteY374" fmla="*/ 627199 h 1972800"/>
              <a:gd name="connsiteX375" fmla="*/ 0 w 11362354"/>
              <a:gd name="connsiteY375" fmla="*/ 627199 h 1972800"/>
              <a:gd name="connsiteX376" fmla="*/ 4156173 w 11362354"/>
              <a:gd name="connsiteY376" fmla="*/ 564343 h 1972800"/>
              <a:gd name="connsiteX377" fmla="*/ 4635244 w 11362354"/>
              <a:gd name="connsiteY377" fmla="*/ 564343 h 1972800"/>
              <a:gd name="connsiteX378" fmla="*/ 4649285 w 11362354"/>
              <a:gd name="connsiteY378" fmla="*/ 627198 h 1972800"/>
              <a:gd name="connsiteX379" fmla="*/ 4173561 w 11362354"/>
              <a:gd name="connsiteY379" fmla="*/ 627198 h 1972800"/>
              <a:gd name="connsiteX380" fmla="*/ 4156173 w 11362354"/>
              <a:gd name="connsiteY380" fmla="*/ 564343 h 1972800"/>
              <a:gd name="connsiteX381" fmla="*/ 3330140 w 11362354"/>
              <a:gd name="connsiteY381" fmla="*/ 564343 h 1972800"/>
              <a:gd name="connsiteX382" fmla="*/ 3809216 w 11362354"/>
              <a:gd name="connsiteY382" fmla="*/ 564343 h 1972800"/>
              <a:gd name="connsiteX383" fmla="*/ 3791828 w 11362354"/>
              <a:gd name="connsiteY383" fmla="*/ 627198 h 1972800"/>
              <a:gd name="connsiteX384" fmla="*/ 3316108 w 11362354"/>
              <a:gd name="connsiteY384" fmla="*/ 627198 h 1972800"/>
              <a:gd name="connsiteX385" fmla="*/ 3330140 w 11362354"/>
              <a:gd name="connsiteY385" fmla="*/ 564343 h 1972800"/>
              <a:gd name="connsiteX386" fmla="*/ 11305691 w 11362354"/>
              <a:gd name="connsiteY386" fmla="*/ 441367 h 1972800"/>
              <a:gd name="connsiteX387" fmla="*/ 11306110 w 11362354"/>
              <a:gd name="connsiteY387" fmla="*/ 441367 h 1972800"/>
              <a:gd name="connsiteX388" fmla="*/ 11306110 w 11362354"/>
              <a:gd name="connsiteY388" fmla="*/ 441726 h 1972800"/>
              <a:gd name="connsiteX389" fmla="*/ 10419150 w 11362354"/>
              <a:gd name="connsiteY389" fmla="*/ 441367 h 1972800"/>
              <a:gd name="connsiteX390" fmla="*/ 10893359 w 11362354"/>
              <a:gd name="connsiteY390" fmla="*/ 441367 h 1972800"/>
              <a:gd name="connsiteX391" fmla="*/ 10894757 w 11362354"/>
              <a:gd name="connsiteY391" fmla="*/ 483273 h 1972800"/>
              <a:gd name="connsiteX392" fmla="*/ 10419058 w 11362354"/>
              <a:gd name="connsiteY392" fmla="*/ 483273 h 1972800"/>
              <a:gd name="connsiteX393" fmla="*/ 10417854 w 11362354"/>
              <a:gd name="connsiteY393" fmla="*/ 463084 h 1972800"/>
              <a:gd name="connsiteX394" fmla="*/ 9781432 w 11362354"/>
              <a:gd name="connsiteY394" fmla="*/ 440432 h 1972800"/>
              <a:gd name="connsiteX395" fmla="*/ 10286039 w 11362354"/>
              <a:gd name="connsiteY395" fmla="*/ 440432 h 1972800"/>
              <a:gd name="connsiteX396" fmla="*/ 10286039 w 11362354"/>
              <a:gd name="connsiteY396" fmla="*/ 482250 h 1972800"/>
              <a:gd name="connsiteX397" fmla="*/ 9781432 w 11362354"/>
              <a:gd name="connsiteY397" fmla="*/ 482250 h 1972800"/>
              <a:gd name="connsiteX398" fmla="*/ 8877431 w 11362354"/>
              <a:gd name="connsiteY398" fmla="*/ 440432 h 1972800"/>
              <a:gd name="connsiteX399" fmla="*/ 9382033 w 11362354"/>
              <a:gd name="connsiteY399" fmla="*/ 440432 h 1972800"/>
              <a:gd name="connsiteX400" fmla="*/ 9382033 w 11362354"/>
              <a:gd name="connsiteY400" fmla="*/ 482250 h 1972800"/>
              <a:gd name="connsiteX401" fmla="*/ 8877431 w 11362354"/>
              <a:gd name="connsiteY401" fmla="*/ 482250 h 1972800"/>
              <a:gd name="connsiteX402" fmla="*/ 8042875 w 11362354"/>
              <a:gd name="connsiteY402" fmla="*/ 440432 h 1972800"/>
              <a:gd name="connsiteX403" fmla="*/ 8501703 w 11362354"/>
              <a:gd name="connsiteY403" fmla="*/ 440432 h 1972800"/>
              <a:gd name="connsiteX404" fmla="*/ 8501703 w 11362354"/>
              <a:gd name="connsiteY404" fmla="*/ 482250 h 1972800"/>
              <a:gd name="connsiteX405" fmla="*/ 8042875 w 11362354"/>
              <a:gd name="connsiteY405" fmla="*/ 482250 h 1972800"/>
              <a:gd name="connsiteX406" fmla="*/ 7193139 w 11362354"/>
              <a:gd name="connsiteY406" fmla="*/ 440432 h 1972800"/>
              <a:gd name="connsiteX407" fmla="*/ 7871807 w 11362354"/>
              <a:gd name="connsiteY407" fmla="*/ 440432 h 1972800"/>
              <a:gd name="connsiteX408" fmla="*/ 7891162 w 11362354"/>
              <a:gd name="connsiteY408" fmla="*/ 482250 h 1972800"/>
              <a:gd name="connsiteX409" fmla="*/ 7193139 w 11362354"/>
              <a:gd name="connsiteY409" fmla="*/ 482250 h 1972800"/>
              <a:gd name="connsiteX410" fmla="*/ 6188669 w 11362354"/>
              <a:gd name="connsiteY410" fmla="*/ 440432 h 1972800"/>
              <a:gd name="connsiteX411" fmla="*/ 6674501 w 11362354"/>
              <a:gd name="connsiteY411" fmla="*/ 440432 h 1972800"/>
              <a:gd name="connsiteX412" fmla="*/ 6674501 w 11362354"/>
              <a:gd name="connsiteY412" fmla="*/ 482250 h 1972800"/>
              <a:gd name="connsiteX413" fmla="*/ 6188669 w 11362354"/>
              <a:gd name="connsiteY413" fmla="*/ 482250 h 1972800"/>
              <a:gd name="connsiteX414" fmla="*/ 5574793 w 11362354"/>
              <a:gd name="connsiteY414" fmla="*/ 440432 h 1972800"/>
              <a:gd name="connsiteX415" fmla="*/ 6073294 w 11362354"/>
              <a:gd name="connsiteY415" fmla="*/ 440432 h 1972800"/>
              <a:gd name="connsiteX416" fmla="*/ 6073294 w 11362354"/>
              <a:gd name="connsiteY416" fmla="*/ 482250 h 1972800"/>
              <a:gd name="connsiteX417" fmla="*/ 5574793 w 11362354"/>
              <a:gd name="connsiteY417" fmla="*/ 482250 h 1972800"/>
              <a:gd name="connsiteX418" fmla="*/ 4792811 w 11362354"/>
              <a:gd name="connsiteY418" fmla="*/ 440432 h 1972800"/>
              <a:gd name="connsiteX419" fmla="*/ 5291307 w 11362354"/>
              <a:gd name="connsiteY419" fmla="*/ 440432 h 1972800"/>
              <a:gd name="connsiteX420" fmla="*/ 5291307 w 11362354"/>
              <a:gd name="connsiteY420" fmla="*/ 482250 h 1972800"/>
              <a:gd name="connsiteX421" fmla="*/ 4792811 w 11362354"/>
              <a:gd name="connsiteY421" fmla="*/ 482250 h 1972800"/>
              <a:gd name="connsiteX422" fmla="*/ 2285298 w 11362354"/>
              <a:gd name="connsiteY422" fmla="*/ 440432 h 1972800"/>
              <a:gd name="connsiteX423" fmla="*/ 2771132 w 11362354"/>
              <a:gd name="connsiteY423" fmla="*/ 440432 h 1972800"/>
              <a:gd name="connsiteX424" fmla="*/ 2771132 w 11362354"/>
              <a:gd name="connsiteY424" fmla="*/ 482250 h 1972800"/>
              <a:gd name="connsiteX425" fmla="*/ 2285298 w 11362354"/>
              <a:gd name="connsiteY425" fmla="*/ 482250 h 1972800"/>
              <a:gd name="connsiteX426" fmla="*/ 1688066 w 11362354"/>
              <a:gd name="connsiteY426" fmla="*/ 440432 h 1972800"/>
              <a:gd name="connsiteX427" fmla="*/ 2171374 w 11362354"/>
              <a:gd name="connsiteY427" fmla="*/ 440432 h 1972800"/>
              <a:gd name="connsiteX428" fmla="*/ 2178605 w 11362354"/>
              <a:gd name="connsiteY428" fmla="*/ 482250 h 1972800"/>
              <a:gd name="connsiteX429" fmla="*/ 1717768 w 11362354"/>
              <a:gd name="connsiteY429" fmla="*/ 482250 h 1972800"/>
              <a:gd name="connsiteX430" fmla="*/ 1688066 w 11362354"/>
              <a:gd name="connsiteY430" fmla="*/ 440432 h 1972800"/>
              <a:gd name="connsiteX431" fmla="*/ 985097 w 11362354"/>
              <a:gd name="connsiteY431" fmla="*/ 440432 h 1972800"/>
              <a:gd name="connsiteX432" fmla="*/ 1469893 w 11362354"/>
              <a:gd name="connsiteY432" fmla="*/ 440432 h 1972800"/>
              <a:gd name="connsiteX433" fmla="*/ 1469893 w 11362354"/>
              <a:gd name="connsiteY433" fmla="*/ 482250 h 1972800"/>
              <a:gd name="connsiteX434" fmla="*/ 985097 w 11362354"/>
              <a:gd name="connsiteY434" fmla="*/ 482250 h 1972800"/>
              <a:gd name="connsiteX435" fmla="*/ 0 w 11362354"/>
              <a:gd name="connsiteY435" fmla="*/ 440432 h 1972800"/>
              <a:gd name="connsiteX436" fmla="*/ 505721 w 11362354"/>
              <a:gd name="connsiteY436" fmla="*/ 440432 h 1972800"/>
              <a:gd name="connsiteX437" fmla="*/ 505721 w 11362354"/>
              <a:gd name="connsiteY437" fmla="*/ 482250 h 1972800"/>
              <a:gd name="connsiteX438" fmla="*/ 0 w 11362354"/>
              <a:gd name="connsiteY438" fmla="*/ 482250 h 1972800"/>
              <a:gd name="connsiteX439" fmla="*/ 4093268 w 11362354"/>
              <a:gd name="connsiteY439" fmla="*/ 440431 h 1972800"/>
              <a:gd name="connsiteX440" fmla="*/ 4597023 w 11362354"/>
              <a:gd name="connsiteY440" fmla="*/ 440431 h 1972800"/>
              <a:gd name="connsiteX441" fmla="*/ 4611768 w 11362354"/>
              <a:gd name="connsiteY441" fmla="*/ 482249 h 1972800"/>
              <a:gd name="connsiteX442" fmla="*/ 4120709 w 11362354"/>
              <a:gd name="connsiteY442" fmla="*/ 482249 h 1972800"/>
              <a:gd name="connsiteX443" fmla="*/ 4093268 w 11362354"/>
              <a:gd name="connsiteY443" fmla="*/ 440431 h 1972800"/>
              <a:gd name="connsiteX444" fmla="*/ 3368371 w 11362354"/>
              <a:gd name="connsiteY444" fmla="*/ 440431 h 1972800"/>
              <a:gd name="connsiteX445" fmla="*/ 3872116 w 11362354"/>
              <a:gd name="connsiteY445" fmla="*/ 440431 h 1972800"/>
              <a:gd name="connsiteX446" fmla="*/ 3844680 w 11362354"/>
              <a:gd name="connsiteY446" fmla="*/ 482249 h 1972800"/>
              <a:gd name="connsiteX447" fmla="*/ 3353616 w 11362354"/>
              <a:gd name="connsiteY447" fmla="*/ 482249 h 1972800"/>
              <a:gd name="connsiteX448" fmla="*/ 3368371 w 11362354"/>
              <a:gd name="connsiteY448" fmla="*/ 440431 h 1972800"/>
              <a:gd name="connsiteX449" fmla="*/ 11223979 w 11362354"/>
              <a:gd name="connsiteY449" fmla="*/ 437563 h 1972800"/>
              <a:gd name="connsiteX450" fmla="*/ 11304274 w 11362354"/>
              <a:gd name="connsiteY450" fmla="*/ 437563 h 1972800"/>
              <a:gd name="connsiteX451" fmla="*/ 11304274 w 11362354"/>
              <a:gd name="connsiteY451" fmla="*/ 487440 h 1972800"/>
              <a:gd name="connsiteX452" fmla="*/ 11274504 w 11362354"/>
              <a:gd name="connsiteY452" fmla="*/ 487440 h 1972800"/>
              <a:gd name="connsiteX453" fmla="*/ 10437485 w 11362354"/>
              <a:gd name="connsiteY453" fmla="*/ 312620 h 1972800"/>
              <a:gd name="connsiteX454" fmla="*/ 11305204 w 11362354"/>
              <a:gd name="connsiteY454" fmla="*/ 312620 h 1972800"/>
              <a:gd name="connsiteX455" fmla="*/ 11305204 w 11362354"/>
              <a:gd name="connsiteY455" fmla="*/ 323517 h 1972800"/>
              <a:gd name="connsiteX456" fmla="*/ 11306110 w 11362354"/>
              <a:gd name="connsiteY456" fmla="*/ 323517 h 1972800"/>
              <a:gd name="connsiteX457" fmla="*/ 11306110 w 11362354"/>
              <a:gd name="connsiteY457" fmla="*/ 351547 h 1972800"/>
              <a:gd name="connsiteX458" fmla="*/ 11306110 w 11362354"/>
              <a:gd name="connsiteY458" fmla="*/ 359098 h 1972800"/>
              <a:gd name="connsiteX459" fmla="*/ 11305204 w 11362354"/>
              <a:gd name="connsiteY459" fmla="*/ 359098 h 1972800"/>
              <a:gd name="connsiteX460" fmla="*/ 11305204 w 11362354"/>
              <a:gd name="connsiteY460" fmla="*/ 363528 h 1972800"/>
              <a:gd name="connsiteX461" fmla="*/ 10423824 w 11362354"/>
              <a:gd name="connsiteY461" fmla="*/ 363528 h 1972800"/>
              <a:gd name="connsiteX462" fmla="*/ 10429797 w 11362354"/>
              <a:gd name="connsiteY462" fmla="*/ 336441 h 1972800"/>
              <a:gd name="connsiteX463" fmla="*/ 9781432 w 11362354"/>
              <a:gd name="connsiteY463" fmla="*/ 312620 h 1972800"/>
              <a:gd name="connsiteX464" fmla="*/ 10286039 w 11362354"/>
              <a:gd name="connsiteY464" fmla="*/ 312620 h 1972800"/>
              <a:gd name="connsiteX465" fmla="*/ 10286039 w 11362354"/>
              <a:gd name="connsiteY465" fmla="*/ 322833 h 1972800"/>
              <a:gd name="connsiteX466" fmla="*/ 10286039 w 11362354"/>
              <a:gd name="connsiteY466" fmla="*/ 358338 h 1972800"/>
              <a:gd name="connsiteX467" fmla="*/ 10286039 w 11362354"/>
              <a:gd name="connsiteY467" fmla="*/ 358339 h 1972800"/>
              <a:gd name="connsiteX468" fmla="*/ 9781432 w 11362354"/>
              <a:gd name="connsiteY468" fmla="*/ 358339 h 1972800"/>
              <a:gd name="connsiteX469" fmla="*/ 9781432 w 11362354"/>
              <a:gd name="connsiteY469" fmla="*/ 358338 h 1972800"/>
              <a:gd name="connsiteX470" fmla="*/ 9781432 w 11362354"/>
              <a:gd name="connsiteY470" fmla="*/ 322833 h 1972800"/>
              <a:gd name="connsiteX471" fmla="*/ 8611213 w 11362354"/>
              <a:gd name="connsiteY471" fmla="*/ 312620 h 1972800"/>
              <a:gd name="connsiteX472" fmla="*/ 9666891 w 11362354"/>
              <a:gd name="connsiteY472" fmla="*/ 312620 h 1972800"/>
              <a:gd name="connsiteX473" fmla="*/ 9666891 w 11362354"/>
              <a:gd name="connsiteY473" fmla="*/ 322833 h 1972800"/>
              <a:gd name="connsiteX474" fmla="*/ 9668568 w 11362354"/>
              <a:gd name="connsiteY474" fmla="*/ 322833 h 1972800"/>
              <a:gd name="connsiteX475" fmla="*/ 9668568 w 11362354"/>
              <a:gd name="connsiteY475" fmla="*/ 358338 h 1972800"/>
              <a:gd name="connsiteX476" fmla="*/ 9666891 w 11362354"/>
              <a:gd name="connsiteY476" fmla="*/ 358338 h 1972800"/>
              <a:gd name="connsiteX477" fmla="*/ 9666891 w 11362354"/>
              <a:gd name="connsiteY477" fmla="*/ 358339 h 1972800"/>
              <a:gd name="connsiteX478" fmla="*/ 8611213 w 11362354"/>
              <a:gd name="connsiteY478" fmla="*/ 358339 h 1972800"/>
              <a:gd name="connsiteX479" fmla="*/ 8037009 w 11362354"/>
              <a:gd name="connsiteY479" fmla="*/ 312620 h 1972800"/>
              <a:gd name="connsiteX480" fmla="*/ 8500026 w 11362354"/>
              <a:gd name="connsiteY480" fmla="*/ 312620 h 1972800"/>
              <a:gd name="connsiteX481" fmla="*/ 8500026 w 11362354"/>
              <a:gd name="connsiteY481" fmla="*/ 322833 h 1972800"/>
              <a:gd name="connsiteX482" fmla="*/ 8501703 w 11362354"/>
              <a:gd name="connsiteY482" fmla="*/ 322833 h 1972800"/>
              <a:gd name="connsiteX483" fmla="*/ 8501703 w 11362354"/>
              <a:gd name="connsiteY483" fmla="*/ 358338 h 1972800"/>
              <a:gd name="connsiteX484" fmla="*/ 8500026 w 11362354"/>
              <a:gd name="connsiteY484" fmla="*/ 358338 h 1972800"/>
              <a:gd name="connsiteX485" fmla="*/ 8500026 w 11362354"/>
              <a:gd name="connsiteY485" fmla="*/ 358339 h 1972800"/>
              <a:gd name="connsiteX486" fmla="*/ 8037009 w 11362354"/>
              <a:gd name="connsiteY486" fmla="*/ 358339 h 1972800"/>
              <a:gd name="connsiteX487" fmla="*/ 7193139 w 11362354"/>
              <a:gd name="connsiteY487" fmla="*/ 312620 h 1972800"/>
              <a:gd name="connsiteX488" fmla="*/ 7812777 w 11362354"/>
              <a:gd name="connsiteY488" fmla="*/ 312620 h 1972800"/>
              <a:gd name="connsiteX489" fmla="*/ 7833342 w 11362354"/>
              <a:gd name="connsiteY489" fmla="*/ 357178 h 1972800"/>
              <a:gd name="connsiteX490" fmla="*/ 7833342 w 11362354"/>
              <a:gd name="connsiteY490" fmla="*/ 357314 h 1972800"/>
              <a:gd name="connsiteX491" fmla="*/ 7833816 w 11362354"/>
              <a:gd name="connsiteY491" fmla="*/ 358338 h 1972800"/>
              <a:gd name="connsiteX492" fmla="*/ 7833342 w 11362354"/>
              <a:gd name="connsiteY492" fmla="*/ 358338 h 1972800"/>
              <a:gd name="connsiteX493" fmla="*/ 7833342 w 11362354"/>
              <a:gd name="connsiteY493" fmla="*/ 358339 h 1972800"/>
              <a:gd name="connsiteX494" fmla="*/ 7193139 w 11362354"/>
              <a:gd name="connsiteY494" fmla="*/ 358339 h 1972800"/>
              <a:gd name="connsiteX495" fmla="*/ 7193139 w 11362354"/>
              <a:gd name="connsiteY495" fmla="*/ 358338 h 1972800"/>
              <a:gd name="connsiteX496" fmla="*/ 7193139 w 11362354"/>
              <a:gd name="connsiteY496" fmla="*/ 322833 h 1972800"/>
              <a:gd name="connsiteX497" fmla="*/ 6184479 w 11362354"/>
              <a:gd name="connsiteY497" fmla="*/ 312620 h 1972800"/>
              <a:gd name="connsiteX498" fmla="*/ 7080274 w 11362354"/>
              <a:gd name="connsiteY498" fmla="*/ 312620 h 1972800"/>
              <a:gd name="connsiteX499" fmla="*/ 7080274 w 11362354"/>
              <a:gd name="connsiteY499" fmla="*/ 322833 h 1972800"/>
              <a:gd name="connsiteX500" fmla="*/ 7080275 w 11362354"/>
              <a:gd name="connsiteY500" fmla="*/ 322833 h 1972800"/>
              <a:gd name="connsiteX501" fmla="*/ 7080275 w 11362354"/>
              <a:gd name="connsiteY501" fmla="*/ 358338 h 1972800"/>
              <a:gd name="connsiteX502" fmla="*/ 7080274 w 11362354"/>
              <a:gd name="connsiteY502" fmla="*/ 358338 h 1972800"/>
              <a:gd name="connsiteX503" fmla="*/ 7080274 w 11362354"/>
              <a:gd name="connsiteY503" fmla="*/ 358339 h 1972800"/>
              <a:gd name="connsiteX504" fmla="*/ 6184479 w 11362354"/>
              <a:gd name="connsiteY504" fmla="*/ 358339 h 1972800"/>
              <a:gd name="connsiteX505" fmla="*/ 5574793 w 11362354"/>
              <a:gd name="connsiteY505" fmla="*/ 312620 h 1972800"/>
              <a:gd name="connsiteX506" fmla="*/ 6073294 w 11362354"/>
              <a:gd name="connsiteY506" fmla="*/ 312620 h 1972800"/>
              <a:gd name="connsiteX507" fmla="*/ 6073294 w 11362354"/>
              <a:gd name="connsiteY507" fmla="*/ 322833 h 1972800"/>
              <a:gd name="connsiteX508" fmla="*/ 6073294 w 11362354"/>
              <a:gd name="connsiteY508" fmla="*/ 358338 h 1972800"/>
              <a:gd name="connsiteX509" fmla="*/ 6073294 w 11362354"/>
              <a:gd name="connsiteY509" fmla="*/ 358339 h 1972800"/>
              <a:gd name="connsiteX510" fmla="*/ 5574793 w 11362354"/>
              <a:gd name="connsiteY510" fmla="*/ 358339 h 1972800"/>
              <a:gd name="connsiteX511" fmla="*/ 5574793 w 11362354"/>
              <a:gd name="connsiteY511" fmla="*/ 358338 h 1972800"/>
              <a:gd name="connsiteX512" fmla="*/ 5574793 w 11362354"/>
              <a:gd name="connsiteY512" fmla="*/ 322833 h 1972800"/>
              <a:gd name="connsiteX513" fmla="*/ 4792811 w 11362354"/>
              <a:gd name="connsiteY513" fmla="*/ 312620 h 1972800"/>
              <a:gd name="connsiteX514" fmla="*/ 5291307 w 11362354"/>
              <a:gd name="connsiteY514" fmla="*/ 312620 h 1972800"/>
              <a:gd name="connsiteX515" fmla="*/ 5291307 w 11362354"/>
              <a:gd name="connsiteY515" fmla="*/ 322833 h 1972800"/>
              <a:gd name="connsiteX516" fmla="*/ 5291307 w 11362354"/>
              <a:gd name="connsiteY516" fmla="*/ 358338 h 1972800"/>
              <a:gd name="connsiteX517" fmla="*/ 5291307 w 11362354"/>
              <a:gd name="connsiteY517" fmla="*/ 358339 h 1972800"/>
              <a:gd name="connsiteX518" fmla="*/ 4792811 w 11362354"/>
              <a:gd name="connsiteY518" fmla="*/ 358339 h 1972800"/>
              <a:gd name="connsiteX519" fmla="*/ 4792811 w 11362354"/>
              <a:gd name="connsiteY519" fmla="*/ 358338 h 1972800"/>
              <a:gd name="connsiteX520" fmla="*/ 4792811 w 11362354"/>
              <a:gd name="connsiteY520" fmla="*/ 322833 h 1972800"/>
              <a:gd name="connsiteX521" fmla="*/ 2285298 w 11362354"/>
              <a:gd name="connsiteY521" fmla="*/ 312620 h 1972800"/>
              <a:gd name="connsiteX522" fmla="*/ 3183254 w 11362354"/>
              <a:gd name="connsiteY522" fmla="*/ 312620 h 1972800"/>
              <a:gd name="connsiteX523" fmla="*/ 3183254 w 11362354"/>
              <a:gd name="connsiteY523" fmla="*/ 322833 h 1972800"/>
              <a:gd name="connsiteX524" fmla="*/ 3183254 w 11362354"/>
              <a:gd name="connsiteY524" fmla="*/ 358338 h 1972800"/>
              <a:gd name="connsiteX525" fmla="*/ 3183254 w 11362354"/>
              <a:gd name="connsiteY525" fmla="*/ 358339 h 1972800"/>
              <a:gd name="connsiteX526" fmla="*/ 2285298 w 11362354"/>
              <a:gd name="connsiteY526" fmla="*/ 358339 h 1972800"/>
              <a:gd name="connsiteX527" fmla="*/ 2285298 w 11362354"/>
              <a:gd name="connsiteY527" fmla="*/ 358338 h 1972800"/>
              <a:gd name="connsiteX528" fmla="*/ 2285298 w 11362354"/>
              <a:gd name="connsiteY528" fmla="*/ 322833 h 1972800"/>
              <a:gd name="connsiteX529" fmla="*/ 985097 w 11362354"/>
              <a:gd name="connsiteY529" fmla="*/ 312620 h 1972800"/>
              <a:gd name="connsiteX530" fmla="*/ 2135110 w 11362354"/>
              <a:gd name="connsiteY530" fmla="*/ 312620 h 1972800"/>
              <a:gd name="connsiteX531" fmla="*/ 2148730 w 11362354"/>
              <a:gd name="connsiteY531" fmla="*/ 358335 h 1972800"/>
              <a:gd name="connsiteX532" fmla="*/ 2148731 w 11362354"/>
              <a:gd name="connsiteY532" fmla="*/ 358338 h 1972800"/>
              <a:gd name="connsiteX533" fmla="*/ 2148731 w 11362354"/>
              <a:gd name="connsiteY533" fmla="*/ 358339 h 1972800"/>
              <a:gd name="connsiteX534" fmla="*/ 985097 w 11362354"/>
              <a:gd name="connsiteY534" fmla="*/ 358339 h 1972800"/>
              <a:gd name="connsiteX535" fmla="*/ 985097 w 11362354"/>
              <a:gd name="connsiteY535" fmla="*/ 358338 h 1972800"/>
              <a:gd name="connsiteX536" fmla="*/ 985097 w 11362354"/>
              <a:gd name="connsiteY536" fmla="*/ 322833 h 1972800"/>
              <a:gd name="connsiteX537" fmla="*/ 0 w 11362354"/>
              <a:gd name="connsiteY537" fmla="*/ 312620 h 1972800"/>
              <a:gd name="connsiteX538" fmla="*/ 877145 w 11362354"/>
              <a:gd name="connsiteY538" fmla="*/ 312620 h 1972800"/>
              <a:gd name="connsiteX539" fmla="*/ 877145 w 11362354"/>
              <a:gd name="connsiteY539" fmla="*/ 322833 h 1972800"/>
              <a:gd name="connsiteX540" fmla="*/ 877145 w 11362354"/>
              <a:gd name="connsiteY540" fmla="*/ 358338 h 1972800"/>
              <a:gd name="connsiteX541" fmla="*/ 877145 w 11362354"/>
              <a:gd name="connsiteY541" fmla="*/ 358339 h 1972800"/>
              <a:gd name="connsiteX542" fmla="*/ 0 w 11362354"/>
              <a:gd name="connsiteY542" fmla="*/ 358339 h 1972800"/>
              <a:gd name="connsiteX543" fmla="*/ 0 w 11362354"/>
              <a:gd name="connsiteY543" fmla="*/ 358338 h 1972800"/>
              <a:gd name="connsiteX544" fmla="*/ 0 w 11362354"/>
              <a:gd name="connsiteY544" fmla="*/ 322833 h 1972800"/>
              <a:gd name="connsiteX545" fmla="*/ 3426524 w 11362354"/>
              <a:gd name="connsiteY545" fmla="*/ 311140 h 1972800"/>
              <a:gd name="connsiteX546" fmla="*/ 4541246 w 11362354"/>
              <a:gd name="connsiteY546" fmla="*/ 311140 h 1972800"/>
              <a:gd name="connsiteX547" fmla="*/ 4565836 w 11362354"/>
              <a:gd name="connsiteY547" fmla="*/ 363528 h 1972800"/>
              <a:gd name="connsiteX548" fmla="*/ 3720591 w 11362354"/>
              <a:gd name="connsiteY548" fmla="*/ 363528 h 1972800"/>
              <a:gd name="connsiteX549" fmla="*/ 3720591 w 11362354"/>
              <a:gd name="connsiteY549" fmla="*/ 361147 h 1972800"/>
              <a:gd name="connsiteX550" fmla="*/ 3403052 w 11362354"/>
              <a:gd name="connsiteY550" fmla="*/ 361147 h 1972800"/>
              <a:gd name="connsiteX551" fmla="*/ 10479636 w 11362354"/>
              <a:gd name="connsiteY551" fmla="*/ 204267 h 1972800"/>
              <a:gd name="connsiteX552" fmla="*/ 10671926 w 11362354"/>
              <a:gd name="connsiteY552" fmla="*/ 204267 h 1972800"/>
              <a:gd name="connsiteX553" fmla="*/ 11306110 w 11362354"/>
              <a:gd name="connsiteY553" fmla="*/ 204267 h 1972800"/>
              <a:gd name="connsiteX554" fmla="*/ 11306110 w 11362354"/>
              <a:gd name="connsiteY554" fmla="*/ 241250 h 1972800"/>
              <a:gd name="connsiteX555" fmla="*/ 10671926 w 11362354"/>
              <a:gd name="connsiteY555" fmla="*/ 241250 h 1972800"/>
              <a:gd name="connsiteX556" fmla="*/ 10463420 w 11362354"/>
              <a:gd name="connsiteY556" fmla="*/ 241250 h 1972800"/>
              <a:gd name="connsiteX557" fmla="*/ 9781432 w 11362354"/>
              <a:gd name="connsiteY557" fmla="*/ 203834 h 1972800"/>
              <a:gd name="connsiteX558" fmla="*/ 10286039 w 11362354"/>
              <a:gd name="connsiteY558" fmla="*/ 203834 h 1972800"/>
              <a:gd name="connsiteX559" fmla="*/ 10286039 w 11362354"/>
              <a:gd name="connsiteY559" fmla="*/ 240739 h 1972800"/>
              <a:gd name="connsiteX560" fmla="*/ 9781432 w 11362354"/>
              <a:gd name="connsiteY560" fmla="*/ 240739 h 1972800"/>
              <a:gd name="connsiteX561" fmla="*/ 8612890 w 11362354"/>
              <a:gd name="connsiteY561" fmla="*/ 203834 h 1972800"/>
              <a:gd name="connsiteX562" fmla="*/ 9668568 w 11362354"/>
              <a:gd name="connsiteY562" fmla="*/ 203834 h 1972800"/>
              <a:gd name="connsiteX563" fmla="*/ 9668568 w 11362354"/>
              <a:gd name="connsiteY563" fmla="*/ 240739 h 1972800"/>
              <a:gd name="connsiteX564" fmla="*/ 8612890 w 11362354"/>
              <a:gd name="connsiteY564" fmla="*/ 240739 h 1972800"/>
              <a:gd name="connsiteX565" fmla="*/ 8042875 w 11362354"/>
              <a:gd name="connsiteY565" fmla="*/ 203834 h 1972800"/>
              <a:gd name="connsiteX566" fmla="*/ 8501703 w 11362354"/>
              <a:gd name="connsiteY566" fmla="*/ 203834 h 1972800"/>
              <a:gd name="connsiteX567" fmla="*/ 8501703 w 11362354"/>
              <a:gd name="connsiteY567" fmla="*/ 240739 h 1972800"/>
              <a:gd name="connsiteX568" fmla="*/ 8042875 w 11362354"/>
              <a:gd name="connsiteY568" fmla="*/ 240739 h 1972800"/>
              <a:gd name="connsiteX569" fmla="*/ 7193139 w 11362354"/>
              <a:gd name="connsiteY569" fmla="*/ 203834 h 1972800"/>
              <a:gd name="connsiteX570" fmla="*/ 7762309 w 11362354"/>
              <a:gd name="connsiteY570" fmla="*/ 203834 h 1972800"/>
              <a:gd name="connsiteX571" fmla="*/ 7779389 w 11362354"/>
              <a:gd name="connsiteY571" fmla="*/ 240739 h 1972800"/>
              <a:gd name="connsiteX572" fmla="*/ 7193139 w 11362354"/>
              <a:gd name="connsiteY572" fmla="*/ 240739 h 1972800"/>
              <a:gd name="connsiteX573" fmla="*/ 6188669 w 11362354"/>
              <a:gd name="connsiteY573" fmla="*/ 203834 h 1972800"/>
              <a:gd name="connsiteX574" fmla="*/ 7080275 w 11362354"/>
              <a:gd name="connsiteY574" fmla="*/ 203834 h 1972800"/>
              <a:gd name="connsiteX575" fmla="*/ 7080275 w 11362354"/>
              <a:gd name="connsiteY575" fmla="*/ 240739 h 1972800"/>
              <a:gd name="connsiteX576" fmla="*/ 6188669 w 11362354"/>
              <a:gd name="connsiteY576" fmla="*/ 240739 h 1972800"/>
              <a:gd name="connsiteX577" fmla="*/ 5574793 w 11362354"/>
              <a:gd name="connsiteY577" fmla="*/ 203834 h 1972800"/>
              <a:gd name="connsiteX578" fmla="*/ 6073294 w 11362354"/>
              <a:gd name="connsiteY578" fmla="*/ 203834 h 1972800"/>
              <a:gd name="connsiteX579" fmla="*/ 6073294 w 11362354"/>
              <a:gd name="connsiteY579" fmla="*/ 240739 h 1972800"/>
              <a:gd name="connsiteX580" fmla="*/ 5574793 w 11362354"/>
              <a:gd name="connsiteY580" fmla="*/ 240739 h 1972800"/>
              <a:gd name="connsiteX581" fmla="*/ 4792811 w 11362354"/>
              <a:gd name="connsiteY581" fmla="*/ 203834 h 1972800"/>
              <a:gd name="connsiteX582" fmla="*/ 5291307 w 11362354"/>
              <a:gd name="connsiteY582" fmla="*/ 203834 h 1972800"/>
              <a:gd name="connsiteX583" fmla="*/ 5291307 w 11362354"/>
              <a:gd name="connsiteY583" fmla="*/ 240739 h 1972800"/>
              <a:gd name="connsiteX584" fmla="*/ 4792811 w 11362354"/>
              <a:gd name="connsiteY584" fmla="*/ 240739 h 1972800"/>
              <a:gd name="connsiteX585" fmla="*/ 2285298 w 11362354"/>
              <a:gd name="connsiteY585" fmla="*/ 203834 h 1972800"/>
              <a:gd name="connsiteX586" fmla="*/ 3183254 w 11362354"/>
              <a:gd name="connsiteY586" fmla="*/ 203834 h 1972800"/>
              <a:gd name="connsiteX587" fmla="*/ 3183254 w 11362354"/>
              <a:gd name="connsiteY587" fmla="*/ 240739 h 1972800"/>
              <a:gd name="connsiteX588" fmla="*/ 2285298 w 11362354"/>
              <a:gd name="connsiteY588" fmla="*/ 240739 h 1972800"/>
              <a:gd name="connsiteX589" fmla="*/ 985097 w 11362354"/>
              <a:gd name="connsiteY589" fmla="*/ 203834 h 1972800"/>
              <a:gd name="connsiteX590" fmla="*/ 2069184 w 11362354"/>
              <a:gd name="connsiteY590" fmla="*/ 203834 h 1972800"/>
              <a:gd name="connsiteX591" fmla="*/ 2093941 w 11362354"/>
              <a:gd name="connsiteY591" fmla="*/ 240739 h 1972800"/>
              <a:gd name="connsiteX592" fmla="*/ 985097 w 11362354"/>
              <a:gd name="connsiteY592" fmla="*/ 240739 h 1972800"/>
              <a:gd name="connsiteX593" fmla="*/ 0 w 11362354"/>
              <a:gd name="connsiteY593" fmla="*/ 203834 h 1972800"/>
              <a:gd name="connsiteX594" fmla="*/ 877145 w 11362354"/>
              <a:gd name="connsiteY594" fmla="*/ 203834 h 1972800"/>
              <a:gd name="connsiteX595" fmla="*/ 877145 w 11362354"/>
              <a:gd name="connsiteY595" fmla="*/ 240739 h 1972800"/>
              <a:gd name="connsiteX596" fmla="*/ 0 w 11362354"/>
              <a:gd name="connsiteY596" fmla="*/ 240739 h 1972800"/>
              <a:gd name="connsiteX597" fmla="*/ 3491565 w 11362354"/>
              <a:gd name="connsiteY597" fmla="*/ 203833 h 1972800"/>
              <a:gd name="connsiteX598" fmla="*/ 4473824 w 11362354"/>
              <a:gd name="connsiteY598" fmla="*/ 203833 h 1972800"/>
              <a:gd name="connsiteX599" fmla="*/ 4499119 w 11362354"/>
              <a:gd name="connsiteY599" fmla="*/ 240738 h 1972800"/>
              <a:gd name="connsiteX600" fmla="*/ 3466269 w 11362354"/>
              <a:gd name="connsiteY600" fmla="*/ 240738 h 1972800"/>
              <a:gd name="connsiteX601" fmla="*/ 3491565 w 11362354"/>
              <a:gd name="connsiteY601" fmla="*/ 203833 h 1972800"/>
              <a:gd name="connsiteX602" fmla="*/ 10550205 w 11362354"/>
              <a:gd name="connsiteY602" fmla="*/ 96959 h 1972800"/>
              <a:gd name="connsiteX603" fmla="*/ 10671926 w 11362354"/>
              <a:gd name="connsiteY603" fmla="*/ 96959 h 1972800"/>
              <a:gd name="connsiteX604" fmla="*/ 11306110 w 11362354"/>
              <a:gd name="connsiteY604" fmla="*/ 96959 h 1972800"/>
              <a:gd name="connsiteX605" fmla="*/ 11306110 w 11362354"/>
              <a:gd name="connsiteY605" fmla="*/ 121993 h 1972800"/>
              <a:gd name="connsiteX606" fmla="*/ 10671926 w 11362354"/>
              <a:gd name="connsiteY606" fmla="*/ 121993 h 1972800"/>
              <a:gd name="connsiteX607" fmla="*/ 10531544 w 11362354"/>
              <a:gd name="connsiteY607" fmla="*/ 121993 h 1972800"/>
              <a:gd name="connsiteX608" fmla="*/ 9781432 w 11362354"/>
              <a:gd name="connsiteY608" fmla="*/ 96753 h 1972800"/>
              <a:gd name="connsiteX609" fmla="*/ 10286039 w 11362354"/>
              <a:gd name="connsiteY609" fmla="*/ 96753 h 1972800"/>
              <a:gd name="connsiteX610" fmla="*/ 10286039 w 11362354"/>
              <a:gd name="connsiteY610" fmla="*/ 121735 h 1972800"/>
              <a:gd name="connsiteX611" fmla="*/ 9781432 w 11362354"/>
              <a:gd name="connsiteY611" fmla="*/ 121735 h 1972800"/>
              <a:gd name="connsiteX612" fmla="*/ 8612890 w 11362354"/>
              <a:gd name="connsiteY612" fmla="*/ 96753 h 1972800"/>
              <a:gd name="connsiteX613" fmla="*/ 9668568 w 11362354"/>
              <a:gd name="connsiteY613" fmla="*/ 96753 h 1972800"/>
              <a:gd name="connsiteX614" fmla="*/ 9668568 w 11362354"/>
              <a:gd name="connsiteY614" fmla="*/ 121735 h 1972800"/>
              <a:gd name="connsiteX615" fmla="*/ 8612890 w 11362354"/>
              <a:gd name="connsiteY615" fmla="*/ 121735 h 1972800"/>
              <a:gd name="connsiteX616" fmla="*/ 8042875 w 11362354"/>
              <a:gd name="connsiteY616" fmla="*/ 96753 h 1972800"/>
              <a:gd name="connsiteX617" fmla="*/ 8501703 w 11362354"/>
              <a:gd name="connsiteY617" fmla="*/ 96753 h 1972800"/>
              <a:gd name="connsiteX618" fmla="*/ 8501703 w 11362354"/>
              <a:gd name="connsiteY618" fmla="*/ 121735 h 1972800"/>
              <a:gd name="connsiteX619" fmla="*/ 8042875 w 11362354"/>
              <a:gd name="connsiteY619" fmla="*/ 121735 h 1972800"/>
              <a:gd name="connsiteX620" fmla="*/ 7193139 w 11362354"/>
              <a:gd name="connsiteY620" fmla="*/ 96753 h 1972800"/>
              <a:gd name="connsiteX621" fmla="*/ 7712749 w 11362354"/>
              <a:gd name="connsiteY621" fmla="*/ 96753 h 1972800"/>
              <a:gd name="connsiteX622" fmla="*/ 7724312 w 11362354"/>
              <a:gd name="connsiteY622" fmla="*/ 121735 h 1972800"/>
              <a:gd name="connsiteX623" fmla="*/ 7193139 w 11362354"/>
              <a:gd name="connsiteY623" fmla="*/ 121735 h 1972800"/>
              <a:gd name="connsiteX624" fmla="*/ 6188669 w 11362354"/>
              <a:gd name="connsiteY624" fmla="*/ 96753 h 1972800"/>
              <a:gd name="connsiteX625" fmla="*/ 7080275 w 11362354"/>
              <a:gd name="connsiteY625" fmla="*/ 96753 h 1972800"/>
              <a:gd name="connsiteX626" fmla="*/ 7080275 w 11362354"/>
              <a:gd name="connsiteY626" fmla="*/ 121735 h 1972800"/>
              <a:gd name="connsiteX627" fmla="*/ 6188669 w 11362354"/>
              <a:gd name="connsiteY627" fmla="*/ 121735 h 1972800"/>
              <a:gd name="connsiteX628" fmla="*/ 5574793 w 11362354"/>
              <a:gd name="connsiteY628" fmla="*/ 96753 h 1972800"/>
              <a:gd name="connsiteX629" fmla="*/ 6073294 w 11362354"/>
              <a:gd name="connsiteY629" fmla="*/ 96753 h 1972800"/>
              <a:gd name="connsiteX630" fmla="*/ 6073294 w 11362354"/>
              <a:gd name="connsiteY630" fmla="*/ 121735 h 1972800"/>
              <a:gd name="connsiteX631" fmla="*/ 5574793 w 11362354"/>
              <a:gd name="connsiteY631" fmla="*/ 121735 h 1972800"/>
              <a:gd name="connsiteX632" fmla="*/ 4792811 w 11362354"/>
              <a:gd name="connsiteY632" fmla="*/ 96753 h 1972800"/>
              <a:gd name="connsiteX633" fmla="*/ 5291307 w 11362354"/>
              <a:gd name="connsiteY633" fmla="*/ 96753 h 1972800"/>
              <a:gd name="connsiteX634" fmla="*/ 5291307 w 11362354"/>
              <a:gd name="connsiteY634" fmla="*/ 121735 h 1972800"/>
              <a:gd name="connsiteX635" fmla="*/ 4792811 w 11362354"/>
              <a:gd name="connsiteY635" fmla="*/ 121735 h 1972800"/>
              <a:gd name="connsiteX636" fmla="*/ 2285298 w 11362354"/>
              <a:gd name="connsiteY636" fmla="*/ 96753 h 1972800"/>
              <a:gd name="connsiteX637" fmla="*/ 3183254 w 11362354"/>
              <a:gd name="connsiteY637" fmla="*/ 96753 h 1972800"/>
              <a:gd name="connsiteX638" fmla="*/ 3183254 w 11362354"/>
              <a:gd name="connsiteY638" fmla="*/ 121735 h 1972800"/>
              <a:gd name="connsiteX639" fmla="*/ 2285298 w 11362354"/>
              <a:gd name="connsiteY639" fmla="*/ 121735 h 1972800"/>
              <a:gd name="connsiteX640" fmla="*/ 985097 w 11362354"/>
              <a:gd name="connsiteY640" fmla="*/ 96753 h 1972800"/>
              <a:gd name="connsiteX641" fmla="*/ 1978552 w 11362354"/>
              <a:gd name="connsiteY641" fmla="*/ 96753 h 1972800"/>
              <a:gd name="connsiteX642" fmla="*/ 2002599 w 11362354"/>
              <a:gd name="connsiteY642" fmla="*/ 121735 h 1972800"/>
              <a:gd name="connsiteX643" fmla="*/ 985097 w 11362354"/>
              <a:gd name="connsiteY643" fmla="*/ 121735 h 1972800"/>
              <a:gd name="connsiteX644" fmla="*/ 0 w 11362354"/>
              <a:gd name="connsiteY644" fmla="*/ 96753 h 1972800"/>
              <a:gd name="connsiteX645" fmla="*/ 877145 w 11362354"/>
              <a:gd name="connsiteY645" fmla="*/ 96753 h 1972800"/>
              <a:gd name="connsiteX646" fmla="*/ 877145 w 11362354"/>
              <a:gd name="connsiteY646" fmla="*/ 121735 h 1972800"/>
              <a:gd name="connsiteX647" fmla="*/ 0 w 11362354"/>
              <a:gd name="connsiteY647" fmla="*/ 121735 h 1972800"/>
              <a:gd name="connsiteX648" fmla="*/ 3581580 w 11362354"/>
              <a:gd name="connsiteY648" fmla="*/ 96752 h 1972800"/>
              <a:gd name="connsiteX649" fmla="*/ 4383809 w 11362354"/>
              <a:gd name="connsiteY649" fmla="*/ 96752 h 1972800"/>
              <a:gd name="connsiteX650" fmla="*/ 4407456 w 11362354"/>
              <a:gd name="connsiteY650" fmla="*/ 121734 h 1972800"/>
              <a:gd name="connsiteX651" fmla="*/ 3557933 w 11362354"/>
              <a:gd name="connsiteY651" fmla="*/ 121734 h 1972800"/>
              <a:gd name="connsiteX652" fmla="*/ 3581580 w 11362354"/>
              <a:gd name="connsiteY652" fmla="*/ 96752 h 1972800"/>
              <a:gd name="connsiteX653" fmla="*/ 10683999 w 11362354"/>
              <a:gd name="connsiteY653" fmla="*/ 1 h 1972800"/>
              <a:gd name="connsiteX654" fmla="*/ 10743787 w 11362354"/>
              <a:gd name="connsiteY654" fmla="*/ 1 h 1972800"/>
              <a:gd name="connsiteX655" fmla="*/ 10800434 w 11362354"/>
              <a:gd name="connsiteY655" fmla="*/ 2849 h 1972800"/>
              <a:gd name="connsiteX656" fmla="*/ 10800434 w 11362354"/>
              <a:gd name="connsiteY656" fmla="*/ 1 h 1972800"/>
              <a:gd name="connsiteX657" fmla="*/ 11306110 w 11362354"/>
              <a:gd name="connsiteY657" fmla="*/ 1 h 1972800"/>
              <a:gd name="connsiteX658" fmla="*/ 11306110 w 11362354"/>
              <a:gd name="connsiteY658" fmla="*/ 14690 h 1972800"/>
              <a:gd name="connsiteX659" fmla="*/ 10671926 w 11362354"/>
              <a:gd name="connsiteY659" fmla="*/ 14690 h 1972800"/>
              <a:gd name="connsiteX660" fmla="*/ 10634292 w 11362354"/>
              <a:gd name="connsiteY660" fmla="*/ 14690 h 1972800"/>
              <a:gd name="connsiteX661" fmla="*/ 10646512 w 11362354"/>
              <a:gd name="connsiteY661" fmla="*/ 4251 h 1972800"/>
              <a:gd name="connsiteX662" fmla="*/ 10646512 w 11362354"/>
              <a:gd name="connsiteY662" fmla="*/ 2687 h 1972800"/>
              <a:gd name="connsiteX663" fmla="*/ 10671926 w 11362354"/>
              <a:gd name="connsiteY663" fmla="*/ 1221 h 1972800"/>
              <a:gd name="connsiteX664" fmla="*/ 10671926 w 11362354"/>
              <a:gd name="connsiteY664" fmla="*/ 697 h 1972800"/>
              <a:gd name="connsiteX665" fmla="*/ 9781432 w 11362354"/>
              <a:gd name="connsiteY665" fmla="*/ 1 h 1972800"/>
              <a:gd name="connsiteX666" fmla="*/ 10286039 w 11362354"/>
              <a:gd name="connsiteY666" fmla="*/ 1 h 1972800"/>
              <a:gd name="connsiteX667" fmla="*/ 10286039 w 11362354"/>
              <a:gd name="connsiteY667" fmla="*/ 14659 h 1972800"/>
              <a:gd name="connsiteX668" fmla="*/ 9781432 w 11362354"/>
              <a:gd name="connsiteY668" fmla="*/ 14659 h 1972800"/>
              <a:gd name="connsiteX669" fmla="*/ 8612890 w 11362354"/>
              <a:gd name="connsiteY669" fmla="*/ 1 h 1972800"/>
              <a:gd name="connsiteX670" fmla="*/ 9668568 w 11362354"/>
              <a:gd name="connsiteY670" fmla="*/ 1 h 1972800"/>
              <a:gd name="connsiteX671" fmla="*/ 9668568 w 11362354"/>
              <a:gd name="connsiteY671" fmla="*/ 14659 h 1972800"/>
              <a:gd name="connsiteX672" fmla="*/ 8612890 w 11362354"/>
              <a:gd name="connsiteY672" fmla="*/ 14659 h 1972800"/>
              <a:gd name="connsiteX673" fmla="*/ 8042875 w 11362354"/>
              <a:gd name="connsiteY673" fmla="*/ 1 h 1972800"/>
              <a:gd name="connsiteX674" fmla="*/ 8501703 w 11362354"/>
              <a:gd name="connsiteY674" fmla="*/ 1 h 1972800"/>
              <a:gd name="connsiteX675" fmla="*/ 8501703 w 11362354"/>
              <a:gd name="connsiteY675" fmla="*/ 14659 h 1972800"/>
              <a:gd name="connsiteX676" fmla="*/ 8042875 w 11362354"/>
              <a:gd name="connsiteY676" fmla="*/ 14659 h 1972800"/>
              <a:gd name="connsiteX677" fmla="*/ 7193139 w 11362354"/>
              <a:gd name="connsiteY677" fmla="*/ 1 h 1972800"/>
              <a:gd name="connsiteX678" fmla="*/ 7667970 w 11362354"/>
              <a:gd name="connsiteY678" fmla="*/ 1 h 1972800"/>
              <a:gd name="connsiteX679" fmla="*/ 7674758 w 11362354"/>
              <a:gd name="connsiteY679" fmla="*/ 14659 h 1972800"/>
              <a:gd name="connsiteX680" fmla="*/ 7193139 w 11362354"/>
              <a:gd name="connsiteY680" fmla="*/ 14659 h 1972800"/>
              <a:gd name="connsiteX681" fmla="*/ 6188669 w 11362354"/>
              <a:gd name="connsiteY681" fmla="*/ 1 h 1972800"/>
              <a:gd name="connsiteX682" fmla="*/ 7080275 w 11362354"/>
              <a:gd name="connsiteY682" fmla="*/ 1 h 1972800"/>
              <a:gd name="connsiteX683" fmla="*/ 7080275 w 11362354"/>
              <a:gd name="connsiteY683" fmla="*/ 14659 h 1972800"/>
              <a:gd name="connsiteX684" fmla="*/ 6188669 w 11362354"/>
              <a:gd name="connsiteY684" fmla="*/ 14659 h 1972800"/>
              <a:gd name="connsiteX685" fmla="*/ 5574793 w 11362354"/>
              <a:gd name="connsiteY685" fmla="*/ 1 h 1972800"/>
              <a:gd name="connsiteX686" fmla="*/ 6073294 w 11362354"/>
              <a:gd name="connsiteY686" fmla="*/ 1 h 1972800"/>
              <a:gd name="connsiteX687" fmla="*/ 6073294 w 11362354"/>
              <a:gd name="connsiteY687" fmla="*/ 14659 h 1972800"/>
              <a:gd name="connsiteX688" fmla="*/ 5574793 w 11362354"/>
              <a:gd name="connsiteY688" fmla="*/ 14659 h 1972800"/>
              <a:gd name="connsiteX689" fmla="*/ 4792811 w 11362354"/>
              <a:gd name="connsiteY689" fmla="*/ 1 h 1972800"/>
              <a:gd name="connsiteX690" fmla="*/ 5291307 w 11362354"/>
              <a:gd name="connsiteY690" fmla="*/ 1 h 1972800"/>
              <a:gd name="connsiteX691" fmla="*/ 5291307 w 11362354"/>
              <a:gd name="connsiteY691" fmla="*/ 14659 h 1972800"/>
              <a:gd name="connsiteX692" fmla="*/ 4792811 w 11362354"/>
              <a:gd name="connsiteY692" fmla="*/ 14659 h 1972800"/>
              <a:gd name="connsiteX693" fmla="*/ 2285298 w 11362354"/>
              <a:gd name="connsiteY693" fmla="*/ 1 h 1972800"/>
              <a:gd name="connsiteX694" fmla="*/ 3183254 w 11362354"/>
              <a:gd name="connsiteY694" fmla="*/ 1 h 1972800"/>
              <a:gd name="connsiteX695" fmla="*/ 3183254 w 11362354"/>
              <a:gd name="connsiteY695" fmla="*/ 14659 h 1972800"/>
              <a:gd name="connsiteX696" fmla="*/ 2285298 w 11362354"/>
              <a:gd name="connsiteY696" fmla="*/ 14659 h 1972800"/>
              <a:gd name="connsiteX697" fmla="*/ 985097 w 11362354"/>
              <a:gd name="connsiteY697" fmla="*/ 1 h 1972800"/>
              <a:gd name="connsiteX698" fmla="*/ 1846470 w 11362354"/>
              <a:gd name="connsiteY698" fmla="*/ 1 h 1972800"/>
              <a:gd name="connsiteX699" fmla="*/ 1869376 w 11362354"/>
              <a:gd name="connsiteY699" fmla="*/ 14659 h 1972800"/>
              <a:gd name="connsiteX700" fmla="*/ 985097 w 11362354"/>
              <a:gd name="connsiteY700" fmla="*/ 14659 h 1972800"/>
              <a:gd name="connsiteX701" fmla="*/ 0 w 11362354"/>
              <a:gd name="connsiteY701" fmla="*/ 1 h 1972800"/>
              <a:gd name="connsiteX702" fmla="*/ 877145 w 11362354"/>
              <a:gd name="connsiteY702" fmla="*/ 1 h 1972800"/>
              <a:gd name="connsiteX703" fmla="*/ 877145 w 11362354"/>
              <a:gd name="connsiteY703" fmla="*/ 14659 h 1972800"/>
              <a:gd name="connsiteX704" fmla="*/ 0 w 11362354"/>
              <a:gd name="connsiteY704" fmla="*/ 14659 h 1972800"/>
              <a:gd name="connsiteX705" fmla="*/ 3702830 w 11362354"/>
              <a:gd name="connsiteY705" fmla="*/ 0 h 1972800"/>
              <a:gd name="connsiteX706" fmla="*/ 4262563 w 11362354"/>
              <a:gd name="connsiteY706" fmla="*/ 0 h 1972800"/>
              <a:gd name="connsiteX707" fmla="*/ 4284257 w 11362354"/>
              <a:gd name="connsiteY707" fmla="*/ 14658 h 1972800"/>
              <a:gd name="connsiteX708" fmla="*/ 3681132 w 11362354"/>
              <a:gd name="connsiteY708" fmla="*/ 14658 h 1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</a:cxnLst>
            <a:rect l="l" t="t" r="r" b="b"/>
            <a:pathLst>
              <a:path w="11362354" h="1972800">
                <a:moveTo>
                  <a:pt x="4196821" y="1846406"/>
                </a:moveTo>
                <a:lnTo>
                  <a:pt x="4515841" y="1846406"/>
                </a:lnTo>
                <a:lnTo>
                  <a:pt x="4302401" y="1972800"/>
                </a:lnTo>
                <a:lnTo>
                  <a:pt x="4276590" y="1972800"/>
                </a:lnTo>
                <a:close/>
                <a:moveTo>
                  <a:pt x="10408772" y="1547682"/>
                </a:moveTo>
                <a:lnTo>
                  <a:pt x="11236685" y="1547682"/>
                </a:lnTo>
                <a:cubicBezTo>
                  <a:pt x="11178355" y="1621090"/>
                  <a:pt x="11101638" y="1688425"/>
                  <a:pt x="11013744" y="1726479"/>
                </a:cubicBezTo>
                <a:cubicBezTo>
                  <a:pt x="10916839" y="1760403"/>
                  <a:pt x="10802883" y="1780105"/>
                  <a:pt x="10702056" y="1776200"/>
                </a:cubicBezTo>
                <a:cubicBezTo>
                  <a:pt x="10601227" y="1772294"/>
                  <a:pt x="10494409" y="1740125"/>
                  <a:pt x="10408772" y="1703049"/>
                </a:cubicBezTo>
                <a:close/>
                <a:moveTo>
                  <a:pt x="9781432" y="1544408"/>
                </a:moveTo>
                <a:lnTo>
                  <a:pt x="10286039" y="1544408"/>
                </a:lnTo>
                <a:lnTo>
                  <a:pt x="10286039" y="1763438"/>
                </a:lnTo>
                <a:lnTo>
                  <a:pt x="9781432" y="1763438"/>
                </a:lnTo>
                <a:close/>
                <a:moveTo>
                  <a:pt x="8877431" y="1544408"/>
                </a:moveTo>
                <a:lnTo>
                  <a:pt x="9382033" y="1544408"/>
                </a:lnTo>
                <a:lnTo>
                  <a:pt x="9382033" y="1763438"/>
                </a:lnTo>
                <a:lnTo>
                  <a:pt x="8877431" y="1763438"/>
                </a:lnTo>
                <a:close/>
                <a:moveTo>
                  <a:pt x="7955283" y="1544408"/>
                </a:moveTo>
                <a:lnTo>
                  <a:pt x="8501703" y="1544408"/>
                </a:lnTo>
                <a:lnTo>
                  <a:pt x="8501703" y="1763438"/>
                </a:lnTo>
                <a:lnTo>
                  <a:pt x="8046371" y="1763438"/>
                </a:lnTo>
                <a:close/>
                <a:moveTo>
                  <a:pt x="7193139" y="1544408"/>
                </a:moveTo>
                <a:lnTo>
                  <a:pt x="7648159" y="1544408"/>
                </a:lnTo>
                <a:lnTo>
                  <a:pt x="7648159" y="1763438"/>
                </a:lnTo>
                <a:lnTo>
                  <a:pt x="7193139" y="1763438"/>
                </a:lnTo>
                <a:close/>
                <a:moveTo>
                  <a:pt x="6188669" y="1544408"/>
                </a:moveTo>
                <a:lnTo>
                  <a:pt x="7080275" y="1544408"/>
                </a:lnTo>
                <a:lnTo>
                  <a:pt x="7080275" y="1763438"/>
                </a:lnTo>
                <a:lnTo>
                  <a:pt x="6188669" y="1763438"/>
                </a:lnTo>
                <a:close/>
                <a:moveTo>
                  <a:pt x="4886266" y="1544408"/>
                </a:moveTo>
                <a:lnTo>
                  <a:pt x="5979839" y="1544408"/>
                </a:lnTo>
                <a:cubicBezTo>
                  <a:pt x="5886803" y="1676927"/>
                  <a:pt x="5732198" y="1763438"/>
                  <a:pt x="5557257" y="1763438"/>
                </a:cubicBezTo>
                <a:lnTo>
                  <a:pt x="5308843" y="1763438"/>
                </a:lnTo>
                <a:cubicBezTo>
                  <a:pt x="5133911" y="1763438"/>
                  <a:pt x="4979301" y="1676927"/>
                  <a:pt x="4886266" y="1544408"/>
                </a:cubicBezTo>
                <a:close/>
                <a:moveTo>
                  <a:pt x="2285298" y="1544408"/>
                </a:moveTo>
                <a:lnTo>
                  <a:pt x="3183254" y="1544408"/>
                </a:lnTo>
                <a:lnTo>
                  <a:pt x="3183254" y="1763438"/>
                </a:lnTo>
                <a:lnTo>
                  <a:pt x="2285298" y="1763438"/>
                </a:lnTo>
                <a:close/>
                <a:moveTo>
                  <a:pt x="1699767" y="1544408"/>
                </a:moveTo>
                <a:lnTo>
                  <a:pt x="2161050" y="1544408"/>
                </a:lnTo>
                <a:lnTo>
                  <a:pt x="2265828" y="1763438"/>
                </a:lnTo>
                <a:lnTo>
                  <a:pt x="1796468" y="1763438"/>
                </a:lnTo>
                <a:close/>
                <a:moveTo>
                  <a:pt x="985097" y="1544408"/>
                </a:moveTo>
                <a:lnTo>
                  <a:pt x="1468672" y="1544408"/>
                </a:lnTo>
                <a:lnTo>
                  <a:pt x="1468672" y="1763438"/>
                </a:lnTo>
                <a:lnTo>
                  <a:pt x="985097" y="1763438"/>
                </a:lnTo>
                <a:close/>
                <a:moveTo>
                  <a:pt x="0" y="1544408"/>
                </a:moveTo>
                <a:lnTo>
                  <a:pt x="506025" y="1544408"/>
                </a:lnTo>
                <a:lnTo>
                  <a:pt x="506025" y="1763438"/>
                </a:lnTo>
                <a:lnTo>
                  <a:pt x="498505" y="1763438"/>
                </a:lnTo>
                <a:lnTo>
                  <a:pt x="7520" y="1763438"/>
                </a:lnTo>
                <a:lnTo>
                  <a:pt x="0" y="1763438"/>
                </a:lnTo>
                <a:close/>
                <a:moveTo>
                  <a:pt x="3478763" y="1544407"/>
                </a:moveTo>
                <a:lnTo>
                  <a:pt x="4486152" y="1544407"/>
                </a:lnTo>
                <a:cubicBezTo>
                  <a:pt x="4484148" y="1548197"/>
                  <a:pt x="4481735" y="1551706"/>
                  <a:pt x="4479313" y="1555187"/>
                </a:cubicBezTo>
                <a:lnTo>
                  <a:pt x="4654042" y="1763437"/>
                </a:lnTo>
                <a:lnTo>
                  <a:pt x="3697470" y="1763437"/>
                </a:lnTo>
                <a:cubicBezTo>
                  <a:pt x="3614316" y="1711031"/>
                  <a:pt x="3539996" y="1636273"/>
                  <a:pt x="3478763" y="1544407"/>
                </a:cubicBezTo>
                <a:close/>
                <a:moveTo>
                  <a:pt x="10408772" y="1290902"/>
                </a:moveTo>
                <a:lnTo>
                  <a:pt x="10568570" y="1290902"/>
                </a:lnTo>
                <a:cubicBezTo>
                  <a:pt x="10577470" y="1298557"/>
                  <a:pt x="10581828" y="1306214"/>
                  <a:pt x="10590729" y="1313870"/>
                </a:cubicBezTo>
                <a:cubicBezTo>
                  <a:pt x="10620545" y="1348521"/>
                  <a:pt x="10677153" y="1369391"/>
                  <a:pt x="10721250" y="1365562"/>
                </a:cubicBezTo>
                <a:cubicBezTo>
                  <a:pt x="10765348" y="1361734"/>
                  <a:pt x="10826744" y="1338516"/>
                  <a:pt x="10855315" y="1290902"/>
                </a:cubicBezTo>
                <a:lnTo>
                  <a:pt x="11214890" y="1290902"/>
                </a:lnTo>
                <a:lnTo>
                  <a:pt x="11346112" y="1290902"/>
                </a:lnTo>
                <a:cubicBezTo>
                  <a:pt x="11334622" y="1353431"/>
                  <a:pt x="11312604" y="1412394"/>
                  <a:pt x="11280882" y="1465414"/>
                </a:cubicBezTo>
                <a:lnTo>
                  <a:pt x="11214890" y="1465414"/>
                </a:lnTo>
                <a:lnTo>
                  <a:pt x="10408772" y="1465414"/>
                </a:lnTo>
                <a:close/>
                <a:moveTo>
                  <a:pt x="3354588" y="1288169"/>
                </a:moveTo>
                <a:lnTo>
                  <a:pt x="3891084" y="1288169"/>
                </a:lnTo>
                <a:cubicBezTo>
                  <a:pt x="3918715" y="1317171"/>
                  <a:pt x="3949853" y="1333215"/>
                  <a:pt x="3982693" y="1333215"/>
                </a:cubicBezTo>
                <a:cubicBezTo>
                  <a:pt x="4015535" y="1333215"/>
                  <a:pt x="4046674" y="1317171"/>
                  <a:pt x="4074304" y="1288169"/>
                </a:cubicBezTo>
                <a:lnTo>
                  <a:pt x="4610046" y="1288169"/>
                </a:lnTo>
                <a:cubicBezTo>
                  <a:pt x="4590290" y="1350350"/>
                  <a:pt x="4565183" y="1408715"/>
                  <a:pt x="4535426" y="1462313"/>
                </a:cubicBezTo>
                <a:lnTo>
                  <a:pt x="3429061" y="1462313"/>
                </a:lnTo>
                <a:cubicBezTo>
                  <a:pt x="3399902" y="1408452"/>
                  <a:pt x="3374896" y="1350106"/>
                  <a:pt x="3354588" y="1288169"/>
                </a:cubicBezTo>
                <a:close/>
                <a:moveTo>
                  <a:pt x="9781432" y="1288165"/>
                </a:moveTo>
                <a:lnTo>
                  <a:pt x="10286039" y="1288165"/>
                </a:lnTo>
                <a:lnTo>
                  <a:pt x="10286039" y="1462314"/>
                </a:lnTo>
                <a:lnTo>
                  <a:pt x="9781432" y="1462314"/>
                </a:lnTo>
                <a:close/>
                <a:moveTo>
                  <a:pt x="8877431" y="1288165"/>
                </a:moveTo>
                <a:lnTo>
                  <a:pt x="9382033" y="1288165"/>
                </a:lnTo>
                <a:lnTo>
                  <a:pt x="9382033" y="1462314"/>
                </a:lnTo>
                <a:lnTo>
                  <a:pt x="8877431" y="1462314"/>
                </a:lnTo>
                <a:close/>
                <a:moveTo>
                  <a:pt x="7848731" y="1288165"/>
                </a:moveTo>
                <a:lnTo>
                  <a:pt x="8501703" y="1288165"/>
                </a:lnTo>
                <a:lnTo>
                  <a:pt x="8501703" y="1462314"/>
                </a:lnTo>
                <a:lnTo>
                  <a:pt x="7921150" y="1462314"/>
                </a:lnTo>
                <a:close/>
                <a:moveTo>
                  <a:pt x="7193139" y="1288165"/>
                </a:moveTo>
                <a:lnTo>
                  <a:pt x="7648159" y="1288165"/>
                </a:lnTo>
                <a:lnTo>
                  <a:pt x="7648159" y="1462314"/>
                </a:lnTo>
                <a:lnTo>
                  <a:pt x="7193139" y="1462314"/>
                </a:lnTo>
                <a:close/>
                <a:moveTo>
                  <a:pt x="6188669" y="1288165"/>
                </a:moveTo>
                <a:lnTo>
                  <a:pt x="6674501" y="1288165"/>
                </a:lnTo>
                <a:lnTo>
                  <a:pt x="6674501" y="1351991"/>
                </a:lnTo>
                <a:lnTo>
                  <a:pt x="7080275" y="1351991"/>
                </a:lnTo>
                <a:lnTo>
                  <a:pt x="7080275" y="1462314"/>
                </a:lnTo>
                <a:lnTo>
                  <a:pt x="6188669" y="1462314"/>
                </a:lnTo>
                <a:close/>
                <a:moveTo>
                  <a:pt x="4794722" y="1288165"/>
                </a:moveTo>
                <a:lnTo>
                  <a:pt x="5308313" y="1288165"/>
                </a:lnTo>
                <a:cubicBezTo>
                  <a:pt x="5331518" y="1333078"/>
                  <a:pt x="5378715" y="1363467"/>
                  <a:pt x="5433050" y="1363467"/>
                </a:cubicBezTo>
                <a:cubicBezTo>
                  <a:pt x="5487389" y="1363467"/>
                  <a:pt x="5534582" y="1333078"/>
                  <a:pt x="5557791" y="1288165"/>
                </a:cubicBezTo>
                <a:lnTo>
                  <a:pt x="6071387" y="1288165"/>
                </a:lnTo>
                <a:cubicBezTo>
                  <a:pt x="6067418" y="1349988"/>
                  <a:pt x="6051903" y="1408730"/>
                  <a:pt x="6026879" y="1462314"/>
                </a:cubicBezTo>
                <a:lnTo>
                  <a:pt x="4839225" y="1462314"/>
                </a:lnTo>
                <a:cubicBezTo>
                  <a:pt x="4814201" y="1408730"/>
                  <a:pt x="4798682" y="1349988"/>
                  <a:pt x="4794722" y="1288165"/>
                </a:cubicBezTo>
                <a:close/>
                <a:moveTo>
                  <a:pt x="2285298" y="1288165"/>
                </a:moveTo>
                <a:lnTo>
                  <a:pt x="2771132" y="1288165"/>
                </a:lnTo>
                <a:lnTo>
                  <a:pt x="2771132" y="1351991"/>
                </a:lnTo>
                <a:lnTo>
                  <a:pt x="3183254" y="1351991"/>
                </a:lnTo>
                <a:lnTo>
                  <a:pt x="3183254" y="1462314"/>
                </a:lnTo>
                <a:lnTo>
                  <a:pt x="2285298" y="1462314"/>
                </a:lnTo>
                <a:close/>
                <a:moveTo>
                  <a:pt x="1586644" y="1288165"/>
                </a:moveTo>
                <a:lnTo>
                  <a:pt x="2038472" y="1288165"/>
                </a:lnTo>
                <a:lnTo>
                  <a:pt x="2121783" y="1462314"/>
                </a:lnTo>
                <a:lnTo>
                  <a:pt x="1663530" y="1462314"/>
                </a:lnTo>
                <a:close/>
                <a:moveTo>
                  <a:pt x="985097" y="1288165"/>
                </a:moveTo>
                <a:lnTo>
                  <a:pt x="1468672" y="1288165"/>
                </a:lnTo>
                <a:lnTo>
                  <a:pt x="1468672" y="1462314"/>
                </a:lnTo>
                <a:lnTo>
                  <a:pt x="985097" y="1462314"/>
                </a:lnTo>
                <a:close/>
                <a:moveTo>
                  <a:pt x="0" y="1288165"/>
                </a:moveTo>
                <a:lnTo>
                  <a:pt x="506025" y="1288165"/>
                </a:lnTo>
                <a:lnTo>
                  <a:pt x="506025" y="1462314"/>
                </a:lnTo>
                <a:lnTo>
                  <a:pt x="0" y="1462314"/>
                </a:lnTo>
                <a:close/>
                <a:moveTo>
                  <a:pt x="10408772" y="1157361"/>
                </a:moveTo>
                <a:lnTo>
                  <a:pt x="10468381" y="1208632"/>
                </a:lnTo>
                <a:lnTo>
                  <a:pt x="10408772" y="1208632"/>
                </a:lnTo>
                <a:close/>
                <a:moveTo>
                  <a:pt x="10816942" y="1078164"/>
                </a:moveTo>
                <a:lnTo>
                  <a:pt x="11358000" y="1078164"/>
                </a:lnTo>
                <a:cubicBezTo>
                  <a:pt x="11367192" y="1149515"/>
                  <a:pt x="11358946" y="1186888"/>
                  <a:pt x="11359134" y="1208632"/>
                </a:cubicBezTo>
                <a:lnTo>
                  <a:pt x="11359134" y="1208633"/>
                </a:lnTo>
                <a:lnTo>
                  <a:pt x="10871056" y="1208633"/>
                </a:lnTo>
                <a:cubicBezTo>
                  <a:pt x="10871350" y="1207645"/>
                  <a:pt x="10871355" y="1206649"/>
                  <a:pt x="10871355" y="1205652"/>
                </a:cubicBezTo>
                <a:cubicBezTo>
                  <a:pt x="10871355" y="1153657"/>
                  <a:pt x="10847076" y="1107297"/>
                  <a:pt x="10808382" y="1078165"/>
                </a:cubicBezTo>
                <a:lnTo>
                  <a:pt x="10816943" y="1078165"/>
                </a:lnTo>
                <a:close/>
                <a:moveTo>
                  <a:pt x="9781432" y="1075882"/>
                </a:moveTo>
                <a:lnTo>
                  <a:pt x="10286039" y="1075882"/>
                </a:lnTo>
                <a:lnTo>
                  <a:pt x="10286039" y="1206076"/>
                </a:lnTo>
                <a:lnTo>
                  <a:pt x="9781432" y="1206076"/>
                </a:lnTo>
                <a:close/>
                <a:moveTo>
                  <a:pt x="8877431" y="1075882"/>
                </a:moveTo>
                <a:lnTo>
                  <a:pt x="9382033" y="1075882"/>
                </a:lnTo>
                <a:lnTo>
                  <a:pt x="9382033" y="1206076"/>
                </a:lnTo>
                <a:lnTo>
                  <a:pt x="8877431" y="1206076"/>
                </a:lnTo>
                <a:close/>
                <a:moveTo>
                  <a:pt x="7760453" y="1075882"/>
                </a:moveTo>
                <a:lnTo>
                  <a:pt x="8501703" y="1075882"/>
                </a:lnTo>
                <a:lnTo>
                  <a:pt x="8501703" y="1206076"/>
                </a:lnTo>
                <a:lnTo>
                  <a:pt x="7814594" y="1206076"/>
                </a:lnTo>
                <a:close/>
                <a:moveTo>
                  <a:pt x="7193139" y="1075882"/>
                </a:moveTo>
                <a:lnTo>
                  <a:pt x="7648159" y="1075882"/>
                </a:lnTo>
                <a:lnTo>
                  <a:pt x="7648159" y="1206076"/>
                </a:lnTo>
                <a:lnTo>
                  <a:pt x="7193139" y="1206076"/>
                </a:lnTo>
                <a:close/>
                <a:moveTo>
                  <a:pt x="6188669" y="1075882"/>
                </a:moveTo>
                <a:lnTo>
                  <a:pt x="6674501" y="1075882"/>
                </a:lnTo>
                <a:lnTo>
                  <a:pt x="6674501" y="1206076"/>
                </a:lnTo>
                <a:lnTo>
                  <a:pt x="6188669" y="1206076"/>
                </a:lnTo>
                <a:close/>
                <a:moveTo>
                  <a:pt x="5574793" y="1075882"/>
                </a:moveTo>
                <a:lnTo>
                  <a:pt x="6073294" y="1075882"/>
                </a:lnTo>
                <a:lnTo>
                  <a:pt x="6073294" y="1206076"/>
                </a:lnTo>
                <a:lnTo>
                  <a:pt x="5574793" y="1206076"/>
                </a:lnTo>
                <a:close/>
                <a:moveTo>
                  <a:pt x="4792811" y="1075882"/>
                </a:moveTo>
                <a:lnTo>
                  <a:pt x="5291307" y="1075882"/>
                </a:lnTo>
                <a:lnTo>
                  <a:pt x="5291307" y="1206076"/>
                </a:lnTo>
                <a:lnTo>
                  <a:pt x="4792811" y="1206076"/>
                </a:lnTo>
                <a:close/>
                <a:moveTo>
                  <a:pt x="2285298" y="1075882"/>
                </a:moveTo>
                <a:lnTo>
                  <a:pt x="2771132" y="1075882"/>
                </a:lnTo>
                <a:lnTo>
                  <a:pt x="2771132" y="1206076"/>
                </a:lnTo>
                <a:lnTo>
                  <a:pt x="2285298" y="1206076"/>
                </a:lnTo>
                <a:close/>
                <a:moveTo>
                  <a:pt x="1492927" y="1075882"/>
                </a:moveTo>
                <a:lnTo>
                  <a:pt x="1945589" y="1075882"/>
                </a:lnTo>
                <a:cubicBezTo>
                  <a:pt x="1944041" y="1077590"/>
                  <a:pt x="1942273" y="1079022"/>
                  <a:pt x="1940491" y="1080455"/>
                </a:cubicBezTo>
                <a:lnTo>
                  <a:pt x="1939110" y="1080455"/>
                </a:lnTo>
                <a:lnTo>
                  <a:pt x="1939524" y="1081320"/>
                </a:lnTo>
                <a:cubicBezTo>
                  <a:pt x="1939165" y="1081707"/>
                  <a:pt x="1938755" y="1082034"/>
                  <a:pt x="1938345" y="1082361"/>
                </a:cubicBezTo>
                <a:lnTo>
                  <a:pt x="1940022" y="1082361"/>
                </a:lnTo>
                <a:lnTo>
                  <a:pt x="1999205" y="1206076"/>
                </a:lnTo>
                <a:lnTo>
                  <a:pt x="1550403" y="1206076"/>
                </a:lnTo>
                <a:close/>
                <a:moveTo>
                  <a:pt x="985097" y="1075882"/>
                </a:moveTo>
                <a:lnTo>
                  <a:pt x="1468672" y="1075882"/>
                </a:lnTo>
                <a:lnTo>
                  <a:pt x="1468672" y="1206076"/>
                </a:lnTo>
                <a:lnTo>
                  <a:pt x="985097" y="1206076"/>
                </a:lnTo>
                <a:close/>
                <a:moveTo>
                  <a:pt x="0" y="1075882"/>
                </a:moveTo>
                <a:lnTo>
                  <a:pt x="877145" y="1075882"/>
                </a:lnTo>
                <a:lnTo>
                  <a:pt x="877145" y="1098345"/>
                </a:lnTo>
                <a:lnTo>
                  <a:pt x="869625" y="1098345"/>
                </a:lnTo>
                <a:lnTo>
                  <a:pt x="506025" y="1098345"/>
                </a:lnTo>
                <a:lnTo>
                  <a:pt x="506025" y="1206076"/>
                </a:lnTo>
                <a:lnTo>
                  <a:pt x="0" y="1206076"/>
                </a:lnTo>
                <a:close/>
                <a:moveTo>
                  <a:pt x="4174413" y="1075881"/>
                </a:moveTo>
                <a:lnTo>
                  <a:pt x="4660572" y="1075881"/>
                </a:lnTo>
                <a:cubicBezTo>
                  <a:pt x="4654171" y="1120550"/>
                  <a:pt x="4645505" y="1164090"/>
                  <a:pt x="4633997" y="1206075"/>
                </a:cubicBezTo>
                <a:lnTo>
                  <a:pt x="4129883" y="1206075"/>
                </a:lnTo>
                <a:cubicBezTo>
                  <a:pt x="4148445" y="1169059"/>
                  <a:pt x="4163826" y="1125090"/>
                  <a:pt x="4174413" y="1075881"/>
                </a:cubicBezTo>
                <a:close/>
                <a:moveTo>
                  <a:pt x="3305162" y="1075881"/>
                </a:moveTo>
                <a:lnTo>
                  <a:pt x="3790976" y="1075881"/>
                </a:lnTo>
                <a:cubicBezTo>
                  <a:pt x="3801558" y="1125090"/>
                  <a:pt x="3816942" y="1169059"/>
                  <a:pt x="3835506" y="1206075"/>
                </a:cubicBezTo>
                <a:lnTo>
                  <a:pt x="3330959" y="1206075"/>
                </a:lnTo>
                <a:cubicBezTo>
                  <a:pt x="3319852" y="1164035"/>
                  <a:pt x="3311209" y="1120545"/>
                  <a:pt x="3305162" y="1075881"/>
                </a:cubicBezTo>
                <a:close/>
                <a:moveTo>
                  <a:pt x="10587776" y="879486"/>
                </a:moveTo>
                <a:lnTo>
                  <a:pt x="11280821" y="879486"/>
                </a:lnTo>
                <a:cubicBezTo>
                  <a:pt x="11304371" y="915413"/>
                  <a:pt x="11325405" y="952210"/>
                  <a:pt x="11338792" y="993628"/>
                </a:cubicBezTo>
                <a:lnTo>
                  <a:pt x="10727828" y="995899"/>
                </a:lnTo>
                <a:close/>
                <a:moveTo>
                  <a:pt x="9781432" y="877625"/>
                </a:moveTo>
                <a:lnTo>
                  <a:pt x="10286039" y="877625"/>
                </a:lnTo>
                <a:lnTo>
                  <a:pt x="10286039" y="993788"/>
                </a:lnTo>
                <a:lnTo>
                  <a:pt x="9781432" y="993788"/>
                </a:lnTo>
                <a:close/>
                <a:moveTo>
                  <a:pt x="8877431" y="877625"/>
                </a:moveTo>
                <a:lnTo>
                  <a:pt x="9382033" y="877625"/>
                </a:lnTo>
                <a:lnTo>
                  <a:pt x="9382033" y="993788"/>
                </a:lnTo>
                <a:lnTo>
                  <a:pt x="8877431" y="993788"/>
                </a:lnTo>
                <a:close/>
                <a:moveTo>
                  <a:pt x="7678004" y="877625"/>
                </a:moveTo>
                <a:lnTo>
                  <a:pt x="8501703" y="877625"/>
                </a:lnTo>
                <a:lnTo>
                  <a:pt x="8501703" y="993788"/>
                </a:lnTo>
                <a:lnTo>
                  <a:pt x="7726316" y="993788"/>
                </a:lnTo>
                <a:close/>
                <a:moveTo>
                  <a:pt x="7193139" y="877625"/>
                </a:moveTo>
                <a:lnTo>
                  <a:pt x="7648159" y="877625"/>
                </a:lnTo>
                <a:lnTo>
                  <a:pt x="7648159" y="993788"/>
                </a:lnTo>
                <a:lnTo>
                  <a:pt x="7193139" y="993788"/>
                </a:lnTo>
                <a:close/>
                <a:moveTo>
                  <a:pt x="6188669" y="877625"/>
                </a:moveTo>
                <a:lnTo>
                  <a:pt x="7056268" y="877625"/>
                </a:lnTo>
                <a:lnTo>
                  <a:pt x="7056268" y="988326"/>
                </a:lnTo>
                <a:lnTo>
                  <a:pt x="6674501" y="988326"/>
                </a:lnTo>
                <a:lnTo>
                  <a:pt x="6674501" y="993788"/>
                </a:lnTo>
                <a:lnTo>
                  <a:pt x="6188669" y="993788"/>
                </a:lnTo>
                <a:close/>
                <a:moveTo>
                  <a:pt x="5574793" y="877625"/>
                </a:moveTo>
                <a:lnTo>
                  <a:pt x="6073294" y="877625"/>
                </a:lnTo>
                <a:lnTo>
                  <a:pt x="6073294" y="993788"/>
                </a:lnTo>
                <a:lnTo>
                  <a:pt x="5574793" y="993788"/>
                </a:lnTo>
                <a:close/>
                <a:moveTo>
                  <a:pt x="4792811" y="877625"/>
                </a:moveTo>
                <a:lnTo>
                  <a:pt x="5291307" y="877625"/>
                </a:lnTo>
                <a:lnTo>
                  <a:pt x="5291307" y="993788"/>
                </a:lnTo>
                <a:lnTo>
                  <a:pt x="4792811" y="993788"/>
                </a:lnTo>
                <a:close/>
                <a:moveTo>
                  <a:pt x="2285298" y="877625"/>
                </a:moveTo>
                <a:lnTo>
                  <a:pt x="3161500" y="877625"/>
                </a:lnTo>
                <a:lnTo>
                  <a:pt x="3161500" y="988326"/>
                </a:lnTo>
                <a:lnTo>
                  <a:pt x="2771132" y="988326"/>
                </a:lnTo>
                <a:lnTo>
                  <a:pt x="2771132" y="993788"/>
                </a:lnTo>
                <a:lnTo>
                  <a:pt x="2285298" y="993788"/>
                </a:lnTo>
                <a:close/>
                <a:moveTo>
                  <a:pt x="985097" y="877625"/>
                </a:moveTo>
                <a:lnTo>
                  <a:pt x="2107746" y="877625"/>
                </a:lnTo>
                <a:cubicBezTo>
                  <a:pt x="2086278" y="919656"/>
                  <a:pt x="2059665" y="958619"/>
                  <a:pt x="2028664" y="993788"/>
                </a:cubicBezTo>
                <a:lnTo>
                  <a:pt x="985097" y="993788"/>
                </a:lnTo>
                <a:close/>
                <a:moveTo>
                  <a:pt x="0" y="877625"/>
                </a:moveTo>
                <a:lnTo>
                  <a:pt x="877145" y="877625"/>
                </a:lnTo>
                <a:lnTo>
                  <a:pt x="877145" y="993788"/>
                </a:lnTo>
                <a:lnTo>
                  <a:pt x="0" y="993788"/>
                </a:lnTo>
                <a:close/>
                <a:moveTo>
                  <a:pt x="4199211" y="877624"/>
                </a:moveTo>
                <a:lnTo>
                  <a:pt x="4674176" y="877624"/>
                </a:lnTo>
                <a:cubicBezTo>
                  <a:pt x="4674327" y="879591"/>
                  <a:pt x="4674332" y="881557"/>
                  <a:pt x="4674332" y="883528"/>
                </a:cubicBezTo>
                <a:cubicBezTo>
                  <a:pt x="4674332" y="920824"/>
                  <a:pt x="4672822" y="957628"/>
                  <a:pt x="4669465" y="993787"/>
                </a:cubicBezTo>
                <a:lnTo>
                  <a:pt x="4189743" y="993787"/>
                </a:lnTo>
                <a:cubicBezTo>
                  <a:pt x="4195970" y="956882"/>
                  <a:pt x="4199133" y="917914"/>
                  <a:pt x="4199211" y="877624"/>
                </a:cubicBezTo>
                <a:close/>
                <a:moveTo>
                  <a:pt x="3291213" y="877624"/>
                </a:moveTo>
                <a:lnTo>
                  <a:pt x="3766173" y="877624"/>
                </a:lnTo>
                <a:cubicBezTo>
                  <a:pt x="3766256" y="917914"/>
                  <a:pt x="3769415" y="956882"/>
                  <a:pt x="3775650" y="993787"/>
                </a:cubicBezTo>
                <a:lnTo>
                  <a:pt x="3295989" y="993787"/>
                </a:lnTo>
                <a:cubicBezTo>
                  <a:pt x="3292572" y="957632"/>
                  <a:pt x="3291057" y="920824"/>
                  <a:pt x="3291057" y="883528"/>
                </a:cubicBezTo>
                <a:close/>
                <a:moveTo>
                  <a:pt x="10461146" y="710797"/>
                </a:moveTo>
                <a:lnTo>
                  <a:pt x="11109160" y="710797"/>
                </a:lnTo>
                <a:cubicBezTo>
                  <a:pt x="11109161" y="710797"/>
                  <a:pt x="11109161" y="710798"/>
                  <a:pt x="11109162" y="710798"/>
                </a:cubicBezTo>
                <a:lnTo>
                  <a:pt x="11121245" y="710798"/>
                </a:lnTo>
                <a:lnTo>
                  <a:pt x="11122337" y="711693"/>
                </a:lnTo>
                <a:lnTo>
                  <a:pt x="11118350" y="711693"/>
                </a:lnTo>
                <a:cubicBezTo>
                  <a:pt x="11153339" y="736641"/>
                  <a:pt x="11185427" y="765257"/>
                  <a:pt x="11213739" y="797219"/>
                </a:cubicBezTo>
                <a:lnTo>
                  <a:pt x="10517279" y="797218"/>
                </a:lnTo>
                <a:cubicBezTo>
                  <a:pt x="10497025" y="770452"/>
                  <a:pt x="10475239" y="741481"/>
                  <a:pt x="10461146" y="710797"/>
                </a:cubicBezTo>
                <a:close/>
                <a:moveTo>
                  <a:pt x="9781432" y="709293"/>
                </a:moveTo>
                <a:lnTo>
                  <a:pt x="10286039" y="709293"/>
                </a:lnTo>
                <a:lnTo>
                  <a:pt x="10286039" y="795531"/>
                </a:lnTo>
                <a:lnTo>
                  <a:pt x="9781432" y="795531"/>
                </a:lnTo>
                <a:close/>
                <a:moveTo>
                  <a:pt x="8877431" y="709293"/>
                </a:moveTo>
                <a:lnTo>
                  <a:pt x="9382033" y="709293"/>
                </a:lnTo>
                <a:lnTo>
                  <a:pt x="9382033" y="795531"/>
                </a:lnTo>
                <a:lnTo>
                  <a:pt x="8877431" y="795531"/>
                </a:lnTo>
                <a:close/>
                <a:moveTo>
                  <a:pt x="8042875" y="709293"/>
                </a:moveTo>
                <a:lnTo>
                  <a:pt x="8501703" y="709293"/>
                </a:lnTo>
                <a:lnTo>
                  <a:pt x="8501703" y="795531"/>
                </a:lnTo>
                <a:lnTo>
                  <a:pt x="8042875" y="795531"/>
                </a:lnTo>
                <a:close/>
                <a:moveTo>
                  <a:pt x="7193139" y="709293"/>
                </a:moveTo>
                <a:lnTo>
                  <a:pt x="7996240" y="709293"/>
                </a:lnTo>
                <a:lnTo>
                  <a:pt x="8036152" y="795531"/>
                </a:lnTo>
                <a:lnTo>
                  <a:pt x="7193139" y="795531"/>
                </a:lnTo>
                <a:close/>
                <a:moveTo>
                  <a:pt x="6188669" y="709293"/>
                </a:moveTo>
                <a:lnTo>
                  <a:pt x="6674501" y="709293"/>
                </a:lnTo>
                <a:lnTo>
                  <a:pt x="6674501" y="714671"/>
                </a:lnTo>
                <a:lnTo>
                  <a:pt x="7056268" y="714671"/>
                </a:lnTo>
                <a:lnTo>
                  <a:pt x="7056268" y="795531"/>
                </a:lnTo>
                <a:lnTo>
                  <a:pt x="6188669" y="795531"/>
                </a:lnTo>
                <a:close/>
                <a:moveTo>
                  <a:pt x="5574793" y="709293"/>
                </a:moveTo>
                <a:lnTo>
                  <a:pt x="6073294" y="709293"/>
                </a:lnTo>
                <a:lnTo>
                  <a:pt x="6073294" y="795531"/>
                </a:lnTo>
                <a:lnTo>
                  <a:pt x="5574793" y="795531"/>
                </a:lnTo>
                <a:close/>
                <a:moveTo>
                  <a:pt x="4792811" y="709293"/>
                </a:moveTo>
                <a:lnTo>
                  <a:pt x="5291307" y="709293"/>
                </a:lnTo>
                <a:lnTo>
                  <a:pt x="5291307" y="795531"/>
                </a:lnTo>
                <a:lnTo>
                  <a:pt x="4792811" y="795531"/>
                </a:lnTo>
                <a:close/>
                <a:moveTo>
                  <a:pt x="2285298" y="709293"/>
                </a:moveTo>
                <a:lnTo>
                  <a:pt x="2771132" y="709293"/>
                </a:lnTo>
                <a:lnTo>
                  <a:pt x="2771132" y="714671"/>
                </a:lnTo>
                <a:lnTo>
                  <a:pt x="3161500" y="714671"/>
                </a:lnTo>
                <a:lnTo>
                  <a:pt x="3161500" y="795531"/>
                </a:lnTo>
                <a:lnTo>
                  <a:pt x="2285298" y="795531"/>
                </a:lnTo>
                <a:close/>
                <a:moveTo>
                  <a:pt x="1709143" y="709293"/>
                </a:moveTo>
                <a:lnTo>
                  <a:pt x="2169670" y="709293"/>
                </a:lnTo>
                <a:cubicBezTo>
                  <a:pt x="2163895" y="738935"/>
                  <a:pt x="2155552" y="767712"/>
                  <a:pt x="2145130" y="795531"/>
                </a:cubicBezTo>
                <a:lnTo>
                  <a:pt x="1595923" y="795531"/>
                </a:lnTo>
                <a:cubicBezTo>
                  <a:pt x="1642913" y="780533"/>
                  <a:pt x="1682554" y="749578"/>
                  <a:pt x="1709143" y="709293"/>
                </a:cubicBezTo>
                <a:close/>
                <a:moveTo>
                  <a:pt x="985097" y="709293"/>
                </a:moveTo>
                <a:lnTo>
                  <a:pt x="1469893" y="709293"/>
                </a:lnTo>
                <a:lnTo>
                  <a:pt x="1469893" y="795531"/>
                </a:lnTo>
                <a:lnTo>
                  <a:pt x="985097" y="795531"/>
                </a:lnTo>
                <a:close/>
                <a:moveTo>
                  <a:pt x="0" y="709293"/>
                </a:moveTo>
                <a:lnTo>
                  <a:pt x="877145" y="709293"/>
                </a:lnTo>
                <a:lnTo>
                  <a:pt x="877145" y="795531"/>
                </a:lnTo>
                <a:lnTo>
                  <a:pt x="0" y="795531"/>
                </a:lnTo>
                <a:close/>
                <a:moveTo>
                  <a:pt x="4189251" y="709292"/>
                </a:moveTo>
                <a:lnTo>
                  <a:pt x="4662658" y="709292"/>
                </a:lnTo>
                <a:cubicBezTo>
                  <a:pt x="4666812" y="737581"/>
                  <a:pt x="4669621" y="766357"/>
                  <a:pt x="4671191" y="795530"/>
                </a:cubicBezTo>
                <a:lnTo>
                  <a:pt x="4197682" y="795530"/>
                </a:lnTo>
                <a:cubicBezTo>
                  <a:pt x="4197148" y="765777"/>
                  <a:pt x="4194298" y="736917"/>
                  <a:pt x="4189251" y="709292"/>
                </a:cubicBezTo>
                <a:close/>
                <a:moveTo>
                  <a:pt x="3302730" y="709292"/>
                </a:moveTo>
                <a:lnTo>
                  <a:pt x="3776138" y="709292"/>
                </a:lnTo>
                <a:cubicBezTo>
                  <a:pt x="3771091" y="736917"/>
                  <a:pt x="3768241" y="765777"/>
                  <a:pt x="3767701" y="795530"/>
                </a:cubicBezTo>
                <a:lnTo>
                  <a:pt x="3294197" y="795530"/>
                </a:lnTo>
                <a:cubicBezTo>
                  <a:pt x="3295768" y="766357"/>
                  <a:pt x="3298581" y="737581"/>
                  <a:pt x="3302730" y="709292"/>
                </a:cubicBezTo>
                <a:close/>
                <a:moveTo>
                  <a:pt x="10418948" y="565540"/>
                </a:moveTo>
                <a:lnTo>
                  <a:pt x="10949595" y="565540"/>
                </a:lnTo>
                <a:cubicBezTo>
                  <a:pt x="10953670" y="570456"/>
                  <a:pt x="10958769" y="574162"/>
                  <a:pt x="10964075" y="577567"/>
                </a:cubicBezTo>
                <a:lnTo>
                  <a:pt x="11026395" y="628529"/>
                </a:lnTo>
                <a:lnTo>
                  <a:pt x="10434083" y="628529"/>
                </a:lnTo>
                <a:cubicBezTo>
                  <a:pt x="10426940" y="608233"/>
                  <a:pt x="10421851" y="587175"/>
                  <a:pt x="10418948" y="565540"/>
                </a:cubicBezTo>
                <a:close/>
                <a:moveTo>
                  <a:pt x="9781432" y="564344"/>
                </a:moveTo>
                <a:lnTo>
                  <a:pt x="10286039" y="564344"/>
                </a:lnTo>
                <a:lnTo>
                  <a:pt x="10286039" y="627199"/>
                </a:lnTo>
                <a:lnTo>
                  <a:pt x="9781432" y="627199"/>
                </a:lnTo>
                <a:close/>
                <a:moveTo>
                  <a:pt x="8877431" y="564344"/>
                </a:moveTo>
                <a:lnTo>
                  <a:pt x="9382033" y="564344"/>
                </a:lnTo>
                <a:lnTo>
                  <a:pt x="9382033" y="627199"/>
                </a:lnTo>
                <a:lnTo>
                  <a:pt x="8877431" y="627199"/>
                </a:lnTo>
                <a:close/>
                <a:moveTo>
                  <a:pt x="8042875" y="564344"/>
                </a:moveTo>
                <a:lnTo>
                  <a:pt x="8501703" y="564344"/>
                </a:lnTo>
                <a:lnTo>
                  <a:pt x="8501703" y="627199"/>
                </a:lnTo>
                <a:lnTo>
                  <a:pt x="8042875" y="627199"/>
                </a:lnTo>
                <a:close/>
                <a:moveTo>
                  <a:pt x="7193139" y="564344"/>
                </a:moveTo>
                <a:lnTo>
                  <a:pt x="7929154" y="564344"/>
                </a:lnTo>
                <a:lnTo>
                  <a:pt x="7958244" y="627199"/>
                </a:lnTo>
                <a:lnTo>
                  <a:pt x="7193139" y="627199"/>
                </a:lnTo>
                <a:close/>
                <a:moveTo>
                  <a:pt x="6188669" y="564344"/>
                </a:moveTo>
                <a:lnTo>
                  <a:pt x="6674501" y="564344"/>
                </a:lnTo>
                <a:lnTo>
                  <a:pt x="6674501" y="627199"/>
                </a:lnTo>
                <a:lnTo>
                  <a:pt x="6188669" y="627199"/>
                </a:lnTo>
                <a:close/>
                <a:moveTo>
                  <a:pt x="5574793" y="564344"/>
                </a:moveTo>
                <a:lnTo>
                  <a:pt x="6073294" y="564344"/>
                </a:lnTo>
                <a:lnTo>
                  <a:pt x="6073294" y="627199"/>
                </a:lnTo>
                <a:lnTo>
                  <a:pt x="5574793" y="627199"/>
                </a:lnTo>
                <a:close/>
                <a:moveTo>
                  <a:pt x="4792811" y="564344"/>
                </a:moveTo>
                <a:lnTo>
                  <a:pt x="5291307" y="564344"/>
                </a:lnTo>
                <a:lnTo>
                  <a:pt x="5291307" y="627199"/>
                </a:lnTo>
                <a:lnTo>
                  <a:pt x="4792811" y="627199"/>
                </a:lnTo>
                <a:close/>
                <a:moveTo>
                  <a:pt x="2285298" y="564344"/>
                </a:moveTo>
                <a:lnTo>
                  <a:pt x="2771132" y="564344"/>
                </a:lnTo>
                <a:lnTo>
                  <a:pt x="2771132" y="627199"/>
                </a:lnTo>
                <a:lnTo>
                  <a:pt x="2285298" y="627199"/>
                </a:lnTo>
                <a:close/>
                <a:moveTo>
                  <a:pt x="1743635" y="564344"/>
                </a:moveTo>
                <a:lnTo>
                  <a:pt x="2184512" y="564344"/>
                </a:lnTo>
                <a:cubicBezTo>
                  <a:pt x="2184766" y="566886"/>
                  <a:pt x="2184779" y="569428"/>
                  <a:pt x="2184779" y="571975"/>
                </a:cubicBezTo>
                <a:lnTo>
                  <a:pt x="2181588" y="627199"/>
                </a:lnTo>
                <a:lnTo>
                  <a:pt x="1742032" y="627199"/>
                </a:lnTo>
                <a:cubicBezTo>
                  <a:pt x="1744814" y="614498"/>
                  <a:pt x="1746020" y="601328"/>
                  <a:pt x="1746020" y="587881"/>
                </a:cubicBezTo>
                <a:close/>
                <a:moveTo>
                  <a:pt x="985097" y="564344"/>
                </a:moveTo>
                <a:lnTo>
                  <a:pt x="1469893" y="564344"/>
                </a:lnTo>
                <a:lnTo>
                  <a:pt x="1469893" y="627199"/>
                </a:lnTo>
                <a:lnTo>
                  <a:pt x="985097" y="627199"/>
                </a:lnTo>
                <a:close/>
                <a:moveTo>
                  <a:pt x="0" y="564344"/>
                </a:moveTo>
                <a:lnTo>
                  <a:pt x="505721" y="564344"/>
                </a:lnTo>
                <a:lnTo>
                  <a:pt x="505721" y="627199"/>
                </a:lnTo>
                <a:lnTo>
                  <a:pt x="0" y="627199"/>
                </a:lnTo>
                <a:close/>
                <a:moveTo>
                  <a:pt x="4156173" y="564343"/>
                </a:moveTo>
                <a:lnTo>
                  <a:pt x="4635244" y="564343"/>
                </a:lnTo>
                <a:cubicBezTo>
                  <a:pt x="4640872" y="584882"/>
                  <a:pt x="4645555" y="605853"/>
                  <a:pt x="4649285" y="627198"/>
                </a:cubicBezTo>
                <a:lnTo>
                  <a:pt x="4173561" y="627198"/>
                </a:lnTo>
                <a:cubicBezTo>
                  <a:pt x="4169315" y="604960"/>
                  <a:pt x="4163223" y="584012"/>
                  <a:pt x="4156173" y="564343"/>
                </a:cubicBezTo>
                <a:close/>
                <a:moveTo>
                  <a:pt x="3330140" y="564343"/>
                </a:moveTo>
                <a:lnTo>
                  <a:pt x="3809216" y="564343"/>
                </a:lnTo>
                <a:cubicBezTo>
                  <a:pt x="3802169" y="584012"/>
                  <a:pt x="3796073" y="604960"/>
                  <a:pt x="3791828" y="627198"/>
                </a:cubicBezTo>
                <a:lnTo>
                  <a:pt x="3316108" y="627198"/>
                </a:lnTo>
                <a:cubicBezTo>
                  <a:pt x="3319832" y="605853"/>
                  <a:pt x="3324517" y="584882"/>
                  <a:pt x="3330140" y="564343"/>
                </a:cubicBezTo>
                <a:close/>
                <a:moveTo>
                  <a:pt x="11305691" y="441367"/>
                </a:moveTo>
                <a:lnTo>
                  <a:pt x="11306110" y="441367"/>
                </a:lnTo>
                <a:lnTo>
                  <a:pt x="11306110" y="441726"/>
                </a:lnTo>
                <a:close/>
                <a:moveTo>
                  <a:pt x="10419150" y="441367"/>
                </a:moveTo>
                <a:lnTo>
                  <a:pt x="10893359" y="441367"/>
                </a:lnTo>
                <a:cubicBezTo>
                  <a:pt x="10886582" y="455880"/>
                  <a:pt x="10890875" y="469945"/>
                  <a:pt x="10894757" y="483273"/>
                </a:cubicBezTo>
                <a:lnTo>
                  <a:pt x="10419058" y="483273"/>
                </a:lnTo>
                <a:cubicBezTo>
                  <a:pt x="10417969" y="476587"/>
                  <a:pt x="10417854" y="469854"/>
                  <a:pt x="10417854" y="463084"/>
                </a:cubicBezTo>
                <a:close/>
                <a:moveTo>
                  <a:pt x="9781432" y="440432"/>
                </a:moveTo>
                <a:lnTo>
                  <a:pt x="10286039" y="440432"/>
                </a:lnTo>
                <a:lnTo>
                  <a:pt x="10286039" y="482250"/>
                </a:lnTo>
                <a:lnTo>
                  <a:pt x="9781432" y="482250"/>
                </a:lnTo>
                <a:close/>
                <a:moveTo>
                  <a:pt x="8877431" y="440432"/>
                </a:moveTo>
                <a:lnTo>
                  <a:pt x="9382033" y="440432"/>
                </a:lnTo>
                <a:lnTo>
                  <a:pt x="9382033" y="482250"/>
                </a:lnTo>
                <a:lnTo>
                  <a:pt x="8877431" y="482250"/>
                </a:lnTo>
                <a:close/>
                <a:moveTo>
                  <a:pt x="8042875" y="440432"/>
                </a:moveTo>
                <a:lnTo>
                  <a:pt x="8501703" y="440432"/>
                </a:lnTo>
                <a:lnTo>
                  <a:pt x="8501703" y="482250"/>
                </a:lnTo>
                <a:lnTo>
                  <a:pt x="8042875" y="482250"/>
                </a:lnTo>
                <a:close/>
                <a:moveTo>
                  <a:pt x="7193139" y="440432"/>
                </a:moveTo>
                <a:lnTo>
                  <a:pt x="7871807" y="440432"/>
                </a:lnTo>
                <a:lnTo>
                  <a:pt x="7891162" y="482250"/>
                </a:lnTo>
                <a:lnTo>
                  <a:pt x="7193139" y="482250"/>
                </a:lnTo>
                <a:close/>
                <a:moveTo>
                  <a:pt x="6188669" y="440432"/>
                </a:moveTo>
                <a:lnTo>
                  <a:pt x="6674501" y="440432"/>
                </a:lnTo>
                <a:lnTo>
                  <a:pt x="6674501" y="482250"/>
                </a:lnTo>
                <a:lnTo>
                  <a:pt x="6188669" y="482250"/>
                </a:lnTo>
                <a:close/>
                <a:moveTo>
                  <a:pt x="5574793" y="440432"/>
                </a:moveTo>
                <a:lnTo>
                  <a:pt x="6073294" y="440432"/>
                </a:lnTo>
                <a:lnTo>
                  <a:pt x="6073294" y="482250"/>
                </a:lnTo>
                <a:lnTo>
                  <a:pt x="5574793" y="482250"/>
                </a:lnTo>
                <a:close/>
                <a:moveTo>
                  <a:pt x="4792811" y="440432"/>
                </a:moveTo>
                <a:lnTo>
                  <a:pt x="5291307" y="440432"/>
                </a:lnTo>
                <a:lnTo>
                  <a:pt x="5291307" y="482250"/>
                </a:lnTo>
                <a:lnTo>
                  <a:pt x="4792811" y="482250"/>
                </a:lnTo>
                <a:close/>
                <a:moveTo>
                  <a:pt x="2285298" y="440432"/>
                </a:moveTo>
                <a:lnTo>
                  <a:pt x="2771132" y="440432"/>
                </a:lnTo>
                <a:lnTo>
                  <a:pt x="2771132" y="482250"/>
                </a:lnTo>
                <a:lnTo>
                  <a:pt x="2285298" y="482250"/>
                </a:lnTo>
                <a:close/>
                <a:moveTo>
                  <a:pt x="1688066" y="440432"/>
                </a:moveTo>
                <a:lnTo>
                  <a:pt x="2171374" y="440432"/>
                </a:lnTo>
                <a:cubicBezTo>
                  <a:pt x="2174308" y="454201"/>
                  <a:pt x="2176703" y="468150"/>
                  <a:pt x="2178605" y="482250"/>
                </a:cubicBezTo>
                <a:lnTo>
                  <a:pt x="1717768" y="482250"/>
                </a:lnTo>
                <a:cubicBezTo>
                  <a:pt x="1710308" y="466635"/>
                  <a:pt x="1700209" y="452603"/>
                  <a:pt x="1688066" y="440432"/>
                </a:cubicBezTo>
                <a:close/>
                <a:moveTo>
                  <a:pt x="985097" y="440432"/>
                </a:moveTo>
                <a:lnTo>
                  <a:pt x="1469893" y="440432"/>
                </a:lnTo>
                <a:lnTo>
                  <a:pt x="1469893" y="482250"/>
                </a:lnTo>
                <a:lnTo>
                  <a:pt x="985097" y="482250"/>
                </a:lnTo>
                <a:close/>
                <a:moveTo>
                  <a:pt x="0" y="440432"/>
                </a:moveTo>
                <a:lnTo>
                  <a:pt x="505721" y="440432"/>
                </a:lnTo>
                <a:lnTo>
                  <a:pt x="505721" y="482250"/>
                </a:lnTo>
                <a:lnTo>
                  <a:pt x="0" y="482250"/>
                </a:lnTo>
                <a:close/>
                <a:moveTo>
                  <a:pt x="4093268" y="440431"/>
                </a:moveTo>
                <a:lnTo>
                  <a:pt x="4597023" y="440431"/>
                </a:lnTo>
                <a:cubicBezTo>
                  <a:pt x="4602558" y="454039"/>
                  <a:pt x="4607425" y="468006"/>
                  <a:pt x="4611768" y="482249"/>
                </a:cubicBezTo>
                <a:lnTo>
                  <a:pt x="4120709" y="482249"/>
                </a:lnTo>
                <a:cubicBezTo>
                  <a:pt x="4112199" y="466767"/>
                  <a:pt x="4103118" y="452703"/>
                  <a:pt x="4093268" y="440431"/>
                </a:cubicBezTo>
                <a:close/>
                <a:moveTo>
                  <a:pt x="3368371" y="440431"/>
                </a:moveTo>
                <a:lnTo>
                  <a:pt x="3872116" y="440431"/>
                </a:lnTo>
                <a:cubicBezTo>
                  <a:pt x="3862266" y="452703"/>
                  <a:pt x="3853190" y="466767"/>
                  <a:pt x="3844680" y="482249"/>
                </a:cubicBezTo>
                <a:lnTo>
                  <a:pt x="3353616" y="482249"/>
                </a:lnTo>
                <a:cubicBezTo>
                  <a:pt x="3357959" y="468006"/>
                  <a:pt x="3362831" y="454039"/>
                  <a:pt x="3368371" y="440431"/>
                </a:cubicBezTo>
                <a:close/>
                <a:moveTo>
                  <a:pt x="11223979" y="437563"/>
                </a:moveTo>
                <a:lnTo>
                  <a:pt x="11304274" y="437563"/>
                </a:lnTo>
                <a:lnTo>
                  <a:pt x="11304274" y="487440"/>
                </a:lnTo>
                <a:lnTo>
                  <a:pt x="11274504" y="487440"/>
                </a:lnTo>
                <a:close/>
                <a:moveTo>
                  <a:pt x="10437485" y="312620"/>
                </a:moveTo>
                <a:lnTo>
                  <a:pt x="11305204" y="312620"/>
                </a:lnTo>
                <a:lnTo>
                  <a:pt x="11305204" y="323517"/>
                </a:lnTo>
                <a:lnTo>
                  <a:pt x="11306110" y="323517"/>
                </a:lnTo>
                <a:lnTo>
                  <a:pt x="11306110" y="351547"/>
                </a:lnTo>
                <a:lnTo>
                  <a:pt x="11306110" y="359098"/>
                </a:lnTo>
                <a:lnTo>
                  <a:pt x="11305204" y="359098"/>
                </a:lnTo>
                <a:lnTo>
                  <a:pt x="11305204" y="363528"/>
                </a:lnTo>
                <a:lnTo>
                  <a:pt x="10423824" y="363528"/>
                </a:lnTo>
                <a:lnTo>
                  <a:pt x="10429797" y="336441"/>
                </a:lnTo>
                <a:close/>
                <a:moveTo>
                  <a:pt x="9781432" y="312620"/>
                </a:moveTo>
                <a:lnTo>
                  <a:pt x="10286039" y="312620"/>
                </a:lnTo>
                <a:lnTo>
                  <a:pt x="10286039" y="322833"/>
                </a:lnTo>
                <a:lnTo>
                  <a:pt x="10286039" y="358338"/>
                </a:lnTo>
                <a:lnTo>
                  <a:pt x="10286039" y="358339"/>
                </a:lnTo>
                <a:lnTo>
                  <a:pt x="9781432" y="358339"/>
                </a:lnTo>
                <a:lnTo>
                  <a:pt x="9781432" y="358338"/>
                </a:lnTo>
                <a:lnTo>
                  <a:pt x="9781432" y="322833"/>
                </a:lnTo>
                <a:close/>
                <a:moveTo>
                  <a:pt x="8611213" y="312620"/>
                </a:moveTo>
                <a:lnTo>
                  <a:pt x="9666891" y="312620"/>
                </a:lnTo>
                <a:lnTo>
                  <a:pt x="9666891" y="322833"/>
                </a:lnTo>
                <a:lnTo>
                  <a:pt x="9668568" y="322833"/>
                </a:lnTo>
                <a:lnTo>
                  <a:pt x="9668568" y="358338"/>
                </a:lnTo>
                <a:lnTo>
                  <a:pt x="9666891" y="358338"/>
                </a:lnTo>
                <a:lnTo>
                  <a:pt x="9666891" y="358339"/>
                </a:lnTo>
                <a:lnTo>
                  <a:pt x="8611213" y="358339"/>
                </a:lnTo>
                <a:close/>
                <a:moveTo>
                  <a:pt x="8037009" y="312620"/>
                </a:moveTo>
                <a:lnTo>
                  <a:pt x="8500026" y="312620"/>
                </a:lnTo>
                <a:lnTo>
                  <a:pt x="8500026" y="322833"/>
                </a:lnTo>
                <a:lnTo>
                  <a:pt x="8501703" y="322833"/>
                </a:lnTo>
                <a:lnTo>
                  <a:pt x="8501703" y="358338"/>
                </a:lnTo>
                <a:lnTo>
                  <a:pt x="8500026" y="358338"/>
                </a:lnTo>
                <a:lnTo>
                  <a:pt x="8500026" y="358339"/>
                </a:lnTo>
                <a:lnTo>
                  <a:pt x="8037009" y="358339"/>
                </a:lnTo>
                <a:close/>
                <a:moveTo>
                  <a:pt x="7193139" y="312620"/>
                </a:moveTo>
                <a:lnTo>
                  <a:pt x="7812777" y="312620"/>
                </a:lnTo>
                <a:lnTo>
                  <a:pt x="7833342" y="357178"/>
                </a:lnTo>
                <a:lnTo>
                  <a:pt x="7833342" y="357314"/>
                </a:lnTo>
                <a:lnTo>
                  <a:pt x="7833816" y="358338"/>
                </a:lnTo>
                <a:lnTo>
                  <a:pt x="7833342" y="358338"/>
                </a:lnTo>
                <a:lnTo>
                  <a:pt x="7833342" y="358339"/>
                </a:lnTo>
                <a:lnTo>
                  <a:pt x="7193139" y="358339"/>
                </a:lnTo>
                <a:lnTo>
                  <a:pt x="7193139" y="358338"/>
                </a:lnTo>
                <a:lnTo>
                  <a:pt x="7193139" y="322833"/>
                </a:lnTo>
                <a:close/>
                <a:moveTo>
                  <a:pt x="6184479" y="312620"/>
                </a:moveTo>
                <a:lnTo>
                  <a:pt x="7080274" y="312620"/>
                </a:lnTo>
                <a:lnTo>
                  <a:pt x="7080274" y="322833"/>
                </a:lnTo>
                <a:lnTo>
                  <a:pt x="7080275" y="322833"/>
                </a:lnTo>
                <a:lnTo>
                  <a:pt x="7080275" y="358338"/>
                </a:lnTo>
                <a:lnTo>
                  <a:pt x="7080274" y="358338"/>
                </a:lnTo>
                <a:lnTo>
                  <a:pt x="7080274" y="358339"/>
                </a:lnTo>
                <a:lnTo>
                  <a:pt x="6184479" y="358339"/>
                </a:lnTo>
                <a:close/>
                <a:moveTo>
                  <a:pt x="5574793" y="312620"/>
                </a:moveTo>
                <a:lnTo>
                  <a:pt x="6073294" y="312620"/>
                </a:lnTo>
                <a:lnTo>
                  <a:pt x="6073294" y="322833"/>
                </a:lnTo>
                <a:lnTo>
                  <a:pt x="6073294" y="358338"/>
                </a:lnTo>
                <a:lnTo>
                  <a:pt x="6073294" y="358339"/>
                </a:lnTo>
                <a:lnTo>
                  <a:pt x="5574793" y="358339"/>
                </a:lnTo>
                <a:lnTo>
                  <a:pt x="5574793" y="358338"/>
                </a:lnTo>
                <a:lnTo>
                  <a:pt x="5574793" y="322833"/>
                </a:lnTo>
                <a:close/>
                <a:moveTo>
                  <a:pt x="4792811" y="312620"/>
                </a:moveTo>
                <a:lnTo>
                  <a:pt x="5291307" y="312620"/>
                </a:lnTo>
                <a:lnTo>
                  <a:pt x="5291307" y="322833"/>
                </a:lnTo>
                <a:lnTo>
                  <a:pt x="5291307" y="358338"/>
                </a:lnTo>
                <a:lnTo>
                  <a:pt x="5291307" y="358339"/>
                </a:lnTo>
                <a:lnTo>
                  <a:pt x="4792811" y="358339"/>
                </a:lnTo>
                <a:lnTo>
                  <a:pt x="4792811" y="358338"/>
                </a:lnTo>
                <a:lnTo>
                  <a:pt x="4792811" y="322833"/>
                </a:lnTo>
                <a:close/>
                <a:moveTo>
                  <a:pt x="2285298" y="312620"/>
                </a:moveTo>
                <a:lnTo>
                  <a:pt x="3183254" y="312620"/>
                </a:lnTo>
                <a:lnTo>
                  <a:pt x="3183254" y="322833"/>
                </a:lnTo>
                <a:lnTo>
                  <a:pt x="3183254" y="358338"/>
                </a:lnTo>
                <a:lnTo>
                  <a:pt x="3183254" y="358339"/>
                </a:lnTo>
                <a:lnTo>
                  <a:pt x="2285298" y="358339"/>
                </a:lnTo>
                <a:lnTo>
                  <a:pt x="2285298" y="358338"/>
                </a:lnTo>
                <a:lnTo>
                  <a:pt x="2285298" y="322833"/>
                </a:lnTo>
                <a:close/>
                <a:moveTo>
                  <a:pt x="985097" y="312620"/>
                </a:moveTo>
                <a:lnTo>
                  <a:pt x="2135110" y="312620"/>
                </a:lnTo>
                <a:lnTo>
                  <a:pt x="2148730" y="358335"/>
                </a:lnTo>
                <a:lnTo>
                  <a:pt x="2148731" y="358338"/>
                </a:lnTo>
                <a:lnTo>
                  <a:pt x="2148731" y="358339"/>
                </a:lnTo>
                <a:lnTo>
                  <a:pt x="985097" y="358339"/>
                </a:lnTo>
                <a:lnTo>
                  <a:pt x="985097" y="358338"/>
                </a:lnTo>
                <a:lnTo>
                  <a:pt x="985097" y="322833"/>
                </a:lnTo>
                <a:close/>
                <a:moveTo>
                  <a:pt x="0" y="312620"/>
                </a:moveTo>
                <a:lnTo>
                  <a:pt x="877145" y="312620"/>
                </a:lnTo>
                <a:lnTo>
                  <a:pt x="877145" y="322833"/>
                </a:lnTo>
                <a:lnTo>
                  <a:pt x="877145" y="358338"/>
                </a:lnTo>
                <a:lnTo>
                  <a:pt x="877145" y="358339"/>
                </a:lnTo>
                <a:lnTo>
                  <a:pt x="0" y="358339"/>
                </a:lnTo>
                <a:lnTo>
                  <a:pt x="0" y="358338"/>
                </a:lnTo>
                <a:lnTo>
                  <a:pt x="0" y="322833"/>
                </a:lnTo>
                <a:close/>
                <a:moveTo>
                  <a:pt x="3426524" y="311140"/>
                </a:moveTo>
                <a:lnTo>
                  <a:pt x="4541246" y="311140"/>
                </a:lnTo>
                <a:lnTo>
                  <a:pt x="4565836" y="363528"/>
                </a:lnTo>
                <a:lnTo>
                  <a:pt x="3720591" y="363528"/>
                </a:lnTo>
                <a:lnTo>
                  <a:pt x="3720591" y="361147"/>
                </a:lnTo>
                <a:lnTo>
                  <a:pt x="3403052" y="361147"/>
                </a:lnTo>
                <a:close/>
                <a:moveTo>
                  <a:pt x="10479636" y="204267"/>
                </a:moveTo>
                <a:lnTo>
                  <a:pt x="10671926" y="204267"/>
                </a:lnTo>
                <a:lnTo>
                  <a:pt x="11306110" y="204267"/>
                </a:lnTo>
                <a:lnTo>
                  <a:pt x="11306110" y="241250"/>
                </a:lnTo>
                <a:lnTo>
                  <a:pt x="10671926" y="241250"/>
                </a:lnTo>
                <a:lnTo>
                  <a:pt x="10463420" y="241250"/>
                </a:lnTo>
                <a:close/>
                <a:moveTo>
                  <a:pt x="9781432" y="203834"/>
                </a:moveTo>
                <a:lnTo>
                  <a:pt x="10286039" y="203834"/>
                </a:lnTo>
                <a:lnTo>
                  <a:pt x="10286039" y="240739"/>
                </a:lnTo>
                <a:lnTo>
                  <a:pt x="9781432" y="240739"/>
                </a:lnTo>
                <a:close/>
                <a:moveTo>
                  <a:pt x="8612890" y="203834"/>
                </a:moveTo>
                <a:lnTo>
                  <a:pt x="9668568" y="203834"/>
                </a:lnTo>
                <a:lnTo>
                  <a:pt x="9668568" y="240739"/>
                </a:lnTo>
                <a:lnTo>
                  <a:pt x="8612890" y="240739"/>
                </a:lnTo>
                <a:close/>
                <a:moveTo>
                  <a:pt x="8042875" y="203834"/>
                </a:moveTo>
                <a:lnTo>
                  <a:pt x="8501703" y="203834"/>
                </a:lnTo>
                <a:lnTo>
                  <a:pt x="8501703" y="240739"/>
                </a:lnTo>
                <a:lnTo>
                  <a:pt x="8042875" y="240739"/>
                </a:lnTo>
                <a:close/>
                <a:moveTo>
                  <a:pt x="7193139" y="203834"/>
                </a:moveTo>
                <a:lnTo>
                  <a:pt x="7762309" y="203834"/>
                </a:lnTo>
                <a:lnTo>
                  <a:pt x="7779389" y="240739"/>
                </a:lnTo>
                <a:lnTo>
                  <a:pt x="7193139" y="240739"/>
                </a:lnTo>
                <a:close/>
                <a:moveTo>
                  <a:pt x="6188669" y="203834"/>
                </a:moveTo>
                <a:lnTo>
                  <a:pt x="7080275" y="203834"/>
                </a:lnTo>
                <a:lnTo>
                  <a:pt x="7080275" y="240739"/>
                </a:lnTo>
                <a:lnTo>
                  <a:pt x="6188669" y="240739"/>
                </a:lnTo>
                <a:close/>
                <a:moveTo>
                  <a:pt x="5574793" y="203834"/>
                </a:moveTo>
                <a:lnTo>
                  <a:pt x="6073294" y="203834"/>
                </a:lnTo>
                <a:lnTo>
                  <a:pt x="6073294" y="240739"/>
                </a:lnTo>
                <a:lnTo>
                  <a:pt x="5574793" y="240739"/>
                </a:lnTo>
                <a:close/>
                <a:moveTo>
                  <a:pt x="4792811" y="203834"/>
                </a:moveTo>
                <a:lnTo>
                  <a:pt x="5291307" y="203834"/>
                </a:lnTo>
                <a:lnTo>
                  <a:pt x="5291307" y="240739"/>
                </a:lnTo>
                <a:lnTo>
                  <a:pt x="4792811" y="240739"/>
                </a:lnTo>
                <a:close/>
                <a:moveTo>
                  <a:pt x="2285298" y="203834"/>
                </a:moveTo>
                <a:lnTo>
                  <a:pt x="3183254" y="203834"/>
                </a:lnTo>
                <a:lnTo>
                  <a:pt x="3183254" y="240739"/>
                </a:lnTo>
                <a:lnTo>
                  <a:pt x="2285298" y="240739"/>
                </a:lnTo>
                <a:close/>
                <a:moveTo>
                  <a:pt x="985097" y="203834"/>
                </a:moveTo>
                <a:lnTo>
                  <a:pt x="2069184" y="203834"/>
                </a:lnTo>
                <a:cubicBezTo>
                  <a:pt x="2078730" y="215259"/>
                  <a:pt x="2086715" y="227762"/>
                  <a:pt x="2093941" y="240739"/>
                </a:cubicBezTo>
                <a:lnTo>
                  <a:pt x="985097" y="240739"/>
                </a:lnTo>
                <a:close/>
                <a:moveTo>
                  <a:pt x="0" y="203834"/>
                </a:moveTo>
                <a:lnTo>
                  <a:pt x="877145" y="203834"/>
                </a:lnTo>
                <a:lnTo>
                  <a:pt x="877145" y="240739"/>
                </a:lnTo>
                <a:lnTo>
                  <a:pt x="0" y="240739"/>
                </a:lnTo>
                <a:close/>
                <a:moveTo>
                  <a:pt x="3491565" y="203833"/>
                </a:moveTo>
                <a:lnTo>
                  <a:pt x="4473824" y="203833"/>
                </a:lnTo>
                <a:cubicBezTo>
                  <a:pt x="4482698" y="215677"/>
                  <a:pt x="4491028" y="228051"/>
                  <a:pt x="4499119" y="240738"/>
                </a:cubicBezTo>
                <a:lnTo>
                  <a:pt x="3466269" y="240738"/>
                </a:lnTo>
                <a:cubicBezTo>
                  <a:pt x="3474361" y="228051"/>
                  <a:pt x="3482694" y="215677"/>
                  <a:pt x="3491565" y="203833"/>
                </a:cubicBezTo>
                <a:close/>
                <a:moveTo>
                  <a:pt x="10550205" y="96959"/>
                </a:moveTo>
                <a:lnTo>
                  <a:pt x="10671926" y="96959"/>
                </a:lnTo>
                <a:lnTo>
                  <a:pt x="11306110" y="96959"/>
                </a:lnTo>
                <a:lnTo>
                  <a:pt x="11306110" y="121993"/>
                </a:lnTo>
                <a:lnTo>
                  <a:pt x="10671926" y="121993"/>
                </a:lnTo>
                <a:lnTo>
                  <a:pt x="10531544" y="121993"/>
                </a:lnTo>
                <a:close/>
                <a:moveTo>
                  <a:pt x="9781432" y="96753"/>
                </a:moveTo>
                <a:lnTo>
                  <a:pt x="10286039" y="96753"/>
                </a:lnTo>
                <a:lnTo>
                  <a:pt x="10286039" y="121735"/>
                </a:lnTo>
                <a:lnTo>
                  <a:pt x="9781432" y="121735"/>
                </a:lnTo>
                <a:close/>
                <a:moveTo>
                  <a:pt x="8612890" y="96753"/>
                </a:moveTo>
                <a:lnTo>
                  <a:pt x="9668568" y="96753"/>
                </a:lnTo>
                <a:lnTo>
                  <a:pt x="9668568" y="121735"/>
                </a:lnTo>
                <a:lnTo>
                  <a:pt x="8612890" y="121735"/>
                </a:lnTo>
                <a:close/>
                <a:moveTo>
                  <a:pt x="8042875" y="96753"/>
                </a:moveTo>
                <a:lnTo>
                  <a:pt x="8501703" y="96753"/>
                </a:lnTo>
                <a:lnTo>
                  <a:pt x="8501703" y="121735"/>
                </a:lnTo>
                <a:lnTo>
                  <a:pt x="8042875" y="121735"/>
                </a:lnTo>
                <a:close/>
                <a:moveTo>
                  <a:pt x="7193139" y="96753"/>
                </a:moveTo>
                <a:lnTo>
                  <a:pt x="7712749" y="96753"/>
                </a:lnTo>
                <a:lnTo>
                  <a:pt x="7724312" y="121735"/>
                </a:lnTo>
                <a:lnTo>
                  <a:pt x="7193139" y="121735"/>
                </a:lnTo>
                <a:close/>
                <a:moveTo>
                  <a:pt x="6188669" y="96753"/>
                </a:moveTo>
                <a:lnTo>
                  <a:pt x="7080275" y="96753"/>
                </a:lnTo>
                <a:lnTo>
                  <a:pt x="7080275" y="121735"/>
                </a:lnTo>
                <a:lnTo>
                  <a:pt x="6188669" y="121735"/>
                </a:lnTo>
                <a:close/>
                <a:moveTo>
                  <a:pt x="5574793" y="96753"/>
                </a:moveTo>
                <a:lnTo>
                  <a:pt x="6073294" y="96753"/>
                </a:lnTo>
                <a:lnTo>
                  <a:pt x="6073294" y="121735"/>
                </a:lnTo>
                <a:lnTo>
                  <a:pt x="5574793" y="121735"/>
                </a:lnTo>
                <a:close/>
                <a:moveTo>
                  <a:pt x="4792811" y="96753"/>
                </a:moveTo>
                <a:lnTo>
                  <a:pt x="5291307" y="96753"/>
                </a:lnTo>
                <a:lnTo>
                  <a:pt x="5291307" y="121735"/>
                </a:lnTo>
                <a:lnTo>
                  <a:pt x="4792811" y="121735"/>
                </a:lnTo>
                <a:close/>
                <a:moveTo>
                  <a:pt x="2285298" y="96753"/>
                </a:moveTo>
                <a:lnTo>
                  <a:pt x="3183254" y="96753"/>
                </a:lnTo>
                <a:lnTo>
                  <a:pt x="3183254" y="121735"/>
                </a:lnTo>
                <a:lnTo>
                  <a:pt x="2285298" y="121735"/>
                </a:lnTo>
                <a:close/>
                <a:moveTo>
                  <a:pt x="985097" y="96753"/>
                </a:moveTo>
                <a:lnTo>
                  <a:pt x="1978552" y="96753"/>
                </a:lnTo>
                <a:cubicBezTo>
                  <a:pt x="1987269" y="104388"/>
                  <a:pt x="1995490" y="112539"/>
                  <a:pt x="2002599" y="121735"/>
                </a:cubicBezTo>
                <a:lnTo>
                  <a:pt x="985097" y="121735"/>
                </a:lnTo>
                <a:close/>
                <a:moveTo>
                  <a:pt x="0" y="96753"/>
                </a:moveTo>
                <a:lnTo>
                  <a:pt x="877145" y="96753"/>
                </a:lnTo>
                <a:lnTo>
                  <a:pt x="877145" y="121735"/>
                </a:lnTo>
                <a:lnTo>
                  <a:pt x="0" y="121735"/>
                </a:lnTo>
                <a:close/>
                <a:moveTo>
                  <a:pt x="3581580" y="96752"/>
                </a:moveTo>
                <a:lnTo>
                  <a:pt x="4383809" y="96752"/>
                </a:lnTo>
                <a:cubicBezTo>
                  <a:pt x="4392080" y="104604"/>
                  <a:pt x="4400028" y="112884"/>
                  <a:pt x="4407456" y="121734"/>
                </a:cubicBezTo>
                <a:lnTo>
                  <a:pt x="3557933" y="121734"/>
                </a:lnTo>
                <a:cubicBezTo>
                  <a:pt x="3565365" y="112884"/>
                  <a:pt x="3573309" y="104604"/>
                  <a:pt x="3581580" y="96752"/>
                </a:cubicBezTo>
                <a:close/>
                <a:moveTo>
                  <a:pt x="10683999" y="1"/>
                </a:moveTo>
                <a:lnTo>
                  <a:pt x="10743787" y="1"/>
                </a:lnTo>
                <a:cubicBezTo>
                  <a:pt x="10762889" y="1"/>
                  <a:pt x="10781796" y="856"/>
                  <a:pt x="10800434" y="2849"/>
                </a:cubicBezTo>
                <a:lnTo>
                  <a:pt x="10800434" y="1"/>
                </a:lnTo>
                <a:lnTo>
                  <a:pt x="11306110" y="1"/>
                </a:lnTo>
                <a:lnTo>
                  <a:pt x="11306110" y="14690"/>
                </a:lnTo>
                <a:lnTo>
                  <a:pt x="10671926" y="14690"/>
                </a:lnTo>
                <a:lnTo>
                  <a:pt x="10634292" y="14690"/>
                </a:lnTo>
                <a:cubicBezTo>
                  <a:pt x="10638035" y="10809"/>
                  <a:pt x="10642253" y="7500"/>
                  <a:pt x="10646512" y="4251"/>
                </a:cubicBezTo>
                <a:lnTo>
                  <a:pt x="10646512" y="2687"/>
                </a:lnTo>
                <a:lnTo>
                  <a:pt x="10671926" y="1221"/>
                </a:lnTo>
                <a:lnTo>
                  <a:pt x="10671926" y="697"/>
                </a:lnTo>
                <a:close/>
                <a:moveTo>
                  <a:pt x="9781432" y="1"/>
                </a:moveTo>
                <a:lnTo>
                  <a:pt x="10286039" y="1"/>
                </a:lnTo>
                <a:lnTo>
                  <a:pt x="10286039" y="14659"/>
                </a:lnTo>
                <a:lnTo>
                  <a:pt x="9781432" y="14659"/>
                </a:lnTo>
                <a:close/>
                <a:moveTo>
                  <a:pt x="8612890" y="1"/>
                </a:moveTo>
                <a:lnTo>
                  <a:pt x="9668568" y="1"/>
                </a:lnTo>
                <a:lnTo>
                  <a:pt x="9668568" y="14659"/>
                </a:lnTo>
                <a:lnTo>
                  <a:pt x="8612890" y="14659"/>
                </a:lnTo>
                <a:close/>
                <a:moveTo>
                  <a:pt x="8042875" y="1"/>
                </a:moveTo>
                <a:lnTo>
                  <a:pt x="8501703" y="1"/>
                </a:lnTo>
                <a:lnTo>
                  <a:pt x="8501703" y="14659"/>
                </a:lnTo>
                <a:lnTo>
                  <a:pt x="8042875" y="14659"/>
                </a:lnTo>
                <a:close/>
                <a:moveTo>
                  <a:pt x="7193139" y="1"/>
                </a:moveTo>
                <a:lnTo>
                  <a:pt x="7667970" y="1"/>
                </a:lnTo>
                <a:lnTo>
                  <a:pt x="7674758" y="14659"/>
                </a:lnTo>
                <a:lnTo>
                  <a:pt x="7193139" y="14659"/>
                </a:lnTo>
                <a:close/>
                <a:moveTo>
                  <a:pt x="6188669" y="1"/>
                </a:moveTo>
                <a:lnTo>
                  <a:pt x="7080275" y="1"/>
                </a:lnTo>
                <a:lnTo>
                  <a:pt x="7080275" y="14659"/>
                </a:lnTo>
                <a:lnTo>
                  <a:pt x="6188669" y="14659"/>
                </a:lnTo>
                <a:close/>
                <a:moveTo>
                  <a:pt x="5574793" y="1"/>
                </a:moveTo>
                <a:lnTo>
                  <a:pt x="6073294" y="1"/>
                </a:lnTo>
                <a:lnTo>
                  <a:pt x="6073294" y="14659"/>
                </a:lnTo>
                <a:lnTo>
                  <a:pt x="5574793" y="14659"/>
                </a:lnTo>
                <a:close/>
                <a:moveTo>
                  <a:pt x="4792811" y="1"/>
                </a:moveTo>
                <a:lnTo>
                  <a:pt x="5291307" y="1"/>
                </a:lnTo>
                <a:lnTo>
                  <a:pt x="5291307" y="14659"/>
                </a:lnTo>
                <a:lnTo>
                  <a:pt x="4792811" y="14659"/>
                </a:lnTo>
                <a:close/>
                <a:moveTo>
                  <a:pt x="2285298" y="1"/>
                </a:moveTo>
                <a:lnTo>
                  <a:pt x="3183254" y="1"/>
                </a:lnTo>
                <a:lnTo>
                  <a:pt x="3183254" y="14659"/>
                </a:lnTo>
                <a:lnTo>
                  <a:pt x="2285298" y="14659"/>
                </a:lnTo>
                <a:close/>
                <a:moveTo>
                  <a:pt x="985097" y="1"/>
                </a:moveTo>
                <a:lnTo>
                  <a:pt x="1846470" y="1"/>
                </a:lnTo>
                <a:lnTo>
                  <a:pt x="1869376" y="14659"/>
                </a:lnTo>
                <a:lnTo>
                  <a:pt x="985097" y="14659"/>
                </a:lnTo>
                <a:close/>
                <a:moveTo>
                  <a:pt x="0" y="1"/>
                </a:moveTo>
                <a:lnTo>
                  <a:pt x="877145" y="1"/>
                </a:lnTo>
                <a:lnTo>
                  <a:pt x="877145" y="14659"/>
                </a:lnTo>
                <a:lnTo>
                  <a:pt x="0" y="14659"/>
                </a:lnTo>
                <a:close/>
                <a:moveTo>
                  <a:pt x="3702830" y="0"/>
                </a:moveTo>
                <a:lnTo>
                  <a:pt x="4262563" y="0"/>
                </a:lnTo>
                <a:lnTo>
                  <a:pt x="4284257" y="14658"/>
                </a:lnTo>
                <a:lnTo>
                  <a:pt x="3681132" y="14658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tIns="90000" bIns="90000" rtlCol="0" anchor="t" anchorCtr="0">
            <a:no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endParaRPr lang="en-GB" sz="1800" noProof="0" dirty="0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33540569"/>
      </p:ext>
    </p:extLst>
  </p:cSld>
  <p:clrMapOvr>
    <a:masterClrMapping/>
  </p:clrMapOvr>
  <p:transition spd="slow">
    <p:fade/>
  </p:transition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Q&amp;A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86A50324-4E28-4F78-8BC6-D22DE491931C}"/>
              </a:ext>
            </a:extLst>
          </p:cNvPr>
          <p:cNvSpPr/>
          <p:nvPr userDrawn="1"/>
        </p:nvSpPr>
        <p:spPr>
          <a:xfrm>
            <a:off x="0" y="0"/>
            <a:ext cx="5391149" cy="5143500"/>
          </a:xfrm>
          <a:prstGeom prst="rect">
            <a:avLst/>
          </a:prstGeom>
          <a:blipFill>
            <a:blip r:embed="rId2"/>
            <a:srcRect/>
            <a:stretch>
              <a:fillRect l="-14034" r="-29134"/>
            </a:stretch>
          </a:blip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 fontAlgn="auto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</a:pPr>
            <a:endParaRPr lang="en-GB" sz="1400">
              <a:solidFill>
                <a:schemeClr val="bg1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EB35EBC0-204A-47EE-AF7D-5113F938B3A5}"/>
              </a:ext>
            </a:extLst>
          </p:cNvPr>
          <p:cNvSpPr txBox="1"/>
          <p:nvPr userDrawn="1"/>
        </p:nvSpPr>
        <p:spPr>
          <a:xfrm>
            <a:off x="0" y="5228834"/>
            <a:ext cx="4889500" cy="18466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600" dirty="0">
                <a:solidFill>
                  <a:schemeClr val="accent1"/>
                </a:solidFill>
              </a:rPr>
              <a:t>Free picture: https://unsplash.com/photos/SjN3x8aqe-w</a:t>
            </a:r>
          </a:p>
        </p:txBody>
      </p:sp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5907111" y="1602178"/>
            <a:ext cx="2686906" cy="1939144"/>
          </a:xfrm>
          <a:noFill/>
        </p:spPr>
        <p:txBody>
          <a:bodyPr bIns="0" anchor="ctr"/>
          <a:lstStyle>
            <a:lvl1pPr algn="l">
              <a:defRPr sz="2400">
                <a:solidFill>
                  <a:schemeClr val="tx1"/>
                </a:solidFill>
              </a:defRPr>
            </a:lvl1pPr>
          </a:lstStyle>
          <a:p>
            <a:r>
              <a:rPr lang="en-GB" noProof="0" dirty="0"/>
              <a:t>Title / key message of the slide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A79F30F7-1B05-4830-8709-70F5BC70CA06}"/>
              </a:ext>
            </a:extLst>
          </p:cNvPr>
          <p:cNvGrpSpPr/>
          <p:nvPr userDrawn="1"/>
        </p:nvGrpSpPr>
        <p:grpSpPr>
          <a:xfrm>
            <a:off x="107786" y="4899311"/>
            <a:ext cx="1837165" cy="122666"/>
            <a:chOff x="107786" y="4899311"/>
            <a:chExt cx="1837165" cy="122666"/>
          </a:xfrm>
        </p:grpSpPr>
        <p:sp>
          <p:nvSpPr>
            <p:cNvPr id="7" name="FRQ_Pagenumber">
              <a:extLst>
                <a:ext uri="{FF2B5EF4-FFF2-40B4-BE49-F238E27FC236}">
                  <a16:creationId xmlns:a16="http://schemas.microsoft.com/office/drawing/2014/main" id="{88593666-4A94-4684-BD38-6F8D03A1DF9C}"/>
                </a:ext>
              </a:extLst>
            </p:cNvPr>
            <p:cNvSpPr txBox="1">
              <a:spLocks/>
            </p:cNvSpPr>
            <p:nvPr/>
          </p:nvSpPr>
          <p:spPr>
            <a:xfrm>
              <a:off x="107786" y="4913306"/>
              <a:ext cx="215742" cy="108671"/>
            </a:xfrm>
            <a:prstGeom prst="rect">
              <a:avLst/>
            </a:prstGeom>
          </p:spPr>
          <p:txBody>
            <a:bodyPr lIns="0" tIns="0" rIns="0" bIns="0" anchor="t"/>
            <a:lstStyle>
              <a:defPPr>
                <a:defRPr lang="en-US"/>
              </a:defPPr>
              <a:lvl1pPr algn="r" defTabSz="457200" fontAlgn="base">
                <a:spcBef>
                  <a:spcPct val="0"/>
                </a:spcBef>
                <a:spcAft>
                  <a:spcPct val="0"/>
                </a:spcAft>
                <a:defRPr sz="800">
                  <a:solidFill>
                    <a:srgbClr val="9FA0A3"/>
                  </a:solidFill>
                </a:defRPr>
              </a:lvl1pPr>
            </a:lstStyle>
            <a:p>
              <a:pPr lvl="0"/>
              <a:fld id="{71245D3D-131A-47D1-B100-B33219007AD2}" type="slidenum">
                <a:rPr lang="en-GB" sz="700" b="0" smtClean="0">
                  <a:solidFill>
                    <a:schemeClr val="bg1"/>
                  </a:solidFill>
                </a:rPr>
                <a:pPr lvl="0"/>
                <a:t>‹#›</a:t>
              </a:fld>
              <a:endParaRPr lang="en-GB" sz="700" b="0" dirty="0">
                <a:solidFill>
                  <a:schemeClr val="bg1"/>
                </a:solidFill>
              </a:endParaRPr>
            </a:p>
          </p:txBody>
        </p:sp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B86D57F6-24E2-4187-9550-245059A66FE1}"/>
                </a:ext>
              </a:extLst>
            </p:cNvPr>
            <p:cNvGrpSpPr/>
            <p:nvPr/>
          </p:nvGrpSpPr>
          <p:grpSpPr>
            <a:xfrm>
              <a:off x="374719" y="4899311"/>
              <a:ext cx="1570232" cy="122666"/>
              <a:chOff x="374719" y="4899311"/>
              <a:chExt cx="1570232" cy="122666"/>
            </a:xfrm>
          </p:grpSpPr>
          <p:sp>
            <p:nvSpPr>
              <p:cNvPr id="9" name="FRQ_Filename">
                <a:extLst>
                  <a:ext uri="{FF2B5EF4-FFF2-40B4-BE49-F238E27FC236}">
                    <a16:creationId xmlns:a16="http://schemas.microsoft.com/office/drawing/2014/main" id="{59683460-2AE0-4163-A3EA-F295B8C9F918}"/>
                  </a:ext>
                </a:extLst>
              </p:cNvPr>
              <p:cNvSpPr txBox="1"/>
              <p:nvPr userDrawn="1"/>
            </p:nvSpPr>
            <p:spPr bwMode="ltGray">
              <a:xfrm>
                <a:off x="468064" y="4913306"/>
                <a:ext cx="1476887" cy="108671"/>
              </a:xfrm>
              <a:prstGeom prst="rect">
                <a:avLst/>
              </a:prstGeom>
              <a:ln>
                <a:noFill/>
              </a:ln>
            </p:spPr>
            <p:txBody>
              <a:bodyPr wrap="none" lIns="0" tIns="0" rIns="0" bIns="0" anchor="t"/>
              <a:lstStyle>
                <a:defPPr>
                  <a:defRPr lang="en-US"/>
                </a:defPPr>
                <a:lvl1pPr lvl="0" defTabSz="457200" fontAlgn="base">
                  <a:spcBef>
                    <a:spcPct val="0"/>
                  </a:spcBef>
                  <a:spcAft>
                    <a:spcPct val="0"/>
                  </a:spcAft>
                  <a:defRPr sz="800">
                    <a:solidFill>
                      <a:srgbClr val="9FA0A3"/>
                    </a:solidFill>
                    <a:cs typeface="Nirmala UI" panose="020B0502040204020203" pitchFamily="34" charset="0"/>
                  </a:defRPr>
                </a:lvl1pPr>
              </a:lstStyle>
              <a:p>
                <a:pPr lvl="0"/>
                <a:r>
                  <a:rPr lang="en-GB" sz="700" b="0" baseline="0" noProof="0" dirty="0">
                    <a:solidFill>
                      <a:schemeClr val="bg1"/>
                    </a:solidFill>
                  </a:rPr>
                  <a:t>Developer Days 2021</a:t>
                </a:r>
                <a:endParaRPr lang="en-GB" sz="700" b="0" noProof="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0" name="FRQ_Divider">
                <a:extLst>
                  <a:ext uri="{FF2B5EF4-FFF2-40B4-BE49-F238E27FC236}">
                    <a16:creationId xmlns:a16="http://schemas.microsoft.com/office/drawing/2014/main" id="{AF54E247-8293-4A8F-A56B-1459B3EA457A}"/>
                  </a:ext>
                </a:extLst>
              </p:cNvPr>
              <p:cNvSpPr/>
              <p:nvPr userDrawn="1"/>
            </p:nvSpPr>
            <p:spPr>
              <a:xfrm>
                <a:off x="374719" y="4899311"/>
                <a:ext cx="105958" cy="108671"/>
              </a:xfrm>
              <a:prstGeom prst="rect">
                <a:avLst/>
              </a:prstGeom>
              <a:ln>
                <a:noFill/>
              </a:ln>
            </p:spPr>
            <p:txBody>
              <a:bodyPr wrap="none" lIns="0" tIns="0" rIns="0" bIns="0" anchor="t"/>
              <a:lstStyle/>
              <a:p>
                <a:pPr lvl="0" algn="ctr" defTabSz="457200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GB" sz="800" b="0" noProof="0" dirty="0">
                    <a:solidFill>
                      <a:schemeClr val="bg1"/>
                    </a:solidFill>
                    <a:cs typeface="Nirmala UI" panose="020B0502040204020203" pitchFamily="34" charset="0"/>
                  </a:rPr>
                  <a:t>|</a:t>
                </a:r>
                <a:endParaRPr lang="en-GB" sz="800" b="0" dirty="0">
                  <a:solidFill>
                    <a:schemeClr val="bg1"/>
                  </a:solidFill>
                  <a:cs typeface="Nirmala UI" panose="020B0502040204020203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773737480"/>
      </p:ext>
    </p:extLst>
  </p:cSld>
  <p:clrMapOvr>
    <a:masterClrMapping/>
  </p:clrMapOvr>
  <p:transition spd="slow">
    <p:fade/>
  </p:transition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World Map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GB" noProof="0" dirty="0"/>
              <a:t>Title / key message of the slide</a:t>
            </a:r>
          </a:p>
        </p:txBody>
      </p:sp>
      <p:grpSp>
        <p:nvGrpSpPr>
          <p:cNvPr id="3" name="Gruppieren 2">
            <a:extLst>
              <a:ext uri="{FF2B5EF4-FFF2-40B4-BE49-F238E27FC236}">
                <a16:creationId xmlns:a16="http://schemas.microsoft.com/office/drawing/2014/main" id="{E94F8E13-819B-4D70-B8E8-A0ECBF648559}"/>
              </a:ext>
            </a:extLst>
          </p:cNvPr>
          <p:cNvGrpSpPr/>
          <p:nvPr userDrawn="1"/>
        </p:nvGrpSpPr>
        <p:grpSpPr>
          <a:xfrm>
            <a:off x="935139" y="942443"/>
            <a:ext cx="7273725" cy="3548979"/>
            <a:chOff x="388503" y="936625"/>
            <a:chExt cx="7273725" cy="3527072"/>
          </a:xfrm>
          <a:solidFill>
            <a:schemeClr val="accent2">
              <a:lumMod val="20000"/>
              <a:lumOff val="80000"/>
              <a:alpha val="60000"/>
            </a:schemeClr>
          </a:solidFill>
        </p:grpSpPr>
        <p:sp>
          <p:nvSpPr>
            <p:cNvPr id="4" name="Zimbabwe" descr="© INSCALE GmbH, 05.05.2010&#10;http://www.presentationload.com/">
              <a:extLst>
                <a:ext uri="{FF2B5EF4-FFF2-40B4-BE49-F238E27FC236}">
                  <a16:creationId xmlns:a16="http://schemas.microsoft.com/office/drawing/2014/main" id="{5753AA24-787B-4985-9CE7-D1F664AF4C5A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321331" y="3415591"/>
              <a:ext cx="182231" cy="181107"/>
            </a:xfrm>
            <a:custGeom>
              <a:avLst/>
              <a:gdLst>
                <a:gd name="T0" fmla="*/ 2147483647 w 552"/>
                <a:gd name="T1" fmla="*/ 2147483647 h 552"/>
                <a:gd name="T2" fmla="*/ 2147483647 w 552"/>
                <a:gd name="T3" fmla="*/ 2147483647 h 552"/>
                <a:gd name="T4" fmla="*/ 2147483647 w 552"/>
                <a:gd name="T5" fmla="*/ 2147483647 h 552"/>
                <a:gd name="T6" fmla="*/ 2147483647 w 552"/>
                <a:gd name="T7" fmla="*/ 2147483647 h 552"/>
                <a:gd name="T8" fmla="*/ 2147483647 w 552"/>
                <a:gd name="T9" fmla="*/ 2147483647 h 552"/>
                <a:gd name="T10" fmla="*/ 2147483647 w 552"/>
                <a:gd name="T11" fmla="*/ 2147483647 h 552"/>
                <a:gd name="T12" fmla="*/ 2147483647 w 552"/>
                <a:gd name="T13" fmla="*/ 2147483647 h 552"/>
                <a:gd name="T14" fmla="*/ 2147483647 w 552"/>
                <a:gd name="T15" fmla="*/ 2147483647 h 552"/>
                <a:gd name="T16" fmla="*/ 2147483647 w 552"/>
                <a:gd name="T17" fmla="*/ 2147483647 h 552"/>
                <a:gd name="T18" fmla="*/ 2147483647 w 552"/>
                <a:gd name="T19" fmla="*/ 2147483647 h 552"/>
                <a:gd name="T20" fmla="*/ 2147483647 w 552"/>
                <a:gd name="T21" fmla="*/ 2147483647 h 552"/>
                <a:gd name="T22" fmla="*/ 2147483647 w 552"/>
                <a:gd name="T23" fmla="*/ 2147483647 h 552"/>
                <a:gd name="T24" fmla="*/ 2147483647 w 552"/>
                <a:gd name="T25" fmla="*/ 2147483647 h 552"/>
                <a:gd name="T26" fmla="*/ 2147483647 w 552"/>
                <a:gd name="T27" fmla="*/ 2147483647 h 552"/>
                <a:gd name="T28" fmla="*/ 2147483647 w 552"/>
                <a:gd name="T29" fmla="*/ 2147483647 h 552"/>
                <a:gd name="T30" fmla="*/ 2147483647 w 552"/>
                <a:gd name="T31" fmla="*/ 2147483647 h 552"/>
                <a:gd name="T32" fmla="*/ 2147483647 w 552"/>
                <a:gd name="T33" fmla="*/ 2147483647 h 552"/>
                <a:gd name="T34" fmla="*/ 2147483647 w 552"/>
                <a:gd name="T35" fmla="*/ 2147483647 h 552"/>
                <a:gd name="T36" fmla="*/ 2147483647 w 552"/>
                <a:gd name="T37" fmla="*/ 2147483647 h 552"/>
                <a:gd name="T38" fmla="*/ 2147483647 w 552"/>
                <a:gd name="T39" fmla="*/ 2147483647 h 552"/>
                <a:gd name="T40" fmla="*/ 2147483647 w 552"/>
                <a:gd name="T41" fmla="*/ 2147483647 h 552"/>
                <a:gd name="T42" fmla="*/ 2147483647 w 552"/>
                <a:gd name="T43" fmla="*/ 2147483647 h 552"/>
                <a:gd name="T44" fmla="*/ 2147483647 w 552"/>
                <a:gd name="T45" fmla="*/ 2147483647 h 552"/>
                <a:gd name="T46" fmla="*/ 2147483647 w 552"/>
                <a:gd name="T47" fmla="*/ 2147483647 h 552"/>
                <a:gd name="T48" fmla="*/ 2147483647 w 552"/>
                <a:gd name="T49" fmla="*/ 2147483647 h 552"/>
                <a:gd name="T50" fmla="*/ 2147483647 w 552"/>
                <a:gd name="T51" fmla="*/ 2147483647 h 552"/>
                <a:gd name="T52" fmla="*/ 2147483647 w 552"/>
                <a:gd name="T53" fmla="*/ 2147483647 h 552"/>
                <a:gd name="T54" fmla="*/ 2147483647 w 552"/>
                <a:gd name="T55" fmla="*/ 2147483647 h 552"/>
                <a:gd name="T56" fmla="*/ 2147483647 w 552"/>
                <a:gd name="T57" fmla="*/ 2147483647 h 552"/>
                <a:gd name="T58" fmla="*/ 2147483647 w 552"/>
                <a:gd name="T59" fmla="*/ 2147483647 h 552"/>
                <a:gd name="T60" fmla="*/ 2147483647 w 552"/>
                <a:gd name="T61" fmla="*/ 2147483647 h 552"/>
                <a:gd name="T62" fmla="*/ 2147483647 w 552"/>
                <a:gd name="T63" fmla="*/ 2147483647 h 552"/>
                <a:gd name="T64" fmla="*/ 2147483647 w 552"/>
                <a:gd name="T65" fmla="*/ 2147483647 h 552"/>
                <a:gd name="T66" fmla="*/ 2147483647 w 552"/>
                <a:gd name="T67" fmla="*/ 2147483647 h 552"/>
                <a:gd name="T68" fmla="*/ 2147483647 w 552"/>
                <a:gd name="T69" fmla="*/ 2147483647 h 552"/>
                <a:gd name="T70" fmla="*/ 2147483647 w 552"/>
                <a:gd name="T71" fmla="*/ 2147483647 h 552"/>
                <a:gd name="T72" fmla="*/ 2147483647 w 552"/>
                <a:gd name="T73" fmla="*/ 2147483647 h 552"/>
                <a:gd name="T74" fmla="*/ 2147483647 w 552"/>
                <a:gd name="T75" fmla="*/ 0 h 552"/>
                <a:gd name="T76" fmla="*/ 2147483647 w 552"/>
                <a:gd name="T77" fmla="*/ 2147483647 h 552"/>
                <a:gd name="T78" fmla="*/ 2147483647 w 552"/>
                <a:gd name="T79" fmla="*/ 2147483647 h 552"/>
                <a:gd name="T80" fmla="*/ 2147483647 w 552"/>
                <a:gd name="T81" fmla="*/ 2147483647 h 552"/>
                <a:gd name="T82" fmla="*/ 2147483647 w 552"/>
                <a:gd name="T83" fmla="*/ 2147483647 h 552"/>
                <a:gd name="T84" fmla="*/ 2147483647 w 552"/>
                <a:gd name="T85" fmla="*/ 2147483647 h 552"/>
                <a:gd name="T86" fmla="*/ 2147483647 w 552"/>
                <a:gd name="T87" fmla="*/ 2147483647 h 552"/>
                <a:gd name="T88" fmla="*/ 2147483647 w 552"/>
                <a:gd name="T89" fmla="*/ 2147483647 h 552"/>
                <a:gd name="T90" fmla="*/ 2147483647 w 552"/>
                <a:gd name="T91" fmla="*/ 2147483647 h 552"/>
                <a:gd name="T92" fmla="*/ 2147483647 w 552"/>
                <a:gd name="T93" fmla="*/ 2147483647 h 552"/>
                <a:gd name="T94" fmla="*/ 2147483647 w 552"/>
                <a:gd name="T95" fmla="*/ 2147483647 h 552"/>
                <a:gd name="T96" fmla="*/ 2147483647 w 552"/>
                <a:gd name="T97" fmla="*/ 2147483647 h 552"/>
                <a:gd name="T98" fmla="*/ 2147483647 w 552"/>
                <a:gd name="T99" fmla="*/ 2147483647 h 552"/>
                <a:gd name="T100" fmla="*/ 2147483647 w 552"/>
                <a:gd name="T101" fmla="*/ 2147483647 h 552"/>
                <a:gd name="T102" fmla="*/ 2147483647 w 552"/>
                <a:gd name="T103" fmla="*/ 2147483647 h 55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52"/>
                <a:gd name="T157" fmla="*/ 0 h 552"/>
                <a:gd name="T158" fmla="*/ 552 w 552"/>
                <a:gd name="T159" fmla="*/ 552 h 55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52" h="552">
                  <a:moveTo>
                    <a:pt x="18" y="204"/>
                  </a:moveTo>
                  <a:lnTo>
                    <a:pt x="18" y="234"/>
                  </a:lnTo>
                  <a:lnTo>
                    <a:pt x="30" y="234"/>
                  </a:lnTo>
                  <a:lnTo>
                    <a:pt x="36" y="240"/>
                  </a:lnTo>
                  <a:lnTo>
                    <a:pt x="48" y="264"/>
                  </a:lnTo>
                  <a:lnTo>
                    <a:pt x="54" y="270"/>
                  </a:lnTo>
                  <a:lnTo>
                    <a:pt x="54" y="294"/>
                  </a:lnTo>
                  <a:lnTo>
                    <a:pt x="72" y="330"/>
                  </a:lnTo>
                  <a:lnTo>
                    <a:pt x="84" y="336"/>
                  </a:lnTo>
                  <a:lnTo>
                    <a:pt x="102" y="354"/>
                  </a:lnTo>
                  <a:lnTo>
                    <a:pt x="132" y="354"/>
                  </a:lnTo>
                  <a:lnTo>
                    <a:pt x="138" y="360"/>
                  </a:lnTo>
                  <a:lnTo>
                    <a:pt x="138" y="390"/>
                  </a:lnTo>
                  <a:lnTo>
                    <a:pt x="168" y="390"/>
                  </a:lnTo>
                  <a:lnTo>
                    <a:pt x="174" y="414"/>
                  </a:lnTo>
                  <a:lnTo>
                    <a:pt x="168" y="420"/>
                  </a:lnTo>
                  <a:lnTo>
                    <a:pt x="168" y="450"/>
                  </a:lnTo>
                  <a:lnTo>
                    <a:pt x="186" y="450"/>
                  </a:lnTo>
                  <a:lnTo>
                    <a:pt x="186" y="480"/>
                  </a:lnTo>
                  <a:lnTo>
                    <a:pt x="198" y="480"/>
                  </a:lnTo>
                  <a:lnTo>
                    <a:pt x="216" y="486"/>
                  </a:lnTo>
                  <a:lnTo>
                    <a:pt x="228" y="486"/>
                  </a:lnTo>
                  <a:lnTo>
                    <a:pt x="246" y="492"/>
                  </a:lnTo>
                  <a:lnTo>
                    <a:pt x="264" y="510"/>
                  </a:lnTo>
                  <a:lnTo>
                    <a:pt x="270" y="522"/>
                  </a:lnTo>
                  <a:lnTo>
                    <a:pt x="270" y="528"/>
                  </a:lnTo>
                  <a:lnTo>
                    <a:pt x="252" y="528"/>
                  </a:lnTo>
                  <a:lnTo>
                    <a:pt x="312" y="528"/>
                  </a:lnTo>
                  <a:lnTo>
                    <a:pt x="324" y="534"/>
                  </a:lnTo>
                  <a:lnTo>
                    <a:pt x="330" y="534"/>
                  </a:lnTo>
                  <a:lnTo>
                    <a:pt x="342" y="540"/>
                  </a:lnTo>
                  <a:lnTo>
                    <a:pt x="402" y="540"/>
                  </a:lnTo>
                  <a:lnTo>
                    <a:pt x="420" y="552"/>
                  </a:lnTo>
                  <a:lnTo>
                    <a:pt x="486" y="468"/>
                  </a:lnTo>
                  <a:lnTo>
                    <a:pt x="504" y="462"/>
                  </a:lnTo>
                  <a:lnTo>
                    <a:pt x="492" y="444"/>
                  </a:lnTo>
                  <a:lnTo>
                    <a:pt x="504" y="432"/>
                  </a:lnTo>
                  <a:lnTo>
                    <a:pt x="504" y="402"/>
                  </a:lnTo>
                  <a:lnTo>
                    <a:pt x="516" y="396"/>
                  </a:lnTo>
                  <a:lnTo>
                    <a:pt x="528" y="384"/>
                  </a:lnTo>
                  <a:lnTo>
                    <a:pt x="528" y="372"/>
                  </a:lnTo>
                  <a:lnTo>
                    <a:pt x="540" y="360"/>
                  </a:lnTo>
                  <a:lnTo>
                    <a:pt x="546" y="348"/>
                  </a:lnTo>
                  <a:lnTo>
                    <a:pt x="546" y="342"/>
                  </a:lnTo>
                  <a:lnTo>
                    <a:pt x="522" y="318"/>
                  </a:lnTo>
                  <a:lnTo>
                    <a:pt x="522" y="306"/>
                  </a:lnTo>
                  <a:lnTo>
                    <a:pt x="540" y="288"/>
                  </a:lnTo>
                  <a:lnTo>
                    <a:pt x="522" y="264"/>
                  </a:lnTo>
                  <a:lnTo>
                    <a:pt x="540" y="252"/>
                  </a:lnTo>
                  <a:lnTo>
                    <a:pt x="540" y="240"/>
                  </a:lnTo>
                  <a:lnTo>
                    <a:pt x="546" y="240"/>
                  </a:lnTo>
                  <a:lnTo>
                    <a:pt x="546" y="234"/>
                  </a:lnTo>
                  <a:lnTo>
                    <a:pt x="552" y="228"/>
                  </a:lnTo>
                  <a:lnTo>
                    <a:pt x="552" y="216"/>
                  </a:lnTo>
                  <a:lnTo>
                    <a:pt x="540" y="192"/>
                  </a:lnTo>
                  <a:lnTo>
                    <a:pt x="540" y="180"/>
                  </a:lnTo>
                  <a:lnTo>
                    <a:pt x="546" y="174"/>
                  </a:lnTo>
                  <a:lnTo>
                    <a:pt x="546" y="168"/>
                  </a:lnTo>
                  <a:lnTo>
                    <a:pt x="552" y="162"/>
                  </a:lnTo>
                  <a:lnTo>
                    <a:pt x="540" y="150"/>
                  </a:lnTo>
                  <a:lnTo>
                    <a:pt x="552" y="138"/>
                  </a:lnTo>
                  <a:lnTo>
                    <a:pt x="540" y="120"/>
                  </a:lnTo>
                  <a:lnTo>
                    <a:pt x="546" y="114"/>
                  </a:lnTo>
                  <a:lnTo>
                    <a:pt x="552" y="102"/>
                  </a:lnTo>
                  <a:lnTo>
                    <a:pt x="552" y="96"/>
                  </a:lnTo>
                  <a:lnTo>
                    <a:pt x="540" y="84"/>
                  </a:lnTo>
                  <a:lnTo>
                    <a:pt x="528" y="84"/>
                  </a:lnTo>
                  <a:lnTo>
                    <a:pt x="510" y="66"/>
                  </a:lnTo>
                  <a:lnTo>
                    <a:pt x="498" y="66"/>
                  </a:lnTo>
                  <a:lnTo>
                    <a:pt x="486" y="72"/>
                  </a:lnTo>
                  <a:lnTo>
                    <a:pt x="480" y="72"/>
                  </a:lnTo>
                  <a:lnTo>
                    <a:pt x="462" y="48"/>
                  </a:lnTo>
                  <a:lnTo>
                    <a:pt x="444" y="48"/>
                  </a:lnTo>
                  <a:lnTo>
                    <a:pt x="432" y="30"/>
                  </a:lnTo>
                  <a:lnTo>
                    <a:pt x="372" y="30"/>
                  </a:lnTo>
                  <a:lnTo>
                    <a:pt x="366" y="0"/>
                  </a:lnTo>
                  <a:lnTo>
                    <a:pt x="330" y="0"/>
                  </a:lnTo>
                  <a:lnTo>
                    <a:pt x="294" y="12"/>
                  </a:lnTo>
                  <a:lnTo>
                    <a:pt x="282" y="24"/>
                  </a:lnTo>
                  <a:lnTo>
                    <a:pt x="258" y="36"/>
                  </a:lnTo>
                  <a:lnTo>
                    <a:pt x="258" y="72"/>
                  </a:lnTo>
                  <a:lnTo>
                    <a:pt x="252" y="78"/>
                  </a:lnTo>
                  <a:lnTo>
                    <a:pt x="240" y="78"/>
                  </a:lnTo>
                  <a:lnTo>
                    <a:pt x="228" y="84"/>
                  </a:lnTo>
                  <a:lnTo>
                    <a:pt x="210" y="90"/>
                  </a:lnTo>
                  <a:lnTo>
                    <a:pt x="198" y="96"/>
                  </a:lnTo>
                  <a:lnTo>
                    <a:pt x="192" y="102"/>
                  </a:lnTo>
                  <a:lnTo>
                    <a:pt x="180" y="126"/>
                  </a:lnTo>
                  <a:lnTo>
                    <a:pt x="174" y="132"/>
                  </a:lnTo>
                  <a:lnTo>
                    <a:pt x="174" y="138"/>
                  </a:lnTo>
                  <a:lnTo>
                    <a:pt x="168" y="144"/>
                  </a:lnTo>
                  <a:lnTo>
                    <a:pt x="162" y="156"/>
                  </a:lnTo>
                  <a:lnTo>
                    <a:pt x="132" y="186"/>
                  </a:lnTo>
                  <a:lnTo>
                    <a:pt x="108" y="198"/>
                  </a:lnTo>
                  <a:lnTo>
                    <a:pt x="90" y="198"/>
                  </a:lnTo>
                  <a:lnTo>
                    <a:pt x="90" y="192"/>
                  </a:lnTo>
                  <a:lnTo>
                    <a:pt x="78" y="180"/>
                  </a:lnTo>
                  <a:lnTo>
                    <a:pt x="66" y="180"/>
                  </a:lnTo>
                  <a:lnTo>
                    <a:pt x="66" y="192"/>
                  </a:lnTo>
                  <a:lnTo>
                    <a:pt x="54" y="192"/>
                  </a:lnTo>
                  <a:lnTo>
                    <a:pt x="42" y="180"/>
                  </a:lnTo>
                  <a:lnTo>
                    <a:pt x="42" y="174"/>
                  </a:lnTo>
                  <a:lnTo>
                    <a:pt x="0" y="174"/>
                  </a:lnTo>
                  <a:lnTo>
                    <a:pt x="6" y="192"/>
                  </a:lnTo>
                  <a:lnTo>
                    <a:pt x="18" y="20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5" name="Yemen" descr="© INSCALE GmbH, 05.05.2010&#10;http://www.presentationload.com/">
              <a:extLst>
                <a:ext uri="{FF2B5EF4-FFF2-40B4-BE49-F238E27FC236}">
                  <a16:creationId xmlns:a16="http://schemas.microsoft.com/office/drawing/2014/main" id="{605524D6-BCBB-4FF2-A005-F1E408921868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727148" y="2498501"/>
              <a:ext cx="241682" cy="164408"/>
            </a:xfrm>
            <a:custGeom>
              <a:avLst/>
              <a:gdLst>
                <a:gd name="T0" fmla="*/ 2147483647 w 732"/>
                <a:gd name="T1" fmla="*/ 2147483647 h 498"/>
                <a:gd name="T2" fmla="*/ 2147483647 w 732"/>
                <a:gd name="T3" fmla="*/ 2147483647 h 498"/>
                <a:gd name="T4" fmla="*/ 2147483647 w 732"/>
                <a:gd name="T5" fmla="*/ 2147483647 h 498"/>
                <a:gd name="T6" fmla="*/ 2147483647 w 732"/>
                <a:gd name="T7" fmla="*/ 2147483647 h 498"/>
                <a:gd name="T8" fmla="*/ 2147483647 w 732"/>
                <a:gd name="T9" fmla="*/ 2147483647 h 498"/>
                <a:gd name="T10" fmla="*/ 2147483647 w 732"/>
                <a:gd name="T11" fmla="*/ 2147483647 h 498"/>
                <a:gd name="T12" fmla="*/ 2147483647 w 732"/>
                <a:gd name="T13" fmla="*/ 2147483647 h 498"/>
                <a:gd name="T14" fmla="*/ 2147483647 w 732"/>
                <a:gd name="T15" fmla="*/ 2147483647 h 498"/>
                <a:gd name="T16" fmla="*/ 2147483647 w 732"/>
                <a:gd name="T17" fmla="*/ 2147483647 h 498"/>
                <a:gd name="T18" fmla="*/ 2147483647 w 732"/>
                <a:gd name="T19" fmla="*/ 2147483647 h 498"/>
                <a:gd name="T20" fmla="*/ 2147483647 w 732"/>
                <a:gd name="T21" fmla="*/ 2147483647 h 498"/>
                <a:gd name="T22" fmla="*/ 2147483647 w 732"/>
                <a:gd name="T23" fmla="*/ 2147483647 h 498"/>
                <a:gd name="T24" fmla="*/ 2147483647 w 732"/>
                <a:gd name="T25" fmla="*/ 2147483647 h 498"/>
                <a:gd name="T26" fmla="*/ 2147483647 w 732"/>
                <a:gd name="T27" fmla="*/ 2147483647 h 498"/>
                <a:gd name="T28" fmla="*/ 2147483647 w 732"/>
                <a:gd name="T29" fmla="*/ 2147483647 h 498"/>
                <a:gd name="T30" fmla="*/ 0 w 732"/>
                <a:gd name="T31" fmla="*/ 2147483647 h 498"/>
                <a:gd name="T32" fmla="*/ 2147483647 w 732"/>
                <a:gd name="T33" fmla="*/ 2147483647 h 498"/>
                <a:gd name="T34" fmla="*/ 2147483647 w 732"/>
                <a:gd name="T35" fmla="*/ 2147483647 h 498"/>
                <a:gd name="T36" fmla="*/ 2147483647 w 732"/>
                <a:gd name="T37" fmla="*/ 2147483647 h 498"/>
                <a:gd name="T38" fmla="*/ 2147483647 w 732"/>
                <a:gd name="T39" fmla="*/ 2147483647 h 498"/>
                <a:gd name="T40" fmla="*/ 2147483647 w 732"/>
                <a:gd name="T41" fmla="*/ 2147483647 h 498"/>
                <a:gd name="T42" fmla="*/ 2147483647 w 732"/>
                <a:gd name="T43" fmla="*/ 2147483647 h 498"/>
                <a:gd name="T44" fmla="*/ 2147483647 w 732"/>
                <a:gd name="T45" fmla="*/ 2147483647 h 498"/>
                <a:gd name="T46" fmla="*/ 2147483647 w 732"/>
                <a:gd name="T47" fmla="*/ 2147483647 h 498"/>
                <a:gd name="T48" fmla="*/ 2147483647 w 732"/>
                <a:gd name="T49" fmla="*/ 2147483647 h 498"/>
                <a:gd name="T50" fmla="*/ 2147483647 w 732"/>
                <a:gd name="T51" fmla="*/ 2147483647 h 498"/>
                <a:gd name="T52" fmla="*/ 2147483647 w 732"/>
                <a:gd name="T53" fmla="*/ 2147483647 h 498"/>
                <a:gd name="T54" fmla="*/ 2147483647 w 732"/>
                <a:gd name="T55" fmla="*/ 2147483647 h 498"/>
                <a:gd name="T56" fmla="*/ 2147483647 w 732"/>
                <a:gd name="T57" fmla="*/ 2147483647 h 498"/>
                <a:gd name="T58" fmla="*/ 2147483647 w 732"/>
                <a:gd name="T59" fmla="*/ 2147483647 h 498"/>
                <a:gd name="T60" fmla="*/ 2147483647 w 732"/>
                <a:gd name="T61" fmla="*/ 2147483647 h 498"/>
                <a:gd name="T62" fmla="*/ 2147483647 w 732"/>
                <a:gd name="T63" fmla="*/ 2147483647 h 498"/>
                <a:gd name="T64" fmla="*/ 2147483647 w 732"/>
                <a:gd name="T65" fmla="*/ 2147483647 h 498"/>
                <a:gd name="T66" fmla="*/ 2147483647 w 732"/>
                <a:gd name="T67" fmla="*/ 2147483647 h 498"/>
                <a:gd name="T68" fmla="*/ 2147483647 w 732"/>
                <a:gd name="T69" fmla="*/ 2147483647 h 498"/>
                <a:gd name="T70" fmla="*/ 2147483647 w 732"/>
                <a:gd name="T71" fmla="*/ 2147483647 h 498"/>
                <a:gd name="T72" fmla="*/ 2147483647 w 732"/>
                <a:gd name="T73" fmla="*/ 2147483647 h 498"/>
                <a:gd name="T74" fmla="*/ 2147483647 w 732"/>
                <a:gd name="T75" fmla="*/ 2147483647 h 498"/>
                <a:gd name="T76" fmla="*/ 2147483647 w 732"/>
                <a:gd name="T77" fmla="*/ 0 h 498"/>
                <a:gd name="T78" fmla="*/ 2147483647 w 732"/>
                <a:gd name="T79" fmla="*/ 2147483647 h 498"/>
                <a:gd name="T80" fmla="*/ 2147483647 w 732"/>
                <a:gd name="T81" fmla="*/ 2147483647 h 49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732"/>
                <a:gd name="T124" fmla="*/ 0 h 498"/>
                <a:gd name="T125" fmla="*/ 732 w 732"/>
                <a:gd name="T126" fmla="*/ 498 h 49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732" h="498">
                  <a:moveTo>
                    <a:pt x="468" y="24"/>
                  </a:moveTo>
                  <a:lnTo>
                    <a:pt x="450" y="30"/>
                  </a:lnTo>
                  <a:lnTo>
                    <a:pt x="420" y="36"/>
                  </a:lnTo>
                  <a:lnTo>
                    <a:pt x="390" y="54"/>
                  </a:lnTo>
                  <a:lnTo>
                    <a:pt x="372" y="72"/>
                  </a:lnTo>
                  <a:lnTo>
                    <a:pt x="366" y="84"/>
                  </a:lnTo>
                  <a:lnTo>
                    <a:pt x="354" y="96"/>
                  </a:lnTo>
                  <a:lnTo>
                    <a:pt x="348" y="108"/>
                  </a:lnTo>
                  <a:lnTo>
                    <a:pt x="342" y="114"/>
                  </a:lnTo>
                  <a:lnTo>
                    <a:pt x="336" y="126"/>
                  </a:lnTo>
                  <a:lnTo>
                    <a:pt x="336" y="144"/>
                  </a:lnTo>
                  <a:lnTo>
                    <a:pt x="330" y="150"/>
                  </a:lnTo>
                  <a:lnTo>
                    <a:pt x="324" y="162"/>
                  </a:lnTo>
                  <a:lnTo>
                    <a:pt x="312" y="162"/>
                  </a:lnTo>
                  <a:lnTo>
                    <a:pt x="300" y="156"/>
                  </a:lnTo>
                  <a:lnTo>
                    <a:pt x="294" y="144"/>
                  </a:lnTo>
                  <a:lnTo>
                    <a:pt x="288" y="138"/>
                  </a:lnTo>
                  <a:lnTo>
                    <a:pt x="210" y="138"/>
                  </a:lnTo>
                  <a:lnTo>
                    <a:pt x="204" y="132"/>
                  </a:lnTo>
                  <a:lnTo>
                    <a:pt x="192" y="126"/>
                  </a:lnTo>
                  <a:lnTo>
                    <a:pt x="102" y="126"/>
                  </a:lnTo>
                  <a:lnTo>
                    <a:pt x="96" y="132"/>
                  </a:lnTo>
                  <a:lnTo>
                    <a:pt x="72" y="138"/>
                  </a:lnTo>
                  <a:lnTo>
                    <a:pt x="54" y="120"/>
                  </a:lnTo>
                  <a:lnTo>
                    <a:pt x="48" y="120"/>
                  </a:lnTo>
                  <a:lnTo>
                    <a:pt x="42" y="126"/>
                  </a:lnTo>
                  <a:lnTo>
                    <a:pt x="36" y="138"/>
                  </a:lnTo>
                  <a:lnTo>
                    <a:pt x="36" y="186"/>
                  </a:lnTo>
                  <a:lnTo>
                    <a:pt x="30" y="192"/>
                  </a:lnTo>
                  <a:lnTo>
                    <a:pt x="24" y="204"/>
                  </a:lnTo>
                  <a:lnTo>
                    <a:pt x="12" y="216"/>
                  </a:lnTo>
                  <a:lnTo>
                    <a:pt x="0" y="252"/>
                  </a:lnTo>
                  <a:lnTo>
                    <a:pt x="0" y="258"/>
                  </a:lnTo>
                  <a:lnTo>
                    <a:pt x="18" y="276"/>
                  </a:lnTo>
                  <a:lnTo>
                    <a:pt x="24" y="288"/>
                  </a:lnTo>
                  <a:lnTo>
                    <a:pt x="36" y="294"/>
                  </a:lnTo>
                  <a:lnTo>
                    <a:pt x="24" y="408"/>
                  </a:lnTo>
                  <a:lnTo>
                    <a:pt x="54" y="444"/>
                  </a:lnTo>
                  <a:lnTo>
                    <a:pt x="54" y="456"/>
                  </a:lnTo>
                  <a:lnTo>
                    <a:pt x="60" y="468"/>
                  </a:lnTo>
                  <a:lnTo>
                    <a:pt x="78" y="486"/>
                  </a:lnTo>
                  <a:lnTo>
                    <a:pt x="90" y="492"/>
                  </a:lnTo>
                  <a:lnTo>
                    <a:pt x="114" y="498"/>
                  </a:lnTo>
                  <a:lnTo>
                    <a:pt x="132" y="498"/>
                  </a:lnTo>
                  <a:lnTo>
                    <a:pt x="150" y="492"/>
                  </a:lnTo>
                  <a:lnTo>
                    <a:pt x="162" y="486"/>
                  </a:lnTo>
                  <a:lnTo>
                    <a:pt x="168" y="480"/>
                  </a:lnTo>
                  <a:lnTo>
                    <a:pt x="186" y="444"/>
                  </a:lnTo>
                  <a:lnTo>
                    <a:pt x="198" y="432"/>
                  </a:lnTo>
                  <a:lnTo>
                    <a:pt x="210" y="432"/>
                  </a:lnTo>
                  <a:lnTo>
                    <a:pt x="228" y="438"/>
                  </a:lnTo>
                  <a:lnTo>
                    <a:pt x="270" y="438"/>
                  </a:lnTo>
                  <a:lnTo>
                    <a:pt x="324" y="432"/>
                  </a:lnTo>
                  <a:lnTo>
                    <a:pt x="366" y="426"/>
                  </a:lnTo>
                  <a:lnTo>
                    <a:pt x="390" y="414"/>
                  </a:lnTo>
                  <a:lnTo>
                    <a:pt x="402" y="402"/>
                  </a:lnTo>
                  <a:lnTo>
                    <a:pt x="414" y="384"/>
                  </a:lnTo>
                  <a:lnTo>
                    <a:pt x="426" y="372"/>
                  </a:lnTo>
                  <a:lnTo>
                    <a:pt x="450" y="360"/>
                  </a:lnTo>
                  <a:lnTo>
                    <a:pt x="462" y="348"/>
                  </a:lnTo>
                  <a:lnTo>
                    <a:pt x="474" y="342"/>
                  </a:lnTo>
                  <a:lnTo>
                    <a:pt x="486" y="330"/>
                  </a:lnTo>
                  <a:lnTo>
                    <a:pt x="504" y="324"/>
                  </a:lnTo>
                  <a:lnTo>
                    <a:pt x="528" y="312"/>
                  </a:lnTo>
                  <a:lnTo>
                    <a:pt x="546" y="306"/>
                  </a:lnTo>
                  <a:lnTo>
                    <a:pt x="558" y="294"/>
                  </a:lnTo>
                  <a:lnTo>
                    <a:pt x="594" y="276"/>
                  </a:lnTo>
                  <a:lnTo>
                    <a:pt x="666" y="276"/>
                  </a:lnTo>
                  <a:lnTo>
                    <a:pt x="666" y="270"/>
                  </a:lnTo>
                  <a:lnTo>
                    <a:pt x="672" y="264"/>
                  </a:lnTo>
                  <a:lnTo>
                    <a:pt x="684" y="240"/>
                  </a:lnTo>
                  <a:lnTo>
                    <a:pt x="690" y="222"/>
                  </a:lnTo>
                  <a:lnTo>
                    <a:pt x="702" y="210"/>
                  </a:lnTo>
                  <a:lnTo>
                    <a:pt x="708" y="198"/>
                  </a:lnTo>
                  <a:lnTo>
                    <a:pt x="720" y="192"/>
                  </a:lnTo>
                  <a:lnTo>
                    <a:pt x="720" y="186"/>
                  </a:lnTo>
                  <a:lnTo>
                    <a:pt x="732" y="186"/>
                  </a:lnTo>
                  <a:lnTo>
                    <a:pt x="648" y="0"/>
                  </a:lnTo>
                  <a:lnTo>
                    <a:pt x="630" y="0"/>
                  </a:lnTo>
                  <a:lnTo>
                    <a:pt x="588" y="6"/>
                  </a:lnTo>
                  <a:lnTo>
                    <a:pt x="540" y="18"/>
                  </a:lnTo>
                  <a:lnTo>
                    <a:pt x="492" y="24"/>
                  </a:lnTo>
                  <a:lnTo>
                    <a:pt x="468" y="2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6" name="Vietnam" descr="© INSCALE GmbH, 05.05.2010&#10;http://www.presentationload.com/">
              <a:extLst>
                <a:ext uri="{FF2B5EF4-FFF2-40B4-BE49-F238E27FC236}">
                  <a16:creationId xmlns:a16="http://schemas.microsoft.com/office/drawing/2014/main" id="{299C41C1-8FB5-4D2A-BBDE-080C7D71D937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6091941" y="2382903"/>
              <a:ext cx="200325" cy="391755"/>
            </a:xfrm>
            <a:custGeom>
              <a:avLst/>
              <a:gdLst>
                <a:gd name="T0" fmla="*/ 2147483647 w 606"/>
                <a:gd name="T1" fmla="*/ 2147483647 h 1194"/>
                <a:gd name="T2" fmla="*/ 2147483647 w 606"/>
                <a:gd name="T3" fmla="*/ 2147483647 h 1194"/>
                <a:gd name="T4" fmla="*/ 2147483647 w 606"/>
                <a:gd name="T5" fmla="*/ 2147483647 h 1194"/>
                <a:gd name="T6" fmla="*/ 2147483647 w 606"/>
                <a:gd name="T7" fmla="*/ 2147483647 h 1194"/>
                <a:gd name="T8" fmla="*/ 2147483647 w 606"/>
                <a:gd name="T9" fmla="*/ 2147483647 h 1194"/>
                <a:gd name="T10" fmla="*/ 2147483647 w 606"/>
                <a:gd name="T11" fmla="*/ 2147483647 h 1194"/>
                <a:gd name="T12" fmla="*/ 2147483647 w 606"/>
                <a:gd name="T13" fmla="*/ 2147483647 h 1194"/>
                <a:gd name="T14" fmla="*/ 2147483647 w 606"/>
                <a:gd name="T15" fmla="*/ 2147483647 h 1194"/>
                <a:gd name="T16" fmla="*/ 2147483647 w 606"/>
                <a:gd name="T17" fmla="*/ 2147483647 h 1194"/>
                <a:gd name="T18" fmla="*/ 2147483647 w 606"/>
                <a:gd name="T19" fmla="*/ 2147483647 h 1194"/>
                <a:gd name="T20" fmla="*/ 2147483647 w 606"/>
                <a:gd name="T21" fmla="*/ 2147483647 h 1194"/>
                <a:gd name="T22" fmla="*/ 2147483647 w 606"/>
                <a:gd name="T23" fmla="*/ 2147483647 h 1194"/>
                <a:gd name="T24" fmla="*/ 2147483647 w 606"/>
                <a:gd name="T25" fmla="*/ 2147483647 h 1194"/>
                <a:gd name="T26" fmla="*/ 2147483647 w 606"/>
                <a:gd name="T27" fmla="*/ 2147483647 h 1194"/>
                <a:gd name="T28" fmla="*/ 2147483647 w 606"/>
                <a:gd name="T29" fmla="*/ 2147483647 h 1194"/>
                <a:gd name="T30" fmla="*/ 2147483647 w 606"/>
                <a:gd name="T31" fmla="*/ 2147483647 h 1194"/>
                <a:gd name="T32" fmla="*/ 2147483647 w 606"/>
                <a:gd name="T33" fmla="*/ 2147483647 h 1194"/>
                <a:gd name="T34" fmla="*/ 2147483647 w 606"/>
                <a:gd name="T35" fmla="*/ 2147483647 h 1194"/>
                <a:gd name="T36" fmla="*/ 2147483647 w 606"/>
                <a:gd name="T37" fmla="*/ 2147483647 h 1194"/>
                <a:gd name="T38" fmla="*/ 2147483647 w 606"/>
                <a:gd name="T39" fmla="*/ 2147483647 h 1194"/>
                <a:gd name="T40" fmla="*/ 2147483647 w 606"/>
                <a:gd name="T41" fmla="*/ 2147483647 h 1194"/>
                <a:gd name="T42" fmla="*/ 2147483647 w 606"/>
                <a:gd name="T43" fmla="*/ 2147483647 h 1194"/>
                <a:gd name="T44" fmla="*/ 2147483647 w 606"/>
                <a:gd name="T45" fmla="*/ 2147483647 h 1194"/>
                <a:gd name="T46" fmla="*/ 2147483647 w 606"/>
                <a:gd name="T47" fmla="*/ 2147483647 h 1194"/>
                <a:gd name="T48" fmla="*/ 2147483647 w 606"/>
                <a:gd name="T49" fmla="*/ 2147483647 h 1194"/>
                <a:gd name="T50" fmla="*/ 2147483647 w 606"/>
                <a:gd name="T51" fmla="*/ 2147483647 h 1194"/>
                <a:gd name="T52" fmla="*/ 2147483647 w 606"/>
                <a:gd name="T53" fmla="*/ 2147483647 h 1194"/>
                <a:gd name="T54" fmla="*/ 2147483647 w 606"/>
                <a:gd name="T55" fmla="*/ 2147483647 h 1194"/>
                <a:gd name="T56" fmla="*/ 2147483647 w 606"/>
                <a:gd name="T57" fmla="*/ 2147483647 h 1194"/>
                <a:gd name="T58" fmla="*/ 2147483647 w 606"/>
                <a:gd name="T59" fmla="*/ 2147483647 h 1194"/>
                <a:gd name="T60" fmla="*/ 2147483647 w 606"/>
                <a:gd name="T61" fmla="*/ 2147483647 h 1194"/>
                <a:gd name="T62" fmla="*/ 2147483647 w 606"/>
                <a:gd name="T63" fmla="*/ 2147483647 h 1194"/>
                <a:gd name="T64" fmla="*/ 2147483647 w 606"/>
                <a:gd name="T65" fmla="*/ 2147483647 h 1194"/>
                <a:gd name="T66" fmla="*/ 2147483647 w 606"/>
                <a:gd name="T67" fmla="*/ 2147483647 h 1194"/>
                <a:gd name="T68" fmla="*/ 2147483647 w 606"/>
                <a:gd name="T69" fmla="*/ 2147483647 h 1194"/>
                <a:gd name="T70" fmla="*/ 2147483647 w 606"/>
                <a:gd name="T71" fmla="*/ 2147483647 h 1194"/>
                <a:gd name="T72" fmla="*/ 2147483647 w 606"/>
                <a:gd name="T73" fmla="*/ 2147483647 h 1194"/>
                <a:gd name="T74" fmla="*/ 2147483647 w 606"/>
                <a:gd name="T75" fmla="*/ 2147483647 h 1194"/>
                <a:gd name="T76" fmla="*/ 2147483647 w 606"/>
                <a:gd name="T77" fmla="*/ 2147483647 h 1194"/>
                <a:gd name="T78" fmla="*/ 2147483647 w 606"/>
                <a:gd name="T79" fmla="*/ 2147483647 h 1194"/>
                <a:gd name="T80" fmla="*/ 2147483647 w 606"/>
                <a:gd name="T81" fmla="*/ 2147483647 h 1194"/>
                <a:gd name="T82" fmla="*/ 2147483647 w 606"/>
                <a:gd name="T83" fmla="*/ 2147483647 h 1194"/>
                <a:gd name="T84" fmla="*/ 2147483647 w 606"/>
                <a:gd name="T85" fmla="*/ 2147483647 h 1194"/>
                <a:gd name="T86" fmla="*/ 2147483647 w 606"/>
                <a:gd name="T87" fmla="*/ 2147483647 h 1194"/>
                <a:gd name="T88" fmla="*/ 2147483647 w 606"/>
                <a:gd name="T89" fmla="*/ 2147483647 h 1194"/>
                <a:gd name="T90" fmla="*/ 2147483647 w 606"/>
                <a:gd name="T91" fmla="*/ 2147483647 h 1194"/>
                <a:gd name="T92" fmla="*/ 2147483647 w 606"/>
                <a:gd name="T93" fmla="*/ 2147483647 h 1194"/>
                <a:gd name="T94" fmla="*/ 2147483647 w 606"/>
                <a:gd name="T95" fmla="*/ 2147483647 h 1194"/>
                <a:gd name="T96" fmla="*/ 2147483647 w 606"/>
                <a:gd name="T97" fmla="*/ 2147483647 h 1194"/>
                <a:gd name="T98" fmla="*/ 2147483647 w 606"/>
                <a:gd name="T99" fmla="*/ 2147483647 h 1194"/>
                <a:gd name="T100" fmla="*/ 2147483647 w 606"/>
                <a:gd name="T101" fmla="*/ 2147483647 h 1194"/>
                <a:gd name="T102" fmla="*/ 2147483647 w 606"/>
                <a:gd name="T103" fmla="*/ 2147483647 h 1194"/>
                <a:gd name="T104" fmla="*/ 2147483647 w 606"/>
                <a:gd name="T105" fmla="*/ 2147483647 h 1194"/>
                <a:gd name="T106" fmla="*/ 2147483647 w 606"/>
                <a:gd name="T107" fmla="*/ 2147483647 h 1194"/>
                <a:gd name="T108" fmla="*/ 2147483647 w 606"/>
                <a:gd name="T109" fmla="*/ 2147483647 h 1194"/>
                <a:gd name="T110" fmla="*/ 2147483647 w 606"/>
                <a:gd name="T111" fmla="*/ 2147483647 h 1194"/>
                <a:gd name="T112" fmla="*/ 2147483647 w 606"/>
                <a:gd name="T113" fmla="*/ 2147483647 h 1194"/>
                <a:gd name="T114" fmla="*/ 2147483647 w 606"/>
                <a:gd name="T115" fmla="*/ 2147483647 h 1194"/>
                <a:gd name="T116" fmla="*/ 2147483647 w 606"/>
                <a:gd name="T117" fmla="*/ 2147483647 h 1194"/>
                <a:gd name="T118" fmla="*/ 2147483647 w 606"/>
                <a:gd name="T119" fmla="*/ 2147483647 h 1194"/>
                <a:gd name="T120" fmla="*/ 2147483647 w 606"/>
                <a:gd name="T121" fmla="*/ 2147483647 h 1194"/>
                <a:gd name="T122" fmla="*/ 2147483647 w 606"/>
                <a:gd name="T123" fmla="*/ 2147483647 h 119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606"/>
                <a:gd name="T187" fmla="*/ 0 h 1194"/>
                <a:gd name="T188" fmla="*/ 606 w 606"/>
                <a:gd name="T189" fmla="*/ 1194 h 119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606" h="1194">
                  <a:moveTo>
                    <a:pt x="6" y="48"/>
                  </a:moveTo>
                  <a:lnTo>
                    <a:pt x="0" y="60"/>
                  </a:lnTo>
                  <a:lnTo>
                    <a:pt x="0" y="72"/>
                  </a:lnTo>
                  <a:lnTo>
                    <a:pt x="12" y="96"/>
                  </a:lnTo>
                  <a:lnTo>
                    <a:pt x="18" y="102"/>
                  </a:lnTo>
                  <a:lnTo>
                    <a:pt x="24" y="114"/>
                  </a:lnTo>
                  <a:lnTo>
                    <a:pt x="36" y="120"/>
                  </a:lnTo>
                  <a:lnTo>
                    <a:pt x="42" y="132"/>
                  </a:lnTo>
                  <a:lnTo>
                    <a:pt x="48" y="126"/>
                  </a:lnTo>
                  <a:lnTo>
                    <a:pt x="54" y="126"/>
                  </a:lnTo>
                  <a:lnTo>
                    <a:pt x="54" y="156"/>
                  </a:lnTo>
                  <a:lnTo>
                    <a:pt x="66" y="180"/>
                  </a:lnTo>
                  <a:lnTo>
                    <a:pt x="84" y="198"/>
                  </a:lnTo>
                  <a:lnTo>
                    <a:pt x="90" y="210"/>
                  </a:lnTo>
                  <a:lnTo>
                    <a:pt x="108" y="210"/>
                  </a:lnTo>
                  <a:lnTo>
                    <a:pt x="108" y="216"/>
                  </a:lnTo>
                  <a:lnTo>
                    <a:pt x="120" y="228"/>
                  </a:lnTo>
                  <a:lnTo>
                    <a:pt x="126" y="222"/>
                  </a:lnTo>
                  <a:lnTo>
                    <a:pt x="132" y="210"/>
                  </a:lnTo>
                  <a:lnTo>
                    <a:pt x="132" y="204"/>
                  </a:lnTo>
                  <a:lnTo>
                    <a:pt x="138" y="192"/>
                  </a:lnTo>
                  <a:lnTo>
                    <a:pt x="150" y="192"/>
                  </a:lnTo>
                  <a:lnTo>
                    <a:pt x="162" y="198"/>
                  </a:lnTo>
                  <a:lnTo>
                    <a:pt x="186" y="222"/>
                  </a:lnTo>
                  <a:lnTo>
                    <a:pt x="180" y="222"/>
                  </a:lnTo>
                  <a:lnTo>
                    <a:pt x="174" y="228"/>
                  </a:lnTo>
                  <a:lnTo>
                    <a:pt x="174" y="234"/>
                  </a:lnTo>
                  <a:lnTo>
                    <a:pt x="198" y="246"/>
                  </a:lnTo>
                  <a:lnTo>
                    <a:pt x="216" y="252"/>
                  </a:lnTo>
                  <a:lnTo>
                    <a:pt x="228" y="258"/>
                  </a:lnTo>
                  <a:lnTo>
                    <a:pt x="228" y="270"/>
                  </a:lnTo>
                  <a:lnTo>
                    <a:pt x="222" y="282"/>
                  </a:lnTo>
                  <a:lnTo>
                    <a:pt x="210" y="288"/>
                  </a:lnTo>
                  <a:lnTo>
                    <a:pt x="204" y="300"/>
                  </a:lnTo>
                  <a:lnTo>
                    <a:pt x="198" y="306"/>
                  </a:lnTo>
                  <a:lnTo>
                    <a:pt x="180" y="306"/>
                  </a:lnTo>
                  <a:lnTo>
                    <a:pt x="174" y="300"/>
                  </a:lnTo>
                  <a:lnTo>
                    <a:pt x="150" y="300"/>
                  </a:lnTo>
                  <a:lnTo>
                    <a:pt x="156" y="306"/>
                  </a:lnTo>
                  <a:lnTo>
                    <a:pt x="156" y="324"/>
                  </a:lnTo>
                  <a:lnTo>
                    <a:pt x="168" y="330"/>
                  </a:lnTo>
                  <a:lnTo>
                    <a:pt x="174" y="336"/>
                  </a:lnTo>
                  <a:lnTo>
                    <a:pt x="210" y="354"/>
                  </a:lnTo>
                  <a:lnTo>
                    <a:pt x="222" y="366"/>
                  </a:lnTo>
                  <a:lnTo>
                    <a:pt x="234" y="372"/>
                  </a:lnTo>
                  <a:lnTo>
                    <a:pt x="240" y="378"/>
                  </a:lnTo>
                  <a:lnTo>
                    <a:pt x="252" y="378"/>
                  </a:lnTo>
                  <a:lnTo>
                    <a:pt x="252" y="408"/>
                  </a:lnTo>
                  <a:lnTo>
                    <a:pt x="258" y="414"/>
                  </a:lnTo>
                  <a:lnTo>
                    <a:pt x="270" y="414"/>
                  </a:lnTo>
                  <a:lnTo>
                    <a:pt x="282" y="420"/>
                  </a:lnTo>
                  <a:lnTo>
                    <a:pt x="288" y="426"/>
                  </a:lnTo>
                  <a:lnTo>
                    <a:pt x="294" y="426"/>
                  </a:lnTo>
                  <a:lnTo>
                    <a:pt x="294" y="450"/>
                  </a:lnTo>
                  <a:lnTo>
                    <a:pt x="306" y="474"/>
                  </a:lnTo>
                  <a:lnTo>
                    <a:pt x="324" y="486"/>
                  </a:lnTo>
                  <a:lnTo>
                    <a:pt x="342" y="504"/>
                  </a:lnTo>
                  <a:lnTo>
                    <a:pt x="348" y="522"/>
                  </a:lnTo>
                  <a:lnTo>
                    <a:pt x="366" y="522"/>
                  </a:lnTo>
                  <a:lnTo>
                    <a:pt x="366" y="528"/>
                  </a:lnTo>
                  <a:lnTo>
                    <a:pt x="372" y="534"/>
                  </a:lnTo>
                  <a:lnTo>
                    <a:pt x="384" y="558"/>
                  </a:lnTo>
                  <a:lnTo>
                    <a:pt x="396" y="570"/>
                  </a:lnTo>
                  <a:lnTo>
                    <a:pt x="408" y="570"/>
                  </a:lnTo>
                  <a:lnTo>
                    <a:pt x="414" y="576"/>
                  </a:lnTo>
                  <a:lnTo>
                    <a:pt x="426" y="582"/>
                  </a:lnTo>
                  <a:lnTo>
                    <a:pt x="432" y="588"/>
                  </a:lnTo>
                  <a:lnTo>
                    <a:pt x="432" y="600"/>
                  </a:lnTo>
                  <a:lnTo>
                    <a:pt x="426" y="606"/>
                  </a:lnTo>
                  <a:lnTo>
                    <a:pt x="420" y="606"/>
                  </a:lnTo>
                  <a:lnTo>
                    <a:pt x="414" y="612"/>
                  </a:lnTo>
                  <a:lnTo>
                    <a:pt x="408" y="612"/>
                  </a:lnTo>
                  <a:lnTo>
                    <a:pt x="432" y="636"/>
                  </a:lnTo>
                  <a:lnTo>
                    <a:pt x="456" y="648"/>
                  </a:lnTo>
                  <a:lnTo>
                    <a:pt x="462" y="654"/>
                  </a:lnTo>
                  <a:lnTo>
                    <a:pt x="468" y="654"/>
                  </a:lnTo>
                  <a:lnTo>
                    <a:pt x="450" y="690"/>
                  </a:lnTo>
                  <a:lnTo>
                    <a:pt x="456" y="690"/>
                  </a:lnTo>
                  <a:lnTo>
                    <a:pt x="468" y="702"/>
                  </a:lnTo>
                  <a:lnTo>
                    <a:pt x="468" y="708"/>
                  </a:lnTo>
                  <a:lnTo>
                    <a:pt x="456" y="720"/>
                  </a:lnTo>
                  <a:lnTo>
                    <a:pt x="450" y="720"/>
                  </a:lnTo>
                  <a:lnTo>
                    <a:pt x="450" y="762"/>
                  </a:lnTo>
                  <a:lnTo>
                    <a:pt x="456" y="762"/>
                  </a:lnTo>
                  <a:lnTo>
                    <a:pt x="468" y="774"/>
                  </a:lnTo>
                  <a:lnTo>
                    <a:pt x="480" y="798"/>
                  </a:lnTo>
                  <a:lnTo>
                    <a:pt x="480" y="804"/>
                  </a:lnTo>
                  <a:lnTo>
                    <a:pt x="468" y="816"/>
                  </a:lnTo>
                  <a:lnTo>
                    <a:pt x="462" y="816"/>
                  </a:lnTo>
                  <a:lnTo>
                    <a:pt x="462" y="828"/>
                  </a:lnTo>
                  <a:lnTo>
                    <a:pt x="468" y="834"/>
                  </a:lnTo>
                  <a:lnTo>
                    <a:pt x="468" y="864"/>
                  </a:lnTo>
                  <a:lnTo>
                    <a:pt x="474" y="870"/>
                  </a:lnTo>
                  <a:lnTo>
                    <a:pt x="474" y="900"/>
                  </a:lnTo>
                  <a:lnTo>
                    <a:pt x="462" y="894"/>
                  </a:lnTo>
                  <a:lnTo>
                    <a:pt x="444" y="894"/>
                  </a:lnTo>
                  <a:lnTo>
                    <a:pt x="438" y="900"/>
                  </a:lnTo>
                  <a:lnTo>
                    <a:pt x="438" y="918"/>
                  </a:lnTo>
                  <a:lnTo>
                    <a:pt x="408" y="918"/>
                  </a:lnTo>
                  <a:lnTo>
                    <a:pt x="408" y="942"/>
                  </a:lnTo>
                  <a:lnTo>
                    <a:pt x="366" y="942"/>
                  </a:lnTo>
                  <a:lnTo>
                    <a:pt x="366" y="966"/>
                  </a:lnTo>
                  <a:lnTo>
                    <a:pt x="378" y="990"/>
                  </a:lnTo>
                  <a:lnTo>
                    <a:pt x="396" y="1008"/>
                  </a:lnTo>
                  <a:lnTo>
                    <a:pt x="396" y="1020"/>
                  </a:lnTo>
                  <a:lnTo>
                    <a:pt x="390" y="1014"/>
                  </a:lnTo>
                  <a:lnTo>
                    <a:pt x="378" y="1008"/>
                  </a:lnTo>
                  <a:lnTo>
                    <a:pt x="372" y="1002"/>
                  </a:lnTo>
                  <a:lnTo>
                    <a:pt x="360" y="996"/>
                  </a:lnTo>
                  <a:lnTo>
                    <a:pt x="348" y="996"/>
                  </a:lnTo>
                  <a:lnTo>
                    <a:pt x="342" y="1002"/>
                  </a:lnTo>
                  <a:lnTo>
                    <a:pt x="342" y="1008"/>
                  </a:lnTo>
                  <a:lnTo>
                    <a:pt x="306" y="1008"/>
                  </a:lnTo>
                  <a:lnTo>
                    <a:pt x="312" y="1014"/>
                  </a:lnTo>
                  <a:lnTo>
                    <a:pt x="318" y="1014"/>
                  </a:lnTo>
                  <a:lnTo>
                    <a:pt x="324" y="1020"/>
                  </a:lnTo>
                  <a:lnTo>
                    <a:pt x="324" y="1026"/>
                  </a:lnTo>
                  <a:lnTo>
                    <a:pt x="312" y="1032"/>
                  </a:lnTo>
                  <a:lnTo>
                    <a:pt x="294" y="1032"/>
                  </a:lnTo>
                  <a:lnTo>
                    <a:pt x="276" y="1038"/>
                  </a:lnTo>
                  <a:lnTo>
                    <a:pt x="270" y="1050"/>
                  </a:lnTo>
                  <a:lnTo>
                    <a:pt x="270" y="1056"/>
                  </a:lnTo>
                  <a:lnTo>
                    <a:pt x="288" y="1074"/>
                  </a:lnTo>
                  <a:lnTo>
                    <a:pt x="300" y="1080"/>
                  </a:lnTo>
                  <a:lnTo>
                    <a:pt x="306" y="1086"/>
                  </a:lnTo>
                  <a:lnTo>
                    <a:pt x="312" y="1086"/>
                  </a:lnTo>
                  <a:lnTo>
                    <a:pt x="294" y="1104"/>
                  </a:lnTo>
                  <a:lnTo>
                    <a:pt x="294" y="1110"/>
                  </a:lnTo>
                  <a:lnTo>
                    <a:pt x="300" y="1116"/>
                  </a:lnTo>
                  <a:lnTo>
                    <a:pt x="300" y="1128"/>
                  </a:lnTo>
                  <a:lnTo>
                    <a:pt x="306" y="1140"/>
                  </a:lnTo>
                  <a:lnTo>
                    <a:pt x="306" y="1152"/>
                  </a:lnTo>
                  <a:lnTo>
                    <a:pt x="312" y="1158"/>
                  </a:lnTo>
                  <a:lnTo>
                    <a:pt x="294" y="1176"/>
                  </a:lnTo>
                  <a:lnTo>
                    <a:pt x="294" y="1188"/>
                  </a:lnTo>
                  <a:lnTo>
                    <a:pt x="306" y="1194"/>
                  </a:lnTo>
                  <a:lnTo>
                    <a:pt x="318" y="1194"/>
                  </a:lnTo>
                  <a:lnTo>
                    <a:pt x="330" y="1188"/>
                  </a:lnTo>
                  <a:lnTo>
                    <a:pt x="354" y="1164"/>
                  </a:lnTo>
                  <a:lnTo>
                    <a:pt x="366" y="1158"/>
                  </a:lnTo>
                  <a:lnTo>
                    <a:pt x="378" y="1158"/>
                  </a:lnTo>
                  <a:lnTo>
                    <a:pt x="384" y="1134"/>
                  </a:lnTo>
                  <a:lnTo>
                    <a:pt x="384" y="1110"/>
                  </a:lnTo>
                  <a:lnTo>
                    <a:pt x="396" y="1110"/>
                  </a:lnTo>
                  <a:lnTo>
                    <a:pt x="402" y="1116"/>
                  </a:lnTo>
                  <a:lnTo>
                    <a:pt x="414" y="1116"/>
                  </a:lnTo>
                  <a:lnTo>
                    <a:pt x="426" y="1104"/>
                  </a:lnTo>
                  <a:lnTo>
                    <a:pt x="426" y="1092"/>
                  </a:lnTo>
                  <a:lnTo>
                    <a:pt x="420" y="1086"/>
                  </a:lnTo>
                  <a:lnTo>
                    <a:pt x="414" y="1074"/>
                  </a:lnTo>
                  <a:lnTo>
                    <a:pt x="408" y="1068"/>
                  </a:lnTo>
                  <a:lnTo>
                    <a:pt x="408" y="1062"/>
                  </a:lnTo>
                  <a:lnTo>
                    <a:pt x="414" y="1056"/>
                  </a:lnTo>
                  <a:lnTo>
                    <a:pt x="426" y="1056"/>
                  </a:lnTo>
                  <a:lnTo>
                    <a:pt x="438" y="1050"/>
                  </a:lnTo>
                  <a:lnTo>
                    <a:pt x="444" y="1044"/>
                  </a:lnTo>
                  <a:lnTo>
                    <a:pt x="450" y="1044"/>
                  </a:lnTo>
                  <a:lnTo>
                    <a:pt x="456" y="1050"/>
                  </a:lnTo>
                  <a:lnTo>
                    <a:pt x="468" y="1050"/>
                  </a:lnTo>
                  <a:lnTo>
                    <a:pt x="480" y="1044"/>
                  </a:lnTo>
                  <a:lnTo>
                    <a:pt x="498" y="1038"/>
                  </a:lnTo>
                  <a:lnTo>
                    <a:pt x="546" y="1014"/>
                  </a:lnTo>
                  <a:lnTo>
                    <a:pt x="582" y="978"/>
                  </a:lnTo>
                  <a:lnTo>
                    <a:pt x="588" y="960"/>
                  </a:lnTo>
                  <a:lnTo>
                    <a:pt x="594" y="936"/>
                  </a:lnTo>
                  <a:lnTo>
                    <a:pt x="606" y="876"/>
                  </a:lnTo>
                  <a:lnTo>
                    <a:pt x="606" y="846"/>
                  </a:lnTo>
                  <a:lnTo>
                    <a:pt x="600" y="834"/>
                  </a:lnTo>
                  <a:lnTo>
                    <a:pt x="576" y="810"/>
                  </a:lnTo>
                  <a:lnTo>
                    <a:pt x="594" y="804"/>
                  </a:lnTo>
                  <a:lnTo>
                    <a:pt x="594" y="774"/>
                  </a:lnTo>
                  <a:lnTo>
                    <a:pt x="588" y="756"/>
                  </a:lnTo>
                  <a:lnTo>
                    <a:pt x="588" y="744"/>
                  </a:lnTo>
                  <a:lnTo>
                    <a:pt x="570" y="708"/>
                  </a:lnTo>
                  <a:lnTo>
                    <a:pt x="564" y="690"/>
                  </a:lnTo>
                  <a:lnTo>
                    <a:pt x="558" y="684"/>
                  </a:lnTo>
                  <a:lnTo>
                    <a:pt x="552" y="672"/>
                  </a:lnTo>
                  <a:lnTo>
                    <a:pt x="558" y="666"/>
                  </a:lnTo>
                  <a:lnTo>
                    <a:pt x="558" y="642"/>
                  </a:lnTo>
                  <a:lnTo>
                    <a:pt x="522" y="606"/>
                  </a:lnTo>
                  <a:lnTo>
                    <a:pt x="486" y="576"/>
                  </a:lnTo>
                  <a:lnTo>
                    <a:pt x="456" y="552"/>
                  </a:lnTo>
                  <a:lnTo>
                    <a:pt x="432" y="534"/>
                  </a:lnTo>
                  <a:lnTo>
                    <a:pt x="420" y="528"/>
                  </a:lnTo>
                  <a:lnTo>
                    <a:pt x="402" y="516"/>
                  </a:lnTo>
                  <a:lnTo>
                    <a:pt x="390" y="510"/>
                  </a:lnTo>
                  <a:lnTo>
                    <a:pt x="384" y="504"/>
                  </a:lnTo>
                  <a:lnTo>
                    <a:pt x="384" y="468"/>
                  </a:lnTo>
                  <a:lnTo>
                    <a:pt x="336" y="420"/>
                  </a:lnTo>
                  <a:lnTo>
                    <a:pt x="306" y="384"/>
                  </a:lnTo>
                  <a:lnTo>
                    <a:pt x="288" y="354"/>
                  </a:lnTo>
                  <a:lnTo>
                    <a:pt x="282" y="336"/>
                  </a:lnTo>
                  <a:lnTo>
                    <a:pt x="282" y="318"/>
                  </a:lnTo>
                  <a:lnTo>
                    <a:pt x="276" y="306"/>
                  </a:lnTo>
                  <a:lnTo>
                    <a:pt x="276" y="282"/>
                  </a:lnTo>
                  <a:lnTo>
                    <a:pt x="282" y="276"/>
                  </a:lnTo>
                  <a:lnTo>
                    <a:pt x="294" y="252"/>
                  </a:lnTo>
                  <a:lnTo>
                    <a:pt x="294" y="240"/>
                  </a:lnTo>
                  <a:lnTo>
                    <a:pt x="300" y="240"/>
                  </a:lnTo>
                  <a:lnTo>
                    <a:pt x="312" y="228"/>
                  </a:lnTo>
                  <a:lnTo>
                    <a:pt x="324" y="222"/>
                  </a:lnTo>
                  <a:lnTo>
                    <a:pt x="336" y="210"/>
                  </a:lnTo>
                  <a:lnTo>
                    <a:pt x="336" y="204"/>
                  </a:lnTo>
                  <a:lnTo>
                    <a:pt x="342" y="198"/>
                  </a:lnTo>
                  <a:lnTo>
                    <a:pt x="372" y="198"/>
                  </a:lnTo>
                  <a:lnTo>
                    <a:pt x="384" y="186"/>
                  </a:lnTo>
                  <a:lnTo>
                    <a:pt x="390" y="174"/>
                  </a:lnTo>
                  <a:lnTo>
                    <a:pt x="390" y="156"/>
                  </a:lnTo>
                  <a:lnTo>
                    <a:pt x="396" y="144"/>
                  </a:lnTo>
                  <a:lnTo>
                    <a:pt x="390" y="144"/>
                  </a:lnTo>
                  <a:lnTo>
                    <a:pt x="384" y="138"/>
                  </a:lnTo>
                  <a:lnTo>
                    <a:pt x="354" y="138"/>
                  </a:lnTo>
                  <a:lnTo>
                    <a:pt x="342" y="132"/>
                  </a:lnTo>
                  <a:lnTo>
                    <a:pt x="336" y="120"/>
                  </a:lnTo>
                  <a:lnTo>
                    <a:pt x="330" y="114"/>
                  </a:lnTo>
                  <a:lnTo>
                    <a:pt x="312" y="114"/>
                  </a:lnTo>
                  <a:lnTo>
                    <a:pt x="312" y="96"/>
                  </a:lnTo>
                  <a:lnTo>
                    <a:pt x="300" y="90"/>
                  </a:lnTo>
                  <a:lnTo>
                    <a:pt x="294" y="72"/>
                  </a:lnTo>
                  <a:lnTo>
                    <a:pt x="312" y="54"/>
                  </a:lnTo>
                  <a:lnTo>
                    <a:pt x="312" y="48"/>
                  </a:lnTo>
                  <a:lnTo>
                    <a:pt x="306" y="42"/>
                  </a:lnTo>
                  <a:lnTo>
                    <a:pt x="276" y="42"/>
                  </a:lnTo>
                  <a:lnTo>
                    <a:pt x="264" y="30"/>
                  </a:lnTo>
                  <a:lnTo>
                    <a:pt x="234" y="36"/>
                  </a:lnTo>
                  <a:lnTo>
                    <a:pt x="204" y="0"/>
                  </a:lnTo>
                  <a:lnTo>
                    <a:pt x="198" y="0"/>
                  </a:lnTo>
                  <a:lnTo>
                    <a:pt x="192" y="6"/>
                  </a:lnTo>
                  <a:lnTo>
                    <a:pt x="180" y="12"/>
                  </a:lnTo>
                  <a:lnTo>
                    <a:pt x="174" y="18"/>
                  </a:lnTo>
                  <a:lnTo>
                    <a:pt x="174" y="30"/>
                  </a:lnTo>
                  <a:lnTo>
                    <a:pt x="168" y="42"/>
                  </a:lnTo>
                  <a:lnTo>
                    <a:pt x="168" y="48"/>
                  </a:lnTo>
                  <a:lnTo>
                    <a:pt x="150" y="48"/>
                  </a:lnTo>
                  <a:lnTo>
                    <a:pt x="144" y="54"/>
                  </a:lnTo>
                  <a:lnTo>
                    <a:pt x="138" y="48"/>
                  </a:lnTo>
                  <a:lnTo>
                    <a:pt x="120" y="48"/>
                  </a:lnTo>
                  <a:lnTo>
                    <a:pt x="132" y="60"/>
                  </a:lnTo>
                  <a:lnTo>
                    <a:pt x="132" y="72"/>
                  </a:lnTo>
                  <a:lnTo>
                    <a:pt x="114" y="72"/>
                  </a:lnTo>
                  <a:lnTo>
                    <a:pt x="108" y="66"/>
                  </a:lnTo>
                  <a:lnTo>
                    <a:pt x="96" y="48"/>
                  </a:lnTo>
                  <a:lnTo>
                    <a:pt x="90" y="48"/>
                  </a:lnTo>
                  <a:lnTo>
                    <a:pt x="90" y="66"/>
                  </a:lnTo>
                  <a:lnTo>
                    <a:pt x="72" y="48"/>
                  </a:lnTo>
                  <a:lnTo>
                    <a:pt x="66" y="54"/>
                  </a:lnTo>
                  <a:lnTo>
                    <a:pt x="60" y="66"/>
                  </a:lnTo>
                  <a:lnTo>
                    <a:pt x="54" y="72"/>
                  </a:lnTo>
                  <a:lnTo>
                    <a:pt x="42" y="72"/>
                  </a:lnTo>
                  <a:lnTo>
                    <a:pt x="18" y="48"/>
                  </a:lnTo>
                  <a:lnTo>
                    <a:pt x="6" y="4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7" name="USA (Alaska)" descr="© INSCALE GmbH, 05.05.2010&#10;http://www.presentationload.com/">
              <a:extLst>
                <a:ext uri="{FF2B5EF4-FFF2-40B4-BE49-F238E27FC236}">
                  <a16:creationId xmlns:a16="http://schemas.microsoft.com/office/drawing/2014/main" id="{1F13D3F4-8AA2-4A82-B8D3-16E59DA9E654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388503" y="1172965"/>
              <a:ext cx="1015839" cy="436710"/>
            </a:xfrm>
            <a:custGeom>
              <a:avLst/>
              <a:gdLst>
                <a:gd name="T0" fmla="*/ 2147483647 w 3072"/>
                <a:gd name="T1" fmla="*/ 2147483647 h 1332"/>
                <a:gd name="T2" fmla="*/ 2147483647 w 3072"/>
                <a:gd name="T3" fmla="*/ 2147483647 h 1332"/>
                <a:gd name="T4" fmla="*/ 2147483647 w 3072"/>
                <a:gd name="T5" fmla="*/ 2147483647 h 1332"/>
                <a:gd name="T6" fmla="*/ 2147483647 w 3072"/>
                <a:gd name="T7" fmla="*/ 2147483647 h 1332"/>
                <a:gd name="T8" fmla="*/ 2147483647 w 3072"/>
                <a:gd name="T9" fmla="*/ 2147483647 h 1332"/>
                <a:gd name="T10" fmla="*/ 2147483647 w 3072"/>
                <a:gd name="T11" fmla="*/ 2147483647 h 1332"/>
                <a:gd name="T12" fmla="*/ 2147483647 w 3072"/>
                <a:gd name="T13" fmla="*/ 2147483647 h 1332"/>
                <a:gd name="T14" fmla="*/ 2147483647 w 3072"/>
                <a:gd name="T15" fmla="*/ 2147483647 h 1332"/>
                <a:gd name="T16" fmla="*/ 2147483647 w 3072"/>
                <a:gd name="T17" fmla="*/ 2147483647 h 1332"/>
                <a:gd name="T18" fmla="*/ 2147483647 w 3072"/>
                <a:gd name="T19" fmla="*/ 2147483647 h 1332"/>
                <a:gd name="T20" fmla="*/ 2147483647 w 3072"/>
                <a:gd name="T21" fmla="*/ 2147483647 h 1332"/>
                <a:gd name="T22" fmla="*/ 2147483647 w 3072"/>
                <a:gd name="T23" fmla="*/ 0 h 1332"/>
                <a:gd name="T24" fmla="*/ 2147483647 w 3072"/>
                <a:gd name="T25" fmla="*/ 2147483647 h 1332"/>
                <a:gd name="T26" fmla="*/ 2147483647 w 3072"/>
                <a:gd name="T27" fmla="*/ 2147483647 h 1332"/>
                <a:gd name="T28" fmla="*/ 2147483647 w 3072"/>
                <a:gd name="T29" fmla="*/ 2147483647 h 1332"/>
                <a:gd name="T30" fmla="*/ 2147483647 w 3072"/>
                <a:gd name="T31" fmla="*/ 2147483647 h 1332"/>
                <a:gd name="T32" fmla="*/ 2147483647 w 3072"/>
                <a:gd name="T33" fmla="*/ 2147483647 h 1332"/>
                <a:gd name="T34" fmla="*/ 2147483647 w 3072"/>
                <a:gd name="T35" fmla="*/ 2147483647 h 1332"/>
                <a:gd name="T36" fmla="*/ 2147483647 w 3072"/>
                <a:gd name="T37" fmla="*/ 2147483647 h 1332"/>
                <a:gd name="T38" fmla="*/ 2147483647 w 3072"/>
                <a:gd name="T39" fmla="*/ 2147483647 h 1332"/>
                <a:gd name="T40" fmla="*/ 2147483647 w 3072"/>
                <a:gd name="T41" fmla="*/ 2147483647 h 1332"/>
                <a:gd name="T42" fmla="*/ 2147483647 w 3072"/>
                <a:gd name="T43" fmla="*/ 2147483647 h 1332"/>
                <a:gd name="T44" fmla="*/ 2147483647 w 3072"/>
                <a:gd name="T45" fmla="*/ 2147483647 h 1332"/>
                <a:gd name="T46" fmla="*/ 2147483647 w 3072"/>
                <a:gd name="T47" fmla="*/ 2147483647 h 1332"/>
                <a:gd name="T48" fmla="*/ 2147483647 w 3072"/>
                <a:gd name="T49" fmla="*/ 2147483647 h 1332"/>
                <a:gd name="T50" fmla="*/ 2147483647 w 3072"/>
                <a:gd name="T51" fmla="*/ 2147483647 h 1332"/>
                <a:gd name="T52" fmla="*/ 2147483647 w 3072"/>
                <a:gd name="T53" fmla="*/ 2147483647 h 1332"/>
                <a:gd name="T54" fmla="*/ 2147483647 w 3072"/>
                <a:gd name="T55" fmla="*/ 2147483647 h 1332"/>
                <a:gd name="T56" fmla="*/ 2147483647 w 3072"/>
                <a:gd name="T57" fmla="*/ 2147483647 h 1332"/>
                <a:gd name="T58" fmla="*/ 2147483647 w 3072"/>
                <a:gd name="T59" fmla="*/ 2147483647 h 1332"/>
                <a:gd name="T60" fmla="*/ 2147483647 w 3072"/>
                <a:gd name="T61" fmla="*/ 2147483647 h 1332"/>
                <a:gd name="T62" fmla="*/ 2147483647 w 3072"/>
                <a:gd name="T63" fmla="*/ 2147483647 h 1332"/>
                <a:gd name="T64" fmla="*/ 2147483647 w 3072"/>
                <a:gd name="T65" fmla="*/ 2147483647 h 1332"/>
                <a:gd name="T66" fmla="*/ 2147483647 w 3072"/>
                <a:gd name="T67" fmla="*/ 2147483647 h 1332"/>
                <a:gd name="T68" fmla="*/ 2147483647 w 3072"/>
                <a:gd name="T69" fmla="*/ 2147483647 h 1332"/>
                <a:gd name="T70" fmla="*/ 2147483647 w 3072"/>
                <a:gd name="T71" fmla="*/ 2147483647 h 1332"/>
                <a:gd name="T72" fmla="*/ 2147483647 w 3072"/>
                <a:gd name="T73" fmla="*/ 2147483647 h 1332"/>
                <a:gd name="T74" fmla="*/ 2147483647 w 3072"/>
                <a:gd name="T75" fmla="*/ 2147483647 h 1332"/>
                <a:gd name="T76" fmla="*/ 2147483647 w 3072"/>
                <a:gd name="T77" fmla="*/ 2147483647 h 1332"/>
                <a:gd name="T78" fmla="*/ 2147483647 w 3072"/>
                <a:gd name="T79" fmla="*/ 2147483647 h 1332"/>
                <a:gd name="T80" fmla="*/ 2147483647 w 3072"/>
                <a:gd name="T81" fmla="*/ 2147483647 h 1332"/>
                <a:gd name="T82" fmla="*/ 2147483647 w 3072"/>
                <a:gd name="T83" fmla="*/ 2147483647 h 1332"/>
                <a:gd name="T84" fmla="*/ 2147483647 w 3072"/>
                <a:gd name="T85" fmla="*/ 2147483647 h 1332"/>
                <a:gd name="T86" fmla="*/ 2147483647 w 3072"/>
                <a:gd name="T87" fmla="*/ 2147483647 h 1332"/>
                <a:gd name="T88" fmla="*/ 2147483647 w 3072"/>
                <a:gd name="T89" fmla="*/ 2147483647 h 1332"/>
                <a:gd name="T90" fmla="*/ 2147483647 w 3072"/>
                <a:gd name="T91" fmla="*/ 2147483647 h 1332"/>
                <a:gd name="T92" fmla="*/ 2147483647 w 3072"/>
                <a:gd name="T93" fmla="*/ 2147483647 h 1332"/>
                <a:gd name="T94" fmla="*/ 2147483647 w 3072"/>
                <a:gd name="T95" fmla="*/ 2147483647 h 1332"/>
                <a:gd name="T96" fmla="*/ 2147483647 w 3072"/>
                <a:gd name="T97" fmla="*/ 2147483647 h 1332"/>
                <a:gd name="T98" fmla="*/ 2147483647 w 3072"/>
                <a:gd name="T99" fmla="*/ 2147483647 h 1332"/>
                <a:gd name="T100" fmla="*/ 2147483647 w 3072"/>
                <a:gd name="T101" fmla="*/ 2147483647 h 1332"/>
                <a:gd name="T102" fmla="*/ 2147483647 w 3072"/>
                <a:gd name="T103" fmla="*/ 2147483647 h 1332"/>
                <a:gd name="T104" fmla="*/ 2147483647 w 3072"/>
                <a:gd name="T105" fmla="*/ 2147483647 h 1332"/>
                <a:gd name="T106" fmla="*/ 2147483647 w 3072"/>
                <a:gd name="T107" fmla="*/ 2147483647 h 1332"/>
                <a:gd name="T108" fmla="*/ 2147483647 w 3072"/>
                <a:gd name="T109" fmla="*/ 2147483647 h 1332"/>
                <a:gd name="T110" fmla="*/ 2147483647 w 3072"/>
                <a:gd name="T111" fmla="*/ 2147483647 h 1332"/>
                <a:gd name="T112" fmla="*/ 2147483647 w 3072"/>
                <a:gd name="T113" fmla="*/ 2147483647 h 1332"/>
                <a:gd name="T114" fmla="*/ 2147483647 w 3072"/>
                <a:gd name="T115" fmla="*/ 2147483647 h 1332"/>
                <a:gd name="T116" fmla="*/ 2147483647 w 3072"/>
                <a:gd name="T117" fmla="*/ 2147483647 h 1332"/>
                <a:gd name="T118" fmla="*/ 2147483647 w 3072"/>
                <a:gd name="T119" fmla="*/ 2147483647 h 1332"/>
                <a:gd name="T120" fmla="*/ 2147483647 w 3072"/>
                <a:gd name="T121" fmla="*/ 2147483647 h 133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072"/>
                <a:gd name="T184" fmla="*/ 0 h 1332"/>
                <a:gd name="T185" fmla="*/ 3072 w 3072"/>
                <a:gd name="T186" fmla="*/ 1332 h 133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072" h="1332">
                  <a:moveTo>
                    <a:pt x="2454" y="930"/>
                  </a:moveTo>
                  <a:lnTo>
                    <a:pt x="2418" y="966"/>
                  </a:lnTo>
                  <a:lnTo>
                    <a:pt x="2400" y="1002"/>
                  </a:lnTo>
                  <a:lnTo>
                    <a:pt x="2412" y="1002"/>
                  </a:lnTo>
                  <a:lnTo>
                    <a:pt x="2448" y="984"/>
                  </a:lnTo>
                  <a:lnTo>
                    <a:pt x="2460" y="972"/>
                  </a:lnTo>
                  <a:lnTo>
                    <a:pt x="2460" y="954"/>
                  </a:lnTo>
                  <a:lnTo>
                    <a:pt x="2472" y="942"/>
                  </a:lnTo>
                  <a:lnTo>
                    <a:pt x="2460" y="930"/>
                  </a:lnTo>
                  <a:lnTo>
                    <a:pt x="2454" y="930"/>
                  </a:lnTo>
                  <a:close/>
                  <a:moveTo>
                    <a:pt x="2400" y="930"/>
                  </a:moveTo>
                  <a:lnTo>
                    <a:pt x="2388" y="930"/>
                  </a:lnTo>
                  <a:lnTo>
                    <a:pt x="2376" y="936"/>
                  </a:lnTo>
                  <a:lnTo>
                    <a:pt x="2364" y="948"/>
                  </a:lnTo>
                  <a:lnTo>
                    <a:pt x="2364" y="954"/>
                  </a:lnTo>
                  <a:lnTo>
                    <a:pt x="2370" y="966"/>
                  </a:lnTo>
                  <a:lnTo>
                    <a:pt x="2376" y="972"/>
                  </a:lnTo>
                  <a:lnTo>
                    <a:pt x="2406" y="972"/>
                  </a:lnTo>
                  <a:lnTo>
                    <a:pt x="2412" y="960"/>
                  </a:lnTo>
                  <a:lnTo>
                    <a:pt x="2418" y="954"/>
                  </a:lnTo>
                  <a:lnTo>
                    <a:pt x="2418" y="942"/>
                  </a:lnTo>
                  <a:lnTo>
                    <a:pt x="2406" y="936"/>
                  </a:lnTo>
                  <a:lnTo>
                    <a:pt x="2400" y="930"/>
                  </a:lnTo>
                  <a:close/>
                  <a:moveTo>
                    <a:pt x="2316" y="1188"/>
                  </a:moveTo>
                  <a:lnTo>
                    <a:pt x="2328" y="1188"/>
                  </a:lnTo>
                  <a:lnTo>
                    <a:pt x="2340" y="1152"/>
                  </a:lnTo>
                  <a:lnTo>
                    <a:pt x="2322" y="1158"/>
                  </a:lnTo>
                  <a:lnTo>
                    <a:pt x="2316" y="1188"/>
                  </a:lnTo>
                  <a:close/>
                  <a:moveTo>
                    <a:pt x="2388" y="1074"/>
                  </a:moveTo>
                  <a:lnTo>
                    <a:pt x="2370" y="1086"/>
                  </a:lnTo>
                  <a:lnTo>
                    <a:pt x="2382" y="1098"/>
                  </a:lnTo>
                  <a:lnTo>
                    <a:pt x="2388" y="1098"/>
                  </a:lnTo>
                  <a:lnTo>
                    <a:pt x="2382" y="1104"/>
                  </a:lnTo>
                  <a:lnTo>
                    <a:pt x="2376" y="1104"/>
                  </a:lnTo>
                  <a:lnTo>
                    <a:pt x="2364" y="1116"/>
                  </a:lnTo>
                  <a:lnTo>
                    <a:pt x="2358" y="1116"/>
                  </a:lnTo>
                  <a:lnTo>
                    <a:pt x="2352" y="1122"/>
                  </a:lnTo>
                  <a:lnTo>
                    <a:pt x="2352" y="1152"/>
                  </a:lnTo>
                  <a:lnTo>
                    <a:pt x="2358" y="1164"/>
                  </a:lnTo>
                  <a:lnTo>
                    <a:pt x="2358" y="1188"/>
                  </a:lnTo>
                  <a:lnTo>
                    <a:pt x="2370" y="1182"/>
                  </a:lnTo>
                  <a:lnTo>
                    <a:pt x="2376" y="1170"/>
                  </a:lnTo>
                  <a:lnTo>
                    <a:pt x="2388" y="1164"/>
                  </a:lnTo>
                  <a:lnTo>
                    <a:pt x="2394" y="1158"/>
                  </a:lnTo>
                  <a:lnTo>
                    <a:pt x="2394" y="1146"/>
                  </a:lnTo>
                  <a:lnTo>
                    <a:pt x="2382" y="1134"/>
                  </a:lnTo>
                  <a:lnTo>
                    <a:pt x="2394" y="1134"/>
                  </a:lnTo>
                  <a:lnTo>
                    <a:pt x="2412" y="1116"/>
                  </a:lnTo>
                  <a:lnTo>
                    <a:pt x="2412" y="1098"/>
                  </a:lnTo>
                  <a:lnTo>
                    <a:pt x="2388" y="1074"/>
                  </a:lnTo>
                  <a:close/>
                  <a:moveTo>
                    <a:pt x="2562" y="1080"/>
                  </a:moveTo>
                  <a:lnTo>
                    <a:pt x="2550" y="1080"/>
                  </a:lnTo>
                  <a:lnTo>
                    <a:pt x="2550" y="1074"/>
                  </a:lnTo>
                  <a:lnTo>
                    <a:pt x="2544" y="1068"/>
                  </a:lnTo>
                  <a:lnTo>
                    <a:pt x="2538" y="1068"/>
                  </a:lnTo>
                  <a:lnTo>
                    <a:pt x="2532" y="1062"/>
                  </a:lnTo>
                  <a:lnTo>
                    <a:pt x="2520" y="1056"/>
                  </a:lnTo>
                  <a:lnTo>
                    <a:pt x="2514" y="1050"/>
                  </a:lnTo>
                  <a:lnTo>
                    <a:pt x="2514" y="1044"/>
                  </a:lnTo>
                  <a:lnTo>
                    <a:pt x="2520" y="1032"/>
                  </a:lnTo>
                  <a:lnTo>
                    <a:pt x="2520" y="1020"/>
                  </a:lnTo>
                  <a:lnTo>
                    <a:pt x="2526" y="1008"/>
                  </a:lnTo>
                  <a:lnTo>
                    <a:pt x="2532" y="1002"/>
                  </a:lnTo>
                  <a:lnTo>
                    <a:pt x="2532" y="960"/>
                  </a:lnTo>
                  <a:lnTo>
                    <a:pt x="2550" y="924"/>
                  </a:lnTo>
                  <a:lnTo>
                    <a:pt x="2550" y="906"/>
                  </a:lnTo>
                  <a:lnTo>
                    <a:pt x="2544" y="894"/>
                  </a:lnTo>
                  <a:lnTo>
                    <a:pt x="2526" y="876"/>
                  </a:lnTo>
                  <a:lnTo>
                    <a:pt x="2538" y="864"/>
                  </a:lnTo>
                  <a:lnTo>
                    <a:pt x="2538" y="834"/>
                  </a:lnTo>
                  <a:lnTo>
                    <a:pt x="2544" y="828"/>
                  </a:lnTo>
                  <a:lnTo>
                    <a:pt x="2550" y="828"/>
                  </a:lnTo>
                  <a:lnTo>
                    <a:pt x="2556" y="822"/>
                  </a:lnTo>
                  <a:lnTo>
                    <a:pt x="2550" y="816"/>
                  </a:lnTo>
                  <a:lnTo>
                    <a:pt x="2532" y="810"/>
                  </a:lnTo>
                  <a:lnTo>
                    <a:pt x="2520" y="810"/>
                  </a:lnTo>
                  <a:lnTo>
                    <a:pt x="2502" y="816"/>
                  </a:lnTo>
                  <a:lnTo>
                    <a:pt x="2490" y="816"/>
                  </a:lnTo>
                  <a:lnTo>
                    <a:pt x="2484" y="822"/>
                  </a:lnTo>
                  <a:lnTo>
                    <a:pt x="2478" y="822"/>
                  </a:lnTo>
                  <a:lnTo>
                    <a:pt x="2478" y="834"/>
                  </a:lnTo>
                  <a:lnTo>
                    <a:pt x="2460" y="834"/>
                  </a:lnTo>
                  <a:lnTo>
                    <a:pt x="2454" y="840"/>
                  </a:lnTo>
                  <a:lnTo>
                    <a:pt x="2442" y="846"/>
                  </a:lnTo>
                  <a:lnTo>
                    <a:pt x="2430" y="846"/>
                  </a:lnTo>
                  <a:lnTo>
                    <a:pt x="2418" y="852"/>
                  </a:lnTo>
                  <a:lnTo>
                    <a:pt x="2406" y="852"/>
                  </a:lnTo>
                  <a:lnTo>
                    <a:pt x="2400" y="858"/>
                  </a:lnTo>
                  <a:lnTo>
                    <a:pt x="2394" y="858"/>
                  </a:lnTo>
                  <a:lnTo>
                    <a:pt x="2388" y="864"/>
                  </a:lnTo>
                  <a:lnTo>
                    <a:pt x="2376" y="870"/>
                  </a:lnTo>
                  <a:lnTo>
                    <a:pt x="2370" y="876"/>
                  </a:lnTo>
                  <a:lnTo>
                    <a:pt x="2364" y="876"/>
                  </a:lnTo>
                  <a:lnTo>
                    <a:pt x="2364" y="864"/>
                  </a:lnTo>
                  <a:lnTo>
                    <a:pt x="2382" y="846"/>
                  </a:lnTo>
                  <a:lnTo>
                    <a:pt x="2376" y="840"/>
                  </a:lnTo>
                  <a:lnTo>
                    <a:pt x="2364" y="834"/>
                  </a:lnTo>
                  <a:lnTo>
                    <a:pt x="2358" y="828"/>
                  </a:lnTo>
                  <a:lnTo>
                    <a:pt x="2358" y="810"/>
                  </a:lnTo>
                  <a:lnTo>
                    <a:pt x="2352" y="798"/>
                  </a:lnTo>
                  <a:lnTo>
                    <a:pt x="2352" y="792"/>
                  </a:lnTo>
                  <a:lnTo>
                    <a:pt x="2376" y="768"/>
                  </a:lnTo>
                  <a:lnTo>
                    <a:pt x="2340" y="768"/>
                  </a:lnTo>
                  <a:lnTo>
                    <a:pt x="2328" y="780"/>
                  </a:lnTo>
                  <a:lnTo>
                    <a:pt x="2274" y="780"/>
                  </a:lnTo>
                  <a:lnTo>
                    <a:pt x="2274" y="768"/>
                  </a:lnTo>
                  <a:lnTo>
                    <a:pt x="2280" y="756"/>
                  </a:lnTo>
                  <a:lnTo>
                    <a:pt x="2292" y="750"/>
                  </a:lnTo>
                  <a:lnTo>
                    <a:pt x="2298" y="744"/>
                  </a:lnTo>
                  <a:lnTo>
                    <a:pt x="3072" y="108"/>
                  </a:lnTo>
                  <a:lnTo>
                    <a:pt x="3054" y="108"/>
                  </a:lnTo>
                  <a:lnTo>
                    <a:pt x="3054" y="102"/>
                  </a:lnTo>
                  <a:lnTo>
                    <a:pt x="3048" y="90"/>
                  </a:lnTo>
                  <a:lnTo>
                    <a:pt x="3036" y="84"/>
                  </a:lnTo>
                  <a:lnTo>
                    <a:pt x="3030" y="78"/>
                  </a:lnTo>
                  <a:lnTo>
                    <a:pt x="3012" y="78"/>
                  </a:lnTo>
                  <a:lnTo>
                    <a:pt x="2988" y="84"/>
                  </a:lnTo>
                  <a:lnTo>
                    <a:pt x="2964" y="84"/>
                  </a:lnTo>
                  <a:lnTo>
                    <a:pt x="2928" y="96"/>
                  </a:lnTo>
                  <a:lnTo>
                    <a:pt x="2916" y="96"/>
                  </a:lnTo>
                  <a:lnTo>
                    <a:pt x="2892" y="84"/>
                  </a:lnTo>
                  <a:lnTo>
                    <a:pt x="2886" y="78"/>
                  </a:lnTo>
                  <a:lnTo>
                    <a:pt x="2874" y="72"/>
                  </a:lnTo>
                  <a:lnTo>
                    <a:pt x="2784" y="72"/>
                  </a:lnTo>
                  <a:lnTo>
                    <a:pt x="2772" y="66"/>
                  </a:lnTo>
                  <a:lnTo>
                    <a:pt x="2766" y="60"/>
                  </a:lnTo>
                  <a:lnTo>
                    <a:pt x="2748" y="60"/>
                  </a:lnTo>
                  <a:lnTo>
                    <a:pt x="2736" y="54"/>
                  </a:lnTo>
                  <a:lnTo>
                    <a:pt x="2598" y="54"/>
                  </a:lnTo>
                  <a:lnTo>
                    <a:pt x="2598" y="42"/>
                  </a:lnTo>
                  <a:lnTo>
                    <a:pt x="2604" y="36"/>
                  </a:lnTo>
                  <a:lnTo>
                    <a:pt x="2592" y="36"/>
                  </a:lnTo>
                  <a:lnTo>
                    <a:pt x="2574" y="30"/>
                  </a:lnTo>
                  <a:lnTo>
                    <a:pt x="2562" y="30"/>
                  </a:lnTo>
                  <a:lnTo>
                    <a:pt x="2550" y="24"/>
                  </a:lnTo>
                  <a:lnTo>
                    <a:pt x="2532" y="24"/>
                  </a:lnTo>
                  <a:lnTo>
                    <a:pt x="2520" y="30"/>
                  </a:lnTo>
                  <a:lnTo>
                    <a:pt x="2496" y="30"/>
                  </a:lnTo>
                  <a:lnTo>
                    <a:pt x="2490" y="36"/>
                  </a:lnTo>
                  <a:lnTo>
                    <a:pt x="2484" y="36"/>
                  </a:lnTo>
                  <a:lnTo>
                    <a:pt x="2514" y="0"/>
                  </a:lnTo>
                  <a:lnTo>
                    <a:pt x="2430" y="36"/>
                  </a:lnTo>
                  <a:lnTo>
                    <a:pt x="2460" y="0"/>
                  </a:lnTo>
                  <a:lnTo>
                    <a:pt x="2430" y="0"/>
                  </a:lnTo>
                  <a:lnTo>
                    <a:pt x="2418" y="6"/>
                  </a:lnTo>
                  <a:lnTo>
                    <a:pt x="2412" y="12"/>
                  </a:lnTo>
                  <a:lnTo>
                    <a:pt x="2358" y="30"/>
                  </a:lnTo>
                  <a:lnTo>
                    <a:pt x="2232" y="30"/>
                  </a:lnTo>
                  <a:lnTo>
                    <a:pt x="2214" y="36"/>
                  </a:lnTo>
                  <a:lnTo>
                    <a:pt x="2208" y="42"/>
                  </a:lnTo>
                  <a:lnTo>
                    <a:pt x="2184" y="54"/>
                  </a:lnTo>
                  <a:lnTo>
                    <a:pt x="2172" y="54"/>
                  </a:lnTo>
                  <a:lnTo>
                    <a:pt x="2166" y="60"/>
                  </a:lnTo>
                  <a:lnTo>
                    <a:pt x="2046" y="60"/>
                  </a:lnTo>
                  <a:lnTo>
                    <a:pt x="2004" y="72"/>
                  </a:lnTo>
                  <a:lnTo>
                    <a:pt x="1956" y="102"/>
                  </a:lnTo>
                  <a:lnTo>
                    <a:pt x="1902" y="132"/>
                  </a:lnTo>
                  <a:lnTo>
                    <a:pt x="1854" y="144"/>
                  </a:lnTo>
                  <a:lnTo>
                    <a:pt x="1758" y="156"/>
                  </a:lnTo>
                  <a:lnTo>
                    <a:pt x="1722" y="162"/>
                  </a:lnTo>
                  <a:lnTo>
                    <a:pt x="1704" y="162"/>
                  </a:lnTo>
                  <a:lnTo>
                    <a:pt x="1698" y="168"/>
                  </a:lnTo>
                  <a:lnTo>
                    <a:pt x="1644" y="186"/>
                  </a:lnTo>
                  <a:lnTo>
                    <a:pt x="1632" y="192"/>
                  </a:lnTo>
                  <a:lnTo>
                    <a:pt x="1620" y="192"/>
                  </a:lnTo>
                  <a:lnTo>
                    <a:pt x="1620" y="198"/>
                  </a:lnTo>
                  <a:lnTo>
                    <a:pt x="1626" y="204"/>
                  </a:lnTo>
                  <a:lnTo>
                    <a:pt x="1638" y="210"/>
                  </a:lnTo>
                  <a:lnTo>
                    <a:pt x="1650" y="222"/>
                  </a:lnTo>
                  <a:lnTo>
                    <a:pt x="1656" y="222"/>
                  </a:lnTo>
                  <a:lnTo>
                    <a:pt x="1662" y="234"/>
                  </a:lnTo>
                  <a:lnTo>
                    <a:pt x="1662" y="240"/>
                  </a:lnTo>
                  <a:lnTo>
                    <a:pt x="1668" y="252"/>
                  </a:lnTo>
                  <a:lnTo>
                    <a:pt x="1668" y="264"/>
                  </a:lnTo>
                  <a:lnTo>
                    <a:pt x="1662" y="264"/>
                  </a:lnTo>
                  <a:lnTo>
                    <a:pt x="1650" y="270"/>
                  </a:lnTo>
                  <a:lnTo>
                    <a:pt x="1644" y="282"/>
                  </a:lnTo>
                  <a:lnTo>
                    <a:pt x="1734" y="282"/>
                  </a:lnTo>
                  <a:lnTo>
                    <a:pt x="1704" y="318"/>
                  </a:lnTo>
                  <a:lnTo>
                    <a:pt x="1770" y="318"/>
                  </a:lnTo>
                  <a:lnTo>
                    <a:pt x="1764" y="336"/>
                  </a:lnTo>
                  <a:lnTo>
                    <a:pt x="1710" y="336"/>
                  </a:lnTo>
                  <a:lnTo>
                    <a:pt x="1698" y="348"/>
                  </a:lnTo>
                  <a:lnTo>
                    <a:pt x="1632" y="348"/>
                  </a:lnTo>
                  <a:lnTo>
                    <a:pt x="1614" y="354"/>
                  </a:lnTo>
                  <a:lnTo>
                    <a:pt x="1560" y="354"/>
                  </a:lnTo>
                  <a:lnTo>
                    <a:pt x="1554" y="348"/>
                  </a:lnTo>
                  <a:lnTo>
                    <a:pt x="1548" y="348"/>
                  </a:lnTo>
                  <a:lnTo>
                    <a:pt x="1554" y="342"/>
                  </a:lnTo>
                  <a:lnTo>
                    <a:pt x="1560" y="342"/>
                  </a:lnTo>
                  <a:lnTo>
                    <a:pt x="1572" y="330"/>
                  </a:lnTo>
                  <a:lnTo>
                    <a:pt x="1566" y="324"/>
                  </a:lnTo>
                  <a:lnTo>
                    <a:pt x="1458" y="324"/>
                  </a:lnTo>
                  <a:lnTo>
                    <a:pt x="1452" y="330"/>
                  </a:lnTo>
                  <a:lnTo>
                    <a:pt x="1452" y="348"/>
                  </a:lnTo>
                  <a:lnTo>
                    <a:pt x="1434" y="348"/>
                  </a:lnTo>
                  <a:lnTo>
                    <a:pt x="1422" y="354"/>
                  </a:lnTo>
                  <a:lnTo>
                    <a:pt x="1404" y="354"/>
                  </a:lnTo>
                  <a:lnTo>
                    <a:pt x="1386" y="360"/>
                  </a:lnTo>
                  <a:lnTo>
                    <a:pt x="1338" y="360"/>
                  </a:lnTo>
                  <a:lnTo>
                    <a:pt x="1308" y="366"/>
                  </a:lnTo>
                  <a:lnTo>
                    <a:pt x="1254" y="384"/>
                  </a:lnTo>
                  <a:lnTo>
                    <a:pt x="1254" y="390"/>
                  </a:lnTo>
                  <a:lnTo>
                    <a:pt x="1272" y="396"/>
                  </a:lnTo>
                  <a:lnTo>
                    <a:pt x="1284" y="402"/>
                  </a:lnTo>
                  <a:lnTo>
                    <a:pt x="1314" y="402"/>
                  </a:lnTo>
                  <a:lnTo>
                    <a:pt x="1272" y="420"/>
                  </a:lnTo>
                  <a:lnTo>
                    <a:pt x="1260" y="462"/>
                  </a:lnTo>
                  <a:lnTo>
                    <a:pt x="1272" y="462"/>
                  </a:lnTo>
                  <a:lnTo>
                    <a:pt x="1290" y="468"/>
                  </a:lnTo>
                  <a:lnTo>
                    <a:pt x="1338" y="468"/>
                  </a:lnTo>
                  <a:lnTo>
                    <a:pt x="1350" y="462"/>
                  </a:lnTo>
                  <a:lnTo>
                    <a:pt x="1362" y="462"/>
                  </a:lnTo>
                  <a:lnTo>
                    <a:pt x="1410" y="474"/>
                  </a:lnTo>
                  <a:lnTo>
                    <a:pt x="1422" y="456"/>
                  </a:lnTo>
                  <a:lnTo>
                    <a:pt x="1434" y="474"/>
                  </a:lnTo>
                  <a:lnTo>
                    <a:pt x="1446" y="468"/>
                  </a:lnTo>
                  <a:lnTo>
                    <a:pt x="1452" y="462"/>
                  </a:lnTo>
                  <a:lnTo>
                    <a:pt x="1476" y="450"/>
                  </a:lnTo>
                  <a:lnTo>
                    <a:pt x="1482" y="444"/>
                  </a:lnTo>
                  <a:lnTo>
                    <a:pt x="1494" y="444"/>
                  </a:lnTo>
                  <a:lnTo>
                    <a:pt x="1506" y="450"/>
                  </a:lnTo>
                  <a:lnTo>
                    <a:pt x="1524" y="450"/>
                  </a:lnTo>
                  <a:lnTo>
                    <a:pt x="1536" y="444"/>
                  </a:lnTo>
                  <a:lnTo>
                    <a:pt x="1542" y="438"/>
                  </a:lnTo>
                  <a:lnTo>
                    <a:pt x="1554" y="432"/>
                  </a:lnTo>
                  <a:lnTo>
                    <a:pt x="1560" y="432"/>
                  </a:lnTo>
                  <a:lnTo>
                    <a:pt x="1566" y="426"/>
                  </a:lnTo>
                  <a:lnTo>
                    <a:pt x="1566" y="450"/>
                  </a:lnTo>
                  <a:lnTo>
                    <a:pt x="1560" y="462"/>
                  </a:lnTo>
                  <a:lnTo>
                    <a:pt x="1554" y="468"/>
                  </a:lnTo>
                  <a:lnTo>
                    <a:pt x="1500" y="468"/>
                  </a:lnTo>
                  <a:lnTo>
                    <a:pt x="1506" y="498"/>
                  </a:lnTo>
                  <a:lnTo>
                    <a:pt x="1494" y="504"/>
                  </a:lnTo>
                  <a:lnTo>
                    <a:pt x="1488" y="516"/>
                  </a:lnTo>
                  <a:lnTo>
                    <a:pt x="1476" y="522"/>
                  </a:lnTo>
                  <a:lnTo>
                    <a:pt x="1464" y="534"/>
                  </a:lnTo>
                  <a:lnTo>
                    <a:pt x="1446" y="540"/>
                  </a:lnTo>
                  <a:lnTo>
                    <a:pt x="1380" y="540"/>
                  </a:lnTo>
                  <a:lnTo>
                    <a:pt x="1362" y="522"/>
                  </a:lnTo>
                  <a:lnTo>
                    <a:pt x="1344" y="534"/>
                  </a:lnTo>
                  <a:lnTo>
                    <a:pt x="1344" y="546"/>
                  </a:lnTo>
                  <a:lnTo>
                    <a:pt x="1338" y="546"/>
                  </a:lnTo>
                  <a:lnTo>
                    <a:pt x="1332" y="552"/>
                  </a:lnTo>
                  <a:lnTo>
                    <a:pt x="1320" y="558"/>
                  </a:lnTo>
                  <a:lnTo>
                    <a:pt x="1302" y="564"/>
                  </a:lnTo>
                  <a:lnTo>
                    <a:pt x="1290" y="570"/>
                  </a:lnTo>
                  <a:lnTo>
                    <a:pt x="1266" y="570"/>
                  </a:lnTo>
                  <a:lnTo>
                    <a:pt x="1242" y="558"/>
                  </a:lnTo>
                  <a:lnTo>
                    <a:pt x="1236" y="558"/>
                  </a:lnTo>
                  <a:lnTo>
                    <a:pt x="1140" y="606"/>
                  </a:lnTo>
                  <a:lnTo>
                    <a:pt x="1122" y="624"/>
                  </a:lnTo>
                  <a:lnTo>
                    <a:pt x="1116" y="606"/>
                  </a:lnTo>
                  <a:lnTo>
                    <a:pt x="1080" y="624"/>
                  </a:lnTo>
                  <a:lnTo>
                    <a:pt x="1068" y="624"/>
                  </a:lnTo>
                  <a:lnTo>
                    <a:pt x="1044" y="636"/>
                  </a:lnTo>
                  <a:lnTo>
                    <a:pt x="1020" y="660"/>
                  </a:lnTo>
                  <a:lnTo>
                    <a:pt x="990" y="648"/>
                  </a:lnTo>
                  <a:lnTo>
                    <a:pt x="990" y="672"/>
                  </a:lnTo>
                  <a:lnTo>
                    <a:pt x="984" y="666"/>
                  </a:lnTo>
                  <a:lnTo>
                    <a:pt x="972" y="666"/>
                  </a:lnTo>
                  <a:lnTo>
                    <a:pt x="966" y="672"/>
                  </a:lnTo>
                  <a:lnTo>
                    <a:pt x="966" y="690"/>
                  </a:lnTo>
                  <a:lnTo>
                    <a:pt x="954" y="708"/>
                  </a:lnTo>
                  <a:lnTo>
                    <a:pt x="1014" y="684"/>
                  </a:lnTo>
                  <a:lnTo>
                    <a:pt x="990" y="702"/>
                  </a:lnTo>
                  <a:lnTo>
                    <a:pt x="990" y="714"/>
                  </a:lnTo>
                  <a:lnTo>
                    <a:pt x="972" y="726"/>
                  </a:lnTo>
                  <a:lnTo>
                    <a:pt x="1026" y="726"/>
                  </a:lnTo>
                  <a:lnTo>
                    <a:pt x="1032" y="732"/>
                  </a:lnTo>
                  <a:lnTo>
                    <a:pt x="1032" y="738"/>
                  </a:lnTo>
                  <a:lnTo>
                    <a:pt x="1020" y="744"/>
                  </a:lnTo>
                  <a:lnTo>
                    <a:pt x="984" y="744"/>
                  </a:lnTo>
                  <a:lnTo>
                    <a:pt x="960" y="750"/>
                  </a:lnTo>
                  <a:lnTo>
                    <a:pt x="972" y="738"/>
                  </a:lnTo>
                  <a:lnTo>
                    <a:pt x="960" y="732"/>
                  </a:lnTo>
                  <a:lnTo>
                    <a:pt x="954" y="732"/>
                  </a:lnTo>
                  <a:lnTo>
                    <a:pt x="948" y="738"/>
                  </a:lnTo>
                  <a:lnTo>
                    <a:pt x="936" y="744"/>
                  </a:lnTo>
                  <a:lnTo>
                    <a:pt x="930" y="750"/>
                  </a:lnTo>
                  <a:lnTo>
                    <a:pt x="924" y="750"/>
                  </a:lnTo>
                  <a:lnTo>
                    <a:pt x="918" y="756"/>
                  </a:lnTo>
                  <a:lnTo>
                    <a:pt x="924" y="756"/>
                  </a:lnTo>
                  <a:lnTo>
                    <a:pt x="930" y="762"/>
                  </a:lnTo>
                  <a:lnTo>
                    <a:pt x="930" y="768"/>
                  </a:lnTo>
                  <a:lnTo>
                    <a:pt x="924" y="774"/>
                  </a:lnTo>
                  <a:lnTo>
                    <a:pt x="924" y="780"/>
                  </a:lnTo>
                  <a:lnTo>
                    <a:pt x="918" y="792"/>
                  </a:lnTo>
                  <a:lnTo>
                    <a:pt x="918" y="804"/>
                  </a:lnTo>
                  <a:lnTo>
                    <a:pt x="990" y="804"/>
                  </a:lnTo>
                  <a:lnTo>
                    <a:pt x="1038" y="774"/>
                  </a:lnTo>
                  <a:lnTo>
                    <a:pt x="1104" y="750"/>
                  </a:lnTo>
                  <a:lnTo>
                    <a:pt x="1098" y="750"/>
                  </a:lnTo>
                  <a:lnTo>
                    <a:pt x="1092" y="756"/>
                  </a:lnTo>
                  <a:lnTo>
                    <a:pt x="1080" y="762"/>
                  </a:lnTo>
                  <a:lnTo>
                    <a:pt x="1062" y="768"/>
                  </a:lnTo>
                  <a:lnTo>
                    <a:pt x="1050" y="780"/>
                  </a:lnTo>
                  <a:lnTo>
                    <a:pt x="1038" y="786"/>
                  </a:lnTo>
                  <a:lnTo>
                    <a:pt x="1026" y="798"/>
                  </a:lnTo>
                  <a:lnTo>
                    <a:pt x="1026" y="816"/>
                  </a:lnTo>
                  <a:lnTo>
                    <a:pt x="1020" y="828"/>
                  </a:lnTo>
                  <a:lnTo>
                    <a:pt x="990" y="828"/>
                  </a:lnTo>
                  <a:lnTo>
                    <a:pt x="978" y="834"/>
                  </a:lnTo>
                  <a:lnTo>
                    <a:pt x="972" y="852"/>
                  </a:lnTo>
                  <a:lnTo>
                    <a:pt x="966" y="864"/>
                  </a:lnTo>
                  <a:lnTo>
                    <a:pt x="954" y="870"/>
                  </a:lnTo>
                  <a:lnTo>
                    <a:pt x="942" y="882"/>
                  </a:lnTo>
                  <a:lnTo>
                    <a:pt x="930" y="888"/>
                  </a:lnTo>
                  <a:lnTo>
                    <a:pt x="924" y="894"/>
                  </a:lnTo>
                  <a:lnTo>
                    <a:pt x="978" y="888"/>
                  </a:lnTo>
                  <a:lnTo>
                    <a:pt x="972" y="906"/>
                  </a:lnTo>
                  <a:lnTo>
                    <a:pt x="978" y="894"/>
                  </a:lnTo>
                  <a:lnTo>
                    <a:pt x="990" y="888"/>
                  </a:lnTo>
                  <a:lnTo>
                    <a:pt x="1002" y="876"/>
                  </a:lnTo>
                  <a:lnTo>
                    <a:pt x="1026" y="864"/>
                  </a:lnTo>
                  <a:lnTo>
                    <a:pt x="1038" y="864"/>
                  </a:lnTo>
                  <a:lnTo>
                    <a:pt x="1050" y="870"/>
                  </a:lnTo>
                  <a:lnTo>
                    <a:pt x="1056" y="870"/>
                  </a:lnTo>
                  <a:lnTo>
                    <a:pt x="1056" y="876"/>
                  </a:lnTo>
                  <a:lnTo>
                    <a:pt x="1050" y="876"/>
                  </a:lnTo>
                  <a:lnTo>
                    <a:pt x="1074" y="870"/>
                  </a:lnTo>
                  <a:lnTo>
                    <a:pt x="1068" y="876"/>
                  </a:lnTo>
                  <a:lnTo>
                    <a:pt x="1068" y="906"/>
                  </a:lnTo>
                  <a:lnTo>
                    <a:pt x="1074" y="912"/>
                  </a:lnTo>
                  <a:lnTo>
                    <a:pt x="1092" y="912"/>
                  </a:lnTo>
                  <a:lnTo>
                    <a:pt x="1098" y="900"/>
                  </a:lnTo>
                  <a:lnTo>
                    <a:pt x="1110" y="894"/>
                  </a:lnTo>
                  <a:lnTo>
                    <a:pt x="1116" y="888"/>
                  </a:lnTo>
                  <a:lnTo>
                    <a:pt x="1122" y="876"/>
                  </a:lnTo>
                  <a:lnTo>
                    <a:pt x="1164" y="858"/>
                  </a:lnTo>
                  <a:lnTo>
                    <a:pt x="1176" y="870"/>
                  </a:lnTo>
                  <a:lnTo>
                    <a:pt x="1146" y="870"/>
                  </a:lnTo>
                  <a:lnTo>
                    <a:pt x="1140" y="876"/>
                  </a:lnTo>
                  <a:lnTo>
                    <a:pt x="1140" y="882"/>
                  </a:lnTo>
                  <a:lnTo>
                    <a:pt x="1134" y="888"/>
                  </a:lnTo>
                  <a:lnTo>
                    <a:pt x="1134" y="894"/>
                  </a:lnTo>
                  <a:lnTo>
                    <a:pt x="1152" y="894"/>
                  </a:lnTo>
                  <a:lnTo>
                    <a:pt x="1164" y="888"/>
                  </a:lnTo>
                  <a:lnTo>
                    <a:pt x="1182" y="888"/>
                  </a:lnTo>
                  <a:lnTo>
                    <a:pt x="1200" y="882"/>
                  </a:lnTo>
                  <a:lnTo>
                    <a:pt x="1218" y="882"/>
                  </a:lnTo>
                  <a:lnTo>
                    <a:pt x="1224" y="876"/>
                  </a:lnTo>
                  <a:lnTo>
                    <a:pt x="1230" y="876"/>
                  </a:lnTo>
                  <a:lnTo>
                    <a:pt x="1272" y="858"/>
                  </a:lnTo>
                  <a:lnTo>
                    <a:pt x="1224" y="882"/>
                  </a:lnTo>
                  <a:lnTo>
                    <a:pt x="1224" y="894"/>
                  </a:lnTo>
                  <a:lnTo>
                    <a:pt x="1212" y="894"/>
                  </a:lnTo>
                  <a:lnTo>
                    <a:pt x="1200" y="900"/>
                  </a:lnTo>
                  <a:lnTo>
                    <a:pt x="1188" y="900"/>
                  </a:lnTo>
                  <a:lnTo>
                    <a:pt x="1176" y="906"/>
                  </a:lnTo>
                  <a:lnTo>
                    <a:pt x="1170" y="912"/>
                  </a:lnTo>
                  <a:lnTo>
                    <a:pt x="1158" y="918"/>
                  </a:lnTo>
                  <a:lnTo>
                    <a:pt x="1152" y="930"/>
                  </a:lnTo>
                  <a:lnTo>
                    <a:pt x="1122" y="930"/>
                  </a:lnTo>
                  <a:lnTo>
                    <a:pt x="1086" y="960"/>
                  </a:lnTo>
                  <a:lnTo>
                    <a:pt x="1086" y="978"/>
                  </a:lnTo>
                  <a:lnTo>
                    <a:pt x="1038" y="978"/>
                  </a:lnTo>
                  <a:lnTo>
                    <a:pt x="1032" y="984"/>
                  </a:lnTo>
                  <a:lnTo>
                    <a:pt x="1020" y="984"/>
                  </a:lnTo>
                  <a:lnTo>
                    <a:pt x="1002" y="990"/>
                  </a:lnTo>
                  <a:lnTo>
                    <a:pt x="990" y="996"/>
                  </a:lnTo>
                  <a:lnTo>
                    <a:pt x="978" y="996"/>
                  </a:lnTo>
                  <a:lnTo>
                    <a:pt x="966" y="1008"/>
                  </a:lnTo>
                  <a:lnTo>
                    <a:pt x="966" y="1020"/>
                  </a:lnTo>
                  <a:lnTo>
                    <a:pt x="960" y="1026"/>
                  </a:lnTo>
                  <a:lnTo>
                    <a:pt x="960" y="1038"/>
                  </a:lnTo>
                  <a:lnTo>
                    <a:pt x="876" y="1038"/>
                  </a:lnTo>
                  <a:lnTo>
                    <a:pt x="858" y="1044"/>
                  </a:lnTo>
                  <a:lnTo>
                    <a:pt x="828" y="1062"/>
                  </a:lnTo>
                  <a:lnTo>
                    <a:pt x="804" y="1080"/>
                  </a:lnTo>
                  <a:lnTo>
                    <a:pt x="780" y="1092"/>
                  </a:lnTo>
                  <a:lnTo>
                    <a:pt x="774" y="1098"/>
                  </a:lnTo>
                  <a:lnTo>
                    <a:pt x="750" y="1104"/>
                  </a:lnTo>
                  <a:lnTo>
                    <a:pt x="738" y="1122"/>
                  </a:lnTo>
                  <a:lnTo>
                    <a:pt x="732" y="1104"/>
                  </a:lnTo>
                  <a:lnTo>
                    <a:pt x="672" y="1104"/>
                  </a:lnTo>
                  <a:lnTo>
                    <a:pt x="648" y="1116"/>
                  </a:lnTo>
                  <a:lnTo>
                    <a:pt x="630" y="1122"/>
                  </a:lnTo>
                  <a:lnTo>
                    <a:pt x="624" y="1128"/>
                  </a:lnTo>
                  <a:lnTo>
                    <a:pt x="606" y="1128"/>
                  </a:lnTo>
                  <a:lnTo>
                    <a:pt x="606" y="1140"/>
                  </a:lnTo>
                  <a:lnTo>
                    <a:pt x="576" y="1146"/>
                  </a:lnTo>
                  <a:lnTo>
                    <a:pt x="564" y="1152"/>
                  </a:lnTo>
                  <a:lnTo>
                    <a:pt x="540" y="1152"/>
                  </a:lnTo>
                  <a:lnTo>
                    <a:pt x="516" y="1170"/>
                  </a:lnTo>
                  <a:lnTo>
                    <a:pt x="522" y="1182"/>
                  </a:lnTo>
                  <a:lnTo>
                    <a:pt x="540" y="1164"/>
                  </a:lnTo>
                  <a:lnTo>
                    <a:pt x="558" y="1176"/>
                  </a:lnTo>
                  <a:lnTo>
                    <a:pt x="582" y="1158"/>
                  </a:lnTo>
                  <a:lnTo>
                    <a:pt x="582" y="1170"/>
                  </a:lnTo>
                  <a:lnTo>
                    <a:pt x="594" y="1170"/>
                  </a:lnTo>
                  <a:lnTo>
                    <a:pt x="606" y="1164"/>
                  </a:lnTo>
                  <a:lnTo>
                    <a:pt x="618" y="1164"/>
                  </a:lnTo>
                  <a:lnTo>
                    <a:pt x="642" y="1140"/>
                  </a:lnTo>
                  <a:lnTo>
                    <a:pt x="654" y="1134"/>
                  </a:lnTo>
                  <a:lnTo>
                    <a:pt x="666" y="1122"/>
                  </a:lnTo>
                  <a:lnTo>
                    <a:pt x="684" y="1122"/>
                  </a:lnTo>
                  <a:lnTo>
                    <a:pt x="684" y="1134"/>
                  </a:lnTo>
                  <a:lnTo>
                    <a:pt x="690" y="1140"/>
                  </a:lnTo>
                  <a:lnTo>
                    <a:pt x="708" y="1140"/>
                  </a:lnTo>
                  <a:lnTo>
                    <a:pt x="732" y="1128"/>
                  </a:lnTo>
                  <a:lnTo>
                    <a:pt x="744" y="1128"/>
                  </a:lnTo>
                  <a:lnTo>
                    <a:pt x="756" y="1122"/>
                  </a:lnTo>
                  <a:lnTo>
                    <a:pt x="762" y="1116"/>
                  </a:lnTo>
                  <a:lnTo>
                    <a:pt x="768" y="1116"/>
                  </a:lnTo>
                  <a:lnTo>
                    <a:pt x="804" y="1128"/>
                  </a:lnTo>
                  <a:lnTo>
                    <a:pt x="822" y="1110"/>
                  </a:lnTo>
                  <a:lnTo>
                    <a:pt x="834" y="1110"/>
                  </a:lnTo>
                  <a:lnTo>
                    <a:pt x="852" y="1104"/>
                  </a:lnTo>
                  <a:lnTo>
                    <a:pt x="870" y="1104"/>
                  </a:lnTo>
                  <a:lnTo>
                    <a:pt x="894" y="1092"/>
                  </a:lnTo>
                  <a:lnTo>
                    <a:pt x="918" y="1068"/>
                  </a:lnTo>
                  <a:lnTo>
                    <a:pt x="942" y="1056"/>
                  </a:lnTo>
                  <a:lnTo>
                    <a:pt x="972" y="1056"/>
                  </a:lnTo>
                  <a:lnTo>
                    <a:pt x="978" y="1044"/>
                  </a:lnTo>
                  <a:lnTo>
                    <a:pt x="1014" y="1044"/>
                  </a:lnTo>
                  <a:lnTo>
                    <a:pt x="1026" y="1038"/>
                  </a:lnTo>
                  <a:lnTo>
                    <a:pt x="1032" y="1038"/>
                  </a:lnTo>
                  <a:lnTo>
                    <a:pt x="1038" y="1032"/>
                  </a:lnTo>
                  <a:lnTo>
                    <a:pt x="1050" y="1032"/>
                  </a:lnTo>
                  <a:lnTo>
                    <a:pt x="1086" y="1020"/>
                  </a:lnTo>
                  <a:lnTo>
                    <a:pt x="1110" y="1008"/>
                  </a:lnTo>
                  <a:lnTo>
                    <a:pt x="1122" y="996"/>
                  </a:lnTo>
                  <a:lnTo>
                    <a:pt x="1134" y="990"/>
                  </a:lnTo>
                  <a:lnTo>
                    <a:pt x="1140" y="984"/>
                  </a:lnTo>
                  <a:lnTo>
                    <a:pt x="1206" y="972"/>
                  </a:lnTo>
                  <a:lnTo>
                    <a:pt x="1260" y="942"/>
                  </a:lnTo>
                  <a:lnTo>
                    <a:pt x="1296" y="942"/>
                  </a:lnTo>
                  <a:lnTo>
                    <a:pt x="1314" y="936"/>
                  </a:lnTo>
                  <a:lnTo>
                    <a:pt x="1326" y="936"/>
                  </a:lnTo>
                  <a:lnTo>
                    <a:pt x="1338" y="930"/>
                  </a:lnTo>
                  <a:lnTo>
                    <a:pt x="1368" y="900"/>
                  </a:lnTo>
                  <a:lnTo>
                    <a:pt x="1380" y="900"/>
                  </a:lnTo>
                  <a:lnTo>
                    <a:pt x="1404" y="888"/>
                  </a:lnTo>
                  <a:lnTo>
                    <a:pt x="1416" y="888"/>
                  </a:lnTo>
                  <a:lnTo>
                    <a:pt x="1428" y="882"/>
                  </a:lnTo>
                  <a:lnTo>
                    <a:pt x="1434" y="876"/>
                  </a:lnTo>
                  <a:lnTo>
                    <a:pt x="1434" y="864"/>
                  </a:lnTo>
                  <a:lnTo>
                    <a:pt x="1422" y="864"/>
                  </a:lnTo>
                  <a:lnTo>
                    <a:pt x="1428" y="858"/>
                  </a:lnTo>
                  <a:lnTo>
                    <a:pt x="1452" y="846"/>
                  </a:lnTo>
                  <a:lnTo>
                    <a:pt x="1458" y="840"/>
                  </a:lnTo>
                  <a:lnTo>
                    <a:pt x="1470" y="834"/>
                  </a:lnTo>
                  <a:lnTo>
                    <a:pt x="1476" y="828"/>
                  </a:lnTo>
                  <a:lnTo>
                    <a:pt x="1488" y="828"/>
                  </a:lnTo>
                  <a:lnTo>
                    <a:pt x="1500" y="822"/>
                  </a:lnTo>
                  <a:lnTo>
                    <a:pt x="1512" y="822"/>
                  </a:lnTo>
                  <a:lnTo>
                    <a:pt x="1518" y="816"/>
                  </a:lnTo>
                  <a:lnTo>
                    <a:pt x="1524" y="816"/>
                  </a:lnTo>
                  <a:lnTo>
                    <a:pt x="1596" y="786"/>
                  </a:lnTo>
                  <a:lnTo>
                    <a:pt x="1590" y="768"/>
                  </a:lnTo>
                  <a:lnTo>
                    <a:pt x="1602" y="768"/>
                  </a:lnTo>
                  <a:lnTo>
                    <a:pt x="1608" y="774"/>
                  </a:lnTo>
                  <a:lnTo>
                    <a:pt x="1626" y="774"/>
                  </a:lnTo>
                  <a:lnTo>
                    <a:pt x="1638" y="762"/>
                  </a:lnTo>
                  <a:lnTo>
                    <a:pt x="1650" y="762"/>
                  </a:lnTo>
                  <a:lnTo>
                    <a:pt x="1674" y="750"/>
                  </a:lnTo>
                  <a:lnTo>
                    <a:pt x="1680" y="744"/>
                  </a:lnTo>
                  <a:lnTo>
                    <a:pt x="1704" y="732"/>
                  </a:lnTo>
                  <a:lnTo>
                    <a:pt x="1740" y="720"/>
                  </a:lnTo>
                  <a:lnTo>
                    <a:pt x="1770" y="708"/>
                  </a:lnTo>
                  <a:lnTo>
                    <a:pt x="1794" y="702"/>
                  </a:lnTo>
                  <a:lnTo>
                    <a:pt x="1812" y="702"/>
                  </a:lnTo>
                  <a:lnTo>
                    <a:pt x="1818" y="708"/>
                  </a:lnTo>
                  <a:lnTo>
                    <a:pt x="1842" y="720"/>
                  </a:lnTo>
                  <a:lnTo>
                    <a:pt x="1848" y="726"/>
                  </a:lnTo>
                  <a:lnTo>
                    <a:pt x="1812" y="726"/>
                  </a:lnTo>
                  <a:lnTo>
                    <a:pt x="1794" y="714"/>
                  </a:lnTo>
                  <a:lnTo>
                    <a:pt x="1758" y="738"/>
                  </a:lnTo>
                  <a:lnTo>
                    <a:pt x="1728" y="738"/>
                  </a:lnTo>
                  <a:lnTo>
                    <a:pt x="1722" y="744"/>
                  </a:lnTo>
                  <a:lnTo>
                    <a:pt x="1710" y="750"/>
                  </a:lnTo>
                  <a:lnTo>
                    <a:pt x="1704" y="762"/>
                  </a:lnTo>
                  <a:lnTo>
                    <a:pt x="1692" y="768"/>
                  </a:lnTo>
                  <a:lnTo>
                    <a:pt x="1686" y="774"/>
                  </a:lnTo>
                  <a:lnTo>
                    <a:pt x="1680" y="774"/>
                  </a:lnTo>
                  <a:lnTo>
                    <a:pt x="1668" y="780"/>
                  </a:lnTo>
                  <a:lnTo>
                    <a:pt x="1656" y="780"/>
                  </a:lnTo>
                  <a:lnTo>
                    <a:pt x="1638" y="786"/>
                  </a:lnTo>
                  <a:lnTo>
                    <a:pt x="1614" y="798"/>
                  </a:lnTo>
                  <a:lnTo>
                    <a:pt x="1614" y="804"/>
                  </a:lnTo>
                  <a:lnTo>
                    <a:pt x="1620" y="810"/>
                  </a:lnTo>
                  <a:lnTo>
                    <a:pt x="1632" y="816"/>
                  </a:lnTo>
                  <a:lnTo>
                    <a:pt x="1650" y="816"/>
                  </a:lnTo>
                  <a:lnTo>
                    <a:pt x="1644" y="816"/>
                  </a:lnTo>
                  <a:lnTo>
                    <a:pt x="1638" y="822"/>
                  </a:lnTo>
                  <a:lnTo>
                    <a:pt x="1632" y="822"/>
                  </a:lnTo>
                  <a:lnTo>
                    <a:pt x="1620" y="828"/>
                  </a:lnTo>
                  <a:lnTo>
                    <a:pt x="1572" y="828"/>
                  </a:lnTo>
                  <a:lnTo>
                    <a:pt x="1566" y="834"/>
                  </a:lnTo>
                  <a:lnTo>
                    <a:pt x="1560" y="834"/>
                  </a:lnTo>
                  <a:lnTo>
                    <a:pt x="1560" y="846"/>
                  </a:lnTo>
                  <a:lnTo>
                    <a:pt x="1572" y="858"/>
                  </a:lnTo>
                  <a:lnTo>
                    <a:pt x="1584" y="858"/>
                  </a:lnTo>
                  <a:lnTo>
                    <a:pt x="1596" y="852"/>
                  </a:lnTo>
                  <a:lnTo>
                    <a:pt x="1638" y="834"/>
                  </a:lnTo>
                  <a:lnTo>
                    <a:pt x="1680" y="810"/>
                  </a:lnTo>
                  <a:lnTo>
                    <a:pt x="1722" y="798"/>
                  </a:lnTo>
                  <a:lnTo>
                    <a:pt x="1788" y="798"/>
                  </a:lnTo>
                  <a:lnTo>
                    <a:pt x="1818" y="792"/>
                  </a:lnTo>
                  <a:lnTo>
                    <a:pt x="1824" y="786"/>
                  </a:lnTo>
                  <a:lnTo>
                    <a:pt x="1848" y="774"/>
                  </a:lnTo>
                  <a:lnTo>
                    <a:pt x="1854" y="762"/>
                  </a:lnTo>
                  <a:lnTo>
                    <a:pt x="1866" y="756"/>
                  </a:lnTo>
                  <a:lnTo>
                    <a:pt x="1872" y="750"/>
                  </a:lnTo>
                  <a:lnTo>
                    <a:pt x="1866" y="738"/>
                  </a:lnTo>
                  <a:lnTo>
                    <a:pt x="1878" y="732"/>
                  </a:lnTo>
                  <a:lnTo>
                    <a:pt x="1908" y="720"/>
                  </a:lnTo>
                  <a:lnTo>
                    <a:pt x="1944" y="714"/>
                  </a:lnTo>
                  <a:lnTo>
                    <a:pt x="1962" y="708"/>
                  </a:lnTo>
                  <a:lnTo>
                    <a:pt x="1968" y="708"/>
                  </a:lnTo>
                  <a:lnTo>
                    <a:pt x="1980" y="720"/>
                  </a:lnTo>
                  <a:lnTo>
                    <a:pt x="1980" y="726"/>
                  </a:lnTo>
                  <a:lnTo>
                    <a:pt x="2046" y="702"/>
                  </a:lnTo>
                  <a:lnTo>
                    <a:pt x="2004" y="738"/>
                  </a:lnTo>
                  <a:lnTo>
                    <a:pt x="2022" y="744"/>
                  </a:lnTo>
                  <a:lnTo>
                    <a:pt x="2022" y="762"/>
                  </a:lnTo>
                  <a:lnTo>
                    <a:pt x="2028" y="762"/>
                  </a:lnTo>
                  <a:lnTo>
                    <a:pt x="2034" y="756"/>
                  </a:lnTo>
                  <a:lnTo>
                    <a:pt x="2094" y="726"/>
                  </a:lnTo>
                  <a:lnTo>
                    <a:pt x="2082" y="732"/>
                  </a:lnTo>
                  <a:lnTo>
                    <a:pt x="2076" y="744"/>
                  </a:lnTo>
                  <a:lnTo>
                    <a:pt x="2064" y="750"/>
                  </a:lnTo>
                  <a:lnTo>
                    <a:pt x="2058" y="762"/>
                  </a:lnTo>
                  <a:lnTo>
                    <a:pt x="2046" y="774"/>
                  </a:lnTo>
                  <a:lnTo>
                    <a:pt x="2052" y="780"/>
                  </a:lnTo>
                  <a:lnTo>
                    <a:pt x="2064" y="780"/>
                  </a:lnTo>
                  <a:lnTo>
                    <a:pt x="2076" y="786"/>
                  </a:lnTo>
                  <a:lnTo>
                    <a:pt x="2106" y="786"/>
                  </a:lnTo>
                  <a:lnTo>
                    <a:pt x="2208" y="798"/>
                  </a:lnTo>
                  <a:lnTo>
                    <a:pt x="2238" y="780"/>
                  </a:lnTo>
                  <a:lnTo>
                    <a:pt x="2232" y="786"/>
                  </a:lnTo>
                  <a:lnTo>
                    <a:pt x="2232" y="810"/>
                  </a:lnTo>
                  <a:lnTo>
                    <a:pt x="2298" y="810"/>
                  </a:lnTo>
                  <a:lnTo>
                    <a:pt x="2334" y="804"/>
                  </a:lnTo>
                  <a:lnTo>
                    <a:pt x="2328" y="804"/>
                  </a:lnTo>
                  <a:lnTo>
                    <a:pt x="2322" y="810"/>
                  </a:lnTo>
                  <a:lnTo>
                    <a:pt x="2310" y="810"/>
                  </a:lnTo>
                  <a:lnTo>
                    <a:pt x="2286" y="822"/>
                  </a:lnTo>
                  <a:lnTo>
                    <a:pt x="2280" y="828"/>
                  </a:lnTo>
                  <a:lnTo>
                    <a:pt x="2280" y="834"/>
                  </a:lnTo>
                  <a:lnTo>
                    <a:pt x="2292" y="846"/>
                  </a:lnTo>
                  <a:lnTo>
                    <a:pt x="2304" y="852"/>
                  </a:lnTo>
                  <a:lnTo>
                    <a:pt x="2310" y="858"/>
                  </a:lnTo>
                  <a:lnTo>
                    <a:pt x="2310" y="882"/>
                  </a:lnTo>
                  <a:lnTo>
                    <a:pt x="2316" y="888"/>
                  </a:lnTo>
                  <a:lnTo>
                    <a:pt x="2316" y="900"/>
                  </a:lnTo>
                  <a:lnTo>
                    <a:pt x="2322" y="912"/>
                  </a:lnTo>
                  <a:lnTo>
                    <a:pt x="2358" y="912"/>
                  </a:lnTo>
                  <a:lnTo>
                    <a:pt x="2370" y="906"/>
                  </a:lnTo>
                  <a:lnTo>
                    <a:pt x="2388" y="906"/>
                  </a:lnTo>
                  <a:lnTo>
                    <a:pt x="2382" y="876"/>
                  </a:lnTo>
                  <a:lnTo>
                    <a:pt x="2400" y="870"/>
                  </a:lnTo>
                  <a:lnTo>
                    <a:pt x="2412" y="888"/>
                  </a:lnTo>
                  <a:lnTo>
                    <a:pt x="2442" y="876"/>
                  </a:lnTo>
                  <a:lnTo>
                    <a:pt x="2430" y="888"/>
                  </a:lnTo>
                  <a:lnTo>
                    <a:pt x="2430" y="900"/>
                  </a:lnTo>
                  <a:lnTo>
                    <a:pt x="2424" y="906"/>
                  </a:lnTo>
                  <a:lnTo>
                    <a:pt x="2424" y="912"/>
                  </a:lnTo>
                  <a:lnTo>
                    <a:pt x="2430" y="918"/>
                  </a:lnTo>
                  <a:lnTo>
                    <a:pt x="2436" y="918"/>
                  </a:lnTo>
                  <a:lnTo>
                    <a:pt x="2448" y="912"/>
                  </a:lnTo>
                  <a:lnTo>
                    <a:pt x="2454" y="906"/>
                  </a:lnTo>
                  <a:lnTo>
                    <a:pt x="2460" y="894"/>
                  </a:lnTo>
                  <a:lnTo>
                    <a:pt x="2466" y="888"/>
                  </a:lnTo>
                  <a:lnTo>
                    <a:pt x="2472" y="876"/>
                  </a:lnTo>
                  <a:lnTo>
                    <a:pt x="2502" y="834"/>
                  </a:lnTo>
                  <a:lnTo>
                    <a:pt x="2478" y="900"/>
                  </a:lnTo>
                  <a:lnTo>
                    <a:pt x="2484" y="924"/>
                  </a:lnTo>
                  <a:lnTo>
                    <a:pt x="2520" y="912"/>
                  </a:lnTo>
                  <a:lnTo>
                    <a:pt x="2496" y="936"/>
                  </a:lnTo>
                  <a:lnTo>
                    <a:pt x="2520" y="954"/>
                  </a:lnTo>
                  <a:lnTo>
                    <a:pt x="2502" y="954"/>
                  </a:lnTo>
                  <a:lnTo>
                    <a:pt x="2502" y="972"/>
                  </a:lnTo>
                  <a:lnTo>
                    <a:pt x="2472" y="990"/>
                  </a:lnTo>
                  <a:lnTo>
                    <a:pt x="2454" y="1002"/>
                  </a:lnTo>
                  <a:lnTo>
                    <a:pt x="2484" y="1020"/>
                  </a:lnTo>
                  <a:lnTo>
                    <a:pt x="2478" y="1050"/>
                  </a:lnTo>
                  <a:lnTo>
                    <a:pt x="2460" y="1068"/>
                  </a:lnTo>
                  <a:lnTo>
                    <a:pt x="2478" y="1080"/>
                  </a:lnTo>
                  <a:lnTo>
                    <a:pt x="2460" y="1098"/>
                  </a:lnTo>
                  <a:lnTo>
                    <a:pt x="2490" y="1098"/>
                  </a:lnTo>
                  <a:lnTo>
                    <a:pt x="2526" y="1086"/>
                  </a:lnTo>
                  <a:lnTo>
                    <a:pt x="2496" y="1122"/>
                  </a:lnTo>
                  <a:lnTo>
                    <a:pt x="2478" y="1140"/>
                  </a:lnTo>
                  <a:lnTo>
                    <a:pt x="2502" y="1146"/>
                  </a:lnTo>
                  <a:lnTo>
                    <a:pt x="2454" y="1164"/>
                  </a:lnTo>
                  <a:lnTo>
                    <a:pt x="2436" y="1176"/>
                  </a:lnTo>
                  <a:lnTo>
                    <a:pt x="2454" y="1188"/>
                  </a:lnTo>
                  <a:lnTo>
                    <a:pt x="2454" y="1200"/>
                  </a:lnTo>
                  <a:lnTo>
                    <a:pt x="2472" y="1188"/>
                  </a:lnTo>
                  <a:lnTo>
                    <a:pt x="2490" y="1182"/>
                  </a:lnTo>
                  <a:lnTo>
                    <a:pt x="2502" y="1170"/>
                  </a:lnTo>
                  <a:lnTo>
                    <a:pt x="2514" y="1164"/>
                  </a:lnTo>
                  <a:lnTo>
                    <a:pt x="2532" y="1146"/>
                  </a:lnTo>
                  <a:lnTo>
                    <a:pt x="2538" y="1134"/>
                  </a:lnTo>
                  <a:lnTo>
                    <a:pt x="2538" y="1122"/>
                  </a:lnTo>
                  <a:lnTo>
                    <a:pt x="2550" y="1116"/>
                  </a:lnTo>
                  <a:lnTo>
                    <a:pt x="2562" y="1104"/>
                  </a:lnTo>
                  <a:lnTo>
                    <a:pt x="2574" y="1098"/>
                  </a:lnTo>
                  <a:lnTo>
                    <a:pt x="2574" y="1086"/>
                  </a:lnTo>
                  <a:lnTo>
                    <a:pt x="2568" y="1080"/>
                  </a:lnTo>
                  <a:lnTo>
                    <a:pt x="2562" y="1080"/>
                  </a:lnTo>
                  <a:close/>
                  <a:moveTo>
                    <a:pt x="2394" y="1056"/>
                  </a:moveTo>
                  <a:lnTo>
                    <a:pt x="2400" y="1062"/>
                  </a:lnTo>
                  <a:lnTo>
                    <a:pt x="2418" y="1062"/>
                  </a:lnTo>
                  <a:lnTo>
                    <a:pt x="2436" y="1044"/>
                  </a:lnTo>
                  <a:lnTo>
                    <a:pt x="2460" y="1038"/>
                  </a:lnTo>
                  <a:lnTo>
                    <a:pt x="2454" y="1020"/>
                  </a:lnTo>
                  <a:lnTo>
                    <a:pt x="2430" y="1020"/>
                  </a:lnTo>
                  <a:lnTo>
                    <a:pt x="2418" y="1026"/>
                  </a:lnTo>
                  <a:lnTo>
                    <a:pt x="2412" y="1032"/>
                  </a:lnTo>
                  <a:lnTo>
                    <a:pt x="2406" y="1044"/>
                  </a:lnTo>
                  <a:lnTo>
                    <a:pt x="2394" y="1050"/>
                  </a:lnTo>
                  <a:lnTo>
                    <a:pt x="2394" y="1056"/>
                  </a:lnTo>
                  <a:close/>
                  <a:moveTo>
                    <a:pt x="2376" y="984"/>
                  </a:moveTo>
                  <a:lnTo>
                    <a:pt x="2358" y="984"/>
                  </a:lnTo>
                  <a:lnTo>
                    <a:pt x="2346" y="990"/>
                  </a:lnTo>
                  <a:lnTo>
                    <a:pt x="2334" y="1002"/>
                  </a:lnTo>
                  <a:lnTo>
                    <a:pt x="2334" y="1014"/>
                  </a:lnTo>
                  <a:lnTo>
                    <a:pt x="2322" y="1026"/>
                  </a:lnTo>
                  <a:lnTo>
                    <a:pt x="2322" y="1044"/>
                  </a:lnTo>
                  <a:lnTo>
                    <a:pt x="2310" y="1056"/>
                  </a:lnTo>
                  <a:lnTo>
                    <a:pt x="2310" y="1074"/>
                  </a:lnTo>
                  <a:lnTo>
                    <a:pt x="2316" y="1080"/>
                  </a:lnTo>
                  <a:lnTo>
                    <a:pt x="2322" y="1074"/>
                  </a:lnTo>
                  <a:lnTo>
                    <a:pt x="2328" y="1062"/>
                  </a:lnTo>
                  <a:lnTo>
                    <a:pt x="2340" y="1050"/>
                  </a:lnTo>
                  <a:lnTo>
                    <a:pt x="2352" y="1044"/>
                  </a:lnTo>
                  <a:lnTo>
                    <a:pt x="2376" y="1020"/>
                  </a:lnTo>
                  <a:lnTo>
                    <a:pt x="2382" y="1008"/>
                  </a:lnTo>
                  <a:lnTo>
                    <a:pt x="2382" y="990"/>
                  </a:lnTo>
                  <a:lnTo>
                    <a:pt x="2376" y="984"/>
                  </a:lnTo>
                  <a:close/>
                  <a:moveTo>
                    <a:pt x="786" y="810"/>
                  </a:moveTo>
                  <a:lnTo>
                    <a:pt x="798" y="810"/>
                  </a:lnTo>
                  <a:lnTo>
                    <a:pt x="834" y="798"/>
                  </a:lnTo>
                  <a:lnTo>
                    <a:pt x="858" y="786"/>
                  </a:lnTo>
                  <a:lnTo>
                    <a:pt x="864" y="780"/>
                  </a:lnTo>
                  <a:lnTo>
                    <a:pt x="870" y="780"/>
                  </a:lnTo>
                  <a:lnTo>
                    <a:pt x="864" y="774"/>
                  </a:lnTo>
                  <a:lnTo>
                    <a:pt x="828" y="762"/>
                  </a:lnTo>
                  <a:lnTo>
                    <a:pt x="810" y="762"/>
                  </a:lnTo>
                  <a:lnTo>
                    <a:pt x="798" y="768"/>
                  </a:lnTo>
                  <a:lnTo>
                    <a:pt x="792" y="774"/>
                  </a:lnTo>
                  <a:lnTo>
                    <a:pt x="786" y="768"/>
                  </a:lnTo>
                  <a:lnTo>
                    <a:pt x="774" y="768"/>
                  </a:lnTo>
                  <a:lnTo>
                    <a:pt x="768" y="774"/>
                  </a:lnTo>
                  <a:lnTo>
                    <a:pt x="768" y="804"/>
                  </a:lnTo>
                  <a:lnTo>
                    <a:pt x="774" y="810"/>
                  </a:lnTo>
                  <a:lnTo>
                    <a:pt x="786" y="810"/>
                  </a:lnTo>
                  <a:close/>
                  <a:moveTo>
                    <a:pt x="0" y="1332"/>
                  </a:moveTo>
                  <a:lnTo>
                    <a:pt x="60" y="1320"/>
                  </a:lnTo>
                  <a:lnTo>
                    <a:pt x="72" y="1302"/>
                  </a:lnTo>
                  <a:lnTo>
                    <a:pt x="132" y="1296"/>
                  </a:lnTo>
                  <a:lnTo>
                    <a:pt x="114" y="1272"/>
                  </a:lnTo>
                  <a:lnTo>
                    <a:pt x="0" y="1332"/>
                  </a:lnTo>
                  <a:close/>
                  <a:moveTo>
                    <a:pt x="1362" y="954"/>
                  </a:moveTo>
                  <a:lnTo>
                    <a:pt x="1350" y="954"/>
                  </a:lnTo>
                  <a:lnTo>
                    <a:pt x="1338" y="960"/>
                  </a:lnTo>
                  <a:lnTo>
                    <a:pt x="1332" y="954"/>
                  </a:lnTo>
                  <a:lnTo>
                    <a:pt x="1314" y="954"/>
                  </a:lnTo>
                  <a:lnTo>
                    <a:pt x="1314" y="978"/>
                  </a:lnTo>
                  <a:lnTo>
                    <a:pt x="1290" y="996"/>
                  </a:lnTo>
                  <a:lnTo>
                    <a:pt x="1290" y="972"/>
                  </a:lnTo>
                  <a:lnTo>
                    <a:pt x="1278" y="966"/>
                  </a:lnTo>
                  <a:lnTo>
                    <a:pt x="1272" y="966"/>
                  </a:lnTo>
                  <a:lnTo>
                    <a:pt x="1248" y="978"/>
                  </a:lnTo>
                  <a:lnTo>
                    <a:pt x="1242" y="978"/>
                  </a:lnTo>
                  <a:lnTo>
                    <a:pt x="1230" y="990"/>
                  </a:lnTo>
                  <a:lnTo>
                    <a:pt x="1224" y="1002"/>
                  </a:lnTo>
                  <a:lnTo>
                    <a:pt x="1218" y="1008"/>
                  </a:lnTo>
                  <a:lnTo>
                    <a:pt x="1218" y="1014"/>
                  </a:lnTo>
                  <a:lnTo>
                    <a:pt x="1224" y="1014"/>
                  </a:lnTo>
                  <a:lnTo>
                    <a:pt x="1230" y="1020"/>
                  </a:lnTo>
                  <a:lnTo>
                    <a:pt x="1278" y="1020"/>
                  </a:lnTo>
                  <a:lnTo>
                    <a:pt x="1296" y="1014"/>
                  </a:lnTo>
                  <a:lnTo>
                    <a:pt x="1308" y="1014"/>
                  </a:lnTo>
                  <a:lnTo>
                    <a:pt x="1320" y="1008"/>
                  </a:lnTo>
                  <a:lnTo>
                    <a:pt x="1320" y="996"/>
                  </a:lnTo>
                  <a:lnTo>
                    <a:pt x="1350" y="990"/>
                  </a:lnTo>
                  <a:lnTo>
                    <a:pt x="1350" y="984"/>
                  </a:lnTo>
                  <a:lnTo>
                    <a:pt x="1386" y="978"/>
                  </a:lnTo>
                  <a:lnTo>
                    <a:pt x="1398" y="954"/>
                  </a:lnTo>
                  <a:lnTo>
                    <a:pt x="1380" y="960"/>
                  </a:lnTo>
                  <a:lnTo>
                    <a:pt x="1374" y="954"/>
                  </a:lnTo>
                  <a:lnTo>
                    <a:pt x="1362" y="954"/>
                  </a:lnTo>
                  <a:close/>
                  <a:moveTo>
                    <a:pt x="162" y="1290"/>
                  </a:moveTo>
                  <a:lnTo>
                    <a:pt x="204" y="1290"/>
                  </a:lnTo>
                  <a:lnTo>
                    <a:pt x="240" y="1260"/>
                  </a:lnTo>
                  <a:lnTo>
                    <a:pt x="228" y="1242"/>
                  </a:lnTo>
                  <a:lnTo>
                    <a:pt x="162" y="1290"/>
                  </a:lnTo>
                  <a:close/>
                  <a:moveTo>
                    <a:pt x="2466" y="1140"/>
                  </a:moveTo>
                  <a:lnTo>
                    <a:pt x="2472" y="1128"/>
                  </a:lnTo>
                  <a:lnTo>
                    <a:pt x="2454" y="1110"/>
                  </a:lnTo>
                  <a:lnTo>
                    <a:pt x="2448" y="1110"/>
                  </a:lnTo>
                  <a:lnTo>
                    <a:pt x="2436" y="1122"/>
                  </a:lnTo>
                  <a:lnTo>
                    <a:pt x="2430" y="1134"/>
                  </a:lnTo>
                  <a:lnTo>
                    <a:pt x="2424" y="1152"/>
                  </a:lnTo>
                  <a:lnTo>
                    <a:pt x="2418" y="1164"/>
                  </a:lnTo>
                  <a:lnTo>
                    <a:pt x="2418" y="1176"/>
                  </a:lnTo>
                  <a:lnTo>
                    <a:pt x="2436" y="1158"/>
                  </a:lnTo>
                  <a:lnTo>
                    <a:pt x="2454" y="1158"/>
                  </a:lnTo>
                  <a:lnTo>
                    <a:pt x="2460" y="1152"/>
                  </a:lnTo>
                  <a:lnTo>
                    <a:pt x="2466" y="1140"/>
                  </a:lnTo>
                  <a:close/>
                  <a:moveTo>
                    <a:pt x="1428" y="912"/>
                  </a:moveTo>
                  <a:lnTo>
                    <a:pt x="1404" y="924"/>
                  </a:lnTo>
                  <a:lnTo>
                    <a:pt x="1386" y="942"/>
                  </a:lnTo>
                  <a:lnTo>
                    <a:pt x="1386" y="948"/>
                  </a:lnTo>
                  <a:lnTo>
                    <a:pt x="1398" y="954"/>
                  </a:lnTo>
                  <a:lnTo>
                    <a:pt x="1410" y="954"/>
                  </a:lnTo>
                  <a:lnTo>
                    <a:pt x="1422" y="948"/>
                  </a:lnTo>
                  <a:lnTo>
                    <a:pt x="1428" y="948"/>
                  </a:lnTo>
                  <a:lnTo>
                    <a:pt x="1440" y="942"/>
                  </a:lnTo>
                  <a:lnTo>
                    <a:pt x="1446" y="930"/>
                  </a:lnTo>
                  <a:lnTo>
                    <a:pt x="1470" y="930"/>
                  </a:lnTo>
                  <a:lnTo>
                    <a:pt x="1470" y="924"/>
                  </a:lnTo>
                  <a:lnTo>
                    <a:pt x="1458" y="912"/>
                  </a:lnTo>
                  <a:lnTo>
                    <a:pt x="1452" y="912"/>
                  </a:lnTo>
                  <a:lnTo>
                    <a:pt x="1440" y="906"/>
                  </a:lnTo>
                  <a:lnTo>
                    <a:pt x="1428" y="912"/>
                  </a:lnTo>
                  <a:close/>
                  <a:moveTo>
                    <a:pt x="498" y="1164"/>
                  </a:moveTo>
                  <a:lnTo>
                    <a:pt x="486" y="1164"/>
                  </a:lnTo>
                  <a:lnTo>
                    <a:pt x="474" y="1170"/>
                  </a:lnTo>
                  <a:lnTo>
                    <a:pt x="462" y="1170"/>
                  </a:lnTo>
                  <a:lnTo>
                    <a:pt x="450" y="1176"/>
                  </a:lnTo>
                  <a:lnTo>
                    <a:pt x="444" y="1182"/>
                  </a:lnTo>
                  <a:lnTo>
                    <a:pt x="432" y="1182"/>
                  </a:lnTo>
                  <a:lnTo>
                    <a:pt x="426" y="1188"/>
                  </a:lnTo>
                  <a:lnTo>
                    <a:pt x="414" y="1188"/>
                  </a:lnTo>
                  <a:lnTo>
                    <a:pt x="390" y="1200"/>
                  </a:lnTo>
                  <a:lnTo>
                    <a:pt x="384" y="1206"/>
                  </a:lnTo>
                  <a:lnTo>
                    <a:pt x="384" y="1218"/>
                  </a:lnTo>
                  <a:lnTo>
                    <a:pt x="402" y="1218"/>
                  </a:lnTo>
                  <a:lnTo>
                    <a:pt x="420" y="1212"/>
                  </a:lnTo>
                  <a:lnTo>
                    <a:pt x="432" y="1206"/>
                  </a:lnTo>
                  <a:lnTo>
                    <a:pt x="504" y="1206"/>
                  </a:lnTo>
                  <a:lnTo>
                    <a:pt x="510" y="1200"/>
                  </a:lnTo>
                  <a:lnTo>
                    <a:pt x="510" y="1176"/>
                  </a:lnTo>
                  <a:lnTo>
                    <a:pt x="498" y="1164"/>
                  </a:lnTo>
                  <a:close/>
                  <a:moveTo>
                    <a:pt x="330" y="1242"/>
                  </a:moveTo>
                  <a:lnTo>
                    <a:pt x="330" y="1224"/>
                  </a:lnTo>
                  <a:lnTo>
                    <a:pt x="276" y="1242"/>
                  </a:lnTo>
                  <a:lnTo>
                    <a:pt x="330" y="124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8" name="Uruguay" descr="© INSCALE GmbH, 05.05.2010&#10;http://www.presentationload.com/">
              <a:extLst>
                <a:ext uri="{FF2B5EF4-FFF2-40B4-BE49-F238E27FC236}">
                  <a16:creationId xmlns:a16="http://schemas.microsoft.com/office/drawing/2014/main" id="{0BBCE569-FC99-4F7D-97E5-87F884F1A1CD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434400" y="3799639"/>
              <a:ext cx="121487" cy="125875"/>
            </a:xfrm>
            <a:custGeom>
              <a:avLst/>
              <a:gdLst>
                <a:gd name="T0" fmla="*/ 2147483647 w 366"/>
                <a:gd name="T1" fmla="*/ 2147483647 h 384"/>
                <a:gd name="T2" fmla="*/ 2147483647 w 366"/>
                <a:gd name="T3" fmla="*/ 2147483647 h 384"/>
                <a:gd name="T4" fmla="*/ 2147483647 w 366"/>
                <a:gd name="T5" fmla="*/ 2147483647 h 384"/>
                <a:gd name="T6" fmla="*/ 2147483647 w 366"/>
                <a:gd name="T7" fmla="*/ 2147483647 h 384"/>
                <a:gd name="T8" fmla="*/ 2147483647 w 366"/>
                <a:gd name="T9" fmla="*/ 2147483647 h 384"/>
                <a:gd name="T10" fmla="*/ 2147483647 w 366"/>
                <a:gd name="T11" fmla="*/ 2147483647 h 384"/>
                <a:gd name="T12" fmla="*/ 2147483647 w 366"/>
                <a:gd name="T13" fmla="*/ 2147483647 h 384"/>
                <a:gd name="T14" fmla="*/ 2147483647 w 366"/>
                <a:gd name="T15" fmla="*/ 2147483647 h 384"/>
                <a:gd name="T16" fmla="*/ 2147483647 w 366"/>
                <a:gd name="T17" fmla="*/ 2147483647 h 384"/>
                <a:gd name="T18" fmla="*/ 2147483647 w 366"/>
                <a:gd name="T19" fmla="*/ 2147483647 h 384"/>
                <a:gd name="T20" fmla="*/ 2147483647 w 366"/>
                <a:gd name="T21" fmla="*/ 2147483647 h 384"/>
                <a:gd name="T22" fmla="*/ 2147483647 w 366"/>
                <a:gd name="T23" fmla="*/ 2147483647 h 384"/>
                <a:gd name="T24" fmla="*/ 2147483647 w 366"/>
                <a:gd name="T25" fmla="*/ 2147483647 h 384"/>
                <a:gd name="T26" fmla="*/ 2147483647 w 366"/>
                <a:gd name="T27" fmla="*/ 2147483647 h 384"/>
                <a:gd name="T28" fmla="*/ 2147483647 w 366"/>
                <a:gd name="T29" fmla="*/ 2147483647 h 384"/>
                <a:gd name="T30" fmla="*/ 2147483647 w 366"/>
                <a:gd name="T31" fmla="*/ 2147483647 h 384"/>
                <a:gd name="T32" fmla="*/ 2147483647 w 366"/>
                <a:gd name="T33" fmla="*/ 2147483647 h 384"/>
                <a:gd name="T34" fmla="*/ 2147483647 w 366"/>
                <a:gd name="T35" fmla="*/ 2147483647 h 384"/>
                <a:gd name="T36" fmla="*/ 2147483647 w 366"/>
                <a:gd name="T37" fmla="*/ 2147483647 h 384"/>
                <a:gd name="T38" fmla="*/ 2147483647 w 366"/>
                <a:gd name="T39" fmla="*/ 2147483647 h 384"/>
                <a:gd name="T40" fmla="*/ 2147483647 w 366"/>
                <a:gd name="T41" fmla="*/ 2147483647 h 384"/>
                <a:gd name="T42" fmla="*/ 2147483647 w 366"/>
                <a:gd name="T43" fmla="*/ 2147483647 h 384"/>
                <a:gd name="T44" fmla="*/ 2147483647 w 366"/>
                <a:gd name="T45" fmla="*/ 0 h 384"/>
                <a:gd name="T46" fmla="*/ 2147483647 w 366"/>
                <a:gd name="T47" fmla="*/ 2147483647 h 384"/>
                <a:gd name="T48" fmla="*/ 2147483647 w 366"/>
                <a:gd name="T49" fmla="*/ 2147483647 h 384"/>
                <a:gd name="T50" fmla="*/ 0 w 366"/>
                <a:gd name="T51" fmla="*/ 2147483647 h 384"/>
                <a:gd name="T52" fmla="*/ 2147483647 w 366"/>
                <a:gd name="T53" fmla="*/ 2147483647 h 384"/>
                <a:gd name="T54" fmla="*/ 2147483647 w 366"/>
                <a:gd name="T55" fmla="*/ 2147483647 h 384"/>
                <a:gd name="T56" fmla="*/ 2147483647 w 366"/>
                <a:gd name="T57" fmla="*/ 2147483647 h 384"/>
                <a:gd name="T58" fmla="*/ 2147483647 w 366"/>
                <a:gd name="T59" fmla="*/ 2147483647 h 384"/>
                <a:gd name="T60" fmla="*/ 2147483647 w 366"/>
                <a:gd name="T61" fmla="*/ 2147483647 h 384"/>
                <a:gd name="T62" fmla="*/ 2147483647 w 366"/>
                <a:gd name="T63" fmla="*/ 2147483647 h 384"/>
                <a:gd name="T64" fmla="*/ 2147483647 w 366"/>
                <a:gd name="T65" fmla="*/ 2147483647 h 384"/>
                <a:gd name="T66" fmla="*/ 2147483647 w 366"/>
                <a:gd name="T67" fmla="*/ 2147483647 h 384"/>
                <a:gd name="T68" fmla="*/ 2147483647 w 366"/>
                <a:gd name="T69" fmla="*/ 2147483647 h 384"/>
                <a:gd name="T70" fmla="*/ 2147483647 w 366"/>
                <a:gd name="T71" fmla="*/ 2147483647 h 384"/>
                <a:gd name="T72" fmla="*/ 2147483647 w 366"/>
                <a:gd name="T73" fmla="*/ 2147483647 h 384"/>
                <a:gd name="T74" fmla="*/ 2147483647 w 366"/>
                <a:gd name="T75" fmla="*/ 2147483647 h 384"/>
                <a:gd name="T76" fmla="*/ 2147483647 w 366"/>
                <a:gd name="T77" fmla="*/ 2147483647 h 38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366"/>
                <a:gd name="T118" fmla="*/ 0 h 384"/>
                <a:gd name="T119" fmla="*/ 366 w 366"/>
                <a:gd name="T120" fmla="*/ 384 h 38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366" h="384">
                  <a:moveTo>
                    <a:pt x="138" y="372"/>
                  </a:moveTo>
                  <a:lnTo>
                    <a:pt x="174" y="372"/>
                  </a:lnTo>
                  <a:lnTo>
                    <a:pt x="198" y="378"/>
                  </a:lnTo>
                  <a:lnTo>
                    <a:pt x="228" y="378"/>
                  </a:lnTo>
                  <a:lnTo>
                    <a:pt x="288" y="384"/>
                  </a:lnTo>
                  <a:lnTo>
                    <a:pt x="330" y="366"/>
                  </a:lnTo>
                  <a:lnTo>
                    <a:pt x="342" y="354"/>
                  </a:lnTo>
                  <a:lnTo>
                    <a:pt x="360" y="300"/>
                  </a:lnTo>
                  <a:lnTo>
                    <a:pt x="366" y="294"/>
                  </a:lnTo>
                  <a:lnTo>
                    <a:pt x="348" y="294"/>
                  </a:lnTo>
                  <a:lnTo>
                    <a:pt x="348" y="264"/>
                  </a:lnTo>
                  <a:lnTo>
                    <a:pt x="342" y="264"/>
                  </a:lnTo>
                  <a:lnTo>
                    <a:pt x="342" y="240"/>
                  </a:lnTo>
                  <a:lnTo>
                    <a:pt x="348" y="234"/>
                  </a:lnTo>
                  <a:lnTo>
                    <a:pt x="360" y="210"/>
                  </a:lnTo>
                  <a:lnTo>
                    <a:pt x="360" y="198"/>
                  </a:lnTo>
                  <a:lnTo>
                    <a:pt x="354" y="198"/>
                  </a:lnTo>
                  <a:lnTo>
                    <a:pt x="342" y="192"/>
                  </a:lnTo>
                  <a:lnTo>
                    <a:pt x="336" y="192"/>
                  </a:lnTo>
                  <a:lnTo>
                    <a:pt x="318" y="174"/>
                  </a:lnTo>
                  <a:lnTo>
                    <a:pt x="312" y="162"/>
                  </a:lnTo>
                  <a:lnTo>
                    <a:pt x="306" y="156"/>
                  </a:lnTo>
                  <a:lnTo>
                    <a:pt x="300" y="144"/>
                  </a:lnTo>
                  <a:lnTo>
                    <a:pt x="288" y="144"/>
                  </a:lnTo>
                  <a:lnTo>
                    <a:pt x="270" y="138"/>
                  </a:lnTo>
                  <a:lnTo>
                    <a:pt x="258" y="132"/>
                  </a:lnTo>
                  <a:lnTo>
                    <a:pt x="252" y="126"/>
                  </a:lnTo>
                  <a:lnTo>
                    <a:pt x="252" y="114"/>
                  </a:lnTo>
                  <a:lnTo>
                    <a:pt x="246" y="114"/>
                  </a:lnTo>
                  <a:lnTo>
                    <a:pt x="228" y="96"/>
                  </a:lnTo>
                  <a:lnTo>
                    <a:pt x="210" y="96"/>
                  </a:lnTo>
                  <a:lnTo>
                    <a:pt x="192" y="78"/>
                  </a:lnTo>
                  <a:lnTo>
                    <a:pt x="186" y="66"/>
                  </a:lnTo>
                  <a:lnTo>
                    <a:pt x="174" y="60"/>
                  </a:lnTo>
                  <a:lnTo>
                    <a:pt x="168" y="60"/>
                  </a:lnTo>
                  <a:lnTo>
                    <a:pt x="156" y="72"/>
                  </a:lnTo>
                  <a:lnTo>
                    <a:pt x="156" y="78"/>
                  </a:lnTo>
                  <a:lnTo>
                    <a:pt x="144" y="78"/>
                  </a:lnTo>
                  <a:lnTo>
                    <a:pt x="144" y="66"/>
                  </a:lnTo>
                  <a:lnTo>
                    <a:pt x="132" y="54"/>
                  </a:lnTo>
                  <a:lnTo>
                    <a:pt x="126" y="42"/>
                  </a:lnTo>
                  <a:lnTo>
                    <a:pt x="120" y="36"/>
                  </a:lnTo>
                  <a:lnTo>
                    <a:pt x="108" y="30"/>
                  </a:lnTo>
                  <a:lnTo>
                    <a:pt x="102" y="18"/>
                  </a:lnTo>
                  <a:lnTo>
                    <a:pt x="78" y="6"/>
                  </a:lnTo>
                  <a:lnTo>
                    <a:pt x="72" y="0"/>
                  </a:lnTo>
                  <a:lnTo>
                    <a:pt x="60" y="0"/>
                  </a:lnTo>
                  <a:lnTo>
                    <a:pt x="48" y="6"/>
                  </a:lnTo>
                  <a:lnTo>
                    <a:pt x="42" y="12"/>
                  </a:lnTo>
                  <a:lnTo>
                    <a:pt x="18" y="12"/>
                  </a:lnTo>
                  <a:lnTo>
                    <a:pt x="0" y="30"/>
                  </a:lnTo>
                  <a:lnTo>
                    <a:pt x="0" y="36"/>
                  </a:lnTo>
                  <a:lnTo>
                    <a:pt x="24" y="60"/>
                  </a:lnTo>
                  <a:lnTo>
                    <a:pt x="30" y="60"/>
                  </a:lnTo>
                  <a:lnTo>
                    <a:pt x="6" y="72"/>
                  </a:lnTo>
                  <a:lnTo>
                    <a:pt x="6" y="108"/>
                  </a:lnTo>
                  <a:lnTo>
                    <a:pt x="30" y="126"/>
                  </a:lnTo>
                  <a:lnTo>
                    <a:pt x="12" y="126"/>
                  </a:lnTo>
                  <a:lnTo>
                    <a:pt x="0" y="138"/>
                  </a:lnTo>
                  <a:lnTo>
                    <a:pt x="6" y="144"/>
                  </a:lnTo>
                  <a:lnTo>
                    <a:pt x="12" y="156"/>
                  </a:lnTo>
                  <a:lnTo>
                    <a:pt x="24" y="168"/>
                  </a:lnTo>
                  <a:lnTo>
                    <a:pt x="12" y="186"/>
                  </a:lnTo>
                  <a:lnTo>
                    <a:pt x="18" y="192"/>
                  </a:lnTo>
                  <a:lnTo>
                    <a:pt x="24" y="204"/>
                  </a:lnTo>
                  <a:lnTo>
                    <a:pt x="36" y="210"/>
                  </a:lnTo>
                  <a:lnTo>
                    <a:pt x="42" y="222"/>
                  </a:lnTo>
                  <a:lnTo>
                    <a:pt x="42" y="228"/>
                  </a:lnTo>
                  <a:lnTo>
                    <a:pt x="36" y="228"/>
                  </a:lnTo>
                  <a:lnTo>
                    <a:pt x="30" y="234"/>
                  </a:lnTo>
                  <a:lnTo>
                    <a:pt x="6" y="234"/>
                  </a:lnTo>
                  <a:lnTo>
                    <a:pt x="6" y="282"/>
                  </a:lnTo>
                  <a:lnTo>
                    <a:pt x="36" y="318"/>
                  </a:lnTo>
                  <a:lnTo>
                    <a:pt x="42" y="318"/>
                  </a:lnTo>
                  <a:lnTo>
                    <a:pt x="54" y="324"/>
                  </a:lnTo>
                  <a:lnTo>
                    <a:pt x="78" y="348"/>
                  </a:lnTo>
                  <a:lnTo>
                    <a:pt x="90" y="354"/>
                  </a:lnTo>
                  <a:lnTo>
                    <a:pt x="126" y="354"/>
                  </a:lnTo>
                  <a:lnTo>
                    <a:pt x="138" y="37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9" name="United Kingdom" descr="© INSCALE GmbH, 05.05.2010&#10;http://www.presentationload.com/">
              <a:extLst>
                <a:ext uri="{FF2B5EF4-FFF2-40B4-BE49-F238E27FC236}">
                  <a16:creationId xmlns:a16="http://schemas.microsoft.com/office/drawing/2014/main" id="{2A69AF0B-992C-417E-BE99-A05BFDE9AD83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3610499" y="1414438"/>
              <a:ext cx="191278" cy="271017"/>
            </a:xfrm>
            <a:custGeom>
              <a:avLst/>
              <a:gdLst>
                <a:gd name="T0" fmla="*/ 2147483647 w 576"/>
                <a:gd name="T1" fmla="*/ 2147483647 h 822"/>
                <a:gd name="T2" fmla="*/ 2147483647 w 576"/>
                <a:gd name="T3" fmla="*/ 2147483647 h 822"/>
                <a:gd name="T4" fmla="*/ 2147483647 w 576"/>
                <a:gd name="T5" fmla="*/ 2147483647 h 822"/>
                <a:gd name="T6" fmla="*/ 2147483647 w 576"/>
                <a:gd name="T7" fmla="*/ 2147483647 h 822"/>
                <a:gd name="T8" fmla="*/ 2147483647 w 576"/>
                <a:gd name="T9" fmla="*/ 2147483647 h 822"/>
                <a:gd name="T10" fmla="*/ 2147483647 w 576"/>
                <a:gd name="T11" fmla="*/ 2147483647 h 822"/>
                <a:gd name="T12" fmla="*/ 2147483647 w 576"/>
                <a:gd name="T13" fmla="*/ 2147483647 h 822"/>
                <a:gd name="T14" fmla="*/ 2147483647 w 576"/>
                <a:gd name="T15" fmla="*/ 0 h 822"/>
                <a:gd name="T16" fmla="*/ 2147483647 w 576"/>
                <a:gd name="T17" fmla="*/ 0 h 822"/>
                <a:gd name="T18" fmla="*/ 2147483647 w 576"/>
                <a:gd name="T19" fmla="*/ 2147483647 h 822"/>
                <a:gd name="T20" fmla="*/ 2147483647 w 576"/>
                <a:gd name="T21" fmla="*/ 2147483647 h 822"/>
                <a:gd name="T22" fmla="*/ 2147483647 w 576"/>
                <a:gd name="T23" fmla="*/ 2147483647 h 822"/>
                <a:gd name="T24" fmla="*/ 2147483647 w 576"/>
                <a:gd name="T25" fmla="*/ 2147483647 h 822"/>
                <a:gd name="T26" fmla="*/ 2147483647 w 576"/>
                <a:gd name="T27" fmla="*/ 2147483647 h 822"/>
                <a:gd name="T28" fmla="*/ 2147483647 w 576"/>
                <a:gd name="T29" fmla="*/ 2147483647 h 822"/>
                <a:gd name="T30" fmla="*/ 2147483647 w 576"/>
                <a:gd name="T31" fmla="*/ 2147483647 h 822"/>
                <a:gd name="T32" fmla="*/ 2147483647 w 576"/>
                <a:gd name="T33" fmla="*/ 2147483647 h 822"/>
                <a:gd name="T34" fmla="*/ 2147483647 w 576"/>
                <a:gd name="T35" fmla="*/ 2147483647 h 822"/>
                <a:gd name="T36" fmla="*/ 2147483647 w 576"/>
                <a:gd name="T37" fmla="*/ 2147483647 h 822"/>
                <a:gd name="T38" fmla="*/ 2147483647 w 576"/>
                <a:gd name="T39" fmla="*/ 2147483647 h 822"/>
                <a:gd name="T40" fmla="*/ 2147483647 w 576"/>
                <a:gd name="T41" fmla="*/ 2147483647 h 822"/>
                <a:gd name="T42" fmla="*/ 2147483647 w 576"/>
                <a:gd name="T43" fmla="*/ 2147483647 h 822"/>
                <a:gd name="T44" fmla="*/ 2147483647 w 576"/>
                <a:gd name="T45" fmla="*/ 2147483647 h 822"/>
                <a:gd name="T46" fmla="*/ 2147483647 w 576"/>
                <a:gd name="T47" fmla="*/ 2147483647 h 822"/>
                <a:gd name="T48" fmla="*/ 2147483647 w 576"/>
                <a:gd name="T49" fmla="*/ 2147483647 h 822"/>
                <a:gd name="T50" fmla="*/ 2147483647 w 576"/>
                <a:gd name="T51" fmla="*/ 2147483647 h 822"/>
                <a:gd name="T52" fmla="*/ 2147483647 w 576"/>
                <a:gd name="T53" fmla="*/ 2147483647 h 822"/>
                <a:gd name="T54" fmla="*/ 2147483647 w 576"/>
                <a:gd name="T55" fmla="*/ 2147483647 h 822"/>
                <a:gd name="T56" fmla="*/ 2147483647 w 576"/>
                <a:gd name="T57" fmla="*/ 2147483647 h 822"/>
                <a:gd name="T58" fmla="*/ 2147483647 w 576"/>
                <a:gd name="T59" fmla="*/ 2147483647 h 822"/>
                <a:gd name="T60" fmla="*/ 2147483647 w 576"/>
                <a:gd name="T61" fmla="*/ 2147483647 h 822"/>
                <a:gd name="T62" fmla="*/ 2147483647 w 576"/>
                <a:gd name="T63" fmla="*/ 2147483647 h 822"/>
                <a:gd name="T64" fmla="*/ 2147483647 w 576"/>
                <a:gd name="T65" fmla="*/ 2147483647 h 822"/>
                <a:gd name="T66" fmla="*/ 2147483647 w 576"/>
                <a:gd name="T67" fmla="*/ 2147483647 h 822"/>
                <a:gd name="T68" fmla="*/ 2147483647 w 576"/>
                <a:gd name="T69" fmla="*/ 2147483647 h 822"/>
                <a:gd name="T70" fmla="*/ 2147483647 w 576"/>
                <a:gd name="T71" fmla="*/ 2147483647 h 822"/>
                <a:gd name="T72" fmla="*/ 2147483647 w 576"/>
                <a:gd name="T73" fmla="*/ 2147483647 h 822"/>
                <a:gd name="T74" fmla="*/ 2147483647 w 576"/>
                <a:gd name="T75" fmla="*/ 2147483647 h 822"/>
                <a:gd name="T76" fmla="*/ 2147483647 w 576"/>
                <a:gd name="T77" fmla="*/ 2147483647 h 822"/>
                <a:gd name="T78" fmla="*/ 2147483647 w 576"/>
                <a:gd name="T79" fmla="*/ 2147483647 h 822"/>
                <a:gd name="T80" fmla="*/ 2147483647 w 576"/>
                <a:gd name="T81" fmla="*/ 2147483647 h 822"/>
                <a:gd name="T82" fmla="*/ 2147483647 w 576"/>
                <a:gd name="T83" fmla="*/ 2147483647 h 822"/>
                <a:gd name="T84" fmla="*/ 2147483647 w 576"/>
                <a:gd name="T85" fmla="*/ 2147483647 h 822"/>
                <a:gd name="T86" fmla="*/ 2147483647 w 576"/>
                <a:gd name="T87" fmla="*/ 2147483647 h 822"/>
                <a:gd name="T88" fmla="*/ 2147483647 w 576"/>
                <a:gd name="T89" fmla="*/ 2147483647 h 822"/>
                <a:gd name="T90" fmla="*/ 2147483647 w 576"/>
                <a:gd name="T91" fmla="*/ 2147483647 h 822"/>
                <a:gd name="T92" fmla="*/ 2147483647 w 576"/>
                <a:gd name="T93" fmla="*/ 2147483647 h 822"/>
                <a:gd name="T94" fmla="*/ 2147483647 w 576"/>
                <a:gd name="T95" fmla="*/ 2147483647 h 822"/>
                <a:gd name="T96" fmla="*/ 2147483647 w 576"/>
                <a:gd name="T97" fmla="*/ 2147483647 h 822"/>
                <a:gd name="T98" fmla="*/ 2147483647 w 576"/>
                <a:gd name="T99" fmla="*/ 2147483647 h 822"/>
                <a:gd name="T100" fmla="*/ 2147483647 w 576"/>
                <a:gd name="T101" fmla="*/ 2147483647 h 822"/>
                <a:gd name="T102" fmla="*/ 2147483647 w 576"/>
                <a:gd name="T103" fmla="*/ 2147483647 h 822"/>
                <a:gd name="T104" fmla="*/ 2147483647 w 576"/>
                <a:gd name="T105" fmla="*/ 2147483647 h 822"/>
                <a:gd name="T106" fmla="*/ 2147483647 w 576"/>
                <a:gd name="T107" fmla="*/ 2147483647 h 822"/>
                <a:gd name="T108" fmla="*/ 2147483647 w 576"/>
                <a:gd name="T109" fmla="*/ 2147483647 h 822"/>
                <a:gd name="T110" fmla="*/ 2147483647 w 576"/>
                <a:gd name="T111" fmla="*/ 2147483647 h 822"/>
                <a:gd name="T112" fmla="*/ 2147483647 w 576"/>
                <a:gd name="T113" fmla="*/ 2147483647 h 822"/>
                <a:gd name="T114" fmla="*/ 2147483647 w 576"/>
                <a:gd name="T115" fmla="*/ 2147483647 h 822"/>
                <a:gd name="T116" fmla="*/ 2147483647 w 576"/>
                <a:gd name="T117" fmla="*/ 2147483647 h 822"/>
                <a:gd name="T118" fmla="*/ 2147483647 w 576"/>
                <a:gd name="T119" fmla="*/ 2147483647 h 822"/>
                <a:gd name="T120" fmla="*/ 2147483647 w 576"/>
                <a:gd name="T121" fmla="*/ 2147483647 h 822"/>
                <a:gd name="T122" fmla="*/ 2147483647 w 576"/>
                <a:gd name="T123" fmla="*/ 2147483647 h 82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576"/>
                <a:gd name="T187" fmla="*/ 0 h 822"/>
                <a:gd name="T188" fmla="*/ 576 w 576"/>
                <a:gd name="T189" fmla="*/ 822 h 82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576" h="822">
                  <a:moveTo>
                    <a:pt x="162" y="378"/>
                  </a:moveTo>
                  <a:lnTo>
                    <a:pt x="156" y="378"/>
                  </a:lnTo>
                  <a:lnTo>
                    <a:pt x="150" y="384"/>
                  </a:lnTo>
                  <a:lnTo>
                    <a:pt x="150" y="396"/>
                  </a:lnTo>
                  <a:lnTo>
                    <a:pt x="144" y="414"/>
                  </a:lnTo>
                  <a:lnTo>
                    <a:pt x="156" y="402"/>
                  </a:lnTo>
                  <a:lnTo>
                    <a:pt x="162" y="390"/>
                  </a:lnTo>
                  <a:lnTo>
                    <a:pt x="162" y="378"/>
                  </a:lnTo>
                  <a:close/>
                  <a:moveTo>
                    <a:pt x="132" y="312"/>
                  </a:moveTo>
                  <a:lnTo>
                    <a:pt x="126" y="312"/>
                  </a:lnTo>
                  <a:lnTo>
                    <a:pt x="126" y="336"/>
                  </a:lnTo>
                  <a:lnTo>
                    <a:pt x="132" y="336"/>
                  </a:lnTo>
                  <a:lnTo>
                    <a:pt x="138" y="330"/>
                  </a:lnTo>
                  <a:lnTo>
                    <a:pt x="150" y="330"/>
                  </a:lnTo>
                  <a:lnTo>
                    <a:pt x="144" y="318"/>
                  </a:lnTo>
                  <a:lnTo>
                    <a:pt x="138" y="312"/>
                  </a:lnTo>
                  <a:lnTo>
                    <a:pt x="132" y="312"/>
                  </a:lnTo>
                  <a:close/>
                  <a:moveTo>
                    <a:pt x="114" y="390"/>
                  </a:moveTo>
                  <a:lnTo>
                    <a:pt x="126" y="390"/>
                  </a:lnTo>
                  <a:lnTo>
                    <a:pt x="138" y="384"/>
                  </a:lnTo>
                  <a:lnTo>
                    <a:pt x="138" y="372"/>
                  </a:lnTo>
                  <a:lnTo>
                    <a:pt x="132" y="366"/>
                  </a:lnTo>
                  <a:lnTo>
                    <a:pt x="120" y="366"/>
                  </a:lnTo>
                  <a:lnTo>
                    <a:pt x="114" y="372"/>
                  </a:lnTo>
                  <a:lnTo>
                    <a:pt x="108" y="384"/>
                  </a:lnTo>
                  <a:lnTo>
                    <a:pt x="108" y="390"/>
                  </a:lnTo>
                  <a:lnTo>
                    <a:pt x="114" y="390"/>
                  </a:lnTo>
                  <a:close/>
                  <a:moveTo>
                    <a:pt x="330" y="120"/>
                  </a:moveTo>
                  <a:lnTo>
                    <a:pt x="324" y="120"/>
                  </a:lnTo>
                  <a:lnTo>
                    <a:pt x="318" y="126"/>
                  </a:lnTo>
                  <a:lnTo>
                    <a:pt x="318" y="138"/>
                  </a:lnTo>
                  <a:lnTo>
                    <a:pt x="330" y="138"/>
                  </a:lnTo>
                  <a:lnTo>
                    <a:pt x="336" y="126"/>
                  </a:lnTo>
                  <a:lnTo>
                    <a:pt x="330" y="120"/>
                  </a:lnTo>
                  <a:close/>
                  <a:moveTo>
                    <a:pt x="138" y="258"/>
                  </a:moveTo>
                  <a:lnTo>
                    <a:pt x="138" y="234"/>
                  </a:lnTo>
                  <a:lnTo>
                    <a:pt x="126" y="234"/>
                  </a:lnTo>
                  <a:lnTo>
                    <a:pt x="120" y="240"/>
                  </a:lnTo>
                  <a:lnTo>
                    <a:pt x="120" y="246"/>
                  </a:lnTo>
                  <a:lnTo>
                    <a:pt x="126" y="252"/>
                  </a:lnTo>
                  <a:lnTo>
                    <a:pt x="108" y="252"/>
                  </a:lnTo>
                  <a:lnTo>
                    <a:pt x="108" y="258"/>
                  </a:lnTo>
                  <a:lnTo>
                    <a:pt x="114" y="264"/>
                  </a:lnTo>
                  <a:lnTo>
                    <a:pt x="120" y="264"/>
                  </a:lnTo>
                  <a:lnTo>
                    <a:pt x="126" y="270"/>
                  </a:lnTo>
                  <a:lnTo>
                    <a:pt x="150" y="270"/>
                  </a:lnTo>
                  <a:lnTo>
                    <a:pt x="138" y="258"/>
                  </a:lnTo>
                  <a:close/>
                  <a:moveTo>
                    <a:pt x="474" y="0"/>
                  </a:moveTo>
                  <a:lnTo>
                    <a:pt x="468" y="0"/>
                  </a:lnTo>
                  <a:lnTo>
                    <a:pt x="456" y="12"/>
                  </a:lnTo>
                  <a:lnTo>
                    <a:pt x="474" y="12"/>
                  </a:lnTo>
                  <a:lnTo>
                    <a:pt x="474" y="6"/>
                  </a:lnTo>
                  <a:lnTo>
                    <a:pt x="480" y="0"/>
                  </a:lnTo>
                  <a:lnTo>
                    <a:pt x="474" y="0"/>
                  </a:lnTo>
                  <a:close/>
                  <a:moveTo>
                    <a:pt x="432" y="48"/>
                  </a:moveTo>
                  <a:lnTo>
                    <a:pt x="432" y="66"/>
                  </a:lnTo>
                  <a:lnTo>
                    <a:pt x="438" y="66"/>
                  </a:lnTo>
                  <a:lnTo>
                    <a:pt x="444" y="60"/>
                  </a:lnTo>
                  <a:lnTo>
                    <a:pt x="450" y="48"/>
                  </a:lnTo>
                  <a:lnTo>
                    <a:pt x="450" y="24"/>
                  </a:lnTo>
                  <a:lnTo>
                    <a:pt x="438" y="12"/>
                  </a:lnTo>
                  <a:lnTo>
                    <a:pt x="432" y="24"/>
                  </a:lnTo>
                  <a:lnTo>
                    <a:pt x="426" y="30"/>
                  </a:lnTo>
                  <a:lnTo>
                    <a:pt x="420" y="30"/>
                  </a:lnTo>
                  <a:lnTo>
                    <a:pt x="420" y="42"/>
                  </a:lnTo>
                  <a:lnTo>
                    <a:pt x="426" y="42"/>
                  </a:lnTo>
                  <a:lnTo>
                    <a:pt x="432" y="48"/>
                  </a:lnTo>
                  <a:close/>
                  <a:moveTo>
                    <a:pt x="342" y="138"/>
                  </a:moveTo>
                  <a:lnTo>
                    <a:pt x="342" y="150"/>
                  </a:lnTo>
                  <a:lnTo>
                    <a:pt x="354" y="138"/>
                  </a:lnTo>
                  <a:lnTo>
                    <a:pt x="342" y="138"/>
                  </a:lnTo>
                  <a:close/>
                  <a:moveTo>
                    <a:pt x="192" y="402"/>
                  </a:moveTo>
                  <a:lnTo>
                    <a:pt x="192" y="390"/>
                  </a:lnTo>
                  <a:lnTo>
                    <a:pt x="186" y="384"/>
                  </a:lnTo>
                  <a:lnTo>
                    <a:pt x="186" y="378"/>
                  </a:lnTo>
                  <a:lnTo>
                    <a:pt x="174" y="390"/>
                  </a:lnTo>
                  <a:lnTo>
                    <a:pt x="174" y="396"/>
                  </a:lnTo>
                  <a:lnTo>
                    <a:pt x="180" y="402"/>
                  </a:lnTo>
                  <a:lnTo>
                    <a:pt x="192" y="402"/>
                  </a:lnTo>
                  <a:close/>
                  <a:moveTo>
                    <a:pt x="504" y="588"/>
                  </a:moveTo>
                  <a:lnTo>
                    <a:pt x="498" y="594"/>
                  </a:lnTo>
                  <a:lnTo>
                    <a:pt x="498" y="600"/>
                  </a:lnTo>
                  <a:lnTo>
                    <a:pt x="480" y="600"/>
                  </a:lnTo>
                  <a:lnTo>
                    <a:pt x="480" y="588"/>
                  </a:lnTo>
                  <a:lnTo>
                    <a:pt x="486" y="576"/>
                  </a:lnTo>
                  <a:lnTo>
                    <a:pt x="498" y="564"/>
                  </a:lnTo>
                  <a:lnTo>
                    <a:pt x="492" y="558"/>
                  </a:lnTo>
                  <a:lnTo>
                    <a:pt x="456" y="540"/>
                  </a:lnTo>
                  <a:lnTo>
                    <a:pt x="450" y="540"/>
                  </a:lnTo>
                  <a:lnTo>
                    <a:pt x="444" y="534"/>
                  </a:lnTo>
                  <a:lnTo>
                    <a:pt x="450" y="534"/>
                  </a:lnTo>
                  <a:lnTo>
                    <a:pt x="456" y="528"/>
                  </a:lnTo>
                  <a:lnTo>
                    <a:pt x="480" y="528"/>
                  </a:lnTo>
                  <a:lnTo>
                    <a:pt x="468" y="516"/>
                  </a:lnTo>
                  <a:lnTo>
                    <a:pt x="468" y="510"/>
                  </a:lnTo>
                  <a:lnTo>
                    <a:pt x="456" y="498"/>
                  </a:lnTo>
                  <a:lnTo>
                    <a:pt x="450" y="486"/>
                  </a:lnTo>
                  <a:lnTo>
                    <a:pt x="432" y="468"/>
                  </a:lnTo>
                  <a:lnTo>
                    <a:pt x="420" y="468"/>
                  </a:lnTo>
                  <a:lnTo>
                    <a:pt x="414" y="456"/>
                  </a:lnTo>
                  <a:lnTo>
                    <a:pt x="402" y="450"/>
                  </a:lnTo>
                  <a:lnTo>
                    <a:pt x="390" y="438"/>
                  </a:lnTo>
                  <a:lnTo>
                    <a:pt x="390" y="414"/>
                  </a:lnTo>
                  <a:lnTo>
                    <a:pt x="396" y="402"/>
                  </a:lnTo>
                  <a:lnTo>
                    <a:pt x="396" y="390"/>
                  </a:lnTo>
                  <a:lnTo>
                    <a:pt x="384" y="390"/>
                  </a:lnTo>
                  <a:lnTo>
                    <a:pt x="378" y="384"/>
                  </a:lnTo>
                  <a:lnTo>
                    <a:pt x="372" y="372"/>
                  </a:lnTo>
                  <a:lnTo>
                    <a:pt x="360" y="360"/>
                  </a:lnTo>
                  <a:lnTo>
                    <a:pt x="342" y="354"/>
                  </a:lnTo>
                  <a:lnTo>
                    <a:pt x="324" y="354"/>
                  </a:lnTo>
                  <a:lnTo>
                    <a:pt x="306" y="360"/>
                  </a:lnTo>
                  <a:lnTo>
                    <a:pt x="294" y="366"/>
                  </a:lnTo>
                  <a:lnTo>
                    <a:pt x="288" y="366"/>
                  </a:lnTo>
                  <a:lnTo>
                    <a:pt x="270" y="348"/>
                  </a:lnTo>
                  <a:lnTo>
                    <a:pt x="282" y="348"/>
                  </a:lnTo>
                  <a:lnTo>
                    <a:pt x="294" y="354"/>
                  </a:lnTo>
                  <a:lnTo>
                    <a:pt x="306" y="354"/>
                  </a:lnTo>
                  <a:lnTo>
                    <a:pt x="330" y="342"/>
                  </a:lnTo>
                  <a:lnTo>
                    <a:pt x="336" y="336"/>
                  </a:lnTo>
                  <a:lnTo>
                    <a:pt x="330" y="336"/>
                  </a:lnTo>
                  <a:lnTo>
                    <a:pt x="324" y="330"/>
                  </a:lnTo>
                  <a:lnTo>
                    <a:pt x="306" y="330"/>
                  </a:lnTo>
                  <a:lnTo>
                    <a:pt x="330" y="324"/>
                  </a:lnTo>
                  <a:lnTo>
                    <a:pt x="336" y="318"/>
                  </a:lnTo>
                  <a:lnTo>
                    <a:pt x="348" y="312"/>
                  </a:lnTo>
                  <a:lnTo>
                    <a:pt x="360" y="300"/>
                  </a:lnTo>
                  <a:lnTo>
                    <a:pt x="360" y="288"/>
                  </a:lnTo>
                  <a:lnTo>
                    <a:pt x="366" y="276"/>
                  </a:lnTo>
                  <a:lnTo>
                    <a:pt x="372" y="270"/>
                  </a:lnTo>
                  <a:lnTo>
                    <a:pt x="378" y="258"/>
                  </a:lnTo>
                  <a:lnTo>
                    <a:pt x="384" y="252"/>
                  </a:lnTo>
                  <a:lnTo>
                    <a:pt x="396" y="246"/>
                  </a:lnTo>
                  <a:lnTo>
                    <a:pt x="402" y="246"/>
                  </a:lnTo>
                  <a:lnTo>
                    <a:pt x="402" y="240"/>
                  </a:lnTo>
                  <a:lnTo>
                    <a:pt x="396" y="234"/>
                  </a:lnTo>
                  <a:lnTo>
                    <a:pt x="318" y="234"/>
                  </a:lnTo>
                  <a:lnTo>
                    <a:pt x="318" y="228"/>
                  </a:lnTo>
                  <a:lnTo>
                    <a:pt x="288" y="228"/>
                  </a:lnTo>
                  <a:lnTo>
                    <a:pt x="276" y="234"/>
                  </a:lnTo>
                  <a:lnTo>
                    <a:pt x="264" y="234"/>
                  </a:lnTo>
                  <a:lnTo>
                    <a:pt x="258" y="240"/>
                  </a:lnTo>
                  <a:lnTo>
                    <a:pt x="252" y="240"/>
                  </a:lnTo>
                  <a:lnTo>
                    <a:pt x="264" y="228"/>
                  </a:lnTo>
                  <a:lnTo>
                    <a:pt x="252" y="216"/>
                  </a:lnTo>
                  <a:lnTo>
                    <a:pt x="270" y="210"/>
                  </a:lnTo>
                  <a:lnTo>
                    <a:pt x="300" y="192"/>
                  </a:lnTo>
                  <a:lnTo>
                    <a:pt x="312" y="186"/>
                  </a:lnTo>
                  <a:lnTo>
                    <a:pt x="324" y="162"/>
                  </a:lnTo>
                  <a:lnTo>
                    <a:pt x="318" y="156"/>
                  </a:lnTo>
                  <a:lnTo>
                    <a:pt x="288" y="156"/>
                  </a:lnTo>
                  <a:lnTo>
                    <a:pt x="276" y="162"/>
                  </a:lnTo>
                  <a:lnTo>
                    <a:pt x="258" y="168"/>
                  </a:lnTo>
                  <a:lnTo>
                    <a:pt x="240" y="168"/>
                  </a:lnTo>
                  <a:lnTo>
                    <a:pt x="228" y="162"/>
                  </a:lnTo>
                  <a:lnTo>
                    <a:pt x="216" y="162"/>
                  </a:lnTo>
                  <a:lnTo>
                    <a:pt x="210" y="168"/>
                  </a:lnTo>
                  <a:lnTo>
                    <a:pt x="210" y="174"/>
                  </a:lnTo>
                  <a:lnTo>
                    <a:pt x="216" y="180"/>
                  </a:lnTo>
                  <a:lnTo>
                    <a:pt x="204" y="180"/>
                  </a:lnTo>
                  <a:lnTo>
                    <a:pt x="192" y="192"/>
                  </a:lnTo>
                  <a:lnTo>
                    <a:pt x="192" y="210"/>
                  </a:lnTo>
                  <a:lnTo>
                    <a:pt x="198" y="216"/>
                  </a:lnTo>
                  <a:lnTo>
                    <a:pt x="156" y="222"/>
                  </a:lnTo>
                  <a:lnTo>
                    <a:pt x="156" y="234"/>
                  </a:lnTo>
                  <a:lnTo>
                    <a:pt x="168" y="240"/>
                  </a:lnTo>
                  <a:lnTo>
                    <a:pt x="180" y="264"/>
                  </a:lnTo>
                  <a:lnTo>
                    <a:pt x="162" y="282"/>
                  </a:lnTo>
                  <a:lnTo>
                    <a:pt x="162" y="294"/>
                  </a:lnTo>
                  <a:lnTo>
                    <a:pt x="144" y="300"/>
                  </a:lnTo>
                  <a:lnTo>
                    <a:pt x="156" y="312"/>
                  </a:lnTo>
                  <a:lnTo>
                    <a:pt x="168" y="312"/>
                  </a:lnTo>
                  <a:lnTo>
                    <a:pt x="180" y="306"/>
                  </a:lnTo>
                  <a:lnTo>
                    <a:pt x="186" y="300"/>
                  </a:lnTo>
                  <a:lnTo>
                    <a:pt x="186" y="318"/>
                  </a:lnTo>
                  <a:lnTo>
                    <a:pt x="180" y="318"/>
                  </a:lnTo>
                  <a:lnTo>
                    <a:pt x="168" y="330"/>
                  </a:lnTo>
                  <a:lnTo>
                    <a:pt x="156" y="336"/>
                  </a:lnTo>
                  <a:lnTo>
                    <a:pt x="156" y="360"/>
                  </a:lnTo>
                  <a:lnTo>
                    <a:pt x="162" y="372"/>
                  </a:lnTo>
                  <a:lnTo>
                    <a:pt x="168" y="366"/>
                  </a:lnTo>
                  <a:lnTo>
                    <a:pt x="198" y="366"/>
                  </a:lnTo>
                  <a:lnTo>
                    <a:pt x="210" y="360"/>
                  </a:lnTo>
                  <a:lnTo>
                    <a:pt x="216" y="354"/>
                  </a:lnTo>
                  <a:lnTo>
                    <a:pt x="198" y="372"/>
                  </a:lnTo>
                  <a:lnTo>
                    <a:pt x="210" y="402"/>
                  </a:lnTo>
                  <a:lnTo>
                    <a:pt x="204" y="408"/>
                  </a:lnTo>
                  <a:lnTo>
                    <a:pt x="198" y="420"/>
                  </a:lnTo>
                  <a:lnTo>
                    <a:pt x="186" y="426"/>
                  </a:lnTo>
                  <a:lnTo>
                    <a:pt x="180" y="438"/>
                  </a:lnTo>
                  <a:lnTo>
                    <a:pt x="180" y="450"/>
                  </a:lnTo>
                  <a:lnTo>
                    <a:pt x="186" y="456"/>
                  </a:lnTo>
                  <a:lnTo>
                    <a:pt x="204" y="456"/>
                  </a:lnTo>
                  <a:lnTo>
                    <a:pt x="216" y="450"/>
                  </a:lnTo>
                  <a:lnTo>
                    <a:pt x="240" y="450"/>
                  </a:lnTo>
                  <a:lnTo>
                    <a:pt x="252" y="444"/>
                  </a:lnTo>
                  <a:lnTo>
                    <a:pt x="258" y="438"/>
                  </a:lnTo>
                  <a:lnTo>
                    <a:pt x="270" y="432"/>
                  </a:lnTo>
                  <a:lnTo>
                    <a:pt x="300" y="438"/>
                  </a:lnTo>
                  <a:lnTo>
                    <a:pt x="288" y="444"/>
                  </a:lnTo>
                  <a:lnTo>
                    <a:pt x="264" y="468"/>
                  </a:lnTo>
                  <a:lnTo>
                    <a:pt x="264" y="474"/>
                  </a:lnTo>
                  <a:lnTo>
                    <a:pt x="282" y="492"/>
                  </a:lnTo>
                  <a:lnTo>
                    <a:pt x="294" y="492"/>
                  </a:lnTo>
                  <a:lnTo>
                    <a:pt x="300" y="498"/>
                  </a:lnTo>
                  <a:lnTo>
                    <a:pt x="306" y="498"/>
                  </a:lnTo>
                  <a:lnTo>
                    <a:pt x="312" y="516"/>
                  </a:lnTo>
                  <a:lnTo>
                    <a:pt x="294" y="534"/>
                  </a:lnTo>
                  <a:lnTo>
                    <a:pt x="294" y="564"/>
                  </a:lnTo>
                  <a:lnTo>
                    <a:pt x="222" y="564"/>
                  </a:lnTo>
                  <a:lnTo>
                    <a:pt x="216" y="558"/>
                  </a:lnTo>
                  <a:lnTo>
                    <a:pt x="198" y="558"/>
                  </a:lnTo>
                  <a:lnTo>
                    <a:pt x="192" y="564"/>
                  </a:lnTo>
                  <a:lnTo>
                    <a:pt x="210" y="582"/>
                  </a:lnTo>
                  <a:lnTo>
                    <a:pt x="186" y="600"/>
                  </a:lnTo>
                  <a:lnTo>
                    <a:pt x="228" y="594"/>
                  </a:lnTo>
                  <a:lnTo>
                    <a:pt x="228" y="618"/>
                  </a:lnTo>
                  <a:lnTo>
                    <a:pt x="216" y="642"/>
                  </a:lnTo>
                  <a:lnTo>
                    <a:pt x="210" y="648"/>
                  </a:lnTo>
                  <a:lnTo>
                    <a:pt x="198" y="654"/>
                  </a:lnTo>
                  <a:lnTo>
                    <a:pt x="180" y="660"/>
                  </a:lnTo>
                  <a:lnTo>
                    <a:pt x="168" y="666"/>
                  </a:lnTo>
                  <a:lnTo>
                    <a:pt x="162" y="666"/>
                  </a:lnTo>
                  <a:lnTo>
                    <a:pt x="162" y="690"/>
                  </a:lnTo>
                  <a:lnTo>
                    <a:pt x="168" y="696"/>
                  </a:lnTo>
                  <a:lnTo>
                    <a:pt x="174" y="696"/>
                  </a:lnTo>
                  <a:lnTo>
                    <a:pt x="180" y="690"/>
                  </a:lnTo>
                  <a:lnTo>
                    <a:pt x="192" y="684"/>
                  </a:lnTo>
                  <a:lnTo>
                    <a:pt x="198" y="678"/>
                  </a:lnTo>
                  <a:lnTo>
                    <a:pt x="204" y="684"/>
                  </a:lnTo>
                  <a:lnTo>
                    <a:pt x="204" y="690"/>
                  </a:lnTo>
                  <a:lnTo>
                    <a:pt x="210" y="696"/>
                  </a:lnTo>
                  <a:lnTo>
                    <a:pt x="234" y="696"/>
                  </a:lnTo>
                  <a:lnTo>
                    <a:pt x="240" y="702"/>
                  </a:lnTo>
                  <a:lnTo>
                    <a:pt x="252" y="708"/>
                  </a:lnTo>
                  <a:lnTo>
                    <a:pt x="258" y="708"/>
                  </a:lnTo>
                  <a:lnTo>
                    <a:pt x="276" y="702"/>
                  </a:lnTo>
                  <a:lnTo>
                    <a:pt x="288" y="696"/>
                  </a:lnTo>
                  <a:lnTo>
                    <a:pt x="294" y="690"/>
                  </a:lnTo>
                  <a:lnTo>
                    <a:pt x="318" y="690"/>
                  </a:lnTo>
                  <a:lnTo>
                    <a:pt x="312" y="696"/>
                  </a:lnTo>
                  <a:lnTo>
                    <a:pt x="300" y="702"/>
                  </a:lnTo>
                  <a:lnTo>
                    <a:pt x="294" y="714"/>
                  </a:lnTo>
                  <a:lnTo>
                    <a:pt x="282" y="720"/>
                  </a:lnTo>
                  <a:lnTo>
                    <a:pt x="276" y="726"/>
                  </a:lnTo>
                  <a:lnTo>
                    <a:pt x="210" y="726"/>
                  </a:lnTo>
                  <a:lnTo>
                    <a:pt x="210" y="738"/>
                  </a:lnTo>
                  <a:lnTo>
                    <a:pt x="198" y="738"/>
                  </a:lnTo>
                  <a:lnTo>
                    <a:pt x="186" y="744"/>
                  </a:lnTo>
                  <a:lnTo>
                    <a:pt x="180" y="750"/>
                  </a:lnTo>
                  <a:lnTo>
                    <a:pt x="180" y="768"/>
                  </a:lnTo>
                  <a:lnTo>
                    <a:pt x="174" y="774"/>
                  </a:lnTo>
                  <a:lnTo>
                    <a:pt x="144" y="774"/>
                  </a:lnTo>
                  <a:lnTo>
                    <a:pt x="144" y="780"/>
                  </a:lnTo>
                  <a:lnTo>
                    <a:pt x="138" y="786"/>
                  </a:lnTo>
                  <a:lnTo>
                    <a:pt x="138" y="792"/>
                  </a:lnTo>
                  <a:lnTo>
                    <a:pt x="126" y="804"/>
                  </a:lnTo>
                  <a:lnTo>
                    <a:pt x="114" y="810"/>
                  </a:lnTo>
                  <a:lnTo>
                    <a:pt x="108" y="810"/>
                  </a:lnTo>
                  <a:lnTo>
                    <a:pt x="108" y="816"/>
                  </a:lnTo>
                  <a:lnTo>
                    <a:pt x="114" y="816"/>
                  </a:lnTo>
                  <a:lnTo>
                    <a:pt x="120" y="822"/>
                  </a:lnTo>
                  <a:lnTo>
                    <a:pt x="150" y="822"/>
                  </a:lnTo>
                  <a:lnTo>
                    <a:pt x="156" y="810"/>
                  </a:lnTo>
                  <a:lnTo>
                    <a:pt x="174" y="792"/>
                  </a:lnTo>
                  <a:lnTo>
                    <a:pt x="210" y="792"/>
                  </a:lnTo>
                  <a:lnTo>
                    <a:pt x="216" y="798"/>
                  </a:lnTo>
                  <a:lnTo>
                    <a:pt x="228" y="804"/>
                  </a:lnTo>
                  <a:lnTo>
                    <a:pt x="240" y="804"/>
                  </a:lnTo>
                  <a:lnTo>
                    <a:pt x="246" y="792"/>
                  </a:lnTo>
                  <a:lnTo>
                    <a:pt x="252" y="786"/>
                  </a:lnTo>
                  <a:lnTo>
                    <a:pt x="258" y="774"/>
                  </a:lnTo>
                  <a:lnTo>
                    <a:pt x="270" y="762"/>
                  </a:lnTo>
                  <a:lnTo>
                    <a:pt x="288" y="762"/>
                  </a:lnTo>
                  <a:lnTo>
                    <a:pt x="300" y="774"/>
                  </a:lnTo>
                  <a:lnTo>
                    <a:pt x="330" y="774"/>
                  </a:lnTo>
                  <a:lnTo>
                    <a:pt x="354" y="762"/>
                  </a:lnTo>
                  <a:lnTo>
                    <a:pt x="360" y="762"/>
                  </a:lnTo>
                  <a:lnTo>
                    <a:pt x="366" y="768"/>
                  </a:lnTo>
                  <a:lnTo>
                    <a:pt x="378" y="768"/>
                  </a:lnTo>
                  <a:lnTo>
                    <a:pt x="390" y="774"/>
                  </a:lnTo>
                  <a:lnTo>
                    <a:pt x="396" y="774"/>
                  </a:lnTo>
                  <a:lnTo>
                    <a:pt x="396" y="768"/>
                  </a:lnTo>
                  <a:lnTo>
                    <a:pt x="390" y="762"/>
                  </a:lnTo>
                  <a:lnTo>
                    <a:pt x="390" y="750"/>
                  </a:lnTo>
                  <a:lnTo>
                    <a:pt x="396" y="750"/>
                  </a:lnTo>
                  <a:lnTo>
                    <a:pt x="408" y="756"/>
                  </a:lnTo>
                  <a:lnTo>
                    <a:pt x="414" y="762"/>
                  </a:lnTo>
                  <a:lnTo>
                    <a:pt x="426" y="756"/>
                  </a:lnTo>
                  <a:lnTo>
                    <a:pt x="498" y="756"/>
                  </a:lnTo>
                  <a:lnTo>
                    <a:pt x="522" y="750"/>
                  </a:lnTo>
                  <a:lnTo>
                    <a:pt x="534" y="744"/>
                  </a:lnTo>
                  <a:lnTo>
                    <a:pt x="540" y="732"/>
                  </a:lnTo>
                  <a:lnTo>
                    <a:pt x="546" y="726"/>
                  </a:lnTo>
                  <a:lnTo>
                    <a:pt x="552" y="714"/>
                  </a:lnTo>
                  <a:lnTo>
                    <a:pt x="498" y="708"/>
                  </a:lnTo>
                  <a:lnTo>
                    <a:pt x="522" y="702"/>
                  </a:lnTo>
                  <a:lnTo>
                    <a:pt x="516" y="684"/>
                  </a:lnTo>
                  <a:lnTo>
                    <a:pt x="528" y="672"/>
                  </a:lnTo>
                  <a:lnTo>
                    <a:pt x="540" y="666"/>
                  </a:lnTo>
                  <a:lnTo>
                    <a:pt x="546" y="666"/>
                  </a:lnTo>
                  <a:lnTo>
                    <a:pt x="558" y="660"/>
                  </a:lnTo>
                  <a:lnTo>
                    <a:pt x="564" y="654"/>
                  </a:lnTo>
                  <a:lnTo>
                    <a:pt x="576" y="618"/>
                  </a:lnTo>
                  <a:lnTo>
                    <a:pt x="570" y="606"/>
                  </a:lnTo>
                  <a:lnTo>
                    <a:pt x="564" y="600"/>
                  </a:lnTo>
                  <a:lnTo>
                    <a:pt x="552" y="594"/>
                  </a:lnTo>
                  <a:lnTo>
                    <a:pt x="540" y="594"/>
                  </a:lnTo>
                  <a:lnTo>
                    <a:pt x="528" y="588"/>
                  </a:lnTo>
                  <a:lnTo>
                    <a:pt x="504" y="588"/>
                  </a:lnTo>
                  <a:close/>
                  <a:moveTo>
                    <a:pt x="222" y="486"/>
                  </a:moveTo>
                  <a:lnTo>
                    <a:pt x="216" y="480"/>
                  </a:lnTo>
                  <a:lnTo>
                    <a:pt x="204" y="480"/>
                  </a:lnTo>
                  <a:lnTo>
                    <a:pt x="204" y="486"/>
                  </a:lnTo>
                  <a:lnTo>
                    <a:pt x="198" y="498"/>
                  </a:lnTo>
                  <a:lnTo>
                    <a:pt x="192" y="504"/>
                  </a:lnTo>
                  <a:lnTo>
                    <a:pt x="210" y="504"/>
                  </a:lnTo>
                  <a:lnTo>
                    <a:pt x="222" y="492"/>
                  </a:lnTo>
                  <a:lnTo>
                    <a:pt x="222" y="486"/>
                  </a:lnTo>
                  <a:close/>
                  <a:moveTo>
                    <a:pt x="126" y="504"/>
                  </a:moveTo>
                  <a:lnTo>
                    <a:pt x="132" y="498"/>
                  </a:lnTo>
                  <a:lnTo>
                    <a:pt x="132" y="492"/>
                  </a:lnTo>
                  <a:lnTo>
                    <a:pt x="144" y="492"/>
                  </a:lnTo>
                  <a:lnTo>
                    <a:pt x="150" y="480"/>
                  </a:lnTo>
                  <a:lnTo>
                    <a:pt x="156" y="474"/>
                  </a:lnTo>
                  <a:lnTo>
                    <a:pt x="156" y="462"/>
                  </a:lnTo>
                  <a:lnTo>
                    <a:pt x="138" y="444"/>
                  </a:lnTo>
                  <a:lnTo>
                    <a:pt x="138" y="432"/>
                  </a:lnTo>
                  <a:lnTo>
                    <a:pt x="132" y="438"/>
                  </a:lnTo>
                  <a:lnTo>
                    <a:pt x="126" y="426"/>
                  </a:lnTo>
                  <a:lnTo>
                    <a:pt x="120" y="420"/>
                  </a:lnTo>
                  <a:lnTo>
                    <a:pt x="78" y="420"/>
                  </a:lnTo>
                  <a:lnTo>
                    <a:pt x="72" y="426"/>
                  </a:lnTo>
                  <a:lnTo>
                    <a:pt x="30" y="450"/>
                  </a:lnTo>
                  <a:lnTo>
                    <a:pt x="30" y="462"/>
                  </a:lnTo>
                  <a:lnTo>
                    <a:pt x="24" y="462"/>
                  </a:lnTo>
                  <a:lnTo>
                    <a:pt x="18" y="468"/>
                  </a:lnTo>
                  <a:lnTo>
                    <a:pt x="12" y="468"/>
                  </a:lnTo>
                  <a:lnTo>
                    <a:pt x="0" y="480"/>
                  </a:lnTo>
                  <a:lnTo>
                    <a:pt x="6" y="486"/>
                  </a:lnTo>
                  <a:lnTo>
                    <a:pt x="30" y="498"/>
                  </a:lnTo>
                  <a:lnTo>
                    <a:pt x="42" y="498"/>
                  </a:lnTo>
                  <a:lnTo>
                    <a:pt x="66" y="474"/>
                  </a:lnTo>
                  <a:lnTo>
                    <a:pt x="84" y="498"/>
                  </a:lnTo>
                  <a:lnTo>
                    <a:pt x="120" y="504"/>
                  </a:lnTo>
                  <a:lnTo>
                    <a:pt x="126" y="504"/>
                  </a:lnTo>
                  <a:close/>
                  <a:moveTo>
                    <a:pt x="78" y="228"/>
                  </a:moveTo>
                  <a:lnTo>
                    <a:pt x="72" y="228"/>
                  </a:lnTo>
                  <a:lnTo>
                    <a:pt x="66" y="234"/>
                  </a:lnTo>
                  <a:lnTo>
                    <a:pt x="66" y="240"/>
                  </a:lnTo>
                  <a:lnTo>
                    <a:pt x="84" y="240"/>
                  </a:lnTo>
                  <a:lnTo>
                    <a:pt x="84" y="228"/>
                  </a:lnTo>
                  <a:lnTo>
                    <a:pt x="78" y="228"/>
                  </a:lnTo>
                  <a:close/>
                  <a:moveTo>
                    <a:pt x="108" y="210"/>
                  </a:moveTo>
                  <a:lnTo>
                    <a:pt x="126" y="210"/>
                  </a:lnTo>
                  <a:lnTo>
                    <a:pt x="132" y="204"/>
                  </a:lnTo>
                  <a:lnTo>
                    <a:pt x="132" y="198"/>
                  </a:lnTo>
                  <a:lnTo>
                    <a:pt x="138" y="186"/>
                  </a:lnTo>
                  <a:lnTo>
                    <a:pt x="150" y="174"/>
                  </a:lnTo>
                  <a:lnTo>
                    <a:pt x="150" y="168"/>
                  </a:lnTo>
                  <a:lnTo>
                    <a:pt x="138" y="174"/>
                  </a:lnTo>
                  <a:lnTo>
                    <a:pt x="132" y="174"/>
                  </a:lnTo>
                  <a:lnTo>
                    <a:pt x="114" y="192"/>
                  </a:lnTo>
                  <a:lnTo>
                    <a:pt x="108" y="186"/>
                  </a:lnTo>
                  <a:lnTo>
                    <a:pt x="96" y="186"/>
                  </a:lnTo>
                  <a:lnTo>
                    <a:pt x="90" y="192"/>
                  </a:lnTo>
                  <a:lnTo>
                    <a:pt x="90" y="210"/>
                  </a:lnTo>
                  <a:lnTo>
                    <a:pt x="96" y="216"/>
                  </a:lnTo>
                  <a:lnTo>
                    <a:pt x="96" y="228"/>
                  </a:lnTo>
                  <a:lnTo>
                    <a:pt x="108" y="210"/>
                  </a:lnTo>
                  <a:close/>
                  <a:moveTo>
                    <a:pt x="72" y="252"/>
                  </a:moveTo>
                  <a:lnTo>
                    <a:pt x="60" y="282"/>
                  </a:lnTo>
                  <a:lnTo>
                    <a:pt x="78" y="258"/>
                  </a:lnTo>
                  <a:lnTo>
                    <a:pt x="72" y="25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0" name="United Arab Emirates" descr="© INSCALE GmbH, 05.05.2010&#10;http://www.presentationload.com/">
              <a:extLst>
                <a:ext uri="{FF2B5EF4-FFF2-40B4-BE49-F238E27FC236}">
                  <a16:creationId xmlns:a16="http://schemas.microsoft.com/office/drawing/2014/main" id="{B2A7E4FA-BEC9-4F4E-B517-1B32086F7901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922303" y="2299414"/>
              <a:ext cx="111148" cy="105325"/>
            </a:xfrm>
            <a:custGeom>
              <a:avLst/>
              <a:gdLst>
                <a:gd name="T0" fmla="*/ 2147483647 w 336"/>
                <a:gd name="T1" fmla="*/ 2147483647 h 318"/>
                <a:gd name="T2" fmla="*/ 2147483647 w 336"/>
                <a:gd name="T3" fmla="*/ 2147483647 h 318"/>
                <a:gd name="T4" fmla="*/ 2147483647 w 336"/>
                <a:gd name="T5" fmla="*/ 2147483647 h 318"/>
                <a:gd name="T6" fmla="*/ 2147483647 w 336"/>
                <a:gd name="T7" fmla="*/ 2147483647 h 318"/>
                <a:gd name="T8" fmla="*/ 2147483647 w 336"/>
                <a:gd name="T9" fmla="*/ 2147483647 h 318"/>
                <a:gd name="T10" fmla="*/ 2147483647 w 336"/>
                <a:gd name="T11" fmla="*/ 0 h 318"/>
                <a:gd name="T12" fmla="*/ 2147483647 w 336"/>
                <a:gd name="T13" fmla="*/ 2147483647 h 318"/>
                <a:gd name="T14" fmla="*/ 2147483647 w 336"/>
                <a:gd name="T15" fmla="*/ 2147483647 h 318"/>
                <a:gd name="T16" fmla="*/ 2147483647 w 336"/>
                <a:gd name="T17" fmla="*/ 2147483647 h 318"/>
                <a:gd name="T18" fmla="*/ 2147483647 w 336"/>
                <a:gd name="T19" fmla="*/ 2147483647 h 318"/>
                <a:gd name="T20" fmla="*/ 2147483647 w 336"/>
                <a:gd name="T21" fmla="*/ 2147483647 h 318"/>
                <a:gd name="T22" fmla="*/ 2147483647 w 336"/>
                <a:gd name="T23" fmla="*/ 2147483647 h 318"/>
                <a:gd name="T24" fmla="*/ 2147483647 w 336"/>
                <a:gd name="T25" fmla="*/ 2147483647 h 318"/>
                <a:gd name="T26" fmla="*/ 2147483647 w 336"/>
                <a:gd name="T27" fmla="*/ 2147483647 h 318"/>
                <a:gd name="T28" fmla="*/ 2147483647 w 336"/>
                <a:gd name="T29" fmla="*/ 2147483647 h 318"/>
                <a:gd name="T30" fmla="*/ 2147483647 w 336"/>
                <a:gd name="T31" fmla="*/ 2147483647 h 318"/>
                <a:gd name="T32" fmla="*/ 2147483647 w 336"/>
                <a:gd name="T33" fmla="*/ 2147483647 h 318"/>
                <a:gd name="T34" fmla="*/ 2147483647 w 336"/>
                <a:gd name="T35" fmla="*/ 2147483647 h 318"/>
                <a:gd name="T36" fmla="*/ 0 w 336"/>
                <a:gd name="T37" fmla="*/ 2147483647 h 318"/>
                <a:gd name="T38" fmla="*/ 2147483647 w 336"/>
                <a:gd name="T39" fmla="*/ 2147483647 h 318"/>
                <a:gd name="T40" fmla="*/ 2147483647 w 336"/>
                <a:gd name="T41" fmla="*/ 2147483647 h 318"/>
                <a:gd name="T42" fmla="*/ 2147483647 w 336"/>
                <a:gd name="T43" fmla="*/ 2147483647 h 318"/>
                <a:gd name="T44" fmla="*/ 2147483647 w 336"/>
                <a:gd name="T45" fmla="*/ 2147483647 h 318"/>
                <a:gd name="T46" fmla="*/ 2147483647 w 336"/>
                <a:gd name="T47" fmla="*/ 2147483647 h 318"/>
                <a:gd name="T48" fmla="*/ 2147483647 w 336"/>
                <a:gd name="T49" fmla="*/ 2147483647 h 318"/>
                <a:gd name="T50" fmla="*/ 2147483647 w 336"/>
                <a:gd name="T51" fmla="*/ 2147483647 h 318"/>
                <a:gd name="T52" fmla="*/ 2147483647 w 336"/>
                <a:gd name="T53" fmla="*/ 2147483647 h 318"/>
                <a:gd name="T54" fmla="*/ 2147483647 w 336"/>
                <a:gd name="T55" fmla="*/ 2147483647 h 318"/>
                <a:gd name="T56" fmla="*/ 2147483647 w 336"/>
                <a:gd name="T57" fmla="*/ 2147483647 h 318"/>
                <a:gd name="T58" fmla="*/ 2147483647 w 336"/>
                <a:gd name="T59" fmla="*/ 2147483647 h 318"/>
                <a:gd name="T60" fmla="*/ 2147483647 w 336"/>
                <a:gd name="T61" fmla="*/ 2147483647 h 318"/>
                <a:gd name="T62" fmla="*/ 2147483647 w 336"/>
                <a:gd name="T63" fmla="*/ 2147483647 h 318"/>
                <a:gd name="T64" fmla="*/ 2147483647 w 336"/>
                <a:gd name="T65" fmla="*/ 2147483647 h 318"/>
                <a:gd name="T66" fmla="*/ 2147483647 w 336"/>
                <a:gd name="T67" fmla="*/ 2147483647 h 318"/>
                <a:gd name="T68" fmla="*/ 2147483647 w 336"/>
                <a:gd name="T69" fmla="*/ 2147483647 h 31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36"/>
                <a:gd name="T106" fmla="*/ 0 h 318"/>
                <a:gd name="T107" fmla="*/ 336 w 336"/>
                <a:gd name="T108" fmla="*/ 318 h 31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36" h="318">
                  <a:moveTo>
                    <a:pt x="300" y="120"/>
                  </a:moveTo>
                  <a:lnTo>
                    <a:pt x="306" y="120"/>
                  </a:lnTo>
                  <a:lnTo>
                    <a:pt x="306" y="126"/>
                  </a:lnTo>
                  <a:lnTo>
                    <a:pt x="312" y="138"/>
                  </a:lnTo>
                  <a:lnTo>
                    <a:pt x="336" y="132"/>
                  </a:lnTo>
                  <a:lnTo>
                    <a:pt x="330" y="120"/>
                  </a:lnTo>
                  <a:lnTo>
                    <a:pt x="324" y="102"/>
                  </a:lnTo>
                  <a:lnTo>
                    <a:pt x="324" y="60"/>
                  </a:lnTo>
                  <a:lnTo>
                    <a:pt x="330" y="42"/>
                  </a:lnTo>
                  <a:lnTo>
                    <a:pt x="330" y="6"/>
                  </a:lnTo>
                  <a:lnTo>
                    <a:pt x="324" y="0"/>
                  </a:lnTo>
                  <a:lnTo>
                    <a:pt x="318" y="0"/>
                  </a:lnTo>
                  <a:lnTo>
                    <a:pt x="312" y="6"/>
                  </a:lnTo>
                  <a:lnTo>
                    <a:pt x="306" y="18"/>
                  </a:lnTo>
                  <a:lnTo>
                    <a:pt x="300" y="36"/>
                  </a:lnTo>
                  <a:lnTo>
                    <a:pt x="288" y="60"/>
                  </a:lnTo>
                  <a:lnTo>
                    <a:pt x="282" y="66"/>
                  </a:lnTo>
                  <a:lnTo>
                    <a:pt x="282" y="72"/>
                  </a:lnTo>
                  <a:lnTo>
                    <a:pt x="276" y="72"/>
                  </a:lnTo>
                  <a:lnTo>
                    <a:pt x="264" y="78"/>
                  </a:lnTo>
                  <a:lnTo>
                    <a:pt x="234" y="108"/>
                  </a:lnTo>
                  <a:lnTo>
                    <a:pt x="228" y="120"/>
                  </a:lnTo>
                  <a:lnTo>
                    <a:pt x="216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8" y="168"/>
                  </a:lnTo>
                  <a:lnTo>
                    <a:pt x="192" y="180"/>
                  </a:lnTo>
                  <a:lnTo>
                    <a:pt x="192" y="186"/>
                  </a:lnTo>
                  <a:lnTo>
                    <a:pt x="186" y="192"/>
                  </a:lnTo>
                  <a:lnTo>
                    <a:pt x="150" y="192"/>
                  </a:lnTo>
                  <a:lnTo>
                    <a:pt x="132" y="186"/>
                  </a:lnTo>
                  <a:lnTo>
                    <a:pt x="90" y="186"/>
                  </a:lnTo>
                  <a:lnTo>
                    <a:pt x="72" y="192"/>
                  </a:lnTo>
                  <a:lnTo>
                    <a:pt x="48" y="204"/>
                  </a:lnTo>
                  <a:lnTo>
                    <a:pt x="24" y="204"/>
                  </a:lnTo>
                  <a:lnTo>
                    <a:pt x="12" y="192"/>
                  </a:lnTo>
                  <a:lnTo>
                    <a:pt x="0" y="186"/>
                  </a:lnTo>
                  <a:lnTo>
                    <a:pt x="0" y="198"/>
                  </a:lnTo>
                  <a:lnTo>
                    <a:pt x="18" y="216"/>
                  </a:lnTo>
                  <a:lnTo>
                    <a:pt x="30" y="240"/>
                  </a:lnTo>
                  <a:lnTo>
                    <a:pt x="54" y="264"/>
                  </a:lnTo>
                  <a:lnTo>
                    <a:pt x="60" y="276"/>
                  </a:lnTo>
                  <a:lnTo>
                    <a:pt x="72" y="282"/>
                  </a:lnTo>
                  <a:lnTo>
                    <a:pt x="78" y="294"/>
                  </a:lnTo>
                  <a:lnTo>
                    <a:pt x="96" y="294"/>
                  </a:lnTo>
                  <a:lnTo>
                    <a:pt x="132" y="300"/>
                  </a:lnTo>
                  <a:lnTo>
                    <a:pt x="228" y="312"/>
                  </a:lnTo>
                  <a:lnTo>
                    <a:pt x="270" y="318"/>
                  </a:lnTo>
                  <a:lnTo>
                    <a:pt x="264" y="306"/>
                  </a:lnTo>
                  <a:lnTo>
                    <a:pt x="258" y="300"/>
                  </a:lnTo>
                  <a:lnTo>
                    <a:pt x="252" y="288"/>
                  </a:lnTo>
                  <a:lnTo>
                    <a:pt x="252" y="276"/>
                  </a:lnTo>
                  <a:lnTo>
                    <a:pt x="258" y="270"/>
                  </a:lnTo>
                  <a:lnTo>
                    <a:pt x="264" y="258"/>
                  </a:lnTo>
                  <a:lnTo>
                    <a:pt x="270" y="252"/>
                  </a:lnTo>
                  <a:lnTo>
                    <a:pt x="276" y="240"/>
                  </a:lnTo>
                  <a:lnTo>
                    <a:pt x="276" y="228"/>
                  </a:lnTo>
                  <a:lnTo>
                    <a:pt x="282" y="216"/>
                  </a:lnTo>
                  <a:lnTo>
                    <a:pt x="282" y="204"/>
                  </a:lnTo>
                  <a:lnTo>
                    <a:pt x="288" y="198"/>
                  </a:lnTo>
                  <a:lnTo>
                    <a:pt x="288" y="192"/>
                  </a:lnTo>
                  <a:lnTo>
                    <a:pt x="300" y="192"/>
                  </a:lnTo>
                  <a:lnTo>
                    <a:pt x="300" y="198"/>
                  </a:lnTo>
                  <a:lnTo>
                    <a:pt x="306" y="198"/>
                  </a:lnTo>
                  <a:lnTo>
                    <a:pt x="306" y="192"/>
                  </a:lnTo>
                  <a:lnTo>
                    <a:pt x="288" y="174"/>
                  </a:lnTo>
                  <a:lnTo>
                    <a:pt x="288" y="144"/>
                  </a:lnTo>
                  <a:lnTo>
                    <a:pt x="294" y="132"/>
                  </a:lnTo>
                  <a:lnTo>
                    <a:pt x="294" y="126"/>
                  </a:lnTo>
                  <a:lnTo>
                    <a:pt x="300" y="12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1" name="Ukraine" descr="© INSCALE GmbH, 05.05.2010&#10;http://www.presentationload.com/">
              <a:extLst>
                <a:ext uri="{FF2B5EF4-FFF2-40B4-BE49-F238E27FC236}">
                  <a16:creationId xmlns:a16="http://schemas.microsoft.com/office/drawing/2014/main" id="{4B0D9A39-67AC-422F-BEF6-FB29C5046B84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219229" y="1623799"/>
              <a:ext cx="369633" cy="205510"/>
            </a:xfrm>
            <a:custGeom>
              <a:avLst/>
              <a:gdLst>
                <a:gd name="T0" fmla="*/ 2147483647 w 1116"/>
                <a:gd name="T1" fmla="*/ 2147483647 h 624"/>
                <a:gd name="T2" fmla="*/ 2147483647 w 1116"/>
                <a:gd name="T3" fmla="*/ 2147483647 h 624"/>
                <a:gd name="T4" fmla="*/ 2147483647 w 1116"/>
                <a:gd name="T5" fmla="*/ 2147483647 h 624"/>
                <a:gd name="T6" fmla="*/ 2147483647 w 1116"/>
                <a:gd name="T7" fmla="*/ 2147483647 h 624"/>
                <a:gd name="T8" fmla="*/ 2147483647 w 1116"/>
                <a:gd name="T9" fmla="*/ 2147483647 h 624"/>
                <a:gd name="T10" fmla="*/ 2147483647 w 1116"/>
                <a:gd name="T11" fmla="*/ 2147483647 h 624"/>
                <a:gd name="T12" fmla="*/ 2147483647 w 1116"/>
                <a:gd name="T13" fmla="*/ 2147483647 h 624"/>
                <a:gd name="T14" fmla="*/ 2147483647 w 1116"/>
                <a:gd name="T15" fmla="*/ 2147483647 h 624"/>
                <a:gd name="T16" fmla="*/ 2147483647 w 1116"/>
                <a:gd name="T17" fmla="*/ 2147483647 h 624"/>
                <a:gd name="T18" fmla="*/ 2147483647 w 1116"/>
                <a:gd name="T19" fmla="*/ 2147483647 h 624"/>
                <a:gd name="T20" fmla="*/ 2147483647 w 1116"/>
                <a:gd name="T21" fmla="*/ 2147483647 h 624"/>
                <a:gd name="T22" fmla="*/ 2147483647 w 1116"/>
                <a:gd name="T23" fmla="*/ 2147483647 h 624"/>
                <a:gd name="T24" fmla="*/ 2147483647 w 1116"/>
                <a:gd name="T25" fmla="*/ 2147483647 h 624"/>
                <a:gd name="T26" fmla="*/ 2147483647 w 1116"/>
                <a:gd name="T27" fmla="*/ 2147483647 h 624"/>
                <a:gd name="T28" fmla="*/ 2147483647 w 1116"/>
                <a:gd name="T29" fmla="*/ 2147483647 h 624"/>
                <a:gd name="T30" fmla="*/ 2147483647 w 1116"/>
                <a:gd name="T31" fmla="*/ 2147483647 h 624"/>
                <a:gd name="T32" fmla="*/ 2147483647 w 1116"/>
                <a:gd name="T33" fmla="*/ 2147483647 h 624"/>
                <a:gd name="T34" fmla="*/ 2147483647 w 1116"/>
                <a:gd name="T35" fmla="*/ 2147483647 h 624"/>
                <a:gd name="T36" fmla="*/ 2147483647 w 1116"/>
                <a:gd name="T37" fmla="*/ 2147483647 h 624"/>
                <a:gd name="T38" fmla="*/ 2147483647 w 1116"/>
                <a:gd name="T39" fmla="*/ 2147483647 h 624"/>
                <a:gd name="T40" fmla="*/ 2147483647 w 1116"/>
                <a:gd name="T41" fmla="*/ 2147483647 h 624"/>
                <a:gd name="T42" fmla="*/ 2147483647 w 1116"/>
                <a:gd name="T43" fmla="*/ 2147483647 h 624"/>
                <a:gd name="T44" fmla="*/ 2147483647 w 1116"/>
                <a:gd name="T45" fmla="*/ 2147483647 h 624"/>
                <a:gd name="T46" fmla="*/ 2147483647 w 1116"/>
                <a:gd name="T47" fmla="*/ 2147483647 h 624"/>
                <a:gd name="T48" fmla="*/ 2147483647 w 1116"/>
                <a:gd name="T49" fmla="*/ 2147483647 h 624"/>
                <a:gd name="T50" fmla="*/ 2147483647 w 1116"/>
                <a:gd name="T51" fmla="*/ 2147483647 h 624"/>
                <a:gd name="T52" fmla="*/ 2147483647 w 1116"/>
                <a:gd name="T53" fmla="*/ 2147483647 h 624"/>
                <a:gd name="T54" fmla="*/ 2147483647 w 1116"/>
                <a:gd name="T55" fmla="*/ 2147483647 h 624"/>
                <a:gd name="T56" fmla="*/ 2147483647 w 1116"/>
                <a:gd name="T57" fmla="*/ 2147483647 h 624"/>
                <a:gd name="T58" fmla="*/ 2147483647 w 1116"/>
                <a:gd name="T59" fmla="*/ 2147483647 h 624"/>
                <a:gd name="T60" fmla="*/ 2147483647 w 1116"/>
                <a:gd name="T61" fmla="*/ 2147483647 h 624"/>
                <a:gd name="T62" fmla="*/ 2147483647 w 1116"/>
                <a:gd name="T63" fmla="*/ 2147483647 h 624"/>
                <a:gd name="T64" fmla="*/ 2147483647 w 1116"/>
                <a:gd name="T65" fmla="*/ 2147483647 h 624"/>
                <a:gd name="T66" fmla="*/ 2147483647 w 1116"/>
                <a:gd name="T67" fmla="*/ 2147483647 h 624"/>
                <a:gd name="T68" fmla="*/ 2147483647 w 1116"/>
                <a:gd name="T69" fmla="*/ 2147483647 h 624"/>
                <a:gd name="T70" fmla="*/ 2147483647 w 1116"/>
                <a:gd name="T71" fmla="*/ 2147483647 h 624"/>
                <a:gd name="T72" fmla="*/ 2147483647 w 1116"/>
                <a:gd name="T73" fmla="*/ 2147483647 h 624"/>
                <a:gd name="T74" fmla="*/ 2147483647 w 1116"/>
                <a:gd name="T75" fmla="*/ 2147483647 h 624"/>
                <a:gd name="T76" fmla="*/ 2147483647 w 1116"/>
                <a:gd name="T77" fmla="*/ 2147483647 h 624"/>
                <a:gd name="T78" fmla="*/ 2147483647 w 1116"/>
                <a:gd name="T79" fmla="*/ 2147483647 h 624"/>
                <a:gd name="T80" fmla="*/ 2147483647 w 1116"/>
                <a:gd name="T81" fmla="*/ 2147483647 h 624"/>
                <a:gd name="T82" fmla="*/ 2147483647 w 1116"/>
                <a:gd name="T83" fmla="*/ 2147483647 h 624"/>
                <a:gd name="T84" fmla="*/ 2147483647 w 1116"/>
                <a:gd name="T85" fmla="*/ 2147483647 h 624"/>
                <a:gd name="T86" fmla="*/ 2147483647 w 1116"/>
                <a:gd name="T87" fmla="*/ 2147483647 h 624"/>
                <a:gd name="T88" fmla="*/ 2147483647 w 1116"/>
                <a:gd name="T89" fmla="*/ 0 h 624"/>
                <a:gd name="T90" fmla="*/ 2147483647 w 1116"/>
                <a:gd name="T91" fmla="*/ 2147483647 h 624"/>
                <a:gd name="T92" fmla="*/ 2147483647 w 1116"/>
                <a:gd name="T93" fmla="*/ 2147483647 h 624"/>
                <a:gd name="T94" fmla="*/ 2147483647 w 1116"/>
                <a:gd name="T95" fmla="*/ 2147483647 h 624"/>
                <a:gd name="T96" fmla="*/ 2147483647 w 1116"/>
                <a:gd name="T97" fmla="*/ 2147483647 h 624"/>
                <a:gd name="T98" fmla="*/ 2147483647 w 1116"/>
                <a:gd name="T99" fmla="*/ 2147483647 h 624"/>
                <a:gd name="T100" fmla="*/ 2147483647 w 1116"/>
                <a:gd name="T101" fmla="*/ 2147483647 h 624"/>
                <a:gd name="T102" fmla="*/ 2147483647 w 1116"/>
                <a:gd name="T103" fmla="*/ 2147483647 h 624"/>
                <a:gd name="T104" fmla="*/ 2147483647 w 1116"/>
                <a:gd name="T105" fmla="*/ 2147483647 h 624"/>
                <a:gd name="T106" fmla="*/ 2147483647 w 1116"/>
                <a:gd name="T107" fmla="*/ 2147483647 h 624"/>
                <a:gd name="T108" fmla="*/ 2147483647 w 1116"/>
                <a:gd name="T109" fmla="*/ 2147483647 h 624"/>
                <a:gd name="T110" fmla="*/ 2147483647 w 1116"/>
                <a:gd name="T111" fmla="*/ 2147483647 h 624"/>
                <a:gd name="T112" fmla="*/ 2147483647 w 1116"/>
                <a:gd name="T113" fmla="*/ 2147483647 h 624"/>
                <a:gd name="T114" fmla="*/ 2147483647 w 1116"/>
                <a:gd name="T115" fmla="*/ 2147483647 h 624"/>
                <a:gd name="T116" fmla="*/ 2147483647 w 1116"/>
                <a:gd name="T117" fmla="*/ 2147483647 h 6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16"/>
                <a:gd name="T178" fmla="*/ 0 h 624"/>
                <a:gd name="T179" fmla="*/ 1116 w 1116"/>
                <a:gd name="T180" fmla="*/ 624 h 6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16" h="624">
                  <a:moveTo>
                    <a:pt x="24" y="324"/>
                  </a:moveTo>
                  <a:lnTo>
                    <a:pt x="30" y="324"/>
                  </a:lnTo>
                  <a:lnTo>
                    <a:pt x="36" y="330"/>
                  </a:lnTo>
                  <a:lnTo>
                    <a:pt x="48" y="330"/>
                  </a:lnTo>
                  <a:lnTo>
                    <a:pt x="54" y="336"/>
                  </a:lnTo>
                  <a:lnTo>
                    <a:pt x="78" y="336"/>
                  </a:lnTo>
                  <a:lnTo>
                    <a:pt x="84" y="342"/>
                  </a:lnTo>
                  <a:lnTo>
                    <a:pt x="108" y="342"/>
                  </a:lnTo>
                  <a:lnTo>
                    <a:pt x="114" y="348"/>
                  </a:lnTo>
                  <a:lnTo>
                    <a:pt x="126" y="342"/>
                  </a:lnTo>
                  <a:lnTo>
                    <a:pt x="132" y="342"/>
                  </a:lnTo>
                  <a:lnTo>
                    <a:pt x="144" y="336"/>
                  </a:lnTo>
                  <a:lnTo>
                    <a:pt x="150" y="336"/>
                  </a:lnTo>
                  <a:lnTo>
                    <a:pt x="174" y="360"/>
                  </a:lnTo>
                  <a:lnTo>
                    <a:pt x="186" y="360"/>
                  </a:lnTo>
                  <a:lnTo>
                    <a:pt x="198" y="348"/>
                  </a:lnTo>
                  <a:lnTo>
                    <a:pt x="198" y="342"/>
                  </a:lnTo>
                  <a:lnTo>
                    <a:pt x="222" y="348"/>
                  </a:lnTo>
                  <a:lnTo>
                    <a:pt x="228" y="336"/>
                  </a:lnTo>
                  <a:lnTo>
                    <a:pt x="234" y="342"/>
                  </a:lnTo>
                  <a:lnTo>
                    <a:pt x="252" y="342"/>
                  </a:lnTo>
                  <a:lnTo>
                    <a:pt x="258" y="336"/>
                  </a:lnTo>
                  <a:lnTo>
                    <a:pt x="258" y="330"/>
                  </a:lnTo>
                  <a:lnTo>
                    <a:pt x="270" y="318"/>
                  </a:lnTo>
                  <a:lnTo>
                    <a:pt x="282" y="318"/>
                  </a:lnTo>
                  <a:lnTo>
                    <a:pt x="288" y="306"/>
                  </a:lnTo>
                  <a:lnTo>
                    <a:pt x="294" y="306"/>
                  </a:lnTo>
                  <a:lnTo>
                    <a:pt x="306" y="312"/>
                  </a:lnTo>
                  <a:lnTo>
                    <a:pt x="318" y="312"/>
                  </a:lnTo>
                  <a:lnTo>
                    <a:pt x="318" y="306"/>
                  </a:lnTo>
                  <a:lnTo>
                    <a:pt x="324" y="306"/>
                  </a:lnTo>
                  <a:lnTo>
                    <a:pt x="336" y="300"/>
                  </a:lnTo>
                  <a:lnTo>
                    <a:pt x="342" y="300"/>
                  </a:lnTo>
                  <a:lnTo>
                    <a:pt x="354" y="312"/>
                  </a:lnTo>
                  <a:lnTo>
                    <a:pt x="360" y="312"/>
                  </a:lnTo>
                  <a:lnTo>
                    <a:pt x="360" y="318"/>
                  </a:lnTo>
                  <a:lnTo>
                    <a:pt x="402" y="318"/>
                  </a:lnTo>
                  <a:lnTo>
                    <a:pt x="408" y="324"/>
                  </a:lnTo>
                  <a:lnTo>
                    <a:pt x="408" y="336"/>
                  </a:lnTo>
                  <a:lnTo>
                    <a:pt x="426" y="336"/>
                  </a:lnTo>
                  <a:lnTo>
                    <a:pt x="438" y="342"/>
                  </a:lnTo>
                  <a:lnTo>
                    <a:pt x="444" y="348"/>
                  </a:lnTo>
                  <a:lnTo>
                    <a:pt x="450" y="360"/>
                  </a:lnTo>
                  <a:lnTo>
                    <a:pt x="444" y="366"/>
                  </a:lnTo>
                  <a:lnTo>
                    <a:pt x="444" y="390"/>
                  </a:lnTo>
                  <a:lnTo>
                    <a:pt x="456" y="384"/>
                  </a:lnTo>
                  <a:lnTo>
                    <a:pt x="462" y="384"/>
                  </a:lnTo>
                  <a:lnTo>
                    <a:pt x="468" y="390"/>
                  </a:lnTo>
                  <a:lnTo>
                    <a:pt x="462" y="396"/>
                  </a:lnTo>
                  <a:lnTo>
                    <a:pt x="462" y="414"/>
                  </a:lnTo>
                  <a:lnTo>
                    <a:pt x="474" y="414"/>
                  </a:lnTo>
                  <a:lnTo>
                    <a:pt x="480" y="420"/>
                  </a:lnTo>
                  <a:lnTo>
                    <a:pt x="492" y="420"/>
                  </a:lnTo>
                  <a:lnTo>
                    <a:pt x="498" y="426"/>
                  </a:lnTo>
                  <a:lnTo>
                    <a:pt x="498" y="456"/>
                  </a:lnTo>
                  <a:lnTo>
                    <a:pt x="492" y="456"/>
                  </a:lnTo>
                  <a:lnTo>
                    <a:pt x="480" y="462"/>
                  </a:lnTo>
                  <a:lnTo>
                    <a:pt x="462" y="462"/>
                  </a:lnTo>
                  <a:lnTo>
                    <a:pt x="456" y="456"/>
                  </a:lnTo>
                  <a:lnTo>
                    <a:pt x="438" y="456"/>
                  </a:lnTo>
                  <a:lnTo>
                    <a:pt x="432" y="462"/>
                  </a:lnTo>
                  <a:lnTo>
                    <a:pt x="432" y="468"/>
                  </a:lnTo>
                  <a:lnTo>
                    <a:pt x="438" y="468"/>
                  </a:lnTo>
                  <a:lnTo>
                    <a:pt x="450" y="474"/>
                  </a:lnTo>
                  <a:lnTo>
                    <a:pt x="456" y="480"/>
                  </a:lnTo>
                  <a:lnTo>
                    <a:pt x="438" y="492"/>
                  </a:lnTo>
                  <a:lnTo>
                    <a:pt x="432" y="498"/>
                  </a:lnTo>
                  <a:lnTo>
                    <a:pt x="420" y="504"/>
                  </a:lnTo>
                  <a:lnTo>
                    <a:pt x="414" y="504"/>
                  </a:lnTo>
                  <a:lnTo>
                    <a:pt x="414" y="516"/>
                  </a:lnTo>
                  <a:lnTo>
                    <a:pt x="420" y="522"/>
                  </a:lnTo>
                  <a:lnTo>
                    <a:pt x="420" y="534"/>
                  </a:lnTo>
                  <a:lnTo>
                    <a:pt x="396" y="540"/>
                  </a:lnTo>
                  <a:lnTo>
                    <a:pt x="390" y="528"/>
                  </a:lnTo>
                  <a:lnTo>
                    <a:pt x="390" y="516"/>
                  </a:lnTo>
                  <a:lnTo>
                    <a:pt x="390" y="528"/>
                  </a:lnTo>
                  <a:lnTo>
                    <a:pt x="396" y="540"/>
                  </a:lnTo>
                  <a:lnTo>
                    <a:pt x="396" y="546"/>
                  </a:lnTo>
                  <a:lnTo>
                    <a:pt x="408" y="552"/>
                  </a:lnTo>
                  <a:lnTo>
                    <a:pt x="438" y="552"/>
                  </a:lnTo>
                  <a:lnTo>
                    <a:pt x="444" y="546"/>
                  </a:lnTo>
                  <a:lnTo>
                    <a:pt x="450" y="546"/>
                  </a:lnTo>
                  <a:lnTo>
                    <a:pt x="456" y="540"/>
                  </a:lnTo>
                  <a:lnTo>
                    <a:pt x="474" y="540"/>
                  </a:lnTo>
                  <a:lnTo>
                    <a:pt x="480" y="534"/>
                  </a:lnTo>
                  <a:lnTo>
                    <a:pt x="486" y="534"/>
                  </a:lnTo>
                  <a:lnTo>
                    <a:pt x="480" y="528"/>
                  </a:lnTo>
                  <a:lnTo>
                    <a:pt x="486" y="528"/>
                  </a:lnTo>
                  <a:lnTo>
                    <a:pt x="492" y="522"/>
                  </a:lnTo>
                  <a:lnTo>
                    <a:pt x="510" y="516"/>
                  </a:lnTo>
                  <a:lnTo>
                    <a:pt x="522" y="510"/>
                  </a:lnTo>
                  <a:lnTo>
                    <a:pt x="528" y="504"/>
                  </a:lnTo>
                  <a:lnTo>
                    <a:pt x="534" y="492"/>
                  </a:lnTo>
                  <a:lnTo>
                    <a:pt x="540" y="486"/>
                  </a:lnTo>
                  <a:lnTo>
                    <a:pt x="546" y="474"/>
                  </a:lnTo>
                  <a:lnTo>
                    <a:pt x="552" y="468"/>
                  </a:lnTo>
                  <a:lnTo>
                    <a:pt x="552" y="462"/>
                  </a:lnTo>
                  <a:lnTo>
                    <a:pt x="582" y="450"/>
                  </a:lnTo>
                  <a:lnTo>
                    <a:pt x="600" y="438"/>
                  </a:lnTo>
                  <a:lnTo>
                    <a:pt x="612" y="444"/>
                  </a:lnTo>
                  <a:lnTo>
                    <a:pt x="624" y="444"/>
                  </a:lnTo>
                  <a:lnTo>
                    <a:pt x="636" y="450"/>
                  </a:lnTo>
                  <a:lnTo>
                    <a:pt x="654" y="450"/>
                  </a:lnTo>
                  <a:lnTo>
                    <a:pt x="666" y="438"/>
                  </a:lnTo>
                  <a:lnTo>
                    <a:pt x="648" y="462"/>
                  </a:lnTo>
                  <a:lnTo>
                    <a:pt x="624" y="462"/>
                  </a:lnTo>
                  <a:lnTo>
                    <a:pt x="630" y="468"/>
                  </a:lnTo>
                  <a:lnTo>
                    <a:pt x="642" y="474"/>
                  </a:lnTo>
                  <a:lnTo>
                    <a:pt x="654" y="486"/>
                  </a:lnTo>
                  <a:lnTo>
                    <a:pt x="726" y="486"/>
                  </a:lnTo>
                  <a:lnTo>
                    <a:pt x="738" y="504"/>
                  </a:lnTo>
                  <a:lnTo>
                    <a:pt x="726" y="510"/>
                  </a:lnTo>
                  <a:lnTo>
                    <a:pt x="720" y="516"/>
                  </a:lnTo>
                  <a:lnTo>
                    <a:pt x="684" y="534"/>
                  </a:lnTo>
                  <a:lnTo>
                    <a:pt x="678" y="540"/>
                  </a:lnTo>
                  <a:lnTo>
                    <a:pt x="678" y="546"/>
                  </a:lnTo>
                  <a:lnTo>
                    <a:pt x="684" y="546"/>
                  </a:lnTo>
                  <a:lnTo>
                    <a:pt x="690" y="552"/>
                  </a:lnTo>
                  <a:lnTo>
                    <a:pt x="720" y="552"/>
                  </a:lnTo>
                  <a:lnTo>
                    <a:pt x="732" y="558"/>
                  </a:lnTo>
                  <a:lnTo>
                    <a:pt x="744" y="570"/>
                  </a:lnTo>
                  <a:lnTo>
                    <a:pt x="744" y="594"/>
                  </a:lnTo>
                  <a:lnTo>
                    <a:pt x="738" y="606"/>
                  </a:lnTo>
                  <a:lnTo>
                    <a:pt x="738" y="618"/>
                  </a:lnTo>
                  <a:lnTo>
                    <a:pt x="756" y="618"/>
                  </a:lnTo>
                  <a:lnTo>
                    <a:pt x="768" y="624"/>
                  </a:lnTo>
                  <a:lnTo>
                    <a:pt x="780" y="624"/>
                  </a:lnTo>
                  <a:lnTo>
                    <a:pt x="780" y="618"/>
                  </a:lnTo>
                  <a:lnTo>
                    <a:pt x="792" y="606"/>
                  </a:lnTo>
                  <a:lnTo>
                    <a:pt x="804" y="600"/>
                  </a:lnTo>
                  <a:lnTo>
                    <a:pt x="810" y="594"/>
                  </a:lnTo>
                  <a:lnTo>
                    <a:pt x="840" y="594"/>
                  </a:lnTo>
                  <a:lnTo>
                    <a:pt x="858" y="576"/>
                  </a:lnTo>
                  <a:lnTo>
                    <a:pt x="858" y="570"/>
                  </a:lnTo>
                  <a:lnTo>
                    <a:pt x="864" y="564"/>
                  </a:lnTo>
                  <a:lnTo>
                    <a:pt x="870" y="564"/>
                  </a:lnTo>
                  <a:lnTo>
                    <a:pt x="882" y="576"/>
                  </a:lnTo>
                  <a:lnTo>
                    <a:pt x="918" y="570"/>
                  </a:lnTo>
                  <a:lnTo>
                    <a:pt x="918" y="552"/>
                  </a:lnTo>
                  <a:lnTo>
                    <a:pt x="930" y="540"/>
                  </a:lnTo>
                  <a:lnTo>
                    <a:pt x="900" y="540"/>
                  </a:lnTo>
                  <a:lnTo>
                    <a:pt x="894" y="546"/>
                  </a:lnTo>
                  <a:lnTo>
                    <a:pt x="882" y="552"/>
                  </a:lnTo>
                  <a:lnTo>
                    <a:pt x="852" y="552"/>
                  </a:lnTo>
                  <a:lnTo>
                    <a:pt x="846" y="546"/>
                  </a:lnTo>
                  <a:lnTo>
                    <a:pt x="834" y="540"/>
                  </a:lnTo>
                  <a:lnTo>
                    <a:pt x="828" y="534"/>
                  </a:lnTo>
                  <a:lnTo>
                    <a:pt x="828" y="522"/>
                  </a:lnTo>
                  <a:lnTo>
                    <a:pt x="822" y="516"/>
                  </a:lnTo>
                  <a:lnTo>
                    <a:pt x="810" y="516"/>
                  </a:lnTo>
                  <a:lnTo>
                    <a:pt x="786" y="498"/>
                  </a:lnTo>
                  <a:lnTo>
                    <a:pt x="750" y="492"/>
                  </a:lnTo>
                  <a:lnTo>
                    <a:pt x="744" y="480"/>
                  </a:lnTo>
                  <a:lnTo>
                    <a:pt x="810" y="480"/>
                  </a:lnTo>
                  <a:lnTo>
                    <a:pt x="822" y="474"/>
                  </a:lnTo>
                  <a:lnTo>
                    <a:pt x="834" y="462"/>
                  </a:lnTo>
                  <a:lnTo>
                    <a:pt x="846" y="468"/>
                  </a:lnTo>
                  <a:lnTo>
                    <a:pt x="852" y="462"/>
                  </a:lnTo>
                  <a:lnTo>
                    <a:pt x="864" y="456"/>
                  </a:lnTo>
                  <a:lnTo>
                    <a:pt x="870" y="450"/>
                  </a:lnTo>
                  <a:lnTo>
                    <a:pt x="882" y="444"/>
                  </a:lnTo>
                  <a:lnTo>
                    <a:pt x="906" y="444"/>
                  </a:lnTo>
                  <a:lnTo>
                    <a:pt x="918" y="438"/>
                  </a:lnTo>
                  <a:lnTo>
                    <a:pt x="930" y="438"/>
                  </a:lnTo>
                  <a:lnTo>
                    <a:pt x="978" y="408"/>
                  </a:lnTo>
                  <a:lnTo>
                    <a:pt x="1014" y="408"/>
                  </a:lnTo>
                  <a:lnTo>
                    <a:pt x="1014" y="372"/>
                  </a:lnTo>
                  <a:lnTo>
                    <a:pt x="1032" y="372"/>
                  </a:lnTo>
                  <a:lnTo>
                    <a:pt x="1038" y="366"/>
                  </a:lnTo>
                  <a:lnTo>
                    <a:pt x="1038" y="360"/>
                  </a:lnTo>
                  <a:lnTo>
                    <a:pt x="1050" y="348"/>
                  </a:lnTo>
                  <a:lnTo>
                    <a:pt x="1080" y="348"/>
                  </a:lnTo>
                  <a:lnTo>
                    <a:pt x="1092" y="342"/>
                  </a:lnTo>
                  <a:lnTo>
                    <a:pt x="1104" y="342"/>
                  </a:lnTo>
                  <a:lnTo>
                    <a:pt x="1116" y="330"/>
                  </a:lnTo>
                  <a:lnTo>
                    <a:pt x="1116" y="324"/>
                  </a:lnTo>
                  <a:lnTo>
                    <a:pt x="1110" y="312"/>
                  </a:lnTo>
                  <a:lnTo>
                    <a:pt x="1110" y="300"/>
                  </a:lnTo>
                  <a:lnTo>
                    <a:pt x="1098" y="294"/>
                  </a:lnTo>
                  <a:lnTo>
                    <a:pt x="1086" y="282"/>
                  </a:lnTo>
                  <a:lnTo>
                    <a:pt x="1092" y="276"/>
                  </a:lnTo>
                  <a:lnTo>
                    <a:pt x="1110" y="276"/>
                  </a:lnTo>
                  <a:lnTo>
                    <a:pt x="1116" y="270"/>
                  </a:lnTo>
                  <a:lnTo>
                    <a:pt x="1110" y="264"/>
                  </a:lnTo>
                  <a:lnTo>
                    <a:pt x="1104" y="264"/>
                  </a:lnTo>
                  <a:lnTo>
                    <a:pt x="1098" y="258"/>
                  </a:lnTo>
                  <a:lnTo>
                    <a:pt x="1092" y="258"/>
                  </a:lnTo>
                  <a:lnTo>
                    <a:pt x="1110" y="246"/>
                  </a:lnTo>
                  <a:lnTo>
                    <a:pt x="1110" y="222"/>
                  </a:lnTo>
                  <a:lnTo>
                    <a:pt x="1104" y="216"/>
                  </a:lnTo>
                  <a:lnTo>
                    <a:pt x="1080" y="216"/>
                  </a:lnTo>
                  <a:lnTo>
                    <a:pt x="1062" y="204"/>
                  </a:lnTo>
                  <a:lnTo>
                    <a:pt x="1056" y="198"/>
                  </a:lnTo>
                  <a:lnTo>
                    <a:pt x="1056" y="192"/>
                  </a:lnTo>
                  <a:lnTo>
                    <a:pt x="1014" y="192"/>
                  </a:lnTo>
                  <a:lnTo>
                    <a:pt x="1002" y="186"/>
                  </a:lnTo>
                  <a:lnTo>
                    <a:pt x="996" y="180"/>
                  </a:lnTo>
                  <a:lnTo>
                    <a:pt x="978" y="180"/>
                  </a:lnTo>
                  <a:lnTo>
                    <a:pt x="966" y="186"/>
                  </a:lnTo>
                  <a:lnTo>
                    <a:pt x="942" y="162"/>
                  </a:lnTo>
                  <a:lnTo>
                    <a:pt x="936" y="150"/>
                  </a:lnTo>
                  <a:lnTo>
                    <a:pt x="924" y="150"/>
                  </a:lnTo>
                  <a:lnTo>
                    <a:pt x="918" y="156"/>
                  </a:lnTo>
                  <a:lnTo>
                    <a:pt x="918" y="162"/>
                  </a:lnTo>
                  <a:lnTo>
                    <a:pt x="912" y="156"/>
                  </a:lnTo>
                  <a:lnTo>
                    <a:pt x="864" y="156"/>
                  </a:lnTo>
                  <a:lnTo>
                    <a:pt x="858" y="150"/>
                  </a:lnTo>
                  <a:lnTo>
                    <a:pt x="846" y="150"/>
                  </a:lnTo>
                  <a:lnTo>
                    <a:pt x="840" y="144"/>
                  </a:lnTo>
                  <a:lnTo>
                    <a:pt x="816" y="150"/>
                  </a:lnTo>
                  <a:lnTo>
                    <a:pt x="810" y="150"/>
                  </a:lnTo>
                  <a:lnTo>
                    <a:pt x="798" y="102"/>
                  </a:lnTo>
                  <a:lnTo>
                    <a:pt x="756" y="84"/>
                  </a:lnTo>
                  <a:lnTo>
                    <a:pt x="720" y="84"/>
                  </a:lnTo>
                  <a:lnTo>
                    <a:pt x="720" y="66"/>
                  </a:lnTo>
                  <a:lnTo>
                    <a:pt x="714" y="48"/>
                  </a:lnTo>
                  <a:lnTo>
                    <a:pt x="720" y="48"/>
                  </a:lnTo>
                  <a:lnTo>
                    <a:pt x="726" y="42"/>
                  </a:lnTo>
                  <a:lnTo>
                    <a:pt x="726" y="30"/>
                  </a:lnTo>
                  <a:lnTo>
                    <a:pt x="720" y="30"/>
                  </a:lnTo>
                  <a:lnTo>
                    <a:pt x="708" y="24"/>
                  </a:lnTo>
                  <a:lnTo>
                    <a:pt x="702" y="18"/>
                  </a:lnTo>
                  <a:lnTo>
                    <a:pt x="696" y="18"/>
                  </a:lnTo>
                  <a:lnTo>
                    <a:pt x="690" y="0"/>
                  </a:lnTo>
                  <a:lnTo>
                    <a:pt x="642" y="0"/>
                  </a:lnTo>
                  <a:lnTo>
                    <a:pt x="630" y="6"/>
                  </a:lnTo>
                  <a:lnTo>
                    <a:pt x="600" y="6"/>
                  </a:lnTo>
                  <a:lnTo>
                    <a:pt x="600" y="18"/>
                  </a:lnTo>
                  <a:lnTo>
                    <a:pt x="594" y="24"/>
                  </a:lnTo>
                  <a:lnTo>
                    <a:pt x="558" y="24"/>
                  </a:lnTo>
                  <a:lnTo>
                    <a:pt x="546" y="18"/>
                  </a:lnTo>
                  <a:lnTo>
                    <a:pt x="516" y="18"/>
                  </a:lnTo>
                  <a:lnTo>
                    <a:pt x="510" y="30"/>
                  </a:lnTo>
                  <a:lnTo>
                    <a:pt x="498" y="36"/>
                  </a:lnTo>
                  <a:lnTo>
                    <a:pt x="492" y="42"/>
                  </a:lnTo>
                  <a:lnTo>
                    <a:pt x="486" y="54"/>
                  </a:lnTo>
                  <a:lnTo>
                    <a:pt x="492" y="60"/>
                  </a:lnTo>
                  <a:lnTo>
                    <a:pt x="492" y="72"/>
                  </a:lnTo>
                  <a:lnTo>
                    <a:pt x="486" y="78"/>
                  </a:lnTo>
                  <a:lnTo>
                    <a:pt x="468" y="78"/>
                  </a:lnTo>
                  <a:lnTo>
                    <a:pt x="462" y="72"/>
                  </a:lnTo>
                  <a:lnTo>
                    <a:pt x="438" y="72"/>
                  </a:lnTo>
                  <a:lnTo>
                    <a:pt x="426" y="78"/>
                  </a:lnTo>
                  <a:lnTo>
                    <a:pt x="420" y="78"/>
                  </a:lnTo>
                  <a:lnTo>
                    <a:pt x="420" y="66"/>
                  </a:lnTo>
                  <a:lnTo>
                    <a:pt x="414" y="60"/>
                  </a:lnTo>
                  <a:lnTo>
                    <a:pt x="396" y="60"/>
                  </a:lnTo>
                  <a:lnTo>
                    <a:pt x="390" y="66"/>
                  </a:lnTo>
                  <a:lnTo>
                    <a:pt x="390" y="72"/>
                  </a:lnTo>
                  <a:lnTo>
                    <a:pt x="378" y="60"/>
                  </a:lnTo>
                  <a:lnTo>
                    <a:pt x="366" y="66"/>
                  </a:lnTo>
                  <a:lnTo>
                    <a:pt x="360" y="60"/>
                  </a:lnTo>
                  <a:lnTo>
                    <a:pt x="342" y="66"/>
                  </a:lnTo>
                  <a:lnTo>
                    <a:pt x="336" y="54"/>
                  </a:lnTo>
                  <a:lnTo>
                    <a:pt x="324" y="66"/>
                  </a:lnTo>
                  <a:lnTo>
                    <a:pt x="306" y="54"/>
                  </a:lnTo>
                  <a:lnTo>
                    <a:pt x="300" y="60"/>
                  </a:lnTo>
                  <a:lnTo>
                    <a:pt x="282" y="48"/>
                  </a:lnTo>
                  <a:lnTo>
                    <a:pt x="258" y="42"/>
                  </a:lnTo>
                  <a:lnTo>
                    <a:pt x="222" y="42"/>
                  </a:lnTo>
                  <a:lnTo>
                    <a:pt x="216" y="36"/>
                  </a:lnTo>
                  <a:lnTo>
                    <a:pt x="216" y="30"/>
                  </a:lnTo>
                  <a:lnTo>
                    <a:pt x="168" y="30"/>
                  </a:lnTo>
                  <a:lnTo>
                    <a:pt x="162" y="36"/>
                  </a:lnTo>
                  <a:lnTo>
                    <a:pt x="150" y="42"/>
                  </a:lnTo>
                  <a:lnTo>
                    <a:pt x="114" y="42"/>
                  </a:lnTo>
                  <a:lnTo>
                    <a:pt x="114" y="48"/>
                  </a:lnTo>
                  <a:lnTo>
                    <a:pt x="96" y="66"/>
                  </a:lnTo>
                  <a:lnTo>
                    <a:pt x="78" y="66"/>
                  </a:lnTo>
                  <a:lnTo>
                    <a:pt x="66" y="60"/>
                  </a:lnTo>
                  <a:lnTo>
                    <a:pt x="72" y="78"/>
                  </a:lnTo>
                  <a:lnTo>
                    <a:pt x="90" y="96"/>
                  </a:lnTo>
                  <a:lnTo>
                    <a:pt x="90" y="102"/>
                  </a:lnTo>
                  <a:lnTo>
                    <a:pt x="102" y="108"/>
                  </a:lnTo>
                  <a:lnTo>
                    <a:pt x="108" y="114"/>
                  </a:lnTo>
                  <a:lnTo>
                    <a:pt x="102" y="126"/>
                  </a:lnTo>
                  <a:lnTo>
                    <a:pt x="108" y="132"/>
                  </a:lnTo>
                  <a:lnTo>
                    <a:pt x="108" y="138"/>
                  </a:lnTo>
                  <a:lnTo>
                    <a:pt x="114" y="144"/>
                  </a:lnTo>
                  <a:lnTo>
                    <a:pt x="108" y="150"/>
                  </a:lnTo>
                  <a:lnTo>
                    <a:pt x="102" y="150"/>
                  </a:lnTo>
                  <a:lnTo>
                    <a:pt x="96" y="156"/>
                  </a:lnTo>
                  <a:lnTo>
                    <a:pt x="84" y="156"/>
                  </a:lnTo>
                  <a:lnTo>
                    <a:pt x="30" y="204"/>
                  </a:lnTo>
                  <a:lnTo>
                    <a:pt x="30" y="246"/>
                  </a:lnTo>
                  <a:lnTo>
                    <a:pt x="42" y="258"/>
                  </a:lnTo>
                  <a:lnTo>
                    <a:pt x="18" y="258"/>
                  </a:lnTo>
                  <a:lnTo>
                    <a:pt x="18" y="270"/>
                  </a:lnTo>
                  <a:lnTo>
                    <a:pt x="12" y="276"/>
                  </a:lnTo>
                  <a:lnTo>
                    <a:pt x="12" y="282"/>
                  </a:lnTo>
                  <a:lnTo>
                    <a:pt x="6" y="288"/>
                  </a:lnTo>
                  <a:lnTo>
                    <a:pt x="0" y="288"/>
                  </a:lnTo>
                  <a:lnTo>
                    <a:pt x="0" y="306"/>
                  </a:lnTo>
                  <a:lnTo>
                    <a:pt x="6" y="306"/>
                  </a:lnTo>
                  <a:lnTo>
                    <a:pt x="24" y="32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2" name="Zambia" descr="© INSCALE GmbH, 05.05.2010&#10;http://www.presentationload.com/">
              <a:extLst>
                <a:ext uri="{FF2B5EF4-FFF2-40B4-BE49-F238E27FC236}">
                  <a16:creationId xmlns:a16="http://schemas.microsoft.com/office/drawing/2014/main" id="{0A8E88CD-A71D-4F25-A644-C8352C143346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247660" y="3217788"/>
              <a:ext cx="275285" cy="262026"/>
            </a:xfrm>
            <a:custGeom>
              <a:avLst/>
              <a:gdLst>
                <a:gd name="T0" fmla="*/ 2147483647 w 834"/>
                <a:gd name="T1" fmla="*/ 2147483647 h 798"/>
                <a:gd name="T2" fmla="*/ 2147483647 w 834"/>
                <a:gd name="T3" fmla="*/ 2147483647 h 798"/>
                <a:gd name="T4" fmla="*/ 2147483647 w 834"/>
                <a:gd name="T5" fmla="*/ 2147483647 h 798"/>
                <a:gd name="T6" fmla="*/ 2147483647 w 834"/>
                <a:gd name="T7" fmla="*/ 2147483647 h 798"/>
                <a:gd name="T8" fmla="*/ 2147483647 w 834"/>
                <a:gd name="T9" fmla="*/ 2147483647 h 798"/>
                <a:gd name="T10" fmla="*/ 2147483647 w 834"/>
                <a:gd name="T11" fmla="*/ 2147483647 h 798"/>
                <a:gd name="T12" fmla="*/ 2147483647 w 834"/>
                <a:gd name="T13" fmla="*/ 2147483647 h 798"/>
                <a:gd name="T14" fmla="*/ 2147483647 w 834"/>
                <a:gd name="T15" fmla="*/ 2147483647 h 798"/>
                <a:gd name="T16" fmla="*/ 2147483647 w 834"/>
                <a:gd name="T17" fmla="*/ 2147483647 h 798"/>
                <a:gd name="T18" fmla="*/ 2147483647 w 834"/>
                <a:gd name="T19" fmla="*/ 2147483647 h 798"/>
                <a:gd name="T20" fmla="*/ 2147483647 w 834"/>
                <a:gd name="T21" fmla="*/ 2147483647 h 798"/>
                <a:gd name="T22" fmla="*/ 2147483647 w 834"/>
                <a:gd name="T23" fmla="*/ 2147483647 h 798"/>
                <a:gd name="T24" fmla="*/ 2147483647 w 834"/>
                <a:gd name="T25" fmla="*/ 2147483647 h 798"/>
                <a:gd name="T26" fmla="*/ 2147483647 w 834"/>
                <a:gd name="T27" fmla="*/ 2147483647 h 798"/>
                <a:gd name="T28" fmla="*/ 2147483647 w 834"/>
                <a:gd name="T29" fmla="*/ 2147483647 h 798"/>
                <a:gd name="T30" fmla="*/ 2147483647 w 834"/>
                <a:gd name="T31" fmla="*/ 2147483647 h 798"/>
                <a:gd name="T32" fmla="*/ 2147483647 w 834"/>
                <a:gd name="T33" fmla="*/ 2147483647 h 798"/>
                <a:gd name="T34" fmla="*/ 2147483647 w 834"/>
                <a:gd name="T35" fmla="*/ 2147483647 h 798"/>
                <a:gd name="T36" fmla="*/ 2147483647 w 834"/>
                <a:gd name="T37" fmla="*/ 2147483647 h 798"/>
                <a:gd name="T38" fmla="*/ 2147483647 w 834"/>
                <a:gd name="T39" fmla="*/ 2147483647 h 798"/>
                <a:gd name="T40" fmla="*/ 2147483647 w 834"/>
                <a:gd name="T41" fmla="*/ 2147483647 h 798"/>
                <a:gd name="T42" fmla="*/ 2147483647 w 834"/>
                <a:gd name="T43" fmla="*/ 2147483647 h 798"/>
                <a:gd name="T44" fmla="*/ 2147483647 w 834"/>
                <a:gd name="T45" fmla="*/ 2147483647 h 798"/>
                <a:gd name="T46" fmla="*/ 2147483647 w 834"/>
                <a:gd name="T47" fmla="*/ 2147483647 h 798"/>
                <a:gd name="T48" fmla="*/ 2147483647 w 834"/>
                <a:gd name="T49" fmla="*/ 2147483647 h 798"/>
                <a:gd name="T50" fmla="*/ 2147483647 w 834"/>
                <a:gd name="T51" fmla="*/ 2147483647 h 798"/>
                <a:gd name="T52" fmla="*/ 2147483647 w 834"/>
                <a:gd name="T53" fmla="*/ 2147483647 h 798"/>
                <a:gd name="T54" fmla="*/ 2147483647 w 834"/>
                <a:gd name="T55" fmla="*/ 2147483647 h 798"/>
                <a:gd name="T56" fmla="*/ 2147483647 w 834"/>
                <a:gd name="T57" fmla="*/ 2147483647 h 798"/>
                <a:gd name="T58" fmla="*/ 2147483647 w 834"/>
                <a:gd name="T59" fmla="*/ 2147483647 h 798"/>
                <a:gd name="T60" fmla="*/ 2147483647 w 834"/>
                <a:gd name="T61" fmla="*/ 2147483647 h 798"/>
                <a:gd name="T62" fmla="*/ 2147483647 w 834"/>
                <a:gd name="T63" fmla="*/ 2147483647 h 798"/>
                <a:gd name="T64" fmla="*/ 2147483647 w 834"/>
                <a:gd name="T65" fmla="*/ 2147483647 h 798"/>
                <a:gd name="T66" fmla="*/ 2147483647 w 834"/>
                <a:gd name="T67" fmla="*/ 2147483647 h 798"/>
                <a:gd name="T68" fmla="*/ 2147483647 w 834"/>
                <a:gd name="T69" fmla="*/ 2147483647 h 798"/>
                <a:gd name="T70" fmla="*/ 2147483647 w 834"/>
                <a:gd name="T71" fmla="*/ 2147483647 h 798"/>
                <a:gd name="T72" fmla="*/ 2147483647 w 834"/>
                <a:gd name="T73" fmla="*/ 2147483647 h 798"/>
                <a:gd name="T74" fmla="*/ 2147483647 w 834"/>
                <a:gd name="T75" fmla="*/ 2147483647 h 798"/>
                <a:gd name="T76" fmla="*/ 2147483647 w 834"/>
                <a:gd name="T77" fmla="*/ 2147483647 h 798"/>
                <a:gd name="T78" fmla="*/ 2147483647 w 834"/>
                <a:gd name="T79" fmla="*/ 2147483647 h 798"/>
                <a:gd name="T80" fmla="*/ 2147483647 w 834"/>
                <a:gd name="T81" fmla="*/ 2147483647 h 798"/>
                <a:gd name="T82" fmla="*/ 2147483647 w 834"/>
                <a:gd name="T83" fmla="*/ 2147483647 h 798"/>
                <a:gd name="T84" fmla="*/ 2147483647 w 834"/>
                <a:gd name="T85" fmla="*/ 2147483647 h 798"/>
                <a:gd name="T86" fmla="*/ 2147483647 w 834"/>
                <a:gd name="T87" fmla="*/ 2147483647 h 798"/>
                <a:gd name="T88" fmla="*/ 2147483647 w 834"/>
                <a:gd name="T89" fmla="*/ 2147483647 h 798"/>
                <a:gd name="T90" fmla="*/ 2147483647 w 834"/>
                <a:gd name="T91" fmla="*/ 2147483647 h 798"/>
                <a:gd name="T92" fmla="*/ 2147483647 w 834"/>
                <a:gd name="T93" fmla="*/ 2147483647 h 798"/>
                <a:gd name="T94" fmla="*/ 2147483647 w 834"/>
                <a:gd name="T95" fmla="*/ 2147483647 h 798"/>
                <a:gd name="T96" fmla="*/ 2147483647 w 834"/>
                <a:gd name="T97" fmla="*/ 2147483647 h 798"/>
                <a:gd name="T98" fmla="*/ 2147483647 w 834"/>
                <a:gd name="T99" fmla="*/ 2147483647 h 798"/>
                <a:gd name="T100" fmla="*/ 2147483647 w 834"/>
                <a:gd name="T101" fmla="*/ 2147483647 h 798"/>
                <a:gd name="T102" fmla="*/ 2147483647 w 834"/>
                <a:gd name="T103" fmla="*/ 2147483647 h 79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834"/>
                <a:gd name="T157" fmla="*/ 0 h 798"/>
                <a:gd name="T158" fmla="*/ 834 w 834"/>
                <a:gd name="T159" fmla="*/ 798 h 79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834" h="798">
                  <a:moveTo>
                    <a:pt x="822" y="186"/>
                  </a:moveTo>
                  <a:lnTo>
                    <a:pt x="822" y="162"/>
                  </a:lnTo>
                  <a:lnTo>
                    <a:pt x="816" y="168"/>
                  </a:lnTo>
                  <a:lnTo>
                    <a:pt x="810" y="168"/>
                  </a:lnTo>
                  <a:lnTo>
                    <a:pt x="810" y="126"/>
                  </a:lnTo>
                  <a:lnTo>
                    <a:pt x="798" y="114"/>
                  </a:lnTo>
                  <a:lnTo>
                    <a:pt x="786" y="114"/>
                  </a:lnTo>
                  <a:lnTo>
                    <a:pt x="786" y="102"/>
                  </a:lnTo>
                  <a:lnTo>
                    <a:pt x="768" y="90"/>
                  </a:lnTo>
                  <a:lnTo>
                    <a:pt x="750" y="90"/>
                  </a:lnTo>
                  <a:lnTo>
                    <a:pt x="750" y="72"/>
                  </a:lnTo>
                  <a:lnTo>
                    <a:pt x="738" y="78"/>
                  </a:lnTo>
                  <a:lnTo>
                    <a:pt x="726" y="78"/>
                  </a:lnTo>
                  <a:lnTo>
                    <a:pt x="708" y="60"/>
                  </a:lnTo>
                  <a:lnTo>
                    <a:pt x="690" y="60"/>
                  </a:lnTo>
                  <a:lnTo>
                    <a:pt x="684" y="54"/>
                  </a:lnTo>
                  <a:lnTo>
                    <a:pt x="684" y="36"/>
                  </a:lnTo>
                  <a:lnTo>
                    <a:pt x="672" y="42"/>
                  </a:lnTo>
                  <a:lnTo>
                    <a:pt x="654" y="42"/>
                  </a:lnTo>
                  <a:lnTo>
                    <a:pt x="648" y="54"/>
                  </a:lnTo>
                  <a:lnTo>
                    <a:pt x="642" y="60"/>
                  </a:lnTo>
                  <a:lnTo>
                    <a:pt x="636" y="60"/>
                  </a:lnTo>
                  <a:lnTo>
                    <a:pt x="624" y="48"/>
                  </a:lnTo>
                  <a:lnTo>
                    <a:pt x="624" y="36"/>
                  </a:lnTo>
                  <a:lnTo>
                    <a:pt x="618" y="30"/>
                  </a:lnTo>
                  <a:lnTo>
                    <a:pt x="606" y="30"/>
                  </a:lnTo>
                  <a:lnTo>
                    <a:pt x="600" y="24"/>
                  </a:lnTo>
                  <a:lnTo>
                    <a:pt x="594" y="24"/>
                  </a:lnTo>
                  <a:lnTo>
                    <a:pt x="594" y="6"/>
                  </a:lnTo>
                  <a:lnTo>
                    <a:pt x="600" y="0"/>
                  </a:lnTo>
                  <a:lnTo>
                    <a:pt x="576" y="12"/>
                  </a:lnTo>
                  <a:lnTo>
                    <a:pt x="558" y="12"/>
                  </a:lnTo>
                  <a:lnTo>
                    <a:pt x="546" y="18"/>
                  </a:lnTo>
                  <a:lnTo>
                    <a:pt x="528" y="18"/>
                  </a:lnTo>
                  <a:lnTo>
                    <a:pt x="510" y="24"/>
                  </a:lnTo>
                  <a:lnTo>
                    <a:pt x="498" y="24"/>
                  </a:lnTo>
                  <a:lnTo>
                    <a:pt x="498" y="54"/>
                  </a:lnTo>
                  <a:lnTo>
                    <a:pt x="480" y="72"/>
                  </a:lnTo>
                  <a:lnTo>
                    <a:pt x="468" y="78"/>
                  </a:lnTo>
                  <a:lnTo>
                    <a:pt x="462" y="84"/>
                  </a:lnTo>
                  <a:lnTo>
                    <a:pt x="456" y="84"/>
                  </a:lnTo>
                  <a:lnTo>
                    <a:pt x="468" y="96"/>
                  </a:lnTo>
                  <a:lnTo>
                    <a:pt x="468" y="102"/>
                  </a:lnTo>
                  <a:lnTo>
                    <a:pt x="474" y="108"/>
                  </a:lnTo>
                  <a:lnTo>
                    <a:pt x="474" y="114"/>
                  </a:lnTo>
                  <a:lnTo>
                    <a:pt x="480" y="120"/>
                  </a:lnTo>
                  <a:lnTo>
                    <a:pt x="480" y="144"/>
                  </a:lnTo>
                  <a:lnTo>
                    <a:pt x="486" y="162"/>
                  </a:lnTo>
                  <a:lnTo>
                    <a:pt x="486" y="216"/>
                  </a:lnTo>
                  <a:lnTo>
                    <a:pt x="474" y="228"/>
                  </a:lnTo>
                  <a:lnTo>
                    <a:pt x="468" y="240"/>
                  </a:lnTo>
                  <a:lnTo>
                    <a:pt x="462" y="258"/>
                  </a:lnTo>
                  <a:lnTo>
                    <a:pt x="456" y="270"/>
                  </a:lnTo>
                  <a:lnTo>
                    <a:pt x="456" y="294"/>
                  </a:lnTo>
                  <a:lnTo>
                    <a:pt x="468" y="306"/>
                  </a:lnTo>
                  <a:lnTo>
                    <a:pt x="474" y="306"/>
                  </a:lnTo>
                  <a:lnTo>
                    <a:pt x="474" y="312"/>
                  </a:lnTo>
                  <a:lnTo>
                    <a:pt x="480" y="312"/>
                  </a:lnTo>
                  <a:lnTo>
                    <a:pt x="510" y="342"/>
                  </a:lnTo>
                  <a:lnTo>
                    <a:pt x="522" y="348"/>
                  </a:lnTo>
                  <a:lnTo>
                    <a:pt x="528" y="348"/>
                  </a:lnTo>
                  <a:lnTo>
                    <a:pt x="534" y="342"/>
                  </a:lnTo>
                  <a:lnTo>
                    <a:pt x="534" y="324"/>
                  </a:lnTo>
                  <a:lnTo>
                    <a:pt x="558" y="324"/>
                  </a:lnTo>
                  <a:lnTo>
                    <a:pt x="558" y="372"/>
                  </a:lnTo>
                  <a:lnTo>
                    <a:pt x="552" y="408"/>
                  </a:lnTo>
                  <a:lnTo>
                    <a:pt x="546" y="426"/>
                  </a:lnTo>
                  <a:lnTo>
                    <a:pt x="540" y="426"/>
                  </a:lnTo>
                  <a:lnTo>
                    <a:pt x="540" y="420"/>
                  </a:lnTo>
                  <a:lnTo>
                    <a:pt x="534" y="408"/>
                  </a:lnTo>
                  <a:lnTo>
                    <a:pt x="516" y="420"/>
                  </a:lnTo>
                  <a:lnTo>
                    <a:pt x="498" y="420"/>
                  </a:lnTo>
                  <a:lnTo>
                    <a:pt x="498" y="408"/>
                  </a:lnTo>
                  <a:lnTo>
                    <a:pt x="492" y="396"/>
                  </a:lnTo>
                  <a:lnTo>
                    <a:pt x="492" y="384"/>
                  </a:lnTo>
                  <a:lnTo>
                    <a:pt x="480" y="372"/>
                  </a:lnTo>
                  <a:lnTo>
                    <a:pt x="468" y="372"/>
                  </a:lnTo>
                  <a:lnTo>
                    <a:pt x="462" y="360"/>
                  </a:lnTo>
                  <a:lnTo>
                    <a:pt x="462" y="354"/>
                  </a:lnTo>
                  <a:lnTo>
                    <a:pt x="456" y="342"/>
                  </a:lnTo>
                  <a:lnTo>
                    <a:pt x="450" y="336"/>
                  </a:lnTo>
                  <a:lnTo>
                    <a:pt x="444" y="336"/>
                  </a:lnTo>
                  <a:lnTo>
                    <a:pt x="438" y="342"/>
                  </a:lnTo>
                  <a:lnTo>
                    <a:pt x="426" y="342"/>
                  </a:lnTo>
                  <a:lnTo>
                    <a:pt x="426" y="330"/>
                  </a:lnTo>
                  <a:lnTo>
                    <a:pt x="420" y="324"/>
                  </a:lnTo>
                  <a:lnTo>
                    <a:pt x="390" y="324"/>
                  </a:lnTo>
                  <a:lnTo>
                    <a:pt x="390" y="312"/>
                  </a:lnTo>
                  <a:lnTo>
                    <a:pt x="396" y="312"/>
                  </a:lnTo>
                  <a:lnTo>
                    <a:pt x="396" y="300"/>
                  </a:lnTo>
                  <a:lnTo>
                    <a:pt x="384" y="300"/>
                  </a:lnTo>
                  <a:lnTo>
                    <a:pt x="378" y="294"/>
                  </a:lnTo>
                  <a:lnTo>
                    <a:pt x="378" y="282"/>
                  </a:lnTo>
                  <a:lnTo>
                    <a:pt x="366" y="270"/>
                  </a:lnTo>
                  <a:lnTo>
                    <a:pt x="360" y="270"/>
                  </a:lnTo>
                  <a:lnTo>
                    <a:pt x="354" y="276"/>
                  </a:lnTo>
                  <a:lnTo>
                    <a:pt x="354" y="294"/>
                  </a:lnTo>
                  <a:lnTo>
                    <a:pt x="348" y="300"/>
                  </a:lnTo>
                  <a:lnTo>
                    <a:pt x="348" y="306"/>
                  </a:lnTo>
                  <a:lnTo>
                    <a:pt x="330" y="306"/>
                  </a:lnTo>
                  <a:lnTo>
                    <a:pt x="300" y="300"/>
                  </a:lnTo>
                  <a:lnTo>
                    <a:pt x="264" y="294"/>
                  </a:lnTo>
                  <a:lnTo>
                    <a:pt x="246" y="282"/>
                  </a:lnTo>
                  <a:lnTo>
                    <a:pt x="240" y="276"/>
                  </a:lnTo>
                  <a:lnTo>
                    <a:pt x="234" y="264"/>
                  </a:lnTo>
                  <a:lnTo>
                    <a:pt x="234" y="246"/>
                  </a:lnTo>
                  <a:lnTo>
                    <a:pt x="192" y="252"/>
                  </a:lnTo>
                  <a:lnTo>
                    <a:pt x="198" y="258"/>
                  </a:lnTo>
                  <a:lnTo>
                    <a:pt x="198" y="264"/>
                  </a:lnTo>
                  <a:lnTo>
                    <a:pt x="180" y="264"/>
                  </a:lnTo>
                  <a:lnTo>
                    <a:pt x="174" y="258"/>
                  </a:lnTo>
                  <a:lnTo>
                    <a:pt x="174" y="228"/>
                  </a:lnTo>
                  <a:lnTo>
                    <a:pt x="156" y="228"/>
                  </a:lnTo>
                  <a:lnTo>
                    <a:pt x="150" y="216"/>
                  </a:lnTo>
                  <a:lnTo>
                    <a:pt x="144" y="234"/>
                  </a:lnTo>
                  <a:lnTo>
                    <a:pt x="144" y="240"/>
                  </a:lnTo>
                  <a:lnTo>
                    <a:pt x="156" y="252"/>
                  </a:lnTo>
                  <a:lnTo>
                    <a:pt x="156" y="270"/>
                  </a:lnTo>
                  <a:lnTo>
                    <a:pt x="150" y="276"/>
                  </a:lnTo>
                  <a:lnTo>
                    <a:pt x="144" y="276"/>
                  </a:lnTo>
                  <a:lnTo>
                    <a:pt x="144" y="330"/>
                  </a:lnTo>
                  <a:lnTo>
                    <a:pt x="156" y="342"/>
                  </a:lnTo>
                  <a:lnTo>
                    <a:pt x="138" y="348"/>
                  </a:lnTo>
                  <a:lnTo>
                    <a:pt x="138" y="354"/>
                  </a:lnTo>
                  <a:lnTo>
                    <a:pt x="144" y="360"/>
                  </a:lnTo>
                  <a:lnTo>
                    <a:pt x="144" y="384"/>
                  </a:lnTo>
                  <a:lnTo>
                    <a:pt x="132" y="396"/>
                  </a:lnTo>
                  <a:lnTo>
                    <a:pt x="126" y="396"/>
                  </a:lnTo>
                  <a:lnTo>
                    <a:pt x="0" y="390"/>
                  </a:lnTo>
                  <a:lnTo>
                    <a:pt x="0" y="642"/>
                  </a:lnTo>
                  <a:lnTo>
                    <a:pt x="6" y="654"/>
                  </a:lnTo>
                  <a:lnTo>
                    <a:pt x="6" y="672"/>
                  </a:lnTo>
                  <a:lnTo>
                    <a:pt x="96" y="762"/>
                  </a:lnTo>
                  <a:lnTo>
                    <a:pt x="114" y="768"/>
                  </a:lnTo>
                  <a:lnTo>
                    <a:pt x="138" y="756"/>
                  </a:lnTo>
                  <a:lnTo>
                    <a:pt x="144" y="756"/>
                  </a:lnTo>
                  <a:lnTo>
                    <a:pt x="150" y="750"/>
                  </a:lnTo>
                  <a:lnTo>
                    <a:pt x="168" y="750"/>
                  </a:lnTo>
                  <a:lnTo>
                    <a:pt x="174" y="756"/>
                  </a:lnTo>
                  <a:lnTo>
                    <a:pt x="174" y="762"/>
                  </a:lnTo>
                  <a:lnTo>
                    <a:pt x="204" y="756"/>
                  </a:lnTo>
                  <a:lnTo>
                    <a:pt x="222" y="774"/>
                  </a:lnTo>
                  <a:lnTo>
                    <a:pt x="264" y="774"/>
                  </a:lnTo>
                  <a:lnTo>
                    <a:pt x="264" y="780"/>
                  </a:lnTo>
                  <a:lnTo>
                    <a:pt x="276" y="792"/>
                  </a:lnTo>
                  <a:lnTo>
                    <a:pt x="288" y="792"/>
                  </a:lnTo>
                  <a:lnTo>
                    <a:pt x="288" y="780"/>
                  </a:lnTo>
                  <a:lnTo>
                    <a:pt x="300" y="780"/>
                  </a:lnTo>
                  <a:lnTo>
                    <a:pt x="312" y="792"/>
                  </a:lnTo>
                  <a:lnTo>
                    <a:pt x="312" y="798"/>
                  </a:lnTo>
                  <a:lnTo>
                    <a:pt x="330" y="798"/>
                  </a:lnTo>
                  <a:lnTo>
                    <a:pt x="354" y="786"/>
                  </a:lnTo>
                  <a:lnTo>
                    <a:pt x="384" y="756"/>
                  </a:lnTo>
                  <a:lnTo>
                    <a:pt x="390" y="744"/>
                  </a:lnTo>
                  <a:lnTo>
                    <a:pt x="396" y="738"/>
                  </a:lnTo>
                  <a:lnTo>
                    <a:pt x="396" y="732"/>
                  </a:lnTo>
                  <a:lnTo>
                    <a:pt x="402" y="726"/>
                  </a:lnTo>
                  <a:lnTo>
                    <a:pt x="414" y="702"/>
                  </a:lnTo>
                  <a:lnTo>
                    <a:pt x="420" y="696"/>
                  </a:lnTo>
                  <a:lnTo>
                    <a:pt x="432" y="690"/>
                  </a:lnTo>
                  <a:lnTo>
                    <a:pt x="450" y="684"/>
                  </a:lnTo>
                  <a:lnTo>
                    <a:pt x="462" y="678"/>
                  </a:lnTo>
                  <a:lnTo>
                    <a:pt x="474" y="678"/>
                  </a:lnTo>
                  <a:lnTo>
                    <a:pt x="480" y="672"/>
                  </a:lnTo>
                  <a:lnTo>
                    <a:pt x="480" y="636"/>
                  </a:lnTo>
                  <a:lnTo>
                    <a:pt x="504" y="624"/>
                  </a:lnTo>
                  <a:lnTo>
                    <a:pt x="516" y="612"/>
                  </a:lnTo>
                  <a:lnTo>
                    <a:pt x="552" y="600"/>
                  </a:lnTo>
                  <a:lnTo>
                    <a:pt x="588" y="600"/>
                  </a:lnTo>
                  <a:lnTo>
                    <a:pt x="588" y="576"/>
                  </a:lnTo>
                  <a:lnTo>
                    <a:pt x="570" y="558"/>
                  </a:lnTo>
                  <a:lnTo>
                    <a:pt x="582" y="546"/>
                  </a:lnTo>
                  <a:lnTo>
                    <a:pt x="612" y="546"/>
                  </a:lnTo>
                  <a:lnTo>
                    <a:pt x="630" y="528"/>
                  </a:lnTo>
                  <a:lnTo>
                    <a:pt x="642" y="528"/>
                  </a:lnTo>
                  <a:lnTo>
                    <a:pt x="654" y="522"/>
                  </a:lnTo>
                  <a:lnTo>
                    <a:pt x="672" y="522"/>
                  </a:lnTo>
                  <a:lnTo>
                    <a:pt x="690" y="516"/>
                  </a:lnTo>
                  <a:lnTo>
                    <a:pt x="702" y="510"/>
                  </a:lnTo>
                  <a:lnTo>
                    <a:pt x="708" y="510"/>
                  </a:lnTo>
                  <a:lnTo>
                    <a:pt x="732" y="498"/>
                  </a:lnTo>
                  <a:lnTo>
                    <a:pt x="750" y="486"/>
                  </a:lnTo>
                  <a:lnTo>
                    <a:pt x="762" y="480"/>
                  </a:lnTo>
                  <a:lnTo>
                    <a:pt x="780" y="474"/>
                  </a:lnTo>
                  <a:lnTo>
                    <a:pt x="786" y="468"/>
                  </a:lnTo>
                  <a:lnTo>
                    <a:pt x="792" y="468"/>
                  </a:lnTo>
                  <a:lnTo>
                    <a:pt x="780" y="462"/>
                  </a:lnTo>
                  <a:lnTo>
                    <a:pt x="768" y="450"/>
                  </a:lnTo>
                  <a:lnTo>
                    <a:pt x="756" y="444"/>
                  </a:lnTo>
                  <a:lnTo>
                    <a:pt x="756" y="438"/>
                  </a:lnTo>
                  <a:lnTo>
                    <a:pt x="762" y="432"/>
                  </a:lnTo>
                  <a:lnTo>
                    <a:pt x="768" y="420"/>
                  </a:lnTo>
                  <a:lnTo>
                    <a:pt x="774" y="414"/>
                  </a:lnTo>
                  <a:lnTo>
                    <a:pt x="780" y="402"/>
                  </a:lnTo>
                  <a:lnTo>
                    <a:pt x="774" y="366"/>
                  </a:lnTo>
                  <a:lnTo>
                    <a:pt x="780" y="366"/>
                  </a:lnTo>
                  <a:lnTo>
                    <a:pt x="786" y="360"/>
                  </a:lnTo>
                  <a:lnTo>
                    <a:pt x="798" y="354"/>
                  </a:lnTo>
                  <a:lnTo>
                    <a:pt x="816" y="336"/>
                  </a:lnTo>
                  <a:lnTo>
                    <a:pt x="816" y="330"/>
                  </a:lnTo>
                  <a:lnTo>
                    <a:pt x="804" y="330"/>
                  </a:lnTo>
                  <a:lnTo>
                    <a:pt x="804" y="258"/>
                  </a:lnTo>
                  <a:lnTo>
                    <a:pt x="810" y="240"/>
                  </a:lnTo>
                  <a:lnTo>
                    <a:pt x="798" y="234"/>
                  </a:lnTo>
                  <a:lnTo>
                    <a:pt x="798" y="216"/>
                  </a:lnTo>
                  <a:lnTo>
                    <a:pt x="804" y="216"/>
                  </a:lnTo>
                  <a:lnTo>
                    <a:pt x="810" y="210"/>
                  </a:lnTo>
                  <a:lnTo>
                    <a:pt x="834" y="198"/>
                  </a:lnTo>
                  <a:lnTo>
                    <a:pt x="834" y="186"/>
                  </a:lnTo>
                  <a:lnTo>
                    <a:pt x="822" y="18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3" name="Western Sahara" descr="© INSCALE GmbH, 05.05.2010&#10;http://www.presentationload.com/">
              <a:extLst>
                <a:ext uri="{FF2B5EF4-FFF2-40B4-BE49-F238E27FC236}">
                  <a16:creationId xmlns:a16="http://schemas.microsoft.com/office/drawing/2014/main" id="{4136E6AD-B0A8-4180-88D9-13857B3ED2FE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345553" y="2269871"/>
              <a:ext cx="197740" cy="168262"/>
            </a:xfrm>
            <a:custGeom>
              <a:avLst/>
              <a:gdLst>
                <a:gd name="T0" fmla="*/ 2147483647 w 600"/>
                <a:gd name="T1" fmla="*/ 0 h 510"/>
                <a:gd name="T2" fmla="*/ 2147483647 w 600"/>
                <a:gd name="T3" fmla="*/ 0 h 510"/>
                <a:gd name="T4" fmla="*/ 2147483647 w 600"/>
                <a:gd name="T5" fmla="*/ 2147483647 h 510"/>
                <a:gd name="T6" fmla="*/ 2147483647 w 600"/>
                <a:gd name="T7" fmla="*/ 2147483647 h 510"/>
                <a:gd name="T8" fmla="*/ 2147483647 w 600"/>
                <a:gd name="T9" fmla="*/ 2147483647 h 510"/>
                <a:gd name="T10" fmla="*/ 2147483647 w 600"/>
                <a:gd name="T11" fmla="*/ 2147483647 h 510"/>
                <a:gd name="T12" fmla="*/ 2147483647 w 600"/>
                <a:gd name="T13" fmla="*/ 2147483647 h 510"/>
                <a:gd name="T14" fmla="*/ 2147483647 w 600"/>
                <a:gd name="T15" fmla="*/ 2147483647 h 510"/>
                <a:gd name="T16" fmla="*/ 2147483647 w 600"/>
                <a:gd name="T17" fmla="*/ 2147483647 h 510"/>
                <a:gd name="T18" fmla="*/ 2147483647 w 600"/>
                <a:gd name="T19" fmla="*/ 2147483647 h 510"/>
                <a:gd name="T20" fmla="*/ 2147483647 w 600"/>
                <a:gd name="T21" fmla="*/ 2147483647 h 510"/>
                <a:gd name="T22" fmla="*/ 2147483647 w 600"/>
                <a:gd name="T23" fmla="*/ 2147483647 h 510"/>
                <a:gd name="T24" fmla="*/ 2147483647 w 600"/>
                <a:gd name="T25" fmla="*/ 2147483647 h 510"/>
                <a:gd name="T26" fmla="*/ 2147483647 w 600"/>
                <a:gd name="T27" fmla="*/ 2147483647 h 510"/>
                <a:gd name="T28" fmla="*/ 2147483647 w 600"/>
                <a:gd name="T29" fmla="*/ 2147483647 h 510"/>
                <a:gd name="T30" fmla="*/ 2147483647 w 600"/>
                <a:gd name="T31" fmla="*/ 2147483647 h 510"/>
                <a:gd name="T32" fmla="*/ 2147483647 w 600"/>
                <a:gd name="T33" fmla="*/ 2147483647 h 510"/>
                <a:gd name="T34" fmla="*/ 2147483647 w 600"/>
                <a:gd name="T35" fmla="*/ 2147483647 h 510"/>
                <a:gd name="T36" fmla="*/ 2147483647 w 600"/>
                <a:gd name="T37" fmla="*/ 2147483647 h 510"/>
                <a:gd name="T38" fmla="*/ 2147483647 w 600"/>
                <a:gd name="T39" fmla="*/ 2147483647 h 510"/>
                <a:gd name="T40" fmla="*/ 2147483647 w 600"/>
                <a:gd name="T41" fmla="*/ 2147483647 h 510"/>
                <a:gd name="T42" fmla="*/ 2147483647 w 600"/>
                <a:gd name="T43" fmla="*/ 2147483647 h 510"/>
                <a:gd name="T44" fmla="*/ 2147483647 w 600"/>
                <a:gd name="T45" fmla="*/ 2147483647 h 510"/>
                <a:gd name="T46" fmla="*/ 2147483647 w 600"/>
                <a:gd name="T47" fmla="*/ 2147483647 h 510"/>
                <a:gd name="T48" fmla="*/ 2147483647 w 600"/>
                <a:gd name="T49" fmla="*/ 2147483647 h 510"/>
                <a:gd name="T50" fmla="*/ 2147483647 w 600"/>
                <a:gd name="T51" fmla="*/ 2147483647 h 510"/>
                <a:gd name="T52" fmla="*/ 2147483647 w 600"/>
                <a:gd name="T53" fmla="*/ 2147483647 h 510"/>
                <a:gd name="T54" fmla="*/ 2147483647 w 600"/>
                <a:gd name="T55" fmla="*/ 2147483647 h 510"/>
                <a:gd name="T56" fmla="*/ 2147483647 w 600"/>
                <a:gd name="T57" fmla="*/ 2147483647 h 510"/>
                <a:gd name="T58" fmla="*/ 2147483647 w 600"/>
                <a:gd name="T59" fmla="*/ 2147483647 h 510"/>
                <a:gd name="T60" fmla="*/ 2147483647 w 600"/>
                <a:gd name="T61" fmla="*/ 2147483647 h 510"/>
                <a:gd name="T62" fmla="*/ 2147483647 w 600"/>
                <a:gd name="T63" fmla="*/ 2147483647 h 510"/>
                <a:gd name="T64" fmla="*/ 2147483647 w 600"/>
                <a:gd name="T65" fmla="*/ 2147483647 h 510"/>
                <a:gd name="T66" fmla="*/ 2147483647 w 600"/>
                <a:gd name="T67" fmla="*/ 2147483647 h 510"/>
                <a:gd name="T68" fmla="*/ 2147483647 w 600"/>
                <a:gd name="T69" fmla="*/ 2147483647 h 510"/>
                <a:gd name="T70" fmla="*/ 2147483647 w 600"/>
                <a:gd name="T71" fmla="*/ 2147483647 h 510"/>
                <a:gd name="T72" fmla="*/ 2147483647 w 600"/>
                <a:gd name="T73" fmla="*/ 2147483647 h 510"/>
                <a:gd name="T74" fmla="*/ 2147483647 w 600"/>
                <a:gd name="T75" fmla="*/ 2147483647 h 510"/>
                <a:gd name="T76" fmla="*/ 2147483647 w 600"/>
                <a:gd name="T77" fmla="*/ 2147483647 h 510"/>
                <a:gd name="T78" fmla="*/ 0 w 600"/>
                <a:gd name="T79" fmla="*/ 2147483647 h 510"/>
                <a:gd name="T80" fmla="*/ 0 w 600"/>
                <a:gd name="T81" fmla="*/ 2147483647 h 510"/>
                <a:gd name="T82" fmla="*/ 2147483647 w 600"/>
                <a:gd name="T83" fmla="*/ 2147483647 h 510"/>
                <a:gd name="T84" fmla="*/ 2147483647 w 600"/>
                <a:gd name="T85" fmla="*/ 2147483647 h 510"/>
                <a:gd name="T86" fmla="*/ 2147483647 w 600"/>
                <a:gd name="T87" fmla="*/ 2147483647 h 510"/>
                <a:gd name="T88" fmla="*/ 2147483647 w 600"/>
                <a:gd name="T89" fmla="*/ 2147483647 h 510"/>
                <a:gd name="T90" fmla="*/ 2147483647 w 600"/>
                <a:gd name="T91" fmla="*/ 2147483647 h 510"/>
                <a:gd name="T92" fmla="*/ 2147483647 w 600"/>
                <a:gd name="T93" fmla="*/ 2147483647 h 510"/>
                <a:gd name="T94" fmla="*/ 2147483647 w 600"/>
                <a:gd name="T95" fmla="*/ 2147483647 h 510"/>
                <a:gd name="T96" fmla="*/ 2147483647 w 600"/>
                <a:gd name="T97" fmla="*/ 2147483647 h 510"/>
                <a:gd name="T98" fmla="*/ 2147483647 w 600"/>
                <a:gd name="T99" fmla="*/ 2147483647 h 510"/>
                <a:gd name="T100" fmla="*/ 2147483647 w 600"/>
                <a:gd name="T101" fmla="*/ 2147483647 h 510"/>
                <a:gd name="T102" fmla="*/ 2147483647 w 600"/>
                <a:gd name="T103" fmla="*/ 2147483647 h 510"/>
                <a:gd name="T104" fmla="*/ 2147483647 w 600"/>
                <a:gd name="T105" fmla="*/ 2147483647 h 510"/>
                <a:gd name="T106" fmla="*/ 2147483647 w 600"/>
                <a:gd name="T107" fmla="*/ 2147483647 h 510"/>
                <a:gd name="T108" fmla="*/ 2147483647 w 600"/>
                <a:gd name="T109" fmla="*/ 2147483647 h 510"/>
                <a:gd name="T110" fmla="*/ 2147483647 w 600"/>
                <a:gd name="T111" fmla="*/ 2147483647 h 510"/>
                <a:gd name="T112" fmla="*/ 2147483647 w 600"/>
                <a:gd name="T113" fmla="*/ 0 h 510"/>
                <a:gd name="T114" fmla="*/ 2147483647 w 600"/>
                <a:gd name="T115" fmla="*/ 0 h 51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00"/>
                <a:gd name="T175" fmla="*/ 0 h 510"/>
                <a:gd name="T176" fmla="*/ 600 w 600"/>
                <a:gd name="T177" fmla="*/ 510 h 51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00" h="510">
                  <a:moveTo>
                    <a:pt x="546" y="0"/>
                  </a:moveTo>
                  <a:lnTo>
                    <a:pt x="288" y="0"/>
                  </a:lnTo>
                  <a:lnTo>
                    <a:pt x="282" y="6"/>
                  </a:lnTo>
                  <a:lnTo>
                    <a:pt x="270" y="30"/>
                  </a:lnTo>
                  <a:lnTo>
                    <a:pt x="270" y="42"/>
                  </a:lnTo>
                  <a:lnTo>
                    <a:pt x="264" y="54"/>
                  </a:lnTo>
                  <a:lnTo>
                    <a:pt x="264" y="66"/>
                  </a:lnTo>
                  <a:lnTo>
                    <a:pt x="234" y="96"/>
                  </a:lnTo>
                  <a:lnTo>
                    <a:pt x="198" y="96"/>
                  </a:lnTo>
                  <a:lnTo>
                    <a:pt x="186" y="108"/>
                  </a:lnTo>
                  <a:lnTo>
                    <a:pt x="186" y="144"/>
                  </a:lnTo>
                  <a:lnTo>
                    <a:pt x="156" y="174"/>
                  </a:lnTo>
                  <a:lnTo>
                    <a:pt x="156" y="186"/>
                  </a:lnTo>
                  <a:lnTo>
                    <a:pt x="168" y="210"/>
                  </a:lnTo>
                  <a:lnTo>
                    <a:pt x="168" y="222"/>
                  </a:lnTo>
                  <a:lnTo>
                    <a:pt x="156" y="246"/>
                  </a:lnTo>
                  <a:lnTo>
                    <a:pt x="144" y="252"/>
                  </a:lnTo>
                  <a:lnTo>
                    <a:pt x="138" y="252"/>
                  </a:lnTo>
                  <a:lnTo>
                    <a:pt x="132" y="258"/>
                  </a:lnTo>
                  <a:lnTo>
                    <a:pt x="126" y="270"/>
                  </a:lnTo>
                  <a:lnTo>
                    <a:pt x="114" y="282"/>
                  </a:lnTo>
                  <a:lnTo>
                    <a:pt x="102" y="288"/>
                  </a:lnTo>
                  <a:lnTo>
                    <a:pt x="96" y="294"/>
                  </a:lnTo>
                  <a:lnTo>
                    <a:pt x="84" y="300"/>
                  </a:lnTo>
                  <a:lnTo>
                    <a:pt x="78" y="306"/>
                  </a:lnTo>
                  <a:lnTo>
                    <a:pt x="78" y="318"/>
                  </a:lnTo>
                  <a:lnTo>
                    <a:pt x="90" y="324"/>
                  </a:lnTo>
                  <a:lnTo>
                    <a:pt x="78" y="330"/>
                  </a:lnTo>
                  <a:lnTo>
                    <a:pt x="60" y="366"/>
                  </a:lnTo>
                  <a:lnTo>
                    <a:pt x="60" y="384"/>
                  </a:lnTo>
                  <a:lnTo>
                    <a:pt x="48" y="384"/>
                  </a:lnTo>
                  <a:lnTo>
                    <a:pt x="48" y="390"/>
                  </a:lnTo>
                  <a:lnTo>
                    <a:pt x="54" y="396"/>
                  </a:lnTo>
                  <a:lnTo>
                    <a:pt x="54" y="408"/>
                  </a:lnTo>
                  <a:lnTo>
                    <a:pt x="48" y="420"/>
                  </a:lnTo>
                  <a:lnTo>
                    <a:pt x="36" y="426"/>
                  </a:lnTo>
                  <a:lnTo>
                    <a:pt x="24" y="426"/>
                  </a:lnTo>
                  <a:lnTo>
                    <a:pt x="18" y="432"/>
                  </a:lnTo>
                  <a:lnTo>
                    <a:pt x="6" y="456"/>
                  </a:lnTo>
                  <a:lnTo>
                    <a:pt x="0" y="462"/>
                  </a:lnTo>
                  <a:lnTo>
                    <a:pt x="0" y="510"/>
                  </a:lnTo>
                  <a:lnTo>
                    <a:pt x="276" y="510"/>
                  </a:lnTo>
                  <a:lnTo>
                    <a:pt x="282" y="408"/>
                  </a:lnTo>
                  <a:lnTo>
                    <a:pt x="276" y="396"/>
                  </a:lnTo>
                  <a:lnTo>
                    <a:pt x="276" y="378"/>
                  </a:lnTo>
                  <a:lnTo>
                    <a:pt x="282" y="366"/>
                  </a:lnTo>
                  <a:lnTo>
                    <a:pt x="306" y="354"/>
                  </a:lnTo>
                  <a:lnTo>
                    <a:pt x="336" y="354"/>
                  </a:lnTo>
                  <a:lnTo>
                    <a:pt x="348" y="348"/>
                  </a:lnTo>
                  <a:lnTo>
                    <a:pt x="354" y="342"/>
                  </a:lnTo>
                  <a:lnTo>
                    <a:pt x="354" y="150"/>
                  </a:lnTo>
                  <a:lnTo>
                    <a:pt x="366" y="144"/>
                  </a:lnTo>
                  <a:lnTo>
                    <a:pt x="366" y="132"/>
                  </a:lnTo>
                  <a:lnTo>
                    <a:pt x="588" y="126"/>
                  </a:lnTo>
                  <a:lnTo>
                    <a:pt x="588" y="90"/>
                  </a:lnTo>
                  <a:lnTo>
                    <a:pt x="594" y="84"/>
                  </a:lnTo>
                  <a:lnTo>
                    <a:pt x="600" y="0"/>
                  </a:lnTo>
                  <a:lnTo>
                    <a:pt x="546" y="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4" name="West Bank" descr="© INSCALE GmbH, 05.05.2010&#10;http://www.presentationload.com/">
              <a:extLst>
                <a:ext uri="{FF2B5EF4-FFF2-40B4-BE49-F238E27FC236}">
                  <a16:creationId xmlns:a16="http://schemas.microsoft.com/office/drawing/2014/main" id="{E0AECCCB-9A60-4F64-9AE2-9061B507B57A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529408" y="2142712"/>
              <a:ext cx="14216" cy="30827"/>
            </a:xfrm>
            <a:custGeom>
              <a:avLst/>
              <a:gdLst>
                <a:gd name="T0" fmla="*/ 2147483647 w 42"/>
                <a:gd name="T1" fmla="*/ 2147483647 h 96"/>
                <a:gd name="T2" fmla="*/ 2147483647 w 42"/>
                <a:gd name="T3" fmla="*/ 2147483647 h 96"/>
                <a:gd name="T4" fmla="*/ 2147483647 w 42"/>
                <a:gd name="T5" fmla="*/ 2147483647 h 96"/>
                <a:gd name="T6" fmla="*/ 2147483647 w 42"/>
                <a:gd name="T7" fmla="*/ 0 h 96"/>
                <a:gd name="T8" fmla="*/ 2147483647 w 42"/>
                <a:gd name="T9" fmla="*/ 0 h 96"/>
                <a:gd name="T10" fmla="*/ 0 w 42"/>
                <a:gd name="T11" fmla="*/ 2147483647 h 96"/>
                <a:gd name="T12" fmla="*/ 0 w 42"/>
                <a:gd name="T13" fmla="*/ 2147483647 h 96"/>
                <a:gd name="T14" fmla="*/ 2147483647 w 42"/>
                <a:gd name="T15" fmla="*/ 2147483647 h 96"/>
                <a:gd name="T16" fmla="*/ 2147483647 w 42"/>
                <a:gd name="T17" fmla="*/ 2147483647 h 96"/>
                <a:gd name="T18" fmla="*/ 2147483647 w 42"/>
                <a:gd name="T19" fmla="*/ 2147483647 h 96"/>
                <a:gd name="T20" fmla="*/ 2147483647 w 42"/>
                <a:gd name="T21" fmla="*/ 2147483647 h 96"/>
                <a:gd name="T22" fmla="*/ 2147483647 w 42"/>
                <a:gd name="T23" fmla="*/ 2147483647 h 9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42"/>
                <a:gd name="T37" fmla="*/ 0 h 96"/>
                <a:gd name="T38" fmla="*/ 42 w 42"/>
                <a:gd name="T39" fmla="*/ 96 h 9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42" h="96">
                  <a:moveTo>
                    <a:pt x="24" y="78"/>
                  </a:moveTo>
                  <a:lnTo>
                    <a:pt x="30" y="84"/>
                  </a:lnTo>
                  <a:lnTo>
                    <a:pt x="42" y="72"/>
                  </a:lnTo>
                  <a:lnTo>
                    <a:pt x="36" y="0"/>
                  </a:lnTo>
                  <a:lnTo>
                    <a:pt x="18" y="0"/>
                  </a:lnTo>
                  <a:lnTo>
                    <a:pt x="0" y="18"/>
                  </a:lnTo>
                  <a:lnTo>
                    <a:pt x="0" y="90"/>
                  </a:lnTo>
                  <a:lnTo>
                    <a:pt x="6" y="96"/>
                  </a:lnTo>
                  <a:lnTo>
                    <a:pt x="12" y="90"/>
                  </a:lnTo>
                  <a:lnTo>
                    <a:pt x="18" y="90"/>
                  </a:lnTo>
                  <a:lnTo>
                    <a:pt x="18" y="84"/>
                  </a:lnTo>
                  <a:lnTo>
                    <a:pt x="24" y="7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5" name="Venezuela" descr="© INSCALE GmbH, 05.05.2010&#10;http://www.presentationload.com/">
              <a:extLst>
                <a:ext uri="{FF2B5EF4-FFF2-40B4-BE49-F238E27FC236}">
                  <a16:creationId xmlns:a16="http://schemas.microsoft.com/office/drawing/2014/main" id="{F73FE19F-ED16-43B7-890C-48FF6A657930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2014364" y="2679608"/>
              <a:ext cx="315351" cy="305696"/>
            </a:xfrm>
            <a:custGeom>
              <a:avLst/>
              <a:gdLst>
                <a:gd name="T0" fmla="*/ 2147483647 w 954"/>
                <a:gd name="T1" fmla="*/ 2147483647 h 930"/>
                <a:gd name="T2" fmla="*/ 2147483647 w 954"/>
                <a:gd name="T3" fmla="*/ 2147483647 h 930"/>
                <a:gd name="T4" fmla="*/ 2147483647 w 954"/>
                <a:gd name="T5" fmla="*/ 2147483647 h 930"/>
                <a:gd name="T6" fmla="*/ 2147483647 w 954"/>
                <a:gd name="T7" fmla="*/ 2147483647 h 930"/>
                <a:gd name="T8" fmla="*/ 2147483647 w 954"/>
                <a:gd name="T9" fmla="*/ 2147483647 h 930"/>
                <a:gd name="T10" fmla="*/ 2147483647 w 954"/>
                <a:gd name="T11" fmla="*/ 2147483647 h 930"/>
                <a:gd name="T12" fmla="*/ 2147483647 w 954"/>
                <a:gd name="T13" fmla="*/ 2147483647 h 930"/>
                <a:gd name="T14" fmla="*/ 2147483647 w 954"/>
                <a:gd name="T15" fmla="*/ 2147483647 h 930"/>
                <a:gd name="T16" fmla="*/ 2147483647 w 954"/>
                <a:gd name="T17" fmla="*/ 2147483647 h 930"/>
                <a:gd name="T18" fmla="*/ 2147483647 w 954"/>
                <a:gd name="T19" fmla="*/ 2147483647 h 930"/>
                <a:gd name="T20" fmla="*/ 2147483647 w 954"/>
                <a:gd name="T21" fmla="*/ 2147483647 h 930"/>
                <a:gd name="T22" fmla="*/ 2147483647 w 954"/>
                <a:gd name="T23" fmla="*/ 2147483647 h 930"/>
                <a:gd name="T24" fmla="*/ 2147483647 w 954"/>
                <a:gd name="T25" fmla="*/ 2147483647 h 930"/>
                <a:gd name="T26" fmla="*/ 2147483647 w 954"/>
                <a:gd name="T27" fmla="*/ 2147483647 h 930"/>
                <a:gd name="T28" fmla="*/ 2147483647 w 954"/>
                <a:gd name="T29" fmla="*/ 2147483647 h 930"/>
                <a:gd name="T30" fmla="*/ 2147483647 w 954"/>
                <a:gd name="T31" fmla="*/ 2147483647 h 930"/>
                <a:gd name="T32" fmla="*/ 2147483647 w 954"/>
                <a:gd name="T33" fmla="*/ 2147483647 h 930"/>
                <a:gd name="T34" fmla="*/ 2147483647 w 954"/>
                <a:gd name="T35" fmla="*/ 2147483647 h 930"/>
                <a:gd name="T36" fmla="*/ 2147483647 w 954"/>
                <a:gd name="T37" fmla="*/ 2147483647 h 930"/>
                <a:gd name="T38" fmla="*/ 2147483647 w 954"/>
                <a:gd name="T39" fmla="*/ 2147483647 h 930"/>
                <a:gd name="T40" fmla="*/ 2147483647 w 954"/>
                <a:gd name="T41" fmla="*/ 2147483647 h 930"/>
                <a:gd name="T42" fmla="*/ 2147483647 w 954"/>
                <a:gd name="T43" fmla="*/ 2147483647 h 930"/>
                <a:gd name="T44" fmla="*/ 2147483647 w 954"/>
                <a:gd name="T45" fmla="*/ 2147483647 h 930"/>
                <a:gd name="T46" fmla="*/ 2147483647 w 954"/>
                <a:gd name="T47" fmla="*/ 2147483647 h 930"/>
                <a:gd name="T48" fmla="*/ 2147483647 w 954"/>
                <a:gd name="T49" fmla="*/ 2147483647 h 930"/>
                <a:gd name="T50" fmla="*/ 0 w 954"/>
                <a:gd name="T51" fmla="*/ 2147483647 h 930"/>
                <a:gd name="T52" fmla="*/ 2147483647 w 954"/>
                <a:gd name="T53" fmla="*/ 2147483647 h 930"/>
                <a:gd name="T54" fmla="*/ 2147483647 w 954"/>
                <a:gd name="T55" fmla="*/ 2147483647 h 930"/>
                <a:gd name="T56" fmla="*/ 2147483647 w 954"/>
                <a:gd name="T57" fmla="*/ 2147483647 h 930"/>
                <a:gd name="T58" fmla="*/ 2147483647 w 954"/>
                <a:gd name="T59" fmla="*/ 2147483647 h 930"/>
                <a:gd name="T60" fmla="*/ 2147483647 w 954"/>
                <a:gd name="T61" fmla="*/ 2147483647 h 930"/>
                <a:gd name="T62" fmla="*/ 2147483647 w 954"/>
                <a:gd name="T63" fmla="*/ 2147483647 h 930"/>
                <a:gd name="T64" fmla="*/ 2147483647 w 954"/>
                <a:gd name="T65" fmla="*/ 2147483647 h 930"/>
                <a:gd name="T66" fmla="*/ 2147483647 w 954"/>
                <a:gd name="T67" fmla="*/ 2147483647 h 930"/>
                <a:gd name="T68" fmla="*/ 2147483647 w 954"/>
                <a:gd name="T69" fmla="*/ 2147483647 h 930"/>
                <a:gd name="T70" fmla="*/ 2147483647 w 954"/>
                <a:gd name="T71" fmla="*/ 2147483647 h 930"/>
                <a:gd name="T72" fmla="*/ 2147483647 w 954"/>
                <a:gd name="T73" fmla="*/ 2147483647 h 930"/>
                <a:gd name="T74" fmla="*/ 2147483647 w 954"/>
                <a:gd name="T75" fmla="*/ 2147483647 h 930"/>
                <a:gd name="T76" fmla="*/ 2147483647 w 954"/>
                <a:gd name="T77" fmla="*/ 2147483647 h 930"/>
                <a:gd name="T78" fmla="*/ 2147483647 w 954"/>
                <a:gd name="T79" fmla="*/ 2147483647 h 930"/>
                <a:gd name="T80" fmla="*/ 2147483647 w 954"/>
                <a:gd name="T81" fmla="*/ 2147483647 h 930"/>
                <a:gd name="T82" fmla="*/ 2147483647 w 954"/>
                <a:gd name="T83" fmla="*/ 2147483647 h 930"/>
                <a:gd name="T84" fmla="*/ 2147483647 w 954"/>
                <a:gd name="T85" fmla="*/ 2147483647 h 930"/>
                <a:gd name="T86" fmla="*/ 2147483647 w 954"/>
                <a:gd name="T87" fmla="*/ 2147483647 h 930"/>
                <a:gd name="T88" fmla="*/ 2147483647 w 954"/>
                <a:gd name="T89" fmla="*/ 2147483647 h 930"/>
                <a:gd name="T90" fmla="*/ 2147483647 w 954"/>
                <a:gd name="T91" fmla="*/ 2147483647 h 930"/>
                <a:gd name="T92" fmla="*/ 2147483647 w 954"/>
                <a:gd name="T93" fmla="*/ 2147483647 h 930"/>
                <a:gd name="T94" fmla="*/ 2147483647 w 954"/>
                <a:gd name="T95" fmla="*/ 2147483647 h 930"/>
                <a:gd name="T96" fmla="*/ 2147483647 w 954"/>
                <a:gd name="T97" fmla="*/ 2147483647 h 930"/>
                <a:gd name="T98" fmla="*/ 2147483647 w 954"/>
                <a:gd name="T99" fmla="*/ 2147483647 h 930"/>
                <a:gd name="T100" fmla="*/ 2147483647 w 954"/>
                <a:gd name="T101" fmla="*/ 2147483647 h 930"/>
                <a:gd name="T102" fmla="*/ 2147483647 w 954"/>
                <a:gd name="T103" fmla="*/ 2147483647 h 930"/>
                <a:gd name="T104" fmla="*/ 2147483647 w 954"/>
                <a:gd name="T105" fmla="*/ 2147483647 h 930"/>
                <a:gd name="T106" fmla="*/ 2147483647 w 954"/>
                <a:gd name="T107" fmla="*/ 2147483647 h 930"/>
                <a:gd name="T108" fmla="*/ 2147483647 w 954"/>
                <a:gd name="T109" fmla="*/ 2147483647 h 930"/>
                <a:gd name="T110" fmla="*/ 2147483647 w 954"/>
                <a:gd name="T111" fmla="*/ 2147483647 h 930"/>
                <a:gd name="T112" fmla="*/ 2147483647 w 954"/>
                <a:gd name="T113" fmla="*/ 2147483647 h 930"/>
                <a:gd name="T114" fmla="*/ 2147483647 w 954"/>
                <a:gd name="T115" fmla="*/ 2147483647 h 930"/>
                <a:gd name="T116" fmla="*/ 2147483647 w 954"/>
                <a:gd name="T117" fmla="*/ 2147483647 h 930"/>
                <a:gd name="T118" fmla="*/ 2147483647 w 954"/>
                <a:gd name="T119" fmla="*/ 2147483647 h 93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954"/>
                <a:gd name="T181" fmla="*/ 0 h 930"/>
                <a:gd name="T182" fmla="*/ 954 w 954"/>
                <a:gd name="T183" fmla="*/ 930 h 93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954" h="930">
                  <a:moveTo>
                    <a:pt x="264" y="42"/>
                  </a:moveTo>
                  <a:lnTo>
                    <a:pt x="264" y="12"/>
                  </a:lnTo>
                  <a:lnTo>
                    <a:pt x="252" y="0"/>
                  </a:lnTo>
                  <a:lnTo>
                    <a:pt x="234" y="0"/>
                  </a:lnTo>
                  <a:lnTo>
                    <a:pt x="228" y="6"/>
                  </a:lnTo>
                  <a:lnTo>
                    <a:pt x="228" y="18"/>
                  </a:lnTo>
                  <a:lnTo>
                    <a:pt x="234" y="24"/>
                  </a:lnTo>
                  <a:lnTo>
                    <a:pt x="234" y="36"/>
                  </a:lnTo>
                  <a:lnTo>
                    <a:pt x="240" y="42"/>
                  </a:lnTo>
                  <a:lnTo>
                    <a:pt x="264" y="42"/>
                  </a:lnTo>
                  <a:close/>
                  <a:moveTo>
                    <a:pt x="936" y="276"/>
                  </a:moveTo>
                  <a:lnTo>
                    <a:pt x="930" y="276"/>
                  </a:lnTo>
                  <a:lnTo>
                    <a:pt x="924" y="282"/>
                  </a:lnTo>
                  <a:lnTo>
                    <a:pt x="912" y="288"/>
                  </a:lnTo>
                  <a:lnTo>
                    <a:pt x="906" y="294"/>
                  </a:lnTo>
                  <a:lnTo>
                    <a:pt x="900" y="288"/>
                  </a:lnTo>
                  <a:lnTo>
                    <a:pt x="888" y="288"/>
                  </a:lnTo>
                  <a:lnTo>
                    <a:pt x="882" y="282"/>
                  </a:lnTo>
                  <a:lnTo>
                    <a:pt x="876" y="282"/>
                  </a:lnTo>
                  <a:lnTo>
                    <a:pt x="852" y="306"/>
                  </a:lnTo>
                  <a:lnTo>
                    <a:pt x="822" y="282"/>
                  </a:lnTo>
                  <a:lnTo>
                    <a:pt x="846" y="282"/>
                  </a:lnTo>
                  <a:lnTo>
                    <a:pt x="858" y="276"/>
                  </a:lnTo>
                  <a:lnTo>
                    <a:pt x="864" y="276"/>
                  </a:lnTo>
                  <a:lnTo>
                    <a:pt x="870" y="264"/>
                  </a:lnTo>
                  <a:lnTo>
                    <a:pt x="870" y="246"/>
                  </a:lnTo>
                  <a:lnTo>
                    <a:pt x="882" y="234"/>
                  </a:lnTo>
                  <a:lnTo>
                    <a:pt x="888" y="222"/>
                  </a:lnTo>
                  <a:lnTo>
                    <a:pt x="876" y="210"/>
                  </a:lnTo>
                  <a:lnTo>
                    <a:pt x="846" y="210"/>
                  </a:lnTo>
                  <a:lnTo>
                    <a:pt x="846" y="204"/>
                  </a:lnTo>
                  <a:lnTo>
                    <a:pt x="840" y="198"/>
                  </a:lnTo>
                  <a:lnTo>
                    <a:pt x="840" y="192"/>
                  </a:lnTo>
                  <a:lnTo>
                    <a:pt x="834" y="186"/>
                  </a:lnTo>
                  <a:lnTo>
                    <a:pt x="828" y="186"/>
                  </a:lnTo>
                  <a:lnTo>
                    <a:pt x="822" y="192"/>
                  </a:lnTo>
                  <a:lnTo>
                    <a:pt x="822" y="210"/>
                  </a:lnTo>
                  <a:lnTo>
                    <a:pt x="816" y="198"/>
                  </a:lnTo>
                  <a:lnTo>
                    <a:pt x="816" y="180"/>
                  </a:lnTo>
                  <a:lnTo>
                    <a:pt x="792" y="180"/>
                  </a:lnTo>
                  <a:lnTo>
                    <a:pt x="786" y="210"/>
                  </a:lnTo>
                  <a:lnTo>
                    <a:pt x="780" y="204"/>
                  </a:lnTo>
                  <a:lnTo>
                    <a:pt x="774" y="192"/>
                  </a:lnTo>
                  <a:lnTo>
                    <a:pt x="774" y="186"/>
                  </a:lnTo>
                  <a:lnTo>
                    <a:pt x="768" y="180"/>
                  </a:lnTo>
                  <a:lnTo>
                    <a:pt x="768" y="156"/>
                  </a:lnTo>
                  <a:lnTo>
                    <a:pt x="738" y="168"/>
                  </a:lnTo>
                  <a:lnTo>
                    <a:pt x="744" y="162"/>
                  </a:lnTo>
                  <a:lnTo>
                    <a:pt x="756" y="156"/>
                  </a:lnTo>
                  <a:lnTo>
                    <a:pt x="762" y="156"/>
                  </a:lnTo>
                  <a:lnTo>
                    <a:pt x="762" y="144"/>
                  </a:lnTo>
                  <a:lnTo>
                    <a:pt x="750" y="138"/>
                  </a:lnTo>
                  <a:lnTo>
                    <a:pt x="744" y="138"/>
                  </a:lnTo>
                  <a:lnTo>
                    <a:pt x="744" y="132"/>
                  </a:lnTo>
                  <a:lnTo>
                    <a:pt x="750" y="132"/>
                  </a:lnTo>
                  <a:lnTo>
                    <a:pt x="762" y="126"/>
                  </a:lnTo>
                  <a:lnTo>
                    <a:pt x="774" y="126"/>
                  </a:lnTo>
                  <a:lnTo>
                    <a:pt x="792" y="120"/>
                  </a:lnTo>
                  <a:lnTo>
                    <a:pt x="804" y="120"/>
                  </a:lnTo>
                  <a:lnTo>
                    <a:pt x="810" y="114"/>
                  </a:lnTo>
                  <a:lnTo>
                    <a:pt x="726" y="114"/>
                  </a:lnTo>
                  <a:lnTo>
                    <a:pt x="690" y="120"/>
                  </a:lnTo>
                  <a:lnTo>
                    <a:pt x="678" y="120"/>
                  </a:lnTo>
                  <a:lnTo>
                    <a:pt x="690" y="132"/>
                  </a:lnTo>
                  <a:lnTo>
                    <a:pt x="678" y="132"/>
                  </a:lnTo>
                  <a:lnTo>
                    <a:pt x="666" y="138"/>
                  </a:lnTo>
                  <a:lnTo>
                    <a:pt x="654" y="138"/>
                  </a:lnTo>
                  <a:lnTo>
                    <a:pt x="642" y="144"/>
                  </a:lnTo>
                  <a:lnTo>
                    <a:pt x="636" y="144"/>
                  </a:lnTo>
                  <a:lnTo>
                    <a:pt x="624" y="150"/>
                  </a:lnTo>
                  <a:lnTo>
                    <a:pt x="606" y="168"/>
                  </a:lnTo>
                  <a:lnTo>
                    <a:pt x="594" y="174"/>
                  </a:lnTo>
                  <a:lnTo>
                    <a:pt x="576" y="174"/>
                  </a:lnTo>
                  <a:lnTo>
                    <a:pt x="564" y="162"/>
                  </a:lnTo>
                  <a:lnTo>
                    <a:pt x="546" y="156"/>
                  </a:lnTo>
                  <a:lnTo>
                    <a:pt x="534" y="144"/>
                  </a:lnTo>
                  <a:lnTo>
                    <a:pt x="522" y="138"/>
                  </a:lnTo>
                  <a:lnTo>
                    <a:pt x="510" y="126"/>
                  </a:lnTo>
                  <a:lnTo>
                    <a:pt x="492" y="126"/>
                  </a:lnTo>
                  <a:lnTo>
                    <a:pt x="450" y="132"/>
                  </a:lnTo>
                  <a:lnTo>
                    <a:pt x="372" y="132"/>
                  </a:lnTo>
                  <a:lnTo>
                    <a:pt x="360" y="120"/>
                  </a:lnTo>
                  <a:lnTo>
                    <a:pt x="354" y="108"/>
                  </a:lnTo>
                  <a:lnTo>
                    <a:pt x="354" y="84"/>
                  </a:lnTo>
                  <a:lnTo>
                    <a:pt x="348" y="72"/>
                  </a:lnTo>
                  <a:lnTo>
                    <a:pt x="336" y="60"/>
                  </a:lnTo>
                  <a:lnTo>
                    <a:pt x="324" y="54"/>
                  </a:lnTo>
                  <a:lnTo>
                    <a:pt x="276" y="54"/>
                  </a:lnTo>
                  <a:lnTo>
                    <a:pt x="240" y="60"/>
                  </a:lnTo>
                  <a:lnTo>
                    <a:pt x="222" y="72"/>
                  </a:lnTo>
                  <a:lnTo>
                    <a:pt x="210" y="78"/>
                  </a:lnTo>
                  <a:lnTo>
                    <a:pt x="204" y="78"/>
                  </a:lnTo>
                  <a:lnTo>
                    <a:pt x="180" y="90"/>
                  </a:lnTo>
                  <a:lnTo>
                    <a:pt x="162" y="96"/>
                  </a:lnTo>
                  <a:lnTo>
                    <a:pt x="144" y="108"/>
                  </a:lnTo>
                  <a:lnTo>
                    <a:pt x="138" y="120"/>
                  </a:lnTo>
                  <a:lnTo>
                    <a:pt x="138" y="144"/>
                  </a:lnTo>
                  <a:lnTo>
                    <a:pt x="150" y="168"/>
                  </a:lnTo>
                  <a:lnTo>
                    <a:pt x="156" y="186"/>
                  </a:lnTo>
                  <a:lnTo>
                    <a:pt x="162" y="198"/>
                  </a:lnTo>
                  <a:lnTo>
                    <a:pt x="156" y="210"/>
                  </a:lnTo>
                  <a:lnTo>
                    <a:pt x="150" y="228"/>
                  </a:lnTo>
                  <a:lnTo>
                    <a:pt x="138" y="234"/>
                  </a:lnTo>
                  <a:lnTo>
                    <a:pt x="132" y="246"/>
                  </a:lnTo>
                  <a:lnTo>
                    <a:pt x="126" y="252"/>
                  </a:lnTo>
                  <a:lnTo>
                    <a:pt x="120" y="252"/>
                  </a:lnTo>
                  <a:lnTo>
                    <a:pt x="126" y="222"/>
                  </a:lnTo>
                  <a:lnTo>
                    <a:pt x="114" y="222"/>
                  </a:lnTo>
                  <a:lnTo>
                    <a:pt x="108" y="216"/>
                  </a:lnTo>
                  <a:lnTo>
                    <a:pt x="96" y="210"/>
                  </a:lnTo>
                  <a:lnTo>
                    <a:pt x="90" y="204"/>
                  </a:lnTo>
                  <a:lnTo>
                    <a:pt x="84" y="192"/>
                  </a:lnTo>
                  <a:lnTo>
                    <a:pt x="96" y="168"/>
                  </a:lnTo>
                  <a:lnTo>
                    <a:pt x="108" y="156"/>
                  </a:lnTo>
                  <a:lnTo>
                    <a:pt x="120" y="132"/>
                  </a:lnTo>
                  <a:lnTo>
                    <a:pt x="120" y="78"/>
                  </a:lnTo>
                  <a:lnTo>
                    <a:pt x="114" y="66"/>
                  </a:lnTo>
                  <a:lnTo>
                    <a:pt x="114" y="54"/>
                  </a:lnTo>
                  <a:lnTo>
                    <a:pt x="108" y="48"/>
                  </a:lnTo>
                  <a:lnTo>
                    <a:pt x="108" y="54"/>
                  </a:lnTo>
                  <a:lnTo>
                    <a:pt x="102" y="66"/>
                  </a:lnTo>
                  <a:lnTo>
                    <a:pt x="90" y="78"/>
                  </a:lnTo>
                  <a:lnTo>
                    <a:pt x="72" y="84"/>
                  </a:lnTo>
                  <a:lnTo>
                    <a:pt x="48" y="108"/>
                  </a:lnTo>
                  <a:lnTo>
                    <a:pt x="36" y="144"/>
                  </a:lnTo>
                  <a:lnTo>
                    <a:pt x="36" y="162"/>
                  </a:lnTo>
                  <a:lnTo>
                    <a:pt x="30" y="168"/>
                  </a:lnTo>
                  <a:lnTo>
                    <a:pt x="30" y="192"/>
                  </a:lnTo>
                  <a:lnTo>
                    <a:pt x="6" y="216"/>
                  </a:lnTo>
                  <a:lnTo>
                    <a:pt x="0" y="228"/>
                  </a:lnTo>
                  <a:lnTo>
                    <a:pt x="0" y="240"/>
                  </a:lnTo>
                  <a:lnTo>
                    <a:pt x="6" y="246"/>
                  </a:lnTo>
                  <a:lnTo>
                    <a:pt x="6" y="240"/>
                  </a:lnTo>
                  <a:lnTo>
                    <a:pt x="18" y="228"/>
                  </a:lnTo>
                  <a:lnTo>
                    <a:pt x="24" y="228"/>
                  </a:lnTo>
                  <a:lnTo>
                    <a:pt x="36" y="240"/>
                  </a:lnTo>
                  <a:lnTo>
                    <a:pt x="42" y="252"/>
                  </a:lnTo>
                  <a:lnTo>
                    <a:pt x="42" y="288"/>
                  </a:lnTo>
                  <a:lnTo>
                    <a:pt x="48" y="294"/>
                  </a:lnTo>
                  <a:lnTo>
                    <a:pt x="60" y="300"/>
                  </a:lnTo>
                  <a:lnTo>
                    <a:pt x="66" y="306"/>
                  </a:lnTo>
                  <a:lnTo>
                    <a:pt x="66" y="318"/>
                  </a:lnTo>
                  <a:lnTo>
                    <a:pt x="54" y="342"/>
                  </a:lnTo>
                  <a:lnTo>
                    <a:pt x="54" y="384"/>
                  </a:lnTo>
                  <a:lnTo>
                    <a:pt x="66" y="384"/>
                  </a:lnTo>
                  <a:lnTo>
                    <a:pt x="66" y="396"/>
                  </a:lnTo>
                  <a:lnTo>
                    <a:pt x="72" y="408"/>
                  </a:lnTo>
                  <a:lnTo>
                    <a:pt x="78" y="414"/>
                  </a:lnTo>
                  <a:lnTo>
                    <a:pt x="102" y="414"/>
                  </a:lnTo>
                  <a:lnTo>
                    <a:pt x="108" y="408"/>
                  </a:lnTo>
                  <a:lnTo>
                    <a:pt x="120" y="408"/>
                  </a:lnTo>
                  <a:lnTo>
                    <a:pt x="132" y="414"/>
                  </a:lnTo>
                  <a:lnTo>
                    <a:pt x="138" y="414"/>
                  </a:lnTo>
                  <a:lnTo>
                    <a:pt x="150" y="420"/>
                  </a:lnTo>
                  <a:lnTo>
                    <a:pt x="162" y="420"/>
                  </a:lnTo>
                  <a:lnTo>
                    <a:pt x="168" y="414"/>
                  </a:lnTo>
                  <a:lnTo>
                    <a:pt x="168" y="408"/>
                  </a:lnTo>
                  <a:lnTo>
                    <a:pt x="180" y="408"/>
                  </a:lnTo>
                  <a:lnTo>
                    <a:pt x="186" y="414"/>
                  </a:lnTo>
                  <a:lnTo>
                    <a:pt x="198" y="420"/>
                  </a:lnTo>
                  <a:lnTo>
                    <a:pt x="222" y="420"/>
                  </a:lnTo>
                  <a:lnTo>
                    <a:pt x="222" y="426"/>
                  </a:lnTo>
                  <a:lnTo>
                    <a:pt x="228" y="432"/>
                  </a:lnTo>
                  <a:lnTo>
                    <a:pt x="234" y="444"/>
                  </a:lnTo>
                  <a:lnTo>
                    <a:pt x="240" y="462"/>
                  </a:lnTo>
                  <a:lnTo>
                    <a:pt x="264" y="486"/>
                  </a:lnTo>
                  <a:lnTo>
                    <a:pt x="288" y="486"/>
                  </a:lnTo>
                  <a:lnTo>
                    <a:pt x="288" y="480"/>
                  </a:lnTo>
                  <a:lnTo>
                    <a:pt x="306" y="480"/>
                  </a:lnTo>
                  <a:lnTo>
                    <a:pt x="312" y="486"/>
                  </a:lnTo>
                  <a:lnTo>
                    <a:pt x="336" y="486"/>
                  </a:lnTo>
                  <a:lnTo>
                    <a:pt x="342" y="480"/>
                  </a:lnTo>
                  <a:lnTo>
                    <a:pt x="366" y="486"/>
                  </a:lnTo>
                  <a:lnTo>
                    <a:pt x="372" y="480"/>
                  </a:lnTo>
                  <a:lnTo>
                    <a:pt x="384" y="474"/>
                  </a:lnTo>
                  <a:lnTo>
                    <a:pt x="402" y="474"/>
                  </a:lnTo>
                  <a:lnTo>
                    <a:pt x="408" y="480"/>
                  </a:lnTo>
                  <a:lnTo>
                    <a:pt x="408" y="492"/>
                  </a:lnTo>
                  <a:lnTo>
                    <a:pt x="390" y="510"/>
                  </a:lnTo>
                  <a:lnTo>
                    <a:pt x="390" y="534"/>
                  </a:lnTo>
                  <a:lnTo>
                    <a:pt x="384" y="540"/>
                  </a:lnTo>
                  <a:lnTo>
                    <a:pt x="378" y="540"/>
                  </a:lnTo>
                  <a:lnTo>
                    <a:pt x="366" y="552"/>
                  </a:lnTo>
                  <a:lnTo>
                    <a:pt x="366" y="576"/>
                  </a:lnTo>
                  <a:lnTo>
                    <a:pt x="372" y="588"/>
                  </a:lnTo>
                  <a:lnTo>
                    <a:pt x="372" y="618"/>
                  </a:lnTo>
                  <a:lnTo>
                    <a:pt x="366" y="630"/>
                  </a:lnTo>
                  <a:lnTo>
                    <a:pt x="366" y="642"/>
                  </a:lnTo>
                  <a:lnTo>
                    <a:pt x="372" y="648"/>
                  </a:lnTo>
                  <a:lnTo>
                    <a:pt x="384" y="648"/>
                  </a:lnTo>
                  <a:lnTo>
                    <a:pt x="384" y="672"/>
                  </a:lnTo>
                  <a:lnTo>
                    <a:pt x="390" y="684"/>
                  </a:lnTo>
                  <a:lnTo>
                    <a:pt x="402" y="690"/>
                  </a:lnTo>
                  <a:lnTo>
                    <a:pt x="408" y="702"/>
                  </a:lnTo>
                  <a:lnTo>
                    <a:pt x="408" y="708"/>
                  </a:lnTo>
                  <a:lnTo>
                    <a:pt x="402" y="720"/>
                  </a:lnTo>
                  <a:lnTo>
                    <a:pt x="372" y="750"/>
                  </a:lnTo>
                  <a:lnTo>
                    <a:pt x="366" y="750"/>
                  </a:lnTo>
                  <a:lnTo>
                    <a:pt x="390" y="762"/>
                  </a:lnTo>
                  <a:lnTo>
                    <a:pt x="402" y="774"/>
                  </a:lnTo>
                  <a:lnTo>
                    <a:pt x="414" y="774"/>
                  </a:lnTo>
                  <a:lnTo>
                    <a:pt x="414" y="798"/>
                  </a:lnTo>
                  <a:lnTo>
                    <a:pt x="420" y="804"/>
                  </a:lnTo>
                  <a:lnTo>
                    <a:pt x="420" y="822"/>
                  </a:lnTo>
                  <a:lnTo>
                    <a:pt x="426" y="828"/>
                  </a:lnTo>
                  <a:lnTo>
                    <a:pt x="426" y="846"/>
                  </a:lnTo>
                  <a:lnTo>
                    <a:pt x="432" y="858"/>
                  </a:lnTo>
                  <a:lnTo>
                    <a:pt x="432" y="876"/>
                  </a:lnTo>
                  <a:lnTo>
                    <a:pt x="444" y="888"/>
                  </a:lnTo>
                  <a:lnTo>
                    <a:pt x="450" y="900"/>
                  </a:lnTo>
                  <a:lnTo>
                    <a:pt x="450" y="906"/>
                  </a:lnTo>
                  <a:lnTo>
                    <a:pt x="462" y="918"/>
                  </a:lnTo>
                  <a:lnTo>
                    <a:pt x="468" y="918"/>
                  </a:lnTo>
                  <a:lnTo>
                    <a:pt x="480" y="924"/>
                  </a:lnTo>
                  <a:lnTo>
                    <a:pt x="486" y="924"/>
                  </a:lnTo>
                  <a:lnTo>
                    <a:pt x="498" y="918"/>
                  </a:lnTo>
                  <a:lnTo>
                    <a:pt x="504" y="912"/>
                  </a:lnTo>
                  <a:lnTo>
                    <a:pt x="516" y="906"/>
                  </a:lnTo>
                  <a:lnTo>
                    <a:pt x="522" y="900"/>
                  </a:lnTo>
                  <a:lnTo>
                    <a:pt x="528" y="906"/>
                  </a:lnTo>
                  <a:lnTo>
                    <a:pt x="528" y="930"/>
                  </a:lnTo>
                  <a:lnTo>
                    <a:pt x="534" y="930"/>
                  </a:lnTo>
                  <a:lnTo>
                    <a:pt x="546" y="918"/>
                  </a:lnTo>
                  <a:lnTo>
                    <a:pt x="558" y="894"/>
                  </a:lnTo>
                  <a:lnTo>
                    <a:pt x="570" y="882"/>
                  </a:lnTo>
                  <a:lnTo>
                    <a:pt x="588" y="882"/>
                  </a:lnTo>
                  <a:lnTo>
                    <a:pt x="594" y="876"/>
                  </a:lnTo>
                  <a:lnTo>
                    <a:pt x="630" y="858"/>
                  </a:lnTo>
                  <a:lnTo>
                    <a:pt x="636" y="846"/>
                  </a:lnTo>
                  <a:lnTo>
                    <a:pt x="636" y="816"/>
                  </a:lnTo>
                  <a:lnTo>
                    <a:pt x="678" y="816"/>
                  </a:lnTo>
                  <a:lnTo>
                    <a:pt x="684" y="810"/>
                  </a:lnTo>
                  <a:lnTo>
                    <a:pt x="690" y="798"/>
                  </a:lnTo>
                  <a:lnTo>
                    <a:pt x="690" y="792"/>
                  </a:lnTo>
                  <a:lnTo>
                    <a:pt x="684" y="786"/>
                  </a:lnTo>
                  <a:lnTo>
                    <a:pt x="636" y="780"/>
                  </a:lnTo>
                  <a:lnTo>
                    <a:pt x="636" y="750"/>
                  </a:lnTo>
                  <a:lnTo>
                    <a:pt x="630" y="738"/>
                  </a:lnTo>
                  <a:lnTo>
                    <a:pt x="618" y="726"/>
                  </a:lnTo>
                  <a:lnTo>
                    <a:pt x="624" y="720"/>
                  </a:lnTo>
                  <a:lnTo>
                    <a:pt x="624" y="690"/>
                  </a:lnTo>
                  <a:lnTo>
                    <a:pt x="618" y="684"/>
                  </a:lnTo>
                  <a:lnTo>
                    <a:pt x="606" y="678"/>
                  </a:lnTo>
                  <a:lnTo>
                    <a:pt x="588" y="660"/>
                  </a:lnTo>
                  <a:lnTo>
                    <a:pt x="588" y="630"/>
                  </a:lnTo>
                  <a:lnTo>
                    <a:pt x="594" y="636"/>
                  </a:lnTo>
                  <a:lnTo>
                    <a:pt x="594" y="642"/>
                  </a:lnTo>
                  <a:lnTo>
                    <a:pt x="636" y="642"/>
                  </a:lnTo>
                  <a:lnTo>
                    <a:pt x="642" y="648"/>
                  </a:lnTo>
                  <a:lnTo>
                    <a:pt x="642" y="666"/>
                  </a:lnTo>
                  <a:lnTo>
                    <a:pt x="654" y="666"/>
                  </a:lnTo>
                  <a:lnTo>
                    <a:pt x="666" y="660"/>
                  </a:lnTo>
                  <a:lnTo>
                    <a:pt x="678" y="666"/>
                  </a:lnTo>
                  <a:lnTo>
                    <a:pt x="684" y="660"/>
                  </a:lnTo>
                  <a:lnTo>
                    <a:pt x="696" y="660"/>
                  </a:lnTo>
                  <a:lnTo>
                    <a:pt x="702" y="666"/>
                  </a:lnTo>
                  <a:lnTo>
                    <a:pt x="708" y="678"/>
                  </a:lnTo>
                  <a:lnTo>
                    <a:pt x="720" y="690"/>
                  </a:lnTo>
                  <a:lnTo>
                    <a:pt x="732" y="696"/>
                  </a:lnTo>
                  <a:lnTo>
                    <a:pt x="738" y="690"/>
                  </a:lnTo>
                  <a:lnTo>
                    <a:pt x="738" y="672"/>
                  </a:lnTo>
                  <a:lnTo>
                    <a:pt x="744" y="660"/>
                  </a:lnTo>
                  <a:lnTo>
                    <a:pt x="744" y="648"/>
                  </a:lnTo>
                  <a:lnTo>
                    <a:pt x="750" y="642"/>
                  </a:lnTo>
                  <a:lnTo>
                    <a:pt x="768" y="642"/>
                  </a:lnTo>
                  <a:lnTo>
                    <a:pt x="774" y="648"/>
                  </a:lnTo>
                  <a:lnTo>
                    <a:pt x="792" y="648"/>
                  </a:lnTo>
                  <a:lnTo>
                    <a:pt x="804" y="642"/>
                  </a:lnTo>
                  <a:lnTo>
                    <a:pt x="828" y="618"/>
                  </a:lnTo>
                  <a:lnTo>
                    <a:pt x="840" y="612"/>
                  </a:lnTo>
                  <a:lnTo>
                    <a:pt x="864" y="612"/>
                  </a:lnTo>
                  <a:lnTo>
                    <a:pt x="864" y="600"/>
                  </a:lnTo>
                  <a:lnTo>
                    <a:pt x="876" y="600"/>
                  </a:lnTo>
                  <a:lnTo>
                    <a:pt x="882" y="594"/>
                  </a:lnTo>
                  <a:lnTo>
                    <a:pt x="882" y="558"/>
                  </a:lnTo>
                  <a:lnTo>
                    <a:pt x="846" y="522"/>
                  </a:lnTo>
                  <a:lnTo>
                    <a:pt x="840" y="510"/>
                  </a:lnTo>
                  <a:lnTo>
                    <a:pt x="834" y="504"/>
                  </a:lnTo>
                  <a:lnTo>
                    <a:pt x="834" y="492"/>
                  </a:lnTo>
                  <a:lnTo>
                    <a:pt x="846" y="486"/>
                  </a:lnTo>
                  <a:lnTo>
                    <a:pt x="852" y="486"/>
                  </a:lnTo>
                  <a:lnTo>
                    <a:pt x="864" y="480"/>
                  </a:lnTo>
                  <a:lnTo>
                    <a:pt x="864" y="462"/>
                  </a:lnTo>
                  <a:lnTo>
                    <a:pt x="846" y="444"/>
                  </a:lnTo>
                  <a:lnTo>
                    <a:pt x="846" y="438"/>
                  </a:lnTo>
                  <a:lnTo>
                    <a:pt x="876" y="438"/>
                  </a:lnTo>
                  <a:lnTo>
                    <a:pt x="888" y="432"/>
                  </a:lnTo>
                  <a:lnTo>
                    <a:pt x="900" y="432"/>
                  </a:lnTo>
                  <a:lnTo>
                    <a:pt x="912" y="426"/>
                  </a:lnTo>
                  <a:lnTo>
                    <a:pt x="918" y="420"/>
                  </a:lnTo>
                  <a:lnTo>
                    <a:pt x="918" y="402"/>
                  </a:lnTo>
                  <a:lnTo>
                    <a:pt x="894" y="402"/>
                  </a:lnTo>
                  <a:lnTo>
                    <a:pt x="894" y="360"/>
                  </a:lnTo>
                  <a:lnTo>
                    <a:pt x="906" y="348"/>
                  </a:lnTo>
                  <a:lnTo>
                    <a:pt x="918" y="348"/>
                  </a:lnTo>
                  <a:lnTo>
                    <a:pt x="924" y="342"/>
                  </a:lnTo>
                  <a:lnTo>
                    <a:pt x="930" y="342"/>
                  </a:lnTo>
                  <a:lnTo>
                    <a:pt x="936" y="336"/>
                  </a:lnTo>
                  <a:lnTo>
                    <a:pt x="954" y="300"/>
                  </a:lnTo>
                  <a:lnTo>
                    <a:pt x="948" y="294"/>
                  </a:lnTo>
                  <a:lnTo>
                    <a:pt x="942" y="282"/>
                  </a:lnTo>
                  <a:lnTo>
                    <a:pt x="936" y="27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6" name="Uzbe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AC1C4831-900E-4742-93D7-05B4C2435F68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939105" y="1799767"/>
              <a:ext cx="391603" cy="218355"/>
            </a:xfrm>
            <a:custGeom>
              <a:avLst/>
              <a:gdLst>
                <a:gd name="T0" fmla="*/ 2147483647 w 1182"/>
                <a:gd name="T1" fmla="*/ 2147483647 h 666"/>
                <a:gd name="T2" fmla="*/ 2147483647 w 1182"/>
                <a:gd name="T3" fmla="*/ 2147483647 h 666"/>
                <a:gd name="T4" fmla="*/ 2147483647 w 1182"/>
                <a:gd name="T5" fmla="*/ 2147483647 h 666"/>
                <a:gd name="T6" fmla="*/ 2147483647 w 1182"/>
                <a:gd name="T7" fmla="*/ 2147483647 h 666"/>
                <a:gd name="T8" fmla="*/ 2147483647 w 1182"/>
                <a:gd name="T9" fmla="*/ 2147483647 h 666"/>
                <a:gd name="T10" fmla="*/ 2147483647 w 1182"/>
                <a:gd name="T11" fmla="*/ 2147483647 h 666"/>
                <a:gd name="T12" fmla="*/ 2147483647 w 1182"/>
                <a:gd name="T13" fmla="*/ 2147483647 h 666"/>
                <a:gd name="T14" fmla="*/ 2147483647 w 1182"/>
                <a:gd name="T15" fmla="*/ 2147483647 h 666"/>
                <a:gd name="T16" fmla="*/ 2147483647 w 1182"/>
                <a:gd name="T17" fmla="*/ 2147483647 h 666"/>
                <a:gd name="T18" fmla="*/ 2147483647 w 1182"/>
                <a:gd name="T19" fmla="*/ 2147483647 h 666"/>
                <a:gd name="T20" fmla="*/ 2147483647 w 1182"/>
                <a:gd name="T21" fmla="*/ 2147483647 h 666"/>
                <a:gd name="T22" fmla="*/ 2147483647 w 1182"/>
                <a:gd name="T23" fmla="*/ 2147483647 h 666"/>
                <a:gd name="T24" fmla="*/ 2147483647 w 1182"/>
                <a:gd name="T25" fmla="*/ 2147483647 h 666"/>
                <a:gd name="T26" fmla="*/ 2147483647 w 1182"/>
                <a:gd name="T27" fmla="*/ 2147483647 h 666"/>
                <a:gd name="T28" fmla="*/ 2147483647 w 1182"/>
                <a:gd name="T29" fmla="*/ 2147483647 h 666"/>
                <a:gd name="T30" fmla="*/ 2147483647 w 1182"/>
                <a:gd name="T31" fmla="*/ 2147483647 h 666"/>
                <a:gd name="T32" fmla="*/ 2147483647 w 1182"/>
                <a:gd name="T33" fmla="*/ 2147483647 h 666"/>
                <a:gd name="T34" fmla="*/ 2147483647 w 1182"/>
                <a:gd name="T35" fmla="*/ 2147483647 h 666"/>
                <a:gd name="T36" fmla="*/ 2147483647 w 1182"/>
                <a:gd name="T37" fmla="*/ 2147483647 h 666"/>
                <a:gd name="T38" fmla="*/ 2147483647 w 1182"/>
                <a:gd name="T39" fmla="*/ 2147483647 h 666"/>
                <a:gd name="T40" fmla="*/ 2147483647 w 1182"/>
                <a:gd name="T41" fmla="*/ 2147483647 h 666"/>
                <a:gd name="T42" fmla="*/ 2147483647 w 1182"/>
                <a:gd name="T43" fmla="*/ 2147483647 h 666"/>
                <a:gd name="T44" fmla="*/ 2147483647 w 1182"/>
                <a:gd name="T45" fmla="*/ 2147483647 h 666"/>
                <a:gd name="T46" fmla="*/ 2147483647 w 1182"/>
                <a:gd name="T47" fmla="*/ 2147483647 h 666"/>
                <a:gd name="T48" fmla="*/ 2147483647 w 1182"/>
                <a:gd name="T49" fmla="*/ 2147483647 h 666"/>
                <a:gd name="T50" fmla="*/ 2147483647 w 1182"/>
                <a:gd name="T51" fmla="*/ 2147483647 h 666"/>
                <a:gd name="T52" fmla="*/ 2147483647 w 1182"/>
                <a:gd name="T53" fmla="*/ 2147483647 h 666"/>
                <a:gd name="T54" fmla="*/ 2147483647 w 1182"/>
                <a:gd name="T55" fmla="*/ 2147483647 h 666"/>
                <a:gd name="T56" fmla="*/ 2147483647 w 1182"/>
                <a:gd name="T57" fmla="*/ 2147483647 h 666"/>
                <a:gd name="T58" fmla="*/ 2147483647 w 1182"/>
                <a:gd name="T59" fmla="*/ 2147483647 h 666"/>
                <a:gd name="T60" fmla="*/ 2147483647 w 1182"/>
                <a:gd name="T61" fmla="*/ 2147483647 h 666"/>
                <a:gd name="T62" fmla="*/ 2147483647 w 1182"/>
                <a:gd name="T63" fmla="*/ 2147483647 h 666"/>
                <a:gd name="T64" fmla="*/ 2147483647 w 1182"/>
                <a:gd name="T65" fmla="*/ 2147483647 h 666"/>
                <a:gd name="T66" fmla="*/ 2147483647 w 1182"/>
                <a:gd name="T67" fmla="*/ 2147483647 h 666"/>
                <a:gd name="T68" fmla="*/ 2147483647 w 1182"/>
                <a:gd name="T69" fmla="*/ 2147483647 h 666"/>
                <a:gd name="T70" fmla="*/ 2147483647 w 1182"/>
                <a:gd name="T71" fmla="*/ 2147483647 h 666"/>
                <a:gd name="T72" fmla="*/ 2147483647 w 1182"/>
                <a:gd name="T73" fmla="*/ 2147483647 h 666"/>
                <a:gd name="T74" fmla="*/ 2147483647 w 1182"/>
                <a:gd name="T75" fmla="*/ 2147483647 h 666"/>
                <a:gd name="T76" fmla="*/ 2147483647 w 1182"/>
                <a:gd name="T77" fmla="*/ 2147483647 h 666"/>
                <a:gd name="T78" fmla="*/ 2147483647 w 1182"/>
                <a:gd name="T79" fmla="*/ 2147483647 h 666"/>
                <a:gd name="T80" fmla="*/ 2147483647 w 1182"/>
                <a:gd name="T81" fmla="*/ 2147483647 h 666"/>
                <a:gd name="T82" fmla="*/ 2147483647 w 1182"/>
                <a:gd name="T83" fmla="*/ 2147483647 h 666"/>
                <a:gd name="T84" fmla="*/ 2147483647 w 1182"/>
                <a:gd name="T85" fmla="*/ 2147483647 h 666"/>
                <a:gd name="T86" fmla="*/ 2147483647 w 1182"/>
                <a:gd name="T87" fmla="*/ 2147483647 h 666"/>
                <a:gd name="T88" fmla="*/ 2147483647 w 1182"/>
                <a:gd name="T89" fmla="*/ 2147483647 h 666"/>
                <a:gd name="T90" fmla="*/ 2147483647 w 1182"/>
                <a:gd name="T91" fmla="*/ 2147483647 h 666"/>
                <a:gd name="T92" fmla="*/ 2147483647 w 1182"/>
                <a:gd name="T93" fmla="*/ 2147483647 h 666"/>
                <a:gd name="T94" fmla="*/ 2147483647 w 1182"/>
                <a:gd name="T95" fmla="*/ 2147483647 h 666"/>
                <a:gd name="T96" fmla="*/ 2147483647 w 1182"/>
                <a:gd name="T97" fmla="*/ 2147483647 h 666"/>
                <a:gd name="T98" fmla="*/ 2147483647 w 1182"/>
                <a:gd name="T99" fmla="*/ 2147483647 h 666"/>
                <a:gd name="T100" fmla="*/ 2147483647 w 1182"/>
                <a:gd name="T101" fmla="*/ 2147483647 h 666"/>
                <a:gd name="T102" fmla="*/ 2147483647 w 1182"/>
                <a:gd name="T103" fmla="*/ 2147483647 h 666"/>
                <a:gd name="T104" fmla="*/ 2147483647 w 1182"/>
                <a:gd name="T105" fmla="*/ 2147483647 h 666"/>
                <a:gd name="T106" fmla="*/ 2147483647 w 1182"/>
                <a:gd name="T107" fmla="*/ 2147483647 h 666"/>
                <a:gd name="T108" fmla="*/ 2147483647 w 1182"/>
                <a:gd name="T109" fmla="*/ 2147483647 h 666"/>
                <a:gd name="T110" fmla="*/ 2147483647 w 1182"/>
                <a:gd name="T111" fmla="*/ 2147483647 h 666"/>
                <a:gd name="T112" fmla="*/ 2147483647 w 1182"/>
                <a:gd name="T113" fmla="*/ 2147483647 h 666"/>
                <a:gd name="T114" fmla="*/ 2147483647 w 1182"/>
                <a:gd name="T115" fmla="*/ 2147483647 h 66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182"/>
                <a:gd name="T175" fmla="*/ 0 h 666"/>
                <a:gd name="T176" fmla="*/ 1182 w 1182"/>
                <a:gd name="T177" fmla="*/ 666 h 66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182" h="666">
                  <a:moveTo>
                    <a:pt x="1152" y="372"/>
                  </a:moveTo>
                  <a:lnTo>
                    <a:pt x="1146" y="360"/>
                  </a:lnTo>
                  <a:lnTo>
                    <a:pt x="1122" y="360"/>
                  </a:lnTo>
                  <a:lnTo>
                    <a:pt x="1116" y="342"/>
                  </a:lnTo>
                  <a:lnTo>
                    <a:pt x="1098" y="342"/>
                  </a:lnTo>
                  <a:lnTo>
                    <a:pt x="1080" y="318"/>
                  </a:lnTo>
                  <a:lnTo>
                    <a:pt x="1080" y="330"/>
                  </a:lnTo>
                  <a:lnTo>
                    <a:pt x="1068" y="330"/>
                  </a:lnTo>
                  <a:lnTo>
                    <a:pt x="1068" y="342"/>
                  </a:lnTo>
                  <a:lnTo>
                    <a:pt x="1032" y="342"/>
                  </a:lnTo>
                  <a:lnTo>
                    <a:pt x="1020" y="330"/>
                  </a:lnTo>
                  <a:lnTo>
                    <a:pt x="990" y="318"/>
                  </a:lnTo>
                  <a:lnTo>
                    <a:pt x="1038" y="270"/>
                  </a:lnTo>
                  <a:lnTo>
                    <a:pt x="1038" y="264"/>
                  </a:lnTo>
                  <a:lnTo>
                    <a:pt x="1032" y="264"/>
                  </a:lnTo>
                  <a:lnTo>
                    <a:pt x="1032" y="258"/>
                  </a:lnTo>
                  <a:lnTo>
                    <a:pt x="1002" y="276"/>
                  </a:lnTo>
                  <a:lnTo>
                    <a:pt x="978" y="276"/>
                  </a:lnTo>
                  <a:lnTo>
                    <a:pt x="966" y="300"/>
                  </a:lnTo>
                  <a:lnTo>
                    <a:pt x="960" y="300"/>
                  </a:lnTo>
                  <a:lnTo>
                    <a:pt x="954" y="306"/>
                  </a:lnTo>
                  <a:lnTo>
                    <a:pt x="942" y="306"/>
                  </a:lnTo>
                  <a:lnTo>
                    <a:pt x="930" y="312"/>
                  </a:lnTo>
                  <a:lnTo>
                    <a:pt x="918" y="324"/>
                  </a:lnTo>
                  <a:lnTo>
                    <a:pt x="918" y="342"/>
                  </a:lnTo>
                  <a:lnTo>
                    <a:pt x="912" y="342"/>
                  </a:lnTo>
                  <a:lnTo>
                    <a:pt x="906" y="348"/>
                  </a:lnTo>
                  <a:lnTo>
                    <a:pt x="894" y="354"/>
                  </a:lnTo>
                  <a:lnTo>
                    <a:pt x="882" y="366"/>
                  </a:lnTo>
                  <a:lnTo>
                    <a:pt x="882" y="378"/>
                  </a:lnTo>
                  <a:lnTo>
                    <a:pt x="888" y="384"/>
                  </a:lnTo>
                  <a:lnTo>
                    <a:pt x="888" y="396"/>
                  </a:lnTo>
                  <a:lnTo>
                    <a:pt x="882" y="390"/>
                  </a:lnTo>
                  <a:lnTo>
                    <a:pt x="870" y="390"/>
                  </a:lnTo>
                  <a:lnTo>
                    <a:pt x="858" y="384"/>
                  </a:lnTo>
                  <a:lnTo>
                    <a:pt x="852" y="384"/>
                  </a:lnTo>
                  <a:lnTo>
                    <a:pt x="852" y="372"/>
                  </a:lnTo>
                  <a:lnTo>
                    <a:pt x="858" y="366"/>
                  </a:lnTo>
                  <a:lnTo>
                    <a:pt x="858" y="348"/>
                  </a:lnTo>
                  <a:lnTo>
                    <a:pt x="840" y="342"/>
                  </a:lnTo>
                  <a:lnTo>
                    <a:pt x="762" y="342"/>
                  </a:lnTo>
                  <a:lnTo>
                    <a:pt x="732" y="282"/>
                  </a:lnTo>
                  <a:lnTo>
                    <a:pt x="726" y="276"/>
                  </a:lnTo>
                  <a:lnTo>
                    <a:pt x="714" y="276"/>
                  </a:lnTo>
                  <a:lnTo>
                    <a:pt x="708" y="282"/>
                  </a:lnTo>
                  <a:lnTo>
                    <a:pt x="702" y="282"/>
                  </a:lnTo>
                  <a:lnTo>
                    <a:pt x="696" y="276"/>
                  </a:lnTo>
                  <a:lnTo>
                    <a:pt x="696" y="234"/>
                  </a:lnTo>
                  <a:lnTo>
                    <a:pt x="690" y="216"/>
                  </a:lnTo>
                  <a:lnTo>
                    <a:pt x="690" y="204"/>
                  </a:lnTo>
                  <a:lnTo>
                    <a:pt x="660" y="204"/>
                  </a:lnTo>
                  <a:lnTo>
                    <a:pt x="654" y="192"/>
                  </a:lnTo>
                  <a:lnTo>
                    <a:pt x="642" y="186"/>
                  </a:lnTo>
                  <a:lnTo>
                    <a:pt x="636" y="168"/>
                  </a:lnTo>
                  <a:lnTo>
                    <a:pt x="618" y="150"/>
                  </a:lnTo>
                  <a:lnTo>
                    <a:pt x="612" y="138"/>
                  </a:lnTo>
                  <a:lnTo>
                    <a:pt x="600" y="138"/>
                  </a:lnTo>
                  <a:lnTo>
                    <a:pt x="576" y="150"/>
                  </a:lnTo>
                  <a:lnTo>
                    <a:pt x="570" y="156"/>
                  </a:lnTo>
                  <a:lnTo>
                    <a:pt x="552" y="156"/>
                  </a:lnTo>
                  <a:lnTo>
                    <a:pt x="534" y="150"/>
                  </a:lnTo>
                  <a:lnTo>
                    <a:pt x="474" y="150"/>
                  </a:lnTo>
                  <a:lnTo>
                    <a:pt x="456" y="156"/>
                  </a:lnTo>
                  <a:lnTo>
                    <a:pt x="420" y="156"/>
                  </a:lnTo>
                  <a:lnTo>
                    <a:pt x="414" y="162"/>
                  </a:lnTo>
                  <a:lnTo>
                    <a:pt x="408" y="162"/>
                  </a:lnTo>
                  <a:lnTo>
                    <a:pt x="330" y="90"/>
                  </a:lnTo>
                  <a:lnTo>
                    <a:pt x="264" y="54"/>
                  </a:lnTo>
                  <a:lnTo>
                    <a:pt x="270" y="66"/>
                  </a:lnTo>
                  <a:lnTo>
                    <a:pt x="270" y="90"/>
                  </a:lnTo>
                  <a:lnTo>
                    <a:pt x="264" y="102"/>
                  </a:lnTo>
                  <a:lnTo>
                    <a:pt x="258" y="108"/>
                  </a:lnTo>
                  <a:lnTo>
                    <a:pt x="240" y="108"/>
                  </a:lnTo>
                  <a:lnTo>
                    <a:pt x="228" y="102"/>
                  </a:lnTo>
                  <a:lnTo>
                    <a:pt x="222" y="96"/>
                  </a:lnTo>
                  <a:lnTo>
                    <a:pt x="222" y="78"/>
                  </a:lnTo>
                  <a:lnTo>
                    <a:pt x="210" y="54"/>
                  </a:lnTo>
                  <a:lnTo>
                    <a:pt x="216" y="36"/>
                  </a:lnTo>
                  <a:lnTo>
                    <a:pt x="162" y="12"/>
                  </a:lnTo>
                  <a:lnTo>
                    <a:pt x="156" y="30"/>
                  </a:lnTo>
                  <a:lnTo>
                    <a:pt x="168" y="36"/>
                  </a:lnTo>
                  <a:lnTo>
                    <a:pt x="174" y="48"/>
                  </a:lnTo>
                  <a:lnTo>
                    <a:pt x="174" y="72"/>
                  </a:lnTo>
                  <a:lnTo>
                    <a:pt x="168" y="78"/>
                  </a:lnTo>
                  <a:lnTo>
                    <a:pt x="156" y="84"/>
                  </a:lnTo>
                  <a:lnTo>
                    <a:pt x="150" y="84"/>
                  </a:lnTo>
                  <a:lnTo>
                    <a:pt x="144" y="78"/>
                  </a:lnTo>
                  <a:lnTo>
                    <a:pt x="144" y="60"/>
                  </a:lnTo>
                  <a:lnTo>
                    <a:pt x="132" y="48"/>
                  </a:lnTo>
                  <a:lnTo>
                    <a:pt x="132" y="42"/>
                  </a:lnTo>
                  <a:lnTo>
                    <a:pt x="144" y="30"/>
                  </a:lnTo>
                  <a:lnTo>
                    <a:pt x="150" y="6"/>
                  </a:lnTo>
                  <a:lnTo>
                    <a:pt x="144" y="0"/>
                  </a:lnTo>
                  <a:lnTo>
                    <a:pt x="0" y="42"/>
                  </a:lnTo>
                  <a:lnTo>
                    <a:pt x="48" y="324"/>
                  </a:lnTo>
                  <a:lnTo>
                    <a:pt x="60" y="324"/>
                  </a:lnTo>
                  <a:lnTo>
                    <a:pt x="72" y="336"/>
                  </a:lnTo>
                  <a:lnTo>
                    <a:pt x="138" y="336"/>
                  </a:lnTo>
                  <a:lnTo>
                    <a:pt x="132" y="324"/>
                  </a:lnTo>
                  <a:lnTo>
                    <a:pt x="120" y="318"/>
                  </a:lnTo>
                  <a:lnTo>
                    <a:pt x="114" y="300"/>
                  </a:lnTo>
                  <a:lnTo>
                    <a:pt x="114" y="288"/>
                  </a:lnTo>
                  <a:lnTo>
                    <a:pt x="132" y="270"/>
                  </a:lnTo>
                  <a:lnTo>
                    <a:pt x="144" y="264"/>
                  </a:lnTo>
                  <a:lnTo>
                    <a:pt x="156" y="264"/>
                  </a:lnTo>
                  <a:lnTo>
                    <a:pt x="162" y="258"/>
                  </a:lnTo>
                  <a:lnTo>
                    <a:pt x="168" y="258"/>
                  </a:lnTo>
                  <a:lnTo>
                    <a:pt x="168" y="246"/>
                  </a:lnTo>
                  <a:lnTo>
                    <a:pt x="174" y="240"/>
                  </a:lnTo>
                  <a:lnTo>
                    <a:pt x="180" y="240"/>
                  </a:lnTo>
                  <a:lnTo>
                    <a:pt x="186" y="246"/>
                  </a:lnTo>
                  <a:lnTo>
                    <a:pt x="198" y="246"/>
                  </a:lnTo>
                  <a:lnTo>
                    <a:pt x="204" y="252"/>
                  </a:lnTo>
                  <a:lnTo>
                    <a:pt x="174" y="222"/>
                  </a:lnTo>
                  <a:lnTo>
                    <a:pt x="204" y="228"/>
                  </a:lnTo>
                  <a:lnTo>
                    <a:pt x="210" y="216"/>
                  </a:lnTo>
                  <a:lnTo>
                    <a:pt x="228" y="240"/>
                  </a:lnTo>
                  <a:lnTo>
                    <a:pt x="252" y="240"/>
                  </a:lnTo>
                  <a:lnTo>
                    <a:pt x="252" y="252"/>
                  </a:lnTo>
                  <a:lnTo>
                    <a:pt x="264" y="258"/>
                  </a:lnTo>
                  <a:lnTo>
                    <a:pt x="300" y="258"/>
                  </a:lnTo>
                  <a:lnTo>
                    <a:pt x="306" y="264"/>
                  </a:lnTo>
                  <a:lnTo>
                    <a:pt x="312" y="276"/>
                  </a:lnTo>
                  <a:lnTo>
                    <a:pt x="312" y="288"/>
                  </a:lnTo>
                  <a:lnTo>
                    <a:pt x="324" y="294"/>
                  </a:lnTo>
                  <a:lnTo>
                    <a:pt x="312" y="306"/>
                  </a:lnTo>
                  <a:lnTo>
                    <a:pt x="312" y="318"/>
                  </a:lnTo>
                  <a:lnTo>
                    <a:pt x="330" y="336"/>
                  </a:lnTo>
                  <a:lnTo>
                    <a:pt x="360" y="336"/>
                  </a:lnTo>
                  <a:lnTo>
                    <a:pt x="414" y="342"/>
                  </a:lnTo>
                  <a:lnTo>
                    <a:pt x="414" y="336"/>
                  </a:lnTo>
                  <a:lnTo>
                    <a:pt x="450" y="354"/>
                  </a:lnTo>
                  <a:lnTo>
                    <a:pt x="468" y="384"/>
                  </a:lnTo>
                  <a:lnTo>
                    <a:pt x="486" y="402"/>
                  </a:lnTo>
                  <a:lnTo>
                    <a:pt x="486" y="408"/>
                  </a:lnTo>
                  <a:lnTo>
                    <a:pt x="492" y="414"/>
                  </a:lnTo>
                  <a:lnTo>
                    <a:pt x="510" y="450"/>
                  </a:lnTo>
                  <a:lnTo>
                    <a:pt x="522" y="462"/>
                  </a:lnTo>
                  <a:lnTo>
                    <a:pt x="534" y="468"/>
                  </a:lnTo>
                  <a:lnTo>
                    <a:pt x="552" y="468"/>
                  </a:lnTo>
                  <a:lnTo>
                    <a:pt x="564" y="474"/>
                  </a:lnTo>
                  <a:lnTo>
                    <a:pt x="570" y="474"/>
                  </a:lnTo>
                  <a:lnTo>
                    <a:pt x="582" y="486"/>
                  </a:lnTo>
                  <a:lnTo>
                    <a:pt x="588" y="498"/>
                  </a:lnTo>
                  <a:lnTo>
                    <a:pt x="594" y="504"/>
                  </a:lnTo>
                  <a:lnTo>
                    <a:pt x="624" y="522"/>
                  </a:lnTo>
                  <a:lnTo>
                    <a:pt x="648" y="522"/>
                  </a:lnTo>
                  <a:lnTo>
                    <a:pt x="666" y="534"/>
                  </a:lnTo>
                  <a:lnTo>
                    <a:pt x="690" y="546"/>
                  </a:lnTo>
                  <a:lnTo>
                    <a:pt x="696" y="552"/>
                  </a:lnTo>
                  <a:lnTo>
                    <a:pt x="708" y="558"/>
                  </a:lnTo>
                  <a:lnTo>
                    <a:pt x="720" y="570"/>
                  </a:lnTo>
                  <a:lnTo>
                    <a:pt x="732" y="570"/>
                  </a:lnTo>
                  <a:lnTo>
                    <a:pt x="744" y="582"/>
                  </a:lnTo>
                  <a:lnTo>
                    <a:pt x="750" y="582"/>
                  </a:lnTo>
                  <a:lnTo>
                    <a:pt x="774" y="576"/>
                  </a:lnTo>
                  <a:lnTo>
                    <a:pt x="822" y="606"/>
                  </a:lnTo>
                  <a:lnTo>
                    <a:pt x="816" y="612"/>
                  </a:lnTo>
                  <a:lnTo>
                    <a:pt x="816" y="630"/>
                  </a:lnTo>
                  <a:lnTo>
                    <a:pt x="828" y="642"/>
                  </a:lnTo>
                  <a:lnTo>
                    <a:pt x="828" y="654"/>
                  </a:lnTo>
                  <a:lnTo>
                    <a:pt x="840" y="654"/>
                  </a:lnTo>
                  <a:lnTo>
                    <a:pt x="852" y="642"/>
                  </a:lnTo>
                  <a:lnTo>
                    <a:pt x="870" y="666"/>
                  </a:lnTo>
                  <a:lnTo>
                    <a:pt x="882" y="660"/>
                  </a:lnTo>
                  <a:lnTo>
                    <a:pt x="894" y="660"/>
                  </a:lnTo>
                  <a:lnTo>
                    <a:pt x="900" y="666"/>
                  </a:lnTo>
                  <a:lnTo>
                    <a:pt x="906" y="666"/>
                  </a:lnTo>
                  <a:lnTo>
                    <a:pt x="900" y="666"/>
                  </a:lnTo>
                  <a:lnTo>
                    <a:pt x="900" y="642"/>
                  </a:lnTo>
                  <a:lnTo>
                    <a:pt x="906" y="636"/>
                  </a:lnTo>
                  <a:lnTo>
                    <a:pt x="912" y="624"/>
                  </a:lnTo>
                  <a:lnTo>
                    <a:pt x="924" y="618"/>
                  </a:lnTo>
                  <a:lnTo>
                    <a:pt x="930" y="606"/>
                  </a:lnTo>
                  <a:lnTo>
                    <a:pt x="930" y="588"/>
                  </a:lnTo>
                  <a:lnTo>
                    <a:pt x="918" y="576"/>
                  </a:lnTo>
                  <a:lnTo>
                    <a:pt x="906" y="570"/>
                  </a:lnTo>
                  <a:lnTo>
                    <a:pt x="900" y="564"/>
                  </a:lnTo>
                  <a:lnTo>
                    <a:pt x="900" y="546"/>
                  </a:lnTo>
                  <a:lnTo>
                    <a:pt x="906" y="540"/>
                  </a:lnTo>
                  <a:lnTo>
                    <a:pt x="906" y="534"/>
                  </a:lnTo>
                  <a:lnTo>
                    <a:pt x="894" y="522"/>
                  </a:lnTo>
                  <a:lnTo>
                    <a:pt x="882" y="522"/>
                  </a:lnTo>
                  <a:lnTo>
                    <a:pt x="876" y="516"/>
                  </a:lnTo>
                  <a:lnTo>
                    <a:pt x="870" y="516"/>
                  </a:lnTo>
                  <a:lnTo>
                    <a:pt x="858" y="504"/>
                  </a:lnTo>
                  <a:lnTo>
                    <a:pt x="840" y="504"/>
                  </a:lnTo>
                  <a:lnTo>
                    <a:pt x="840" y="486"/>
                  </a:lnTo>
                  <a:lnTo>
                    <a:pt x="846" y="480"/>
                  </a:lnTo>
                  <a:lnTo>
                    <a:pt x="894" y="480"/>
                  </a:lnTo>
                  <a:lnTo>
                    <a:pt x="918" y="468"/>
                  </a:lnTo>
                  <a:lnTo>
                    <a:pt x="918" y="456"/>
                  </a:lnTo>
                  <a:lnTo>
                    <a:pt x="912" y="456"/>
                  </a:lnTo>
                  <a:lnTo>
                    <a:pt x="930" y="444"/>
                  </a:lnTo>
                  <a:lnTo>
                    <a:pt x="906" y="420"/>
                  </a:lnTo>
                  <a:lnTo>
                    <a:pt x="948" y="420"/>
                  </a:lnTo>
                  <a:lnTo>
                    <a:pt x="948" y="414"/>
                  </a:lnTo>
                  <a:lnTo>
                    <a:pt x="936" y="402"/>
                  </a:lnTo>
                  <a:lnTo>
                    <a:pt x="936" y="390"/>
                  </a:lnTo>
                  <a:lnTo>
                    <a:pt x="942" y="384"/>
                  </a:lnTo>
                  <a:lnTo>
                    <a:pt x="942" y="372"/>
                  </a:lnTo>
                  <a:lnTo>
                    <a:pt x="954" y="372"/>
                  </a:lnTo>
                  <a:lnTo>
                    <a:pt x="972" y="390"/>
                  </a:lnTo>
                  <a:lnTo>
                    <a:pt x="978" y="390"/>
                  </a:lnTo>
                  <a:lnTo>
                    <a:pt x="984" y="378"/>
                  </a:lnTo>
                  <a:lnTo>
                    <a:pt x="996" y="372"/>
                  </a:lnTo>
                  <a:lnTo>
                    <a:pt x="1002" y="360"/>
                  </a:lnTo>
                  <a:lnTo>
                    <a:pt x="1020" y="360"/>
                  </a:lnTo>
                  <a:lnTo>
                    <a:pt x="1032" y="366"/>
                  </a:lnTo>
                  <a:lnTo>
                    <a:pt x="1038" y="372"/>
                  </a:lnTo>
                  <a:lnTo>
                    <a:pt x="1014" y="408"/>
                  </a:lnTo>
                  <a:lnTo>
                    <a:pt x="1026" y="408"/>
                  </a:lnTo>
                  <a:lnTo>
                    <a:pt x="1032" y="414"/>
                  </a:lnTo>
                  <a:lnTo>
                    <a:pt x="1044" y="414"/>
                  </a:lnTo>
                  <a:lnTo>
                    <a:pt x="1050" y="420"/>
                  </a:lnTo>
                  <a:lnTo>
                    <a:pt x="1056" y="420"/>
                  </a:lnTo>
                  <a:lnTo>
                    <a:pt x="1068" y="414"/>
                  </a:lnTo>
                  <a:lnTo>
                    <a:pt x="1086" y="414"/>
                  </a:lnTo>
                  <a:lnTo>
                    <a:pt x="1092" y="420"/>
                  </a:lnTo>
                  <a:lnTo>
                    <a:pt x="1098" y="420"/>
                  </a:lnTo>
                  <a:lnTo>
                    <a:pt x="1104" y="426"/>
                  </a:lnTo>
                  <a:lnTo>
                    <a:pt x="1110" y="426"/>
                  </a:lnTo>
                  <a:lnTo>
                    <a:pt x="1128" y="408"/>
                  </a:lnTo>
                  <a:lnTo>
                    <a:pt x="1146" y="402"/>
                  </a:lnTo>
                  <a:lnTo>
                    <a:pt x="1146" y="396"/>
                  </a:lnTo>
                  <a:lnTo>
                    <a:pt x="1158" y="396"/>
                  </a:lnTo>
                  <a:lnTo>
                    <a:pt x="1170" y="390"/>
                  </a:lnTo>
                  <a:lnTo>
                    <a:pt x="1182" y="378"/>
                  </a:lnTo>
                  <a:lnTo>
                    <a:pt x="1182" y="366"/>
                  </a:lnTo>
                  <a:lnTo>
                    <a:pt x="1170" y="366"/>
                  </a:lnTo>
                  <a:lnTo>
                    <a:pt x="1158" y="372"/>
                  </a:lnTo>
                  <a:lnTo>
                    <a:pt x="1152" y="37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7" name="USA" descr="© INSCALE GmbH, 05.05.2010&#10;http://www.presentationload.com/">
              <a:extLst>
                <a:ext uri="{FF2B5EF4-FFF2-40B4-BE49-F238E27FC236}">
                  <a16:creationId xmlns:a16="http://schemas.microsoft.com/office/drawing/2014/main" id="{17EC788B-9D06-4E77-8AD4-56431CECA9D5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1052806" y="1698301"/>
              <a:ext cx="1295003" cy="638368"/>
            </a:xfrm>
            <a:custGeom>
              <a:avLst/>
              <a:gdLst>
                <a:gd name="T0" fmla="*/ 2147483647 w 3918"/>
                <a:gd name="T1" fmla="*/ 2147483647 h 1944"/>
                <a:gd name="T2" fmla="*/ 2147483647 w 3918"/>
                <a:gd name="T3" fmla="*/ 2147483647 h 1944"/>
                <a:gd name="T4" fmla="*/ 2147483647 w 3918"/>
                <a:gd name="T5" fmla="*/ 2147483647 h 1944"/>
                <a:gd name="T6" fmla="*/ 2147483647 w 3918"/>
                <a:gd name="T7" fmla="*/ 2147483647 h 1944"/>
                <a:gd name="T8" fmla="*/ 2147483647 w 3918"/>
                <a:gd name="T9" fmla="*/ 2147483647 h 1944"/>
                <a:gd name="T10" fmla="*/ 2147483647 w 3918"/>
                <a:gd name="T11" fmla="*/ 2147483647 h 1944"/>
                <a:gd name="T12" fmla="*/ 2147483647 w 3918"/>
                <a:gd name="T13" fmla="*/ 2147483647 h 1944"/>
                <a:gd name="T14" fmla="*/ 2147483647 w 3918"/>
                <a:gd name="T15" fmla="*/ 2147483647 h 1944"/>
                <a:gd name="T16" fmla="*/ 2147483647 w 3918"/>
                <a:gd name="T17" fmla="*/ 2147483647 h 1944"/>
                <a:gd name="T18" fmla="*/ 2147483647 w 3918"/>
                <a:gd name="T19" fmla="*/ 2147483647 h 1944"/>
                <a:gd name="T20" fmla="*/ 2147483647 w 3918"/>
                <a:gd name="T21" fmla="*/ 2147483647 h 1944"/>
                <a:gd name="T22" fmla="*/ 2147483647 w 3918"/>
                <a:gd name="T23" fmla="*/ 2147483647 h 1944"/>
                <a:gd name="T24" fmla="*/ 2147483647 w 3918"/>
                <a:gd name="T25" fmla="*/ 2147483647 h 1944"/>
                <a:gd name="T26" fmla="*/ 2147483647 w 3918"/>
                <a:gd name="T27" fmla="*/ 2147483647 h 1944"/>
                <a:gd name="T28" fmla="*/ 2147483647 w 3918"/>
                <a:gd name="T29" fmla="*/ 2147483647 h 1944"/>
                <a:gd name="T30" fmla="*/ 2147483647 w 3918"/>
                <a:gd name="T31" fmla="*/ 2147483647 h 1944"/>
                <a:gd name="T32" fmla="*/ 2147483647 w 3918"/>
                <a:gd name="T33" fmla="*/ 2147483647 h 1944"/>
                <a:gd name="T34" fmla="*/ 2147483647 w 3918"/>
                <a:gd name="T35" fmla="*/ 2147483647 h 1944"/>
                <a:gd name="T36" fmla="*/ 2147483647 w 3918"/>
                <a:gd name="T37" fmla="*/ 2147483647 h 1944"/>
                <a:gd name="T38" fmla="*/ 2147483647 w 3918"/>
                <a:gd name="T39" fmla="*/ 2147483647 h 1944"/>
                <a:gd name="T40" fmla="*/ 2147483647 w 3918"/>
                <a:gd name="T41" fmla="*/ 2147483647 h 1944"/>
                <a:gd name="T42" fmla="*/ 2147483647 w 3918"/>
                <a:gd name="T43" fmla="*/ 2147483647 h 1944"/>
                <a:gd name="T44" fmla="*/ 2147483647 w 3918"/>
                <a:gd name="T45" fmla="*/ 2147483647 h 1944"/>
                <a:gd name="T46" fmla="*/ 2147483647 w 3918"/>
                <a:gd name="T47" fmla="*/ 2147483647 h 1944"/>
                <a:gd name="T48" fmla="*/ 2147483647 w 3918"/>
                <a:gd name="T49" fmla="*/ 2147483647 h 1944"/>
                <a:gd name="T50" fmla="*/ 2147483647 w 3918"/>
                <a:gd name="T51" fmla="*/ 2147483647 h 1944"/>
                <a:gd name="T52" fmla="*/ 2147483647 w 3918"/>
                <a:gd name="T53" fmla="*/ 2147483647 h 1944"/>
                <a:gd name="T54" fmla="*/ 2147483647 w 3918"/>
                <a:gd name="T55" fmla="*/ 2147483647 h 1944"/>
                <a:gd name="T56" fmla="*/ 2147483647 w 3918"/>
                <a:gd name="T57" fmla="*/ 2147483647 h 1944"/>
                <a:gd name="T58" fmla="*/ 2147483647 w 3918"/>
                <a:gd name="T59" fmla="*/ 2147483647 h 1944"/>
                <a:gd name="T60" fmla="*/ 2147483647 w 3918"/>
                <a:gd name="T61" fmla="*/ 2147483647 h 1944"/>
                <a:gd name="T62" fmla="*/ 2147483647 w 3918"/>
                <a:gd name="T63" fmla="*/ 2147483647 h 1944"/>
                <a:gd name="T64" fmla="*/ 2147483647 w 3918"/>
                <a:gd name="T65" fmla="*/ 2147483647 h 1944"/>
                <a:gd name="T66" fmla="*/ 2147483647 w 3918"/>
                <a:gd name="T67" fmla="*/ 2147483647 h 1944"/>
                <a:gd name="T68" fmla="*/ 2147483647 w 3918"/>
                <a:gd name="T69" fmla="*/ 2147483647 h 1944"/>
                <a:gd name="T70" fmla="*/ 2147483647 w 3918"/>
                <a:gd name="T71" fmla="*/ 2147483647 h 1944"/>
                <a:gd name="T72" fmla="*/ 2147483647 w 3918"/>
                <a:gd name="T73" fmla="*/ 2147483647 h 1944"/>
                <a:gd name="T74" fmla="*/ 2147483647 w 3918"/>
                <a:gd name="T75" fmla="*/ 2147483647 h 1944"/>
                <a:gd name="T76" fmla="*/ 2147483647 w 3918"/>
                <a:gd name="T77" fmla="*/ 2147483647 h 1944"/>
                <a:gd name="T78" fmla="*/ 2147483647 w 3918"/>
                <a:gd name="T79" fmla="*/ 2147483647 h 1944"/>
                <a:gd name="T80" fmla="*/ 2147483647 w 3918"/>
                <a:gd name="T81" fmla="*/ 2147483647 h 1944"/>
                <a:gd name="T82" fmla="*/ 2147483647 w 3918"/>
                <a:gd name="T83" fmla="*/ 2147483647 h 1944"/>
                <a:gd name="T84" fmla="*/ 2147483647 w 3918"/>
                <a:gd name="T85" fmla="*/ 2147483647 h 1944"/>
                <a:gd name="T86" fmla="*/ 2147483647 w 3918"/>
                <a:gd name="T87" fmla="*/ 2147483647 h 1944"/>
                <a:gd name="T88" fmla="*/ 2147483647 w 3918"/>
                <a:gd name="T89" fmla="*/ 2147483647 h 1944"/>
                <a:gd name="T90" fmla="*/ 2147483647 w 3918"/>
                <a:gd name="T91" fmla="*/ 2147483647 h 1944"/>
                <a:gd name="T92" fmla="*/ 2147483647 w 3918"/>
                <a:gd name="T93" fmla="*/ 2147483647 h 1944"/>
                <a:gd name="T94" fmla="*/ 2147483647 w 3918"/>
                <a:gd name="T95" fmla="*/ 2147483647 h 1944"/>
                <a:gd name="T96" fmla="*/ 2147483647 w 3918"/>
                <a:gd name="T97" fmla="*/ 2147483647 h 1944"/>
                <a:gd name="T98" fmla="*/ 2147483647 w 3918"/>
                <a:gd name="T99" fmla="*/ 2147483647 h 1944"/>
                <a:gd name="T100" fmla="*/ 2147483647 w 3918"/>
                <a:gd name="T101" fmla="*/ 2147483647 h 1944"/>
                <a:gd name="T102" fmla="*/ 2147483647 w 3918"/>
                <a:gd name="T103" fmla="*/ 2147483647 h 1944"/>
                <a:gd name="T104" fmla="*/ 2147483647 w 3918"/>
                <a:gd name="T105" fmla="*/ 2147483647 h 1944"/>
                <a:gd name="T106" fmla="*/ 2147483647 w 3918"/>
                <a:gd name="T107" fmla="*/ 2147483647 h 1944"/>
                <a:gd name="T108" fmla="*/ 2147483647 w 3918"/>
                <a:gd name="T109" fmla="*/ 2147483647 h 1944"/>
                <a:gd name="T110" fmla="*/ 2147483647 w 3918"/>
                <a:gd name="T111" fmla="*/ 2147483647 h 1944"/>
                <a:gd name="T112" fmla="*/ 2147483647 w 3918"/>
                <a:gd name="T113" fmla="*/ 2147483647 h 1944"/>
                <a:gd name="T114" fmla="*/ 2147483647 w 3918"/>
                <a:gd name="T115" fmla="*/ 2147483647 h 1944"/>
                <a:gd name="T116" fmla="*/ 2147483647 w 3918"/>
                <a:gd name="T117" fmla="*/ 2147483647 h 1944"/>
                <a:gd name="T118" fmla="*/ 2147483647 w 3918"/>
                <a:gd name="T119" fmla="*/ 2147483647 h 1944"/>
                <a:gd name="T120" fmla="*/ 2147483647 w 3918"/>
                <a:gd name="T121" fmla="*/ 2147483647 h 1944"/>
                <a:gd name="T122" fmla="*/ 2147483647 w 3918"/>
                <a:gd name="T123" fmla="*/ 2147483647 h 1944"/>
                <a:gd name="T124" fmla="*/ 2147483647 w 3918"/>
                <a:gd name="T125" fmla="*/ 2147483647 h 194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918"/>
                <a:gd name="T190" fmla="*/ 0 h 1944"/>
                <a:gd name="T191" fmla="*/ 3918 w 3918"/>
                <a:gd name="T192" fmla="*/ 1944 h 194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918" h="1944">
                  <a:moveTo>
                    <a:pt x="3858" y="168"/>
                  </a:moveTo>
                  <a:lnTo>
                    <a:pt x="3852" y="168"/>
                  </a:lnTo>
                  <a:lnTo>
                    <a:pt x="3846" y="162"/>
                  </a:lnTo>
                  <a:lnTo>
                    <a:pt x="3846" y="156"/>
                  </a:lnTo>
                  <a:lnTo>
                    <a:pt x="3840" y="150"/>
                  </a:lnTo>
                  <a:lnTo>
                    <a:pt x="3828" y="150"/>
                  </a:lnTo>
                  <a:lnTo>
                    <a:pt x="3804" y="174"/>
                  </a:lnTo>
                  <a:lnTo>
                    <a:pt x="3798" y="186"/>
                  </a:lnTo>
                  <a:lnTo>
                    <a:pt x="3756" y="210"/>
                  </a:lnTo>
                  <a:lnTo>
                    <a:pt x="3756" y="234"/>
                  </a:lnTo>
                  <a:lnTo>
                    <a:pt x="3744" y="246"/>
                  </a:lnTo>
                  <a:lnTo>
                    <a:pt x="3738" y="246"/>
                  </a:lnTo>
                  <a:lnTo>
                    <a:pt x="3726" y="258"/>
                  </a:lnTo>
                  <a:lnTo>
                    <a:pt x="3720" y="270"/>
                  </a:lnTo>
                  <a:lnTo>
                    <a:pt x="3720" y="294"/>
                  </a:lnTo>
                  <a:lnTo>
                    <a:pt x="3714" y="294"/>
                  </a:lnTo>
                  <a:lnTo>
                    <a:pt x="3708" y="288"/>
                  </a:lnTo>
                  <a:lnTo>
                    <a:pt x="3696" y="288"/>
                  </a:lnTo>
                  <a:lnTo>
                    <a:pt x="3690" y="294"/>
                  </a:lnTo>
                  <a:lnTo>
                    <a:pt x="3678" y="300"/>
                  </a:lnTo>
                  <a:lnTo>
                    <a:pt x="3666" y="312"/>
                  </a:lnTo>
                  <a:lnTo>
                    <a:pt x="3666" y="318"/>
                  </a:lnTo>
                  <a:lnTo>
                    <a:pt x="3660" y="318"/>
                  </a:lnTo>
                  <a:lnTo>
                    <a:pt x="3648" y="324"/>
                  </a:lnTo>
                  <a:lnTo>
                    <a:pt x="3630" y="324"/>
                  </a:lnTo>
                  <a:lnTo>
                    <a:pt x="3618" y="336"/>
                  </a:lnTo>
                  <a:lnTo>
                    <a:pt x="3618" y="342"/>
                  </a:lnTo>
                  <a:lnTo>
                    <a:pt x="3384" y="342"/>
                  </a:lnTo>
                  <a:lnTo>
                    <a:pt x="3372" y="354"/>
                  </a:lnTo>
                  <a:lnTo>
                    <a:pt x="3360" y="360"/>
                  </a:lnTo>
                  <a:lnTo>
                    <a:pt x="3336" y="384"/>
                  </a:lnTo>
                  <a:lnTo>
                    <a:pt x="3324" y="390"/>
                  </a:lnTo>
                  <a:lnTo>
                    <a:pt x="3312" y="402"/>
                  </a:lnTo>
                  <a:lnTo>
                    <a:pt x="3282" y="402"/>
                  </a:lnTo>
                  <a:lnTo>
                    <a:pt x="3282" y="408"/>
                  </a:lnTo>
                  <a:lnTo>
                    <a:pt x="3276" y="408"/>
                  </a:lnTo>
                  <a:lnTo>
                    <a:pt x="3282" y="414"/>
                  </a:lnTo>
                  <a:lnTo>
                    <a:pt x="3282" y="420"/>
                  </a:lnTo>
                  <a:lnTo>
                    <a:pt x="3288" y="426"/>
                  </a:lnTo>
                  <a:lnTo>
                    <a:pt x="3282" y="432"/>
                  </a:lnTo>
                  <a:lnTo>
                    <a:pt x="3282" y="438"/>
                  </a:lnTo>
                  <a:lnTo>
                    <a:pt x="3276" y="444"/>
                  </a:lnTo>
                  <a:lnTo>
                    <a:pt x="3270" y="456"/>
                  </a:lnTo>
                  <a:lnTo>
                    <a:pt x="3264" y="462"/>
                  </a:lnTo>
                  <a:lnTo>
                    <a:pt x="3264" y="468"/>
                  </a:lnTo>
                  <a:lnTo>
                    <a:pt x="3246" y="468"/>
                  </a:lnTo>
                  <a:lnTo>
                    <a:pt x="3246" y="474"/>
                  </a:lnTo>
                  <a:lnTo>
                    <a:pt x="3240" y="474"/>
                  </a:lnTo>
                  <a:lnTo>
                    <a:pt x="3228" y="480"/>
                  </a:lnTo>
                  <a:lnTo>
                    <a:pt x="3204" y="480"/>
                  </a:lnTo>
                  <a:lnTo>
                    <a:pt x="3198" y="474"/>
                  </a:lnTo>
                  <a:lnTo>
                    <a:pt x="3186" y="486"/>
                  </a:lnTo>
                  <a:lnTo>
                    <a:pt x="3162" y="486"/>
                  </a:lnTo>
                  <a:lnTo>
                    <a:pt x="3150" y="480"/>
                  </a:lnTo>
                  <a:lnTo>
                    <a:pt x="3144" y="474"/>
                  </a:lnTo>
                  <a:lnTo>
                    <a:pt x="3114" y="474"/>
                  </a:lnTo>
                  <a:lnTo>
                    <a:pt x="3096" y="486"/>
                  </a:lnTo>
                  <a:lnTo>
                    <a:pt x="3078" y="492"/>
                  </a:lnTo>
                  <a:lnTo>
                    <a:pt x="3072" y="492"/>
                  </a:lnTo>
                  <a:lnTo>
                    <a:pt x="3072" y="516"/>
                  </a:lnTo>
                  <a:lnTo>
                    <a:pt x="3066" y="522"/>
                  </a:lnTo>
                  <a:lnTo>
                    <a:pt x="3078" y="522"/>
                  </a:lnTo>
                  <a:lnTo>
                    <a:pt x="3066" y="528"/>
                  </a:lnTo>
                  <a:lnTo>
                    <a:pt x="3036" y="546"/>
                  </a:lnTo>
                  <a:lnTo>
                    <a:pt x="3000" y="564"/>
                  </a:lnTo>
                  <a:lnTo>
                    <a:pt x="2964" y="576"/>
                  </a:lnTo>
                  <a:lnTo>
                    <a:pt x="2946" y="588"/>
                  </a:lnTo>
                  <a:lnTo>
                    <a:pt x="2934" y="594"/>
                  </a:lnTo>
                  <a:lnTo>
                    <a:pt x="2928" y="594"/>
                  </a:lnTo>
                  <a:lnTo>
                    <a:pt x="2856" y="618"/>
                  </a:lnTo>
                  <a:lnTo>
                    <a:pt x="2850" y="624"/>
                  </a:lnTo>
                  <a:lnTo>
                    <a:pt x="2838" y="624"/>
                  </a:lnTo>
                  <a:lnTo>
                    <a:pt x="2826" y="630"/>
                  </a:lnTo>
                  <a:lnTo>
                    <a:pt x="2808" y="630"/>
                  </a:lnTo>
                  <a:lnTo>
                    <a:pt x="2802" y="636"/>
                  </a:lnTo>
                  <a:lnTo>
                    <a:pt x="2778" y="636"/>
                  </a:lnTo>
                  <a:lnTo>
                    <a:pt x="2772" y="630"/>
                  </a:lnTo>
                  <a:lnTo>
                    <a:pt x="2772" y="624"/>
                  </a:lnTo>
                  <a:lnTo>
                    <a:pt x="2760" y="624"/>
                  </a:lnTo>
                  <a:lnTo>
                    <a:pt x="2748" y="618"/>
                  </a:lnTo>
                  <a:lnTo>
                    <a:pt x="2736" y="606"/>
                  </a:lnTo>
                  <a:lnTo>
                    <a:pt x="2742" y="606"/>
                  </a:lnTo>
                  <a:lnTo>
                    <a:pt x="2748" y="600"/>
                  </a:lnTo>
                  <a:lnTo>
                    <a:pt x="2772" y="588"/>
                  </a:lnTo>
                  <a:lnTo>
                    <a:pt x="2772" y="582"/>
                  </a:lnTo>
                  <a:lnTo>
                    <a:pt x="2796" y="558"/>
                  </a:lnTo>
                  <a:lnTo>
                    <a:pt x="2832" y="540"/>
                  </a:lnTo>
                  <a:lnTo>
                    <a:pt x="2838" y="540"/>
                  </a:lnTo>
                  <a:lnTo>
                    <a:pt x="2844" y="534"/>
                  </a:lnTo>
                  <a:lnTo>
                    <a:pt x="2844" y="510"/>
                  </a:lnTo>
                  <a:lnTo>
                    <a:pt x="2850" y="504"/>
                  </a:lnTo>
                  <a:lnTo>
                    <a:pt x="2856" y="492"/>
                  </a:lnTo>
                  <a:lnTo>
                    <a:pt x="2850" y="486"/>
                  </a:lnTo>
                  <a:lnTo>
                    <a:pt x="2850" y="480"/>
                  </a:lnTo>
                  <a:lnTo>
                    <a:pt x="2856" y="468"/>
                  </a:lnTo>
                  <a:lnTo>
                    <a:pt x="2856" y="444"/>
                  </a:lnTo>
                  <a:lnTo>
                    <a:pt x="2862" y="432"/>
                  </a:lnTo>
                  <a:lnTo>
                    <a:pt x="2862" y="426"/>
                  </a:lnTo>
                  <a:lnTo>
                    <a:pt x="2856" y="420"/>
                  </a:lnTo>
                  <a:lnTo>
                    <a:pt x="2850" y="420"/>
                  </a:lnTo>
                  <a:lnTo>
                    <a:pt x="2844" y="426"/>
                  </a:lnTo>
                  <a:lnTo>
                    <a:pt x="2832" y="426"/>
                  </a:lnTo>
                  <a:lnTo>
                    <a:pt x="2814" y="444"/>
                  </a:lnTo>
                  <a:lnTo>
                    <a:pt x="2802" y="450"/>
                  </a:lnTo>
                  <a:lnTo>
                    <a:pt x="2796" y="456"/>
                  </a:lnTo>
                  <a:lnTo>
                    <a:pt x="2778" y="456"/>
                  </a:lnTo>
                  <a:lnTo>
                    <a:pt x="2772" y="450"/>
                  </a:lnTo>
                  <a:lnTo>
                    <a:pt x="2778" y="444"/>
                  </a:lnTo>
                  <a:lnTo>
                    <a:pt x="2784" y="432"/>
                  </a:lnTo>
                  <a:lnTo>
                    <a:pt x="2808" y="420"/>
                  </a:lnTo>
                  <a:lnTo>
                    <a:pt x="2826" y="402"/>
                  </a:lnTo>
                  <a:lnTo>
                    <a:pt x="2850" y="390"/>
                  </a:lnTo>
                  <a:lnTo>
                    <a:pt x="2856" y="384"/>
                  </a:lnTo>
                  <a:lnTo>
                    <a:pt x="2856" y="366"/>
                  </a:lnTo>
                  <a:lnTo>
                    <a:pt x="2850" y="360"/>
                  </a:lnTo>
                  <a:lnTo>
                    <a:pt x="2850" y="348"/>
                  </a:lnTo>
                  <a:lnTo>
                    <a:pt x="2856" y="348"/>
                  </a:lnTo>
                  <a:lnTo>
                    <a:pt x="2862" y="342"/>
                  </a:lnTo>
                  <a:lnTo>
                    <a:pt x="2868" y="330"/>
                  </a:lnTo>
                  <a:lnTo>
                    <a:pt x="2868" y="318"/>
                  </a:lnTo>
                  <a:lnTo>
                    <a:pt x="2862" y="312"/>
                  </a:lnTo>
                  <a:lnTo>
                    <a:pt x="2850" y="312"/>
                  </a:lnTo>
                  <a:lnTo>
                    <a:pt x="2838" y="306"/>
                  </a:lnTo>
                  <a:lnTo>
                    <a:pt x="2832" y="306"/>
                  </a:lnTo>
                  <a:lnTo>
                    <a:pt x="2826" y="294"/>
                  </a:lnTo>
                  <a:lnTo>
                    <a:pt x="2820" y="288"/>
                  </a:lnTo>
                  <a:lnTo>
                    <a:pt x="2820" y="282"/>
                  </a:lnTo>
                  <a:lnTo>
                    <a:pt x="2814" y="288"/>
                  </a:lnTo>
                  <a:lnTo>
                    <a:pt x="2808" y="288"/>
                  </a:lnTo>
                  <a:lnTo>
                    <a:pt x="2808" y="264"/>
                  </a:lnTo>
                  <a:lnTo>
                    <a:pt x="2844" y="270"/>
                  </a:lnTo>
                  <a:lnTo>
                    <a:pt x="2850" y="264"/>
                  </a:lnTo>
                  <a:lnTo>
                    <a:pt x="2850" y="246"/>
                  </a:lnTo>
                  <a:lnTo>
                    <a:pt x="2862" y="246"/>
                  </a:lnTo>
                  <a:lnTo>
                    <a:pt x="2868" y="228"/>
                  </a:lnTo>
                  <a:lnTo>
                    <a:pt x="2850" y="228"/>
                  </a:lnTo>
                  <a:lnTo>
                    <a:pt x="2844" y="240"/>
                  </a:lnTo>
                  <a:lnTo>
                    <a:pt x="2820" y="228"/>
                  </a:lnTo>
                  <a:lnTo>
                    <a:pt x="2820" y="210"/>
                  </a:lnTo>
                  <a:lnTo>
                    <a:pt x="2802" y="210"/>
                  </a:lnTo>
                  <a:lnTo>
                    <a:pt x="2790" y="216"/>
                  </a:lnTo>
                  <a:lnTo>
                    <a:pt x="2736" y="216"/>
                  </a:lnTo>
                  <a:lnTo>
                    <a:pt x="2724" y="222"/>
                  </a:lnTo>
                  <a:lnTo>
                    <a:pt x="2712" y="222"/>
                  </a:lnTo>
                  <a:lnTo>
                    <a:pt x="2700" y="228"/>
                  </a:lnTo>
                  <a:lnTo>
                    <a:pt x="2682" y="228"/>
                  </a:lnTo>
                  <a:lnTo>
                    <a:pt x="2658" y="216"/>
                  </a:lnTo>
                  <a:lnTo>
                    <a:pt x="2658" y="210"/>
                  </a:lnTo>
                  <a:lnTo>
                    <a:pt x="2652" y="204"/>
                  </a:lnTo>
                  <a:lnTo>
                    <a:pt x="2652" y="198"/>
                  </a:lnTo>
                  <a:lnTo>
                    <a:pt x="2646" y="192"/>
                  </a:lnTo>
                  <a:lnTo>
                    <a:pt x="2628" y="192"/>
                  </a:lnTo>
                  <a:lnTo>
                    <a:pt x="2622" y="198"/>
                  </a:lnTo>
                  <a:lnTo>
                    <a:pt x="2616" y="198"/>
                  </a:lnTo>
                  <a:lnTo>
                    <a:pt x="2610" y="192"/>
                  </a:lnTo>
                  <a:lnTo>
                    <a:pt x="2670" y="162"/>
                  </a:lnTo>
                  <a:lnTo>
                    <a:pt x="2658" y="150"/>
                  </a:lnTo>
                  <a:lnTo>
                    <a:pt x="2640" y="150"/>
                  </a:lnTo>
                  <a:lnTo>
                    <a:pt x="2628" y="162"/>
                  </a:lnTo>
                  <a:lnTo>
                    <a:pt x="2616" y="168"/>
                  </a:lnTo>
                  <a:lnTo>
                    <a:pt x="2610" y="174"/>
                  </a:lnTo>
                  <a:lnTo>
                    <a:pt x="2604" y="174"/>
                  </a:lnTo>
                  <a:lnTo>
                    <a:pt x="2580" y="186"/>
                  </a:lnTo>
                  <a:lnTo>
                    <a:pt x="2562" y="192"/>
                  </a:lnTo>
                  <a:lnTo>
                    <a:pt x="2538" y="204"/>
                  </a:lnTo>
                  <a:lnTo>
                    <a:pt x="2508" y="204"/>
                  </a:lnTo>
                  <a:lnTo>
                    <a:pt x="2496" y="216"/>
                  </a:lnTo>
                  <a:lnTo>
                    <a:pt x="2448" y="216"/>
                  </a:lnTo>
                  <a:lnTo>
                    <a:pt x="2448" y="210"/>
                  </a:lnTo>
                  <a:lnTo>
                    <a:pt x="2454" y="204"/>
                  </a:lnTo>
                  <a:lnTo>
                    <a:pt x="2460" y="204"/>
                  </a:lnTo>
                  <a:lnTo>
                    <a:pt x="2472" y="192"/>
                  </a:lnTo>
                  <a:lnTo>
                    <a:pt x="2460" y="192"/>
                  </a:lnTo>
                  <a:lnTo>
                    <a:pt x="2448" y="198"/>
                  </a:lnTo>
                  <a:lnTo>
                    <a:pt x="2412" y="198"/>
                  </a:lnTo>
                  <a:lnTo>
                    <a:pt x="2400" y="204"/>
                  </a:lnTo>
                  <a:lnTo>
                    <a:pt x="2394" y="210"/>
                  </a:lnTo>
                  <a:lnTo>
                    <a:pt x="2370" y="210"/>
                  </a:lnTo>
                  <a:lnTo>
                    <a:pt x="2370" y="198"/>
                  </a:lnTo>
                  <a:lnTo>
                    <a:pt x="2400" y="180"/>
                  </a:lnTo>
                  <a:lnTo>
                    <a:pt x="2442" y="168"/>
                  </a:lnTo>
                  <a:lnTo>
                    <a:pt x="2502" y="138"/>
                  </a:lnTo>
                  <a:lnTo>
                    <a:pt x="2520" y="126"/>
                  </a:lnTo>
                  <a:lnTo>
                    <a:pt x="2544" y="120"/>
                  </a:lnTo>
                  <a:lnTo>
                    <a:pt x="2574" y="114"/>
                  </a:lnTo>
                  <a:lnTo>
                    <a:pt x="2580" y="114"/>
                  </a:lnTo>
                  <a:lnTo>
                    <a:pt x="2592" y="108"/>
                  </a:lnTo>
                  <a:lnTo>
                    <a:pt x="2574" y="108"/>
                  </a:lnTo>
                  <a:lnTo>
                    <a:pt x="2562" y="102"/>
                  </a:lnTo>
                  <a:lnTo>
                    <a:pt x="2556" y="102"/>
                  </a:lnTo>
                  <a:lnTo>
                    <a:pt x="2556" y="96"/>
                  </a:lnTo>
                  <a:lnTo>
                    <a:pt x="2508" y="102"/>
                  </a:lnTo>
                  <a:lnTo>
                    <a:pt x="2508" y="84"/>
                  </a:lnTo>
                  <a:lnTo>
                    <a:pt x="2502" y="90"/>
                  </a:lnTo>
                  <a:lnTo>
                    <a:pt x="2490" y="96"/>
                  </a:lnTo>
                  <a:lnTo>
                    <a:pt x="2478" y="108"/>
                  </a:lnTo>
                  <a:lnTo>
                    <a:pt x="2466" y="108"/>
                  </a:lnTo>
                  <a:lnTo>
                    <a:pt x="2448" y="90"/>
                  </a:lnTo>
                  <a:lnTo>
                    <a:pt x="2418" y="90"/>
                  </a:lnTo>
                  <a:lnTo>
                    <a:pt x="2412" y="84"/>
                  </a:lnTo>
                  <a:lnTo>
                    <a:pt x="2412" y="78"/>
                  </a:lnTo>
                  <a:lnTo>
                    <a:pt x="2400" y="66"/>
                  </a:lnTo>
                  <a:lnTo>
                    <a:pt x="2388" y="60"/>
                  </a:lnTo>
                  <a:lnTo>
                    <a:pt x="2376" y="60"/>
                  </a:lnTo>
                  <a:lnTo>
                    <a:pt x="2364" y="72"/>
                  </a:lnTo>
                  <a:lnTo>
                    <a:pt x="2364" y="78"/>
                  </a:lnTo>
                  <a:lnTo>
                    <a:pt x="2352" y="78"/>
                  </a:lnTo>
                  <a:lnTo>
                    <a:pt x="2334" y="60"/>
                  </a:lnTo>
                  <a:lnTo>
                    <a:pt x="2322" y="60"/>
                  </a:lnTo>
                  <a:lnTo>
                    <a:pt x="2304" y="54"/>
                  </a:lnTo>
                  <a:lnTo>
                    <a:pt x="2292" y="48"/>
                  </a:lnTo>
                  <a:lnTo>
                    <a:pt x="2292" y="36"/>
                  </a:lnTo>
                  <a:lnTo>
                    <a:pt x="2298" y="24"/>
                  </a:lnTo>
                  <a:lnTo>
                    <a:pt x="2310" y="12"/>
                  </a:lnTo>
                  <a:lnTo>
                    <a:pt x="2298" y="0"/>
                  </a:lnTo>
                  <a:lnTo>
                    <a:pt x="2286" y="6"/>
                  </a:lnTo>
                  <a:lnTo>
                    <a:pt x="2280" y="12"/>
                  </a:lnTo>
                  <a:lnTo>
                    <a:pt x="2274" y="24"/>
                  </a:lnTo>
                  <a:lnTo>
                    <a:pt x="2274" y="30"/>
                  </a:lnTo>
                  <a:lnTo>
                    <a:pt x="2268" y="42"/>
                  </a:lnTo>
                  <a:lnTo>
                    <a:pt x="558" y="42"/>
                  </a:lnTo>
                  <a:lnTo>
                    <a:pt x="552" y="54"/>
                  </a:lnTo>
                  <a:lnTo>
                    <a:pt x="552" y="60"/>
                  </a:lnTo>
                  <a:lnTo>
                    <a:pt x="546" y="60"/>
                  </a:lnTo>
                  <a:lnTo>
                    <a:pt x="546" y="72"/>
                  </a:lnTo>
                  <a:lnTo>
                    <a:pt x="540" y="84"/>
                  </a:lnTo>
                  <a:lnTo>
                    <a:pt x="540" y="108"/>
                  </a:lnTo>
                  <a:lnTo>
                    <a:pt x="510" y="126"/>
                  </a:lnTo>
                  <a:lnTo>
                    <a:pt x="504" y="144"/>
                  </a:lnTo>
                  <a:lnTo>
                    <a:pt x="486" y="168"/>
                  </a:lnTo>
                  <a:lnTo>
                    <a:pt x="438" y="180"/>
                  </a:lnTo>
                  <a:lnTo>
                    <a:pt x="474" y="162"/>
                  </a:lnTo>
                  <a:lnTo>
                    <a:pt x="450" y="162"/>
                  </a:lnTo>
                  <a:lnTo>
                    <a:pt x="456" y="156"/>
                  </a:lnTo>
                  <a:lnTo>
                    <a:pt x="462" y="144"/>
                  </a:lnTo>
                  <a:lnTo>
                    <a:pt x="486" y="120"/>
                  </a:lnTo>
                  <a:lnTo>
                    <a:pt x="492" y="120"/>
                  </a:lnTo>
                  <a:lnTo>
                    <a:pt x="504" y="108"/>
                  </a:lnTo>
                  <a:lnTo>
                    <a:pt x="504" y="102"/>
                  </a:lnTo>
                  <a:lnTo>
                    <a:pt x="456" y="102"/>
                  </a:lnTo>
                  <a:lnTo>
                    <a:pt x="450" y="96"/>
                  </a:lnTo>
                  <a:lnTo>
                    <a:pt x="438" y="90"/>
                  </a:lnTo>
                  <a:lnTo>
                    <a:pt x="432" y="84"/>
                  </a:lnTo>
                  <a:lnTo>
                    <a:pt x="420" y="78"/>
                  </a:lnTo>
                  <a:lnTo>
                    <a:pt x="402" y="78"/>
                  </a:lnTo>
                  <a:lnTo>
                    <a:pt x="390" y="90"/>
                  </a:lnTo>
                  <a:lnTo>
                    <a:pt x="384" y="102"/>
                  </a:lnTo>
                  <a:lnTo>
                    <a:pt x="384" y="150"/>
                  </a:lnTo>
                  <a:lnTo>
                    <a:pt x="378" y="156"/>
                  </a:lnTo>
                  <a:lnTo>
                    <a:pt x="378" y="162"/>
                  </a:lnTo>
                  <a:lnTo>
                    <a:pt x="360" y="180"/>
                  </a:lnTo>
                  <a:lnTo>
                    <a:pt x="390" y="186"/>
                  </a:lnTo>
                  <a:lnTo>
                    <a:pt x="360" y="192"/>
                  </a:lnTo>
                  <a:lnTo>
                    <a:pt x="366" y="210"/>
                  </a:lnTo>
                  <a:lnTo>
                    <a:pt x="348" y="234"/>
                  </a:lnTo>
                  <a:lnTo>
                    <a:pt x="354" y="234"/>
                  </a:lnTo>
                  <a:lnTo>
                    <a:pt x="366" y="246"/>
                  </a:lnTo>
                  <a:lnTo>
                    <a:pt x="372" y="246"/>
                  </a:lnTo>
                  <a:lnTo>
                    <a:pt x="378" y="252"/>
                  </a:lnTo>
                  <a:lnTo>
                    <a:pt x="330" y="252"/>
                  </a:lnTo>
                  <a:lnTo>
                    <a:pt x="324" y="264"/>
                  </a:lnTo>
                  <a:lnTo>
                    <a:pt x="306" y="282"/>
                  </a:lnTo>
                  <a:lnTo>
                    <a:pt x="270" y="342"/>
                  </a:lnTo>
                  <a:lnTo>
                    <a:pt x="258" y="360"/>
                  </a:lnTo>
                  <a:lnTo>
                    <a:pt x="216" y="402"/>
                  </a:lnTo>
                  <a:lnTo>
                    <a:pt x="192" y="432"/>
                  </a:lnTo>
                  <a:lnTo>
                    <a:pt x="174" y="456"/>
                  </a:lnTo>
                  <a:lnTo>
                    <a:pt x="168" y="462"/>
                  </a:lnTo>
                  <a:lnTo>
                    <a:pt x="174" y="480"/>
                  </a:lnTo>
                  <a:lnTo>
                    <a:pt x="168" y="480"/>
                  </a:lnTo>
                  <a:lnTo>
                    <a:pt x="162" y="486"/>
                  </a:lnTo>
                  <a:lnTo>
                    <a:pt x="150" y="492"/>
                  </a:lnTo>
                  <a:lnTo>
                    <a:pt x="126" y="516"/>
                  </a:lnTo>
                  <a:lnTo>
                    <a:pt x="120" y="534"/>
                  </a:lnTo>
                  <a:lnTo>
                    <a:pt x="120" y="546"/>
                  </a:lnTo>
                  <a:lnTo>
                    <a:pt x="102" y="570"/>
                  </a:lnTo>
                  <a:lnTo>
                    <a:pt x="96" y="618"/>
                  </a:lnTo>
                  <a:lnTo>
                    <a:pt x="90" y="630"/>
                  </a:lnTo>
                  <a:lnTo>
                    <a:pt x="72" y="648"/>
                  </a:lnTo>
                  <a:lnTo>
                    <a:pt x="60" y="672"/>
                  </a:lnTo>
                  <a:lnTo>
                    <a:pt x="54" y="678"/>
                  </a:lnTo>
                  <a:lnTo>
                    <a:pt x="42" y="684"/>
                  </a:lnTo>
                  <a:lnTo>
                    <a:pt x="18" y="708"/>
                  </a:lnTo>
                  <a:lnTo>
                    <a:pt x="12" y="720"/>
                  </a:lnTo>
                  <a:lnTo>
                    <a:pt x="18" y="732"/>
                  </a:lnTo>
                  <a:lnTo>
                    <a:pt x="36" y="750"/>
                  </a:lnTo>
                  <a:lnTo>
                    <a:pt x="36" y="762"/>
                  </a:lnTo>
                  <a:lnTo>
                    <a:pt x="30" y="774"/>
                  </a:lnTo>
                  <a:lnTo>
                    <a:pt x="18" y="786"/>
                  </a:lnTo>
                  <a:lnTo>
                    <a:pt x="12" y="798"/>
                  </a:lnTo>
                  <a:lnTo>
                    <a:pt x="6" y="816"/>
                  </a:lnTo>
                  <a:lnTo>
                    <a:pt x="0" y="828"/>
                  </a:lnTo>
                  <a:lnTo>
                    <a:pt x="0" y="840"/>
                  </a:lnTo>
                  <a:lnTo>
                    <a:pt x="6" y="852"/>
                  </a:lnTo>
                  <a:lnTo>
                    <a:pt x="12" y="870"/>
                  </a:lnTo>
                  <a:lnTo>
                    <a:pt x="12" y="882"/>
                  </a:lnTo>
                  <a:lnTo>
                    <a:pt x="18" y="900"/>
                  </a:lnTo>
                  <a:lnTo>
                    <a:pt x="24" y="906"/>
                  </a:lnTo>
                  <a:lnTo>
                    <a:pt x="24" y="912"/>
                  </a:lnTo>
                  <a:lnTo>
                    <a:pt x="48" y="894"/>
                  </a:lnTo>
                  <a:lnTo>
                    <a:pt x="114" y="900"/>
                  </a:lnTo>
                  <a:lnTo>
                    <a:pt x="78" y="900"/>
                  </a:lnTo>
                  <a:lnTo>
                    <a:pt x="66" y="906"/>
                  </a:lnTo>
                  <a:lnTo>
                    <a:pt x="60" y="906"/>
                  </a:lnTo>
                  <a:lnTo>
                    <a:pt x="48" y="918"/>
                  </a:lnTo>
                  <a:lnTo>
                    <a:pt x="48" y="942"/>
                  </a:lnTo>
                  <a:lnTo>
                    <a:pt x="30" y="924"/>
                  </a:lnTo>
                  <a:lnTo>
                    <a:pt x="24" y="924"/>
                  </a:lnTo>
                  <a:lnTo>
                    <a:pt x="18" y="936"/>
                  </a:lnTo>
                  <a:lnTo>
                    <a:pt x="18" y="942"/>
                  </a:lnTo>
                  <a:lnTo>
                    <a:pt x="12" y="960"/>
                  </a:lnTo>
                  <a:lnTo>
                    <a:pt x="12" y="978"/>
                  </a:lnTo>
                  <a:lnTo>
                    <a:pt x="18" y="984"/>
                  </a:lnTo>
                  <a:lnTo>
                    <a:pt x="30" y="990"/>
                  </a:lnTo>
                  <a:lnTo>
                    <a:pt x="42" y="990"/>
                  </a:lnTo>
                  <a:lnTo>
                    <a:pt x="42" y="1002"/>
                  </a:lnTo>
                  <a:lnTo>
                    <a:pt x="36" y="1008"/>
                  </a:lnTo>
                  <a:lnTo>
                    <a:pt x="36" y="1014"/>
                  </a:lnTo>
                  <a:lnTo>
                    <a:pt x="18" y="1032"/>
                  </a:lnTo>
                  <a:lnTo>
                    <a:pt x="12" y="1044"/>
                  </a:lnTo>
                  <a:lnTo>
                    <a:pt x="12" y="1056"/>
                  </a:lnTo>
                  <a:lnTo>
                    <a:pt x="18" y="1068"/>
                  </a:lnTo>
                  <a:lnTo>
                    <a:pt x="24" y="1074"/>
                  </a:lnTo>
                  <a:lnTo>
                    <a:pt x="36" y="1098"/>
                  </a:lnTo>
                  <a:lnTo>
                    <a:pt x="42" y="1104"/>
                  </a:lnTo>
                  <a:lnTo>
                    <a:pt x="54" y="1128"/>
                  </a:lnTo>
                  <a:lnTo>
                    <a:pt x="60" y="1134"/>
                  </a:lnTo>
                  <a:lnTo>
                    <a:pt x="60" y="1146"/>
                  </a:lnTo>
                  <a:lnTo>
                    <a:pt x="54" y="1152"/>
                  </a:lnTo>
                  <a:lnTo>
                    <a:pt x="42" y="1176"/>
                  </a:lnTo>
                  <a:lnTo>
                    <a:pt x="36" y="1182"/>
                  </a:lnTo>
                  <a:lnTo>
                    <a:pt x="36" y="1188"/>
                  </a:lnTo>
                  <a:lnTo>
                    <a:pt x="42" y="1194"/>
                  </a:lnTo>
                  <a:lnTo>
                    <a:pt x="54" y="1194"/>
                  </a:lnTo>
                  <a:lnTo>
                    <a:pt x="72" y="1200"/>
                  </a:lnTo>
                  <a:lnTo>
                    <a:pt x="102" y="1200"/>
                  </a:lnTo>
                  <a:lnTo>
                    <a:pt x="102" y="1212"/>
                  </a:lnTo>
                  <a:lnTo>
                    <a:pt x="120" y="1230"/>
                  </a:lnTo>
                  <a:lnTo>
                    <a:pt x="132" y="1230"/>
                  </a:lnTo>
                  <a:lnTo>
                    <a:pt x="144" y="1224"/>
                  </a:lnTo>
                  <a:lnTo>
                    <a:pt x="150" y="1224"/>
                  </a:lnTo>
                  <a:lnTo>
                    <a:pt x="162" y="1218"/>
                  </a:lnTo>
                  <a:lnTo>
                    <a:pt x="168" y="1248"/>
                  </a:lnTo>
                  <a:lnTo>
                    <a:pt x="174" y="1248"/>
                  </a:lnTo>
                  <a:lnTo>
                    <a:pt x="180" y="1254"/>
                  </a:lnTo>
                  <a:lnTo>
                    <a:pt x="204" y="1266"/>
                  </a:lnTo>
                  <a:lnTo>
                    <a:pt x="216" y="1290"/>
                  </a:lnTo>
                  <a:lnTo>
                    <a:pt x="216" y="1314"/>
                  </a:lnTo>
                  <a:lnTo>
                    <a:pt x="210" y="1338"/>
                  </a:lnTo>
                  <a:lnTo>
                    <a:pt x="216" y="1344"/>
                  </a:lnTo>
                  <a:lnTo>
                    <a:pt x="360" y="1338"/>
                  </a:lnTo>
                  <a:lnTo>
                    <a:pt x="354" y="1344"/>
                  </a:lnTo>
                  <a:lnTo>
                    <a:pt x="354" y="1350"/>
                  </a:lnTo>
                  <a:lnTo>
                    <a:pt x="360" y="1350"/>
                  </a:lnTo>
                  <a:lnTo>
                    <a:pt x="570" y="1446"/>
                  </a:lnTo>
                  <a:lnTo>
                    <a:pt x="774" y="1446"/>
                  </a:lnTo>
                  <a:lnTo>
                    <a:pt x="774" y="1440"/>
                  </a:lnTo>
                  <a:lnTo>
                    <a:pt x="780" y="1428"/>
                  </a:lnTo>
                  <a:lnTo>
                    <a:pt x="780" y="1410"/>
                  </a:lnTo>
                  <a:lnTo>
                    <a:pt x="786" y="1404"/>
                  </a:lnTo>
                  <a:lnTo>
                    <a:pt x="900" y="1404"/>
                  </a:lnTo>
                  <a:lnTo>
                    <a:pt x="912" y="1416"/>
                  </a:lnTo>
                  <a:lnTo>
                    <a:pt x="912" y="1440"/>
                  </a:lnTo>
                  <a:lnTo>
                    <a:pt x="942" y="1452"/>
                  </a:lnTo>
                  <a:lnTo>
                    <a:pt x="948" y="1482"/>
                  </a:lnTo>
                  <a:lnTo>
                    <a:pt x="960" y="1482"/>
                  </a:lnTo>
                  <a:lnTo>
                    <a:pt x="972" y="1488"/>
                  </a:lnTo>
                  <a:lnTo>
                    <a:pt x="984" y="1500"/>
                  </a:lnTo>
                  <a:lnTo>
                    <a:pt x="990" y="1512"/>
                  </a:lnTo>
                  <a:lnTo>
                    <a:pt x="990" y="1554"/>
                  </a:lnTo>
                  <a:lnTo>
                    <a:pt x="984" y="1566"/>
                  </a:lnTo>
                  <a:lnTo>
                    <a:pt x="984" y="1578"/>
                  </a:lnTo>
                  <a:lnTo>
                    <a:pt x="1014" y="1608"/>
                  </a:lnTo>
                  <a:lnTo>
                    <a:pt x="1026" y="1614"/>
                  </a:lnTo>
                  <a:lnTo>
                    <a:pt x="1044" y="1626"/>
                  </a:lnTo>
                  <a:lnTo>
                    <a:pt x="1056" y="1626"/>
                  </a:lnTo>
                  <a:lnTo>
                    <a:pt x="1080" y="1614"/>
                  </a:lnTo>
                  <a:lnTo>
                    <a:pt x="1092" y="1602"/>
                  </a:lnTo>
                  <a:lnTo>
                    <a:pt x="1104" y="1578"/>
                  </a:lnTo>
                  <a:lnTo>
                    <a:pt x="1116" y="1566"/>
                  </a:lnTo>
                  <a:lnTo>
                    <a:pt x="1134" y="1566"/>
                  </a:lnTo>
                  <a:lnTo>
                    <a:pt x="1134" y="1560"/>
                  </a:lnTo>
                  <a:lnTo>
                    <a:pt x="1152" y="1566"/>
                  </a:lnTo>
                  <a:lnTo>
                    <a:pt x="1194" y="1566"/>
                  </a:lnTo>
                  <a:lnTo>
                    <a:pt x="1200" y="1578"/>
                  </a:lnTo>
                  <a:lnTo>
                    <a:pt x="1206" y="1584"/>
                  </a:lnTo>
                  <a:lnTo>
                    <a:pt x="1212" y="1596"/>
                  </a:lnTo>
                  <a:lnTo>
                    <a:pt x="1224" y="1608"/>
                  </a:lnTo>
                  <a:lnTo>
                    <a:pt x="1230" y="1620"/>
                  </a:lnTo>
                  <a:lnTo>
                    <a:pt x="1242" y="1632"/>
                  </a:lnTo>
                  <a:lnTo>
                    <a:pt x="1242" y="1656"/>
                  </a:lnTo>
                  <a:lnTo>
                    <a:pt x="1236" y="1668"/>
                  </a:lnTo>
                  <a:lnTo>
                    <a:pt x="1236" y="1680"/>
                  </a:lnTo>
                  <a:lnTo>
                    <a:pt x="1242" y="1692"/>
                  </a:lnTo>
                  <a:lnTo>
                    <a:pt x="1254" y="1698"/>
                  </a:lnTo>
                  <a:lnTo>
                    <a:pt x="1254" y="1722"/>
                  </a:lnTo>
                  <a:lnTo>
                    <a:pt x="1260" y="1728"/>
                  </a:lnTo>
                  <a:lnTo>
                    <a:pt x="1272" y="1734"/>
                  </a:lnTo>
                  <a:lnTo>
                    <a:pt x="1284" y="1746"/>
                  </a:lnTo>
                  <a:lnTo>
                    <a:pt x="1284" y="1752"/>
                  </a:lnTo>
                  <a:lnTo>
                    <a:pt x="1278" y="1758"/>
                  </a:lnTo>
                  <a:lnTo>
                    <a:pt x="1272" y="1758"/>
                  </a:lnTo>
                  <a:lnTo>
                    <a:pt x="1272" y="1794"/>
                  </a:lnTo>
                  <a:lnTo>
                    <a:pt x="1284" y="1806"/>
                  </a:lnTo>
                  <a:lnTo>
                    <a:pt x="1284" y="1836"/>
                  </a:lnTo>
                  <a:lnTo>
                    <a:pt x="1296" y="1848"/>
                  </a:lnTo>
                  <a:lnTo>
                    <a:pt x="1314" y="1854"/>
                  </a:lnTo>
                  <a:lnTo>
                    <a:pt x="1326" y="1854"/>
                  </a:lnTo>
                  <a:lnTo>
                    <a:pt x="1338" y="1866"/>
                  </a:lnTo>
                  <a:lnTo>
                    <a:pt x="1380" y="1866"/>
                  </a:lnTo>
                  <a:lnTo>
                    <a:pt x="1380" y="1872"/>
                  </a:lnTo>
                  <a:lnTo>
                    <a:pt x="1386" y="1884"/>
                  </a:lnTo>
                  <a:lnTo>
                    <a:pt x="1410" y="1884"/>
                  </a:lnTo>
                  <a:lnTo>
                    <a:pt x="1410" y="1878"/>
                  </a:lnTo>
                  <a:lnTo>
                    <a:pt x="1398" y="1806"/>
                  </a:lnTo>
                  <a:lnTo>
                    <a:pt x="1416" y="1788"/>
                  </a:lnTo>
                  <a:lnTo>
                    <a:pt x="1398" y="1776"/>
                  </a:lnTo>
                  <a:lnTo>
                    <a:pt x="1398" y="1758"/>
                  </a:lnTo>
                  <a:lnTo>
                    <a:pt x="1404" y="1764"/>
                  </a:lnTo>
                  <a:lnTo>
                    <a:pt x="1422" y="1764"/>
                  </a:lnTo>
                  <a:lnTo>
                    <a:pt x="1428" y="1758"/>
                  </a:lnTo>
                  <a:lnTo>
                    <a:pt x="1428" y="1728"/>
                  </a:lnTo>
                  <a:lnTo>
                    <a:pt x="1452" y="1722"/>
                  </a:lnTo>
                  <a:lnTo>
                    <a:pt x="1458" y="1698"/>
                  </a:lnTo>
                  <a:lnTo>
                    <a:pt x="1476" y="1704"/>
                  </a:lnTo>
                  <a:lnTo>
                    <a:pt x="1494" y="1692"/>
                  </a:lnTo>
                  <a:lnTo>
                    <a:pt x="1488" y="1668"/>
                  </a:lnTo>
                  <a:lnTo>
                    <a:pt x="1500" y="1680"/>
                  </a:lnTo>
                  <a:lnTo>
                    <a:pt x="1500" y="1668"/>
                  </a:lnTo>
                  <a:lnTo>
                    <a:pt x="1506" y="1656"/>
                  </a:lnTo>
                  <a:lnTo>
                    <a:pt x="1512" y="1650"/>
                  </a:lnTo>
                  <a:lnTo>
                    <a:pt x="1518" y="1650"/>
                  </a:lnTo>
                  <a:lnTo>
                    <a:pt x="1524" y="1656"/>
                  </a:lnTo>
                  <a:lnTo>
                    <a:pt x="1524" y="1668"/>
                  </a:lnTo>
                  <a:lnTo>
                    <a:pt x="1542" y="1668"/>
                  </a:lnTo>
                  <a:lnTo>
                    <a:pt x="1554" y="1662"/>
                  </a:lnTo>
                  <a:lnTo>
                    <a:pt x="1572" y="1656"/>
                  </a:lnTo>
                  <a:lnTo>
                    <a:pt x="1596" y="1644"/>
                  </a:lnTo>
                  <a:lnTo>
                    <a:pt x="1602" y="1638"/>
                  </a:lnTo>
                  <a:lnTo>
                    <a:pt x="1608" y="1626"/>
                  </a:lnTo>
                  <a:lnTo>
                    <a:pt x="1620" y="1620"/>
                  </a:lnTo>
                  <a:lnTo>
                    <a:pt x="1626" y="1608"/>
                  </a:lnTo>
                  <a:lnTo>
                    <a:pt x="1632" y="1602"/>
                  </a:lnTo>
                  <a:lnTo>
                    <a:pt x="1632" y="1590"/>
                  </a:lnTo>
                  <a:lnTo>
                    <a:pt x="1626" y="1584"/>
                  </a:lnTo>
                  <a:lnTo>
                    <a:pt x="1626" y="1566"/>
                  </a:lnTo>
                  <a:lnTo>
                    <a:pt x="1632" y="1566"/>
                  </a:lnTo>
                  <a:lnTo>
                    <a:pt x="1656" y="1578"/>
                  </a:lnTo>
                  <a:lnTo>
                    <a:pt x="1662" y="1584"/>
                  </a:lnTo>
                  <a:lnTo>
                    <a:pt x="1674" y="1590"/>
                  </a:lnTo>
                  <a:lnTo>
                    <a:pt x="1686" y="1590"/>
                  </a:lnTo>
                  <a:lnTo>
                    <a:pt x="1692" y="1584"/>
                  </a:lnTo>
                  <a:lnTo>
                    <a:pt x="1710" y="1548"/>
                  </a:lnTo>
                  <a:lnTo>
                    <a:pt x="1716" y="1548"/>
                  </a:lnTo>
                  <a:lnTo>
                    <a:pt x="1734" y="1566"/>
                  </a:lnTo>
                  <a:lnTo>
                    <a:pt x="1746" y="1566"/>
                  </a:lnTo>
                  <a:lnTo>
                    <a:pt x="1752" y="1560"/>
                  </a:lnTo>
                  <a:lnTo>
                    <a:pt x="1758" y="1548"/>
                  </a:lnTo>
                  <a:lnTo>
                    <a:pt x="1764" y="1542"/>
                  </a:lnTo>
                  <a:lnTo>
                    <a:pt x="1770" y="1554"/>
                  </a:lnTo>
                  <a:lnTo>
                    <a:pt x="1776" y="1560"/>
                  </a:lnTo>
                  <a:lnTo>
                    <a:pt x="1782" y="1572"/>
                  </a:lnTo>
                  <a:lnTo>
                    <a:pt x="1794" y="1578"/>
                  </a:lnTo>
                  <a:lnTo>
                    <a:pt x="1800" y="1584"/>
                  </a:lnTo>
                  <a:lnTo>
                    <a:pt x="1818" y="1584"/>
                  </a:lnTo>
                  <a:lnTo>
                    <a:pt x="1824" y="1578"/>
                  </a:lnTo>
                  <a:lnTo>
                    <a:pt x="1830" y="1566"/>
                  </a:lnTo>
                  <a:lnTo>
                    <a:pt x="1842" y="1554"/>
                  </a:lnTo>
                  <a:lnTo>
                    <a:pt x="1848" y="1554"/>
                  </a:lnTo>
                  <a:lnTo>
                    <a:pt x="1860" y="1560"/>
                  </a:lnTo>
                  <a:lnTo>
                    <a:pt x="1872" y="1572"/>
                  </a:lnTo>
                  <a:lnTo>
                    <a:pt x="1872" y="1584"/>
                  </a:lnTo>
                  <a:lnTo>
                    <a:pt x="1878" y="1596"/>
                  </a:lnTo>
                  <a:lnTo>
                    <a:pt x="1878" y="1614"/>
                  </a:lnTo>
                  <a:lnTo>
                    <a:pt x="1914" y="1614"/>
                  </a:lnTo>
                  <a:lnTo>
                    <a:pt x="1920" y="1620"/>
                  </a:lnTo>
                  <a:lnTo>
                    <a:pt x="1926" y="1620"/>
                  </a:lnTo>
                  <a:lnTo>
                    <a:pt x="1926" y="1608"/>
                  </a:lnTo>
                  <a:lnTo>
                    <a:pt x="1932" y="1602"/>
                  </a:lnTo>
                  <a:lnTo>
                    <a:pt x="1932" y="1608"/>
                  </a:lnTo>
                  <a:lnTo>
                    <a:pt x="1956" y="1632"/>
                  </a:lnTo>
                  <a:lnTo>
                    <a:pt x="1962" y="1626"/>
                  </a:lnTo>
                  <a:lnTo>
                    <a:pt x="1968" y="1614"/>
                  </a:lnTo>
                  <a:lnTo>
                    <a:pt x="1968" y="1596"/>
                  </a:lnTo>
                  <a:lnTo>
                    <a:pt x="1962" y="1584"/>
                  </a:lnTo>
                  <a:lnTo>
                    <a:pt x="1980" y="1590"/>
                  </a:lnTo>
                  <a:lnTo>
                    <a:pt x="1992" y="1608"/>
                  </a:lnTo>
                  <a:lnTo>
                    <a:pt x="2004" y="1614"/>
                  </a:lnTo>
                  <a:lnTo>
                    <a:pt x="2004" y="1626"/>
                  </a:lnTo>
                  <a:lnTo>
                    <a:pt x="2010" y="1626"/>
                  </a:lnTo>
                  <a:lnTo>
                    <a:pt x="2016" y="1632"/>
                  </a:lnTo>
                  <a:lnTo>
                    <a:pt x="2028" y="1632"/>
                  </a:lnTo>
                  <a:lnTo>
                    <a:pt x="2034" y="1626"/>
                  </a:lnTo>
                  <a:lnTo>
                    <a:pt x="2034" y="1620"/>
                  </a:lnTo>
                  <a:lnTo>
                    <a:pt x="2028" y="1608"/>
                  </a:lnTo>
                  <a:lnTo>
                    <a:pt x="2022" y="1602"/>
                  </a:lnTo>
                  <a:lnTo>
                    <a:pt x="2010" y="1596"/>
                  </a:lnTo>
                  <a:lnTo>
                    <a:pt x="2004" y="1590"/>
                  </a:lnTo>
                  <a:lnTo>
                    <a:pt x="1998" y="1578"/>
                  </a:lnTo>
                  <a:lnTo>
                    <a:pt x="2010" y="1578"/>
                  </a:lnTo>
                  <a:lnTo>
                    <a:pt x="2022" y="1566"/>
                  </a:lnTo>
                  <a:lnTo>
                    <a:pt x="2022" y="1554"/>
                  </a:lnTo>
                  <a:lnTo>
                    <a:pt x="2016" y="1548"/>
                  </a:lnTo>
                  <a:lnTo>
                    <a:pt x="1968" y="1548"/>
                  </a:lnTo>
                  <a:lnTo>
                    <a:pt x="1962" y="1542"/>
                  </a:lnTo>
                  <a:lnTo>
                    <a:pt x="1962" y="1530"/>
                  </a:lnTo>
                  <a:lnTo>
                    <a:pt x="1968" y="1524"/>
                  </a:lnTo>
                  <a:lnTo>
                    <a:pt x="1986" y="1524"/>
                  </a:lnTo>
                  <a:lnTo>
                    <a:pt x="1998" y="1530"/>
                  </a:lnTo>
                  <a:lnTo>
                    <a:pt x="2004" y="1530"/>
                  </a:lnTo>
                  <a:lnTo>
                    <a:pt x="2016" y="1536"/>
                  </a:lnTo>
                  <a:lnTo>
                    <a:pt x="2028" y="1536"/>
                  </a:lnTo>
                  <a:lnTo>
                    <a:pt x="2064" y="1518"/>
                  </a:lnTo>
                  <a:lnTo>
                    <a:pt x="2070" y="1512"/>
                  </a:lnTo>
                  <a:lnTo>
                    <a:pt x="2082" y="1512"/>
                  </a:lnTo>
                  <a:lnTo>
                    <a:pt x="2082" y="1518"/>
                  </a:lnTo>
                  <a:lnTo>
                    <a:pt x="2106" y="1518"/>
                  </a:lnTo>
                  <a:lnTo>
                    <a:pt x="2118" y="1512"/>
                  </a:lnTo>
                  <a:lnTo>
                    <a:pt x="2124" y="1512"/>
                  </a:lnTo>
                  <a:lnTo>
                    <a:pt x="2130" y="1506"/>
                  </a:lnTo>
                  <a:lnTo>
                    <a:pt x="2130" y="1500"/>
                  </a:lnTo>
                  <a:lnTo>
                    <a:pt x="2136" y="1488"/>
                  </a:lnTo>
                  <a:lnTo>
                    <a:pt x="2136" y="1482"/>
                  </a:lnTo>
                  <a:lnTo>
                    <a:pt x="2142" y="1482"/>
                  </a:lnTo>
                  <a:lnTo>
                    <a:pt x="2142" y="1488"/>
                  </a:lnTo>
                  <a:lnTo>
                    <a:pt x="2148" y="1500"/>
                  </a:lnTo>
                  <a:lnTo>
                    <a:pt x="2148" y="1524"/>
                  </a:lnTo>
                  <a:lnTo>
                    <a:pt x="2154" y="1524"/>
                  </a:lnTo>
                  <a:lnTo>
                    <a:pt x="2160" y="1518"/>
                  </a:lnTo>
                  <a:lnTo>
                    <a:pt x="2172" y="1512"/>
                  </a:lnTo>
                  <a:lnTo>
                    <a:pt x="2190" y="1512"/>
                  </a:lnTo>
                  <a:lnTo>
                    <a:pt x="2202" y="1506"/>
                  </a:lnTo>
                  <a:lnTo>
                    <a:pt x="2214" y="1506"/>
                  </a:lnTo>
                  <a:lnTo>
                    <a:pt x="2226" y="1512"/>
                  </a:lnTo>
                  <a:lnTo>
                    <a:pt x="2232" y="1524"/>
                  </a:lnTo>
                  <a:lnTo>
                    <a:pt x="2232" y="1506"/>
                  </a:lnTo>
                  <a:lnTo>
                    <a:pt x="2244" y="1506"/>
                  </a:lnTo>
                  <a:lnTo>
                    <a:pt x="2256" y="1518"/>
                  </a:lnTo>
                  <a:lnTo>
                    <a:pt x="2256" y="1530"/>
                  </a:lnTo>
                  <a:lnTo>
                    <a:pt x="2286" y="1524"/>
                  </a:lnTo>
                  <a:lnTo>
                    <a:pt x="2280" y="1536"/>
                  </a:lnTo>
                  <a:lnTo>
                    <a:pt x="2280" y="1548"/>
                  </a:lnTo>
                  <a:lnTo>
                    <a:pt x="2286" y="1554"/>
                  </a:lnTo>
                  <a:lnTo>
                    <a:pt x="2286" y="1566"/>
                  </a:lnTo>
                  <a:lnTo>
                    <a:pt x="2298" y="1578"/>
                  </a:lnTo>
                  <a:lnTo>
                    <a:pt x="2310" y="1578"/>
                  </a:lnTo>
                  <a:lnTo>
                    <a:pt x="2328" y="1572"/>
                  </a:lnTo>
                  <a:lnTo>
                    <a:pt x="2352" y="1548"/>
                  </a:lnTo>
                  <a:lnTo>
                    <a:pt x="2370" y="1542"/>
                  </a:lnTo>
                  <a:lnTo>
                    <a:pt x="2382" y="1542"/>
                  </a:lnTo>
                  <a:lnTo>
                    <a:pt x="2394" y="1548"/>
                  </a:lnTo>
                  <a:lnTo>
                    <a:pt x="2400" y="1554"/>
                  </a:lnTo>
                  <a:lnTo>
                    <a:pt x="2418" y="1590"/>
                  </a:lnTo>
                  <a:lnTo>
                    <a:pt x="2418" y="1602"/>
                  </a:lnTo>
                  <a:lnTo>
                    <a:pt x="2424" y="1608"/>
                  </a:lnTo>
                  <a:lnTo>
                    <a:pt x="2436" y="1614"/>
                  </a:lnTo>
                  <a:lnTo>
                    <a:pt x="2466" y="1614"/>
                  </a:lnTo>
                  <a:lnTo>
                    <a:pt x="2460" y="1656"/>
                  </a:lnTo>
                  <a:lnTo>
                    <a:pt x="2460" y="1662"/>
                  </a:lnTo>
                  <a:lnTo>
                    <a:pt x="2454" y="1668"/>
                  </a:lnTo>
                  <a:lnTo>
                    <a:pt x="2436" y="1704"/>
                  </a:lnTo>
                  <a:lnTo>
                    <a:pt x="2436" y="1710"/>
                  </a:lnTo>
                  <a:lnTo>
                    <a:pt x="2448" y="1722"/>
                  </a:lnTo>
                  <a:lnTo>
                    <a:pt x="2454" y="1722"/>
                  </a:lnTo>
                  <a:lnTo>
                    <a:pt x="2460" y="1734"/>
                  </a:lnTo>
                  <a:lnTo>
                    <a:pt x="2436" y="1758"/>
                  </a:lnTo>
                  <a:lnTo>
                    <a:pt x="2454" y="1806"/>
                  </a:lnTo>
                  <a:lnTo>
                    <a:pt x="2472" y="1788"/>
                  </a:lnTo>
                  <a:lnTo>
                    <a:pt x="2478" y="1788"/>
                  </a:lnTo>
                  <a:lnTo>
                    <a:pt x="2478" y="1794"/>
                  </a:lnTo>
                  <a:lnTo>
                    <a:pt x="2472" y="1800"/>
                  </a:lnTo>
                  <a:lnTo>
                    <a:pt x="2466" y="1812"/>
                  </a:lnTo>
                  <a:lnTo>
                    <a:pt x="2466" y="1818"/>
                  </a:lnTo>
                  <a:lnTo>
                    <a:pt x="2460" y="1830"/>
                  </a:lnTo>
                  <a:lnTo>
                    <a:pt x="2478" y="1830"/>
                  </a:lnTo>
                  <a:lnTo>
                    <a:pt x="2478" y="1878"/>
                  </a:lnTo>
                  <a:lnTo>
                    <a:pt x="2496" y="1878"/>
                  </a:lnTo>
                  <a:lnTo>
                    <a:pt x="2502" y="1884"/>
                  </a:lnTo>
                  <a:lnTo>
                    <a:pt x="2508" y="1884"/>
                  </a:lnTo>
                  <a:lnTo>
                    <a:pt x="2508" y="1896"/>
                  </a:lnTo>
                  <a:lnTo>
                    <a:pt x="2502" y="1908"/>
                  </a:lnTo>
                  <a:lnTo>
                    <a:pt x="2502" y="1920"/>
                  </a:lnTo>
                  <a:lnTo>
                    <a:pt x="2526" y="1944"/>
                  </a:lnTo>
                  <a:lnTo>
                    <a:pt x="2532" y="1944"/>
                  </a:lnTo>
                  <a:lnTo>
                    <a:pt x="2538" y="1938"/>
                  </a:lnTo>
                  <a:lnTo>
                    <a:pt x="2550" y="1932"/>
                  </a:lnTo>
                  <a:lnTo>
                    <a:pt x="2556" y="1932"/>
                  </a:lnTo>
                  <a:lnTo>
                    <a:pt x="2562" y="1926"/>
                  </a:lnTo>
                  <a:lnTo>
                    <a:pt x="2568" y="1914"/>
                  </a:lnTo>
                  <a:lnTo>
                    <a:pt x="2568" y="1896"/>
                  </a:lnTo>
                  <a:lnTo>
                    <a:pt x="2586" y="1896"/>
                  </a:lnTo>
                  <a:lnTo>
                    <a:pt x="2586" y="1872"/>
                  </a:lnTo>
                  <a:lnTo>
                    <a:pt x="2604" y="1836"/>
                  </a:lnTo>
                  <a:lnTo>
                    <a:pt x="2604" y="1818"/>
                  </a:lnTo>
                  <a:lnTo>
                    <a:pt x="2610" y="1806"/>
                  </a:lnTo>
                  <a:lnTo>
                    <a:pt x="2610" y="1794"/>
                  </a:lnTo>
                  <a:lnTo>
                    <a:pt x="2604" y="1782"/>
                  </a:lnTo>
                  <a:lnTo>
                    <a:pt x="2604" y="1770"/>
                  </a:lnTo>
                  <a:lnTo>
                    <a:pt x="2598" y="1752"/>
                  </a:lnTo>
                  <a:lnTo>
                    <a:pt x="2592" y="1740"/>
                  </a:lnTo>
                  <a:lnTo>
                    <a:pt x="2586" y="1722"/>
                  </a:lnTo>
                  <a:lnTo>
                    <a:pt x="2586" y="1704"/>
                  </a:lnTo>
                  <a:lnTo>
                    <a:pt x="2592" y="1686"/>
                  </a:lnTo>
                  <a:lnTo>
                    <a:pt x="2598" y="1674"/>
                  </a:lnTo>
                  <a:lnTo>
                    <a:pt x="2598" y="1644"/>
                  </a:lnTo>
                  <a:lnTo>
                    <a:pt x="2592" y="1626"/>
                  </a:lnTo>
                  <a:lnTo>
                    <a:pt x="2586" y="1614"/>
                  </a:lnTo>
                  <a:lnTo>
                    <a:pt x="2580" y="1596"/>
                  </a:lnTo>
                  <a:lnTo>
                    <a:pt x="2574" y="1584"/>
                  </a:lnTo>
                  <a:lnTo>
                    <a:pt x="2574" y="1518"/>
                  </a:lnTo>
                  <a:lnTo>
                    <a:pt x="2580" y="1488"/>
                  </a:lnTo>
                  <a:lnTo>
                    <a:pt x="2586" y="1470"/>
                  </a:lnTo>
                  <a:lnTo>
                    <a:pt x="2598" y="1452"/>
                  </a:lnTo>
                  <a:lnTo>
                    <a:pt x="2604" y="1440"/>
                  </a:lnTo>
                  <a:lnTo>
                    <a:pt x="2610" y="1422"/>
                  </a:lnTo>
                  <a:lnTo>
                    <a:pt x="2616" y="1416"/>
                  </a:lnTo>
                  <a:lnTo>
                    <a:pt x="2616" y="1410"/>
                  </a:lnTo>
                  <a:lnTo>
                    <a:pt x="2628" y="1398"/>
                  </a:lnTo>
                  <a:lnTo>
                    <a:pt x="2652" y="1380"/>
                  </a:lnTo>
                  <a:lnTo>
                    <a:pt x="2658" y="1356"/>
                  </a:lnTo>
                  <a:lnTo>
                    <a:pt x="2670" y="1368"/>
                  </a:lnTo>
                  <a:lnTo>
                    <a:pt x="2676" y="1344"/>
                  </a:lnTo>
                  <a:lnTo>
                    <a:pt x="2730" y="1344"/>
                  </a:lnTo>
                  <a:lnTo>
                    <a:pt x="2730" y="1314"/>
                  </a:lnTo>
                  <a:lnTo>
                    <a:pt x="2748" y="1320"/>
                  </a:lnTo>
                  <a:lnTo>
                    <a:pt x="2754" y="1308"/>
                  </a:lnTo>
                  <a:lnTo>
                    <a:pt x="2772" y="1308"/>
                  </a:lnTo>
                  <a:lnTo>
                    <a:pt x="2796" y="1278"/>
                  </a:lnTo>
                  <a:lnTo>
                    <a:pt x="2796" y="1272"/>
                  </a:lnTo>
                  <a:lnTo>
                    <a:pt x="2802" y="1266"/>
                  </a:lnTo>
                  <a:lnTo>
                    <a:pt x="2814" y="1242"/>
                  </a:lnTo>
                  <a:lnTo>
                    <a:pt x="2832" y="1236"/>
                  </a:lnTo>
                  <a:lnTo>
                    <a:pt x="2862" y="1236"/>
                  </a:lnTo>
                  <a:lnTo>
                    <a:pt x="2874" y="1242"/>
                  </a:lnTo>
                  <a:lnTo>
                    <a:pt x="2886" y="1242"/>
                  </a:lnTo>
                  <a:lnTo>
                    <a:pt x="2892" y="1236"/>
                  </a:lnTo>
                  <a:lnTo>
                    <a:pt x="2904" y="1212"/>
                  </a:lnTo>
                  <a:lnTo>
                    <a:pt x="2910" y="1206"/>
                  </a:lnTo>
                  <a:lnTo>
                    <a:pt x="2916" y="1194"/>
                  </a:lnTo>
                  <a:lnTo>
                    <a:pt x="2928" y="1200"/>
                  </a:lnTo>
                  <a:lnTo>
                    <a:pt x="2934" y="1176"/>
                  </a:lnTo>
                  <a:lnTo>
                    <a:pt x="3018" y="1170"/>
                  </a:lnTo>
                  <a:lnTo>
                    <a:pt x="3024" y="1146"/>
                  </a:lnTo>
                  <a:lnTo>
                    <a:pt x="2982" y="1152"/>
                  </a:lnTo>
                  <a:lnTo>
                    <a:pt x="2988" y="1146"/>
                  </a:lnTo>
                  <a:lnTo>
                    <a:pt x="3000" y="1140"/>
                  </a:lnTo>
                  <a:lnTo>
                    <a:pt x="3006" y="1140"/>
                  </a:lnTo>
                  <a:lnTo>
                    <a:pt x="3006" y="1134"/>
                  </a:lnTo>
                  <a:lnTo>
                    <a:pt x="3000" y="1128"/>
                  </a:lnTo>
                  <a:lnTo>
                    <a:pt x="2994" y="1116"/>
                  </a:lnTo>
                  <a:lnTo>
                    <a:pt x="2988" y="1110"/>
                  </a:lnTo>
                  <a:lnTo>
                    <a:pt x="3024" y="1104"/>
                  </a:lnTo>
                  <a:lnTo>
                    <a:pt x="3048" y="1116"/>
                  </a:lnTo>
                  <a:lnTo>
                    <a:pt x="3078" y="1080"/>
                  </a:lnTo>
                  <a:lnTo>
                    <a:pt x="3024" y="1074"/>
                  </a:lnTo>
                  <a:lnTo>
                    <a:pt x="3024" y="1050"/>
                  </a:lnTo>
                  <a:lnTo>
                    <a:pt x="3036" y="1062"/>
                  </a:lnTo>
                  <a:lnTo>
                    <a:pt x="3078" y="1050"/>
                  </a:lnTo>
                  <a:lnTo>
                    <a:pt x="3084" y="990"/>
                  </a:lnTo>
                  <a:lnTo>
                    <a:pt x="3054" y="1002"/>
                  </a:lnTo>
                  <a:lnTo>
                    <a:pt x="3048" y="972"/>
                  </a:lnTo>
                  <a:lnTo>
                    <a:pt x="3024" y="960"/>
                  </a:lnTo>
                  <a:lnTo>
                    <a:pt x="3072" y="978"/>
                  </a:lnTo>
                  <a:lnTo>
                    <a:pt x="3078" y="972"/>
                  </a:lnTo>
                  <a:lnTo>
                    <a:pt x="3060" y="954"/>
                  </a:lnTo>
                  <a:lnTo>
                    <a:pt x="3090" y="954"/>
                  </a:lnTo>
                  <a:lnTo>
                    <a:pt x="3084" y="948"/>
                  </a:lnTo>
                  <a:lnTo>
                    <a:pt x="3078" y="936"/>
                  </a:lnTo>
                  <a:lnTo>
                    <a:pt x="3060" y="918"/>
                  </a:lnTo>
                  <a:lnTo>
                    <a:pt x="3054" y="906"/>
                  </a:lnTo>
                  <a:lnTo>
                    <a:pt x="3054" y="894"/>
                  </a:lnTo>
                  <a:lnTo>
                    <a:pt x="3060" y="888"/>
                  </a:lnTo>
                  <a:lnTo>
                    <a:pt x="3042" y="870"/>
                  </a:lnTo>
                  <a:lnTo>
                    <a:pt x="3042" y="864"/>
                  </a:lnTo>
                  <a:lnTo>
                    <a:pt x="3048" y="864"/>
                  </a:lnTo>
                  <a:lnTo>
                    <a:pt x="3066" y="846"/>
                  </a:lnTo>
                  <a:lnTo>
                    <a:pt x="3072" y="846"/>
                  </a:lnTo>
                  <a:lnTo>
                    <a:pt x="3066" y="870"/>
                  </a:lnTo>
                  <a:lnTo>
                    <a:pt x="3096" y="894"/>
                  </a:lnTo>
                  <a:lnTo>
                    <a:pt x="3096" y="888"/>
                  </a:lnTo>
                  <a:lnTo>
                    <a:pt x="3102" y="882"/>
                  </a:lnTo>
                  <a:lnTo>
                    <a:pt x="3102" y="864"/>
                  </a:lnTo>
                  <a:lnTo>
                    <a:pt x="3108" y="852"/>
                  </a:lnTo>
                  <a:lnTo>
                    <a:pt x="3108" y="834"/>
                  </a:lnTo>
                  <a:lnTo>
                    <a:pt x="3114" y="822"/>
                  </a:lnTo>
                  <a:lnTo>
                    <a:pt x="3144" y="792"/>
                  </a:lnTo>
                  <a:lnTo>
                    <a:pt x="3156" y="786"/>
                  </a:lnTo>
                  <a:lnTo>
                    <a:pt x="3162" y="786"/>
                  </a:lnTo>
                  <a:lnTo>
                    <a:pt x="3162" y="792"/>
                  </a:lnTo>
                  <a:lnTo>
                    <a:pt x="3150" y="816"/>
                  </a:lnTo>
                  <a:lnTo>
                    <a:pt x="3132" y="834"/>
                  </a:lnTo>
                  <a:lnTo>
                    <a:pt x="3126" y="846"/>
                  </a:lnTo>
                  <a:lnTo>
                    <a:pt x="3120" y="882"/>
                  </a:lnTo>
                  <a:lnTo>
                    <a:pt x="3138" y="882"/>
                  </a:lnTo>
                  <a:lnTo>
                    <a:pt x="3138" y="894"/>
                  </a:lnTo>
                  <a:lnTo>
                    <a:pt x="3132" y="906"/>
                  </a:lnTo>
                  <a:lnTo>
                    <a:pt x="3132" y="918"/>
                  </a:lnTo>
                  <a:lnTo>
                    <a:pt x="3114" y="936"/>
                  </a:lnTo>
                  <a:lnTo>
                    <a:pt x="3102" y="960"/>
                  </a:lnTo>
                  <a:lnTo>
                    <a:pt x="3102" y="978"/>
                  </a:lnTo>
                  <a:lnTo>
                    <a:pt x="3126" y="954"/>
                  </a:lnTo>
                  <a:lnTo>
                    <a:pt x="3132" y="942"/>
                  </a:lnTo>
                  <a:lnTo>
                    <a:pt x="3144" y="930"/>
                  </a:lnTo>
                  <a:lnTo>
                    <a:pt x="3168" y="918"/>
                  </a:lnTo>
                  <a:lnTo>
                    <a:pt x="3180" y="906"/>
                  </a:lnTo>
                  <a:lnTo>
                    <a:pt x="3192" y="882"/>
                  </a:lnTo>
                  <a:lnTo>
                    <a:pt x="3192" y="798"/>
                  </a:lnTo>
                  <a:lnTo>
                    <a:pt x="3198" y="780"/>
                  </a:lnTo>
                  <a:lnTo>
                    <a:pt x="3198" y="768"/>
                  </a:lnTo>
                  <a:lnTo>
                    <a:pt x="3204" y="756"/>
                  </a:lnTo>
                  <a:lnTo>
                    <a:pt x="3210" y="756"/>
                  </a:lnTo>
                  <a:lnTo>
                    <a:pt x="3210" y="768"/>
                  </a:lnTo>
                  <a:lnTo>
                    <a:pt x="3204" y="780"/>
                  </a:lnTo>
                  <a:lnTo>
                    <a:pt x="3204" y="798"/>
                  </a:lnTo>
                  <a:lnTo>
                    <a:pt x="3210" y="798"/>
                  </a:lnTo>
                  <a:lnTo>
                    <a:pt x="3216" y="804"/>
                  </a:lnTo>
                  <a:lnTo>
                    <a:pt x="3216" y="840"/>
                  </a:lnTo>
                  <a:lnTo>
                    <a:pt x="3234" y="822"/>
                  </a:lnTo>
                  <a:lnTo>
                    <a:pt x="3240" y="810"/>
                  </a:lnTo>
                  <a:lnTo>
                    <a:pt x="3288" y="762"/>
                  </a:lnTo>
                  <a:lnTo>
                    <a:pt x="3300" y="756"/>
                  </a:lnTo>
                  <a:lnTo>
                    <a:pt x="3324" y="732"/>
                  </a:lnTo>
                  <a:lnTo>
                    <a:pt x="3324" y="726"/>
                  </a:lnTo>
                  <a:lnTo>
                    <a:pt x="3318" y="720"/>
                  </a:lnTo>
                  <a:lnTo>
                    <a:pt x="3312" y="720"/>
                  </a:lnTo>
                  <a:lnTo>
                    <a:pt x="3306" y="714"/>
                  </a:lnTo>
                  <a:lnTo>
                    <a:pt x="3306" y="702"/>
                  </a:lnTo>
                  <a:lnTo>
                    <a:pt x="3312" y="696"/>
                  </a:lnTo>
                  <a:lnTo>
                    <a:pt x="3324" y="696"/>
                  </a:lnTo>
                  <a:lnTo>
                    <a:pt x="3330" y="702"/>
                  </a:lnTo>
                  <a:lnTo>
                    <a:pt x="3360" y="702"/>
                  </a:lnTo>
                  <a:lnTo>
                    <a:pt x="3390" y="696"/>
                  </a:lnTo>
                  <a:lnTo>
                    <a:pt x="3450" y="672"/>
                  </a:lnTo>
                  <a:lnTo>
                    <a:pt x="3462" y="666"/>
                  </a:lnTo>
                  <a:lnTo>
                    <a:pt x="3444" y="660"/>
                  </a:lnTo>
                  <a:lnTo>
                    <a:pt x="3438" y="660"/>
                  </a:lnTo>
                  <a:lnTo>
                    <a:pt x="3432" y="666"/>
                  </a:lnTo>
                  <a:lnTo>
                    <a:pt x="3414" y="672"/>
                  </a:lnTo>
                  <a:lnTo>
                    <a:pt x="3402" y="672"/>
                  </a:lnTo>
                  <a:lnTo>
                    <a:pt x="3390" y="678"/>
                  </a:lnTo>
                  <a:lnTo>
                    <a:pt x="3372" y="678"/>
                  </a:lnTo>
                  <a:lnTo>
                    <a:pt x="3360" y="684"/>
                  </a:lnTo>
                  <a:lnTo>
                    <a:pt x="3348" y="684"/>
                  </a:lnTo>
                  <a:lnTo>
                    <a:pt x="3342" y="678"/>
                  </a:lnTo>
                  <a:lnTo>
                    <a:pt x="3342" y="672"/>
                  </a:lnTo>
                  <a:lnTo>
                    <a:pt x="3348" y="666"/>
                  </a:lnTo>
                  <a:lnTo>
                    <a:pt x="3354" y="654"/>
                  </a:lnTo>
                  <a:lnTo>
                    <a:pt x="3366" y="654"/>
                  </a:lnTo>
                  <a:lnTo>
                    <a:pt x="3378" y="648"/>
                  </a:lnTo>
                  <a:lnTo>
                    <a:pt x="3402" y="648"/>
                  </a:lnTo>
                  <a:lnTo>
                    <a:pt x="3492" y="642"/>
                  </a:lnTo>
                  <a:lnTo>
                    <a:pt x="3534" y="606"/>
                  </a:lnTo>
                  <a:lnTo>
                    <a:pt x="3546" y="618"/>
                  </a:lnTo>
                  <a:lnTo>
                    <a:pt x="3570" y="606"/>
                  </a:lnTo>
                  <a:lnTo>
                    <a:pt x="3570" y="642"/>
                  </a:lnTo>
                  <a:lnTo>
                    <a:pt x="3600" y="618"/>
                  </a:lnTo>
                  <a:lnTo>
                    <a:pt x="3624" y="612"/>
                  </a:lnTo>
                  <a:lnTo>
                    <a:pt x="3630" y="582"/>
                  </a:lnTo>
                  <a:lnTo>
                    <a:pt x="3618" y="570"/>
                  </a:lnTo>
                  <a:lnTo>
                    <a:pt x="3612" y="600"/>
                  </a:lnTo>
                  <a:lnTo>
                    <a:pt x="3588" y="600"/>
                  </a:lnTo>
                  <a:lnTo>
                    <a:pt x="3588" y="576"/>
                  </a:lnTo>
                  <a:lnTo>
                    <a:pt x="3570" y="552"/>
                  </a:lnTo>
                  <a:lnTo>
                    <a:pt x="3594" y="540"/>
                  </a:lnTo>
                  <a:lnTo>
                    <a:pt x="3600" y="504"/>
                  </a:lnTo>
                  <a:lnTo>
                    <a:pt x="3612" y="498"/>
                  </a:lnTo>
                  <a:lnTo>
                    <a:pt x="3618" y="486"/>
                  </a:lnTo>
                  <a:lnTo>
                    <a:pt x="3630" y="480"/>
                  </a:lnTo>
                  <a:lnTo>
                    <a:pt x="3636" y="474"/>
                  </a:lnTo>
                  <a:lnTo>
                    <a:pt x="3648" y="468"/>
                  </a:lnTo>
                  <a:lnTo>
                    <a:pt x="3654" y="456"/>
                  </a:lnTo>
                  <a:lnTo>
                    <a:pt x="3654" y="450"/>
                  </a:lnTo>
                  <a:lnTo>
                    <a:pt x="3660" y="444"/>
                  </a:lnTo>
                  <a:lnTo>
                    <a:pt x="3660" y="438"/>
                  </a:lnTo>
                  <a:lnTo>
                    <a:pt x="3690" y="444"/>
                  </a:lnTo>
                  <a:lnTo>
                    <a:pt x="3702" y="426"/>
                  </a:lnTo>
                  <a:lnTo>
                    <a:pt x="3708" y="432"/>
                  </a:lnTo>
                  <a:lnTo>
                    <a:pt x="3720" y="432"/>
                  </a:lnTo>
                  <a:lnTo>
                    <a:pt x="3726" y="426"/>
                  </a:lnTo>
                  <a:lnTo>
                    <a:pt x="3738" y="420"/>
                  </a:lnTo>
                  <a:lnTo>
                    <a:pt x="3744" y="408"/>
                  </a:lnTo>
                  <a:lnTo>
                    <a:pt x="3756" y="402"/>
                  </a:lnTo>
                  <a:lnTo>
                    <a:pt x="3774" y="384"/>
                  </a:lnTo>
                  <a:lnTo>
                    <a:pt x="3774" y="414"/>
                  </a:lnTo>
                  <a:lnTo>
                    <a:pt x="3786" y="408"/>
                  </a:lnTo>
                  <a:lnTo>
                    <a:pt x="3792" y="402"/>
                  </a:lnTo>
                  <a:lnTo>
                    <a:pt x="3828" y="384"/>
                  </a:lnTo>
                  <a:lnTo>
                    <a:pt x="3834" y="378"/>
                  </a:lnTo>
                  <a:lnTo>
                    <a:pt x="3846" y="378"/>
                  </a:lnTo>
                  <a:lnTo>
                    <a:pt x="3858" y="372"/>
                  </a:lnTo>
                  <a:lnTo>
                    <a:pt x="3876" y="372"/>
                  </a:lnTo>
                  <a:lnTo>
                    <a:pt x="3888" y="366"/>
                  </a:lnTo>
                  <a:lnTo>
                    <a:pt x="3900" y="366"/>
                  </a:lnTo>
                  <a:lnTo>
                    <a:pt x="3900" y="330"/>
                  </a:lnTo>
                  <a:lnTo>
                    <a:pt x="3876" y="330"/>
                  </a:lnTo>
                  <a:lnTo>
                    <a:pt x="3876" y="324"/>
                  </a:lnTo>
                  <a:lnTo>
                    <a:pt x="3882" y="312"/>
                  </a:lnTo>
                  <a:lnTo>
                    <a:pt x="3894" y="300"/>
                  </a:lnTo>
                  <a:lnTo>
                    <a:pt x="3888" y="294"/>
                  </a:lnTo>
                  <a:lnTo>
                    <a:pt x="3882" y="294"/>
                  </a:lnTo>
                  <a:lnTo>
                    <a:pt x="3876" y="288"/>
                  </a:lnTo>
                  <a:lnTo>
                    <a:pt x="3876" y="276"/>
                  </a:lnTo>
                  <a:lnTo>
                    <a:pt x="3888" y="252"/>
                  </a:lnTo>
                  <a:lnTo>
                    <a:pt x="3900" y="222"/>
                  </a:lnTo>
                  <a:lnTo>
                    <a:pt x="3912" y="198"/>
                  </a:lnTo>
                  <a:lnTo>
                    <a:pt x="3918" y="174"/>
                  </a:lnTo>
                  <a:lnTo>
                    <a:pt x="3918" y="168"/>
                  </a:lnTo>
                  <a:lnTo>
                    <a:pt x="3912" y="162"/>
                  </a:lnTo>
                  <a:lnTo>
                    <a:pt x="3876" y="162"/>
                  </a:lnTo>
                  <a:lnTo>
                    <a:pt x="3864" y="168"/>
                  </a:lnTo>
                  <a:lnTo>
                    <a:pt x="3858" y="168"/>
                  </a:lnTo>
                  <a:close/>
                  <a:moveTo>
                    <a:pt x="2718" y="366"/>
                  </a:moveTo>
                  <a:lnTo>
                    <a:pt x="2712" y="366"/>
                  </a:lnTo>
                  <a:lnTo>
                    <a:pt x="2712" y="354"/>
                  </a:lnTo>
                  <a:lnTo>
                    <a:pt x="2718" y="348"/>
                  </a:lnTo>
                  <a:lnTo>
                    <a:pt x="2718" y="336"/>
                  </a:lnTo>
                  <a:lnTo>
                    <a:pt x="2712" y="336"/>
                  </a:lnTo>
                  <a:lnTo>
                    <a:pt x="2700" y="342"/>
                  </a:lnTo>
                  <a:lnTo>
                    <a:pt x="2694" y="348"/>
                  </a:lnTo>
                  <a:lnTo>
                    <a:pt x="2682" y="354"/>
                  </a:lnTo>
                  <a:lnTo>
                    <a:pt x="2676" y="372"/>
                  </a:lnTo>
                  <a:lnTo>
                    <a:pt x="2664" y="366"/>
                  </a:lnTo>
                  <a:lnTo>
                    <a:pt x="2664" y="378"/>
                  </a:lnTo>
                  <a:lnTo>
                    <a:pt x="2652" y="402"/>
                  </a:lnTo>
                  <a:lnTo>
                    <a:pt x="2628" y="414"/>
                  </a:lnTo>
                  <a:lnTo>
                    <a:pt x="2628" y="426"/>
                  </a:lnTo>
                  <a:lnTo>
                    <a:pt x="2634" y="432"/>
                  </a:lnTo>
                  <a:lnTo>
                    <a:pt x="2628" y="432"/>
                  </a:lnTo>
                  <a:lnTo>
                    <a:pt x="2598" y="462"/>
                  </a:lnTo>
                  <a:lnTo>
                    <a:pt x="2598" y="468"/>
                  </a:lnTo>
                  <a:lnTo>
                    <a:pt x="2604" y="474"/>
                  </a:lnTo>
                  <a:lnTo>
                    <a:pt x="2610" y="474"/>
                  </a:lnTo>
                  <a:lnTo>
                    <a:pt x="2616" y="480"/>
                  </a:lnTo>
                  <a:lnTo>
                    <a:pt x="2616" y="492"/>
                  </a:lnTo>
                  <a:lnTo>
                    <a:pt x="2610" y="498"/>
                  </a:lnTo>
                  <a:lnTo>
                    <a:pt x="2604" y="498"/>
                  </a:lnTo>
                  <a:lnTo>
                    <a:pt x="2604" y="510"/>
                  </a:lnTo>
                  <a:lnTo>
                    <a:pt x="2592" y="534"/>
                  </a:lnTo>
                  <a:lnTo>
                    <a:pt x="2580" y="552"/>
                  </a:lnTo>
                  <a:lnTo>
                    <a:pt x="2550" y="582"/>
                  </a:lnTo>
                  <a:lnTo>
                    <a:pt x="2478" y="618"/>
                  </a:lnTo>
                  <a:lnTo>
                    <a:pt x="2484" y="588"/>
                  </a:lnTo>
                  <a:lnTo>
                    <a:pt x="2478" y="582"/>
                  </a:lnTo>
                  <a:lnTo>
                    <a:pt x="2478" y="576"/>
                  </a:lnTo>
                  <a:lnTo>
                    <a:pt x="2472" y="570"/>
                  </a:lnTo>
                  <a:lnTo>
                    <a:pt x="2472" y="564"/>
                  </a:lnTo>
                  <a:lnTo>
                    <a:pt x="2478" y="552"/>
                  </a:lnTo>
                  <a:lnTo>
                    <a:pt x="2496" y="534"/>
                  </a:lnTo>
                  <a:lnTo>
                    <a:pt x="2502" y="522"/>
                  </a:lnTo>
                  <a:lnTo>
                    <a:pt x="2502" y="516"/>
                  </a:lnTo>
                  <a:lnTo>
                    <a:pt x="2496" y="510"/>
                  </a:lnTo>
                  <a:lnTo>
                    <a:pt x="2496" y="492"/>
                  </a:lnTo>
                  <a:lnTo>
                    <a:pt x="2502" y="480"/>
                  </a:lnTo>
                  <a:lnTo>
                    <a:pt x="2508" y="474"/>
                  </a:lnTo>
                  <a:lnTo>
                    <a:pt x="2514" y="462"/>
                  </a:lnTo>
                  <a:lnTo>
                    <a:pt x="2526" y="456"/>
                  </a:lnTo>
                  <a:lnTo>
                    <a:pt x="2532" y="450"/>
                  </a:lnTo>
                  <a:lnTo>
                    <a:pt x="2532" y="432"/>
                  </a:lnTo>
                  <a:lnTo>
                    <a:pt x="2538" y="432"/>
                  </a:lnTo>
                  <a:lnTo>
                    <a:pt x="2622" y="348"/>
                  </a:lnTo>
                  <a:lnTo>
                    <a:pt x="2592" y="354"/>
                  </a:lnTo>
                  <a:lnTo>
                    <a:pt x="2580" y="360"/>
                  </a:lnTo>
                  <a:lnTo>
                    <a:pt x="2574" y="366"/>
                  </a:lnTo>
                  <a:lnTo>
                    <a:pt x="2562" y="372"/>
                  </a:lnTo>
                  <a:lnTo>
                    <a:pt x="2556" y="378"/>
                  </a:lnTo>
                  <a:lnTo>
                    <a:pt x="2550" y="378"/>
                  </a:lnTo>
                  <a:lnTo>
                    <a:pt x="2550" y="372"/>
                  </a:lnTo>
                  <a:lnTo>
                    <a:pt x="2556" y="366"/>
                  </a:lnTo>
                  <a:lnTo>
                    <a:pt x="2568" y="360"/>
                  </a:lnTo>
                  <a:lnTo>
                    <a:pt x="2592" y="336"/>
                  </a:lnTo>
                  <a:lnTo>
                    <a:pt x="2604" y="330"/>
                  </a:lnTo>
                  <a:lnTo>
                    <a:pt x="2658" y="276"/>
                  </a:lnTo>
                  <a:lnTo>
                    <a:pt x="2670" y="288"/>
                  </a:lnTo>
                  <a:lnTo>
                    <a:pt x="2682" y="276"/>
                  </a:lnTo>
                  <a:lnTo>
                    <a:pt x="2682" y="288"/>
                  </a:lnTo>
                  <a:lnTo>
                    <a:pt x="2694" y="288"/>
                  </a:lnTo>
                  <a:lnTo>
                    <a:pt x="2700" y="282"/>
                  </a:lnTo>
                  <a:lnTo>
                    <a:pt x="2700" y="270"/>
                  </a:lnTo>
                  <a:lnTo>
                    <a:pt x="2724" y="276"/>
                  </a:lnTo>
                  <a:lnTo>
                    <a:pt x="2736" y="270"/>
                  </a:lnTo>
                  <a:lnTo>
                    <a:pt x="2742" y="270"/>
                  </a:lnTo>
                  <a:lnTo>
                    <a:pt x="2754" y="264"/>
                  </a:lnTo>
                  <a:lnTo>
                    <a:pt x="2772" y="264"/>
                  </a:lnTo>
                  <a:lnTo>
                    <a:pt x="2784" y="270"/>
                  </a:lnTo>
                  <a:lnTo>
                    <a:pt x="2790" y="276"/>
                  </a:lnTo>
                  <a:lnTo>
                    <a:pt x="2796" y="288"/>
                  </a:lnTo>
                  <a:lnTo>
                    <a:pt x="2772" y="294"/>
                  </a:lnTo>
                  <a:lnTo>
                    <a:pt x="2772" y="318"/>
                  </a:lnTo>
                  <a:lnTo>
                    <a:pt x="2742" y="318"/>
                  </a:lnTo>
                  <a:lnTo>
                    <a:pt x="2736" y="324"/>
                  </a:lnTo>
                  <a:lnTo>
                    <a:pt x="2736" y="360"/>
                  </a:lnTo>
                  <a:lnTo>
                    <a:pt x="2730" y="366"/>
                  </a:lnTo>
                  <a:lnTo>
                    <a:pt x="2718" y="36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8" name="Uganda" descr="© INSCALE GmbH, 05.05.2010&#10;http://www.presentationload.com/">
              <a:extLst>
                <a:ext uri="{FF2B5EF4-FFF2-40B4-BE49-F238E27FC236}">
                  <a16:creationId xmlns:a16="http://schemas.microsoft.com/office/drawing/2014/main" id="{92AF0DA8-5A46-414C-A7FD-2275F9D43065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4429893" y="2891540"/>
              <a:ext cx="129243" cy="151563"/>
            </a:xfrm>
            <a:custGeom>
              <a:avLst/>
              <a:gdLst>
                <a:gd name="T0" fmla="*/ 2147483647 w 390"/>
                <a:gd name="T1" fmla="*/ 2147483647 h 462"/>
                <a:gd name="T2" fmla="*/ 2147483647 w 390"/>
                <a:gd name="T3" fmla="*/ 2147483647 h 462"/>
                <a:gd name="T4" fmla="*/ 2147483647 w 390"/>
                <a:gd name="T5" fmla="*/ 2147483647 h 462"/>
                <a:gd name="T6" fmla="*/ 2147483647 w 390"/>
                <a:gd name="T7" fmla="*/ 2147483647 h 462"/>
                <a:gd name="T8" fmla="*/ 2147483647 w 390"/>
                <a:gd name="T9" fmla="*/ 2147483647 h 462"/>
                <a:gd name="T10" fmla="*/ 2147483647 w 390"/>
                <a:gd name="T11" fmla="*/ 2147483647 h 462"/>
                <a:gd name="T12" fmla="*/ 2147483647 w 390"/>
                <a:gd name="T13" fmla="*/ 2147483647 h 462"/>
                <a:gd name="T14" fmla="*/ 2147483647 w 390"/>
                <a:gd name="T15" fmla="*/ 2147483647 h 462"/>
                <a:gd name="T16" fmla="*/ 2147483647 w 390"/>
                <a:gd name="T17" fmla="*/ 2147483647 h 462"/>
                <a:gd name="T18" fmla="*/ 2147483647 w 390"/>
                <a:gd name="T19" fmla="*/ 2147483647 h 462"/>
                <a:gd name="T20" fmla="*/ 2147483647 w 390"/>
                <a:gd name="T21" fmla="*/ 2147483647 h 462"/>
                <a:gd name="T22" fmla="*/ 2147483647 w 390"/>
                <a:gd name="T23" fmla="*/ 2147483647 h 462"/>
                <a:gd name="T24" fmla="*/ 2147483647 w 390"/>
                <a:gd name="T25" fmla="*/ 0 h 462"/>
                <a:gd name="T26" fmla="*/ 2147483647 w 390"/>
                <a:gd name="T27" fmla="*/ 2147483647 h 462"/>
                <a:gd name="T28" fmla="*/ 2147483647 w 390"/>
                <a:gd name="T29" fmla="*/ 2147483647 h 462"/>
                <a:gd name="T30" fmla="*/ 2147483647 w 390"/>
                <a:gd name="T31" fmla="*/ 2147483647 h 462"/>
                <a:gd name="T32" fmla="*/ 2147483647 w 390"/>
                <a:gd name="T33" fmla="*/ 2147483647 h 462"/>
                <a:gd name="T34" fmla="*/ 2147483647 w 390"/>
                <a:gd name="T35" fmla="*/ 2147483647 h 462"/>
                <a:gd name="T36" fmla="*/ 2147483647 w 390"/>
                <a:gd name="T37" fmla="*/ 2147483647 h 462"/>
                <a:gd name="T38" fmla="*/ 2147483647 w 390"/>
                <a:gd name="T39" fmla="*/ 2147483647 h 462"/>
                <a:gd name="T40" fmla="*/ 2147483647 w 390"/>
                <a:gd name="T41" fmla="*/ 2147483647 h 462"/>
                <a:gd name="T42" fmla="*/ 2147483647 w 390"/>
                <a:gd name="T43" fmla="*/ 2147483647 h 462"/>
                <a:gd name="T44" fmla="*/ 2147483647 w 390"/>
                <a:gd name="T45" fmla="*/ 2147483647 h 462"/>
                <a:gd name="T46" fmla="*/ 2147483647 w 390"/>
                <a:gd name="T47" fmla="*/ 2147483647 h 462"/>
                <a:gd name="T48" fmla="*/ 2147483647 w 390"/>
                <a:gd name="T49" fmla="*/ 2147483647 h 462"/>
                <a:gd name="T50" fmla="*/ 2147483647 w 390"/>
                <a:gd name="T51" fmla="*/ 2147483647 h 462"/>
                <a:gd name="T52" fmla="*/ 2147483647 w 390"/>
                <a:gd name="T53" fmla="*/ 2147483647 h 462"/>
                <a:gd name="T54" fmla="*/ 2147483647 w 390"/>
                <a:gd name="T55" fmla="*/ 2147483647 h 462"/>
                <a:gd name="T56" fmla="*/ 2147483647 w 390"/>
                <a:gd name="T57" fmla="*/ 2147483647 h 462"/>
                <a:gd name="T58" fmla="*/ 2147483647 w 390"/>
                <a:gd name="T59" fmla="*/ 2147483647 h 462"/>
                <a:gd name="T60" fmla="*/ 2147483647 w 390"/>
                <a:gd name="T61" fmla="*/ 2147483647 h 462"/>
                <a:gd name="T62" fmla="*/ 2147483647 w 390"/>
                <a:gd name="T63" fmla="*/ 2147483647 h 462"/>
                <a:gd name="T64" fmla="*/ 2147483647 w 390"/>
                <a:gd name="T65" fmla="*/ 2147483647 h 462"/>
                <a:gd name="T66" fmla="*/ 2147483647 w 390"/>
                <a:gd name="T67" fmla="*/ 2147483647 h 462"/>
                <a:gd name="T68" fmla="*/ 2147483647 w 390"/>
                <a:gd name="T69" fmla="*/ 2147483647 h 462"/>
                <a:gd name="T70" fmla="*/ 2147483647 w 390"/>
                <a:gd name="T71" fmla="*/ 2147483647 h 462"/>
                <a:gd name="T72" fmla="*/ 2147483647 w 390"/>
                <a:gd name="T73" fmla="*/ 2147483647 h 462"/>
                <a:gd name="T74" fmla="*/ 2147483647 w 390"/>
                <a:gd name="T75" fmla="*/ 2147483647 h 462"/>
                <a:gd name="T76" fmla="*/ 2147483647 w 390"/>
                <a:gd name="T77" fmla="*/ 2147483647 h 462"/>
                <a:gd name="T78" fmla="*/ 2147483647 w 390"/>
                <a:gd name="T79" fmla="*/ 2147483647 h 462"/>
                <a:gd name="T80" fmla="*/ 2147483647 w 390"/>
                <a:gd name="T81" fmla="*/ 2147483647 h 462"/>
                <a:gd name="T82" fmla="*/ 2147483647 w 390"/>
                <a:gd name="T83" fmla="*/ 2147483647 h 462"/>
                <a:gd name="T84" fmla="*/ 2147483647 w 390"/>
                <a:gd name="T85" fmla="*/ 2147483647 h 462"/>
                <a:gd name="T86" fmla="*/ 2147483647 w 390"/>
                <a:gd name="T87" fmla="*/ 2147483647 h 462"/>
                <a:gd name="T88" fmla="*/ 2147483647 w 390"/>
                <a:gd name="T89" fmla="*/ 2147483647 h 462"/>
                <a:gd name="T90" fmla="*/ 2147483647 w 390"/>
                <a:gd name="T91" fmla="*/ 2147483647 h 462"/>
                <a:gd name="T92" fmla="*/ 2147483647 w 390"/>
                <a:gd name="T93" fmla="*/ 2147483647 h 462"/>
                <a:gd name="T94" fmla="*/ 2147483647 w 390"/>
                <a:gd name="T95" fmla="*/ 2147483647 h 462"/>
                <a:gd name="T96" fmla="*/ 2147483647 w 390"/>
                <a:gd name="T97" fmla="*/ 2147483647 h 462"/>
                <a:gd name="T98" fmla="*/ 2147483647 w 390"/>
                <a:gd name="T99" fmla="*/ 2147483647 h 462"/>
                <a:gd name="T100" fmla="*/ 2147483647 w 390"/>
                <a:gd name="T101" fmla="*/ 2147483647 h 462"/>
                <a:gd name="T102" fmla="*/ 2147483647 w 390"/>
                <a:gd name="T103" fmla="*/ 2147483647 h 462"/>
                <a:gd name="T104" fmla="*/ 2147483647 w 390"/>
                <a:gd name="T105" fmla="*/ 2147483647 h 462"/>
                <a:gd name="T106" fmla="*/ 2147483647 w 390"/>
                <a:gd name="T107" fmla="*/ 2147483647 h 46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390"/>
                <a:gd name="T163" fmla="*/ 0 h 462"/>
                <a:gd name="T164" fmla="*/ 390 w 390"/>
                <a:gd name="T165" fmla="*/ 462 h 46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390" h="462">
                  <a:moveTo>
                    <a:pt x="306" y="426"/>
                  </a:moveTo>
                  <a:lnTo>
                    <a:pt x="318" y="426"/>
                  </a:lnTo>
                  <a:lnTo>
                    <a:pt x="318" y="420"/>
                  </a:lnTo>
                  <a:lnTo>
                    <a:pt x="306" y="420"/>
                  </a:lnTo>
                  <a:lnTo>
                    <a:pt x="306" y="426"/>
                  </a:lnTo>
                  <a:close/>
                  <a:moveTo>
                    <a:pt x="390" y="192"/>
                  </a:moveTo>
                  <a:lnTo>
                    <a:pt x="384" y="180"/>
                  </a:lnTo>
                  <a:lnTo>
                    <a:pt x="378" y="174"/>
                  </a:lnTo>
                  <a:lnTo>
                    <a:pt x="366" y="150"/>
                  </a:lnTo>
                  <a:lnTo>
                    <a:pt x="366" y="144"/>
                  </a:lnTo>
                  <a:lnTo>
                    <a:pt x="372" y="138"/>
                  </a:lnTo>
                  <a:lnTo>
                    <a:pt x="378" y="138"/>
                  </a:lnTo>
                  <a:lnTo>
                    <a:pt x="384" y="132"/>
                  </a:lnTo>
                  <a:lnTo>
                    <a:pt x="348" y="90"/>
                  </a:lnTo>
                  <a:lnTo>
                    <a:pt x="354" y="84"/>
                  </a:lnTo>
                  <a:lnTo>
                    <a:pt x="336" y="66"/>
                  </a:lnTo>
                  <a:lnTo>
                    <a:pt x="336" y="60"/>
                  </a:lnTo>
                  <a:lnTo>
                    <a:pt x="342" y="54"/>
                  </a:lnTo>
                  <a:lnTo>
                    <a:pt x="342" y="42"/>
                  </a:lnTo>
                  <a:lnTo>
                    <a:pt x="336" y="42"/>
                  </a:lnTo>
                  <a:lnTo>
                    <a:pt x="336" y="48"/>
                  </a:lnTo>
                  <a:lnTo>
                    <a:pt x="330" y="42"/>
                  </a:lnTo>
                  <a:lnTo>
                    <a:pt x="324" y="42"/>
                  </a:lnTo>
                  <a:lnTo>
                    <a:pt x="324" y="18"/>
                  </a:lnTo>
                  <a:lnTo>
                    <a:pt x="318" y="6"/>
                  </a:lnTo>
                  <a:lnTo>
                    <a:pt x="312" y="0"/>
                  </a:lnTo>
                  <a:lnTo>
                    <a:pt x="300" y="0"/>
                  </a:lnTo>
                  <a:lnTo>
                    <a:pt x="300" y="6"/>
                  </a:lnTo>
                  <a:lnTo>
                    <a:pt x="294" y="12"/>
                  </a:lnTo>
                  <a:lnTo>
                    <a:pt x="294" y="18"/>
                  </a:lnTo>
                  <a:lnTo>
                    <a:pt x="276" y="36"/>
                  </a:lnTo>
                  <a:lnTo>
                    <a:pt x="252" y="36"/>
                  </a:lnTo>
                  <a:lnTo>
                    <a:pt x="246" y="30"/>
                  </a:lnTo>
                  <a:lnTo>
                    <a:pt x="246" y="24"/>
                  </a:lnTo>
                  <a:lnTo>
                    <a:pt x="234" y="24"/>
                  </a:lnTo>
                  <a:lnTo>
                    <a:pt x="222" y="36"/>
                  </a:lnTo>
                  <a:lnTo>
                    <a:pt x="198" y="36"/>
                  </a:lnTo>
                  <a:lnTo>
                    <a:pt x="180" y="60"/>
                  </a:lnTo>
                  <a:lnTo>
                    <a:pt x="156" y="30"/>
                  </a:lnTo>
                  <a:lnTo>
                    <a:pt x="150" y="30"/>
                  </a:lnTo>
                  <a:lnTo>
                    <a:pt x="144" y="36"/>
                  </a:lnTo>
                  <a:lnTo>
                    <a:pt x="144" y="42"/>
                  </a:lnTo>
                  <a:lnTo>
                    <a:pt x="132" y="42"/>
                  </a:lnTo>
                  <a:lnTo>
                    <a:pt x="120" y="36"/>
                  </a:lnTo>
                  <a:lnTo>
                    <a:pt x="114" y="30"/>
                  </a:lnTo>
                  <a:lnTo>
                    <a:pt x="102" y="30"/>
                  </a:lnTo>
                  <a:lnTo>
                    <a:pt x="84" y="48"/>
                  </a:lnTo>
                  <a:lnTo>
                    <a:pt x="90" y="72"/>
                  </a:lnTo>
                  <a:lnTo>
                    <a:pt x="72" y="90"/>
                  </a:lnTo>
                  <a:lnTo>
                    <a:pt x="84" y="96"/>
                  </a:lnTo>
                  <a:lnTo>
                    <a:pt x="90" y="102"/>
                  </a:lnTo>
                  <a:lnTo>
                    <a:pt x="90" y="108"/>
                  </a:lnTo>
                  <a:lnTo>
                    <a:pt x="84" y="114"/>
                  </a:lnTo>
                  <a:lnTo>
                    <a:pt x="78" y="126"/>
                  </a:lnTo>
                  <a:lnTo>
                    <a:pt x="78" y="138"/>
                  </a:lnTo>
                  <a:lnTo>
                    <a:pt x="84" y="144"/>
                  </a:lnTo>
                  <a:lnTo>
                    <a:pt x="96" y="144"/>
                  </a:lnTo>
                  <a:lnTo>
                    <a:pt x="108" y="150"/>
                  </a:lnTo>
                  <a:lnTo>
                    <a:pt x="114" y="156"/>
                  </a:lnTo>
                  <a:lnTo>
                    <a:pt x="114" y="168"/>
                  </a:lnTo>
                  <a:lnTo>
                    <a:pt x="108" y="180"/>
                  </a:lnTo>
                  <a:lnTo>
                    <a:pt x="96" y="192"/>
                  </a:lnTo>
                  <a:lnTo>
                    <a:pt x="84" y="216"/>
                  </a:lnTo>
                  <a:lnTo>
                    <a:pt x="72" y="222"/>
                  </a:lnTo>
                  <a:lnTo>
                    <a:pt x="66" y="234"/>
                  </a:lnTo>
                  <a:lnTo>
                    <a:pt x="42" y="246"/>
                  </a:lnTo>
                  <a:lnTo>
                    <a:pt x="42" y="258"/>
                  </a:lnTo>
                  <a:lnTo>
                    <a:pt x="24" y="270"/>
                  </a:lnTo>
                  <a:lnTo>
                    <a:pt x="6" y="342"/>
                  </a:lnTo>
                  <a:lnTo>
                    <a:pt x="6" y="372"/>
                  </a:lnTo>
                  <a:lnTo>
                    <a:pt x="0" y="450"/>
                  </a:lnTo>
                  <a:lnTo>
                    <a:pt x="12" y="450"/>
                  </a:lnTo>
                  <a:lnTo>
                    <a:pt x="24" y="462"/>
                  </a:lnTo>
                  <a:lnTo>
                    <a:pt x="30" y="462"/>
                  </a:lnTo>
                  <a:lnTo>
                    <a:pt x="42" y="438"/>
                  </a:lnTo>
                  <a:lnTo>
                    <a:pt x="48" y="432"/>
                  </a:lnTo>
                  <a:lnTo>
                    <a:pt x="48" y="426"/>
                  </a:lnTo>
                  <a:lnTo>
                    <a:pt x="72" y="420"/>
                  </a:lnTo>
                  <a:lnTo>
                    <a:pt x="162" y="426"/>
                  </a:lnTo>
                  <a:lnTo>
                    <a:pt x="162" y="414"/>
                  </a:lnTo>
                  <a:lnTo>
                    <a:pt x="156" y="408"/>
                  </a:lnTo>
                  <a:lnTo>
                    <a:pt x="150" y="396"/>
                  </a:lnTo>
                  <a:lnTo>
                    <a:pt x="162" y="372"/>
                  </a:lnTo>
                  <a:lnTo>
                    <a:pt x="168" y="366"/>
                  </a:lnTo>
                  <a:lnTo>
                    <a:pt x="168" y="342"/>
                  </a:lnTo>
                  <a:lnTo>
                    <a:pt x="174" y="336"/>
                  </a:lnTo>
                  <a:lnTo>
                    <a:pt x="186" y="330"/>
                  </a:lnTo>
                  <a:lnTo>
                    <a:pt x="204" y="324"/>
                  </a:lnTo>
                  <a:lnTo>
                    <a:pt x="240" y="324"/>
                  </a:lnTo>
                  <a:lnTo>
                    <a:pt x="252" y="312"/>
                  </a:lnTo>
                  <a:lnTo>
                    <a:pt x="258" y="300"/>
                  </a:lnTo>
                  <a:lnTo>
                    <a:pt x="264" y="300"/>
                  </a:lnTo>
                  <a:lnTo>
                    <a:pt x="264" y="306"/>
                  </a:lnTo>
                  <a:lnTo>
                    <a:pt x="270" y="312"/>
                  </a:lnTo>
                  <a:lnTo>
                    <a:pt x="270" y="330"/>
                  </a:lnTo>
                  <a:lnTo>
                    <a:pt x="276" y="324"/>
                  </a:lnTo>
                  <a:lnTo>
                    <a:pt x="312" y="324"/>
                  </a:lnTo>
                  <a:lnTo>
                    <a:pt x="312" y="330"/>
                  </a:lnTo>
                  <a:lnTo>
                    <a:pt x="312" y="318"/>
                  </a:lnTo>
                  <a:lnTo>
                    <a:pt x="318" y="306"/>
                  </a:lnTo>
                  <a:lnTo>
                    <a:pt x="324" y="300"/>
                  </a:lnTo>
                  <a:lnTo>
                    <a:pt x="330" y="282"/>
                  </a:lnTo>
                  <a:lnTo>
                    <a:pt x="348" y="270"/>
                  </a:lnTo>
                  <a:lnTo>
                    <a:pt x="348" y="246"/>
                  </a:lnTo>
                  <a:lnTo>
                    <a:pt x="354" y="240"/>
                  </a:lnTo>
                  <a:lnTo>
                    <a:pt x="372" y="240"/>
                  </a:lnTo>
                  <a:lnTo>
                    <a:pt x="378" y="216"/>
                  </a:lnTo>
                  <a:lnTo>
                    <a:pt x="390" y="204"/>
                  </a:lnTo>
                  <a:lnTo>
                    <a:pt x="390" y="19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9" name="Tunisia" descr="© INSCALE GmbH, 05.05.2010&#10;http://www.presentationload.com/">
              <a:extLst>
                <a:ext uri="{FF2B5EF4-FFF2-40B4-BE49-F238E27FC236}">
                  <a16:creationId xmlns:a16="http://schemas.microsoft.com/office/drawing/2014/main" id="{C105578F-D9FE-41DB-B261-DC5593CA3386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912927" y="2014270"/>
              <a:ext cx="90469" cy="187528"/>
            </a:xfrm>
            <a:custGeom>
              <a:avLst/>
              <a:gdLst>
                <a:gd name="T0" fmla="*/ 2147483647 w 276"/>
                <a:gd name="T1" fmla="*/ 2147483647 h 570"/>
                <a:gd name="T2" fmla="*/ 2147483647 w 276"/>
                <a:gd name="T3" fmla="*/ 2147483647 h 570"/>
                <a:gd name="T4" fmla="*/ 2147483647 w 276"/>
                <a:gd name="T5" fmla="*/ 2147483647 h 570"/>
                <a:gd name="T6" fmla="*/ 2147483647 w 276"/>
                <a:gd name="T7" fmla="*/ 2147483647 h 570"/>
                <a:gd name="T8" fmla="*/ 2147483647 w 276"/>
                <a:gd name="T9" fmla="*/ 2147483647 h 570"/>
                <a:gd name="T10" fmla="*/ 2147483647 w 276"/>
                <a:gd name="T11" fmla="*/ 2147483647 h 570"/>
                <a:gd name="T12" fmla="*/ 0 w 276"/>
                <a:gd name="T13" fmla="*/ 2147483647 h 570"/>
                <a:gd name="T14" fmla="*/ 2147483647 w 276"/>
                <a:gd name="T15" fmla="*/ 2147483647 h 570"/>
                <a:gd name="T16" fmla="*/ 2147483647 w 276"/>
                <a:gd name="T17" fmla="*/ 2147483647 h 570"/>
                <a:gd name="T18" fmla="*/ 2147483647 w 276"/>
                <a:gd name="T19" fmla="*/ 2147483647 h 570"/>
                <a:gd name="T20" fmla="*/ 2147483647 w 276"/>
                <a:gd name="T21" fmla="*/ 2147483647 h 570"/>
                <a:gd name="T22" fmla="*/ 2147483647 w 276"/>
                <a:gd name="T23" fmla="*/ 2147483647 h 570"/>
                <a:gd name="T24" fmla="*/ 2147483647 w 276"/>
                <a:gd name="T25" fmla="*/ 2147483647 h 570"/>
                <a:gd name="T26" fmla="*/ 2147483647 w 276"/>
                <a:gd name="T27" fmla="*/ 2147483647 h 570"/>
                <a:gd name="T28" fmla="*/ 2147483647 w 276"/>
                <a:gd name="T29" fmla="*/ 2147483647 h 570"/>
                <a:gd name="T30" fmla="*/ 2147483647 w 276"/>
                <a:gd name="T31" fmla="*/ 2147483647 h 570"/>
                <a:gd name="T32" fmla="*/ 2147483647 w 276"/>
                <a:gd name="T33" fmla="*/ 2147483647 h 570"/>
                <a:gd name="T34" fmla="*/ 2147483647 w 276"/>
                <a:gd name="T35" fmla="*/ 2147483647 h 570"/>
                <a:gd name="T36" fmla="*/ 2147483647 w 276"/>
                <a:gd name="T37" fmla="*/ 2147483647 h 570"/>
                <a:gd name="T38" fmla="*/ 2147483647 w 276"/>
                <a:gd name="T39" fmla="*/ 2147483647 h 570"/>
                <a:gd name="T40" fmla="*/ 2147483647 w 276"/>
                <a:gd name="T41" fmla="*/ 2147483647 h 570"/>
                <a:gd name="T42" fmla="*/ 2147483647 w 276"/>
                <a:gd name="T43" fmla="*/ 2147483647 h 570"/>
                <a:gd name="T44" fmla="*/ 2147483647 w 276"/>
                <a:gd name="T45" fmla="*/ 2147483647 h 570"/>
                <a:gd name="T46" fmla="*/ 2147483647 w 276"/>
                <a:gd name="T47" fmla="*/ 2147483647 h 570"/>
                <a:gd name="T48" fmla="*/ 2147483647 w 276"/>
                <a:gd name="T49" fmla="*/ 2147483647 h 570"/>
                <a:gd name="T50" fmla="*/ 2147483647 w 276"/>
                <a:gd name="T51" fmla="*/ 2147483647 h 570"/>
                <a:gd name="T52" fmla="*/ 2147483647 w 276"/>
                <a:gd name="T53" fmla="*/ 2147483647 h 570"/>
                <a:gd name="T54" fmla="*/ 2147483647 w 276"/>
                <a:gd name="T55" fmla="*/ 2147483647 h 570"/>
                <a:gd name="T56" fmla="*/ 2147483647 w 276"/>
                <a:gd name="T57" fmla="*/ 2147483647 h 570"/>
                <a:gd name="T58" fmla="*/ 2147483647 w 276"/>
                <a:gd name="T59" fmla="*/ 2147483647 h 570"/>
                <a:gd name="T60" fmla="*/ 2147483647 w 276"/>
                <a:gd name="T61" fmla="*/ 2147483647 h 570"/>
                <a:gd name="T62" fmla="*/ 2147483647 w 276"/>
                <a:gd name="T63" fmla="*/ 2147483647 h 570"/>
                <a:gd name="T64" fmla="*/ 2147483647 w 276"/>
                <a:gd name="T65" fmla="*/ 2147483647 h 570"/>
                <a:gd name="T66" fmla="*/ 2147483647 w 276"/>
                <a:gd name="T67" fmla="*/ 2147483647 h 570"/>
                <a:gd name="T68" fmla="*/ 2147483647 w 276"/>
                <a:gd name="T69" fmla="*/ 2147483647 h 570"/>
                <a:gd name="T70" fmla="*/ 2147483647 w 276"/>
                <a:gd name="T71" fmla="*/ 2147483647 h 570"/>
                <a:gd name="T72" fmla="*/ 2147483647 w 276"/>
                <a:gd name="T73" fmla="*/ 2147483647 h 570"/>
                <a:gd name="T74" fmla="*/ 2147483647 w 276"/>
                <a:gd name="T75" fmla="*/ 2147483647 h 570"/>
                <a:gd name="T76" fmla="*/ 2147483647 w 276"/>
                <a:gd name="T77" fmla="*/ 2147483647 h 570"/>
                <a:gd name="T78" fmla="*/ 2147483647 w 276"/>
                <a:gd name="T79" fmla="*/ 2147483647 h 570"/>
                <a:gd name="T80" fmla="*/ 2147483647 w 276"/>
                <a:gd name="T81" fmla="*/ 2147483647 h 570"/>
                <a:gd name="T82" fmla="*/ 2147483647 w 276"/>
                <a:gd name="T83" fmla="*/ 2147483647 h 570"/>
                <a:gd name="T84" fmla="*/ 2147483647 w 276"/>
                <a:gd name="T85" fmla="*/ 2147483647 h 570"/>
                <a:gd name="T86" fmla="*/ 2147483647 w 276"/>
                <a:gd name="T87" fmla="*/ 2147483647 h 570"/>
                <a:gd name="T88" fmla="*/ 2147483647 w 276"/>
                <a:gd name="T89" fmla="*/ 0 h 570"/>
                <a:gd name="T90" fmla="*/ 2147483647 w 276"/>
                <a:gd name="T91" fmla="*/ 2147483647 h 570"/>
                <a:gd name="T92" fmla="*/ 2147483647 w 276"/>
                <a:gd name="T93" fmla="*/ 2147483647 h 570"/>
                <a:gd name="T94" fmla="*/ 2147483647 w 276"/>
                <a:gd name="T95" fmla="*/ 2147483647 h 57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76"/>
                <a:gd name="T145" fmla="*/ 0 h 570"/>
                <a:gd name="T146" fmla="*/ 276 w 276"/>
                <a:gd name="T147" fmla="*/ 570 h 57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76" h="570">
                  <a:moveTo>
                    <a:pt x="42" y="60"/>
                  </a:moveTo>
                  <a:lnTo>
                    <a:pt x="60" y="66"/>
                  </a:lnTo>
                  <a:lnTo>
                    <a:pt x="60" y="78"/>
                  </a:lnTo>
                  <a:lnTo>
                    <a:pt x="54" y="90"/>
                  </a:lnTo>
                  <a:lnTo>
                    <a:pt x="54" y="126"/>
                  </a:lnTo>
                  <a:lnTo>
                    <a:pt x="60" y="138"/>
                  </a:lnTo>
                  <a:lnTo>
                    <a:pt x="60" y="180"/>
                  </a:lnTo>
                  <a:lnTo>
                    <a:pt x="54" y="192"/>
                  </a:lnTo>
                  <a:lnTo>
                    <a:pt x="54" y="204"/>
                  </a:lnTo>
                  <a:lnTo>
                    <a:pt x="48" y="210"/>
                  </a:lnTo>
                  <a:lnTo>
                    <a:pt x="48" y="216"/>
                  </a:lnTo>
                  <a:lnTo>
                    <a:pt x="24" y="234"/>
                  </a:lnTo>
                  <a:lnTo>
                    <a:pt x="0" y="258"/>
                  </a:lnTo>
                  <a:lnTo>
                    <a:pt x="0" y="300"/>
                  </a:lnTo>
                  <a:lnTo>
                    <a:pt x="12" y="300"/>
                  </a:lnTo>
                  <a:lnTo>
                    <a:pt x="12" y="330"/>
                  </a:lnTo>
                  <a:lnTo>
                    <a:pt x="24" y="330"/>
                  </a:lnTo>
                  <a:lnTo>
                    <a:pt x="42" y="336"/>
                  </a:lnTo>
                  <a:lnTo>
                    <a:pt x="54" y="348"/>
                  </a:lnTo>
                  <a:lnTo>
                    <a:pt x="54" y="390"/>
                  </a:lnTo>
                  <a:lnTo>
                    <a:pt x="60" y="390"/>
                  </a:lnTo>
                  <a:lnTo>
                    <a:pt x="66" y="396"/>
                  </a:lnTo>
                  <a:lnTo>
                    <a:pt x="90" y="408"/>
                  </a:lnTo>
                  <a:lnTo>
                    <a:pt x="96" y="420"/>
                  </a:lnTo>
                  <a:lnTo>
                    <a:pt x="102" y="426"/>
                  </a:lnTo>
                  <a:lnTo>
                    <a:pt x="108" y="450"/>
                  </a:lnTo>
                  <a:lnTo>
                    <a:pt x="114" y="492"/>
                  </a:lnTo>
                  <a:lnTo>
                    <a:pt x="126" y="540"/>
                  </a:lnTo>
                  <a:lnTo>
                    <a:pt x="138" y="570"/>
                  </a:lnTo>
                  <a:lnTo>
                    <a:pt x="144" y="564"/>
                  </a:lnTo>
                  <a:lnTo>
                    <a:pt x="156" y="564"/>
                  </a:lnTo>
                  <a:lnTo>
                    <a:pt x="186" y="534"/>
                  </a:lnTo>
                  <a:lnTo>
                    <a:pt x="186" y="510"/>
                  </a:lnTo>
                  <a:lnTo>
                    <a:pt x="174" y="486"/>
                  </a:lnTo>
                  <a:lnTo>
                    <a:pt x="174" y="468"/>
                  </a:lnTo>
                  <a:lnTo>
                    <a:pt x="192" y="450"/>
                  </a:lnTo>
                  <a:lnTo>
                    <a:pt x="198" y="450"/>
                  </a:lnTo>
                  <a:lnTo>
                    <a:pt x="204" y="438"/>
                  </a:lnTo>
                  <a:lnTo>
                    <a:pt x="210" y="432"/>
                  </a:lnTo>
                  <a:lnTo>
                    <a:pt x="216" y="420"/>
                  </a:lnTo>
                  <a:lnTo>
                    <a:pt x="222" y="414"/>
                  </a:lnTo>
                  <a:lnTo>
                    <a:pt x="234" y="408"/>
                  </a:lnTo>
                  <a:lnTo>
                    <a:pt x="246" y="408"/>
                  </a:lnTo>
                  <a:lnTo>
                    <a:pt x="270" y="396"/>
                  </a:lnTo>
                  <a:lnTo>
                    <a:pt x="276" y="390"/>
                  </a:lnTo>
                  <a:lnTo>
                    <a:pt x="276" y="384"/>
                  </a:lnTo>
                  <a:lnTo>
                    <a:pt x="264" y="372"/>
                  </a:lnTo>
                  <a:lnTo>
                    <a:pt x="258" y="372"/>
                  </a:lnTo>
                  <a:lnTo>
                    <a:pt x="264" y="330"/>
                  </a:lnTo>
                  <a:lnTo>
                    <a:pt x="252" y="330"/>
                  </a:lnTo>
                  <a:lnTo>
                    <a:pt x="240" y="300"/>
                  </a:lnTo>
                  <a:lnTo>
                    <a:pt x="228" y="294"/>
                  </a:lnTo>
                  <a:lnTo>
                    <a:pt x="222" y="306"/>
                  </a:lnTo>
                  <a:lnTo>
                    <a:pt x="216" y="294"/>
                  </a:lnTo>
                  <a:lnTo>
                    <a:pt x="198" y="294"/>
                  </a:lnTo>
                  <a:lnTo>
                    <a:pt x="186" y="288"/>
                  </a:lnTo>
                  <a:lnTo>
                    <a:pt x="180" y="282"/>
                  </a:lnTo>
                  <a:lnTo>
                    <a:pt x="168" y="276"/>
                  </a:lnTo>
                  <a:lnTo>
                    <a:pt x="168" y="246"/>
                  </a:lnTo>
                  <a:lnTo>
                    <a:pt x="174" y="240"/>
                  </a:lnTo>
                  <a:lnTo>
                    <a:pt x="180" y="240"/>
                  </a:lnTo>
                  <a:lnTo>
                    <a:pt x="234" y="186"/>
                  </a:lnTo>
                  <a:lnTo>
                    <a:pt x="240" y="174"/>
                  </a:lnTo>
                  <a:lnTo>
                    <a:pt x="240" y="156"/>
                  </a:lnTo>
                  <a:lnTo>
                    <a:pt x="234" y="144"/>
                  </a:lnTo>
                  <a:lnTo>
                    <a:pt x="216" y="126"/>
                  </a:lnTo>
                  <a:lnTo>
                    <a:pt x="204" y="120"/>
                  </a:lnTo>
                  <a:lnTo>
                    <a:pt x="198" y="120"/>
                  </a:lnTo>
                  <a:lnTo>
                    <a:pt x="198" y="102"/>
                  </a:lnTo>
                  <a:lnTo>
                    <a:pt x="204" y="90"/>
                  </a:lnTo>
                  <a:lnTo>
                    <a:pt x="204" y="78"/>
                  </a:lnTo>
                  <a:lnTo>
                    <a:pt x="210" y="72"/>
                  </a:lnTo>
                  <a:lnTo>
                    <a:pt x="222" y="66"/>
                  </a:lnTo>
                  <a:lnTo>
                    <a:pt x="228" y="60"/>
                  </a:lnTo>
                  <a:lnTo>
                    <a:pt x="234" y="48"/>
                  </a:lnTo>
                  <a:lnTo>
                    <a:pt x="234" y="36"/>
                  </a:lnTo>
                  <a:lnTo>
                    <a:pt x="240" y="30"/>
                  </a:lnTo>
                  <a:lnTo>
                    <a:pt x="240" y="18"/>
                  </a:lnTo>
                  <a:lnTo>
                    <a:pt x="228" y="18"/>
                  </a:lnTo>
                  <a:lnTo>
                    <a:pt x="222" y="30"/>
                  </a:lnTo>
                  <a:lnTo>
                    <a:pt x="210" y="36"/>
                  </a:lnTo>
                  <a:lnTo>
                    <a:pt x="204" y="48"/>
                  </a:lnTo>
                  <a:lnTo>
                    <a:pt x="192" y="60"/>
                  </a:lnTo>
                  <a:lnTo>
                    <a:pt x="186" y="60"/>
                  </a:lnTo>
                  <a:lnTo>
                    <a:pt x="174" y="54"/>
                  </a:lnTo>
                  <a:lnTo>
                    <a:pt x="162" y="42"/>
                  </a:lnTo>
                  <a:lnTo>
                    <a:pt x="174" y="30"/>
                  </a:lnTo>
                  <a:lnTo>
                    <a:pt x="174" y="24"/>
                  </a:lnTo>
                  <a:lnTo>
                    <a:pt x="180" y="12"/>
                  </a:lnTo>
                  <a:lnTo>
                    <a:pt x="168" y="0"/>
                  </a:lnTo>
                  <a:lnTo>
                    <a:pt x="138" y="0"/>
                  </a:lnTo>
                  <a:lnTo>
                    <a:pt x="126" y="6"/>
                  </a:lnTo>
                  <a:lnTo>
                    <a:pt x="108" y="12"/>
                  </a:lnTo>
                  <a:lnTo>
                    <a:pt x="96" y="18"/>
                  </a:lnTo>
                  <a:lnTo>
                    <a:pt x="84" y="30"/>
                  </a:lnTo>
                  <a:lnTo>
                    <a:pt x="84" y="42"/>
                  </a:lnTo>
                  <a:lnTo>
                    <a:pt x="42" y="6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0" name="Thailand" descr="© INSCALE GmbH, 05.05.2010&#10;http://www.presentationload.com/">
              <a:extLst>
                <a:ext uri="{FF2B5EF4-FFF2-40B4-BE49-F238E27FC236}">
                  <a16:creationId xmlns:a16="http://schemas.microsoft.com/office/drawing/2014/main" id="{C84341F7-F84B-4146-A534-F34913AF0B74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5995010" y="2461251"/>
              <a:ext cx="204203" cy="390469"/>
            </a:xfrm>
            <a:custGeom>
              <a:avLst/>
              <a:gdLst>
                <a:gd name="T0" fmla="*/ 2147483647 w 618"/>
                <a:gd name="T1" fmla="*/ 2147483647 h 1188"/>
                <a:gd name="T2" fmla="*/ 2147483647 w 618"/>
                <a:gd name="T3" fmla="*/ 2147483647 h 1188"/>
                <a:gd name="T4" fmla="*/ 2147483647 w 618"/>
                <a:gd name="T5" fmla="*/ 2147483647 h 1188"/>
                <a:gd name="T6" fmla="*/ 2147483647 w 618"/>
                <a:gd name="T7" fmla="*/ 2147483647 h 1188"/>
                <a:gd name="T8" fmla="*/ 2147483647 w 618"/>
                <a:gd name="T9" fmla="*/ 2147483647 h 1188"/>
                <a:gd name="T10" fmla="*/ 2147483647 w 618"/>
                <a:gd name="T11" fmla="*/ 2147483647 h 1188"/>
                <a:gd name="T12" fmla="*/ 2147483647 w 618"/>
                <a:gd name="T13" fmla="*/ 2147483647 h 1188"/>
                <a:gd name="T14" fmla="*/ 2147483647 w 618"/>
                <a:gd name="T15" fmla="*/ 2147483647 h 1188"/>
                <a:gd name="T16" fmla="*/ 2147483647 w 618"/>
                <a:gd name="T17" fmla="*/ 2147483647 h 1188"/>
                <a:gd name="T18" fmla="*/ 2147483647 w 618"/>
                <a:gd name="T19" fmla="*/ 2147483647 h 1188"/>
                <a:gd name="T20" fmla="*/ 2147483647 w 618"/>
                <a:gd name="T21" fmla="*/ 2147483647 h 1188"/>
                <a:gd name="T22" fmla="*/ 2147483647 w 618"/>
                <a:gd name="T23" fmla="*/ 2147483647 h 1188"/>
                <a:gd name="T24" fmla="*/ 2147483647 w 618"/>
                <a:gd name="T25" fmla="*/ 0 h 1188"/>
                <a:gd name="T26" fmla="*/ 2147483647 w 618"/>
                <a:gd name="T27" fmla="*/ 2147483647 h 1188"/>
                <a:gd name="T28" fmla="*/ 2147483647 w 618"/>
                <a:gd name="T29" fmla="*/ 2147483647 h 1188"/>
                <a:gd name="T30" fmla="*/ 2147483647 w 618"/>
                <a:gd name="T31" fmla="*/ 2147483647 h 1188"/>
                <a:gd name="T32" fmla="*/ 0 w 618"/>
                <a:gd name="T33" fmla="*/ 2147483647 h 1188"/>
                <a:gd name="T34" fmla="*/ 2147483647 w 618"/>
                <a:gd name="T35" fmla="*/ 2147483647 h 1188"/>
                <a:gd name="T36" fmla="*/ 2147483647 w 618"/>
                <a:gd name="T37" fmla="*/ 2147483647 h 1188"/>
                <a:gd name="T38" fmla="*/ 2147483647 w 618"/>
                <a:gd name="T39" fmla="*/ 2147483647 h 1188"/>
                <a:gd name="T40" fmla="*/ 2147483647 w 618"/>
                <a:gd name="T41" fmla="*/ 2147483647 h 1188"/>
                <a:gd name="T42" fmla="*/ 2147483647 w 618"/>
                <a:gd name="T43" fmla="*/ 2147483647 h 1188"/>
                <a:gd name="T44" fmla="*/ 2147483647 w 618"/>
                <a:gd name="T45" fmla="*/ 2147483647 h 1188"/>
                <a:gd name="T46" fmla="*/ 2147483647 w 618"/>
                <a:gd name="T47" fmla="*/ 2147483647 h 1188"/>
                <a:gd name="T48" fmla="*/ 2147483647 w 618"/>
                <a:gd name="T49" fmla="*/ 2147483647 h 1188"/>
                <a:gd name="T50" fmla="*/ 2147483647 w 618"/>
                <a:gd name="T51" fmla="*/ 2147483647 h 1188"/>
                <a:gd name="T52" fmla="*/ 2147483647 w 618"/>
                <a:gd name="T53" fmla="*/ 2147483647 h 1188"/>
                <a:gd name="T54" fmla="*/ 2147483647 w 618"/>
                <a:gd name="T55" fmla="*/ 2147483647 h 1188"/>
                <a:gd name="T56" fmla="*/ 2147483647 w 618"/>
                <a:gd name="T57" fmla="*/ 2147483647 h 1188"/>
                <a:gd name="T58" fmla="*/ 2147483647 w 618"/>
                <a:gd name="T59" fmla="*/ 2147483647 h 1188"/>
                <a:gd name="T60" fmla="*/ 2147483647 w 618"/>
                <a:gd name="T61" fmla="*/ 2147483647 h 1188"/>
                <a:gd name="T62" fmla="*/ 2147483647 w 618"/>
                <a:gd name="T63" fmla="*/ 2147483647 h 1188"/>
                <a:gd name="T64" fmla="*/ 2147483647 w 618"/>
                <a:gd name="T65" fmla="*/ 2147483647 h 1188"/>
                <a:gd name="T66" fmla="*/ 2147483647 w 618"/>
                <a:gd name="T67" fmla="*/ 2147483647 h 1188"/>
                <a:gd name="T68" fmla="*/ 2147483647 w 618"/>
                <a:gd name="T69" fmla="*/ 2147483647 h 1188"/>
                <a:gd name="T70" fmla="*/ 2147483647 w 618"/>
                <a:gd name="T71" fmla="*/ 2147483647 h 1188"/>
                <a:gd name="T72" fmla="*/ 2147483647 w 618"/>
                <a:gd name="T73" fmla="*/ 2147483647 h 1188"/>
                <a:gd name="T74" fmla="*/ 2147483647 w 618"/>
                <a:gd name="T75" fmla="*/ 2147483647 h 1188"/>
                <a:gd name="T76" fmla="*/ 2147483647 w 618"/>
                <a:gd name="T77" fmla="*/ 2147483647 h 1188"/>
                <a:gd name="T78" fmla="*/ 2147483647 w 618"/>
                <a:gd name="T79" fmla="*/ 2147483647 h 1188"/>
                <a:gd name="T80" fmla="*/ 2147483647 w 618"/>
                <a:gd name="T81" fmla="*/ 2147483647 h 1188"/>
                <a:gd name="T82" fmla="*/ 2147483647 w 618"/>
                <a:gd name="T83" fmla="*/ 2147483647 h 1188"/>
                <a:gd name="T84" fmla="*/ 2147483647 w 618"/>
                <a:gd name="T85" fmla="*/ 2147483647 h 1188"/>
                <a:gd name="T86" fmla="*/ 2147483647 w 618"/>
                <a:gd name="T87" fmla="*/ 2147483647 h 1188"/>
                <a:gd name="T88" fmla="*/ 2147483647 w 618"/>
                <a:gd name="T89" fmla="*/ 2147483647 h 1188"/>
                <a:gd name="T90" fmla="*/ 2147483647 w 618"/>
                <a:gd name="T91" fmla="*/ 2147483647 h 1188"/>
                <a:gd name="T92" fmla="*/ 2147483647 w 618"/>
                <a:gd name="T93" fmla="*/ 2147483647 h 1188"/>
                <a:gd name="T94" fmla="*/ 2147483647 w 618"/>
                <a:gd name="T95" fmla="*/ 2147483647 h 1188"/>
                <a:gd name="T96" fmla="*/ 2147483647 w 618"/>
                <a:gd name="T97" fmla="*/ 2147483647 h 1188"/>
                <a:gd name="T98" fmla="*/ 2147483647 w 618"/>
                <a:gd name="T99" fmla="*/ 2147483647 h 1188"/>
                <a:gd name="T100" fmla="*/ 2147483647 w 618"/>
                <a:gd name="T101" fmla="*/ 2147483647 h 1188"/>
                <a:gd name="T102" fmla="*/ 2147483647 w 618"/>
                <a:gd name="T103" fmla="*/ 2147483647 h 1188"/>
                <a:gd name="T104" fmla="*/ 2147483647 w 618"/>
                <a:gd name="T105" fmla="*/ 2147483647 h 1188"/>
                <a:gd name="T106" fmla="*/ 2147483647 w 618"/>
                <a:gd name="T107" fmla="*/ 2147483647 h 1188"/>
                <a:gd name="T108" fmla="*/ 2147483647 w 618"/>
                <a:gd name="T109" fmla="*/ 2147483647 h 1188"/>
                <a:gd name="T110" fmla="*/ 2147483647 w 618"/>
                <a:gd name="T111" fmla="*/ 2147483647 h 1188"/>
                <a:gd name="T112" fmla="*/ 2147483647 w 618"/>
                <a:gd name="T113" fmla="*/ 2147483647 h 1188"/>
                <a:gd name="T114" fmla="*/ 2147483647 w 618"/>
                <a:gd name="T115" fmla="*/ 2147483647 h 1188"/>
                <a:gd name="T116" fmla="*/ 2147483647 w 618"/>
                <a:gd name="T117" fmla="*/ 2147483647 h 118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18"/>
                <a:gd name="T178" fmla="*/ 0 h 1188"/>
                <a:gd name="T179" fmla="*/ 618 w 618"/>
                <a:gd name="T180" fmla="*/ 1188 h 118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18" h="1188">
                  <a:moveTo>
                    <a:pt x="588" y="426"/>
                  </a:moveTo>
                  <a:lnTo>
                    <a:pt x="588" y="420"/>
                  </a:lnTo>
                  <a:lnTo>
                    <a:pt x="594" y="414"/>
                  </a:lnTo>
                  <a:lnTo>
                    <a:pt x="606" y="390"/>
                  </a:lnTo>
                  <a:lnTo>
                    <a:pt x="594" y="378"/>
                  </a:lnTo>
                  <a:lnTo>
                    <a:pt x="594" y="372"/>
                  </a:lnTo>
                  <a:lnTo>
                    <a:pt x="588" y="378"/>
                  </a:lnTo>
                  <a:lnTo>
                    <a:pt x="588" y="366"/>
                  </a:lnTo>
                  <a:lnTo>
                    <a:pt x="582" y="360"/>
                  </a:lnTo>
                  <a:lnTo>
                    <a:pt x="582" y="354"/>
                  </a:lnTo>
                  <a:lnTo>
                    <a:pt x="546" y="318"/>
                  </a:lnTo>
                  <a:lnTo>
                    <a:pt x="534" y="294"/>
                  </a:lnTo>
                  <a:lnTo>
                    <a:pt x="534" y="282"/>
                  </a:lnTo>
                  <a:lnTo>
                    <a:pt x="528" y="240"/>
                  </a:lnTo>
                  <a:lnTo>
                    <a:pt x="510" y="222"/>
                  </a:lnTo>
                  <a:lnTo>
                    <a:pt x="498" y="216"/>
                  </a:lnTo>
                  <a:lnTo>
                    <a:pt x="480" y="204"/>
                  </a:lnTo>
                  <a:lnTo>
                    <a:pt x="468" y="192"/>
                  </a:lnTo>
                  <a:lnTo>
                    <a:pt x="468" y="180"/>
                  </a:lnTo>
                  <a:lnTo>
                    <a:pt x="462" y="174"/>
                  </a:lnTo>
                  <a:lnTo>
                    <a:pt x="438" y="174"/>
                  </a:lnTo>
                  <a:lnTo>
                    <a:pt x="426" y="168"/>
                  </a:lnTo>
                  <a:lnTo>
                    <a:pt x="420" y="162"/>
                  </a:lnTo>
                  <a:lnTo>
                    <a:pt x="402" y="162"/>
                  </a:lnTo>
                  <a:lnTo>
                    <a:pt x="396" y="168"/>
                  </a:lnTo>
                  <a:lnTo>
                    <a:pt x="396" y="180"/>
                  </a:lnTo>
                  <a:lnTo>
                    <a:pt x="378" y="198"/>
                  </a:lnTo>
                  <a:lnTo>
                    <a:pt x="360" y="198"/>
                  </a:lnTo>
                  <a:lnTo>
                    <a:pt x="336" y="186"/>
                  </a:lnTo>
                  <a:lnTo>
                    <a:pt x="330" y="180"/>
                  </a:lnTo>
                  <a:lnTo>
                    <a:pt x="318" y="180"/>
                  </a:lnTo>
                  <a:lnTo>
                    <a:pt x="312" y="186"/>
                  </a:lnTo>
                  <a:lnTo>
                    <a:pt x="306" y="198"/>
                  </a:lnTo>
                  <a:lnTo>
                    <a:pt x="294" y="210"/>
                  </a:lnTo>
                  <a:lnTo>
                    <a:pt x="294" y="216"/>
                  </a:lnTo>
                  <a:lnTo>
                    <a:pt x="288" y="222"/>
                  </a:lnTo>
                  <a:lnTo>
                    <a:pt x="264" y="234"/>
                  </a:lnTo>
                  <a:lnTo>
                    <a:pt x="246" y="234"/>
                  </a:lnTo>
                  <a:lnTo>
                    <a:pt x="246" y="222"/>
                  </a:lnTo>
                  <a:lnTo>
                    <a:pt x="270" y="174"/>
                  </a:lnTo>
                  <a:lnTo>
                    <a:pt x="270" y="162"/>
                  </a:lnTo>
                  <a:lnTo>
                    <a:pt x="264" y="156"/>
                  </a:lnTo>
                  <a:lnTo>
                    <a:pt x="252" y="156"/>
                  </a:lnTo>
                  <a:lnTo>
                    <a:pt x="264" y="144"/>
                  </a:lnTo>
                  <a:lnTo>
                    <a:pt x="270" y="132"/>
                  </a:lnTo>
                  <a:lnTo>
                    <a:pt x="270" y="120"/>
                  </a:lnTo>
                  <a:lnTo>
                    <a:pt x="264" y="108"/>
                  </a:lnTo>
                  <a:lnTo>
                    <a:pt x="258" y="102"/>
                  </a:lnTo>
                  <a:lnTo>
                    <a:pt x="264" y="96"/>
                  </a:lnTo>
                  <a:lnTo>
                    <a:pt x="264" y="66"/>
                  </a:lnTo>
                  <a:lnTo>
                    <a:pt x="252" y="60"/>
                  </a:lnTo>
                  <a:lnTo>
                    <a:pt x="246" y="60"/>
                  </a:lnTo>
                  <a:lnTo>
                    <a:pt x="240" y="66"/>
                  </a:lnTo>
                  <a:lnTo>
                    <a:pt x="228" y="66"/>
                  </a:lnTo>
                  <a:lnTo>
                    <a:pt x="228" y="78"/>
                  </a:lnTo>
                  <a:lnTo>
                    <a:pt x="210" y="78"/>
                  </a:lnTo>
                  <a:lnTo>
                    <a:pt x="204" y="72"/>
                  </a:lnTo>
                  <a:lnTo>
                    <a:pt x="198" y="60"/>
                  </a:lnTo>
                  <a:lnTo>
                    <a:pt x="198" y="36"/>
                  </a:lnTo>
                  <a:lnTo>
                    <a:pt x="204" y="30"/>
                  </a:lnTo>
                  <a:lnTo>
                    <a:pt x="204" y="18"/>
                  </a:lnTo>
                  <a:lnTo>
                    <a:pt x="198" y="12"/>
                  </a:lnTo>
                  <a:lnTo>
                    <a:pt x="186" y="12"/>
                  </a:lnTo>
                  <a:lnTo>
                    <a:pt x="174" y="6"/>
                  </a:lnTo>
                  <a:lnTo>
                    <a:pt x="168" y="0"/>
                  </a:lnTo>
                  <a:lnTo>
                    <a:pt x="138" y="0"/>
                  </a:lnTo>
                  <a:lnTo>
                    <a:pt x="132" y="6"/>
                  </a:lnTo>
                  <a:lnTo>
                    <a:pt x="126" y="6"/>
                  </a:lnTo>
                  <a:lnTo>
                    <a:pt x="120" y="30"/>
                  </a:lnTo>
                  <a:lnTo>
                    <a:pt x="96" y="30"/>
                  </a:lnTo>
                  <a:lnTo>
                    <a:pt x="96" y="36"/>
                  </a:lnTo>
                  <a:lnTo>
                    <a:pt x="90" y="42"/>
                  </a:lnTo>
                  <a:lnTo>
                    <a:pt x="84" y="54"/>
                  </a:lnTo>
                  <a:lnTo>
                    <a:pt x="78" y="60"/>
                  </a:lnTo>
                  <a:lnTo>
                    <a:pt x="66" y="60"/>
                  </a:lnTo>
                  <a:lnTo>
                    <a:pt x="54" y="54"/>
                  </a:lnTo>
                  <a:lnTo>
                    <a:pt x="24" y="54"/>
                  </a:lnTo>
                  <a:lnTo>
                    <a:pt x="24" y="102"/>
                  </a:lnTo>
                  <a:lnTo>
                    <a:pt x="18" y="108"/>
                  </a:lnTo>
                  <a:lnTo>
                    <a:pt x="12" y="108"/>
                  </a:lnTo>
                  <a:lnTo>
                    <a:pt x="6" y="114"/>
                  </a:lnTo>
                  <a:lnTo>
                    <a:pt x="6" y="120"/>
                  </a:lnTo>
                  <a:lnTo>
                    <a:pt x="24" y="138"/>
                  </a:lnTo>
                  <a:lnTo>
                    <a:pt x="24" y="156"/>
                  </a:lnTo>
                  <a:lnTo>
                    <a:pt x="0" y="156"/>
                  </a:lnTo>
                  <a:lnTo>
                    <a:pt x="0" y="162"/>
                  </a:lnTo>
                  <a:lnTo>
                    <a:pt x="24" y="186"/>
                  </a:lnTo>
                  <a:lnTo>
                    <a:pt x="36" y="192"/>
                  </a:lnTo>
                  <a:lnTo>
                    <a:pt x="30" y="216"/>
                  </a:lnTo>
                  <a:lnTo>
                    <a:pt x="36" y="216"/>
                  </a:lnTo>
                  <a:lnTo>
                    <a:pt x="36" y="222"/>
                  </a:lnTo>
                  <a:lnTo>
                    <a:pt x="42" y="234"/>
                  </a:lnTo>
                  <a:lnTo>
                    <a:pt x="60" y="252"/>
                  </a:lnTo>
                  <a:lnTo>
                    <a:pt x="72" y="258"/>
                  </a:lnTo>
                  <a:lnTo>
                    <a:pt x="84" y="270"/>
                  </a:lnTo>
                  <a:lnTo>
                    <a:pt x="96" y="276"/>
                  </a:lnTo>
                  <a:lnTo>
                    <a:pt x="102" y="282"/>
                  </a:lnTo>
                  <a:lnTo>
                    <a:pt x="102" y="288"/>
                  </a:lnTo>
                  <a:lnTo>
                    <a:pt x="96" y="288"/>
                  </a:lnTo>
                  <a:lnTo>
                    <a:pt x="96" y="306"/>
                  </a:lnTo>
                  <a:lnTo>
                    <a:pt x="102" y="318"/>
                  </a:lnTo>
                  <a:lnTo>
                    <a:pt x="108" y="324"/>
                  </a:lnTo>
                  <a:lnTo>
                    <a:pt x="114" y="324"/>
                  </a:lnTo>
                  <a:lnTo>
                    <a:pt x="120" y="318"/>
                  </a:lnTo>
                  <a:lnTo>
                    <a:pt x="126" y="324"/>
                  </a:lnTo>
                  <a:lnTo>
                    <a:pt x="126" y="342"/>
                  </a:lnTo>
                  <a:lnTo>
                    <a:pt x="120" y="348"/>
                  </a:lnTo>
                  <a:lnTo>
                    <a:pt x="108" y="348"/>
                  </a:lnTo>
                  <a:lnTo>
                    <a:pt x="114" y="360"/>
                  </a:lnTo>
                  <a:lnTo>
                    <a:pt x="114" y="384"/>
                  </a:lnTo>
                  <a:lnTo>
                    <a:pt x="108" y="396"/>
                  </a:lnTo>
                  <a:lnTo>
                    <a:pt x="102" y="402"/>
                  </a:lnTo>
                  <a:lnTo>
                    <a:pt x="84" y="438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96" y="456"/>
                  </a:lnTo>
                  <a:lnTo>
                    <a:pt x="102" y="468"/>
                  </a:lnTo>
                  <a:lnTo>
                    <a:pt x="108" y="474"/>
                  </a:lnTo>
                  <a:lnTo>
                    <a:pt x="114" y="486"/>
                  </a:lnTo>
                  <a:lnTo>
                    <a:pt x="156" y="528"/>
                  </a:lnTo>
                  <a:lnTo>
                    <a:pt x="162" y="540"/>
                  </a:lnTo>
                  <a:lnTo>
                    <a:pt x="162" y="570"/>
                  </a:lnTo>
                  <a:lnTo>
                    <a:pt x="168" y="588"/>
                  </a:lnTo>
                  <a:lnTo>
                    <a:pt x="168" y="612"/>
                  </a:lnTo>
                  <a:lnTo>
                    <a:pt x="192" y="636"/>
                  </a:lnTo>
                  <a:lnTo>
                    <a:pt x="192" y="660"/>
                  </a:lnTo>
                  <a:lnTo>
                    <a:pt x="198" y="672"/>
                  </a:lnTo>
                  <a:lnTo>
                    <a:pt x="198" y="702"/>
                  </a:lnTo>
                  <a:lnTo>
                    <a:pt x="192" y="714"/>
                  </a:lnTo>
                  <a:lnTo>
                    <a:pt x="192" y="732"/>
                  </a:lnTo>
                  <a:lnTo>
                    <a:pt x="174" y="768"/>
                  </a:lnTo>
                  <a:lnTo>
                    <a:pt x="156" y="786"/>
                  </a:lnTo>
                  <a:lnTo>
                    <a:pt x="156" y="798"/>
                  </a:lnTo>
                  <a:lnTo>
                    <a:pt x="162" y="804"/>
                  </a:lnTo>
                  <a:lnTo>
                    <a:pt x="162" y="816"/>
                  </a:lnTo>
                  <a:lnTo>
                    <a:pt x="156" y="828"/>
                  </a:lnTo>
                  <a:lnTo>
                    <a:pt x="150" y="834"/>
                  </a:lnTo>
                  <a:lnTo>
                    <a:pt x="144" y="846"/>
                  </a:lnTo>
                  <a:lnTo>
                    <a:pt x="144" y="852"/>
                  </a:lnTo>
                  <a:lnTo>
                    <a:pt x="138" y="858"/>
                  </a:lnTo>
                  <a:lnTo>
                    <a:pt x="132" y="876"/>
                  </a:lnTo>
                  <a:lnTo>
                    <a:pt x="126" y="888"/>
                  </a:lnTo>
                  <a:lnTo>
                    <a:pt x="126" y="906"/>
                  </a:lnTo>
                  <a:lnTo>
                    <a:pt x="120" y="918"/>
                  </a:lnTo>
                  <a:lnTo>
                    <a:pt x="120" y="966"/>
                  </a:lnTo>
                  <a:lnTo>
                    <a:pt x="126" y="978"/>
                  </a:lnTo>
                  <a:lnTo>
                    <a:pt x="126" y="1008"/>
                  </a:lnTo>
                  <a:lnTo>
                    <a:pt x="132" y="1014"/>
                  </a:lnTo>
                  <a:lnTo>
                    <a:pt x="132" y="1020"/>
                  </a:lnTo>
                  <a:lnTo>
                    <a:pt x="138" y="1020"/>
                  </a:lnTo>
                  <a:lnTo>
                    <a:pt x="138" y="1002"/>
                  </a:lnTo>
                  <a:lnTo>
                    <a:pt x="144" y="990"/>
                  </a:lnTo>
                  <a:lnTo>
                    <a:pt x="144" y="978"/>
                  </a:lnTo>
                  <a:lnTo>
                    <a:pt x="150" y="972"/>
                  </a:lnTo>
                  <a:lnTo>
                    <a:pt x="150" y="996"/>
                  </a:lnTo>
                  <a:lnTo>
                    <a:pt x="162" y="996"/>
                  </a:lnTo>
                  <a:lnTo>
                    <a:pt x="186" y="1020"/>
                  </a:lnTo>
                  <a:lnTo>
                    <a:pt x="192" y="1032"/>
                  </a:lnTo>
                  <a:lnTo>
                    <a:pt x="198" y="1038"/>
                  </a:lnTo>
                  <a:lnTo>
                    <a:pt x="198" y="1044"/>
                  </a:lnTo>
                  <a:lnTo>
                    <a:pt x="228" y="1074"/>
                  </a:lnTo>
                  <a:lnTo>
                    <a:pt x="228" y="1098"/>
                  </a:lnTo>
                  <a:lnTo>
                    <a:pt x="234" y="1110"/>
                  </a:lnTo>
                  <a:lnTo>
                    <a:pt x="246" y="1128"/>
                  </a:lnTo>
                  <a:lnTo>
                    <a:pt x="264" y="1146"/>
                  </a:lnTo>
                  <a:lnTo>
                    <a:pt x="270" y="1140"/>
                  </a:lnTo>
                  <a:lnTo>
                    <a:pt x="276" y="1128"/>
                  </a:lnTo>
                  <a:lnTo>
                    <a:pt x="270" y="1122"/>
                  </a:lnTo>
                  <a:lnTo>
                    <a:pt x="270" y="1110"/>
                  </a:lnTo>
                  <a:lnTo>
                    <a:pt x="276" y="1104"/>
                  </a:lnTo>
                  <a:lnTo>
                    <a:pt x="288" y="1104"/>
                  </a:lnTo>
                  <a:lnTo>
                    <a:pt x="294" y="1116"/>
                  </a:lnTo>
                  <a:lnTo>
                    <a:pt x="294" y="1122"/>
                  </a:lnTo>
                  <a:lnTo>
                    <a:pt x="312" y="1122"/>
                  </a:lnTo>
                  <a:lnTo>
                    <a:pt x="324" y="1128"/>
                  </a:lnTo>
                  <a:lnTo>
                    <a:pt x="330" y="1134"/>
                  </a:lnTo>
                  <a:lnTo>
                    <a:pt x="330" y="1146"/>
                  </a:lnTo>
                  <a:lnTo>
                    <a:pt x="342" y="1146"/>
                  </a:lnTo>
                  <a:lnTo>
                    <a:pt x="342" y="1158"/>
                  </a:lnTo>
                  <a:lnTo>
                    <a:pt x="330" y="1170"/>
                  </a:lnTo>
                  <a:lnTo>
                    <a:pt x="330" y="1176"/>
                  </a:lnTo>
                  <a:lnTo>
                    <a:pt x="336" y="1182"/>
                  </a:lnTo>
                  <a:lnTo>
                    <a:pt x="354" y="1182"/>
                  </a:lnTo>
                  <a:lnTo>
                    <a:pt x="354" y="1176"/>
                  </a:lnTo>
                  <a:lnTo>
                    <a:pt x="366" y="1176"/>
                  </a:lnTo>
                  <a:lnTo>
                    <a:pt x="372" y="1170"/>
                  </a:lnTo>
                  <a:lnTo>
                    <a:pt x="378" y="1170"/>
                  </a:lnTo>
                  <a:lnTo>
                    <a:pt x="396" y="1188"/>
                  </a:lnTo>
                  <a:lnTo>
                    <a:pt x="402" y="1182"/>
                  </a:lnTo>
                  <a:lnTo>
                    <a:pt x="402" y="1176"/>
                  </a:lnTo>
                  <a:lnTo>
                    <a:pt x="408" y="1164"/>
                  </a:lnTo>
                  <a:lnTo>
                    <a:pt x="414" y="1158"/>
                  </a:lnTo>
                  <a:lnTo>
                    <a:pt x="420" y="1146"/>
                  </a:lnTo>
                  <a:lnTo>
                    <a:pt x="396" y="1134"/>
                  </a:lnTo>
                  <a:lnTo>
                    <a:pt x="390" y="1128"/>
                  </a:lnTo>
                  <a:lnTo>
                    <a:pt x="390" y="1116"/>
                  </a:lnTo>
                  <a:lnTo>
                    <a:pt x="384" y="1104"/>
                  </a:lnTo>
                  <a:lnTo>
                    <a:pt x="384" y="1092"/>
                  </a:lnTo>
                  <a:lnTo>
                    <a:pt x="378" y="1080"/>
                  </a:lnTo>
                  <a:lnTo>
                    <a:pt x="372" y="1074"/>
                  </a:lnTo>
                  <a:lnTo>
                    <a:pt x="354" y="1074"/>
                  </a:lnTo>
                  <a:lnTo>
                    <a:pt x="342" y="1080"/>
                  </a:lnTo>
                  <a:lnTo>
                    <a:pt x="336" y="1086"/>
                  </a:lnTo>
                  <a:lnTo>
                    <a:pt x="318" y="1086"/>
                  </a:lnTo>
                  <a:lnTo>
                    <a:pt x="312" y="1080"/>
                  </a:lnTo>
                  <a:lnTo>
                    <a:pt x="306" y="1068"/>
                  </a:lnTo>
                  <a:lnTo>
                    <a:pt x="306" y="1056"/>
                  </a:lnTo>
                  <a:lnTo>
                    <a:pt x="294" y="1032"/>
                  </a:lnTo>
                  <a:lnTo>
                    <a:pt x="288" y="1032"/>
                  </a:lnTo>
                  <a:lnTo>
                    <a:pt x="288" y="1050"/>
                  </a:lnTo>
                  <a:lnTo>
                    <a:pt x="282" y="1056"/>
                  </a:lnTo>
                  <a:lnTo>
                    <a:pt x="276" y="1056"/>
                  </a:lnTo>
                  <a:lnTo>
                    <a:pt x="270" y="1044"/>
                  </a:lnTo>
                  <a:lnTo>
                    <a:pt x="264" y="1038"/>
                  </a:lnTo>
                  <a:lnTo>
                    <a:pt x="258" y="1026"/>
                  </a:lnTo>
                  <a:lnTo>
                    <a:pt x="258" y="1014"/>
                  </a:lnTo>
                  <a:lnTo>
                    <a:pt x="270" y="1002"/>
                  </a:lnTo>
                  <a:lnTo>
                    <a:pt x="270" y="1008"/>
                  </a:lnTo>
                  <a:lnTo>
                    <a:pt x="276" y="1008"/>
                  </a:lnTo>
                  <a:lnTo>
                    <a:pt x="276" y="1014"/>
                  </a:lnTo>
                  <a:lnTo>
                    <a:pt x="282" y="1014"/>
                  </a:lnTo>
                  <a:lnTo>
                    <a:pt x="288" y="1008"/>
                  </a:lnTo>
                  <a:lnTo>
                    <a:pt x="282" y="1002"/>
                  </a:lnTo>
                  <a:lnTo>
                    <a:pt x="282" y="990"/>
                  </a:lnTo>
                  <a:lnTo>
                    <a:pt x="276" y="978"/>
                  </a:lnTo>
                  <a:lnTo>
                    <a:pt x="270" y="972"/>
                  </a:lnTo>
                  <a:lnTo>
                    <a:pt x="270" y="960"/>
                  </a:lnTo>
                  <a:lnTo>
                    <a:pt x="258" y="948"/>
                  </a:lnTo>
                  <a:lnTo>
                    <a:pt x="246" y="948"/>
                  </a:lnTo>
                  <a:lnTo>
                    <a:pt x="246" y="894"/>
                  </a:lnTo>
                  <a:lnTo>
                    <a:pt x="192" y="906"/>
                  </a:lnTo>
                  <a:lnTo>
                    <a:pt x="192" y="864"/>
                  </a:lnTo>
                  <a:lnTo>
                    <a:pt x="186" y="828"/>
                  </a:lnTo>
                  <a:lnTo>
                    <a:pt x="186" y="804"/>
                  </a:lnTo>
                  <a:lnTo>
                    <a:pt x="180" y="792"/>
                  </a:lnTo>
                  <a:lnTo>
                    <a:pt x="174" y="786"/>
                  </a:lnTo>
                  <a:lnTo>
                    <a:pt x="180" y="786"/>
                  </a:lnTo>
                  <a:lnTo>
                    <a:pt x="192" y="774"/>
                  </a:lnTo>
                  <a:lnTo>
                    <a:pt x="198" y="762"/>
                  </a:lnTo>
                  <a:lnTo>
                    <a:pt x="204" y="744"/>
                  </a:lnTo>
                  <a:lnTo>
                    <a:pt x="204" y="678"/>
                  </a:lnTo>
                  <a:lnTo>
                    <a:pt x="210" y="678"/>
                  </a:lnTo>
                  <a:lnTo>
                    <a:pt x="216" y="672"/>
                  </a:lnTo>
                  <a:lnTo>
                    <a:pt x="222" y="660"/>
                  </a:lnTo>
                  <a:lnTo>
                    <a:pt x="228" y="654"/>
                  </a:lnTo>
                  <a:lnTo>
                    <a:pt x="228" y="612"/>
                  </a:lnTo>
                  <a:lnTo>
                    <a:pt x="222" y="600"/>
                  </a:lnTo>
                  <a:lnTo>
                    <a:pt x="222" y="594"/>
                  </a:lnTo>
                  <a:lnTo>
                    <a:pt x="216" y="588"/>
                  </a:lnTo>
                  <a:lnTo>
                    <a:pt x="222" y="558"/>
                  </a:lnTo>
                  <a:lnTo>
                    <a:pt x="234" y="558"/>
                  </a:lnTo>
                  <a:lnTo>
                    <a:pt x="234" y="552"/>
                  </a:lnTo>
                  <a:lnTo>
                    <a:pt x="240" y="546"/>
                  </a:lnTo>
                  <a:lnTo>
                    <a:pt x="264" y="546"/>
                  </a:lnTo>
                  <a:lnTo>
                    <a:pt x="270" y="552"/>
                  </a:lnTo>
                  <a:lnTo>
                    <a:pt x="294" y="564"/>
                  </a:lnTo>
                  <a:lnTo>
                    <a:pt x="300" y="570"/>
                  </a:lnTo>
                  <a:lnTo>
                    <a:pt x="288" y="576"/>
                  </a:lnTo>
                  <a:lnTo>
                    <a:pt x="288" y="588"/>
                  </a:lnTo>
                  <a:lnTo>
                    <a:pt x="282" y="594"/>
                  </a:lnTo>
                  <a:lnTo>
                    <a:pt x="282" y="612"/>
                  </a:lnTo>
                  <a:lnTo>
                    <a:pt x="288" y="624"/>
                  </a:lnTo>
                  <a:lnTo>
                    <a:pt x="306" y="624"/>
                  </a:lnTo>
                  <a:lnTo>
                    <a:pt x="330" y="612"/>
                  </a:lnTo>
                  <a:lnTo>
                    <a:pt x="342" y="612"/>
                  </a:lnTo>
                  <a:lnTo>
                    <a:pt x="354" y="606"/>
                  </a:lnTo>
                  <a:lnTo>
                    <a:pt x="360" y="600"/>
                  </a:lnTo>
                  <a:lnTo>
                    <a:pt x="366" y="600"/>
                  </a:lnTo>
                  <a:lnTo>
                    <a:pt x="396" y="684"/>
                  </a:lnTo>
                  <a:lnTo>
                    <a:pt x="402" y="678"/>
                  </a:lnTo>
                  <a:lnTo>
                    <a:pt x="414" y="672"/>
                  </a:lnTo>
                  <a:lnTo>
                    <a:pt x="426" y="672"/>
                  </a:lnTo>
                  <a:lnTo>
                    <a:pt x="426" y="642"/>
                  </a:lnTo>
                  <a:lnTo>
                    <a:pt x="414" y="630"/>
                  </a:lnTo>
                  <a:lnTo>
                    <a:pt x="414" y="600"/>
                  </a:lnTo>
                  <a:lnTo>
                    <a:pt x="402" y="588"/>
                  </a:lnTo>
                  <a:lnTo>
                    <a:pt x="396" y="552"/>
                  </a:lnTo>
                  <a:lnTo>
                    <a:pt x="426" y="522"/>
                  </a:lnTo>
                  <a:lnTo>
                    <a:pt x="426" y="516"/>
                  </a:lnTo>
                  <a:lnTo>
                    <a:pt x="432" y="504"/>
                  </a:lnTo>
                  <a:lnTo>
                    <a:pt x="438" y="498"/>
                  </a:lnTo>
                  <a:lnTo>
                    <a:pt x="450" y="492"/>
                  </a:lnTo>
                  <a:lnTo>
                    <a:pt x="468" y="486"/>
                  </a:lnTo>
                  <a:lnTo>
                    <a:pt x="504" y="486"/>
                  </a:lnTo>
                  <a:lnTo>
                    <a:pt x="510" y="492"/>
                  </a:lnTo>
                  <a:lnTo>
                    <a:pt x="522" y="492"/>
                  </a:lnTo>
                  <a:lnTo>
                    <a:pt x="534" y="486"/>
                  </a:lnTo>
                  <a:lnTo>
                    <a:pt x="564" y="486"/>
                  </a:lnTo>
                  <a:lnTo>
                    <a:pt x="576" y="492"/>
                  </a:lnTo>
                  <a:lnTo>
                    <a:pt x="582" y="498"/>
                  </a:lnTo>
                  <a:lnTo>
                    <a:pt x="588" y="498"/>
                  </a:lnTo>
                  <a:lnTo>
                    <a:pt x="594" y="492"/>
                  </a:lnTo>
                  <a:lnTo>
                    <a:pt x="600" y="480"/>
                  </a:lnTo>
                  <a:lnTo>
                    <a:pt x="618" y="462"/>
                  </a:lnTo>
                  <a:lnTo>
                    <a:pt x="618" y="450"/>
                  </a:lnTo>
                  <a:lnTo>
                    <a:pt x="612" y="444"/>
                  </a:lnTo>
                  <a:lnTo>
                    <a:pt x="600" y="438"/>
                  </a:lnTo>
                  <a:lnTo>
                    <a:pt x="588" y="42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1" name="Taiwan" descr="© INSCALE GmbH, 05.05.2010&#10;http://www.presentationload.com/">
              <a:extLst>
                <a:ext uri="{FF2B5EF4-FFF2-40B4-BE49-F238E27FC236}">
                  <a16:creationId xmlns:a16="http://schemas.microsoft.com/office/drawing/2014/main" id="{BBF86176-894B-4B7A-86BA-0FC9417D86CB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6493882" y="2331526"/>
              <a:ext cx="40066" cy="88627"/>
            </a:xfrm>
            <a:custGeom>
              <a:avLst/>
              <a:gdLst>
                <a:gd name="T0" fmla="*/ 2147483647 w 120"/>
                <a:gd name="T1" fmla="*/ 2147483647 h 270"/>
                <a:gd name="T2" fmla="*/ 2147483647 w 120"/>
                <a:gd name="T3" fmla="*/ 2147483647 h 270"/>
                <a:gd name="T4" fmla="*/ 2147483647 w 120"/>
                <a:gd name="T5" fmla="*/ 2147483647 h 270"/>
                <a:gd name="T6" fmla="*/ 2147483647 w 120"/>
                <a:gd name="T7" fmla="*/ 2147483647 h 270"/>
                <a:gd name="T8" fmla="*/ 2147483647 w 120"/>
                <a:gd name="T9" fmla="*/ 2147483647 h 270"/>
                <a:gd name="T10" fmla="*/ 2147483647 w 120"/>
                <a:gd name="T11" fmla="*/ 2147483647 h 270"/>
                <a:gd name="T12" fmla="*/ 2147483647 w 120"/>
                <a:gd name="T13" fmla="*/ 2147483647 h 270"/>
                <a:gd name="T14" fmla="*/ 2147483647 w 120"/>
                <a:gd name="T15" fmla="*/ 2147483647 h 270"/>
                <a:gd name="T16" fmla="*/ 2147483647 w 120"/>
                <a:gd name="T17" fmla="*/ 2147483647 h 270"/>
                <a:gd name="T18" fmla="*/ 2147483647 w 120"/>
                <a:gd name="T19" fmla="*/ 2147483647 h 270"/>
                <a:gd name="T20" fmla="*/ 2147483647 w 120"/>
                <a:gd name="T21" fmla="*/ 0 h 270"/>
                <a:gd name="T22" fmla="*/ 2147483647 w 120"/>
                <a:gd name="T23" fmla="*/ 2147483647 h 270"/>
                <a:gd name="T24" fmla="*/ 2147483647 w 120"/>
                <a:gd name="T25" fmla="*/ 2147483647 h 270"/>
                <a:gd name="T26" fmla="*/ 2147483647 w 120"/>
                <a:gd name="T27" fmla="*/ 2147483647 h 270"/>
                <a:gd name="T28" fmla="*/ 2147483647 w 120"/>
                <a:gd name="T29" fmla="*/ 2147483647 h 270"/>
                <a:gd name="T30" fmla="*/ 0 w 120"/>
                <a:gd name="T31" fmla="*/ 2147483647 h 270"/>
                <a:gd name="T32" fmla="*/ 0 w 120"/>
                <a:gd name="T33" fmla="*/ 2147483647 h 270"/>
                <a:gd name="T34" fmla="*/ 2147483647 w 120"/>
                <a:gd name="T35" fmla="*/ 2147483647 h 270"/>
                <a:gd name="T36" fmla="*/ 2147483647 w 120"/>
                <a:gd name="T37" fmla="*/ 2147483647 h 270"/>
                <a:gd name="T38" fmla="*/ 2147483647 w 120"/>
                <a:gd name="T39" fmla="*/ 2147483647 h 270"/>
                <a:gd name="T40" fmla="*/ 2147483647 w 120"/>
                <a:gd name="T41" fmla="*/ 2147483647 h 270"/>
                <a:gd name="T42" fmla="*/ 2147483647 w 120"/>
                <a:gd name="T43" fmla="*/ 2147483647 h 270"/>
                <a:gd name="T44" fmla="*/ 2147483647 w 120"/>
                <a:gd name="T45" fmla="*/ 2147483647 h 270"/>
                <a:gd name="T46" fmla="*/ 2147483647 w 120"/>
                <a:gd name="T47" fmla="*/ 2147483647 h 270"/>
                <a:gd name="T48" fmla="*/ 2147483647 w 120"/>
                <a:gd name="T49" fmla="*/ 2147483647 h 270"/>
                <a:gd name="T50" fmla="*/ 2147483647 w 120"/>
                <a:gd name="T51" fmla="*/ 2147483647 h 27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20"/>
                <a:gd name="T79" fmla="*/ 0 h 270"/>
                <a:gd name="T80" fmla="*/ 120 w 120"/>
                <a:gd name="T81" fmla="*/ 270 h 27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20" h="270">
                  <a:moveTo>
                    <a:pt x="84" y="270"/>
                  </a:moveTo>
                  <a:lnTo>
                    <a:pt x="84" y="222"/>
                  </a:lnTo>
                  <a:lnTo>
                    <a:pt x="90" y="216"/>
                  </a:lnTo>
                  <a:lnTo>
                    <a:pt x="102" y="192"/>
                  </a:lnTo>
                  <a:lnTo>
                    <a:pt x="102" y="102"/>
                  </a:lnTo>
                  <a:lnTo>
                    <a:pt x="108" y="96"/>
                  </a:lnTo>
                  <a:lnTo>
                    <a:pt x="114" y="84"/>
                  </a:lnTo>
                  <a:lnTo>
                    <a:pt x="114" y="54"/>
                  </a:lnTo>
                  <a:lnTo>
                    <a:pt x="120" y="36"/>
                  </a:lnTo>
                  <a:lnTo>
                    <a:pt x="120" y="24"/>
                  </a:lnTo>
                  <a:lnTo>
                    <a:pt x="72" y="0"/>
                  </a:lnTo>
                  <a:lnTo>
                    <a:pt x="48" y="30"/>
                  </a:lnTo>
                  <a:lnTo>
                    <a:pt x="42" y="42"/>
                  </a:lnTo>
                  <a:lnTo>
                    <a:pt x="30" y="78"/>
                  </a:lnTo>
                  <a:lnTo>
                    <a:pt x="12" y="114"/>
                  </a:lnTo>
                  <a:lnTo>
                    <a:pt x="0" y="150"/>
                  </a:lnTo>
                  <a:lnTo>
                    <a:pt x="0" y="168"/>
                  </a:lnTo>
                  <a:lnTo>
                    <a:pt x="6" y="180"/>
                  </a:lnTo>
                  <a:lnTo>
                    <a:pt x="18" y="192"/>
                  </a:lnTo>
                  <a:lnTo>
                    <a:pt x="24" y="204"/>
                  </a:lnTo>
                  <a:lnTo>
                    <a:pt x="36" y="210"/>
                  </a:lnTo>
                  <a:lnTo>
                    <a:pt x="42" y="222"/>
                  </a:lnTo>
                  <a:lnTo>
                    <a:pt x="42" y="228"/>
                  </a:lnTo>
                  <a:lnTo>
                    <a:pt x="48" y="234"/>
                  </a:lnTo>
                  <a:lnTo>
                    <a:pt x="60" y="258"/>
                  </a:lnTo>
                  <a:lnTo>
                    <a:pt x="84" y="27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2" name="Turkmen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10F2C33E-F0B6-40D0-9A47-6ABE5F457DEE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879653" y="1870413"/>
              <a:ext cx="333443" cy="199087"/>
            </a:xfrm>
            <a:custGeom>
              <a:avLst/>
              <a:gdLst>
                <a:gd name="T0" fmla="*/ 2147483647 w 1008"/>
                <a:gd name="T1" fmla="*/ 2147483647 h 606"/>
                <a:gd name="T2" fmla="*/ 2147483647 w 1008"/>
                <a:gd name="T3" fmla="*/ 2147483647 h 606"/>
                <a:gd name="T4" fmla="*/ 2147483647 w 1008"/>
                <a:gd name="T5" fmla="*/ 2147483647 h 606"/>
                <a:gd name="T6" fmla="*/ 2147483647 w 1008"/>
                <a:gd name="T7" fmla="*/ 2147483647 h 606"/>
                <a:gd name="T8" fmla="*/ 2147483647 w 1008"/>
                <a:gd name="T9" fmla="*/ 2147483647 h 606"/>
                <a:gd name="T10" fmla="*/ 2147483647 w 1008"/>
                <a:gd name="T11" fmla="*/ 2147483647 h 606"/>
                <a:gd name="T12" fmla="*/ 2147483647 w 1008"/>
                <a:gd name="T13" fmla="*/ 2147483647 h 606"/>
                <a:gd name="T14" fmla="*/ 2147483647 w 1008"/>
                <a:gd name="T15" fmla="*/ 2147483647 h 606"/>
                <a:gd name="T16" fmla="*/ 2147483647 w 1008"/>
                <a:gd name="T17" fmla="*/ 2147483647 h 606"/>
                <a:gd name="T18" fmla="*/ 2147483647 w 1008"/>
                <a:gd name="T19" fmla="*/ 2147483647 h 606"/>
                <a:gd name="T20" fmla="*/ 2147483647 w 1008"/>
                <a:gd name="T21" fmla="*/ 2147483647 h 606"/>
                <a:gd name="T22" fmla="*/ 2147483647 w 1008"/>
                <a:gd name="T23" fmla="*/ 2147483647 h 606"/>
                <a:gd name="T24" fmla="*/ 2147483647 w 1008"/>
                <a:gd name="T25" fmla="*/ 2147483647 h 606"/>
                <a:gd name="T26" fmla="*/ 2147483647 w 1008"/>
                <a:gd name="T27" fmla="*/ 2147483647 h 606"/>
                <a:gd name="T28" fmla="*/ 2147483647 w 1008"/>
                <a:gd name="T29" fmla="*/ 2147483647 h 606"/>
                <a:gd name="T30" fmla="*/ 2147483647 w 1008"/>
                <a:gd name="T31" fmla="*/ 2147483647 h 606"/>
                <a:gd name="T32" fmla="*/ 2147483647 w 1008"/>
                <a:gd name="T33" fmla="*/ 2147483647 h 606"/>
                <a:gd name="T34" fmla="*/ 2147483647 w 1008"/>
                <a:gd name="T35" fmla="*/ 2147483647 h 606"/>
                <a:gd name="T36" fmla="*/ 2147483647 w 1008"/>
                <a:gd name="T37" fmla="*/ 2147483647 h 606"/>
                <a:gd name="T38" fmla="*/ 2147483647 w 1008"/>
                <a:gd name="T39" fmla="*/ 2147483647 h 606"/>
                <a:gd name="T40" fmla="*/ 2147483647 w 1008"/>
                <a:gd name="T41" fmla="*/ 2147483647 h 606"/>
                <a:gd name="T42" fmla="*/ 2147483647 w 1008"/>
                <a:gd name="T43" fmla="*/ 2147483647 h 606"/>
                <a:gd name="T44" fmla="*/ 2147483647 w 1008"/>
                <a:gd name="T45" fmla="*/ 2147483647 h 606"/>
                <a:gd name="T46" fmla="*/ 2147483647 w 1008"/>
                <a:gd name="T47" fmla="*/ 2147483647 h 606"/>
                <a:gd name="T48" fmla="*/ 2147483647 w 1008"/>
                <a:gd name="T49" fmla="*/ 2147483647 h 606"/>
                <a:gd name="T50" fmla="*/ 2147483647 w 1008"/>
                <a:gd name="T51" fmla="*/ 2147483647 h 606"/>
                <a:gd name="T52" fmla="*/ 2147483647 w 1008"/>
                <a:gd name="T53" fmla="*/ 2147483647 h 606"/>
                <a:gd name="T54" fmla="*/ 2147483647 w 1008"/>
                <a:gd name="T55" fmla="*/ 2147483647 h 606"/>
                <a:gd name="T56" fmla="*/ 2147483647 w 1008"/>
                <a:gd name="T57" fmla="*/ 2147483647 h 606"/>
                <a:gd name="T58" fmla="*/ 2147483647 w 1008"/>
                <a:gd name="T59" fmla="*/ 2147483647 h 606"/>
                <a:gd name="T60" fmla="*/ 2147483647 w 1008"/>
                <a:gd name="T61" fmla="*/ 2147483647 h 606"/>
                <a:gd name="T62" fmla="*/ 2147483647 w 1008"/>
                <a:gd name="T63" fmla="*/ 2147483647 h 606"/>
                <a:gd name="T64" fmla="*/ 2147483647 w 1008"/>
                <a:gd name="T65" fmla="*/ 2147483647 h 606"/>
                <a:gd name="T66" fmla="*/ 2147483647 w 1008"/>
                <a:gd name="T67" fmla="*/ 2147483647 h 606"/>
                <a:gd name="T68" fmla="*/ 2147483647 w 1008"/>
                <a:gd name="T69" fmla="*/ 2147483647 h 606"/>
                <a:gd name="T70" fmla="*/ 2147483647 w 1008"/>
                <a:gd name="T71" fmla="*/ 2147483647 h 606"/>
                <a:gd name="T72" fmla="*/ 2147483647 w 1008"/>
                <a:gd name="T73" fmla="*/ 2147483647 h 606"/>
                <a:gd name="T74" fmla="*/ 2147483647 w 1008"/>
                <a:gd name="T75" fmla="*/ 2147483647 h 606"/>
                <a:gd name="T76" fmla="*/ 2147483647 w 1008"/>
                <a:gd name="T77" fmla="*/ 2147483647 h 606"/>
                <a:gd name="T78" fmla="*/ 2147483647 w 1008"/>
                <a:gd name="T79" fmla="*/ 2147483647 h 606"/>
                <a:gd name="T80" fmla="*/ 2147483647 w 1008"/>
                <a:gd name="T81" fmla="*/ 2147483647 h 606"/>
                <a:gd name="T82" fmla="*/ 2147483647 w 1008"/>
                <a:gd name="T83" fmla="*/ 2147483647 h 606"/>
                <a:gd name="T84" fmla="*/ 2147483647 w 1008"/>
                <a:gd name="T85" fmla="*/ 2147483647 h 606"/>
                <a:gd name="T86" fmla="*/ 2147483647 w 1008"/>
                <a:gd name="T87" fmla="*/ 2147483647 h 606"/>
                <a:gd name="T88" fmla="*/ 2147483647 w 1008"/>
                <a:gd name="T89" fmla="*/ 2147483647 h 606"/>
                <a:gd name="T90" fmla="*/ 2147483647 w 1008"/>
                <a:gd name="T91" fmla="*/ 2147483647 h 606"/>
                <a:gd name="T92" fmla="*/ 2147483647 w 1008"/>
                <a:gd name="T93" fmla="*/ 2147483647 h 606"/>
                <a:gd name="T94" fmla="*/ 2147483647 w 1008"/>
                <a:gd name="T95" fmla="*/ 2147483647 h 606"/>
                <a:gd name="T96" fmla="*/ 2147483647 w 1008"/>
                <a:gd name="T97" fmla="*/ 2147483647 h 606"/>
                <a:gd name="T98" fmla="*/ 2147483647 w 1008"/>
                <a:gd name="T99" fmla="*/ 2147483647 h 606"/>
                <a:gd name="T100" fmla="*/ 2147483647 w 1008"/>
                <a:gd name="T101" fmla="*/ 2147483647 h 606"/>
                <a:gd name="T102" fmla="*/ 2147483647 w 1008"/>
                <a:gd name="T103" fmla="*/ 2147483647 h 606"/>
                <a:gd name="T104" fmla="*/ 0 w 1008"/>
                <a:gd name="T105" fmla="*/ 2147483647 h 606"/>
                <a:gd name="T106" fmla="*/ 2147483647 w 1008"/>
                <a:gd name="T107" fmla="*/ 2147483647 h 606"/>
                <a:gd name="T108" fmla="*/ 2147483647 w 1008"/>
                <a:gd name="T109" fmla="*/ 2147483647 h 60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008"/>
                <a:gd name="T166" fmla="*/ 0 h 606"/>
                <a:gd name="T167" fmla="*/ 1008 w 1008"/>
                <a:gd name="T168" fmla="*/ 606 h 60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008" h="606">
                  <a:moveTo>
                    <a:pt x="48" y="150"/>
                  </a:moveTo>
                  <a:lnTo>
                    <a:pt x="48" y="156"/>
                  </a:lnTo>
                  <a:lnTo>
                    <a:pt x="42" y="162"/>
                  </a:lnTo>
                  <a:lnTo>
                    <a:pt x="36" y="174"/>
                  </a:lnTo>
                  <a:lnTo>
                    <a:pt x="36" y="186"/>
                  </a:lnTo>
                  <a:lnTo>
                    <a:pt x="42" y="198"/>
                  </a:lnTo>
                  <a:lnTo>
                    <a:pt x="48" y="204"/>
                  </a:lnTo>
                  <a:lnTo>
                    <a:pt x="54" y="216"/>
                  </a:lnTo>
                  <a:lnTo>
                    <a:pt x="60" y="222"/>
                  </a:lnTo>
                  <a:lnTo>
                    <a:pt x="60" y="228"/>
                  </a:lnTo>
                  <a:lnTo>
                    <a:pt x="90" y="222"/>
                  </a:lnTo>
                  <a:lnTo>
                    <a:pt x="90" y="246"/>
                  </a:lnTo>
                  <a:lnTo>
                    <a:pt x="114" y="258"/>
                  </a:lnTo>
                  <a:lnTo>
                    <a:pt x="90" y="258"/>
                  </a:lnTo>
                  <a:lnTo>
                    <a:pt x="78" y="264"/>
                  </a:lnTo>
                  <a:lnTo>
                    <a:pt x="72" y="264"/>
                  </a:lnTo>
                  <a:lnTo>
                    <a:pt x="72" y="270"/>
                  </a:lnTo>
                  <a:lnTo>
                    <a:pt x="78" y="276"/>
                  </a:lnTo>
                  <a:lnTo>
                    <a:pt x="90" y="276"/>
                  </a:lnTo>
                  <a:lnTo>
                    <a:pt x="96" y="282"/>
                  </a:lnTo>
                  <a:lnTo>
                    <a:pt x="114" y="282"/>
                  </a:lnTo>
                  <a:lnTo>
                    <a:pt x="120" y="288"/>
                  </a:lnTo>
                  <a:lnTo>
                    <a:pt x="126" y="300"/>
                  </a:lnTo>
                  <a:lnTo>
                    <a:pt x="132" y="306"/>
                  </a:lnTo>
                  <a:lnTo>
                    <a:pt x="138" y="354"/>
                  </a:lnTo>
                  <a:lnTo>
                    <a:pt x="150" y="360"/>
                  </a:lnTo>
                  <a:lnTo>
                    <a:pt x="150" y="372"/>
                  </a:lnTo>
                  <a:lnTo>
                    <a:pt x="144" y="378"/>
                  </a:lnTo>
                  <a:lnTo>
                    <a:pt x="144" y="402"/>
                  </a:lnTo>
                  <a:lnTo>
                    <a:pt x="150" y="414"/>
                  </a:lnTo>
                  <a:lnTo>
                    <a:pt x="150" y="426"/>
                  </a:lnTo>
                  <a:lnTo>
                    <a:pt x="156" y="432"/>
                  </a:lnTo>
                  <a:lnTo>
                    <a:pt x="156" y="438"/>
                  </a:lnTo>
                  <a:lnTo>
                    <a:pt x="186" y="438"/>
                  </a:lnTo>
                  <a:lnTo>
                    <a:pt x="198" y="426"/>
                  </a:lnTo>
                  <a:lnTo>
                    <a:pt x="210" y="420"/>
                  </a:lnTo>
                  <a:lnTo>
                    <a:pt x="210" y="408"/>
                  </a:lnTo>
                  <a:lnTo>
                    <a:pt x="216" y="402"/>
                  </a:lnTo>
                  <a:lnTo>
                    <a:pt x="228" y="396"/>
                  </a:lnTo>
                  <a:lnTo>
                    <a:pt x="246" y="378"/>
                  </a:lnTo>
                  <a:lnTo>
                    <a:pt x="258" y="372"/>
                  </a:lnTo>
                  <a:lnTo>
                    <a:pt x="294" y="372"/>
                  </a:lnTo>
                  <a:lnTo>
                    <a:pt x="306" y="378"/>
                  </a:lnTo>
                  <a:lnTo>
                    <a:pt x="312" y="372"/>
                  </a:lnTo>
                  <a:lnTo>
                    <a:pt x="312" y="366"/>
                  </a:lnTo>
                  <a:lnTo>
                    <a:pt x="372" y="366"/>
                  </a:lnTo>
                  <a:lnTo>
                    <a:pt x="384" y="378"/>
                  </a:lnTo>
                  <a:lnTo>
                    <a:pt x="384" y="390"/>
                  </a:lnTo>
                  <a:lnTo>
                    <a:pt x="414" y="390"/>
                  </a:lnTo>
                  <a:lnTo>
                    <a:pt x="420" y="396"/>
                  </a:lnTo>
                  <a:lnTo>
                    <a:pt x="432" y="402"/>
                  </a:lnTo>
                  <a:lnTo>
                    <a:pt x="438" y="408"/>
                  </a:lnTo>
                  <a:lnTo>
                    <a:pt x="450" y="414"/>
                  </a:lnTo>
                  <a:lnTo>
                    <a:pt x="450" y="408"/>
                  </a:lnTo>
                  <a:lnTo>
                    <a:pt x="468" y="408"/>
                  </a:lnTo>
                  <a:lnTo>
                    <a:pt x="480" y="414"/>
                  </a:lnTo>
                  <a:lnTo>
                    <a:pt x="498" y="414"/>
                  </a:lnTo>
                  <a:lnTo>
                    <a:pt x="510" y="420"/>
                  </a:lnTo>
                  <a:lnTo>
                    <a:pt x="516" y="420"/>
                  </a:lnTo>
                  <a:lnTo>
                    <a:pt x="522" y="426"/>
                  </a:lnTo>
                  <a:lnTo>
                    <a:pt x="522" y="432"/>
                  </a:lnTo>
                  <a:lnTo>
                    <a:pt x="528" y="444"/>
                  </a:lnTo>
                  <a:lnTo>
                    <a:pt x="534" y="450"/>
                  </a:lnTo>
                  <a:lnTo>
                    <a:pt x="540" y="450"/>
                  </a:lnTo>
                  <a:lnTo>
                    <a:pt x="546" y="456"/>
                  </a:lnTo>
                  <a:lnTo>
                    <a:pt x="558" y="456"/>
                  </a:lnTo>
                  <a:lnTo>
                    <a:pt x="570" y="468"/>
                  </a:lnTo>
                  <a:lnTo>
                    <a:pt x="582" y="474"/>
                  </a:lnTo>
                  <a:lnTo>
                    <a:pt x="588" y="486"/>
                  </a:lnTo>
                  <a:lnTo>
                    <a:pt x="594" y="492"/>
                  </a:lnTo>
                  <a:lnTo>
                    <a:pt x="660" y="486"/>
                  </a:lnTo>
                  <a:lnTo>
                    <a:pt x="660" y="522"/>
                  </a:lnTo>
                  <a:lnTo>
                    <a:pt x="672" y="522"/>
                  </a:lnTo>
                  <a:lnTo>
                    <a:pt x="666" y="546"/>
                  </a:lnTo>
                  <a:lnTo>
                    <a:pt x="678" y="576"/>
                  </a:lnTo>
                  <a:lnTo>
                    <a:pt x="684" y="582"/>
                  </a:lnTo>
                  <a:lnTo>
                    <a:pt x="696" y="582"/>
                  </a:lnTo>
                  <a:lnTo>
                    <a:pt x="702" y="588"/>
                  </a:lnTo>
                  <a:lnTo>
                    <a:pt x="714" y="588"/>
                  </a:lnTo>
                  <a:lnTo>
                    <a:pt x="720" y="582"/>
                  </a:lnTo>
                  <a:lnTo>
                    <a:pt x="726" y="582"/>
                  </a:lnTo>
                  <a:lnTo>
                    <a:pt x="750" y="606"/>
                  </a:lnTo>
                  <a:lnTo>
                    <a:pt x="774" y="606"/>
                  </a:lnTo>
                  <a:lnTo>
                    <a:pt x="786" y="600"/>
                  </a:lnTo>
                  <a:lnTo>
                    <a:pt x="792" y="594"/>
                  </a:lnTo>
                  <a:lnTo>
                    <a:pt x="804" y="570"/>
                  </a:lnTo>
                  <a:lnTo>
                    <a:pt x="804" y="558"/>
                  </a:lnTo>
                  <a:lnTo>
                    <a:pt x="816" y="558"/>
                  </a:lnTo>
                  <a:lnTo>
                    <a:pt x="852" y="540"/>
                  </a:lnTo>
                  <a:lnTo>
                    <a:pt x="858" y="528"/>
                  </a:lnTo>
                  <a:lnTo>
                    <a:pt x="870" y="522"/>
                  </a:lnTo>
                  <a:lnTo>
                    <a:pt x="882" y="522"/>
                  </a:lnTo>
                  <a:lnTo>
                    <a:pt x="882" y="462"/>
                  </a:lnTo>
                  <a:lnTo>
                    <a:pt x="888" y="450"/>
                  </a:lnTo>
                  <a:lnTo>
                    <a:pt x="900" y="444"/>
                  </a:lnTo>
                  <a:lnTo>
                    <a:pt x="936" y="444"/>
                  </a:lnTo>
                  <a:lnTo>
                    <a:pt x="936" y="420"/>
                  </a:lnTo>
                  <a:lnTo>
                    <a:pt x="948" y="420"/>
                  </a:lnTo>
                  <a:lnTo>
                    <a:pt x="960" y="426"/>
                  </a:lnTo>
                  <a:lnTo>
                    <a:pt x="966" y="432"/>
                  </a:lnTo>
                  <a:lnTo>
                    <a:pt x="978" y="438"/>
                  </a:lnTo>
                  <a:lnTo>
                    <a:pt x="1008" y="438"/>
                  </a:lnTo>
                  <a:lnTo>
                    <a:pt x="1008" y="426"/>
                  </a:lnTo>
                  <a:lnTo>
                    <a:pt x="996" y="414"/>
                  </a:lnTo>
                  <a:lnTo>
                    <a:pt x="996" y="396"/>
                  </a:lnTo>
                  <a:lnTo>
                    <a:pt x="1002" y="390"/>
                  </a:lnTo>
                  <a:lnTo>
                    <a:pt x="954" y="360"/>
                  </a:lnTo>
                  <a:lnTo>
                    <a:pt x="930" y="366"/>
                  </a:lnTo>
                  <a:lnTo>
                    <a:pt x="924" y="366"/>
                  </a:lnTo>
                  <a:lnTo>
                    <a:pt x="912" y="354"/>
                  </a:lnTo>
                  <a:lnTo>
                    <a:pt x="900" y="354"/>
                  </a:lnTo>
                  <a:lnTo>
                    <a:pt x="888" y="342"/>
                  </a:lnTo>
                  <a:lnTo>
                    <a:pt x="876" y="336"/>
                  </a:lnTo>
                  <a:lnTo>
                    <a:pt x="870" y="330"/>
                  </a:lnTo>
                  <a:lnTo>
                    <a:pt x="846" y="318"/>
                  </a:lnTo>
                  <a:lnTo>
                    <a:pt x="828" y="306"/>
                  </a:lnTo>
                  <a:lnTo>
                    <a:pt x="804" y="306"/>
                  </a:lnTo>
                  <a:lnTo>
                    <a:pt x="774" y="288"/>
                  </a:lnTo>
                  <a:lnTo>
                    <a:pt x="768" y="282"/>
                  </a:lnTo>
                  <a:lnTo>
                    <a:pt x="762" y="270"/>
                  </a:lnTo>
                  <a:lnTo>
                    <a:pt x="750" y="258"/>
                  </a:lnTo>
                  <a:lnTo>
                    <a:pt x="744" y="258"/>
                  </a:lnTo>
                  <a:lnTo>
                    <a:pt x="732" y="252"/>
                  </a:lnTo>
                  <a:lnTo>
                    <a:pt x="714" y="252"/>
                  </a:lnTo>
                  <a:lnTo>
                    <a:pt x="702" y="246"/>
                  </a:lnTo>
                  <a:lnTo>
                    <a:pt x="690" y="234"/>
                  </a:lnTo>
                  <a:lnTo>
                    <a:pt x="672" y="198"/>
                  </a:lnTo>
                  <a:lnTo>
                    <a:pt x="666" y="192"/>
                  </a:lnTo>
                  <a:lnTo>
                    <a:pt x="666" y="186"/>
                  </a:lnTo>
                  <a:lnTo>
                    <a:pt x="648" y="168"/>
                  </a:lnTo>
                  <a:lnTo>
                    <a:pt x="630" y="138"/>
                  </a:lnTo>
                  <a:lnTo>
                    <a:pt x="594" y="120"/>
                  </a:lnTo>
                  <a:lnTo>
                    <a:pt x="594" y="126"/>
                  </a:lnTo>
                  <a:lnTo>
                    <a:pt x="540" y="120"/>
                  </a:lnTo>
                  <a:lnTo>
                    <a:pt x="510" y="120"/>
                  </a:lnTo>
                  <a:lnTo>
                    <a:pt x="492" y="102"/>
                  </a:lnTo>
                  <a:lnTo>
                    <a:pt x="492" y="90"/>
                  </a:lnTo>
                  <a:lnTo>
                    <a:pt x="504" y="78"/>
                  </a:lnTo>
                  <a:lnTo>
                    <a:pt x="492" y="72"/>
                  </a:lnTo>
                  <a:lnTo>
                    <a:pt x="492" y="60"/>
                  </a:lnTo>
                  <a:lnTo>
                    <a:pt x="486" y="48"/>
                  </a:lnTo>
                  <a:lnTo>
                    <a:pt x="480" y="42"/>
                  </a:lnTo>
                  <a:lnTo>
                    <a:pt x="444" y="42"/>
                  </a:lnTo>
                  <a:lnTo>
                    <a:pt x="432" y="36"/>
                  </a:lnTo>
                  <a:lnTo>
                    <a:pt x="432" y="24"/>
                  </a:lnTo>
                  <a:lnTo>
                    <a:pt x="408" y="24"/>
                  </a:lnTo>
                  <a:lnTo>
                    <a:pt x="390" y="0"/>
                  </a:lnTo>
                  <a:lnTo>
                    <a:pt x="384" y="12"/>
                  </a:lnTo>
                  <a:lnTo>
                    <a:pt x="354" y="6"/>
                  </a:lnTo>
                  <a:lnTo>
                    <a:pt x="384" y="36"/>
                  </a:lnTo>
                  <a:lnTo>
                    <a:pt x="378" y="30"/>
                  </a:lnTo>
                  <a:lnTo>
                    <a:pt x="366" y="30"/>
                  </a:lnTo>
                  <a:lnTo>
                    <a:pt x="360" y="24"/>
                  </a:lnTo>
                  <a:lnTo>
                    <a:pt x="354" y="24"/>
                  </a:lnTo>
                  <a:lnTo>
                    <a:pt x="348" y="30"/>
                  </a:lnTo>
                  <a:lnTo>
                    <a:pt x="348" y="42"/>
                  </a:lnTo>
                  <a:lnTo>
                    <a:pt x="342" y="42"/>
                  </a:lnTo>
                  <a:lnTo>
                    <a:pt x="336" y="48"/>
                  </a:lnTo>
                  <a:lnTo>
                    <a:pt x="324" y="48"/>
                  </a:lnTo>
                  <a:lnTo>
                    <a:pt x="312" y="54"/>
                  </a:lnTo>
                  <a:lnTo>
                    <a:pt x="294" y="72"/>
                  </a:lnTo>
                  <a:lnTo>
                    <a:pt x="294" y="84"/>
                  </a:lnTo>
                  <a:lnTo>
                    <a:pt x="300" y="102"/>
                  </a:lnTo>
                  <a:lnTo>
                    <a:pt x="312" y="108"/>
                  </a:lnTo>
                  <a:lnTo>
                    <a:pt x="318" y="120"/>
                  </a:lnTo>
                  <a:lnTo>
                    <a:pt x="252" y="120"/>
                  </a:lnTo>
                  <a:lnTo>
                    <a:pt x="240" y="108"/>
                  </a:lnTo>
                  <a:lnTo>
                    <a:pt x="228" y="108"/>
                  </a:lnTo>
                  <a:lnTo>
                    <a:pt x="228" y="114"/>
                  </a:lnTo>
                  <a:lnTo>
                    <a:pt x="216" y="126"/>
                  </a:lnTo>
                  <a:lnTo>
                    <a:pt x="210" y="120"/>
                  </a:lnTo>
                  <a:lnTo>
                    <a:pt x="198" y="114"/>
                  </a:lnTo>
                  <a:lnTo>
                    <a:pt x="174" y="90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56" y="60"/>
                  </a:lnTo>
                  <a:lnTo>
                    <a:pt x="144" y="54"/>
                  </a:lnTo>
                  <a:lnTo>
                    <a:pt x="132" y="42"/>
                  </a:lnTo>
                  <a:lnTo>
                    <a:pt x="120" y="42"/>
                  </a:lnTo>
                  <a:lnTo>
                    <a:pt x="96" y="30"/>
                  </a:lnTo>
                  <a:lnTo>
                    <a:pt x="78" y="30"/>
                  </a:lnTo>
                  <a:lnTo>
                    <a:pt x="72" y="36"/>
                  </a:lnTo>
                  <a:lnTo>
                    <a:pt x="72" y="48"/>
                  </a:lnTo>
                  <a:lnTo>
                    <a:pt x="84" y="54"/>
                  </a:lnTo>
                  <a:lnTo>
                    <a:pt x="90" y="54"/>
                  </a:lnTo>
                  <a:lnTo>
                    <a:pt x="90" y="66"/>
                  </a:lnTo>
                  <a:lnTo>
                    <a:pt x="96" y="66"/>
                  </a:lnTo>
                  <a:lnTo>
                    <a:pt x="96" y="72"/>
                  </a:lnTo>
                  <a:lnTo>
                    <a:pt x="102" y="84"/>
                  </a:lnTo>
                  <a:lnTo>
                    <a:pt x="114" y="90"/>
                  </a:lnTo>
                  <a:lnTo>
                    <a:pt x="126" y="102"/>
                  </a:lnTo>
                  <a:lnTo>
                    <a:pt x="138" y="108"/>
                  </a:lnTo>
                  <a:lnTo>
                    <a:pt x="150" y="120"/>
                  </a:lnTo>
                  <a:lnTo>
                    <a:pt x="162" y="126"/>
                  </a:lnTo>
                  <a:lnTo>
                    <a:pt x="162" y="150"/>
                  </a:lnTo>
                  <a:lnTo>
                    <a:pt x="156" y="156"/>
                  </a:lnTo>
                  <a:lnTo>
                    <a:pt x="144" y="156"/>
                  </a:lnTo>
                  <a:lnTo>
                    <a:pt x="132" y="150"/>
                  </a:lnTo>
                  <a:lnTo>
                    <a:pt x="120" y="138"/>
                  </a:lnTo>
                  <a:lnTo>
                    <a:pt x="120" y="162"/>
                  </a:lnTo>
                  <a:lnTo>
                    <a:pt x="78" y="162"/>
                  </a:lnTo>
                  <a:lnTo>
                    <a:pt x="66" y="144"/>
                  </a:lnTo>
                  <a:lnTo>
                    <a:pt x="60" y="150"/>
                  </a:lnTo>
                  <a:lnTo>
                    <a:pt x="48" y="138"/>
                  </a:lnTo>
                  <a:lnTo>
                    <a:pt x="42" y="126"/>
                  </a:lnTo>
                  <a:lnTo>
                    <a:pt x="36" y="120"/>
                  </a:lnTo>
                  <a:lnTo>
                    <a:pt x="36" y="102"/>
                  </a:lnTo>
                  <a:lnTo>
                    <a:pt x="30" y="96"/>
                  </a:lnTo>
                  <a:lnTo>
                    <a:pt x="30" y="84"/>
                  </a:lnTo>
                  <a:lnTo>
                    <a:pt x="24" y="78"/>
                  </a:lnTo>
                  <a:lnTo>
                    <a:pt x="0" y="78"/>
                  </a:lnTo>
                  <a:lnTo>
                    <a:pt x="0" y="84"/>
                  </a:lnTo>
                  <a:lnTo>
                    <a:pt x="6" y="90"/>
                  </a:lnTo>
                  <a:lnTo>
                    <a:pt x="12" y="102"/>
                  </a:lnTo>
                  <a:lnTo>
                    <a:pt x="18" y="108"/>
                  </a:lnTo>
                  <a:lnTo>
                    <a:pt x="24" y="120"/>
                  </a:lnTo>
                  <a:lnTo>
                    <a:pt x="36" y="126"/>
                  </a:lnTo>
                  <a:lnTo>
                    <a:pt x="42" y="138"/>
                  </a:lnTo>
                  <a:lnTo>
                    <a:pt x="48" y="144"/>
                  </a:lnTo>
                  <a:lnTo>
                    <a:pt x="48" y="15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3" name="Turkey" descr="© INSCALE GmbH, 05.05.2010&#10;http://www.presentationload.com/">
              <a:extLst>
                <a:ext uri="{FF2B5EF4-FFF2-40B4-BE49-F238E27FC236}">
                  <a16:creationId xmlns:a16="http://schemas.microsoft.com/office/drawing/2014/main" id="{A0526834-6712-4B26-B640-0E630F3A78B8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4295474" y="1885825"/>
              <a:ext cx="439420" cy="166977"/>
            </a:xfrm>
            <a:custGeom>
              <a:avLst/>
              <a:gdLst>
                <a:gd name="T0" fmla="*/ 2147483647 w 1332"/>
                <a:gd name="T1" fmla="*/ 2147483647 h 510"/>
                <a:gd name="T2" fmla="*/ 2147483647 w 1332"/>
                <a:gd name="T3" fmla="*/ 2147483647 h 510"/>
                <a:gd name="T4" fmla="*/ 2147483647 w 1332"/>
                <a:gd name="T5" fmla="*/ 2147483647 h 510"/>
                <a:gd name="T6" fmla="*/ 2147483647 w 1332"/>
                <a:gd name="T7" fmla="*/ 2147483647 h 510"/>
                <a:gd name="T8" fmla="*/ 2147483647 w 1332"/>
                <a:gd name="T9" fmla="*/ 2147483647 h 510"/>
                <a:gd name="T10" fmla="*/ 2147483647 w 1332"/>
                <a:gd name="T11" fmla="*/ 2147483647 h 510"/>
                <a:gd name="T12" fmla="*/ 2147483647 w 1332"/>
                <a:gd name="T13" fmla="*/ 2147483647 h 510"/>
                <a:gd name="T14" fmla="*/ 2147483647 w 1332"/>
                <a:gd name="T15" fmla="*/ 2147483647 h 510"/>
                <a:gd name="T16" fmla="*/ 2147483647 w 1332"/>
                <a:gd name="T17" fmla="*/ 2147483647 h 510"/>
                <a:gd name="T18" fmla="*/ 2147483647 w 1332"/>
                <a:gd name="T19" fmla="*/ 2147483647 h 510"/>
                <a:gd name="T20" fmla="*/ 2147483647 w 1332"/>
                <a:gd name="T21" fmla="*/ 2147483647 h 510"/>
                <a:gd name="T22" fmla="*/ 2147483647 w 1332"/>
                <a:gd name="T23" fmla="*/ 2147483647 h 510"/>
                <a:gd name="T24" fmla="*/ 2147483647 w 1332"/>
                <a:gd name="T25" fmla="*/ 2147483647 h 510"/>
                <a:gd name="T26" fmla="*/ 2147483647 w 1332"/>
                <a:gd name="T27" fmla="*/ 2147483647 h 510"/>
                <a:gd name="T28" fmla="*/ 2147483647 w 1332"/>
                <a:gd name="T29" fmla="*/ 2147483647 h 510"/>
                <a:gd name="T30" fmla="*/ 2147483647 w 1332"/>
                <a:gd name="T31" fmla="*/ 2147483647 h 510"/>
                <a:gd name="T32" fmla="*/ 2147483647 w 1332"/>
                <a:gd name="T33" fmla="*/ 2147483647 h 510"/>
                <a:gd name="T34" fmla="*/ 2147483647 w 1332"/>
                <a:gd name="T35" fmla="*/ 2147483647 h 510"/>
                <a:gd name="T36" fmla="*/ 2147483647 w 1332"/>
                <a:gd name="T37" fmla="*/ 2147483647 h 510"/>
                <a:gd name="T38" fmla="*/ 2147483647 w 1332"/>
                <a:gd name="T39" fmla="*/ 2147483647 h 510"/>
                <a:gd name="T40" fmla="*/ 2147483647 w 1332"/>
                <a:gd name="T41" fmla="*/ 2147483647 h 510"/>
                <a:gd name="T42" fmla="*/ 2147483647 w 1332"/>
                <a:gd name="T43" fmla="*/ 2147483647 h 510"/>
                <a:gd name="T44" fmla="*/ 2147483647 w 1332"/>
                <a:gd name="T45" fmla="*/ 2147483647 h 510"/>
                <a:gd name="T46" fmla="*/ 2147483647 w 1332"/>
                <a:gd name="T47" fmla="*/ 2147483647 h 510"/>
                <a:gd name="T48" fmla="*/ 2147483647 w 1332"/>
                <a:gd name="T49" fmla="*/ 2147483647 h 510"/>
                <a:gd name="T50" fmla="*/ 2147483647 w 1332"/>
                <a:gd name="T51" fmla="*/ 2147483647 h 510"/>
                <a:gd name="T52" fmla="*/ 2147483647 w 1332"/>
                <a:gd name="T53" fmla="*/ 2147483647 h 510"/>
                <a:gd name="T54" fmla="*/ 2147483647 w 1332"/>
                <a:gd name="T55" fmla="*/ 2147483647 h 510"/>
                <a:gd name="T56" fmla="*/ 2147483647 w 1332"/>
                <a:gd name="T57" fmla="*/ 2147483647 h 510"/>
                <a:gd name="T58" fmla="*/ 2147483647 w 1332"/>
                <a:gd name="T59" fmla="*/ 2147483647 h 510"/>
                <a:gd name="T60" fmla="*/ 2147483647 w 1332"/>
                <a:gd name="T61" fmla="*/ 2147483647 h 510"/>
                <a:gd name="T62" fmla="*/ 2147483647 w 1332"/>
                <a:gd name="T63" fmla="*/ 2147483647 h 510"/>
                <a:gd name="T64" fmla="*/ 2147483647 w 1332"/>
                <a:gd name="T65" fmla="*/ 2147483647 h 510"/>
                <a:gd name="T66" fmla="*/ 2147483647 w 1332"/>
                <a:gd name="T67" fmla="*/ 2147483647 h 510"/>
                <a:gd name="T68" fmla="*/ 2147483647 w 1332"/>
                <a:gd name="T69" fmla="*/ 2147483647 h 510"/>
                <a:gd name="T70" fmla="*/ 2147483647 w 1332"/>
                <a:gd name="T71" fmla="*/ 2147483647 h 510"/>
                <a:gd name="T72" fmla="*/ 2147483647 w 1332"/>
                <a:gd name="T73" fmla="*/ 2147483647 h 510"/>
                <a:gd name="T74" fmla="*/ 2147483647 w 1332"/>
                <a:gd name="T75" fmla="*/ 2147483647 h 510"/>
                <a:gd name="T76" fmla="*/ 2147483647 w 1332"/>
                <a:gd name="T77" fmla="*/ 2147483647 h 510"/>
                <a:gd name="T78" fmla="*/ 2147483647 w 1332"/>
                <a:gd name="T79" fmla="*/ 2147483647 h 510"/>
                <a:gd name="T80" fmla="*/ 2147483647 w 1332"/>
                <a:gd name="T81" fmla="*/ 2147483647 h 510"/>
                <a:gd name="T82" fmla="*/ 2147483647 w 1332"/>
                <a:gd name="T83" fmla="*/ 2147483647 h 510"/>
                <a:gd name="T84" fmla="*/ 2147483647 w 1332"/>
                <a:gd name="T85" fmla="*/ 2147483647 h 510"/>
                <a:gd name="T86" fmla="*/ 2147483647 w 1332"/>
                <a:gd name="T87" fmla="*/ 2147483647 h 510"/>
                <a:gd name="T88" fmla="*/ 2147483647 w 1332"/>
                <a:gd name="T89" fmla="*/ 2147483647 h 510"/>
                <a:gd name="T90" fmla="*/ 2147483647 w 1332"/>
                <a:gd name="T91" fmla="*/ 2147483647 h 510"/>
                <a:gd name="T92" fmla="*/ 2147483647 w 1332"/>
                <a:gd name="T93" fmla="*/ 2147483647 h 510"/>
                <a:gd name="T94" fmla="*/ 2147483647 w 1332"/>
                <a:gd name="T95" fmla="*/ 2147483647 h 510"/>
                <a:gd name="T96" fmla="*/ 2147483647 w 1332"/>
                <a:gd name="T97" fmla="*/ 2147483647 h 510"/>
                <a:gd name="T98" fmla="*/ 2147483647 w 1332"/>
                <a:gd name="T99" fmla="*/ 2147483647 h 510"/>
                <a:gd name="T100" fmla="*/ 2147483647 w 1332"/>
                <a:gd name="T101" fmla="*/ 2147483647 h 510"/>
                <a:gd name="T102" fmla="*/ 2147483647 w 1332"/>
                <a:gd name="T103" fmla="*/ 2147483647 h 510"/>
                <a:gd name="T104" fmla="*/ 2147483647 w 1332"/>
                <a:gd name="T105" fmla="*/ 2147483647 h 510"/>
                <a:gd name="T106" fmla="*/ 2147483647 w 1332"/>
                <a:gd name="T107" fmla="*/ 2147483647 h 510"/>
                <a:gd name="T108" fmla="*/ 2147483647 w 1332"/>
                <a:gd name="T109" fmla="*/ 2147483647 h 510"/>
                <a:gd name="T110" fmla="*/ 2147483647 w 1332"/>
                <a:gd name="T111" fmla="*/ 2147483647 h 510"/>
                <a:gd name="T112" fmla="*/ 2147483647 w 1332"/>
                <a:gd name="T113" fmla="*/ 2147483647 h 510"/>
                <a:gd name="T114" fmla="*/ 2147483647 w 1332"/>
                <a:gd name="T115" fmla="*/ 2147483647 h 51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332"/>
                <a:gd name="T175" fmla="*/ 0 h 510"/>
                <a:gd name="T176" fmla="*/ 1332 w 1332"/>
                <a:gd name="T177" fmla="*/ 510 h 51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332" h="510">
                  <a:moveTo>
                    <a:pt x="6" y="192"/>
                  </a:moveTo>
                  <a:lnTo>
                    <a:pt x="24" y="186"/>
                  </a:lnTo>
                  <a:lnTo>
                    <a:pt x="30" y="174"/>
                  </a:lnTo>
                  <a:lnTo>
                    <a:pt x="0" y="174"/>
                  </a:lnTo>
                  <a:lnTo>
                    <a:pt x="6" y="192"/>
                  </a:lnTo>
                  <a:close/>
                  <a:moveTo>
                    <a:pt x="42" y="162"/>
                  </a:moveTo>
                  <a:lnTo>
                    <a:pt x="42" y="168"/>
                  </a:lnTo>
                  <a:lnTo>
                    <a:pt x="48" y="174"/>
                  </a:lnTo>
                  <a:lnTo>
                    <a:pt x="60" y="174"/>
                  </a:lnTo>
                  <a:lnTo>
                    <a:pt x="60" y="162"/>
                  </a:lnTo>
                  <a:lnTo>
                    <a:pt x="54" y="156"/>
                  </a:lnTo>
                  <a:lnTo>
                    <a:pt x="54" y="150"/>
                  </a:lnTo>
                  <a:lnTo>
                    <a:pt x="48" y="150"/>
                  </a:lnTo>
                  <a:lnTo>
                    <a:pt x="48" y="156"/>
                  </a:lnTo>
                  <a:lnTo>
                    <a:pt x="42" y="162"/>
                  </a:lnTo>
                  <a:close/>
                  <a:moveTo>
                    <a:pt x="96" y="138"/>
                  </a:moveTo>
                  <a:lnTo>
                    <a:pt x="66" y="138"/>
                  </a:lnTo>
                  <a:lnTo>
                    <a:pt x="66" y="174"/>
                  </a:lnTo>
                  <a:lnTo>
                    <a:pt x="78" y="150"/>
                  </a:lnTo>
                  <a:lnTo>
                    <a:pt x="96" y="138"/>
                  </a:lnTo>
                  <a:close/>
                  <a:moveTo>
                    <a:pt x="1332" y="402"/>
                  </a:moveTo>
                  <a:lnTo>
                    <a:pt x="1332" y="390"/>
                  </a:lnTo>
                  <a:lnTo>
                    <a:pt x="1308" y="384"/>
                  </a:lnTo>
                  <a:lnTo>
                    <a:pt x="1308" y="354"/>
                  </a:lnTo>
                  <a:lnTo>
                    <a:pt x="1272" y="336"/>
                  </a:lnTo>
                  <a:lnTo>
                    <a:pt x="1278" y="330"/>
                  </a:lnTo>
                  <a:lnTo>
                    <a:pt x="1284" y="318"/>
                  </a:lnTo>
                  <a:lnTo>
                    <a:pt x="1284" y="312"/>
                  </a:lnTo>
                  <a:lnTo>
                    <a:pt x="1290" y="306"/>
                  </a:lnTo>
                  <a:lnTo>
                    <a:pt x="1284" y="306"/>
                  </a:lnTo>
                  <a:lnTo>
                    <a:pt x="1278" y="300"/>
                  </a:lnTo>
                  <a:lnTo>
                    <a:pt x="1278" y="288"/>
                  </a:lnTo>
                  <a:lnTo>
                    <a:pt x="1266" y="276"/>
                  </a:lnTo>
                  <a:lnTo>
                    <a:pt x="1266" y="246"/>
                  </a:lnTo>
                  <a:lnTo>
                    <a:pt x="1248" y="222"/>
                  </a:lnTo>
                  <a:lnTo>
                    <a:pt x="1272" y="222"/>
                  </a:lnTo>
                  <a:lnTo>
                    <a:pt x="1272" y="216"/>
                  </a:lnTo>
                  <a:lnTo>
                    <a:pt x="1278" y="210"/>
                  </a:lnTo>
                  <a:lnTo>
                    <a:pt x="1272" y="198"/>
                  </a:lnTo>
                  <a:lnTo>
                    <a:pt x="1272" y="186"/>
                  </a:lnTo>
                  <a:lnTo>
                    <a:pt x="1266" y="180"/>
                  </a:lnTo>
                  <a:lnTo>
                    <a:pt x="1266" y="174"/>
                  </a:lnTo>
                  <a:lnTo>
                    <a:pt x="1260" y="174"/>
                  </a:lnTo>
                  <a:lnTo>
                    <a:pt x="1248" y="180"/>
                  </a:lnTo>
                  <a:lnTo>
                    <a:pt x="1236" y="180"/>
                  </a:lnTo>
                  <a:lnTo>
                    <a:pt x="1224" y="174"/>
                  </a:lnTo>
                  <a:lnTo>
                    <a:pt x="1218" y="168"/>
                  </a:lnTo>
                  <a:lnTo>
                    <a:pt x="1212" y="156"/>
                  </a:lnTo>
                  <a:lnTo>
                    <a:pt x="1212" y="144"/>
                  </a:lnTo>
                  <a:lnTo>
                    <a:pt x="1200" y="108"/>
                  </a:lnTo>
                  <a:lnTo>
                    <a:pt x="1194" y="96"/>
                  </a:lnTo>
                  <a:lnTo>
                    <a:pt x="1194" y="84"/>
                  </a:lnTo>
                  <a:lnTo>
                    <a:pt x="1188" y="78"/>
                  </a:lnTo>
                  <a:lnTo>
                    <a:pt x="1164" y="78"/>
                  </a:lnTo>
                  <a:lnTo>
                    <a:pt x="1164" y="72"/>
                  </a:lnTo>
                  <a:lnTo>
                    <a:pt x="1158" y="60"/>
                  </a:lnTo>
                  <a:lnTo>
                    <a:pt x="1152" y="54"/>
                  </a:lnTo>
                  <a:lnTo>
                    <a:pt x="1140" y="48"/>
                  </a:lnTo>
                  <a:lnTo>
                    <a:pt x="1128" y="48"/>
                  </a:lnTo>
                  <a:lnTo>
                    <a:pt x="1116" y="54"/>
                  </a:lnTo>
                  <a:lnTo>
                    <a:pt x="1110" y="60"/>
                  </a:lnTo>
                  <a:lnTo>
                    <a:pt x="1074" y="54"/>
                  </a:lnTo>
                  <a:lnTo>
                    <a:pt x="1062" y="66"/>
                  </a:lnTo>
                  <a:lnTo>
                    <a:pt x="1026" y="90"/>
                  </a:lnTo>
                  <a:lnTo>
                    <a:pt x="1014" y="96"/>
                  </a:lnTo>
                  <a:lnTo>
                    <a:pt x="930" y="96"/>
                  </a:lnTo>
                  <a:lnTo>
                    <a:pt x="876" y="108"/>
                  </a:lnTo>
                  <a:lnTo>
                    <a:pt x="810" y="84"/>
                  </a:lnTo>
                  <a:lnTo>
                    <a:pt x="786" y="96"/>
                  </a:lnTo>
                  <a:lnTo>
                    <a:pt x="786" y="90"/>
                  </a:lnTo>
                  <a:lnTo>
                    <a:pt x="780" y="84"/>
                  </a:lnTo>
                  <a:lnTo>
                    <a:pt x="774" y="72"/>
                  </a:lnTo>
                  <a:lnTo>
                    <a:pt x="768" y="66"/>
                  </a:lnTo>
                  <a:lnTo>
                    <a:pt x="756" y="66"/>
                  </a:lnTo>
                  <a:lnTo>
                    <a:pt x="744" y="72"/>
                  </a:lnTo>
                  <a:lnTo>
                    <a:pt x="738" y="78"/>
                  </a:lnTo>
                  <a:lnTo>
                    <a:pt x="708" y="60"/>
                  </a:lnTo>
                  <a:lnTo>
                    <a:pt x="708" y="36"/>
                  </a:lnTo>
                  <a:lnTo>
                    <a:pt x="660" y="48"/>
                  </a:lnTo>
                  <a:lnTo>
                    <a:pt x="636" y="30"/>
                  </a:lnTo>
                  <a:lnTo>
                    <a:pt x="630" y="12"/>
                  </a:lnTo>
                  <a:lnTo>
                    <a:pt x="624" y="12"/>
                  </a:lnTo>
                  <a:lnTo>
                    <a:pt x="618" y="18"/>
                  </a:lnTo>
                  <a:lnTo>
                    <a:pt x="600" y="18"/>
                  </a:lnTo>
                  <a:lnTo>
                    <a:pt x="588" y="24"/>
                  </a:lnTo>
                  <a:lnTo>
                    <a:pt x="558" y="24"/>
                  </a:lnTo>
                  <a:lnTo>
                    <a:pt x="534" y="18"/>
                  </a:lnTo>
                  <a:lnTo>
                    <a:pt x="504" y="18"/>
                  </a:lnTo>
                  <a:lnTo>
                    <a:pt x="492" y="24"/>
                  </a:lnTo>
                  <a:lnTo>
                    <a:pt x="456" y="36"/>
                  </a:lnTo>
                  <a:lnTo>
                    <a:pt x="444" y="42"/>
                  </a:lnTo>
                  <a:lnTo>
                    <a:pt x="438" y="48"/>
                  </a:lnTo>
                  <a:lnTo>
                    <a:pt x="426" y="54"/>
                  </a:lnTo>
                  <a:lnTo>
                    <a:pt x="414" y="66"/>
                  </a:lnTo>
                  <a:lnTo>
                    <a:pt x="408" y="66"/>
                  </a:lnTo>
                  <a:lnTo>
                    <a:pt x="396" y="90"/>
                  </a:lnTo>
                  <a:lnTo>
                    <a:pt x="378" y="90"/>
                  </a:lnTo>
                  <a:lnTo>
                    <a:pt x="354" y="84"/>
                  </a:lnTo>
                  <a:lnTo>
                    <a:pt x="294" y="84"/>
                  </a:lnTo>
                  <a:lnTo>
                    <a:pt x="282" y="78"/>
                  </a:lnTo>
                  <a:lnTo>
                    <a:pt x="264" y="78"/>
                  </a:lnTo>
                  <a:lnTo>
                    <a:pt x="252" y="72"/>
                  </a:lnTo>
                  <a:lnTo>
                    <a:pt x="240" y="72"/>
                  </a:lnTo>
                  <a:lnTo>
                    <a:pt x="234" y="66"/>
                  </a:lnTo>
                  <a:lnTo>
                    <a:pt x="198" y="66"/>
                  </a:lnTo>
                  <a:lnTo>
                    <a:pt x="186" y="54"/>
                  </a:lnTo>
                  <a:lnTo>
                    <a:pt x="180" y="36"/>
                  </a:lnTo>
                  <a:lnTo>
                    <a:pt x="180" y="24"/>
                  </a:lnTo>
                  <a:lnTo>
                    <a:pt x="168" y="24"/>
                  </a:lnTo>
                  <a:lnTo>
                    <a:pt x="156" y="18"/>
                  </a:lnTo>
                  <a:lnTo>
                    <a:pt x="144" y="18"/>
                  </a:lnTo>
                  <a:lnTo>
                    <a:pt x="132" y="0"/>
                  </a:lnTo>
                  <a:lnTo>
                    <a:pt x="120" y="18"/>
                  </a:lnTo>
                  <a:lnTo>
                    <a:pt x="90" y="12"/>
                  </a:lnTo>
                  <a:lnTo>
                    <a:pt x="72" y="36"/>
                  </a:lnTo>
                  <a:lnTo>
                    <a:pt x="78" y="42"/>
                  </a:lnTo>
                  <a:lnTo>
                    <a:pt x="90" y="42"/>
                  </a:lnTo>
                  <a:lnTo>
                    <a:pt x="90" y="48"/>
                  </a:lnTo>
                  <a:lnTo>
                    <a:pt x="96" y="54"/>
                  </a:lnTo>
                  <a:lnTo>
                    <a:pt x="96" y="66"/>
                  </a:lnTo>
                  <a:lnTo>
                    <a:pt x="78" y="66"/>
                  </a:lnTo>
                  <a:lnTo>
                    <a:pt x="72" y="72"/>
                  </a:lnTo>
                  <a:lnTo>
                    <a:pt x="72" y="78"/>
                  </a:lnTo>
                  <a:lnTo>
                    <a:pt x="78" y="84"/>
                  </a:lnTo>
                  <a:lnTo>
                    <a:pt x="78" y="96"/>
                  </a:lnTo>
                  <a:lnTo>
                    <a:pt x="72" y="108"/>
                  </a:lnTo>
                  <a:lnTo>
                    <a:pt x="72" y="114"/>
                  </a:lnTo>
                  <a:lnTo>
                    <a:pt x="66" y="120"/>
                  </a:lnTo>
                  <a:lnTo>
                    <a:pt x="66" y="132"/>
                  </a:lnTo>
                  <a:lnTo>
                    <a:pt x="72" y="132"/>
                  </a:lnTo>
                  <a:lnTo>
                    <a:pt x="90" y="126"/>
                  </a:lnTo>
                  <a:lnTo>
                    <a:pt x="102" y="126"/>
                  </a:lnTo>
                  <a:lnTo>
                    <a:pt x="108" y="120"/>
                  </a:lnTo>
                  <a:lnTo>
                    <a:pt x="114" y="120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6" y="126"/>
                  </a:lnTo>
                  <a:lnTo>
                    <a:pt x="138" y="120"/>
                  </a:lnTo>
                  <a:lnTo>
                    <a:pt x="162" y="96"/>
                  </a:lnTo>
                  <a:lnTo>
                    <a:pt x="168" y="96"/>
                  </a:lnTo>
                  <a:lnTo>
                    <a:pt x="174" y="90"/>
                  </a:lnTo>
                  <a:lnTo>
                    <a:pt x="186" y="90"/>
                  </a:lnTo>
                  <a:lnTo>
                    <a:pt x="204" y="84"/>
                  </a:lnTo>
                  <a:lnTo>
                    <a:pt x="216" y="84"/>
                  </a:lnTo>
                  <a:lnTo>
                    <a:pt x="252" y="102"/>
                  </a:lnTo>
                  <a:lnTo>
                    <a:pt x="270" y="108"/>
                  </a:lnTo>
                  <a:lnTo>
                    <a:pt x="282" y="108"/>
                  </a:lnTo>
                  <a:lnTo>
                    <a:pt x="288" y="114"/>
                  </a:lnTo>
                  <a:lnTo>
                    <a:pt x="294" y="114"/>
                  </a:lnTo>
                  <a:lnTo>
                    <a:pt x="270" y="114"/>
                  </a:lnTo>
                  <a:lnTo>
                    <a:pt x="258" y="120"/>
                  </a:lnTo>
                  <a:lnTo>
                    <a:pt x="246" y="120"/>
                  </a:lnTo>
                  <a:lnTo>
                    <a:pt x="246" y="132"/>
                  </a:lnTo>
                  <a:lnTo>
                    <a:pt x="240" y="138"/>
                  </a:lnTo>
                  <a:lnTo>
                    <a:pt x="186" y="144"/>
                  </a:lnTo>
                  <a:lnTo>
                    <a:pt x="138" y="138"/>
                  </a:lnTo>
                  <a:lnTo>
                    <a:pt x="120" y="138"/>
                  </a:lnTo>
                  <a:lnTo>
                    <a:pt x="96" y="150"/>
                  </a:lnTo>
                  <a:lnTo>
                    <a:pt x="84" y="162"/>
                  </a:lnTo>
                  <a:lnTo>
                    <a:pt x="84" y="174"/>
                  </a:lnTo>
                  <a:lnTo>
                    <a:pt x="78" y="192"/>
                  </a:lnTo>
                  <a:lnTo>
                    <a:pt x="78" y="204"/>
                  </a:lnTo>
                  <a:lnTo>
                    <a:pt x="72" y="210"/>
                  </a:lnTo>
                  <a:lnTo>
                    <a:pt x="72" y="216"/>
                  </a:lnTo>
                  <a:lnTo>
                    <a:pt x="114" y="216"/>
                  </a:lnTo>
                  <a:lnTo>
                    <a:pt x="114" y="240"/>
                  </a:lnTo>
                  <a:lnTo>
                    <a:pt x="120" y="246"/>
                  </a:lnTo>
                  <a:lnTo>
                    <a:pt x="126" y="258"/>
                  </a:lnTo>
                  <a:lnTo>
                    <a:pt x="132" y="264"/>
                  </a:lnTo>
                  <a:lnTo>
                    <a:pt x="126" y="282"/>
                  </a:lnTo>
                  <a:lnTo>
                    <a:pt x="138" y="300"/>
                  </a:lnTo>
                  <a:lnTo>
                    <a:pt x="126" y="318"/>
                  </a:lnTo>
                  <a:lnTo>
                    <a:pt x="162" y="354"/>
                  </a:lnTo>
                  <a:lnTo>
                    <a:pt x="156" y="390"/>
                  </a:lnTo>
                  <a:lnTo>
                    <a:pt x="210" y="414"/>
                  </a:lnTo>
                  <a:lnTo>
                    <a:pt x="216" y="444"/>
                  </a:lnTo>
                  <a:lnTo>
                    <a:pt x="216" y="438"/>
                  </a:lnTo>
                  <a:lnTo>
                    <a:pt x="222" y="438"/>
                  </a:lnTo>
                  <a:lnTo>
                    <a:pt x="222" y="432"/>
                  </a:lnTo>
                  <a:lnTo>
                    <a:pt x="228" y="432"/>
                  </a:lnTo>
                  <a:lnTo>
                    <a:pt x="252" y="444"/>
                  </a:lnTo>
                  <a:lnTo>
                    <a:pt x="258" y="444"/>
                  </a:lnTo>
                  <a:lnTo>
                    <a:pt x="264" y="450"/>
                  </a:lnTo>
                  <a:lnTo>
                    <a:pt x="270" y="462"/>
                  </a:lnTo>
                  <a:lnTo>
                    <a:pt x="282" y="468"/>
                  </a:lnTo>
                  <a:lnTo>
                    <a:pt x="294" y="468"/>
                  </a:lnTo>
                  <a:lnTo>
                    <a:pt x="312" y="474"/>
                  </a:lnTo>
                  <a:lnTo>
                    <a:pt x="372" y="474"/>
                  </a:lnTo>
                  <a:lnTo>
                    <a:pt x="372" y="450"/>
                  </a:lnTo>
                  <a:lnTo>
                    <a:pt x="378" y="438"/>
                  </a:lnTo>
                  <a:lnTo>
                    <a:pt x="390" y="426"/>
                  </a:lnTo>
                  <a:lnTo>
                    <a:pt x="408" y="426"/>
                  </a:lnTo>
                  <a:lnTo>
                    <a:pt x="432" y="432"/>
                  </a:lnTo>
                  <a:lnTo>
                    <a:pt x="468" y="444"/>
                  </a:lnTo>
                  <a:lnTo>
                    <a:pt x="474" y="450"/>
                  </a:lnTo>
                  <a:lnTo>
                    <a:pt x="480" y="450"/>
                  </a:lnTo>
                  <a:lnTo>
                    <a:pt x="480" y="456"/>
                  </a:lnTo>
                  <a:lnTo>
                    <a:pt x="486" y="468"/>
                  </a:lnTo>
                  <a:lnTo>
                    <a:pt x="486" y="474"/>
                  </a:lnTo>
                  <a:lnTo>
                    <a:pt x="492" y="480"/>
                  </a:lnTo>
                  <a:lnTo>
                    <a:pt x="504" y="486"/>
                  </a:lnTo>
                  <a:lnTo>
                    <a:pt x="564" y="486"/>
                  </a:lnTo>
                  <a:lnTo>
                    <a:pt x="576" y="480"/>
                  </a:lnTo>
                  <a:lnTo>
                    <a:pt x="594" y="474"/>
                  </a:lnTo>
                  <a:lnTo>
                    <a:pt x="606" y="462"/>
                  </a:lnTo>
                  <a:lnTo>
                    <a:pt x="618" y="456"/>
                  </a:lnTo>
                  <a:lnTo>
                    <a:pt x="630" y="444"/>
                  </a:lnTo>
                  <a:lnTo>
                    <a:pt x="648" y="438"/>
                  </a:lnTo>
                  <a:lnTo>
                    <a:pt x="660" y="432"/>
                  </a:lnTo>
                  <a:lnTo>
                    <a:pt x="672" y="432"/>
                  </a:lnTo>
                  <a:lnTo>
                    <a:pt x="684" y="438"/>
                  </a:lnTo>
                  <a:lnTo>
                    <a:pt x="690" y="444"/>
                  </a:lnTo>
                  <a:lnTo>
                    <a:pt x="696" y="444"/>
                  </a:lnTo>
                  <a:lnTo>
                    <a:pt x="702" y="450"/>
                  </a:lnTo>
                  <a:lnTo>
                    <a:pt x="714" y="450"/>
                  </a:lnTo>
                  <a:lnTo>
                    <a:pt x="726" y="444"/>
                  </a:lnTo>
                  <a:lnTo>
                    <a:pt x="732" y="432"/>
                  </a:lnTo>
                  <a:lnTo>
                    <a:pt x="744" y="420"/>
                  </a:lnTo>
                  <a:lnTo>
                    <a:pt x="756" y="432"/>
                  </a:lnTo>
                  <a:lnTo>
                    <a:pt x="756" y="444"/>
                  </a:lnTo>
                  <a:lnTo>
                    <a:pt x="750" y="450"/>
                  </a:lnTo>
                  <a:lnTo>
                    <a:pt x="744" y="462"/>
                  </a:lnTo>
                  <a:lnTo>
                    <a:pt x="744" y="468"/>
                  </a:lnTo>
                  <a:lnTo>
                    <a:pt x="738" y="474"/>
                  </a:lnTo>
                  <a:lnTo>
                    <a:pt x="738" y="486"/>
                  </a:lnTo>
                  <a:lnTo>
                    <a:pt x="744" y="492"/>
                  </a:lnTo>
                  <a:lnTo>
                    <a:pt x="744" y="498"/>
                  </a:lnTo>
                  <a:lnTo>
                    <a:pt x="756" y="510"/>
                  </a:lnTo>
                  <a:lnTo>
                    <a:pt x="768" y="510"/>
                  </a:lnTo>
                  <a:lnTo>
                    <a:pt x="768" y="504"/>
                  </a:lnTo>
                  <a:lnTo>
                    <a:pt x="774" y="498"/>
                  </a:lnTo>
                  <a:lnTo>
                    <a:pt x="774" y="480"/>
                  </a:lnTo>
                  <a:lnTo>
                    <a:pt x="780" y="486"/>
                  </a:lnTo>
                  <a:lnTo>
                    <a:pt x="792" y="486"/>
                  </a:lnTo>
                  <a:lnTo>
                    <a:pt x="792" y="462"/>
                  </a:lnTo>
                  <a:lnTo>
                    <a:pt x="786" y="462"/>
                  </a:lnTo>
                  <a:lnTo>
                    <a:pt x="786" y="432"/>
                  </a:lnTo>
                  <a:lnTo>
                    <a:pt x="810" y="432"/>
                  </a:lnTo>
                  <a:lnTo>
                    <a:pt x="804" y="438"/>
                  </a:lnTo>
                  <a:lnTo>
                    <a:pt x="804" y="444"/>
                  </a:lnTo>
                  <a:lnTo>
                    <a:pt x="840" y="444"/>
                  </a:lnTo>
                  <a:lnTo>
                    <a:pt x="858" y="438"/>
                  </a:lnTo>
                  <a:lnTo>
                    <a:pt x="864" y="432"/>
                  </a:lnTo>
                  <a:lnTo>
                    <a:pt x="870" y="432"/>
                  </a:lnTo>
                  <a:lnTo>
                    <a:pt x="888" y="414"/>
                  </a:lnTo>
                  <a:lnTo>
                    <a:pt x="894" y="414"/>
                  </a:lnTo>
                  <a:lnTo>
                    <a:pt x="900" y="420"/>
                  </a:lnTo>
                  <a:lnTo>
                    <a:pt x="912" y="426"/>
                  </a:lnTo>
                  <a:lnTo>
                    <a:pt x="924" y="438"/>
                  </a:lnTo>
                  <a:lnTo>
                    <a:pt x="942" y="438"/>
                  </a:lnTo>
                  <a:lnTo>
                    <a:pt x="954" y="444"/>
                  </a:lnTo>
                  <a:lnTo>
                    <a:pt x="966" y="444"/>
                  </a:lnTo>
                  <a:lnTo>
                    <a:pt x="978" y="438"/>
                  </a:lnTo>
                  <a:lnTo>
                    <a:pt x="996" y="438"/>
                  </a:lnTo>
                  <a:lnTo>
                    <a:pt x="1002" y="432"/>
                  </a:lnTo>
                  <a:lnTo>
                    <a:pt x="1014" y="426"/>
                  </a:lnTo>
                  <a:lnTo>
                    <a:pt x="1026" y="414"/>
                  </a:lnTo>
                  <a:lnTo>
                    <a:pt x="1038" y="408"/>
                  </a:lnTo>
                  <a:lnTo>
                    <a:pt x="1086" y="408"/>
                  </a:lnTo>
                  <a:lnTo>
                    <a:pt x="1092" y="414"/>
                  </a:lnTo>
                  <a:lnTo>
                    <a:pt x="1110" y="414"/>
                  </a:lnTo>
                  <a:lnTo>
                    <a:pt x="1122" y="402"/>
                  </a:lnTo>
                  <a:lnTo>
                    <a:pt x="1146" y="402"/>
                  </a:lnTo>
                  <a:lnTo>
                    <a:pt x="1152" y="390"/>
                  </a:lnTo>
                  <a:lnTo>
                    <a:pt x="1152" y="384"/>
                  </a:lnTo>
                  <a:lnTo>
                    <a:pt x="1158" y="384"/>
                  </a:lnTo>
                  <a:lnTo>
                    <a:pt x="1158" y="408"/>
                  </a:lnTo>
                  <a:lnTo>
                    <a:pt x="1164" y="414"/>
                  </a:lnTo>
                  <a:lnTo>
                    <a:pt x="1170" y="414"/>
                  </a:lnTo>
                  <a:lnTo>
                    <a:pt x="1182" y="408"/>
                  </a:lnTo>
                  <a:lnTo>
                    <a:pt x="1188" y="402"/>
                  </a:lnTo>
                  <a:lnTo>
                    <a:pt x="1188" y="390"/>
                  </a:lnTo>
                  <a:lnTo>
                    <a:pt x="1230" y="390"/>
                  </a:lnTo>
                  <a:lnTo>
                    <a:pt x="1242" y="402"/>
                  </a:lnTo>
                  <a:lnTo>
                    <a:pt x="1254" y="402"/>
                  </a:lnTo>
                  <a:lnTo>
                    <a:pt x="1260" y="396"/>
                  </a:lnTo>
                  <a:lnTo>
                    <a:pt x="1260" y="390"/>
                  </a:lnTo>
                  <a:lnTo>
                    <a:pt x="1284" y="390"/>
                  </a:lnTo>
                  <a:lnTo>
                    <a:pt x="1290" y="396"/>
                  </a:lnTo>
                  <a:lnTo>
                    <a:pt x="1290" y="414"/>
                  </a:lnTo>
                  <a:lnTo>
                    <a:pt x="1332" y="402"/>
                  </a:lnTo>
                  <a:close/>
                  <a:moveTo>
                    <a:pt x="102" y="282"/>
                  </a:moveTo>
                  <a:lnTo>
                    <a:pt x="96" y="282"/>
                  </a:lnTo>
                  <a:lnTo>
                    <a:pt x="96" y="312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14" y="324"/>
                  </a:lnTo>
                  <a:lnTo>
                    <a:pt x="114" y="318"/>
                  </a:lnTo>
                  <a:lnTo>
                    <a:pt x="120" y="312"/>
                  </a:lnTo>
                  <a:lnTo>
                    <a:pt x="120" y="300"/>
                  </a:lnTo>
                  <a:lnTo>
                    <a:pt x="102" y="28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4" name="Togo" descr="© INSCALE GmbH, 05.05.2010&#10;http://www.presentationload.com/">
              <a:extLst>
                <a:ext uri="{FF2B5EF4-FFF2-40B4-BE49-F238E27FC236}">
                  <a16:creationId xmlns:a16="http://schemas.microsoft.com/office/drawing/2014/main" id="{F5DDCB4A-D976-41F4-B156-97CA7361B170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729401" y="2709150"/>
              <a:ext cx="46528" cy="132298"/>
            </a:xfrm>
            <a:custGeom>
              <a:avLst/>
              <a:gdLst>
                <a:gd name="T0" fmla="*/ 2147483647 w 138"/>
                <a:gd name="T1" fmla="*/ 2147483647 h 402"/>
                <a:gd name="T2" fmla="*/ 2147483647 w 138"/>
                <a:gd name="T3" fmla="*/ 2147483647 h 402"/>
                <a:gd name="T4" fmla="*/ 2147483647 w 138"/>
                <a:gd name="T5" fmla="*/ 2147483647 h 402"/>
                <a:gd name="T6" fmla="*/ 2147483647 w 138"/>
                <a:gd name="T7" fmla="*/ 2147483647 h 402"/>
                <a:gd name="T8" fmla="*/ 2147483647 w 138"/>
                <a:gd name="T9" fmla="*/ 2147483647 h 402"/>
                <a:gd name="T10" fmla="*/ 2147483647 w 138"/>
                <a:gd name="T11" fmla="*/ 2147483647 h 402"/>
                <a:gd name="T12" fmla="*/ 2147483647 w 138"/>
                <a:gd name="T13" fmla="*/ 2147483647 h 402"/>
                <a:gd name="T14" fmla="*/ 2147483647 w 138"/>
                <a:gd name="T15" fmla="*/ 2147483647 h 402"/>
                <a:gd name="T16" fmla="*/ 2147483647 w 138"/>
                <a:gd name="T17" fmla="*/ 2147483647 h 402"/>
                <a:gd name="T18" fmla="*/ 2147483647 w 138"/>
                <a:gd name="T19" fmla="*/ 2147483647 h 402"/>
                <a:gd name="T20" fmla="*/ 2147483647 w 138"/>
                <a:gd name="T21" fmla="*/ 2147483647 h 402"/>
                <a:gd name="T22" fmla="*/ 2147483647 w 138"/>
                <a:gd name="T23" fmla="*/ 2147483647 h 402"/>
                <a:gd name="T24" fmla="*/ 2147483647 w 138"/>
                <a:gd name="T25" fmla="*/ 2147483647 h 402"/>
                <a:gd name="T26" fmla="*/ 2147483647 w 138"/>
                <a:gd name="T27" fmla="*/ 2147483647 h 402"/>
                <a:gd name="T28" fmla="*/ 2147483647 w 138"/>
                <a:gd name="T29" fmla="*/ 2147483647 h 402"/>
                <a:gd name="T30" fmla="*/ 2147483647 w 138"/>
                <a:gd name="T31" fmla="*/ 2147483647 h 402"/>
                <a:gd name="T32" fmla="*/ 2147483647 w 138"/>
                <a:gd name="T33" fmla="*/ 0 h 402"/>
                <a:gd name="T34" fmla="*/ 2147483647 w 138"/>
                <a:gd name="T35" fmla="*/ 0 h 402"/>
                <a:gd name="T36" fmla="*/ 2147483647 w 138"/>
                <a:gd name="T37" fmla="*/ 2147483647 h 402"/>
                <a:gd name="T38" fmla="*/ 0 w 138"/>
                <a:gd name="T39" fmla="*/ 2147483647 h 402"/>
                <a:gd name="T40" fmla="*/ 2147483647 w 138"/>
                <a:gd name="T41" fmla="*/ 2147483647 h 402"/>
                <a:gd name="T42" fmla="*/ 2147483647 w 138"/>
                <a:gd name="T43" fmla="*/ 2147483647 h 402"/>
                <a:gd name="T44" fmla="*/ 2147483647 w 138"/>
                <a:gd name="T45" fmla="*/ 2147483647 h 402"/>
                <a:gd name="T46" fmla="*/ 2147483647 w 138"/>
                <a:gd name="T47" fmla="*/ 2147483647 h 402"/>
                <a:gd name="T48" fmla="*/ 2147483647 w 138"/>
                <a:gd name="T49" fmla="*/ 2147483647 h 402"/>
                <a:gd name="T50" fmla="*/ 2147483647 w 138"/>
                <a:gd name="T51" fmla="*/ 2147483647 h 402"/>
                <a:gd name="T52" fmla="*/ 2147483647 w 138"/>
                <a:gd name="T53" fmla="*/ 2147483647 h 402"/>
                <a:gd name="T54" fmla="*/ 2147483647 w 138"/>
                <a:gd name="T55" fmla="*/ 2147483647 h 402"/>
                <a:gd name="T56" fmla="*/ 2147483647 w 138"/>
                <a:gd name="T57" fmla="*/ 2147483647 h 402"/>
                <a:gd name="T58" fmla="*/ 2147483647 w 138"/>
                <a:gd name="T59" fmla="*/ 2147483647 h 402"/>
                <a:gd name="T60" fmla="*/ 2147483647 w 138"/>
                <a:gd name="T61" fmla="*/ 2147483647 h 402"/>
                <a:gd name="T62" fmla="*/ 2147483647 w 138"/>
                <a:gd name="T63" fmla="*/ 2147483647 h 402"/>
                <a:gd name="T64" fmla="*/ 2147483647 w 138"/>
                <a:gd name="T65" fmla="*/ 2147483647 h 402"/>
                <a:gd name="T66" fmla="*/ 2147483647 w 138"/>
                <a:gd name="T67" fmla="*/ 2147483647 h 402"/>
                <a:gd name="T68" fmla="*/ 2147483647 w 138"/>
                <a:gd name="T69" fmla="*/ 2147483647 h 402"/>
                <a:gd name="T70" fmla="*/ 2147483647 w 138"/>
                <a:gd name="T71" fmla="*/ 2147483647 h 402"/>
                <a:gd name="T72" fmla="*/ 2147483647 w 138"/>
                <a:gd name="T73" fmla="*/ 2147483647 h 402"/>
                <a:gd name="T74" fmla="*/ 2147483647 w 138"/>
                <a:gd name="T75" fmla="*/ 2147483647 h 402"/>
                <a:gd name="T76" fmla="*/ 2147483647 w 138"/>
                <a:gd name="T77" fmla="*/ 2147483647 h 402"/>
                <a:gd name="T78" fmla="*/ 2147483647 w 138"/>
                <a:gd name="T79" fmla="*/ 2147483647 h 402"/>
                <a:gd name="T80" fmla="*/ 2147483647 w 138"/>
                <a:gd name="T81" fmla="*/ 2147483647 h 402"/>
                <a:gd name="T82" fmla="*/ 2147483647 w 138"/>
                <a:gd name="T83" fmla="*/ 2147483647 h 402"/>
                <a:gd name="T84" fmla="*/ 2147483647 w 138"/>
                <a:gd name="T85" fmla="*/ 2147483647 h 402"/>
                <a:gd name="T86" fmla="*/ 2147483647 w 138"/>
                <a:gd name="T87" fmla="*/ 2147483647 h 402"/>
                <a:gd name="T88" fmla="*/ 2147483647 w 138"/>
                <a:gd name="T89" fmla="*/ 2147483647 h 402"/>
                <a:gd name="T90" fmla="*/ 2147483647 w 138"/>
                <a:gd name="T91" fmla="*/ 2147483647 h 402"/>
                <a:gd name="T92" fmla="*/ 2147483647 w 138"/>
                <a:gd name="T93" fmla="*/ 2147483647 h 402"/>
                <a:gd name="T94" fmla="*/ 2147483647 w 138"/>
                <a:gd name="T95" fmla="*/ 2147483647 h 402"/>
                <a:gd name="T96" fmla="*/ 2147483647 w 138"/>
                <a:gd name="T97" fmla="*/ 2147483647 h 402"/>
                <a:gd name="T98" fmla="*/ 2147483647 w 138"/>
                <a:gd name="T99" fmla="*/ 2147483647 h 402"/>
                <a:gd name="T100" fmla="*/ 2147483647 w 138"/>
                <a:gd name="T101" fmla="*/ 2147483647 h 402"/>
                <a:gd name="T102" fmla="*/ 2147483647 w 138"/>
                <a:gd name="T103" fmla="*/ 2147483647 h 40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38"/>
                <a:gd name="T157" fmla="*/ 0 h 402"/>
                <a:gd name="T158" fmla="*/ 138 w 138"/>
                <a:gd name="T159" fmla="*/ 402 h 40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38" h="402">
                  <a:moveTo>
                    <a:pt x="126" y="354"/>
                  </a:moveTo>
                  <a:lnTo>
                    <a:pt x="120" y="288"/>
                  </a:lnTo>
                  <a:lnTo>
                    <a:pt x="132" y="282"/>
                  </a:lnTo>
                  <a:lnTo>
                    <a:pt x="120" y="270"/>
                  </a:lnTo>
                  <a:lnTo>
                    <a:pt x="120" y="210"/>
                  </a:lnTo>
                  <a:lnTo>
                    <a:pt x="132" y="198"/>
                  </a:lnTo>
                  <a:lnTo>
                    <a:pt x="126" y="186"/>
                  </a:lnTo>
                  <a:lnTo>
                    <a:pt x="126" y="156"/>
                  </a:lnTo>
                  <a:lnTo>
                    <a:pt x="120" y="144"/>
                  </a:lnTo>
                  <a:lnTo>
                    <a:pt x="108" y="132"/>
                  </a:lnTo>
                  <a:lnTo>
                    <a:pt x="108" y="90"/>
                  </a:lnTo>
                  <a:lnTo>
                    <a:pt x="78" y="60"/>
                  </a:lnTo>
                  <a:lnTo>
                    <a:pt x="66" y="54"/>
                  </a:lnTo>
                  <a:lnTo>
                    <a:pt x="66" y="24"/>
                  </a:lnTo>
                  <a:lnTo>
                    <a:pt x="72" y="6"/>
                  </a:lnTo>
                  <a:lnTo>
                    <a:pt x="54" y="6"/>
                  </a:lnTo>
                  <a:lnTo>
                    <a:pt x="30" y="0"/>
                  </a:lnTo>
                  <a:lnTo>
                    <a:pt x="12" y="0"/>
                  </a:lnTo>
                  <a:lnTo>
                    <a:pt x="12" y="18"/>
                  </a:lnTo>
                  <a:lnTo>
                    <a:pt x="0" y="30"/>
                  </a:lnTo>
                  <a:lnTo>
                    <a:pt x="36" y="54"/>
                  </a:lnTo>
                  <a:lnTo>
                    <a:pt x="24" y="132"/>
                  </a:lnTo>
                  <a:lnTo>
                    <a:pt x="36" y="120"/>
                  </a:lnTo>
                  <a:lnTo>
                    <a:pt x="42" y="120"/>
                  </a:lnTo>
                  <a:lnTo>
                    <a:pt x="48" y="126"/>
                  </a:lnTo>
                  <a:lnTo>
                    <a:pt x="48" y="150"/>
                  </a:lnTo>
                  <a:lnTo>
                    <a:pt x="42" y="162"/>
                  </a:lnTo>
                  <a:lnTo>
                    <a:pt x="54" y="174"/>
                  </a:lnTo>
                  <a:lnTo>
                    <a:pt x="54" y="180"/>
                  </a:lnTo>
                  <a:lnTo>
                    <a:pt x="48" y="180"/>
                  </a:lnTo>
                  <a:lnTo>
                    <a:pt x="36" y="192"/>
                  </a:lnTo>
                  <a:lnTo>
                    <a:pt x="42" y="198"/>
                  </a:lnTo>
                  <a:lnTo>
                    <a:pt x="54" y="204"/>
                  </a:lnTo>
                  <a:lnTo>
                    <a:pt x="60" y="210"/>
                  </a:lnTo>
                  <a:lnTo>
                    <a:pt x="60" y="222"/>
                  </a:lnTo>
                  <a:lnTo>
                    <a:pt x="54" y="228"/>
                  </a:lnTo>
                  <a:lnTo>
                    <a:pt x="54" y="270"/>
                  </a:lnTo>
                  <a:lnTo>
                    <a:pt x="48" y="276"/>
                  </a:lnTo>
                  <a:lnTo>
                    <a:pt x="48" y="294"/>
                  </a:lnTo>
                  <a:lnTo>
                    <a:pt x="54" y="294"/>
                  </a:lnTo>
                  <a:lnTo>
                    <a:pt x="60" y="300"/>
                  </a:lnTo>
                  <a:lnTo>
                    <a:pt x="60" y="312"/>
                  </a:lnTo>
                  <a:lnTo>
                    <a:pt x="54" y="324"/>
                  </a:lnTo>
                  <a:lnTo>
                    <a:pt x="54" y="336"/>
                  </a:lnTo>
                  <a:lnTo>
                    <a:pt x="66" y="378"/>
                  </a:lnTo>
                  <a:lnTo>
                    <a:pt x="96" y="402"/>
                  </a:lnTo>
                  <a:lnTo>
                    <a:pt x="108" y="396"/>
                  </a:lnTo>
                  <a:lnTo>
                    <a:pt x="120" y="384"/>
                  </a:lnTo>
                  <a:lnTo>
                    <a:pt x="138" y="384"/>
                  </a:lnTo>
                  <a:lnTo>
                    <a:pt x="138" y="372"/>
                  </a:lnTo>
                  <a:lnTo>
                    <a:pt x="126" y="360"/>
                  </a:lnTo>
                  <a:lnTo>
                    <a:pt x="126" y="35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5" name="Tanzania" descr="© INSCALE GmbH, 05.05.2010&#10;http://www.presentationload.com/">
              <a:extLst>
                <a:ext uri="{FF2B5EF4-FFF2-40B4-BE49-F238E27FC236}">
                  <a16:creationId xmlns:a16="http://schemas.microsoft.com/office/drawing/2014/main" id="{0032D954-CFF5-4F30-A43F-BB9F860FD4B2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4428599" y="3028975"/>
              <a:ext cx="253314" cy="285144"/>
            </a:xfrm>
            <a:custGeom>
              <a:avLst/>
              <a:gdLst>
                <a:gd name="T0" fmla="*/ 2147483647 w 768"/>
                <a:gd name="T1" fmla="*/ 2147483647 h 870"/>
                <a:gd name="T2" fmla="*/ 2147483647 w 768"/>
                <a:gd name="T3" fmla="*/ 2147483647 h 870"/>
                <a:gd name="T4" fmla="*/ 2147483647 w 768"/>
                <a:gd name="T5" fmla="*/ 2147483647 h 870"/>
                <a:gd name="T6" fmla="*/ 2147483647 w 768"/>
                <a:gd name="T7" fmla="*/ 2147483647 h 870"/>
                <a:gd name="T8" fmla="*/ 2147483647 w 768"/>
                <a:gd name="T9" fmla="*/ 2147483647 h 870"/>
                <a:gd name="T10" fmla="*/ 2147483647 w 768"/>
                <a:gd name="T11" fmla="*/ 2147483647 h 870"/>
                <a:gd name="T12" fmla="*/ 2147483647 w 768"/>
                <a:gd name="T13" fmla="*/ 2147483647 h 870"/>
                <a:gd name="T14" fmla="*/ 2147483647 w 768"/>
                <a:gd name="T15" fmla="*/ 2147483647 h 870"/>
                <a:gd name="T16" fmla="*/ 2147483647 w 768"/>
                <a:gd name="T17" fmla="*/ 2147483647 h 870"/>
                <a:gd name="T18" fmla="*/ 2147483647 w 768"/>
                <a:gd name="T19" fmla="*/ 2147483647 h 870"/>
                <a:gd name="T20" fmla="*/ 2147483647 w 768"/>
                <a:gd name="T21" fmla="*/ 2147483647 h 870"/>
                <a:gd name="T22" fmla="*/ 2147483647 w 768"/>
                <a:gd name="T23" fmla="*/ 2147483647 h 870"/>
                <a:gd name="T24" fmla="*/ 2147483647 w 768"/>
                <a:gd name="T25" fmla="*/ 2147483647 h 870"/>
                <a:gd name="T26" fmla="*/ 2147483647 w 768"/>
                <a:gd name="T27" fmla="*/ 2147483647 h 870"/>
                <a:gd name="T28" fmla="*/ 2147483647 w 768"/>
                <a:gd name="T29" fmla="*/ 2147483647 h 870"/>
                <a:gd name="T30" fmla="*/ 2147483647 w 768"/>
                <a:gd name="T31" fmla="*/ 2147483647 h 870"/>
                <a:gd name="T32" fmla="*/ 2147483647 w 768"/>
                <a:gd name="T33" fmla="*/ 2147483647 h 870"/>
                <a:gd name="T34" fmla="*/ 2147483647 w 768"/>
                <a:gd name="T35" fmla="*/ 2147483647 h 870"/>
                <a:gd name="T36" fmla="*/ 2147483647 w 768"/>
                <a:gd name="T37" fmla="*/ 2147483647 h 870"/>
                <a:gd name="T38" fmla="*/ 2147483647 w 768"/>
                <a:gd name="T39" fmla="*/ 2147483647 h 870"/>
                <a:gd name="T40" fmla="*/ 2147483647 w 768"/>
                <a:gd name="T41" fmla="*/ 2147483647 h 870"/>
                <a:gd name="T42" fmla="*/ 2147483647 w 768"/>
                <a:gd name="T43" fmla="*/ 2147483647 h 870"/>
                <a:gd name="T44" fmla="*/ 2147483647 w 768"/>
                <a:gd name="T45" fmla="*/ 2147483647 h 870"/>
                <a:gd name="T46" fmla="*/ 2147483647 w 768"/>
                <a:gd name="T47" fmla="*/ 2147483647 h 870"/>
                <a:gd name="T48" fmla="*/ 2147483647 w 768"/>
                <a:gd name="T49" fmla="*/ 2147483647 h 870"/>
                <a:gd name="T50" fmla="*/ 2147483647 w 768"/>
                <a:gd name="T51" fmla="*/ 2147483647 h 870"/>
                <a:gd name="T52" fmla="*/ 2147483647 w 768"/>
                <a:gd name="T53" fmla="*/ 2147483647 h 870"/>
                <a:gd name="T54" fmla="*/ 2147483647 w 768"/>
                <a:gd name="T55" fmla="*/ 2147483647 h 870"/>
                <a:gd name="T56" fmla="*/ 2147483647 w 768"/>
                <a:gd name="T57" fmla="*/ 2147483647 h 870"/>
                <a:gd name="T58" fmla="*/ 2147483647 w 768"/>
                <a:gd name="T59" fmla="*/ 2147483647 h 870"/>
                <a:gd name="T60" fmla="*/ 2147483647 w 768"/>
                <a:gd name="T61" fmla="*/ 2147483647 h 870"/>
                <a:gd name="T62" fmla="*/ 2147483647 w 768"/>
                <a:gd name="T63" fmla="*/ 2147483647 h 870"/>
                <a:gd name="T64" fmla="*/ 2147483647 w 768"/>
                <a:gd name="T65" fmla="*/ 2147483647 h 870"/>
                <a:gd name="T66" fmla="*/ 2147483647 w 768"/>
                <a:gd name="T67" fmla="*/ 2147483647 h 870"/>
                <a:gd name="T68" fmla="*/ 2147483647 w 768"/>
                <a:gd name="T69" fmla="*/ 2147483647 h 870"/>
                <a:gd name="T70" fmla="*/ 2147483647 w 768"/>
                <a:gd name="T71" fmla="*/ 2147483647 h 870"/>
                <a:gd name="T72" fmla="*/ 2147483647 w 768"/>
                <a:gd name="T73" fmla="*/ 2147483647 h 870"/>
                <a:gd name="T74" fmla="*/ 2147483647 w 768"/>
                <a:gd name="T75" fmla="*/ 2147483647 h 870"/>
                <a:gd name="T76" fmla="*/ 2147483647 w 768"/>
                <a:gd name="T77" fmla="*/ 2147483647 h 870"/>
                <a:gd name="T78" fmla="*/ 2147483647 w 768"/>
                <a:gd name="T79" fmla="*/ 2147483647 h 870"/>
                <a:gd name="T80" fmla="*/ 2147483647 w 768"/>
                <a:gd name="T81" fmla="*/ 2147483647 h 870"/>
                <a:gd name="T82" fmla="*/ 2147483647 w 768"/>
                <a:gd name="T83" fmla="*/ 2147483647 h 870"/>
                <a:gd name="T84" fmla="*/ 2147483647 w 768"/>
                <a:gd name="T85" fmla="*/ 2147483647 h 870"/>
                <a:gd name="T86" fmla="*/ 2147483647 w 768"/>
                <a:gd name="T87" fmla="*/ 2147483647 h 870"/>
                <a:gd name="T88" fmla="*/ 2147483647 w 768"/>
                <a:gd name="T89" fmla="*/ 2147483647 h 870"/>
                <a:gd name="T90" fmla="*/ 2147483647 w 768"/>
                <a:gd name="T91" fmla="*/ 2147483647 h 870"/>
                <a:gd name="T92" fmla="*/ 2147483647 w 768"/>
                <a:gd name="T93" fmla="*/ 2147483647 h 870"/>
                <a:gd name="T94" fmla="*/ 2147483647 w 768"/>
                <a:gd name="T95" fmla="*/ 2147483647 h 870"/>
                <a:gd name="T96" fmla="*/ 2147483647 w 768"/>
                <a:gd name="T97" fmla="*/ 2147483647 h 870"/>
                <a:gd name="T98" fmla="*/ 2147483647 w 768"/>
                <a:gd name="T99" fmla="*/ 2147483647 h 870"/>
                <a:gd name="T100" fmla="*/ 2147483647 w 768"/>
                <a:gd name="T101" fmla="*/ 2147483647 h 870"/>
                <a:gd name="T102" fmla="*/ 2147483647 w 768"/>
                <a:gd name="T103" fmla="*/ 2147483647 h 87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768"/>
                <a:gd name="T157" fmla="*/ 0 h 870"/>
                <a:gd name="T158" fmla="*/ 768 w 768"/>
                <a:gd name="T159" fmla="*/ 870 h 87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768" h="870">
                  <a:moveTo>
                    <a:pt x="762" y="744"/>
                  </a:moveTo>
                  <a:lnTo>
                    <a:pt x="750" y="744"/>
                  </a:lnTo>
                  <a:lnTo>
                    <a:pt x="744" y="738"/>
                  </a:lnTo>
                  <a:lnTo>
                    <a:pt x="732" y="732"/>
                  </a:lnTo>
                  <a:lnTo>
                    <a:pt x="720" y="720"/>
                  </a:lnTo>
                  <a:lnTo>
                    <a:pt x="720" y="708"/>
                  </a:lnTo>
                  <a:lnTo>
                    <a:pt x="714" y="690"/>
                  </a:lnTo>
                  <a:lnTo>
                    <a:pt x="714" y="654"/>
                  </a:lnTo>
                  <a:lnTo>
                    <a:pt x="690" y="612"/>
                  </a:lnTo>
                  <a:lnTo>
                    <a:pt x="702" y="564"/>
                  </a:lnTo>
                  <a:lnTo>
                    <a:pt x="684" y="540"/>
                  </a:lnTo>
                  <a:lnTo>
                    <a:pt x="690" y="528"/>
                  </a:lnTo>
                  <a:lnTo>
                    <a:pt x="696" y="522"/>
                  </a:lnTo>
                  <a:lnTo>
                    <a:pt x="708" y="498"/>
                  </a:lnTo>
                  <a:lnTo>
                    <a:pt x="708" y="480"/>
                  </a:lnTo>
                  <a:lnTo>
                    <a:pt x="702" y="474"/>
                  </a:lnTo>
                  <a:lnTo>
                    <a:pt x="690" y="468"/>
                  </a:lnTo>
                  <a:lnTo>
                    <a:pt x="672" y="456"/>
                  </a:lnTo>
                  <a:lnTo>
                    <a:pt x="660" y="450"/>
                  </a:lnTo>
                  <a:lnTo>
                    <a:pt x="654" y="438"/>
                  </a:lnTo>
                  <a:lnTo>
                    <a:pt x="654" y="426"/>
                  </a:lnTo>
                  <a:lnTo>
                    <a:pt x="660" y="414"/>
                  </a:lnTo>
                  <a:lnTo>
                    <a:pt x="666" y="396"/>
                  </a:lnTo>
                  <a:lnTo>
                    <a:pt x="666" y="384"/>
                  </a:lnTo>
                  <a:lnTo>
                    <a:pt x="672" y="366"/>
                  </a:lnTo>
                  <a:lnTo>
                    <a:pt x="678" y="354"/>
                  </a:lnTo>
                  <a:lnTo>
                    <a:pt x="678" y="330"/>
                  </a:lnTo>
                  <a:lnTo>
                    <a:pt x="684" y="318"/>
                  </a:lnTo>
                  <a:lnTo>
                    <a:pt x="684" y="300"/>
                  </a:lnTo>
                  <a:lnTo>
                    <a:pt x="570" y="192"/>
                  </a:lnTo>
                  <a:lnTo>
                    <a:pt x="576" y="186"/>
                  </a:lnTo>
                  <a:lnTo>
                    <a:pt x="582" y="186"/>
                  </a:lnTo>
                  <a:lnTo>
                    <a:pt x="588" y="180"/>
                  </a:lnTo>
                  <a:lnTo>
                    <a:pt x="588" y="174"/>
                  </a:lnTo>
                  <a:lnTo>
                    <a:pt x="576" y="162"/>
                  </a:lnTo>
                  <a:lnTo>
                    <a:pt x="324" y="6"/>
                  </a:lnTo>
                  <a:lnTo>
                    <a:pt x="312" y="6"/>
                  </a:lnTo>
                  <a:lnTo>
                    <a:pt x="312" y="18"/>
                  </a:lnTo>
                  <a:lnTo>
                    <a:pt x="318" y="24"/>
                  </a:lnTo>
                  <a:lnTo>
                    <a:pt x="318" y="36"/>
                  </a:lnTo>
                  <a:lnTo>
                    <a:pt x="294" y="48"/>
                  </a:lnTo>
                  <a:lnTo>
                    <a:pt x="276" y="66"/>
                  </a:lnTo>
                  <a:lnTo>
                    <a:pt x="264" y="84"/>
                  </a:lnTo>
                  <a:lnTo>
                    <a:pt x="264" y="90"/>
                  </a:lnTo>
                  <a:lnTo>
                    <a:pt x="270" y="96"/>
                  </a:lnTo>
                  <a:lnTo>
                    <a:pt x="294" y="96"/>
                  </a:lnTo>
                  <a:lnTo>
                    <a:pt x="306" y="90"/>
                  </a:lnTo>
                  <a:lnTo>
                    <a:pt x="312" y="90"/>
                  </a:lnTo>
                  <a:lnTo>
                    <a:pt x="306" y="96"/>
                  </a:lnTo>
                  <a:lnTo>
                    <a:pt x="294" y="102"/>
                  </a:lnTo>
                  <a:lnTo>
                    <a:pt x="276" y="120"/>
                  </a:lnTo>
                  <a:lnTo>
                    <a:pt x="270" y="120"/>
                  </a:lnTo>
                  <a:lnTo>
                    <a:pt x="264" y="114"/>
                  </a:lnTo>
                  <a:lnTo>
                    <a:pt x="252" y="108"/>
                  </a:lnTo>
                  <a:lnTo>
                    <a:pt x="246" y="108"/>
                  </a:lnTo>
                  <a:lnTo>
                    <a:pt x="234" y="120"/>
                  </a:lnTo>
                  <a:lnTo>
                    <a:pt x="234" y="138"/>
                  </a:lnTo>
                  <a:lnTo>
                    <a:pt x="246" y="150"/>
                  </a:lnTo>
                  <a:lnTo>
                    <a:pt x="216" y="150"/>
                  </a:lnTo>
                  <a:lnTo>
                    <a:pt x="216" y="138"/>
                  </a:lnTo>
                  <a:lnTo>
                    <a:pt x="222" y="132"/>
                  </a:lnTo>
                  <a:lnTo>
                    <a:pt x="222" y="126"/>
                  </a:lnTo>
                  <a:lnTo>
                    <a:pt x="228" y="114"/>
                  </a:lnTo>
                  <a:lnTo>
                    <a:pt x="210" y="120"/>
                  </a:lnTo>
                  <a:lnTo>
                    <a:pt x="192" y="102"/>
                  </a:lnTo>
                  <a:lnTo>
                    <a:pt x="186" y="102"/>
                  </a:lnTo>
                  <a:lnTo>
                    <a:pt x="174" y="114"/>
                  </a:lnTo>
                  <a:lnTo>
                    <a:pt x="174" y="132"/>
                  </a:lnTo>
                  <a:lnTo>
                    <a:pt x="168" y="138"/>
                  </a:lnTo>
                  <a:lnTo>
                    <a:pt x="162" y="138"/>
                  </a:lnTo>
                  <a:lnTo>
                    <a:pt x="156" y="132"/>
                  </a:lnTo>
                  <a:lnTo>
                    <a:pt x="156" y="48"/>
                  </a:lnTo>
                  <a:lnTo>
                    <a:pt x="162" y="36"/>
                  </a:lnTo>
                  <a:lnTo>
                    <a:pt x="162" y="24"/>
                  </a:lnTo>
                  <a:lnTo>
                    <a:pt x="168" y="12"/>
                  </a:lnTo>
                  <a:lnTo>
                    <a:pt x="168" y="6"/>
                  </a:lnTo>
                  <a:lnTo>
                    <a:pt x="78" y="0"/>
                  </a:lnTo>
                  <a:lnTo>
                    <a:pt x="72" y="24"/>
                  </a:lnTo>
                  <a:lnTo>
                    <a:pt x="78" y="30"/>
                  </a:lnTo>
                  <a:lnTo>
                    <a:pt x="84" y="42"/>
                  </a:lnTo>
                  <a:lnTo>
                    <a:pt x="90" y="48"/>
                  </a:lnTo>
                  <a:lnTo>
                    <a:pt x="90" y="66"/>
                  </a:lnTo>
                  <a:lnTo>
                    <a:pt x="96" y="72"/>
                  </a:lnTo>
                  <a:lnTo>
                    <a:pt x="96" y="96"/>
                  </a:lnTo>
                  <a:lnTo>
                    <a:pt x="78" y="114"/>
                  </a:lnTo>
                  <a:lnTo>
                    <a:pt x="66" y="114"/>
                  </a:lnTo>
                  <a:lnTo>
                    <a:pt x="66" y="126"/>
                  </a:lnTo>
                  <a:lnTo>
                    <a:pt x="60" y="138"/>
                  </a:lnTo>
                  <a:lnTo>
                    <a:pt x="60" y="156"/>
                  </a:lnTo>
                  <a:lnTo>
                    <a:pt x="66" y="156"/>
                  </a:lnTo>
                  <a:lnTo>
                    <a:pt x="72" y="162"/>
                  </a:lnTo>
                  <a:lnTo>
                    <a:pt x="90" y="162"/>
                  </a:lnTo>
                  <a:lnTo>
                    <a:pt x="90" y="180"/>
                  </a:lnTo>
                  <a:lnTo>
                    <a:pt x="78" y="186"/>
                  </a:lnTo>
                  <a:lnTo>
                    <a:pt x="84" y="198"/>
                  </a:lnTo>
                  <a:lnTo>
                    <a:pt x="72" y="198"/>
                  </a:lnTo>
                  <a:lnTo>
                    <a:pt x="54" y="216"/>
                  </a:lnTo>
                  <a:lnTo>
                    <a:pt x="48" y="228"/>
                  </a:lnTo>
                  <a:lnTo>
                    <a:pt x="48" y="246"/>
                  </a:lnTo>
                  <a:lnTo>
                    <a:pt x="42" y="258"/>
                  </a:lnTo>
                  <a:lnTo>
                    <a:pt x="30" y="270"/>
                  </a:lnTo>
                  <a:lnTo>
                    <a:pt x="6" y="282"/>
                  </a:lnTo>
                  <a:lnTo>
                    <a:pt x="0" y="294"/>
                  </a:lnTo>
                  <a:lnTo>
                    <a:pt x="6" y="306"/>
                  </a:lnTo>
                  <a:lnTo>
                    <a:pt x="18" y="318"/>
                  </a:lnTo>
                  <a:lnTo>
                    <a:pt x="18" y="330"/>
                  </a:lnTo>
                  <a:lnTo>
                    <a:pt x="12" y="342"/>
                  </a:lnTo>
                  <a:lnTo>
                    <a:pt x="12" y="348"/>
                  </a:lnTo>
                  <a:lnTo>
                    <a:pt x="18" y="354"/>
                  </a:lnTo>
                  <a:lnTo>
                    <a:pt x="18" y="366"/>
                  </a:lnTo>
                  <a:lnTo>
                    <a:pt x="24" y="378"/>
                  </a:lnTo>
                  <a:lnTo>
                    <a:pt x="24" y="396"/>
                  </a:lnTo>
                  <a:lnTo>
                    <a:pt x="18" y="402"/>
                  </a:lnTo>
                  <a:lnTo>
                    <a:pt x="18" y="432"/>
                  </a:lnTo>
                  <a:lnTo>
                    <a:pt x="30" y="444"/>
                  </a:lnTo>
                  <a:lnTo>
                    <a:pt x="36" y="444"/>
                  </a:lnTo>
                  <a:lnTo>
                    <a:pt x="48" y="450"/>
                  </a:lnTo>
                  <a:lnTo>
                    <a:pt x="72" y="474"/>
                  </a:lnTo>
                  <a:lnTo>
                    <a:pt x="78" y="486"/>
                  </a:lnTo>
                  <a:lnTo>
                    <a:pt x="78" y="546"/>
                  </a:lnTo>
                  <a:lnTo>
                    <a:pt x="84" y="558"/>
                  </a:lnTo>
                  <a:lnTo>
                    <a:pt x="114" y="594"/>
                  </a:lnTo>
                  <a:lnTo>
                    <a:pt x="114" y="600"/>
                  </a:lnTo>
                  <a:lnTo>
                    <a:pt x="108" y="612"/>
                  </a:lnTo>
                  <a:lnTo>
                    <a:pt x="108" y="618"/>
                  </a:lnTo>
                  <a:lnTo>
                    <a:pt x="126" y="618"/>
                  </a:lnTo>
                  <a:lnTo>
                    <a:pt x="138" y="612"/>
                  </a:lnTo>
                  <a:lnTo>
                    <a:pt x="138" y="630"/>
                  </a:lnTo>
                  <a:lnTo>
                    <a:pt x="144" y="636"/>
                  </a:lnTo>
                  <a:lnTo>
                    <a:pt x="162" y="636"/>
                  </a:lnTo>
                  <a:lnTo>
                    <a:pt x="180" y="654"/>
                  </a:lnTo>
                  <a:lnTo>
                    <a:pt x="192" y="654"/>
                  </a:lnTo>
                  <a:lnTo>
                    <a:pt x="204" y="648"/>
                  </a:lnTo>
                  <a:lnTo>
                    <a:pt x="204" y="666"/>
                  </a:lnTo>
                  <a:lnTo>
                    <a:pt x="222" y="666"/>
                  </a:lnTo>
                  <a:lnTo>
                    <a:pt x="240" y="678"/>
                  </a:lnTo>
                  <a:lnTo>
                    <a:pt x="264" y="678"/>
                  </a:lnTo>
                  <a:lnTo>
                    <a:pt x="270" y="696"/>
                  </a:lnTo>
                  <a:lnTo>
                    <a:pt x="300" y="696"/>
                  </a:lnTo>
                  <a:lnTo>
                    <a:pt x="300" y="690"/>
                  </a:lnTo>
                  <a:lnTo>
                    <a:pt x="312" y="678"/>
                  </a:lnTo>
                  <a:lnTo>
                    <a:pt x="318" y="684"/>
                  </a:lnTo>
                  <a:lnTo>
                    <a:pt x="330" y="690"/>
                  </a:lnTo>
                  <a:lnTo>
                    <a:pt x="336" y="702"/>
                  </a:lnTo>
                  <a:lnTo>
                    <a:pt x="348" y="714"/>
                  </a:lnTo>
                  <a:lnTo>
                    <a:pt x="348" y="774"/>
                  </a:lnTo>
                  <a:lnTo>
                    <a:pt x="354" y="774"/>
                  </a:lnTo>
                  <a:lnTo>
                    <a:pt x="360" y="780"/>
                  </a:lnTo>
                  <a:lnTo>
                    <a:pt x="360" y="792"/>
                  </a:lnTo>
                  <a:lnTo>
                    <a:pt x="354" y="798"/>
                  </a:lnTo>
                  <a:lnTo>
                    <a:pt x="354" y="804"/>
                  </a:lnTo>
                  <a:lnTo>
                    <a:pt x="348" y="810"/>
                  </a:lnTo>
                  <a:lnTo>
                    <a:pt x="348" y="816"/>
                  </a:lnTo>
                  <a:lnTo>
                    <a:pt x="366" y="834"/>
                  </a:lnTo>
                  <a:lnTo>
                    <a:pt x="378" y="840"/>
                  </a:lnTo>
                  <a:lnTo>
                    <a:pt x="372" y="858"/>
                  </a:lnTo>
                  <a:lnTo>
                    <a:pt x="408" y="858"/>
                  </a:lnTo>
                  <a:lnTo>
                    <a:pt x="414" y="852"/>
                  </a:lnTo>
                  <a:lnTo>
                    <a:pt x="420" y="852"/>
                  </a:lnTo>
                  <a:lnTo>
                    <a:pt x="432" y="840"/>
                  </a:lnTo>
                  <a:lnTo>
                    <a:pt x="444" y="840"/>
                  </a:lnTo>
                  <a:lnTo>
                    <a:pt x="456" y="846"/>
                  </a:lnTo>
                  <a:lnTo>
                    <a:pt x="462" y="858"/>
                  </a:lnTo>
                  <a:lnTo>
                    <a:pt x="474" y="864"/>
                  </a:lnTo>
                  <a:lnTo>
                    <a:pt x="480" y="870"/>
                  </a:lnTo>
                  <a:lnTo>
                    <a:pt x="492" y="870"/>
                  </a:lnTo>
                  <a:lnTo>
                    <a:pt x="510" y="852"/>
                  </a:lnTo>
                  <a:lnTo>
                    <a:pt x="516" y="852"/>
                  </a:lnTo>
                  <a:lnTo>
                    <a:pt x="522" y="858"/>
                  </a:lnTo>
                  <a:lnTo>
                    <a:pt x="534" y="864"/>
                  </a:lnTo>
                  <a:lnTo>
                    <a:pt x="552" y="864"/>
                  </a:lnTo>
                  <a:lnTo>
                    <a:pt x="564" y="852"/>
                  </a:lnTo>
                  <a:lnTo>
                    <a:pt x="576" y="846"/>
                  </a:lnTo>
                  <a:lnTo>
                    <a:pt x="582" y="834"/>
                  </a:lnTo>
                  <a:lnTo>
                    <a:pt x="588" y="828"/>
                  </a:lnTo>
                  <a:lnTo>
                    <a:pt x="612" y="828"/>
                  </a:lnTo>
                  <a:lnTo>
                    <a:pt x="618" y="834"/>
                  </a:lnTo>
                  <a:lnTo>
                    <a:pt x="618" y="840"/>
                  </a:lnTo>
                  <a:lnTo>
                    <a:pt x="630" y="840"/>
                  </a:lnTo>
                  <a:lnTo>
                    <a:pt x="642" y="834"/>
                  </a:lnTo>
                  <a:lnTo>
                    <a:pt x="654" y="822"/>
                  </a:lnTo>
                  <a:lnTo>
                    <a:pt x="660" y="822"/>
                  </a:lnTo>
                  <a:lnTo>
                    <a:pt x="690" y="816"/>
                  </a:lnTo>
                  <a:lnTo>
                    <a:pt x="768" y="762"/>
                  </a:lnTo>
                  <a:lnTo>
                    <a:pt x="762" y="744"/>
                  </a:lnTo>
                  <a:close/>
                  <a:moveTo>
                    <a:pt x="726" y="360"/>
                  </a:moveTo>
                  <a:lnTo>
                    <a:pt x="732" y="354"/>
                  </a:lnTo>
                  <a:lnTo>
                    <a:pt x="732" y="324"/>
                  </a:lnTo>
                  <a:lnTo>
                    <a:pt x="720" y="312"/>
                  </a:lnTo>
                  <a:lnTo>
                    <a:pt x="714" y="312"/>
                  </a:lnTo>
                  <a:lnTo>
                    <a:pt x="708" y="318"/>
                  </a:lnTo>
                  <a:lnTo>
                    <a:pt x="708" y="348"/>
                  </a:lnTo>
                  <a:lnTo>
                    <a:pt x="714" y="354"/>
                  </a:lnTo>
                  <a:lnTo>
                    <a:pt x="726" y="360"/>
                  </a:lnTo>
                  <a:close/>
                  <a:moveTo>
                    <a:pt x="678" y="420"/>
                  </a:moveTo>
                  <a:lnTo>
                    <a:pt x="690" y="426"/>
                  </a:lnTo>
                  <a:lnTo>
                    <a:pt x="696" y="438"/>
                  </a:lnTo>
                  <a:lnTo>
                    <a:pt x="708" y="444"/>
                  </a:lnTo>
                  <a:lnTo>
                    <a:pt x="720" y="444"/>
                  </a:lnTo>
                  <a:lnTo>
                    <a:pt x="726" y="438"/>
                  </a:lnTo>
                  <a:lnTo>
                    <a:pt x="720" y="432"/>
                  </a:lnTo>
                  <a:lnTo>
                    <a:pt x="720" y="426"/>
                  </a:lnTo>
                  <a:lnTo>
                    <a:pt x="708" y="414"/>
                  </a:lnTo>
                  <a:lnTo>
                    <a:pt x="708" y="390"/>
                  </a:lnTo>
                  <a:lnTo>
                    <a:pt x="702" y="378"/>
                  </a:lnTo>
                  <a:lnTo>
                    <a:pt x="684" y="378"/>
                  </a:lnTo>
                  <a:lnTo>
                    <a:pt x="678" y="384"/>
                  </a:lnTo>
                  <a:lnTo>
                    <a:pt x="678" y="42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6" name="Taji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AA298A13-2D7D-4426-9930-6DFDCE83CB1B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5216974" y="1917934"/>
              <a:ext cx="182231" cy="114315"/>
            </a:xfrm>
            <a:custGeom>
              <a:avLst/>
              <a:gdLst>
                <a:gd name="T0" fmla="*/ 2147483647 w 552"/>
                <a:gd name="T1" fmla="*/ 2147483647 h 348"/>
                <a:gd name="T2" fmla="*/ 2147483647 w 552"/>
                <a:gd name="T3" fmla="*/ 2147483647 h 348"/>
                <a:gd name="T4" fmla="*/ 2147483647 w 552"/>
                <a:gd name="T5" fmla="*/ 2147483647 h 348"/>
                <a:gd name="T6" fmla="*/ 2147483647 w 552"/>
                <a:gd name="T7" fmla="*/ 2147483647 h 348"/>
                <a:gd name="T8" fmla="*/ 2147483647 w 552"/>
                <a:gd name="T9" fmla="*/ 2147483647 h 348"/>
                <a:gd name="T10" fmla="*/ 2147483647 w 552"/>
                <a:gd name="T11" fmla="*/ 2147483647 h 348"/>
                <a:gd name="T12" fmla="*/ 2147483647 w 552"/>
                <a:gd name="T13" fmla="*/ 2147483647 h 348"/>
                <a:gd name="T14" fmla="*/ 2147483647 w 552"/>
                <a:gd name="T15" fmla="*/ 2147483647 h 348"/>
                <a:gd name="T16" fmla="*/ 2147483647 w 552"/>
                <a:gd name="T17" fmla="*/ 2147483647 h 348"/>
                <a:gd name="T18" fmla="*/ 2147483647 w 552"/>
                <a:gd name="T19" fmla="*/ 2147483647 h 348"/>
                <a:gd name="T20" fmla="*/ 2147483647 w 552"/>
                <a:gd name="T21" fmla="*/ 2147483647 h 348"/>
                <a:gd name="T22" fmla="*/ 2147483647 w 552"/>
                <a:gd name="T23" fmla="*/ 2147483647 h 348"/>
                <a:gd name="T24" fmla="*/ 2147483647 w 552"/>
                <a:gd name="T25" fmla="*/ 2147483647 h 348"/>
                <a:gd name="T26" fmla="*/ 2147483647 w 552"/>
                <a:gd name="T27" fmla="*/ 2147483647 h 348"/>
                <a:gd name="T28" fmla="*/ 2147483647 w 552"/>
                <a:gd name="T29" fmla="*/ 2147483647 h 348"/>
                <a:gd name="T30" fmla="*/ 2147483647 w 552"/>
                <a:gd name="T31" fmla="*/ 2147483647 h 348"/>
                <a:gd name="T32" fmla="*/ 2147483647 w 552"/>
                <a:gd name="T33" fmla="*/ 2147483647 h 348"/>
                <a:gd name="T34" fmla="*/ 2147483647 w 552"/>
                <a:gd name="T35" fmla="*/ 2147483647 h 348"/>
                <a:gd name="T36" fmla="*/ 2147483647 w 552"/>
                <a:gd name="T37" fmla="*/ 2147483647 h 348"/>
                <a:gd name="T38" fmla="*/ 2147483647 w 552"/>
                <a:gd name="T39" fmla="*/ 0 h 348"/>
                <a:gd name="T40" fmla="*/ 2147483647 w 552"/>
                <a:gd name="T41" fmla="*/ 2147483647 h 348"/>
                <a:gd name="T42" fmla="*/ 2147483647 w 552"/>
                <a:gd name="T43" fmla="*/ 2147483647 h 348"/>
                <a:gd name="T44" fmla="*/ 2147483647 w 552"/>
                <a:gd name="T45" fmla="*/ 2147483647 h 348"/>
                <a:gd name="T46" fmla="*/ 2147483647 w 552"/>
                <a:gd name="T47" fmla="*/ 2147483647 h 348"/>
                <a:gd name="T48" fmla="*/ 2147483647 w 552"/>
                <a:gd name="T49" fmla="*/ 2147483647 h 348"/>
                <a:gd name="T50" fmla="*/ 2147483647 w 552"/>
                <a:gd name="T51" fmla="*/ 2147483647 h 348"/>
                <a:gd name="T52" fmla="*/ 2147483647 w 552"/>
                <a:gd name="T53" fmla="*/ 2147483647 h 348"/>
                <a:gd name="T54" fmla="*/ 2147483647 w 552"/>
                <a:gd name="T55" fmla="*/ 2147483647 h 348"/>
                <a:gd name="T56" fmla="*/ 2147483647 w 552"/>
                <a:gd name="T57" fmla="*/ 2147483647 h 348"/>
                <a:gd name="T58" fmla="*/ 2147483647 w 552"/>
                <a:gd name="T59" fmla="*/ 2147483647 h 348"/>
                <a:gd name="T60" fmla="*/ 2147483647 w 552"/>
                <a:gd name="T61" fmla="*/ 2147483647 h 348"/>
                <a:gd name="T62" fmla="*/ 2147483647 w 552"/>
                <a:gd name="T63" fmla="*/ 2147483647 h 348"/>
                <a:gd name="T64" fmla="*/ 2147483647 w 552"/>
                <a:gd name="T65" fmla="*/ 2147483647 h 348"/>
                <a:gd name="T66" fmla="*/ 2147483647 w 552"/>
                <a:gd name="T67" fmla="*/ 2147483647 h 348"/>
                <a:gd name="T68" fmla="*/ 2147483647 w 552"/>
                <a:gd name="T69" fmla="*/ 2147483647 h 348"/>
                <a:gd name="T70" fmla="*/ 2147483647 w 552"/>
                <a:gd name="T71" fmla="*/ 2147483647 h 348"/>
                <a:gd name="T72" fmla="*/ 2147483647 w 552"/>
                <a:gd name="T73" fmla="*/ 2147483647 h 348"/>
                <a:gd name="T74" fmla="*/ 2147483647 w 552"/>
                <a:gd name="T75" fmla="*/ 2147483647 h 348"/>
                <a:gd name="T76" fmla="*/ 2147483647 w 552"/>
                <a:gd name="T77" fmla="*/ 2147483647 h 348"/>
                <a:gd name="T78" fmla="*/ 2147483647 w 552"/>
                <a:gd name="T79" fmla="*/ 2147483647 h 348"/>
                <a:gd name="T80" fmla="*/ 2147483647 w 552"/>
                <a:gd name="T81" fmla="*/ 2147483647 h 348"/>
                <a:gd name="T82" fmla="*/ 2147483647 w 552"/>
                <a:gd name="T83" fmla="*/ 2147483647 h 348"/>
                <a:gd name="T84" fmla="*/ 2147483647 w 552"/>
                <a:gd name="T85" fmla="*/ 2147483647 h 348"/>
                <a:gd name="T86" fmla="*/ 2147483647 w 552"/>
                <a:gd name="T87" fmla="*/ 2147483647 h 348"/>
                <a:gd name="T88" fmla="*/ 2147483647 w 552"/>
                <a:gd name="T89" fmla="*/ 2147483647 h 348"/>
                <a:gd name="T90" fmla="*/ 2147483647 w 552"/>
                <a:gd name="T91" fmla="*/ 2147483647 h 348"/>
                <a:gd name="T92" fmla="*/ 2147483647 w 552"/>
                <a:gd name="T93" fmla="*/ 2147483647 h 348"/>
                <a:gd name="T94" fmla="*/ 2147483647 w 552"/>
                <a:gd name="T95" fmla="*/ 2147483647 h 348"/>
                <a:gd name="T96" fmla="*/ 2147483647 w 552"/>
                <a:gd name="T97" fmla="*/ 2147483647 h 348"/>
                <a:gd name="T98" fmla="*/ 2147483647 w 552"/>
                <a:gd name="T99" fmla="*/ 2147483647 h 34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52"/>
                <a:gd name="T151" fmla="*/ 0 h 348"/>
                <a:gd name="T152" fmla="*/ 552 w 552"/>
                <a:gd name="T153" fmla="*/ 348 h 34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52" h="348">
                  <a:moveTo>
                    <a:pt x="528" y="270"/>
                  </a:moveTo>
                  <a:lnTo>
                    <a:pt x="516" y="246"/>
                  </a:lnTo>
                  <a:lnTo>
                    <a:pt x="516" y="204"/>
                  </a:lnTo>
                  <a:lnTo>
                    <a:pt x="510" y="198"/>
                  </a:lnTo>
                  <a:lnTo>
                    <a:pt x="498" y="192"/>
                  </a:lnTo>
                  <a:lnTo>
                    <a:pt x="492" y="192"/>
                  </a:lnTo>
                  <a:lnTo>
                    <a:pt x="480" y="186"/>
                  </a:lnTo>
                  <a:lnTo>
                    <a:pt x="456" y="186"/>
                  </a:lnTo>
                  <a:lnTo>
                    <a:pt x="450" y="192"/>
                  </a:lnTo>
                  <a:lnTo>
                    <a:pt x="438" y="192"/>
                  </a:lnTo>
                  <a:lnTo>
                    <a:pt x="426" y="180"/>
                  </a:lnTo>
                  <a:lnTo>
                    <a:pt x="426" y="168"/>
                  </a:lnTo>
                  <a:lnTo>
                    <a:pt x="432" y="156"/>
                  </a:lnTo>
                  <a:lnTo>
                    <a:pt x="432" y="144"/>
                  </a:lnTo>
                  <a:lnTo>
                    <a:pt x="414" y="144"/>
                  </a:lnTo>
                  <a:lnTo>
                    <a:pt x="414" y="120"/>
                  </a:lnTo>
                  <a:lnTo>
                    <a:pt x="396" y="114"/>
                  </a:lnTo>
                  <a:lnTo>
                    <a:pt x="384" y="126"/>
                  </a:lnTo>
                  <a:lnTo>
                    <a:pt x="342" y="126"/>
                  </a:lnTo>
                  <a:lnTo>
                    <a:pt x="336" y="132"/>
                  </a:lnTo>
                  <a:lnTo>
                    <a:pt x="324" y="138"/>
                  </a:lnTo>
                  <a:lnTo>
                    <a:pt x="312" y="138"/>
                  </a:lnTo>
                  <a:lnTo>
                    <a:pt x="312" y="132"/>
                  </a:lnTo>
                  <a:lnTo>
                    <a:pt x="306" y="132"/>
                  </a:lnTo>
                  <a:lnTo>
                    <a:pt x="294" y="138"/>
                  </a:lnTo>
                  <a:lnTo>
                    <a:pt x="264" y="108"/>
                  </a:lnTo>
                  <a:lnTo>
                    <a:pt x="258" y="114"/>
                  </a:lnTo>
                  <a:lnTo>
                    <a:pt x="246" y="120"/>
                  </a:lnTo>
                  <a:lnTo>
                    <a:pt x="240" y="126"/>
                  </a:lnTo>
                  <a:lnTo>
                    <a:pt x="222" y="126"/>
                  </a:lnTo>
                  <a:lnTo>
                    <a:pt x="210" y="114"/>
                  </a:lnTo>
                  <a:lnTo>
                    <a:pt x="186" y="114"/>
                  </a:lnTo>
                  <a:lnTo>
                    <a:pt x="174" y="108"/>
                  </a:lnTo>
                  <a:lnTo>
                    <a:pt x="156" y="108"/>
                  </a:lnTo>
                  <a:lnTo>
                    <a:pt x="150" y="114"/>
                  </a:lnTo>
                  <a:lnTo>
                    <a:pt x="138" y="114"/>
                  </a:lnTo>
                  <a:lnTo>
                    <a:pt x="126" y="120"/>
                  </a:lnTo>
                  <a:lnTo>
                    <a:pt x="120" y="114"/>
                  </a:lnTo>
                  <a:lnTo>
                    <a:pt x="120" y="108"/>
                  </a:lnTo>
                  <a:lnTo>
                    <a:pt x="114" y="102"/>
                  </a:lnTo>
                  <a:lnTo>
                    <a:pt x="114" y="90"/>
                  </a:lnTo>
                  <a:lnTo>
                    <a:pt x="126" y="84"/>
                  </a:lnTo>
                  <a:lnTo>
                    <a:pt x="132" y="78"/>
                  </a:lnTo>
                  <a:lnTo>
                    <a:pt x="132" y="66"/>
                  </a:lnTo>
                  <a:lnTo>
                    <a:pt x="138" y="60"/>
                  </a:lnTo>
                  <a:lnTo>
                    <a:pt x="150" y="60"/>
                  </a:lnTo>
                  <a:lnTo>
                    <a:pt x="186" y="72"/>
                  </a:lnTo>
                  <a:lnTo>
                    <a:pt x="198" y="78"/>
                  </a:lnTo>
                  <a:lnTo>
                    <a:pt x="204" y="78"/>
                  </a:lnTo>
                  <a:lnTo>
                    <a:pt x="210" y="72"/>
                  </a:lnTo>
                  <a:lnTo>
                    <a:pt x="210" y="66"/>
                  </a:lnTo>
                  <a:lnTo>
                    <a:pt x="204" y="60"/>
                  </a:lnTo>
                  <a:lnTo>
                    <a:pt x="198" y="60"/>
                  </a:lnTo>
                  <a:lnTo>
                    <a:pt x="186" y="54"/>
                  </a:lnTo>
                  <a:lnTo>
                    <a:pt x="180" y="48"/>
                  </a:lnTo>
                  <a:lnTo>
                    <a:pt x="174" y="48"/>
                  </a:lnTo>
                  <a:lnTo>
                    <a:pt x="198" y="12"/>
                  </a:lnTo>
                  <a:lnTo>
                    <a:pt x="192" y="6"/>
                  </a:lnTo>
                  <a:lnTo>
                    <a:pt x="180" y="0"/>
                  </a:lnTo>
                  <a:lnTo>
                    <a:pt x="162" y="0"/>
                  </a:lnTo>
                  <a:lnTo>
                    <a:pt x="156" y="12"/>
                  </a:lnTo>
                  <a:lnTo>
                    <a:pt x="144" y="18"/>
                  </a:lnTo>
                  <a:lnTo>
                    <a:pt x="138" y="30"/>
                  </a:lnTo>
                  <a:lnTo>
                    <a:pt x="132" y="30"/>
                  </a:lnTo>
                  <a:lnTo>
                    <a:pt x="114" y="12"/>
                  </a:lnTo>
                  <a:lnTo>
                    <a:pt x="102" y="12"/>
                  </a:lnTo>
                  <a:lnTo>
                    <a:pt x="102" y="24"/>
                  </a:lnTo>
                  <a:lnTo>
                    <a:pt x="96" y="30"/>
                  </a:lnTo>
                  <a:lnTo>
                    <a:pt x="96" y="42"/>
                  </a:lnTo>
                  <a:lnTo>
                    <a:pt x="108" y="54"/>
                  </a:lnTo>
                  <a:lnTo>
                    <a:pt x="108" y="60"/>
                  </a:lnTo>
                  <a:lnTo>
                    <a:pt x="66" y="60"/>
                  </a:lnTo>
                  <a:lnTo>
                    <a:pt x="90" y="84"/>
                  </a:lnTo>
                  <a:lnTo>
                    <a:pt x="72" y="96"/>
                  </a:lnTo>
                  <a:lnTo>
                    <a:pt x="78" y="96"/>
                  </a:lnTo>
                  <a:lnTo>
                    <a:pt x="78" y="108"/>
                  </a:lnTo>
                  <a:lnTo>
                    <a:pt x="54" y="120"/>
                  </a:lnTo>
                  <a:lnTo>
                    <a:pt x="6" y="120"/>
                  </a:lnTo>
                  <a:lnTo>
                    <a:pt x="0" y="126"/>
                  </a:lnTo>
                  <a:lnTo>
                    <a:pt x="0" y="144"/>
                  </a:lnTo>
                  <a:lnTo>
                    <a:pt x="18" y="144"/>
                  </a:lnTo>
                  <a:lnTo>
                    <a:pt x="30" y="156"/>
                  </a:lnTo>
                  <a:lnTo>
                    <a:pt x="36" y="156"/>
                  </a:lnTo>
                  <a:lnTo>
                    <a:pt x="42" y="162"/>
                  </a:lnTo>
                  <a:lnTo>
                    <a:pt x="54" y="162"/>
                  </a:lnTo>
                  <a:lnTo>
                    <a:pt x="66" y="174"/>
                  </a:lnTo>
                  <a:lnTo>
                    <a:pt x="66" y="180"/>
                  </a:lnTo>
                  <a:lnTo>
                    <a:pt x="60" y="186"/>
                  </a:lnTo>
                  <a:lnTo>
                    <a:pt x="60" y="204"/>
                  </a:lnTo>
                  <a:lnTo>
                    <a:pt x="66" y="210"/>
                  </a:lnTo>
                  <a:lnTo>
                    <a:pt x="78" y="216"/>
                  </a:lnTo>
                  <a:lnTo>
                    <a:pt x="90" y="228"/>
                  </a:lnTo>
                  <a:lnTo>
                    <a:pt x="90" y="246"/>
                  </a:lnTo>
                  <a:lnTo>
                    <a:pt x="84" y="258"/>
                  </a:lnTo>
                  <a:lnTo>
                    <a:pt x="72" y="264"/>
                  </a:lnTo>
                  <a:lnTo>
                    <a:pt x="66" y="276"/>
                  </a:lnTo>
                  <a:lnTo>
                    <a:pt x="60" y="282"/>
                  </a:lnTo>
                  <a:lnTo>
                    <a:pt x="60" y="306"/>
                  </a:lnTo>
                  <a:lnTo>
                    <a:pt x="66" y="312"/>
                  </a:lnTo>
                  <a:lnTo>
                    <a:pt x="78" y="318"/>
                  </a:lnTo>
                  <a:lnTo>
                    <a:pt x="84" y="324"/>
                  </a:lnTo>
                  <a:lnTo>
                    <a:pt x="90" y="324"/>
                  </a:lnTo>
                  <a:lnTo>
                    <a:pt x="108" y="306"/>
                  </a:lnTo>
                  <a:lnTo>
                    <a:pt x="120" y="300"/>
                  </a:lnTo>
                  <a:lnTo>
                    <a:pt x="126" y="294"/>
                  </a:lnTo>
                  <a:lnTo>
                    <a:pt x="138" y="294"/>
                  </a:lnTo>
                  <a:lnTo>
                    <a:pt x="144" y="300"/>
                  </a:lnTo>
                  <a:lnTo>
                    <a:pt x="150" y="312"/>
                  </a:lnTo>
                  <a:lnTo>
                    <a:pt x="156" y="318"/>
                  </a:lnTo>
                  <a:lnTo>
                    <a:pt x="162" y="318"/>
                  </a:lnTo>
                  <a:lnTo>
                    <a:pt x="162" y="288"/>
                  </a:lnTo>
                  <a:lnTo>
                    <a:pt x="174" y="276"/>
                  </a:lnTo>
                  <a:lnTo>
                    <a:pt x="186" y="270"/>
                  </a:lnTo>
                  <a:lnTo>
                    <a:pt x="204" y="270"/>
                  </a:lnTo>
                  <a:lnTo>
                    <a:pt x="216" y="282"/>
                  </a:lnTo>
                  <a:lnTo>
                    <a:pt x="222" y="258"/>
                  </a:lnTo>
                  <a:lnTo>
                    <a:pt x="216" y="258"/>
                  </a:lnTo>
                  <a:lnTo>
                    <a:pt x="210" y="252"/>
                  </a:lnTo>
                  <a:lnTo>
                    <a:pt x="210" y="246"/>
                  </a:lnTo>
                  <a:lnTo>
                    <a:pt x="222" y="234"/>
                  </a:lnTo>
                  <a:lnTo>
                    <a:pt x="228" y="234"/>
                  </a:lnTo>
                  <a:lnTo>
                    <a:pt x="234" y="228"/>
                  </a:lnTo>
                  <a:lnTo>
                    <a:pt x="234" y="204"/>
                  </a:lnTo>
                  <a:lnTo>
                    <a:pt x="240" y="198"/>
                  </a:lnTo>
                  <a:lnTo>
                    <a:pt x="258" y="198"/>
                  </a:lnTo>
                  <a:lnTo>
                    <a:pt x="276" y="216"/>
                  </a:lnTo>
                  <a:lnTo>
                    <a:pt x="276" y="246"/>
                  </a:lnTo>
                  <a:lnTo>
                    <a:pt x="294" y="246"/>
                  </a:lnTo>
                  <a:lnTo>
                    <a:pt x="306" y="312"/>
                  </a:lnTo>
                  <a:lnTo>
                    <a:pt x="306" y="318"/>
                  </a:lnTo>
                  <a:lnTo>
                    <a:pt x="336" y="348"/>
                  </a:lnTo>
                  <a:lnTo>
                    <a:pt x="342" y="348"/>
                  </a:lnTo>
                  <a:lnTo>
                    <a:pt x="348" y="342"/>
                  </a:lnTo>
                  <a:lnTo>
                    <a:pt x="360" y="336"/>
                  </a:lnTo>
                  <a:lnTo>
                    <a:pt x="366" y="324"/>
                  </a:lnTo>
                  <a:lnTo>
                    <a:pt x="372" y="318"/>
                  </a:lnTo>
                  <a:lnTo>
                    <a:pt x="390" y="318"/>
                  </a:lnTo>
                  <a:lnTo>
                    <a:pt x="396" y="312"/>
                  </a:lnTo>
                  <a:lnTo>
                    <a:pt x="402" y="300"/>
                  </a:lnTo>
                  <a:lnTo>
                    <a:pt x="408" y="294"/>
                  </a:lnTo>
                  <a:lnTo>
                    <a:pt x="432" y="282"/>
                  </a:lnTo>
                  <a:lnTo>
                    <a:pt x="456" y="282"/>
                  </a:lnTo>
                  <a:lnTo>
                    <a:pt x="456" y="300"/>
                  </a:lnTo>
                  <a:lnTo>
                    <a:pt x="492" y="288"/>
                  </a:lnTo>
                  <a:lnTo>
                    <a:pt x="516" y="288"/>
                  </a:lnTo>
                  <a:lnTo>
                    <a:pt x="522" y="294"/>
                  </a:lnTo>
                  <a:lnTo>
                    <a:pt x="546" y="294"/>
                  </a:lnTo>
                  <a:lnTo>
                    <a:pt x="552" y="288"/>
                  </a:lnTo>
                  <a:lnTo>
                    <a:pt x="540" y="276"/>
                  </a:lnTo>
                  <a:lnTo>
                    <a:pt x="534" y="276"/>
                  </a:lnTo>
                  <a:lnTo>
                    <a:pt x="528" y="27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7" name="Syria" descr="© INSCALE GmbH, 05.05.2010&#10;http://www.presentationload.com/">
              <a:extLst>
                <a:ext uri="{FF2B5EF4-FFF2-40B4-BE49-F238E27FC236}">
                  <a16:creationId xmlns:a16="http://schemas.microsoft.com/office/drawing/2014/main" id="{7CCBF526-BA32-4F44-9D06-2EDBC35CBED3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533286" y="2011700"/>
              <a:ext cx="148627" cy="136149"/>
            </a:xfrm>
            <a:custGeom>
              <a:avLst/>
              <a:gdLst>
                <a:gd name="T0" fmla="*/ 2147483647 w 450"/>
                <a:gd name="T1" fmla="*/ 2147483647 h 414"/>
                <a:gd name="T2" fmla="*/ 2147483647 w 450"/>
                <a:gd name="T3" fmla="*/ 2147483647 h 414"/>
                <a:gd name="T4" fmla="*/ 2147483647 w 450"/>
                <a:gd name="T5" fmla="*/ 2147483647 h 414"/>
                <a:gd name="T6" fmla="*/ 2147483647 w 450"/>
                <a:gd name="T7" fmla="*/ 0 h 414"/>
                <a:gd name="T8" fmla="*/ 2147483647 w 450"/>
                <a:gd name="T9" fmla="*/ 2147483647 h 414"/>
                <a:gd name="T10" fmla="*/ 2147483647 w 450"/>
                <a:gd name="T11" fmla="*/ 2147483647 h 414"/>
                <a:gd name="T12" fmla="*/ 2147483647 w 450"/>
                <a:gd name="T13" fmla="*/ 2147483647 h 414"/>
                <a:gd name="T14" fmla="*/ 2147483647 w 450"/>
                <a:gd name="T15" fmla="*/ 2147483647 h 414"/>
                <a:gd name="T16" fmla="*/ 2147483647 w 450"/>
                <a:gd name="T17" fmla="*/ 2147483647 h 414"/>
                <a:gd name="T18" fmla="*/ 2147483647 w 450"/>
                <a:gd name="T19" fmla="*/ 2147483647 h 414"/>
                <a:gd name="T20" fmla="*/ 2147483647 w 450"/>
                <a:gd name="T21" fmla="*/ 2147483647 h 414"/>
                <a:gd name="T22" fmla="*/ 2147483647 w 450"/>
                <a:gd name="T23" fmla="*/ 2147483647 h 414"/>
                <a:gd name="T24" fmla="*/ 2147483647 w 450"/>
                <a:gd name="T25" fmla="*/ 2147483647 h 414"/>
                <a:gd name="T26" fmla="*/ 2147483647 w 450"/>
                <a:gd name="T27" fmla="*/ 2147483647 h 414"/>
                <a:gd name="T28" fmla="*/ 2147483647 w 450"/>
                <a:gd name="T29" fmla="*/ 2147483647 h 414"/>
                <a:gd name="T30" fmla="*/ 2147483647 w 450"/>
                <a:gd name="T31" fmla="*/ 2147483647 h 414"/>
                <a:gd name="T32" fmla="*/ 2147483647 w 450"/>
                <a:gd name="T33" fmla="*/ 2147483647 h 414"/>
                <a:gd name="T34" fmla="*/ 2147483647 w 450"/>
                <a:gd name="T35" fmla="*/ 2147483647 h 414"/>
                <a:gd name="T36" fmla="*/ 2147483647 w 450"/>
                <a:gd name="T37" fmla="*/ 2147483647 h 414"/>
                <a:gd name="T38" fmla="*/ 2147483647 w 450"/>
                <a:gd name="T39" fmla="*/ 2147483647 h 414"/>
                <a:gd name="T40" fmla="*/ 2147483647 w 450"/>
                <a:gd name="T41" fmla="*/ 2147483647 h 414"/>
                <a:gd name="T42" fmla="*/ 2147483647 w 450"/>
                <a:gd name="T43" fmla="*/ 2147483647 h 414"/>
                <a:gd name="T44" fmla="*/ 2147483647 w 450"/>
                <a:gd name="T45" fmla="*/ 2147483647 h 414"/>
                <a:gd name="T46" fmla="*/ 2147483647 w 450"/>
                <a:gd name="T47" fmla="*/ 2147483647 h 414"/>
                <a:gd name="T48" fmla="*/ 2147483647 w 450"/>
                <a:gd name="T49" fmla="*/ 2147483647 h 414"/>
                <a:gd name="T50" fmla="*/ 2147483647 w 450"/>
                <a:gd name="T51" fmla="*/ 2147483647 h 414"/>
                <a:gd name="T52" fmla="*/ 2147483647 w 450"/>
                <a:gd name="T53" fmla="*/ 2147483647 h 414"/>
                <a:gd name="T54" fmla="*/ 2147483647 w 450"/>
                <a:gd name="T55" fmla="*/ 2147483647 h 414"/>
                <a:gd name="T56" fmla="*/ 2147483647 w 450"/>
                <a:gd name="T57" fmla="*/ 2147483647 h 414"/>
                <a:gd name="T58" fmla="*/ 2147483647 w 450"/>
                <a:gd name="T59" fmla="*/ 2147483647 h 414"/>
                <a:gd name="T60" fmla="*/ 2147483647 w 450"/>
                <a:gd name="T61" fmla="*/ 2147483647 h 414"/>
                <a:gd name="T62" fmla="*/ 2147483647 w 450"/>
                <a:gd name="T63" fmla="*/ 2147483647 h 414"/>
                <a:gd name="T64" fmla="*/ 2147483647 w 450"/>
                <a:gd name="T65" fmla="*/ 2147483647 h 414"/>
                <a:gd name="T66" fmla="*/ 2147483647 w 450"/>
                <a:gd name="T67" fmla="*/ 2147483647 h 414"/>
                <a:gd name="T68" fmla="*/ 2147483647 w 450"/>
                <a:gd name="T69" fmla="*/ 2147483647 h 414"/>
                <a:gd name="T70" fmla="*/ 2147483647 w 450"/>
                <a:gd name="T71" fmla="*/ 2147483647 h 414"/>
                <a:gd name="T72" fmla="*/ 2147483647 w 450"/>
                <a:gd name="T73" fmla="*/ 2147483647 h 414"/>
                <a:gd name="T74" fmla="*/ 2147483647 w 450"/>
                <a:gd name="T75" fmla="*/ 2147483647 h 414"/>
                <a:gd name="T76" fmla="*/ 2147483647 w 450"/>
                <a:gd name="T77" fmla="*/ 2147483647 h 414"/>
                <a:gd name="T78" fmla="*/ 2147483647 w 450"/>
                <a:gd name="T79" fmla="*/ 2147483647 h 414"/>
                <a:gd name="T80" fmla="*/ 2147483647 w 450"/>
                <a:gd name="T81" fmla="*/ 2147483647 h 414"/>
                <a:gd name="T82" fmla="*/ 2147483647 w 450"/>
                <a:gd name="T83" fmla="*/ 2147483647 h 414"/>
                <a:gd name="T84" fmla="*/ 2147483647 w 450"/>
                <a:gd name="T85" fmla="*/ 2147483647 h 414"/>
                <a:gd name="T86" fmla="*/ 2147483647 w 450"/>
                <a:gd name="T87" fmla="*/ 2147483647 h 414"/>
                <a:gd name="T88" fmla="*/ 2147483647 w 450"/>
                <a:gd name="T89" fmla="*/ 2147483647 h 414"/>
                <a:gd name="T90" fmla="*/ 2147483647 w 450"/>
                <a:gd name="T91" fmla="*/ 2147483647 h 414"/>
                <a:gd name="T92" fmla="*/ 2147483647 w 450"/>
                <a:gd name="T93" fmla="*/ 2147483647 h 414"/>
                <a:gd name="T94" fmla="*/ 2147483647 w 450"/>
                <a:gd name="T95" fmla="*/ 2147483647 h 414"/>
                <a:gd name="T96" fmla="*/ 2147483647 w 450"/>
                <a:gd name="T97" fmla="*/ 2147483647 h 41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50"/>
                <a:gd name="T148" fmla="*/ 0 h 414"/>
                <a:gd name="T149" fmla="*/ 450 w 450"/>
                <a:gd name="T150" fmla="*/ 414 h 41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50" h="414">
                  <a:moveTo>
                    <a:pt x="426" y="60"/>
                  </a:moveTo>
                  <a:lnTo>
                    <a:pt x="432" y="54"/>
                  </a:lnTo>
                  <a:lnTo>
                    <a:pt x="438" y="42"/>
                  </a:lnTo>
                  <a:lnTo>
                    <a:pt x="450" y="30"/>
                  </a:lnTo>
                  <a:lnTo>
                    <a:pt x="444" y="30"/>
                  </a:lnTo>
                  <a:lnTo>
                    <a:pt x="438" y="24"/>
                  </a:lnTo>
                  <a:lnTo>
                    <a:pt x="438" y="0"/>
                  </a:lnTo>
                  <a:lnTo>
                    <a:pt x="432" y="0"/>
                  </a:lnTo>
                  <a:lnTo>
                    <a:pt x="432" y="6"/>
                  </a:lnTo>
                  <a:lnTo>
                    <a:pt x="426" y="18"/>
                  </a:lnTo>
                  <a:lnTo>
                    <a:pt x="402" y="18"/>
                  </a:lnTo>
                  <a:lnTo>
                    <a:pt x="390" y="30"/>
                  </a:lnTo>
                  <a:lnTo>
                    <a:pt x="372" y="30"/>
                  </a:lnTo>
                  <a:lnTo>
                    <a:pt x="366" y="24"/>
                  </a:lnTo>
                  <a:lnTo>
                    <a:pt x="318" y="24"/>
                  </a:lnTo>
                  <a:lnTo>
                    <a:pt x="306" y="30"/>
                  </a:lnTo>
                  <a:lnTo>
                    <a:pt x="294" y="42"/>
                  </a:lnTo>
                  <a:lnTo>
                    <a:pt x="282" y="48"/>
                  </a:lnTo>
                  <a:lnTo>
                    <a:pt x="276" y="54"/>
                  </a:lnTo>
                  <a:lnTo>
                    <a:pt x="258" y="54"/>
                  </a:lnTo>
                  <a:lnTo>
                    <a:pt x="246" y="60"/>
                  </a:lnTo>
                  <a:lnTo>
                    <a:pt x="234" y="60"/>
                  </a:lnTo>
                  <a:lnTo>
                    <a:pt x="222" y="54"/>
                  </a:lnTo>
                  <a:lnTo>
                    <a:pt x="204" y="54"/>
                  </a:lnTo>
                  <a:lnTo>
                    <a:pt x="192" y="42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30"/>
                  </a:lnTo>
                  <a:lnTo>
                    <a:pt x="150" y="48"/>
                  </a:lnTo>
                  <a:lnTo>
                    <a:pt x="144" y="48"/>
                  </a:lnTo>
                  <a:lnTo>
                    <a:pt x="138" y="54"/>
                  </a:lnTo>
                  <a:lnTo>
                    <a:pt x="120" y="60"/>
                  </a:lnTo>
                  <a:lnTo>
                    <a:pt x="84" y="60"/>
                  </a:lnTo>
                  <a:lnTo>
                    <a:pt x="84" y="54"/>
                  </a:lnTo>
                  <a:lnTo>
                    <a:pt x="90" y="48"/>
                  </a:lnTo>
                  <a:lnTo>
                    <a:pt x="66" y="48"/>
                  </a:lnTo>
                  <a:lnTo>
                    <a:pt x="66" y="78"/>
                  </a:lnTo>
                  <a:lnTo>
                    <a:pt x="72" y="78"/>
                  </a:lnTo>
                  <a:lnTo>
                    <a:pt x="72" y="102"/>
                  </a:lnTo>
                  <a:lnTo>
                    <a:pt x="60" y="102"/>
                  </a:lnTo>
                  <a:lnTo>
                    <a:pt x="54" y="96"/>
                  </a:lnTo>
                  <a:lnTo>
                    <a:pt x="54" y="114"/>
                  </a:lnTo>
                  <a:lnTo>
                    <a:pt x="48" y="120"/>
                  </a:lnTo>
                  <a:lnTo>
                    <a:pt x="48" y="126"/>
                  </a:lnTo>
                  <a:lnTo>
                    <a:pt x="36" y="126"/>
                  </a:lnTo>
                  <a:lnTo>
                    <a:pt x="24" y="114"/>
                  </a:lnTo>
                  <a:lnTo>
                    <a:pt x="18" y="120"/>
                  </a:lnTo>
                  <a:lnTo>
                    <a:pt x="12" y="132"/>
                  </a:lnTo>
                  <a:lnTo>
                    <a:pt x="12" y="150"/>
                  </a:lnTo>
                  <a:lnTo>
                    <a:pt x="6" y="150"/>
                  </a:lnTo>
                  <a:lnTo>
                    <a:pt x="0" y="198"/>
                  </a:lnTo>
                  <a:lnTo>
                    <a:pt x="6" y="204"/>
                  </a:lnTo>
                  <a:lnTo>
                    <a:pt x="18" y="210"/>
                  </a:lnTo>
                  <a:lnTo>
                    <a:pt x="24" y="216"/>
                  </a:lnTo>
                  <a:lnTo>
                    <a:pt x="24" y="222"/>
                  </a:lnTo>
                  <a:lnTo>
                    <a:pt x="72" y="222"/>
                  </a:lnTo>
                  <a:lnTo>
                    <a:pt x="66" y="234"/>
                  </a:lnTo>
                  <a:lnTo>
                    <a:pt x="72" y="240"/>
                  </a:lnTo>
                  <a:lnTo>
                    <a:pt x="78" y="252"/>
                  </a:lnTo>
                  <a:lnTo>
                    <a:pt x="78" y="270"/>
                  </a:lnTo>
                  <a:lnTo>
                    <a:pt x="72" y="282"/>
                  </a:lnTo>
                  <a:lnTo>
                    <a:pt x="66" y="282"/>
                  </a:lnTo>
                  <a:lnTo>
                    <a:pt x="54" y="288"/>
                  </a:lnTo>
                  <a:lnTo>
                    <a:pt x="48" y="288"/>
                  </a:lnTo>
                  <a:lnTo>
                    <a:pt x="42" y="294"/>
                  </a:lnTo>
                  <a:lnTo>
                    <a:pt x="42" y="318"/>
                  </a:lnTo>
                  <a:lnTo>
                    <a:pt x="24" y="336"/>
                  </a:lnTo>
                  <a:lnTo>
                    <a:pt x="30" y="378"/>
                  </a:lnTo>
                  <a:lnTo>
                    <a:pt x="36" y="378"/>
                  </a:lnTo>
                  <a:lnTo>
                    <a:pt x="72" y="396"/>
                  </a:lnTo>
                  <a:lnTo>
                    <a:pt x="84" y="408"/>
                  </a:lnTo>
                  <a:lnTo>
                    <a:pt x="96" y="414"/>
                  </a:lnTo>
                  <a:lnTo>
                    <a:pt x="114" y="414"/>
                  </a:lnTo>
                  <a:lnTo>
                    <a:pt x="174" y="384"/>
                  </a:lnTo>
                  <a:lnTo>
                    <a:pt x="204" y="354"/>
                  </a:lnTo>
                  <a:lnTo>
                    <a:pt x="228" y="336"/>
                  </a:lnTo>
                  <a:lnTo>
                    <a:pt x="240" y="324"/>
                  </a:lnTo>
                  <a:lnTo>
                    <a:pt x="300" y="276"/>
                  </a:lnTo>
                  <a:lnTo>
                    <a:pt x="312" y="270"/>
                  </a:lnTo>
                  <a:lnTo>
                    <a:pt x="372" y="246"/>
                  </a:lnTo>
                  <a:lnTo>
                    <a:pt x="396" y="234"/>
                  </a:lnTo>
                  <a:lnTo>
                    <a:pt x="402" y="228"/>
                  </a:lnTo>
                  <a:lnTo>
                    <a:pt x="402" y="222"/>
                  </a:lnTo>
                  <a:lnTo>
                    <a:pt x="384" y="204"/>
                  </a:lnTo>
                  <a:lnTo>
                    <a:pt x="384" y="198"/>
                  </a:lnTo>
                  <a:lnTo>
                    <a:pt x="390" y="180"/>
                  </a:lnTo>
                  <a:lnTo>
                    <a:pt x="396" y="168"/>
                  </a:lnTo>
                  <a:lnTo>
                    <a:pt x="396" y="138"/>
                  </a:lnTo>
                  <a:lnTo>
                    <a:pt x="390" y="126"/>
                  </a:lnTo>
                  <a:lnTo>
                    <a:pt x="390" y="114"/>
                  </a:lnTo>
                  <a:lnTo>
                    <a:pt x="384" y="108"/>
                  </a:lnTo>
                  <a:lnTo>
                    <a:pt x="378" y="96"/>
                  </a:lnTo>
                  <a:lnTo>
                    <a:pt x="378" y="84"/>
                  </a:lnTo>
                  <a:lnTo>
                    <a:pt x="384" y="72"/>
                  </a:lnTo>
                  <a:lnTo>
                    <a:pt x="390" y="66"/>
                  </a:lnTo>
                  <a:lnTo>
                    <a:pt x="402" y="66"/>
                  </a:lnTo>
                  <a:lnTo>
                    <a:pt x="414" y="60"/>
                  </a:lnTo>
                  <a:lnTo>
                    <a:pt x="426" y="6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8" name="Switzerland" descr="© INSCALE GmbH, 05.05.2010&#10;http://www.presentationload.com/">
              <a:extLst>
                <a:ext uri="{FF2B5EF4-FFF2-40B4-BE49-F238E27FC236}">
                  <a16:creationId xmlns:a16="http://schemas.microsoft.com/office/drawing/2014/main" id="{9BBFA81F-6FF0-4D19-8ED6-944BB652BD58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884493" y="1738118"/>
              <a:ext cx="95639" cy="52662"/>
            </a:xfrm>
            <a:custGeom>
              <a:avLst/>
              <a:gdLst>
                <a:gd name="T0" fmla="*/ 2147483647 w 288"/>
                <a:gd name="T1" fmla="*/ 2147483647 h 162"/>
                <a:gd name="T2" fmla="*/ 2147483647 w 288"/>
                <a:gd name="T3" fmla="*/ 2147483647 h 162"/>
                <a:gd name="T4" fmla="*/ 2147483647 w 288"/>
                <a:gd name="T5" fmla="*/ 2147483647 h 162"/>
                <a:gd name="T6" fmla="*/ 2147483647 w 288"/>
                <a:gd name="T7" fmla="*/ 2147483647 h 162"/>
                <a:gd name="T8" fmla="*/ 2147483647 w 288"/>
                <a:gd name="T9" fmla="*/ 2147483647 h 162"/>
                <a:gd name="T10" fmla="*/ 2147483647 w 288"/>
                <a:gd name="T11" fmla="*/ 2147483647 h 162"/>
                <a:gd name="T12" fmla="*/ 2147483647 w 288"/>
                <a:gd name="T13" fmla="*/ 2147483647 h 162"/>
                <a:gd name="T14" fmla="*/ 0 w 288"/>
                <a:gd name="T15" fmla="*/ 2147483647 h 162"/>
                <a:gd name="T16" fmla="*/ 2147483647 w 288"/>
                <a:gd name="T17" fmla="*/ 2147483647 h 162"/>
                <a:gd name="T18" fmla="*/ 2147483647 w 288"/>
                <a:gd name="T19" fmla="*/ 2147483647 h 162"/>
                <a:gd name="T20" fmla="*/ 2147483647 w 288"/>
                <a:gd name="T21" fmla="*/ 2147483647 h 162"/>
                <a:gd name="T22" fmla="*/ 2147483647 w 288"/>
                <a:gd name="T23" fmla="*/ 2147483647 h 162"/>
                <a:gd name="T24" fmla="*/ 2147483647 w 288"/>
                <a:gd name="T25" fmla="*/ 2147483647 h 162"/>
                <a:gd name="T26" fmla="*/ 2147483647 w 288"/>
                <a:gd name="T27" fmla="*/ 2147483647 h 162"/>
                <a:gd name="T28" fmla="*/ 2147483647 w 288"/>
                <a:gd name="T29" fmla="*/ 2147483647 h 162"/>
                <a:gd name="T30" fmla="*/ 2147483647 w 288"/>
                <a:gd name="T31" fmla="*/ 2147483647 h 162"/>
                <a:gd name="T32" fmla="*/ 2147483647 w 288"/>
                <a:gd name="T33" fmla="*/ 2147483647 h 162"/>
                <a:gd name="T34" fmla="*/ 2147483647 w 288"/>
                <a:gd name="T35" fmla="*/ 2147483647 h 162"/>
                <a:gd name="T36" fmla="*/ 2147483647 w 288"/>
                <a:gd name="T37" fmla="*/ 2147483647 h 162"/>
                <a:gd name="T38" fmla="*/ 2147483647 w 288"/>
                <a:gd name="T39" fmla="*/ 2147483647 h 162"/>
                <a:gd name="T40" fmla="*/ 2147483647 w 288"/>
                <a:gd name="T41" fmla="*/ 2147483647 h 162"/>
                <a:gd name="T42" fmla="*/ 2147483647 w 288"/>
                <a:gd name="T43" fmla="*/ 2147483647 h 162"/>
                <a:gd name="T44" fmla="*/ 2147483647 w 288"/>
                <a:gd name="T45" fmla="*/ 2147483647 h 162"/>
                <a:gd name="T46" fmla="*/ 2147483647 w 288"/>
                <a:gd name="T47" fmla="*/ 2147483647 h 162"/>
                <a:gd name="T48" fmla="*/ 2147483647 w 288"/>
                <a:gd name="T49" fmla="*/ 2147483647 h 162"/>
                <a:gd name="T50" fmla="*/ 2147483647 w 288"/>
                <a:gd name="T51" fmla="*/ 2147483647 h 162"/>
                <a:gd name="T52" fmla="*/ 2147483647 w 288"/>
                <a:gd name="T53" fmla="*/ 2147483647 h 162"/>
                <a:gd name="T54" fmla="*/ 2147483647 w 288"/>
                <a:gd name="T55" fmla="*/ 2147483647 h 162"/>
                <a:gd name="T56" fmla="*/ 2147483647 w 288"/>
                <a:gd name="T57" fmla="*/ 2147483647 h 162"/>
                <a:gd name="T58" fmla="*/ 2147483647 w 288"/>
                <a:gd name="T59" fmla="*/ 2147483647 h 162"/>
                <a:gd name="T60" fmla="*/ 2147483647 w 288"/>
                <a:gd name="T61" fmla="*/ 2147483647 h 162"/>
                <a:gd name="T62" fmla="*/ 2147483647 w 288"/>
                <a:gd name="T63" fmla="*/ 2147483647 h 162"/>
                <a:gd name="T64" fmla="*/ 2147483647 w 288"/>
                <a:gd name="T65" fmla="*/ 2147483647 h 162"/>
                <a:gd name="T66" fmla="*/ 2147483647 w 288"/>
                <a:gd name="T67" fmla="*/ 0 h 162"/>
                <a:gd name="T68" fmla="*/ 2147483647 w 288"/>
                <a:gd name="T69" fmla="*/ 2147483647 h 162"/>
                <a:gd name="T70" fmla="*/ 2147483647 w 288"/>
                <a:gd name="T71" fmla="*/ 2147483647 h 162"/>
                <a:gd name="T72" fmla="*/ 2147483647 w 288"/>
                <a:gd name="T73" fmla="*/ 2147483647 h 16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88"/>
                <a:gd name="T112" fmla="*/ 0 h 162"/>
                <a:gd name="T113" fmla="*/ 288 w 288"/>
                <a:gd name="T114" fmla="*/ 162 h 162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88" h="162">
                  <a:moveTo>
                    <a:pt x="132" y="24"/>
                  </a:moveTo>
                  <a:lnTo>
                    <a:pt x="96" y="24"/>
                  </a:lnTo>
                  <a:lnTo>
                    <a:pt x="90" y="42"/>
                  </a:lnTo>
                  <a:lnTo>
                    <a:pt x="72" y="30"/>
                  </a:lnTo>
                  <a:lnTo>
                    <a:pt x="66" y="42"/>
                  </a:lnTo>
                  <a:lnTo>
                    <a:pt x="60" y="48"/>
                  </a:lnTo>
                  <a:lnTo>
                    <a:pt x="54" y="60"/>
                  </a:lnTo>
                  <a:lnTo>
                    <a:pt x="48" y="66"/>
                  </a:lnTo>
                  <a:lnTo>
                    <a:pt x="30" y="66"/>
                  </a:lnTo>
                  <a:lnTo>
                    <a:pt x="30" y="78"/>
                  </a:lnTo>
                  <a:lnTo>
                    <a:pt x="18" y="90"/>
                  </a:lnTo>
                  <a:lnTo>
                    <a:pt x="12" y="102"/>
                  </a:lnTo>
                  <a:lnTo>
                    <a:pt x="0" y="108"/>
                  </a:lnTo>
                  <a:lnTo>
                    <a:pt x="6" y="120"/>
                  </a:lnTo>
                  <a:lnTo>
                    <a:pt x="0" y="126"/>
                  </a:lnTo>
                  <a:lnTo>
                    <a:pt x="0" y="132"/>
                  </a:lnTo>
                  <a:lnTo>
                    <a:pt x="6" y="132"/>
                  </a:lnTo>
                  <a:lnTo>
                    <a:pt x="30" y="108"/>
                  </a:lnTo>
                  <a:lnTo>
                    <a:pt x="48" y="108"/>
                  </a:lnTo>
                  <a:lnTo>
                    <a:pt x="54" y="114"/>
                  </a:lnTo>
                  <a:lnTo>
                    <a:pt x="48" y="138"/>
                  </a:lnTo>
                  <a:lnTo>
                    <a:pt x="60" y="150"/>
                  </a:lnTo>
                  <a:lnTo>
                    <a:pt x="60" y="156"/>
                  </a:lnTo>
                  <a:lnTo>
                    <a:pt x="72" y="156"/>
                  </a:lnTo>
                  <a:lnTo>
                    <a:pt x="84" y="144"/>
                  </a:lnTo>
                  <a:lnTo>
                    <a:pt x="96" y="144"/>
                  </a:lnTo>
                  <a:lnTo>
                    <a:pt x="108" y="156"/>
                  </a:lnTo>
                  <a:lnTo>
                    <a:pt x="114" y="156"/>
                  </a:lnTo>
                  <a:lnTo>
                    <a:pt x="132" y="138"/>
                  </a:lnTo>
                  <a:lnTo>
                    <a:pt x="132" y="120"/>
                  </a:lnTo>
                  <a:lnTo>
                    <a:pt x="138" y="114"/>
                  </a:lnTo>
                  <a:lnTo>
                    <a:pt x="150" y="114"/>
                  </a:lnTo>
                  <a:lnTo>
                    <a:pt x="156" y="120"/>
                  </a:lnTo>
                  <a:lnTo>
                    <a:pt x="156" y="126"/>
                  </a:lnTo>
                  <a:lnTo>
                    <a:pt x="162" y="132"/>
                  </a:lnTo>
                  <a:lnTo>
                    <a:pt x="162" y="138"/>
                  </a:lnTo>
                  <a:lnTo>
                    <a:pt x="168" y="138"/>
                  </a:lnTo>
                  <a:lnTo>
                    <a:pt x="192" y="162"/>
                  </a:lnTo>
                  <a:lnTo>
                    <a:pt x="192" y="144"/>
                  </a:lnTo>
                  <a:lnTo>
                    <a:pt x="204" y="132"/>
                  </a:lnTo>
                  <a:lnTo>
                    <a:pt x="210" y="108"/>
                  </a:lnTo>
                  <a:lnTo>
                    <a:pt x="222" y="126"/>
                  </a:lnTo>
                  <a:lnTo>
                    <a:pt x="240" y="120"/>
                  </a:lnTo>
                  <a:lnTo>
                    <a:pt x="258" y="132"/>
                  </a:lnTo>
                  <a:lnTo>
                    <a:pt x="264" y="120"/>
                  </a:lnTo>
                  <a:lnTo>
                    <a:pt x="252" y="108"/>
                  </a:lnTo>
                  <a:lnTo>
                    <a:pt x="252" y="102"/>
                  </a:lnTo>
                  <a:lnTo>
                    <a:pt x="276" y="102"/>
                  </a:lnTo>
                  <a:lnTo>
                    <a:pt x="282" y="84"/>
                  </a:lnTo>
                  <a:lnTo>
                    <a:pt x="288" y="84"/>
                  </a:lnTo>
                  <a:lnTo>
                    <a:pt x="288" y="78"/>
                  </a:lnTo>
                  <a:lnTo>
                    <a:pt x="276" y="66"/>
                  </a:lnTo>
                  <a:lnTo>
                    <a:pt x="270" y="66"/>
                  </a:lnTo>
                  <a:lnTo>
                    <a:pt x="252" y="84"/>
                  </a:lnTo>
                  <a:lnTo>
                    <a:pt x="246" y="84"/>
                  </a:lnTo>
                  <a:lnTo>
                    <a:pt x="246" y="66"/>
                  </a:lnTo>
                  <a:lnTo>
                    <a:pt x="210" y="66"/>
                  </a:lnTo>
                  <a:lnTo>
                    <a:pt x="210" y="60"/>
                  </a:lnTo>
                  <a:lnTo>
                    <a:pt x="216" y="48"/>
                  </a:lnTo>
                  <a:lnTo>
                    <a:pt x="222" y="42"/>
                  </a:lnTo>
                  <a:lnTo>
                    <a:pt x="228" y="42"/>
                  </a:lnTo>
                  <a:lnTo>
                    <a:pt x="228" y="30"/>
                  </a:lnTo>
                  <a:lnTo>
                    <a:pt x="216" y="30"/>
                  </a:lnTo>
                  <a:lnTo>
                    <a:pt x="210" y="18"/>
                  </a:lnTo>
                  <a:lnTo>
                    <a:pt x="192" y="12"/>
                  </a:lnTo>
                  <a:lnTo>
                    <a:pt x="180" y="12"/>
                  </a:lnTo>
                  <a:lnTo>
                    <a:pt x="174" y="6"/>
                  </a:lnTo>
                  <a:lnTo>
                    <a:pt x="162" y="0"/>
                  </a:lnTo>
                  <a:lnTo>
                    <a:pt x="156" y="0"/>
                  </a:lnTo>
                  <a:lnTo>
                    <a:pt x="150" y="6"/>
                  </a:lnTo>
                  <a:lnTo>
                    <a:pt x="150" y="18"/>
                  </a:lnTo>
                  <a:lnTo>
                    <a:pt x="156" y="24"/>
                  </a:lnTo>
                  <a:lnTo>
                    <a:pt x="150" y="18"/>
                  </a:lnTo>
                  <a:lnTo>
                    <a:pt x="132" y="2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9" name="Sweden" descr="© INSCALE GmbH, 05.05.2010&#10;http://www.presentationload.com/">
              <a:extLst>
                <a:ext uri="{FF2B5EF4-FFF2-40B4-BE49-F238E27FC236}">
                  <a16:creationId xmlns:a16="http://schemas.microsoft.com/office/drawing/2014/main" id="{356CD9A8-13B5-4252-87AD-6C670BB8126E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3993056" y="1221771"/>
              <a:ext cx="228758" cy="324963"/>
            </a:xfrm>
            <a:custGeom>
              <a:avLst/>
              <a:gdLst>
                <a:gd name="T0" fmla="*/ 2147483647 w 690"/>
                <a:gd name="T1" fmla="*/ 2147483647 h 990"/>
                <a:gd name="T2" fmla="*/ 2147483647 w 690"/>
                <a:gd name="T3" fmla="*/ 2147483647 h 990"/>
                <a:gd name="T4" fmla="*/ 2147483647 w 690"/>
                <a:gd name="T5" fmla="*/ 2147483647 h 990"/>
                <a:gd name="T6" fmla="*/ 2147483647 w 690"/>
                <a:gd name="T7" fmla="*/ 2147483647 h 990"/>
                <a:gd name="T8" fmla="*/ 2147483647 w 690"/>
                <a:gd name="T9" fmla="*/ 2147483647 h 990"/>
                <a:gd name="T10" fmla="*/ 2147483647 w 690"/>
                <a:gd name="T11" fmla="*/ 2147483647 h 990"/>
                <a:gd name="T12" fmla="*/ 2147483647 w 690"/>
                <a:gd name="T13" fmla="*/ 2147483647 h 990"/>
                <a:gd name="T14" fmla="*/ 2147483647 w 690"/>
                <a:gd name="T15" fmla="*/ 2147483647 h 990"/>
                <a:gd name="T16" fmla="*/ 2147483647 w 690"/>
                <a:gd name="T17" fmla="*/ 2147483647 h 990"/>
                <a:gd name="T18" fmla="*/ 2147483647 w 690"/>
                <a:gd name="T19" fmla="*/ 2147483647 h 990"/>
                <a:gd name="T20" fmla="*/ 2147483647 w 690"/>
                <a:gd name="T21" fmla="*/ 2147483647 h 990"/>
                <a:gd name="T22" fmla="*/ 2147483647 w 690"/>
                <a:gd name="T23" fmla="*/ 2147483647 h 990"/>
                <a:gd name="T24" fmla="*/ 2147483647 w 690"/>
                <a:gd name="T25" fmla="*/ 2147483647 h 990"/>
                <a:gd name="T26" fmla="*/ 2147483647 w 690"/>
                <a:gd name="T27" fmla="*/ 2147483647 h 990"/>
                <a:gd name="T28" fmla="*/ 2147483647 w 690"/>
                <a:gd name="T29" fmla="*/ 2147483647 h 990"/>
                <a:gd name="T30" fmla="*/ 2147483647 w 690"/>
                <a:gd name="T31" fmla="*/ 2147483647 h 990"/>
                <a:gd name="T32" fmla="*/ 2147483647 w 690"/>
                <a:gd name="T33" fmla="*/ 2147483647 h 990"/>
                <a:gd name="T34" fmla="*/ 2147483647 w 690"/>
                <a:gd name="T35" fmla="*/ 2147483647 h 990"/>
                <a:gd name="T36" fmla="*/ 2147483647 w 690"/>
                <a:gd name="T37" fmla="*/ 2147483647 h 990"/>
                <a:gd name="T38" fmla="*/ 2147483647 w 690"/>
                <a:gd name="T39" fmla="*/ 2147483647 h 990"/>
                <a:gd name="T40" fmla="*/ 2147483647 w 690"/>
                <a:gd name="T41" fmla="*/ 2147483647 h 990"/>
                <a:gd name="T42" fmla="*/ 2147483647 w 690"/>
                <a:gd name="T43" fmla="*/ 2147483647 h 990"/>
                <a:gd name="T44" fmla="*/ 2147483647 w 690"/>
                <a:gd name="T45" fmla="*/ 2147483647 h 990"/>
                <a:gd name="T46" fmla="*/ 0 w 690"/>
                <a:gd name="T47" fmla="*/ 2147483647 h 990"/>
                <a:gd name="T48" fmla="*/ 2147483647 w 690"/>
                <a:gd name="T49" fmla="*/ 2147483647 h 990"/>
                <a:gd name="T50" fmla="*/ 2147483647 w 690"/>
                <a:gd name="T51" fmla="*/ 2147483647 h 990"/>
                <a:gd name="T52" fmla="*/ 2147483647 w 690"/>
                <a:gd name="T53" fmla="*/ 2147483647 h 990"/>
                <a:gd name="T54" fmla="*/ 2147483647 w 690"/>
                <a:gd name="T55" fmla="*/ 2147483647 h 990"/>
                <a:gd name="T56" fmla="*/ 2147483647 w 690"/>
                <a:gd name="T57" fmla="*/ 2147483647 h 990"/>
                <a:gd name="T58" fmla="*/ 2147483647 w 690"/>
                <a:gd name="T59" fmla="*/ 2147483647 h 990"/>
                <a:gd name="T60" fmla="*/ 2147483647 w 690"/>
                <a:gd name="T61" fmla="*/ 2147483647 h 990"/>
                <a:gd name="T62" fmla="*/ 2147483647 w 690"/>
                <a:gd name="T63" fmla="*/ 2147483647 h 990"/>
                <a:gd name="T64" fmla="*/ 2147483647 w 690"/>
                <a:gd name="T65" fmla="*/ 2147483647 h 990"/>
                <a:gd name="T66" fmla="*/ 2147483647 w 690"/>
                <a:gd name="T67" fmla="*/ 2147483647 h 990"/>
                <a:gd name="T68" fmla="*/ 2147483647 w 690"/>
                <a:gd name="T69" fmla="*/ 2147483647 h 990"/>
                <a:gd name="T70" fmla="*/ 2147483647 w 690"/>
                <a:gd name="T71" fmla="*/ 2147483647 h 990"/>
                <a:gd name="T72" fmla="*/ 2147483647 w 690"/>
                <a:gd name="T73" fmla="*/ 2147483647 h 990"/>
                <a:gd name="T74" fmla="*/ 2147483647 w 690"/>
                <a:gd name="T75" fmla="*/ 2147483647 h 990"/>
                <a:gd name="T76" fmla="*/ 2147483647 w 690"/>
                <a:gd name="T77" fmla="*/ 2147483647 h 990"/>
                <a:gd name="T78" fmla="*/ 2147483647 w 690"/>
                <a:gd name="T79" fmla="*/ 2147483647 h 990"/>
                <a:gd name="T80" fmla="*/ 2147483647 w 690"/>
                <a:gd name="T81" fmla="*/ 2147483647 h 990"/>
                <a:gd name="T82" fmla="*/ 2147483647 w 690"/>
                <a:gd name="T83" fmla="*/ 2147483647 h 990"/>
                <a:gd name="T84" fmla="*/ 2147483647 w 690"/>
                <a:gd name="T85" fmla="*/ 2147483647 h 990"/>
                <a:gd name="T86" fmla="*/ 2147483647 w 690"/>
                <a:gd name="T87" fmla="*/ 2147483647 h 990"/>
                <a:gd name="T88" fmla="*/ 2147483647 w 690"/>
                <a:gd name="T89" fmla="*/ 2147483647 h 990"/>
                <a:gd name="T90" fmla="*/ 2147483647 w 690"/>
                <a:gd name="T91" fmla="*/ 2147483647 h 990"/>
                <a:gd name="T92" fmla="*/ 2147483647 w 690"/>
                <a:gd name="T93" fmla="*/ 2147483647 h 990"/>
                <a:gd name="T94" fmla="*/ 2147483647 w 690"/>
                <a:gd name="T95" fmla="*/ 2147483647 h 990"/>
                <a:gd name="T96" fmla="*/ 2147483647 w 690"/>
                <a:gd name="T97" fmla="*/ 2147483647 h 990"/>
                <a:gd name="T98" fmla="*/ 2147483647 w 690"/>
                <a:gd name="T99" fmla="*/ 2147483647 h 990"/>
                <a:gd name="T100" fmla="*/ 2147483647 w 690"/>
                <a:gd name="T101" fmla="*/ 2147483647 h 99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690"/>
                <a:gd name="T154" fmla="*/ 0 h 990"/>
                <a:gd name="T155" fmla="*/ 690 w 690"/>
                <a:gd name="T156" fmla="*/ 990 h 990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690" h="990">
                  <a:moveTo>
                    <a:pt x="678" y="204"/>
                  </a:moveTo>
                  <a:lnTo>
                    <a:pt x="672" y="198"/>
                  </a:lnTo>
                  <a:lnTo>
                    <a:pt x="660" y="192"/>
                  </a:lnTo>
                  <a:lnTo>
                    <a:pt x="648" y="180"/>
                  </a:lnTo>
                  <a:lnTo>
                    <a:pt x="648" y="174"/>
                  </a:lnTo>
                  <a:lnTo>
                    <a:pt x="654" y="162"/>
                  </a:lnTo>
                  <a:lnTo>
                    <a:pt x="660" y="156"/>
                  </a:lnTo>
                  <a:lnTo>
                    <a:pt x="666" y="144"/>
                  </a:lnTo>
                  <a:lnTo>
                    <a:pt x="642" y="132"/>
                  </a:lnTo>
                  <a:lnTo>
                    <a:pt x="648" y="108"/>
                  </a:lnTo>
                  <a:lnTo>
                    <a:pt x="636" y="102"/>
                  </a:lnTo>
                  <a:lnTo>
                    <a:pt x="636" y="96"/>
                  </a:lnTo>
                  <a:lnTo>
                    <a:pt x="642" y="90"/>
                  </a:lnTo>
                  <a:lnTo>
                    <a:pt x="642" y="66"/>
                  </a:lnTo>
                  <a:lnTo>
                    <a:pt x="636" y="66"/>
                  </a:lnTo>
                  <a:lnTo>
                    <a:pt x="630" y="60"/>
                  </a:lnTo>
                  <a:lnTo>
                    <a:pt x="618" y="60"/>
                  </a:lnTo>
                  <a:lnTo>
                    <a:pt x="588" y="42"/>
                  </a:lnTo>
                  <a:lnTo>
                    <a:pt x="552" y="42"/>
                  </a:lnTo>
                  <a:lnTo>
                    <a:pt x="540" y="30"/>
                  </a:lnTo>
                  <a:lnTo>
                    <a:pt x="534" y="30"/>
                  </a:lnTo>
                  <a:lnTo>
                    <a:pt x="528" y="24"/>
                  </a:lnTo>
                  <a:lnTo>
                    <a:pt x="516" y="24"/>
                  </a:lnTo>
                  <a:lnTo>
                    <a:pt x="504" y="18"/>
                  </a:lnTo>
                  <a:lnTo>
                    <a:pt x="498" y="12"/>
                  </a:lnTo>
                  <a:lnTo>
                    <a:pt x="486" y="6"/>
                  </a:lnTo>
                  <a:lnTo>
                    <a:pt x="456" y="0"/>
                  </a:lnTo>
                  <a:lnTo>
                    <a:pt x="456" y="24"/>
                  </a:lnTo>
                  <a:lnTo>
                    <a:pt x="444" y="24"/>
                  </a:lnTo>
                  <a:lnTo>
                    <a:pt x="444" y="30"/>
                  </a:lnTo>
                  <a:lnTo>
                    <a:pt x="456" y="42"/>
                  </a:lnTo>
                  <a:lnTo>
                    <a:pt x="462" y="42"/>
                  </a:lnTo>
                  <a:lnTo>
                    <a:pt x="456" y="48"/>
                  </a:lnTo>
                  <a:lnTo>
                    <a:pt x="444" y="48"/>
                  </a:lnTo>
                  <a:lnTo>
                    <a:pt x="438" y="42"/>
                  </a:lnTo>
                  <a:lnTo>
                    <a:pt x="414" y="42"/>
                  </a:lnTo>
                  <a:lnTo>
                    <a:pt x="390" y="36"/>
                  </a:lnTo>
                  <a:lnTo>
                    <a:pt x="366" y="42"/>
                  </a:lnTo>
                  <a:lnTo>
                    <a:pt x="366" y="30"/>
                  </a:lnTo>
                  <a:lnTo>
                    <a:pt x="360" y="24"/>
                  </a:lnTo>
                  <a:lnTo>
                    <a:pt x="348" y="36"/>
                  </a:lnTo>
                  <a:lnTo>
                    <a:pt x="348" y="66"/>
                  </a:lnTo>
                  <a:lnTo>
                    <a:pt x="342" y="72"/>
                  </a:lnTo>
                  <a:lnTo>
                    <a:pt x="324" y="72"/>
                  </a:lnTo>
                  <a:lnTo>
                    <a:pt x="282" y="78"/>
                  </a:lnTo>
                  <a:lnTo>
                    <a:pt x="264" y="96"/>
                  </a:lnTo>
                  <a:lnTo>
                    <a:pt x="252" y="102"/>
                  </a:lnTo>
                  <a:lnTo>
                    <a:pt x="246" y="102"/>
                  </a:lnTo>
                  <a:lnTo>
                    <a:pt x="246" y="114"/>
                  </a:lnTo>
                  <a:lnTo>
                    <a:pt x="258" y="120"/>
                  </a:lnTo>
                  <a:lnTo>
                    <a:pt x="264" y="126"/>
                  </a:lnTo>
                  <a:lnTo>
                    <a:pt x="258" y="144"/>
                  </a:lnTo>
                  <a:lnTo>
                    <a:pt x="252" y="144"/>
                  </a:lnTo>
                  <a:lnTo>
                    <a:pt x="240" y="150"/>
                  </a:lnTo>
                  <a:lnTo>
                    <a:pt x="234" y="156"/>
                  </a:lnTo>
                  <a:lnTo>
                    <a:pt x="234" y="162"/>
                  </a:lnTo>
                  <a:lnTo>
                    <a:pt x="228" y="168"/>
                  </a:lnTo>
                  <a:lnTo>
                    <a:pt x="210" y="168"/>
                  </a:lnTo>
                  <a:lnTo>
                    <a:pt x="216" y="174"/>
                  </a:lnTo>
                  <a:lnTo>
                    <a:pt x="216" y="180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16" y="192"/>
                  </a:lnTo>
                  <a:lnTo>
                    <a:pt x="210" y="198"/>
                  </a:lnTo>
                  <a:lnTo>
                    <a:pt x="204" y="198"/>
                  </a:lnTo>
                  <a:lnTo>
                    <a:pt x="192" y="204"/>
                  </a:lnTo>
                  <a:lnTo>
                    <a:pt x="174" y="192"/>
                  </a:lnTo>
                  <a:lnTo>
                    <a:pt x="174" y="228"/>
                  </a:lnTo>
                  <a:lnTo>
                    <a:pt x="168" y="270"/>
                  </a:lnTo>
                  <a:lnTo>
                    <a:pt x="138" y="300"/>
                  </a:lnTo>
                  <a:lnTo>
                    <a:pt x="132" y="300"/>
                  </a:lnTo>
                  <a:lnTo>
                    <a:pt x="120" y="306"/>
                  </a:lnTo>
                  <a:lnTo>
                    <a:pt x="132" y="312"/>
                  </a:lnTo>
                  <a:lnTo>
                    <a:pt x="150" y="330"/>
                  </a:lnTo>
                  <a:lnTo>
                    <a:pt x="150" y="336"/>
                  </a:lnTo>
                  <a:lnTo>
                    <a:pt x="144" y="342"/>
                  </a:lnTo>
                  <a:lnTo>
                    <a:pt x="102" y="342"/>
                  </a:lnTo>
                  <a:lnTo>
                    <a:pt x="90" y="348"/>
                  </a:lnTo>
                  <a:lnTo>
                    <a:pt x="84" y="354"/>
                  </a:lnTo>
                  <a:lnTo>
                    <a:pt x="72" y="360"/>
                  </a:lnTo>
                  <a:lnTo>
                    <a:pt x="30" y="402"/>
                  </a:lnTo>
                  <a:lnTo>
                    <a:pt x="36" y="408"/>
                  </a:lnTo>
                  <a:lnTo>
                    <a:pt x="42" y="408"/>
                  </a:lnTo>
                  <a:lnTo>
                    <a:pt x="48" y="414"/>
                  </a:lnTo>
                  <a:lnTo>
                    <a:pt x="48" y="420"/>
                  </a:lnTo>
                  <a:lnTo>
                    <a:pt x="42" y="426"/>
                  </a:lnTo>
                  <a:lnTo>
                    <a:pt x="36" y="426"/>
                  </a:lnTo>
                  <a:lnTo>
                    <a:pt x="30" y="432"/>
                  </a:lnTo>
                  <a:lnTo>
                    <a:pt x="30" y="444"/>
                  </a:lnTo>
                  <a:lnTo>
                    <a:pt x="54" y="468"/>
                  </a:lnTo>
                  <a:lnTo>
                    <a:pt x="54" y="480"/>
                  </a:lnTo>
                  <a:lnTo>
                    <a:pt x="48" y="492"/>
                  </a:lnTo>
                  <a:lnTo>
                    <a:pt x="48" y="510"/>
                  </a:lnTo>
                  <a:lnTo>
                    <a:pt x="60" y="522"/>
                  </a:lnTo>
                  <a:lnTo>
                    <a:pt x="66" y="522"/>
                  </a:lnTo>
                  <a:lnTo>
                    <a:pt x="84" y="540"/>
                  </a:lnTo>
                  <a:lnTo>
                    <a:pt x="84" y="552"/>
                  </a:lnTo>
                  <a:lnTo>
                    <a:pt x="72" y="564"/>
                  </a:lnTo>
                  <a:lnTo>
                    <a:pt x="48" y="570"/>
                  </a:lnTo>
                  <a:lnTo>
                    <a:pt x="54" y="576"/>
                  </a:lnTo>
                  <a:lnTo>
                    <a:pt x="60" y="588"/>
                  </a:lnTo>
                  <a:lnTo>
                    <a:pt x="60" y="594"/>
                  </a:lnTo>
                  <a:lnTo>
                    <a:pt x="66" y="600"/>
                  </a:lnTo>
                  <a:lnTo>
                    <a:pt x="66" y="606"/>
                  </a:lnTo>
                  <a:lnTo>
                    <a:pt x="72" y="618"/>
                  </a:lnTo>
                  <a:lnTo>
                    <a:pt x="66" y="618"/>
                  </a:lnTo>
                  <a:lnTo>
                    <a:pt x="66" y="642"/>
                  </a:lnTo>
                  <a:lnTo>
                    <a:pt x="60" y="648"/>
                  </a:lnTo>
                  <a:lnTo>
                    <a:pt x="24" y="648"/>
                  </a:lnTo>
                  <a:lnTo>
                    <a:pt x="30" y="660"/>
                  </a:lnTo>
                  <a:lnTo>
                    <a:pt x="30" y="666"/>
                  </a:lnTo>
                  <a:lnTo>
                    <a:pt x="24" y="666"/>
                  </a:lnTo>
                  <a:lnTo>
                    <a:pt x="18" y="672"/>
                  </a:lnTo>
                  <a:lnTo>
                    <a:pt x="18" y="678"/>
                  </a:lnTo>
                  <a:lnTo>
                    <a:pt x="30" y="690"/>
                  </a:lnTo>
                  <a:lnTo>
                    <a:pt x="30" y="708"/>
                  </a:lnTo>
                  <a:lnTo>
                    <a:pt x="24" y="714"/>
                  </a:lnTo>
                  <a:lnTo>
                    <a:pt x="18" y="726"/>
                  </a:lnTo>
                  <a:lnTo>
                    <a:pt x="0" y="708"/>
                  </a:lnTo>
                  <a:lnTo>
                    <a:pt x="0" y="768"/>
                  </a:lnTo>
                  <a:lnTo>
                    <a:pt x="6" y="762"/>
                  </a:lnTo>
                  <a:lnTo>
                    <a:pt x="24" y="762"/>
                  </a:lnTo>
                  <a:lnTo>
                    <a:pt x="36" y="774"/>
                  </a:lnTo>
                  <a:lnTo>
                    <a:pt x="36" y="780"/>
                  </a:lnTo>
                  <a:lnTo>
                    <a:pt x="30" y="780"/>
                  </a:lnTo>
                  <a:lnTo>
                    <a:pt x="30" y="774"/>
                  </a:lnTo>
                  <a:lnTo>
                    <a:pt x="24" y="774"/>
                  </a:lnTo>
                  <a:lnTo>
                    <a:pt x="24" y="834"/>
                  </a:lnTo>
                  <a:lnTo>
                    <a:pt x="30" y="840"/>
                  </a:lnTo>
                  <a:lnTo>
                    <a:pt x="36" y="840"/>
                  </a:lnTo>
                  <a:lnTo>
                    <a:pt x="48" y="846"/>
                  </a:lnTo>
                  <a:lnTo>
                    <a:pt x="54" y="858"/>
                  </a:lnTo>
                  <a:lnTo>
                    <a:pt x="60" y="864"/>
                  </a:lnTo>
                  <a:lnTo>
                    <a:pt x="66" y="876"/>
                  </a:lnTo>
                  <a:lnTo>
                    <a:pt x="90" y="900"/>
                  </a:lnTo>
                  <a:lnTo>
                    <a:pt x="96" y="900"/>
                  </a:lnTo>
                  <a:lnTo>
                    <a:pt x="96" y="912"/>
                  </a:lnTo>
                  <a:lnTo>
                    <a:pt x="78" y="912"/>
                  </a:lnTo>
                  <a:lnTo>
                    <a:pt x="78" y="942"/>
                  </a:lnTo>
                  <a:lnTo>
                    <a:pt x="90" y="954"/>
                  </a:lnTo>
                  <a:lnTo>
                    <a:pt x="102" y="960"/>
                  </a:lnTo>
                  <a:lnTo>
                    <a:pt x="96" y="966"/>
                  </a:lnTo>
                  <a:lnTo>
                    <a:pt x="96" y="984"/>
                  </a:lnTo>
                  <a:lnTo>
                    <a:pt x="102" y="984"/>
                  </a:lnTo>
                  <a:lnTo>
                    <a:pt x="108" y="990"/>
                  </a:lnTo>
                  <a:lnTo>
                    <a:pt x="174" y="990"/>
                  </a:lnTo>
                  <a:lnTo>
                    <a:pt x="180" y="984"/>
                  </a:lnTo>
                  <a:lnTo>
                    <a:pt x="180" y="948"/>
                  </a:lnTo>
                  <a:lnTo>
                    <a:pt x="198" y="942"/>
                  </a:lnTo>
                  <a:lnTo>
                    <a:pt x="198" y="924"/>
                  </a:lnTo>
                  <a:lnTo>
                    <a:pt x="264" y="930"/>
                  </a:lnTo>
                  <a:lnTo>
                    <a:pt x="276" y="936"/>
                  </a:lnTo>
                  <a:lnTo>
                    <a:pt x="300" y="876"/>
                  </a:lnTo>
                  <a:lnTo>
                    <a:pt x="300" y="864"/>
                  </a:lnTo>
                  <a:lnTo>
                    <a:pt x="306" y="852"/>
                  </a:lnTo>
                  <a:lnTo>
                    <a:pt x="306" y="816"/>
                  </a:lnTo>
                  <a:lnTo>
                    <a:pt x="300" y="810"/>
                  </a:lnTo>
                  <a:lnTo>
                    <a:pt x="294" y="798"/>
                  </a:lnTo>
                  <a:lnTo>
                    <a:pt x="312" y="798"/>
                  </a:lnTo>
                  <a:lnTo>
                    <a:pt x="324" y="786"/>
                  </a:lnTo>
                  <a:lnTo>
                    <a:pt x="324" y="780"/>
                  </a:lnTo>
                  <a:lnTo>
                    <a:pt x="306" y="762"/>
                  </a:lnTo>
                  <a:lnTo>
                    <a:pt x="294" y="762"/>
                  </a:lnTo>
                  <a:lnTo>
                    <a:pt x="312" y="756"/>
                  </a:lnTo>
                  <a:lnTo>
                    <a:pt x="300" y="750"/>
                  </a:lnTo>
                  <a:lnTo>
                    <a:pt x="324" y="750"/>
                  </a:lnTo>
                  <a:lnTo>
                    <a:pt x="336" y="744"/>
                  </a:lnTo>
                  <a:lnTo>
                    <a:pt x="348" y="744"/>
                  </a:lnTo>
                  <a:lnTo>
                    <a:pt x="354" y="738"/>
                  </a:lnTo>
                  <a:lnTo>
                    <a:pt x="360" y="726"/>
                  </a:lnTo>
                  <a:lnTo>
                    <a:pt x="360" y="714"/>
                  </a:lnTo>
                  <a:lnTo>
                    <a:pt x="366" y="708"/>
                  </a:lnTo>
                  <a:lnTo>
                    <a:pt x="384" y="726"/>
                  </a:lnTo>
                  <a:lnTo>
                    <a:pt x="390" y="726"/>
                  </a:lnTo>
                  <a:lnTo>
                    <a:pt x="396" y="720"/>
                  </a:lnTo>
                  <a:lnTo>
                    <a:pt x="408" y="696"/>
                  </a:lnTo>
                  <a:lnTo>
                    <a:pt x="402" y="690"/>
                  </a:lnTo>
                  <a:lnTo>
                    <a:pt x="402" y="684"/>
                  </a:lnTo>
                  <a:lnTo>
                    <a:pt x="414" y="684"/>
                  </a:lnTo>
                  <a:lnTo>
                    <a:pt x="420" y="678"/>
                  </a:lnTo>
                  <a:lnTo>
                    <a:pt x="432" y="672"/>
                  </a:lnTo>
                  <a:lnTo>
                    <a:pt x="432" y="660"/>
                  </a:lnTo>
                  <a:lnTo>
                    <a:pt x="420" y="636"/>
                  </a:lnTo>
                  <a:lnTo>
                    <a:pt x="408" y="630"/>
                  </a:lnTo>
                  <a:lnTo>
                    <a:pt x="408" y="618"/>
                  </a:lnTo>
                  <a:lnTo>
                    <a:pt x="372" y="600"/>
                  </a:lnTo>
                  <a:lnTo>
                    <a:pt x="360" y="606"/>
                  </a:lnTo>
                  <a:lnTo>
                    <a:pt x="354" y="606"/>
                  </a:lnTo>
                  <a:lnTo>
                    <a:pt x="342" y="600"/>
                  </a:lnTo>
                  <a:lnTo>
                    <a:pt x="330" y="576"/>
                  </a:lnTo>
                  <a:lnTo>
                    <a:pt x="330" y="558"/>
                  </a:lnTo>
                  <a:lnTo>
                    <a:pt x="324" y="546"/>
                  </a:lnTo>
                  <a:lnTo>
                    <a:pt x="324" y="528"/>
                  </a:lnTo>
                  <a:lnTo>
                    <a:pt x="336" y="516"/>
                  </a:lnTo>
                  <a:lnTo>
                    <a:pt x="342" y="504"/>
                  </a:lnTo>
                  <a:lnTo>
                    <a:pt x="342" y="486"/>
                  </a:lnTo>
                  <a:lnTo>
                    <a:pt x="336" y="474"/>
                  </a:lnTo>
                  <a:lnTo>
                    <a:pt x="330" y="468"/>
                  </a:lnTo>
                  <a:lnTo>
                    <a:pt x="330" y="462"/>
                  </a:lnTo>
                  <a:lnTo>
                    <a:pt x="348" y="462"/>
                  </a:lnTo>
                  <a:lnTo>
                    <a:pt x="354" y="456"/>
                  </a:lnTo>
                  <a:lnTo>
                    <a:pt x="354" y="438"/>
                  </a:lnTo>
                  <a:lnTo>
                    <a:pt x="348" y="426"/>
                  </a:lnTo>
                  <a:lnTo>
                    <a:pt x="354" y="432"/>
                  </a:lnTo>
                  <a:lnTo>
                    <a:pt x="378" y="432"/>
                  </a:lnTo>
                  <a:lnTo>
                    <a:pt x="384" y="426"/>
                  </a:lnTo>
                  <a:lnTo>
                    <a:pt x="396" y="420"/>
                  </a:lnTo>
                  <a:lnTo>
                    <a:pt x="408" y="408"/>
                  </a:lnTo>
                  <a:lnTo>
                    <a:pt x="438" y="414"/>
                  </a:lnTo>
                  <a:lnTo>
                    <a:pt x="450" y="390"/>
                  </a:lnTo>
                  <a:lnTo>
                    <a:pt x="480" y="390"/>
                  </a:lnTo>
                  <a:lnTo>
                    <a:pt x="498" y="384"/>
                  </a:lnTo>
                  <a:lnTo>
                    <a:pt x="510" y="378"/>
                  </a:lnTo>
                  <a:lnTo>
                    <a:pt x="522" y="354"/>
                  </a:lnTo>
                  <a:lnTo>
                    <a:pt x="540" y="336"/>
                  </a:lnTo>
                  <a:lnTo>
                    <a:pt x="546" y="324"/>
                  </a:lnTo>
                  <a:lnTo>
                    <a:pt x="528" y="300"/>
                  </a:lnTo>
                  <a:lnTo>
                    <a:pt x="558" y="264"/>
                  </a:lnTo>
                  <a:lnTo>
                    <a:pt x="540" y="246"/>
                  </a:lnTo>
                  <a:lnTo>
                    <a:pt x="576" y="234"/>
                  </a:lnTo>
                  <a:lnTo>
                    <a:pt x="594" y="216"/>
                  </a:lnTo>
                  <a:lnTo>
                    <a:pt x="672" y="222"/>
                  </a:lnTo>
                  <a:lnTo>
                    <a:pt x="684" y="240"/>
                  </a:lnTo>
                  <a:lnTo>
                    <a:pt x="690" y="240"/>
                  </a:lnTo>
                  <a:lnTo>
                    <a:pt x="678" y="204"/>
                  </a:lnTo>
                  <a:close/>
                  <a:moveTo>
                    <a:pt x="390" y="828"/>
                  </a:moveTo>
                  <a:lnTo>
                    <a:pt x="390" y="840"/>
                  </a:lnTo>
                  <a:lnTo>
                    <a:pt x="396" y="852"/>
                  </a:lnTo>
                  <a:lnTo>
                    <a:pt x="396" y="864"/>
                  </a:lnTo>
                  <a:lnTo>
                    <a:pt x="402" y="870"/>
                  </a:lnTo>
                  <a:lnTo>
                    <a:pt x="402" y="876"/>
                  </a:lnTo>
                  <a:lnTo>
                    <a:pt x="414" y="852"/>
                  </a:lnTo>
                  <a:lnTo>
                    <a:pt x="426" y="852"/>
                  </a:lnTo>
                  <a:lnTo>
                    <a:pt x="432" y="846"/>
                  </a:lnTo>
                  <a:lnTo>
                    <a:pt x="438" y="834"/>
                  </a:lnTo>
                  <a:lnTo>
                    <a:pt x="438" y="822"/>
                  </a:lnTo>
                  <a:lnTo>
                    <a:pt x="432" y="816"/>
                  </a:lnTo>
                  <a:lnTo>
                    <a:pt x="450" y="798"/>
                  </a:lnTo>
                  <a:lnTo>
                    <a:pt x="444" y="798"/>
                  </a:lnTo>
                  <a:lnTo>
                    <a:pt x="438" y="804"/>
                  </a:lnTo>
                  <a:lnTo>
                    <a:pt x="420" y="804"/>
                  </a:lnTo>
                  <a:lnTo>
                    <a:pt x="408" y="810"/>
                  </a:lnTo>
                  <a:lnTo>
                    <a:pt x="390" y="828"/>
                  </a:lnTo>
                  <a:close/>
                  <a:moveTo>
                    <a:pt x="300" y="900"/>
                  </a:moveTo>
                  <a:lnTo>
                    <a:pt x="300" y="912"/>
                  </a:lnTo>
                  <a:lnTo>
                    <a:pt x="294" y="924"/>
                  </a:lnTo>
                  <a:lnTo>
                    <a:pt x="300" y="918"/>
                  </a:lnTo>
                  <a:lnTo>
                    <a:pt x="312" y="912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24" y="888"/>
                  </a:lnTo>
                  <a:lnTo>
                    <a:pt x="324" y="882"/>
                  </a:lnTo>
                  <a:lnTo>
                    <a:pt x="342" y="858"/>
                  </a:lnTo>
                  <a:lnTo>
                    <a:pt x="336" y="840"/>
                  </a:lnTo>
                  <a:lnTo>
                    <a:pt x="330" y="852"/>
                  </a:lnTo>
                  <a:lnTo>
                    <a:pt x="312" y="870"/>
                  </a:lnTo>
                  <a:lnTo>
                    <a:pt x="300" y="894"/>
                  </a:lnTo>
                  <a:lnTo>
                    <a:pt x="300" y="90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0" name="Swaziland" descr="© INSCALE GmbH, 05.05.2010&#10;http://www.presentationload.com/">
              <a:extLst>
                <a:ext uri="{FF2B5EF4-FFF2-40B4-BE49-F238E27FC236}">
                  <a16:creationId xmlns:a16="http://schemas.microsoft.com/office/drawing/2014/main" id="{C38C2CC8-3E8F-4F61-8CAC-62899289C824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444108" y="3682753"/>
              <a:ext cx="33602" cy="43671"/>
            </a:xfrm>
            <a:custGeom>
              <a:avLst/>
              <a:gdLst>
                <a:gd name="T0" fmla="*/ 2147483647 w 102"/>
                <a:gd name="T1" fmla="*/ 2147483647 h 132"/>
                <a:gd name="T2" fmla="*/ 2147483647 w 102"/>
                <a:gd name="T3" fmla="*/ 2147483647 h 132"/>
                <a:gd name="T4" fmla="*/ 2147483647 w 102"/>
                <a:gd name="T5" fmla="*/ 2147483647 h 132"/>
                <a:gd name="T6" fmla="*/ 2147483647 w 102"/>
                <a:gd name="T7" fmla="*/ 2147483647 h 132"/>
                <a:gd name="T8" fmla="*/ 2147483647 w 102"/>
                <a:gd name="T9" fmla="*/ 2147483647 h 132"/>
                <a:gd name="T10" fmla="*/ 2147483647 w 102"/>
                <a:gd name="T11" fmla="*/ 0 h 132"/>
                <a:gd name="T12" fmla="*/ 2147483647 w 102"/>
                <a:gd name="T13" fmla="*/ 0 h 132"/>
                <a:gd name="T14" fmla="*/ 2147483647 w 102"/>
                <a:gd name="T15" fmla="*/ 2147483647 h 132"/>
                <a:gd name="T16" fmla="*/ 2147483647 w 102"/>
                <a:gd name="T17" fmla="*/ 2147483647 h 132"/>
                <a:gd name="T18" fmla="*/ 2147483647 w 102"/>
                <a:gd name="T19" fmla="*/ 2147483647 h 132"/>
                <a:gd name="T20" fmla="*/ 2147483647 w 102"/>
                <a:gd name="T21" fmla="*/ 2147483647 h 132"/>
                <a:gd name="T22" fmla="*/ 0 w 102"/>
                <a:gd name="T23" fmla="*/ 2147483647 h 132"/>
                <a:gd name="T24" fmla="*/ 0 w 102"/>
                <a:gd name="T25" fmla="*/ 2147483647 h 132"/>
                <a:gd name="T26" fmla="*/ 2147483647 w 102"/>
                <a:gd name="T27" fmla="*/ 2147483647 h 132"/>
                <a:gd name="T28" fmla="*/ 2147483647 w 102"/>
                <a:gd name="T29" fmla="*/ 2147483647 h 132"/>
                <a:gd name="T30" fmla="*/ 2147483647 w 102"/>
                <a:gd name="T31" fmla="*/ 2147483647 h 132"/>
                <a:gd name="T32" fmla="*/ 2147483647 w 102"/>
                <a:gd name="T33" fmla="*/ 2147483647 h 132"/>
                <a:gd name="T34" fmla="*/ 2147483647 w 102"/>
                <a:gd name="T35" fmla="*/ 2147483647 h 132"/>
                <a:gd name="T36" fmla="*/ 2147483647 w 102"/>
                <a:gd name="T37" fmla="*/ 2147483647 h 132"/>
                <a:gd name="T38" fmla="*/ 2147483647 w 102"/>
                <a:gd name="T39" fmla="*/ 2147483647 h 132"/>
                <a:gd name="T40" fmla="*/ 2147483647 w 102"/>
                <a:gd name="T41" fmla="*/ 2147483647 h 132"/>
                <a:gd name="T42" fmla="*/ 2147483647 w 102"/>
                <a:gd name="T43" fmla="*/ 2147483647 h 132"/>
                <a:gd name="T44" fmla="*/ 2147483647 w 102"/>
                <a:gd name="T45" fmla="*/ 2147483647 h 132"/>
                <a:gd name="T46" fmla="*/ 2147483647 w 102"/>
                <a:gd name="T47" fmla="*/ 2147483647 h 132"/>
                <a:gd name="T48" fmla="*/ 2147483647 w 102"/>
                <a:gd name="T49" fmla="*/ 2147483647 h 13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02"/>
                <a:gd name="T76" fmla="*/ 0 h 132"/>
                <a:gd name="T77" fmla="*/ 102 w 102"/>
                <a:gd name="T78" fmla="*/ 132 h 132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02" h="132">
                  <a:moveTo>
                    <a:pt x="84" y="54"/>
                  </a:moveTo>
                  <a:lnTo>
                    <a:pt x="84" y="30"/>
                  </a:lnTo>
                  <a:lnTo>
                    <a:pt x="90" y="18"/>
                  </a:lnTo>
                  <a:lnTo>
                    <a:pt x="66" y="18"/>
                  </a:lnTo>
                  <a:lnTo>
                    <a:pt x="54" y="6"/>
                  </a:lnTo>
                  <a:lnTo>
                    <a:pt x="42" y="0"/>
                  </a:lnTo>
                  <a:lnTo>
                    <a:pt x="36" y="0"/>
                  </a:lnTo>
                  <a:lnTo>
                    <a:pt x="24" y="12"/>
                  </a:lnTo>
                  <a:lnTo>
                    <a:pt x="18" y="24"/>
                  </a:lnTo>
                  <a:lnTo>
                    <a:pt x="18" y="36"/>
                  </a:lnTo>
                  <a:lnTo>
                    <a:pt x="6" y="48"/>
                  </a:lnTo>
                  <a:lnTo>
                    <a:pt x="0" y="60"/>
                  </a:lnTo>
                  <a:lnTo>
                    <a:pt x="0" y="84"/>
                  </a:lnTo>
                  <a:lnTo>
                    <a:pt x="12" y="108"/>
                  </a:lnTo>
                  <a:lnTo>
                    <a:pt x="24" y="114"/>
                  </a:lnTo>
                  <a:lnTo>
                    <a:pt x="36" y="126"/>
                  </a:lnTo>
                  <a:lnTo>
                    <a:pt x="54" y="126"/>
                  </a:lnTo>
                  <a:lnTo>
                    <a:pt x="66" y="132"/>
                  </a:lnTo>
                  <a:lnTo>
                    <a:pt x="78" y="132"/>
                  </a:lnTo>
                  <a:lnTo>
                    <a:pt x="90" y="90"/>
                  </a:lnTo>
                  <a:lnTo>
                    <a:pt x="96" y="90"/>
                  </a:lnTo>
                  <a:lnTo>
                    <a:pt x="102" y="84"/>
                  </a:lnTo>
                  <a:lnTo>
                    <a:pt x="96" y="60"/>
                  </a:lnTo>
                  <a:lnTo>
                    <a:pt x="90" y="60"/>
                  </a:lnTo>
                  <a:lnTo>
                    <a:pt x="84" y="5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1" name="Suriname" descr="© INSCALE GmbH, 05.05.2010&#10;http://www.presentationload.com/">
              <a:extLst>
                <a:ext uri="{FF2B5EF4-FFF2-40B4-BE49-F238E27FC236}">
                  <a16:creationId xmlns:a16="http://schemas.microsoft.com/office/drawing/2014/main" id="{DA0387A8-25CC-4BF8-B50A-48A4598A4661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367195" y="2844016"/>
              <a:ext cx="96933" cy="110462"/>
            </a:xfrm>
            <a:custGeom>
              <a:avLst/>
              <a:gdLst>
                <a:gd name="T0" fmla="*/ 2147483647 w 294"/>
                <a:gd name="T1" fmla="*/ 2147483647 h 336"/>
                <a:gd name="T2" fmla="*/ 2147483647 w 294"/>
                <a:gd name="T3" fmla="*/ 2147483647 h 336"/>
                <a:gd name="T4" fmla="*/ 2147483647 w 294"/>
                <a:gd name="T5" fmla="*/ 2147483647 h 336"/>
                <a:gd name="T6" fmla="*/ 0 w 294"/>
                <a:gd name="T7" fmla="*/ 2147483647 h 336"/>
                <a:gd name="T8" fmla="*/ 2147483647 w 294"/>
                <a:gd name="T9" fmla="*/ 2147483647 h 336"/>
                <a:gd name="T10" fmla="*/ 2147483647 w 294"/>
                <a:gd name="T11" fmla="*/ 2147483647 h 336"/>
                <a:gd name="T12" fmla="*/ 2147483647 w 294"/>
                <a:gd name="T13" fmla="*/ 2147483647 h 336"/>
                <a:gd name="T14" fmla="*/ 2147483647 w 294"/>
                <a:gd name="T15" fmla="*/ 2147483647 h 336"/>
                <a:gd name="T16" fmla="*/ 2147483647 w 294"/>
                <a:gd name="T17" fmla="*/ 2147483647 h 336"/>
                <a:gd name="T18" fmla="*/ 2147483647 w 294"/>
                <a:gd name="T19" fmla="*/ 2147483647 h 336"/>
                <a:gd name="T20" fmla="*/ 2147483647 w 294"/>
                <a:gd name="T21" fmla="*/ 2147483647 h 336"/>
                <a:gd name="T22" fmla="*/ 2147483647 w 294"/>
                <a:gd name="T23" fmla="*/ 2147483647 h 336"/>
                <a:gd name="T24" fmla="*/ 2147483647 w 294"/>
                <a:gd name="T25" fmla="*/ 2147483647 h 336"/>
                <a:gd name="T26" fmla="*/ 2147483647 w 294"/>
                <a:gd name="T27" fmla="*/ 2147483647 h 336"/>
                <a:gd name="T28" fmla="*/ 2147483647 w 294"/>
                <a:gd name="T29" fmla="*/ 2147483647 h 336"/>
                <a:gd name="T30" fmla="*/ 2147483647 w 294"/>
                <a:gd name="T31" fmla="*/ 2147483647 h 336"/>
                <a:gd name="T32" fmla="*/ 2147483647 w 294"/>
                <a:gd name="T33" fmla="*/ 2147483647 h 336"/>
                <a:gd name="T34" fmla="*/ 2147483647 w 294"/>
                <a:gd name="T35" fmla="*/ 2147483647 h 336"/>
                <a:gd name="T36" fmla="*/ 2147483647 w 294"/>
                <a:gd name="T37" fmla="*/ 2147483647 h 336"/>
                <a:gd name="T38" fmla="*/ 2147483647 w 294"/>
                <a:gd name="T39" fmla="*/ 2147483647 h 336"/>
                <a:gd name="T40" fmla="*/ 2147483647 w 294"/>
                <a:gd name="T41" fmla="*/ 2147483647 h 336"/>
                <a:gd name="T42" fmla="*/ 2147483647 w 294"/>
                <a:gd name="T43" fmla="*/ 2147483647 h 336"/>
                <a:gd name="T44" fmla="*/ 2147483647 w 294"/>
                <a:gd name="T45" fmla="*/ 2147483647 h 336"/>
                <a:gd name="T46" fmla="*/ 2147483647 w 294"/>
                <a:gd name="T47" fmla="*/ 2147483647 h 336"/>
                <a:gd name="T48" fmla="*/ 2147483647 w 294"/>
                <a:gd name="T49" fmla="*/ 2147483647 h 336"/>
                <a:gd name="T50" fmla="*/ 2147483647 w 294"/>
                <a:gd name="T51" fmla="*/ 2147483647 h 336"/>
                <a:gd name="T52" fmla="*/ 2147483647 w 294"/>
                <a:gd name="T53" fmla="*/ 2147483647 h 336"/>
                <a:gd name="T54" fmla="*/ 2147483647 w 294"/>
                <a:gd name="T55" fmla="*/ 2147483647 h 336"/>
                <a:gd name="T56" fmla="*/ 2147483647 w 294"/>
                <a:gd name="T57" fmla="*/ 2147483647 h 336"/>
                <a:gd name="T58" fmla="*/ 2147483647 w 294"/>
                <a:gd name="T59" fmla="*/ 2147483647 h 336"/>
                <a:gd name="T60" fmla="*/ 2147483647 w 294"/>
                <a:gd name="T61" fmla="*/ 2147483647 h 336"/>
                <a:gd name="T62" fmla="*/ 2147483647 w 294"/>
                <a:gd name="T63" fmla="*/ 2147483647 h 336"/>
                <a:gd name="T64" fmla="*/ 2147483647 w 294"/>
                <a:gd name="T65" fmla="*/ 2147483647 h 336"/>
                <a:gd name="T66" fmla="*/ 2147483647 w 294"/>
                <a:gd name="T67" fmla="*/ 2147483647 h 336"/>
                <a:gd name="T68" fmla="*/ 2147483647 w 294"/>
                <a:gd name="T69" fmla="*/ 2147483647 h 336"/>
                <a:gd name="T70" fmla="*/ 2147483647 w 294"/>
                <a:gd name="T71" fmla="*/ 0 h 336"/>
                <a:gd name="T72" fmla="*/ 2147483647 w 294"/>
                <a:gd name="T73" fmla="*/ 2147483647 h 336"/>
                <a:gd name="T74" fmla="*/ 2147483647 w 294"/>
                <a:gd name="T75" fmla="*/ 2147483647 h 336"/>
                <a:gd name="T76" fmla="*/ 2147483647 w 294"/>
                <a:gd name="T77" fmla="*/ 2147483647 h 336"/>
                <a:gd name="T78" fmla="*/ 2147483647 w 294"/>
                <a:gd name="T79" fmla="*/ 2147483647 h 336"/>
                <a:gd name="T80" fmla="*/ 2147483647 w 294"/>
                <a:gd name="T81" fmla="*/ 2147483647 h 336"/>
                <a:gd name="T82" fmla="*/ 2147483647 w 294"/>
                <a:gd name="T83" fmla="*/ 2147483647 h 3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94"/>
                <a:gd name="T127" fmla="*/ 0 h 336"/>
                <a:gd name="T128" fmla="*/ 294 w 294"/>
                <a:gd name="T129" fmla="*/ 336 h 3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94" h="336">
                  <a:moveTo>
                    <a:pt x="60" y="78"/>
                  </a:moveTo>
                  <a:lnTo>
                    <a:pt x="30" y="78"/>
                  </a:lnTo>
                  <a:lnTo>
                    <a:pt x="18" y="84"/>
                  </a:lnTo>
                  <a:lnTo>
                    <a:pt x="12" y="90"/>
                  </a:lnTo>
                  <a:lnTo>
                    <a:pt x="12" y="132"/>
                  </a:lnTo>
                  <a:lnTo>
                    <a:pt x="6" y="138"/>
                  </a:lnTo>
                  <a:lnTo>
                    <a:pt x="0" y="150"/>
                  </a:lnTo>
                  <a:lnTo>
                    <a:pt x="0" y="162"/>
                  </a:lnTo>
                  <a:lnTo>
                    <a:pt x="6" y="168"/>
                  </a:lnTo>
                  <a:lnTo>
                    <a:pt x="6" y="174"/>
                  </a:lnTo>
                  <a:lnTo>
                    <a:pt x="12" y="174"/>
                  </a:lnTo>
                  <a:lnTo>
                    <a:pt x="12" y="186"/>
                  </a:lnTo>
                  <a:lnTo>
                    <a:pt x="18" y="198"/>
                  </a:lnTo>
                  <a:lnTo>
                    <a:pt x="24" y="204"/>
                  </a:lnTo>
                  <a:lnTo>
                    <a:pt x="30" y="216"/>
                  </a:lnTo>
                  <a:lnTo>
                    <a:pt x="42" y="216"/>
                  </a:lnTo>
                  <a:lnTo>
                    <a:pt x="42" y="210"/>
                  </a:lnTo>
                  <a:lnTo>
                    <a:pt x="54" y="198"/>
                  </a:lnTo>
                  <a:lnTo>
                    <a:pt x="54" y="216"/>
                  </a:lnTo>
                  <a:lnTo>
                    <a:pt x="48" y="222"/>
                  </a:lnTo>
                  <a:lnTo>
                    <a:pt x="48" y="246"/>
                  </a:lnTo>
                  <a:lnTo>
                    <a:pt x="54" y="258"/>
                  </a:lnTo>
                  <a:lnTo>
                    <a:pt x="72" y="276"/>
                  </a:lnTo>
                  <a:lnTo>
                    <a:pt x="78" y="294"/>
                  </a:lnTo>
                  <a:lnTo>
                    <a:pt x="84" y="306"/>
                  </a:lnTo>
                  <a:lnTo>
                    <a:pt x="90" y="312"/>
                  </a:lnTo>
                  <a:lnTo>
                    <a:pt x="90" y="318"/>
                  </a:lnTo>
                  <a:lnTo>
                    <a:pt x="102" y="324"/>
                  </a:lnTo>
                  <a:lnTo>
                    <a:pt x="108" y="324"/>
                  </a:lnTo>
                  <a:lnTo>
                    <a:pt x="132" y="336"/>
                  </a:lnTo>
                  <a:lnTo>
                    <a:pt x="150" y="336"/>
                  </a:lnTo>
                  <a:lnTo>
                    <a:pt x="156" y="330"/>
                  </a:lnTo>
                  <a:lnTo>
                    <a:pt x="150" y="324"/>
                  </a:lnTo>
                  <a:lnTo>
                    <a:pt x="150" y="318"/>
                  </a:lnTo>
                  <a:lnTo>
                    <a:pt x="138" y="306"/>
                  </a:lnTo>
                  <a:lnTo>
                    <a:pt x="138" y="282"/>
                  </a:lnTo>
                  <a:lnTo>
                    <a:pt x="150" y="276"/>
                  </a:lnTo>
                  <a:lnTo>
                    <a:pt x="156" y="276"/>
                  </a:lnTo>
                  <a:lnTo>
                    <a:pt x="156" y="288"/>
                  </a:lnTo>
                  <a:lnTo>
                    <a:pt x="180" y="288"/>
                  </a:lnTo>
                  <a:lnTo>
                    <a:pt x="192" y="282"/>
                  </a:lnTo>
                  <a:lnTo>
                    <a:pt x="198" y="276"/>
                  </a:lnTo>
                  <a:lnTo>
                    <a:pt x="210" y="270"/>
                  </a:lnTo>
                  <a:lnTo>
                    <a:pt x="216" y="270"/>
                  </a:lnTo>
                  <a:lnTo>
                    <a:pt x="222" y="282"/>
                  </a:lnTo>
                  <a:lnTo>
                    <a:pt x="228" y="288"/>
                  </a:lnTo>
                  <a:lnTo>
                    <a:pt x="246" y="294"/>
                  </a:lnTo>
                  <a:lnTo>
                    <a:pt x="252" y="282"/>
                  </a:lnTo>
                  <a:lnTo>
                    <a:pt x="258" y="276"/>
                  </a:lnTo>
                  <a:lnTo>
                    <a:pt x="258" y="264"/>
                  </a:lnTo>
                  <a:lnTo>
                    <a:pt x="264" y="264"/>
                  </a:lnTo>
                  <a:lnTo>
                    <a:pt x="276" y="258"/>
                  </a:lnTo>
                  <a:lnTo>
                    <a:pt x="270" y="222"/>
                  </a:lnTo>
                  <a:lnTo>
                    <a:pt x="288" y="204"/>
                  </a:lnTo>
                  <a:lnTo>
                    <a:pt x="288" y="198"/>
                  </a:lnTo>
                  <a:lnTo>
                    <a:pt x="282" y="186"/>
                  </a:lnTo>
                  <a:lnTo>
                    <a:pt x="264" y="168"/>
                  </a:lnTo>
                  <a:lnTo>
                    <a:pt x="258" y="156"/>
                  </a:lnTo>
                  <a:lnTo>
                    <a:pt x="258" y="144"/>
                  </a:lnTo>
                  <a:lnTo>
                    <a:pt x="252" y="126"/>
                  </a:lnTo>
                  <a:lnTo>
                    <a:pt x="252" y="96"/>
                  </a:lnTo>
                  <a:lnTo>
                    <a:pt x="258" y="78"/>
                  </a:lnTo>
                  <a:lnTo>
                    <a:pt x="264" y="66"/>
                  </a:lnTo>
                  <a:lnTo>
                    <a:pt x="276" y="60"/>
                  </a:lnTo>
                  <a:lnTo>
                    <a:pt x="282" y="54"/>
                  </a:lnTo>
                  <a:lnTo>
                    <a:pt x="288" y="54"/>
                  </a:lnTo>
                  <a:lnTo>
                    <a:pt x="288" y="30"/>
                  </a:lnTo>
                  <a:lnTo>
                    <a:pt x="294" y="12"/>
                  </a:lnTo>
                  <a:lnTo>
                    <a:pt x="288" y="12"/>
                  </a:lnTo>
                  <a:lnTo>
                    <a:pt x="282" y="6"/>
                  </a:lnTo>
                  <a:lnTo>
                    <a:pt x="270" y="6"/>
                  </a:lnTo>
                  <a:lnTo>
                    <a:pt x="252" y="0"/>
                  </a:lnTo>
                  <a:lnTo>
                    <a:pt x="210" y="0"/>
                  </a:lnTo>
                  <a:lnTo>
                    <a:pt x="204" y="12"/>
                  </a:lnTo>
                  <a:lnTo>
                    <a:pt x="156" y="6"/>
                  </a:lnTo>
                  <a:lnTo>
                    <a:pt x="156" y="18"/>
                  </a:lnTo>
                  <a:lnTo>
                    <a:pt x="96" y="0"/>
                  </a:lnTo>
                  <a:lnTo>
                    <a:pt x="72" y="6"/>
                  </a:lnTo>
                  <a:lnTo>
                    <a:pt x="66" y="18"/>
                  </a:lnTo>
                  <a:lnTo>
                    <a:pt x="60" y="24"/>
                  </a:lnTo>
                  <a:lnTo>
                    <a:pt x="54" y="36"/>
                  </a:lnTo>
                  <a:lnTo>
                    <a:pt x="54" y="48"/>
                  </a:lnTo>
                  <a:lnTo>
                    <a:pt x="66" y="60"/>
                  </a:lnTo>
                  <a:lnTo>
                    <a:pt x="66" y="72"/>
                  </a:lnTo>
                  <a:lnTo>
                    <a:pt x="60" y="7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2" name="Sudan">
              <a:extLst>
                <a:ext uri="{FF2B5EF4-FFF2-40B4-BE49-F238E27FC236}">
                  <a16:creationId xmlns:a16="http://schemas.microsoft.com/office/drawing/2014/main" id="{E025B327-BC14-46DF-A9D4-AFEA0312D6F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38555" y="2388345"/>
              <a:ext cx="394903" cy="385026"/>
            </a:xfrm>
            <a:custGeom>
              <a:avLst/>
              <a:gdLst/>
              <a:ahLst/>
              <a:cxnLst>
                <a:cxn ang="0">
                  <a:pos x="442" y="199"/>
                </a:cxn>
                <a:cxn ang="0">
                  <a:pos x="446" y="187"/>
                </a:cxn>
                <a:cxn ang="0">
                  <a:pos x="475" y="170"/>
                </a:cxn>
                <a:cxn ang="0">
                  <a:pos x="458" y="149"/>
                </a:cxn>
                <a:cxn ang="0">
                  <a:pos x="439" y="137"/>
                </a:cxn>
                <a:cxn ang="0">
                  <a:pos x="434" y="114"/>
                </a:cxn>
                <a:cxn ang="0">
                  <a:pos x="430" y="90"/>
                </a:cxn>
                <a:cxn ang="0">
                  <a:pos x="423" y="55"/>
                </a:cxn>
                <a:cxn ang="0">
                  <a:pos x="413" y="29"/>
                </a:cxn>
                <a:cxn ang="0">
                  <a:pos x="387" y="0"/>
                </a:cxn>
                <a:cxn ang="0">
                  <a:pos x="361" y="26"/>
                </a:cxn>
                <a:cxn ang="0">
                  <a:pos x="345" y="31"/>
                </a:cxn>
                <a:cxn ang="0">
                  <a:pos x="326" y="47"/>
                </a:cxn>
                <a:cxn ang="0">
                  <a:pos x="269" y="36"/>
                </a:cxn>
                <a:cxn ang="0">
                  <a:pos x="87" y="36"/>
                </a:cxn>
                <a:cxn ang="0">
                  <a:pos x="54" y="241"/>
                </a:cxn>
                <a:cxn ang="0">
                  <a:pos x="30" y="246"/>
                </a:cxn>
                <a:cxn ang="0">
                  <a:pos x="30" y="258"/>
                </a:cxn>
                <a:cxn ang="0">
                  <a:pos x="16" y="272"/>
                </a:cxn>
                <a:cxn ang="0">
                  <a:pos x="7" y="300"/>
                </a:cxn>
                <a:cxn ang="0">
                  <a:pos x="9" y="322"/>
                </a:cxn>
                <a:cxn ang="0">
                  <a:pos x="4" y="338"/>
                </a:cxn>
                <a:cxn ang="0">
                  <a:pos x="19" y="338"/>
                </a:cxn>
                <a:cxn ang="0">
                  <a:pos x="21" y="373"/>
                </a:cxn>
                <a:cxn ang="0">
                  <a:pos x="35" y="385"/>
                </a:cxn>
                <a:cxn ang="0">
                  <a:pos x="42" y="409"/>
                </a:cxn>
                <a:cxn ang="0">
                  <a:pos x="54" y="430"/>
                </a:cxn>
                <a:cxn ang="0">
                  <a:pos x="47" y="451"/>
                </a:cxn>
                <a:cxn ang="0">
                  <a:pos x="49" y="463"/>
                </a:cxn>
                <a:cxn ang="0">
                  <a:pos x="73" y="456"/>
                </a:cxn>
                <a:cxn ang="0">
                  <a:pos x="78" y="447"/>
                </a:cxn>
                <a:cxn ang="0">
                  <a:pos x="89" y="418"/>
                </a:cxn>
                <a:cxn ang="0">
                  <a:pos x="115" y="416"/>
                </a:cxn>
                <a:cxn ang="0">
                  <a:pos x="125" y="430"/>
                </a:cxn>
                <a:cxn ang="0">
                  <a:pos x="170" y="433"/>
                </a:cxn>
                <a:cxn ang="0">
                  <a:pos x="196" y="442"/>
                </a:cxn>
                <a:cxn ang="0">
                  <a:pos x="234" y="411"/>
                </a:cxn>
                <a:cxn ang="0">
                  <a:pos x="290" y="409"/>
                </a:cxn>
                <a:cxn ang="0">
                  <a:pos x="307" y="364"/>
                </a:cxn>
                <a:cxn ang="0">
                  <a:pos x="331" y="347"/>
                </a:cxn>
                <a:cxn ang="0">
                  <a:pos x="328" y="378"/>
                </a:cxn>
                <a:cxn ang="0">
                  <a:pos x="335" y="399"/>
                </a:cxn>
                <a:cxn ang="0">
                  <a:pos x="357" y="423"/>
                </a:cxn>
                <a:cxn ang="0">
                  <a:pos x="359" y="409"/>
                </a:cxn>
                <a:cxn ang="0">
                  <a:pos x="368" y="399"/>
                </a:cxn>
                <a:cxn ang="0">
                  <a:pos x="380" y="385"/>
                </a:cxn>
                <a:cxn ang="0">
                  <a:pos x="382" y="364"/>
                </a:cxn>
                <a:cxn ang="0">
                  <a:pos x="392" y="343"/>
                </a:cxn>
                <a:cxn ang="0">
                  <a:pos x="411" y="333"/>
                </a:cxn>
                <a:cxn ang="0">
                  <a:pos x="418" y="303"/>
                </a:cxn>
                <a:cxn ang="0">
                  <a:pos x="416" y="262"/>
                </a:cxn>
                <a:cxn ang="0">
                  <a:pos x="423" y="239"/>
                </a:cxn>
                <a:cxn ang="0">
                  <a:pos x="430" y="215"/>
                </a:cxn>
              </a:cxnLst>
              <a:rect l="0" t="0" r="r" b="b"/>
              <a:pathLst>
                <a:path w="475" h="466">
                  <a:moveTo>
                    <a:pt x="432" y="208"/>
                  </a:moveTo>
                  <a:lnTo>
                    <a:pt x="434" y="206"/>
                  </a:lnTo>
                  <a:lnTo>
                    <a:pt x="434" y="199"/>
                  </a:lnTo>
                  <a:lnTo>
                    <a:pt x="442" y="199"/>
                  </a:lnTo>
                  <a:lnTo>
                    <a:pt x="444" y="196"/>
                  </a:lnTo>
                  <a:lnTo>
                    <a:pt x="444" y="194"/>
                  </a:lnTo>
                  <a:lnTo>
                    <a:pt x="446" y="192"/>
                  </a:lnTo>
                  <a:lnTo>
                    <a:pt x="446" y="187"/>
                  </a:lnTo>
                  <a:lnTo>
                    <a:pt x="451" y="187"/>
                  </a:lnTo>
                  <a:lnTo>
                    <a:pt x="460" y="184"/>
                  </a:lnTo>
                  <a:lnTo>
                    <a:pt x="470" y="180"/>
                  </a:lnTo>
                  <a:lnTo>
                    <a:pt x="475" y="170"/>
                  </a:lnTo>
                  <a:lnTo>
                    <a:pt x="475" y="166"/>
                  </a:lnTo>
                  <a:lnTo>
                    <a:pt x="460" y="154"/>
                  </a:lnTo>
                  <a:lnTo>
                    <a:pt x="460" y="151"/>
                  </a:lnTo>
                  <a:lnTo>
                    <a:pt x="458" y="149"/>
                  </a:lnTo>
                  <a:lnTo>
                    <a:pt x="458" y="144"/>
                  </a:lnTo>
                  <a:lnTo>
                    <a:pt x="453" y="142"/>
                  </a:lnTo>
                  <a:lnTo>
                    <a:pt x="444" y="142"/>
                  </a:lnTo>
                  <a:lnTo>
                    <a:pt x="439" y="137"/>
                  </a:lnTo>
                  <a:lnTo>
                    <a:pt x="439" y="132"/>
                  </a:lnTo>
                  <a:lnTo>
                    <a:pt x="437" y="125"/>
                  </a:lnTo>
                  <a:lnTo>
                    <a:pt x="437" y="118"/>
                  </a:lnTo>
                  <a:lnTo>
                    <a:pt x="434" y="114"/>
                  </a:lnTo>
                  <a:lnTo>
                    <a:pt x="434" y="107"/>
                  </a:lnTo>
                  <a:lnTo>
                    <a:pt x="432" y="107"/>
                  </a:lnTo>
                  <a:lnTo>
                    <a:pt x="432" y="97"/>
                  </a:lnTo>
                  <a:lnTo>
                    <a:pt x="430" y="90"/>
                  </a:lnTo>
                  <a:lnTo>
                    <a:pt x="430" y="73"/>
                  </a:lnTo>
                  <a:lnTo>
                    <a:pt x="427" y="69"/>
                  </a:lnTo>
                  <a:lnTo>
                    <a:pt x="434" y="66"/>
                  </a:lnTo>
                  <a:lnTo>
                    <a:pt x="423" y="55"/>
                  </a:lnTo>
                  <a:lnTo>
                    <a:pt x="423" y="38"/>
                  </a:lnTo>
                  <a:lnTo>
                    <a:pt x="420" y="33"/>
                  </a:lnTo>
                  <a:lnTo>
                    <a:pt x="418" y="31"/>
                  </a:lnTo>
                  <a:lnTo>
                    <a:pt x="413" y="29"/>
                  </a:lnTo>
                  <a:lnTo>
                    <a:pt x="401" y="17"/>
                  </a:lnTo>
                  <a:lnTo>
                    <a:pt x="397" y="17"/>
                  </a:lnTo>
                  <a:lnTo>
                    <a:pt x="390" y="10"/>
                  </a:lnTo>
                  <a:lnTo>
                    <a:pt x="387" y="0"/>
                  </a:lnTo>
                  <a:lnTo>
                    <a:pt x="378" y="12"/>
                  </a:lnTo>
                  <a:lnTo>
                    <a:pt x="364" y="12"/>
                  </a:lnTo>
                  <a:lnTo>
                    <a:pt x="364" y="21"/>
                  </a:lnTo>
                  <a:lnTo>
                    <a:pt x="361" y="26"/>
                  </a:lnTo>
                  <a:lnTo>
                    <a:pt x="359" y="29"/>
                  </a:lnTo>
                  <a:lnTo>
                    <a:pt x="352" y="29"/>
                  </a:lnTo>
                  <a:lnTo>
                    <a:pt x="349" y="31"/>
                  </a:lnTo>
                  <a:lnTo>
                    <a:pt x="345" y="31"/>
                  </a:lnTo>
                  <a:lnTo>
                    <a:pt x="340" y="36"/>
                  </a:lnTo>
                  <a:lnTo>
                    <a:pt x="335" y="45"/>
                  </a:lnTo>
                  <a:lnTo>
                    <a:pt x="333" y="47"/>
                  </a:lnTo>
                  <a:lnTo>
                    <a:pt x="326" y="47"/>
                  </a:lnTo>
                  <a:lnTo>
                    <a:pt x="323" y="45"/>
                  </a:lnTo>
                  <a:lnTo>
                    <a:pt x="321" y="40"/>
                  </a:lnTo>
                  <a:lnTo>
                    <a:pt x="319" y="38"/>
                  </a:lnTo>
                  <a:lnTo>
                    <a:pt x="269" y="36"/>
                  </a:lnTo>
                  <a:lnTo>
                    <a:pt x="269" y="31"/>
                  </a:lnTo>
                  <a:lnTo>
                    <a:pt x="267" y="31"/>
                  </a:lnTo>
                  <a:lnTo>
                    <a:pt x="260" y="38"/>
                  </a:lnTo>
                  <a:lnTo>
                    <a:pt x="87" y="36"/>
                  </a:lnTo>
                  <a:lnTo>
                    <a:pt x="87" y="99"/>
                  </a:lnTo>
                  <a:lnTo>
                    <a:pt x="56" y="99"/>
                  </a:lnTo>
                  <a:lnTo>
                    <a:pt x="59" y="241"/>
                  </a:lnTo>
                  <a:lnTo>
                    <a:pt x="54" y="241"/>
                  </a:lnTo>
                  <a:lnTo>
                    <a:pt x="49" y="239"/>
                  </a:lnTo>
                  <a:lnTo>
                    <a:pt x="33" y="239"/>
                  </a:lnTo>
                  <a:lnTo>
                    <a:pt x="28" y="244"/>
                  </a:lnTo>
                  <a:lnTo>
                    <a:pt x="30" y="246"/>
                  </a:lnTo>
                  <a:lnTo>
                    <a:pt x="30" y="251"/>
                  </a:lnTo>
                  <a:lnTo>
                    <a:pt x="33" y="253"/>
                  </a:lnTo>
                  <a:lnTo>
                    <a:pt x="33" y="255"/>
                  </a:lnTo>
                  <a:lnTo>
                    <a:pt x="30" y="258"/>
                  </a:lnTo>
                  <a:lnTo>
                    <a:pt x="26" y="260"/>
                  </a:lnTo>
                  <a:lnTo>
                    <a:pt x="21" y="265"/>
                  </a:lnTo>
                  <a:lnTo>
                    <a:pt x="21" y="272"/>
                  </a:lnTo>
                  <a:lnTo>
                    <a:pt x="16" y="272"/>
                  </a:lnTo>
                  <a:lnTo>
                    <a:pt x="19" y="281"/>
                  </a:lnTo>
                  <a:lnTo>
                    <a:pt x="21" y="288"/>
                  </a:lnTo>
                  <a:lnTo>
                    <a:pt x="14" y="293"/>
                  </a:lnTo>
                  <a:lnTo>
                    <a:pt x="7" y="300"/>
                  </a:lnTo>
                  <a:lnTo>
                    <a:pt x="9" y="303"/>
                  </a:lnTo>
                  <a:lnTo>
                    <a:pt x="14" y="312"/>
                  </a:lnTo>
                  <a:lnTo>
                    <a:pt x="14" y="317"/>
                  </a:lnTo>
                  <a:lnTo>
                    <a:pt x="9" y="322"/>
                  </a:lnTo>
                  <a:lnTo>
                    <a:pt x="4" y="324"/>
                  </a:lnTo>
                  <a:lnTo>
                    <a:pt x="0" y="329"/>
                  </a:lnTo>
                  <a:lnTo>
                    <a:pt x="0" y="336"/>
                  </a:lnTo>
                  <a:lnTo>
                    <a:pt x="4" y="338"/>
                  </a:lnTo>
                  <a:lnTo>
                    <a:pt x="9" y="338"/>
                  </a:lnTo>
                  <a:lnTo>
                    <a:pt x="12" y="336"/>
                  </a:lnTo>
                  <a:lnTo>
                    <a:pt x="16" y="336"/>
                  </a:lnTo>
                  <a:lnTo>
                    <a:pt x="19" y="338"/>
                  </a:lnTo>
                  <a:lnTo>
                    <a:pt x="19" y="355"/>
                  </a:lnTo>
                  <a:lnTo>
                    <a:pt x="26" y="362"/>
                  </a:lnTo>
                  <a:lnTo>
                    <a:pt x="19" y="364"/>
                  </a:lnTo>
                  <a:lnTo>
                    <a:pt x="21" y="373"/>
                  </a:lnTo>
                  <a:lnTo>
                    <a:pt x="23" y="373"/>
                  </a:lnTo>
                  <a:lnTo>
                    <a:pt x="28" y="376"/>
                  </a:lnTo>
                  <a:lnTo>
                    <a:pt x="33" y="383"/>
                  </a:lnTo>
                  <a:lnTo>
                    <a:pt x="35" y="385"/>
                  </a:lnTo>
                  <a:lnTo>
                    <a:pt x="35" y="388"/>
                  </a:lnTo>
                  <a:lnTo>
                    <a:pt x="30" y="388"/>
                  </a:lnTo>
                  <a:lnTo>
                    <a:pt x="30" y="397"/>
                  </a:lnTo>
                  <a:lnTo>
                    <a:pt x="42" y="409"/>
                  </a:lnTo>
                  <a:lnTo>
                    <a:pt x="45" y="414"/>
                  </a:lnTo>
                  <a:lnTo>
                    <a:pt x="49" y="418"/>
                  </a:lnTo>
                  <a:lnTo>
                    <a:pt x="52" y="425"/>
                  </a:lnTo>
                  <a:lnTo>
                    <a:pt x="54" y="430"/>
                  </a:lnTo>
                  <a:lnTo>
                    <a:pt x="54" y="442"/>
                  </a:lnTo>
                  <a:lnTo>
                    <a:pt x="52" y="444"/>
                  </a:lnTo>
                  <a:lnTo>
                    <a:pt x="49" y="449"/>
                  </a:lnTo>
                  <a:lnTo>
                    <a:pt x="47" y="451"/>
                  </a:lnTo>
                  <a:lnTo>
                    <a:pt x="47" y="454"/>
                  </a:lnTo>
                  <a:lnTo>
                    <a:pt x="49" y="456"/>
                  </a:lnTo>
                  <a:lnTo>
                    <a:pt x="52" y="456"/>
                  </a:lnTo>
                  <a:lnTo>
                    <a:pt x="49" y="463"/>
                  </a:lnTo>
                  <a:lnTo>
                    <a:pt x="66" y="466"/>
                  </a:lnTo>
                  <a:lnTo>
                    <a:pt x="66" y="461"/>
                  </a:lnTo>
                  <a:lnTo>
                    <a:pt x="68" y="459"/>
                  </a:lnTo>
                  <a:lnTo>
                    <a:pt x="73" y="456"/>
                  </a:lnTo>
                  <a:lnTo>
                    <a:pt x="73" y="456"/>
                  </a:lnTo>
                  <a:lnTo>
                    <a:pt x="73" y="454"/>
                  </a:lnTo>
                  <a:lnTo>
                    <a:pt x="73" y="451"/>
                  </a:lnTo>
                  <a:lnTo>
                    <a:pt x="78" y="447"/>
                  </a:lnTo>
                  <a:lnTo>
                    <a:pt x="78" y="437"/>
                  </a:lnTo>
                  <a:lnTo>
                    <a:pt x="82" y="437"/>
                  </a:lnTo>
                  <a:lnTo>
                    <a:pt x="82" y="428"/>
                  </a:lnTo>
                  <a:lnTo>
                    <a:pt x="89" y="418"/>
                  </a:lnTo>
                  <a:lnTo>
                    <a:pt x="92" y="411"/>
                  </a:lnTo>
                  <a:lnTo>
                    <a:pt x="101" y="409"/>
                  </a:lnTo>
                  <a:lnTo>
                    <a:pt x="113" y="407"/>
                  </a:lnTo>
                  <a:lnTo>
                    <a:pt x="115" y="416"/>
                  </a:lnTo>
                  <a:lnTo>
                    <a:pt x="118" y="418"/>
                  </a:lnTo>
                  <a:lnTo>
                    <a:pt x="123" y="421"/>
                  </a:lnTo>
                  <a:lnTo>
                    <a:pt x="123" y="423"/>
                  </a:lnTo>
                  <a:lnTo>
                    <a:pt x="125" y="430"/>
                  </a:lnTo>
                  <a:lnTo>
                    <a:pt x="127" y="433"/>
                  </a:lnTo>
                  <a:lnTo>
                    <a:pt x="137" y="440"/>
                  </a:lnTo>
                  <a:lnTo>
                    <a:pt x="146" y="435"/>
                  </a:lnTo>
                  <a:lnTo>
                    <a:pt x="170" y="433"/>
                  </a:lnTo>
                  <a:lnTo>
                    <a:pt x="175" y="435"/>
                  </a:lnTo>
                  <a:lnTo>
                    <a:pt x="177" y="442"/>
                  </a:lnTo>
                  <a:lnTo>
                    <a:pt x="177" y="442"/>
                  </a:lnTo>
                  <a:lnTo>
                    <a:pt x="196" y="442"/>
                  </a:lnTo>
                  <a:lnTo>
                    <a:pt x="205" y="430"/>
                  </a:lnTo>
                  <a:lnTo>
                    <a:pt x="219" y="430"/>
                  </a:lnTo>
                  <a:lnTo>
                    <a:pt x="222" y="418"/>
                  </a:lnTo>
                  <a:lnTo>
                    <a:pt x="234" y="411"/>
                  </a:lnTo>
                  <a:lnTo>
                    <a:pt x="250" y="421"/>
                  </a:lnTo>
                  <a:lnTo>
                    <a:pt x="260" y="430"/>
                  </a:lnTo>
                  <a:lnTo>
                    <a:pt x="274" y="430"/>
                  </a:lnTo>
                  <a:lnTo>
                    <a:pt x="290" y="409"/>
                  </a:lnTo>
                  <a:lnTo>
                    <a:pt x="295" y="397"/>
                  </a:lnTo>
                  <a:lnTo>
                    <a:pt x="309" y="388"/>
                  </a:lnTo>
                  <a:lnTo>
                    <a:pt x="307" y="381"/>
                  </a:lnTo>
                  <a:lnTo>
                    <a:pt x="307" y="364"/>
                  </a:lnTo>
                  <a:lnTo>
                    <a:pt x="300" y="357"/>
                  </a:lnTo>
                  <a:lnTo>
                    <a:pt x="319" y="357"/>
                  </a:lnTo>
                  <a:lnTo>
                    <a:pt x="319" y="350"/>
                  </a:lnTo>
                  <a:lnTo>
                    <a:pt x="331" y="347"/>
                  </a:lnTo>
                  <a:lnTo>
                    <a:pt x="328" y="357"/>
                  </a:lnTo>
                  <a:lnTo>
                    <a:pt x="328" y="366"/>
                  </a:lnTo>
                  <a:lnTo>
                    <a:pt x="326" y="369"/>
                  </a:lnTo>
                  <a:lnTo>
                    <a:pt x="328" y="378"/>
                  </a:lnTo>
                  <a:lnTo>
                    <a:pt x="331" y="385"/>
                  </a:lnTo>
                  <a:lnTo>
                    <a:pt x="331" y="390"/>
                  </a:lnTo>
                  <a:lnTo>
                    <a:pt x="328" y="395"/>
                  </a:lnTo>
                  <a:lnTo>
                    <a:pt x="335" y="399"/>
                  </a:lnTo>
                  <a:lnTo>
                    <a:pt x="345" y="407"/>
                  </a:lnTo>
                  <a:lnTo>
                    <a:pt x="352" y="414"/>
                  </a:lnTo>
                  <a:lnTo>
                    <a:pt x="354" y="418"/>
                  </a:lnTo>
                  <a:lnTo>
                    <a:pt x="357" y="423"/>
                  </a:lnTo>
                  <a:lnTo>
                    <a:pt x="359" y="423"/>
                  </a:lnTo>
                  <a:lnTo>
                    <a:pt x="361" y="421"/>
                  </a:lnTo>
                  <a:lnTo>
                    <a:pt x="361" y="414"/>
                  </a:lnTo>
                  <a:lnTo>
                    <a:pt x="359" y="409"/>
                  </a:lnTo>
                  <a:lnTo>
                    <a:pt x="359" y="402"/>
                  </a:lnTo>
                  <a:lnTo>
                    <a:pt x="366" y="395"/>
                  </a:lnTo>
                  <a:lnTo>
                    <a:pt x="368" y="395"/>
                  </a:lnTo>
                  <a:lnTo>
                    <a:pt x="368" y="399"/>
                  </a:lnTo>
                  <a:lnTo>
                    <a:pt x="371" y="402"/>
                  </a:lnTo>
                  <a:lnTo>
                    <a:pt x="378" y="402"/>
                  </a:lnTo>
                  <a:lnTo>
                    <a:pt x="380" y="399"/>
                  </a:lnTo>
                  <a:lnTo>
                    <a:pt x="380" y="385"/>
                  </a:lnTo>
                  <a:lnTo>
                    <a:pt x="378" y="383"/>
                  </a:lnTo>
                  <a:lnTo>
                    <a:pt x="378" y="381"/>
                  </a:lnTo>
                  <a:lnTo>
                    <a:pt x="382" y="373"/>
                  </a:lnTo>
                  <a:lnTo>
                    <a:pt x="382" y="364"/>
                  </a:lnTo>
                  <a:lnTo>
                    <a:pt x="385" y="362"/>
                  </a:lnTo>
                  <a:lnTo>
                    <a:pt x="390" y="362"/>
                  </a:lnTo>
                  <a:lnTo>
                    <a:pt x="392" y="357"/>
                  </a:lnTo>
                  <a:lnTo>
                    <a:pt x="392" y="343"/>
                  </a:lnTo>
                  <a:lnTo>
                    <a:pt x="394" y="340"/>
                  </a:lnTo>
                  <a:lnTo>
                    <a:pt x="397" y="336"/>
                  </a:lnTo>
                  <a:lnTo>
                    <a:pt x="399" y="333"/>
                  </a:lnTo>
                  <a:lnTo>
                    <a:pt x="411" y="333"/>
                  </a:lnTo>
                  <a:lnTo>
                    <a:pt x="411" y="314"/>
                  </a:lnTo>
                  <a:lnTo>
                    <a:pt x="413" y="310"/>
                  </a:lnTo>
                  <a:lnTo>
                    <a:pt x="416" y="307"/>
                  </a:lnTo>
                  <a:lnTo>
                    <a:pt x="418" y="303"/>
                  </a:lnTo>
                  <a:lnTo>
                    <a:pt x="420" y="300"/>
                  </a:lnTo>
                  <a:lnTo>
                    <a:pt x="420" y="284"/>
                  </a:lnTo>
                  <a:lnTo>
                    <a:pt x="418" y="265"/>
                  </a:lnTo>
                  <a:lnTo>
                    <a:pt x="416" y="262"/>
                  </a:lnTo>
                  <a:lnTo>
                    <a:pt x="416" y="255"/>
                  </a:lnTo>
                  <a:lnTo>
                    <a:pt x="420" y="253"/>
                  </a:lnTo>
                  <a:lnTo>
                    <a:pt x="423" y="253"/>
                  </a:lnTo>
                  <a:lnTo>
                    <a:pt x="423" y="239"/>
                  </a:lnTo>
                  <a:lnTo>
                    <a:pt x="425" y="239"/>
                  </a:lnTo>
                  <a:lnTo>
                    <a:pt x="427" y="236"/>
                  </a:lnTo>
                  <a:lnTo>
                    <a:pt x="430" y="232"/>
                  </a:lnTo>
                  <a:lnTo>
                    <a:pt x="430" y="215"/>
                  </a:lnTo>
                  <a:lnTo>
                    <a:pt x="427" y="213"/>
                  </a:lnTo>
                  <a:lnTo>
                    <a:pt x="427" y="208"/>
                  </a:lnTo>
                  <a:lnTo>
                    <a:pt x="432" y="20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3" name="Sri Lanka" descr="© INSCALE GmbH, 05.05.2010&#10;http://www.presentationload.com/">
              <a:extLst>
                <a:ext uri="{FF2B5EF4-FFF2-40B4-BE49-F238E27FC236}">
                  <a16:creationId xmlns:a16="http://schemas.microsoft.com/office/drawing/2014/main" id="{9520696B-FDFA-452D-8835-9DF092810C50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5602115" y="2747683"/>
              <a:ext cx="56867" cy="100186"/>
            </a:xfrm>
            <a:custGeom>
              <a:avLst/>
              <a:gdLst>
                <a:gd name="T0" fmla="*/ 2147483647 w 174"/>
                <a:gd name="T1" fmla="*/ 2147483647 h 306"/>
                <a:gd name="T2" fmla="*/ 2147483647 w 174"/>
                <a:gd name="T3" fmla="*/ 0 h 306"/>
                <a:gd name="T4" fmla="*/ 2147483647 w 174"/>
                <a:gd name="T5" fmla="*/ 0 h 306"/>
                <a:gd name="T6" fmla="*/ 2147483647 w 174"/>
                <a:gd name="T7" fmla="*/ 2147483647 h 306"/>
                <a:gd name="T8" fmla="*/ 2147483647 w 174"/>
                <a:gd name="T9" fmla="*/ 2147483647 h 306"/>
                <a:gd name="T10" fmla="*/ 2147483647 w 174"/>
                <a:gd name="T11" fmla="*/ 2147483647 h 306"/>
                <a:gd name="T12" fmla="*/ 2147483647 w 174"/>
                <a:gd name="T13" fmla="*/ 2147483647 h 306"/>
                <a:gd name="T14" fmla="*/ 2147483647 w 174"/>
                <a:gd name="T15" fmla="*/ 2147483647 h 306"/>
                <a:gd name="T16" fmla="*/ 2147483647 w 174"/>
                <a:gd name="T17" fmla="*/ 2147483647 h 306"/>
                <a:gd name="T18" fmla="*/ 2147483647 w 174"/>
                <a:gd name="T19" fmla="*/ 2147483647 h 306"/>
                <a:gd name="T20" fmla="*/ 2147483647 w 174"/>
                <a:gd name="T21" fmla="*/ 2147483647 h 306"/>
                <a:gd name="T22" fmla="*/ 2147483647 w 174"/>
                <a:gd name="T23" fmla="*/ 2147483647 h 306"/>
                <a:gd name="T24" fmla="*/ 2147483647 w 174"/>
                <a:gd name="T25" fmla="*/ 2147483647 h 306"/>
                <a:gd name="T26" fmla="*/ 2147483647 w 174"/>
                <a:gd name="T27" fmla="*/ 2147483647 h 306"/>
                <a:gd name="T28" fmla="*/ 2147483647 w 174"/>
                <a:gd name="T29" fmla="*/ 2147483647 h 306"/>
                <a:gd name="T30" fmla="*/ 2147483647 w 174"/>
                <a:gd name="T31" fmla="*/ 2147483647 h 306"/>
                <a:gd name="T32" fmla="*/ 2147483647 w 174"/>
                <a:gd name="T33" fmla="*/ 2147483647 h 306"/>
                <a:gd name="T34" fmla="*/ 2147483647 w 174"/>
                <a:gd name="T35" fmla="*/ 2147483647 h 306"/>
                <a:gd name="T36" fmla="*/ 2147483647 w 174"/>
                <a:gd name="T37" fmla="*/ 2147483647 h 306"/>
                <a:gd name="T38" fmla="*/ 2147483647 w 174"/>
                <a:gd name="T39" fmla="*/ 2147483647 h 306"/>
                <a:gd name="T40" fmla="*/ 0 w 174"/>
                <a:gd name="T41" fmla="*/ 2147483647 h 306"/>
                <a:gd name="T42" fmla="*/ 0 w 174"/>
                <a:gd name="T43" fmla="*/ 2147483647 h 306"/>
                <a:gd name="T44" fmla="*/ 2147483647 w 174"/>
                <a:gd name="T45" fmla="*/ 2147483647 h 306"/>
                <a:gd name="T46" fmla="*/ 2147483647 w 174"/>
                <a:gd name="T47" fmla="*/ 2147483647 h 306"/>
                <a:gd name="T48" fmla="*/ 2147483647 w 174"/>
                <a:gd name="T49" fmla="*/ 2147483647 h 306"/>
                <a:gd name="T50" fmla="*/ 2147483647 w 174"/>
                <a:gd name="T51" fmla="*/ 2147483647 h 306"/>
                <a:gd name="T52" fmla="*/ 2147483647 w 174"/>
                <a:gd name="T53" fmla="*/ 2147483647 h 306"/>
                <a:gd name="T54" fmla="*/ 0 w 174"/>
                <a:gd name="T55" fmla="*/ 2147483647 h 306"/>
                <a:gd name="T56" fmla="*/ 2147483647 w 174"/>
                <a:gd name="T57" fmla="*/ 2147483647 h 306"/>
                <a:gd name="T58" fmla="*/ 2147483647 w 174"/>
                <a:gd name="T59" fmla="*/ 2147483647 h 30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74"/>
                <a:gd name="T91" fmla="*/ 0 h 306"/>
                <a:gd name="T92" fmla="*/ 174 w 174"/>
                <a:gd name="T93" fmla="*/ 306 h 30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74" h="306">
                  <a:moveTo>
                    <a:pt x="24" y="6"/>
                  </a:moveTo>
                  <a:lnTo>
                    <a:pt x="36" y="0"/>
                  </a:lnTo>
                  <a:lnTo>
                    <a:pt x="48" y="0"/>
                  </a:lnTo>
                  <a:lnTo>
                    <a:pt x="66" y="6"/>
                  </a:lnTo>
                  <a:lnTo>
                    <a:pt x="78" y="12"/>
                  </a:lnTo>
                  <a:lnTo>
                    <a:pt x="114" y="66"/>
                  </a:lnTo>
                  <a:lnTo>
                    <a:pt x="132" y="84"/>
                  </a:lnTo>
                  <a:lnTo>
                    <a:pt x="126" y="120"/>
                  </a:lnTo>
                  <a:lnTo>
                    <a:pt x="150" y="114"/>
                  </a:lnTo>
                  <a:lnTo>
                    <a:pt x="156" y="168"/>
                  </a:lnTo>
                  <a:lnTo>
                    <a:pt x="162" y="174"/>
                  </a:lnTo>
                  <a:lnTo>
                    <a:pt x="168" y="198"/>
                  </a:lnTo>
                  <a:lnTo>
                    <a:pt x="174" y="228"/>
                  </a:lnTo>
                  <a:lnTo>
                    <a:pt x="174" y="258"/>
                  </a:lnTo>
                  <a:lnTo>
                    <a:pt x="156" y="276"/>
                  </a:lnTo>
                  <a:lnTo>
                    <a:pt x="120" y="294"/>
                  </a:lnTo>
                  <a:lnTo>
                    <a:pt x="84" y="306"/>
                  </a:lnTo>
                  <a:lnTo>
                    <a:pt x="48" y="306"/>
                  </a:lnTo>
                  <a:lnTo>
                    <a:pt x="24" y="282"/>
                  </a:lnTo>
                  <a:lnTo>
                    <a:pt x="12" y="240"/>
                  </a:lnTo>
                  <a:lnTo>
                    <a:pt x="0" y="192"/>
                  </a:lnTo>
                  <a:lnTo>
                    <a:pt x="0" y="156"/>
                  </a:lnTo>
                  <a:lnTo>
                    <a:pt x="12" y="138"/>
                  </a:lnTo>
                  <a:lnTo>
                    <a:pt x="18" y="132"/>
                  </a:lnTo>
                  <a:lnTo>
                    <a:pt x="24" y="120"/>
                  </a:lnTo>
                  <a:lnTo>
                    <a:pt x="30" y="102"/>
                  </a:lnTo>
                  <a:lnTo>
                    <a:pt x="30" y="78"/>
                  </a:lnTo>
                  <a:lnTo>
                    <a:pt x="0" y="36"/>
                  </a:lnTo>
                  <a:lnTo>
                    <a:pt x="24" y="36"/>
                  </a:lnTo>
                  <a:lnTo>
                    <a:pt x="24" y="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4" name="South Sudan">
              <a:extLst>
                <a:ext uri="{FF2B5EF4-FFF2-40B4-BE49-F238E27FC236}">
                  <a16:creationId xmlns:a16="http://schemas.microsoft.com/office/drawing/2014/main" id="{19F488D0-2536-4E22-AEA7-732E6C1C439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3430" y="2675062"/>
              <a:ext cx="284331" cy="236305"/>
            </a:xfrm>
            <a:custGeom>
              <a:avLst/>
              <a:gdLst/>
              <a:ahLst/>
              <a:cxnLst>
                <a:cxn ang="0">
                  <a:pos x="269" y="52"/>
                </a:cxn>
                <a:cxn ang="0">
                  <a:pos x="265" y="38"/>
                </a:cxn>
                <a:cxn ang="0">
                  <a:pos x="262" y="19"/>
                </a:cxn>
                <a:cxn ang="0">
                  <a:pos x="253" y="3"/>
                </a:cxn>
                <a:cxn ang="0">
                  <a:pos x="241" y="17"/>
                </a:cxn>
                <a:cxn ang="0">
                  <a:pos x="229" y="50"/>
                </a:cxn>
                <a:cxn ang="0">
                  <a:pos x="194" y="83"/>
                </a:cxn>
                <a:cxn ang="0">
                  <a:pos x="156" y="71"/>
                </a:cxn>
                <a:cxn ang="0">
                  <a:pos x="130" y="95"/>
                </a:cxn>
                <a:cxn ang="0">
                  <a:pos x="109" y="88"/>
                </a:cxn>
                <a:cxn ang="0">
                  <a:pos x="71" y="93"/>
                </a:cxn>
                <a:cxn ang="0">
                  <a:pos x="57" y="76"/>
                </a:cxn>
                <a:cxn ang="0">
                  <a:pos x="49" y="69"/>
                </a:cxn>
                <a:cxn ang="0">
                  <a:pos x="26" y="64"/>
                </a:cxn>
                <a:cxn ang="0">
                  <a:pos x="16" y="90"/>
                </a:cxn>
                <a:cxn ang="0">
                  <a:pos x="7" y="104"/>
                </a:cxn>
                <a:cxn ang="0">
                  <a:pos x="7" y="109"/>
                </a:cxn>
                <a:cxn ang="0">
                  <a:pos x="0" y="119"/>
                </a:cxn>
                <a:cxn ang="0">
                  <a:pos x="12" y="135"/>
                </a:cxn>
                <a:cxn ang="0">
                  <a:pos x="28" y="142"/>
                </a:cxn>
                <a:cxn ang="0">
                  <a:pos x="38" y="152"/>
                </a:cxn>
                <a:cxn ang="0">
                  <a:pos x="33" y="154"/>
                </a:cxn>
                <a:cxn ang="0">
                  <a:pos x="42" y="164"/>
                </a:cxn>
                <a:cxn ang="0">
                  <a:pos x="54" y="173"/>
                </a:cxn>
                <a:cxn ang="0">
                  <a:pos x="59" y="182"/>
                </a:cxn>
                <a:cxn ang="0">
                  <a:pos x="68" y="190"/>
                </a:cxn>
                <a:cxn ang="0">
                  <a:pos x="68" y="197"/>
                </a:cxn>
                <a:cxn ang="0">
                  <a:pos x="83" y="208"/>
                </a:cxn>
                <a:cxn ang="0">
                  <a:pos x="92" y="218"/>
                </a:cxn>
                <a:cxn ang="0">
                  <a:pos x="106" y="241"/>
                </a:cxn>
                <a:cxn ang="0">
                  <a:pos x="127" y="258"/>
                </a:cxn>
                <a:cxn ang="0">
                  <a:pos x="137" y="251"/>
                </a:cxn>
                <a:cxn ang="0">
                  <a:pos x="146" y="258"/>
                </a:cxn>
                <a:cxn ang="0">
                  <a:pos x="156" y="251"/>
                </a:cxn>
                <a:cxn ang="0">
                  <a:pos x="168" y="251"/>
                </a:cxn>
                <a:cxn ang="0">
                  <a:pos x="177" y="267"/>
                </a:cxn>
                <a:cxn ang="0">
                  <a:pos x="187" y="272"/>
                </a:cxn>
                <a:cxn ang="0">
                  <a:pos x="203" y="275"/>
                </a:cxn>
                <a:cxn ang="0">
                  <a:pos x="215" y="279"/>
                </a:cxn>
                <a:cxn ang="0">
                  <a:pos x="222" y="275"/>
                </a:cxn>
                <a:cxn ang="0">
                  <a:pos x="243" y="277"/>
                </a:cxn>
                <a:cxn ang="0">
                  <a:pos x="262" y="272"/>
                </a:cxn>
                <a:cxn ang="0">
                  <a:pos x="274" y="277"/>
                </a:cxn>
                <a:cxn ang="0">
                  <a:pos x="283" y="265"/>
                </a:cxn>
                <a:cxn ang="0">
                  <a:pos x="295" y="251"/>
                </a:cxn>
                <a:cxn ang="0">
                  <a:pos x="340" y="239"/>
                </a:cxn>
                <a:cxn ang="0">
                  <a:pos x="335" y="225"/>
                </a:cxn>
                <a:cxn ang="0">
                  <a:pos x="316" y="208"/>
                </a:cxn>
                <a:cxn ang="0">
                  <a:pos x="312" y="185"/>
                </a:cxn>
                <a:cxn ang="0">
                  <a:pos x="293" y="175"/>
                </a:cxn>
                <a:cxn ang="0">
                  <a:pos x="286" y="159"/>
                </a:cxn>
                <a:cxn ang="0">
                  <a:pos x="276" y="149"/>
                </a:cxn>
                <a:cxn ang="0">
                  <a:pos x="260" y="147"/>
                </a:cxn>
                <a:cxn ang="0">
                  <a:pos x="265" y="135"/>
                </a:cxn>
                <a:cxn ang="0">
                  <a:pos x="279" y="128"/>
                </a:cxn>
                <a:cxn ang="0">
                  <a:pos x="288" y="123"/>
                </a:cxn>
                <a:cxn ang="0">
                  <a:pos x="291" y="100"/>
                </a:cxn>
                <a:cxn ang="0">
                  <a:pos x="286" y="88"/>
                </a:cxn>
                <a:cxn ang="0">
                  <a:pos x="291" y="76"/>
                </a:cxn>
              </a:cxnLst>
              <a:rect l="0" t="0" r="r" b="b"/>
              <a:pathLst>
                <a:path w="342" h="286">
                  <a:moveTo>
                    <a:pt x="286" y="67"/>
                  </a:moveTo>
                  <a:lnTo>
                    <a:pt x="279" y="60"/>
                  </a:lnTo>
                  <a:lnTo>
                    <a:pt x="269" y="52"/>
                  </a:lnTo>
                  <a:lnTo>
                    <a:pt x="262" y="48"/>
                  </a:lnTo>
                  <a:lnTo>
                    <a:pt x="265" y="43"/>
                  </a:lnTo>
                  <a:lnTo>
                    <a:pt x="265" y="38"/>
                  </a:lnTo>
                  <a:lnTo>
                    <a:pt x="262" y="31"/>
                  </a:lnTo>
                  <a:lnTo>
                    <a:pt x="260" y="22"/>
                  </a:lnTo>
                  <a:lnTo>
                    <a:pt x="262" y="19"/>
                  </a:lnTo>
                  <a:lnTo>
                    <a:pt x="262" y="10"/>
                  </a:lnTo>
                  <a:lnTo>
                    <a:pt x="265" y="0"/>
                  </a:lnTo>
                  <a:lnTo>
                    <a:pt x="253" y="3"/>
                  </a:lnTo>
                  <a:lnTo>
                    <a:pt x="253" y="10"/>
                  </a:lnTo>
                  <a:lnTo>
                    <a:pt x="234" y="10"/>
                  </a:lnTo>
                  <a:lnTo>
                    <a:pt x="241" y="17"/>
                  </a:lnTo>
                  <a:lnTo>
                    <a:pt x="241" y="34"/>
                  </a:lnTo>
                  <a:lnTo>
                    <a:pt x="243" y="41"/>
                  </a:lnTo>
                  <a:lnTo>
                    <a:pt x="229" y="50"/>
                  </a:lnTo>
                  <a:lnTo>
                    <a:pt x="224" y="62"/>
                  </a:lnTo>
                  <a:lnTo>
                    <a:pt x="208" y="83"/>
                  </a:lnTo>
                  <a:lnTo>
                    <a:pt x="194" y="83"/>
                  </a:lnTo>
                  <a:lnTo>
                    <a:pt x="184" y="74"/>
                  </a:lnTo>
                  <a:lnTo>
                    <a:pt x="168" y="64"/>
                  </a:lnTo>
                  <a:lnTo>
                    <a:pt x="156" y="71"/>
                  </a:lnTo>
                  <a:lnTo>
                    <a:pt x="153" y="83"/>
                  </a:lnTo>
                  <a:lnTo>
                    <a:pt x="139" y="83"/>
                  </a:lnTo>
                  <a:lnTo>
                    <a:pt x="130" y="95"/>
                  </a:lnTo>
                  <a:lnTo>
                    <a:pt x="111" y="95"/>
                  </a:lnTo>
                  <a:lnTo>
                    <a:pt x="111" y="95"/>
                  </a:lnTo>
                  <a:lnTo>
                    <a:pt x="109" y="88"/>
                  </a:lnTo>
                  <a:lnTo>
                    <a:pt x="104" y="86"/>
                  </a:lnTo>
                  <a:lnTo>
                    <a:pt x="80" y="88"/>
                  </a:lnTo>
                  <a:lnTo>
                    <a:pt x="71" y="93"/>
                  </a:lnTo>
                  <a:lnTo>
                    <a:pt x="61" y="86"/>
                  </a:lnTo>
                  <a:lnTo>
                    <a:pt x="59" y="83"/>
                  </a:lnTo>
                  <a:lnTo>
                    <a:pt x="57" y="76"/>
                  </a:lnTo>
                  <a:lnTo>
                    <a:pt x="57" y="74"/>
                  </a:lnTo>
                  <a:lnTo>
                    <a:pt x="52" y="71"/>
                  </a:lnTo>
                  <a:lnTo>
                    <a:pt x="49" y="69"/>
                  </a:lnTo>
                  <a:lnTo>
                    <a:pt x="47" y="60"/>
                  </a:lnTo>
                  <a:lnTo>
                    <a:pt x="35" y="62"/>
                  </a:lnTo>
                  <a:lnTo>
                    <a:pt x="26" y="64"/>
                  </a:lnTo>
                  <a:lnTo>
                    <a:pt x="23" y="71"/>
                  </a:lnTo>
                  <a:lnTo>
                    <a:pt x="16" y="81"/>
                  </a:lnTo>
                  <a:lnTo>
                    <a:pt x="16" y="90"/>
                  </a:lnTo>
                  <a:lnTo>
                    <a:pt x="12" y="90"/>
                  </a:lnTo>
                  <a:lnTo>
                    <a:pt x="12" y="100"/>
                  </a:lnTo>
                  <a:lnTo>
                    <a:pt x="7" y="104"/>
                  </a:lnTo>
                  <a:lnTo>
                    <a:pt x="7" y="107"/>
                  </a:lnTo>
                  <a:lnTo>
                    <a:pt x="7" y="109"/>
                  </a:lnTo>
                  <a:lnTo>
                    <a:pt x="7" y="109"/>
                  </a:lnTo>
                  <a:lnTo>
                    <a:pt x="2" y="112"/>
                  </a:lnTo>
                  <a:lnTo>
                    <a:pt x="0" y="114"/>
                  </a:lnTo>
                  <a:lnTo>
                    <a:pt x="0" y="119"/>
                  </a:lnTo>
                  <a:lnTo>
                    <a:pt x="2" y="119"/>
                  </a:lnTo>
                  <a:lnTo>
                    <a:pt x="2" y="130"/>
                  </a:lnTo>
                  <a:lnTo>
                    <a:pt x="12" y="135"/>
                  </a:lnTo>
                  <a:lnTo>
                    <a:pt x="26" y="135"/>
                  </a:lnTo>
                  <a:lnTo>
                    <a:pt x="26" y="142"/>
                  </a:lnTo>
                  <a:lnTo>
                    <a:pt x="28" y="142"/>
                  </a:lnTo>
                  <a:lnTo>
                    <a:pt x="33" y="145"/>
                  </a:lnTo>
                  <a:lnTo>
                    <a:pt x="38" y="149"/>
                  </a:lnTo>
                  <a:lnTo>
                    <a:pt x="38" y="152"/>
                  </a:lnTo>
                  <a:lnTo>
                    <a:pt x="35" y="152"/>
                  </a:lnTo>
                  <a:lnTo>
                    <a:pt x="35" y="154"/>
                  </a:lnTo>
                  <a:lnTo>
                    <a:pt x="33" y="154"/>
                  </a:lnTo>
                  <a:lnTo>
                    <a:pt x="33" y="156"/>
                  </a:lnTo>
                  <a:lnTo>
                    <a:pt x="38" y="161"/>
                  </a:lnTo>
                  <a:lnTo>
                    <a:pt x="42" y="164"/>
                  </a:lnTo>
                  <a:lnTo>
                    <a:pt x="45" y="164"/>
                  </a:lnTo>
                  <a:lnTo>
                    <a:pt x="49" y="166"/>
                  </a:lnTo>
                  <a:lnTo>
                    <a:pt x="54" y="173"/>
                  </a:lnTo>
                  <a:lnTo>
                    <a:pt x="57" y="178"/>
                  </a:lnTo>
                  <a:lnTo>
                    <a:pt x="59" y="180"/>
                  </a:lnTo>
                  <a:lnTo>
                    <a:pt x="59" y="182"/>
                  </a:lnTo>
                  <a:lnTo>
                    <a:pt x="66" y="182"/>
                  </a:lnTo>
                  <a:lnTo>
                    <a:pt x="68" y="185"/>
                  </a:lnTo>
                  <a:lnTo>
                    <a:pt x="68" y="190"/>
                  </a:lnTo>
                  <a:lnTo>
                    <a:pt x="64" y="190"/>
                  </a:lnTo>
                  <a:lnTo>
                    <a:pt x="64" y="192"/>
                  </a:lnTo>
                  <a:lnTo>
                    <a:pt x="68" y="197"/>
                  </a:lnTo>
                  <a:lnTo>
                    <a:pt x="68" y="204"/>
                  </a:lnTo>
                  <a:lnTo>
                    <a:pt x="80" y="206"/>
                  </a:lnTo>
                  <a:lnTo>
                    <a:pt x="83" y="208"/>
                  </a:lnTo>
                  <a:lnTo>
                    <a:pt x="87" y="211"/>
                  </a:lnTo>
                  <a:lnTo>
                    <a:pt x="90" y="213"/>
                  </a:lnTo>
                  <a:lnTo>
                    <a:pt x="92" y="218"/>
                  </a:lnTo>
                  <a:lnTo>
                    <a:pt x="92" y="227"/>
                  </a:lnTo>
                  <a:lnTo>
                    <a:pt x="94" y="232"/>
                  </a:lnTo>
                  <a:lnTo>
                    <a:pt x="106" y="241"/>
                  </a:lnTo>
                  <a:lnTo>
                    <a:pt x="106" y="251"/>
                  </a:lnTo>
                  <a:lnTo>
                    <a:pt x="125" y="260"/>
                  </a:lnTo>
                  <a:lnTo>
                    <a:pt x="127" y="258"/>
                  </a:lnTo>
                  <a:lnTo>
                    <a:pt x="130" y="253"/>
                  </a:lnTo>
                  <a:lnTo>
                    <a:pt x="132" y="251"/>
                  </a:lnTo>
                  <a:lnTo>
                    <a:pt x="137" y="251"/>
                  </a:lnTo>
                  <a:lnTo>
                    <a:pt x="142" y="253"/>
                  </a:lnTo>
                  <a:lnTo>
                    <a:pt x="142" y="256"/>
                  </a:lnTo>
                  <a:lnTo>
                    <a:pt x="146" y="258"/>
                  </a:lnTo>
                  <a:lnTo>
                    <a:pt x="149" y="258"/>
                  </a:lnTo>
                  <a:lnTo>
                    <a:pt x="156" y="253"/>
                  </a:lnTo>
                  <a:lnTo>
                    <a:pt x="156" y="251"/>
                  </a:lnTo>
                  <a:lnTo>
                    <a:pt x="161" y="246"/>
                  </a:lnTo>
                  <a:lnTo>
                    <a:pt x="163" y="249"/>
                  </a:lnTo>
                  <a:lnTo>
                    <a:pt x="168" y="251"/>
                  </a:lnTo>
                  <a:lnTo>
                    <a:pt x="170" y="258"/>
                  </a:lnTo>
                  <a:lnTo>
                    <a:pt x="172" y="263"/>
                  </a:lnTo>
                  <a:lnTo>
                    <a:pt x="177" y="267"/>
                  </a:lnTo>
                  <a:lnTo>
                    <a:pt x="182" y="270"/>
                  </a:lnTo>
                  <a:lnTo>
                    <a:pt x="184" y="272"/>
                  </a:lnTo>
                  <a:lnTo>
                    <a:pt x="187" y="272"/>
                  </a:lnTo>
                  <a:lnTo>
                    <a:pt x="189" y="282"/>
                  </a:lnTo>
                  <a:lnTo>
                    <a:pt x="196" y="282"/>
                  </a:lnTo>
                  <a:lnTo>
                    <a:pt x="203" y="275"/>
                  </a:lnTo>
                  <a:lnTo>
                    <a:pt x="208" y="275"/>
                  </a:lnTo>
                  <a:lnTo>
                    <a:pt x="210" y="277"/>
                  </a:lnTo>
                  <a:lnTo>
                    <a:pt x="215" y="279"/>
                  </a:lnTo>
                  <a:lnTo>
                    <a:pt x="220" y="279"/>
                  </a:lnTo>
                  <a:lnTo>
                    <a:pt x="220" y="277"/>
                  </a:lnTo>
                  <a:lnTo>
                    <a:pt x="222" y="275"/>
                  </a:lnTo>
                  <a:lnTo>
                    <a:pt x="224" y="275"/>
                  </a:lnTo>
                  <a:lnTo>
                    <a:pt x="236" y="286"/>
                  </a:lnTo>
                  <a:lnTo>
                    <a:pt x="243" y="277"/>
                  </a:lnTo>
                  <a:lnTo>
                    <a:pt x="253" y="277"/>
                  </a:lnTo>
                  <a:lnTo>
                    <a:pt x="257" y="272"/>
                  </a:lnTo>
                  <a:lnTo>
                    <a:pt x="262" y="272"/>
                  </a:lnTo>
                  <a:lnTo>
                    <a:pt x="262" y="275"/>
                  </a:lnTo>
                  <a:lnTo>
                    <a:pt x="265" y="277"/>
                  </a:lnTo>
                  <a:lnTo>
                    <a:pt x="274" y="277"/>
                  </a:lnTo>
                  <a:lnTo>
                    <a:pt x="281" y="270"/>
                  </a:lnTo>
                  <a:lnTo>
                    <a:pt x="281" y="267"/>
                  </a:lnTo>
                  <a:lnTo>
                    <a:pt x="283" y="265"/>
                  </a:lnTo>
                  <a:lnTo>
                    <a:pt x="283" y="263"/>
                  </a:lnTo>
                  <a:lnTo>
                    <a:pt x="288" y="263"/>
                  </a:lnTo>
                  <a:lnTo>
                    <a:pt x="295" y="251"/>
                  </a:lnTo>
                  <a:lnTo>
                    <a:pt x="333" y="251"/>
                  </a:lnTo>
                  <a:lnTo>
                    <a:pt x="342" y="246"/>
                  </a:lnTo>
                  <a:lnTo>
                    <a:pt x="340" y="239"/>
                  </a:lnTo>
                  <a:lnTo>
                    <a:pt x="340" y="232"/>
                  </a:lnTo>
                  <a:lnTo>
                    <a:pt x="338" y="227"/>
                  </a:lnTo>
                  <a:lnTo>
                    <a:pt x="335" y="225"/>
                  </a:lnTo>
                  <a:lnTo>
                    <a:pt x="328" y="225"/>
                  </a:lnTo>
                  <a:lnTo>
                    <a:pt x="324" y="223"/>
                  </a:lnTo>
                  <a:lnTo>
                    <a:pt x="316" y="208"/>
                  </a:lnTo>
                  <a:lnTo>
                    <a:pt x="316" y="201"/>
                  </a:lnTo>
                  <a:lnTo>
                    <a:pt x="312" y="199"/>
                  </a:lnTo>
                  <a:lnTo>
                    <a:pt x="312" y="185"/>
                  </a:lnTo>
                  <a:lnTo>
                    <a:pt x="305" y="185"/>
                  </a:lnTo>
                  <a:lnTo>
                    <a:pt x="302" y="175"/>
                  </a:lnTo>
                  <a:lnTo>
                    <a:pt x="293" y="175"/>
                  </a:lnTo>
                  <a:lnTo>
                    <a:pt x="291" y="168"/>
                  </a:lnTo>
                  <a:lnTo>
                    <a:pt x="291" y="161"/>
                  </a:lnTo>
                  <a:lnTo>
                    <a:pt x="286" y="159"/>
                  </a:lnTo>
                  <a:lnTo>
                    <a:pt x="283" y="154"/>
                  </a:lnTo>
                  <a:lnTo>
                    <a:pt x="279" y="152"/>
                  </a:lnTo>
                  <a:lnTo>
                    <a:pt x="276" y="149"/>
                  </a:lnTo>
                  <a:lnTo>
                    <a:pt x="267" y="149"/>
                  </a:lnTo>
                  <a:lnTo>
                    <a:pt x="262" y="147"/>
                  </a:lnTo>
                  <a:lnTo>
                    <a:pt x="260" y="147"/>
                  </a:lnTo>
                  <a:lnTo>
                    <a:pt x="260" y="142"/>
                  </a:lnTo>
                  <a:lnTo>
                    <a:pt x="262" y="138"/>
                  </a:lnTo>
                  <a:lnTo>
                    <a:pt x="265" y="135"/>
                  </a:lnTo>
                  <a:lnTo>
                    <a:pt x="262" y="126"/>
                  </a:lnTo>
                  <a:lnTo>
                    <a:pt x="276" y="126"/>
                  </a:lnTo>
                  <a:lnTo>
                    <a:pt x="279" y="128"/>
                  </a:lnTo>
                  <a:lnTo>
                    <a:pt x="281" y="126"/>
                  </a:lnTo>
                  <a:lnTo>
                    <a:pt x="286" y="126"/>
                  </a:lnTo>
                  <a:lnTo>
                    <a:pt x="288" y="123"/>
                  </a:lnTo>
                  <a:lnTo>
                    <a:pt x="288" y="119"/>
                  </a:lnTo>
                  <a:lnTo>
                    <a:pt x="291" y="114"/>
                  </a:lnTo>
                  <a:lnTo>
                    <a:pt x="291" y="100"/>
                  </a:lnTo>
                  <a:lnTo>
                    <a:pt x="288" y="97"/>
                  </a:lnTo>
                  <a:lnTo>
                    <a:pt x="288" y="93"/>
                  </a:lnTo>
                  <a:lnTo>
                    <a:pt x="286" y="88"/>
                  </a:lnTo>
                  <a:lnTo>
                    <a:pt x="286" y="83"/>
                  </a:lnTo>
                  <a:lnTo>
                    <a:pt x="288" y="78"/>
                  </a:lnTo>
                  <a:lnTo>
                    <a:pt x="291" y="76"/>
                  </a:lnTo>
                  <a:lnTo>
                    <a:pt x="288" y="71"/>
                  </a:lnTo>
                  <a:lnTo>
                    <a:pt x="286" y="67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5" name="South Africa" descr="© INSCALE GmbH, 05.05.2010&#10;http://www.presentationload.com/">
              <a:extLst>
                <a:ext uri="{FF2B5EF4-FFF2-40B4-BE49-F238E27FC236}">
                  <a16:creationId xmlns:a16="http://schemas.microsoft.com/office/drawing/2014/main" id="{F75863AA-EBBC-496D-AA5C-420BD35EB743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4114540" y="3588987"/>
              <a:ext cx="374801" cy="335240"/>
            </a:xfrm>
            <a:custGeom>
              <a:avLst/>
              <a:gdLst>
                <a:gd name="T0" fmla="*/ 2147483647 w 1134"/>
                <a:gd name="T1" fmla="*/ 2147483647 h 1020"/>
                <a:gd name="T2" fmla="*/ 2147483647 w 1134"/>
                <a:gd name="T3" fmla="*/ 2147483647 h 1020"/>
                <a:gd name="T4" fmla="*/ 2147483647 w 1134"/>
                <a:gd name="T5" fmla="*/ 2147483647 h 1020"/>
                <a:gd name="T6" fmla="*/ 2147483647 w 1134"/>
                <a:gd name="T7" fmla="*/ 2147483647 h 1020"/>
                <a:gd name="T8" fmla="*/ 2147483647 w 1134"/>
                <a:gd name="T9" fmla="*/ 2147483647 h 1020"/>
                <a:gd name="T10" fmla="*/ 2147483647 w 1134"/>
                <a:gd name="T11" fmla="*/ 2147483647 h 1020"/>
                <a:gd name="T12" fmla="*/ 2147483647 w 1134"/>
                <a:gd name="T13" fmla="*/ 2147483647 h 1020"/>
                <a:gd name="T14" fmla="*/ 2147483647 w 1134"/>
                <a:gd name="T15" fmla="*/ 2147483647 h 1020"/>
                <a:gd name="T16" fmla="*/ 2147483647 w 1134"/>
                <a:gd name="T17" fmla="*/ 2147483647 h 1020"/>
                <a:gd name="T18" fmla="*/ 2147483647 w 1134"/>
                <a:gd name="T19" fmla="*/ 2147483647 h 1020"/>
                <a:gd name="T20" fmla="*/ 2147483647 w 1134"/>
                <a:gd name="T21" fmla="*/ 2147483647 h 1020"/>
                <a:gd name="T22" fmla="*/ 2147483647 w 1134"/>
                <a:gd name="T23" fmla="*/ 2147483647 h 1020"/>
                <a:gd name="T24" fmla="*/ 2147483647 w 1134"/>
                <a:gd name="T25" fmla="*/ 2147483647 h 1020"/>
                <a:gd name="T26" fmla="*/ 2147483647 w 1134"/>
                <a:gd name="T27" fmla="*/ 2147483647 h 1020"/>
                <a:gd name="T28" fmla="*/ 2147483647 w 1134"/>
                <a:gd name="T29" fmla="*/ 2147483647 h 1020"/>
                <a:gd name="T30" fmla="*/ 2147483647 w 1134"/>
                <a:gd name="T31" fmla="*/ 2147483647 h 1020"/>
                <a:gd name="T32" fmla="*/ 2147483647 w 1134"/>
                <a:gd name="T33" fmla="*/ 2147483647 h 1020"/>
                <a:gd name="T34" fmla="*/ 2147483647 w 1134"/>
                <a:gd name="T35" fmla="*/ 2147483647 h 1020"/>
                <a:gd name="T36" fmla="*/ 2147483647 w 1134"/>
                <a:gd name="T37" fmla="*/ 2147483647 h 1020"/>
                <a:gd name="T38" fmla="*/ 2147483647 w 1134"/>
                <a:gd name="T39" fmla="*/ 2147483647 h 1020"/>
                <a:gd name="T40" fmla="*/ 2147483647 w 1134"/>
                <a:gd name="T41" fmla="*/ 2147483647 h 1020"/>
                <a:gd name="T42" fmla="*/ 2147483647 w 1134"/>
                <a:gd name="T43" fmla="*/ 2147483647 h 1020"/>
                <a:gd name="T44" fmla="*/ 2147483647 w 1134"/>
                <a:gd name="T45" fmla="*/ 2147483647 h 1020"/>
                <a:gd name="T46" fmla="*/ 2147483647 w 1134"/>
                <a:gd name="T47" fmla="*/ 2147483647 h 1020"/>
                <a:gd name="T48" fmla="*/ 2147483647 w 1134"/>
                <a:gd name="T49" fmla="*/ 2147483647 h 1020"/>
                <a:gd name="T50" fmla="*/ 2147483647 w 1134"/>
                <a:gd name="T51" fmla="*/ 2147483647 h 1020"/>
                <a:gd name="T52" fmla="*/ 2147483647 w 1134"/>
                <a:gd name="T53" fmla="*/ 2147483647 h 1020"/>
                <a:gd name="T54" fmla="*/ 2147483647 w 1134"/>
                <a:gd name="T55" fmla="*/ 2147483647 h 1020"/>
                <a:gd name="T56" fmla="*/ 2147483647 w 1134"/>
                <a:gd name="T57" fmla="*/ 2147483647 h 1020"/>
                <a:gd name="T58" fmla="*/ 2147483647 w 1134"/>
                <a:gd name="T59" fmla="*/ 2147483647 h 1020"/>
                <a:gd name="T60" fmla="*/ 2147483647 w 1134"/>
                <a:gd name="T61" fmla="*/ 2147483647 h 1020"/>
                <a:gd name="T62" fmla="*/ 0 w 1134"/>
                <a:gd name="T63" fmla="*/ 2147483647 h 1020"/>
                <a:gd name="T64" fmla="*/ 2147483647 w 1134"/>
                <a:gd name="T65" fmla="*/ 2147483647 h 1020"/>
                <a:gd name="T66" fmla="*/ 2147483647 w 1134"/>
                <a:gd name="T67" fmla="*/ 2147483647 h 1020"/>
                <a:gd name="T68" fmla="*/ 2147483647 w 1134"/>
                <a:gd name="T69" fmla="*/ 2147483647 h 1020"/>
                <a:gd name="T70" fmla="*/ 2147483647 w 1134"/>
                <a:gd name="T71" fmla="*/ 2147483647 h 1020"/>
                <a:gd name="T72" fmla="*/ 2147483647 w 1134"/>
                <a:gd name="T73" fmla="*/ 2147483647 h 1020"/>
                <a:gd name="T74" fmla="*/ 2147483647 w 1134"/>
                <a:gd name="T75" fmla="*/ 2147483647 h 1020"/>
                <a:gd name="T76" fmla="*/ 2147483647 w 1134"/>
                <a:gd name="T77" fmla="*/ 2147483647 h 1020"/>
                <a:gd name="T78" fmla="*/ 2147483647 w 1134"/>
                <a:gd name="T79" fmla="*/ 2147483647 h 1020"/>
                <a:gd name="T80" fmla="*/ 2147483647 w 1134"/>
                <a:gd name="T81" fmla="*/ 2147483647 h 1020"/>
                <a:gd name="T82" fmla="*/ 2147483647 w 1134"/>
                <a:gd name="T83" fmla="*/ 2147483647 h 1020"/>
                <a:gd name="T84" fmla="*/ 2147483647 w 1134"/>
                <a:gd name="T85" fmla="*/ 2147483647 h 1020"/>
                <a:gd name="T86" fmla="*/ 2147483647 w 1134"/>
                <a:gd name="T87" fmla="*/ 2147483647 h 1020"/>
                <a:gd name="T88" fmla="*/ 2147483647 w 1134"/>
                <a:gd name="T89" fmla="*/ 2147483647 h 1020"/>
                <a:gd name="T90" fmla="*/ 2147483647 w 1134"/>
                <a:gd name="T91" fmla="*/ 2147483647 h 1020"/>
                <a:gd name="T92" fmla="*/ 2147483647 w 1134"/>
                <a:gd name="T93" fmla="*/ 2147483647 h 1020"/>
                <a:gd name="T94" fmla="*/ 2147483647 w 1134"/>
                <a:gd name="T95" fmla="*/ 2147483647 h 1020"/>
                <a:gd name="T96" fmla="*/ 2147483647 w 1134"/>
                <a:gd name="T97" fmla="*/ 2147483647 h 1020"/>
                <a:gd name="T98" fmla="*/ 2147483647 w 1134"/>
                <a:gd name="T99" fmla="*/ 2147483647 h 1020"/>
                <a:gd name="T100" fmla="*/ 2147483647 w 1134"/>
                <a:gd name="T101" fmla="*/ 2147483647 h 1020"/>
                <a:gd name="T102" fmla="*/ 2147483647 w 1134"/>
                <a:gd name="T103" fmla="*/ 2147483647 h 1020"/>
                <a:gd name="T104" fmla="*/ 2147483647 w 1134"/>
                <a:gd name="T105" fmla="*/ 2147483647 h 1020"/>
                <a:gd name="T106" fmla="*/ 2147483647 w 1134"/>
                <a:gd name="T107" fmla="*/ 2147483647 h 1020"/>
                <a:gd name="T108" fmla="*/ 2147483647 w 1134"/>
                <a:gd name="T109" fmla="*/ 2147483647 h 1020"/>
                <a:gd name="T110" fmla="*/ 2147483647 w 1134"/>
                <a:gd name="T111" fmla="*/ 2147483647 h 1020"/>
                <a:gd name="T112" fmla="*/ 2147483647 w 1134"/>
                <a:gd name="T113" fmla="*/ 2147483647 h 1020"/>
                <a:gd name="T114" fmla="*/ 2147483647 w 1134"/>
                <a:gd name="T115" fmla="*/ 2147483647 h 1020"/>
                <a:gd name="T116" fmla="*/ 2147483647 w 1134"/>
                <a:gd name="T117" fmla="*/ 2147483647 h 1020"/>
                <a:gd name="T118" fmla="*/ 2147483647 w 1134"/>
                <a:gd name="T119" fmla="*/ 2147483647 h 1020"/>
                <a:gd name="T120" fmla="*/ 2147483647 w 1134"/>
                <a:gd name="T121" fmla="*/ 2147483647 h 1020"/>
                <a:gd name="T122" fmla="*/ 2147483647 w 1134"/>
                <a:gd name="T123" fmla="*/ 2147483647 h 1020"/>
                <a:gd name="T124" fmla="*/ 2147483647 w 1134"/>
                <a:gd name="T125" fmla="*/ 2147483647 h 102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134"/>
                <a:gd name="T190" fmla="*/ 0 h 1020"/>
                <a:gd name="T191" fmla="*/ 1134 w 1134"/>
                <a:gd name="T192" fmla="*/ 1020 h 102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134" h="1020">
                  <a:moveTo>
                    <a:pt x="1116" y="372"/>
                  </a:moveTo>
                  <a:lnTo>
                    <a:pt x="1098" y="372"/>
                  </a:lnTo>
                  <a:lnTo>
                    <a:pt x="1092" y="378"/>
                  </a:lnTo>
                  <a:lnTo>
                    <a:pt x="1086" y="378"/>
                  </a:lnTo>
                  <a:lnTo>
                    <a:pt x="1074" y="420"/>
                  </a:lnTo>
                  <a:lnTo>
                    <a:pt x="1062" y="420"/>
                  </a:lnTo>
                  <a:lnTo>
                    <a:pt x="1050" y="414"/>
                  </a:lnTo>
                  <a:lnTo>
                    <a:pt x="1032" y="414"/>
                  </a:lnTo>
                  <a:lnTo>
                    <a:pt x="1020" y="402"/>
                  </a:lnTo>
                  <a:lnTo>
                    <a:pt x="1008" y="396"/>
                  </a:lnTo>
                  <a:lnTo>
                    <a:pt x="996" y="372"/>
                  </a:lnTo>
                  <a:lnTo>
                    <a:pt x="996" y="348"/>
                  </a:lnTo>
                  <a:lnTo>
                    <a:pt x="1002" y="336"/>
                  </a:lnTo>
                  <a:lnTo>
                    <a:pt x="1014" y="324"/>
                  </a:lnTo>
                  <a:lnTo>
                    <a:pt x="1014" y="312"/>
                  </a:lnTo>
                  <a:lnTo>
                    <a:pt x="1020" y="300"/>
                  </a:lnTo>
                  <a:lnTo>
                    <a:pt x="1032" y="288"/>
                  </a:lnTo>
                  <a:lnTo>
                    <a:pt x="1038" y="288"/>
                  </a:lnTo>
                  <a:lnTo>
                    <a:pt x="1050" y="294"/>
                  </a:lnTo>
                  <a:lnTo>
                    <a:pt x="1062" y="306"/>
                  </a:lnTo>
                  <a:lnTo>
                    <a:pt x="1086" y="270"/>
                  </a:lnTo>
                  <a:lnTo>
                    <a:pt x="1086" y="180"/>
                  </a:lnTo>
                  <a:lnTo>
                    <a:pt x="1056" y="120"/>
                  </a:lnTo>
                  <a:lnTo>
                    <a:pt x="1056" y="102"/>
                  </a:lnTo>
                  <a:lnTo>
                    <a:pt x="1050" y="90"/>
                  </a:lnTo>
                  <a:lnTo>
                    <a:pt x="1050" y="72"/>
                  </a:lnTo>
                  <a:lnTo>
                    <a:pt x="1044" y="54"/>
                  </a:lnTo>
                  <a:lnTo>
                    <a:pt x="1044" y="24"/>
                  </a:lnTo>
                  <a:lnTo>
                    <a:pt x="1026" y="12"/>
                  </a:lnTo>
                  <a:lnTo>
                    <a:pt x="966" y="12"/>
                  </a:lnTo>
                  <a:lnTo>
                    <a:pt x="954" y="6"/>
                  </a:lnTo>
                  <a:lnTo>
                    <a:pt x="948" y="6"/>
                  </a:lnTo>
                  <a:lnTo>
                    <a:pt x="936" y="0"/>
                  </a:lnTo>
                  <a:lnTo>
                    <a:pt x="876" y="0"/>
                  </a:lnTo>
                  <a:lnTo>
                    <a:pt x="864" y="24"/>
                  </a:lnTo>
                  <a:lnTo>
                    <a:pt x="852" y="24"/>
                  </a:lnTo>
                  <a:lnTo>
                    <a:pt x="840" y="30"/>
                  </a:lnTo>
                  <a:lnTo>
                    <a:pt x="828" y="30"/>
                  </a:lnTo>
                  <a:lnTo>
                    <a:pt x="822" y="36"/>
                  </a:lnTo>
                  <a:lnTo>
                    <a:pt x="810" y="60"/>
                  </a:lnTo>
                  <a:lnTo>
                    <a:pt x="768" y="102"/>
                  </a:lnTo>
                  <a:lnTo>
                    <a:pt x="756" y="108"/>
                  </a:lnTo>
                  <a:lnTo>
                    <a:pt x="750" y="108"/>
                  </a:lnTo>
                  <a:lnTo>
                    <a:pt x="738" y="114"/>
                  </a:lnTo>
                  <a:lnTo>
                    <a:pt x="726" y="138"/>
                  </a:lnTo>
                  <a:lnTo>
                    <a:pt x="726" y="174"/>
                  </a:lnTo>
                  <a:lnTo>
                    <a:pt x="714" y="180"/>
                  </a:lnTo>
                  <a:lnTo>
                    <a:pt x="708" y="192"/>
                  </a:lnTo>
                  <a:lnTo>
                    <a:pt x="702" y="198"/>
                  </a:lnTo>
                  <a:lnTo>
                    <a:pt x="690" y="204"/>
                  </a:lnTo>
                  <a:lnTo>
                    <a:pt x="672" y="210"/>
                  </a:lnTo>
                  <a:lnTo>
                    <a:pt x="654" y="228"/>
                  </a:lnTo>
                  <a:lnTo>
                    <a:pt x="654" y="240"/>
                  </a:lnTo>
                  <a:lnTo>
                    <a:pt x="648" y="252"/>
                  </a:lnTo>
                  <a:lnTo>
                    <a:pt x="642" y="270"/>
                  </a:lnTo>
                  <a:lnTo>
                    <a:pt x="636" y="282"/>
                  </a:lnTo>
                  <a:lnTo>
                    <a:pt x="630" y="288"/>
                  </a:lnTo>
                  <a:lnTo>
                    <a:pt x="618" y="294"/>
                  </a:lnTo>
                  <a:lnTo>
                    <a:pt x="606" y="294"/>
                  </a:lnTo>
                  <a:lnTo>
                    <a:pt x="600" y="288"/>
                  </a:lnTo>
                  <a:lnTo>
                    <a:pt x="594" y="294"/>
                  </a:lnTo>
                  <a:lnTo>
                    <a:pt x="582" y="300"/>
                  </a:lnTo>
                  <a:lnTo>
                    <a:pt x="570" y="300"/>
                  </a:lnTo>
                  <a:lnTo>
                    <a:pt x="564" y="294"/>
                  </a:lnTo>
                  <a:lnTo>
                    <a:pt x="552" y="288"/>
                  </a:lnTo>
                  <a:lnTo>
                    <a:pt x="546" y="282"/>
                  </a:lnTo>
                  <a:lnTo>
                    <a:pt x="516" y="282"/>
                  </a:lnTo>
                  <a:lnTo>
                    <a:pt x="504" y="270"/>
                  </a:lnTo>
                  <a:lnTo>
                    <a:pt x="492" y="264"/>
                  </a:lnTo>
                  <a:lnTo>
                    <a:pt x="486" y="258"/>
                  </a:lnTo>
                  <a:lnTo>
                    <a:pt x="474" y="252"/>
                  </a:lnTo>
                  <a:lnTo>
                    <a:pt x="462" y="252"/>
                  </a:lnTo>
                  <a:lnTo>
                    <a:pt x="450" y="258"/>
                  </a:lnTo>
                  <a:lnTo>
                    <a:pt x="444" y="264"/>
                  </a:lnTo>
                  <a:lnTo>
                    <a:pt x="438" y="276"/>
                  </a:lnTo>
                  <a:lnTo>
                    <a:pt x="438" y="288"/>
                  </a:lnTo>
                  <a:lnTo>
                    <a:pt x="432" y="300"/>
                  </a:lnTo>
                  <a:lnTo>
                    <a:pt x="432" y="324"/>
                  </a:lnTo>
                  <a:lnTo>
                    <a:pt x="420" y="324"/>
                  </a:lnTo>
                  <a:lnTo>
                    <a:pt x="414" y="330"/>
                  </a:lnTo>
                  <a:lnTo>
                    <a:pt x="408" y="330"/>
                  </a:lnTo>
                  <a:lnTo>
                    <a:pt x="402" y="336"/>
                  </a:lnTo>
                  <a:lnTo>
                    <a:pt x="396" y="348"/>
                  </a:lnTo>
                  <a:lnTo>
                    <a:pt x="390" y="354"/>
                  </a:lnTo>
                  <a:lnTo>
                    <a:pt x="390" y="360"/>
                  </a:lnTo>
                  <a:lnTo>
                    <a:pt x="366" y="360"/>
                  </a:lnTo>
                  <a:lnTo>
                    <a:pt x="366" y="378"/>
                  </a:lnTo>
                  <a:lnTo>
                    <a:pt x="288" y="378"/>
                  </a:lnTo>
                  <a:lnTo>
                    <a:pt x="288" y="348"/>
                  </a:lnTo>
                  <a:lnTo>
                    <a:pt x="294" y="336"/>
                  </a:lnTo>
                  <a:lnTo>
                    <a:pt x="294" y="330"/>
                  </a:lnTo>
                  <a:lnTo>
                    <a:pt x="300" y="318"/>
                  </a:lnTo>
                  <a:lnTo>
                    <a:pt x="300" y="294"/>
                  </a:lnTo>
                  <a:lnTo>
                    <a:pt x="294" y="288"/>
                  </a:lnTo>
                  <a:lnTo>
                    <a:pt x="294" y="270"/>
                  </a:lnTo>
                  <a:lnTo>
                    <a:pt x="288" y="258"/>
                  </a:lnTo>
                  <a:lnTo>
                    <a:pt x="282" y="240"/>
                  </a:lnTo>
                  <a:lnTo>
                    <a:pt x="276" y="234"/>
                  </a:lnTo>
                  <a:lnTo>
                    <a:pt x="264" y="228"/>
                  </a:lnTo>
                  <a:lnTo>
                    <a:pt x="258" y="222"/>
                  </a:lnTo>
                  <a:lnTo>
                    <a:pt x="246" y="216"/>
                  </a:lnTo>
                  <a:lnTo>
                    <a:pt x="240" y="510"/>
                  </a:lnTo>
                  <a:lnTo>
                    <a:pt x="222" y="510"/>
                  </a:lnTo>
                  <a:lnTo>
                    <a:pt x="210" y="516"/>
                  </a:lnTo>
                  <a:lnTo>
                    <a:pt x="204" y="522"/>
                  </a:lnTo>
                  <a:lnTo>
                    <a:pt x="204" y="528"/>
                  </a:lnTo>
                  <a:lnTo>
                    <a:pt x="192" y="528"/>
                  </a:lnTo>
                  <a:lnTo>
                    <a:pt x="192" y="552"/>
                  </a:lnTo>
                  <a:lnTo>
                    <a:pt x="168" y="552"/>
                  </a:lnTo>
                  <a:lnTo>
                    <a:pt x="156" y="540"/>
                  </a:lnTo>
                  <a:lnTo>
                    <a:pt x="144" y="540"/>
                  </a:lnTo>
                  <a:lnTo>
                    <a:pt x="132" y="552"/>
                  </a:lnTo>
                  <a:lnTo>
                    <a:pt x="108" y="552"/>
                  </a:lnTo>
                  <a:lnTo>
                    <a:pt x="102" y="546"/>
                  </a:lnTo>
                  <a:lnTo>
                    <a:pt x="102" y="540"/>
                  </a:lnTo>
                  <a:lnTo>
                    <a:pt x="96" y="534"/>
                  </a:lnTo>
                  <a:lnTo>
                    <a:pt x="72" y="534"/>
                  </a:lnTo>
                  <a:lnTo>
                    <a:pt x="66" y="528"/>
                  </a:lnTo>
                  <a:lnTo>
                    <a:pt x="60" y="516"/>
                  </a:lnTo>
                  <a:lnTo>
                    <a:pt x="60" y="492"/>
                  </a:lnTo>
                  <a:lnTo>
                    <a:pt x="42" y="474"/>
                  </a:lnTo>
                  <a:lnTo>
                    <a:pt x="36" y="474"/>
                  </a:lnTo>
                  <a:lnTo>
                    <a:pt x="30" y="480"/>
                  </a:lnTo>
                  <a:lnTo>
                    <a:pt x="30" y="486"/>
                  </a:lnTo>
                  <a:lnTo>
                    <a:pt x="24" y="498"/>
                  </a:lnTo>
                  <a:lnTo>
                    <a:pt x="18" y="504"/>
                  </a:lnTo>
                  <a:lnTo>
                    <a:pt x="18" y="510"/>
                  </a:lnTo>
                  <a:lnTo>
                    <a:pt x="0" y="522"/>
                  </a:lnTo>
                  <a:lnTo>
                    <a:pt x="0" y="516"/>
                  </a:lnTo>
                  <a:lnTo>
                    <a:pt x="0" y="528"/>
                  </a:lnTo>
                  <a:lnTo>
                    <a:pt x="6" y="540"/>
                  </a:lnTo>
                  <a:lnTo>
                    <a:pt x="6" y="552"/>
                  </a:lnTo>
                  <a:lnTo>
                    <a:pt x="36" y="582"/>
                  </a:lnTo>
                  <a:lnTo>
                    <a:pt x="42" y="600"/>
                  </a:lnTo>
                  <a:lnTo>
                    <a:pt x="42" y="648"/>
                  </a:lnTo>
                  <a:lnTo>
                    <a:pt x="48" y="672"/>
                  </a:lnTo>
                  <a:lnTo>
                    <a:pt x="54" y="690"/>
                  </a:lnTo>
                  <a:lnTo>
                    <a:pt x="72" y="714"/>
                  </a:lnTo>
                  <a:lnTo>
                    <a:pt x="96" y="738"/>
                  </a:lnTo>
                  <a:lnTo>
                    <a:pt x="114" y="762"/>
                  </a:lnTo>
                  <a:lnTo>
                    <a:pt x="120" y="786"/>
                  </a:lnTo>
                  <a:lnTo>
                    <a:pt x="120" y="834"/>
                  </a:lnTo>
                  <a:lnTo>
                    <a:pt x="114" y="846"/>
                  </a:lnTo>
                  <a:lnTo>
                    <a:pt x="114" y="852"/>
                  </a:lnTo>
                  <a:lnTo>
                    <a:pt x="90" y="852"/>
                  </a:lnTo>
                  <a:lnTo>
                    <a:pt x="90" y="876"/>
                  </a:lnTo>
                  <a:lnTo>
                    <a:pt x="96" y="888"/>
                  </a:lnTo>
                  <a:lnTo>
                    <a:pt x="108" y="906"/>
                  </a:lnTo>
                  <a:lnTo>
                    <a:pt x="114" y="918"/>
                  </a:lnTo>
                  <a:lnTo>
                    <a:pt x="114" y="960"/>
                  </a:lnTo>
                  <a:lnTo>
                    <a:pt x="120" y="972"/>
                  </a:lnTo>
                  <a:lnTo>
                    <a:pt x="120" y="978"/>
                  </a:lnTo>
                  <a:lnTo>
                    <a:pt x="126" y="978"/>
                  </a:lnTo>
                  <a:lnTo>
                    <a:pt x="126" y="972"/>
                  </a:lnTo>
                  <a:lnTo>
                    <a:pt x="132" y="966"/>
                  </a:lnTo>
                  <a:lnTo>
                    <a:pt x="144" y="966"/>
                  </a:lnTo>
                  <a:lnTo>
                    <a:pt x="150" y="972"/>
                  </a:lnTo>
                  <a:lnTo>
                    <a:pt x="180" y="984"/>
                  </a:lnTo>
                  <a:lnTo>
                    <a:pt x="180" y="996"/>
                  </a:lnTo>
                  <a:lnTo>
                    <a:pt x="204" y="1020"/>
                  </a:lnTo>
                  <a:lnTo>
                    <a:pt x="216" y="1020"/>
                  </a:lnTo>
                  <a:lnTo>
                    <a:pt x="240" y="1008"/>
                  </a:lnTo>
                  <a:lnTo>
                    <a:pt x="246" y="996"/>
                  </a:lnTo>
                  <a:lnTo>
                    <a:pt x="252" y="990"/>
                  </a:lnTo>
                  <a:lnTo>
                    <a:pt x="264" y="984"/>
                  </a:lnTo>
                  <a:lnTo>
                    <a:pt x="294" y="984"/>
                  </a:lnTo>
                  <a:lnTo>
                    <a:pt x="306" y="990"/>
                  </a:lnTo>
                  <a:lnTo>
                    <a:pt x="354" y="990"/>
                  </a:lnTo>
                  <a:lnTo>
                    <a:pt x="354" y="984"/>
                  </a:lnTo>
                  <a:lnTo>
                    <a:pt x="360" y="978"/>
                  </a:lnTo>
                  <a:lnTo>
                    <a:pt x="360" y="966"/>
                  </a:lnTo>
                  <a:lnTo>
                    <a:pt x="366" y="960"/>
                  </a:lnTo>
                  <a:lnTo>
                    <a:pt x="378" y="954"/>
                  </a:lnTo>
                  <a:lnTo>
                    <a:pt x="408" y="954"/>
                  </a:lnTo>
                  <a:lnTo>
                    <a:pt x="420" y="960"/>
                  </a:lnTo>
                  <a:lnTo>
                    <a:pt x="432" y="960"/>
                  </a:lnTo>
                  <a:lnTo>
                    <a:pt x="438" y="966"/>
                  </a:lnTo>
                  <a:lnTo>
                    <a:pt x="444" y="960"/>
                  </a:lnTo>
                  <a:lnTo>
                    <a:pt x="456" y="960"/>
                  </a:lnTo>
                  <a:lnTo>
                    <a:pt x="468" y="954"/>
                  </a:lnTo>
                  <a:lnTo>
                    <a:pt x="504" y="954"/>
                  </a:lnTo>
                  <a:lnTo>
                    <a:pt x="522" y="960"/>
                  </a:lnTo>
                  <a:lnTo>
                    <a:pt x="534" y="966"/>
                  </a:lnTo>
                  <a:lnTo>
                    <a:pt x="552" y="966"/>
                  </a:lnTo>
                  <a:lnTo>
                    <a:pt x="558" y="960"/>
                  </a:lnTo>
                  <a:lnTo>
                    <a:pt x="570" y="954"/>
                  </a:lnTo>
                  <a:lnTo>
                    <a:pt x="606" y="954"/>
                  </a:lnTo>
                  <a:lnTo>
                    <a:pt x="618" y="948"/>
                  </a:lnTo>
                  <a:lnTo>
                    <a:pt x="624" y="942"/>
                  </a:lnTo>
                  <a:lnTo>
                    <a:pt x="636" y="936"/>
                  </a:lnTo>
                  <a:lnTo>
                    <a:pt x="684" y="936"/>
                  </a:lnTo>
                  <a:lnTo>
                    <a:pt x="708" y="924"/>
                  </a:lnTo>
                  <a:lnTo>
                    <a:pt x="720" y="912"/>
                  </a:lnTo>
                  <a:lnTo>
                    <a:pt x="738" y="900"/>
                  </a:lnTo>
                  <a:lnTo>
                    <a:pt x="774" y="864"/>
                  </a:lnTo>
                  <a:lnTo>
                    <a:pt x="786" y="858"/>
                  </a:lnTo>
                  <a:lnTo>
                    <a:pt x="804" y="846"/>
                  </a:lnTo>
                  <a:lnTo>
                    <a:pt x="900" y="750"/>
                  </a:lnTo>
                  <a:lnTo>
                    <a:pt x="918" y="750"/>
                  </a:lnTo>
                  <a:lnTo>
                    <a:pt x="924" y="744"/>
                  </a:lnTo>
                  <a:lnTo>
                    <a:pt x="960" y="696"/>
                  </a:lnTo>
                  <a:lnTo>
                    <a:pt x="972" y="672"/>
                  </a:lnTo>
                  <a:lnTo>
                    <a:pt x="984" y="654"/>
                  </a:lnTo>
                  <a:lnTo>
                    <a:pt x="990" y="642"/>
                  </a:lnTo>
                  <a:lnTo>
                    <a:pt x="1002" y="606"/>
                  </a:lnTo>
                  <a:lnTo>
                    <a:pt x="1014" y="588"/>
                  </a:lnTo>
                  <a:lnTo>
                    <a:pt x="1020" y="576"/>
                  </a:lnTo>
                  <a:lnTo>
                    <a:pt x="1026" y="570"/>
                  </a:lnTo>
                  <a:lnTo>
                    <a:pt x="1038" y="564"/>
                  </a:lnTo>
                  <a:lnTo>
                    <a:pt x="1050" y="552"/>
                  </a:lnTo>
                  <a:lnTo>
                    <a:pt x="1068" y="546"/>
                  </a:lnTo>
                  <a:lnTo>
                    <a:pt x="1086" y="534"/>
                  </a:lnTo>
                  <a:lnTo>
                    <a:pt x="1098" y="510"/>
                  </a:lnTo>
                  <a:lnTo>
                    <a:pt x="1098" y="498"/>
                  </a:lnTo>
                  <a:lnTo>
                    <a:pt x="1104" y="486"/>
                  </a:lnTo>
                  <a:lnTo>
                    <a:pt x="1110" y="468"/>
                  </a:lnTo>
                  <a:lnTo>
                    <a:pt x="1116" y="456"/>
                  </a:lnTo>
                  <a:lnTo>
                    <a:pt x="1122" y="450"/>
                  </a:lnTo>
                  <a:lnTo>
                    <a:pt x="1122" y="438"/>
                  </a:lnTo>
                  <a:lnTo>
                    <a:pt x="1128" y="432"/>
                  </a:lnTo>
                  <a:lnTo>
                    <a:pt x="1128" y="414"/>
                  </a:lnTo>
                  <a:lnTo>
                    <a:pt x="1134" y="396"/>
                  </a:lnTo>
                  <a:lnTo>
                    <a:pt x="1128" y="384"/>
                  </a:lnTo>
                  <a:lnTo>
                    <a:pt x="1116" y="372"/>
                  </a:lnTo>
                  <a:close/>
                  <a:moveTo>
                    <a:pt x="870" y="624"/>
                  </a:moveTo>
                  <a:lnTo>
                    <a:pt x="858" y="630"/>
                  </a:lnTo>
                  <a:lnTo>
                    <a:pt x="852" y="636"/>
                  </a:lnTo>
                  <a:lnTo>
                    <a:pt x="840" y="642"/>
                  </a:lnTo>
                  <a:lnTo>
                    <a:pt x="822" y="642"/>
                  </a:lnTo>
                  <a:lnTo>
                    <a:pt x="810" y="648"/>
                  </a:lnTo>
                  <a:lnTo>
                    <a:pt x="804" y="654"/>
                  </a:lnTo>
                  <a:lnTo>
                    <a:pt x="798" y="666"/>
                  </a:lnTo>
                  <a:lnTo>
                    <a:pt x="792" y="672"/>
                  </a:lnTo>
                  <a:lnTo>
                    <a:pt x="792" y="684"/>
                  </a:lnTo>
                  <a:lnTo>
                    <a:pt x="774" y="684"/>
                  </a:lnTo>
                  <a:lnTo>
                    <a:pt x="744" y="654"/>
                  </a:lnTo>
                  <a:lnTo>
                    <a:pt x="744" y="636"/>
                  </a:lnTo>
                  <a:lnTo>
                    <a:pt x="720" y="600"/>
                  </a:lnTo>
                  <a:lnTo>
                    <a:pt x="744" y="600"/>
                  </a:lnTo>
                  <a:lnTo>
                    <a:pt x="750" y="582"/>
                  </a:lnTo>
                  <a:lnTo>
                    <a:pt x="768" y="564"/>
                  </a:lnTo>
                  <a:lnTo>
                    <a:pt x="768" y="546"/>
                  </a:lnTo>
                  <a:lnTo>
                    <a:pt x="774" y="540"/>
                  </a:lnTo>
                  <a:lnTo>
                    <a:pt x="798" y="540"/>
                  </a:lnTo>
                  <a:lnTo>
                    <a:pt x="798" y="528"/>
                  </a:lnTo>
                  <a:lnTo>
                    <a:pt x="810" y="522"/>
                  </a:lnTo>
                  <a:lnTo>
                    <a:pt x="846" y="522"/>
                  </a:lnTo>
                  <a:lnTo>
                    <a:pt x="852" y="528"/>
                  </a:lnTo>
                  <a:lnTo>
                    <a:pt x="858" y="540"/>
                  </a:lnTo>
                  <a:lnTo>
                    <a:pt x="864" y="546"/>
                  </a:lnTo>
                  <a:lnTo>
                    <a:pt x="870" y="558"/>
                  </a:lnTo>
                  <a:lnTo>
                    <a:pt x="882" y="564"/>
                  </a:lnTo>
                  <a:lnTo>
                    <a:pt x="888" y="588"/>
                  </a:lnTo>
                  <a:lnTo>
                    <a:pt x="864" y="606"/>
                  </a:lnTo>
                  <a:lnTo>
                    <a:pt x="870" y="62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6" name="Somalia" descr="© INSCALE GmbH, 05.05.2010&#10;http://www.presentationload.com/">
              <a:extLst>
                <a:ext uri="{FF2B5EF4-FFF2-40B4-BE49-F238E27FC236}">
                  <a16:creationId xmlns:a16="http://schemas.microsoft.com/office/drawing/2014/main" id="{4AA1584D-A0A5-4602-93FE-44C261A04F95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697423" y="2683461"/>
              <a:ext cx="236512" cy="363497"/>
            </a:xfrm>
            <a:custGeom>
              <a:avLst/>
              <a:gdLst>
                <a:gd name="T0" fmla="*/ 2147483647 w 714"/>
                <a:gd name="T1" fmla="*/ 2147483647 h 1104"/>
                <a:gd name="T2" fmla="*/ 2147483647 w 714"/>
                <a:gd name="T3" fmla="*/ 2147483647 h 1104"/>
                <a:gd name="T4" fmla="*/ 2147483647 w 714"/>
                <a:gd name="T5" fmla="*/ 2147483647 h 1104"/>
                <a:gd name="T6" fmla="*/ 2147483647 w 714"/>
                <a:gd name="T7" fmla="*/ 2147483647 h 1104"/>
                <a:gd name="T8" fmla="*/ 2147483647 w 714"/>
                <a:gd name="T9" fmla="*/ 2147483647 h 1104"/>
                <a:gd name="T10" fmla="*/ 2147483647 w 714"/>
                <a:gd name="T11" fmla="*/ 2147483647 h 1104"/>
                <a:gd name="T12" fmla="*/ 2147483647 w 714"/>
                <a:gd name="T13" fmla="*/ 2147483647 h 1104"/>
                <a:gd name="T14" fmla="*/ 2147483647 w 714"/>
                <a:gd name="T15" fmla="*/ 2147483647 h 1104"/>
                <a:gd name="T16" fmla="*/ 2147483647 w 714"/>
                <a:gd name="T17" fmla="*/ 2147483647 h 1104"/>
                <a:gd name="T18" fmla="*/ 2147483647 w 714"/>
                <a:gd name="T19" fmla="*/ 2147483647 h 1104"/>
                <a:gd name="T20" fmla="*/ 2147483647 w 714"/>
                <a:gd name="T21" fmla="*/ 2147483647 h 1104"/>
                <a:gd name="T22" fmla="*/ 2147483647 w 714"/>
                <a:gd name="T23" fmla="*/ 2147483647 h 1104"/>
                <a:gd name="T24" fmla="*/ 0 w 714"/>
                <a:gd name="T25" fmla="*/ 2147483647 h 1104"/>
                <a:gd name="T26" fmla="*/ 2147483647 w 714"/>
                <a:gd name="T27" fmla="*/ 2147483647 h 1104"/>
                <a:gd name="T28" fmla="*/ 2147483647 w 714"/>
                <a:gd name="T29" fmla="*/ 2147483647 h 1104"/>
                <a:gd name="T30" fmla="*/ 2147483647 w 714"/>
                <a:gd name="T31" fmla="*/ 2147483647 h 1104"/>
                <a:gd name="T32" fmla="*/ 2147483647 w 714"/>
                <a:gd name="T33" fmla="*/ 2147483647 h 1104"/>
                <a:gd name="T34" fmla="*/ 2147483647 w 714"/>
                <a:gd name="T35" fmla="*/ 2147483647 h 1104"/>
                <a:gd name="T36" fmla="*/ 2147483647 w 714"/>
                <a:gd name="T37" fmla="*/ 2147483647 h 1104"/>
                <a:gd name="T38" fmla="*/ 2147483647 w 714"/>
                <a:gd name="T39" fmla="*/ 2147483647 h 1104"/>
                <a:gd name="T40" fmla="*/ 2147483647 w 714"/>
                <a:gd name="T41" fmla="*/ 2147483647 h 1104"/>
                <a:gd name="T42" fmla="*/ 2147483647 w 714"/>
                <a:gd name="T43" fmla="*/ 2147483647 h 1104"/>
                <a:gd name="T44" fmla="*/ 2147483647 w 714"/>
                <a:gd name="T45" fmla="*/ 2147483647 h 1104"/>
                <a:gd name="T46" fmla="*/ 2147483647 w 714"/>
                <a:gd name="T47" fmla="*/ 2147483647 h 1104"/>
                <a:gd name="T48" fmla="*/ 2147483647 w 714"/>
                <a:gd name="T49" fmla="*/ 2147483647 h 1104"/>
                <a:gd name="T50" fmla="*/ 2147483647 w 714"/>
                <a:gd name="T51" fmla="*/ 2147483647 h 1104"/>
                <a:gd name="T52" fmla="*/ 2147483647 w 714"/>
                <a:gd name="T53" fmla="*/ 2147483647 h 1104"/>
                <a:gd name="T54" fmla="*/ 2147483647 w 714"/>
                <a:gd name="T55" fmla="*/ 2147483647 h 1104"/>
                <a:gd name="T56" fmla="*/ 2147483647 w 714"/>
                <a:gd name="T57" fmla="*/ 2147483647 h 1104"/>
                <a:gd name="T58" fmla="*/ 2147483647 w 714"/>
                <a:gd name="T59" fmla="*/ 2147483647 h 1104"/>
                <a:gd name="T60" fmla="*/ 2147483647 w 714"/>
                <a:gd name="T61" fmla="*/ 2147483647 h 1104"/>
                <a:gd name="T62" fmla="*/ 2147483647 w 714"/>
                <a:gd name="T63" fmla="*/ 2147483647 h 1104"/>
                <a:gd name="T64" fmla="*/ 2147483647 w 714"/>
                <a:gd name="T65" fmla="*/ 2147483647 h 1104"/>
                <a:gd name="T66" fmla="*/ 2147483647 w 714"/>
                <a:gd name="T67" fmla="*/ 2147483647 h 1104"/>
                <a:gd name="T68" fmla="*/ 2147483647 w 714"/>
                <a:gd name="T69" fmla="*/ 2147483647 h 1104"/>
                <a:gd name="T70" fmla="*/ 2147483647 w 714"/>
                <a:gd name="T71" fmla="*/ 2147483647 h 1104"/>
                <a:gd name="T72" fmla="*/ 2147483647 w 714"/>
                <a:gd name="T73" fmla="*/ 2147483647 h 1104"/>
                <a:gd name="T74" fmla="*/ 2147483647 w 714"/>
                <a:gd name="T75" fmla="*/ 2147483647 h 1104"/>
                <a:gd name="T76" fmla="*/ 2147483647 w 714"/>
                <a:gd name="T77" fmla="*/ 2147483647 h 1104"/>
                <a:gd name="T78" fmla="*/ 2147483647 w 714"/>
                <a:gd name="T79" fmla="*/ 2147483647 h 1104"/>
                <a:gd name="T80" fmla="*/ 2147483647 w 714"/>
                <a:gd name="T81" fmla="*/ 2147483647 h 1104"/>
                <a:gd name="T82" fmla="*/ 2147483647 w 714"/>
                <a:gd name="T83" fmla="*/ 2147483647 h 1104"/>
                <a:gd name="T84" fmla="*/ 2147483647 w 714"/>
                <a:gd name="T85" fmla="*/ 2147483647 h 1104"/>
                <a:gd name="T86" fmla="*/ 2147483647 w 714"/>
                <a:gd name="T87" fmla="*/ 2147483647 h 110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714"/>
                <a:gd name="T133" fmla="*/ 0 h 1104"/>
                <a:gd name="T134" fmla="*/ 714 w 714"/>
                <a:gd name="T135" fmla="*/ 1104 h 110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714" h="1104">
                  <a:moveTo>
                    <a:pt x="108" y="114"/>
                  </a:moveTo>
                  <a:lnTo>
                    <a:pt x="120" y="126"/>
                  </a:lnTo>
                  <a:lnTo>
                    <a:pt x="120" y="138"/>
                  </a:lnTo>
                  <a:lnTo>
                    <a:pt x="126" y="150"/>
                  </a:lnTo>
                  <a:lnTo>
                    <a:pt x="132" y="156"/>
                  </a:lnTo>
                  <a:lnTo>
                    <a:pt x="138" y="168"/>
                  </a:lnTo>
                  <a:lnTo>
                    <a:pt x="144" y="174"/>
                  </a:lnTo>
                  <a:lnTo>
                    <a:pt x="156" y="198"/>
                  </a:lnTo>
                  <a:lnTo>
                    <a:pt x="162" y="204"/>
                  </a:lnTo>
                  <a:lnTo>
                    <a:pt x="162" y="210"/>
                  </a:lnTo>
                  <a:lnTo>
                    <a:pt x="186" y="210"/>
                  </a:lnTo>
                  <a:lnTo>
                    <a:pt x="192" y="222"/>
                  </a:lnTo>
                  <a:lnTo>
                    <a:pt x="198" y="228"/>
                  </a:lnTo>
                  <a:lnTo>
                    <a:pt x="204" y="240"/>
                  </a:lnTo>
                  <a:lnTo>
                    <a:pt x="240" y="258"/>
                  </a:lnTo>
                  <a:lnTo>
                    <a:pt x="312" y="282"/>
                  </a:lnTo>
                  <a:lnTo>
                    <a:pt x="336" y="288"/>
                  </a:lnTo>
                  <a:lnTo>
                    <a:pt x="348" y="294"/>
                  </a:lnTo>
                  <a:lnTo>
                    <a:pt x="366" y="300"/>
                  </a:lnTo>
                  <a:lnTo>
                    <a:pt x="378" y="312"/>
                  </a:lnTo>
                  <a:lnTo>
                    <a:pt x="414" y="330"/>
                  </a:lnTo>
                  <a:lnTo>
                    <a:pt x="486" y="324"/>
                  </a:lnTo>
                  <a:lnTo>
                    <a:pt x="276" y="570"/>
                  </a:lnTo>
                  <a:lnTo>
                    <a:pt x="192" y="570"/>
                  </a:lnTo>
                  <a:lnTo>
                    <a:pt x="186" y="576"/>
                  </a:lnTo>
                  <a:lnTo>
                    <a:pt x="174" y="576"/>
                  </a:lnTo>
                  <a:lnTo>
                    <a:pt x="162" y="582"/>
                  </a:lnTo>
                  <a:lnTo>
                    <a:pt x="156" y="588"/>
                  </a:lnTo>
                  <a:lnTo>
                    <a:pt x="144" y="594"/>
                  </a:lnTo>
                  <a:lnTo>
                    <a:pt x="144" y="606"/>
                  </a:lnTo>
                  <a:lnTo>
                    <a:pt x="126" y="624"/>
                  </a:lnTo>
                  <a:lnTo>
                    <a:pt x="102" y="624"/>
                  </a:lnTo>
                  <a:lnTo>
                    <a:pt x="90" y="630"/>
                  </a:lnTo>
                  <a:lnTo>
                    <a:pt x="78" y="630"/>
                  </a:lnTo>
                  <a:lnTo>
                    <a:pt x="66" y="642"/>
                  </a:lnTo>
                  <a:lnTo>
                    <a:pt x="66" y="654"/>
                  </a:lnTo>
                  <a:lnTo>
                    <a:pt x="60" y="660"/>
                  </a:lnTo>
                  <a:lnTo>
                    <a:pt x="42" y="696"/>
                  </a:lnTo>
                  <a:lnTo>
                    <a:pt x="0" y="738"/>
                  </a:lnTo>
                  <a:lnTo>
                    <a:pt x="0" y="1038"/>
                  </a:lnTo>
                  <a:lnTo>
                    <a:pt x="42" y="1104"/>
                  </a:lnTo>
                  <a:lnTo>
                    <a:pt x="48" y="1086"/>
                  </a:lnTo>
                  <a:lnTo>
                    <a:pt x="84" y="1032"/>
                  </a:lnTo>
                  <a:lnTo>
                    <a:pt x="96" y="1008"/>
                  </a:lnTo>
                  <a:lnTo>
                    <a:pt x="114" y="996"/>
                  </a:lnTo>
                  <a:lnTo>
                    <a:pt x="144" y="966"/>
                  </a:lnTo>
                  <a:lnTo>
                    <a:pt x="150" y="954"/>
                  </a:lnTo>
                  <a:lnTo>
                    <a:pt x="162" y="936"/>
                  </a:lnTo>
                  <a:lnTo>
                    <a:pt x="192" y="906"/>
                  </a:lnTo>
                  <a:lnTo>
                    <a:pt x="216" y="876"/>
                  </a:lnTo>
                  <a:lnTo>
                    <a:pt x="246" y="846"/>
                  </a:lnTo>
                  <a:lnTo>
                    <a:pt x="264" y="840"/>
                  </a:lnTo>
                  <a:lnTo>
                    <a:pt x="276" y="828"/>
                  </a:lnTo>
                  <a:lnTo>
                    <a:pt x="294" y="816"/>
                  </a:lnTo>
                  <a:lnTo>
                    <a:pt x="318" y="804"/>
                  </a:lnTo>
                  <a:lnTo>
                    <a:pt x="336" y="786"/>
                  </a:lnTo>
                  <a:lnTo>
                    <a:pt x="372" y="756"/>
                  </a:lnTo>
                  <a:lnTo>
                    <a:pt x="420" y="708"/>
                  </a:lnTo>
                  <a:lnTo>
                    <a:pt x="438" y="684"/>
                  </a:lnTo>
                  <a:lnTo>
                    <a:pt x="462" y="654"/>
                  </a:lnTo>
                  <a:lnTo>
                    <a:pt x="492" y="618"/>
                  </a:lnTo>
                  <a:lnTo>
                    <a:pt x="516" y="570"/>
                  </a:lnTo>
                  <a:lnTo>
                    <a:pt x="528" y="540"/>
                  </a:lnTo>
                  <a:lnTo>
                    <a:pt x="546" y="516"/>
                  </a:lnTo>
                  <a:lnTo>
                    <a:pt x="558" y="498"/>
                  </a:lnTo>
                  <a:lnTo>
                    <a:pt x="564" y="492"/>
                  </a:lnTo>
                  <a:lnTo>
                    <a:pt x="570" y="480"/>
                  </a:lnTo>
                  <a:lnTo>
                    <a:pt x="576" y="474"/>
                  </a:lnTo>
                  <a:lnTo>
                    <a:pt x="576" y="450"/>
                  </a:lnTo>
                  <a:lnTo>
                    <a:pt x="582" y="432"/>
                  </a:lnTo>
                  <a:lnTo>
                    <a:pt x="588" y="420"/>
                  </a:lnTo>
                  <a:lnTo>
                    <a:pt x="588" y="402"/>
                  </a:lnTo>
                  <a:lnTo>
                    <a:pt x="594" y="390"/>
                  </a:lnTo>
                  <a:lnTo>
                    <a:pt x="606" y="378"/>
                  </a:lnTo>
                  <a:lnTo>
                    <a:pt x="612" y="366"/>
                  </a:lnTo>
                  <a:lnTo>
                    <a:pt x="624" y="354"/>
                  </a:lnTo>
                  <a:lnTo>
                    <a:pt x="624" y="324"/>
                  </a:lnTo>
                  <a:lnTo>
                    <a:pt x="636" y="318"/>
                  </a:lnTo>
                  <a:lnTo>
                    <a:pt x="642" y="306"/>
                  </a:lnTo>
                  <a:lnTo>
                    <a:pt x="660" y="252"/>
                  </a:lnTo>
                  <a:lnTo>
                    <a:pt x="672" y="252"/>
                  </a:lnTo>
                  <a:lnTo>
                    <a:pt x="672" y="246"/>
                  </a:lnTo>
                  <a:lnTo>
                    <a:pt x="684" y="234"/>
                  </a:lnTo>
                  <a:lnTo>
                    <a:pt x="684" y="138"/>
                  </a:lnTo>
                  <a:lnTo>
                    <a:pt x="708" y="126"/>
                  </a:lnTo>
                  <a:lnTo>
                    <a:pt x="702" y="54"/>
                  </a:lnTo>
                  <a:lnTo>
                    <a:pt x="708" y="42"/>
                  </a:lnTo>
                  <a:lnTo>
                    <a:pt x="708" y="36"/>
                  </a:lnTo>
                  <a:lnTo>
                    <a:pt x="714" y="24"/>
                  </a:lnTo>
                  <a:lnTo>
                    <a:pt x="714" y="12"/>
                  </a:lnTo>
                  <a:lnTo>
                    <a:pt x="690" y="0"/>
                  </a:lnTo>
                  <a:lnTo>
                    <a:pt x="672" y="0"/>
                  </a:lnTo>
                  <a:lnTo>
                    <a:pt x="666" y="12"/>
                  </a:lnTo>
                  <a:lnTo>
                    <a:pt x="654" y="18"/>
                  </a:lnTo>
                  <a:lnTo>
                    <a:pt x="648" y="30"/>
                  </a:lnTo>
                  <a:lnTo>
                    <a:pt x="624" y="42"/>
                  </a:lnTo>
                  <a:lnTo>
                    <a:pt x="612" y="42"/>
                  </a:lnTo>
                  <a:lnTo>
                    <a:pt x="594" y="48"/>
                  </a:lnTo>
                  <a:lnTo>
                    <a:pt x="582" y="54"/>
                  </a:lnTo>
                  <a:lnTo>
                    <a:pt x="564" y="54"/>
                  </a:lnTo>
                  <a:lnTo>
                    <a:pt x="546" y="48"/>
                  </a:lnTo>
                  <a:lnTo>
                    <a:pt x="534" y="42"/>
                  </a:lnTo>
                  <a:lnTo>
                    <a:pt x="516" y="48"/>
                  </a:lnTo>
                  <a:lnTo>
                    <a:pt x="510" y="54"/>
                  </a:lnTo>
                  <a:lnTo>
                    <a:pt x="498" y="60"/>
                  </a:lnTo>
                  <a:lnTo>
                    <a:pt x="492" y="72"/>
                  </a:lnTo>
                  <a:lnTo>
                    <a:pt x="486" y="78"/>
                  </a:lnTo>
                  <a:lnTo>
                    <a:pt x="474" y="78"/>
                  </a:lnTo>
                  <a:lnTo>
                    <a:pt x="462" y="72"/>
                  </a:lnTo>
                  <a:lnTo>
                    <a:pt x="456" y="60"/>
                  </a:lnTo>
                  <a:lnTo>
                    <a:pt x="444" y="60"/>
                  </a:lnTo>
                  <a:lnTo>
                    <a:pt x="438" y="66"/>
                  </a:lnTo>
                  <a:lnTo>
                    <a:pt x="426" y="72"/>
                  </a:lnTo>
                  <a:lnTo>
                    <a:pt x="396" y="102"/>
                  </a:lnTo>
                  <a:lnTo>
                    <a:pt x="384" y="108"/>
                  </a:lnTo>
                  <a:lnTo>
                    <a:pt x="372" y="108"/>
                  </a:lnTo>
                  <a:lnTo>
                    <a:pt x="360" y="102"/>
                  </a:lnTo>
                  <a:lnTo>
                    <a:pt x="354" y="96"/>
                  </a:lnTo>
                  <a:lnTo>
                    <a:pt x="342" y="90"/>
                  </a:lnTo>
                  <a:lnTo>
                    <a:pt x="330" y="90"/>
                  </a:lnTo>
                  <a:lnTo>
                    <a:pt x="306" y="102"/>
                  </a:lnTo>
                  <a:lnTo>
                    <a:pt x="294" y="114"/>
                  </a:lnTo>
                  <a:lnTo>
                    <a:pt x="270" y="126"/>
                  </a:lnTo>
                  <a:lnTo>
                    <a:pt x="210" y="126"/>
                  </a:lnTo>
                  <a:lnTo>
                    <a:pt x="192" y="108"/>
                  </a:lnTo>
                  <a:lnTo>
                    <a:pt x="186" y="96"/>
                  </a:lnTo>
                  <a:lnTo>
                    <a:pt x="174" y="90"/>
                  </a:lnTo>
                  <a:lnTo>
                    <a:pt x="168" y="78"/>
                  </a:lnTo>
                  <a:lnTo>
                    <a:pt x="168" y="66"/>
                  </a:lnTo>
                  <a:lnTo>
                    <a:pt x="156" y="54"/>
                  </a:lnTo>
                  <a:lnTo>
                    <a:pt x="150" y="54"/>
                  </a:lnTo>
                  <a:lnTo>
                    <a:pt x="126" y="78"/>
                  </a:lnTo>
                  <a:lnTo>
                    <a:pt x="108" y="11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7" name="Solomon Islands" descr="© INSCALE GmbH, 05.05.2010&#10;http://www.presentationload.com/">
              <a:extLst>
                <a:ext uri="{FF2B5EF4-FFF2-40B4-BE49-F238E27FC236}">
                  <a16:creationId xmlns:a16="http://schemas.microsoft.com/office/drawing/2014/main" id="{59BF0F9B-0159-4D64-84A6-8AA2BB40FE40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7410207" y="3179254"/>
              <a:ext cx="122779" cy="114315"/>
            </a:xfrm>
            <a:custGeom>
              <a:avLst/>
              <a:gdLst>
                <a:gd name="T0" fmla="*/ 2147483647 w 372"/>
                <a:gd name="T1" fmla="*/ 0 h 348"/>
                <a:gd name="T2" fmla="*/ 2147483647 w 372"/>
                <a:gd name="T3" fmla="*/ 2147483647 h 348"/>
                <a:gd name="T4" fmla="*/ 0 w 372"/>
                <a:gd name="T5" fmla="*/ 2147483647 h 348"/>
                <a:gd name="T6" fmla="*/ 2147483647 w 372"/>
                <a:gd name="T7" fmla="*/ 2147483647 h 348"/>
                <a:gd name="T8" fmla="*/ 0 w 372"/>
                <a:gd name="T9" fmla="*/ 2147483647 h 348"/>
                <a:gd name="T10" fmla="*/ 2147483647 w 372"/>
                <a:gd name="T11" fmla="*/ 2147483647 h 348"/>
                <a:gd name="T12" fmla="*/ 2147483647 w 372"/>
                <a:gd name="T13" fmla="*/ 2147483647 h 348"/>
                <a:gd name="T14" fmla="*/ 2147483647 w 372"/>
                <a:gd name="T15" fmla="*/ 2147483647 h 348"/>
                <a:gd name="T16" fmla="*/ 2147483647 w 372"/>
                <a:gd name="T17" fmla="*/ 2147483647 h 348"/>
                <a:gd name="T18" fmla="*/ 2147483647 w 372"/>
                <a:gd name="T19" fmla="*/ 2147483647 h 348"/>
                <a:gd name="T20" fmla="*/ 2147483647 w 372"/>
                <a:gd name="T21" fmla="*/ 2147483647 h 348"/>
                <a:gd name="T22" fmla="*/ 2147483647 w 372"/>
                <a:gd name="T23" fmla="*/ 2147483647 h 348"/>
                <a:gd name="T24" fmla="*/ 2147483647 w 372"/>
                <a:gd name="T25" fmla="*/ 2147483647 h 348"/>
                <a:gd name="T26" fmla="*/ 2147483647 w 372"/>
                <a:gd name="T27" fmla="*/ 2147483647 h 348"/>
                <a:gd name="T28" fmla="*/ 2147483647 w 372"/>
                <a:gd name="T29" fmla="*/ 2147483647 h 348"/>
                <a:gd name="T30" fmla="*/ 2147483647 w 372"/>
                <a:gd name="T31" fmla="*/ 2147483647 h 348"/>
                <a:gd name="T32" fmla="*/ 2147483647 w 372"/>
                <a:gd name="T33" fmla="*/ 2147483647 h 348"/>
                <a:gd name="T34" fmla="*/ 2147483647 w 372"/>
                <a:gd name="T35" fmla="*/ 2147483647 h 348"/>
                <a:gd name="T36" fmla="*/ 2147483647 w 372"/>
                <a:gd name="T37" fmla="*/ 2147483647 h 348"/>
                <a:gd name="T38" fmla="*/ 2147483647 w 372"/>
                <a:gd name="T39" fmla="*/ 2147483647 h 348"/>
                <a:gd name="T40" fmla="*/ 2147483647 w 372"/>
                <a:gd name="T41" fmla="*/ 2147483647 h 348"/>
                <a:gd name="T42" fmla="*/ 2147483647 w 372"/>
                <a:gd name="T43" fmla="*/ 2147483647 h 348"/>
                <a:gd name="T44" fmla="*/ 2147483647 w 372"/>
                <a:gd name="T45" fmla="*/ 2147483647 h 348"/>
                <a:gd name="T46" fmla="*/ 2147483647 w 372"/>
                <a:gd name="T47" fmla="*/ 2147483647 h 348"/>
                <a:gd name="T48" fmla="*/ 2147483647 w 372"/>
                <a:gd name="T49" fmla="*/ 2147483647 h 348"/>
                <a:gd name="T50" fmla="*/ 2147483647 w 372"/>
                <a:gd name="T51" fmla="*/ 2147483647 h 348"/>
                <a:gd name="T52" fmla="*/ 2147483647 w 372"/>
                <a:gd name="T53" fmla="*/ 2147483647 h 348"/>
                <a:gd name="T54" fmla="*/ 2147483647 w 372"/>
                <a:gd name="T55" fmla="*/ 2147483647 h 348"/>
                <a:gd name="T56" fmla="*/ 2147483647 w 372"/>
                <a:gd name="T57" fmla="*/ 2147483647 h 348"/>
                <a:gd name="T58" fmla="*/ 2147483647 w 372"/>
                <a:gd name="T59" fmla="*/ 2147483647 h 348"/>
                <a:gd name="T60" fmla="*/ 2147483647 w 372"/>
                <a:gd name="T61" fmla="*/ 2147483647 h 348"/>
                <a:gd name="T62" fmla="*/ 2147483647 w 372"/>
                <a:gd name="T63" fmla="*/ 2147483647 h 34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72"/>
                <a:gd name="T97" fmla="*/ 0 h 348"/>
                <a:gd name="T98" fmla="*/ 372 w 372"/>
                <a:gd name="T99" fmla="*/ 348 h 34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72" h="348">
                  <a:moveTo>
                    <a:pt x="30" y="18"/>
                  </a:moveTo>
                  <a:lnTo>
                    <a:pt x="12" y="0"/>
                  </a:lnTo>
                  <a:lnTo>
                    <a:pt x="6" y="24"/>
                  </a:lnTo>
                  <a:lnTo>
                    <a:pt x="24" y="48"/>
                  </a:lnTo>
                  <a:lnTo>
                    <a:pt x="30" y="18"/>
                  </a:lnTo>
                  <a:close/>
                  <a:moveTo>
                    <a:pt x="0" y="126"/>
                  </a:moveTo>
                  <a:lnTo>
                    <a:pt x="18" y="132"/>
                  </a:lnTo>
                  <a:lnTo>
                    <a:pt x="36" y="102"/>
                  </a:lnTo>
                  <a:lnTo>
                    <a:pt x="0" y="102"/>
                  </a:lnTo>
                  <a:lnTo>
                    <a:pt x="0" y="126"/>
                  </a:lnTo>
                  <a:close/>
                  <a:moveTo>
                    <a:pt x="78" y="120"/>
                  </a:moveTo>
                  <a:lnTo>
                    <a:pt x="36" y="120"/>
                  </a:lnTo>
                  <a:lnTo>
                    <a:pt x="42" y="144"/>
                  </a:lnTo>
                  <a:lnTo>
                    <a:pt x="78" y="132"/>
                  </a:lnTo>
                  <a:lnTo>
                    <a:pt x="78" y="120"/>
                  </a:lnTo>
                  <a:close/>
                  <a:moveTo>
                    <a:pt x="60" y="186"/>
                  </a:moveTo>
                  <a:lnTo>
                    <a:pt x="96" y="186"/>
                  </a:lnTo>
                  <a:lnTo>
                    <a:pt x="48" y="150"/>
                  </a:lnTo>
                  <a:lnTo>
                    <a:pt x="60" y="186"/>
                  </a:lnTo>
                  <a:close/>
                  <a:moveTo>
                    <a:pt x="246" y="222"/>
                  </a:moveTo>
                  <a:lnTo>
                    <a:pt x="222" y="210"/>
                  </a:lnTo>
                  <a:lnTo>
                    <a:pt x="192" y="210"/>
                  </a:lnTo>
                  <a:lnTo>
                    <a:pt x="192" y="228"/>
                  </a:lnTo>
                  <a:lnTo>
                    <a:pt x="198" y="234"/>
                  </a:lnTo>
                  <a:lnTo>
                    <a:pt x="204" y="246"/>
                  </a:lnTo>
                  <a:lnTo>
                    <a:pt x="216" y="252"/>
                  </a:lnTo>
                  <a:lnTo>
                    <a:pt x="252" y="264"/>
                  </a:lnTo>
                  <a:lnTo>
                    <a:pt x="264" y="264"/>
                  </a:lnTo>
                  <a:lnTo>
                    <a:pt x="276" y="258"/>
                  </a:lnTo>
                  <a:lnTo>
                    <a:pt x="276" y="252"/>
                  </a:lnTo>
                  <a:lnTo>
                    <a:pt x="270" y="246"/>
                  </a:lnTo>
                  <a:lnTo>
                    <a:pt x="264" y="234"/>
                  </a:lnTo>
                  <a:lnTo>
                    <a:pt x="246" y="222"/>
                  </a:lnTo>
                  <a:close/>
                  <a:moveTo>
                    <a:pt x="312" y="288"/>
                  </a:moveTo>
                  <a:lnTo>
                    <a:pt x="360" y="348"/>
                  </a:lnTo>
                  <a:lnTo>
                    <a:pt x="372" y="318"/>
                  </a:lnTo>
                  <a:lnTo>
                    <a:pt x="312" y="288"/>
                  </a:lnTo>
                  <a:close/>
                  <a:moveTo>
                    <a:pt x="288" y="126"/>
                  </a:moveTo>
                  <a:lnTo>
                    <a:pt x="288" y="132"/>
                  </a:lnTo>
                  <a:lnTo>
                    <a:pt x="282" y="138"/>
                  </a:lnTo>
                  <a:lnTo>
                    <a:pt x="282" y="150"/>
                  </a:lnTo>
                  <a:lnTo>
                    <a:pt x="276" y="162"/>
                  </a:lnTo>
                  <a:lnTo>
                    <a:pt x="276" y="192"/>
                  </a:lnTo>
                  <a:lnTo>
                    <a:pt x="312" y="228"/>
                  </a:lnTo>
                  <a:lnTo>
                    <a:pt x="324" y="234"/>
                  </a:lnTo>
                  <a:lnTo>
                    <a:pt x="330" y="240"/>
                  </a:lnTo>
                  <a:lnTo>
                    <a:pt x="288" y="126"/>
                  </a:lnTo>
                  <a:close/>
                  <a:moveTo>
                    <a:pt x="120" y="60"/>
                  </a:moveTo>
                  <a:lnTo>
                    <a:pt x="120" y="66"/>
                  </a:lnTo>
                  <a:lnTo>
                    <a:pt x="126" y="78"/>
                  </a:lnTo>
                  <a:lnTo>
                    <a:pt x="138" y="90"/>
                  </a:lnTo>
                  <a:lnTo>
                    <a:pt x="150" y="108"/>
                  </a:lnTo>
                  <a:lnTo>
                    <a:pt x="168" y="120"/>
                  </a:lnTo>
                  <a:lnTo>
                    <a:pt x="192" y="144"/>
                  </a:lnTo>
                  <a:lnTo>
                    <a:pt x="204" y="150"/>
                  </a:lnTo>
                  <a:lnTo>
                    <a:pt x="216" y="150"/>
                  </a:lnTo>
                  <a:lnTo>
                    <a:pt x="210" y="138"/>
                  </a:lnTo>
                  <a:lnTo>
                    <a:pt x="204" y="132"/>
                  </a:lnTo>
                  <a:lnTo>
                    <a:pt x="198" y="120"/>
                  </a:lnTo>
                  <a:lnTo>
                    <a:pt x="186" y="108"/>
                  </a:lnTo>
                  <a:lnTo>
                    <a:pt x="174" y="90"/>
                  </a:lnTo>
                  <a:lnTo>
                    <a:pt x="156" y="78"/>
                  </a:lnTo>
                  <a:lnTo>
                    <a:pt x="144" y="66"/>
                  </a:lnTo>
                  <a:lnTo>
                    <a:pt x="132" y="60"/>
                  </a:lnTo>
                  <a:lnTo>
                    <a:pt x="120" y="6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8" name="Spain" descr="© INSCALE GmbH, 05.05.2010&#10;http://www.presentationload.com/">
              <a:extLst>
                <a:ext uri="{FF2B5EF4-FFF2-40B4-BE49-F238E27FC236}">
                  <a16:creationId xmlns:a16="http://schemas.microsoft.com/office/drawing/2014/main" id="{796C879A-5543-4258-8B15-1929AC2AE804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3554927" y="1844726"/>
              <a:ext cx="289503" cy="202941"/>
            </a:xfrm>
            <a:custGeom>
              <a:avLst/>
              <a:gdLst>
                <a:gd name="T0" fmla="*/ 2147483647 w 876"/>
                <a:gd name="T1" fmla="*/ 2147483647 h 618"/>
                <a:gd name="T2" fmla="*/ 2147483647 w 876"/>
                <a:gd name="T3" fmla="*/ 2147483647 h 618"/>
                <a:gd name="T4" fmla="*/ 2147483647 w 876"/>
                <a:gd name="T5" fmla="*/ 2147483647 h 618"/>
                <a:gd name="T6" fmla="*/ 2147483647 w 876"/>
                <a:gd name="T7" fmla="*/ 2147483647 h 618"/>
                <a:gd name="T8" fmla="*/ 2147483647 w 876"/>
                <a:gd name="T9" fmla="*/ 2147483647 h 618"/>
                <a:gd name="T10" fmla="*/ 2147483647 w 876"/>
                <a:gd name="T11" fmla="*/ 2147483647 h 618"/>
                <a:gd name="T12" fmla="*/ 2147483647 w 876"/>
                <a:gd name="T13" fmla="*/ 2147483647 h 618"/>
                <a:gd name="T14" fmla="*/ 2147483647 w 876"/>
                <a:gd name="T15" fmla="*/ 2147483647 h 618"/>
                <a:gd name="T16" fmla="*/ 2147483647 w 876"/>
                <a:gd name="T17" fmla="*/ 2147483647 h 618"/>
                <a:gd name="T18" fmla="*/ 2147483647 w 876"/>
                <a:gd name="T19" fmla="*/ 2147483647 h 618"/>
                <a:gd name="T20" fmla="*/ 2147483647 w 876"/>
                <a:gd name="T21" fmla="*/ 2147483647 h 618"/>
                <a:gd name="T22" fmla="*/ 2147483647 w 876"/>
                <a:gd name="T23" fmla="*/ 2147483647 h 618"/>
                <a:gd name="T24" fmla="*/ 2147483647 w 876"/>
                <a:gd name="T25" fmla="*/ 2147483647 h 618"/>
                <a:gd name="T26" fmla="*/ 2147483647 w 876"/>
                <a:gd name="T27" fmla="*/ 2147483647 h 618"/>
                <a:gd name="T28" fmla="*/ 2147483647 w 876"/>
                <a:gd name="T29" fmla="*/ 2147483647 h 618"/>
                <a:gd name="T30" fmla="*/ 2147483647 w 876"/>
                <a:gd name="T31" fmla="*/ 2147483647 h 618"/>
                <a:gd name="T32" fmla="*/ 2147483647 w 876"/>
                <a:gd name="T33" fmla="*/ 2147483647 h 618"/>
                <a:gd name="T34" fmla="*/ 2147483647 w 876"/>
                <a:gd name="T35" fmla="*/ 2147483647 h 618"/>
                <a:gd name="T36" fmla="*/ 2147483647 w 876"/>
                <a:gd name="T37" fmla="*/ 2147483647 h 618"/>
                <a:gd name="T38" fmla="*/ 2147483647 w 876"/>
                <a:gd name="T39" fmla="*/ 2147483647 h 618"/>
                <a:gd name="T40" fmla="*/ 2147483647 w 876"/>
                <a:gd name="T41" fmla="*/ 0 h 618"/>
                <a:gd name="T42" fmla="*/ 2147483647 w 876"/>
                <a:gd name="T43" fmla="*/ 2147483647 h 618"/>
                <a:gd name="T44" fmla="*/ 0 w 876"/>
                <a:gd name="T45" fmla="*/ 2147483647 h 618"/>
                <a:gd name="T46" fmla="*/ 2147483647 w 876"/>
                <a:gd name="T47" fmla="*/ 2147483647 h 618"/>
                <a:gd name="T48" fmla="*/ 2147483647 w 876"/>
                <a:gd name="T49" fmla="*/ 2147483647 h 618"/>
                <a:gd name="T50" fmla="*/ 2147483647 w 876"/>
                <a:gd name="T51" fmla="*/ 2147483647 h 618"/>
                <a:gd name="T52" fmla="*/ 2147483647 w 876"/>
                <a:gd name="T53" fmla="*/ 2147483647 h 618"/>
                <a:gd name="T54" fmla="*/ 2147483647 w 876"/>
                <a:gd name="T55" fmla="*/ 2147483647 h 618"/>
                <a:gd name="T56" fmla="*/ 2147483647 w 876"/>
                <a:gd name="T57" fmla="*/ 2147483647 h 618"/>
                <a:gd name="T58" fmla="*/ 2147483647 w 876"/>
                <a:gd name="T59" fmla="*/ 2147483647 h 618"/>
                <a:gd name="T60" fmla="*/ 2147483647 w 876"/>
                <a:gd name="T61" fmla="*/ 2147483647 h 618"/>
                <a:gd name="T62" fmla="*/ 2147483647 w 876"/>
                <a:gd name="T63" fmla="*/ 2147483647 h 618"/>
                <a:gd name="T64" fmla="*/ 2147483647 w 876"/>
                <a:gd name="T65" fmla="*/ 2147483647 h 618"/>
                <a:gd name="T66" fmla="*/ 2147483647 w 876"/>
                <a:gd name="T67" fmla="*/ 2147483647 h 618"/>
                <a:gd name="T68" fmla="*/ 2147483647 w 876"/>
                <a:gd name="T69" fmla="*/ 2147483647 h 618"/>
                <a:gd name="T70" fmla="*/ 2147483647 w 876"/>
                <a:gd name="T71" fmla="*/ 2147483647 h 618"/>
                <a:gd name="T72" fmla="*/ 2147483647 w 876"/>
                <a:gd name="T73" fmla="*/ 2147483647 h 618"/>
                <a:gd name="T74" fmla="*/ 2147483647 w 876"/>
                <a:gd name="T75" fmla="*/ 2147483647 h 618"/>
                <a:gd name="T76" fmla="*/ 2147483647 w 876"/>
                <a:gd name="T77" fmla="*/ 2147483647 h 618"/>
                <a:gd name="T78" fmla="*/ 2147483647 w 876"/>
                <a:gd name="T79" fmla="*/ 2147483647 h 618"/>
                <a:gd name="T80" fmla="*/ 2147483647 w 876"/>
                <a:gd name="T81" fmla="*/ 2147483647 h 618"/>
                <a:gd name="T82" fmla="*/ 2147483647 w 876"/>
                <a:gd name="T83" fmla="*/ 2147483647 h 618"/>
                <a:gd name="T84" fmla="*/ 2147483647 w 876"/>
                <a:gd name="T85" fmla="*/ 2147483647 h 618"/>
                <a:gd name="T86" fmla="*/ 2147483647 w 876"/>
                <a:gd name="T87" fmla="*/ 2147483647 h 618"/>
                <a:gd name="T88" fmla="*/ 2147483647 w 876"/>
                <a:gd name="T89" fmla="*/ 2147483647 h 618"/>
                <a:gd name="T90" fmla="*/ 2147483647 w 876"/>
                <a:gd name="T91" fmla="*/ 2147483647 h 618"/>
                <a:gd name="T92" fmla="*/ 2147483647 w 876"/>
                <a:gd name="T93" fmla="*/ 2147483647 h 618"/>
                <a:gd name="T94" fmla="*/ 2147483647 w 876"/>
                <a:gd name="T95" fmla="*/ 2147483647 h 618"/>
                <a:gd name="T96" fmla="*/ 2147483647 w 876"/>
                <a:gd name="T97" fmla="*/ 2147483647 h 618"/>
                <a:gd name="T98" fmla="*/ 2147483647 w 876"/>
                <a:gd name="T99" fmla="*/ 2147483647 h 618"/>
                <a:gd name="T100" fmla="*/ 2147483647 w 876"/>
                <a:gd name="T101" fmla="*/ 2147483647 h 618"/>
                <a:gd name="T102" fmla="*/ 2147483647 w 876"/>
                <a:gd name="T103" fmla="*/ 2147483647 h 618"/>
                <a:gd name="T104" fmla="*/ 2147483647 w 876"/>
                <a:gd name="T105" fmla="*/ 2147483647 h 618"/>
                <a:gd name="T106" fmla="*/ 2147483647 w 876"/>
                <a:gd name="T107" fmla="*/ 2147483647 h 618"/>
                <a:gd name="T108" fmla="*/ 2147483647 w 876"/>
                <a:gd name="T109" fmla="*/ 2147483647 h 61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876"/>
                <a:gd name="T166" fmla="*/ 0 h 618"/>
                <a:gd name="T167" fmla="*/ 876 w 876"/>
                <a:gd name="T168" fmla="*/ 618 h 61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876" h="618">
                  <a:moveTo>
                    <a:pt x="804" y="318"/>
                  </a:moveTo>
                  <a:lnTo>
                    <a:pt x="798" y="312"/>
                  </a:lnTo>
                  <a:lnTo>
                    <a:pt x="798" y="306"/>
                  </a:lnTo>
                  <a:lnTo>
                    <a:pt x="786" y="306"/>
                  </a:lnTo>
                  <a:lnTo>
                    <a:pt x="762" y="318"/>
                  </a:lnTo>
                  <a:lnTo>
                    <a:pt x="750" y="330"/>
                  </a:lnTo>
                  <a:lnTo>
                    <a:pt x="750" y="336"/>
                  </a:lnTo>
                  <a:lnTo>
                    <a:pt x="756" y="342"/>
                  </a:lnTo>
                  <a:lnTo>
                    <a:pt x="768" y="342"/>
                  </a:lnTo>
                  <a:lnTo>
                    <a:pt x="774" y="348"/>
                  </a:lnTo>
                  <a:lnTo>
                    <a:pt x="774" y="354"/>
                  </a:lnTo>
                  <a:lnTo>
                    <a:pt x="804" y="354"/>
                  </a:lnTo>
                  <a:lnTo>
                    <a:pt x="816" y="342"/>
                  </a:lnTo>
                  <a:lnTo>
                    <a:pt x="816" y="324"/>
                  </a:lnTo>
                  <a:lnTo>
                    <a:pt x="810" y="318"/>
                  </a:lnTo>
                  <a:lnTo>
                    <a:pt x="804" y="318"/>
                  </a:lnTo>
                  <a:close/>
                  <a:moveTo>
                    <a:pt x="672" y="390"/>
                  </a:moveTo>
                  <a:lnTo>
                    <a:pt x="678" y="396"/>
                  </a:lnTo>
                  <a:lnTo>
                    <a:pt x="684" y="396"/>
                  </a:lnTo>
                  <a:lnTo>
                    <a:pt x="690" y="390"/>
                  </a:lnTo>
                  <a:lnTo>
                    <a:pt x="690" y="372"/>
                  </a:lnTo>
                  <a:lnTo>
                    <a:pt x="684" y="372"/>
                  </a:lnTo>
                  <a:lnTo>
                    <a:pt x="672" y="384"/>
                  </a:lnTo>
                  <a:lnTo>
                    <a:pt x="672" y="390"/>
                  </a:lnTo>
                  <a:close/>
                  <a:moveTo>
                    <a:pt x="840" y="300"/>
                  </a:moveTo>
                  <a:lnTo>
                    <a:pt x="840" y="306"/>
                  </a:lnTo>
                  <a:lnTo>
                    <a:pt x="852" y="318"/>
                  </a:lnTo>
                  <a:lnTo>
                    <a:pt x="870" y="318"/>
                  </a:lnTo>
                  <a:lnTo>
                    <a:pt x="876" y="312"/>
                  </a:lnTo>
                  <a:lnTo>
                    <a:pt x="864" y="300"/>
                  </a:lnTo>
                  <a:lnTo>
                    <a:pt x="852" y="300"/>
                  </a:lnTo>
                  <a:lnTo>
                    <a:pt x="846" y="294"/>
                  </a:lnTo>
                  <a:lnTo>
                    <a:pt x="840" y="300"/>
                  </a:lnTo>
                  <a:close/>
                  <a:moveTo>
                    <a:pt x="804" y="150"/>
                  </a:moveTo>
                  <a:lnTo>
                    <a:pt x="798" y="138"/>
                  </a:lnTo>
                  <a:lnTo>
                    <a:pt x="798" y="132"/>
                  </a:lnTo>
                  <a:lnTo>
                    <a:pt x="810" y="120"/>
                  </a:lnTo>
                  <a:lnTo>
                    <a:pt x="798" y="114"/>
                  </a:lnTo>
                  <a:lnTo>
                    <a:pt x="792" y="108"/>
                  </a:lnTo>
                  <a:lnTo>
                    <a:pt x="792" y="102"/>
                  </a:lnTo>
                  <a:lnTo>
                    <a:pt x="780" y="102"/>
                  </a:lnTo>
                  <a:lnTo>
                    <a:pt x="780" y="108"/>
                  </a:lnTo>
                  <a:lnTo>
                    <a:pt x="774" y="114"/>
                  </a:lnTo>
                  <a:lnTo>
                    <a:pt x="756" y="114"/>
                  </a:lnTo>
                  <a:lnTo>
                    <a:pt x="750" y="108"/>
                  </a:lnTo>
                  <a:lnTo>
                    <a:pt x="726" y="108"/>
                  </a:lnTo>
                  <a:lnTo>
                    <a:pt x="726" y="102"/>
                  </a:lnTo>
                  <a:lnTo>
                    <a:pt x="708" y="102"/>
                  </a:lnTo>
                  <a:lnTo>
                    <a:pt x="696" y="108"/>
                  </a:lnTo>
                  <a:lnTo>
                    <a:pt x="690" y="84"/>
                  </a:lnTo>
                  <a:lnTo>
                    <a:pt x="672" y="84"/>
                  </a:lnTo>
                  <a:lnTo>
                    <a:pt x="672" y="78"/>
                  </a:lnTo>
                  <a:lnTo>
                    <a:pt x="666" y="72"/>
                  </a:lnTo>
                  <a:lnTo>
                    <a:pt x="648" y="72"/>
                  </a:lnTo>
                  <a:lnTo>
                    <a:pt x="642" y="78"/>
                  </a:lnTo>
                  <a:lnTo>
                    <a:pt x="642" y="90"/>
                  </a:lnTo>
                  <a:lnTo>
                    <a:pt x="624" y="96"/>
                  </a:lnTo>
                  <a:lnTo>
                    <a:pt x="624" y="84"/>
                  </a:lnTo>
                  <a:lnTo>
                    <a:pt x="594" y="84"/>
                  </a:lnTo>
                  <a:lnTo>
                    <a:pt x="582" y="72"/>
                  </a:lnTo>
                  <a:lnTo>
                    <a:pt x="570" y="72"/>
                  </a:lnTo>
                  <a:lnTo>
                    <a:pt x="564" y="78"/>
                  </a:lnTo>
                  <a:lnTo>
                    <a:pt x="546" y="60"/>
                  </a:lnTo>
                  <a:lnTo>
                    <a:pt x="510" y="60"/>
                  </a:lnTo>
                  <a:lnTo>
                    <a:pt x="516" y="54"/>
                  </a:lnTo>
                  <a:lnTo>
                    <a:pt x="516" y="48"/>
                  </a:lnTo>
                  <a:lnTo>
                    <a:pt x="504" y="36"/>
                  </a:lnTo>
                  <a:lnTo>
                    <a:pt x="498" y="36"/>
                  </a:lnTo>
                  <a:lnTo>
                    <a:pt x="492" y="42"/>
                  </a:lnTo>
                  <a:lnTo>
                    <a:pt x="486" y="36"/>
                  </a:lnTo>
                  <a:lnTo>
                    <a:pt x="450" y="36"/>
                  </a:lnTo>
                  <a:lnTo>
                    <a:pt x="390" y="24"/>
                  </a:lnTo>
                  <a:lnTo>
                    <a:pt x="378" y="24"/>
                  </a:lnTo>
                  <a:lnTo>
                    <a:pt x="348" y="36"/>
                  </a:lnTo>
                  <a:lnTo>
                    <a:pt x="294" y="30"/>
                  </a:lnTo>
                  <a:lnTo>
                    <a:pt x="258" y="12"/>
                  </a:lnTo>
                  <a:lnTo>
                    <a:pt x="234" y="12"/>
                  </a:lnTo>
                  <a:lnTo>
                    <a:pt x="216" y="18"/>
                  </a:lnTo>
                  <a:lnTo>
                    <a:pt x="162" y="18"/>
                  </a:lnTo>
                  <a:lnTo>
                    <a:pt x="150" y="12"/>
                  </a:lnTo>
                  <a:lnTo>
                    <a:pt x="138" y="12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108" y="0"/>
                  </a:lnTo>
                  <a:lnTo>
                    <a:pt x="96" y="6"/>
                  </a:lnTo>
                  <a:lnTo>
                    <a:pt x="72" y="30"/>
                  </a:lnTo>
                  <a:lnTo>
                    <a:pt x="60" y="30"/>
                  </a:lnTo>
                  <a:lnTo>
                    <a:pt x="48" y="36"/>
                  </a:lnTo>
                  <a:lnTo>
                    <a:pt x="30" y="36"/>
                  </a:lnTo>
                  <a:lnTo>
                    <a:pt x="6" y="48"/>
                  </a:lnTo>
                  <a:lnTo>
                    <a:pt x="0" y="60"/>
                  </a:lnTo>
                  <a:lnTo>
                    <a:pt x="0" y="72"/>
                  </a:lnTo>
                  <a:lnTo>
                    <a:pt x="6" y="78"/>
                  </a:lnTo>
                  <a:lnTo>
                    <a:pt x="12" y="90"/>
                  </a:lnTo>
                  <a:lnTo>
                    <a:pt x="24" y="96"/>
                  </a:lnTo>
                  <a:lnTo>
                    <a:pt x="30" y="102"/>
                  </a:lnTo>
                  <a:lnTo>
                    <a:pt x="18" y="138"/>
                  </a:lnTo>
                  <a:lnTo>
                    <a:pt x="24" y="144"/>
                  </a:lnTo>
                  <a:lnTo>
                    <a:pt x="24" y="150"/>
                  </a:lnTo>
                  <a:lnTo>
                    <a:pt x="30" y="144"/>
                  </a:lnTo>
                  <a:lnTo>
                    <a:pt x="54" y="132"/>
                  </a:lnTo>
                  <a:lnTo>
                    <a:pt x="78" y="132"/>
                  </a:lnTo>
                  <a:lnTo>
                    <a:pt x="78" y="138"/>
                  </a:lnTo>
                  <a:lnTo>
                    <a:pt x="66" y="150"/>
                  </a:lnTo>
                  <a:lnTo>
                    <a:pt x="60" y="150"/>
                  </a:lnTo>
                  <a:lnTo>
                    <a:pt x="60" y="156"/>
                  </a:lnTo>
                  <a:lnTo>
                    <a:pt x="72" y="156"/>
                  </a:lnTo>
                  <a:lnTo>
                    <a:pt x="78" y="150"/>
                  </a:lnTo>
                  <a:lnTo>
                    <a:pt x="96" y="150"/>
                  </a:lnTo>
                  <a:lnTo>
                    <a:pt x="102" y="156"/>
                  </a:lnTo>
                  <a:lnTo>
                    <a:pt x="114" y="156"/>
                  </a:lnTo>
                  <a:lnTo>
                    <a:pt x="120" y="150"/>
                  </a:lnTo>
                  <a:lnTo>
                    <a:pt x="120" y="144"/>
                  </a:lnTo>
                  <a:lnTo>
                    <a:pt x="174" y="144"/>
                  </a:lnTo>
                  <a:lnTo>
                    <a:pt x="174" y="162"/>
                  </a:lnTo>
                  <a:lnTo>
                    <a:pt x="180" y="162"/>
                  </a:lnTo>
                  <a:lnTo>
                    <a:pt x="192" y="168"/>
                  </a:lnTo>
                  <a:lnTo>
                    <a:pt x="192" y="174"/>
                  </a:lnTo>
                  <a:lnTo>
                    <a:pt x="168" y="198"/>
                  </a:lnTo>
                  <a:lnTo>
                    <a:pt x="144" y="210"/>
                  </a:lnTo>
                  <a:lnTo>
                    <a:pt x="138" y="216"/>
                  </a:lnTo>
                  <a:lnTo>
                    <a:pt x="138" y="222"/>
                  </a:lnTo>
                  <a:lnTo>
                    <a:pt x="144" y="222"/>
                  </a:lnTo>
                  <a:lnTo>
                    <a:pt x="150" y="228"/>
                  </a:lnTo>
                  <a:lnTo>
                    <a:pt x="150" y="240"/>
                  </a:lnTo>
                  <a:lnTo>
                    <a:pt x="144" y="258"/>
                  </a:lnTo>
                  <a:lnTo>
                    <a:pt x="144" y="276"/>
                  </a:lnTo>
                  <a:lnTo>
                    <a:pt x="138" y="276"/>
                  </a:lnTo>
                  <a:lnTo>
                    <a:pt x="132" y="282"/>
                  </a:lnTo>
                  <a:lnTo>
                    <a:pt x="132" y="294"/>
                  </a:lnTo>
                  <a:lnTo>
                    <a:pt x="138" y="300"/>
                  </a:lnTo>
                  <a:lnTo>
                    <a:pt x="138" y="312"/>
                  </a:lnTo>
                  <a:lnTo>
                    <a:pt x="126" y="324"/>
                  </a:lnTo>
                  <a:lnTo>
                    <a:pt x="90" y="324"/>
                  </a:lnTo>
                  <a:lnTo>
                    <a:pt x="114" y="348"/>
                  </a:lnTo>
                  <a:lnTo>
                    <a:pt x="114" y="360"/>
                  </a:lnTo>
                  <a:lnTo>
                    <a:pt x="120" y="366"/>
                  </a:lnTo>
                  <a:lnTo>
                    <a:pt x="132" y="372"/>
                  </a:lnTo>
                  <a:lnTo>
                    <a:pt x="132" y="378"/>
                  </a:lnTo>
                  <a:lnTo>
                    <a:pt x="120" y="390"/>
                  </a:lnTo>
                  <a:lnTo>
                    <a:pt x="108" y="396"/>
                  </a:lnTo>
                  <a:lnTo>
                    <a:pt x="96" y="408"/>
                  </a:lnTo>
                  <a:lnTo>
                    <a:pt x="96" y="414"/>
                  </a:lnTo>
                  <a:lnTo>
                    <a:pt x="102" y="420"/>
                  </a:lnTo>
                  <a:lnTo>
                    <a:pt x="102" y="426"/>
                  </a:lnTo>
                  <a:lnTo>
                    <a:pt x="108" y="438"/>
                  </a:lnTo>
                  <a:lnTo>
                    <a:pt x="114" y="444"/>
                  </a:lnTo>
                  <a:lnTo>
                    <a:pt x="126" y="444"/>
                  </a:lnTo>
                  <a:lnTo>
                    <a:pt x="126" y="450"/>
                  </a:lnTo>
                  <a:lnTo>
                    <a:pt x="114" y="462"/>
                  </a:lnTo>
                  <a:lnTo>
                    <a:pt x="102" y="462"/>
                  </a:lnTo>
                  <a:lnTo>
                    <a:pt x="96" y="474"/>
                  </a:lnTo>
                  <a:lnTo>
                    <a:pt x="90" y="480"/>
                  </a:lnTo>
                  <a:lnTo>
                    <a:pt x="90" y="528"/>
                  </a:lnTo>
                  <a:lnTo>
                    <a:pt x="120" y="528"/>
                  </a:lnTo>
                  <a:lnTo>
                    <a:pt x="144" y="546"/>
                  </a:lnTo>
                  <a:lnTo>
                    <a:pt x="162" y="546"/>
                  </a:lnTo>
                  <a:lnTo>
                    <a:pt x="156" y="576"/>
                  </a:lnTo>
                  <a:lnTo>
                    <a:pt x="162" y="576"/>
                  </a:lnTo>
                  <a:lnTo>
                    <a:pt x="162" y="594"/>
                  </a:lnTo>
                  <a:lnTo>
                    <a:pt x="168" y="606"/>
                  </a:lnTo>
                  <a:lnTo>
                    <a:pt x="174" y="612"/>
                  </a:lnTo>
                  <a:lnTo>
                    <a:pt x="192" y="612"/>
                  </a:lnTo>
                  <a:lnTo>
                    <a:pt x="198" y="618"/>
                  </a:lnTo>
                  <a:lnTo>
                    <a:pt x="204" y="618"/>
                  </a:lnTo>
                  <a:lnTo>
                    <a:pt x="210" y="612"/>
                  </a:lnTo>
                  <a:lnTo>
                    <a:pt x="222" y="606"/>
                  </a:lnTo>
                  <a:lnTo>
                    <a:pt x="240" y="588"/>
                  </a:lnTo>
                  <a:lnTo>
                    <a:pt x="252" y="582"/>
                  </a:lnTo>
                  <a:lnTo>
                    <a:pt x="264" y="582"/>
                  </a:lnTo>
                  <a:lnTo>
                    <a:pt x="294" y="564"/>
                  </a:lnTo>
                  <a:lnTo>
                    <a:pt x="360" y="564"/>
                  </a:lnTo>
                  <a:lnTo>
                    <a:pt x="366" y="558"/>
                  </a:lnTo>
                  <a:lnTo>
                    <a:pt x="378" y="558"/>
                  </a:lnTo>
                  <a:lnTo>
                    <a:pt x="390" y="570"/>
                  </a:lnTo>
                  <a:lnTo>
                    <a:pt x="396" y="570"/>
                  </a:lnTo>
                  <a:lnTo>
                    <a:pt x="408" y="564"/>
                  </a:lnTo>
                  <a:lnTo>
                    <a:pt x="420" y="564"/>
                  </a:lnTo>
                  <a:lnTo>
                    <a:pt x="426" y="558"/>
                  </a:lnTo>
                  <a:lnTo>
                    <a:pt x="432" y="558"/>
                  </a:lnTo>
                  <a:lnTo>
                    <a:pt x="432" y="570"/>
                  </a:lnTo>
                  <a:lnTo>
                    <a:pt x="438" y="570"/>
                  </a:lnTo>
                  <a:lnTo>
                    <a:pt x="450" y="558"/>
                  </a:lnTo>
                  <a:lnTo>
                    <a:pt x="462" y="534"/>
                  </a:lnTo>
                  <a:lnTo>
                    <a:pt x="462" y="522"/>
                  </a:lnTo>
                  <a:lnTo>
                    <a:pt x="498" y="492"/>
                  </a:lnTo>
                  <a:lnTo>
                    <a:pt x="528" y="492"/>
                  </a:lnTo>
                  <a:lnTo>
                    <a:pt x="534" y="474"/>
                  </a:lnTo>
                  <a:lnTo>
                    <a:pt x="534" y="468"/>
                  </a:lnTo>
                  <a:lnTo>
                    <a:pt x="540" y="462"/>
                  </a:lnTo>
                  <a:lnTo>
                    <a:pt x="540" y="450"/>
                  </a:lnTo>
                  <a:lnTo>
                    <a:pt x="546" y="444"/>
                  </a:lnTo>
                  <a:lnTo>
                    <a:pt x="552" y="432"/>
                  </a:lnTo>
                  <a:lnTo>
                    <a:pt x="552" y="426"/>
                  </a:lnTo>
                  <a:lnTo>
                    <a:pt x="570" y="426"/>
                  </a:lnTo>
                  <a:lnTo>
                    <a:pt x="594" y="414"/>
                  </a:lnTo>
                  <a:lnTo>
                    <a:pt x="600" y="408"/>
                  </a:lnTo>
                  <a:lnTo>
                    <a:pt x="594" y="396"/>
                  </a:lnTo>
                  <a:lnTo>
                    <a:pt x="588" y="390"/>
                  </a:lnTo>
                  <a:lnTo>
                    <a:pt x="582" y="378"/>
                  </a:lnTo>
                  <a:lnTo>
                    <a:pt x="576" y="372"/>
                  </a:lnTo>
                  <a:lnTo>
                    <a:pt x="570" y="372"/>
                  </a:lnTo>
                  <a:lnTo>
                    <a:pt x="570" y="336"/>
                  </a:lnTo>
                  <a:lnTo>
                    <a:pt x="582" y="312"/>
                  </a:lnTo>
                  <a:lnTo>
                    <a:pt x="594" y="306"/>
                  </a:lnTo>
                  <a:lnTo>
                    <a:pt x="600" y="294"/>
                  </a:lnTo>
                  <a:lnTo>
                    <a:pt x="612" y="282"/>
                  </a:lnTo>
                  <a:lnTo>
                    <a:pt x="618" y="270"/>
                  </a:lnTo>
                  <a:lnTo>
                    <a:pt x="630" y="258"/>
                  </a:lnTo>
                  <a:lnTo>
                    <a:pt x="642" y="258"/>
                  </a:lnTo>
                  <a:lnTo>
                    <a:pt x="654" y="246"/>
                  </a:lnTo>
                  <a:lnTo>
                    <a:pt x="654" y="240"/>
                  </a:lnTo>
                  <a:lnTo>
                    <a:pt x="648" y="240"/>
                  </a:lnTo>
                  <a:lnTo>
                    <a:pt x="648" y="228"/>
                  </a:lnTo>
                  <a:lnTo>
                    <a:pt x="654" y="222"/>
                  </a:lnTo>
                  <a:lnTo>
                    <a:pt x="726" y="198"/>
                  </a:lnTo>
                  <a:lnTo>
                    <a:pt x="750" y="186"/>
                  </a:lnTo>
                  <a:lnTo>
                    <a:pt x="756" y="174"/>
                  </a:lnTo>
                  <a:lnTo>
                    <a:pt x="768" y="168"/>
                  </a:lnTo>
                  <a:lnTo>
                    <a:pt x="774" y="168"/>
                  </a:lnTo>
                  <a:lnTo>
                    <a:pt x="786" y="156"/>
                  </a:lnTo>
                  <a:lnTo>
                    <a:pt x="798" y="156"/>
                  </a:lnTo>
                  <a:lnTo>
                    <a:pt x="804" y="15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9" name="Slovenia" descr="© INSCALE GmbH, 05.05.2010&#10;http://www.presentationload.com/">
              <a:extLst>
                <a:ext uri="{FF2B5EF4-FFF2-40B4-BE49-F238E27FC236}">
                  <a16:creationId xmlns:a16="http://schemas.microsoft.com/office/drawing/2014/main" id="{81AE9154-0276-4036-8BB7-61EF57D37D5B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036996" y="1761235"/>
              <a:ext cx="69791" cy="39818"/>
            </a:xfrm>
            <a:custGeom>
              <a:avLst/>
              <a:gdLst>
                <a:gd name="T0" fmla="*/ 2147483647 w 210"/>
                <a:gd name="T1" fmla="*/ 2147483647 h 120"/>
                <a:gd name="T2" fmla="*/ 2147483647 w 210"/>
                <a:gd name="T3" fmla="*/ 2147483647 h 120"/>
                <a:gd name="T4" fmla="*/ 2147483647 w 210"/>
                <a:gd name="T5" fmla="*/ 2147483647 h 120"/>
                <a:gd name="T6" fmla="*/ 2147483647 w 210"/>
                <a:gd name="T7" fmla="*/ 2147483647 h 120"/>
                <a:gd name="T8" fmla="*/ 2147483647 w 210"/>
                <a:gd name="T9" fmla="*/ 2147483647 h 120"/>
                <a:gd name="T10" fmla="*/ 2147483647 w 210"/>
                <a:gd name="T11" fmla="*/ 2147483647 h 120"/>
                <a:gd name="T12" fmla="*/ 2147483647 w 210"/>
                <a:gd name="T13" fmla="*/ 2147483647 h 120"/>
                <a:gd name="T14" fmla="*/ 2147483647 w 210"/>
                <a:gd name="T15" fmla="*/ 2147483647 h 120"/>
                <a:gd name="T16" fmla="*/ 2147483647 w 210"/>
                <a:gd name="T17" fmla="*/ 2147483647 h 120"/>
                <a:gd name="T18" fmla="*/ 2147483647 w 210"/>
                <a:gd name="T19" fmla="*/ 2147483647 h 120"/>
                <a:gd name="T20" fmla="*/ 2147483647 w 210"/>
                <a:gd name="T21" fmla="*/ 2147483647 h 120"/>
                <a:gd name="T22" fmla="*/ 2147483647 w 210"/>
                <a:gd name="T23" fmla="*/ 2147483647 h 120"/>
                <a:gd name="T24" fmla="*/ 2147483647 w 210"/>
                <a:gd name="T25" fmla="*/ 2147483647 h 120"/>
                <a:gd name="T26" fmla="*/ 2147483647 w 210"/>
                <a:gd name="T27" fmla="*/ 2147483647 h 120"/>
                <a:gd name="T28" fmla="*/ 2147483647 w 210"/>
                <a:gd name="T29" fmla="*/ 2147483647 h 120"/>
                <a:gd name="T30" fmla="*/ 2147483647 w 210"/>
                <a:gd name="T31" fmla="*/ 2147483647 h 120"/>
                <a:gd name="T32" fmla="*/ 2147483647 w 210"/>
                <a:gd name="T33" fmla="*/ 2147483647 h 120"/>
                <a:gd name="T34" fmla="*/ 2147483647 w 210"/>
                <a:gd name="T35" fmla="*/ 2147483647 h 120"/>
                <a:gd name="T36" fmla="*/ 2147483647 w 210"/>
                <a:gd name="T37" fmla="*/ 2147483647 h 120"/>
                <a:gd name="T38" fmla="*/ 2147483647 w 210"/>
                <a:gd name="T39" fmla="*/ 2147483647 h 120"/>
                <a:gd name="T40" fmla="*/ 2147483647 w 210"/>
                <a:gd name="T41" fmla="*/ 2147483647 h 120"/>
                <a:gd name="T42" fmla="*/ 2147483647 w 210"/>
                <a:gd name="T43" fmla="*/ 0 h 120"/>
                <a:gd name="T44" fmla="*/ 2147483647 w 210"/>
                <a:gd name="T45" fmla="*/ 2147483647 h 120"/>
                <a:gd name="T46" fmla="*/ 2147483647 w 210"/>
                <a:gd name="T47" fmla="*/ 2147483647 h 120"/>
                <a:gd name="T48" fmla="*/ 2147483647 w 210"/>
                <a:gd name="T49" fmla="*/ 2147483647 h 120"/>
                <a:gd name="T50" fmla="*/ 2147483647 w 210"/>
                <a:gd name="T51" fmla="*/ 2147483647 h 120"/>
                <a:gd name="T52" fmla="*/ 2147483647 w 210"/>
                <a:gd name="T53" fmla="*/ 2147483647 h 120"/>
                <a:gd name="T54" fmla="*/ 2147483647 w 210"/>
                <a:gd name="T55" fmla="*/ 2147483647 h 120"/>
                <a:gd name="T56" fmla="*/ 2147483647 w 210"/>
                <a:gd name="T57" fmla="*/ 2147483647 h 120"/>
                <a:gd name="T58" fmla="*/ 2147483647 w 210"/>
                <a:gd name="T59" fmla="*/ 2147483647 h 120"/>
                <a:gd name="T60" fmla="*/ 2147483647 w 210"/>
                <a:gd name="T61" fmla="*/ 2147483647 h 120"/>
                <a:gd name="T62" fmla="*/ 2147483647 w 210"/>
                <a:gd name="T63" fmla="*/ 2147483647 h 120"/>
                <a:gd name="T64" fmla="*/ 2147483647 w 210"/>
                <a:gd name="T65" fmla="*/ 2147483647 h 120"/>
                <a:gd name="T66" fmla="*/ 2147483647 w 210"/>
                <a:gd name="T67" fmla="*/ 2147483647 h 120"/>
                <a:gd name="T68" fmla="*/ 0 w 210"/>
                <a:gd name="T69" fmla="*/ 2147483647 h 120"/>
                <a:gd name="T70" fmla="*/ 2147483647 w 210"/>
                <a:gd name="T71" fmla="*/ 2147483647 h 120"/>
                <a:gd name="T72" fmla="*/ 2147483647 w 210"/>
                <a:gd name="T73" fmla="*/ 2147483647 h 120"/>
                <a:gd name="T74" fmla="*/ 2147483647 w 210"/>
                <a:gd name="T75" fmla="*/ 2147483647 h 120"/>
                <a:gd name="T76" fmla="*/ 2147483647 w 210"/>
                <a:gd name="T77" fmla="*/ 2147483647 h 120"/>
                <a:gd name="T78" fmla="*/ 2147483647 w 210"/>
                <a:gd name="T79" fmla="*/ 2147483647 h 120"/>
                <a:gd name="T80" fmla="*/ 2147483647 w 210"/>
                <a:gd name="T81" fmla="*/ 2147483647 h 120"/>
                <a:gd name="T82" fmla="*/ 2147483647 w 210"/>
                <a:gd name="T83" fmla="*/ 2147483647 h 120"/>
                <a:gd name="T84" fmla="*/ 2147483647 w 210"/>
                <a:gd name="T85" fmla="*/ 2147483647 h 120"/>
                <a:gd name="T86" fmla="*/ 2147483647 w 210"/>
                <a:gd name="T87" fmla="*/ 2147483647 h 1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10"/>
                <a:gd name="T133" fmla="*/ 0 h 120"/>
                <a:gd name="T134" fmla="*/ 210 w 210"/>
                <a:gd name="T135" fmla="*/ 120 h 12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10" h="120">
                  <a:moveTo>
                    <a:pt x="24" y="120"/>
                  </a:moveTo>
                  <a:lnTo>
                    <a:pt x="42" y="120"/>
                  </a:lnTo>
                  <a:lnTo>
                    <a:pt x="42" y="108"/>
                  </a:lnTo>
                  <a:lnTo>
                    <a:pt x="54" y="114"/>
                  </a:lnTo>
                  <a:lnTo>
                    <a:pt x="72" y="114"/>
                  </a:lnTo>
                  <a:lnTo>
                    <a:pt x="78" y="102"/>
                  </a:lnTo>
                  <a:lnTo>
                    <a:pt x="78" y="108"/>
                  </a:lnTo>
                  <a:lnTo>
                    <a:pt x="84" y="114"/>
                  </a:lnTo>
                  <a:lnTo>
                    <a:pt x="126" y="114"/>
                  </a:lnTo>
                  <a:lnTo>
                    <a:pt x="126" y="96"/>
                  </a:lnTo>
                  <a:lnTo>
                    <a:pt x="138" y="90"/>
                  </a:lnTo>
                  <a:lnTo>
                    <a:pt x="150" y="78"/>
                  </a:lnTo>
                  <a:lnTo>
                    <a:pt x="150" y="72"/>
                  </a:lnTo>
                  <a:lnTo>
                    <a:pt x="144" y="66"/>
                  </a:lnTo>
                  <a:lnTo>
                    <a:pt x="144" y="54"/>
                  </a:lnTo>
                  <a:lnTo>
                    <a:pt x="174" y="54"/>
                  </a:lnTo>
                  <a:lnTo>
                    <a:pt x="186" y="48"/>
                  </a:lnTo>
                  <a:lnTo>
                    <a:pt x="186" y="36"/>
                  </a:lnTo>
                  <a:lnTo>
                    <a:pt x="210" y="36"/>
                  </a:lnTo>
                  <a:lnTo>
                    <a:pt x="192" y="24"/>
                  </a:lnTo>
                  <a:lnTo>
                    <a:pt x="186" y="6"/>
                  </a:lnTo>
                  <a:lnTo>
                    <a:pt x="180" y="0"/>
                  </a:lnTo>
                  <a:lnTo>
                    <a:pt x="174" y="12"/>
                  </a:lnTo>
                  <a:lnTo>
                    <a:pt x="168" y="30"/>
                  </a:lnTo>
                  <a:lnTo>
                    <a:pt x="144" y="24"/>
                  </a:lnTo>
                  <a:lnTo>
                    <a:pt x="132" y="30"/>
                  </a:lnTo>
                  <a:lnTo>
                    <a:pt x="84" y="30"/>
                  </a:lnTo>
                  <a:lnTo>
                    <a:pt x="84" y="42"/>
                  </a:lnTo>
                  <a:lnTo>
                    <a:pt x="54" y="42"/>
                  </a:lnTo>
                  <a:lnTo>
                    <a:pt x="48" y="36"/>
                  </a:lnTo>
                  <a:lnTo>
                    <a:pt x="30" y="36"/>
                  </a:lnTo>
                  <a:lnTo>
                    <a:pt x="24" y="42"/>
                  </a:lnTo>
                  <a:lnTo>
                    <a:pt x="6" y="42"/>
                  </a:lnTo>
                  <a:lnTo>
                    <a:pt x="6" y="48"/>
                  </a:lnTo>
                  <a:lnTo>
                    <a:pt x="0" y="54"/>
                  </a:lnTo>
                  <a:lnTo>
                    <a:pt x="12" y="60"/>
                  </a:lnTo>
                  <a:lnTo>
                    <a:pt x="6" y="96"/>
                  </a:lnTo>
                  <a:lnTo>
                    <a:pt x="18" y="96"/>
                  </a:lnTo>
                  <a:lnTo>
                    <a:pt x="30" y="102"/>
                  </a:lnTo>
                  <a:lnTo>
                    <a:pt x="36" y="102"/>
                  </a:lnTo>
                  <a:lnTo>
                    <a:pt x="36" y="108"/>
                  </a:lnTo>
                  <a:lnTo>
                    <a:pt x="30" y="108"/>
                  </a:lnTo>
                  <a:lnTo>
                    <a:pt x="30" y="114"/>
                  </a:lnTo>
                  <a:lnTo>
                    <a:pt x="24" y="12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0" name="Slovakia" descr="© INSCALE GmbH, 05.05.2010&#10;http://www.presentationload.com/">
              <a:extLst>
                <a:ext uri="{FF2B5EF4-FFF2-40B4-BE49-F238E27FC236}">
                  <a16:creationId xmlns:a16="http://schemas.microsoft.com/office/drawing/2014/main" id="{7971B2F1-3885-4261-A024-A09C487CAA01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108080" y="1694444"/>
              <a:ext cx="117610" cy="47525"/>
            </a:xfrm>
            <a:custGeom>
              <a:avLst/>
              <a:gdLst>
                <a:gd name="T0" fmla="*/ 2147483647 w 354"/>
                <a:gd name="T1" fmla="*/ 2147483647 h 144"/>
                <a:gd name="T2" fmla="*/ 2147483647 w 354"/>
                <a:gd name="T3" fmla="*/ 2147483647 h 144"/>
                <a:gd name="T4" fmla="*/ 2147483647 w 354"/>
                <a:gd name="T5" fmla="*/ 2147483647 h 144"/>
                <a:gd name="T6" fmla="*/ 2147483647 w 354"/>
                <a:gd name="T7" fmla="*/ 2147483647 h 144"/>
                <a:gd name="T8" fmla="*/ 2147483647 w 354"/>
                <a:gd name="T9" fmla="*/ 2147483647 h 144"/>
                <a:gd name="T10" fmla="*/ 2147483647 w 354"/>
                <a:gd name="T11" fmla="*/ 2147483647 h 144"/>
                <a:gd name="T12" fmla="*/ 2147483647 w 354"/>
                <a:gd name="T13" fmla="*/ 2147483647 h 144"/>
                <a:gd name="T14" fmla="*/ 2147483647 w 354"/>
                <a:gd name="T15" fmla="*/ 0 h 144"/>
                <a:gd name="T16" fmla="*/ 2147483647 w 354"/>
                <a:gd name="T17" fmla="*/ 2147483647 h 144"/>
                <a:gd name="T18" fmla="*/ 2147483647 w 354"/>
                <a:gd name="T19" fmla="*/ 0 h 144"/>
                <a:gd name="T20" fmla="*/ 2147483647 w 354"/>
                <a:gd name="T21" fmla="*/ 2147483647 h 144"/>
                <a:gd name="T22" fmla="*/ 2147483647 w 354"/>
                <a:gd name="T23" fmla="*/ 2147483647 h 144"/>
                <a:gd name="T24" fmla="*/ 2147483647 w 354"/>
                <a:gd name="T25" fmla="*/ 2147483647 h 144"/>
                <a:gd name="T26" fmla="*/ 2147483647 w 354"/>
                <a:gd name="T27" fmla="*/ 2147483647 h 144"/>
                <a:gd name="T28" fmla="*/ 2147483647 w 354"/>
                <a:gd name="T29" fmla="*/ 2147483647 h 144"/>
                <a:gd name="T30" fmla="*/ 0 w 354"/>
                <a:gd name="T31" fmla="*/ 2147483647 h 144"/>
                <a:gd name="T32" fmla="*/ 2147483647 w 354"/>
                <a:gd name="T33" fmla="*/ 2147483647 h 144"/>
                <a:gd name="T34" fmla="*/ 2147483647 w 354"/>
                <a:gd name="T35" fmla="*/ 2147483647 h 144"/>
                <a:gd name="T36" fmla="*/ 2147483647 w 354"/>
                <a:gd name="T37" fmla="*/ 2147483647 h 144"/>
                <a:gd name="T38" fmla="*/ 2147483647 w 354"/>
                <a:gd name="T39" fmla="*/ 2147483647 h 144"/>
                <a:gd name="T40" fmla="*/ 2147483647 w 354"/>
                <a:gd name="T41" fmla="*/ 2147483647 h 144"/>
                <a:gd name="T42" fmla="*/ 2147483647 w 354"/>
                <a:gd name="T43" fmla="*/ 2147483647 h 144"/>
                <a:gd name="T44" fmla="*/ 2147483647 w 354"/>
                <a:gd name="T45" fmla="*/ 2147483647 h 144"/>
                <a:gd name="T46" fmla="*/ 2147483647 w 354"/>
                <a:gd name="T47" fmla="*/ 2147483647 h 144"/>
                <a:gd name="T48" fmla="*/ 2147483647 w 354"/>
                <a:gd name="T49" fmla="*/ 2147483647 h 144"/>
                <a:gd name="T50" fmla="*/ 2147483647 w 354"/>
                <a:gd name="T51" fmla="*/ 2147483647 h 144"/>
                <a:gd name="T52" fmla="*/ 2147483647 w 354"/>
                <a:gd name="T53" fmla="*/ 2147483647 h 144"/>
                <a:gd name="T54" fmla="*/ 2147483647 w 354"/>
                <a:gd name="T55" fmla="*/ 2147483647 h 144"/>
                <a:gd name="T56" fmla="*/ 2147483647 w 354"/>
                <a:gd name="T57" fmla="*/ 2147483647 h 144"/>
                <a:gd name="T58" fmla="*/ 2147483647 w 354"/>
                <a:gd name="T59" fmla="*/ 2147483647 h 144"/>
                <a:gd name="T60" fmla="*/ 2147483647 w 354"/>
                <a:gd name="T61" fmla="*/ 2147483647 h 144"/>
                <a:gd name="T62" fmla="*/ 2147483647 w 354"/>
                <a:gd name="T63" fmla="*/ 2147483647 h 144"/>
                <a:gd name="T64" fmla="*/ 2147483647 w 354"/>
                <a:gd name="T65" fmla="*/ 2147483647 h 144"/>
                <a:gd name="T66" fmla="*/ 2147483647 w 354"/>
                <a:gd name="T67" fmla="*/ 2147483647 h 144"/>
                <a:gd name="T68" fmla="*/ 2147483647 w 354"/>
                <a:gd name="T69" fmla="*/ 2147483647 h 14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54"/>
                <a:gd name="T106" fmla="*/ 0 h 144"/>
                <a:gd name="T107" fmla="*/ 354 w 354"/>
                <a:gd name="T108" fmla="*/ 144 h 14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54" h="144">
                  <a:moveTo>
                    <a:pt x="348" y="30"/>
                  </a:moveTo>
                  <a:lnTo>
                    <a:pt x="324" y="30"/>
                  </a:lnTo>
                  <a:lnTo>
                    <a:pt x="300" y="6"/>
                  </a:lnTo>
                  <a:lnTo>
                    <a:pt x="276" y="6"/>
                  </a:lnTo>
                  <a:lnTo>
                    <a:pt x="270" y="12"/>
                  </a:lnTo>
                  <a:lnTo>
                    <a:pt x="258" y="18"/>
                  </a:lnTo>
                  <a:lnTo>
                    <a:pt x="246" y="18"/>
                  </a:lnTo>
                  <a:lnTo>
                    <a:pt x="240" y="12"/>
                  </a:lnTo>
                  <a:lnTo>
                    <a:pt x="210" y="12"/>
                  </a:lnTo>
                  <a:lnTo>
                    <a:pt x="210" y="18"/>
                  </a:lnTo>
                  <a:lnTo>
                    <a:pt x="204" y="24"/>
                  </a:lnTo>
                  <a:lnTo>
                    <a:pt x="192" y="24"/>
                  </a:lnTo>
                  <a:lnTo>
                    <a:pt x="186" y="18"/>
                  </a:lnTo>
                  <a:lnTo>
                    <a:pt x="186" y="12"/>
                  </a:lnTo>
                  <a:lnTo>
                    <a:pt x="180" y="12"/>
                  </a:lnTo>
                  <a:lnTo>
                    <a:pt x="168" y="0"/>
                  </a:lnTo>
                  <a:lnTo>
                    <a:pt x="156" y="0"/>
                  </a:lnTo>
                  <a:lnTo>
                    <a:pt x="144" y="12"/>
                  </a:lnTo>
                  <a:lnTo>
                    <a:pt x="138" y="12"/>
                  </a:lnTo>
                  <a:lnTo>
                    <a:pt x="126" y="0"/>
                  </a:lnTo>
                  <a:lnTo>
                    <a:pt x="108" y="12"/>
                  </a:lnTo>
                  <a:lnTo>
                    <a:pt x="84" y="18"/>
                  </a:lnTo>
                  <a:lnTo>
                    <a:pt x="84" y="42"/>
                  </a:lnTo>
                  <a:lnTo>
                    <a:pt x="72" y="48"/>
                  </a:lnTo>
                  <a:lnTo>
                    <a:pt x="66" y="54"/>
                  </a:lnTo>
                  <a:lnTo>
                    <a:pt x="54" y="60"/>
                  </a:lnTo>
                  <a:lnTo>
                    <a:pt x="36" y="60"/>
                  </a:lnTo>
                  <a:lnTo>
                    <a:pt x="36" y="54"/>
                  </a:lnTo>
                  <a:lnTo>
                    <a:pt x="30" y="60"/>
                  </a:lnTo>
                  <a:lnTo>
                    <a:pt x="12" y="60"/>
                  </a:lnTo>
                  <a:lnTo>
                    <a:pt x="6" y="66"/>
                  </a:lnTo>
                  <a:lnTo>
                    <a:pt x="0" y="90"/>
                  </a:lnTo>
                  <a:lnTo>
                    <a:pt x="0" y="102"/>
                  </a:lnTo>
                  <a:lnTo>
                    <a:pt x="6" y="102"/>
                  </a:lnTo>
                  <a:lnTo>
                    <a:pt x="6" y="114"/>
                  </a:lnTo>
                  <a:lnTo>
                    <a:pt x="12" y="114"/>
                  </a:lnTo>
                  <a:lnTo>
                    <a:pt x="12" y="126"/>
                  </a:lnTo>
                  <a:lnTo>
                    <a:pt x="6" y="132"/>
                  </a:lnTo>
                  <a:lnTo>
                    <a:pt x="18" y="138"/>
                  </a:lnTo>
                  <a:lnTo>
                    <a:pt x="30" y="120"/>
                  </a:lnTo>
                  <a:lnTo>
                    <a:pt x="36" y="126"/>
                  </a:lnTo>
                  <a:lnTo>
                    <a:pt x="42" y="138"/>
                  </a:lnTo>
                  <a:lnTo>
                    <a:pt x="48" y="144"/>
                  </a:lnTo>
                  <a:lnTo>
                    <a:pt x="90" y="144"/>
                  </a:lnTo>
                  <a:lnTo>
                    <a:pt x="108" y="138"/>
                  </a:lnTo>
                  <a:lnTo>
                    <a:pt x="120" y="138"/>
                  </a:lnTo>
                  <a:lnTo>
                    <a:pt x="132" y="114"/>
                  </a:lnTo>
                  <a:lnTo>
                    <a:pt x="168" y="120"/>
                  </a:lnTo>
                  <a:lnTo>
                    <a:pt x="174" y="108"/>
                  </a:lnTo>
                  <a:lnTo>
                    <a:pt x="198" y="108"/>
                  </a:lnTo>
                  <a:lnTo>
                    <a:pt x="210" y="102"/>
                  </a:lnTo>
                  <a:lnTo>
                    <a:pt x="216" y="102"/>
                  </a:lnTo>
                  <a:lnTo>
                    <a:pt x="228" y="90"/>
                  </a:lnTo>
                  <a:lnTo>
                    <a:pt x="234" y="78"/>
                  </a:lnTo>
                  <a:lnTo>
                    <a:pt x="258" y="78"/>
                  </a:lnTo>
                  <a:lnTo>
                    <a:pt x="258" y="90"/>
                  </a:lnTo>
                  <a:lnTo>
                    <a:pt x="276" y="96"/>
                  </a:lnTo>
                  <a:lnTo>
                    <a:pt x="276" y="78"/>
                  </a:lnTo>
                  <a:lnTo>
                    <a:pt x="288" y="78"/>
                  </a:lnTo>
                  <a:lnTo>
                    <a:pt x="288" y="90"/>
                  </a:lnTo>
                  <a:lnTo>
                    <a:pt x="300" y="90"/>
                  </a:lnTo>
                  <a:lnTo>
                    <a:pt x="312" y="84"/>
                  </a:lnTo>
                  <a:lnTo>
                    <a:pt x="336" y="84"/>
                  </a:lnTo>
                  <a:lnTo>
                    <a:pt x="336" y="90"/>
                  </a:lnTo>
                  <a:lnTo>
                    <a:pt x="336" y="72"/>
                  </a:lnTo>
                  <a:lnTo>
                    <a:pt x="342" y="72"/>
                  </a:lnTo>
                  <a:lnTo>
                    <a:pt x="348" y="66"/>
                  </a:lnTo>
                  <a:lnTo>
                    <a:pt x="348" y="60"/>
                  </a:lnTo>
                  <a:lnTo>
                    <a:pt x="354" y="54"/>
                  </a:lnTo>
                  <a:lnTo>
                    <a:pt x="354" y="30"/>
                  </a:lnTo>
                  <a:lnTo>
                    <a:pt x="348" y="3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1" name="Sierra Leone" descr="© INSCALE GmbH, 05.05.2010&#10;http://www.presentationload.com/">
              <a:extLst>
                <a:ext uri="{FF2B5EF4-FFF2-40B4-BE49-F238E27FC236}">
                  <a16:creationId xmlns:a16="http://schemas.microsoft.com/office/drawing/2014/main" id="{739C5696-EA63-4A1C-A5DF-AC11E520A117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423099" y="2734839"/>
              <a:ext cx="68499" cy="88627"/>
            </a:xfrm>
            <a:custGeom>
              <a:avLst/>
              <a:gdLst>
                <a:gd name="T0" fmla="*/ 2147483647 w 210"/>
                <a:gd name="T1" fmla="*/ 2147483647 h 270"/>
                <a:gd name="T2" fmla="*/ 2147483647 w 210"/>
                <a:gd name="T3" fmla="*/ 2147483647 h 270"/>
                <a:gd name="T4" fmla="*/ 2147483647 w 210"/>
                <a:gd name="T5" fmla="*/ 2147483647 h 270"/>
                <a:gd name="T6" fmla="*/ 2147483647 w 210"/>
                <a:gd name="T7" fmla="*/ 2147483647 h 270"/>
                <a:gd name="T8" fmla="*/ 2147483647 w 210"/>
                <a:gd name="T9" fmla="*/ 2147483647 h 270"/>
                <a:gd name="T10" fmla="*/ 2147483647 w 210"/>
                <a:gd name="T11" fmla="*/ 2147483647 h 270"/>
                <a:gd name="T12" fmla="*/ 2147483647 w 210"/>
                <a:gd name="T13" fmla="*/ 2147483647 h 270"/>
                <a:gd name="T14" fmla="*/ 2147483647 w 210"/>
                <a:gd name="T15" fmla="*/ 2147483647 h 270"/>
                <a:gd name="T16" fmla="*/ 2147483647 w 210"/>
                <a:gd name="T17" fmla="*/ 2147483647 h 270"/>
                <a:gd name="T18" fmla="*/ 2147483647 w 210"/>
                <a:gd name="T19" fmla="*/ 2147483647 h 270"/>
                <a:gd name="T20" fmla="*/ 2147483647 w 210"/>
                <a:gd name="T21" fmla="*/ 2147483647 h 270"/>
                <a:gd name="T22" fmla="*/ 2147483647 w 210"/>
                <a:gd name="T23" fmla="*/ 0 h 270"/>
                <a:gd name="T24" fmla="*/ 2147483647 w 210"/>
                <a:gd name="T25" fmla="*/ 0 h 270"/>
                <a:gd name="T26" fmla="*/ 2147483647 w 210"/>
                <a:gd name="T27" fmla="*/ 2147483647 h 270"/>
                <a:gd name="T28" fmla="*/ 2147483647 w 210"/>
                <a:gd name="T29" fmla="*/ 2147483647 h 270"/>
                <a:gd name="T30" fmla="*/ 2147483647 w 210"/>
                <a:gd name="T31" fmla="*/ 2147483647 h 270"/>
                <a:gd name="T32" fmla="*/ 2147483647 w 210"/>
                <a:gd name="T33" fmla="*/ 2147483647 h 270"/>
                <a:gd name="T34" fmla="*/ 2147483647 w 210"/>
                <a:gd name="T35" fmla="*/ 2147483647 h 270"/>
                <a:gd name="T36" fmla="*/ 2147483647 w 210"/>
                <a:gd name="T37" fmla="*/ 2147483647 h 270"/>
                <a:gd name="T38" fmla="*/ 2147483647 w 210"/>
                <a:gd name="T39" fmla="*/ 2147483647 h 270"/>
                <a:gd name="T40" fmla="*/ 2147483647 w 210"/>
                <a:gd name="T41" fmla="*/ 2147483647 h 270"/>
                <a:gd name="T42" fmla="*/ 2147483647 w 210"/>
                <a:gd name="T43" fmla="*/ 2147483647 h 270"/>
                <a:gd name="T44" fmla="*/ 0 w 210"/>
                <a:gd name="T45" fmla="*/ 2147483647 h 270"/>
                <a:gd name="T46" fmla="*/ 2147483647 w 210"/>
                <a:gd name="T47" fmla="*/ 2147483647 h 270"/>
                <a:gd name="T48" fmla="*/ 2147483647 w 210"/>
                <a:gd name="T49" fmla="*/ 2147483647 h 270"/>
                <a:gd name="T50" fmla="*/ 0 w 210"/>
                <a:gd name="T51" fmla="*/ 2147483647 h 270"/>
                <a:gd name="T52" fmla="*/ 0 w 210"/>
                <a:gd name="T53" fmla="*/ 2147483647 h 270"/>
                <a:gd name="T54" fmla="*/ 2147483647 w 210"/>
                <a:gd name="T55" fmla="*/ 2147483647 h 270"/>
                <a:gd name="T56" fmla="*/ 2147483647 w 210"/>
                <a:gd name="T57" fmla="*/ 2147483647 h 270"/>
                <a:gd name="T58" fmla="*/ 2147483647 w 210"/>
                <a:gd name="T59" fmla="*/ 2147483647 h 270"/>
                <a:gd name="T60" fmla="*/ 2147483647 w 210"/>
                <a:gd name="T61" fmla="*/ 2147483647 h 270"/>
                <a:gd name="T62" fmla="*/ 2147483647 w 210"/>
                <a:gd name="T63" fmla="*/ 2147483647 h 270"/>
                <a:gd name="T64" fmla="*/ 2147483647 w 210"/>
                <a:gd name="T65" fmla="*/ 2147483647 h 270"/>
                <a:gd name="T66" fmla="*/ 2147483647 w 210"/>
                <a:gd name="T67" fmla="*/ 2147483647 h 270"/>
                <a:gd name="T68" fmla="*/ 2147483647 w 210"/>
                <a:gd name="T69" fmla="*/ 2147483647 h 270"/>
                <a:gd name="T70" fmla="*/ 2147483647 w 210"/>
                <a:gd name="T71" fmla="*/ 2147483647 h 270"/>
                <a:gd name="T72" fmla="*/ 2147483647 w 210"/>
                <a:gd name="T73" fmla="*/ 2147483647 h 270"/>
                <a:gd name="T74" fmla="*/ 2147483647 w 210"/>
                <a:gd name="T75" fmla="*/ 2147483647 h 270"/>
                <a:gd name="T76" fmla="*/ 2147483647 w 210"/>
                <a:gd name="T77" fmla="*/ 2147483647 h 270"/>
                <a:gd name="T78" fmla="*/ 2147483647 w 210"/>
                <a:gd name="T79" fmla="*/ 2147483647 h 270"/>
                <a:gd name="T80" fmla="*/ 2147483647 w 210"/>
                <a:gd name="T81" fmla="*/ 2147483647 h 270"/>
                <a:gd name="T82" fmla="*/ 2147483647 w 210"/>
                <a:gd name="T83" fmla="*/ 2147483647 h 270"/>
                <a:gd name="T84" fmla="*/ 2147483647 w 210"/>
                <a:gd name="T85" fmla="*/ 2147483647 h 270"/>
                <a:gd name="T86" fmla="*/ 2147483647 w 210"/>
                <a:gd name="T87" fmla="*/ 2147483647 h 27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10"/>
                <a:gd name="T133" fmla="*/ 0 h 270"/>
                <a:gd name="T134" fmla="*/ 210 w 210"/>
                <a:gd name="T135" fmla="*/ 270 h 27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10" h="270">
                  <a:moveTo>
                    <a:pt x="186" y="180"/>
                  </a:moveTo>
                  <a:lnTo>
                    <a:pt x="186" y="162"/>
                  </a:lnTo>
                  <a:lnTo>
                    <a:pt x="210" y="156"/>
                  </a:lnTo>
                  <a:lnTo>
                    <a:pt x="204" y="132"/>
                  </a:lnTo>
                  <a:lnTo>
                    <a:pt x="174" y="144"/>
                  </a:lnTo>
                  <a:lnTo>
                    <a:pt x="180" y="126"/>
                  </a:lnTo>
                  <a:lnTo>
                    <a:pt x="186" y="120"/>
                  </a:lnTo>
                  <a:lnTo>
                    <a:pt x="192" y="108"/>
                  </a:lnTo>
                  <a:lnTo>
                    <a:pt x="192" y="90"/>
                  </a:lnTo>
                  <a:lnTo>
                    <a:pt x="180" y="78"/>
                  </a:lnTo>
                  <a:lnTo>
                    <a:pt x="180" y="60"/>
                  </a:lnTo>
                  <a:lnTo>
                    <a:pt x="138" y="0"/>
                  </a:lnTo>
                  <a:lnTo>
                    <a:pt x="102" y="0"/>
                  </a:lnTo>
                  <a:lnTo>
                    <a:pt x="96" y="18"/>
                  </a:lnTo>
                  <a:lnTo>
                    <a:pt x="60" y="18"/>
                  </a:lnTo>
                  <a:lnTo>
                    <a:pt x="60" y="24"/>
                  </a:lnTo>
                  <a:lnTo>
                    <a:pt x="54" y="30"/>
                  </a:lnTo>
                  <a:lnTo>
                    <a:pt x="48" y="42"/>
                  </a:lnTo>
                  <a:lnTo>
                    <a:pt x="36" y="54"/>
                  </a:lnTo>
                  <a:lnTo>
                    <a:pt x="30" y="66"/>
                  </a:lnTo>
                  <a:lnTo>
                    <a:pt x="18" y="72"/>
                  </a:lnTo>
                  <a:lnTo>
                    <a:pt x="12" y="78"/>
                  </a:lnTo>
                  <a:lnTo>
                    <a:pt x="0" y="84"/>
                  </a:lnTo>
                  <a:lnTo>
                    <a:pt x="12" y="96"/>
                  </a:lnTo>
                  <a:lnTo>
                    <a:pt x="6" y="102"/>
                  </a:lnTo>
                  <a:lnTo>
                    <a:pt x="0" y="114"/>
                  </a:lnTo>
                  <a:lnTo>
                    <a:pt x="0" y="132"/>
                  </a:lnTo>
                  <a:lnTo>
                    <a:pt x="6" y="138"/>
                  </a:lnTo>
                  <a:lnTo>
                    <a:pt x="18" y="144"/>
                  </a:lnTo>
                  <a:lnTo>
                    <a:pt x="24" y="150"/>
                  </a:lnTo>
                  <a:lnTo>
                    <a:pt x="18" y="180"/>
                  </a:lnTo>
                  <a:lnTo>
                    <a:pt x="42" y="198"/>
                  </a:lnTo>
                  <a:lnTo>
                    <a:pt x="42" y="204"/>
                  </a:lnTo>
                  <a:lnTo>
                    <a:pt x="48" y="210"/>
                  </a:lnTo>
                  <a:lnTo>
                    <a:pt x="54" y="222"/>
                  </a:lnTo>
                  <a:lnTo>
                    <a:pt x="78" y="234"/>
                  </a:lnTo>
                  <a:lnTo>
                    <a:pt x="96" y="234"/>
                  </a:lnTo>
                  <a:lnTo>
                    <a:pt x="126" y="270"/>
                  </a:lnTo>
                  <a:lnTo>
                    <a:pt x="126" y="234"/>
                  </a:lnTo>
                  <a:lnTo>
                    <a:pt x="144" y="216"/>
                  </a:lnTo>
                  <a:lnTo>
                    <a:pt x="156" y="210"/>
                  </a:lnTo>
                  <a:lnTo>
                    <a:pt x="168" y="198"/>
                  </a:lnTo>
                  <a:lnTo>
                    <a:pt x="180" y="192"/>
                  </a:lnTo>
                  <a:lnTo>
                    <a:pt x="186" y="18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2" name="Singapore" descr="© INSCALE GmbH, 05.05.2010&#10;http://www.presentationload.com/">
              <a:extLst>
                <a:ext uri="{FF2B5EF4-FFF2-40B4-BE49-F238E27FC236}">
                  <a16:creationId xmlns:a16="http://schemas.microsoft.com/office/drawing/2014/main" id="{2512635D-B7E8-4516-B809-4341F31990EE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6164590" y="2953558"/>
              <a:ext cx="17820" cy="13767"/>
            </a:xfrm>
            <a:custGeom>
              <a:avLst/>
              <a:gdLst/>
              <a:ahLst/>
              <a:cxnLst/>
              <a:rect l="l" t="t" r="r" b="b"/>
              <a:pathLst>
                <a:path w="17820" h="13865">
                  <a:moveTo>
                    <a:pt x="17820" y="0"/>
                  </a:moveTo>
                  <a:lnTo>
                    <a:pt x="17820" y="3941"/>
                  </a:lnTo>
                  <a:lnTo>
                    <a:pt x="15844" y="7911"/>
                  </a:lnTo>
                  <a:lnTo>
                    <a:pt x="15844" y="11880"/>
                  </a:lnTo>
                  <a:lnTo>
                    <a:pt x="30" y="13865"/>
                  </a:lnTo>
                  <a:lnTo>
                    <a:pt x="0" y="13819"/>
                  </a:lnTo>
                  <a:cubicBezTo>
                    <a:pt x="1713" y="5486"/>
                    <a:pt x="9076" y="11"/>
                    <a:pt x="17820" y="0"/>
                  </a:cubicBez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3" name="Serbia" descr="© INSCALE GmbH, 05.05.2010&#10;http://www.presentationload.com/">
              <a:extLst>
                <a:ext uri="{FF2B5EF4-FFF2-40B4-BE49-F238E27FC236}">
                  <a16:creationId xmlns:a16="http://schemas.microsoft.com/office/drawing/2014/main" id="{9F90F719-4CBF-4718-B672-4808006676F8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153319" y="1781778"/>
              <a:ext cx="90469" cy="98576"/>
            </a:xfrm>
            <a:custGeom>
              <a:avLst/>
              <a:gdLst/>
              <a:ahLst/>
              <a:cxnLst>
                <a:cxn ang="0">
                  <a:pos x="464" y="374"/>
                </a:cxn>
                <a:cxn ang="0">
                  <a:pos x="453" y="310"/>
                </a:cxn>
                <a:cxn ang="0">
                  <a:pos x="453" y="235"/>
                </a:cxn>
                <a:cxn ang="0">
                  <a:pos x="378" y="224"/>
                </a:cxn>
                <a:cxn ang="0">
                  <a:pos x="302" y="171"/>
                </a:cxn>
                <a:cxn ang="0">
                  <a:pos x="291" y="118"/>
                </a:cxn>
                <a:cxn ang="0">
                  <a:pos x="259" y="128"/>
                </a:cxn>
                <a:cxn ang="0">
                  <a:pos x="216" y="53"/>
                </a:cxn>
                <a:cxn ang="0">
                  <a:pos x="87" y="0"/>
                </a:cxn>
                <a:cxn ang="0">
                  <a:pos x="0" y="43"/>
                </a:cxn>
                <a:cxn ang="0">
                  <a:pos x="32" y="96"/>
                </a:cxn>
                <a:cxn ang="0">
                  <a:pos x="65" y="139"/>
                </a:cxn>
                <a:cxn ang="0">
                  <a:pos x="54" y="150"/>
                </a:cxn>
                <a:cxn ang="0">
                  <a:pos x="32" y="181"/>
                </a:cxn>
                <a:cxn ang="0">
                  <a:pos x="32" y="192"/>
                </a:cxn>
                <a:cxn ang="0">
                  <a:pos x="76" y="203"/>
                </a:cxn>
                <a:cxn ang="0">
                  <a:pos x="87" y="267"/>
                </a:cxn>
                <a:cxn ang="0">
                  <a:pos x="65" y="310"/>
                </a:cxn>
                <a:cxn ang="0">
                  <a:pos x="98" y="363"/>
                </a:cxn>
                <a:cxn ang="0">
                  <a:pos x="119" y="395"/>
                </a:cxn>
                <a:cxn ang="0">
                  <a:pos x="157" y="442"/>
                </a:cxn>
                <a:cxn ang="0">
                  <a:pos x="173" y="438"/>
                </a:cxn>
                <a:cxn ang="0">
                  <a:pos x="180" y="444"/>
                </a:cxn>
                <a:cxn ang="0">
                  <a:pos x="230" y="446"/>
                </a:cxn>
                <a:cxn ang="0">
                  <a:pos x="237" y="431"/>
                </a:cxn>
                <a:cxn ang="0">
                  <a:pos x="258" y="416"/>
                </a:cxn>
                <a:cxn ang="0">
                  <a:pos x="266" y="418"/>
                </a:cxn>
                <a:cxn ang="0">
                  <a:pos x="268" y="407"/>
                </a:cxn>
                <a:cxn ang="0">
                  <a:pos x="267" y="399"/>
                </a:cxn>
                <a:cxn ang="0">
                  <a:pos x="254" y="388"/>
                </a:cxn>
                <a:cxn ang="0">
                  <a:pos x="262" y="387"/>
                </a:cxn>
                <a:cxn ang="0">
                  <a:pos x="279" y="380"/>
                </a:cxn>
                <a:cxn ang="0">
                  <a:pos x="288" y="372"/>
                </a:cxn>
                <a:cxn ang="0">
                  <a:pos x="298" y="389"/>
                </a:cxn>
                <a:cxn ang="0">
                  <a:pos x="292" y="399"/>
                </a:cxn>
                <a:cxn ang="0">
                  <a:pos x="309" y="402"/>
                </a:cxn>
                <a:cxn ang="0">
                  <a:pos x="321" y="404"/>
                </a:cxn>
                <a:cxn ang="0">
                  <a:pos x="326" y="408"/>
                </a:cxn>
                <a:cxn ang="0">
                  <a:pos x="328" y="433"/>
                </a:cxn>
                <a:cxn ang="0">
                  <a:pos x="334" y="429"/>
                </a:cxn>
                <a:cxn ang="0">
                  <a:pos x="335" y="448"/>
                </a:cxn>
                <a:cxn ang="0">
                  <a:pos x="348" y="452"/>
                </a:cxn>
                <a:cxn ang="0">
                  <a:pos x="356" y="467"/>
                </a:cxn>
                <a:cxn ang="0">
                  <a:pos x="354" y="478"/>
                </a:cxn>
                <a:cxn ang="0">
                  <a:pos x="356" y="482"/>
                </a:cxn>
                <a:cxn ang="0">
                  <a:pos x="369" y="485"/>
                </a:cxn>
                <a:cxn ang="0">
                  <a:pos x="381" y="492"/>
                </a:cxn>
                <a:cxn ang="0">
                  <a:pos x="390" y="496"/>
                </a:cxn>
                <a:cxn ang="0">
                  <a:pos x="399" y="501"/>
                </a:cxn>
                <a:cxn ang="0">
                  <a:pos x="392" y="513"/>
                </a:cxn>
                <a:cxn ang="0">
                  <a:pos x="384" y="528"/>
                </a:cxn>
                <a:cxn ang="0">
                  <a:pos x="376" y="542"/>
                </a:cxn>
                <a:cxn ang="0">
                  <a:pos x="453" y="492"/>
                </a:cxn>
                <a:cxn ang="0">
                  <a:pos x="486" y="470"/>
                </a:cxn>
                <a:cxn ang="0">
                  <a:pos x="486" y="406"/>
                </a:cxn>
              </a:cxnLst>
              <a:rect l="0" t="0" r="r" b="b"/>
              <a:pathLst>
                <a:path w="496" h="542">
                  <a:moveTo>
                    <a:pt x="486" y="406"/>
                  </a:moveTo>
                  <a:cubicBezTo>
                    <a:pt x="453" y="395"/>
                    <a:pt x="453" y="395"/>
                    <a:pt x="453" y="395"/>
                  </a:cubicBezTo>
                  <a:cubicBezTo>
                    <a:pt x="464" y="374"/>
                    <a:pt x="464" y="374"/>
                    <a:pt x="464" y="374"/>
                  </a:cubicBezTo>
                  <a:cubicBezTo>
                    <a:pt x="432" y="363"/>
                    <a:pt x="432" y="363"/>
                    <a:pt x="432" y="363"/>
                  </a:cubicBezTo>
                  <a:cubicBezTo>
                    <a:pt x="432" y="331"/>
                    <a:pt x="432" y="331"/>
                    <a:pt x="432" y="331"/>
                  </a:cubicBezTo>
                  <a:cubicBezTo>
                    <a:pt x="453" y="310"/>
                    <a:pt x="453" y="310"/>
                    <a:pt x="453" y="310"/>
                  </a:cubicBezTo>
                  <a:cubicBezTo>
                    <a:pt x="453" y="267"/>
                    <a:pt x="453" y="267"/>
                    <a:pt x="453" y="267"/>
                  </a:cubicBezTo>
                  <a:cubicBezTo>
                    <a:pt x="442" y="256"/>
                    <a:pt x="442" y="256"/>
                    <a:pt x="442" y="256"/>
                  </a:cubicBezTo>
                  <a:cubicBezTo>
                    <a:pt x="453" y="235"/>
                    <a:pt x="453" y="235"/>
                    <a:pt x="453" y="235"/>
                  </a:cubicBezTo>
                  <a:cubicBezTo>
                    <a:pt x="464" y="224"/>
                    <a:pt x="464" y="224"/>
                    <a:pt x="464" y="224"/>
                  </a:cubicBezTo>
                  <a:cubicBezTo>
                    <a:pt x="421" y="213"/>
                    <a:pt x="421" y="213"/>
                    <a:pt x="421" y="213"/>
                  </a:cubicBezTo>
                  <a:cubicBezTo>
                    <a:pt x="378" y="224"/>
                    <a:pt x="378" y="224"/>
                    <a:pt x="378" y="224"/>
                  </a:cubicBezTo>
                  <a:cubicBezTo>
                    <a:pt x="367" y="213"/>
                    <a:pt x="367" y="213"/>
                    <a:pt x="367" y="213"/>
                  </a:cubicBezTo>
                  <a:cubicBezTo>
                    <a:pt x="324" y="203"/>
                    <a:pt x="324" y="203"/>
                    <a:pt x="324" y="203"/>
                  </a:cubicBezTo>
                  <a:cubicBezTo>
                    <a:pt x="302" y="171"/>
                    <a:pt x="302" y="171"/>
                    <a:pt x="302" y="171"/>
                  </a:cubicBezTo>
                  <a:cubicBezTo>
                    <a:pt x="313" y="160"/>
                    <a:pt x="313" y="160"/>
                    <a:pt x="313" y="160"/>
                  </a:cubicBezTo>
                  <a:cubicBezTo>
                    <a:pt x="313" y="128"/>
                    <a:pt x="313" y="128"/>
                    <a:pt x="313" y="128"/>
                  </a:cubicBezTo>
                  <a:cubicBezTo>
                    <a:pt x="291" y="118"/>
                    <a:pt x="291" y="118"/>
                    <a:pt x="291" y="118"/>
                  </a:cubicBezTo>
                  <a:cubicBezTo>
                    <a:pt x="280" y="118"/>
                    <a:pt x="280" y="118"/>
                    <a:pt x="280" y="118"/>
                  </a:cubicBezTo>
                  <a:cubicBezTo>
                    <a:pt x="270" y="128"/>
                    <a:pt x="270" y="128"/>
                    <a:pt x="270" y="128"/>
                  </a:cubicBezTo>
                  <a:cubicBezTo>
                    <a:pt x="259" y="128"/>
                    <a:pt x="259" y="128"/>
                    <a:pt x="259" y="128"/>
                  </a:cubicBezTo>
                  <a:cubicBezTo>
                    <a:pt x="249" y="118"/>
                    <a:pt x="249" y="118"/>
                    <a:pt x="249" y="118"/>
                  </a:cubicBezTo>
                  <a:cubicBezTo>
                    <a:pt x="227" y="53"/>
                    <a:pt x="227" y="53"/>
                    <a:pt x="227" y="53"/>
                  </a:cubicBezTo>
                  <a:cubicBezTo>
                    <a:pt x="216" y="53"/>
                    <a:pt x="216" y="53"/>
                    <a:pt x="216" y="53"/>
                  </a:cubicBezTo>
                  <a:cubicBezTo>
                    <a:pt x="173" y="21"/>
                    <a:pt x="173" y="21"/>
                    <a:pt x="173" y="21"/>
                  </a:cubicBezTo>
                  <a:cubicBezTo>
                    <a:pt x="129" y="0"/>
                    <a:pt x="129" y="0"/>
                    <a:pt x="129" y="0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54" y="32"/>
                    <a:pt x="54" y="32"/>
                    <a:pt x="54" y="32"/>
                  </a:cubicBezTo>
                  <a:cubicBezTo>
                    <a:pt x="11" y="32"/>
                    <a:pt x="11" y="32"/>
                    <a:pt x="11" y="32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22" y="96"/>
                    <a:pt x="22" y="96"/>
                    <a:pt x="22" y="96"/>
                  </a:cubicBezTo>
                  <a:cubicBezTo>
                    <a:pt x="32" y="96"/>
                    <a:pt x="32" y="96"/>
                    <a:pt x="32" y="96"/>
                  </a:cubicBezTo>
                  <a:cubicBezTo>
                    <a:pt x="22" y="128"/>
                    <a:pt x="22" y="128"/>
                    <a:pt x="22" y="128"/>
                  </a:cubicBezTo>
                  <a:cubicBezTo>
                    <a:pt x="43" y="128"/>
                    <a:pt x="43" y="128"/>
                    <a:pt x="43" y="128"/>
                  </a:cubicBezTo>
                  <a:cubicBezTo>
                    <a:pt x="65" y="139"/>
                    <a:pt x="65" y="139"/>
                    <a:pt x="65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65" y="150"/>
                    <a:pt x="65" y="150"/>
                    <a:pt x="65" y="150"/>
                  </a:cubicBezTo>
                  <a:cubicBezTo>
                    <a:pt x="54" y="150"/>
                    <a:pt x="54" y="150"/>
                    <a:pt x="54" y="150"/>
                  </a:cubicBezTo>
                  <a:cubicBezTo>
                    <a:pt x="43" y="160"/>
                    <a:pt x="43" y="160"/>
                    <a:pt x="43" y="160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2" y="181"/>
                    <a:pt x="32" y="181"/>
                    <a:pt x="32" y="181"/>
                  </a:cubicBezTo>
                  <a:cubicBezTo>
                    <a:pt x="22" y="181"/>
                    <a:pt x="22" y="181"/>
                    <a:pt x="22" y="181"/>
                  </a:cubicBezTo>
                  <a:cubicBezTo>
                    <a:pt x="22" y="192"/>
                    <a:pt x="22" y="192"/>
                    <a:pt x="22" y="192"/>
                  </a:cubicBezTo>
                  <a:cubicBezTo>
                    <a:pt x="32" y="192"/>
                    <a:pt x="32" y="192"/>
                    <a:pt x="32" y="192"/>
                  </a:cubicBezTo>
                  <a:cubicBezTo>
                    <a:pt x="54" y="181"/>
                    <a:pt x="54" y="181"/>
                    <a:pt x="54" y="181"/>
                  </a:cubicBezTo>
                  <a:cubicBezTo>
                    <a:pt x="76" y="181"/>
                    <a:pt x="76" y="181"/>
                    <a:pt x="76" y="181"/>
                  </a:cubicBezTo>
                  <a:cubicBezTo>
                    <a:pt x="76" y="203"/>
                    <a:pt x="76" y="203"/>
                    <a:pt x="76" y="203"/>
                  </a:cubicBezTo>
                  <a:cubicBezTo>
                    <a:pt x="43" y="235"/>
                    <a:pt x="43" y="235"/>
                    <a:pt x="43" y="235"/>
                  </a:cubicBezTo>
                  <a:cubicBezTo>
                    <a:pt x="43" y="267"/>
                    <a:pt x="43" y="267"/>
                    <a:pt x="43" y="267"/>
                  </a:cubicBezTo>
                  <a:cubicBezTo>
                    <a:pt x="87" y="267"/>
                    <a:pt x="87" y="267"/>
                    <a:pt x="87" y="267"/>
                  </a:cubicBezTo>
                  <a:cubicBezTo>
                    <a:pt x="98" y="278"/>
                    <a:pt x="98" y="278"/>
                    <a:pt x="98" y="278"/>
                  </a:cubicBezTo>
                  <a:cubicBezTo>
                    <a:pt x="108" y="299"/>
                    <a:pt x="108" y="299"/>
                    <a:pt x="108" y="299"/>
                  </a:cubicBezTo>
                  <a:cubicBezTo>
                    <a:pt x="65" y="310"/>
                    <a:pt x="65" y="310"/>
                    <a:pt x="65" y="310"/>
                  </a:cubicBezTo>
                  <a:cubicBezTo>
                    <a:pt x="87" y="331"/>
                    <a:pt x="87" y="331"/>
                    <a:pt x="87" y="331"/>
                  </a:cubicBezTo>
                  <a:cubicBezTo>
                    <a:pt x="98" y="353"/>
                    <a:pt x="98" y="353"/>
                    <a:pt x="98" y="353"/>
                  </a:cubicBezTo>
                  <a:cubicBezTo>
                    <a:pt x="98" y="363"/>
                    <a:pt x="98" y="363"/>
                    <a:pt x="98" y="363"/>
                  </a:cubicBezTo>
                  <a:cubicBezTo>
                    <a:pt x="87" y="363"/>
                    <a:pt x="87" y="363"/>
                    <a:pt x="87" y="363"/>
                  </a:cubicBezTo>
                  <a:cubicBezTo>
                    <a:pt x="87" y="374"/>
                    <a:pt x="87" y="374"/>
                    <a:pt x="87" y="374"/>
                  </a:cubicBezTo>
                  <a:cubicBezTo>
                    <a:pt x="119" y="395"/>
                    <a:pt x="119" y="395"/>
                    <a:pt x="119" y="395"/>
                  </a:cubicBezTo>
                  <a:cubicBezTo>
                    <a:pt x="140" y="417"/>
                    <a:pt x="140" y="417"/>
                    <a:pt x="140" y="417"/>
                  </a:cubicBezTo>
                  <a:cubicBezTo>
                    <a:pt x="157" y="442"/>
                    <a:pt x="157" y="442"/>
                    <a:pt x="157" y="442"/>
                  </a:cubicBezTo>
                  <a:cubicBezTo>
                    <a:pt x="157" y="442"/>
                    <a:pt x="157" y="442"/>
                    <a:pt x="157" y="442"/>
                  </a:cubicBezTo>
                  <a:cubicBezTo>
                    <a:pt x="159" y="442"/>
                    <a:pt x="161" y="443"/>
                    <a:pt x="166" y="444"/>
                  </a:cubicBezTo>
                  <a:cubicBezTo>
                    <a:pt x="166" y="444"/>
                    <a:pt x="166" y="444"/>
                    <a:pt x="167" y="444"/>
                  </a:cubicBezTo>
                  <a:cubicBezTo>
                    <a:pt x="173" y="438"/>
                    <a:pt x="173" y="438"/>
                    <a:pt x="173" y="438"/>
                  </a:cubicBezTo>
                  <a:cubicBezTo>
                    <a:pt x="173" y="447"/>
                    <a:pt x="173" y="447"/>
                    <a:pt x="173" y="447"/>
                  </a:cubicBezTo>
                  <a:cubicBezTo>
                    <a:pt x="174" y="448"/>
                    <a:pt x="175" y="448"/>
                    <a:pt x="176" y="449"/>
                  </a:cubicBezTo>
                  <a:cubicBezTo>
                    <a:pt x="176" y="449"/>
                    <a:pt x="176" y="449"/>
                    <a:pt x="180" y="444"/>
                  </a:cubicBezTo>
                  <a:cubicBezTo>
                    <a:pt x="180" y="444"/>
                    <a:pt x="180" y="444"/>
                    <a:pt x="199" y="447"/>
                  </a:cubicBezTo>
                  <a:cubicBezTo>
                    <a:pt x="199" y="447"/>
                    <a:pt x="199" y="447"/>
                    <a:pt x="212" y="446"/>
                  </a:cubicBezTo>
                  <a:cubicBezTo>
                    <a:pt x="212" y="446"/>
                    <a:pt x="212" y="446"/>
                    <a:pt x="230" y="446"/>
                  </a:cubicBezTo>
                  <a:cubicBezTo>
                    <a:pt x="230" y="446"/>
                    <a:pt x="230" y="446"/>
                    <a:pt x="240" y="443"/>
                  </a:cubicBezTo>
                  <a:cubicBezTo>
                    <a:pt x="240" y="443"/>
                    <a:pt x="240" y="443"/>
                    <a:pt x="239" y="437"/>
                  </a:cubicBezTo>
                  <a:cubicBezTo>
                    <a:pt x="239" y="437"/>
                    <a:pt x="239" y="437"/>
                    <a:pt x="237" y="431"/>
                  </a:cubicBezTo>
                  <a:cubicBezTo>
                    <a:pt x="237" y="431"/>
                    <a:pt x="237" y="431"/>
                    <a:pt x="245" y="425"/>
                  </a:cubicBezTo>
                  <a:cubicBezTo>
                    <a:pt x="245" y="425"/>
                    <a:pt x="245" y="425"/>
                    <a:pt x="255" y="417"/>
                  </a:cubicBezTo>
                  <a:cubicBezTo>
                    <a:pt x="255" y="417"/>
                    <a:pt x="255" y="417"/>
                    <a:pt x="258" y="416"/>
                  </a:cubicBezTo>
                  <a:cubicBezTo>
                    <a:pt x="258" y="416"/>
                    <a:pt x="258" y="416"/>
                    <a:pt x="258" y="421"/>
                  </a:cubicBezTo>
                  <a:cubicBezTo>
                    <a:pt x="258" y="421"/>
                    <a:pt x="258" y="421"/>
                    <a:pt x="262" y="419"/>
                  </a:cubicBezTo>
                  <a:cubicBezTo>
                    <a:pt x="262" y="419"/>
                    <a:pt x="262" y="419"/>
                    <a:pt x="266" y="418"/>
                  </a:cubicBezTo>
                  <a:cubicBezTo>
                    <a:pt x="266" y="418"/>
                    <a:pt x="266" y="418"/>
                    <a:pt x="263" y="414"/>
                  </a:cubicBezTo>
                  <a:cubicBezTo>
                    <a:pt x="263" y="414"/>
                    <a:pt x="263" y="414"/>
                    <a:pt x="267" y="412"/>
                  </a:cubicBezTo>
                  <a:cubicBezTo>
                    <a:pt x="267" y="412"/>
                    <a:pt x="267" y="412"/>
                    <a:pt x="268" y="407"/>
                  </a:cubicBezTo>
                  <a:cubicBezTo>
                    <a:pt x="268" y="407"/>
                    <a:pt x="268" y="407"/>
                    <a:pt x="264" y="405"/>
                  </a:cubicBezTo>
                  <a:cubicBezTo>
                    <a:pt x="264" y="405"/>
                    <a:pt x="264" y="405"/>
                    <a:pt x="264" y="402"/>
                  </a:cubicBezTo>
                  <a:cubicBezTo>
                    <a:pt x="264" y="402"/>
                    <a:pt x="264" y="402"/>
                    <a:pt x="267" y="399"/>
                  </a:cubicBezTo>
                  <a:cubicBezTo>
                    <a:pt x="267" y="399"/>
                    <a:pt x="267" y="399"/>
                    <a:pt x="266" y="396"/>
                  </a:cubicBezTo>
                  <a:cubicBezTo>
                    <a:pt x="266" y="396"/>
                    <a:pt x="266" y="396"/>
                    <a:pt x="258" y="394"/>
                  </a:cubicBezTo>
                  <a:cubicBezTo>
                    <a:pt x="258" y="394"/>
                    <a:pt x="258" y="394"/>
                    <a:pt x="254" y="388"/>
                  </a:cubicBezTo>
                  <a:cubicBezTo>
                    <a:pt x="254" y="388"/>
                    <a:pt x="254" y="388"/>
                    <a:pt x="256" y="385"/>
                  </a:cubicBezTo>
                  <a:cubicBezTo>
                    <a:pt x="256" y="385"/>
                    <a:pt x="256" y="385"/>
                    <a:pt x="259" y="389"/>
                  </a:cubicBezTo>
                  <a:cubicBezTo>
                    <a:pt x="259" y="389"/>
                    <a:pt x="259" y="389"/>
                    <a:pt x="262" y="387"/>
                  </a:cubicBezTo>
                  <a:cubicBezTo>
                    <a:pt x="262" y="387"/>
                    <a:pt x="262" y="387"/>
                    <a:pt x="267" y="388"/>
                  </a:cubicBezTo>
                  <a:cubicBezTo>
                    <a:pt x="267" y="388"/>
                    <a:pt x="267" y="388"/>
                    <a:pt x="271" y="385"/>
                  </a:cubicBezTo>
                  <a:cubicBezTo>
                    <a:pt x="271" y="385"/>
                    <a:pt x="271" y="385"/>
                    <a:pt x="279" y="380"/>
                  </a:cubicBezTo>
                  <a:cubicBezTo>
                    <a:pt x="279" y="380"/>
                    <a:pt x="279" y="380"/>
                    <a:pt x="282" y="378"/>
                  </a:cubicBezTo>
                  <a:cubicBezTo>
                    <a:pt x="282" y="378"/>
                    <a:pt x="282" y="378"/>
                    <a:pt x="283" y="374"/>
                  </a:cubicBezTo>
                  <a:cubicBezTo>
                    <a:pt x="283" y="374"/>
                    <a:pt x="283" y="374"/>
                    <a:pt x="288" y="372"/>
                  </a:cubicBezTo>
                  <a:cubicBezTo>
                    <a:pt x="288" y="372"/>
                    <a:pt x="288" y="372"/>
                    <a:pt x="293" y="377"/>
                  </a:cubicBezTo>
                  <a:cubicBezTo>
                    <a:pt x="293" y="377"/>
                    <a:pt x="293" y="377"/>
                    <a:pt x="297" y="384"/>
                  </a:cubicBezTo>
                  <a:cubicBezTo>
                    <a:pt x="297" y="384"/>
                    <a:pt x="297" y="384"/>
                    <a:pt x="298" y="389"/>
                  </a:cubicBezTo>
                  <a:cubicBezTo>
                    <a:pt x="298" y="389"/>
                    <a:pt x="298" y="389"/>
                    <a:pt x="298" y="392"/>
                  </a:cubicBezTo>
                  <a:cubicBezTo>
                    <a:pt x="298" y="392"/>
                    <a:pt x="298" y="392"/>
                    <a:pt x="291" y="396"/>
                  </a:cubicBezTo>
                  <a:cubicBezTo>
                    <a:pt x="291" y="396"/>
                    <a:pt x="291" y="396"/>
                    <a:pt x="292" y="399"/>
                  </a:cubicBezTo>
                  <a:cubicBezTo>
                    <a:pt x="292" y="399"/>
                    <a:pt x="292" y="399"/>
                    <a:pt x="299" y="400"/>
                  </a:cubicBezTo>
                  <a:cubicBezTo>
                    <a:pt x="299" y="400"/>
                    <a:pt x="299" y="400"/>
                    <a:pt x="303" y="404"/>
                  </a:cubicBezTo>
                  <a:cubicBezTo>
                    <a:pt x="303" y="404"/>
                    <a:pt x="303" y="404"/>
                    <a:pt x="309" y="402"/>
                  </a:cubicBezTo>
                  <a:cubicBezTo>
                    <a:pt x="309" y="402"/>
                    <a:pt x="309" y="402"/>
                    <a:pt x="314" y="404"/>
                  </a:cubicBezTo>
                  <a:cubicBezTo>
                    <a:pt x="314" y="404"/>
                    <a:pt x="314" y="404"/>
                    <a:pt x="319" y="401"/>
                  </a:cubicBezTo>
                  <a:cubicBezTo>
                    <a:pt x="319" y="401"/>
                    <a:pt x="319" y="401"/>
                    <a:pt x="321" y="404"/>
                  </a:cubicBezTo>
                  <a:cubicBezTo>
                    <a:pt x="321" y="404"/>
                    <a:pt x="321" y="404"/>
                    <a:pt x="318" y="408"/>
                  </a:cubicBezTo>
                  <a:cubicBezTo>
                    <a:pt x="318" y="408"/>
                    <a:pt x="318" y="408"/>
                    <a:pt x="324" y="407"/>
                  </a:cubicBezTo>
                  <a:cubicBezTo>
                    <a:pt x="324" y="407"/>
                    <a:pt x="324" y="407"/>
                    <a:pt x="326" y="408"/>
                  </a:cubicBezTo>
                  <a:cubicBezTo>
                    <a:pt x="326" y="408"/>
                    <a:pt x="326" y="408"/>
                    <a:pt x="324" y="425"/>
                  </a:cubicBezTo>
                  <a:cubicBezTo>
                    <a:pt x="324" y="425"/>
                    <a:pt x="324" y="425"/>
                    <a:pt x="324" y="432"/>
                  </a:cubicBezTo>
                  <a:cubicBezTo>
                    <a:pt x="324" y="432"/>
                    <a:pt x="324" y="432"/>
                    <a:pt x="328" y="433"/>
                  </a:cubicBezTo>
                  <a:cubicBezTo>
                    <a:pt x="328" y="433"/>
                    <a:pt x="328" y="433"/>
                    <a:pt x="330" y="431"/>
                  </a:cubicBezTo>
                  <a:cubicBezTo>
                    <a:pt x="330" y="431"/>
                    <a:pt x="330" y="431"/>
                    <a:pt x="331" y="428"/>
                  </a:cubicBezTo>
                  <a:cubicBezTo>
                    <a:pt x="331" y="428"/>
                    <a:pt x="331" y="428"/>
                    <a:pt x="334" y="429"/>
                  </a:cubicBezTo>
                  <a:cubicBezTo>
                    <a:pt x="334" y="429"/>
                    <a:pt x="334" y="429"/>
                    <a:pt x="336" y="433"/>
                  </a:cubicBezTo>
                  <a:cubicBezTo>
                    <a:pt x="336" y="433"/>
                    <a:pt x="336" y="433"/>
                    <a:pt x="336" y="443"/>
                  </a:cubicBezTo>
                  <a:cubicBezTo>
                    <a:pt x="336" y="443"/>
                    <a:pt x="336" y="443"/>
                    <a:pt x="335" y="448"/>
                  </a:cubicBezTo>
                  <a:cubicBezTo>
                    <a:pt x="335" y="448"/>
                    <a:pt x="335" y="448"/>
                    <a:pt x="339" y="450"/>
                  </a:cubicBezTo>
                  <a:cubicBezTo>
                    <a:pt x="339" y="450"/>
                    <a:pt x="339" y="450"/>
                    <a:pt x="344" y="450"/>
                  </a:cubicBezTo>
                  <a:cubicBezTo>
                    <a:pt x="344" y="450"/>
                    <a:pt x="344" y="450"/>
                    <a:pt x="348" y="452"/>
                  </a:cubicBezTo>
                  <a:cubicBezTo>
                    <a:pt x="348" y="452"/>
                    <a:pt x="348" y="452"/>
                    <a:pt x="353" y="456"/>
                  </a:cubicBezTo>
                  <a:cubicBezTo>
                    <a:pt x="353" y="456"/>
                    <a:pt x="353" y="456"/>
                    <a:pt x="357" y="457"/>
                  </a:cubicBezTo>
                  <a:cubicBezTo>
                    <a:pt x="357" y="457"/>
                    <a:pt x="357" y="457"/>
                    <a:pt x="356" y="467"/>
                  </a:cubicBezTo>
                  <a:cubicBezTo>
                    <a:pt x="356" y="467"/>
                    <a:pt x="356" y="467"/>
                    <a:pt x="356" y="472"/>
                  </a:cubicBezTo>
                  <a:cubicBezTo>
                    <a:pt x="356" y="472"/>
                    <a:pt x="356" y="472"/>
                    <a:pt x="352" y="473"/>
                  </a:cubicBezTo>
                  <a:cubicBezTo>
                    <a:pt x="352" y="473"/>
                    <a:pt x="352" y="473"/>
                    <a:pt x="354" y="478"/>
                  </a:cubicBezTo>
                  <a:cubicBezTo>
                    <a:pt x="354" y="478"/>
                    <a:pt x="354" y="478"/>
                    <a:pt x="351" y="482"/>
                  </a:cubicBezTo>
                  <a:cubicBezTo>
                    <a:pt x="351" y="482"/>
                    <a:pt x="351" y="482"/>
                    <a:pt x="353" y="483"/>
                  </a:cubicBezTo>
                  <a:cubicBezTo>
                    <a:pt x="353" y="483"/>
                    <a:pt x="353" y="483"/>
                    <a:pt x="356" y="482"/>
                  </a:cubicBezTo>
                  <a:cubicBezTo>
                    <a:pt x="356" y="482"/>
                    <a:pt x="356" y="482"/>
                    <a:pt x="361" y="485"/>
                  </a:cubicBezTo>
                  <a:cubicBezTo>
                    <a:pt x="361" y="485"/>
                    <a:pt x="361" y="485"/>
                    <a:pt x="364" y="483"/>
                  </a:cubicBezTo>
                  <a:cubicBezTo>
                    <a:pt x="364" y="483"/>
                    <a:pt x="364" y="483"/>
                    <a:pt x="369" y="485"/>
                  </a:cubicBezTo>
                  <a:cubicBezTo>
                    <a:pt x="369" y="485"/>
                    <a:pt x="369" y="485"/>
                    <a:pt x="372" y="485"/>
                  </a:cubicBezTo>
                  <a:cubicBezTo>
                    <a:pt x="372" y="485"/>
                    <a:pt x="372" y="485"/>
                    <a:pt x="377" y="489"/>
                  </a:cubicBezTo>
                  <a:cubicBezTo>
                    <a:pt x="377" y="489"/>
                    <a:pt x="377" y="489"/>
                    <a:pt x="381" y="492"/>
                  </a:cubicBezTo>
                  <a:cubicBezTo>
                    <a:pt x="381" y="492"/>
                    <a:pt x="381" y="492"/>
                    <a:pt x="383" y="496"/>
                  </a:cubicBezTo>
                  <a:cubicBezTo>
                    <a:pt x="383" y="496"/>
                    <a:pt x="383" y="496"/>
                    <a:pt x="385" y="499"/>
                  </a:cubicBezTo>
                  <a:cubicBezTo>
                    <a:pt x="385" y="499"/>
                    <a:pt x="385" y="499"/>
                    <a:pt x="390" y="496"/>
                  </a:cubicBezTo>
                  <a:cubicBezTo>
                    <a:pt x="390" y="496"/>
                    <a:pt x="390" y="496"/>
                    <a:pt x="394" y="494"/>
                  </a:cubicBezTo>
                  <a:cubicBezTo>
                    <a:pt x="394" y="494"/>
                    <a:pt x="394" y="494"/>
                    <a:pt x="398" y="496"/>
                  </a:cubicBezTo>
                  <a:cubicBezTo>
                    <a:pt x="398" y="496"/>
                    <a:pt x="398" y="496"/>
                    <a:pt x="399" y="501"/>
                  </a:cubicBezTo>
                  <a:cubicBezTo>
                    <a:pt x="399" y="501"/>
                    <a:pt x="399" y="501"/>
                    <a:pt x="395" y="505"/>
                  </a:cubicBezTo>
                  <a:cubicBezTo>
                    <a:pt x="395" y="505"/>
                    <a:pt x="395" y="505"/>
                    <a:pt x="395" y="509"/>
                  </a:cubicBezTo>
                  <a:cubicBezTo>
                    <a:pt x="395" y="509"/>
                    <a:pt x="395" y="509"/>
                    <a:pt x="392" y="513"/>
                  </a:cubicBezTo>
                  <a:cubicBezTo>
                    <a:pt x="392" y="513"/>
                    <a:pt x="392" y="513"/>
                    <a:pt x="392" y="516"/>
                  </a:cubicBezTo>
                  <a:cubicBezTo>
                    <a:pt x="392" y="516"/>
                    <a:pt x="392" y="516"/>
                    <a:pt x="386" y="519"/>
                  </a:cubicBezTo>
                  <a:cubicBezTo>
                    <a:pt x="386" y="519"/>
                    <a:pt x="386" y="519"/>
                    <a:pt x="384" y="528"/>
                  </a:cubicBezTo>
                  <a:cubicBezTo>
                    <a:pt x="384" y="528"/>
                    <a:pt x="384" y="528"/>
                    <a:pt x="379" y="531"/>
                  </a:cubicBezTo>
                  <a:cubicBezTo>
                    <a:pt x="379" y="531"/>
                    <a:pt x="379" y="531"/>
                    <a:pt x="376" y="535"/>
                  </a:cubicBezTo>
                  <a:cubicBezTo>
                    <a:pt x="376" y="535"/>
                    <a:pt x="376" y="535"/>
                    <a:pt x="376" y="542"/>
                  </a:cubicBezTo>
                  <a:cubicBezTo>
                    <a:pt x="432" y="535"/>
                    <a:pt x="432" y="535"/>
                    <a:pt x="432" y="535"/>
                  </a:cubicBezTo>
                  <a:cubicBezTo>
                    <a:pt x="453" y="535"/>
                    <a:pt x="453" y="535"/>
                    <a:pt x="453" y="535"/>
                  </a:cubicBezTo>
                  <a:cubicBezTo>
                    <a:pt x="453" y="492"/>
                    <a:pt x="453" y="492"/>
                    <a:pt x="453" y="492"/>
                  </a:cubicBezTo>
                  <a:cubicBezTo>
                    <a:pt x="442" y="481"/>
                    <a:pt x="442" y="481"/>
                    <a:pt x="442" y="481"/>
                  </a:cubicBezTo>
                  <a:cubicBezTo>
                    <a:pt x="442" y="470"/>
                    <a:pt x="442" y="470"/>
                    <a:pt x="442" y="470"/>
                  </a:cubicBezTo>
                  <a:cubicBezTo>
                    <a:pt x="486" y="470"/>
                    <a:pt x="486" y="470"/>
                    <a:pt x="486" y="470"/>
                  </a:cubicBezTo>
                  <a:cubicBezTo>
                    <a:pt x="496" y="460"/>
                    <a:pt x="496" y="460"/>
                    <a:pt x="496" y="460"/>
                  </a:cubicBezTo>
                  <a:cubicBezTo>
                    <a:pt x="496" y="417"/>
                    <a:pt x="496" y="417"/>
                    <a:pt x="496" y="417"/>
                  </a:cubicBezTo>
                  <a:lnTo>
                    <a:pt x="486" y="40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4" name="Senegal" descr="© INSCALE GmbH, 05.05.2010&#10;http://www.presentationload.com/">
              <a:extLst>
                <a:ext uri="{FF2B5EF4-FFF2-40B4-BE49-F238E27FC236}">
                  <a16:creationId xmlns:a16="http://schemas.microsoft.com/office/drawing/2014/main" id="{DA5AFA57-0A47-4016-9CD9-3E8E148AB83E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328954" y="2556301"/>
              <a:ext cx="136997" cy="120738"/>
            </a:xfrm>
            <a:custGeom>
              <a:avLst/>
              <a:gdLst>
                <a:gd name="T0" fmla="*/ 2147483647 w 414"/>
                <a:gd name="T1" fmla="*/ 2147483647 h 366"/>
                <a:gd name="T2" fmla="*/ 2147483647 w 414"/>
                <a:gd name="T3" fmla="*/ 2147483647 h 366"/>
                <a:gd name="T4" fmla="*/ 2147483647 w 414"/>
                <a:gd name="T5" fmla="*/ 2147483647 h 366"/>
                <a:gd name="T6" fmla="*/ 2147483647 w 414"/>
                <a:gd name="T7" fmla="*/ 2147483647 h 366"/>
                <a:gd name="T8" fmla="*/ 2147483647 w 414"/>
                <a:gd name="T9" fmla="*/ 2147483647 h 366"/>
                <a:gd name="T10" fmla="*/ 2147483647 w 414"/>
                <a:gd name="T11" fmla="*/ 2147483647 h 366"/>
                <a:gd name="T12" fmla="*/ 2147483647 w 414"/>
                <a:gd name="T13" fmla="*/ 2147483647 h 366"/>
                <a:gd name="T14" fmla="*/ 2147483647 w 414"/>
                <a:gd name="T15" fmla="*/ 2147483647 h 366"/>
                <a:gd name="T16" fmla="*/ 2147483647 w 414"/>
                <a:gd name="T17" fmla="*/ 2147483647 h 366"/>
                <a:gd name="T18" fmla="*/ 2147483647 w 414"/>
                <a:gd name="T19" fmla="*/ 2147483647 h 366"/>
                <a:gd name="T20" fmla="*/ 2147483647 w 414"/>
                <a:gd name="T21" fmla="*/ 2147483647 h 366"/>
                <a:gd name="T22" fmla="*/ 2147483647 w 414"/>
                <a:gd name="T23" fmla="*/ 2147483647 h 366"/>
                <a:gd name="T24" fmla="*/ 2147483647 w 414"/>
                <a:gd name="T25" fmla="*/ 2147483647 h 366"/>
                <a:gd name="T26" fmla="*/ 2147483647 w 414"/>
                <a:gd name="T27" fmla="*/ 2147483647 h 366"/>
                <a:gd name="T28" fmla="*/ 2147483647 w 414"/>
                <a:gd name="T29" fmla="*/ 0 h 366"/>
                <a:gd name="T30" fmla="*/ 2147483647 w 414"/>
                <a:gd name="T31" fmla="*/ 2147483647 h 366"/>
                <a:gd name="T32" fmla="*/ 2147483647 w 414"/>
                <a:gd name="T33" fmla="*/ 2147483647 h 366"/>
                <a:gd name="T34" fmla="*/ 2147483647 w 414"/>
                <a:gd name="T35" fmla="*/ 2147483647 h 366"/>
                <a:gd name="T36" fmla="*/ 2147483647 w 414"/>
                <a:gd name="T37" fmla="*/ 2147483647 h 366"/>
                <a:gd name="T38" fmla="*/ 2147483647 w 414"/>
                <a:gd name="T39" fmla="*/ 2147483647 h 366"/>
                <a:gd name="T40" fmla="*/ 2147483647 w 414"/>
                <a:gd name="T41" fmla="*/ 2147483647 h 366"/>
                <a:gd name="T42" fmla="*/ 0 w 414"/>
                <a:gd name="T43" fmla="*/ 2147483647 h 366"/>
                <a:gd name="T44" fmla="*/ 2147483647 w 414"/>
                <a:gd name="T45" fmla="*/ 2147483647 h 366"/>
                <a:gd name="T46" fmla="*/ 2147483647 w 414"/>
                <a:gd name="T47" fmla="*/ 2147483647 h 366"/>
                <a:gd name="T48" fmla="*/ 2147483647 w 414"/>
                <a:gd name="T49" fmla="*/ 2147483647 h 366"/>
                <a:gd name="T50" fmla="*/ 2147483647 w 414"/>
                <a:gd name="T51" fmla="*/ 2147483647 h 366"/>
                <a:gd name="T52" fmla="*/ 2147483647 w 414"/>
                <a:gd name="T53" fmla="*/ 2147483647 h 366"/>
                <a:gd name="T54" fmla="*/ 2147483647 w 414"/>
                <a:gd name="T55" fmla="*/ 2147483647 h 366"/>
                <a:gd name="T56" fmla="*/ 2147483647 w 414"/>
                <a:gd name="T57" fmla="*/ 2147483647 h 366"/>
                <a:gd name="T58" fmla="*/ 2147483647 w 414"/>
                <a:gd name="T59" fmla="*/ 2147483647 h 366"/>
                <a:gd name="T60" fmla="*/ 2147483647 w 414"/>
                <a:gd name="T61" fmla="*/ 2147483647 h 366"/>
                <a:gd name="T62" fmla="*/ 2147483647 w 414"/>
                <a:gd name="T63" fmla="*/ 2147483647 h 366"/>
                <a:gd name="T64" fmla="*/ 2147483647 w 414"/>
                <a:gd name="T65" fmla="*/ 2147483647 h 366"/>
                <a:gd name="T66" fmla="*/ 2147483647 w 414"/>
                <a:gd name="T67" fmla="*/ 2147483647 h 366"/>
                <a:gd name="T68" fmla="*/ 2147483647 w 414"/>
                <a:gd name="T69" fmla="*/ 2147483647 h 366"/>
                <a:gd name="T70" fmla="*/ 2147483647 w 414"/>
                <a:gd name="T71" fmla="*/ 2147483647 h 366"/>
                <a:gd name="T72" fmla="*/ 2147483647 w 414"/>
                <a:gd name="T73" fmla="*/ 2147483647 h 366"/>
                <a:gd name="T74" fmla="*/ 2147483647 w 414"/>
                <a:gd name="T75" fmla="*/ 2147483647 h 366"/>
                <a:gd name="T76" fmla="*/ 2147483647 w 414"/>
                <a:gd name="T77" fmla="*/ 2147483647 h 366"/>
                <a:gd name="T78" fmla="*/ 2147483647 w 414"/>
                <a:gd name="T79" fmla="*/ 2147483647 h 366"/>
                <a:gd name="T80" fmla="*/ 2147483647 w 414"/>
                <a:gd name="T81" fmla="*/ 2147483647 h 366"/>
                <a:gd name="T82" fmla="*/ 2147483647 w 414"/>
                <a:gd name="T83" fmla="*/ 2147483647 h 366"/>
                <a:gd name="T84" fmla="*/ 2147483647 w 414"/>
                <a:gd name="T85" fmla="*/ 2147483647 h 366"/>
                <a:gd name="T86" fmla="*/ 2147483647 w 414"/>
                <a:gd name="T87" fmla="*/ 2147483647 h 366"/>
                <a:gd name="T88" fmla="*/ 2147483647 w 414"/>
                <a:gd name="T89" fmla="*/ 2147483647 h 366"/>
                <a:gd name="T90" fmla="*/ 2147483647 w 414"/>
                <a:gd name="T91" fmla="*/ 2147483647 h 366"/>
                <a:gd name="T92" fmla="*/ 2147483647 w 414"/>
                <a:gd name="T93" fmla="*/ 2147483647 h 366"/>
                <a:gd name="T94" fmla="*/ 2147483647 w 414"/>
                <a:gd name="T95" fmla="*/ 2147483647 h 366"/>
                <a:gd name="T96" fmla="*/ 2147483647 w 414"/>
                <a:gd name="T97" fmla="*/ 2147483647 h 366"/>
                <a:gd name="T98" fmla="*/ 2147483647 w 414"/>
                <a:gd name="T99" fmla="*/ 2147483647 h 366"/>
                <a:gd name="T100" fmla="*/ 2147483647 w 414"/>
                <a:gd name="T101" fmla="*/ 2147483647 h 366"/>
                <a:gd name="T102" fmla="*/ 2147483647 w 414"/>
                <a:gd name="T103" fmla="*/ 2147483647 h 366"/>
                <a:gd name="T104" fmla="*/ 2147483647 w 414"/>
                <a:gd name="T105" fmla="*/ 2147483647 h 36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14"/>
                <a:gd name="T160" fmla="*/ 0 h 366"/>
                <a:gd name="T161" fmla="*/ 414 w 414"/>
                <a:gd name="T162" fmla="*/ 366 h 36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14" h="366">
                  <a:moveTo>
                    <a:pt x="402" y="270"/>
                  </a:moveTo>
                  <a:lnTo>
                    <a:pt x="396" y="270"/>
                  </a:lnTo>
                  <a:lnTo>
                    <a:pt x="396" y="276"/>
                  </a:lnTo>
                  <a:lnTo>
                    <a:pt x="384" y="276"/>
                  </a:lnTo>
                  <a:lnTo>
                    <a:pt x="378" y="270"/>
                  </a:lnTo>
                  <a:lnTo>
                    <a:pt x="378" y="246"/>
                  </a:lnTo>
                  <a:lnTo>
                    <a:pt x="384" y="240"/>
                  </a:lnTo>
                  <a:lnTo>
                    <a:pt x="384" y="222"/>
                  </a:lnTo>
                  <a:lnTo>
                    <a:pt x="372" y="210"/>
                  </a:lnTo>
                  <a:lnTo>
                    <a:pt x="372" y="204"/>
                  </a:lnTo>
                  <a:lnTo>
                    <a:pt x="360" y="186"/>
                  </a:lnTo>
                  <a:lnTo>
                    <a:pt x="360" y="162"/>
                  </a:lnTo>
                  <a:lnTo>
                    <a:pt x="348" y="138"/>
                  </a:lnTo>
                  <a:lnTo>
                    <a:pt x="318" y="132"/>
                  </a:lnTo>
                  <a:lnTo>
                    <a:pt x="318" y="108"/>
                  </a:lnTo>
                  <a:lnTo>
                    <a:pt x="312" y="102"/>
                  </a:lnTo>
                  <a:lnTo>
                    <a:pt x="294" y="102"/>
                  </a:lnTo>
                  <a:lnTo>
                    <a:pt x="294" y="72"/>
                  </a:lnTo>
                  <a:lnTo>
                    <a:pt x="288" y="60"/>
                  </a:lnTo>
                  <a:lnTo>
                    <a:pt x="288" y="54"/>
                  </a:lnTo>
                  <a:lnTo>
                    <a:pt x="282" y="48"/>
                  </a:lnTo>
                  <a:lnTo>
                    <a:pt x="264" y="48"/>
                  </a:lnTo>
                  <a:lnTo>
                    <a:pt x="252" y="54"/>
                  </a:lnTo>
                  <a:lnTo>
                    <a:pt x="246" y="42"/>
                  </a:lnTo>
                  <a:lnTo>
                    <a:pt x="234" y="30"/>
                  </a:lnTo>
                  <a:lnTo>
                    <a:pt x="228" y="18"/>
                  </a:lnTo>
                  <a:lnTo>
                    <a:pt x="222" y="18"/>
                  </a:lnTo>
                  <a:lnTo>
                    <a:pt x="210" y="12"/>
                  </a:lnTo>
                  <a:lnTo>
                    <a:pt x="186" y="12"/>
                  </a:lnTo>
                  <a:lnTo>
                    <a:pt x="162" y="0"/>
                  </a:lnTo>
                  <a:lnTo>
                    <a:pt x="162" y="18"/>
                  </a:lnTo>
                  <a:lnTo>
                    <a:pt x="132" y="12"/>
                  </a:lnTo>
                  <a:lnTo>
                    <a:pt x="120" y="18"/>
                  </a:lnTo>
                  <a:lnTo>
                    <a:pt x="114" y="18"/>
                  </a:lnTo>
                  <a:lnTo>
                    <a:pt x="108" y="12"/>
                  </a:lnTo>
                  <a:lnTo>
                    <a:pt x="102" y="12"/>
                  </a:lnTo>
                  <a:lnTo>
                    <a:pt x="90" y="18"/>
                  </a:lnTo>
                  <a:lnTo>
                    <a:pt x="84" y="24"/>
                  </a:lnTo>
                  <a:lnTo>
                    <a:pt x="66" y="60"/>
                  </a:lnTo>
                  <a:lnTo>
                    <a:pt x="60" y="66"/>
                  </a:lnTo>
                  <a:lnTo>
                    <a:pt x="60" y="90"/>
                  </a:lnTo>
                  <a:lnTo>
                    <a:pt x="48" y="96"/>
                  </a:lnTo>
                  <a:lnTo>
                    <a:pt x="30" y="132"/>
                  </a:lnTo>
                  <a:lnTo>
                    <a:pt x="0" y="162"/>
                  </a:lnTo>
                  <a:lnTo>
                    <a:pt x="6" y="168"/>
                  </a:lnTo>
                  <a:lnTo>
                    <a:pt x="12" y="168"/>
                  </a:lnTo>
                  <a:lnTo>
                    <a:pt x="18" y="174"/>
                  </a:lnTo>
                  <a:lnTo>
                    <a:pt x="24" y="186"/>
                  </a:lnTo>
                  <a:lnTo>
                    <a:pt x="24" y="204"/>
                  </a:lnTo>
                  <a:lnTo>
                    <a:pt x="42" y="222"/>
                  </a:lnTo>
                  <a:lnTo>
                    <a:pt x="42" y="246"/>
                  </a:lnTo>
                  <a:lnTo>
                    <a:pt x="48" y="252"/>
                  </a:lnTo>
                  <a:lnTo>
                    <a:pt x="126" y="252"/>
                  </a:lnTo>
                  <a:lnTo>
                    <a:pt x="126" y="240"/>
                  </a:lnTo>
                  <a:lnTo>
                    <a:pt x="180" y="240"/>
                  </a:lnTo>
                  <a:lnTo>
                    <a:pt x="180" y="252"/>
                  </a:lnTo>
                  <a:lnTo>
                    <a:pt x="192" y="246"/>
                  </a:lnTo>
                  <a:lnTo>
                    <a:pt x="198" y="252"/>
                  </a:lnTo>
                  <a:lnTo>
                    <a:pt x="204" y="264"/>
                  </a:lnTo>
                  <a:lnTo>
                    <a:pt x="216" y="264"/>
                  </a:lnTo>
                  <a:lnTo>
                    <a:pt x="222" y="258"/>
                  </a:lnTo>
                  <a:lnTo>
                    <a:pt x="246" y="258"/>
                  </a:lnTo>
                  <a:lnTo>
                    <a:pt x="252" y="264"/>
                  </a:lnTo>
                  <a:lnTo>
                    <a:pt x="252" y="270"/>
                  </a:lnTo>
                  <a:lnTo>
                    <a:pt x="246" y="276"/>
                  </a:lnTo>
                  <a:lnTo>
                    <a:pt x="234" y="282"/>
                  </a:lnTo>
                  <a:lnTo>
                    <a:pt x="228" y="288"/>
                  </a:lnTo>
                  <a:lnTo>
                    <a:pt x="204" y="288"/>
                  </a:lnTo>
                  <a:lnTo>
                    <a:pt x="186" y="282"/>
                  </a:lnTo>
                  <a:lnTo>
                    <a:pt x="180" y="270"/>
                  </a:lnTo>
                  <a:lnTo>
                    <a:pt x="168" y="264"/>
                  </a:lnTo>
                  <a:lnTo>
                    <a:pt x="162" y="258"/>
                  </a:lnTo>
                  <a:lnTo>
                    <a:pt x="156" y="264"/>
                  </a:lnTo>
                  <a:lnTo>
                    <a:pt x="150" y="276"/>
                  </a:lnTo>
                  <a:lnTo>
                    <a:pt x="126" y="276"/>
                  </a:lnTo>
                  <a:lnTo>
                    <a:pt x="120" y="282"/>
                  </a:lnTo>
                  <a:lnTo>
                    <a:pt x="108" y="282"/>
                  </a:lnTo>
                  <a:lnTo>
                    <a:pt x="108" y="294"/>
                  </a:lnTo>
                  <a:lnTo>
                    <a:pt x="36" y="294"/>
                  </a:lnTo>
                  <a:lnTo>
                    <a:pt x="36" y="318"/>
                  </a:lnTo>
                  <a:lnTo>
                    <a:pt x="30" y="324"/>
                  </a:lnTo>
                  <a:lnTo>
                    <a:pt x="30" y="336"/>
                  </a:lnTo>
                  <a:lnTo>
                    <a:pt x="36" y="342"/>
                  </a:lnTo>
                  <a:lnTo>
                    <a:pt x="42" y="354"/>
                  </a:lnTo>
                  <a:lnTo>
                    <a:pt x="48" y="360"/>
                  </a:lnTo>
                  <a:lnTo>
                    <a:pt x="60" y="366"/>
                  </a:lnTo>
                  <a:lnTo>
                    <a:pt x="66" y="366"/>
                  </a:lnTo>
                  <a:lnTo>
                    <a:pt x="72" y="360"/>
                  </a:lnTo>
                  <a:lnTo>
                    <a:pt x="78" y="360"/>
                  </a:lnTo>
                  <a:lnTo>
                    <a:pt x="90" y="348"/>
                  </a:lnTo>
                  <a:lnTo>
                    <a:pt x="126" y="348"/>
                  </a:lnTo>
                  <a:lnTo>
                    <a:pt x="156" y="324"/>
                  </a:lnTo>
                  <a:lnTo>
                    <a:pt x="294" y="330"/>
                  </a:lnTo>
                  <a:lnTo>
                    <a:pt x="294" y="336"/>
                  </a:lnTo>
                  <a:lnTo>
                    <a:pt x="300" y="348"/>
                  </a:lnTo>
                  <a:lnTo>
                    <a:pt x="318" y="348"/>
                  </a:lnTo>
                  <a:lnTo>
                    <a:pt x="324" y="342"/>
                  </a:lnTo>
                  <a:lnTo>
                    <a:pt x="330" y="348"/>
                  </a:lnTo>
                  <a:lnTo>
                    <a:pt x="336" y="360"/>
                  </a:lnTo>
                  <a:lnTo>
                    <a:pt x="342" y="366"/>
                  </a:lnTo>
                  <a:lnTo>
                    <a:pt x="354" y="366"/>
                  </a:lnTo>
                  <a:lnTo>
                    <a:pt x="366" y="360"/>
                  </a:lnTo>
                  <a:lnTo>
                    <a:pt x="372" y="354"/>
                  </a:lnTo>
                  <a:lnTo>
                    <a:pt x="414" y="354"/>
                  </a:lnTo>
                  <a:lnTo>
                    <a:pt x="414" y="288"/>
                  </a:lnTo>
                  <a:lnTo>
                    <a:pt x="408" y="276"/>
                  </a:lnTo>
                  <a:lnTo>
                    <a:pt x="402" y="27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5" name="Saudi Arabia" descr="© INSCALE GmbH, 05.05.2010&#10;http://www.presentationload.com/">
              <a:extLst>
                <a:ext uri="{FF2B5EF4-FFF2-40B4-BE49-F238E27FC236}">
                  <a16:creationId xmlns:a16="http://schemas.microsoft.com/office/drawing/2014/main" id="{3A8AC4A5-AD8D-45C7-886A-52B449EA46EE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529408" y="2150419"/>
              <a:ext cx="491118" cy="418728"/>
            </a:xfrm>
            <a:custGeom>
              <a:avLst/>
              <a:gdLst>
                <a:gd name="T0" fmla="*/ 2147483647 w 1488"/>
                <a:gd name="T1" fmla="*/ 2147483647 h 1278"/>
                <a:gd name="T2" fmla="*/ 2147483647 w 1488"/>
                <a:gd name="T3" fmla="*/ 2147483647 h 1278"/>
                <a:gd name="T4" fmla="*/ 2147483647 w 1488"/>
                <a:gd name="T5" fmla="*/ 2147483647 h 1278"/>
                <a:gd name="T6" fmla="*/ 2147483647 w 1488"/>
                <a:gd name="T7" fmla="*/ 2147483647 h 1278"/>
                <a:gd name="T8" fmla="*/ 2147483647 w 1488"/>
                <a:gd name="T9" fmla="*/ 2147483647 h 1278"/>
                <a:gd name="T10" fmla="*/ 2147483647 w 1488"/>
                <a:gd name="T11" fmla="*/ 2147483647 h 1278"/>
                <a:gd name="T12" fmla="*/ 2147483647 w 1488"/>
                <a:gd name="T13" fmla="*/ 2147483647 h 1278"/>
                <a:gd name="T14" fmla="*/ 2147483647 w 1488"/>
                <a:gd name="T15" fmla="*/ 2147483647 h 1278"/>
                <a:gd name="T16" fmla="*/ 2147483647 w 1488"/>
                <a:gd name="T17" fmla="*/ 2147483647 h 1278"/>
                <a:gd name="T18" fmla="*/ 2147483647 w 1488"/>
                <a:gd name="T19" fmla="*/ 2147483647 h 1278"/>
                <a:gd name="T20" fmla="*/ 2147483647 w 1488"/>
                <a:gd name="T21" fmla="*/ 2147483647 h 1278"/>
                <a:gd name="T22" fmla="*/ 2147483647 w 1488"/>
                <a:gd name="T23" fmla="*/ 2147483647 h 1278"/>
                <a:gd name="T24" fmla="*/ 2147483647 w 1488"/>
                <a:gd name="T25" fmla="*/ 2147483647 h 1278"/>
                <a:gd name="T26" fmla="*/ 2147483647 w 1488"/>
                <a:gd name="T27" fmla="*/ 2147483647 h 1278"/>
                <a:gd name="T28" fmla="*/ 2147483647 w 1488"/>
                <a:gd name="T29" fmla="*/ 2147483647 h 1278"/>
                <a:gd name="T30" fmla="*/ 2147483647 w 1488"/>
                <a:gd name="T31" fmla="*/ 2147483647 h 1278"/>
                <a:gd name="T32" fmla="*/ 2147483647 w 1488"/>
                <a:gd name="T33" fmla="*/ 2147483647 h 1278"/>
                <a:gd name="T34" fmla="*/ 2147483647 w 1488"/>
                <a:gd name="T35" fmla="*/ 2147483647 h 1278"/>
                <a:gd name="T36" fmla="*/ 2147483647 w 1488"/>
                <a:gd name="T37" fmla="*/ 2147483647 h 1278"/>
                <a:gd name="T38" fmla="*/ 2147483647 w 1488"/>
                <a:gd name="T39" fmla="*/ 0 h 1278"/>
                <a:gd name="T40" fmla="*/ 2147483647 w 1488"/>
                <a:gd name="T41" fmla="*/ 2147483647 h 1278"/>
                <a:gd name="T42" fmla="*/ 2147483647 w 1488"/>
                <a:gd name="T43" fmla="*/ 2147483647 h 1278"/>
                <a:gd name="T44" fmla="*/ 2147483647 w 1488"/>
                <a:gd name="T45" fmla="*/ 2147483647 h 1278"/>
                <a:gd name="T46" fmla="*/ 2147483647 w 1488"/>
                <a:gd name="T47" fmla="*/ 2147483647 h 1278"/>
                <a:gd name="T48" fmla="*/ 2147483647 w 1488"/>
                <a:gd name="T49" fmla="*/ 2147483647 h 1278"/>
                <a:gd name="T50" fmla="*/ 2147483647 w 1488"/>
                <a:gd name="T51" fmla="*/ 2147483647 h 1278"/>
                <a:gd name="T52" fmla="*/ 2147483647 w 1488"/>
                <a:gd name="T53" fmla="*/ 2147483647 h 1278"/>
                <a:gd name="T54" fmla="*/ 2147483647 w 1488"/>
                <a:gd name="T55" fmla="*/ 2147483647 h 1278"/>
                <a:gd name="T56" fmla="*/ 2147483647 w 1488"/>
                <a:gd name="T57" fmla="*/ 2147483647 h 1278"/>
                <a:gd name="T58" fmla="*/ 2147483647 w 1488"/>
                <a:gd name="T59" fmla="*/ 2147483647 h 1278"/>
                <a:gd name="T60" fmla="*/ 2147483647 w 1488"/>
                <a:gd name="T61" fmla="*/ 2147483647 h 1278"/>
                <a:gd name="T62" fmla="*/ 0 w 1488"/>
                <a:gd name="T63" fmla="*/ 2147483647 h 1278"/>
                <a:gd name="T64" fmla="*/ 2147483647 w 1488"/>
                <a:gd name="T65" fmla="*/ 2147483647 h 1278"/>
                <a:gd name="T66" fmla="*/ 2147483647 w 1488"/>
                <a:gd name="T67" fmla="*/ 2147483647 h 1278"/>
                <a:gd name="T68" fmla="*/ 2147483647 w 1488"/>
                <a:gd name="T69" fmla="*/ 2147483647 h 1278"/>
                <a:gd name="T70" fmla="*/ 2147483647 w 1488"/>
                <a:gd name="T71" fmla="*/ 2147483647 h 1278"/>
                <a:gd name="T72" fmla="*/ 2147483647 w 1488"/>
                <a:gd name="T73" fmla="*/ 2147483647 h 1278"/>
                <a:gd name="T74" fmla="*/ 2147483647 w 1488"/>
                <a:gd name="T75" fmla="*/ 2147483647 h 1278"/>
                <a:gd name="T76" fmla="*/ 2147483647 w 1488"/>
                <a:gd name="T77" fmla="*/ 2147483647 h 1278"/>
                <a:gd name="T78" fmla="*/ 2147483647 w 1488"/>
                <a:gd name="T79" fmla="*/ 2147483647 h 1278"/>
                <a:gd name="T80" fmla="*/ 2147483647 w 1488"/>
                <a:gd name="T81" fmla="*/ 2147483647 h 1278"/>
                <a:gd name="T82" fmla="*/ 2147483647 w 1488"/>
                <a:gd name="T83" fmla="*/ 2147483647 h 1278"/>
                <a:gd name="T84" fmla="*/ 2147483647 w 1488"/>
                <a:gd name="T85" fmla="*/ 2147483647 h 1278"/>
                <a:gd name="T86" fmla="*/ 2147483647 w 1488"/>
                <a:gd name="T87" fmla="*/ 2147483647 h 1278"/>
                <a:gd name="T88" fmla="*/ 2147483647 w 1488"/>
                <a:gd name="T89" fmla="*/ 2147483647 h 1278"/>
                <a:gd name="T90" fmla="*/ 2147483647 w 1488"/>
                <a:gd name="T91" fmla="*/ 2147483647 h 1278"/>
                <a:gd name="T92" fmla="*/ 2147483647 w 1488"/>
                <a:gd name="T93" fmla="*/ 2147483647 h 1278"/>
                <a:gd name="T94" fmla="*/ 2147483647 w 1488"/>
                <a:gd name="T95" fmla="*/ 2147483647 h 1278"/>
                <a:gd name="T96" fmla="*/ 2147483647 w 1488"/>
                <a:gd name="T97" fmla="*/ 2147483647 h 1278"/>
                <a:gd name="T98" fmla="*/ 2147483647 w 1488"/>
                <a:gd name="T99" fmla="*/ 2147483647 h 1278"/>
                <a:gd name="T100" fmla="*/ 2147483647 w 1488"/>
                <a:gd name="T101" fmla="*/ 2147483647 h 1278"/>
                <a:gd name="T102" fmla="*/ 2147483647 w 1488"/>
                <a:gd name="T103" fmla="*/ 2147483647 h 1278"/>
                <a:gd name="T104" fmla="*/ 2147483647 w 1488"/>
                <a:gd name="T105" fmla="*/ 2147483647 h 1278"/>
                <a:gd name="T106" fmla="*/ 2147483647 w 1488"/>
                <a:gd name="T107" fmla="*/ 2147483647 h 1278"/>
                <a:gd name="T108" fmla="*/ 2147483647 w 1488"/>
                <a:gd name="T109" fmla="*/ 2147483647 h 1278"/>
                <a:gd name="T110" fmla="*/ 2147483647 w 1488"/>
                <a:gd name="T111" fmla="*/ 2147483647 h 1278"/>
                <a:gd name="T112" fmla="*/ 2147483647 w 1488"/>
                <a:gd name="T113" fmla="*/ 2147483647 h 1278"/>
                <a:gd name="T114" fmla="*/ 2147483647 w 1488"/>
                <a:gd name="T115" fmla="*/ 2147483647 h 1278"/>
                <a:gd name="T116" fmla="*/ 2147483647 w 1488"/>
                <a:gd name="T117" fmla="*/ 2147483647 h 127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488"/>
                <a:gd name="T178" fmla="*/ 0 h 1278"/>
                <a:gd name="T179" fmla="*/ 1488 w 1488"/>
                <a:gd name="T180" fmla="*/ 1278 h 127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488" h="1278">
                  <a:moveTo>
                    <a:pt x="1464" y="792"/>
                  </a:moveTo>
                  <a:lnTo>
                    <a:pt x="1464" y="780"/>
                  </a:lnTo>
                  <a:lnTo>
                    <a:pt x="1458" y="774"/>
                  </a:lnTo>
                  <a:lnTo>
                    <a:pt x="1416" y="768"/>
                  </a:lnTo>
                  <a:lnTo>
                    <a:pt x="1320" y="756"/>
                  </a:lnTo>
                  <a:lnTo>
                    <a:pt x="1284" y="750"/>
                  </a:lnTo>
                  <a:lnTo>
                    <a:pt x="1266" y="750"/>
                  </a:lnTo>
                  <a:lnTo>
                    <a:pt x="1260" y="738"/>
                  </a:lnTo>
                  <a:lnTo>
                    <a:pt x="1248" y="732"/>
                  </a:lnTo>
                  <a:lnTo>
                    <a:pt x="1242" y="720"/>
                  </a:lnTo>
                  <a:lnTo>
                    <a:pt x="1218" y="696"/>
                  </a:lnTo>
                  <a:lnTo>
                    <a:pt x="1206" y="672"/>
                  </a:lnTo>
                  <a:lnTo>
                    <a:pt x="1188" y="654"/>
                  </a:lnTo>
                  <a:lnTo>
                    <a:pt x="1188" y="642"/>
                  </a:lnTo>
                  <a:lnTo>
                    <a:pt x="1182" y="636"/>
                  </a:lnTo>
                  <a:lnTo>
                    <a:pt x="1182" y="618"/>
                  </a:lnTo>
                  <a:lnTo>
                    <a:pt x="1176" y="624"/>
                  </a:lnTo>
                  <a:lnTo>
                    <a:pt x="1164" y="612"/>
                  </a:lnTo>
                  <a:lnTo>
                    <a:pt x="1146" y="612"/>
                  </a:lnTo>
                  <a:lnTo>
                    <a:pt x="1140" y="600"/>
                  </a:lnTo>
                  <a:lnTo>
                    <a:pt x="1134" y="594"/>
                  </a:lnTo>
                  <a:lnTo>
                    <a:pt x="1128" y="582"/>
                  </a:lnTo>
                  <a:lnTo>
                    <a:pt x="1122" y="564"/>
                  </a:lnTo>
                  <a:lnTo>
                    <a:pt x="1116" y="552"/>
                  </a:lnTo>
                  <a:lnTo>
                    <a:pt x="1116" y="540"/>
                  </a:lnTo>
                  <a:lnTo>
                    <a:pt x="1110" y="534"/>
                  </a:lnTo>
                  <a:lnTo>
                    <a:pt x="1098" y="528"/>
                  </a:lnTo>
                  <a:lnTo>
                    <a:pt x="1086" y="516"/>
                  </a:lnTo>
                  <a:lnTo>
                    <a:pt x="1074" y="510"/>
                  </a:lnTo>
                  <a:lnTo>
                    <a:pt x="1068" y="498"/>
                  </a:lnTo>
                  <a:lnTo>
                    <a:pt x="1068" y="462"/>
                  </a:lnTo>
                  <a:lnTo>
                    <a:pt x="1062" y="450"/>
                  </a:lnTo>
                  <a:lnTo>
                    <a:pt x="1062" y="438"/>
                  </a:lnTo>
                  <a:lnTo>
                    <a:pt x="1050" y="426"/>
                  </a:lnTo>
                  <a:lnTo>
                    <a:pt x="1002" y="402"/>
                  </a:lnTo>
                  <a:lnTo>
                    <a:pt x="996" y="396"/>
                  </a:lnTo>
                  <a:lnTo>
                    <a:pt x="990" y="384"/>
                  </a:lnTo>
                  <a:lnTo>
                    <a:pt x="990" y="360"/>
                  </a:lnTo>
                  <a:lnTo>
                    <a:pt x="972" y="342"/>
                  </a:lnTo>
                  <a:lnTo>
                    <a:pt x="966" y="330"/>
                  </a:lnTo>
                  <a:lnTo>
                    <a:pt x="960" y="324"/>
                  </a:lnTo>
                  <a:lnTo>
                    <a:pt x="960" y="300"/>
                  </a:lnTo>
                  <a:lnTo>
                    <a:pt x="954" y="300"/>
                  </a:lnTo>
                  <a:lnTo>
                    <a:pt x="948" y="294"/>
                  </a:lnTo>
                  <a:lnTo>
                    <a:pt x="882" y="294"/>
                  </a:lnTo>
                  <a:lnTo>
                    <a:pt x="876" y="288"/>
                  </a:lnTo>
                  <a:lnTo>
                    <a:pt x="876" y="252"/>
                  </a:lnTo>
                  <a:lnTo>
                    <a:pt x="852" y="246"/>
                  </a:lnTo>
                  <a:lnTo>
                    <a:pt x="804" y="246"/>
                  </a:lnTo>
                  <a:lnTo>
                    <a:pt x="750" y="240"/>
                  </a:lnTo>
                  <a:lnTo>
                    <a:pt x="684" y="240"/>
                  </a:lnTo>
                  <a:lnTo>
                    <a:pt x="492" y="96"/>
                  </a:lnTo>
                  <a:lnTo>
                    <a:pt x="480" y="90"/>
                  </a:lnTo>
                  <a:lnTo>
                    <a:pt x="474" y="84"/>
                  </a:lnTo>
                  <a:lnTo>
                    <a:pt x="426" y="60"/>
                  </a:lnTo>
                  <a:lnTo>
                    <a:pt x="414" y="48"/>
                  </a:lnTo>
                  <a:lnTo>
                    <a:pt x="402" y="42"/>
                  </a:lnTo>
                  <a:lnTo>
                    <a:pt x="372" y="12"/>
                  </a:lnTo>
                  <a:lnTo>
                    <a:pt x="306" y="12"/>
                  </a:lnTo>
                  <a:lnTo>
                    <a:pt x="294" y="0"/>
                  </a:lnTo>
                  <a:lnTo>
                    <a:pt x="288" y="6"/>
                  </a:lnTo>
                  <a:lnTo>
                    <a:pt x="276" y="12"/>
                  </a:lnTo>
                  <a:lnTo>
                    <a:pt x="270" y="12"/>
                  </a:lnTo>
                  <a:lnTo>
                    <a:pt x="264" y="18"/>
                  </a:lnTo>
                  <a:lnTo>
                    <a:pt x="252" y="24"/>
                  </a:lnTo>
                  <a:lnTo>
                    <a:pt x="210" y="24"/>
                  </a:lnTo>
                  <a:lnTo>
                    <a:pt x="198" y="48"/>
                  </a:lnTo>
                  <a:lnTo>
                    <a:pt x="132" y="48"/>
                  </a:lnTo>
                  <a:lnTo>
                    <a:pt x="120" y="54"/>
                  </a:lnTo>
                  <a:lnTo>
                    <a:pt x="108" y="54"/>
                  </a:lnTo>
                  <a:lnTo>
                    <a:pt x="108" y="60"/>
                  </a:lnTo>
                  <a:lnTo>
                    <a:pt x="132" y="60"/>
                  </a:lnTo>
                  <a:lnTo>
                    <a:pt x="144" y="66"/>
                  </a:lnTo>
                  <a:lnTo>
                    <a:pt x="156" y="66"/>
                  </a:lnTo>
                  <a:lnTo>
                    <a:pt x="180" y="90"/>
                  </a:lnTo>
                  <a:lnTo>
                    <a:pt x="192" y="114"/>
                  </a:lnTo>
                  <a:lnTo>
                    <a:pt x="198" y="120"/>
                  </a:lnTo>
                  <a:lnTo>
                    <a:pt x="198" y="132"/>
                  </a:lnTo>
                  <a:lnTo>
                    <a:pt x="192" y="138"/>
                  </a:lnTo>
                  <a:lnTo>
                    <a:pt x="192" y="150"/>
                  </a:lnTo>
                  <a:lnTo>
                    <a:pt x="186" y="156"/>
                  </a:lnTo>
                  <a:lnTo>
                    <a:pt x="180" y="168"/>
                  </a:lnTo>
                  <a:lnTo>
                    <a:pt x="174" y="174"/>
                  </a:lnTo>
                  <a:lnTo>
                    <a:pt x="162" y="180"/>
                  </a:lnTo>
                  <a:lnTo>
                    <a:pt x="150" y="180"/>
                  </a:lnTo>
                  <a:lnTo>
                    <a:pt x="138" y="186"/>
                  </a:lnTo>
                  <a:lnTo>
                    <a:pt x="132" y="186"/>
                  </a:lnTo>
                  <a:lnTo>
                    <a:pt x="120" y="198"/>
                  </a:lnTo>
                  <a:lnTo>
                    <a:pt x="120" y="210"/>
                  </a:lnTo>
                  <a:lnTo>
                    <a:pt x="108" y="234"/>
                  </a:lnTo>
                  <a:lnTo>
                    <a:pt x="96" y="246"/>
                  </a:lnTo>
                  <a:lnTo>
                    <a:pt x="60" y="246"/>
                  </a:lnTo>
                  <a:lnTo>
                    <a:pt x="36" y="234"/>
                  </a:lnTo>
                  <a:lnTo>
                    <a:pt x="6" y="234"/>
                  </a:lnTo>
                  <a:lnTo>
                    <a:pt x="6" y="264"/>
                  </a:lnTo>
                  <a:lnTo>
                    <a:pt x="0" y="306"/>
                  </a:lnTo>
                  <a:lnTo>
                    <a:pt x="0" y="348"/>
                  </a:lnTo>
                  <a:lnTo>
                    <a:pt x="6" y="372"/>
                  </a:lnTo>
                  <a:lnTo>
                    <a:pt x="24" y="378"/>
                  </a:lnTo>
                  <a:lnTo>
                    <a:pt x="36" y="390"/>
                  </a:lnTo>
                  <a:lnTo>
                    <a:pt x="54" y="390"/>
                  </a:lnTo>
                  <a:lnTo>
                    <a:pt x="72" y="408"/>
                  </a:lnTo>
                  <a:lnTo>
                    <a:pt x="90" y="438"/>
                  </a:lnTo>
                  <a:lnTo>
                    <a:pt x="102" y="474"/>
                  </a:lnTo>
                  <a:lnTo>
                    <a:pt x="120" y="504"/>
                  </a:lnTo>
                  <a:lnTo>
                    <a:pt x="132" y="516"/>
                  </a:lnTo>
                  <a:lnTo>
                    <a:pt x="150" y="528"/>
                  </a:lnTo>
                  <a:lnTo>
                    <a:pt x="162" y="540"/>
                  </a:lnTo>
                  <a:lnTo>
                    <a:pt x="174" y="558"/>
                  </a:lnTo>
                  <a:lnTo>
                    <a:pt x="180" y="570"/>
                  </a:lnTo>
                  <a:lnTo>
                    <a:pt x="186" y="594"/>
                  </a:lnTo>
                  <a:lnTo>
                    <a:pt x="192" y="612"/>
                  </a:lnTo>
                  <a:lnTo>
                    <a:pt x="198" y="636"/>
                  </a:lnTo>
                  <a:lnTo>
                    <a:pt x="210" y="648"/>
                  </a:lnTo>
                  <a:lnTo>
                    <a:pt x="234" y="660"/>
                  </a:lnTo>
                  <a:lnTo>
                    <a:pt x="264" y="660"/>
                  </a:lnTo>
                  <a:lnTo>
                    <a:pt x="282" y="666"/>
                  </a:lnTo>
                  <a:lnTo>
                    <a:pt x="294" y="678"/>
                  </a:lnTo>
                  <a:lnTo>
                    <a:pt x="312" y="708"/>
                  </a:lnTo>
                  <a:lnTo>
                    <a:pt x="330" y="756"/>
                  </a:lnTo>
                  <a:lnTo>
                    <a:pt x="336" y="804"/>
                  </a:lnTo>
                  <a:lnTo>
                    <a:pt x="342" y="840"/>
                  </a:lnTo>
                  <a:lnTo>
                    <a:pt x="348" y="870"/>
                  </a:lnTo>
                  <a:lnTo>
                    <a:pt x="366" y="906"/>
                  </a:lnTo>
                  <a:lnTo>
                    <a:pt x="384" y="924"/>
                  </a:lnTo>
                  <a:lnTo>
                    <a:pt x="390" y="936"/>
                  </a:lnTo>
                  <a:lnTo>
                    <a:pt x="414" y="936"/>
                  </a:lnTo>
                  <a:lnTo>
                    <a:pt x="438" y="948"/>
                  </a:lnTo>
                  <a:lnTo>
                    <a:pt x="456" y="972"/>
                  </a:lnTo>
                  <a:lnTo>
                    <a:pt x="480" y="1008"/>
                  </a:lnTo>
                  <a:lnTo>
                    <a:pt x="504" y="1056"/>
                  </a:lnTo>
                  <a:lnTo>
                    <a:pt x="552" y="1128"/>
                  </a:lnTo>
                  <a:lnTo>
                    <a:pt x="582" y="1170"/>
                  </a:lnTo>
                  <a:lnTo>
                    <a:pt x="606" y="1206"/>
                  </a:lnTo>
                  <a:lnTo>
                    <a:pt x="618" y="1236"/>
                  </a:lnTo>
                  <a:lnTo>
                    <a:pt x="618" y="1266"/>
                  </a:lnTo>
                  <a:lnTo>
                    <a:pt x="612" y="1278"/>
                  </a:lnTo>
                  <a:lnTo>
                    <a:pt x="624" y="1266"/>
                  </a:lnTo>
                  <a:lnTo>
                    <a:pt x="630" y="1254"/>
                  </a:lnTo>
                  <a:lnTo>
                    <a:pt x="636" y="1248"/>
                  </a:lnTo>
                  <a:lnTo>
                    <a:pt x="636" y="1200"/>
                  </a:lnTo>
                  <a:lnTo>
                    <a:pt x="642" y="1188"/>
                  </a:lnTo>
                  <a:lnTo>
                    <a:pt x="648" y="1182"/>
                  </a:lnTo>
                  <a:lnTo>
                    <a:pt x="654" y="1182"/>
                  </a:lnTo>
                  <a:lnTo>
                    <a:pt x="672" y="1200"/>
                  </a:lnTo>
                  <a:lnTo>
                    <a:pt x="696" y="1194"/>
                  </a:lnTo>
                  <a:lnTo>
                    <a:pt x="702" y="1188"/>
                  </a:lnTo>
                  <a:lnTo>
                    <a:pt x="792" y="1188"/>
                  </a:lnTo>
                  <a:lnTo>
                    <a:pt x="804" y="1194"/>
                  </a:lnTo>
                  <a:lnTo>
                    <a:pt x="810" y="1200"/>
                  </a:lnTo>
                  <a:lnTo>
                    <a:pt x="888" y="1200"/>
                  </a:lnTo>
                  <a:lnTo>
                    <a:pt x="894" y="1206"/>
                  </a:lnTo>
                  <a:lnTo>
                    <a:pt x="900" y="1218"/>
                  </a:lnTo>
                  <a:lnTo>
                    <a:pt x="912" y="1224"/>
                  </a:lnTo>
                  <a:lnTo>
                    <a:pt x="924" y="1224"/>
                  </a:lnTo>
                  <a:lnTo>
                    <a:pt x="930" y="1212"/>
                  </a:lnTo>
                  <a:lnTo>
                    <a:pt x="936" y="1206"/>
                  </a:lnTo>
                  <a:lnTo>
                    <a:pt x="936" y="1188"/>
                  </a:lnTo>
                  <a:lnTo>
                    <a:pt x="942" y="1176"/>
                  </a:lnTo>
                  <a:lnTo>
                    <a:pt x="948" y="1170"/>
                  </a:lnTo>
                  <a:lnTo>
                    <a:pt x="954" y="1158"/>
                  </a:lnTo>
                  <a:lnTo>
                    <a:pt x="966" y="1146"/>
                  </a:lnTo>
                  <a:lnTo>
                    <a:pt x="972" y="1134"/>
                  </a:lnTo>
                  <a:lnTo>
                    <a:pt x="990" y="1116"/>
                  </a:lnTo>
                  <a:lnTo>
                    <a:pt x="1020" y="1098"/>
                  </a:lnTo>
                  <a:lnTo>
                    <a:pt x="1050" y="1092"/>
                  </a:lnTo>
                  <a:lnTo>
                    <a:pt x="1068" y="1086"/>
                  </a:lnTo>
                  <a:lnTo>
                    <a:pt x="1092" y="1086"/>
                  </a:lnTo>
                  <a:lnTo>
                    <a:pt x="1140" y="1080"/>
                  </a:lnTo>
                  <a:lnTo>
                    <a:pt x="1188" y="1068"/>
                  </a:lnTo>
                  <a:lnTo>
                    <a:pt x="1230" y="1062"/>
                  </a:lnTo>
                  <a:lnTo>
                    <a:pt x="1248" y="1062"/>
                  </a:lnTo>
                  <a:lnTo>
                    <a:pt x="1452" y="990"/>
                  </a:lnTo>
                  <a:lnTo>
                    <a:pt x="1488" y="816"/>
                  </a:lnTo>
                  <a:lnTo>
                    <a:pt x="1482" y="810"/>
                  </a:lnTo>
                  <a:lnTo>
                    <a:pt x="1470" y="804"/>
                  </a:lnTo>
                  <a:lnTo>
                    <a:pt x="1464" y="798"/>
                  </a:lnTo>
                  <a:lnTo>
                    <a:pt x="1464" y="79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6" name="Rwanda" descr="© INSCALE GmbH, 05.05.2010&#10;http://www.presentationload.com/">
              <a:extLst>
                <a:ext uri="{FF2B5EF4-FFF2-40B4-BE49-F238E27FC236}">
                  <a16:creationId xmlns:a16="http://schemas.microsoft.com/office/drawing/2014/main" id="{69DB1709-492F-4584-A839-AACEC6243B38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410505" y="3028975"/>
              <a:ext cx="49113" cy="48808"/>
            </a:xfrm>
            <a:custGeom>
              <a:avLst/>
              <a:gdLst>
                <a:gd name="T0" fmla="*/ 2147483647 w 150"/>
                <a:gd name="T1" fmla="*/ 2147483647 h 150"/>
                <a:gd name="T2" fmla="*/ 2147483647 w 150"/>
                <a:gd name="T3" fmla="*/ 2147483647 h 150"/>
                <a:gd name="T4" fmla="*/ 2147483647 w 150"/>
                <a:gd name="T5" fmla="*/ 2147483647 h 150"/>
                <a:gd name="T6" fmla="*/ 2147483647 w 150"/>
                <a:gd name="T7" fmla="*/ 2147483647 h 150"/>
                <a:gd name="T8" fmla="*/ 2147483647 w 150"/>
                <a:gd name="T9" fmla="*/ 2147483647 h 150"/>
                <a:gd name="T10" fmla="*/ 2147483647 w 150"/>
                <a:gd name="T11" fmla="*/ 2147483647 h 150"/>
                <a:gd name="T12" fmla="*/ 2147483647 w 150"/>
                <a:gd name="T13" fmla="*/ 2147483647 h 150"/>
                <a:gd name="T14" fmla="*/ 2147483647 w 150"/>
                <a:gd name="T15" fmla="*/ 2147483647 h 150"/>
                <a:gd name="T16" fmla="*/ 2147483647 w 150"/>
                <a:gd name="T17" fmla="*/ 2147483647 h 150"/>
                <a:gd name="T18" fmla="*/ 2147483647 w 150"/>
                <a:gd name="T19" fmla="*/ 2147483647 h 150"/>
                <a:gd name="T20" fmla="*/ 2147483647 w 150"/>
                <a:gd name="T21" fmla="*/ 2147483647 h 150"/>
                <a:gd name="T22" fmla="*/ 2147483647 w 150"/>
                <a:gd name="T23" fmla="*/ 2147483647 h 150"/>
                <a:gd name="T24" fmla="*/ 2147483647 w 150"/>
                <a:gd name="T25" fmla="*/ 2147483647 h 150"/>
                <a:gd name="T26" fmla="*/ 2147483647 w 150"/>
                <a:gd name="T27" fmla="*/ 0 h 150"/>
                <a:gd name="T28" fmla="*/ 2147483647 w 150"/>
                <a:gd name="T29" fmla="*/ 2147483647 h 150"/>
                <a:gd name="T30" fmla="*/ 2147483647 w 150"/>
                <a:gd name="T31" fmla="*/ 2147483647 h 150"/>
                <a:gd name="T32" fmla="*/ 2147483647 w 150"/>
                <a:gd name="T33" fmla="*/ 2147483647 h 150"/>
                <a:gd name="T34" fmla="*/ 2147483647 w 150"/>
                <a:gd name="T35" fmla="*/ 2147483647 h 150"/>
                <a:gd name="T36" fmla="*/ 2147483647 w 150"/>
                <a:gd name="T37" fmla="*/ 2147483647 h 150"/>
                <a:gd name="T38" fmla="*/ 2147483647 w 150"/>
                <a:gd name="T39" fmla="*/ 2147483647 h 150"/>
                <a:gd name="T40" fmla="*/ 2147483647 w 150"/>
                <a:gd name="T41" fmla="*/ 2147483647 h 150"/>
                <a:gd name="T42" fmla="*/ 2147483647 w 150"/>
                <a:gd name="T43" fmla="*/ 2147483647 h 150"/>
                <a:gd name="T44" fmla="*/ 2147483647 w 150"/>
                <a:gd name="T45" fmla="*/ 2147483647 h 150"/>
                <a:gd name="T46" fmla="*/ 2147483647 w 150"/>
                <a:gd name="T47" fmla="*/ 2147483647 h 150"/>
                <a:gd name="T48" fmla="*/ 2147483647 w 150"/>
                <a:gd name="T49" fmla="*/ 2147483647 h 150"/>
                <a:gd name="T50" fmla="*/ 2147483647 w 150"/>
                <a:gd name="T51" fmla="*/ 2147483647 h 150"/>
                <a:gd name="T52" fmla="*/ 2147483647 w 150"/>
                <a:gd name="T53" fmla="*/ 2147483647 h 150"/>
                <a:gd name="T54" fmla="*/ 2147483647 w 150"/>
                <a:gd name="T55" fmla="*/ 2147483647 h 150"/>
                <a:gd name="T56" fmla="*/ 2147483647 w 150"/>
                <a:gd name="T57" fmla="*/ 2147483647 h 150"/>
                <a:gd name="T58" fmla="*/ 2147483647 w 150"/>
                <a:gd name="T59" fmla="*/ 2147483647 h 150"/>
                <a:gd name="T60" fmla="*/ 0 w 150"/>
                <a:gd name="T61" fmla="*/ 2147483647 h 150"/>
                <a:gd name="T62" fmla="*/ 0 w 150"/>
                <a:gd name="T63" fmla="*/ 2147483647 h 150"/>
                <a:gd name="T64" fmla="*/ 2147483647 w 150"/>
                <a:gd name="T65" fmla="*/ 2147483647 h 150"/>
                <a:gd name="T66" fmla="*/ 2147483647 w 150"/>
                <a:gd name="T67" fmla="*/ 2147483647 h 150"/>
                <a:gd name="T68" fmla="*/ 2147483647 w 150"/>
                <a:gd name="T69" fmla="*/ 2147483647 h 150"/>
                <a:gd name="T70" fmla="*/ 2147483647 w 150"/>
                <a:gd name="T71" fmla="*/ 2147483647 h 150"/>
                <a:gd name="T72" fmla="*/ 2147483647 w 150"/>
                <a:gd name="T73" fmla="*/ 2147483647 h 15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50"/>
                <a:gd name="T112" fmla="*/ 0 h 150"/>
                <a:gd name="T113" fmla="*/ 150 w 150"/>
                <a:gd name="T114" fmla="*/ 150 h 15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50" h="150">
                  <a:moveTo>
                    <a:pt x="48" y="150"/>
                  </a:moveTo>
                  <a:lnTo>
                    <a:pt x="54" y="150"/>
                  </a:lnTo>
                  <a:lnTo>
                    <a:pt x="60" y="144"/>
                  </a:lnTo>
                  <a:lnTo>
                    <a:pt x="72" y="138"/>
                  </a:lnTo>
                  <a:lnTo>
                    <a:pt x="78" y="114"/>
                  </a:lnTo>
                  <a:lnTo>
                    <a:pt x="138" y="114"/>
                  </a:lnTo>
                  <a:lnTo>
                    <a:pt x="150" y="102"/>
                  </a:lnTo>
                  <a:lnTo>
                    <a:pt x="150" y="72"/>
                  </a:lnTo>
                  <a:lnTo>
                    <a:pt x="144" y="66"/>
                  </a:lnTo>
                  <a:lnTo>
                    <a:pt x="144" y="48"/>
                  </a:lnTo>
                  <a:lnTo>
                    <a:pt x="138" y="42"/>
                  </a:lnTo>
                  <a:lnTo>
                    <a:pt x="132" y="30"/>
                  </a:lnTo>
                  <a:lnTo>
                    <a:pt x="126" y="24"/>
                  </a:lnTo>
                  <a:lnTo>
                    <a:pt x="132" y="0"/>
                  </a:lnTo>
                  <a:lnTo>
                    <a:pt x="108" y="6"/>
                  </a:lnTo>
                  <a:lnTo>
                    <a:pt x="108" y="12"/>
                  </a:lnTo>
                  <a:lnTo>
                    <a:pt x="102" y="18"/>
                  </a:lnTo>
                  <a:lnTo>
                    <a:pt x="90" y="42"/>
                  </a:lnTo>
                  <a:lnTo>
                    <a:pt x="84" y="42"/>
                  </a:lnTo>
                  <a:lnTo>
                    <a:pt x="72" y="30"/>
                  </a:lnTo>
                  <a:lnTo>
                    <a:pt x="54" y="30"/>
                  </a:lnTo>
                  <a:lnTo>
                    <a:pt x="48" y="36"/>
                  </a:lnTo>
                  <a:lnTo>
                    <a:pt x="24" y="48"/>
                  </a:lnTo>
                  <a:lnTo>
                    <a:pt x="18" y="54"/>
                  </a:lnTo>
                  <a:lnTo>
                    <a:pt x="18" y="60"/>
                  </a:lnTo>
                  <a:lnTo>
                    <a:pt x="24" y="72"/>
                  </a:lnTo>
                  <a:lnTo>
                    <a:pt x="30" y="78"/>
                  </a:lnTo>
                  <a:lnTo>
                    <a:pt x="30" y="90"/>
                  </a:lnTo>
                  <a:lnTo>
                    <a:pt x="18" y="102"/>
                  </a:lnTo>
                  <a:lnTo>
                    <a:pt x="6" y="108"/>
                  </a:lnTo>
                  <a:lnTo>
                    <a:pt x="0" y="120"/>
                  </a:lnTo>
                  <a:lnTo>
                    <a:pt x="0" y="126"/>
                  </a:lnTo>
                  <a:lnTo>
                    <a:pt x="6" y="132"/>
                  </a:lnTo>
                  <a:lnTo>
                    <a:pt x="30" y="132"/>
                  </a:lnTo>
                  <a:lnTo>
                    <a:pt x="36" y="144"/>
                  </a:lnTo>
                  <a:lnTo>
                    <a:pt x="42" y="150"/>
                  </a:lnTo>
                  <a:lnTo>
                    <a:pt x="48" y="15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7" name="Russia (Urup,Simushir)" descr="© INSCALE GmbH, 05.05.2010&#10;http://www.presentationload.com/">
              <a:extLst>
                <a:ext uri="{FF2B5EF4-FFF2-40B4-BE49-F238E27FC236}">
                  <a16:creationId xmlns:a16="http://schemas.microsoft.com/office/drawing/2014/main" id="{E6984950-0EB9-4DA0-8D6A-5E8FA4536121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6845419" y="1451684"/>
              <a:ext cx="99517" cy="393038"/>
            </a:xfrm>
            <a:custGeom>
              <a:avLst/>
              <a:gdLst>
                <a:gd name="T0" fmla="*/ 0 w 300"/>
                <a:gd name="T1" fmla="*/ 2147483647 h 1194"/>
                <a:gd name="T2" fmla="*/ 2147483647 w 300"/>
                <a:gd name="T3" fmla="*/ 2147483647 h 1194"/>
                <a:gd name="T4" fmla="*/ 2147483647 w 300"/>
                <a:gd name="T5" fmla="*/ 2147483647 h 1194"/>
                <a:gd name="T6" fmla="*/ 2147483647 w 300"/>
                <a:gd name="T7" fmla="*/ 2147483647 h 1194"/>
                <a:gd name="T8" fmla="*/ 0 w 300"/>
                <a:gd name="T9" fmla="*/ 2147483647 h 1194"/>
                <a:gd name="T10" fmla="*/ 2147483647 w 300"/>
                <a:gd name="T11" fmla="*/ 2147483647 h 1194"/>
                <a:gd name="T12" fmla="*/ 2147483647 w 300"/>
                <a:gd name="T13" fmla="*/ 2147483647 h 1194"/>
                <a:gd name="T14" fmla="*/ 2147483647 w 300"/>
                <a:gd name="T15" fmla="*/ 2147483647 h 1194"/>
                <a:gd name="T16" fmla="*/ 2147483647 w 300"/>
                <a:gd name="T17" fmla="*/ 2147483647 h 1194"/>
                <a:gd name="T18" fmla="*/ 2147483647 w 300"/>
                <a:gd name="T19" fmla="*/ 2147483647 h 1194"/>
                <a:gd name="T20" fmla="*/ 2147483647 w 300"/>
                <a:gd name="T21" fmla="*/ 2147483647 h 1194"/>
                <a:gd name="T22" fmla="*/ 2147483647 w 300"/>
                <a:gd name="T23" fmla="*/ 2147483647 h 1194"/>
                <a:gd name="T24" fmla="*/ 2147483647 w 300"/>
                <a:gd name="T25" fmla="*/ 2147483647 h 1194"/>
                <a:gd name="T26" fmla="*/ 2147483647 w 300"/>
                <a:gd name="T27" fmla="*/ 2147483647 h 1194"/>
                <a:gd name="T28" fmla="*/ 2147483647 w 300"/>
                <a:gd name="T29" fmla="*/ 2147483647 h 1194"/>
                <a:gd name="T30" fmla="*/ 2147483647 w 300"/>
                <a:gd name="T31" fmla="*/ 2147483647 h 1194"/>
                <a:gd name="T32" fmla="*/ 2147483647 w 300"/>
                <a:gd name="T33" fmla="*/ 2147483647 h 1194"/>
                <a:gd name="T34" fmla="*/ 2147483647 w 300"/>
                <a:gd name="T35" fmla="*/ 2147483647 h 1194"/>
                <a:gd name="T36" fmla="*/ 2147483647 w 300"/>
                <a:gd name="T37" fmla="*/ 2147483647 h 1194"/>
                <a:gd name="T38" fmla="*/ 2147483647 w 300"/>
                <a:gd name="T39" fmla="*/ 2147483647 h 1194"/>
                <a:gd name="T40" fmla="*/ 2147483647 w 300"/>
                <a:gd name="T41" fmla="*/ 2147483647 h 1194"/>
                <a:gd name="T42" fmla="*/ 2147483647 w 300"/>
                <a:gd name="T43" fmla="*/ 2147483647 h 1194"/>
                <a:gd name="T44" fmla="*/ 2147483647 w 300"/>
                <a:gd name="T45" fmla="*/ 2147483647 h 1194"/>
                <a:gd name="T46" fmla="*/ 2147483647 w 300"/>
                <a:gd name="T47" fmla="*/ 2147483647 h 1194"/>
                <a:gd name="T48" fmla="*/ 2147483647 w 300"/>
                <a:gd name="T49" fmla="*/ 2147483647 h 1194"/>
                <a:gd name="T50" fmla="*/ 2147483647 w 300"/>
                <a:gd name="T51" fmla="*/ 2147483647 h 1194"/>
                <a:gd name="T52" fmla="*/ 2147483647 w 300"/>
                <a:gd name="T53" fmla="*/ 2147483647 h 1194"/>
                <a:gd name="T54" fmla="*/ 2147483647 w 300"/>
                <a:gd name="T55" fmla="*/ 2147483647 h 1194"/>
                <a:gd name="T56" fmla="*/ 2147483647 w 300"/>
                <a:gd name="T57" fmla="*/ 2147483647 h 1194"/>
                <a:gd name="T58" fmla="*/ 2147483647 w 300"/>
                <a:gd name="T59" fmla="*/ 2147483647 h 1194"/>
                <a:gd name="T60" fmla="*/ 2147483647 w 300"/>
                <a:gd name="T61" fmla="*/ 2147483647 h 1194"/>
                <a:gd name="T62" fmla="*/ 2147483647 w 300"/>
                <a:gd name="T63" fmla="*/ 2147483647 h 1194"/>
                <a:gd name="T64" fmla="*/ 2147483647 w 300"/>
                <a:gd name="T65" fmla="*/ 2147483647 h 1194"/>
                <a:gd name="T66" fmla="*/ 2147483647 w 300"/>
                <a:gd name="T67" fmla="*/ 2147483647 h 1194"/>
                <a:gd name="T68" fmla="*/ 2147483647 w 300"/>
                <a:gd name="T69" fmla="*/ 2147483647 h 1194"/>
                <a:gd name="T70" fmla="*/ 2147483647 w 300"/>
                <a:gd name="T71" fmla="*/ 2147483647 h 1194"/>
                <a:gd name="T72" fmla="*/ 2147483647 w 300"/>
                <a:gd name="T73" fmla="*/ 2147483647 h 1194"/>
                <a:gd name="T74" fmla="*/ 2147483647 w 300"/>
                <a:gd name="T75" fmla="*/ 2147483647 h 1194"/>
                <a:gd name="T76" fmla="*/ 2147483647 w 300"/>
                <a:gd name="T77" fmla="*/ 2147483647 h 1194"/>
                <a:gd name="T78" fmla="*/ 2147483647 w 300"/>
                <a:gd name="T79" fmla="*/ 2147483647 h 1194"/>
                <a:gd name="T80" fmla="*/ 2147483647 w 300"/>
                <a:gd name="T81" fmla="*/ 2147483647 h 1194"/>
                <a:gd name="T82" fmla="*/ 2147483647 w 300"/>
                <a:gd name="T83" fmla="*/ 2147483647 h 1194"/>
                <a:gd name="T84" fmla="*/ 2147483647 w 300"/>
                <a:gd name="T85" fmla="*/ 2147483647 h 1194"/>
                <a:gd name="T86" fmla="*/ 2147483647 w 300"/>
                <a:gd name="T87" fmla="*/ 2147483647 h 1194"/>
                <a:gd name="T88" fmla="*/ 2147483647 w 300"/>
                <a:gd name="T89" fmla="*/ 2147483647 h 1194"/>
                <a:gd name="T90" fmla="*/ 2147483647 w 300"/>
                <a:gd name="T91" fmla="*/ 2147483647 h 1194"/>
                <a:gd name="T92" fmla="*/ 2147483647 w 300"/>
                <a:gd name="T93" fmla="*/ 2147483647 h 1194"/>
                <a:gd name="T94" fmla="*/ 2147483647 w 300"/>
                <a:gd name="T95" fmla="*/ 2147483647 h 1194"/>
                <a:gd name="T96" fmla="*/ 2147483647 w 300"/>
                <a:gd name="T97" fmla="*/ 2147483647 h 1194"/>
                <a:gd name="T98" fmla="*/ 2147483647 w 300"/>
                <a:gd name="T99" fmla="*/ 0 h 1194"/>
                <a:gd name="T100" fmla="*/ 2147483647 w 300"/>
                <a:gd name="T101" fmla="*/ 2147483647 h 1194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300"/>
                <a:gd name="T154" fmla="*/ 0 h 1194"/>
                <a:gd name="T155" fmla="*/ 300 w 300"/>
                <a:gd name="T156" fmla="*/ 1194 h 1194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300" h="1194">
                  <a:moveTo>
                    <a:pt x="0" y="1194"/>
                  </a:moveTo>
                  <a:lnTo>
                    <a:pt x="12" y="1188"/>
                  </a:lnTo>
                  <a:lnTo>
                    <a:pt x="36" y="1146"/>
                  </a:lnTo>
                  <a:lnTo>
                    <a:pt x="18" y="1134"/>
                  </a:lnTo>
                  <a:lnTo>
                    <a:pt x="0" y="1194"/>
                  </a:lnTo>
                  <a:close/>
                  <a:moveTo>
                    <a:pt x="114" y="1068"/>
                  </a:moveTo>
                  <a:lnTo>
                    <a:pt x="72" y="1062"/>
                  </a:lnTo>
                  <a:lnTo>
                    <a:pt x="54" y="1134"/>
                  </a:lnTo>
                  <a:lnTo>
                    <a:pt x="66" y="1134"/>
                  </a:lnTo>
                  <a:lnTo>
                    <a:pt x="84" y="1104"/>
                  </a:lnTo>
                  <a:lnTo>
                    <a:pt x="132" y="1074"/>
                  </a:lnTo>
                  <a:lnTo>
                    <a:pt x="120" y="1050"/>
                  </a:lnTo>
                  <a:lnTo>
                    <a:pt x="114" y="1068"/>
                  </a:lnTo>
                  <a:close/>
                  <a:moveTo>
                    <a:pt x="192" y="1008"/>
                  </a:moveTo>
                  <a:lnTo>
                    <a:pt x="186" y="1008"/>
                  </a:lnTo>
                  <a:lnTo>
                    <a:pt x="180" y="1020"/>
                  </a:lnTo>
                  <a:lnTo>
                    <a:pt x="174" y="1026"/>
                  </a:lnTo>
                  <a:lnTo>
                    <a:pt x="168" y="1038"/>
                  </a:lnTo>
                  <a:lnTo>
                    <a:pt x="168" y="1044"/>
                  </a:lnTo>
                  <a:lnTo>
                    <a:pt x="174" y="1050"/>
                  </a:lnTo>
                  <a:lnTo>
                    <a:pt x="180" y="1050"/>
                  </a:lnTo>
                  <a:lnTo>
                    <a:pt x="198" y="1032"/>
                  </a:lnTo>
                  <a:lnTo>
                    <a:pt x="198" y="1014"/>
                  </a:lnTo>
                  <a:lnTo>
                    <a:pt x="192" y="1008"/>
                  </a:lnTo>
                  <a:close/>
                  <a:moveTo>
                    <a:pt x="282" y="636"/>
                  </a:moveTo>
                  <a:lnTo>
                    <a:pt x="264" y="654"/>
                  </a:lnTo>
                  <a:lnTo>
                    <a:pt x="276" y="678"/>
                  </a:lnTo>
                  <a:lnTo>
                    <a:pt x="258" y="678"/>
                  </a:lnTo>
                  <a:lnTo>
                    <a:pt x="258" y="702"/>
                  </a:lnTo>
                  <a:lnTo>
                    <a:pt x="282" y="702"/>
                  </a:lnTo>
                  <a:lnTo>
                    <a:pt x="294" y="684"/>
                  </a:lnTo>
                  <a:lnTo>
                    <a:pt x="282" y="654"/>
                  </a:lnTo>
                  <a:lnTo>
                    <a:pt x="300" y="654"/>
                  </a:lnTo>
                  <a:lnTo>
                    <a:pt x="282" y="636"/>
                  </a:lnTo>
                  <a:close/>
                  <a:moveTo>
                    <a:pt x="276" y="768"/>
                  </a:moveTo>
                  <a:lnTo>
                    <a:pt x="294" y="750"/>
                  </a:lnTo>
                  <a:lnTo>
                    <a:pt x="270" y="732"/>
                  </a:lnTo>
                  <a:lnTo>
                    <a:pt x="276" y="768"/>
                  </a:lnTo>
                  <a:close/>
                  <a:moveTo>
                    <a:pt x="258" y="954"/>
                  </a:moveTo>
                  <a:lnTo>
                    <a:pt x="258" y="924"/>
                  </a:lnTo>
                  <a:lnTo>
                    <a:pt x="240" y="948"/>
                  </a:lnTo>
                  <a:lnTo>
                    <a:pt x="258" y="954"/>
                  </a:lnTo>
                  <a:close/>
                  <a:moveTo>
                    <a:pt x="252" y="858"/>
                  </a:moveTo>
                  <a:lnTo>
                    <a:pt x="270" y="858"/>
                  </a:lnTo>
                  <a:lnTo>
                    <a:pt x="252" y="840"/>
                  </a:lnTo>
                  <a:lnTo>
                    <a:pt x="252" y="858"/>
                  </a:lnTo>
                  <a:close/>
                  <a:moveTo>
                    <a:pt x="126" y="24"/>
                  </a:moveTo>
                  <a:lnTo>
                    <a:pt x="144" y="60"/>
                  </a:lnTo>
                  <a:lnTo>
                    <a:pt x="174" y="24"/>
                  </a:lnTo>
                  <a:lnTo>
                    <a:pt x="162" y="0"/>
                  </a:lnTo>
                  <a:lnTo>
                    <a:pt x="126" y="2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8" name="Russia" descr="© INSCALE GmbH, 05.05.2010&#10;http://www.presentationload.com/">
              <a:extLst>
                <a:ext uri="{FF2B5EF4-FFF2-40B4-BE49-F238E27FC236}">
                  <a16:creationId xmlns:a16="http://schemas.microsoft.com/office/drawing/2014/main" id="{8664C34C-C49E-4486-9755-717885272705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4162362" y="964884"/>
              <a:ext cx="2990655" cy="946633"/>
            </a:xfrm>
            <a:custGeom>
              <a:avLst/>
              <a:gdLst>
                <a:gd name="T0" fmla="*/ 2147483647 w 9048"/>
                <a:gd name="T1" fmla="*/ 2147483647 h 2880"/>
                <a:gd name="T2" fmla="*/ 2147483647 w 9048"/>
                <a:gd name="T3" fmla="*/ 2147483647 h 2880"/>
                <a:gd name="T4" fmla="*/ 2147483647 w 9048"/>
                <a:gd name="T5" fmla="*/ 2147483647 h 2880"/>
                <a:gd name="T6" fmla="*/ 2147483647 w 9048"/>
                <a:gd name="T7" fmla="*/ 2147483647 h 2880"/>
                <a:gd name="T8" fmla="*/ 2147483647 w 9048"/>
                <a:gd name="T9" fmla="*/ 2147483647 h 2880"/>
                <a:gd name="T10" fmla="*/ 2147483647 w 9048"/>
                <a:gd name="T11" fmla="*/ 2147483647 h 2880"/>
                <a:gd name="T12" fmla="*/ 2147483647 w 9048"/>
                <a:gd name="T13" fmla="*/ 2147483647 h 2880"/>
                <a:gd name="T14" fmla="*/ 2147483647 w 9048"/>
                <a:gd name="T15" fmla="*/ 2147483647 h 2880"/>
                <a:gd name="T16" fmla="*/ 2147483647 w 9048"/>
                <a:gd name="T17" fmla="*/ 2147483647 h 2880"/>
                <a:gd name="T18" fmla="*/ 2147483647 w 9048"/>
                <a:gd name="T19" fmla="*/ 2147483647 h 2880"/>
                <a:gd name="T20" fmla="*/ 2147483647 w 9048"/>
                <a:gd name="T21" fmla="*/ 2147483647 h 2880"/>
                <a:gd name="T22" fmla="*/ 2147483647 w 9048"/>
                <a:gd name="T23" fmla="*/ 2147483647 h 2880"/>
                <a:gd name="T24" fmla="*/ 2147483647 w 9048"/>
                <a:gd name="T25" fmla="*/ 2147483647 h 2880"/>
                <a:gd name="T26" fmla="*/ 2147483647 w 9048"/>
                <a:gd name="T27" fmla="*/ 2147483647 h 2880"/>
                <a:gd name="T28" fmla="*/ 2147483647 w 9048"/>
                <a:gd name="T29" fmla="*/ 2147483647 h 2880"/>
                <a:gd name="T30" fmla="*/ 2147483647 w 9048"/>
                <a:gd name="T31" fmla="*/ 2147483647 h 2880"/>
                <a:gd name="T32" fmla="*/ 2147483647 w 9048"/>
                <a:gd name="T33" fmla="*/ 2147483647 h 2880"/>
                <a:gd name="T34" fmla="*/ 2147483647 w 9048"/>
                <a:gd name="T35" fmla="*/ 2147483647 h 2880"/>
                <a:gd name="T36" fmla="*/ 2147483647 w 9048"/>
                <a:gd name="T37" fmla="*/ 2147483647 h 2880"/>
                <a:gd name="T38" fmla="*/ 2147483647 w 9048"/>
                <a:gd name="T39" fmla="*/ 2147483647 h 2880"/>
                <a:gd name="T40" fmla="*/ 2147483647 w 9048"/>
                <a:gd name="T41" fmla="*/ 2147483647 h 2880"/>
                <a:gd name="T42" fmla="*/ 2147483647 w 9048"/>
                <a:gd name="T43" fmla="*/ 2147483647 h 2880"/>
                <a:gd name="T44" fmla="*/ 2147483647 w 9048"/>
                <a:gd name="T45" fmla="*/ 2147483647 h 2880"/>
                <a:gd name="T46" fmla="*/ 2147483647 w 9048"/>
                <a:gd name="T47" fmla="*/ 2147483647 h 2880"/>
                <a:gd name="T48" fmla="*/ 2147483647 w 9048"/>
                <a:gd name="T49" fmla="*/ 2147483647 h 2880"/>
                <a:gd name="T50" fmla="*/ 2147483647 w 9048"/>
                <a:gd name="T51" fmla="*/ 2147483647 h 2880"/>
                <a:gd name="T52" fmla="*/ 2147483647 w 9048"/>
                <a:gd name="T53" fmla="*/ 2147483647 h 2880"/>
                <a:gd name="T54" fmla="*/ 2147483647 w 9048"/>
                <a:gd name="T55" fmla="*/ 2147483647 h 2880"/>
                <a:gd name="T56" fmla="*/ 2147483647 w 9048"/>
                <a:gd name="T57" fmla="*/ 2147483647 h 2880"/>
                <a:gd name="T58" fmla="*/ 2147483647 w 9048"/>
                <a:gd name="T59" fmla="*/ 2147483647 h 2880"/>
                <a:gd name="T60" fmla="*/ 2147483647 w 9048"/>
                <a:gd name="T61" fmla="*/ 2147483647 h 2880"/>
                <a:gd name="T62" fmla="*/ 2147483647 w 9048"/>
                <a:gd name="T63" fmla="*/ 2147483647 h 2880"/>
                <a:gd name="T64" fmla="*/ 2147483647 w 9048"/>
                <a:gd name="T65" fmla="*/ 2147483647 h 2880"/>
                <a:gd name="T66" fmla="*/ 2147483647 w 9048"/>
                <a:gd name="T67" fmla="*/ 2147483647 h 2880"/>
                <a:gd name="T68" fmla="*/ 2147483647 w 9048"/>
                <a:gd name="T69" fmla="*/ 2147483647 h 2880"/>
                <a:gd name="T70" fmla="*/ 2147483647 w 9048"/>
                <a:gd name="T71" fmla="*/ 2147483647 h 2880"/>
                <a:gd name="T72" fmla="*/ 2147483647 w 9048"/>
                <a:gd name="T73" fmla="*/ 2147483647 h 2880"/>
                <a:gd name="T74" fmla="*/ 2147483647 w 9048"/>
                <a:gd name="T75" fmla="*/ 2147483647 h 2880"/>
                <a:gd name="T76" fmla="*/ 2147483647 w 9048"/>
                <a:gd name="T77" fmla="*/ 2147483647 h 2880"/>
                <a:gd name="T78" fmla="*/ 2147483647 w 9048"/>
                <a:gd name="T79" fmla="*/ 2147483647 h 2880"/>
                <a:gd name="T80" fmla="*/ 2147483647 w 9048"/>
                <a:gd name="T81" fmla="*/ 2147483647 h 2880"/>
                <a:gd name="T82" fmla="*/ 2147483647 w 9048"/>
                <a:gd name="T83" fmla="*/ 2147483647 h 2880"/>
                <a:gd name="T84" fmla="*/ 2147483647 w 9048"/>
                <a:gd name="T85" fmla="*/ 2147483647 h 2880"/>
                <a:gd name="T86" fmla="*/ 2147483647 w 9048"/>
                <a:gd name="T87" fmla="*/ 2147483647 h 2880"/>
                <a:gd name="T88" fmla="*/ 2147483647 w 9048"/>
                <a:gd name="T89" fmla="*/ 2147483647 h 2880"/>
                <a:gd name="T90" fmla="*/ 2147483647 w 9048"/>
                <a:gd name="T91" fmla="*/ 2147483647 h 2880"/>
                <a:gd name="T92" fmla="*/ 2147483647 w 9048"/>
                <a:gd name="T93" fmla="*/ 2147483647 h 2880"/>
                <a:gd name="T94" fmla="*/ 2147483647 w 9048"/>
                <a:gd name="T95" fmla="*/ 2147483647 h 2880"/>
                <a:gd name="T96" fmla="*/ 2147483647 w 9048"/>
                <a:gd name="T97" fmla="*/ 2147483647 h 2880"/>
                <a:gd name="T98" fmla="*/ 2147483647 w 9048"/>
                <a:gd name="T99" fmla="*/ 2147483647 h 2880"/>
                <a:gd name="T100" fmla="*/ 2147483647 w 9048"/>
                <a:gd name="T101" fmla="*/ 2147483647 h 2880"/>
                <a:gd name="T102" fmla="*/ 2147483647 w 9048"/>
                <a:gd name="T103" fmla="*/ 2147483647 h 2880"/>
                <a:gd name="T104" fmla="*/ 2147483647 w 9048"/>
                <a:gd name="T105" fmla="*/ 2147483647 h 2880"/>
                <a:gd name="T106" fmla="*/ 2147483647 w 9048"/>
                <a:gd name="T107" fmla="*/ 2147483647 h 2880"/>
                <a:gd name="T108" fmla="*/ 2147483647 w 9048"/>
                <a:gd name="T109" fmla="*/ 2147483647 h 2880"/>
                <a:gd name="T110" fmla="*/ 2147483647 w 9048"/>
                <a:gd name="T111" fmla="*/ 2147483647 h 2880"/>
                <a:gd name="T112" fmla="*/ 2147483647 w 9048"/>
                <a:gd name="T113" fmla="*/ 2147483647 h 2880"/>
                <a:gd name="T114" fmla="*/ 2147483647 w 9048"/>
                <a:gd name="T115" fmla="*/ 2147483647 h 2880"/>
                <a:gd name="T116" fmla="*/ 2147483647 w 9048"/>
                <a:gd name="T117" fmla="*/ 2147483647 h 2880"/>
                <a:gd name="T118" fmla="*/ 2147483647 w 9048"/>
                <a:gd name="T119" fmla="*/ 2147483647 h 2880"/>
                <a:gd name="T120" fmla="*/ 2147483647 w 9048"/>
                <a:gd name="T121" fmla="*/ 2147483647 h 2880"/>
                <a:gd name="T122" fmla="*/ 2147483647 w 9048"/>
                <a:gd name="T123" fmla="*/ 2147483647 h 2880"/>
                <a:gd name="T124" fmla="*/ 2147483647 w 9048"/>
                <a:gd name="T125" fmla="*/ 2147483647 h 288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9048"/>
                <a:gd name="T190" fmla="*/ 0 h 2880"/>
                <a:gd name="T191" fmla="*/ 9048 w 9048"/>
                <a:gd name="T192" fmla="*/ 2880 h 288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9048" h="2880">
                  <a:moveTo>
                    <a:pt x="2790" y="546"/>
                  </a:moveTo>
                  <a:lnTo>
                    <a:pt x="2760" y="540"/>
                  </a:lnTo>
                  <a:lnTo>
                    <a:pt x="2736" y="558"/>
                  </a:lnTo>
                  <a:lnTo>
                    <a:pt x="2778" y="570"/>
                  </a:lnTo>
                  <a:lnTo>
                    <a:pt x="2790" y="546"/>
                  </a:lnTo>
                  <a:close/>
                  <a:moveTo>
                    <a:pt x="2832" y="522"/>
                  </a:moveTo>
                  <a:lnTo>
                    <a:pt x="2820" y="516"/>
                  </a:lnTo>
                  <a:lnTo>
                    <a:pt x="2814" y="510"/>
                  </a:lnTo>
                  <a:lnTo>
                    <a:pt x="2808" y="510"/>
                  </a:lnTo>
                  <a:lnTo>
                    <a:pt x="2808" y="528"/>
                  </a:lnTo>
                  <a:lnTo>
                    <a:pt x="2820" y="534"/>
                  </a:lnTo>
                  <a:lnTo>
                    <a:pt x="2832" y="534"/>
                  </a:lnTo>
                  <a:lnTo>
                    <a:pt x="2844" y="540"/>
                  </a:lnTo>
                  <a:lnTo>
                    <a:pt x="2850" y="540"/>
                  </a:lnTo>
                  <a:lnTo>
                    <a:pt x="2850" y="534"/>
                  </a:lnTo>
                  <a:lnTo>
                    <a:pt x="2844" y="528"/>
                  </a:lnTo>
                  <a:lnTo>
                    <a:pt x="2832" y="522"/>
                  </a:lnTo>
                  <a:close/>
                  <a:moveTo>
                    <a:pt x="1704" y="18"/>
                  </a:moveTo>
                  <a:lnTo>
                    <a:pt x="1710" y="18"/>
                  </a:lnTo>
                  <a:lnTo>
                    <a:pt x="1716" y="12"/>
                  </a:lnTo>
                  <a:lnTo>
                    <a:pt x="1728" y="6"/>
                  </a:lnTo>
                  <a:lnTo>
                    <a:pt x="1734" y="0"/>
                  </a:lnTo>
                  <a:lnTo>
                    <a:pt x="1644" y="0"/>
                  </a:lnTo>
                  <a:lnTo>
                    <a:pt x="1638" y="12"/>
                  </a:lnTo>
                  <a:lnTo>
                    <a:pt x="1680" y="12"/>
                  </a:lnTo>
                  <a:lnTo>
                    <a:pt x="1686" y="18"/>
                  </a:lnTo>
                  <a:lnTo>
                    <a:pt x="1704" y="18"/>
                  </a:lnTo>
                  <a:close/>
                  <a:moveTo>
                    <a:pt x="1740" y="60"/>
                  </a:moveTo>
                  <a:lnTo>
                    <a:pt x="1746" y="60"/>
                  </a:lnTo>
                  <a:lnTo>
                    <a:pt x="1758" y="48"/>
                  </a:lnTo>
                  <a:lnTo>
                    <a:pt x="1764" y="48"/>
                  </a:lnTo>
                  <a:lnTo>
                    <a:pt x="1770" y="54"/>
                  </a:lnTo>
                  <a:lnTo>
                    <a:pt x="1782" y="54"/>
                  </a:lnTo>
                  <a:lnTo>
                    <a:pt x="1788" y="60"/>
                  </a:lnTo>
                  <a:lnTo>
                    <a:pt x="1800" y="60"/>
                  </a:lnTo>
                  <a:lnTo>
                    <a:pt x="1812" y="48"/>
                  </a:lnTo>
                  <a:lnTo>
                    <a:pt x="1812" y="36"/>
                  </a:lnTo>
                  <a:lnTo>
                    <a:pt x="1806" y="30"/>
                  </a:lnTo>
                  <a:lnTo>
                    <a:pt x="1794" y="24"/>
                  </a:lnTo>
                  <a:lnTo>
                    <a:pt x="1758" y="24"/>
                  </a:lnTo>
                  <a:lnTo>
                    <a:pt x="1710" y="48"/>
                  </a:lnTo>
                  <a:lnTo>
                    <a:pt x="1716" y="54"/>
                  </a:lnTo>
                  <a:lnTo>
                    <a:pt x="1728" y="60"/>
                  </a:lnTo>
                  <a:lnTo>
                    <a:pt x="1740" y="60"/>
                  </a:lnTo>
                  <a:close/>
                  <a:moveTo>
                    <a:pt x="2382" y="510"/>
                  </a:moveTo>
                  <a:lnTo>
                    <a:pt x="2400" y="504"/>
                  </a:lnTo>
                  <a:lnTo>
                    <a:pt x="2412" y="498"/>
                  </a:lnTo>
                  <a:lnTo>
                    <a:pt x="2412" y="486"/>
                  </a:lnTo>
                  <a:lnTo>
                    <a:pt x="2406" y="486"/>
                  </a:lnTo>
                  <a:lnTo>
                    <a:pt x="2400" y="480"/>
                  </a:lnTo>
                  <a:lnTo>
                    <a:pt x="2346" y="480"/>
                  </a:lnTo>
                  <a:lnTo>
                    <a:pt x="2346" y="492"/>
                  </a:lnTo>
                  <a:lnTo>
                    <a:pt x="2358" y="504"/>
                  </a:lnTo>
                  <a:lnTo>
                    <a:pt x="2370" y="510"/>
                  </a:lnTo>
                  <a:lnTo>
                    <a:pt x="2382" y="510"/>
                  </a:lnTo>
                  <a:close/>
                  <a:moveTo>
                    <a:pt x="1590" y="30"/>
                  </a:moveTo>
                  <a:lnTo>
                    <a:pt x="1548" y="24"/>
                  </a:lnTo>
                  <a:lnTo>
                    <a:pt x="1554" y="36"/>
                  </a:lnTo>
                  <a:lnTo>
                    <a:pt x="1590" y="30"/>
                  </a:lnTo>
                  <a:close/>
                  <a:moveTo>
                    <a:pt x="1890" y="696"/>
                  </a:moveTo>
                  <a:lnTo>
                    <a:pt x="1896" y="708"/>
                  </a:lnTo>
                  <a:lnTo>
                    <a:pt x="1920" y="720"/>
                  </a:lnTo>
                  <a:lnTo>
                    <a:pt x="1950" y="738"/>
                  </a:lnTo>
                  <a:lnTo>
                    <a:pt x="1974" y="744"/>
                  </a:lnTo>
                  <a:lnTo>
                    <a:pt x="1992" y="738"/>
                  </a:lnTo>
                  <a:lnTo>
                    <a:pt x="1980" y="720"/>
                  </a:lnTo>
                  <a:lnTo>
                    <a:pt x="1950" y="702"/>
                  </a:lnTo>
                  <a:lnTo>
                    <a:pt x="1914" y="696"/>
                  </a:lnTo>
                  <a:lnTo>
                    <a:pt x="1890" y="696"/>
                  </a:lnTo>
                  <a:close/>
                  <a:moveTo>
                    <a:pt x="3108" y="126"/>
                  </a:moveTo>
                  <a:lnTo>
                    <a:pt x="3120" y="108"/>
                  </a:lnTo>
                  <a:lnTo>
                    <a:pt x="3030" y="108"/>
                  </a:lnTo>
                  <a:lnTo>
                    <a:pt x="3108" y="126"/>
                  </a:lnTo>
                  <a:close/>
                  <a:moveTo>
                    <a:pt x="1560" y="102"/>
                  </a:moveTo>
                  <a:lnTo>
                    <a:pt x="1632" y="102"/>
                  </a:lnTo>
                  <a:lnTo>
                    <a:pt x="1608" y="84"/>
                  </a:lnTo>
                  <a:lnTo>
                    <a:pt x="1560" y="102"/>
                  </a:lnTo>
                  <a:close/>
                  <a:moveTo>
                    <a:pt x="1572" y="60"/>
                  </a:moveTo>
                  <a:lnTo>
                    <a:pt x="1584" y="66"/>
                  </a:lnTo>
                  <a:lnTo>
                    <a:pt x="1596" y="78"/>
                  </a:lnTo>
                  <a:lnTo>
                    <a:pt x="1620" y="66"/>
                  </a:lnTo>
                  <a:lnTo>
                    <a:pt x="1620" y="72"/>
                  </a:lnTo>
                  <a:lnTo>
                    <a:pt x="1644" y="72"/>
                  </a:lnTo>
                  <a:lnTo>
                    <a:pt x="1668" y="60"/>
                  </a:lnTo>
                  <a:lnTo>
                    <a:pt x="1674" y="54"/>
                  </a:lnTo>
                  <a:lnTo>
                    <a:pt x="1680" y="54"/>
                  </a:lnTo>
                  <a:lnTo>
                    <a:pt x="1626" y="48"/>
                  </a:lnTo>
                  <a:lnTo>
                    <a:pt x="1614" y="54"/>
                  </a:lnTo>
                  <a:lnTo>
                    <a:pt x="1608" y="54"/>
                  </a:lnTo>
                  <a:lnTo>
                    <a:pt x="1602" y="48"/>
                  </a:lnTo>
                  <a:lnTo>
                    <a:pt x="1584" y="48"/>
                  </a:lnTo>
                  <a:lnTo>
                    <a:pt x="1572" y="60"/>
                  </a:lnTo>
                  <a:close/>
                  <a:moveTo>
                    <a:pt x="1662" y="36"/>
                  </a:moveTo>
                  <a:lnTo>
                    <a:pt x="1602" y="36"/>
                  </a:lnTo>
                  <a:lnTo>
                    <a:pt x="1650" y="48"/>
                  </a:lnTo>
                  <a:lnTo>
                    <a:pt x="1662" y="36"/>
                  </a:lnTo>
                  <a:close/>
                  <a:moveTo>
                    <a:pt x="1542" y="522"/>
                  </a:moveTo>
                  <a:lnTo>
                    <a:pt x="1500" y="528"/>
                  </a:lnTo>
                  <a:lnTo>
                    <a:pt x="1512" y="552"/>
                  </a:lnTo>
                  <a:lnTo>
                    <a:pt x="1542" y="534"/>
                  </a:lnTo>
                  <a:lnTo>
                    <a:pt x="1524" y="558"/>
                  </a:lnTo>
                  <a:lnTo>
                    <a:pt x="1518" y="558"/>
                  </a:lnTo>
                  <a:lnTo>
                    <a:pt x="1512" y="564"/>
                  </a:lnTo>
                  <a:lnTo>
                    <a:pt x="1506" y="564"/>
                  </a:lnTo>
                  <a:lnTo>
                    <a:pt x="1494" y="570"/>
                  </a:lnTo>
                  <a:lnTo>
                    <a:pt x="1488" y="576"/>
                  </a:lnTo>
                  <a:lnTo>
                    <a:pt x="1488" y="582"/>
                  </a:lnTo>
                  <a:lnTo>
                    <a:pt x="1500" y="594"/>
                  </a:lnTo>
                  <a:lnTo>
                    <a:pt x="1524" y="606"/>
                  </a:lnTo>
                  <a:lnTo>
                    <a:pt x="1566" y="606"/>
                  </a:lnTo>
                  <a:lnTo>
                    <a:pt x="1590" y="612"/>
                  </a:lnTo>
                  <a:lnTo>
                    <a:pt x="1608" y="618"/>
                  </a:lnTo>
                  <a:lnTo>
                    <a:pt x="1614" y="624"/>
                  </a:lnTo>
                  <a:lnTo>
                    <a:pt x="1620" y="636"/>
                  </a:lnTo>
                  <a:lnTo>
                    <a:pt x="1620" y="648"/>
                  </a:lnTo>
                  <a:lnTo>
                    <a:pt x="1626" y="654"/>
                  </a:lnTo>
                  <a:lnTo>
                    <a:pt x="1626" y="660"/>
                  </a:lnTo>
                  <a:lnTo>
                    <a:pt x="1644" y="660"/>
                  </a:lnTo>
                  <a:lnTo>
                    <a:pt x="1662" y="666"/>
                  </a:lnTo>
                  <a:lnTo>
                    <a:pt x="1674" y="666"/>
                  </a:lnTo>
                  <a:lnTo>
                    <a:pt x="1692" y="672"/>
                  </a:lnTo>
                  <a:lnTo>
                    <a:pt x="1704" y="672"/>
                  </a:lnTo>
                  <a:lnTo>
                    <a:pt x="1818" y="666"/>
                  </a:lnTo>
                  <a:lnTo>
                    <a:pt x="1806" y="666"/>
                  </a:lnTo>
                  <a:lnTo>
                    <a:pt x="1734" y="642"/>
                  </a:lnTo>
                  <a:lnTo>
                    <a:pt x="1704" y="618"/>
                  </a:lnTo>
                  <a:lnTo>
                    <a:pt x="1692" y="600"/>
                  </a:lnTo>
                  <a:lnTo>
                    <a:pt x="1686" y="588"/>
                  </a:lnTo>
                  <a:lnTo>
                    <a:pt x="1674" y="582"/>
                  </a:lnTo>
                  <a:lnTo>
                    <a:pt x="1674" y="570"/>
                  </a:lnTo>
                  <a:lnTo>
                    <a:pt x="1668" y="564"/>
                  </a:lnTo>
                  <a:lnTo>
                    <a:pt x="1692" y="516"/>
                  </a:lnTo>
                  <a:lnTo>
                    <a:pt x="1686" y="510"/>
                  </a:lnTo>
                  <a:lnTo>
                    <a:pt x="1686" y="504"/>
                  </a:lnTo>
                  <a:lnTo>
                    <a:pt x="1674" y="504"/>
                  </a:lnTo>
                  <a:lnTo>
                    <a:pt x="1710" y="498"/>
                  </a:lnTo>
                  <a:lnTo>
                    <a:pt x="1698" y="480"/>
                  </a:lnTo>
                  <a:lnTo>
                    <a:pt x="1734" y="480"/>
                  </a:lnTo>
                  <a:lnTo>
                    <a:pt x="1710" y="468"/>
                  </a:lnTo>
                  <a:lnTo>
                    <a:pt x="1734" y="474"/>
                  </a:lnTo>
                  <a:lnTo>
                    <a:pt x="1740" y="462"/>
                  </a:lnTo>
                  <a:lnTo>
                    <a:pt x="1722" y="450"/>
                  </a:lnTo>
                  <a:lnTo>
                    <a:pt x="1764" y="450"/>
                  </a:lnTo>
                  <a:lnTo>
                    <a:pt x="1770" y="444"/>
                  </a:lnTo>
                  <a:lnTo>
                    <a:pt x="1752" y="426"/>
                  </a:lnTo>
                  <a:lnTo>
                    <a:pt x="1782" y="432"/>
                  </a:lnTo>
                  <a:lnTo>
                    <a:pt x="1782" y="402"/>
                  </a:lnTo>
                  <a:lnTo>
                    <a:pt x="1788" y="408"/>
                  </a:lnTo>
                  <a:lnTo>
                    <a:pt x="1800" y="414"/>
                  </a:lnTo>
                  <a:lnTo>
                    <a:pt x="1812" y="414"/>
                  </a:lnTo>
                  <a:lnTo>
                    <a:pt x="1830" y="408"/>
                  </a:lnTo>
                  <a:lnTo>
                    <a:pt x="1842" y="402"/>
                  </a:lnTo>
                  <a:lnTo>
                    <a:pt x="1860" y="390"/>
                  </a:lnTo>
                  <a:lnTo>
                    <a:pt x="1878" y="372"/>
                  </a:lnTo>
                  <a:lnTo>
                    <a:pt x="1896" y="372"/>
                  </a:lnTo>
                  <a:lnTo>
                    <a:pt x="1938" y="366"/>
                  </a:lnTo>
                  <a:lnTo>
                    <a:pt x="1992" y="354"/>
                  </a:lnTo>
                  <a:lnTo>
                    <a:pt x="2046" y="348"/>
                  </a:lnTo>
                  <a:lnTo>
                    <a:pt x="2094" y="336"/>
                  </a:lnTo>
                  <a:lnTo>
                    <a:pt x="2124" y="330"/>
                  </a:lnTo>
                  <a:lnTo>
                    <a:pt x="2136" y="324"/>
                  </a:lnTo>
                  <a:lnTo>
                    <a:pt x="2154" y="318"/>
                  </a:lnTo>
                  <a:lnTo>
                    <a:pt x="2160" y="312"/>
                  </a:lnTo>
                  <a:lnTo>
                    <a:pt x="2166" y="300"/>
                  </a:lnTo>
                  <a:lnTo>
                    <a:pt x="2166" y="294"/>
                  </a:lnTo>
                  <a:lnTo>
                    <a:pt x="2154" y="282"/>
                  </a:lnTo>
                  <a:lnTo>
                    <a:pt x="2136" y="276"/>
                  </a:lnTo>
                  <a:lnTo>
                    <a:pt x="2088" y="270"/>
                  </a:lnTo>
                  <a:lnTo>
                    <a:pt x="2046" y="276"/>
                  </a:lnTo>
                  <a:lnTo>
                    <a:pt x="2016" y="288"/>
                  </a:lnTo>
                  <a:lnTo>
                    <a:pt x="1980" y="300"/>
                  </a:lnTo>
                  <a:lnTo>
                    <a:pt x="1938" y="318"/>
                  </a:lnTo>
                  <a:lnTo>
                    <a:pt x="1860" y="318"/>
                  </a:lnTo>
                  <a:lnTo>
                    <a:pt x="1842" y="312"/>
                  </a:lnTo>
                  <a:lnTo>
                    <a:pt x="1824" y="312"/>
                  </a:lnTo>
                  <a:lnTo>
                    <a:pt x="1806" y="336"/>
                  </a:lnTo>
                  <a:lnTo>
                    <a:pt x="1782" y="318"/>
                  </a:lnTo>
                  <a:lnTo>
                    <a:pt x="1728" y="342"/>
                  </a:lnTo>
                  <a:lnTo>
                    <a:pt x="1698" y="342"/>
                  </a:lnTo>
                  <a:lnTo>
                    <a:pt x="1668" y="366"/>
                  </a:lnTo>
                  <a:lnTo>
                    <a:pt x="1692" y="372"/>
                  </a:lnTo>
                  <a:lnTo>
                    <a:pt x="1644" y="372"/>
                  </a:lnTo>
                  <a:lnTo>
                    <a:pt x="1614" y="378"/>
                  </a:lnTo>
                  <a:lnTo>
                    <a:pt x="1614" y="396"/>
                  </a:lnTo>
                  <a:lnTo>
                    <a:pt x="1638" y="378"/>
                  </a:lnTo>
                  <a:lnTo>
                    <a:pt x="1644" y="396"/>
                  </a:lnTo>
                  <a:lnTo>
                    <a:pt x="1668" y="396"/>
                  </a:lnTo>
                  <a:lnTo>
                    <a:pt x="1662" y="408"/>
                  </a:lnTo>
                  <a:lnTo>
                    <a:pt x="1620" y="408"/>
                  </a:lnTo>
                  <a:lnTo>
                    <a:pt x="1614" y="420"/>
                  </a:lnTo>
                  <a:lnTo>
                    <a:pt x="1644" y="426"/>
                  </a:lnTo>
                  <a:lnTo>
                    <a:pt x="1596" y="432"/>
                  </a:lnTo>
                  <a:lnTo>
                    <a:pt x="1632" y="438"/>
                  </a:lnTo>
                  <a:lnTo>
                    <a:pt x="1584" y="444"/>
                  </a:lnTo>
                  <a:lnTo>
                    <a:pt x="1584" y="462"/>
                  </a:lnTo>
                  <a:lnTo>
                    <a:pt x="1554" y="474"/>
                  </a:lnTo>
                  <a:lnTo>
                    <a:pt x="1560" y="486"/>
                  </a:lnTo>
                  <a:lnTo>
                    <a:pt x="1602" y="468"/>
                  </a:lnTo>
                  <a:lnTo>
                    <a:pt x="1590" y="498"/>
                  </a:lnTo>
                  <a:lnTo>
                    <a:pt x="1554" y="498"/>
                  </a:lnTo>
                  <a:lnTo>
                    <a:pt x="1542" y="504"/>
                  </a:lnTo>
                  <a:lnTo>
                    <a:pt x="1542" y="522"/>
                  </a:lnTo>
                  <a:close/>
                  <a:moveTo>
                    <a:pt x="5778" y="498"/>
                  </a:moveTo>
                  <a:lnTo>
                    <a:pt x="5850" y="486"/>
                  </a:lnTo>
                  <a:lnTo>
                    <a:pt x="5958" y="504"/>
                  </a:lnTo>
                  <a:lnTo>
                    <a:pt x="5952" y="492"/>
                  </a:lnTo>
                  <a:lnTo>
                    <a:pt x="5940" y="486"/>
                  </a:lnTo>
                  <a:lnTo>
                    <a:pt x="5928" y="474"/>
                  </a:lnTo>
                  <a:lnTo>
                    <a:pt x="5904" y="462"/>
                  </a:lnTo>
                  <a:lnTo>
                    <a:pt x="5844" y="462"/>
                  </a:lnTo>
                  <a:lnTo>
                    <a:pt x="5808" y="468"/>
                  </a:lnTo>
                  <a:lnTo>
                    <a:pt x="5796" y="468"/>
                  </a:lnTo>
                  <a:lnTo>
                    <a:pt x="5778" y="498"/>
                  </a:lnTo>
                  <a:close/>
                  <a:moveTo>
                    <a:pt x="5784" y="378"/>
                  </a:moveTo>
                  <a:lnTo>
                    <a:pt x="5838" y="384"/>
                  </a:lnTo>
                  <a:lnTo>
                    <a:pt x="5844" y="378"/>
                  </a:lnTo>
                  <a:lnTo>
                    <a:pt x="5850" y="366"/>
                  </a:lnTo>
                  <a:lnTo>
                    <a:pt x="5838" y="354"/>
                  </a:lnTo>
                  <a:lnTo>
                    <a:pt x="5802" y="354"/>
                  </a:lnTo>
                  <a:lnTo>
                    <a:pt x="5742" y="342"/>
                  </a:lnTo>
                  <a:lnTo>
                    <a:pt x="5724" y="342"/>
                  </a:lnTo>
                  <a:lnTo>
                    <a:pt x="5718" y="348"/>
                  </a:lnTo>
                  <a:lnTo>
                    <a:pt x="5730" y="354"/>
                  </a:lnTo>
                  <a:lnTo>
                    <a:pt x="5742" y="366"/>
                  </a:lnTo>
                  <a:lnTo>
                    <a:pt x="5754" y="372"/>
                  </a:lnTo>
                  <a:lnTo>
                    <a:pt x="5772" y="372"/>
                  </a:lnTo>
                  <a:lnTo>
                    <a:pt x="5778" y="378"/>
                  </a:lnTo>
                  <a:lnTo>
                    <a:pt x="5784" y="378"/>
                  </a:lnTo>
                  <a:close/>
                  <a:moveTo>
                    <a:pt x="5724" y="432"/>
                  </a:moveTo>
                  <a:lnTo>
                    <a:pt x="5712" y="444"/>
                  </a:lnTo>
                  <a:lnTo>
                    <a:pt x="5712" y="456"/>
                  </a:lnTo>
                  <a:lnTo>
                    <a:pt x="5724" y="462"/>
                  </a:lnTo>
                  <a:lnTo>
                    <a:pt x="5772" y="462"/>
                  </a:lnTo>
                  <a:lnTo>
                    <a:pt x="5778" y="456"/>
                  </a:lnTo>
                  <a:lnTo>
                    <a:pt x="5778" y="450"/>
                  </a:lnTo>
                  <a:lnTo>
                    <a:pt x="5766" y="438"/>
                  </a:lnTo>
                  <a:lnTo>
                    <a:pt x="5742" y="426"/>
                  </a:lnTo>
                  <a:lnTo>
                    <a:pt x="5730" y="426"/>
                  </a:lnTo>
                  <a:lnTo>
                    <a:pt x="5724" y="432"/>
                  </a:lnTo>
                  <a:close/>
                  <a:moveTo>
                    <a:pt x="3072" y="96"/>
                  </a:moveTo>
                  <a:lnTo>
                    <a:pt x="3192" y="96"/>
                  </a:lnTo>
                  <a:lnTo>
                    <a:pt x="3204" y="90"/>
                  </a:lnTo>
                  <a:lnTo>
                    <a:pt x="3228" y="90"/>
                  </a:lnTo>
                  <a:lnTo>
                    <a:pt x="3240" y="84"/>
                  </a:lnTo>
                  <a:lnTo>
                    <a:pt x="3240" y="72"/>
                  </a:lnTo>
                  <a:lnTo>
                    <a:pt x="3222" y="60"/>
                  </a:lnTo>
                  <a:lnTo>
                    <a:pt x="3192" y="42"/>
                  </a:lnTo>
                  <a:lnTo>
                    <a:pt x="3156" y="30"/>
                  </a:lnTo>
                  <a:lnTo>
                    <a:pt x="3132" y="24"/>
                  </a:lnTo>
                  <a:lnTo>
                    <a:pt x="3120" y="18"/>
                  </a:lnTo>
                  <a:lnTo>
                    <a:pt x="3108" y="18"/>
                  </a:lnTo>
                  <a:lnTo>
                    <a:pt x="3096" y="12"/>
                  </a:lnTo>
                  <a:lnTo>
                    <a:pt x="3060" y="12"/>
                  </a:lnTo>
                  <a:lnTo>
                    <a:pt x="3048" y="18"/>
                  </a:lnTo>
                  <a:lnTo>
                    <a:pt x="3036" y="18"/>
                  </a:lnTo>
                  <a:lnTo>
                    <a:pt x="3030" y="30"/>
                  </a:lnTo>
                  <a:lnTo>
                    <a:pt x="3030" y="42"/>
                  </a:lnTo>
                  <a:lnTo>
                    <a:pt x="3036" y="54"/>
                  </a:lnTo>
                  <a:lnTo>
                    <a:pt x="3048" y="66"/>
                  </a:lnTo>
                  <a:lnTo>
                    <a:pt x="3054" y="78"/>
                  </a:lnTo>
                  <a:lnTo>
                    <a:pt x="3072" y="96"/>
                  </a:lnTo>
                  <a:close/>
                  <a:moveTo>
                    <a:pt x="6138" y="408"/>
                  </a:moveTo>
                  <a:lnTo>
                    <a:pt x="6144" y="402"/>
                  </a:lnTo>
                  <a:lnTo>
                    <a:pt x="6132" y="396"/>
                  </a:lnTo>
                  <a:lnTo>
                    <a:pt x="6102" y="390"/>
                  </a:lnTo>
                  <a:lnTo>
                    <a:pt x="6036" y="390"/>
                  </a:lnTo>
                  <a:lnTo>
                    <a:pt x="6012" y="366"/>
                  </a:lnTo>
                  <a:lnTo>
                    <a:pt x="6000" y="360"/>
                  </a:lnTo>
                  <a:lnTo>
                    <a:pt x="5970" y="360"/>
                  </a:lnTo>
                  <a:lnTo>
                    <a:pt x="5958" y="366"/>
                  </a:lnTo>
                  <a:lnTo>
                    <a:pt x="5910" y="366"/>
                  </a:lnTo>
                  <a:lnTo>
                    <a:pt x="5946" y="390"/>
                  </a:lnTo>
                  <a:lnTo>
                    <a:pt x="5964" y="396"/>
                  </a:lnTo>
                  <a:lnTo>
                    <a:pt x="6000" y="402"/>
                  </a:lnTo>
                  <a:lnTo>
                    <a:pt x="6054" y="414"/>
                  </a:lnTo>
                  <a:lnTo>
                    <a:pt x="6102" y="414"/>
                  </a:lnTo>
                  <a:lnTo>
                    <a:pt x="6138" y="408"/>
                  </a:lnTo>
                  <a:close/>
                  <a:moveTo>
                    <a:pt x="7602" y="744"/>
                  </a:moveTo>
                  <a:lnTo>
                    <a:pt x="7596" y="732"/>
                  </a:lnTo>
                  <a:lnTo>
                    <a:pt x="7572" y="726"/>
                  </a:lnTo>
                  <a:lnTo>
                    <a:pt x="7512" y="714"/>
                  </a:lnTo>
                  <a:lnTo>
                    <a:pt x="7500" y="714"/>
                  </a:lnTo>
                  <a:lnTo>
                    <a:pt x="7512" y="726"/>
                  </a:lnTo>
                  <a:lnTo>
                    <a:pt x="7548" y="738"/>
                  </a:lnTo>
                  <a:lnTo>
                    <a:pt x="7584" y="744"/>
                  </a:lnTo>
                  <a:lnTo>
                    <a:pt x="7602" y="744"/>
                  </a:lnTo>
                  <a:close/>
                  <a:moveTo>
                    <a:pt x="3162" y="120"/>
                  </a:moveTo>
                  <a:lnTo>
                    <a:pt x="3216" y="138"/>
                  </a:lnTo>
                  <a:lnTo>
                    <a:pt x="3246" y="144"/>
                  </a:lnTo>
                  <a:lnTo>
                    <a:pt x="3264" y="144"/>
                  </a:lnTo>
                  <a:lnTo>
                    <a:pt x="3312" y="138"/>
                  </a:lnTo>
                  <a:lnTo>
                    <a:pt x="3372" y="156"/>
                  </a:lnTo>
                  <a:lnTo>
                    <a:pt x="3432" y="156"/>
                  </a:lnTo>
                  <a:lnTo>
                    <a:pt x="3426" y="138"/>
                  </a:lnTo>
                  <a:lnTo>
                    <a:pt x="3402" y="102"/>
                  </a:lnTo>
                  <a:lnTo>
                    <a:pt x="3384" y="96"/>
                  </a:lnTo>
                  <a:lnTo>
                    <a:pt x="3372" y="90"/>
                  </a:lnTo>
                  <a:lnTo>
                    <a:pt x="3354" y="96"/>
                  </a:lnTo>
                  <a:lnTo>
                    <a:pt x="3318" y="114"/>
                  </a:lnTo>
                  <a:lnTo>
                    <a:pt x="3294" y="90"/>
                  </a:lnTo>
                  <a:lnTo>
                    <a:pt x="3282" y="90"/>
                  </a:lnTo>
                  <a:lnTo>
                    <a:pt x="3210" y="102"/>
                  </a:lnTo>
                  <a:lnTo>
                    <a:pt x="3174" y="114"/>
                  </a:lnTo>
                  <a:lnTo>
                    <a:pt x="3162" y="120"/>
                  </a:lnTo>
                  <a:close/>
                  <a:moveTo>
                    <a:pt x="3582" y="198"/>
                  </a:moveTo>
                  <a:lnTo>
                    <a:pt x="3744" y="192"/>
                  </a:lnTo>
                  <a:lnTo>
                    <a:pt x="3702" y="168"/>
                  </a:lnTo>
                  <a:lnTo>
                    <a:pt x="3696" y="168"/>
                  </a:lnTo>
                  <a:lnTo>
                    <a:pt x="3690" y="162"/>
                  </a:lnTo>
                  <a:lnTo>
                    <a:pt x="3666" y="150"/>
                  </a:lnTo>
                  <a:lnTo>
                    <a:pt x="3648" y="144"/>
                  </a:lnTo>
                  <a:lnTo>
                    <a:pt x="3636" y="138"/>
                  </a:lnTo>
                  <a:lnTo>
                    <a:pt x="3618" y="138"/>
                  </a:lnTo>
                  <a:lnTo>
                    <a:pt x="3606" y="144"/>
                  </a:lnTo>
                  <a:lnTo>
                    <a:pt x="3600" y="150"/>
                  </a:lnTo>
                  <a:lnTo>
                    <a:pt x="3588" y="156"/>
                  </a:lnTo>
                  <a:lnTo>
                    <a:pt x="3588" y="150"/>
                  </a:lnTo>
                  <a:lnTo>
                    <a:pt x="3582" y="144"/>
                  </a:lnTo>
                  <a:lnTo>
                    <a:pt x="3576" y="132"/>
                  </a:lnTo>
                  <a:lnTo>
                    <a:pt x="3570" y="126"/>
                  </a:lnTo>
                  <a:lnTo>
                    <a:pt x="3546" y="114"/>
                  </a:lnTo>
                  <a:lnTo>
                    <a:pt x="3522" y="126"/>
                  </a:lnTo>
                  <a:lnTo>
                    <a:pt x="3504" y="162"/>
                  </a:lnTo>
                  <a:lnTo>
                    <a:pt x="3498" y="192"/>
                  </a:lnTo>
                  <a:lnTo>
                    <a:pt x="3492" y="210"/>
                  </a:lnTo>
                  <a:lnTo>
                    <a:pt x="3516" y="222"/>
                  </a:lnTo>
                  <a:lnTo>
                    <a:pt x="3534" y="216"/>
                  </a:lnTo>
                  <a:lnTo>
                    <a:pt x="3546" y="216"/>
                  </a:lnTo>
                  <a:lnTo>
                    <a:pt x="3582" y="198"/>
                  </a:lnTo>
                  <a:close/>
                  <a:moveTo>
                    <a:pt x="5622" y="420"/>
                  </a:moveTo>
                  <a:lnTo>
                    <a:pt x="5640" y="390"/>
                  </a:lnTo>
                  <a:lnTo>
                    <a:pt x="5754" y="390"/>
                  </a:lnTo>
                  <a:lnTo>
                    <a:pt x="5688" y="360"/>
                  </a:lnTo>
                  <a:lnTo>
                    <a:pt x="5700" y="336"/>
                  </a:lnTo>
                  <a:lnTo>
                    <a:pt x="5610" y="318"/>
                  </a:lnTo>
                  <a:lnTo>
                    <a:pt x="5628" y="348"/>
                  </a:lnTo>
                  <a:lnTo>
                    <a:pt x="5616" y="342"/>
                  </a:lnTo>
                  <a:lnTo>
                    <a:pt x="5592" y="336"/>
                  </a:lnTo>
                  <a:lnTo>
                    <a:pt x="5556" y="330"/>
                  </a:lnTo>
                  <a:lnTo>
                    <a:pt x="5514" y="318"/>
                  </a:lnTo>
                  <a:lnTo>
                    <a:pt x="5454" y="318"/>
                  </a:lnTo>
                  <a:lnTo>
                    <a:pt x="5448" y="330"/>
                  </a:lnTo>
                  <a:lnTo>
                    <a:pt x="5460" y="354"/>
                  </a:lnTo>
                  <a:lnTo>
                    <a:pt x="5496" y="372"/>
                  </a:lnTo>
                  <a:lnTo>
                    <a:pt x="5538" y="390"/>
                  </a:lnTo>
                  <a:lnTo>
                    <a:pt x="5574" y="408"/>
                  </a:lnTo>
                  <a:lnTo>
                    <a:pt x="5610" y="414"/>
                  </a:lnTo>
                  <a:lnTo>
                    <a:pt x="5622" y="420"/>
                  </a:lnTo>
                  <a:close/>
                  <a:moveTo>
                    <a:pt x="4320" y="432"/>
                  </a:moveTo>
                  <a:lnTo>
                    <a:pt x="4368" y="444"/>
                  </a:lnTo>
                  <a:lnTo>
                    <a:pt x="4380" y="444"/>
                  </a:lnTo>
                  <a:lnTo>
                    <a:pt x="4392" y="438"/>
                  </a:lnTo>
                  <a:lnTo>
                    <a:pt x="4398" y="438"/>
                  </a:lnTo>
                  <a:lnTo>
                    <a:pt x="4404" y="432"/>
                  </a:lnTo>
                  <a:lnTo>
                    <a:pt x="4404" y="426"/>
                  </a:lnTo>
                  <a:lnTo>
                    <a:pt x="4398" y="426"/>
                  </a:lnTo>
                  <a:lnTo>
                    <a:pt x="4362" y="414"/>
                  </a:lnTo>
                  <a:lnTo>
                    <a:pt x="4344" y="420"/>
                  </a:lnTo>
                  <a:lnTo>
                    <a:pt x="4332" y="420"/>
                  </a:lnTo>
                  <a:lnTo>
                    <a:pt x="4320" y="432"/>
                  </a:lnTo>
                  <a:close/>
                  <a:moveTo>
                    <a:pt x="5424" y="354"/>
                  </a:moveTo>
                  <a:lnTo>
                    <a:pt x="5370" y="336"/>
                  </a:lnTo>
                  <a:lnTo>
                    <a:pt x="5394" y="366"/>
                  </a:lnTo>
                  <a:lnTo>
                    <a:pt x="5424" y="354"/>
                  </a:lnTo>
                  <a:close/>
                  <a:moveTo>
                    <a:pt x="7986" y="666"/>
                  </a:moveTo>
                  <a:lnTo>
                    <a:pt x="8034" y="654"/>
                  </a:lnTo>
                  <a:lnTo>
                    <a:pt x="8088" y="654"/>
                  </a:lnTo>
                  <a:lnTo>
                    <a:pt x="8100" y="648"/>
                  </a:lnTo>
                  <a:lnTo>
                    <a:pt x="8106" y="642"/>
                  </a:lnTo>
                  <a:lnTo>
                    <a:pt x="8106" y="636"/>
                  </a:lnTo>
                  <a:lnTo>
                    <a:pt x="8100" y="630"/>
                  </a:lnTo>
                  <a:lnTo>
                    <a:pt x="8088" y="630"/>
                  </a:lnTo>
                  <a:lnTo>
                    <a:pt x="8052" y="618"/>
                  </a:lnTo>
                  <a:lnTo>
                    <a:pt x="8028" y="612"/>
                  </a:lnTo>
                  <a:lnTo>
                    <a:pt x="8010" y="606"/>
                  </a:lnTo>
                  <a:lnTo>
                    <a:pt x="7968" y="606"/>
                  </a:lnTo>
                  <a:lnTo>
                    <a:pt x="7944" y="618"/>
                  </a:lnTo>
                  <a:lnTo>
                    <a:pt x="7938" y="630"/>
                  </a:lnTo>
                  <a:lnTo>
                    <a:pt x="7938" y="654"/>
                  </a:lnTo>
                  <a:lnTo>
                    <a:pt x="7944" y="666"/>
                  </a:lnTo>
                  <a:lnTo>
                    <a:pt x="7950" y="666"/>
                  </a:lnTo>
                  <a:lnTo>
                    <a:pt x="7962" y="672"/>
                  </a:lnTo>
                  <a:lnTo>
                    <a:pt x="7968" y="672"/>
                  </a:lnTo>
                  <a:lnTo>
                    <a:pt x="7980" y="666"/>
                  </a:lnTo>
                  <a:lnTo>
                    <a:pt x="7986" y="666"/>
                  </a:lnTo>
                  <a:close/>
                  <a:moveTo>
                    <a:pt x="162" y="1788"/>
                  </a:moveTo>
                  <a:lnTo>
                    <a:pt x="150" y="1788"/>
                  </a:lnTo>
                  <a:lnTo>
                    <a:pt x="138" y="1794"/>
                  </a:lnTo>
                  <a:lnTo>
                    <a:pt x="114" y="1794"/>
                  </a:lnTo>
                  <a:lnTo>
                    <a:pt x="108" y="1788"/>
                  </a:lnTo>
                  <a:lnTo>
                    <a:pt x="96" y="1788"/>
                  </a:lnTo>
                  <a:lnTo>
                    <a:pt x="96" y="1782"/>
                  </a:lnTo>
                  <a:lnTo>
                    <a:pt x="84" y="1782"/>
                  </a:lnTo>
                  <a:lnTo>
                    <a:pt x="84" y="1788"/>
                  </a:lnTo>
                  <a:lnTo>
                    <a:pt x="72" y="1800"/>
                  </a:lnTo>
                  <a:lnTo>
                    <a:pt x="12" y="1800"/>
                  </a:lnTo>
                  <a:lnTo>
                    <a:pt x="0" y="1812"/>
                  </a:lnTo>
                  <a:lnTo>
                    <a:pt x="0" y="1818"/>
                  </a:lnTo>
                  <a:lnTo>
                    <a:pt x="12" y="1830"/>
                  </a:lnTo>
                  <a:lnTo>
                    <a:pt x="6" y="1842"/>
                  </a:lnTo>
                  <a:lnTo>
                    <a:pt x="12" y="1848"/>
                  </a:lnTo>
                  <a:lnTo>
                    <a:pt x="18" y="1848"/>
                  </a:lnTo>
                  <a:lnTo>
                    <a:pt x="24" y="1842"/>
                  </a:lnTo>
                  <a:lnTo>
                    <a:pt x="48" y="1842"/>
                  </a:lnTo>
                  <a:lnTo>
                    <a:pt x="54" y="1848"/>
                  </a:lnTo>
                  <a:lnTo>
                    <a:pt x="66" y="1848"/>
                  </a:lnTo>
                  <a:lnTo>
                    <a:pt x="72" y="1854"/>
                  </a:lnTo>
                  <a:lnTo>
                    <a:pt x="162" y="1854"/>
                  </a:lnTo>
                  <a:lnTo>
                    <a:pt x="162" y="1848"/>
                  </a:lnTo>
                  <a:lnTo>
                    <a:pt x="168" y="1848"/>
                  </a:lnTo>
                  <a:lnTo>
                    <a:pt x="162" y="1830"/>
                  </a:lnTo>
                  <a:lnTo>
                    <a:pt x="174" y="1818"/>
                  </a:lnTo>
                  <a:lnTo>
                    <a:pt x="174" y="1800"/>
                  </a:lnTo>
                  <a:lnTo>
                    <a:pt x="168" y="1788"/>
                  </a:lnTo>
                  <a:lnTo>
                    <a:pt x="162" y="1788"/>
                  </a:lnTo>
                  <a:close/>
                  <a:moveTo>
                    <a:pt x="1038" y="90"/>
                  </a:moveTo>
                  <a:lnTo>
                    <a:pt x="1062" y="72"/>
                  </a:lnTo>
                  <a:lnTo>
                    <a:pt x="1032" y="72"/>
                  </a:lnTo>
                  <a:lnTo>
                    <a:pt x="1032" y="84"/>
                  </a:lnTo>
                  <a:lnTo>
                    <a:pt x="1038" y="90"/>
                  </a:lnTo>
                  <a:close/>
                  <a:moveTo>
                    <a:pt x="990" y="72"/>
                  </a:moveTo>
                  <a:lnTo>
                    <a:pt x="1074" y="54"/>
                  </a:lnTo>
                  <a:lnTo>
                    <a:pt x="1044" y="42"/>
                  </a:lnTo>
                  <a:lnTo>
                    <a:pt x="996" y="54"/>
                  </a:lnTo>
                  <a:lnTo>
                    <a:pt x="948" y="54"/>
                  </a:lnTo>
                  <a:lnTo>
                    <a:pt x="966" y="66"/>
                  </a:lnTo>
                  <a:lnTo>
                    <a:pt x="990" y="72"/>
                  </a:lnTo>
                  <a:close/>
                  <a:moveTo>
                    <a:pt x="1122" y="90"/>
                  </a:moveTo>
                  <a:lnTo>
                    <a:pt x="1128" y="78"/>
                  </a:lnTo>
                  <a:lnTo>
                    <a:pt x="1152" y="78"/>
                  </a:lnTo>
                  <a:lnTo>
                    <a:pt x="1164" y="66"/>
                  </a:lnTo>
                  <a:lnTo>
                    <a:pt x="1218" y="66"/>
                  </a:lnTo>
                  <a:lnTo>
                    <a:pt x="1218" y="60"/>
                  </a:lnTo>
                  <a:lnTo>
                    <a:pt x="1206" y="54"/>
                  </a:lnTo>
                  <a:lnTo>
                    <a:pt x="1182" y="54"/>
                  </a:lnTo>
                  <a:lnTo>
                    <a:pt x="1182" y="48"/>
                  </a:lnTo>
                  <a:lnTo>
                    <a:pt x="1176" y="48"/>
                  </a:lnTo>
                  <a:lnTo>
                    <a:pt x="1164" y="42"/>
                  </a:lnTo>
                  <a:lnTo>
                    <a:pt x="1140" y="42"/>
                  </a:lnTo>
                  <a:lnTo>
                    <a:pt x="1134" y="48"/>
                  </a:lnTo>
                  <a:lnTo>
                    <a:pt x="1128" y="60"/>
                  </a:lnTo>
                  <a:lnTo>
                    <a:pt x="1128" y="66"/>
                  </a:lnTo>
                  <a:lnTo>
                    <a:pt x="1122" y="66"/>
                  </a:lnTo>
                  <a:lnTo>
                    <a:pt x="1116" y="72"/>
                  </a:lnTo>
                  <a:lnTo>
                    <a:pt x="1104" y="72"/>
                  </a:lnTo>
                  <a:lnTo>
                    <a:pt x="1086" y="78"/>
                  </a:lnTo>
                  <a:lnTo>
                    <a:pt x="1080" y="78"/>
                  </a:lnTo>
                  <a:lnTo>
                    <a:pt x="1074" y="84"/>
                  </a:lnTo>
                  <a:lnTo>
                    <a:pt x="1080" y="84"/>
                  </a:lnTo>
                  <a:lnTo>
                    <a:pt x="1092" y="90"/>
                  </a:lnTo>
                  <a:lnTo>
                    <a:pt x="1122" y="90"/>
                  </a:lnTo>
                  <a:close/>
                  <a:moveTo>
                    <a:pt x="1176" y="78"/>
                  </a:moveTo>
                  <a:lnTo>
                    <a:pt x="1158" y="90"/>
                  </a:lnTo>
                  <a:lnTo>
                    <a:pt x="1176" y="102"/>
                  </a:lnTo>
                  <a:lnTo>
                    <a:pt x="1194" y="108"/>
                  </a:lnTo>
                  <a:lnTo>
                    <a:pt x="1248" y="102"/>
                  </a:lnTo>
                  <a:lnTo>
                    <a:pt x="1242" y="90"/>
                  </a:lnTo>
                  <a:lnTo>
                    <a:pt x="1212" y="90"/>
                  </a:lnTo>
                  <a:lnTo>
                    <a:pt x="1176" y="78"/>
                  </a:lnTo>
                  <a:close/>
                  <a:moveTo>
                    <a:pt x="7812" y="2436"/>
                  </a:moveTo>
                  <a:lnTo>
                    <a:pt x="7782" y="2400"/>
                  </a:lnTo>
                  <a:lnTo>
                    <a:pt x="7776" y="2400"/>
                  </a:lnTo>
                  <a:lnTo>
                    <a:pt x="7770" y="2394"/>
                  </a:lnTo>
                  <a:lnTo>
                    <a:pt x="7752" y="2388"/>
                  </a:lnTo>
                  <a:lnTo>
                    <a:pt x="7728" y="2364"/>
                  </a:lnTo>
                  <a:lnTo>
                    <a:pt x="7722" y="2352"/>
                  </a:lnTo>
                  <a:lnTo>
                    <a:pt x="7704" y="2298"/>
                  </a:lnTo>
                  <a:lnTo>
                    <a:pt x="7698" y="2286"/>
                  </a:lnTo>
                  <a:lnTo>
                    <a:pt x="7698" y="2274"/>
                  </a:lnTo>
                  <a:lnTo>
                    <a:pt x="7674" y="2250"/>
                  </a:lnTo>
                  <a:lnTo>
                    <a:pt x="7680" y="2244"/>
                  </a:lnTo>
                  <a:lnTo>
                    <a:pt x="7698" y="2244"/>
                  </a:lnTo>
                  <a:lnTo>
                    <a:pt x="7770" y="2268"/>
                  </a:lnTo>
                  <a:lnTo>
                    <a:pt x="7800" y="2280"/>
                  </a:lnTo>
                  <a:lnTo>
                    <a:pt x="7812" y="2286"/>
                  </a:lnTo>
                  <a:lnTo>
                    <a:pt x="7740" y="2232"/>
                  </a:lnTo>
                  <a:lnTo>
                    <a:pt x="7734" y="2226"/>
                  </a:lnTo>
                  <a:lnTo>
                    <a:pt x="7722" y="2202"/>
                  </a:lnTo>
                  <a:lnTo>
                    <a:pt x="7710" y="2196"/>
                  </a:lnTo>
                  <a:lnTo>
                    <a:pt x="7704" y="2184"/>
                  </a:lnTo>
                  <a:lnTo>
                    <a:pt x="7698" y="2178"/>
                  </a:lnTo>
                  <a:lnTo>
                    <a:pt x="7674" y="2166"/>
                  </a:lnTo>
                  <a:lnTo>
                    <a:pt x="7668" y="2160"/>
                  </a:lnTo>
                  <a:lnTo>
                    <a:pt x="7656" y="2154"/>
                  </a:lnTo>
                  <a:lnTo>
                    <a:pt x="7578" y="2070"/>
                  </a:lnTo>
                  <a:lnTo>
                    <a:pt x="7554" y="2070"/>
                  </a:lnTo>
                  <a:lnTo>
                    <a:pt x="7542" y="2040"/>
                  </a:lnTo>
                  <a:lnTo>
                    <a:pt x="7524" y="2040"/>
                  </a:lnTo>
                  <a:lnTo>
                    <a:pt x="7512" y="2028"/>
                  </a:lnTo>
                  <a:lnTo>
                    <a:pt x="7500" y="2004"/>
                  </a:lnTo>
                  <a:lnTo>
                    <a:pt x="7500" y="1980"/>
                  </a:lnTo>
                  <a:lnTo>
                    <a:pt x="7470" y="1944"/>
                  </a:lnTo>
                  <a:lnTo>
                    <a:pt x="7446" y="1950"/>
                  </a:lnTo>
                  <a:lnTo>
                    <a:pt x="7434" y="1920"/>
                  </a:lnTo>
                  <a:lnTo>
                    <a:pt x="7392" y="1890"/>
                  </a:lnTo>
                  <a:lnTo>
                    <a:pt x="7380" y="1866"/>
                  </a:lnTo>
                  <a:lnTo>
                    <a:pt x="7368" y="1860"/>
                  </a:lnTo>
                  <a:lnTo>
                    <a:pt x="7362" y="1854"/>
                  </a:lnTo>
                  <a:lnTo>
                    <a:pt x="7344" y="1854"/>
                  </a:lnTo>
                  <a:lnTo>
                    <a:pt x="7344" y="1860"/>
                  </a:lnTo>
                  <a:lnTo>
                    <a:pt x="7392" y="1908"/>
                  </a:lnTo>
                  <a:lnTo>
                    <a:pt x="7392" y="1914"/>
                  </a:lnTo>
                  <a:lnTo>
                    <a:pt x="7386" y="1914"/>
                  </a:lnTo>
                  <a:lnTo>
                    <a:pt x="7380" y="1908"/>
                  </a:lnTo>
                  <a:lnTo>
                    <a:pt x="7368" y="1908"/>
                  </a:lnTo>
                  <a:lnTo>
                    <a:pt x="7362" y="1914"/>
                  </a:lnTo>
                  <a:lnTo>
                    <a:pt x="7362" y="1926"/>
                  </a:lnTo>
                  <a:lnTo>
                    <a:pt x="7374" y="1950"/>
                  </a:lnTo>
                  <a:lnTo>
                    <a:pt x="7386" y="1962"/>
                  </a:lnTo>
                  <a:lnTo>
                    <a:pt x="7392" y="1974"/>
                  </a:lnTo>
                  <a:lnTo>
                    <a:pt x="7404" y="1980"/>
                  </a:lnTo>
                  <a:lnTo>
                    <a:pt x="7404" y="1992"/>
                  </a:lnTo>
                  <a:lnTo>
                    <a:pt x="7416" y="2016"/>
                  </a:lnTo>
                  <a:lnTo>
                    <a:pt x="7422" y="2022"/>
                  </a:lnTo>
                  <a:lnTo>
                    <a:pt x="7440" y="2034"/>
                  </a:lnTo>
                  <a:lnTo>
                    <a:pt x="7470" y="2052"/>
                  </a:lnTo>
                  <a:lnTo>
                    <a:pt x="7500" y="2076"/>
                  </a:lnTo>
                  <a:lnTo>
                    <a:pt x="7518" y="2100"/>
                  </a:lnTo>
                  <a:lnTo>
                    <a:pt x="7524" y="2112"/>
                  </a:lnTo>
                  <a:lnTo>
                    <a:pt x="7536" y="2130"/>
                  </a:lnTo>
                  <a:lnTo>
                    <a:pt x="7536" y="2142"/>
                  </a:lnTo>
                  <a:lnTo>
                    <a:pt x="7548" y="2154"/>
                  </a:lnTo>
                  <a:lnTo>
                    <a:pt x="7554" y="2166"/>
                  </a:lnTo>
                  <a:lnTo>
                    <a:pt x="7572" y="2184"/>
                  </a:lnTo>
                  <a:lnTo>
                    <a:pt x="7590" y="2208"/>
                  </a:lnTo>
                  <a:lnTo>
                    <a:pt x="7608" y="2238"/>
                  </a:lnTo>
                  <a:lnTo>
                    <a:pt x="7620" y="2262"/>
                  </a:lnTo>
                  <a:lnTo>
                    <a:pt x="7626" y="2268"/>
                  </a:lnTo>
                  <a:lnTo>
                    <a:pt x="7626" y="2280"/>
                  </a:lnTo>
                  <a:lnTo>
                    <a:pt x="7632" y="2292"/>
                  </a:lnTo>
                  <a:lnTo>
                    <a:pt x="7644" y="2304"/>
                  </a:lnTo>
                  <a:lnTo>
                    <a:pt x="7656" y="2304"/>
                  </a:lnTo>
                  <a:lnTo>
                    <a:pt x="7668" y="2310"/>
                  </a:lnTo>
                  <a:lnTo>
                    <a:pt x="7674" y="2322"/>
                  </a:lnTo>
                  <a:lnTo>
                    <a:pt x="7686" y="2334"/>
                  </a:lnTo>
                  <a:lnTo>
                    <a:pt x="7698" y="2358"/>
                  </a:lnTo>
                  <a:lnTo>
                    <a:pt x="7698" y="2376"/>
                  </a:lnTo>
                  <a:lnTo>
                    <a:pt x="7740" y="2412"/>
                  </a:lnTo>
                  <a:lnTo>
                    <a:pt x="7752" y="2466"/>
                  </a:lnTo>
                  <a:lnTo>
                    <a:pt x="7794" y="2508"/>
                  </a:lnTo>
                  <a:lnTo>
                    <a:pt x="7794" y="2502"/>
                  </a:lnTo>
                  <a:lnTo>
                    <a:pt x="7788" y="2496"/>
                  </a:lnTo>
                  <a:lnTo>
                    <a:pt x="7788" y="2484"/>
                  </a:lnTo>
                  <a:lnTo>
                    <a:pt x="7782" y="2472"/>
                  </a:lnTo>
                  <a:lnTo>
                    <a:pt x="7782" y="2460"/>
                  </a:lnTo>
                  <a:lnTo>
                    <a:pt x="7776" y="2448"/>
                  </a:lnTo>
                  <a:lnTo>
                    <a:pt x="7782" y="2442"/>
                  </a:lnTo>
                  <a:lnTo>
                    <a:pt x="7788" y="2442"/>
                  </a:lnTo>
                  <a:lnTo>
                    <a:pt x="7800" y="2454"/>
                  </a:lnTo>
                  <a:lnTo>
                    <a:pt x="7830" y="2454"/>
                  </a:lnTo>
                  <a:lnTo>
                    <a:pt x="7866" y="2496"/>
                  </a:lnTo>
                  <a:lnTo>
                    <a:pt x="7866" y="2472"/>
                  </a:lnTo>
                  <a:lnTo>
                    <a:pt x="7836" y="2430"/>
                  </a:lnTo>
                  <a:lnTo>
                    <a:pt x="7812" y="2436"/>
                  </a:lnTo>
                  <a:close/>
                  <a:moveTo>
                    <a:pt x="1344" y="84"/>
                  </a:moveTo>
                  <a:lnTo>
                    <a:pt x="1350" y="72"/>
                  </a:lnTo>
                  <a:lnTo>
                    <a:pt x="1308" y="66"/>
                  </a:lnTo>
                  <a:lnTo>
                    <a:pt x="1284" y="78"/>
                  </a:lnTo>
                  <a:lnTo>
                    <a:pt x="1290" y="90"/>
                  </a:lnTo>
                  <a:lnTo>
                    <a:pt x="1344" y="84"/>
                  </a:lnTo>
                  <a:close/>
                  <a:moveTo>
                    <a:pt x="9048" y="996"/>
                  </a:moveTo>
                  <a:lnTo>
                    <a:pt x="9036" y="984"/>
                  </a:lnTo>
                  <a:lnTo>
                    <a:pt x="9024" y="978"/>
                  </a:lnTo>
                  <a:lnTo>
                    <a:pt x="9006" y="972"/>
                  </a:lnTo>
                  <a:lnTo>
                    <a:pt x="8994" y="966"/>
                  </a:lnTo>
                  <a:lnTo>
                    <a:pt x="8982" y="966"/>
                  </a:lnTo>
                  <a:lnTo>
                    <a:pt x="8940" y="948"/>
                  </a:lnTo>
                  <a:lnTo>
                    <a:pt x="8898" y="948"/>
                  </a:lnTo>
                  <a:lnTo>
                    <a:pt x="8868" y="930"/>
                  </a:lnTo>
                  <a:lnTo>
                    <a:pt x="8778" y="924"/>
                  </a:lnTo>
                  <a:lnTo>
                    <a:pt x="8736" y="906"/>
                  </a:lnTo>
                  <a:lnTo>
                    <a:pt x="8700" y="906"/>
                  </a:lnTo>
                  <a:lnTo>
                    <a:pt x="8754" y="942"/>
                  </a:lnTo>
                  <a:lnTo>
                    <a:pt x="8808" y="966"/>
                  </a:lnTo>
                  <a:lnTo>
                    <a:pt x="8796" y="966"/>
                  </a:lnTo>
                  <a:lnTo>
                    <a:pt x="8784" y="972"/>
                  </a:lnTo>
                  <a:lnTo>
                    <a:pt x="8754" y="972"/>
                  </a:lnTo>
                  <a:lnTo>
                    <a:pt x="8730" y="960"/>
                  </a:lnTo>
                  <a:lnTo>
                    <a:pt x="8676" y="906"/>
                  </a:lnTo>
                  <a:lnTo>
                    <a:pt x="8580" y="870"/>
                  </a:lnTo>
                  <a:lnTo>
                    <a:pt x="8496" y="846"/>
                  </a:lnTo>
                  <a:lnTo>
                    <a:pt x="8442" y="834"/>
                  </a:lnTo>
                  <a:lnTo>
                    <a:pt x="8370" y="822"/>
                  </a:lnTo>
                  <a:lnTo>
                    <a:pt x="8280" y="804"/>
                  </a:lnTo>
                  <a:lnTo>
                    <a:pt x="8190" y="780"/>
                  </a:lnTo>
                  <a:lnTo>
                    <a:pt x="8112" y="762"/>
                  </a:lnTo>
                  <a:lnTo>
                    <a:pt x="8052" y="750"/>
                  </a:lnTo>
                  <a:lnTo>
                    <a:pt x="7998" y="738"/>
                  </a:lnTo>
                  <a:lnTo>
                    <a:pt x="7956" y="732"/>
                  </a:lnTo>
                  <a:lnTo>
                    <a:pt x="7758" y="732"/>
                  </a:lnTo>
                  <a:lnTo>
                    <a:pt x="7746" y="714"/>
                  </a:lnTo>
                  <a:lnTo>
                    <a:pt x="7698" y="720"/>
                  </a:lnTo>
                  <a:lnTo>
                    <a:pt x="7680" y="708"/>
                  </a:lnTo>
                  <a:lnTo>
                    <a:pt x="7626" y="708"/>
                  </a:lnTo>
                  <a:lnTo>
                    <a:pt x="7650" y="726"/>
                  </a:lnTo>
                  <a:lnTo>
                    <a:pt x="7644" y="744"/>
                  </a:lnTo>
                  <a:lnTo>
                    <a:pt x="7656" y="744"/>
                  </a:lnTo>
                  <a:lnTo>
                    <a:pt x="7680" y="756"/>
                  </a:lnTo>
                  <a:lnTo>
                    <a:pt x="7716" y="762"/>
                  </a:lnTo>
                  <a:lnTo>
                    <a:pt x="7740" y="774"/>
                  </a:lnTo>
                  <a:lnTo>
                    <a:pt x="7758" y="786"/>
                  </a:lnTo>
                  <a:lnTo>
                    <a:pt x="7752" y="798"/>
                  </a:lnTo>
                  <a:lnTo>
                    <a:pt x="7728" y="804"/>
                  </a:lnTo>
                  <a:lnTo>
                    <a:pt x="7698" y="804"/>
                  </a:lnTo>
                  <a:lnTo>
                    <a:pt x="7686" y="798"/>
                  </a:lnTo>
                  <a:lnTo>
                    <a:pt x="7680" y="792"/>
                  </a:lnTo>
                  <a:lnTo>
                    <a:pt x="7656" y="774"/>
                  </a:lnTo>
                  <a:lnTo>
                    <a:pt x="7584" y="774"/>
                  </a:lnTo>
                  <a:lnTo>
                    <a:pt x="7530" y="738"/>
                  </a:lnTo>
                  <a:lnTo>
                    <a:pt x="7524" y="738"/>
                  </a:lnTo>
                  <a:lnTo>
                    <a:pt x="7518" y="744"/>
                  </a:lnTo>
                  <a:lnTo>
                    <a:pt x="7506" y="744"/>
                  </a:lnTo>
                  <a:lnTo>
                    <a:pt x="7500" y="750"/>
                  </a:lnTo>
                  <a:lnTo>
                    <a:pt x="7446" y="750"/>
                  </a:lnTo>
                  <a:lnTo>
                    <a:pt x="7440" y="738"/>
                  </a:lnTo>
                  <a:lnTo>
                    <a:pt x="7344" y="744"/>
                  </a:lnTo>
                  <a:lnTo>
                    <a:pt x="7320" y="726"/>
                  </a:lnTo>
                  <a:lnTo>
                    <a:pt x="7314" y="732"/>
                  </a:lnTo>
                  <a:lnTo>
                    <a:pt x="7212" y="732"/>
                  </a:lnTo>
                  <a:lnTo>
                    <a:pt x="7206" y="738"/>
                  </a:lnTo>
                  <a:lnTo>
                    <a:pt x="7212" y="744"/>
                  </a:lnTo>
                  <a:lnTo>
                    <a:pt x="7218" y="756"/>
                  </a:lnTo>
                  <a:lnTo>
                    <a:pt x="7254" y="792"/>
                  </a:lnTo>
                  <a:lnTo>
                    <a:pt x="7248" y="792"/>
                  </a:lnTo>
                  <a:lnTo>
                    <a:pt x="7242" y="786"/>
                  </a:lnTo>
                  <a:lnTo>
                    <a:pt x="7230" y="780"/>
                  </a:lnTo>
                  <a:lnTo>
                    <a:pt x="7218" y="768"/>
                  </a:lnTo>
                  <a:lnTo>
                    <a:pt x="7206" y="762"/>
                  </a:lnTo>
                  <a:lnTo>
                    <a:pt x="7194" y="750"/>
                  </a:lnTo>
                  <a:lnTo>
                    <a:pt x="7176" y="744"/>
                  </a:lnTo>
                  <a:lnTo>
                    <a:pt x="7104" y="732"/>
                  </a:lnTo>
                  <a:lnTo>
                    <a:pt x="7086" y="732"/>
                  </a:lnTo>
                  <a:lnTo>
                    <a:pt x="7086" y="726"/>
                  </a:lnTo>
                  <a:lnTo>
                    <a:pt x="7056" y="696"/>
                  </a:lnTo>
                  <a:lnTo>
                    <a:pt x="7032" y="684"/>
                  </a:lnTo>
                  <a:lnTo>
                    <a:pt x="6990" y="666"/>
                  </a:lnTo>
                  <a:lnTo>
                    <a:pt x="6948" y="660"/>
                  </a:lnTo>
                  <a:lnTo>
                    <a:pt x="6912" y="654"/>
                  </a:lnTo>
                  <a:lnTo>
                    <a:pt x="6882" y="654"/>
                  </a:lnTo>
                  <a:lnTo>
                    <a:pt x="6864" y="648"/>
                  </a:lnTo>
                  <a:lnTo>
                    <a:pt x="6834" y="648"/>
                  </a:lnTo>
                  <a:lnTo>
                    <a:pt x="6786" y="636"/>
                  </a:lnTo>
                  <a:lnTo>
                    <a:pt x="6774" y="642"/>
                  </a:lnTo>
                  <a:lnTo>
                    <a:pt x="6714" y="642"/>
                  </a:lnTo>
                  <a:lnTo>
                    <a:pt x="6696" y="660"/>
                  </a:lnTo>
                  <a:lnTo>
                    <a:pt x="6684" y="666"/>
                  </a:lnTo>
                  <a:lnTo>
                    <a:pt x="6648" y="666"/>
                  </a:lnTo>
                  <a:lnTo>
                    <a:pt x="6630" y="660"/>
                  </a:lnTo>
                  <a:lnTo>
                    <a:pt x="6594" y="660"/>
                  </a:lnTo>
                  <a:lnTo>
                    <a:pt x="6582" y="654"/>
                  </a:lnTo>
                  <a:lnTo>
                    <a:pt x="6576" y="648"/>
                  </a:lnTo>
                  <a:lnTo>
                    <a:pt x="6552" y="636"/>
                  </a:lnTo>
                  <a:lnTo>
                    <a:pt x="6534" y="630"/>
                  </a:lnTo>
                  <a:lnTo>
                    <a:pt x="6522" y="624"/>
                  </a:lnTo>
                  <a:lnTo>
                    <a:pt x="6498" y="624"/>
                  </a:lnTo>
                  <a:lnTo>
                    <a:pt x="6486" y="630"/>
                  </a:lnTo>
                  <a:lnTo>
                    <a:pt x="6474" y="612"/>
                  </a:lnTo>
                  <a:lnTo>
                    <a:pt x="6438" y="612"/>
                  </a:lnTo>
                  <a:lnTo>
                    <a:pt x="6372" y="606"/>
                  </a:lnTo>
                  <a:lnTo>
                    <a:pt x="6408" y="594"/>
                  </a:lnTo>
                  <a:lnTo>
                    <a:pt x="6372" y="570"/>
                  </a:lnTo>
                  <a:lnTo>
                    <a:pt x="6360" y="570"/>
                  </a:lnTo>
                  <a:lnTo>
                    <a:pt x="6324" y="564"/>
                  </a:lnTo>
                  <a:lnTo>
                    <a:pt x="6282" y="558"/>
                  </a:lnTo>
                  <a:lnTo>
                    <a:pt x="6246" y="558"/>
                  </a:lnTo>
                  <a:lnTo>
                    <a:pt x="6228" y="564"/>
                  </a:lnTo>
                  <a:lnTo>
                    <a:pt x="6228" y="594"/>
                  </a:lnTo>
                  <a:lnTo>
                    <a:pt x="6222" y="600"/>
                  </a:lnTo>
                  <a:lnTo>
                    <a:pt x="6192" y="600"/>
                  </a:lnTo>
                  <a:lnTo>
                    <a:pt x="6180" y="594"/>
                  </a:lnTo>
                  <a:lnTo>
                    <a:pt x="6168" y="594"/>
                  </a:lnTo>
                  <a:lnTo>
                    <a:pt x="6186" y="582"/>
                  </a:lnTo>
                  <a:lnTo>
                    <a:pt x="6168" y="570"/>
                  </a:lnTo>
                  <a:lnTo>
                    <a:pt x="6096" y="570"/>
                  </a:lnTo>
                  <a:lnTo>
                    <a:pt x="6114" y="558"/>
                  </a:lnTo>
                  <a:lnTo>
                    <a:pt x="6156" y="558"/>
                  </a:lnTo>
                  <a:lnTo>
                    <a:pt x="6216" y="588"/>
                  </a:lnTo>
                  <a:lnTo>
                    <a:pt x="6216" y="564"/>
                  </a:lnTo>
                  <a:lnTo>
                    <a:pt x="6162" y="540"/>
                  </a:lnTo>
                  <a:lnTo>
                    <a:pt x="6048" y="546"/>
                  </a:lnTo>
                  <a:lnTo>
                    <a:pt x="6048" y="534"/>
                  </a:lnTo>
                  <a:lnTo>
                    <a:pt x="5928" y="540"/>
                  </a:lnTo>
                  <a:lnTo>
                    <a:pt x="5880" y="522"/>
                  </a:lnTo>
                  <a:lnTo>
                    <a:pt x="5862" y="522"/>
                  </a:lnTo>
                  <a:lnTo>
                    <a:pt x="5898" y="546"/>
                  </a:lnTo>
                  <a:lnTo>
                    <a:pt x="5850" y="546"/>
                  </a:lnTo>
                  <a:lnTo>
                    <a:pt x="5838" y="552"/>
                  </a:lnTo>
                  <a:lnTo>
                    <a:pt x="5832" y="552"/>
                  </a:lnTo>
                  <a:lnTo>
                    <a:pt x="5832" y="558"/>
                  </a:lnTo>
                  <a:lnTo>
                    <a:pt x="5844" y="564"/>
                  </a:lnTo>
                  <a:lnTo>
                    <a:pt x="5850" y="570"/>
                  </a:lnTo>
                  <a:lnTo>
                    <a:pt x="5862" y="576"/>
                  </a:lnTo>
                  <a:lnTo>
                    <a:pt x="5892" y="576"/>
                  </a:lnTo>
                  <a:lnTo>
                    <a:pt x="5892" y="582"/>
                  </a:lnTo>
                  <a:lnTo>
                    <a:pt x="5952" y="618"/>
                  </a:lnTo>
                  <a:lnTo>
                    <a:pt x="5904" y="618"/>
                  </a:lnTo>
                  <a:lnTo>
                    <a:pt x="5898" y="612"/>
                  </a:lnTo>
                  <a:lnTo>
                    <a:pt x="5886" y="606"/>
                  </a:lnTo>
                  <a:lnTo>
                    <a:pt x="5874" y="606"/>
                  </a:lnTo>
                  <a:lnTo>
                    <a:pt x="5862" y="600"/>
                  </a:lnTo>
                  <a:lnTo>
                    <a:pt x="5844" y="618"/>
                  </a:lnTo>
                  <a:lnTo>
                    <a:pt x="5868" y="636"/>
                  </a:lnTo>
                  <a:lnTo>
                    <a:pt x="5814" y="630"/>
                  </a:lnTo>
                  <a:lnTo>
                    <a:pt x="5808" y="630"/>
                  </a:lnTo>
                  <a:lnTo>
                    <a:pt x="5802" y="624"/>
                  </a:lnTo>
                  <a:lnTo>
                    <a:pt x="5784" y="618"/>
                  </a:lnTo>
                  <a:lnTo>
                    <a:pt x="5766" y="618"/>
                  </a:lnTo>
                  <a:lnTo>
                    <a:pt x="5754" y="612"/>
                  </a:lnTo>
                  <a:lnTo>
                    <a:pt x="5736" y="606"/>
                  </a:lnTo>
                  <a:lnTo>
                    <a:pt x="5724" y="606"/>
                  </a:lnTo>
                  <a:lnTo>
                    <a:pt x="5712" y="612"/>
                  </a:lnTo>
                  <a:lnTo>
                    <a:pt x="5700" y="612"/>
                  </a:lnTo>
                  <a:lnTo>
                    <a:pt x="5688" y="618"/>
                  </a:lnTo>
                  <a:lnTo>
                    <a:pt x="5682" y="624"/>
                  </a:lnTo>
                  <a:lnTo>
                    <a:pt x="5676" y="624"/>
                  </a:lnTo>
                  <a:lnTo>
                    <a:pt x="5610" y="618"/>
                  </a:lnTo>
                  <a:lnTo>
                    <a:pt x="5604" y="618"/>
                  </a:lnTo>
                  <a:lnTo>
                    <a:pt x="5598" y="612"/>
                  </a:lnTo>
                  <a:lnTo>
                    <a:pt x="5562" y="594"/>
                  </a:lnTo>
                  <a:lnTo>
                    <a:pt x="5556" y="594"/>
                  </a:lnTo>
                  <a:lnTo>
                    <a:pt x="5550" y="588"/>
                  </a:lnTo>
                  <a:lnTo>
                    <a:pt x="5538" y="588"/>
                  </a:lnTo>
                  <a:lnTo>
                    <a:pt x="5538" y="606"/>
                  </a:lnTo>
                  <a:lnTo>
                    <a:pt x="5544" y="612"/>
                  </a:lnTo>
                  <a:lnTo>
                    <a:pt x="5550" y="624"/>
                  </a:lnTo>
                  <a:lnTo>
                    <a:pt x="5556" y="630"/>
                  </a:lnTo>
                  <a:lnTo>
                    <a:pt x="5562" y="642"/>
                  </a:lnTo>
                  <a:lnTo>
                    <a:pt x="5562" y="660"/>
                  </a:lnTo>
                  <a:lnTo>
                    <a:pt x="5556" y="666"/>
                  </a:lnTo>
                  <a:lnTo>
                    <a:pt x="5532" y="660"/>
                  </a:lnTo>
                  <a:lnTo>
                    <a:pt x="5424" y="624"/>
                  </a:lnTo>
                  <a:lnTo>
                    <a:pt x="5412" y="618"/>
                  </a:lnTo>
                  <a:lnTo>
                    <a:pt x="5406" y="618"/>
                  </a:lnTo>
                  <a:lnTo>
                    <a:pt x="5400" y="612"/>
                  </a:lnTo>
                  <a:lnTo>
                    <a:pt x="5394" y="600"/>
                  </a:lnTo>
                  <a:lnTo>
                    <a:pt x="5382" y="594"/>
                  </a:lnTo>
                  <a:lnTo>
                    <a:pt x="5376" y="588"/>
                  </a:lnTo>
                  <a:lnTo>
                    <a:pt x="5376" y="606"/>
                  </a:lnTo>
                  <a:lnTo>
                    <a:pt x="5322" y="588"/>
                  </a:lnTo>
                  <a:lnTo>
                    <a:pt x="5292" y="570"/>
                  </a:lnTo>
                  <a:lnTo>
                    <a:pt x="5298" y="570"/>
                  </a:lnTo>
                  <a:lnTo>
                    <a:pt x="5304" y="576"/>
                  </a:lnTo>
                  <a:lnTo>
                    <a:pt x="5328" y="576"/>
                  </a:lnTo>
                  <a:lnTo>
                    <a:pt x="5340" y="582"/>
                  </a:lnTo>
                  <a:lnTo>
                    <a:pt x="5352" y="582"/>
                  </a:lnTo>
                  <a:lnTo>
                    <a:pt x="5358" y="576"/>
                  </a:lnTo>
                  <a:lnTo>
                    <a:pt x="5358" y="570"/>
                  </a:lnTo>
                  <a:lnTo>
                    <a:pt x="5346" y="564"/>
                  </a:lnTo>
                  <a:lnTo>
                    <a:pt x="5334" y="552"/>
                  </a:lnTo>
                  <a:lnTo>
                    <a:pt x="5292" y="552"/>
                  </a:lnTo>
                  <a:lnTo>
                    <a:pt x="5304" y="540"/>
                  </a:lnTo>
                  <a:lnTo>
                    <a:pt x="5298" y="534"/>
                  </a:lnTo>
                  <a:lnTo>
                    <a:pt x="5286" y="528"/>
                  </a:lnTo>
                  <a:lnTo>
                    <a:pt x="5256" y="528"/>
                  </a:lnTo>
                  <a:lnTo>
                    <a:pt x="5268" y="510"/>
                  </a:lnTo>
                  <a:lnTo>
                    <a:pt x="5262" y="510"/>
                  </a:lnTo>
                  <a:lnTo>
                    <a:pt x="5256" y="504"/>
                  </a:lnTo>
                  <a:lnTo>
                    <a:pt x="5232" y="504"/>
                  </a:lnTo>
                  <a:lnTo>
                    <a:pt x="5220" y="498"/>
                  </a:lnTo>
                  <a:lnTo>
                    <a:pt x="5208" y="498"/>
                  </a:lnTo>
                  <a:lnTo>
                    <a:pt x="5202" y="492"/>
                  </a:lnTo>
                  <a:lnTo>
                    <a:pt x="5190" y="492"/>
                  </a:lnTo>
                  <a:lnTo>
                    <a:pt x="5184" y="486"/>
                  </a:lnTo>
                  <a:lnTo>
                    <a:pt x="5142" y="486"/>
                  </a:lnTo>
                  <a:lnTo>
                    <a:pt x="5130" y="492"/>
                  </a:lnTo>
                  <a:lnTo>
                    <a:pt x="5094" y="492"/>
                  </a:lnTo>
                  <a:lnTo>
                    <a:pt x="5076" y="486"/>
                  </a:lnTo>
                  <a:lnTo>
                    <a:pt x="5070" y="480"/>
                  </a:lnTo>
                  <a:lnTo>
                    <a:pt x="5064" y="480"/>
                  </a:lnTo>
                  <a:lnTo>
                    <a:pt x="5040" y="486"/>
                  </a:lnTo>
                  <a:lnTo>
                    <a:pt x="5040" y="474"/>
                  </a:lnTo>
                  <a:lnTo>
                    <a:pt x="4992" y="468"/>
                  </a:lnTo>
                  <a:lnTo>
                    <a:pt x="4980" y="456"/>
                  </a:lnTo>
                  <a:lnTo>
                    <a:pt x="4974" y="474"/>
                  </a:lnTo>
                  <a:lnTo>
                    <a:pt x="4956" y="480"/>
                  </a:lnTo>
                  <a:lnTo>
                    <a:pt x="4986" y="498"/>
                  </a:lnTo>
                  <a:lnTo>
                    <a:pt x="5010" y="528"/>
                  </a:lnTo>
                  <a:lnTo>
                    <a:pt x="4962" y="522"/>
                  </a:lnTo>
                  <a:lnTo>
                    <a:pt x="4956" y="516"/>
                  </a:lnTo>
                  <a:lnTo>
                    <a:pt x="4890" y="522"/>
                  </a:lnTo>
                  <a:lnTo>
                    <a:pt x="4872" y="528"/>
                  </a:lnTo>
                  <a:lnTo>
                    <a:pt x="4872" y="516"/>
                  </a:lnTo>
                  <a:lnTo>
                    <a:pt x="4824" y="522"/>
                  </a:lnTo>
                  <a:lnTo>
                    <a:pt x="4818" y="510"/>
                  </a:lnTo>
                  <a:lnTo>
                    <a:pt x="4764" y="510"/>
                  </a:lnTo>
                  <a:lnTo>
                    <a:pt x="4728" y="504"/>
                  </a:lnTo>
                  <a:lnTo>
                    <a:pt x="4746" y="480"/>
                  </a:lnTo>
                  <a:lnTo>
                    <a:pt x="4620" y="480"/>
                  </a:lnTo>
                  <a:lnTo>
                    <a:pt x="4608" y="468"/>
                  </a:lnTo>
                  <a:lnTo>
                    <a:pt x="4602" y="474"/>
                  </a:lnTo>
                  <a:lnTo>
                    <a:pt x="4590" y="468"/>
                  </a:lnTo>
                  <a:lnTo>
                    <a:pt x="4542" y="474"/>
                  </a:lnTo>
                  <a:lnTo>
                    <a:pt x="4548" y="486"/>
                  </a:lnTo>
                  <a:lnTo>
                    <a:pt x="4488" y="480"/>
                  </a:lnTo>
                  <a:lnTo>
                    <a:pt x="4476" y="486"/>
                  </a:lnTo>
                  <a:lnTo>
                    <a:pt x="4506" y="498"/>
                  </a:lnTo>
                  <a:lnTo>
                    <a:pt x="4464" y="492"/>
                  </a:lnTo>
                  <a:lnTo>
                    <a:pt x="4464" y="474"/>
                  </a:lnTo>
                  <a:lnTo>
                    <a:pt x="4434" y="456"/>
                  </a:lnTo>
                  <a:lnTo>
                    <a:pt x="4416" y="456"/>
                  </a:lnTo>
                  <a:lnTo>
                    <a:pt x="4428" y="474"/>
                  </a:lnTo>
                  <a:lnTo>
                    <a:pt x="4374" y="474"/>
                  </a:lnTo>
                  <a:lnTo>
                    <a:pt x="4368" y="468"/>
                  </a:lnTo>
                  <a:lnTo>
                    <a:pt x="4356" y="468"/>
                  </a:lnTo>
                  <a:lnTo>
                    <a:pt x="4350" y="456"/>
                  </a:lnTo>
                  <a:lnTo>
                    <a:pt x="4320" y="456"/>
                  </a:lnTo>
                  <a:lnTo>
                    <a:pt x="4296" y="444"/>
                  </a:lnTo>
                  <a:lnTo>
                    <a:pt x="4266" y="468"/>
                  </a:lnTo>
                  <a:lnTo>
                    <a:pt x="4320" y="474"/>
                  </a:lnTo>
                  <a:lnTo>
                    <a:pt x="4332" y="474"/>
                  </a:lnTo>
                  <a:lnTo>
                    <a:pt x="4326" y="480"/>
                  </a:lnTo>
                  <a:lnTo>
                    <a:pt x="4314" y="486"/>
                  </a:lnTo>
                  <a:lnTo>
                    <a:pt x="4308" y="492"/>
                  </a:lnTo>
                  <a:lnTo>
                    <a:pt x="4272" y="492"/>
                  </a:lnTo>
                  <a:lnTo>
                    <a:pt x="4266" y="498"/>
                  </a:lnTo>
                  <a:lnTo>
                    <a:pt x="4254" y="504"/>
                  </a:lnTo>
                  <a:lnTo>
                    <a:pt x="4182" y="504"/>
                  </a:lnTo>
                  <a:lnTo>
                    <a:pt x="4146" y="510"/>
                  </a:lnTo>
                  <a:lnTo>
                    <a:pt x="4134" y="534"/>
                  </a:lnTo>
                  <a:lnTo>
                    <a:pt x="4110" y="528"/>
                  </a:lnTo>
                  <a:lnTo>
                    <a:pt x="4110" y="516"/>
                  </a:lnTo>
                  <a:lnTo>
                    <a:pt x="4116" y="504"/>
                  </a:lnTo>
                  <a:lnTo>
                    <a:pt x="4122" y="498"/>
                  </a:lnTo>
                  <a:lnTo>
                    <a:pt x="4134" y="492"/>
                  </a:lnTo>
                  <a:lnTo>
                    <a:pt x="4152" y="492"/>
                  </a:lnTo>
                  <a:lnTo>
                    <a:pt x="4164" y="480"/>
                  </a:lnTo>
                  <a:lnTo>
                    <a:pt x="4206" y="474"/>
                  </a:lnTo>
                  <a:lnTo>
                    <a:pt x="4248" y="438"/>
                  </a:lnTo>
                  <a:lnTo>
                    <a:pt x="4248" y="426"/>
                  </a:lnTo>
                  <a:lnTo>
                    <a:pt x="4254" y="420"/>
                  </a:lnTo>
                  <a:lnTo>
                    <a:pt x="4266" y="414"/>
                  </a:lnTo>
                  <a:lnTo>
                    <a:pt x="4278" y="414"/>
                  </a:lnTo>
                  <a:lnTo>
                    <a:pt x="4290" y="408"/>
                  </a:lnTo>
                  <a:lnTo>
                    <a:pt x="4302" y="408"/>
                  </a:lnTo>
                  <a:lnTo>
                    <a:pt x="4320" y="402"/>
                  </a:lnTo>
                  <a:lnTo>
                    <a:pt x="4332" y="402"/>
                  </a:lnTo>
                  <a:lnTo>
                    <a:pt x="4344" y="396"/>
                  </a:lnTo>
                  <a:lnTo>
                    <a:pt x="4350" y="390"/>
                  </a:lnTo>
                  <a:lnTo>
                    <a:pt x="4356" y="378"/>
                  </a:lnTo>
                  <a:lnTo>
                    <a:pt x="4350" y="366"/>
                  </a:lnTo>
                  <a:lnTo>
                    <a:pt x="4344" y="360"/>
                  </a:lnTo>
                  <a:lnTo>
                    <a:pt x="4332" y="354"/>
                  </a:lnTo>
                  <a:lnTo>
                    <a:pt x="4326" y="348"/>
                  </a:lnTo>
                  <a:lnTo>
                    <a:pt x="4290" y="348"/>
                  </a:lnTo>
                  <a:lnTo>
                    <a:pt x="4320" y="336"/>
                  </a:lnTo>
                  <a:lnTo>
                    <a:pt x="4314" y="330"/>
                  </a:lnTo>
                  <a:lnTo>
                    <a:pt x="4302" y="324"/>
                  </a:lnTo>
                  <a:lnTo>
                    <a:pt x="4290" y="312"/>
                  </a:lnTo>
                  <a:lnTo>
                    <a:pt x="4284" y="312"/>
                  </a:lnTo>
                  <a:lnTo>
                    <a:pt x="4278" y="318"/>
                  </a:lnTo>
                  <a:lnTo>
                    <a:pt x="4254" y="318"/>
                  </a:lnTo>
                  <a:lnTo>
                    <a:pt x="4248" y="312"/>
                  </a:lnTo>
                  <a:lnTo>
                    <a:pt x="4242" y="300"/>
                  </a:lnTo>
                  <a:lnTo>
                    <a:pt x="4236" y="294"/>
                  </a:lnTo>
                  <a:lnTo>
                    <a:pt x="4194" y="294"/>
                  </a:lnTo>
                  <a:lnTo>
                    <a:pt x="4188" y="300"/>
                  </a:lnTo>
                  <a:lnTo>
                    <a:pt x="4182" y="300"/>
                  </a:lnTo>
                  <a:lnTo>
                    <a:pt x="4128" y="288"/>
                  </a:lnTo>
                  <a:lnTo>
                    <a:pt x="3990" y="282"/>
                  </a:lnTo>
                  <a:lnTo>
                    <a:pt x="3990" y="300"/>
                  </a:lnTo>
                  <a:lnTo>
                    <a:pt x="3924" y="300"/>
                  </a:lnTo>
                  <a:lnTo>
                    <a:pt x="3942" y="282"/>
                  </a:lnTo>
                  <a:lnTo>
                    <a:pt x="3942" y="276"/>
                  </a:lnTo>
                  <a:lnTo>
                    <a:pt x="3936" y="270"/>
                  </a:lnTo>
                  <a:lnTo>
                    <a:pt x="3912" y="264"/>
                  </a:lnTo>
                  <a:lnTo>
                    <a:pt x="3882" y="264"/>
                  </a:lnTo>
                  <a:lnTo>
                    <a:pt x="3852" y="270"/>
                  </a:lnTo>
                  <a:lnTo>
                    <a:pt x="3840" y="270"/>
                  </a:lnTo>
                  <a:lnTo>
                    <a:pt x="3780" y="264"/>
                  </a:lnTo>
                  <a:lnTo>
                    <a:pt x="3792" y="264"/>
                  </a:lnTo>
                  <a:lnTo>
                    <a:pt x="3810" y="258"/>
                  </a:lnTo>
                  <a:lnTo>
                    <a:pt x="3822" y="258"/>
                  </a:lnTo>
                  <a:lnTo>
                    <a:pt x="3834" y="252"/>
                  </a:lnTo>
                  <a:lnTo>
                    <a:pt x="3840" y="252"/>
                  </a:lnTo>
                  <a:lnTo>
                    <a:pt x="3840" y="246"/>
                  </a:lnTo>
                  <a:lnTo>
                    <a:pt x="3834" y="240"/>
                  </a:lnTo>
                  <a:lnTo>
                    <a:pt x="3822" y="240"/>
                  </a:lnTo>
                  <a:lnTo>
                    <a:pt x="3804" y="234"/>
                  </a:lnTo>
                  <a:lnTo>
                    <a:pt x="3762" y="234"/>
                  </a:lnTo>
                  <a:lnTo>
                    <a:pt x="3720" y="228"/>
                  </a:lnTo>
                  <a:lnTo>
                    <a:pt x="3714" y="240"/>
                  </a:lnTo>
                  <a:lnTo>
                    <a:pt x="3684" y="240"/>
                  </a:lnTo>
                  <a:lnTo>
                    <a:pt x="3672" y="246"/>
                  </a:lnTo>
                  <a:lnTo>
                    <a:pt x="3660" y="246"/>
                  </a:lnTo>
                  <a:lnTo>
                    <a:pt x="3648" y="252"/>
                  </a:lnTo>
                  <a:lnTo>
                    <a:pt x="3648" y="258"/>
                  </a:lnTo>
                  <a:lnTo>
                    <a:pt x="3654" y="270"/>
                  </a:lnTo>
                  <a:lnTo>
                    <a:pt x="3678" y="282"/>
                  </a:lnTo>
                  <a:lnTo>
                    <a:pt x="3696" y="294"/>
                  </a:lnTo>
                  <a:lnTo>
                    <a:pt x="3708" y="294"/>
                  </a:lnTo>
                  <a:lnTo>
                    <a:pt x="3714" y="300"/>
                  </a:lnTo>
                  <a:lnTo>
                    <a:pt x="3720" y="300"/>
                  </a:lnTo>
                  <a:lnTo>
                    <a:pt x="3576" y="294"/>
                  </a:lnTo>
                  <a:lnTo>
                    <a:pt x="3630" y="312"/>
                  </a:lnTo>
                  <a:lnTo>
                    <a:pt x="3576" y="324"/>
                  </a:lnTo>
                  <a:lnTo>
                    <a:pt x="3564" y="330"/>
                  </a:lnTo>
                  <a:lnTo>
                    <a:pt x="3534" y="336"/>
                  </a:lnTo>
                  <a:lnTo>
                    <a:pt x="3498" y="342"/>
                  </a:lnTo>
                  <a:lnTo>
                    <a:pt x="3474" y="342"/>
                  </a:lnTo>
                  <a:lnTo>
                    <a:pt x="3468" y="336"/>
                  </a:lnTo>
                  <a:lnTo>
                    <a:pt x="3474" y="324"/>
                  </a:lnTo>
                  <a:lnTo>
                    <a:pt x="3486" y="312"/>
                  </a:lnTo>
                  <a:lnTo>
                    <a:pt x="3420" y="312"/>
                  </a:lnTo>
                  <a:lnTo>
                    <a:pt x="3408" y="318"/>
                  </a:lnTo>
                  <a:lnTo>
                    <a:pt x="3390" y="318"/>
                  </a:lnTo>
                  <a:lnTo>
                    <a:pt x="3378" y="324"/>
                  </a:lnTo>
                  <a:lnTo>
                    <a:pt x="3366" y="336"/>
                  </a:lnTo>
                  <a:lnTo>
                    <a:pt x="3348" y="336"/>
                  </a:lnTo>
                  <a:lnTo>
                    <a:pt x="3318" y="342"/>
                  </a:lnTo>
                  <a:lnTo>
                    <a:pt x="3276" y="342"/>
                  </a:lnTo>
                  <a:lnTo>
                    <a:pt x="3246" y="348"/>
                  </a:lnTo>
                  <a:lnTo>
                    <a:pt x="3234" y="354"/>
                  </a:lnTo>
                  <a:lnTo>
                    <a:pt x="3216" y="354"/>
                  </a:lnTo>
                  <a:lnTo>
                    <a:pt x="3204" y="360"/>
                  </a:lnTo>
                  <a:lnTo>
                    <a:pt x="3186" y="360"/>
                  </a:lnTo>
                  <a:lnTo>
                    <a:pt x="3180" y="366"/>
                  </a:lnTo>
                  <a:lnTo>
                    <a:pt x="3174" y="366"/>
                  </a:lnTo>
                  <a:lnTo>
                    <a:pt x="3132" y="396"/>
                  </a:lnTo>
                  <a:lnTo>
                    <a:pt x="3114" y="396"/>
                  </a:lnTo>
                  <a:lnTo>
                    <a:pt x="3108" y="402"/>
                  </a:lnTo>
                  <a:lnTo>
                    <a:pt x="3102" y="402"/>
                  </a:lnTo>
                  <a:lnTo>
                    <a:pt x="3096" y="408"/>
                  </a:lnTo>
                  <a:lnTo>
                    <a:pt x="3102" y="414"/>
                  </a:lnTo>
                  <a:lnTo>
                    <a:pt x="3120" y="426"/>
                  </a:lnTo>
                  <a:lnTo>
                    <a:pt x="3132" y="438"/>
                  </a:lnTo>
                  <a:lnTo>
                    <a:pt x="3150" y="444"/>
                  </a:lnTo>
                  <a:lnTo>
                    <a:pt x="3156" y="450"/>
                  </a:lnTo>
                  <a:lnTo>
                    <a:pt x="3162" y="450"/>
                  </a:lnTo>
                  <a:lnTo>
                    <a:pt x="3120" y="462"/>
                  </a:lnTo>
                  <a:lnTo>
                    <a:pt x="3096" y="474"/>
                  </a:lnTo>
                  <a:lnTo>
                    <a:pt x="2994" y="474"/>
                  </a:lnTo>
                  <a:lnTo>
                    <a:pt x="2988" y="480"/>
                  </a:lnTo>
                  <a:lnTo>
                    <a:pt x="2952" y="468"/>
                  </a:lnTo>
                  <a:lnTo>
                    <a:pt x="2934" y="474"/>
                  </a:lnTo>
                  <a:lnTo>
                    <a:pt x="2880" y="474"/>
                  </a:lnTo>
                  <a:lnTo>
                    <a:pt x="2874" y="480"/>
                  </a:lnTo>
                  <a:lnTo>
                    <a:pt x="2874" y="498"/>
                  </a:lnTo>
                  <a:lnTo>
                    <a:pt x="2880" y="510"/>
                  </a:lnTo>
                  <a:lnTo>
                    <a:pt x="2892" y="522"/>
                  </a:lnTo>
                  <a:lnTo>
                    <a:pt x="2898" y="522"/>
                  </a:lnTo>
                  <a:lnTo>
                    <a:pt x="2904" y="528"/>
                  </a:lnTo>
                  <a:lnTo>
                    <a:pt x="2910" y="540"/>
                  </a:lnTo>
                  <a:lnTo>
                    <a:pt x="2916" y="546"/>
                  </a:lnTo>
                  <a:lnTo>
                    <a:pt x="2922" y="546"/>
                  </a:lnTo>
                  <a:lnTo>
                    <a:pt x="2928" y="552"/>
                  </a:lnTo>
                  <a:lnTo>
                    <a:pt x="2940" y="552"/>
                  </a:lnTo>
                  <a:lnTo>
                    <a:pt x="2952" y="558"/>
                  </a:lnTo>
                  <a:lnTo>
                    <a:pt x="2964" y="558"/>
                  </a:lnTo>
                  <a:lnTo>
                    <a:pt x="2976" y="564"/>
                  </a:lnTo>
                  <a:lnTo>
                    <a:pt x="2994" y="564"/>
                  </a:lnTo>
                  <a:lnTo>
                    <a:pt x="3012" y="570"/>
                  </a:lnTo>
                  <a:lnTo>
                    <a:pt x="3024" y="570"/>
                  </a:lnTo>
                  <a:lnTo>
                    <a:pt x="3036" y="576"/>
                  </a:lnTo>
                  <a:lnTo>
                    <a:pt x="3042" y="576"/>
                  </a:lnTo>
                  <a:lnTo>
                    <a:pt x="3054" y="588"/>
                  </a:lnTo>
                  <a:lnTo>
                    <a:pt x="3054" y="594"/>
                  </a:lnTo>
                  <a:lnTo>
                    <a:pt x="3060" y="600"/>
                  </a:lnTo>
                  <a:lnTo>
                    <a:pt x="3030" y="600"/>
                  </a:lnTo>
                  <a:lnTo>
                    <a:pt x="3012" y="606"/>
                  </a:lnTo>
                  <a:lnTo>
                    <a:pt x="3000" y="606"/>
                  </a:lnTo>
                  <a:lnTo>
                    <a:pt x="2964" y="588"/>
                  </a:lnTo>
                  <a:lnTo>
                    <a:pt x="2928" y="576"/>
                  </a:lnTo>
                  <a:lnTo>
                    <a:pt x="2904" y="570"/>
                  </a:lnTo>
                  <a:lnTo>
                    <a:pt x="2886" y="564"/>
                  </a:lnTo>
                  <a:lnTo>
                    <a:pt x="2862" y="564"/>
                  </a:lnTo>
                  <a:lnTo>
                    <a:pt x="2844" y="558"/>
                  </a:lnTo>
                  <a:lnTo>
                    <a:pt x="2802" y="558"/>
                  </a:lnTo>
                  <a:lnTo>
                    <a:pt x="2796" y="564"/>
                  </a:lnTo>
                  <a:lnTo>
                    <a:pt x="2796" y="576"/>
                  </a:lnTo>
                  <a:lnTo>
                    <a:pt x="2802" y="582"/>
                  </a:lnTo>
                  <a:lnTo>
                    <a:pt x="2808" y="582"/>
                  </a:lnTo>
                  <a:lnTo>
                    <a:pt x="2820" y="594"/>
                  </a:lnTo>
                  <a:lnTo>
                    <a:pt x="2784" y="594"/>
                  </a:lnTo>
                  <a:lnTo>
                    <a:pt x="2772" y="582"/>
                  </a:lnTo>
                  <a:lnTo>
                    <a:pt x="2754" y="582"/>
                  </a:lnTo>
                  <a:lnTo>
                    <a:pt x="2748" y="576"/>
                  </a:lnTo>
                  <a:lnTo>
                    <a:pt x="2724" y="576"/>
                  </a:lnTo>
                  <a:lnTo>
                    <a:pt x="2724" y="582"/>
                  </a:lnTo>
                  <a:lnTo>
                    <a:pt x="2730" y="600"/>
                  </a:lnTo>
                  <a:lnTo>
                    <a:pt x="2736" y="612"/>
                  </a:lnTo>
                  <a:lnTo>
                    <a:pt x="2748" y="618"/>
                  </a:lnTo>
                  <a:lnTo>
                    <a:pt x="2766" y="624"/>
                  </a:lnTo>
                  <a:lnTo>
                    <a:pt x="2802" y="624"/>
                  </a:lnTo>
                  <a:lnTo>
                    <a:pt x="2820" y="630"/>
                  </a:lnTo>
                  <a:lnTo>
                    <a:pt x="2844" y="630"/>
                  </a:lnTo>
                  <a:lnTo>
                    <a:pt x="2856" y="636"/>
                  </a:lnTo>
                  <a:lnTo>
                    <a:pt x="2862" y="648"/>
                  </a:lnTo>
                  <a:lnTo>
                    <a:pt x="2874" y="654"/>
                  </a:lnTo>
                  <a:lnTo>
                    <a:pt x="2844" y="654"/>
                  </a:lnTo>
                  <a:lnTo>
                    <a:pt x="2838" y="648"/>
                  </a:lnTo>
                  <a:lnTo>
                    <a:pt x="2826" y="642"/>
                  </a:lnTo>
                  <a:lnTo>
                    <a:pt x="2772" y="642"/>
                  </a:lnTo>
                  <a:lnTo>
                    <a:pt x="2760" y="636"/>
                  </a:lnTo>
                  <a:lnTo>
                    <a:pt x="2730" y="636"/>
                  </a:lnTo>
                  <a:lnTo>
                    <a:pt x="2724" y="624"/>
                  </a:lnTo>
                  <a:lnTo>
                    <a:pt x="2700" y="624"/>
                  </a:lnTo>
                  <a:lnTo>
                    <a:pt x="2694" y="606"/>
                  </a:lnTo>
                  <a:lnTo>
                    <a:pt x="2664" y="594"/>
                  </a:lnTo>
                  <a:lnTo>
                    <a:pt x="2670" y="588"/>
                  </a:lnTo>
                  <a:lnTo>
                    <a:pt x="2682" y="582"/>
                  </a:lnTo>
                  <a:lnTo>
                    <a:pt x="2688" y="576"/>
                  </a:lnTo>
                  <a:lnTo>
                    <a:pt x="2688" y="564"/>
                  </a:lnTo>
                  <a:lnTo>
                    <a:pt x="2658" y="534"/>
                  </a:lnTo>
                  <a:lnTo>
                    <a:pt x="2646" y="528"/>
                  </a:lnTo>
                  <a:lnTo>
                    <a:pt x="2616" y="528"/>
                  </a:lnTo>
                  <a:lnTo>
                    <a:pt x="2628" y="534"/>
                  </a:lnTo>
                  <a:lnTo>
                    <a:pt x="2652" y="558"/>
                  </a:lnTo>
                  <a:lnTo>
                    <a:pt x="2640" y="570"/>
                  </a:lnTo>
                  <a:lnTo>
                    <a:pt x="2616" y="582"/>
                  </a:lnTo>
                  <a:lnTo>
                    <a:pt x="2604" y="582"/>
                  </a:lnTo>
                  <a:lnTo>
                    <a:pt x="2586" y="624"/>
                  </a:lnTo>
                  <a:lnTo>
                    <a:pt x="2658" y="660"/>
                  </a:lnTo>
                  <a:lnTo>
                    <a:pt x="2676" y="660"/>
                  </a:lnTo>
                  <a:lnTo>
                    <a:pt x="2676" y="696"/>
                  </a:lnTo>
                  <a:lnTo>
                    <a:pt x="2670" y="708"/>
                  </a:lnTo>
                  <a:lnTo>
                    <a:pt x="2670" y="720"/>
                  </a:lnTo>
                  <a:lnTo>
                    <a:pt x="2676" y="738"/>
                  </a:lnTo>
                  <a:lnTo>
                    <a:pt x="2712" y="744"/>
                  </a:lnTo>
                  <a:lnTo>
                    <a:pt x="2712" y="768"/>
                  </a:lnTo>
                  <a:lnTo>
                    <a:pt x="2772" y="780"/>
                  </a:lnTo>
                  <a:lnTo>
                    <a:pt x="2778" y="780"/>
                  </a:lnTo>
                  <a:lnTo>
                    <a:pt x="2784" y="774"/>
                  </a:lnTo>
                  <a:lnTo>
                    <a:pt x="2796" y="774"/>
                  </a:lnTo>
                  <a:lnTo>
                    <a:pt x="2814" y="768"/>
                  </a:lnTo>
                  <a:lnTo>
                    <a:pt x="2850" y="768"/>
                  </a:lnTo>
                  <a:lnTo>
                    <a:pt x="2868" y="774"/>
                  </a:lnTo>
                  <a:lnTo>
                    <a:pt x="2874" y="780"/>
                  </a:lnTo>
                  <a:lnTo>
                    <a:pt x="2886" y="786"/>
                  </a:lnTo>
                  <a:lnTo>
                    <a:pt x="2904" y="786"/>
                  </a:lnTo>
                  <a:lnTo>
                    <a:pt x="2916" y="792"/>
                  </a:lnTo>
                  <a:lnTo>
                    <a:pt x="2952" y="804"/>
                  </a:lnTo>
                  <a:lnTo>
                    <a:pt x="2976" y="828"/>
                  </a:lnTo>
                  <a:lnTo>
                    <a:pt x="2976" y="834"/>
                  </a:lnTo>
                  <a:lnTo>
                    <a:pt x="2964" y="834"/>
                  </a:lnTo>
                  <a:lnTo>
                    <a:pt x="2958" y="840"/>
                  </a:lnTo>
                  <a:lnTo>
                    <a:pt x="2946" y="840"/>
                  </a:lnTo>
                  <a:lnTo>
                    <a:pt x="2940" y="846"/>
                  </a:lnTo>
                  <a:lnTo>
                    <a:pt x="2946" y="852"/>
                  </a:lnTo>
                  <a:lnTo>
                    <a:pt x="2958" y="858"/>
                  </a:lnTo>
                  <a:lnTo>
                    <a:pt x="2976" y="876"/>
                  </a:lnTo>
                  <a:lnTo>
                    <a:pt x="3024" y="876"/>
                  </a:lnTo>
                  <a:lnTo>
                    <a:pt x="3012" y="882"/>
                  </a:lnTo>
                  <a:lnTo>
                    <a:pt x="3006" y="882"/>
                  </a:lnTo>
                  <a:lnTo>
                    <a:pt x="2994" y="888"/>
                  </a:lnTo>
                  <a:lnTo>
                    <a:pt x="2970" y="888"/>
                  </a:lnTo>
                  <a:lnTo>
                    <a:pt x="2958" y="882"/>
                  </a:lnTo>
                  <a:lnTo>
                    <a:pt x="2952" y="876"/>
                  </a:lnTo>
                  <a:lnTo>
                    <a:pt x="2940" y="870"/>
                  </a:lnTo>
                  <a:lnTo>
                    <a:pt x="2940" y="858"/>
                  </a:lnTo>
                  <a:lnTo>
                    <a:pt x="2928" y="834"/>
                  </a:lnTo>
                  <a:lnTo>
                    <a:pt x="2916" y="822"/>
                  </a:lnTo>
                  <a:lnTo>
                    <a:pt x="2892" y="810"/>
                  </a:lnTo>
                  <a:lnTo>
                    <a:pt x="2886" y="804"/>
                  </a:lnTo>
                  <a:lnTo>
                    <a:pt x="2880" y="804"/>
                  </a:lnTo>
                  <a:lnTo>
                    <a:pt x="2874" y="798"/>
                  </a:lnTo>
                  <a:lnTo>
                    <a:pt x="2874" y="786"/>
                  </a:lnTo>
                  <a:lnTo>
                    <a:pt x="2868" y="780"/>
                  </a:lnTo>
                  <a:lnTo>
                    <a:pt x="2844" y="780"/>
                  </a:lnTo>
                  <a:lnTo>
                    <a:pt x="2832" y="786"/>
                  </a:lnTo>
                  <a:lnTo>
                    <a:pt x="2814" y="786"/>
                  </a:lnTo>
                  <a:lnTo>
                    <a:pt x="2802" y="792"/>
                  </a:lnTo>
                  <a:lnTo>
                    <a:pt x="2778" y="792"/>
                  </a:lnTo>
                  <a:lnTo>
                    <a:pt x="2760" y="810"/>
                  </a:lnTo>
                  <a:lnTo>
                    <a:pt x="2766" y="816"/>
                  </a:lnTo>
                  <a:lnTo>
                    <a:pt x="2772" y="828"/>
                  </a:lnTo>
                  <a:lnTo>
                    <a:pt x="2784" y="834"/>
                  </a:lnTo>
                  <a:lnTo>
                    <a:pt x="2802" y="852"/>
                  </a:lnTo>
                  <a:lnTo>
                    <a:pt x="2814" y="858"/>
                  </a:lnTo>
                  <a:lnTo>
                    <a:pt x="2814" y="864"/>
                  </a:lnTo>
                  <a:lnTo>
                    <a:pt x="2790" y="888"/>
                  </a:lnTo>
                  <a:lnTo>
                    <a:pt x="2784" y="888"/>
                  </a:lnTo>
                  <a:lnTo>
                    <a:pt x="2778" y="930"/>
                  </a:lnTo>
                  <a:lnTo>
                    <a:pt x="2736" y="948"/>
                  </a:lnTo>
                  <a:lnTo>
                    <a:pt x="2736" y="954"/>
                  </a:lnTo>
                  <a:lnTo>
                    <a:pt x="2730" y="966"/>
                  </a:lnTo>
                  <a:lnTo>
                    <a:pt x="2724" y="972"/>
                  </a:lnTo>
                  <a:lnTo>
                    <a:pt x="2694" y="972"/>
                  </a:lnTo>
                  <a:lnTo>
                    <a:pt x="2682" y="966"/>
                  </a:lnTo>
                  <a:lnTo>
                    <a:pt x="2652" y="966"/>
                  </a:lnTo>
                  <a:lnTo>
                    <a:pt x="2592" y="960"/>
                  </a:lnTo>
                  <a:lnTo>
                    <a:pt x="2586" y="960"/>
                  </a:lnTo>
                  <a:lnTo>
                    <a:pt x="2580" y="954"/>
                  </a:lnTo>
                  <a:lnTo>
                    <a:pt x="2568" y="948"/>
                  </a:lnTo>
                  <a:lnTo>
                    <a:pt x="2556" y="948"/>
                  </a:lnTo>
                  <a:lnTo>
                    <a:pt x="2544" y="936"/>
                  </a:lnTo>
                  <a:lnTo>
                    <a:pt x="2598" y="936"/>
                  </a:lnTo>
                  <a:lnTo>
                    <a:pt x="2616" y="942"/>
                  </a:lnTo>
                  <a:lnTo>
                    <a:pt x="2640" y="924"/>
                  </a:lnTo>
                  <a:lnTo>
                    <a:pt x="2652" y="924"/>
                  </a:lnTo>
                  <a:lnTo>
                    <a:pt x="2664" y="930"/>
                  </a:lnTo>
                  <a:lnTo>
                    <a:pt x="2682" y="930"/>
                  </a:lnTo>
                  <a:lnTo>
                    <a:pt x="2694" y="924"/>
                  </a:lnTo>
                  <a:lnTo>
                    <a:pt x="2694" y="906"/>
                  </a:lnTo>
                  <a:lnTo>
                    <a:pt x="2700" y="894"/>
                  </a:lnTo>
                  <a:lnTo>
                    <a:pt x="2700" y="882"/>
                  </a:lnTo>
                  <a:lnTo>
                    <a:pt x="2724" y="876"/>
                  </a:lnTo>
                  <a:lnTo>
                    <a:pt x="2724" y="852"/>
                  </a:lnTo>
                  <a:lnTo>
                    <a:pt x="2712" y="852"/>
                  </a:lnTo>
                  <a:lnTo>
                    <a:pt x="2718" y="846"/>
                  </a:lnTo>
                  <a:lnTo>
                    <a:pt x="2724" y="834"/>
                  </a:lnTo>
                  <a:lnTo>
                    <a:pt x="2724" y="822"/>
                  </a:lnTo>
                  <a:lnTo>
                    <a:pt x="2718" y="816"/>
                  </a:lnTo>
                  <a:lnTo>
                    <a:pt x="2712" y="816"/>
                  </a:lnTo>
                  <a:lnTo>
                    <a:pt x="2700" y="810"/>
                  </a:lnTo>
                  <a:lnTo>
                    <a:pt x="2682" y="810"/>
                  </a:lnTo>
                  <a:lnTo>
                    <a:pt x="2664" y="804"/>
                  </a:lnTo>
                  <a:lnTo>
                    <a:pt x="2652" y="804"/>
                  </a:lnTo>
                  <a:lnTo>
                    <a:pt x="2634" y="786"/>
                  </a:lnTo>
                  <a:lnTo>
                    <a:pt x="2634" y="744"/>
                  </a:lnTo>
                  <a:lnTo>
                    <a:pt x="2628" y="732"/>
                  </a:lnTo>
                  <a:lnTo>
                    <a:pt x="2616" y="720"/>
                  </a:lnTo>
                  <a:lnTo>
                    <a:pt x="2604" y="714"/>
                  </a:lnTo>
                  <a:lnTo>
                    <a:pt x="2598" y="702"/>
                  </a:lnTo>
                  <a:lnTo>
                    <a:pt x="2592" y="696"/>
                  </a:lnTo>
                  <a:lnTo>
                    <a:pt x="2586" y="660"/>
                  </a:lnTo>
                  <a:lnTo>
                    <a:pt x="2520" y="624"/>
                  </a:lnTo>
                  <a:lnTo>
                    <a:pt x="2532" y="612"/>
                  </a:lnTo>
                  <a:lnTo>
                    <a:pt x="2544" y="588"/>
                  </a:lnTo>
                  <a:lnTo>
                    <a:pt x="2544" y="576"/>
                  </a:lnTo>
                  <a:lnTo>
                    <a:pt x="2538" y="564"/>
                  </a:lnTo>
                  <a:lnTo>
                    <a:pt x="2514" y="540"/>
                  </a:lnTo>
                  <a:lnTo>
                    <a:pt x="2496" y="540"/>
                  </a:lnTo>
                  <a:lnTo>
                    <a:pt x="2484" y="534"/>
                  </a:lnTo>
                  <a:lnTo>
                    <a:pt x="2472" y="534"/>
                  </a:lnTo>
                  <a:lnTo>
                    <a:pt x="2340" y="522"/>
                  </a:lnTo>
                  <a:lnTo>
                    <a:pt x="2328" y="552"/>
                  </a:lnTo>
                  <a:lnTo>
                    <a:pt x="2346" y="570"/>
                  </a:lnTo>
                  <a:lnTo>
                    <a:pt x="2334" y="600"/>
                  </a:lnTo>
                  <a:lnTo>
                    <a:pt x="2280" y="624"/>
                  </a:lnTo>
                  <a:lnTo>
                    <a:pt x="2268" y="654"/>
                  </a:lnTo>
                  <a:lnTo>
                    <a:pt x="2304" y="660"/>
                  </a:lnTo>
                  <a:lnTo>
                    <a:pt x="2334" y="708"/>
                  </a:lnTo>
                  <a:lnTo>
                    <a:pt x="2322" y="726"/>
                  </a:lnTo>
                  <a:lnTo>
                    <a:pt x="2352" y="750"/>
                  </a:lnTo>
                  <a:lnTo>
                    <a:pt x="2388" y="744"/>
                  </a:lnTo>
                  <a:lnTo>
                    <a:pt x="2394" y="750"/>
                  </a:lnTo>
                  <a:lnTo>
                    <a:pt x="2400" y="762"/>
                  </a:lnTo>
                  <a:lnTo>
                    <a:pt x="2412" y="768"/>
                  </a:lnTo>
                  <a:lnTo>
                    <a:pt x="2418" y="774"/>
                  </a:lnTo>
                  <a:lnTo>
                    <a:pt x="2430" y="780"/>
                  </a:lnTo>
                  <a:lnTo>
                    <a:pt x="2472" y="780"/>
                  </a:lnTo>
                  <a:lnTo>
                    <a:pt x="2466" y="840"/>
                  </a:lnTo>
                  <a:lnTo>
                    <a:pt x="2448" y="816"/>
                  </a:lnTo>
                  <a:lnTo>
                    <a:pt x="2430" y="828"/>
                  </a:lnTo>
                  <a:lnTo>
                    <a:pt x="2418" y="822"/>
                  </a:lnTo>
                  <a:lnTo>
                    <a:pt x="2388" y="804"/>
                  </a:lnTo>
                  <a:lnTo>
                    <a:pt x="2352" y="792"/>
                  </a:lnTo>
                  <a:lnTo>
                    <a:pt x="2328" y="780"/>
                  </a:lnTo>
                  <a:lnTo>
                    <a:pt x="2268" y="780"/>
                  </a:lnTo>
                  <a:lnTo>
                    <a:pt x="2250" y="762"/>
                  </a:lnTo>
                  <a:lnTo>
                    <a:pt x="2244" y="780"/>
                  </a:lnTo>
                  <a:lnTo>
                    <a:pt x="2220" y="756"/>
                  </a:lnTo>
                  <a:lnTo>
                    <a:pt x="2214" y="756"/>
                  </a:lnTo>
                  <a:lnTo>
                    <a:pt x="2208" y="750"/>
                  </a:lnTo>
                  <a:lnTo>
                    <a:pt x="2196" y="744"/>
                  </a:lnTo>
                  <a:lnTo>
                    <a:pt x="2178" y="744"/>
                  </a:lnTo>
                  <a:lnTo>
                    <a:pt x="2154" y="732"/>
                  </a:lnTo>
                  <a:lnTo>
                    <a:pt x="2130" y="732"/>
                  </a:lnTo>
                  <a:lnTo>
                    <a:pt x="2118" y="738"/>
                  </a:lnTo>
                  <a:lnTo>
                    <a:pt x="2088" y="738"/>
                  </a:lnTo>
                  <a:lnTo>
                    <a:pt x="2076" y="732"/>
                  </a:lnTo>
                  <a:lnTo>
                    <a:pt x="2022" y="732"/>
                  </a:lnTo>
                  <a:lnTo>
                    <a:pt x="2016" y="738"/>
                  </a:lnTo>
                  <a:lnTo>
                    <a:pt x="2010" y="738"/>
                  </a:lnTo>
                  <a:lnTo>
                    <a:pt x="2004" y="744"/>
                  </a:lnTo>
                  <a:lnTo>
                    <a:pt x="2004" y="750"/>
                  </a:lnTo>
                  <a:lnTo>
                    <a:pt x="2016" y="762"/>
                  </a:lnTo>
                  <a:lnTo>
                    <a:pt x="2028" y="768"/>
                  </a:lnTo>
                  <a:lnTo>
                    <a:pt x="2040" y="780"/>
                  </a:lnTo>
                  <a:lnTo>
                    <a:pt x="2046" y="780"/>
                  </a:lnTo>
                  <a:lnTo>
                    <a:pt x="2022" y="810"/>
                  </a:lnTo>
                  <a:lnTo>
                    <a:pt x="2010" y="798"/>
                  </a:lnTo>
                  <a:lnTo>
                    <a:pt x="2010" y="828"/>
                  </a:lnTo>
                  <a:lnTo>
                    <a:pt x="1998" y="828"/>
                  </a:lnTo>
                  <a:lnTo>
                    <a:pt x="1986" y="822"/>
                  </a:lnTo>
                  <a:lnTo>
                    <a:pt x="1980" y="822"/>
                  </a:lnTo>
                  <a:lnTo>
                    <a:pt x="1974" y="816"/>
                  </a:lnTo>
                  <a:lnTo>
                    <a:pt x="1974" y="786"/>
                  </a:lnTo>
                  <a:lnTo>
                    <a:pt x="1968" y="780"/>
                  </a:lnTo>
                  <a:lnTo>
                    <a:pt x="1950" y="780"/>
                  </a:lnTo>
                  <a:lnTo>
                    <a:pt x="1938" y="786"/>
                  </a:lnTo>
                  <a:lnTo>
                    <a:pt x="1920" y="792"/>
                  </a:lnTo>
                  <a:lnTo>
                    <a:pt x="1908" y="804"/>
                  </a:lnTo>
                  <a:lnTo>
                    <a:pt x="1884" y="816"/>
                  </a:lnTo>
                  <a:lnTo>
                    <a:pt x="1866" y="816"/>
                  </a:lnTo>
                  <a:lnTo>
                    <a:pt x="1842" y="804"/>
                  </a:lnTo>
                  <a:lnTo>
                    <a:pt x="1824" y="804"/>
                  </a:lnTo>
                  <a:lnTo>
                    <a:pt x="1800" y="810"/>
                  </a:lnTo>
                  <a:lnTo>
                    <a:pt x="1782" y="816"/>
                  </a:lnTo>
                  <a:lnTo>
                    <a:pt x="1764" y="828"/>
                  </a:lnTo>
                  <a:lnTo>
                    <a:pt x="1752" y="834"/>
                  </a:lnTo>
                  <a:lnTo>
                    <a:pt x="1746" y="840"/>
                  </a:lnTo>
                  <a:lnTo>
                    <a:pt x="1680" y="840"/>
                  </a:lnTo>
                  <a:lnTo>
                    <a:pt x="1692" y="816"/>
                  </a:lnTo>
                  <a:lnTo>
                    <a:pt x="1692" y="780"/>
                  </a:lnTo>
                  <a:lnTo>
                    <a:pt x="1680" y="780"/>
                  </a:lnTo>
                  <a:lnTo>
                    <a:pt x="1668" y="786"/>
                  </a:lnTo>
                  <a:lnTo>
                    <a:pt x="1650" y="792"/>
                  </a:lnTo>
                  <a:lnTo>
                    <a:pt x="1638" y="792"/>
                  </a:lnTo>
                  <a:lnTo>
                    <a:pt x="1626" y="804"/>
                  </a:lnTo>
                  <a:lnTo>
                    <a:pt x="1626" y="816"/>
                  </a:lnTo>
                  <a:lnTo>
                    <a:pt x="1632" y="822"/>
                  </a:lnTo>
                  <a:lnTo>
                    <a:pt x="1632" y="828"/>
                  </a:lnTo>
                  <a:lnTo>
                    <a:pt x="1608" y="834"/>
                  </a:lnTo>
                  <a:lnTo>
                    <a:pt x="1608" y="810"/>
                  </a:lnTo>
                  <a:lnTo>
                    <a:pt x="1584" y="816"/>
                  </a:lnTo>
                  <a:lnTo>
                    <a:pt x="1530" y="822"/>
                  </a:lnTo>
                  <a:lnTo>
                    <a:pt x="1488" y="852"/>
                  </a:lnTo>
                  <a:lnTo>
                    <a:pt x="1440" y="858"/>
                  </a:lnTo>
                  <a:lnTo>
                    <a:pt x="1452" y="876"/>
                  </a:lnTo>
                  <a:lnTo>
                    <a:pt x="1440" y="876"/>
                  </a:lnTo>
                  <a:lnTo>
                    <a:pt x="1428" y="870"/>
                  </a:lnTo>
                  <a:lnTo>
                    <a:pt x="1422" y="870"/>
                  </a:lnTo>
                  <a:lnTo>
                    <a:pt x="1410" y="876"/>
                  </a:lnTo>
                  <a:lnTo>
                    <a:pt x="1404" y="882"/>
                  </a:lnTo>
                  <a:lnTo>
                    <a:pt x="1404" y="924"/>
                  </a:lnTo>
                  <a:lnTo>
                    <a:pt x="1332" y="930"/>
                  </a:lnTo>
                  <a:lnTo>
                    <a:pt x="1326" y="924"/>
                  </a:lnTo>
                  <a:lnTo>
                    <a:pt x="1314" y="918"/>
                  </a:lnTo>
                  <a:lnTo>
                    <a:pt x="1308" y="912"/>
                  </a:lnTo>
                  <a:lnTo>
                    <a:pt x="1266" y="912"/>
                  </a:lnTo>
                  <a:lnTo>
                    <a:pt x="1260" y="906"/>
                  </a:lnTo>
                  <a:lnTo>
                    <a:pt x="1260" y="876"/>
                  </a:lnTo>
                  <a:lnTo>
                    <a:pt x="1266" y="870"/>
                  </a:lnTo>
                  <a:lnTo>
                    <a:pt x="1266" y="864"/>
                  </a:lnTo>
                  <a:lnTo>
                    <a:pt x="1272" y="858"/>
                  </a:lnTo>
                  <a:lnTo>
                    <a:pt x="1284" y="864"/>
                  </a:lnTo>
                  <a:lnTo>
                    <a:pt x="1344" y="864"/>
                  </a:lnTo>
                  <a:lnTo>
                    <a:pt x="1332" y="858"/>
                  </a:lnTo>
                  <a:lnTo>
                    <a:pt x="1326" y="846"/>
                  </a:lnTo>
                  <a:lnTo>
                    <a:pt x="1314" y="840"/>
                  </a:lnTo>
                  <a:lnTo>
                    <a:pt x="1302" y="828"/>
                  </a:lnTo>
                  <a:lnTo>
                    <a:pt x="1290" y="822"/>
                  </a:lnTo>
                  <a:lnTo>
                    <a:pt x="1278" y="810"/>
                  </a:lnTo>
                  <a:lnTo>
                    <a:pt x="1152" y="810"/>
                  </a:lnTo>
                  <a:lnTo>
                    <a:pt x="1164" y="822"/>
                  </a:lnTo>
                  <a:lnTo>
                    <a:pt x="1188" y="822"/>
                  </a:lnTo>
                  <a:lnTo>
                    <a:pt x="1200" y="828"/>
                  </a:lnTo>
                  <a:lnTo>
                    <a:pt x="1200" y="846"/>
                  </a:lnTo>
                  <a:lnTo>
                    <a:pt x="1194" y="864"/>
                  </a:lnTo>
                  <a:lnTo>
                    <a:pt x="1194" y="876"/>
                  </a:lnTo>
                  <a:lnTo>
                    <a:pt x="1188" y="894"/>
                  </a:lnTo>
                  <a:lnTo>
                    <a:pt x="1188" y="918"/>
                  </a:lnTo>
                  <a:lnTo>
                    <a:pt x="1194" y="918"/>
                  </a:lnTo>
                  <a:lnTo>
                    <a:pt x="1206" y="924"/>
                  </a:lnTo>
                  <a:lnTo>
                    <a:pt x="1230" y="924"/>
                  </a:lnTo>
                  <a:lnTo>
                    <a:pt x="1236" y="930"/>
                  </a:lnTo>
                  <a:lnTo>
                    <a:pt x="1242" y="930"/>
                  </a:lnTo>
                  <a:lnTo>
                    <a:pt x="1236" y="966"/>
                  </a:lnTo>
                  <a:lnTo>
                    <a:pt x="1248" y="996"/>
                  </a:lnTo>
                  <a:lnTo>
                    <a:pt x="1212" y="972"/>
                  </a:lnTo>
                  <a:lnTo>
                    <a:pt x="1194" y="996"/>
                  </a:lnTo>
                  <a:lnTo>
                    <a:pt x="1188" y="966"/>
                  </a:lnTo>
                  <a:lnTo>
                    <a:pt x="1116" y="948"/>
                  </a:lnTo>
                  <a:lnTo>
                    <a:pt x="1086" y="984"/>
                  </a:lnTo>
                  <a:lnTo>
                    <a:pt x="1062" y="984"/>
                  </a:lnTo>
                  <a:lnTo>
                    <a:pt x="1056" y="996"/>
                  </a:lnTo>
                  <a:lnTo>
                    <a:pt x="1044" y="1002"/>
                  </a:lnTo>
                  <a:lnTo>
                    <a:pt x="1038" y="1008"/>
                  </a:lnTo>
                  <a:lnTo>
                    <a:pt x="1026" y="1014"/>
                  </a:lnTo>
                  <a:lnTo>
                    <a:pt x="1014" y="1014"/>
                  </a:lnTo>
                  <a:lnTo>
                    <a:pt x="1002" y="1020"/>
                  </a:lnTo>
                  <a:lnTo>
                    <a:pt x="1002" y="1032"/>
                  </a:lnTo>
                  <a:lnTo>
                    <a:pt x="1008" y="1038"/>
                  </a:lnTo>
                  <a:lnTo>
                    <a:pt x="1020" y="1044"/>
                  </a:lnTo>
                  <a:lnTo>
                    <a:pt x="1032" y="1056"/>
                  </a:lnTo>
                  <a:lnTo>
                    <a:pt x="1044" y="1062"/>
                  </a:lnTo>
                  <a:lnTo>
                    <a:pt x="1050" y="1068"/>
                  </a:lnTo>
                  <a:lnTo>
                    <a:pt x="1062" y="1074"/>
                  </a:lnTo>
                  <a:lnTo>
                    <a:pt x="1080" y="1104"/>
                  </a:lnTo>
                  <a:lnTo>
                    <a:pt x="1050" y="1086"/>
                  </a:lnTo>
                  <a:lnTo>
                    <a:pt x="1038" y="1092"/>
                  </a:lnTo>
                  <a:lnTo>
                    <a:pt x="1032" y="1098"/>
                  </a:lnTo>
                  <a:lnTo>
                    <a:pt x="1020" y="1098"/>
                  </a:lnTo>
                  <a:lnTo>
                    <a:pt x="1008" y="1092"/>
                  </a:lnTo>
                  <a:lnTo>
                    <a:pt x="996" y="1092"/>
                  </a:lnTo>
                  <a:lnTo>
                    <a:pt x="978" y="1086"/>
                  </a:lnTo>
                  <a:lnTo>
                    <a:pt x="966" y="1080"/>
                  </a:lnTo>
                  <a:lnTo>
                    <a:pt x="948" y="1080"/>
                  </a:lnTo>
                  <a:lnTo>
                    <a:pt x="936" y="1074"/>
                  </a:lnTo>
                  <a:lnTo>
                    <a:pt x="924" y="1074"/>
                  </a:lnTo>
                  <a:lnTo>
                    <a:pt x="918" y="1068"/>
                  </a:lnTo>
                  <a:lnTo>
                    <a:pt x="918" y="1056"/>
                  </a:lnTo>
                  <a:lnTo>
                    <a:pt x="906" y="1050"/>
                  </a:lnTo>
                  <a:lnTo>
                    <a:pt x="888" y="1050"/>
                  </a:lnTo>
                  <a:lnTo>
                    <a:pt x="864" y="1062"/>
                  </a:lnTo>
                  <a:lnTo>
                    <a:pt x="858" y="1068"/>
                  </a:lnTo>
                  <a:lnTo>
                    <a:pt x="840" y="1068"/>
                  </a:lnTo>
                  <a:lnTo>
                    <a:pt x="882" y="1104"/>
                  </a:lnTo>
                  <a:lnTo>
                    <a:pt x="900" y="1104"/>
                  </a:lnTo>
                  <a:lnTo>
                    <a:pt x="912" y="1110"/>
                  </a:lnTo>
                  <a:lnTo>
                    <a:pt x="924" y="1110"/>
                  </a:lnTo>
                  <a:lnTo>
                    <a:pt x="936" y="1116"/>
                  </a:lnTo>
                  <a:lnTo>
                    <a:pt x="942" y="1116"/>
                  </a:lnTo>
                  <a:lnTo>
                    <a:pt x="942" y="1122"/>
                  </a:lnTo>
                  <a:lnTo>
                    <a:pt x="936" y="1134"/>
                  </a:lnTo>
                  <a:lnTo>
                    <a:pt x="924" y="1140"/>
                  </a:lnTo>
                  <a:lnTo>
                    <a:pt x="918" y="1146"/>
                  </a:lnTo>
                  <a:lnTo>
                    <a:pt x="852" y="1128"/>
                  </a:lnTo>
                  <a:lnTo>
                    <a:pt x="840" y="1122"/>
                  </a:lnTo>
                  <a:lnTo>
                    <a:pt x="834" y="1116"/>
                  </a:lnTo>
                  <a:lnTo>
                    <a:pt x="822" y="1110"/>
                  </a:lnTo>
                  <a:lnTo>
                    <a:pt x="762" y="1110"/>
                  </a:lnTo>
                  <a:lnTo>
                    <a:pt x="756" y="1104"/>
                  </a:lnTo>
                  <a:lnTo>
                    <a:pt x="756" y="1056"/>
                  </a:lnTo>
                  <a:lnTo>
                    <a:pt x="738" y="1044"/>
                  </a:lnTo>
                  <a:lnTo>
                    <a:pt x="750" y="1032"/>
                  </a:lnTo>
                  <a:lnTo>
                    <a:pt x="756" y="1020"/>
                  </a:lnTo>
                  <a:lnTo>
                    <a:pt x="756" y="1002"/>
                  </a:lnTo>
                  <a:lnTo>
                    <a:pt x="738" y="990"/>
                  </a:lnTo>
                  <a:lnTo>
                    <a:pt x="702" y="978"/>
                  </a:lnTo>
                  <a:lnTo>
                    <a:pt x="672" y="972"/>
                  </a:lnTo>
                  <a:lnTo>
                    <a:pt x="660" y="966"/>
                  </a:lnTo>
                  <a:lnTo>
                    <a:pt x="630" y="948"/>
                  </a:lnTo>
                  <a:lnTo>
                    <a:pt x="606" y="930"/>
                  </a:lnTo>
                  <a:lnTo>
                    <a:pt x="594" y="912"/>
                  </a:lnTo>
                  <a:lnTo>
                    <a:pt x="630" y="912"/>
                  </a:lnTo>
                  <a:lnTo>
                    <a:pt x="630" y="924"/>
                  </a:lnTo>
                  <a:lnTo>
                    <a:pt x="642" y="924"/>
                  </a:lnTo>
                  <a:lnTo>
                    <a:pt x="654" y="930"/>
                  </a:lnTo>
                  <a:lnTo>
                    <a:pt x="672" y="930"/>
                  </a:lnTo>
                  <a:lnTo>
                    <a:pt x="690" y="936"/>
                  </a:lnTo>
                  <a:lnTo>
                    <a:pt x="720" y="936"/>
                  </a:lnTo>
                  <a:lnTo>
                    <a:pt x="732" y="942"/>
                  </a:lnTo>
                  <a:lnTo>
                    <a:pt x="738" y="954"/>
                  </a:lnTo>
                  <a:lnTo>
                    <a:pt x="762" y="966"/>
                  </a:lnTo>
                  <a:lnTo>
                    <a:pt x="816" y="966"/>
                  </a:lnTo>
                  <a:lnTo>
                    <a:pt x="846" y="972"/>
                  </a:lnTo>
                  <a:lnTo>
                    <a:pt x="858" y="972"/>
                  </a:lnTo>
                  <a:lnTo>
                    <a:pt x="870" y="978"/>
                  </a:lnTo>
                  <a:lnTo>
                    <a:pt x="894" y="984"/>
                  </a:lnTo>
                  <a:lnTo>
                    <a:pt x="930" y="990"/>
                  </a:lnTo>
                  <a:lnTo>
                    <a:pt x="978" y="984"/>
                  </a:lnTo>
                  <a:lnTo>
                    <a:pt x="1026" y="972"/>
                  </a:lnTo>
                  <a:lnTo>
                    <a:pt x="1062" y="954"/>
                  </a:lnTo>
                  <a:lnTo>
                    <a:pt x="1080" y="936"/>
                  </a:lnTo>
                  <a:lnTo>
                    <a:pt x="1074" y="912"/>
                  </a:lnTo>
                  <a:lnTo>
                    <a:pt x="1032" y="870"/>
                  </a:lnTo>
                  <a:lnTo>
                    <a:pt x="1014" y="858"/>
                  </a:lnTo>
                  <a:lnTo>
                    <a:pt x="996" y="852"/>
                  </a:lnTo>
                  <a:lnTo>
                    <a:pt x="948" y="840"/>
                  </a:lnTo>
                  <a:lnTo>
                    <a:pt x="900" y="822"/>
                  </a:lnTo>
                  <a:lnTo>
                    <a:pt x="828" y="798"/>
                  </a:lnTo>
                  <a:lnTo>
                    <a:pt x="792" y="780"/>
                  </a:lnTo>
                  <a:lnTo>
                    <a:pt x="756" y="774"/>
                  </a:lnTo>
                  <a:lnTo>
                    <a:pt x="624" y="774"/>
                  </a:lnTo>
                  <a:lnTo>
                    <a:pt x="612" y="756"/>
                  </a:lnTo>
                  <a:lnTo>
                    <a:pt x="588" y="762"/>
                  </a:lnTo>
                  <a:lnTo>
                    <a:pt x="552" y="744"/>
                  </a:lnTo>
                  <a:lnTo>
                    <a:pt x="588" y="738"/>
                  </a:lnTo>
                  <a:lnTo>
                    <a:pt x="606" y="726"/>
                  </a:lnTo>
                  <a:lnTo>
                    <a:pt x="600" y="726"/>
                  </a:lnTo>
                  <a:lnTo>
                    <a:pt x="594" y="720"/>
                  </a:lnTo>
                  <a:lnTo>
                    <a:pt x="582" y="720"/>
                  </a:lnTo>
                  <a:lnTo>
                    <a:pt x="564" y="714"/>
                  </a:lnTo>
                  <a:lnTo>
                    <a:pt x="546" y="714"/>
                  </a:lnTo>
                  <a:lnTo>
                    <a:pt x="534" y="708"/>
                  </a:lnTo>
                  <a:lnTo>
                    <a:pt x="522" y="720"/>
                  </a:lnTo>
                  <a:lnTo>
                    <a:pt x="522" y="726"/>
                  </a:lnTo>
                  <a:lnTo>
                    <a:pt x="516" y="732"/>
                  </a:lnTo>
                  <a:lnTo>
                    <a:pt x="498" y="732"/>
                  </a:lnTo>
                  <a:lnTo>
                    <a:pt x="486" y="744"/>
                  </a:lnTo>
                  <a:lnTo>
                    <a:pt x="450" y="744"/>
                  </a:lnTo>
                  <a:lnTo>
                    <a:pt x="444" y="756"/>
                  </a:lnTo>
                  <a:lnTo>
                    <a:pt x="420" y="762"/>
                  </a:lnTo>
                  <a:lnTo>
                    <a:pt x="420" y="768"/>
                  </a:lnTo>
                  <a:lnTo>
                    <a:pt x="414" y="780"/>
                  </a:lnTo>
                  <a:lnTo>
                    <a:pt x="390" y="780"/>
                  </a:lnTo>
                  <a:lnTo>
                    <a:pt x="384" y="792"/>
                  </a:lnTo>
                  <a:lnTo>
                    <a:pt x="396" y="804"/>
                  </a:lnTo>
                  <a:lnTo>
                    <a:pt x="396" y="810"/>
                  </a:lnTo>
                  <a:lnTo>
                    <a:pt x="378" y="810"/>
                  </a:lnTo>
                  <a:lnTo>
                    <a:pt x="378" y="822"/>
                  </a:lnTo>
                  <a:lnTo>
                    <a:pt x="384" y="834"/>
                  </a:lnTo>
                  <a:lnTo>
                    <a:pt x="384" y="840"/>
                  </a:lnTo>
                  <a:lnTo>
                    <a:pt x="390" y="846"/>
                  </a:lnTo>
                  <a:lnTo>
                    <a:pt x="396" y="846"/>
                  </a:lnTo>
                  <a:lnTo>
                    <a:pt x="402" y="840"/>
                  </a:lnTo>
                  <a:lnTo>
                    <a:pt x="420" y="840"/>
                  </a:lnTo>
                  <a:lnTo>
                    <a:pt x="468" y="888"/>
                  </a:lnTo>
                  <a:lnTo>
                    <a:pt x="468" y="900"/>
                  </a:lnTo>
                  <a:lnTo>
                    <a:pt x="462" y="900"/>
                  </a:lnTo>
                  <a:lnTo>
                    <a:pt x="450" y="906"/>
                  </a:lnTo>
                  <a:lnTo>
                    <a:pt x="444" y="906"/>
                  </a:lnTo>
                  <a:lnTo>
                    <a:pt x="444" y="918"/>
                  </a:lnTo>
                  <a:lnTo>
                    <a:pt x="438" y="918"/>
                  </a:lnTo>
                  <a:lnTo>
                    <a:pt x="426" y="924"/>
                  </a:lnTo>
                  <a:lnTo>
                    <a:pt x="420" y="930"/>
                  </a:lnTo>
                  <a:lnTo>
                    <a:pt x="438" y="948"/>
                  </a:lnTo>
                  <a:lnTo>
                    <a:pt x="450" y="954"/>
                  </a:lnTo>
                  <a:lnTo>
                    <a:pt x="456" y="966"/>
                  </a:lnTo>
                  <a:lnTo>
                    <a:pt x="468" y="972"/>
                  </a:lnTo>
                  <a:lnTo>
                    <a:pt x="492" y="996"/>
                  </a:lnTo>
                  <a:lnTo>
                    <a:pt x="504" y="1002"/>
                  </a:lnTo>
                  <a:lnTo>
                    <a:pt x="510" y="1008"/>
                  </a:lnTo>
                  <a:lnTo>
                    <a:pt x="510" y="1014"/>
                  </a:lnTo>
                  <a:lnTo>
                    <a:pt x="504" y="1020"/>
                  </a:lnTo>
                  <a:lnTo>
                    <a:pt x="492" y="1020"/>
                  </a:lnTo>
                  <a:lnTo>
                    <a:pt x="480" y="1014"/>
                  </a:lnTo>
                  <a:lnTo>
                    <a:pt x="474" y="1014"/>
                  </a:lnTo>
                  <a:lnTo>
                    <a:pt x="468" y="1044"/>
                  </a:lnTo>
                  <a:lnTo>
                    <a:pt x="480" y="1056"/>
                  </a:lnTo>
                  <a:lnTo>
                    <a:pt x="480" y="1068"/>
                  </a:lnTo>
                  <a:lnTo>
                    <a:pt x="492" y="1068"/>
                  </a:lnTo>
                  <a:lnTo>
                    <a:pt x="498" y="1074"/>
                  </a:lnTo>
                  <a:lnTo>
                    <a:pt x="504" y="1074"/>
                  </a:lnTo>
                  <a:lnTo>
                    <a:pt x="510" y="1080"/>
                  </a:lnTo>
                  <a:lnTo>
                    <a:pt x="510" y="1086"/>
                  </a:lnTo>
                  <a:lnTo>
                    <a:pt x="504" y="1092"/>
                  </a:lnTo>
                  <a:lnTo>
                    <a:pt x="498" y="1104"/>
                  </a:lnTo>
                  <a:lnTo>
                    <a:pt x="522" y="1110"/>
                  </a:lnTo>
                  <a:lnTo>
                    <a:pt x="534" y="1116"/>
                  </a:lnTo>
                  <a:lnTo>
                    <a:pt x="540" y="1122"/>
                  </a:lnTo>
                  <a:lnTo>
                    <a:pt x="540" y="1128"/>
                  </a:lnTo>
                  <a:lnTo>
                    <a:pt x="516" y="1152"/>
                  </a:lnTo>
                  <a:lnTo>
                    <a:pt x="510" y="1152"/>
                  </a:lnTo>
                  <a:lnTo>
                    <a:pt x="582" y="1188"/>
                  </a:lnTo>
                  <a:lnTo>
                    <a:pt x="588" y="1200"/>
                  </a:lnTo>
                  <a:lnTo>
                    <a:pt x="594" y="1206"/>
                  </a:lnTo>
                  <a:lnTo>
                    <a:pt x="600" y="1218"/>
                  </a:lnTo>
                  <a:lnTo>
                    <a:pt x="600" y="1230"/>
                  </a:lnTo>
                  <a:lnTo>
                    <a:pt x="594" y="1236"/>
                  </a:lnTo>
                  <a:lnTo>
                    <a:pt x="588" y="1248"/>
                  </a:lnTo>
                  <a:lnTo>
                    <a:pt x="552" y="1284"/>
                  </a:lnTo>
                  <a:lnTo>
                    <a:pt x="546" y="1284"/>
                  </a:lnTo>
                  <a:lnTo>
                    <a:pt x="486" y="1344"/>
                  </a:lnTo>
                  <a:lnTo>
                    <a:pt x="426" y="1374"/>
                  </a:lnTo>
                  <a:lnTo>
                    <a:pt x="432" y="1386"/>
                  </a:lnTo>
                  <a:lnTo>
                    <a:pt x="462" y="1368"/>
                  </a:lnTo>
                  <a:lnTo>
                    <a:pt x="468" y="1386"/>
                  </a:lnTo>
                  <a:lnTo>
                    <a:pt x="480" y="1398"/>
                  </a:lnTo>
                  <a:lnTo>
                    <a:pt x="492" y="1404"/>
                  </a:lnTo>
                  <a:lnTo>
                    <a:pt x="498" y="1410"/>
                  </a:lnTo>
                  <a:lnTo>
                    <a:pt x="546" y="1410"/>
                  </a:lnTo>
                  <a:lnTo>
                    <a:pt x="558" y="1428"/>
                  </a:lnTo>
                  <a:lnTo>
                    <a:pt x="546" y="1428"/>
                  </a:lnTo>
                  <a:lnTo>
                    <a:pt x="534" y="1422"/>
                  </a:lnTo>
                  <a:lnTo>
                    <a:pt x="504" y="1422"/>
                  </a:lnTo>
                  <a:lnTo>
                    <a:pt x="492" y="1434"/>
                  </a:lnTo>
                  <a:lnTo>
                    <a:pt x="492" y="1440"/>
                  </a:lnTo>
                  <a:lnTo>
                    <a:pt x="456" y="1440"/>
                  </a:lnTo>
                  <a:lnTo>
                    <a:pt x="450" y="1470"/>
                  </a:lnTo>
                  <a:lnTo>
                    <a:pt x="438" y="1470"/>
                  </a:lnTo>
                  <a:lnTo>
                    <a:pt x="432" y="1482"/>
                  </a:lnTo>
                  <a:lnTo>
                    <a:pt x="438" y="1494"/>
                  </a:lnTo>
                  <a:lnTo>
                    <a:pt x="432" y="1500"/>
                  </a:lnTo>
                  <a:lnTo>
                    <a:pt x="426" y="1500"/>
                  </a:lnTo>
                  <a:lnTo>
                    <a:pt x="414" y="1512"/>
                  </a:lnTo>
                  <a:lnTo>
                    <a:pt x="414" y="1530"/>
                  </a:lnTo>
                  <a:lnTo>
                    <a:pt x="432" y="1536"/>
                  </a:lnTo>
                  <a:lnTo>
                    <a:pt x="420" y="1560"/>
                  </a:lnTo>
                  <a:lnTo>
                    <a:pt x="432" y="1566"/>
                  </a:lnTo>
                  <a:lnTo>
                    <a:pt x="444" y="1584"/>
                  </a:lnTo>
                  <a:lnTo>
                    <a:pt x="426" y="1596"/>
                  </a:lnTo>
                  <a:lnTo>
                    <a:pt x="426" y="1608"/>
                  </a:lnTo>
                  <a:lnTo>
                    <a:pt x="432" y="1608"/>
                  </a:lnTo>
                  <a:lnTo>
                    <a:pt x="444" y="1620"/>
                  </a:lnTo>
                  <a:lnTo>
                    <a:pt x="456" y="1626"/>
                  </a:lnTo>
                  <a:lnTo>
                    <a:pt x="462" y="1632"/>
                  </a:lnTo>
                  <a:lnTo>
                    <a:pt x="462" y="1638"/>
                  </a:lnTo>
                  <a:lnTo>
                    <a:pt x="444" y="1638"/>
                  </a:lnTo>
                  <a:lnTo>
                    <a:pt x="438" y="1656"/>
                  </a:lnTo>
                  <a:lnTo>
                    <a:pt x="462" y="1662"/>
                  </a:lnTo>
                  <a:lnTo>
                    <a:pt x="468" y="1668"/>
                  </a:lnTo>
                  <a:lnTo>
                    <a:pt x="474" y="1680"/>
                  </a:lnTo>
                  <a:lnTo>
                    <a:pt x="486" y="1692"/>
                  </a:lnTo>
                  <a:lnTo>
                    <a:pt x="486" y="1716"/>
                  </a:lnTo>
                  <a:lnTo>
                    <a:pt x="510" y="1716"/>
                  </a:lnTo>
                  <a:lnTo>
                    <a:pt x="516" y="1722"/>
                  </a:lnTo>
                  <a:lnTo>
                    <a:pt x="516" y="1728"/>
                  </a:lnTo>
                  <a:lnTo>
                    <a:pt x="528" y="1722"/>
                  </a:lnTo>
                  <a:lnTo>
                    <a:pt x="564" y="1728"/>
                  </a:lnTo>
                  <a:lnTo>
                    <a:pt x="570" y="1746"/>
                  </a:lnTo>
                  <a:lnTo>
                    <a:pt x="600" y="1728"/>
                  </a:lnTo>
                  <a:lnTo>
                    <a:pt x="606" y="1728"/>
                  </a:lnTo>
                  <a:lnTo>
                    <a:pt x="612" y="1734"/>
                  </a:lnTo>
                  <a:lnTo>
                    <a:pt x="648" y="1752"/>
                  </a:lnTo>
                  <a:lnTo>
                    <a:pt x="654" y="1758"/>
                  </a:lnTo>
                  <a:lnTo>
                    <a:pt x="654" y="1770"/>
                  </a:lnTo>
                  <a:lnTo>
                    <a:pt x="648" y="1776"/>
                  </a:lnTo>
                  <a:lnTo>
                    <a:pt x="660" y="1794"/>
                  </a:lnTo>
                  <a:lnTo>
                    <a:pt x="654" y="1812"/>
                  </a:lnTo>
                  <a:lnTo>
                    <a:pt x="660" y="1818"/>
                  </a:lnTo>
                  <a:lnTo>
                    <a:pt x="672" y="1824"/>
                  </a:lnTo>
                  <a:lnTo>
                    <a:pt x="690" y="1842"/>
                  </a:lnTo>
                  <a:lnTo>
                    <a:pt x="690" y="1854"/>
                  </a:lnTo>
                  <a:lnTo>
                    <a:pt x="720" y="1866"/>
                  </a:lnTo>
                  <a:lnTo>
                    <a:pt x="720" y="1890"/>
                  </a:lnTo>
                  <a:lnTo>
                    <a:pt x="756" y="1890"/>
                  </a:lnTo>
                  <a:lnTo>
                    <a:pt x="762" y="1896"/>
                  </a:lnTo>
                  <a:lnTo>
                    <a:pt x="768" y="1896"/>
                  </a:lnTo>
                  <a:lnTo>
                    <a:pt x="768" y="1902"/>
                  </a:lnTo>
                  <a:lnTo>
                    <a:pt x="762" y="1908"/>
                  </a:lnTo>
                  <a:lnTo>
                    <a:pt x="786" y="1920"/>
                  </a:lnTo>
                  <a:lnTo>
                    <a:pt x="774" y="1926"/>
                  </a:lnTo>
                  <a:lnTo>
                    <a:pt x="768" y="1938"/>
                  </a:lnTo>
                  <a:lnTo>
                    <a:pt x="744" y="1950"/>
                  </a:lnTo>
                  <a:lnTo>
                    <a:pt x="738" y="1950"/>
                  </a:lnTo>
                  <a:lnTo>
                    <a:pt x="732" y="1944"/>
                  </a:lnTo>
                  <a:lnTo>
                    <a:pt x="726" y="1944"/>
                  </a:lnTo>
                  <a:lnTo>
                    <a:pt x="726" y="1938"/>
                  </a:lnTo>
                  <a:lnTo>
                    <a:pt x="702" y="1938"/>
                  </a:lnTo>
                  <a:lnTo>
                    <a:pt x="696" y="1944"/>
                  </a:lnTo>
                  <a:lnTo>
                    <a:pt x="696" y="1950"/>
                  </a:lnTo>
                  <a:lnTo>
                    <a:pt x="720" y="1974"/>
                  </a:lnTo>
                  <a:lnTo>
                    <a:pt x="720" y="1992"/>
                  </a:lnTo>
                  <a:lnTo>
                    <a:pt x="726" y="1998"/>
                  </a:lnTo>
                  <a:lnTo>
                    <a:pt x="732" y="2010"/>
                  </a:lnTo>
                  <a:lnTo>
                    <a:pt x="732" y="2028"/>
                  </a:lnTo>
                  <a:lnTo>
                    <a:pt x="720" y="2028"/>
                  </a:lnTo>
                  <a:lnTo>
                    <a:pt x="714" y="2022"/>
                  </a:lnTo>
                  <a:lnTo>
                    <a:pt x="708" y="2022"/>
                  </a:lnTo>
                  <a:lnTo>
                    <a:pt x="720" y="2028"/>
                  </a:lnTo>
                  <a:lnTo>
                    <a:pt x="768" y="2028"/>
                  </a:lnTo>
                  <a:lnTo>
                    <a:pt x="774" y="2022"/>
                  </a:lnTo>
                  <a:lnTo>
                    <a:pt x="774" y="2010"/>
                  </a:lnTo>
                  <a:lnTo>
                    <a:pt x="804" y="2010"/>
                  </a:lnTo>
                  <a:lnTo>
                    <a:pt x="816" y="2004"/>
                  </a:lnTo>
                  <a:lnTo>
                    <a:pt x="864" y="2004"/>
                  </a:lnTo>
                  <a:lnTo>
                    <a:pt x="870" y="2022"/>
                  </a:lnTo>
                  <a:lnTo>
                    <a:pt x="876" y="2022"/>
                  </a:lnTo>
                  <a:lnTo>
                    <a:pt x="882" y="2028"/>
                  </a:lnTo>
                  <a:lnTo>
                    <a:pt x="894" y="2034"/>
                  </a:lnTo>
                  <a:lnTo>
                    <a:pt x="900" y="2034"/>
                  </a:lnTo>
                  <a:lnTo>
                    <a:pt x="900" y="2046"/>
                  </a:lnTo>
                  <a:lnTo>
                    <a:pt x="894" y="2052"/>
                  </a:lnTo>
                  <a:lnTo>
                    <a:pt x="888" y="2052"/>
                  </a:lnTo>
                  <a:lnTo>
                    <a:pt x="894" y="2070"/>
                  </a:lnTo>
                  <a:lnTo>
                    <a:pt x="894" y="2088"/>
                  </a:lnTo>
                  <a:lnTo>
                    <a:pt x="930" y="2088"/>
                  </a:lnTo>
                  <a:lnTo>
                    <a:pt x="972" y="2106"/>
                  </a:lnTo>
                  <a:lnTo>
                    <a:pt x="984" y="2154"/>
                  </a:lnTo>
                  <a:lnTo>
                    <a:pt x="990" y="2154"/>
                  </a:lnTo>
                  <a:lnTo>
                    <a:pt x="1014" y="2148"/>
                  </a:lnTo>
                  <a:lnTo>
                    <a:pt x="1020" y="2154"/>
                  </a:lnTo>
                  <a:lnTo>
                    <a:pt x="1032" y="2154"/>
                  </a:lnTo>
                  <a:lnTo>
                    <a:pt x="1038" y="2160"/>
                  </a:lnTo>
                  <a:lnTo>
                    <a:pt x="1086" y="2160"/>
                  </a:lnTo>
                  <a:lnTo>
                    <a:pt x="1092" y="2166"/>
                  </a:lnTo>
                  <a:lnTo>
                    <a:pt x="1092" y="2160"/>
                  </a:lnTo>
                  <a:lnTo>
                    <a:pt x="1098" y="2154"/>
                  </a:lnTo>
                  <a:lnTo>
                    <a:pt x="1110" y="2154"/>
                  </a:lnTo>
                  <a:lnTo>
                    <a:pt x="1116" y="2166"/>
                  </a:lnTo>
                  <a:lnTo>
                    <a:pt x="1140" y="2190"/>
                  </a:lnTo>
                  <a:lnTo>
                    <a:pt x="1152" y="2184"/>
                  </a:lnTo>
                  <a:lnTo>
                    <a:pt x="1170" y="2184"/>
                  </a:lnTo>
                  <a:lnTo>
                    <a:pt x="1176" y="2190"/>
                  </a:lnTo>
                  <a:lnTo>
                    <a:pt x="1188" y="2196"/>
                  </a:lnTo>
                  <a:lnTo>
                    <a:pt x="1230" y="2196"/>
                  </a:lnTo>
                  <a:lnTo>
                    <a:pt x="1230" y="2202"/>
                  </a:lnTo>
                  <a:lnTo>
                    <a:pt x="1236" y="2208"/>
                  </a:lnTo>
                  <a:lnTo>
                    <a:pt x="1254" y="2220"/>
                  </a:lnTo>
                  <a:lnTo>
                    <a:pt x="1278" y="2220"/>
                  </a:lnTo>
                  <a:lnTo>
                    <a:pt x="1284" y="2226"/>
                  </a:lnTo>
                  <a:lnTo>
                    <a:pt x="1284" y="2250"/>
                  </a:lnTo>
                  <a:lnTo>
                    <a:pt x="1266" y="2262"/>
                  </a:lnTo>
                  <a:lnTo>
                    <a:pt x="1272" y="2262"/>
                  </a:lnTo>
                  <a:lnTo>
                    <a:pt x="1278" y="2268"/>
                  </a:lnTo>
                  <a:lnTo>
                    <a:pt x="1284" y="2268"/>
                  </a:lnTo>
                  <a:lnTo>
                    <a:pt x="1290" y="2274"/>
                  </a:lnTo>
                  <a:lnTo>
                    <a:pt x="1284" y="2280"/>
                  </a:lnTo>
                  <a:lnTo>
                    <a:pt x="1266" y="2280"/>
                  </a:lnTo>
                  <a:lnTo>
                    <a:pt x="1260" y="2286"/>
                  </a:lnTo>
                  <a:lnTo>
                    <a:pt x="1272" y="2298"/>
                  </a:lnTo>
                  <a:lnTo>
                    <a:pt x="1284" y="2304"/>
                  </a:lnTo>
                  <a:lnTo>
                    <a:pt x="1284" y="2316"/>
                  </a:lnTo>
                  <a:lnTo>
                    <a:pt x="1290" y="2328"/>
                  </a:lnTo>
                  <a:lnTo>
                    <a:pt x="1290" y="2334"/>
                  </a:lnTo>
                  <a:lnTo>
                    <a:pt x="1278" y="2346"/>
                  </a:lnTo>
                  <a:lnTo>
                    <a:pt x="1266" y="2346"/>
                  </a:lnTo>
                  <a:lnTo>
                    <a:pt x="1254" y="2352"/>
                  </a:lnTo>
                  <a:lnTo>
                    <a:pt x="1224" y="2352"/>
                  </a:lnTo>
                  <a:lnTo>
                    <a:pt x="1212" y="2364"/>
                  </a:lnTo>
                  <a:lnTo>
                    <a:pt x="1212" y="2370"/>
                  </a:lnTo>
                  <a:lnTo>
                    <a:pt x="1206" y="2376"/>
                  </a:lnTo>
                  <a:lnTo>
                    <a:pt x="1188" y="2376"/>
                  </a:lnTo>
                  <a:lnTo>
                    <a:pt x="1188" y="2412"/>
                  </a:lnTo>
                  <a:lnTo>
                    <a:pt x="1194" y="2412"/>
                  </a:lnTo>
                  <a:lnTo>
                    <a:pt x="1200" y="2406"/>
                  </a:lnTo>
                  <a:lnTo>
                    <a:pt x="1212" y="2406"/>
                  </a:lnTo>
                  <a:lnTo>
                    <a:pt x="1224" y="2400"/>
                  </a:lnTo>
                  <a:lnTo>
                    <a:pt x="1254" y="2400"/>
                  </a:lnTo>
                  <a:lnTo>
                    <a:pt x="1254" y="2412"/>
                  </a:lnTo>
                  <a:lnTo>
                    <a:pt x="1248" y="2418"/>
                  </a:lnTo>
                  <a:lnTo>
                    <a:pt x="1242" y="2430"/>
                  </a:lnTo>
                  <a:lnTo>
                    <a:pt x="1230" y="2436"/>
                  </a:lnTo>
                  <a:lnTo>
                    <a:pt x="1224" y="2442"/>
                  </a:lnTo>
                  <a:lnTo>
                    <a:pt x="1170" y="2454"/>
                  </a:lnTo>
                  <a:lnTo>
                    <a:pt x="1218" y="2490"/>
                  </a:lnTo>
                  <a:lnTo>
                    <a:pt x="1212" y="2490"/>
                  </a:lnTo>
                  <a:lnTo>
                    <a:pt x="1206" y="2496"/>
                  </a:lnTo>
                  <a:lnTo>
                    <a:pt x="1194" y="2496"/>
                  </a:lnTo>
                  <a:lnTo>
                    <a:pt x="1188" y="2502"/>
                  </a:lnTo>
                  <a:lnTo>
                    <a:pt x="1176" y="2526"/>
                  </a:lnTo>
                  <a:lnTo>
                    <a:pt x="1176" y="2544"/>
                  </a:lnTo>
                  <a:lnTo>
                    <a:pt x="1164" y="2550"/>
                  </a:lnTo>
                  <a:lnTo>
                    <a:pt x="1158" y="2556"/>
                  </a:lnTo>
                  <a:lnTo>
                    <a:pt x="1146" y="2556"/>
                  </a:lnTo>
                  <a:lnTo>
                    <a:pt x="1140" y="2550"/>
                  </a:lnTo>
                  <a:lnTo>
                    <a:pt x="1128" y="2544"/>
                  </a:lnTo>
                  <a:lnTo>
                    <a:pt x="1122" y="2538"/>
                  </a:lnTo>
                  <a:lnTo>
                    <a:pt x="1116" y="2556"/>
                  </a:lnTo>
                  <a:lnTo>
                    <a:pt x="1122" y="2562"/>
                  </a:lnTo>
                  <a:lnTo>
                    <a:pt x="1128" y="2574"/>
                  </a:lnTo>
                  <a:lnTo>
                    <a:pt x="1134" y="2580"/>
                  </a:lnTo>
                  <a:lnTo>
                    <a:pt x="1146" y="2580"/>
                  </a:lnTo>
                  <a:lnTo>
                    <a:pt x="1146" y="2586"/>
                  </a:lnTo>
                  <a:lnTo>
                    <a:pt x="1152" y="2598"/>
                  </a:lnTo>
                  <a:lnTo>
                    <a:pt x="1158" y="2604"/>
                  </a:lnTo>
                  <a:lnTo>
                    <a:pt x="1194" y="2604"/>
                  </a:lnTo>
                  <a:lnTo>
                    <a:pt x="1200" y="2610"/>
                  </a:lnTo>
                  <a:lnTo>
                    <a:pt x="1212" y="2616"/>
                  </a:lnTo>
                  <a:lnTo>
                    <a:pt x="1218" y="2628"/>
                  </a:lnTo>
                  <a:lnTo>
                    <a:pt x="1224" y="2634"/>
                  </a:lnTo>
                  <a:lnTo>
                    <a:pt x="1254" y="2634"/>
                  </a:lnTo>
                  <a:lnTo>
                    <a:pt x="1272" y="2652"/>
                  </a:lnTo>
                  <a:lnTo>
                    <a:pt x="1278" y="2664"/>
                  </a:lnTo>
                  <a:lnTo>
                    <a:pt x="1290" y="2670"/>
                  </a:lnTo>
                  <a:lnTo>
                    <a:pt x="1314" y="2694"/>
                  </a:lnTo>
                  <a:lnTo>
                    <a:pt x="1320" y="2694"/>
                  </a:lnTo>
                  <a:lnTo>
                    <a:pt x="1332" y="2700"/>
                  </a:lnTo>
                  <a:lnTo>
                    <a:pt x="1338" y="2700"/>
                  </a:lnTo>
                  <a:lnTo>
                    <a:pt x="1350" y="2706"/>
                  </a:lnTo>
                  <a:lnTo>
                    <a:pt x="1344" y="2706"/>
                  </a:lnTo>
                  <a:lnTo>
                    <a:pt x="1368" y="2688"/>
                  </a:lnTo>
                  <a:lnTo>
                    <a:pt x="1380" y="2688"/>
                  </a:lnTo>
                  <a:lnTo>
                    <a:pt x="1398" y="2694"/>
                  </a:lnTo>
                  <a:lnTo>
                    <a:pt x="1410" y="2700"/>
                  </a:lnTo>
                  <a:lnTo>
                    <a:pt x="1428" y="2706"/>
                  </a:lnTo>
                  <a:lnTo>
                    <a:pt x="1488" y="2718"/>
                  </a:lnTo>
                  <a:lnTo>
                    <a:pt x="1524" y="2718"/>
                  </a:lnTo>
                  <a:lnTo>
                    <a:pt x="1530" y="2724"/>
                  </a:lnTo>
                  <a:lnTo>
                    <a:pt x="1536" y="2724"/>
                  </a:lnTo>
                  <a:lnTo>
                    <a:pt x="1584" y="2754"/>
                  </a:lnTo>
                  <a:lnTo>
                    <a:pt x="1584" y="2760"/>
                  </a:lnTo>
                  <a:lnTo>
                    <a:pt x="1590" y="2760"/>
                  </a:lnTo>
                  <a:lnTo>
                    <a:pt x="1602" y="2766"/>
                  </a:lnTo>
                  <a:lnTo>
                    <a:pt x="1626" y="2766"/>
                  </a:lnTo>
                  <a:lnTo>
                    <a:pt x="1632" y="2760"/>
                  </a:lnTo>
                  <a:lnTo>
                    <a:pt x="1644" y="2760"/>
                  </a:lnTo>
                  <a:lnTo>
                    <a:pt x="1644" y="2754"/>
                  </a:lnTo>
                  <a:lnTo>
                    <a:pt x="1674" y="2754"/>
                  </a:lnTo>
                  <a:lnTo>
                    <a:pt x="1686" y="2760"/>
                  </a:lnTo>
                  <a:lnTo>
                    <a:pt x="1698" y="2772"/>
                  </a:lnTo>
                  <a:lnTo>
                    <a:pt x="1728" y="2778"/>
                  </a:lnTo>
                  <a:lnTo>
                    <a:pt x="1728" y="2790"/>
                  </a:lnTo>
                  <a:lnTo>
                    <a:pt x="1722" y="2796"/>
                  </a:lnTo>
                  <a:lnTo>
                    <a:pt x="1722" y="2802"/>
                  </a:lnTo>
                  <a:lnTo>
                    <a:pt x="1740" y="2802"/>
                  </a:lnTo>
                  <a:lnTo>
                    <a:pt x="1752" y="2814"/>
                  </a:lnTo>
                  <a:lnTo>
                    <a:pt x="1764" y="2820"/>
                  </a:lnTo>
                  <a:lnTo>
                    <a:pt x="1776" y="2832"/>
                  </a:lnTo>
                  <a:lnTo>
                    <a:pt x="1788" y="2826"/>
                  </a:lnTo>
                  <a:lnTo>
                    <a:pt x="1794" y="2826"/>
                  </a:lnTo>
                  <a:lnTo>
                    <a:pt x="1818" y="2838"/>
                  </a:lnTo>
                  <a:lnTo>
                    <a:pt x="1836" y="2856"/>
                  </a:lnTo>
                  <a:lnTo>
                    <a:pt x="1842" y="2868"/>
                  </a:lnTo>
                  <a:lnTo>
                    <a:pt x="1854" y="2874"/>
                  </a:lnTo>
                  <a:lnTo>
                    <a:pt x="1860" y="2880"/>
                  </a:lnTo>
                  <a:lnTo>
                    <a:pt x="1884" y="2880"/>
                  </a:lnTo>
                  <a:lnTo>
                    <a:pt x="1890" y="2874"/>
                  </a:lnTo>
                  <a:lnTo>
                    <a:pt x="1890" y="2862"/>
                  </a:lnTo>
                  <a:lnTo>
                    <a:pt x="1908" y="2862"/>
                  </a:lnTo>
                  <a:lnTo>
                    <a:pt x="1914" y="2856"/>
                  </a:lnTo>
                  <a:lnTo>
                    <a:pt x="1914" y="2826"/>
                  </a:lnTo>
                  <a:lnTo>
                    <a:pt x="1908" y="2820"/>
                  </a:lnTo>
                  <a:lnTo>
                    <a:pt x="1908" y="2814"/>
                  </a:lnTo>
                  <a:lnTo>
                    <a:pt x="1896" y="2802"/>
                  </a:lnTo>
                  <a:lnTo>
                    <a:pt x="1890" y="2790"/>
                  </a:lnTo>
                  <a:lnTo>
                    <a:pt x="1884" y="2784"/>
                  </a:lnTo>
                  <a:lnTo>
                    <a:pt x="1872" y="2778"/>
                  </a:lnTo>
                  <a:lnTo>
                    <a:pt x="1866" y="2772"/>
                  </a:lnTo>
                  <a:lnTo>
                    <a:pt x="1854" y="2772"/>
                  </a:lnTo>
                  <a:lnTo>
                    <a:pt x="1854" y="2748"/>
                  </a:lnTo>
                  <a:lnTo>
                    <a:pt x="1848" y="2742"/>
                  </a:lnTo>
                  <a:lnTo>
                    <a:pt x="1836" y="2736"/>
                  </a:lnTo>
                  <a:lnTo>
                    <a:pt x="1830" y="2724"/>
                  </a:lnTo>
                  <a:lnTo>
                    <a:pt x="1824" y="2718"/>
                  </a:lnTo>
                  <a:lnTo>
                    <a:pt x="1824" y="2706"/>
                  </a:lnTo>
                  <a:lnTo>
                    <a:pt x="1830" y="2694"/>
                  </a:lnTo>
                  <a:lnTo>
                    <a:pt x="1830" y="2682"/>
                  </a:lnTo>
                  <a:lnTo>
                    <a:pt x="1818" y="2658"/>
                  </a:lnTo>
                  <a:lnTo>
                    <a:pt x="1812" y="2652"/>
                  </a:lnTo>
                  <a:lnTo>
                    <a:pt x="1806" y="2640"/>
                  </a:lnTo>
                  <a:lnTo>
                    <a:pt x="1794" y="2634"/>
                  </a:lnTo>
                  <a:lnTo>
                    <a:pt x="1788" y="2628"/>
                  </a:lnTo>
                  <a:lnTo>
                    <a:pt x="1776" y="2628"/>
                  </a:lnTo>
                  <a:lnTo>
                    <a:pt x="1758" y="2622"/>
                  </a:lnTo>
                  <a:lnTo>
                    <a:pt x="1758" y="2604"/>
                  </a:lnTo>
                  <a:lnTo>
                    <a:pt x="1794" y="2568"/>
                  </a:lnTo>
                  <a:lnTo>
                    <a:pt x="1800" y="2556"/>
                  </a:lnTo>
                  <a:lnTo>
                    <a:pt x="1806" y="2550"/>
                  </a:lnTo>
                  <a:lnTo>
                    <a:pt x="1806" y="2544"/>
                  </a:lnTo>
                  <a:lnTo>
                    <a:pt x="1800" y="2532"/>
                  </a:lnTo>
                  <a:lnTo>
                    <a:pt x="1788" y="2520"/>
                  </a:lnTo>
                  <a:lnTo>
                    <a:pt x="1800" y="2520"/>
                  </a:lnTo>
                  <a:lnTo>
                    <a:pt x="1812" y="2526"/>
                  </a:lnTo>
                  <a:lnTo>
                    <a:pt x="1830" y="2526"/>
                  </a:lnTo>
                  <a:lnTo>
                    <a:pt x="1842" y="2514"/>
                  </a:lnTo>
                  <a:lnTo>
                    <a:pt x="1872" y="2514"/>
                  </a:lnTo>
                  <a:lnTo>
                    <a:pt x="1878" y="2508"/>
                  </a:lnTo>
                  <a:lnTo>
                    <a:pt x="1860" y="2490"/>
                  </a:lnTo>
                  <a:lnTo>
                    <a:pt x="1890" y="2490"/>
                  </a:lnTo>
                  <a:lnTo>
                    <a:pt x="1890" y="2472"/>
                  </a:lnTo>
                  <a:lnTo>
                    <a:pt x="1878" y="2472"/>
                  </a:lnTo>
                  <a:lnTo>
                    <a:pt x="1854" y="2460"/>
                  </a:lnTo>
                  <a:lnTo>
                    <a:pt x="1842" y="2448"/>
                  </a:lnTo>
                  <a:lnTo>
                    <a:pt x="1842" y="2442"/>
                  </a:lnTo>
                  <a:lnTo>
                    <a:pt x="1878" y="2442"/>
                  </a:lnTo>
                  <a:lnTo>
                    <a:pt x="1878" y="2430"/>
                  </a:lnTo>
                  <a:lnTo>
                    <a:pt x="1866" y="2418"/>
                  </a:lnTo>
                  <a:lnTo>
                    <a:pt x="1860" y="2406"/>
                  </a:lnTo>
                  <a:lnTo>
                    <a:pt x="1812" y="2358"/>
                  </a:lnTo>
                  <a:lnTo>
                    <a:pt x="1800" y="2358"/>
                  </a:lnTo>
                  <a:lnTo>
                    <a:pt x="1788" y="2364"/>
                  </a:lnTo>
                  <a:lnTo>
                    <a:pt x="1746" y="2364"/>
                  </a:lnTo>
                  <a:lnTo>
                    <a:pt x="1740" y="2358"/>
                  </a:lnTo>
                  <a:lnTo>
                    <a:pt x="1740" y="2328"/>
                  </a:lnTo>
                  <a:lnTo>
                    <a:pt x="1734" y="2322"/>
                  </a:lnTo>
                  <a:lnTo>
                    <a:pt x="1710" y="2322"/>
                  </a:lnTo>
                  <a:lnTo>
                    <a:pt x="1704" y="2316"/>
                  </a:lnTo>
                  <a:lnTo>
                    <a:pt x="1698" y="2316"/>
                  </a:lnTo>
                  <a:lnTo>
                    <a:pt x="1698" y="2286"/>
                  </a:lnTo>
                  <a:lnTo>
                    <a:pt x="1710" y="2262"/>
                  </a:lnTo>
                  <a:lnTo>
                    <a:pt x="1710" y="2238"/>
                  </a:lnTo>
                  <a:lnTo>
                    <a:pt x="1704" y="2232"/>
                  </a:lnTo>
                  <a:lnTo>
                    <a:pt x="1698" y="2196"/>
                  </a:lnTo>
                  <a:lnTo>
                    <a:pt x="1722" y="2196"/>
                  </a:lnTo>
                  <a:lnTo>
                    <a:pt x="1722" y="2172"/>
                  </a:lnTo>
                  <a:lnTo>
                    <a:pt x="1716" y="2166"/>
                  </a:lnTo>
                  <a:lnTo>
                    <a:pt x="1716" y="2154"/>
                  </a:lnTo>
                  <a:lnTo>
                    <a:pt x="1722" y="2148"/>
                  </a:lnTo>
                  <a:lnTo>
                    <a:pt x="1734" y="2148"/>
                  </a:lnTo>
                  <a:lnTo>
                    <a:pt x="1746" y="2154"/>
                  </a:lnTo>
                  <a:lnTo>
                    <a:pt x="1758" y="2166"/>
                  </a:lnTo>
                  <a:lnTo>
                    <a:pt x="1770" y="2172"/>
                  </a:lnTo>
                  <a:lnTo>
                    <a:pt x="1776" y="2184"/>
                  </a:lnTo>
                  <a:lnTo>
                    <a:pt x="1788" y="2190"/>
                  </a:lnTo>
                  <a:lnTo>
                    <a:pt x="1800" y="2190"/>
                  </a:lnTo>
                  <a:lnTo>
                    <a:pt x="1806" y="2184"/>
                  </a:lnTo>
                  <a:lnTo>
                    <a:pt x="1812" y="2172"/>
                  </a:lnTo>
                  <a:lnTo>
                    <a:pt x="1818" y="2166"/>
                  </a:lnTo>
                  <a:lnTo>
                    <a:pt x="1812" y="2154"/>
                  </a:lnTo>
                  <a:lnTo>
                    <a:pt x="1800" y="2142"/>
                  </a:lnTo>
                  <a:lnTo>
                    <a:pt x="1830" y="2130"/>
                  </a:lnTo>
                  <a:lnTo>
                    <a:pt x="1830" y="2106"/>
                  </a:lnTo>
                  <a:lnTo>
                    <a:pt x="1836" y="2106"/>
                  </a:lnTo>
                  <a:lnTo>
                    <a:pt x="1848" y="2100"/>
                  </a:lnTo>
                  <a:lnTo>
                    <a:pt x="1860" y="2100"/>
                  </a:lnTo>
                  <a:lnTo>
                    <a:pt x="1872" y="2094"/>
                  </a:lnTo>
                  <a:lnTo>
                    <a:pt x="1884" y="2082"/>
                  </a:lnTo>
                  <a:lnTo>
                    <a:pt x="1884" y="2064"/>
                  </a:lnTo>
                  <a:lnTo>
                    <a:pt x="1878" y="2058"/>
                  </a:lnTo>
                  <a:lnTo>
                    <a:pt x="1878" y="2052"/>
                  </a:lnTo>
                  <a:lnTo>
                    <a:pt x="1908" y="2052"/>
                  </a:lnTo>
                  <a:lnTo>
                    <a:pt x="1920" y="2058"/>
                  </a:lnTo>
                  <a:lnTo>
                    <a:pt x="1926" y="2058"/>
                  </a:lnTo>
                  <a:lnTo>
                    <a:pt x="1926" y="2064"/>
                  </a:lnTo>
                  <a:lnTo>
                    <a:pt x="1932" y="2070"/>
                  </a:lnTo>
                  <a:lnTo>
                    <a:pt x="1962" y="2070"/>
                  </a:lnTo>
                  <a:lnTo>
                    <a:pt x="1974" y="2058"/>
                  </a:lnTo>
                  <a:lnTo>
                    <a:pt x="1986" y="2052"/>
                  </a:lnTo>
                  <a:lnTo>
                    <a:pt x="2004" y="2052"/>
                  </a:lnTo>
                  <a:lnTo>
                    <a:pt x="2010" y="2058"/>
                  </a:lnTo>
                  <a:lnTo>
                    <a:pt x="2016" y="2070"/>
                  </a:lnTo>
                  <a:lnTo>
                    <a:pt x="2076" y="2070"/>
                  </a:lnTo>
                  <a:lnTo>
                    <a:pt x="2082" y="2076"/>
                  </a:lnTo>
                  <a:lnTo>
                    <a:pt x="2082" y="2082"/>
                  </a:lnTo>
                  <a:lnTo>
                    <a:pt x="2088" y="2094"/>
                  </a:lnTo>
                  <a:lnTo>
                    <a:pt x="2124" y="2094"/>
                  </a:lnTo>
                  <a:lnTo>
                    <a:pt x="2136" y="2124"/>
                  </a:lnTo>
                  <a:lnTo>
                    <a:pt x="2136" y="2130"/>
                  </a:lnTo>
                  <a:lnTo>
                    <a:pt x="2148" y="2142"/>
                  </a:lnTo>
                  <a:lnTo>
                    <a:pt x="2160" y="2142"/>
                  </a:lnTo>
                  <a:lnTo>
                    <a:pt x="2160" y="2124"/>
                  </a:lnTo>
                  <a:lnTo>
                    <a:pt x="2148" y="2112"/>
                  </a:lnTo>
                  <a:lnTo>
                    <a:pt x="2148" y="2106"/>
                  </a:lnTo>
                  <a:lnTo>
                    <a:pt x="2160" y="2106"/>
                  </a:lnTo>
                  <a:lnTo>
                    <a:pt x="2232" y="2142"/>
                  </a:lnTo>
                  <a:lnTo>
                    <a:pt x="2238" y="2136"/>
                  </a:lnTo>
                  <a:lnTo>
                    <a:pt x="2244" y="2124"/>
                  </a:lnTo>
                  <a:lnTo>
                    <a:pt x="2256" y="2118"/>
                  </a:lnTo>
                  <a:lnTo>
                    <a:pt x="2268" y="2106"/>
                  </a:lnTo>
                  <a:lnTo>
                    <a:pt x="2280" y="2100"/>
                  </a:lnTo>
                  <a:lnTo>
                    <a:pt x="2286" y="2100"/>
                  </a:lnTo>
                  <a:lnTo>
                    <a:pt x="2322" y="2118"/>
                  </a:lnTo>
                  <a:lnTo>
                    <a:pt x="2334" y="2118"/>
                  </a:lnTo>
                  <a:lnTo>
                    <a:pt x="2352" y="2112"/>
                  </a:lnTo>
                  <a:lnTo>
                    <a:pt x="2364" y="2106"/>
                  </a:lnTo>
                  <a:lnTo>
                    <a:pt x="2370" y="2100"/>
                  </a:lnTo>
                  <a:lnTo>
                    <a:pt x="2382" y="2100"/>
                  </a:lnTo>
                  <a:lnTo>
                    <a:pt x="2388" y="2106"/>
                  </a:lnTo>
                  <a:lnTo>
                    <a:pt x="2400" y="2112"/>
                  </a:lnTo>
                  <a:lnTo>
                    <a:pt x="2406" y="2124"/>
                  </a:lnTo>
                  <a:lnTo>
                    <a:pt x="2430" y="2136"/>
                  </a:lnTo>
                  <a:lnTo>
                    <a:pt x="2454" y="2136"/>
                  </a:lnTo>
                  <a:lnTo>
                    <a:pt x="2466" y="2142"/>
                  </a:lnTo>
                  <a:lnTo>
                    <a:pt x="2478" y="2142"/>
                  </a:lnTo>
                  <a:lnTo>
                    <a:pt x="2490" y="2118"/>
                  </a:lnTo>
                  <a:lnTo>
                    <a:pt x="2496" y="2124"/>
                  </a:lnTo>
                  <a:lnTo>
                    <a:pt x="2508" y="2124"/>
                  </a:lnTo>
                  <a:lnTo>
                    <a:pt x="2514" y="2130"/>
                  </a:lnTo>
                  <a:lnTo>
                    <a:pt x="2526" y="2136"/>
                  </a:lnTo>
                  <a:lnTo>
                    <a:pt x="2562" y="2136"/>
                  </a:lnTo>
                  <a:lnTo>
                    <a:pt x="2568" y="2130"/>
                  </a:lnTo>
                  <a:lnTo>
                    <a:pt x="2574" y="2118"/>
                  </a:lnTo>
                  <a:lnTo>
                    <a:pt x="2574" y="2106"/>
                  </a:lnTo>
                  <a:lnTo>
                    <a:pt x="2568" y="2088"/>
                  </a:lnTo>
                  <a:lnTo>
                    <a:pt x="2544" y="2064"/>
                  </a:lnTo>
                  <a:lnTo>
                    <a:pt x="2532" y="2058"/>
                  </a:lnTo>
                  <a:lnTo>
                    <a:pt x="2514" y="2052"/>
                  </a:lnTo>
                  <a:lnTo>
                    <a:pt x="2490" y="2052"/>
                  </a:lnTo>
                  <a:lnTo>
                    <a:pt x="2460" y="2022"/>
                  </a:lnTo>
                  <a:lnTo>
                    <a:pt x="2472" y="2022"/>
                  </a:lnTo>
                  <a:lnTo>
                    <a:pt x="2484" y="2016"/>
                  </a:lnTo>
                  <a:lnTo>
                    <a:pt x="2496" y="2016"/>
                  </a:lnTo>
                  <a:lnTo>
                    <a:pt x="2508" y="2004"/>
                  </a:lnTo>
                  <a:lnTo>
                    <a:pt x="2508" y="1992"/>
                  </a:lnTo>
                  <a:lnTo>
                    <a:pt x="2502" y="1986"/>
                  </a:lnTo>
                  <a:lnTo>
                    <a:pt x="2496" y="1974"/>
                  </a:lnTo>
                  <a:lnTo>
                    <a:pt x="2490" y="1968"/>
                  </a:lnTo>
                  <a:lnTo>
                    <a:pt x="2502" y="1956"/>
                  </a:lnTo>
                  <a:lnTo>
                    <a:pt x="2556" y="1956"/>
                  </a:lnTo>
                  <a:lnTo>
                    <a:pt x="2544" y="1944"/>
                  </a:lnTo>
                  <a:lnTo>
                    <a:pt x="2532" y="1944"/>
                  </a:lnTo>
                  <a:lnTo>
                    <a:pt x="2508" y="1932"/>
                  </a:lnTo>
                  <a:lnTo>
                    <a:pt x="2496" y="1932"/>
                  </a:lnTo>
                  <a:lnTo>
                    <a:pt x="2508" y="1914"/>
                  </a:lnTo>
                  <a:lnTo>
                    <a:pt x="2484" y="1914"/>
                  </a:lnTo>
                  <a:lnTo>
                    <a:pt x="2484" y="1908"/>
                  </a:lnTo>
                  <a:lnTo>
                    <a:pt x="2478" y="1902"/>
                  </a:lnTo>
                  <a:lnTo>
                    <a:pt x="2478" y="1896"/>
                  </a:lnTo>
                  <a:lnTo>
                    <a:pt x="2490" y="1884"/>
                  </a:lnTo>
                  <a:lnTo>
                    <a:pt x="2526" y="1872"/>
                  </a:lnTo>
                  <a:lnTo>
                    <a:pt x="2586" y="1866"/>
                  </a:lnTo>
                  <a:lnTo>
                    <a:pt x="2640" y="1866"/>
                  </a:lnTo>
                  <a:lnTo>
                    <a:pt x="2646" y="1848"/>
                  </a:lnTo>
                  <a:lnTo>
                    <a:pt x="2712" y="1848"/>
                  </a:lnTo>
                  <a:lnTo>
                    <a:pt x="2712" y="1830"/>
                  </a:lnTo>
                  <a:lnTo>
                    <a:pt x="2718" y="1824"/>
                  </a:lnTo>
                  <a:lnTo>
                    <a:pt x="2808" y="1824"/>
                  </a:lnTo>
                  <a:lnTo>
                    <a:pt x="2862" y="1806"/>
                  </a:lnTo>
                  <a:lnTo>
                    <a:pt x="2874" y="1806"/>
                  </a:lnTo>
                  <a:lnTo>
                    <a:pt x="2874" y="1794"/>
                  </a:lnTo>
                  <a:lnTo>
                    <a:pt x="2886" y="1782"/>
                  </a:lnTo>
                  <a:lnTo>
                    <a:pt x="2898" y="1776"/>
                  </a:lnTo>
                  <a:lnTo>
                    <a:pt x="2916" y="1770"/>
                  </a:lnTo>
                  <a:lnTo>
                    <a:pt x="2940" y="1770"/>
                  </a:lnTo>
                  <a:lnTo>
                    <a:pt x="2958" y="1776"/>
                  </a:lnTo>
                  <a:lnTo>
                    <a:pt x="2976" y="1776"/>
                  </a:lnTo>
                  <a:lnTo>
                    <a:pt x="2988" y="1788"/>
                  </a:lnTo>
                  <a:lnTo>
                    <a:pt x="3000" y="1788"/>
                  </a:lnTo>
                  <a:lnTo>
                    <a:pt x="3012" y="1776"/>
                  </a:lnTo>
                  <a:lnTo>
                    <a:pt x="3018" y="1776"/>
                  </a:lnTo>
                  <a:lnTo>
                    <a:pt x="3036" y="1794"/>
                  </a:lnTo>
                  <a:lnTo>
                    <a:pt x="3042" y="1806"/>
                  </a:lnTo>
                  <a:lnTo>
                    <a:pt x="3048" y="1812"/>
                  </a:lnTo>
                  <a:lnTo>
                    <a:pt x="3060" y="1812"/>
                  </a:lnTo>
                  <a:lnTo>
                    <a:pt x="3066" y="1818"/>
                  </a:lnTo>
                  <a:lnTo>
                    <a:pt x="3066" y="1860"/>
                  </a:lnTo>
                  <a:lnTo>
                    <a:pt x="3072" y="1866"/>
                  </a:lnTo>
                  <a:lnTo>
                    <a:pt x="3090" y="1866"/>
                  </a:lnTo>
                  <a:lnTo>
                    <a:pt x="3102" y="1860"/>
                  </a:lnTo>
                  <a:lnTo>
                    <a:pt x="3120" y="1860"/>
                  </a:lnTo>
                  <a:lnTo>
                    <a:pt x="3132" y="1842"/>
                  </a:lnTo>
                  <a:lnTo>
                    <a:pt x="3156" y="1878"/>
                  </a:lnTo>
                  <a:lnTo>
                    <a:pt x="3180" y="1866"/>
                  </a:lnTo>
                  <a:lnTo>
                    <a:pt x="3204" y="1878"/>
                  </a:lnTo>
                  <a:lnTo>
                    <a:pt x="3210" y="1872"/>
                  </a:lnTo>
                  <a:lnTo>
                    <a:pt x="3216" y="1872"/>
                  </a:lnTo>
                  <a:lnTo>
                    <a:pt x="3228" y="1878"/>
                  </a:lnTo>
                  <a:lnTo>
                    <a:pt x="3228" y="1902"/>
                  </a:lnTo>
                  <a:lnTo>
                    <a:pt x="3222" y="1908"/>
                  </a:lnTo>
                  <a:lnTo>
                    <a:pt x="3222" y="1914"/>
                  </a:lnTo>
                  <a:lnTo>
                    <a:pt x="3228" y="1914"/>
                  </a:lnTo>
                  <a:lnTo>
                    <a:pt x="3234" y="1908"/>
                  </a:lnTo>
                  <a:lnTo>
                    <a:pt x="3240" y="1908"/>
                  </a:lnTo>
                  <a:lnTo>
                    <a:pt x="3246" y="1902"/>
                  </a:lnTo>
                  <a:lnTo>
                    <a:pt x="3252" y="1902"/>
                  </a:lnTo>
                  <a:lnTo>
                    <a:pt x="3258" y="1908"/>
                  </a:lnTo>
                  <a:lnTo>
                    <a:pt x="3270" y="1914"/>
                  </a:lnTo>
                  <a:lnTo>
                    <a:pt x="3276" y="1920"/>
                  </a:lnTo>
                  <a:lnTo>
                    <a:pt x="3288" y="1926"/>
                  </a:lnTo>
                  <a:lnTo>
                    <a:pt x="3300" y="1914"/>
                  </a:lnTo>
                  <a:lnTo>
                    <a:pt x="3300" y="1896"/>
                  </a:lnTo>
                  <a:lnTo>
                    <a:pt x="3306" y="1890"/>
                  </a:lnTo>
                  <a:lnTo>
                    <a:pt x="3318" y="1884"/>
                  </a:lnTo>
                  <a:lnTo>
                    <a:pt x="3330" y="1884"/>
                  </a:lnTo>
                  <a:lnTo>
                    <a:pt x="3342" y="1866"/>
                  </a:lnTo>
                  <a:lnTo>
                    <a:pt x="3378" y="1854"/>
                  </a:lnTo>
                  <a:lnTo>
                    <a:pt x="3396" y="1836"/>
                  </a:lnTo>
                  <a:lnTo>
                    <a:pt x="3402" y="1836"/>
                  </a:lnTo>
                  <a:lnTo>
                    <a:pt x="3408" y="1842"/>
                  </a:lnTo>
                  <a:lnTo>
                    <a:pt x="3408" y="1860"/>
                  </a:lnTo>
                  <a:lnTo>
                    <a:pt x="3396" y="1872"/>
                  </a:lnTo>
                  <a:lnTo>
                    <a:pt x="3390" y="1872"/>
                  </a:lnTo>
                  <a:lnTo>
                    <a:pt x="3426" y="1890"/>
                  </a:lnTo>
                  <a:lnTo>
                    <a:pt x="3456" y="1902"/>
                  </a:lnTo>
                  <a:lnTo>
                    <a:pt x="3486" y="1920"/>
                  </a:lnTo>
                  <a:lnTo>
                    <a:pt x="3498" y="1926"/>
                  </a:lnTo>
                  <a:lnTo>
                    <a:pt x="3516" y="1938"/>
                  </a:lnTo>
                  <a:lnTo>
                    <a:pt x="3546" y="1968"/>
                  </a:lnTo>
                  <a:lnTo>
                    <a:pt x="3618" y="2028"/>
                  </a:lnTo>
                  <a:lnTo>
                    <a:pt x="3636" y="2052"/>
                  </a:lnTo>
                  <a:lnTo>
                    <a:pt x="3672" y="2088"/>
                  </a:lnTo>
                  <a:lnTo>
                    <a:pt x="3684" y="2106"/>
                  </a:lnTo>
                  <a:lnTo>
                    <a:pt x="3696" y="2118"/>
                  </a:lnTo>
                  <a:lnTo>
                    <a:pt x="3708" y="2124"/>
                  </a:lnTo>
                  <a:lnTo>
                    <a:pt x="3720" y="2124"/>
                  </a:lnTo>
                  <a:lnTo>
                    <a:pt x="3732" y="2118"/>
                  </a:lnTo>
                  <a:lnTo>
                    <a:pt x="3744" y="2106"/>
                  </a:lnTo>
                  <a:lnTo>
                    <a:pt x="3744" y="2094"/>
                  </a:lnTo>
                  <a:lnTo>
                    <a:pt x="3750" y="2088"/>
                  </a:lnTo>
                  <a:lnTo>
                    <a:pt x="3750" y="2082"/>
                  </a:lnTo>
                  <a:lnTo>
                    <a:pt x="3762" y="2082"/>
                  </a:lnTo>
                  <a:lnTo>
                    <a:pt x="3768" y="2088"/>
                  </a:lnTo>
                  <a:lnTo>
                    <a:pt x="3768" y="2100"/>
                  </a:lnTo>
                  <a:lnTo>
                    <a:pt x="3774" y="2106"/>
                  </a:lnTo>
                  <a:lnTo>
                    <a:pt x="3774" y="2112"/>
                  </a:lnTo>
                  <a:lnTo>
                    <a:pt x="3804" y="2112"/>
                  </a:lnTo>
                  <a:lnTo>
                    <a:pt x="3816" y="2118"/>
                  </a:lnTo>
                  <a:lnTo>
                    <a:pt x="3822" y="2130"/>
                  </a:lnTo>
                  <a:lnTo>
                    <a:pt x="3834" y="2136"/>
                  </a:lnTo>
                  <a:lnTo>
                    <a:pt x="3858" y="2136"/>
                  </a:lnTo>
                  <a:lnTo>
                    <a:pt x="3864" y="2124"/>
                  </a:lnTo>
                  <a:lnTo>
                    <a:pt x="3876" y="2118"/>
                  </a:lnTo>
                  <a:lnTo>
                    <a:pt x="3894" y="2112"/>
                  </a:lnTo>
                  <a:lnTo>
                    <a:pt x="3906" y="2106"/>
                  </a:lnTo>
                  <a:lnTo>
                    <a:pt x="3924" y="2106"/>
                  </a:lnTo>
                  <a:lnTo>
                    <a:pt x="3948" y="2118"/>
                  </a:lnTo>
                  <a:lnTo>
                    <a:pt x="3972" y="2142"/>
                  </a:lnTo>
                  <a:lnTo>
                    <a:pt x="3984" y="2148"/>
                  </a:lnTo>
                  <a:lnTo>
                    <a:pt x="3990" y="2160"/>
                  </a:lnTo>
                  <a:lnTo>
                    <a:pt x="4002" y="2160"/>
                  </a:lnTo>
                  <a:lnTo>
                    <a:pt x="4014" y="2166"/>
                  </a:lnTo>
                  <a:lnTo>
                    <a:pt x="4026" y="2166"/>
                  </a:lnTo>
                  <a:lnTo>
                    <a:pt x="4038" y="2172"/>
                  </a:lnTo>
                  <a:lnTo>
                    <a:pt x="4044" y="2172"/>
                  </a:lnTo>
                  <a:lnTo>
                    <a:pt x="4044" y="2178"/>
                  </a:lnTo>
                  <a:lnTo>
                    <a:pt x="4050" y="2190"/>
                  </a:lnTo>
                  <a:lnTo>
                    <a:pt x="4056" y="2196"/>
                  </a:lnTo>
                  <a:lnTo>
                    <a:pt x="4062" y="2208"/>
                  </a:lnTo>
                  <a:lnTo>
                    <a:pt x="4068" y="2214"/>
                  </a:lnTo>
                  <a:lnTo>
                    <a:pt x="4068" y="2220"/>
                  </a:lnTo>
                  <a:lnTo>
                    <a:pt x="4140" y="2226"/>
                  </a:lnTo>
                  <a:lnTo>
                    <a:pt x="4152" y="2190"/>
                  </a:lnTo>
                  <a:lnTo>
                    <a:pt x="4176" y="2214"/>
                  </a:lnTo>
                  <a:lnTo>
                    <a:pt x="4212" y="2256"/>
                  </a:lnTo>
                  <a:lnTo>
                    <a:pt x="4254" y="2256"/>
                  </a:lnTo>
                  <a:lnTo>
                    <a:pt x="4266" y="2244"/>
                  </a:lnTo>
                  <a:lnTo>
                    <a:pt x="4266" y="2226"/>
                  </a:lnTo>
                  <a:lnTo>
                    <a:pt x="4326" y="2226"/>
                  </a:lnTo>
                  <a:lnTo>
                    <a:pt x="4320" y="2214"/>
                  </a:lnTo>
                  <a:lnTo>
                    <a:pt x="4344" y="2214"/>
                  </a:lnTo>
                  <a:lnTo>
                    <a:pt x="4338" y="2208"/>
                  </a:lnTo>
                  <a:lnTo>
                    <a:pt x="4338" y="2202"/>
                  </a:lnTo>
                  <a:lnTo>
                    <a:pt x="4374" y="2166"/>
                  </a:lnTo>
                  <a:lnTo>
                    <a:pt x="4392" y="2166"/>
                  </a:lnTo>
                  <a:lnTo>
                    <a:pt x="4404" y="2148"/>
                  </a:lnTo>
                  <a:lnTo>
                    <a:pt x="4428" y="2148"/>
                  </a:lnTo>
                  <a:lnTo>
                    <a:pt x="4428" y="2142"/>
                  </a:lnTo>
                  <a:lnTo>
                    <a:pt x="4434" y="2136"/>
                  </a:lnTo>
                  <a:lnTo>
                    <a:pt x="4434" y="2130"/>
                  </a:lnTo>
                  <a:lnTo>
                    <a:pt x="4440" y="2124"/>
                  </a:lnTo>
                  <a:lnTo>
                    <a:pt x="4458" y="2124"/>
                  </a:lnTo>
                  <a:lnTo>
                    <a:pt x="4464" y="2130"/>
                  </a:lnTo>
                  <a:lnTo>
                    <a:pt x="4482" y="2124"/>
                  </a:lnTo>
                  <a:lnTo>
                    <a:pt x="4482" y="2130"/>
                  </a:lnTo>
                  <a:lnTo>
                    <a:pt x="4518" y="2130"/>
                  </a:lnTo>
                  <a:lnTo>
                    <a:pt x="4524" y="2148"/>
                  </a:lnTo>
                  <a:lnTo>
                    <a:pt x="4548" y="2148"/>
                  </a:lnTo>
                  <a:lnTo>
                    <a:pt x="4566" y="2142"/>
                  </a:lnTo>
                  <a:lnTo>
                    <a:pt x="4608" y="2142"/>
                  </a:lnTo>
                  <a:lnTo>
                    <a:pt x="4608" y="2148"/>
                  </a:lnTo>
                  <a:lnTo>
                    <a:pt x="4614" y="2154"/>
                  </a:lnTo>
                  <a:lnTo>
                    <a:pt x="4614" y="2166"/>
                  </a:lnTo>
                  <a:lnTo>
                    <a:pt x="4620" y="2172"/>
                  </a:lnTo>
                  <a:lnTo>
                    <a:pt x="4638" y="2178"/>
                  </a:lnTo>
                  <a:lnTo>
                    <a:pt x="4668" y="2178"/>
                  </a:lnTo>
                  <a:lnTo>
                    <a:pt x="4674" y="2190"/>
                  </a:lnTo>
                  <a:lnTo>
                    <a:pt x="4698" y="2184"/>
                  </a:lnTo>
                  <a:lnTo>
                    <a:pt x="4704" y="2196"/>
                  </a:lnTo>
                  <a:lnTo>
                    <a:pt x="4704" y="2190"/>
                  </a:lnTo>
                  <a:lnTo>
                    <a:pt x="4710" y="2184"/>
                  </a:lnTo>
                  <a:lnTo>
                    <a:pt x="4752" y="2184"/>
                  </a:lnTo>
                  <a:lnTo>
                    <a:pt x="4752" y="2196"/>
                  </a:lnTo>
                  <a:lnTo>
                    <a:pt x="4800" y="2190"/>
                  </a:lnTo>
                  <a:lnTo>
                    <a:pt x="4800" y="2202"/>
                  </a:lnTo>
                  <a:lnTo>
                    <a:pt x="4806" y="2208"/>
                  </a:lnTo>
                  <a:lnTo>
                    <a:pt x="4830" y="2196"/>
                  </a:lnTo>
                  <a:lnTo>
                    <a:pt x="4836" y="2190"/>
                  </a:lnTo>
                  <a:lnTo>
                    <a:pt x="4836" y="2184"/>
                  </a:lnTo>
                  <a:lnTo>
                    <a:pt x="4854" y="2184"/>
                  </a:lnTo>
                  <a:lnTo>
                    <a:pt x="4854" y="2160"/>
                  </a:lnTo>
                  <a:lnTo>
                    <a:pt x="4848" y="2148"/>
                  </a:lnTo>
                  <a:lnTo>
                    <a:pt x="4842" y="2142"/>
                  </a:lnTo>
                  <a:lnTo>
                    <a:pt x="4836" y="2142"/>
                  </a:lnTo>
                  <a:lnTo>
                    <a:pt x="4812" y="2106"/>
                  </a:lnTo>
                  <a:lnTo>
                    <a:pt x="4806" y="2088"/>
                  </a:lnTo>
                  <a:lnTo>
                    <a:pt x="4794" y="2076"/>
                  </a:lnTo>
                  <a:lnTo>
                    <a:pt x="4794" y="2064"/>
                  </a:lnTo>
                  <a:lnTo>
                    <a:pt x="4812" y="2064"/>
                  </a:lnTo>
                  <a:lnTo>
                    <a:pt x="4806" y="2052"/>
                  </a:lnTo>
                  <a:lnTo>
                    <a:pt x="4812" y="2052"/>
                  </a:lnTo>
                  <a:lnTo>
                    <a:pt x="4824" y="2046"/>
                  </a:lnTo>
                  <a:lnTo>
                    <a:pt x="4830" y="2034"/>
                  </a:lnTo>
                  <a:lnTo>
                    <a:pt x="4830" y="2016"/>
                  </a:lnTo>
                  <a:lnTo>
                    <a:pt x="4890" y="2046"/>
                  </a:lnTo>
                  <a:lnTo>
                    <a:pt x="4902" y="2046"/>
                  </a:lnTo>
                  <a:lnTo>
                    <a:pt x="4926" y="2052"/>
                  </a:lnTo>
                  <a:lnTo>
                    <a:pt x="4962" y="2052"/>
                  </a:lnTo>
                  <a:lnTo>
                    <a:pt x="4974" y="2058"/>
                  </a:lnTo>
                  <a:lnTo>
                    <a:pt x="4980" y="2064"/>
                  </a:lnTo>
                  <a:lnTo>
                    <a:pt x="5004" y="2076"/>
                  </a:lnTo>
                  <a:lnTo>
                    <a:pt x="5010" y="2076"/>
                  </a:lnTo>
                  <a:lnTo>
                    <a:pt x="5022" y="2070"/>
                  </a:lnTo>
                  <a:lnTo>
                    <a:pt x="5040" y="2070"/>
                  </a:lnTo>
                  <a:lnTo>
                    <a:pt x="5052" y="2076"/>
                  </a:lnTo>
                  <a:lnTo>
                    <a:pt x="5058" y="2082"/>
                  </a:lnTo>
                  <a:lnTo>
                    <a:pt x="5064" y="2094"/>
                  </a:lnTo>
                  <a:lnTo>
                    <a:pt x="5076" y="2106"/>
                  </a:lnTo>
                  <a:lnTo>
                    <a:pt x="5088" y="2130"/>
                  </a:lnTo>
                  <a:lnTo>
                    <a:pt x="5094" y="2136"/>
                  </a:lnTo>
                  <a:lnTo>
                    <a:pt x="5094" y="2142"/>
                  </a:lnTo>
                  <a:lnTo>
                    <a:pt x="5118" y="2136"/>
                  </a:lnTo>
                  <a:lnTo>
                    <a:pt x="5118" y="2142"/>
                  </a:lnTo>
                  <a:lnTo>
                    <a:pt x="5136" y="2160"/>
                  </a:lnTo>
                  <a:lnTo>
                    <a:pt x="5166" y="2160"/>
                  </a:lnTo>
                  <a:lnTo>
                    <a:pt x="5172" y="2166"/>
                  </a:lnTo>
                  <a:lnTo>
                    <a:pt x="5184" y="2166"/>
                  </a:lnTo>
                  <a:lnTo>
                    <a:pt x="5196" y="2172"/>
                  </a:lnTo>
                  <a:lnTo>
                    <a:pt x="5208" y="2172"/>
                  </a:lnTo>
                  <a:lnTo>
                    <a:pt x="5220" y="2166"/>
                  </a:lnTo>
                  <a:lnTo>
                    <a:pt x="5274" y="2148"/>
                  </a:lnTo>
                  <a:lnTo>
                    <a:pt x="5322" y="2148"/>
                  </a:lnTo>
                  <a:lnTo>
                    <a:pt x="5334" y="2154"/>
                  </a:lnTo>
                  <a:lnTo>
                    <a:pt x="5340" y="2154"/>
                  </a:lnTo>
                  <a:lnTo>
                    <a:pt x="5346" y="2160"/>
                  </a:lnTo>
                  <a:lnTo>
                    <a:pt x="5382" y="2160"/>
                  </a:lnTo>
                  <a:lnTo>
                    <a:pt x="5406" y="2184"/>
                  </a:lnTo>
                  <a:lnTo>
                    <a:pt x="5466" y="2184"/>
                  </a:lnTo>
                  <a:lnTo>
                    <a:pt x="5472" y="2190"/>
                  </a:lnTo>
                  <a:lnTo>
                    <a:pt x="5472" y="2196"/>
                  </a:lnTo>
                  <a:lnTo>
                    <a:pt x="5484" y="2208"/>
                  </a:lnTo>
                  <a:lnTo>
                    <a:pt x="5484" y="2214"/>
                  </a:lnTo>
                  <a:lnTo>
                    <a:pt x="5502" y="2214"/>
                  </a:lnTo>
                  <a:lnTo>
                    <a:pt x="5514" y="2220"/>
                  </a:lnTo>
                  <a:lnTo>
                    <a:pt x="5514" y="2232"/>
                  </a:lnTo>
                  <a:lnTo>
                    <a:pt x="5520" y="2238"/>
                  </a:lnTo>
                  <a:lnTo>
                    <a:pt x="5586" y="2238"/>
                  </a:lnTo>
                  <a:lnTo>
                    <a:pt x="5592" y="2244"/>
                  </a:lnTo>
                  <a:lnTo>
                    <a:pt x="5598" y="2244"/>
                  </a:lnTo>
                  <a:lnTo>
                    <a:pt x="5610" y="2250"/>
                  </a:lnTo>
                  <a:lnTo>
                    <a:pt x="5634" y="2250"/>
                  </a:lnTo>
                  <a:lnTo>
                    <a:pt x="5646" y="2244"/>
                  </a:lnTo>
                  <a:lnTo>
                    <a:pt x="5664" y="2244"/>
                  </a:lnTo>
                  <a:lnTo>
                    <a:pt x="5670" y="2250"/>
                  </a:lnTo>
                  <a:lnTo>
                    <a:pt x="5670" y="2256"/>
                  </a:lnTo>
                  <a:lnTo>
                    <a:pt x="5676" y="2256"/>
                  </a:lnTo>
                  <a:lnTo>
                    <a:pt x="5694" y="2238"/>
                  </a:lnTo>
                  <a:lnTo>
                    <a:pt x="5694" y="2232"/>
                  </a:lnTo>
                  <a:lnTo>
                    <a:pt x="5742" y="2232"/>
                  </a:lnTo>
                  <a:lnTo>
                    <a:pt x="5754" y="2220"/>
                  </a:lnTo>
                  <a:lnTo>
                    <a:pt x="5790" y="2220"/>
                  </a:lnTo>
                  <a:lnTo>
                    <a:pt x="5802" y="2208"/>
                  </a:lnTo>
                  <a:lnTo>
                    <a:pt x="5802" y="2196"/>
                  </a:lnTo>
                  <a:lnTo>
                    <a:pt x="5832" y="2166"/>
                  </a:lnTo>
                  <a:lnTo>
                    <a:pt x="5850" y="2166"/>
                  </a:lnTo>
                  <a:lnTo>
                    <a:pt x="5862" y="2172"/>
                  </a:lnTo>
                  <a:lnTo>
                    <a:pt x="5898" y="2172"/>
                  </a:lnTo>
                  <a:lnTo>
                    <a:pt x="5916" y="2190"/>
                  </a:lnTo>
                  <a:lnTo>
                    <a:pt x="5928" y="2196"/>
                  </a:lnTo>
                  <a:lnTo>
                    <a:pt x="5952" y="2196"/>
                  </a:lnTo>
                  <a:lnTo>
                    <a:pt x="5964" y="2190"/>
                  </a:lnTo>
                  <a:lnTo>
                    <a:pt x="5970" y="2184"/>
                  </a:lnTo>
                  <a:lnTo>
                    <a:pt x="5994" y="2190"/>
                  </a:lnTo>
                  <a:lnTo>
                    <a:pt x="6012" y="2190"/>
                  </a:lnTo>
                  <a:lnTo>
                    <a:pt x="6048" y="2214"/>
                  </a:lnTo>
                  <a:lnTo>
                    <a:pt x="6084" y="2214"/>
                  </a:lnTo>
                  <a:lnTo>
                    <a:pt x="6090" y="2220"/>
                  </a:lnTo>
                  <a:lnTo>
                    <a:pt x="6102" y="2220"/>
                  </a:lnTo>
                  <a:lnTo>
                    <a:pt x="6120" y="2202"/>
                  </a:lnTo>
                  <a:lnTo>
                    <a:pt x="6120" y="2190"/>
                  </a:lnTo>
                  <a:lnTo>
                    <a:pt x="6144" y="2190"/>
                  </a:lnTo>
                  <a:lnTo>
                    <a:pt x="6156" y="2184"/>
                  </a:lnTo>
                  <a:lnTo>
                    <a:pt x="6162" y="2178"/>
                  </a:lnTo>
                  <a:lnTo>
                    <a:pt x="6162" y="2166"/>
                  </a:lnTo>
                  <a:lnTo>
                    <a:pt x="6150" y="2166"/>
                  </a:lnTo>
                  <a:lnTo>
                    <a:pt x="6144" y="2160"/>
                  </a:lnTo>
                  <a:lnTo>
                    <a:pt x="6138" y="2118"/>
                  </a:lnTo>
                  <a:lnTo>
                    <a:pt x="6138" y="2046"/>
                  </a:lnTo>
                  <a:lnTo>
                    <a:pt x="6156" y="2028"/>
                  </a:lnTo>
                  <a:lnTo>
                    <a:pt x="6156" y="2016"/>
                  </a:lnTo>
                  <a:lnTo>
                    <a:pt x="6150" y="2010"/>
                  </a:lnTo>
                  <a:lnTo>
                    <a:pt x="6138" y="2004"/>
                  </a:lnTo>
                  <a:lnTo>
                    <a:pt x="6126" y="1992"/>
                  </a:lnTo>
                  <a:lnTo>
                    <a:pt x="6114" y="1992"/>
                  </a:lnTo>
                  <a:lnTo>
                    <a:pt x="6108" y="1986"/>
                  </a:lnTo>
                  <a:lnTo>
                    <a:pt x="6096" y="1986"/>
                  </a:lnTo>
                  <a:lnTo>
                    <a:pt x="6078" y="1980"/>
                  </a:lnTo>
                  <a:lnTo>
                    <a:pt x="6072" y="1980"/>
                  </a:lnTo>
                  <a:lnTo>
                    <a:pt x="6072" y="1968"/>
                  </a:lnTo>
                  <a:lnTo>
                    <a:pt x="6078" y="1968"/>
                  </a:lnTo>
                  <a:lnTo>
                    <a:pt x="6120" y="1926"/>
                  </a:lnTo>
                  <a:lnTo>
                    <a:pt x="6156" y="1920"/>
                  </a:lnTo>
                  <a:lnTo>
                    <a:pt x="6162" y="1908"/>
                  </a:lnTo>
                  <a:lnTo>
                    <a:pt x="6204" y="1914"/>
                  </a:lnTo>
                  <a:lnTo>
                    <a:pt x="6258" y="1902"/>
                  </a:lnTo>
                  <a:lnTo>
                    <a:pt x="6294" y="1920"/>
                  </a:lnTo>
                  <a:lnTo>
                    <a:pt x="6330" y="1944"/>
                  </a:lnTo>
                  <a:lnTo>
                    <a:pt x="6402" y="1944"/>
                  </a:lnTo>
                  <a:lnTo>
                    <a:pt x="6408" y="1950"/>
                  </a:lnTo>
                  <a:lnTo>
                    <a:pt x="6420" y="1956"/>
                  </a:lnTo>
                  <a:lnTo>
                    <a:pt x="6426" y="1962"/>
                  </a:lnTo>
                  <a:lnTo>
                    <a:pt x="6438" y="1968"/>
                  </a:lnTo>
                  <a:lnTo>
                    <a:pt x="6438" y="1980"/>
                  </a:lnTo>
                  <a:lnTo>
                    <a:pt x="6444" y="1980"/>
                  </a:lnTo>
                  <a:lnTo>
                    <a:pt x="6456" y="1992"/>
                  </a:lnTo>
                  <a:lnTo>
                    <a:pt x="6468" y="1998"/>
                  </a:lnTo>
                  <a:lnTo>
                    <a:pt x="6480" y="2010"/>
                  </a:lnTo>
                  <a:lnTo>
                    <a:pt x="6492" y="2010"/>
                  </a:lnTo>
                  <a:lnTo>
                    <a:pt x="6498" y="2016"/>
                  </a:lnTo>
                  <a:lnTo>
                    <a:pt x="6504" y="2016"/>
                  </a:lnTo>
                  <a:lnTo>
                    <a:pt x="6510" y="2046"/>
                  </a:lnTo>
                  <a:lnTo>
                    <a:pt x="6558" y="2070"/>
                  </a:lnTo>
                  <a:lnTo>
                    <a:pt x="6570" y="2100"/>
                  </a:lnTo>
                  <a:lnTo>
                    <a:pt x="6582" y="2100"/>
                  </a:lnTo>
                  <a:lnTo>
                    <a:pt x="6630" y="2124"/>
                  </a:lnTo>
                  <a:lnTo>
                    <a:pt x="6636" y="2136"/>
                  </a:lnTo>
                  <a:lnTo>
                    <a:pt x="6654" y="2154"/>
                  </a:lnTo>
                  <a:lnTo>
                    <a:pt x="6660" y="2166"/>
                  </a:lnTo>
                  <a:lnTo>
                    <a:pt x="6672" y="2166"/>
                  </a:lnTo>
                  <a:lnTo>
                    <a:pt x="6678" y="2190"/>
                  </a:lnTo>
                  <a:lnTo>
                    <a:pt x="6684" y="2190"/>
                  </a:lnTo>
                  <a:lnTo>
                    <a:pt x="6690" y="2196"/>
                  </a:lnTo>
                  <a:lnTo>
                    <a:pt x="6714" y="2208"/>
                  </a:lnTo>
                  <a:lnTo>
                    <a:pt x="6720" y="2214"/>
                  </a:lnTo>
                  <a:lnTo>
                    <a:pt x="6732" y="2220"/>
                  </a:lnTo>
                  <a:lnTo>
                    <a:pt x="6780" y="2220"/>
                  </a:lnTo>
                  <a:lnTo>
                    <a:pt x="6792" y="2226"/>
                  </a:lnTo>
                  <a:lnTo>
                    <a:pt x="6798" y="2232"/>
                  </a:lnTo>
                  <a:lnTo>
                    <a:pt x="6810" y="2238"/>
                  </a:lnTo>
                  <a:lnTo>
                    <a:pt x="6822" y="2226"/>
                  </a:lnTo>
                  <a:lnTo>
                    <a:pt x="6834" y="2226"/>
                  </a:lnTo>
                  <a:lnTo>
                    <a:pt x="6852" y="2244"/>
                  </a:lnTo>
                  <a:lnTo>
                    <a:pt x="6864" y="2250"/>
                  </a:lnTo>
                  <a:lnTo>
                    <a:pt x="6882" y="2268"/>
                  </a:lnTo>
                  <a:lnTo>
                    <a:pt x="6924" y="2268"/>
                  </a:lnTo>
                  <a:lnTo>
                    <a:pt x="6942" y="2298"/>
                  </a:lnTo>
                  <a:lnTo>
                    <a:pt x="6960" y="2298"/>
                  </a:lnTo>
                  <a:lnTo>
                    <a:pt x="6966" y="2304"/>
                  </a:lnTo>
                  <a:lnTo>
                    <a:pt x="6966" y="2310"/>
                  </a:lnTo>
                  <a:lnTo>
                    <a:pt x="6972" y="2322"/>
                  </a:lnTo>
                  <a:lnTo>
                    <a:pt x="6972" y="2334"/>
                  </a:lnTo>
                  <a:lnTo>
                    <a:pt x="7014" y="2364"/>
                  </a:lnTo>
                  <a:lnTo>
                    <a:pt x="7038" y="2358"/>
                  </a:lnTo>
                  <a:lnTo>
                    <a:pt x="7050" y="2370"/>
                  </a:lnTo>
                  <a:lnTo>
                    <a:pt x="7068" y="2370"/>
                  </a:lnTo>
                  <a:lnTo>
                    <a:pt x="7068" y="2358"/>
                  </a:lnTo>
                  <a:lnTo>
                    <a:pt x="7098" y="2364"/>
                  </a:lnTo>
                  <a:lnTo>
                    <a:pt x="7098" y="2346"/>
                  </a:lnTo>
                  <a:lnTo>
                    <a:pt x="7104" y="2340"/>
                  </a:lnTo>
                  <a:lnTo>
                    <a:pt x="7110" y="2340"/>
                  </a:lnTo>
                  <a:lnTo>
                    <a:pt x="7122" y="2334"/>
                  </a:lnTo>
                  <a:lnTo>
                    <a:pt x="7152" y="2334"/>
                  </a:lnTo>
                  <a:lnTo>
                    <a:pt x="7158" y="2310"/>
                  </a:lnTo>
                  <a:lnTo>
                    <a:pt x="7200" y="2310"/>
                  </a:lnTo>
                  <a:lnTo>
                    <a:pt x="7212" y="2316"/>
                  </a:lnTo>
                  <a:lnTo>
                    <a:pt x="7218" y="2328"/>
                  </a:lnTo>
                  <a:lnTo>
                    <a:pt x="7218" y="2346"/>
                  </a:lnTo>
                  <a:lnTo>
                    <a:pt x="7242" y="2358"/>
                  </a:lnTo>
                  <a:lnTo>
                    <a:pt x="7242" y="2388"/>
                  </a:lnTo>
                  <a:lnTo>
                    <a:pt x="7224" y="2394"/>
                  </a:lnTo>
                  <a:lnTo>
                    <a:pt x="7236" y="2412"/>
                  </a:lnTo>
                  <a:lnTo>
                    <a:pt x="7236" y="2430"/>
                  </a:lnTo>
                  <a:lnTo>
                    <a:pt x="7248" y="2442"/>
                  </a:lnTo>
                  <a:lnTo>
                    <a:pt x="7248" y="2466"/>
                  </a:lnTo>
                  <a:lnTo>
                    <a:pt x="7266" y="2472"/>
                  </a:lnTo>
                  <a:lnTo>
                    <a:pt x="7260" y="2502"/>
                  </a:lnTo>
                  <a:lnTo>
                    <a:pt x="7266" y="2526"/>
                  </a:lnTo>
                  <a:lnTo>
                    <a:pt x="7260" y="2532"/>
                  </a:lnTo>
                  <a:lnTo>
                    <a:pt x="7254" y="2532"/>
                  </a:lnTo>
                  <a:lnTo>
                    <a:pt x="7254" y="2550"/>
                  </a:lnTo>
                  <a:lnTo>
                    <a:pt x="7260" y="2562"/>
                  </a:lnTo>
                  <a:lnTo>
                    <a:pt x="7260" y="2574"/>
                  </a:lnTo>
                  <a:lnTo>
                    <a:pt x="7254" y="2580"/>
                  </a:lnTo>
                  <a:lnTo>
                    <a:pt x="7248" y="2580"/>
                  </a:lnTo>
                  <a:lnTo>
                    <a:pt x="7236" y="2574"/>
                  </a:lnTo>
                  <a:lnTo>
                    <a:pt x="7224" y="2574"/>
                  </a:lnTo>
                  <a:lnTo>
                    <a:pt x="7206" y="2568"/>
                  </a:lnTo>
                  <a:lnTo>
                    <a:pt x="7194" y="2562"/>
                  </a:lnTo>
                  <a:lnTo>
                    <a:pt x="7170" y="2562"/>
                  </a:lnTo>
                  <a:lnTo>
                    <a:pt x="7164" y="2568"/>
                  </a:lnTo>
                  <a:lnTo>
                    <a:pt x="7170" y="2574"/>
                  </a:lnTo>
                  <a:lnTo>
                    <a:pt x="7170" y="2586"/>
                  </a:lnTo>
                  <a:lnTo>
                    <a:pt x="7146" y="2586"/>
                  </a:lnTo>
                  <a:lnTo>
                    <a:pt x="7146" y="2598"/>
                  </a:lnTo>
                  <a:lnTo>
                    <a:pt x="7152" y="2610"/>
                  </a:lnTo>
                  <a:lnTo>
                    <a:pt x="7158" y="2610"/>
                  </a:lnTo>
                  <a:lnTo>
                    <a:pt x="7170" y="2622"/>
                  </a:lnTo>
                  <a:lnTo>
                    <a:pt x="7182" y="2628"/>
                  </a:lnTo>
                  <a:lnTo>
                    <a:pt x="7194" y="2646"/>
                  </a:lnTo>
                  <a:lnTo>
                    <a:pt x="7206" y="2658"/>
                  </a:lnTo>
                  <a:lnTo>
                    <a:pt x="7212" y="2676"/>
                  </a:lnTo>
                  <a:lnTo>
                    <a:pt x="7212" y="2688"/>
                  </a:lnTo>
                  <a:lnTo>
                    <a:pt x="7224" y="2700"/>
                  </a:lnTo>
                  <a:lnTo>
                    <a:pt x="7230" y="2712"/>
                  </a:lnTo>
                  <a:lnTo>
                    <a:pt x="7236" y="2748"/>
                  </a:lnTo>
                  <a:lnTo>
                    <a:pt x="7206" y="2742"/>
                  </a:lnTo>
                  <a:lnTo>
                    <a:pt x="7200" y="2766"/>
                  </a:lnTo>
                  <a:lnTo>
                    <a:pt x="7224" y="2778"/>
                  </a:lnTo>
                  <a:lnTo>
                    <a:pt x="7260" y="2778"/>
                  </a:lnTo>
                  <a:lnTo>
                    <a:pt x="7260" y="2718"/>
                  </a:lnTo>
                  <a:lnTo>
                    <a:pt x="7266" y="2712"/>
                  </a:lnTo>
                  <a:lnTo>
                    <a:pt x="7272" y="2712"/>
                  </a:lnTo>
                  <a:lnTo>
                    <a:pt x="7284" y="2718"/>
                  </a:lnTo>
                  <a:lnTo>
                    <a:pt x="7290" y="2724"/>
                  </a:lnTo>
                  <a:lnTo>
                    <a:pt x="7302" y="2712"/>
                  </a:lnTo>
                  <a:lnTo>
                    <a:pt x="7308" y="2724"/>
                  </a:lnTo>
                  <a:lnTo>
                    <a:pt x="7314" y="2730"/>
                  </a:lnTo>
                  <a:lnTo>
                    <a:pt x="7320" y="2742"/>
                  </a:lnTo>
                  <a:lnTo>
                    <a:pt x="7332" y="2754"/>
                  </a:lnTo>
                  <a:lnTo>
                    <a:pt x="7344" y="2754"/>
                  </a:lnTo>
                  <a:lnTo>
                    <a:pt x="7356" y="2748"/>
                  </a:lnTo>
                  <a:lnTo>
                    <a:pt x="7368" y="2748"/>
                  </a:lnTo>
                  <a:lnTo>
                    <a:pt x="7374" y="2742"/>
                  </a:lnTo>
                  <a:lnTo>
                    <a:pt x="7380" y="2742"/>
                  </a:lnTo>
                  <a:lnTo>
                    <a:pt x="7380" y="2760"/>
                  </a:lnTo>
                  <a:lnTo>
                    <a:pt x="7386" y="2760"/>
                  </a:lnTo>
                  <a:lnTo>
                    <a:pt x="7392" y="2754"/>
                  </a:lnTo>
                  <a:lnTo>
                    <a:pt x="7404" y="2748"/>
                  </a:lnTo>
                  <a:lnTo>
                    <a:pt x="7422" y="2742"/>
                  </a:lnTo>
                  <a:lnTo>
                    <a:pt x="7440" y="2730"/>
                  </a:lnTo>
                  <a:lnTo>
                    <a:pt x="7452" y="2724"/>
                  </a:lnTo>
                  <a:lnTo>
                    <a:pt x="7464" y="2700"/>
                  </a:lnTo>
                  <a:lnTo>
                    <a:pt x="7464" y="2682"/>
                  </a:lnTo>
                  <a:lnTo>
                    <a:pt x="7470" y="2664"/>
                  </a:lnTo>
                  <a:lnTo>
                    <a:pt x="7470" y="2628"/>
                  </a:lnTo>
                  <a:lnTo>
                    <a:pt x="7494" y="2622"/>
                  </a:lnTo>
                  <a:lnTo>
                    <a:pt x="7494" y="2562"/>
                  </a:lnTo>
                  <a:lnTo>
                    <a:pt x="7500" y="2550"/>
                  </a:lnTo>
                  <a:lnTo>
                    <a:pt x="7506" y="2544"/>
                  </a:lnTo>
                  <a:lnTo>
                    <a:pt x="7518" y="2520"/>
                  </a:lnTo>
                  <a:lnTo>
                    <a:pt x="7518" y="2490"/>
                  </a:lnTo>
                  <a:lnTo>
                    <a:pt x="7524" y="2472"/>
                  </a:lnTo>
                  <a:lnTo>
                    <a:pt x="7524" y="2454"/>
                  </a:lnTo>
                  <a:lnTo>
                    <a:pt x="7518" y="2442"/>
                  </a:lnTo>
                  <a:lnTo>
                    <a:pt x="7518" y="2424"/>
                  </a:lnTo>
                  <a:lnTo>
                    <a:pt x="7512" y="2418"/>
                  </a:lnTo>
                  <a:lnTo>
                    <a:pt x="7512" y="2412"/>
                  </a:lnTo>
                  <a:lnTo>
                    <a:pt x="7518" y="2400"/>
                  </a:lnTo>
                  <a:lnTo>
                    <a:pt x="7524" y="2394"/>
                  </a:lnTo>
                  <a:lnTo>
                    <a:pt x="7524" y="2382"/>
                  </a:lnTo>
                  <a:lnTo>
                    <a:pt x="7530" y="2376"/>
                  </a:lnTo>
                  <a:lnTo>
                    <a:pt x="7530" y="2364"/>
                  </a:lnTo>
                  <a:lnTo>
                    <a:pt x="7524" y="2358"/>
                  </a:lnTo>
                  <a:lnTo>
                    <a:pt x="7518" y="2346"/>
                  </a:lnTo>
                  <a:lnTo>
                    <a:pt x="7524" y="2334"/>
                  </a:lnTo>
                  <a:lnTo>
                    <a:pt x="7530" y="2328"/>
                  </a:lnTo>
                  <a:lnTo>
                    <a:pt x="7536" y="2316"/>
                  </a:lnTo>
                  <a:lnTo>
                    <a:pt x="7536" y="2298"/>
                  </a:lnTo>
                  <a:lnTo>
                    <a:pt x="7530" y="2292"/>
                  </a:lnTo>
                  <a:lnTo>
                    <a:pt x="7530" y="2280"/>
                  </a:lnTo>
                  <a:lnTo>
                    <a:pt x="7518" y="2256"/>
                  </a:lnTo>
                  <a:lnTo>
                    <a:pt x="7512" y="2250"/>
                  </a:lnTo>
                  <a:lnTo>
                    <a:pt x="7512" y="2238"/>
                  </a:lnTo>
                  <a:lnTo>
                    <a:pt x="7506" y="2232"/>
                  </a:lnTo>
                  <a:lnTo>
                    <a:pt x="7506" y="2220"/>
                  </a:lnTo>
                  <a:lnTo>
                    <a:pt x="7500" y="2214"/>
                  </a:lnTo>
                  <a:lnTo>
                    <a:pt x="7500" y="2202"/>
                  </a:lnTo>
                  <a:lnTo>
                    <a:pt x="7494" y="2196"/>
                  </a:lnTo>
                  <a:lnTo>
                    <a:pt x="7482" y="2190"/>
                  </a:lnTo>
                  <a:lnTo>
                    <a:pt x="7476" y="2184"/>
                  </a:lnTo>
                  <a:lnTo>
                    <a:pt x="7482" y="2178"/>
                  </a:lnTo>
                  <a:lnTo>
                    <a:pt x="7476" y="2178"/>
                  </a:lnTo>
                  <a:lnTo>
                    <a:pt x="7470" y="2172"/>
                  </a:lnTo>
                  <a:lnTo>
                    <a:pt x="7458" y="2166"/>
                  </a:lnTo>
                  <a:lnTo>
                    <a:pt x="7446" y="2154"/>
                  </a:lnTo>
                  <a:lnTo>
                    <a:pt x="7440" y="2142"/>
                  </a:lnTo>
                  <a:lnTo>
                    <a:pt x="7434" y="2124"/>
                  </a:lnTo>
                  <a:lnTo>
                    <a:pt x="7434" y="2112"/>
                  </a:lnTo>
                  <a:lnTo>
                    <a:pt x="7428" y="2106"/>
                  </a:lnTo>
                  <a:lnTo>
                    <a:pt x="7428" y="2100"/>
                  </a:lnTo>
                  <a:lnTo>
                    <a:pt x="7416" y="2094"/>
                  </a:lnTo>
                  <a:lnTo>
                    <a:pt x="7416" y="2082"/>
                  </a:lnTo>
                  <a:lnTo>
                    <a:pt x="7422" y="2070"/>
                  </a:lnTo>
                  <a:lnTo>
                    <a:pt x="7422" y="2040"/>
                  </a:lnTo>
                  <a:lnTo>
                    <a:pt x="7410" y="2028"/>
                  </a:lnTo>
                  <a:lnTo>
                    <a:pt x="7404" y="2016"/>
                  </a:lnTo>
                  <a:lnTo>
                    <a:pt x="7398" y="2010"/>
                  </a:lnTo>
                  <a:lnTo>
                    <a:pt x="7380" y="2004"/>
                  </a:lnTo>
                  <a:lnTo>
                    <a:pt x="7380" y="1998"/>
                  </a:lnTo>
                  <a:lnTo>
                    <a:pt x="7374" y="1992"/>
                  </a:lnTo>
                  <a:lnTo>
                    <a:pt x="7368" y="1980"/>
                  </a:lnTo>
                  <a:lnTo>
                    <a:pt x="7356" y="1968"/>
                  </a:lnTo>
                  <a:lnTo>
                    <a:pt x="7344" y="1968"/>
                  </a:lnTo>
                  <a:lnTo>
                    <a:pt x="7332" y="1956"/>
                  </a:lnTo>
                  <a:lnTo>
                    <a:pt x="7326" y="1956"/>
                  </a:lnTo>
                  <a:lnTo>
                    <a:pt x="7308" y="1950"/>
                  </a:lnTo>
                  <a:lnTo>
                    <a:pt x="7302" y="1938"/>
                  </a:lnTo>
                  <a:lnTo>
                    <a:pt x="7308" y="1938"/>
                  </a:lnTo>
                  <a:lnTo>
                    <a:pt x="7314" y="1944"/>
                  </a:lnTo>
                  <a:lnTo>
                    <a:pt x="7326" y="1944"/>
                  </a:lnTo>
                  <a:lnTo>
                    <a:pt x="7332" y="1950"/>
                  </a:lnTo>
                  <a:lnTo>
                    <a:pt x="7344" y="1950"/>
                  </a:lnTo>
                  <a:lnTo>
                    <a:pt x="7350" y="1944"/>
                  </a:lnTo>
                  <a:lnTo>
                    <a:pt x="7350" y="1938"/>
                  </a:lnTo>
                  <a:lnTo>
                    <a:pt x="7344" y="1938"/>
                  </a:lnTo>
                  <a:lnTo>
                    <a:pt x="7332" y="1932"/>
                  </a:lnTo>
                  <a:lnTo>
                    <a:pt x="7326" y="1926"/>
                  </a:lnTo>
                  <a:lnTo>
                    <a:pt x="7320" y="1926"/>
                  </a:lnTo>
                  <a:lnTo>
                    <a:pt x="7242" y="1890"/>
                  </a:lnTo>
                  <a:lnTo>
                    <a:pt x="7236" y="1890"/>
                  </a:lnTo>
                  <a:lnTo>
                    <a:pt x="7230" y="1884"/>
                  </a:lnTo>
                  <a:lnTo>
                    <a:pt x="7218" y="1878"/>
                  </a:lnTo>
                  <a:lnTo>
                    <a:pt x="7206" y="1866"/>
                  </a:lnTo>
                  <a:lnTo>
                    <a:pt x="7194" y="1860"/>
                  </a:lnTo>
                  <a:lnTo>
                    <a:pt x="7188" y="1854"/>
                  </a:lnTo>
                  <a:lnTo>
                    <a:pt x="7170" y="1854"/>
                  </a:lnTo>
                  <a:lnTo>
                    <a:pt x="7164" y="1860"/>
                  </a:lnTo>
                  <a:lnTo>
                    <a:pt x="7152" y="1866"/>
                  </a:lnTo>
                  <a:lnTo>
                    <a:pt x="7116" y="1854"/>
                  </a:lnTo>
                  <a:lnTo>
                    <a:pt x="7152" y="1896"/>
                  </a:lnTo>
                  <a:lnTo>
                    <a:pt x="7146" y="1920"/>
                  </a:lnTo>
                  <a:lnTo>
                    <a:pt x="7134" y="1920"/>
                  </a:lnTo>
                  <a:lnTo>
                    <a:pt x="7134" y="1890"/>
                  </a:lnTo>
                  <a:lnTo>
                    <a:pt x="7116" y="1878"/>
                  </a:lnTo>
                  <a:lnTo>
                    <a:pt x="7116" y="1908"/>
                  </a:lnTo>
                  <a:lnTo>
                    <a:pt x="7068" y="1908"/>
                  </a:lnTo>
                  <a:lnTo>
                    <a:pt x="7074" y="1902"/>
                  </a:lnTo>
                  <a:lnTo>
                    <a:pt x="7074" y="1884"/>
                  </a:lnTo>
                  <a:lnTo>
                    <a:pt x="7068" y="1878"/>
                  </a:lnTo>
                  <a:lnTo>
                    <a:pt x="7044" y="1878"/>
                  </a:lnTo>
                  <a:lnTo>
                    <a:pt x="7038" y="1890"/>
                  </a:lnTo>
                  <a:lnTo>
                    <a:pt x="7014" y="1890"/>
                  </a:lnTo>
                  <a:lnTo>
                    <a:pt x="7002" y="1854"/>
                  </a:lnTo>
                  <a:lnTo>
                    <a:pt x="6996" y="1854"/>
                  </a:lnTo>
                  <a:lnTo>
                    <a:pt x="6984" y="1830"/>
                  </a:lnTo>
                  <a:lnTo>
                    <a:pt x="6912" y="1836"/>
                  </a:lnTo>
                  <a:lnTo>
                    <a:pt x="6906" y="1824"/>
                  </a:lnTo>
                  <a:lnTo>
                    <a:pt x="6882" y="1824"/>
                  </a:lnTo>
                  <a:lnTo>
                    <a:pt x="6870" y="1818"/>
                  </a:lnTo>
                  <a:lnTo>
                    <a:pt x="6864" y="1812"/>
                  </a:lnTo>
                  <a:lnTo>
                    <a:pt x="6864" y="1794"/>
                  </a:lnTo>
                  <a:lnTo>
                    <a:pt x="6876" y="1788"/>
                  </a:lnTo>
                  <a:lnTo>
                    <a:pt x="6888" y="1776"/>
                  </a:lnTo>
                  <a:lnTo>
                    <a:pt x="6900" y="1776"/>
                  </a:lnTo>
                  <a:lnTo>
                    <a:pt x="6900" y="1752"/>
                  </a:lnTo>
                  <a:lnTo>
                    <a:pt x="6906" y="1752"/>
                  </a:lnTo>
                  <a:lnTo>
                    <a:pt x="6918" y="1746"/>
                  </a:lnTo>
                  <a:lnTo>
                    <a:pt x="6930" y="1734"/>
                  </a:lnTo>
                  <a:lnTo>
                    <a:pt x="6930" y="1728"/>
                  </a:lnTo>
                  <a:lnTo>
                    <a:pt x="6936" y="1716"/>
                  </a:lnTo>
                  <a:lnTo>
                    <a:pt x="6936" y="1710"/>
                  </a:lnTo>
                  <a:lnTo>
                    <a:pt x="6942" y="1698"/>
                  </a:lnTo>
                  <a:lnTo>
                    <a:pt x="6930" y="1686"/>
                  </a:lnTo>
                  <a:lnTo>
                    <a:pt x="6942" y="1662"/>
                  </a:lnTo>
                  <a:lnTo>
                    <a:pt x="6930" y="1650"/>
                  </a:lnTo>
                  <a:lnTo>
                    <a:pt x="6948" y="1632"/>
                  </a:lnTo>
                  <a:lnTo>
                    <a:pt x="6972" y="1626"/>
                  </a:lnTo>
                  <a:lnTo>
                    <a:pt x="6960" y="1596"/>
                  </a:lnTo>
                  <a:lnTo>
                    <a:pt x="6984" y="1590"/>
                  </a:lnTo>
                  <a:lnTo>
                    <a:pt x="6960" y="1554"/>
                  </a:lnTo>
                  <a:lnTo>
                    <a:pt x="6990" y="1542"/>
                  </a:lnTo>
                  <a:lnTo>
                    <a:pt x="6990" y="1500"/>
                  </a:lnTo>
                  <a:lnTo>
                    <a:pt x="6996" y="1488"/>
                  </a:lnTo>
                  <a:lnTo>
                    <a:pt x="7002" y="1482"/>
                  </a:lnTo>
                  <a:lnTo>
                    <a:pt x="7020" y="1470"/>
                  </a:lnTo>
                  <a:lnTo>
                    <a:pt x="7032" y="1464"/>
                  </a:lnTo>
                  <a:lnTo>
                    <a:pt x="7050" y="1464"/>
                  </a:lnTo>
                  <a:lnTo>
                    <a:pt x="7068" y="1470"/>
                  </a:lnTo>
                  <a:lnTo>
                    <a:pt x="7188" y="1470"/>
                  </a:lnTo>
                  <a:lnTo>
                    <a:pt x="7206" y="1488"/>
                  </a:lnTo>
                  <a:lnTo>
                    <a:pt x="7224" y="1482"/>
                  </a:lnTo>
                  <a:lnTo>
                    <a:pt x="7218" y="1464"/>
                  </a:lnTo>
                  <a:lnTo>
                    <a:pt x="7290" y="1482"/>
                  </a:lnTo>
                  <a:lnTo>
                    <a:pt x="7320" y="1464"/>
                  </a:lnTo>
                  <a:lnTo>
                    <a:pt x="7350" y="1488"/>
                  </a:lnTo>
                  <a:lnTo>
                    <a:pt x="7356" y="1452"/>
                  </a:lnTo>
                  <a:lnTo>
                    <a:pt x="7434" y="1452"/>
                  </a:lnTo>
                  <a:lnTo>
                    <a:pt x="7446" y="1458"/>
                  </a:lnTo>
                  <a:lnTo>
                    <a:pt x="7452" y="1470"/>
                  </a:lnTo>
                  <a:lnTo>
                    <a:pt x="7458" y="1470"/>
                  </a:lnTo>
                  <a:lnTo>
                    <a:pt x="7464" y="1464"/>
                  </a:lnTo>
                  <a:lnTo>
                    <a:pt x="7476" y="1464"/>
                  </a:lnTo>
                  <a:lnTo>
                    <a:pt x="7482" y="1458"/>
                  </a:lnTo>
                  <a:lnTo>
                    <a:pt x="7494" y="1452"/>
                  </a:lnTo>
                  <a:lnTo>
                    <a:pt x="7518" y="1470"/>
                  </a:lnTo>
                  <a:lnTo>
                    <a:pt x="7560" y="1476"/>
                  </a:lnTo>
                  <a:lnTo>
                    <a:pt x="7506" y="1488"/>
                  </a:lnTo>
                  <a:lnTo>
                    <a:pt x="7506" y="1494"/>
                  </a:lnTo>
                  <a:lnTo>
                    <a:pt x="7512" y="1500"/>
                  </a:lnTo>
                  <a:lnTo>
                    <a:pt x="7524" y="1506"/>
                  </a:lnTo>
                  <a:lnTo>
                    <a:pt x="7530" y="1512"/>
                  </a:lnTo>
                  <a:lnTo>
                    <a:pt x="7542" y="1512"/>
                  </a:lnTo>
                  <a:lnTo>
                    <a:pt x="7548" y="1506"/>
                  </a:lnTo>
                  <a:lnTo>
                    <a:pt x="7560" y="1506"/>
                  </a:lnTo>
                  <a:lnTo>
                    <a:pt x="7572" y="1500"/>
                  </a:lnTo>
                  <a:lnTo>
                    <a:pt x="7578" y="1494"/>
                  </a:lnTo>
                  <a:lnTo>
                    <a:pt x="7584" y="1494"/>
                  </a:lnTo>
                  <a:lnTo>
                    <a:pt x="7614" y="1506"/>
                  </a:lnTo>
                  <a:lnTo>
                    <a:pt x="7638" y="1488"/>
                  </a:lnTo>
                  <a:lnTo>
                    <a:pt x="7644" y="1488"/>
                  </a:lnTo>
                  <a:lnTo>
                    <a:pt x="7650" y="1494"/>
                  </a:lnTo>
                  <a:lnTo>
                    <a:pt x="7686" y="1494"/>
                  </a:lnTo>
                  <a:lnTo>
                    <a:pt x="7692" y="1488"/>
                  </a:lnTo>
                  <a:lnTo>
                    <a:pt x="7692" y="1476"/>
                  </a:lnTo>
                  <a:lnTo>
                    <a:pt x="7728" y="1482"/>
                  </a:lnTo>
                  <a:lnTo>
                    <a:pt x="7680" y="1452"/>
                  </a:lnTo>
                  <a:lnTo>
                    <a:pt x="7650" y="1464"/>
                  </a:lnTo>
                  <a:lnTo>
                    <a:pt x="7644" y="1446"/>
                  </a:lnTo>
                  <a:lnTo>
                    <a:pt x="7638" y="1434"/>
                  </a:lnTo>
                  <a:lnTo>
                    <a:pt x="7632" y="1428"/>
                  </a:lnTo>
                  <a:lnTo>
                    <a:pt x="7626" y="1416"/>
                  </a:lnTo>
                  <a:lnTo>
                    <a:pt x="7626" y="1398"/>
                  </a:lnTo>
                  <a:lnTo>
                    <a:pt x="7650" y="1374"/>
                  </a:lnTo>
                  <a:lnTo>
                    <a:pt x="7644" y="1344"/>
                  </a:lnTo>
                  <a:lnTo>
                    <a:pt x="7662" y="1332"/>
                  </a:lnTo>
                  <a:lnTo>
                    <a:pt x="7650" y="1326"/>
                  </a:lnTo>
                  <a:lnTo>
                    <a:pt x="7638" y="1314"/>
                  </a:lnTo>
                  <a:lnTo>
                    <a:pt x="7638" y="1302"/>
                  </a:lnTo>
                  <a:lnTo>
                    <a:pt x="7644" y="1296"/>
                  </a:lnTo>
                  <a:lnTo>
                    <a:pt x="7662" y="1290"/>
                  </a:lnTo>
                  <a:lnTo>
                    <a:pt x="7698" y="1290"/>
                  </a:lnTo>
                  <a:lnTo>
                    <a:pt x="7710" y="1296"/>
                  </a:lnTo>
                  <a:lnTo>
                    <a:pt x="7728" y="1296"/>
                  </a:lnTo>
                  <a:lnTo>
                    <a:pt x="7746" y="1278"/>
                  </a:lnTo>
                  <a:lnTo>
                    <a:pt x="7782" y="1308"/>
                  </a:lnTo>
                  <a:lnTo>
                    <a:pt x="7806" y="1290"/>
                  </a:lnTo>
                  <a:lnTo>
                    <a:pt x="7812" y="1302"/>
                  </a:lnTo>
                  <a:lnTo>
                    <a:pt x="7818" y="1308"/>
                  </a:lnTo>
                  <a:lnTo>
                    <a:pt x="7830" y="1332"/>
                  </a:lnTo>
                  <a:lnTo>
                    <a:pt x="7830" y="1338"/>
                  </a:lnTo>
                  <a:lnTo>
                    <a:pt x="7836" y="1344"/>
                  </a:lnTo>
                  <a:lnTo>
                    <a:pt x="7878" y="1344"/>
                  </a:lnTo>
                  <a:lnTo>
                    <a:pt x="7878" y="1362"/>
                  </a:lnTo>
                  <a:lnTo>
                    <a:pt x="7884" y="1374"/>
                  </a:lnTo>
                  <a:lnTo>
                    <a:pt x="7890" y="1380"/>
                  </a:lnTo>
                  <a:lnTo>
                    <a:pt x="7896" y="1380"/>
                  </a:lnTo>
                  <a:lnTo>
                    <a:pt x="7914" y="1362"/>
                  </a:lnTo>
                  <a:lnTo>
                    <a:pt x="7932" y="1326"/>
                  </a:lnTo>
                  <a:lnTo>
                    <a:pt x="7938" y="1320"/>
                  </a:lnTo>
                  <a:lnTo>
                    <a:pt x="7938" y="1314"/>
                  </a:lnTo>
                  <a:lnTo>
                    <a:pt x="7962" y="1302"/>
                  </a:lnTo>
                  <a:lnTo>
                    <a:pt x="7992" y="1314"/>
                  </a:lnTo>
                  <a:lnTo>
                    <a:pt x="7986" y="1302"/>
                  </a:lnTo>
                  <a:lnTo>
                    <a:pt x="7962" y="1284"/>
                  </a:lnTo>
                  <a:lnTo>
                    <a:pt x="7956" y="1278"/>
                  </a:lnTo>
                  <a:lnTo>
                    <a:pt x="7932" y="1266"/>
                  </a:lnTo>
                  <a:lnTo>
                    <a:pt x="7926" y="1254"/>
                  </a:lnTo>
                  <a:lnTo>
                    <a:pt x="7914" y="1248"/>
                  </a:lnTo>
                  <a:lnTo>
                    <a:pt x="7908" y="1242"/>
                  </a:lnTo>
                  <a:lnTo>
                    <a:pt x="7908" y="1230"/>
                  </a:lnTo>
                  <a:lnTo>
                    <a:pt x="7962" y="1230"/>
                  </a:lnTo>
                  <a:lnTo>
                    <a:pt x="7992" y="1236"/>
                  </a:lnTo>
                  <a:lnTo>
                    <a:pt x="8052" y="1236"/>
                  </a:lnTo>
                  <a:lnTo>
                    <a:pt x="8052" y="1254"/>
                  </a:lnTo>
                  <a:lnTo>
                    <a:pt x="8040" y="1254"/>
                  </a:lnTo>
                  <a:lnTo>
                    <a:pt x="8028" y="1248"/>
                  </a:lnTo>
                  <a:lnTo>
                    <a:pt x="7992" y="1248"/>
                  </a:lnTo>
                  <a:lnTo>
                    <a:pt x="7992" y="1266"/>
                  </a:lnTo>
                  <a:lnTo>
                    <a:pt x="8016" y="1290"/>
                  </a:lnTo>
                  <a:lnTo>
                    <a:pt x="8028" y="1296"/>
                  </a:lnTo>
                  <a:lnTo>
                    <a:pt x="8034" y="1320"/>
                  </a:lnTo>
                  <a:lnTo>
                    <a:pt x="8064" y="1326"/>
                  </a:lnTo>
                  <a:lnTo>
                    <a:pt x="8058" y="1344"/>
                  </a:lnTo>
                  <a:lnTo>
                    <a:pt x="8076" y="1362"/>
                  </a:lnTo>
                  <a:lnTo>
                    <a:pt x="8046" y="1368"/>
                  </a:lnTo>
                  <a:lnTo>
                    <a:pt x="8040" y="1380"/>
                  </a:lnTo>
                  <a:lnTo>
                    <a:pt x="8022" y="1386"/>
                  </a:lnTo>
                  <a:lnTo>
                    <a:pt x="8028" y="1398"/>
                  </a:lnTo>
                  <a:lnTo>
                    <a:pt x="8028" y="1404"/>
                  </a:lnTo>
                  <a:lnTo>
                    <a:pt x="8034" y="1416"/>
                  </a:lnTo>
                  <a:lnTo>
                    <a:pt x="8034" y="1440"/>
                  </a:lnTo>
                  <a:lnTo>
                    <a:pt x="8028" y="1452"/>
                  </a:lnTo>
                  <a:lnTo>
                    <a:pt x="8016" y="1464"/>
                  </a:lnTo>
                  <a:lnTo>
                    <a:pt x="8004" y="1488"/>
                  </a:lnTo>
                  <a:lnTo>
                    <a:pt x="8004" y="1506"/>
                  </a:lnTo>
                  <a:lnTo>
                    <a:pt x="8010" y="1506"/>
                  </a:lnTo>
                  <a:lnTo>
                    <a:pt x="8016" y="1512"/>
                  </a:lnTo>
                  <a:lnTo>
                    <a:pt x="8022" y="1524"/>
                  </a:lnTo>
                  <a:lnTo>
                    <a:pt x="8016" y="1530"/>
                  </a:lnTo>
                  <a:lnTo>
                    <a:pt x="8010" y="1542"/>
                  </a:lnTo>
                  <a:lnTo>
                    <a:pt x="7986" y="1566"/>
                  </a:lnTo>
                  <a:lnTo>
                    <a:pt x="7974" y="1572"/>
                  </a:lnTo>
                  <a:lnTo>
                    <a:pt x="7968" y="1578"/>
                  </a:lnTo>
                  <a:lnTo>
                    <a:pt x="7962" y="1578"/>
                  </a:lnTo>
                  <a:lnTo>
                    <a:pt x="7962" y="1596"/>
                  </a:lnTo>
                  <a:lnTo>
                    <a:pt x="7944" y="1596"/>
                  </a:lnTo>
                  <a:lnTo>
                    <a:pt x="7950" y="1596"/>
                  </a:lnTo>
                  <a:lnTo>
                    <a:pt x="7956" y="1602"/>
                  </a:lnTo>
                  <a:lnTo>
                    <a:pt x="7968" y="1608"/>
                  </a:lnTo>
                  <a:lnTo>
                    <a:pt x="7980" y="1632"/>
                  </a:lnTo>
                  <a:lnTo>
                    <a:pt x="7974" y="1650"/>
                  </a:lnTo>
                  <a:lnTo>
                    <a:pt x="7974" y="1662"/>
                  </a:lnTo>
                  <a:lnTo>
                    <a:pt x="7968" y="1674"/>
                  </a:lnTo>
                  <a:lnTo>
                    <a:pt x="7968" y="1686"/>
                  </a:lnTo>
                  <a:lnTo>
                    <a:pt x="7974" y="1704"/>
                  </a:lnTo>
                  <a:lnTo>
                    <a:pt x="7992" y="1722"/>
                  </a:lnTo>
                  <a:lnTo>
                    <a:pt x="8016" y="1752"/>
                  </a:lnTo>
                  <a:lnTo>
                    <a:pt x="8046" y="1776"/>
                  </a:lnTo>
                  <a:lnTo>
                    <a:pt x="8070" y="1800"/>
                  </a:lnTo>
                  <a:lnTo>
                    <a:pt x="8082" y="1806"/>
                  </a:lnTo>
                  <a:lnTo>
                    <a:pt x="8142" y="1872"/>
                  </a:lnTo>
                  <a:lnTo>
                    <a:pt x="8154" y="1866"/>
                  </a:lnTo>
                  <a:lnTo>
                    <a:pt x="8238" y="1962"/>
                  </a:lnTo>
                  <a:lnTo>
                    <a:pt x="8286" y="1980"/>
                  </a:lnTo>
                  <a:lnTo>
                    <a:pt x="8310" y="2004"/>
                  </a:lnTo>
                  <a:lnTo>
                    <a:pt x="8316" y="2016"/>
                  </a:lnTo>
                  <a:lnTo>
                    <a:pt x="8328" y="2022"/>
                  </a:lnTo>
                  <a:lnTo>
                    <a:pt x="8334" y="2034"/>
                  </a:lnTo>
                  <a:lnTo>
                    <a:pt x="8388" y="2088"/>
                  </a:lnTo>
                  <a:lnTo>
                    <a:pt x="8406" y="2088"/>
                  </a:lnTo>
                  <a:lnTo>
                    <a:pt x="8406" y="2106"/>
                  </a:lnTo>
                  <a:lnTo>
                    <a:pt x="8418" y="2106"/>
                  </a:lnTo>
                  <a:lnTo>
                    <a:pt x="8430" y="2100"/>
                  </a:lnTo>
                  <a:lnTo>
                    <a:pt x="8436" y="2094"/>
                  </a:lnTo>
                  <a:lnTo>
                    <a:pt x="8442" y="2082"/>
                  </a:lnTo>
                  <a:lnTo>
                    <a:pt x="8442" y="2076"/>
                  </a:lnTo>
                  <a:lnTo>
                    <a:pt x="8430" y="2064"/>
                  </a:lnTo>
                  <a:lnTo>
                    <a:pt x="8436" y="2058"/>
                  </a:lnTo>
                  <a:lnTo>
                    <a:pt x="8442" y="2046"/>
                  </a:lnTo>
                  <a:lnTo>
                    <a:pt x="8448" y="2040"/>
                  </a:lnTo>
                  <a:lnTo>
                    <a:pt x="8448" y="2022"/>
                  </a:lnTo>
                  <a:lnTo>
                    <a:pt x="8430" y="2004"/>
                  </a:lnTo>
                  <a:lnTo>
                    <a:pt x="8418" y="1998"/>
                  </a:lnTo>
                  <a:lnTo>
                    <a:pt x="8406" y="1974"/>
                  </a:lnTo>
                  <a:lnTo>
                    <a:pt x="8406" y="1962"/>
                  </a:lnTo>
                  <a:lnTo>
                    <a:pt x="8412" y="1950"/>
                  </a:lnTo>
                  <a:lnTo>
                    <a:pt x="8430" y="1932"/>
                  </a:lnTo>
                  <a:lnTo>
                    <a:pt x="8442" y="1932"/>
                  </a:lnTo>
                  <a:lnTo>
                    <a:pt x="8454" y="1938"/>
                  </a:lnTo>
                  <a:lnTo>
                    <a:pt x="8460" y="1938"/>
                  </a:lnTo>
                  <a:lnTo>
                    <a:pt x="8466" y="1944"/>
                  </a:lnTo>
                  <a:lnTo>
                    <a:pt x="8472" y="1944"/>
                  </a:lnTo>
                  <a:lnTo>
                    <a:pt x="8466" y="1938"/>
                  </a:lnTo>
                  <a:lnTo>
                    <a:pt x="8460" y="1926"/>
                  </a:lnTo>
                  <a:lnTo>
                    <a:pt x="8448" y="1920"/>
                  </a:lnTo>
                  <a:lnTo>
                    <a:pt x="8442" y="1908"/>
                  </a:lnTo>
                  <a:lnTo>
                    <a:pt x="8424" y="1890"/>
                  </a:lnTo>
                  <a:lnTo>
                    <a:pt x="8412" y="1890"/>
                  </a:lnTo>
                  <a:lnTo>
                    <a:pt x="8406" y="1884"/>
                  </a:lnTo>
                  <a:lnTo>
                    <a:pt x="8400" y="1872"/>
                  </a:lnTo>
                  <a:lnTo>
                    <a:pt x="8400" y="1860"/>
                  </a:lnTo>
                  <a:lnTo>
                    <a:pt x="8406" y="1848"/>
                  </a:lnTo>
                  <a:lnTo>
                    <a:pt x="8412" y="1842"/>
                  </a:lnTo>
                  <a:lnTo>
                    <a:pt x="8424" y="1836"/>
                  </a:lnTo>
                  <a:lnTo>
                    <a:pt x="8430" y="1830"/>
                  </a:lnTo>
                  <a:lnTo>
                    <a:pt x="8442" y="1836"/>
                  </a:lnTo>
                  <a:lnTo>
                    <a:pt x="8466" y="1836"/>
                  </a:lnTo>
                  <a:lnTo>
                    <a:pt x="8472" y="1830"/>
                  </a:lnTo>
                  <a:lnTo>
                    <a:pt x="8472" y="1812"/>
                  </a:lnTo>
                  <a:lnTo>
                    <a:pt x="8454" y="1794"/>
                  </a:lnTo>
                  <a:lnTo>
                    <a:pt x="8436" y="1788"/>
                  </a:lnTo>
                  <a:lnTo>
                    <a:pt x="8424" y="1782"/>
                  </a:lnTo>
                  <a:lnTo>
                    <a:pt x="8406" y="1770"/>
                  </a:lnTo>
                  <a:lnTo>
                    <a:pt x="8394" y="1758"/>
                  </a:lnTo>
                  <a:lnTo>
                    <a:pt x="8388" y="1740"/>
                  </a:lnTo>
                  <a:lnTo>
                    <a:pt x="8376" y="1716"/>
                  </a:lnTo>
                  <a:lnTo>
                    <a:pt x="8376" y="1704"/>
                  </a:lnTo>
                  <a:lnTo>
                    <a:pt x="8370" y="1698"/>
                  </a:lnTo>
                  <a:lnTo>
                    <a:pt x="8370" y="1692"/>
                  </a:lnTo>
                  <a:lnTo>
                    <a:pt x="8382" y="1686"/>
                  </a:lnTo>
                  <a:lnTo>
                    <a:pt x="8406" y="1710"/>
                  </a:lnTo>
                  <a:lnTo>
                    <a:pt x="8418" y="1716"/>
                  </a:lnTo>
                  <a:lnTo>
                    <a:pt x="8430" y="1716"/>
                  </a:lnTo>
                  <a:lnTo>
                    <a:pt x="8430" y="1710"/>
                  </a:lnTo>
                  <a:lnTo>
                    <a:pt x="8424" y="1704"/>
                  </a:lnTo>
                  <a:lnTo>
                    <a:pt x="8418" y="1692"/>
                  </a:lnTo>
                  <a:lnTo>
                    <a:pt x="8412" y="1686"/>
                  </a:lnTo>
                  <a:lnTo>
                    <a:pt x="8406" y="1674"/>
                  </a:lnTo>
                  <a:lnTo>
                    <a:pt x="8400" y="1668"/>
                  </a:lnTo>
                  <a:lnTo>
                    <a:pt x="8364" y="1668"/>
                  </a:lnTo>
                  <a:lnTo>
                    <a:pt x="8316" y="1626"/>
                  </a:lnTo>
                  <a:lnTo>
                    <a:pt x="8316" y="1596"/>
                  </a:lnTo>
                  <a:lnTo>
                    <a:pt x="8310" y="1590"/>
                  </a:lnTo>
                  <a:lnTo>
                    <a:pt x="8298" y="1584"/>
                  </a:lnTo>
                  <a:lnTo>
                    <a:pt x="8280" y="1578"/>
                  </a:lnTo>
                  <a:lnTo>
                    <a:pt x="8268" y="1572"/>
                  </a:lnTo>
                  <a:lnTo>
                    <a:pt x="8256" y="1572"/>
                  </a:lnTo>
                  <a:lnTo>
                    <a:pt x="8256" y="1590"/>
                  </a:lnTo>
                  <a:lnTo>
                    <a:pt x="8250" y="1590"/>
                  </a:lnTo>
                  <a:lnTo>
                    <a:pt x="8244" y="1584"/>
                  </a:lnTo>
                  <a:lnTo>
                    <a:pt x="8232" y="1584"/>
                  </a:lnTo>
                  <a:lnTo>
                    <a:pt x="8214" y="1572"/>
                  </a:lnTo>
                  <a:lnTo>
                    <a:pt x="8202" y="1566"/>
                  </a:lnTo>
                  <a:lnTo>
                    <a:pt x="8196" y="1560"/>
                  </a:lnTo>
                  <a:lnTo>
                    <a:pt x="8190" y="1548"/>
                  </a:lnTo>
                  <a:lnTo>
                    <a:pt x="8190" y="1536"/>
                  </a:lnTo>
                  <a:lnTo>
                    <a:pt x="8196" y="1524"/>
                  </a:lnTo>
                  <a:lnTo>
                    <a:pt x="8196" y="1500"/>
                  </a:lnTo>
                  <a:lnTo>
                    <a:pt x="8184" y="1476"/>
                  </a:lnTo>
                  <a:lnTo>
                    <a:pt x="8166" y="1458"/>
                  </a:lnTo>
                  <a:lnTo>
                    <a:pt x="8154" y="1452"/>
                  </a:lnTo>
                  <a:lnTo>
                    <a:pt x="8154" y="1434"/>
                  </a:lnTo>
                  <a:lnTo>
                    <a:pt x="8160" y="1428"/>
                  </a:lnTo>
                  <a:lnTo>
                    <a:pt x="8172" y="1428"/>
                  </a:lnTo>
                  <a:lnTo>
                    <a:pt x="8184" y="1434"/>
                  </a:lnTo>
                  <a:lnTo>
                    <a:pt x="8196" y="1416"/>
                  </a:lnTo>
                  <a:lnTo>
                    <a:pt x="8232" y="1446"/>
                  </a:lnTo>
                  <a:lnTo>
                    <a:pt x="8238" y="1440"/>
                  </a:lnTo>
                  <a:lnTo>
                    <a:pt x="8226" y="1428"/>
                  </a:lnTo>
                  <a:lnTo>
                    <a:pt x="8226" y="1422"/>
                  </a:lnTo>
                  <a:lnTo>
                    <a:pt x="8232" y="1416"/>
                  </a:lnTo>
                  <a:lnTo>
                    <a:pt x="8232" y="1404"/>
                  </a:lnTo>
                  <a:lnTo>
                    <a:pt x="8238" y="1392"/>
                  </a:lnTo>
                  <a:lnTo>
                    <a:pt x="8250" y="1386"/>
                  </a:lnTo>
                  <a:lnTo>
                    <a:pt x="8256" y="1386"/>
                  </a:lnTo>
                  <a:lnTo>
                    <a:pt x="8274" y="1404"/>
                  </a:lnTo>
                  <a:lnTo>
                    <a:pt x="8280" y="1416"/>
                  </a:lnTo>
                  <a:lnTo>
                    <a:pt x="8292" y="1428"/>
                  </a:lnTo>
                  <a:lnTo>
                    <a:pt x="8304" y="1434"/>
                  </a:lnTo>
                  <a:lnTo>
                    <a:pt x="8310" y="1446"/>
                  </a:lnTo>
                  <a:lnTo>
                    <a:pt x="8322" y="1398"/>
                  </a:lnTo>
                  <a:lnTo>
                    <a:pt x="8334" y="1398"/>
                  </a:lnTo>
                  <a:lnTo>
                    <a:pt x="8364" y="1392"/>
                  </a:lnTo>
                  <a:lnTo>
                    <a:pt x="8400" y="1386"/>
                  </a:lnTo>
                  <a:lnTo>
                    <a:pt x="8430" y="1386"/>
                  </a:lnTo>
                  <a:lnTo>
                    <a:pt x="8478" y="1410"/>
                  </a:lnTo>
                  <a:lnTo>
                    <a:pt x="8484" y="1416"/>
                  </a:lnTo>
                  <a:lnTo>
                    <a:pt x="8490" y="1416"/>
                  </a:lnTo>
                  <a:lnTo>
                    <a:pt x="8532" y="1434"/>
                  </a:lnTo>
                  <a:lnTo>
                    <a:pt x="8502" y="1374"/>
                  </a:lnTo>
                  <a:lnTo>
                    <a:pt x="8526" y="1374"/>
                  </a:lnTo>
                  <a:lnTo>
                    <a:pt x="8538" y="1368"/>
                  </a:lnTo>
                  <a:lnTo>
                    <a:pt x="8550" y="1356"/>
                  </a:lnTo>
                  <a:lnTo>
                    <a:pt x="8550" y="1332"/>
                  </a:lnTo>
                  <a:lnTo>
                    <a:pt x="8544" y="1326"/>
                  </a:lnTo>
                  <a:lnTo>
                    <a:pt x="8538" y="1314"/>
                  </a:lnTo>
                  <a:lnTo>
                    <a:pt x="8562" y="1314"/>
                  </a:lnTo>
                  <a:lnTo>
                    <a:pt x="8562" y="1290"/>
                  </a:lnTo>
                  <a:lnTo>
                    <a:pt x="8574" y="1290"/>
                  </a:lnTo>
                  <a:lnTo>
                    <a:pt x="8586" y="1296"/>
                  </a:lnTo>
                  <a:lnTo>
                    <a:pt x="8616" y="1296"/>
                  </a:lnTo>
                  <a:lnTo>
                    <a:pt x="8628" y="1290"/>
                  </a:lnTo>
                  <a:lnTo>
                    <a:pt x="8634" y="1284"/>
                  </a:lnTo>
                  <a:lnTo>
                    <a:pt x="8640" y="1272"/>
                  </a:lnTo>
                  <a:lnTo>
                    <a:pt x="8652" y="1260"/>
                  </a:lnTo>
                  <a:lnTo>
                    <a:pt x="8658" y="1248"/>
                  </a:lnTo>
                  <a:lnTo>
                    <a:pt x="8664" y="1242"/>
                  </a:lnTo>
                  <a:lnTo>
                    <a:pt x="8670" y="1242"/>
                  </a:lnTo>
                  <a:lnTo>
                    <a:pt x="8652" y="1218"/>
                  </a:lnTo>
                  <a:lnTo>
                    <a:pt x="8682" y="1218"/>
                  </a:lnTo>
                  <a:lnTo>
                    <a:pt x="8688" y="1236"/>
                  </a:lnTo>
                  <a:lnTo>
                    <a:pt x="8748" y="1242"/>
                  </a:lnTo>
                  <a:lnTo>
                    <a:pt x="8760" y="1242"/>
                  </a:lnTo>
                  <a:lnTo>
                    <a:pt x="8772" y="1248"/>
                  </a:lnTo>
                  <a:lnTo>
                    <a:pt x="8808" y="1248"/>
                  </a:lnTo>
                  <a:lnTo>
                    <a:pt x="8808" y="1230"/>
                  </a:lnTo>
                  <a:lnTo>
                    <a:pt x="8802" y="1218"/>
                  </a:lnTo>
                  <a:lnTo>
                    <a:pt x="8766" y="1218"/>
                  </a:lnTo>
                  <a:lnTo>
                    <a:pt x="8760" y="1194"/>
                  </a:lnTo>
                  <a:lnTo>
                    <a:pt x="8754" y="1194"/>
                  </a:lnTo>
                  <a:lnTo>
                    <a:pt x="8748" y="1188"/>
                  </a:lnTo>
                  <a:lnTo>
                    <a:pt x="8736" y="1188"/>
                  </a:lnTo>
                  <a:lnTo>
                    <a:pt x="8712" y="1176"/>
                  </a:lnTo>
                  <a:lnTo>
                    <a:pt x="8700" y="1176"/>
                  </a:lnTo>
                  <a:lnTo>
                    <a:pt x="8688" y="1170"/>
                  </a:lnTo>
                  <a:lnTo>
                    <a:pt x="8658" y="1170"/>
                  </a:lnTo>
                  <a:lnTo>
                    <a:pt x="8664" y="1152"/>
                  </a:lnTo>
                  <a:lnTo>
                    <a:pt x="8592" y="1104"/>
                  </a:lnTo>
                  <a:lnTo>
                    <a:pt x="8574" y="1122"/>
                  </a:lnTo>
                  <a:lnTo>
                    <a:pt x="8568" y="1122"/>
                  </a:lnTo>
                  <a:lnTo>
                    <a:pt x="8562" y="1116"/>
                  </a:lnTo>
                  <a:lnTo>
                    <a:pt x="8550" y="1116"/>
                  </a:lnTo>
                  <a:lnTo>
                    <a:pt x="8538" y="1110"/>
                  </a:lnTo>
                  <a:lnTo>
                    <a:pt x="8532" y="1110"/>
                  </a:lnTo>
                  <a:lnTo>
                    <a:pt x="8520" y="1104"/>
                  </a:lnTo>
                  <a:lnTo>
                    <a:pt x="8508" y="1092"/>
                  </a:lnTo>
                  <a:lnTo>
                    <a:pt x="8502" y="1092"/>
                  </a:lnTo>
                  <a:lnTo>
                    <a:pt x="8466" y="1098"/>
                  </a:lnTo>
                  <a:lnTo>
                    <a:pt x="8442" y="1092"/>
                  </a:lnTo>
                  <a:lnTo>
                    <a:pt x="8430" y="1086"/>
                  </a:lnTo>
                  <a:lnTo>
                    <a:pt x="8412" y="1068"/>
                  </a:lnTo>
                  <a:lnTo>
                    <a:pt x="8406" y="1068"/>
                  </a:lnTo>
                  <a:lnTo>
                    <a:pt x="8412" y="1062"/>
                  </a:lnTo>
                  <a:lnTo>
                    <a:pt x="8436" y="1062"/>
                  </a:lnTo>
                  <a:lnTo>
                    <a:pt x="8460" y="1074"/>
                  </a:lnTo>
                  <a:lnTo>
                    <a:pt x="8478" y="1074"/>
                  </a:lnTo>
                  <a:lnTo>
                    <a:pt x="8496" y="1080"/>
                  </a:lnTo>
                  <a:lnTo>
                    <a:pt x="8514" y="1080"/>
                  </a:lnTo>
                  <a:lnTo>
                    <a:pt x="8526" y="1086"/>
                  </a:lnTo>
                  <a:lnTo>
                    <a:pt x="8544" y="1086"/>
                  </a:lnTo>
                  <a:lnTo>
                    <a:pt x="8550" y="1080"/>
                  </a:lnTo>
                  <a:lnTo>
                    <a:pt x="8562" y="1080"/>
                  </a:lnTo>
                  <a:lnTo>
                    <a:pt x="8580" y="1074"/>
                  </a:lnTo>
                  <a:lnTo>
                    <a:pt x="8604" y="1062"/>
                  </a:lnTo>
                  <a:lnTo>
                    <a:pt x="8616" y="1050"/>
                  </a:lnTo>
                  <a:lnTo>
                    <a:pt x="8604" y="1038"/>
                  </a:lnTo>
                  <a:lnTo>
                    <a:pt x="8592" y="1032"/>
                  </a:lnTo>
                  <a:lnTo>
                    <a:pt x="8586" y="1026"/>
                  </a:lnTo>
                  <a:lnTo>
                    <a:pt x="8574" y="1020"/>
                  </a:lnTo>
                  <a:lnTo>
                    <a:pt x="8568" y="1014"/>
                  </a:lnTo>
                  <a:lnTo>
                    <a:pt x="8562" y="1014"/>
                  </a:lnTo>
                  <a:lnTo>
                    <a:pt x="8556" y="1008"/>
                  </a:lnTo>
                  <a:lnTo>
                    <a:pt x="8520" y="990"/>
                  </a:lnTo>
                  <a:lnTo>
                    <a:pt x="8508" y="978"/>
                  </a:lnTo>
                  <a:lnTo>
                    <a:pt x="8514" y="972"/>
                  </a:lnTo>
                  <a:lnTo>
                    <a:pt x="8538" y="972"/>
                  </a:lnTo>
                  <a:lnTo>
                    <a:pt x="8556" y="978"/>
                  </a:lnTo>
                  <a:lnTo>
                    <a:pt x="8562" y="984"/>
                  </a:lnTo>
                  <a:lnTo>
                    <a:pt x="8574" y="990"/>
                  </a:lnTo>
                  <a:lnTo>
                    <a:pt x="8580" y="990"/>
                  </a:lnTo>
                  <a:lnTo>
                    <a:pt x="8586" y="996"/>
                  </a:lnTo>
                  <a:lnTo>
                    <a:pt x="8610" y="1008"/>
                  </a:lnTo>
                  <a:lnTo>
                    <a:pt x="8628" y="1020"/>
                  </a:lnTo>
                  <a:lnTo>
                    <a:pt x="8652" y="1032"/>
                  </a:lnTo>
                  <a:lnTo>
                    <a:pt x="8664" y="1032"/>
                  </a:lnTo>
                  <a:lnTo>
                    <a:pt x="8676" y="1026"/>
                  </a:lnTo>
                  <a:lnTo>
                    <a:pt x="8682" y="1026"/>
                  </a:lnTo>
                  <a:lnTo>
                    <a:pt x="8688" y="1020"/>
                  </a:lnTo>
                  <a:lnTo>
                    <a:pt x="8730" y="1020"/>
                  </a:lnTo>
                  <a:lnTo>
                    <a:pt x="8754" y="1026"/>
                  </a:lnTo>
                  <a:lnTo>
                    <a:pt x="8808" y="1044"/>
                  </a:lnTo>
                  <a:lnTo>
                    <a:pt x="8850" y="1062"/>
                  </a:lnTo>
                  <a:lnTo>
                    <a:pt x="8880" y="1068"/>
                  </a:lnTo>
                  <a:lnTo>
                    <a:pt x="8886" y="1074"/>
                  </a:lnTo>
                  <a:lnTo>
                    <a:pt x="8898" y="1074"/>
                  </a:lnTo>
                  <a:lnTo>
                    <a:pt x="8934" y="1086"/>
                  </a:lnTo>
                  <a:lnTo>
                    <a:pt x="8946" y="1086"/>
                  </a:lnTo>
                  <a:lnTo>
                    <a:pt x="8952" y="1092"/>
                  </a:lnTo>
                  <a:lnTo>
                    <a:pt x="8958" y="1092"/>
                  </a:lnTo>
                  <a:lnTo>
                    <a:pt x="8970" y="1098"/>
                  </a:lnTo>
                  <a:lnTo>
                    <a:pt x="8976" y="1104"/>
                  </a:lnTo>
                  <a:lnTo>
                    <a:pt x="8988" y="1110"/>
                  </a:lnTo>
                  <a:lnTo>
                    <a:pt x="9000" y="1110"/>
                  </a:lnTo>
                  <a:lnTo>
                    <a:pt x="9018" y="1116"/>
                  </a:lnTo>
                  <a:lnTo>
                    <a:pt x="9024" y="1122"/>
                  </a:lnTo>
                  <a:lnTo>
                    <a:pt x="9042" y="1122"/>
                  </a:lnTo>
                  <a:lnTo>
                    <a:pt x="9042" y="1116"/>
                  </a:lnTo>
                  <a:lnTo>
                    <a:pt x="9036" y="1098"/>
                  </a:lnTo>
                  <a:lnTo>
                    <a:pt x="9012" y="1074"/>
                  </a:lnTo>
                  <a:lnTo>
                    <a:pt x="9006" y="1074"/>
                  </a:lnTo>
                  <a:lnTo>
                    <a:pt x="9024" y="1056"/>
                  </a:lnTo>
                  <a:lnTo>
                    <a:pt x="8976" y="1038"/>
                  </a:lnTo>
                  <a:lnTo>
                    <a:pt x="8988" y="1032"/>
                  </a:lnTo>
                  <a:lnTo>
                    <a:pt x="8940" y="1008"/>
                  </a:lnTo>
                  <a:lnTo>
                    <a:pt x="8994" y="1020"/>
                  </a:lnTo>
                  <a:lnTo>
                    <a:pt x="8988" y="996"/>
                  </a:lnTo>
                  <a:lnTo>
                    <a:pt x="9000" y="996"/>
                  </a:lnTo>
                  <a:lnTo>
                    <a:pt x="9012" y="1002"/>
                  </a:lnTo>
                  <a:lnTo>
                    <a:pt x="9048" y="1002"/>
                  </a:lnTo>
                  <a:lnTo>
                    <a:pt x="9048" y="99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9" name="Romania" descr="© INSCALE GmbH, 05.05.2010&#10;http://www.presentationload.com/">
              <a:extLst>
                <a:ext uri="{FF2B5EF4-FFF2-40B4-BE49-F238E27FC236}">
                  <a16:creationId xmlns:a16="http://schemas.microsoft.com/office/drawing/2014/main" id="{59A0C59C-5723-4F88-8D7B-99F04FA3B462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181748" y="1727839"/>
              <a:ext cx="202910" cy="120738"/>
            </a:xfrm>
            <a:custGeom>
              <a:avLst/>
              <a:gdLst>
                <a:gd name="T0" fmla="*/ 2147483647 w 612"/>
                <a:gd name="T1" fmla="*/ 2147483647 h 366"/>
                <a:gd name="T2" fmla="*/ 2147483647 w 612"/>
                <a:gd name="T3" fmla="*/ 2147483647 h 366"/>
                <a:gd name="T4" fmla="*/ 2147483647 w 612"/>
                <a:gd name="T5" fmla="*/ 2147483647 h 366"/>
                <a:gd name="T6" fmla="*/ 2147483647 w 612"/>
                <a:gd name="T7" fmla="*/ 2147483647 h 366"/>
                <a:gd name="T8" fmla="*/ 2147483647 w 612"/>
                <a:gd name="T9" fmla="*/ 2147483647 h 366"/>
                <a:gd name="T10" fmla="*/ 2147483647 w 612"/>
                <a:gd name="T11" fmla="*/ 2147483647 h 366"/>
                <a:gd name="T12" fmla="*/ 2147483647 w 612"/>
                <a:gd name="T13" fmla="*/ 2147483647 h 366"/>
                <a:gd name="T14" fmla="*/ 2147483647 w 612"/>
                <a:gd name="T15" fmla="*/ 2147483647 h 366"/>
                <a:gd name="T16" fmla="*/ 2147483647 w 612"/>
                <a:gd name="T17" fmla="*/ 2147483647 h 366"/>
                <a:gd name="T18" fmla="*/ 2147483647 w 612"/>
                <a:gd name="T19" fmla="*/ 2147483647 h 366"/>
                <a:gd name="T20" fmla="*/ 2147483647 w 612"/>
                <a:gd name="T21" fmla="*/ 2147483647 h 366"/>
                <a:gd name="T22" fmla="*/ 2147483647 w 612"/>
                <a:gd name="T23" fmla="*/ 2147483647 h 366"/>
                <a:gd name="T24" fmla="*/ 2147483647 w 612"/>
                <a:gd name="T25" fmla="*/ 2147483647 h 366"/>
                <a:gd name="T26" fmla="*/ 2147483647 w 612"/>
                <a:gd name="T27" fmla="*/ 0 h 366"/>
                <a:gd name="T28" fmla="*/ 2147483647 w 612"/>
                <a:gd name="T29" fmla="*/ 2147483647 h 366"/>
                <a:gd name="T30" fmla="*/ 2147483647 w 612"/>
                <a:gd name="T31" fmla="*/ 2147483647 h 366"/>
                <a:gd name="T32" fmla="*/ 2147483647 w 612"/>
                <a:gd name="T33" fmla="*/ 2147483647 h 366"/>
                <a:gd name="T34" fmla="*/ 2147483647 w 612"/>
                <a:gd name="T35" fmla="*/ 2147483647 h 366"/>
                <a:gd name="T36" fmla="*/ 2147483647 w 612"/>
                <a:gd name="T37" fmla="*/ 2147483647 h 366"/>
                <a:gd name="T38" fmla="*/ 2147483647 w 612"/>
                <a:gd name="T39" fmla="*/ 2147483647 h 366"/>
                <a:gd name="T40" fmla="*/ 2147483647 w 612"/>
                <a:gd name="T41" fmla="*/ 2147483647 h 366"/>
                <a:gd name="T42" fmla="*/ 2147483647 w 612"/>
                <a:gd name="T43" fmla="*/ 2147483647 h 366"/>
                <a:gd name="T44" fmla="*/ 2147483647 w 612"/>
                <a:gd name="T45" fmla="*/ 2147483647 h 366"/>
                <a:gd name="T46" fmla="*/ 2147483647 w 612"/>
                <a:gd name="T47" fmla="*/ 2147483647 h 366"/>
                <a:gd name="T48" fmla="*/ 0 w 612"/>
                <a:gd name="T49" fmla="*/ 2147483647 h 366"/>
                <a:gd name="T50" fmla="*/ 2147483647 w 612"/>
                <a:gd name="T51" fmla="*/ 2147483647 h 366"/>
                <a:gd name="T52" fmla="*/ 2147483647 w 612"/>
                <a:gd name="T53" fmla="*/ 2147483647 h 366"/>
                <a:gd name="T54" fmla="*/ 2147483647 w 612"/>
                <a:gd name="T55" fmla="*/ 2147483647 h 366"/>
                <a:gd name="T56" fmla="*/ 2147483647 w 612"/>
                <a:gd name="T57" fmla="*/ 2147483647 h 366"/>
                <a:gd name="T58" fmla="*/ 2147483647 w 612"/>
                <a:gd name="T59" fmla="*/ 2147483647 h 366"/>
                <a:gd name="T60" fmla="*/ 2147483647 w 612"/>
                <a:gd name="T61" fmla="*/ 2147483647 h 366"/>
                <a:gd name="T62" fmla="*/ 2147483647 w 612"/>
                <a:gd name="T63" fmla="*/ 2147483647 h 366"/>
                <a:gd name="T64" fmla="*/ 2147483647 w 612"/>
                <a:gd name="T65" fmla="*/ 2147483647 h 366"/>
                <a:gd name="T66" fmla="*/ 2147483647 w 612"/>
                <a:gd name="T67" fmla="*/ 2147483647 h 366"/>
                <a:gd name="T68" fmla="*/ 2147483647 w 612"/>
                <a:gd name="T69" fmla="*/ 2147483647 h 366"/>
                <a:gd name="T70" fmla="*/ 2147483647 w 612"/>
                <a:gd name="T71" fmla="*/ 2147483647 h 366"/>
                <a:gd name="T72" fmla="*/ 2147483647 w 612"/>
                <a:gd name="T73" fmla="*/ 2147483647 h 366"/>
                <a:gd name="T74" fmla="*/ 2147483647 w 612"/>
                <a:gd name="T75" fmla="*/ 2147483647 h 366"/>
                <a:gd name="T76" fmla="*/ 2147483647 w 612"/>
                <a:gd name="T77" fmla="*/ 2147483647 h 366"/>
                <a:gd name="T78" fmla="*/ 2147483647 w 612"/>
                <a:gd name="T79" fmla="*/ 2147483647 h 366"/>
                <a:gd name="T80" fmla="*/ 2147483647 w 612"/>
                <a:gd name="T81" fmla="*/ 2147483647 h 366"/>
                <a:gd name="T82" fmla="*/ 2147483647 w 612"/>
                <a:gd name="T83" fmla="*/ 2147483647 h 366"/>
                <a:gd name="T84" fmla="*/ 2147483647 w 612"/>
                <a:gd name="T85" fmla="*/ 2147483647 h 36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12"/>
                <a:gd name="T130" fmla="*/ 0 h 366"/>
                <a:gd name="T131" fmla="*/ 612 w 612"/>
                <a:gd name="T132" fmla="*/ 366 h 36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12" h="366">
                  <a:moveTo>
                    <a:pt x="516" y="354"/>
                  </a:moveTo>
                  <a:lnTo>
                    <a:pt x="522" y="360"/>
                  </a:lnTo>
                  <a:lnTo>
                    <a:pt x="540" y="360"/>
                  </a:lnTo>
                  <a:lnTo>
                    <a:pt x="540" y="318"/>
                  </a:lnTo>
                  <a:lnTo>
                    <a:pt x="546" y="312"/>
                  </a:lnTo>
                  <a:lnTo>
                    <a:pt x="558" y="294"/>
                  </a:lnTo>
                  <a:lnTo>
                    <a:pt x="564" y="282"/>
                  </a:lnTo>
                  <a:lnTo>
                    <a:pt x="570" y="276"/>
                  </a:lnTo>
                  <a:lnTo>
                    <a:pt x="606" y="276"/>
                  </a:lnTo>
                  <a:lnTo>
                    <a:pt x="612" y="270"/>
                  </a:lnTo>
                  <a:lnTo>
                    <a:pt x="612" y="258"/>
                  </a:lnTo>
                  <a:lnTo>
                    <a:pt x="600" y="222"/>
                  </a:lnTo>
                  <a:lnTo>
                    <a:pt x="600" y="216"/>
                  </a:lnTo>
                  <a:lnTo>
                    <a:pt x="594" y="216"/>
                  </a:lnTo>
                  <a:lnTo>
                    <a:pt x="588" y="222"/>
                  </a:lnTo>
                  <a:lnTo>
                    <a:pt x="570" y="222"/>
                  </a:lnTo>
                  <a:lnTo>
                    <a:pt x="564" y="228"/>
                  </a:lnTo>
                  <a:lnTo>
                    <a:pt x="558" y="228"/>
                  </a:lnTo>
                  <a:lnTo>
                    <a:pt x="552" y="234"/>
                  </a:lnTo>
                  <a:lnTo>
                    <a:pt x="522" y="234"/>
                  </a:lnTo>
                  <a:lnTo>
                    <a:pt x="510" y="222"/>
                  </a:lnTo>
                  <a:lnTo>
                    <a:pt x="510" y="198"/>
                  </a:lnTo>
                  <a:lnTo>
                    <a:pt x="504" y="192"/>
                  </a:lnTo>
                  <a:lnTo>
                    <a:pt x="498" y="180"/>
                  </a:lnTo>
                  <a:lnTo>
                    <a:pt x="498" y="168"/>
                  </a:lnTo>
                  <a:lnTo>
                    <a:pt x="504" y="162"/>
                  </a:lnTo>
                  <a:lnTo>
                    <a:pt x="504" y="150"/>
                  </a:lnTo>
                  <a:lnTo>
                    <a:pt x="510" y="144"/>
                  </a:lnTo>
                  <a:lnTo>
                    <a:pt x="504" y="144"/>
                  </a:lnTo>
                  <a:lnTo>
                    <a:pt x="504" y="102"/>
                  </a:lnTo>
                  <a:lnTo>
                    <a:pt x="498" y="96"/>
                  </a:lnTo>
                  <a:lnTo>
                    <a:pt x="480" y="96"/>
                  </a:lnTo>
                  <a:lnTo>
                    <a:pt x="474" y="78"/>
                  </a:lnTo>
                  <a:lnTo>
                    <a:pt x="462" y="78"/>
                  </a:lnTo>
                  <a:lnTo>
                    <a:pt x="456" y="54"/>
                  </a:lnTo>
                  <a:lnTo>
                    <a:pt x="432" y="42"/>
                  </a:lnTo>
                  <a:lnTo>
                    <a:pt x="432" y="30"/>
                  </a:lnTo>
                  <a:lnTo>
                    <a:pt x="426" y="24"/>
                  </a:lnTo>
                  <a:lnTo>
                    <a:pt x="420" y="12"/>
                  </a:lnTo>
                  <a:lnTo>
                    <a:pt x="414" y="6"/>
                  </a:lnTo>
                  <a:lnTo>
                    <a:pt x="396" y="0"/>
                  </a:lnTo>
                  <a:lnTo>
                    <a:pt x="384" y="0"/>
                  </a:lnTo>
                  <a:lnTo>
                    <a:pt x="378" y="6"/>
                  </a:lnTo>
                  <a:lnTo>
                    <a:pt x="378" y="12"/>
                  </a:lnTo>
                  <a:lnTo>
                    <a:pt x="366" y="24"/>
                  </a:lnTo>
                  <a:lnTo>
                    <a:pt x="348" y="24"/>
                  </a:lnTo>
                  <a:lnTo>
                    <a:pt x="342" y="18"/>
                  </a:lnTo>
                  <a:lnTo>
                    <a:pt x="336" y="30"/>
                  </a:lnTo>
                  <a:lnTo>
                    <a:pt x="312" y="24"/>
                  </a:lnTo>
                  <a:lnTo>
                    <a:pt x="312" y="30"/>
                  </a:lnTo>
                  <a:lnTo>
                    <a:pt x="300" y="42"/>
                  </a:lnTo>
                  <a:lnTo>
                    <a:pt x="288" y="42"/>
                  </a:lnTo>
                  <a:lnTo>
                    <a:pt x="264" y="18"/>
                  </a:lnTo>
                  <a:lnTo>
                    <a:pt x="258" y="18"/>
                  </a:lnTo>
                  <a:lnTo>
                    <a:pt x="246" y="24"/>
                  </a:lnTo>
                  <a:lnTo>
                    <a:pt x="240" y="24"/>
                  </a:lnTo>
                  <a:lnTo>
                    <a:pt x="228" y="30"/>
                  </a:lnTo>
                  <a:lnTo>
                    <a:pt x="222" y="24"/>
                  </a:lnTo>
                  <a:lnTo>
                    <a:pt x="198" y="24"/>
                  </a:lnTo>
                  <a:lnTo>
                    <a:pt x="192" y="18"/>
                  </a:lnTo>
                  <a:lnTo>
                    <a:pt x="168" y="18"/>
                  </a:lnTo>
                  <a:lnTo>
                    <a:pt x="150" y="36"/>
                  </a:lnTo>
                  <a:lnTo>
                    <a:pt x="120" y="36"/>
                  </a:lnTo>
                  <a:lnTo>
                    <a:pt x="108" y="48"/>
                  </a:lnTo>
                  <a:lnTo>
                    <a:pt x="108" y="90"/>
                  </a:lnTo>
                  <a:lnTo>
                    <a:pt x="90" y="108"/>
                  </a:lnTo>
                  <a:lnTo>
                    <a:pt x="78" y="114"/>
                  </a:lnTo>
                  <a:lnTo>
                    <a:pt x="72" y="120"/>
                  </a:lnTo>
                  <a:lnTo>
                    <a:pt x="72" y="138"/>
                  </a:lnTo>
                  <a:lnTo>
                    <a:pt x="66" y="144"/>
                  </a:lnTo>
                  <a:lnTo>
                    <a:pt x="54" y="150"/>
                  </a:lnTo>
                  <a:lnTo>
                    <a:pt x="48" y="156"/>
                  </a:lnTo>
                  <a:lnTo>
                    <a:pt x="30" y="150"/>
                  </a:lnTo>
                  <a:lnTo>
                    <a:pt x="30" y="168"/>
                  </a:lnTo>
                  <a:lnTo>
                    <a:pt x="0" y="174"/>
                  </a:lnTo>
                  <a:lnTo>
                    <a:pt x="6" y="174"/>
                  </a:lnTo>
                  <a:lnTo>
                    <a:pt x="30" y="192"/>
                  </a:lnTo>
                  <a:lnTo>
                    <a:pt x="36" y="192"/>
                  </a:lnTo>
                  <a:lnTo>
                    <a:pt x="48" y="228"/>
                  </a:lnTo>
                  <a:lnTo>
                    <a:pt x="54" y="234"/>
                  </a:lnTo>
                  <a:lnTo>
                    <a:pt x="60" y="234"/>
                  </a:lnTo>
                  <a:lnTo>
                    <a:pt x="66" y="228"/>
                  </a:lnTo>
                  <a:lnTo>
                    <a:pt x="72" y="228"/>
                  </a:lnTo>
                  <a:lnTo>
                    <a:pt x="84" y="234"/>
                  </a:lnTo>
                  <a:lnTo>
                    <a:pt x="84" y="252"/>
                  </a:lnTo>
                  <a:lnTo>
                    <a:pt x="78" y="258"/>
                  </a:lnTo>
                  <a:lnTo>
                    <a:pt x="90" y="276"/>
                  </a:lnTo>
                  <a:lnTo>
                    <a:pt x="114" y="282"/>
                  </a:lnTo>
                  <a:lnTo>
                    <a:pt x="120" y="288"/>
                  </a:lnTo>
                  <a:lnTo>
                    <a:pt x="144" y="282"/>
                  </a:lnTo>
                  <a:lnTo>
                    <a:pt x="168" y="288"/>
                  </a:lnTo>
                  <a:lnTo>
                    <a:pt x="162" y="294"/>
                  </a:lnTo>
                  <a:lnTo>
                    <a:pt x="156" y="306"/>
                  </a:lnTo>
                  <a:lnTo>
                    <a:pt x="162" y="312"/>
                  </a:lnTo>
                  <a:lnTo>
                    <a:pt x="162" y="324"/>
                  </a:lnTo>
                  <a:lnTo>
                    <a:pt x="186" y="324"/>
                  </a:lnTo>
                  <a:lnTo>
                    <a:pt x="192" y="330"/>
                  </a:lnTo>
                  <a:lnTo>
                    <a:pt x="186" y="336"/>
                  </a:lnTo>
                  <a:lnTo>
                    <a:pt x="186" y="342"/>
                  </a:lnTo>
                  <a:lnTo>
                    <a:pt x="180" y="348"/>
                  </a:lnTo>
                  <a:lnTo>
                    <a:pt x="186" y="354"/>
                  </a:lnTo>
                  <a:lnTo>
                    <a:pt x="204" y="354"/>
                  </a:lnTo>
                  <a:lnTo>
                    <a:pt x="216" y="342"/>
                  </a:lnTo>
                  <a:lnTo>
                    <a:pt x="240" y="354"/>
                  </a:lnTo>
                  <a:lnTo>
                    <a:pt x="252" y="354"/>
                  </a:lnTo>
                  <a:lnTo>
                    <a:pt x="258" y="360"/>
                  </a:lnTo>
                  <a:lnTo>
                    <a:pt x="282" y="360"/>
                  </a:lnTo>
                  <a:lnTo>
                    <a:pt x="288" y="354"/>
                  </a:lnTo>
                  <a:lnTo>
                    <a:pt x="288" y="348"/>
                  </a:lnTo>
                  <a:lnTo>
                    <a:pt x="306" y="354"/>
                  </a:lnTo>
                  <a:lnTo>
                    <a:pt x="330" y="354"/>
                  </a:lnTo>
                  <a:lnTo>
                    <a:pt x="336" y="360"/>
                  </a:lnTo>
                  <a:lnTo>
                    <a:pt x="348" y="366"/>
                  </a:lnTo>
                  <a:lnTo>
                    <a:pt x="366" y="366"/>
                  </a:lnTo>
                  <a:lnTo>
                    <a:pt x="372" y="360"/>
                  </a:lnTo>
                  <a:lnTo>
                    <a:pt x="372" y="348"/>
                  </a:lnTo>
                  <a:lnTo>
                    <a:pt x="378" y="342"/>
                  </a:lnTo>
                  <a:lnTo>
                    <a:pt x="384" y="342"/>
                  </a:lnTo>
                  <a:lnTo>
                    <a:pt x="396" y="336"/>
                  </a:lnTo>
                  <a:lnTo>
                    <a:pt x="402" y="336"/>
                  </a:lnTo>
                  <a:lnTo>
                    <a:pt x="402" y="330"/>
                  </a:lnTo>
                  <a:lnTo>
                    <a:pt x="432" y="336"/>
                  </a:lnTo>
                  <a:lnTo>
                    <a:pt x="432" y="324"/>
                  </a:lnTo>
                  <a:lnTo>
                    <a:pt x="438" y="324"/>
                  </a:lnTo>
                  <a:lnTo>
                    <a:pt x="450" y="330"/>
                  </a:lnTo>
                  <a:lnTo>
                    <a:pt x="462" y="330"/>
                  </a:lnTo>
                  <a:lnTo>
                    <a:pt x="474" y="336"/>
                  </a:lnTo>
                  <a:lnTo>
                    <a:pt x="498" y="336"/>
                  </a:lnTo>
                  <a:lnTo>
                    <a:pt x="516" y="35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50" name="Qatar" descr="© INSCALE GmbH, 05.05.2010&#10;http://www.presentationload.com/">
              <a:extLst>
                <a:ext uri="{FF2B5EF4-FFF2-40B4-BE49-F238E27FC236}">
                  <a16:creationId xmlns:a16="http://schemas.microsoft.com/office/drawing/2014/main" id="{9071D4A1-7D12-4232-8AD7-2B0520000617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905502" y="2307123"/>
              <a:ext cx="21972" cy="47525"/>
            </a:xfrm>
            <a:custGeom>
              <a:avLst/>
              <a:gdLst>
                <a:gd name="T0" fmla="*/ 2147483647 w 66"/>
                <a:gd name="T1" fmla="*/ 2147483647 h 144"/>
                <a:gd name="T2" fmla="*/ 2147483647 w 66"/>
                <a:gd name="T3" fmla="*/ 2147483647 h 144"/>
                <a:gd name="T4" fmla="*/ 2147483647 w 66"/>
                <a:gd name="T5" fmla="*/ 2147483647 h 144"/>
                <a:gd name="T6" fmla="*/ 2147483647 w 66"/>
                <a:gd name="T7" fmla="*/ 2147483647 h 144"/>
                <a:gd name="T8" fmla="*/ 2147483647 w 66"/>
                <a:gd name="T9" fmla="*/ 2147483647 h 144"/>
                <a:gd name="T10" fmla="*/ 2147483647 w 66"/>
                <a:gd name="T11" fmla="*/ 2147483647 h 144"/>
                <a:gd name="T12" fmla="*/ 2147483647 w 66"/>
                <a:gd name="T13" fmla="*/ 2147483647 h 144"/>
                <a:gd name="T14" fmla="*/ 2147483647 w 66"/>
                <a:gd name="T15" fmla="*/ 2147483647 h 144"/>
                <a:gd name="T16" fmla="*/ 2147483647 w 66"/>
                <a:gd name="T17" fmla="*/ 2147483647 h 144"/>
                <a:gd name="T18" fmla="*/ 2147483647 w 66"/>
                <a:gd name="T19" fmla="*/ 0 h 144"/>
                <a:gd name="T20" fmla="*/ 2147483647 w 66"/>
                <a:gd name="T21" fmla="*/ 0 h 144"/>
                <a:gd name="T22" fmla="*/ 2147483647 w 66"/>
                <a:gd name="T23" fmla="*/ 2147483647 h 144"/>
                <a:gd name="T24" fmla="*/ 2147483647 w 66"/>
                <a:gd name="T25" fmla="*/ 2147483647 h 144"/>
                <a:gd name="T26" fmla="*/ 2147483647 w 66"/>
                <a:gd name="T27" fmla="*/ 2147483647 h 144"/>
                <a:gd name="T28" fmla="*/ 2147483647 w 66"/>
                <a:gd name="T29" fmla="*/ 2147483647 h 144"/>
                <a:gd name="T30" fmla="*/ 0 w 66"/>
                <a:gd name="T31" fmla="*/ 2147483647 h 144"/>
                <a:gd name="T32" fmla="*/ 2147483647 w 66"/>
                <a:gd name="T33" fmla="*/ 2147483647 h 144"/>
                <a:gd name="T34" fmla="*/ 2147483647 w 66"/>
                <a:gd name="T35" fmla="*/ 2147483647 h 14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6"/>
                <a:gd name="T55" fmla="*/ 0 h 144"/>
                <a:gd name="T56" fmla="*/ 66 w 66"/>
                <a:gd name="T57" fmla="*/ 144 h 144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6" h="144">
                  <a:moveTo>
                    <a:pt x="24" y="132"/>
                  </a:moveTo>
                  <a:lnTo>
                    <a:pt x="36" y="144"/>
                  </a:lnTo>
                  <a:lnTo>
                    <a:pt x="48" y="132"/>
                  </a:lnTo>
                  <a:lnTo>
                    <a:pt x="54" y="114"/>
                  </a:lnTo>
                  <a:lnTo>
                    <a:pt x="60" y="102"/>
                  </a:lnTo>
                  <a:lnTo>
                    <a:pt x="66" y="84"/>
                  </a:lnTo>
                  <a:lnTo>
                    <a:pt x="66" y="30"/>
                  </a:lnTo>
                  <a:lnTo>
                    <a:pt x="54" y="18"/>
                  </a:lnTo>
                  <a:lnTo>
                    <a:pt x="48" y="6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24" y="6"/>
                  </a:lnTo>
                  <a:lnTo>
                    <a:pt x="18" y="18"/>
                  </a:lnTo>
                  <a:lnTo>
                    <a:pt x="12" y="36"/>
                  </a:lnTo>
                  <a:lnTo>
                    <a:pt x="12" y="108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24" y="13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51" name="Puerto Rico" descr="© INSCALE GmbH, 05.05.2010&#10;http://www.presentationload.com/">
              <a:extLst>
                <a:ext uri="{FF2B5EF4-FFF2-40B4-BE49-F238E27FC236}">
                  <a16:creationId xmlns:a16="http://schemas.microsoft.com/office/drawing/2014/main" id="{E3EF3893-1D12-4DEB-89EC-380351F54EA1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179794" y="2515204"/>
              <a:ext cx="45235" cy="19267"/>
            </a:xfrm>
            <a:custGeom>
              <a:avLst/>
              <a:gdLst>
                <a:gd name="T0" fmla="*/ 2147483647 w 138"/>
                <a:gd name="T1" fmla="*/ 2147483647 h 60"/>
                <a:gd name="T2" fmla="*/ 2147483647 w 138"/>
                <a:gd name="T3" fmla="*/ 2147483647 h 60"/>
                <a:gd name="T4" fmla="*/ 2147483647 w 138"/>
                <a:gd name="T5" fmla="*/ 0 h 60"/>
                <a:gd name="T6" fmla="*/ 2147483647 w 138"/>
                <a:gd name="T7" fmla="*/ 0 h 60"/>
                <a:gd name="T8" fmla="*/ 2147483647 w 138"/>
                <a:gd name="T9" fmla="*/ 2147483647 h 60"/>
                <a:gd name="T10" fmla="*/ 0 w 138"/>
                <a:gd name="T11" fmla="*/ 2147483647 h 60"/>
                <a:gd name="T12" fmla="*/ 0 w 138"/>
                <a:gd name="T13" fmla="*/ 2147483647 h 60"/>
                <a:gd name="T14" fmla="*/ 2147483647 w 138"/>
                <a:gd name="T15" fmla="*/ 2147483647 h 60"/>
                <a:gd name="T16" fmla="*/ 2147483647 w 138"/>
                <a:gd name="T17" fmla="*/ 2147483647 h 60"/>
                <a:gd name="T18" fmla="*/ 2147483647 w 138"/>
                <a:gd name="T19" fmla="*/ 2147483647 h 60"/>
                <a:gd name="T20" fmla="*/ 2147483647 w 138"/>
                <a:gd name="T21" fmla="*/ 2147483647 h 60"/>
                <a:gd name="T22" fmla="*/ 2147483647 w 138"/>
                <a:gd name="T23" fmla="*/ 2147483647 h 60"/>
                <a:gd name="T24" fmla="*/ 2147483647 w 138"/>
                <a:gd name="T25" fmla="*/ 2147483647 h 60"/>
                <a:gd name="T26" fmla="*/ 2147483647 w 138"/>
                <a:gd name="T27" fmla="*/ 2147483647 h 60"/>
                <a:gd name="T28" fmla="*/ 2147483647 w 138"/>
                <a:gd name="T29" fmla="*/ 2147483647 h 60"/>
                <a:gd name="T30" fmla="*/ 2147483647 w 138"/>
                <a:gd name="T31" fmla="*/ 2147483647 h 60"/>
                <a:gd name="T32" fmla="*/ 2147483647 w 138"/>
                <a:gd name="T33" fmla="*/ 2147483647 h 60"/>
                <a:gd name="T34" fmla="*/ 2147483647 w 138"/>
                <a:gd name="T35" fmla="*/ 2147483647 h 6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38"/>
                <a:gd name="T55" fmla="*/ 0 h 60"/>
                <a:gd name="T56" fmla="*/ 138 w 138"/>
                <a:gd name="T57" fmla="*/ 60 h 60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38" h="60">
                  <a:moveTo>
                    <a:pt x="84" y="12"/>
                  </a:moveTo>
                  <a:lnTo>
                    <a:pt x="72" y="12"/>
                  </a:lnTo>
                  <a:lnTo>
                    <a:pt x="36" y="0"/>
                  </a:lnTo>
                  <a:lnTo>
                    <a:pt x="12" y="0"/>
                  </a:lnTo>
                  <a:lnTo>
                    <a:pt x="6" y="12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36" y="60"/>
                  </a:lnTo>
                  <a:lnTo>
                    <a:pt x="48" y="48"/>
                  </a:lnTo>
                  <a:lnTo>
                    <a:pt x="102" y="48"/>
                  </a:lnTo>
                  <a:lnTo>
                    <a:pt x="120" y="36"/>
                  </a:lnTo>
                  <a:lnTo>
                    <a:pt x="132" y="30"/>
                  </a:lnTo>
                  <a:lnTo>
                    <a:pt x="138" y="18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114" y="6"/>
                  </a:lnTo>
                  <a:lnTo>
                    <a:pt x="102" y="12"/>
                  </a:lnTo>
                  <a:lnTo>
                    <a:pt x="84" y="1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52" name="Portugal" descr="© INSCALE GmbH, 05.05.2010&#10;http://www.presentationload.com/">
              <a:extLst>
                <a:ext uri="{FF2B5EF4-FFF2-40B4-BE49-F238E27FC236}">
                  <a16:creationId xmlns:a16="http://schemas.microsoft.com/office/drawing/2014/main" id="{4FD80419-640C-4C4A-AC38-9C03E4C8E627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543294" y="1888395"/>
              <a:ext cx="74961" cy="134867"/>
            </a:xfrm>
            <a:custGeom>
              <a:avLst/>
              <a:gdLst>
                <a:gd name="T0" fmla="*/ 2147483647 w 228"/>
                <a:gd name="T1" fmla="*/ 2147483647 h 414"/>
                <a:gd name="T2" fmla="*/ 2147483647 w 228"/>
                <a:gd name="T3" fmla="*/ 2147483647 h 414"/>
                <a:gd name="T4" fmla="*/ 2147483647 w 228"/>
                <a:gd name="T5" fmla="*/ 2147483647 h 414"/>
                <a:gd name="T6" fmla="*/ 2147483647 w 228"/>
                <a:gd name="T7" fmla="*/ 2147483647 h 414"/>
                <a:gd name="T8" fmla="*/ 2147483647 w 228"/>
                <a:gd name="T9" fmla="*/ 2147483647 h 414"/>
                <a:gd name="T10" fmla="*/ 2147483647 w 228"/>
                <a:gd name="T11" fmla="*/ 2147483647 h 414"/>
                <a:gd name="T12" fmla="*/ 2147483647 w 228"/>
                <a:gd name="T13" fmla="*/ 0 h 414"/>
                <a:gd name="T14" fmla="*/ 2147483647 w 228"/>
                <a:gd name="T15" fmla="*/ 2147483647 h 414"/>
                <a:gd name="T16" fmla="*/ 2147483647 w 228"/>
                <a:gd name="T17" fmla="*/ 2147483647 h 414"/>
                <a:gd name="T18" fmla="*/ 2147483647 w 228"/>
                <a:gd name="T19" fmla="*/ 2147483647 h 414"/>
                <a:gd name="T20" fmla="*/ 2147483647 w 228"/>
                <a:gd name="T21" fmla="*/ 2147483647 h 414"/>
                <a:gd name="T22" fmla="*/ 2147483647 w 228"/>
                <a:gd name="T23" fmla="*/ 2147483647 h 414"/>
                <a:gd name="T24" fmla="*/ 2147483647 w 228"/>
                <a:gd name="T25" fmla="*/ 2147483647 h 414"/>
                <a:gd name="T26" fmla="*/ 0 w 228"/>
                <a:gd name="T27" fmla="*/ 2147483647 h 414"/>
                <a:gd name="T28" fmla="*/ 2147483647 w 228"/>
                <a:gd name="T29" fmla="*/ 2147483647 h 414"/>
                <a:gd name="T30" fmla="*/ 2147483647 w 228"/>
                <a:gd name="T31" fmla="*/ 2147483647 h 414"/>
                <a:gd name="T32" fmla="*/ 2147483647 w 228"/>
                <a:gd name="T33" fmla="*/ 2147483647 h 414"/>
                <a:gd name="T34" fmla="*/ 2147483647 w 228"/>
                <a:gd name="T35" fmla="*/ 2147483647 h 414"/>
                <a:gd name="T36" fmla="*/ 2147483647 w 228"/>
                <a:gd name="T37" fmla="*/ 2147483647 h 414"/>
                <a:gd name="T38" fmla="*/ 2147483647 w 228"/>
                <a:gd name="T39" fmla="*/ 2147483647 h 414"/>
                <a:gd name="T40" fmla="*/ 2147483647 w 228"/>
                <a:gd name="T41" fmla="*/ 2147483647 h 414"/>
                <a:gd name="T42" fmla="*/ 2147483647 w 228"/>
                <a:gd name="T43" fmla="*/ 2147483647 h 414"/>
                <a:gd name="T44" fmla="*/ 2147483647 w 228"/>
                <a:gd name="T45" fmla="*/ 2147483647 h 414"/>
                <a:gd name="T46" fmla="*/ 2147483647 w 228"/>
                <a:gd name="T47" fmla="*/ 2147483647 h 414"/>
                <a:gd name="T48" fmla="*/ 2147483647 w 228"/>
                <a:gd name="T49" fmla="*/ 2147483647 h 414"/>
                <a:gd name="T50" fmla="*/ 2147483647 w 228"/>
                <a:gd name="T51" fmla="*/ 2147483647 h 414"/>
                <a:gd name="T52" fmla="*/ 2147483647 w 228"/>
                <a:gd name="T53" fmla="*/ 2147483647 h 414"/>
                <a:gd name="T54" fmla="*/ 2147483647 w 228"/>
                <a:gd name="T55" fmla="*/ 2147483647 h 414"/>
                <a:gd name="T56" fmla="*/ 2147483647 w 228"/>
                <a:gd name="T57" fmla="*/ 2147483647 h 414"/>
                <a:gd name="T58" fmla="*/ 2147483647 w 228"/>
                <a:gd name="T59" fmla="*/ 2147483647 h 414"/>
                <a:gd name="T60" fmla="*/ 2147483647 w 228"/>
                <a:gd name="T61" fmla="*/ 2147483647 h 414"/>
                <a:gd name="T62" fmla="*/ 2147483647 w 228"/>
                <a:gd name="T63" fmla="*/ 2147483647 h 414"/>
                <a:gd name="T64" fmla="*/ 2147483647 w 228"/>
                <a:gd name="T65" fmla="*/ 2147483647 h 414"/>
                <a:gd name="T66" fmla="*/ 2147483647 w 228"/>
                <a:gd name="T67" fmla="*/ 2147483647 h 414"/>
                <a:gd name="T68" fmla="*/ 2147483647 w 228"/>
                <a:gd name="T69" fmla="*/ 2147483647 h 414"/>
                <a:gd name="T70" fmla="*/ 2147483647 w 228"/>
                <a:gd name="T71" fmla="*/ 2147483647 h 414"/>
                <a:gd name="T72" fmla="*/ 2147483647 w 228"/>
                <a:gd name="T73" fmla="*/ 2147483647 h 414"/>
                <a:gd name="T74" fmla="*/ 2147483647 w 228"/>
                <a:gd name="T75" fmla="*/ 2147483647 h 414"/>
                <a:gd name="T76" fmla="*/ 2147483647 w 228"/>
                <a:gd name="T77" fmla="*/ 2147483647 h 414"/>
                <a:gd name="T78" fmla="*/ 2147483647 w 228"/>
                <a:gd name="T79" fmla="*/ 2147483647 h 414"/>
                <a:gd name="T80" fmla="*/ 2147483647 w 228"/>
                <a:gd name="T81" fmla="*/ 2147483647 h 414"/>
                <a:gd name="T82" fmla="*/ 2147483647 w 228"/>
                <a:gd name="T83" fmla="*/ 2147483647 h 41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28"/>
                <a:gd name="T127" fmla="*/ 0 h 414"/>
                <a:gd name="T128" fmla="*/ 228 w 228"/>
                <a:gd name="T129" fmla="*/ 414 h 41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28" h="414">
                  <a:moveTo>
                    <a:pt x="210" y="30"/>
                  </a:moveTo>
                  <a:lnTo>
                    <a:pt x="210" y="12"/>
                  </a:lnTo>
                  <a:lnTo>
                    <a:pt x="156" y="12"/>
                  </a:lnTo>
                  <a:lnTo>
                    <a:pt x="156" y="18"/>
                  </a:lnTo>
                  <a:lnTo>
                    <a:pt x="150" y="24"/>
                  </a:lnTo>
                  <a:lnTo>
                    <a:pt x="138" y="24"/>
                  </a:lnTo>
                  <a:lnTo>
                    <a:pt x="132" y="18"/>
                  </a:lnTo>
                  <a:lnTo>
                    <a:pt x="114" y="18"/>
                  </a:lnTo>
                  <a:lnTo>
                    <a:pt x="108" y="24"/>
                  </a:lnTo>
                  <a:lnTo>
                    <a:pt x="96" y="24"/>
                  </a:lnTo>
                  <a:lnTo>
                    <a:pt x="96" y="18"/>
                  </a:lnTo>
                  <a:lnTo>
                    <a:pt x="102" y="18"/>
                  </a:lnTo>
                  <a:lnTo>
                    <a:pt x="114" y="6"/>
                  </a:lnTo>
                  <a:lnTo>
                    <a:pt x="114" y="0"/>
                  </a:lnTo>
                  <a:lnTo>
                    <a:pt x="90" y="0"/>
                  </a:lnTo>
                  <a:lnTo>
                    <a:pt x="66" y="12"/>
                  </a:lnTo>
                  <a:lnTo>
                    <a:pt x="60" y="18"/>
                  </a:lnTo>
                  <a:lnTo>
                    <a:pt x="60" y="36"/>
                  </a:lnTo>
                  <a:lnTo>
                    <a:pt x="66" y="60"/>
                  </a:lnTo>
                  <a:lnTo>
                    <a:pt x="66" y="78"/>
                  </a:lnTo>
                  <a:lnTo>
                    <a:pt x="60" y="108"/>
                  </a:lnTo>
                  <a:lnTo>
                    <a:pt x="48" y="138"/>
                  </a:lnTo>
                  <a:lnTo>
                    <a:pt x="30" y="174"/>
                  </a:lnTo>
                  <a:lnTo>
                    <a:pt x="12" y="222"/>
                  </a:lnTo>
                  <a:lnTo>
                    <a:pt x="6" y="234"/>
                  </a:lnTo>
                  <a:lnTo>
                    <a:pt x="6" y="240"/>
                  </a:lnTo>
                  <a:lnTo>
                    <a:pt x="0" y="252"/>
                  </a:lnTo>
                  <a:lnTo>
                    <a:pt x="0" y="264"/>
                  </a:lnTo>
                  <a:lnTo>
                    <a:pt x="18" y="282"/>
                  </a:lnTo>
                  <a:lnTo>
                    <a:pt x="30" y="288"/>
                  </a:lnTo>
                  <a:lnTo>
                    <a:pt x="42" y="342"/>
                  </a:lnTo>
                  <a:lnTo>
                    <a:pt x="42" y="348"/>
                  </a:lnTo>
                  <a:lnTo>
                    <a:pt x="36" y="354"/>
                  </a:lnTo>
                  <a:lnTo>
                    <a:pt x="36" y="366"/>
                  </a:lnTo>
                  <a:lnTo>
                    <a:pt x="30" y="384"/>
                  </a:lnTo>
                  <a:lnTo>
                    <a:pt x="24" y="396"/>
                  </a:lnTo>
                  <a:lnTo>
                    <a:pt x="24" y="408"/>
                  </a:lnTo>
                  <a:lnTo>
                    <a:pt x="48" y="408"/>
                  </a:lnTo>
                  <a:lnTo>
                    <a:pt x="60" y="402"/>
                  </a:lnTo>
                  <a:lnTo>
                    <a:pt x="72" y="402"/>
                  </a:lnTo>
                  <a:lnTo>
                    <a:pt x="84" y="414"/>
                  </a:lnTo>
                  <a:lnTo>
                    <a:pt x="96" y="414"/>
                  </a:lnTo>
                  <a:lnTo>
                    <a:pt x="108" y="408"/>
                  </a:lnTo>
                  <a:lnTo>
                    <a:pt x="114" y="402"/>
                  </a:lnTo>
                  <a:lnTo>
                    <a:pt x="120" y="402"/>
                  </a:lnTo>
                  <a:lnTo>
                    <a:pt x="126" y="396"/>
                  </a:lnTo>
                  <a:lnTo>
                    <a:pt x="126" y="348"/>
                  </a:lnTo>
                  <a:lnTo>
                    <a:pt x="132" y="342"/>
                  </a:lnTo>
                  <a:lnTo>
                    <a:pt x="138" y="330"/>
                  </a:lnTo>
                  <a:lnTo>
                    <a:pt x="150" y="330"/>
                  </a:lnTo>
                  <a:lnTo>
                    <a:pt x="162" y="318"/>
                  </a:lnTo>
                  <a:lnTo>
                    <a:pt x="162" y="312"/>
                  </a:lnTo>
                  <a:lnTo>
                    <a:pt x="150" y="312"/>
                  </a:lnTo>
                  <a:lnTo>
                    <a:pt x="144" y="306"/>
                  </a:lnTo>
                  <a:lnTo>
                    <a:pt x="138" y="294"/>
                  </a:lnTo>
                  <a:lnTo>
                    <a:pt x="138" y="288"/>
                  </a:lnTo>
                  <a:lnTo>
                    <a:pt x="132" y="282"/>
                  </a:lnTo>
                  <a:lnTo>
                    <a:pt x="132" y="276"/>
                  </a:lnTo>
                  <a:lnTo>
                    <a:pt x="144" y="264"/>
                  </a:lnTo>
                  <a:lnTo>
                    <a:pt x="156" y="258"/>
                  </a:lnTo>
                  <a:lnTo>
                    <a:pt x="168" y="246"/>
                  </a:lnTo>
                  <a:lnTo>
                    <a:pt x="168" y="240"/>
                  </a:lnTo>
                  <a:lnTo>
                    <a:pt x="156" y="234"/>
                  </a:lnTo>
                  <a:lnTo>
                    <a:pt x="150" y="228"/>
                  </a:lnTo>
                  <a:lnTo>
                    <a:pt x="150" y="216"/>
                  </a:lnTo>
                  <a:lnTo>
                    <a:pt x="126" y="192"/>
                  </a:lnTo>
                  <a:lnTo>
                    <a:pt x="162" y="192"/>
                  </a:lnTo>
                  <a:lnTo>
                    <a:pt x="174" y="180"/>
                  </a:lnTo>
                  <a:lnTo>
                    <a:pt x="174" y="168"/>
                  </a:lnTo>
                  <a:lnTo>
                    <a:pt x="168" y="162"/>
                  </a:lnTo>
                  <a:lnTo>
                    <a:pt x="168" y="150"/>
                  </a:lnTo>
                  <a:lnTo>
                    <a:pt x="174" y="144"/>
                  </a:lnTo>
                  <a:lnTo>
                    <a:pt x="180" y="144"/>
                  </a:lnTo>
                  <a:lnTo>
                    <a:pt x="180" y="126"/>
                  </a:lnTo>
                  <a:lnTo>
                    <a:pt x="186" y="108"/>
                  </a:lnTo>
                  <a:lnTo>
                    <a:pt x="186" y="96"/>
                  </a:lnTo>
                  <a:lnTo>
                    <a:pt x="180" y="90"/>
                  </a:lnTo>
                  <a:lnTo>
                    <a:pt x="174" y="90"/>
                  </a:lnTo>
                  <a:lnTo>
                    <a:pt x="174" y="84"/>
                  </a:lnTo>
                  <a:lnTo>
                    <a:pt x="180" y="78"/>
                  </a:lnTo>
                  <a:lnTo>
                    <a:pt x="204" y="66"/>
                  </a:lnTo>
                  <a:lnTo>
                    <a:pt x="228" y="42"/>
                  </a:lnTo>
                  <a:lnTo>
                    <a:pt x="228" y="36"/>
                  </a:lnTo>
                  <a:lnTo>
                    <a:pt x="216" y="30"/>
                  </a:lnTo>
                  <a:lnTo>
                    <a:pt x="210" y="3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53" name="Poland" descr="© INSCALE GmbH, 05.05.2010&#10;http://www.presentationload.com/">
              <a:extLst>
                <a:ext uri="{FF2B5EF4-FFF2-40B4-BE49-F238E27FC236}">
                  <a16:creationId xmlns:a16="http://schemas.microsoft.com/office/drawing/2014/main" id="{C9CE83E3-4C13-4355-AD3C-D1BF9A9F547F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051213" y="1560865"/>
              <a:ext cx="206788" cy="147710"/>
            </a:xfrm>
            <a:custGeom>
              <a:avLst/>
              <a:gdLst>
                <a:gd name="T0" fmla="*/ 2147483647 w 624"/>
                <a:gd name="T1" fmla="*/ 2147483647 h 450"/>
                <a:gd name="T2" fmla="*/ 2147483647 w 624"/>
                <a:gd name="T3" fmla="*/ 2147483647 h 450"/>
                <a:gd name="T4" fmla="*/ 2147483647 w 624"/>
                <a:gd name="T5" fmla="*/ 2147483647 h 450"/>
                <a:gd name="T6" fmla="*/ 2147483647 w 624"/>
                <a:gd name="T7" fmla="*/ 2147483647 h 450"/>
                <a:gd name="T8" fmla="*/ 2147483647 w 624"/>
                <a:gd name="T9" fmla="*/ 2147483647 h 450"/>
                <a:gd name="T10" fmla="*/ 2147483647 w 624"/>
                <a:gd name="T11" fmla="*/ 2147483647 h 450"/>
                <a:gd name="T12" fmla="*/ 2147483647 w 624"/>
                <a:gd name="T13" fmla="*/ 2147483647 h 450"/>
                <a:gd name="T14" fmla="*/ 2147483647 w 624"/>
                <a:gd name="T15" fmla="*/ 2147483647 h 450"/>
                <a:gd name="T16" fmla="*/ 2147483647 w 624"/>
                <a:gd name="T17" fmla="*/ 2147483647 h 450"/>
                <a:gd name="T18" fmla="*/ 2147483647 w 624"/>
                <a:gd name="T19" fmla="*/ 2147483647 h 450"/>
                <a:gd name="T20" fmla="*/ 2147483647 w 624"/>
                <a:gd name="T21" fmla="*/ 2147483647 h 450"/>
                <a:gd name="T22" fmla="*/ 2147483647 w 624"/>
                <a:gd name="T23" fmla="*/ 2147483647 h 450"/>
                <a:gd name="T24" fmla="*/ 2147483647 w 624"/>
                <a:gd name="T25" fmla="*/ 2147483647 h 450"/>
                <a:gd name="T26" fmla="*/ 2147483647 w 624"/>
                <a:gd name="T27" fmla="*/ 2147483647 h 450"/>
                <a:gd name="T28" fmla="*/ 2147483647 w 624"/>
                <a:gd name="T29" fmla="*/ 2147483647 h 450"/>
                <a:gd name="T30" fmla="*/ 2147483647 w 624"/>
                <a:gd name="T31" fmla="*/ 2147483647 h 450"/>
                <a:gd name="T32" fmla="*/ 2147483647 w 624"/>
                <a:gd name="T33" fmla="*/ 2147483647 h 450"/>
                <a:gd name="T34" fmla="*/ 2147483647 w 624"/>
                <a:gd name="T35" fmla="*/ 2147483647 h 450"/>
                <a:gd name="T36" fmla="*/ 2147483647 w 624"/>
                <a:gd name="T37" fmla="*/ 2147483647 h 450"/>
                <a:gd name="T38" fmla="*/ 2147483647 w 624"/>
                <a:gd name="T39" fmla="*/ 2147483647 h 450"/>
                <a:gd name="T40" fmla="*/ 2147483647 w 624"/>
                <a:gd name="T41" fmla="*/ 2147483647 h 450"/>
                <a:gd name="T42" fmla="*/ 2147483647 w 624"/>
                <a:gd name="T43" fmla="*/ 2147483647 h 450"/>
                <a:gd name="T44" fmla="*/ 2147483647 w 624"/>
                <a:gd name="T45" fmla="*/ 2147483647 h 450"/>
                <a:gd name="T46" fmla="*/ 2147483647 w 624"/>
                <a:gd name="T47" fmla="*/ 2147483647 h 450"/>
                <a:gd name="T48" fmla="*/ 2147483647 w 624"/>
                <a:gd name="T49" fmla="*/ 2147483647 h 450"/>
                <a:gd name="T50" fmla="*/ 2147483647 w 624"/>
                <a:gd name="T51" fmla="*/ 2147483647 h 450"/>
                <a:gd name="T52" fmla="*/ 2147483647 w 624"/>
                <a:gd name="T53" fmla="*/ 2147483647 h 450"/>
                <a:gd name="T54" fmla="*/ 2147483647 w 624"/>
                <a:gd name="T55" fmla="*/ 2147483647 h 450"/>
                <a:gd name="T56" fmla="*/ 2147483647 w 624"/>
                <a:gd name="T57" fmla="*/ 2147483647 h 450"/>
                <a:gd name="T58" fmla="*/ 0 w 624"/>
                <a:gd name="T59" fmla="*/ 2147483647 h 450"/>
                <a:gd name="T60" fmla="*/ 2147483647 w 624"/>
                <a:gd name="T61" fmla="*/ 2147483647 h 450"/>
                <a:gd name="T62" fmla="*/ 2147483647 w 624"/>
                <a:gd name="T63" fmla="*/ 2147483647 h 450"/>
                <a:gd name="T64" fmla="*/ 2147483647 w 624"/>
                <a:gd name="T65" fmla="*/ 2147483647 h 450"/>
                <a:gd name="T66" fmla="*/ 2147483647 w 624"/>
                <a:gd name="T67" fmla="*/ 2147483647 h 450"/>
                <a:gd name="T68" fmla="*/ 2147483647 w 624"/>
                <a:gd name="T69" fmla="*/ 2147483647 h 450"/>
                <a:gd name="T70" fmla="*/ 2147483647 w 624"/>
                <a:gd name="T71" fmla="*/ 2147483647 h 450"/>
                <a:gd name="T72" fmla="*/ 2147483647 w 624"/>
                <a:gd name="T73" fmla="*/ 2147483647 h 450"/>
                <a:gd name="T74" fmla="*/ 2147483647 w 624"/>
                <a:gd name="T75" fmla="*/ 2147483647 h 450"/>
                <a:gd name="T76" fmla="*/ 2147483647 w 624"/>
                <a:gd name="T77" fmla="*/ 2147483647 h 450"/>
                <a:gd name="T78" fmla="*/ 2147483647 w 624"/>
                <a:gd name="T79" fmla="*/ 2147483647 h 450"/>
                <a:gd name="T80" fmla="*/ 2147483647 w 624"/>
                <a:gd name="T81" fmla="*/ 2147483647 h 450"/>
                <a:gd name="T82" fmla="*/ 2147483647 w 624"/>
                <a:gd name="T83" fmla="*/ 2147483647 h 450"/>
                <a:gd name="T84" fmla="*/ 2147483647 w 624"/>
                <a:gd name="T85" fmla="*/ 2147483647 h 450"/>
                <a:gd name="T86" fmla="*/ 2147483647 w 624"/>
                <a:gd name="T87" fmla="*/ 2147483647 h 450"/>
                <a:gd name="T88" fmla="*/ 2147483647 w 624"/>
                <a:gd name="T89" fmla="*/ 2147483647 h 450"/>
                <a:gd name="T90" fmla="*/ 2147483647 w 624"/>
                <a:gd name="T91" fmla="*/ 2147483647 h 450"/>
                <a:gd name="T92" fmla="*/ 2147483647 w 624"/>
                <a:gd name="T93" fmla="*/ 2147483647 h 450"/>
                <a:gd name="T94" fmla="*/ 2147483647 w 624"/>
                <a:gd name="T95" fmla="*/ 2147483647 h 450"/>
                <a:gd name="T96" fmla="*/ 2147483647 w 624"/>
                <a:gd name="T97" fmla="*/ 2147483647 h 450"/>
                <a:gd name="T98" fmla="*/ 2147483647 w 624"/>
                <a:gd name="T99" fmla="*/ 2147483647 h 450"/>
                <a:gd name="T100" fmla="*/ 2147483647 w 624"/>
                <a:gd name="T101" fmla="*/ 2147483647 h 450"/>
                <a:gd name="T102" fmla="*/ 2147483647 w 624"/>
                <a:gd name="T103" fmla="*/ 2147483647 h 450"/>
                <a:gd name="T104" fmla="*/ 2147483647 w 624"/>
                <a:gd name="T105" fmla="*/ 2147483647 h 450"/>
                <a:gd name="T106" fmla="*/ 2147483647 w 624"/>
                <a:gd name="T107" fmla="*/ 2147483647 h 45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624"/>
                <a:gd name="T163" fmla="*/ 0 h 450"/>
                <a:gd name="T164" fmla="*/ 624 w 624"/>
                <a:gd name="T165" fmla="*/ 450 h 45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624" h="450">
                  <a:moveTo>
                    <a:pt x="426" y="426"/>
                  </a:moveTo>
                  <a:lnTo>
                    <a:pt x="432" y="426"/>
                  </a:lnTo>
                  <a:lnTo>
                    <a:pt x="444" y="420"/>
                  </a:lnTo>
                  <a:lnTo>
                    <a:pt x="450" y="414"/>
                  </a:lnTo>
                  <a:lnTo>
                    <a:pt x="474" y="414"/>
                  </a:lnTo>
                  <a:lnTo>
                    <a:pt x="498" y="438"/>
                  </a:lnTo>
                  <a:lnTo>
                    <a:pt x="528" y="438"/>
                  </a:lnTo>
                  <a:lnTo>
                    <a:pt x="528" y="450"/>
                  </a:lnTo>
                  <a:lnTo>
                    <a:pt x="552" y="450"/>
                  </a:lnTo>
                  <a:lnTo>
                    <a:pt x="540" y="438"/>
                  </a:lnTo>
                  <a:lnTo>
                    <a:pt x="540" y="396"/>
                  </a:lnTo>
                  <a:lnTo>
                    <a:pt x="594" y="348"/>
                  </a:lnTo>
                  <a:lnTo>
                    <a:pt x="606" y="348"/>
                  </a:lnTo>
                  <a:lnTo>
                    <a:pt x="612" y="342"/>
                  </a:lnTo>
                  <a:lnTo>
                    <a:pt x="618" y="342"/>
                  </a:lnTo>
                  <a:lnTo>
                    <a:pt x="624" y="336"/>
                  </a:lnTo>
                  <a:lnTo>
                    <a:pt x="618" y="330"/>
                  </a:lnTo>
                  <a:lnTo>
                    <a:pt x="618" y="324"/>
                  </a:lnTo>
                  <a:lnTo>
                    <a:pt x="612" y="318"/>
                  </a:lnTo>
                  <a:lnTo>
                    <a:pt x="618" y="306"/>
                  </a:lnTo>
                  <a:lnTo>
                    <a:pt x="612" y="300"/>
                  </a:lnTo>
                  <a:lnTo>
                    <a:pt x="600" y="294"/>
                  </a:lnTo>
                  <a:lnTo>
                    <a:pt x="600" y="288"/>
                  </a:lnTo>
                  <a:lnTo>
                    <a:pt x="582" y="270"/>
                  </a:lnTo>
                  <a:lnTo>
                    <a:pt x="576" y="252"/>
                  </a:lnTo>
                  <a:lnTo>
                    <a:pt x="582" y="252"/>
                  </a:lnTo>
                  <a:lnTo>
                    <a:pt x="576" y="240"/>
                  </a:lnTo>
                  <a:lnTo>
                    <a:pt x="576" y="210"/>
                  </a:lnTo>
                  <a:lnTo>
                    <a:pt x="564" y="198"/>
                  </a:lnTo>
                  <a:lnTo>
                    <a:pt x="558" y="198"/>
                  </a:lnTo>
                  <a:lnTo>
                    <a:pt x="552" y="192"/>
                  </a:lnTo>
                  <a:lnTo>
                    <a:pt x="552" y="186"/>
                  </a:lnTo>
                  <a:lnTo>
                    <a:pt x="564" y="186"/>
                  </a:lnTo>
                  <a:lnTo>
                    <a:pt x="564" y="168"/>
                  </a:lnTo>
                  <a:lnTo>
                    <a:pt x="588" y="162"/>
                  </a:lnTo>
                  <a:lnTo>
                    <a:pt x="588" y="150"/>
                  </a:lnTo>
                  <a:lnTo>
                    <a:pt x="594" y="144"/>
                  </a:lnTo>
                  <a:lnTo>
                    <a:pt x="594" y="138"/>
                  </a:lnTo>
                  <a:lnTo>
                    <a:pt x="588" y="132"/>
                  </a:lnTo>
                  <a:lnTo>
                    <a:pt x="576" y="108"/>
                  </a:lnTo>
                  <a:lnTo>
                    <a:pt x="570" y="102"/>
                  </a:lnTo>
                  <a:lnTo>
                    <a:pt x="570" y="90"/>
                  </a:lnTo>
                  <a:lnTo>
                    <a:pt x="564" y="84"/>
                  </a:lnTo>
                  <a:lnTo>
                    <a:pt x="558" y="72"/>
                  </a:lnTo>
                  <a:lnTo>
                    <a:pt x="558" y="48"/>
                  </a:lnTo>
                  <a:lnTo>
                    <a:pt x="546" y="42"/>
                  </a:lnTo>
                  <a:lnTo>
                    <a:pt x="540" y="42"/>
                  </a:lnTo>
                  <a:lnTo>
                    <a:pt x="522" y="36"/>
                  </a:lnTo>
                  <a:lnTo>
                    <a:pt x="498" y="36"/>
                  </a:lnTo>
                  <a:lnTo>
                    <a:pt x="498" y="42"/>
                  </a:lnTo>
                  <a:lnTo>
                    <a:pt x="408" y="42"/>
                  </a:lnTo>
                  <a:lnTo>
                    <a:pt x="402" y="36"/>
                  </a:lnTo>
                  <a:lnTo>
                    <a:pt x="390" y="36"/>
                  </a:lnTo>
                  <a:lnTo>
                    <a:pt x="384" y="30"/>
                  </a:lnTo>
                  <a:lnTo>
                    <a:pt x="360" y="30"/>
                  </a:lnTo>
                  <a:lnTo>
                    <a:pt x="354" y="36"/>
                  </a:lnTo>
                  <a:lnTo>
                    <a:pt x="348" y="36"/>
                  </a:lnTo>
                  <a:lnTo>
                    <a:pt x="342" y="30"/>
                  </a:lnTo>
                  <a:lnTo>
                    <a:pt x="312" y="30"/>
                  </a:lnTo>
                  <a:lnTo>
                    <a:pt x="300" y="36"/>
                  </a:lnTo>
                  <a:lnTo>
                    <a:pt x="282" y="36"/>
                  </a:lnTo>
                  <a:lnTo>
                    <a:pt x="276" y="30"/>
                  </a:lnTo>
                  <a:lnTo>
                    <a:pt x="270" y="18"/>
                  </a:lnTo>
                  <a:lnTo>
                    <a:pt x="264" y="12"/>
                  </a:lnTo>
                  <a:lnTo>
                    <a:pt x="264" y="6"/>
                  </a:lnTo>
                  <a:lnTo>
                    <a:pt x="258" y="6"/>
                  </a:lnTo>
                  <a:lnTo>
                    <a:pt x="252" y="0"/>
                  </a:lnTo>
                  <a:lnTo>
                    <a:pt x="210" y="0"/>
                  </a:lnTo>
                  <a:lnTo>
                    <a:pt x="192" y="6"/>
                  </a:lnTo>
                  <a:lnTo>
                    <a:pt x="180" y="12"/>
                  </a:lnTo>
                  <a:lnTo>
                    <a:pt x="162" y="12"/>
                  </a:lnTo>
                  <a:lnTo>
                    <a:pt x="150" y="18"/>
                  </a:lnTo>
                  <a:lnTo>
                    <a:pt x="144" y="24"/>
                  </a:lnTo>
                  <a:lnTo>
                    <a:pt x="138" y="24"/>
                  </a:lnTo>
                  <a:lnTo>
                    <a:pt x="120" y="42"/>
                  </a:lnTo>
                  <a:lnTo>
                    <a:pt x="60" y="48"/>
                  </a:lnTo>
                  <a:lnTo>
                    <a:pt x="54" y="48"/>
                  </a:lnTo>
                  <a:lnTo>
                    <a:pt x="48" y="54"/>
                  </a:lnTo>
                  <a:lnTo>
                    <a:pt x="24" y="66"/>
                  </a:lnTo>
                  <a:lnTo>
                    <a:pt x="18" y="66"/>
                  </a:lnTo>
                  <a:lnTo>
                    <a:pt x="12" y="72"/>
                  </a:lnTo>
                  <a:lnTo>
                    <a:pt x="18" y="78"/>
                  </a:lnTo>
                  <a:lnTo>
                    <a:pt x="18" y="96"/>
                  </a:lnTo>
                  <a:lnTo>
                    <a:pt x="6" y="90"/>
                  </a:lnTo>
                  <a:lnTo>
                    <a:pt x="6" y="108"/>
                  </a:lnTo>
                  <a:lnTo>
                    <a:pt x="12" y="108"/>
                  </a:lnTo>
                  <a:lnTo>
                    <a:pt x="18" y="114"/>
                  </a:lnTo>
                  <a:lnTo>
                    <a:pt x="18" y="132"/>
                  </a:lnTo>
                  <a:lnTo>
                    <a:pt x="6" y="144"/>
                  </a:lnTo>
                  <a:lnTo>
                    <a:pt x="0" y="144"/>
                  </a:lnTo>
                  <a:lnTo>
                    <a:pt x="0" y="156"/>
                  </a:lnTo>
                  <a:lnTo>
                    <a:pt x="6" y="162"/>
                  </a:lnTo>
                  <a:lnTo>
                    <a:pt x="12" y="162"/>
                  </a:lnTo>
                  <a:lnTo>
                    <a:pt x="18" y="168"/>
                  </a:lnTo>
                  <a:lnTo>
                    <a:pt x="30" y="168"/>
                  </a:lnTo>
                  <a:lnTo>
                    <a:pt x="30" y="186"/>
                  </a:lnTo>
                  <a:lnTo>
                    <a:pt x="24" y="186"/>
                  </a:lnTo>
                  <a:lnTo>
                    <a:pt x="24" y="198"/>
                  </a:lnTo>
                  <a:lnTo>
                    <a:pt x="36" y="198"/>
                  </a:lnTo>
                  <a:lnTo>
                    <a:pt x="36" y="204"/>
                  </a:lnTo>
                  <a:lnTo>
                    <a:pt x="30" y="210"/>
                  </a:lnTo>
                  <a:lnTo>
                    <a:pt x="36" y="210"/>
                  </a:lnTo>
                  <a:lnTo>
                    <a:pt x="42" y="216"/>
                  </a:lnTo>
                  <a:lnTo>
                    <a:pt x="36" y="222"/>
                  </a:lnTo>
                  <a:lnTo>
                    <a:pt x="24" y="228"/>
                  </a:lnTo>
                  <a:lnTo>
                    <a:pt x="24" y="234"/>
                  </a:lnTo>
                  <a:lnTo>
                    <a:pt x="30" y="240"/>
                  </a:lnTo>
                  <a:lnTo>
                    <a:pt x="36" y="240"/>
                  </a:lnTo>
                  <a:lnTo>
                    <a:pt x="42" y="246"/>
                  </a:lnTo>
                  <a:lnTo>
                    <a:pt x="42" y="264"/>
                  </a:lnTo>
                  <a:lnTo>
                    <a:pt x="48" y="258"/>
                  </a:lnTo>
                  <a:lnTo>
                    <a:pt x="54" y="258"/>
                  </a:lnTo>
                  <a:lnTo>
                    <a:pt x="54" y="270"/>
                  </a:lnTo>
                  <a:lnTo>
                    <a:pt x="48" y="276"/>
                  </a:lnTo>
                  <a:lnTo>
                    <a:pt x="60" y="276"/>
                  </a:lnTo>
                  <a:lnTo>
                    <a:pt x="60" y="282"/>
                  </a:lnTo>
                  <a:lnTo>
                    <a:pt x="54" y="282"/>
                  </a:lnTo>
                  <a:lnTo>
                    <a:pt x="54" y="294"/>
                  </a:lnTo>
                  <a:lnTo>
                    <a:pt x="72" y="294"/>
                  </a:lnTo>
                  <a:lnTo>
                    <a:pt x="78" y="312"/>
                  </a:lnTo>
                  <a:lnTo>
                    <a:pt x="96" y="312"/>
                  </a:lnTo>
                  <a:lnTo>
                    <a:pt x="108" y="318"/>
                  </a:lnTo>
                  <a:lnTo>
                    <a:pt x="114" y="318"/>
                  </a:lnTo>
                  <a:lnTo>
                    <a:pt x="114" y="324"/>
                  </a:lnTo>
                  <a:lnTo>
                    <a:pt x="138" y="324"/>
                  </a:lnTo>
                  <a:lnTo>
                    <a:pt x="144" y="330"/>
                  </a:lnTo>
                  <a:lnTo>
                    <a:pt x="132" y="336"/>
                  </a:lnTo>
                  <a:lnTo>
                    <a:pt x="144" y="342"/>
                  </a:lnTo>
                  <a:lnTo>
                    <a:pt x="144" y="354"/>
                  </a:lnTo>
                  <a:lnTo>
                    <a:pt x="150" y="354"/>
                  </a:lnTo>
                  <a:lnTo>
                    <a:pt x="156" y="360"/>
                  </a:lnTo>
                  <a:lnTo>
                    <a:pt x="174" y="360"/>
                  </a:lnTo>
                  <a:lnTo>
                    <a:pt x="174" y="354"/>
                  </a:lnTo>
                  <a:lnTo>
                    <a:pt x="180" y="354"/>
                  </a:lnTo>
                  <a:lnTo>
                    <a:pt x="192" y="348"/>
                  </a:lnTo>
                  <a:lnTo>
                    <a:pt x="210" y="348"/>
                  </a:lnTo>
                  <a:lnTo>
                    <a:pt x="204" y="354"/>
                  </a:lnTo>
                  <a:lnTo>
                    <a:pt x="222" y="354"/>
                  </a:lnTo>
                  <a:lnTo>
                    <a:pt x="228" y="360"/>
                  </a:lnTo>
                  <a:lnTo>
                    <a:pt x="234" y="372"/>
                  </a:lnTo>
                  <a:lnTo>
                    <a:pt x="240" y="378"/>
                  </a:lnTo>
                  <a:lnTo>
                    <a:pt x="246" y="366"/>
                  </a:lnTo>
                  <a:lnTo>
                    <a:pt x="252" y="372"/>
                  </a:lnTo>
                  <a:lnTo>
                    <a:pt x="252" y="378"/>
                  </a:lnTo>
                  <a:lnTo>
                    <a:pt x="270" y="378"/>
                  </a:lnTo>
                  <a:lnTo>
                    <a:pt x="282" y="384"/>
                  </a:lnTo>
                  <a:lnTo>
                    <a:pt x="282" y="390"/>
                  </a:lnTo>
                  <a:lnTo>
                    <a:pt x="288" y="402"/>
                  </a:lnTo>
                  <a:lnTo>
                    <a:pt x="306" y="420"/>
                  </a:lnTo>
                  <a:lnTo>
                    <a:pt x="318" y="420"/>
                  </a:lnTo>
                  <a:lnTo>
                    <a:pt x="330" y="408"/>
                  </a:lnTo>
                  <a:lnTo>
                    <a:pt x="342" y="408"/>
                  </a:lnTo>
                  <a:lnTo>
                    <a:pt x="354" y="420"/>
                  </a:lnTo>
                  <a:lnTo>
                    <a:pt x="360" y="420"/>
                  </a:lnTo>
                  <a:lnTo>
                    <a:pt x="360" y="426"/>
                  </a:lnTo>
                  <a:lnTo>
                    <a:pt x="366" y="432"/>
                  </a:lnTo>
                  <a:lnTo>
                    <a:pt x="378" y="432"/>
                  </a:lnTo>
                  <a:lnTo>
                    <a:pt x="384" y="426"/>
                  </a:lnTo>
                  <a:lnTo>
                    <a:pt x="384" y="420"/>
                  </a:lnTo>
                  <a:lnTo>
                    <a:pt x="414" y="420"/>
                  </a:lnTo>
                  <a:lnTo>
                    <a:pt x="420" y="426"/>
                  </a:lnTo>
                  <a:lnTo>
                    <a:pt x="426" y="42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54" name="Philippines" descr="© INSCALE GmbH, 05.05.2010&#10;http://www.presentationload.com/">
              <a:extLst>
                <a:ext uri="{FF2B5EF4-FFF2-40B4-BE49-F238E27FC236}">
                  <a16:creationId xmlns:a16="http://schemas.microsoft.com/office/drawing/2014/main" id="{02D00B55-9856-4976-A90A-FF3EF330F3D8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6482250" y="2506209"/>
              <a:ext cx="236512" cy="394323"/>
            </a:xfrm>
            <a:custGeom>
              <a:avLst/>
              <a:gdLst>
                <a:gd name="T0" fmla="*/ 2147483647 w 714"/>
                <a:gd name="T1" fmla="*/ 2147483647 h 1200"/>
                <a:gd name="T2" fmla="*/ 2147483647 w 714"/>
                <a:gd name="T3" fmla="*/ 2147483647 h 1200"/>
                <a:gd name="T4" fmla="*/ 2147483647 w 714"/>
                <a:gd name="T5" fmla="*/ 2147483647 h 1200"/>
                <a:gd name="T6" fmla="*/ 2147483647 w 714"/>
                <a:gd name="T7" fmla="*/ 2147483647 h 1200"/>
                <a:gd name="T8" fmla="*/ 2147483647 w 714"/>
                <a:gd name="T9" fmla="*/ 2147483647 h 1200"/>
                <a:gd name="T10" fmla="*/ 2147483647 w 714"/>
                <a:gd name="T11" fmla="*/ 2147483647 h 1200"/>
                <a:gd name="T12" fmla="*/ 2147483647 w 714"/>
                <a:gd name="T13" fmla="*/ 2147483647 h 1200"/>
                <a:gd name="T14" fmla="*/ 2147483647 w 714"/>
                <a:gd name="T15" fmla="*/ 2147483647 h 1200"/>
                <a:gd name="T16" fmla="*/ 2147483647 w 714"/>
                <a:gd name="T17" fmla="*/ 2147483647 h 1200"/>
                <a:gd name="T18" fmla="*/ 2147483647 w 714"/>
                <a:gd name="T19" fmla="*/ 2147483647 h 1200"/>
                <a:gd name="T20" fmla="*/ 2147483647 w 714"/>
                <a:gd name="T21" fmla="*/ 2147483647 h 1200"/>
                <a:gd name="T22" fmla="*/ 2147483647 w 714"/>
                <a:gd name="T23" fmla="*/ 2147483647 h 1200"/>
                <a:gd name="T24" fmla="*/ 2147483647 w 714"/>
                <a:gd name="T25" fmla="*/ 2147483647 h 1200"/>
                <a:gd name="T26" fmla="*/ 2147483647 w 714"/>
                <a:gd name="T27" fmla="*/ 2147483647 h 1200"/>
                <a:gd name="T28" fmla="*/ 2147483647 w 714"/>
                <a:gd name="T29" fmla="*/ 2147483647 h 1200"/>
                <a:gd name="T30" fmla="*/ 2147483647 w 714"/>
                <a:gd name="T31" fmla="*/ 2147483647 h 1200"/>
                <a:gd name="T32" fmla="*/ 2147483647 w 714"/>
                <a:gd name="T33" fmla="*/ 2147483647 h 1200"/>
                <a:gd name="T34" fmla="*/ 2147483647 w 714"/>
                <a:gd name="T35" fmla="*/ 2147483647 h 1200"/>
                <a:gd name="T36" fmla="*/ 2147483647 w 714"/>
                <a:gd name="T37" fmla="*/ 2147483647 h 1200"/>
                <a:gd name="T38" fmla="*/ 2147483647 w 714"/>
                <a:gd name="T39" fmla="*/ 2147483647 h 1200"/>
                <a:gd name="T40" fmla="*/ 2147483647 w 714"/>
                <a:gd name="T41" fmla="*/ 2147483647 h 1200"/>
                <a:gd name="T42" fmla="*/ 2147483647 w 714"/>
                <a:gd name="T43" fmla="*/ 2147483647 h 1200"/>
                <a:gd name="T44" fmla="*/ 2147483647 w 714"/>
                <a:gd name="T45" fmla="*/ 2147483647 h 1200"/>
                <a:gd name="T46" fmla="*/ 2147483647 w 714"/>
                <a:gd name="T47" fmla="*/ 2147483647 h 1200"/>
                <a:gd name="T48" fmla="*/ 2147483647 w 714"/>
                <a:gd name="T49" fmla="*/ 2147483647 h 1200"/>
                <a:gd name="T50" fmla="*/ 2147483647 w 714"/>
                <a:gd name="T51" fmla="*/ 2147483647 h 1200"/>
                <a:gd name="T52" fmla="*/ 2147483647 w 714"/>
                <a:gd name="T53" fmla="*/ 2147483647 h 1200"/>
                <a:gd name="T54" fmla="*/ 2147483647 w 714"/>
                <a:gd name="T55" fmla="*/ 2147483647 h 1200"/>
                <a:gd name="T56" fmla="*/ 2147483647 w 714"/>
                <a:gd name="T57" fmla="*/ 2147483647 h 1200"/>
                <a:gd name="T58" fmla="*/ 2147483647 w 714"/>
                <a:gd name="T59" fmla="*/ 2147483647 h 1200"/>
                <a:gd name="T60" fmla="*/ 2147483647 w 714"/>
                <a:gd name="T61" fmla="*/ 2147483647 h 1200"/>
                <a:gd name="T62" fmla="*/ 2147483647 w 714"/>
                <a:gd name="T63" fmla="*/ 2147483647 h 1200"/>
                <a:gd name="T64" fmla="*/ 2147483647 w 714"/>
                <a:gd name="T65" fmla="*/ 2147483647 h 1200"/>
                <a:gd name="T66" fmla="*/ 2147483647 w 714"/>
                <a:gd name="T67" fmla="*/ 2147483647 h 1200"/>
                <a:gd name="T68" fmla="*/ 2147483647 w 714"/>
                <a:gd name="T69" fmla="*/ 2147483647 h 1200"/>
                <a:gd name="T70" fmla="*/ 2147483647 w 714"/>
                <a:gd name="T71" fmla="*/ 2147483647 h 1200"/>
                <a:gd name="T72" fmla="*/ 2147483647 w 714"/>
                <a:gd name="T73" fmla="*/ 2147483647 h 1200"/>
                <a:gd name="T74" fmla="*/ 2147483647 w 714"/>
                <a:gd name="T75" fmla="*/ 2147483647 h 1200"/>
                <a:gd name="T76" fmla="*/ 2147483647 w 714"/>
                <a:gd name="T77" fmla="*/ 2147483647 h 1200"/>
                <a:gd name="T78" fmla="*/ 2147483647 w 714"/>
                <a:gd name="T79" fmla="*/ 0 h 1200"/>
                <a:gd name="T80" fmla="*/ 2147483647 w 714"/>
                <a:gd name="T81" fmla="*/ 2147483647 h 1200"/>
                <a:gd name="T82" fmla="*/ 2147483647 w 714"/>
                <a:gd name="T83" fmla="*/ 2147483647 h 1200"/>
                <a:gd name="T84" fmla="*/ 2147483647 w 714"/>
                <a:gd name="T85" fmla="*/ 2147483647 h 1200"/>
                <a:gd name="T86" fmla="*/ 2147483647 w 714"/>
                <a:gd name="T87" fmla="*/ 2147483647 h 1200"/>
                <a:gd name="T88" fmla="*/ 2147483647 w 714"/>
                <a:gd name="T89" fmla="*/ 2147483647 h 1200"/>
                <a:gd name="T90" fmla="*/ 2147483647 w 714"/>
                <a:gd name="T91" fmla="*/ 2147483647 h 1200"/>
                <a:gd name="T92" fmla="*/ 2147483647 w 714"/>
                <a:gd name="T93" fmla="*/ 2147483647 h 1200"/>
                <a:gd name="T94" fmla="*/ 2147483647 w 714"/>
                <a:gd name="T95" fmla="*/ 2147483647 h 1200"/>
                <a:gd name="T96" fmla="*/ 2147483647 w 714"/>
                <a:gd name="T97" fmla="*/ 2147483647 h 1200"/>
                <a:gd name="T98" fmla="*/ 2147483647 w 714"/>
                <a:gd name="T99" fmla="*/ 2147483647 h 1200"/>
                <a:gd name="T100" fmla="*/ 2147483647 w 714"/>
                <a:gd name="T101" fmla="*/ 2147483647 h 1200"/>
                <a:gd name="T102" fmla="*/ 2147483647 w 714"/>
                <a:gd name="T103" fmla="*/ 2147483647 h 1200"/>
                <a:gd name="T104" fmla="*/ 2147483647 w 714"/>
                <a:gd name="T105" fmla="*/ 2147483647 h 1200"/>
                <a:gd name="T106" fmla="*/ 2147483647 w 714"/>
                <a:gd name="T107" fmla="*/ 2147483647 h 1200"/>
                <a:gd name="T108" fmla="*/ 2147483647 w 714"/>
                <a:gd name="T109" fmla="*/ 2147483647 h 1200"/>
                <a:gd name="T110" fmla="*/ 2147483647 w 714"/>
                <a:gd name="T111" fmla="*/ 2147483647 h 1200"/>
                <a:gd name="T112" fmla="*/ 2147483647 w 714"/>
                <a:gd name="T113" fmla="*/ 2147483647 h 1200"/>
                <a:gd name="T114" fmla="*/ 2147483647 w 714"/>
                <a:gd name="T115" fmla="*/ 2147483647 h 1200"/>
                <a:gd name="T116" fmla="*/ 2147483647 w 714"/>
                <a:gd name="T117" fmla="*/ 2147483647 h 120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14"/>
                <a:gd name="T178" fmla="*/ 0 h 1200"/>
                <a:gd name="T179" fmla="*/ 714 w 714"/>
                <a:gd name="T180" fmla="*/ 1200 h 120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14" h="1200">
                  <a:moveTo>
                    <a:pt x="702" y="1140"/>
                  </a:moveTo>
                  <a:lnTo>
                    <a:pt x="690" y="1170"/>
                  </a:lnTo>
                  <a:lnTo>
                    <a:pt x="696" y="1200"/>
                  </a:lnTo>
                  <a:lnTo>
                    <a:pt x="714" y="1182"/>
                  </a:lnTo>
                  <a:lnTo>
                    <a:pt x="714" y="1140"/>
                  </a:lnTo>
                  <a:lnTo>
                    <a:pt x="702" y="1140"/>
                  </a:lnTo>
                  <a:close/>
                  <a:moveTo>
                    <a:pt x="582" y="1176"/>
                  </a:moveTo>
                  <a:lnTo>
                    <a:pt x="600" y="1140"/>
                  </a:lnTo>
                  <a:lnTo>
                    <a:pt x="576" y="1134"/>
                  </a:lnTo>
                  <a:lnTo>
                    <a:pt x="582" y="1176"/>
                  </a:lnTo>
                  <a:close/>
                  <a:moveTo>
                    <a:pt x="246" y="1038"/>
                  </a:moveTo>
                  <a:lnTo>
                    <a:pt x="264" y="1050"/>
                  </a:lnTo>
                  <a:lnTo>
                    <a:pt x="282" y="1020"/>
                  </a:lnTo>
                  <a:lnTo>
                    <a:pt x="258" y="1008"/>
                  </a:lnTo>
                  <a:lnTo>
                    <a:pt x="246" y="1038"/>
                  </a:lnTo>
                  <a:close/>
                  <a:moveTo>
                    <a:pt x="504" y="558"/>
                  </a:moveTo>
                  <a:lnTo>
                    <a:pt x="540" y="576"/>
                  </a:lnTo>
                  <a:lnTo>
                    <a:pt x="540" y="582"/>
                  </a:lnTo>
                  <a:lnTo>
                    <a:pt x="534" y="588"/>
                  </a:lnTo>
                  <a:lnTo>
                    <a:pt x="504" y="588"/>
                  </a:lnTo>
                  <a:lnTo>
                    <a:pt x="570" y="642"/>
                  </a:lnTo>
                  <a:lnTo>
                    <a:pt x="570" y="618"/>
                  </a:lnTo>
                  <a:lnTo>
                    <a:pt x="600" y="624"/>
                  </a:lnTo>
                  <a:lnTo>
                    <a:pt x="576" y="588"/>
                  </a:lnTo>
                  <a:lnTo>
                    <a:pt x="576" y="582"/>
                  </a:lnTo>
                  <a:lnTo>
                    <a:pt x="570" y="576"/>
                  </a:lnTo>
                  <a:lnTo>
                    <a:pt x="570" y="558"/>
                  </a:lnTo>
                  <a:lnTo>
                    <a:pt x="564" y="546"/>
                  </a:lnTo>
                  <a:lnTo>
                    <a:pt x="534" y="516"/>
                  </a:lnTo>
                  <a:lnTo>
                    <a:pt x="522" y="510"/>
                  </a:lnTo>
                  <a:lnTo>
                    <a:pt x="504" y="504"/>
                  </a:lnTo>
                  <a:lnTo>
                    <a:pt x="492" y="498"/>
                  </a:lnTo>
                  <a:lnTo>
                    <a:pt x="474" y="498"/>
                  </a:lnTo>
                  <a:lnTo>
                    <a:pt x="468" y="504"/>
                  </a:lnTo>
                  <a:lnTo>
                    <a:pt x="468" y="528"/>
                  </a:lnTo>
                  <a:lnTo>
                    <a:pt x="492" y="552"/>
                  </a:lnTo>
                  <a:lnTo>
                    <a:pt x="504" y="558"/>
                  </a:lnTo>
                  <a:close/>
                  <a:moveTo>
                    <a:pt x="462" y="666"/>
                  </a:moveTo>
                  <a:lnTo>
                    <a:pt x="474" y="750"/>
                  </a:lnTo>
                  <a:lnTo>
                    <a:pt x="486" y="672"/>
                  </a:lnTo>
                  <a:lnTo>
                    <a:pt x="462" y="618"/>
                  </a:lnTo>
                  <a:lnTo>
                    <a:pt x="438" y="618"/>
                  </a:lnTo>
                  <a:lnTo>
                    <a:pt x="462" y="666"/>
                  </a:lnTo>
                  <a:close/>
                  <a:moveTo>
                    <a:pt x="492" y="738"/>
                  </a:moveTo>
                  <a:lnTo>
                    <a:pt x="522" y="738"/>
                  </a:lnTo>
                  <a:lnTo>
                    <a:pt x="528" y="708"/>
                  </a:lnTo>
                  <a:lnTo>
                    <a:pt x="498" y="702"/>
                  </a:lnTo>
                  <a:lnTo>
                    <a:pt x="492" y="738"/>
                  </a:lnTo>
                  <a:close/>
                  <a:moveTo>
                    <a:pt x="570" y="660"/>
                  </a:moveTo>
                  <a:lnTo>
                    <a:pt x="546" y="648"/>
                  </a:lnTo>
                  <a:lnTo>
                    <a:pt x="528" y="630"/>
                  </a:lnTo>
                  <a:lnTo>
                    <a:pt x="528" y="624"/>
                  </a:lnTo>
                  <a:lnTo>
                    <a:pt x="522" y="618"/>
                  </a:lnTo>
                  <a:lnTo>
                    <a:pt x="486" y="618"/>
                  </a:lnTo>
                  <a:lnTo>
                    <a:pt x="492" y="660"/>
                  </a:lnTo>
                  <a:lnTo>
                    <a:pt x="510" y="654"/>
                  </a:lnTo>
                  <a:lnTo>
                    <a:pt x="522" y="678"/>
                  </a:lnTo>
                  <a:lnTo>
                    <a:pt x="570" y="714"/>
                  </a:lnTo>
                  <a:lnTo>
                    <a:pt x="570" y="660"/>
                  </a:lnTo>
                  <a:close/>
                  <a:moveTo>
                    <a:pt x="162" y="600"/>
                  </a:moveTo>
                  <a:lnTo>
                    <a:pt x="144" y="582"/>
                  </a:lnTo>
                  <a:lnTo>
                    <a:pt x="138" y="606"/>
                  </a:lnTo>
                  <a:lnTo>
                    <a:pt x="132" y="618"/>
                  </a:lnTo>
                  <a:lnTo>
                    <a:pt x="126" y="624"/>
                  </a:lnTo>
                  <a:lnTo>
                    <a:pt x="120" y="642"/>
                  </a:lnTo>
                  <a:lnTo>
                    <a:pt x="120" y="654"/>
                  </a:lnTo>
                  <a:lnTo>
                    <a:pt x="126" y="660"/>
                  </a:lnTo>
                  <a:lnTo>
                    <a:pt x="138" y="666"/>
                  </a:lnTo>
                  <a:lnTo>
                    <a:pt x="150" y="678"/>
                  </a:lnTo>
                  <a:lnTo>
                    <a:pt x="144" y="684"/>
                  </a:lnTo>
                  <a:lnTo>
                    <a:pt x="120" y="696"/>
                  </a:lnTo>
                  <a:lnTo>
                    <a:pt x="114" y="702"/>
                  </a:lnTo>
                  <a:lnTo>
                    <a:pt x="102" y="708"/>
                  </a:lnTo>
                  <a:lnTo>
                    <a:pt x="96" y="732"/>
                  </a:lnTo>
                  <a:lnTo>
                    <a:pt x="72" y="750"/>
                  </a:lnTo>
                  <a:lnTo>
                    <a:pt x="72" y="762"/>
                  </a:lnTo>
                  <a:lnTo>
                    <a:pt x="60" y="774"/>
                  </a:lnTo>
                  <a:lnTo>
                    <a:pt x="48" y="780"/>
                  </a:lnTo>
                  <a:lnTo>
                    <a:pt x="42" y="786"/>
                  </a:lnTo>
                  <a:lnTo>
                    <a:pt x="30" y="792"/>
                  </a:lnTo>
                  <a:lnTo>
                    <a:pt x="24" y="798"/>
                  </a:lnTo>
                  <a:lnTo>
                    <a:pt x="18" y="798"/>
                  </a:lnTo>
                  <a:lnTo>
                    <a:pt x="18" y="804"/>
                  </a:lnTo>
                  <a:lnTo>
                    <a:pt x="12" y="810"/>
                  </a:lnTo>
                  <a:lnTo>
                    <a:pt x="0" y="834"/>
                  </a:lnTo>
                  <a:lnTo>
                    <a:pt x="0" y="864"/>
                  </a:lnTo>
                  <a:lnTo>
                    <a:pt x="30" y="834"/>
                  </a:lnTo>
                  <a:lnTo>
                    <a:pt x="30" y="816"/>
                  </a:lnTo>
                  <a:lnTo>
                    <a:pt x="36" y="810"/>
                  </a:lnTo>
                  <a:lnTo>
                    <a:pt x="42" y="810"/>
                  </a:lnTo>
                  <a:lnTo>
                    <a:pt x="78" y="798"/>
                  </a:lnTo>
                  <a:lnTo>
                    <a:pt x="84" y="792"/>
                  </a:lnTo>
                  <a:lnTo>
                    <a:pt x="84" y="762"/>
                  </a:lnTo>
                  <a:lnTo>
                    <a:pt x="90" y="750"/>
                  </a:lnTo>
                  <a:lnTo>
                    <a:pt x="96" y="744"/>
                  </a:lnTo>
                  <a:lnTo>
                    <a:pt x="114" y="738"/>
                  </a:lnTo>
                  <a:lnTo>
                    <a:pt x="126" y="732"/>
                  </a:lnTo>
                  <a:lnTo>
                    <a:pt x="144" y="720"/>
                  </a:lnTo>
                  <a:lnTo>
                    <a:pt x="162" y="714"/>
                  </a:lnTo>
                  <a:lnTo>
                    <a:pt x="168" y="702"/>
                  </a:lnTo>
                  <a:lnTo>
                    <a:pt x="174" y="696"/>
                  </a:lnTo>
                  <a:lnTo>
                    <a:pt x="174" y="684"/>
                  </a:lnTo>
                  <a:lnTo>
                    <a:pt x="156" y="648"/>
                  </a:lnTo>
                  <a:lnTo>
                    <a:pt x="156" y="624"/>
                  </a:lnTo>
                  <a:lnTo>
                    <a:pt x="162" y="612"/>
                  </a:lnTo>
                  <a:lnTo>
                    <a:pt x="162" y="600"/>
                  </a:lnTo>
                  <a:close/>
                  <a:moveTo>
                    <a:pt x="330" y="1026"/>
                  </a:moveTo>
                  <a:lnTo>
                    <a:pt x="372" y="1056"/>
                  </a:lnTo>
                  <a:lnTo>
                    <a:pt x="372" y="1020"/>
                  </a:lnTo>
                  <a:lnTo>
                    <a:pt x="348" y="1002"/>
                  </a:lnTo>
                  <a:lnTo>
                    <a:pt x="330" y="1026"/>
                  </a:lnTo>
                  <a:close/>
                  <a:moveTo>
                    <a:pt x="660" y="840"/>
                  </a:moveTo>
                  <a:lnTo>
                    <a:pt x="660" y="816"/>
                  </a:lnTo>
                  <a:lnTo>
                    <a:pt x="654" y="804"/>
                  </a:lnTo>
                  <a:lnTo>
                    <a:pt x="654" y="792"/>
                  </a:lnTo>
                  <a:lnTo>
                    <a:pt x="642" y="780"/>
                  </a:lnTo>
                  <a:lnTo>
                    <a:pt x="630" y="774"/>
                  </a:lnTo>
                  <a:lnTo>
                    <a:pt x="600" y="744"/>
                  </a:lnTo>
                  <a:lnTo>
                    <a:pt x="588" y="738"/>
                  </a:lnTo>
                  <a:lnTo>
                    <a:pt x="582" y="738"/>
                  </a:lnTo>
                  <a:lnTo>
                    <a:pt x="576" y="744"/>
                  </a:lnTo>
                  <a:lnTo>
                    <a:pt x="582" y="750"/>
                  </a:lnTo>
                  <a:lnTo>
                    <a:pt x="588" y="762"/>
                  </a:lnTo>
                  <a:lnTo>
                    <a:pt x="594" y="768"/>
                  </a:lnTo>
                  <a:lnTo>
                    <a:pt x="606" y="774"/>
                  </a:lnTo>
                  <a:lnTo>
                    <a:pt x="606" y="786"/>
                  </a:lnTo>
                  <a:lnTo>
                    <a:pt x="600" y="786"/>
                  </a:lnTo>
                  <a:lnTo>
                    <a:pt x="588" y="792"/>
                  </a:lnTo>
                  <a:lnTo>
                    <a:pt x="570" y="792"/>
                  </a:lnTo>
                  <a:lnTo>
                    <a:pt x="558" y="798"/>
                  </a:lnTo>
                  <a:lnTo>
                    <a:pt x="546" y="798"/>
                  </a:lnTo>
                  <a:lnTo>
                    <a:pt x="546" y="828"/>
                  </a:lnTo>
                  <a:lnTo>
                    <a:pt x="528" y="828"/>
                  </a:lnTo>
                  <a:lnTo>
                    <a:pt x="522" y="846"/>
                  </a:lnTo>
                  <a:lnTo>
                    <a:pt x="498" y="864"/>
                  </a:lnTo>
                  <a:lnTo>
                    <a:pt x="492" y="864"/>
                  </a:lnTo>
                  <a:lnTo>
                    <a:pt x="486" y="858"/>
                  </a:lnTo>
                  <a:lnTo>
                    <a:pt x="474" y="852"/>
                  </a:lnTo>
                  <a:lnTo>
                    <a:pt x="462" y="852"/>
                  </a:lnTo>
                  <a:lnTo>
                    <a:pt x="450" y="846"/>
                  </a:lnTo>
                  <a:lnTo>
                    <a:pt x="438" y="858"/>
                  </a:lnTo>
                  <a:lnTo>
                    <a:pt x="432" y="870"/>
                  </a:lnTo>
                  <a:lnTo>
                    <a:pt x="420" y="882"/>
                  </a:lnTo>
                  <a:lnTo>
                    <a:pt x="414" y="894"/>
                  </a:lnTo>
                  <a:lnTo>
                    <a:pt x="408" y="900"/>
                  </a:lnTo>
                  <a:lnTo>
                    <a:pt x="408" y="906"/>
                  </a:lnTo>
                  <a:lnTo>
                    <a:pt x="408" y="900"/>
                  </a:lnTo>
                  <a:lnTo>
                    <a:pt x="396" y="888"/>
                  </a:lnTo>
                  <a:lnTo>
                    <a:pt x="384" y="888"/>
                  </a:lnTo>
                  <a:lnTo>
                    <a:pt x="378" y="900"/>
                  </a:lnTo>
                  <a:lnTo>
                    <a:pt x="378" y="912"/>
                  </a:lnTo>
                  <a:lnTo>
                    <a:pt x="372" y="924"/>
                  </a:lnTo>
                  <a:lnTo>
                    <a:pt x="366" y="930"/>
                  </a:lnTo>
                  <a:lnTo>
                    <a:pt x="360" y="942"/>
                  </a:lnTo>
                  <a:lnTo>
                    <a:pt x="384" y="960"/>
                  </a:lnTo>
                  <a:lnTo>
                    <a:pt x="402" y="942"/>
                  </a:lnTo>
                  <a:lnTo>
                    <a:pt x="414" y="966"/>
                  </a:lnTo>
                  <a:lnTo>
                    <a:pt x="420" y="960"/>
                  </a:lnTo>
                  <a:lnTo>
                    <a:pt x="432" y="954"/>
                  </a:lnTo>
                  <a:lnTo>
                    <a:pt x="450" y="936"/>
                  </a:lnTo>
                  <a:lnTo>
                    <a:pt x="462" y="930"/>
                  </a:lnTo>
                  <a:lnTo>
                    <a:pt x="474" y="930"/>
                  </a:lnTo>
                  <a:lnTo>
                    <a:pt x="498" y="954"/>
                  </a:lnTo>
                  <a:lnTo>
                    <a:pt x="510" y="960"/>
                  </a:lnTo>
                  <a:lnTo>
                    <a:pt x="492" y="978"/>
                  </a:lnTo>
                  <a:lnTo>
                    <a:pt x="492" y="990"/>
                  </a:lnTo>
                  <a:lnTo>
                    <a:pt x="510" y="1026"/>
                  </a:lnTo>
                  <a:lnTo>
                    <a:pt x="522" y="1044"/>
                  </a:lnTo>
                  <a:lnTo>
                    <a:pt x="534" y="1056"/>
                  </a:lnTo>
                  <a:lnTo>
                    <a:pt x="546" y="1062"/>
                  </a:lnTo>
                  <a:lnTo>
                    <a:pt x="558" y="1062"/>
                  </a:lnTo>
                  <a:lnTo>
                    <a:pt x="570" y="1068"/>
                  </a:lnTo>
                  <a:lnTo>
                    <a:pt x="582" y="1068"/>
                  </a:lnTo>
                  <a:lnTo>
                    <a:pt x="606" y="1050"/>
                  </a:lnTo>
                  <a:lnTo>
                    <a:pt x="606" y="1074"/>
                  </a:lnTo>
                  <a:lnTo>
                    <a:pt x="630" y="1074"/>
                  </a:lnTo>
                  <a:lnTo>
                    <a:pt x="630" y="1038"/>
                  </a:lnTo>
                  <a:lnTo>
                    <a:pt x="624" y="1032"/>
                  </a:lnTo>
                  <a:lnTo>
                    <a:pt x="606" y="996"/>
                  </a:lnTo>
                  <a:lnTo>
                    <a:pt x="606" y="984"/>
                  </a:lnTo>
                  <a:lnTo>
                    <a:pt x="612" y="972"/>
                  </a:lnTo>
                  <a:lnTo>
                    <a:pt x="624" y="960"/>
                  </a:lnTo>
                  <a:lnTo>
                    <a:pt x="654" y="1014"/>
                  </a:lnTo>
                  <a:lnTo>
                    <a:pt x="654" y="1008"/>
                  </a:lnTo>
                  <a:lnTo>
                    <a:pt x="660" y="1002"/>
                  </a:lnTo>
                  <a:lnTo>
                    <a:pt x="672" y="978"/>
                  </a:lnTo>
                  <a:lnTo>
                    <a:pt x="678" y="960"/>
                  </a:lnTo>
                  <a:lnTo>
                    <a:pt x="678" y="936"/>
                  </a:lnTo>
                  <a:lnTo>
                    <a:pt x="672" y="918"/>
                  </a:lnTo>
                  <a:lnTo>
                    <a:pt x="666" y="912"/>
                  </a:lnTo>
                  <a:lnTo>
                    <a:pt x="660" y="900"/>
                  </a:lnTo>
                  <a:lnTo>
                    <a:pt x="660" y="840"/>
                  </a:lnTo>
                  <a:close/>
                  <a:moveTo>
                    <a:pt x="330" y="384"/>
                  </a:moveTo>
                  <a:lnTo>
                    <a:pt x="348" y="384"/>
                  </a:lnTo>
                  <a:lnTo>
                    <a:pt x="354" y="390"/>
                  </a:lnTo>
                  <a:lnTo>
                    <a:pt x="366" y="396"/>
                  </a:lnTo>
                  <a:lnTo>
                    <a:pt x="366" y="408"/>
                  </a:lnTo>
                  <a:lnTo>
                    <a:pt x="372" y="420"/>
                  </a:lnTo>
                  <a:lnTo>
                    <a:pt x="384" y="438"/>
                  </a:lnTo>
                  <a:lnTo>
                    <a:pt x="396" y="450"/>
                  </a:lnTo>
                  <a:lnTo>
                    <a:pt x="414" y="462"/>
                  </a:lnTo>
                  <a:lnTo>
                    <a:pt x="432" y="462"/>
                  </a:lnTo>
                  <a:lnTo>
                    <a:pt x="444" y="438"/>
                  </a:lnTo>
                  <a:lnTo>
                    <a:pt x="444" y="426"/>
                  </a:lnTo>
                  <a:lnTo>
                    <a:pt x="432" y="402"/>
                  </a:lnTo>
                  <a:lnTo>
                    <a:pt x="420" y="396"/>
                  </a:lnTo>
                  <a:lnTo>
                    <a:pt x="408" y="396"/>
                  </a:lnTo>
                  <a:lnTo>
                    <a:pt x="408" y="390"/>
                  </a:lnTo>
                  <a:lnTo>
                    <a:pt x="414" y="384"/>
                  </a:lnTo>
                  <a:lnTo>
                    <a:pt x="414" y="378"/>
                  </a:lnTo>
                  <a:lnTo>
                    <a:pt x="420" y="372"/>
                  </a:lnTo>
                  <a:lnTo>
                    <a:pt x="408" y="372"/>
                  </a:lnTo>
                  <a:lnTo>
                    <a:pt x="396" y="366"/>
                  </a:lnTo>
                  <a:lnTo>
                    <a:pt x="390" y="360"/>
                  </a:lnTo>
                  <a:lnTo>
                    <a:pt x="372" y="360"/>
                  </a:lnTo>
                  <a:lnTo>
                    <a:pt x="366" y="366"/>
                  </a:lnTo>
                  <a:lnTo>
                    <a:pt x="354" y="372"/>
                  </a:lnTo>
                  <a:lnTo>
                    <a:pt x="342" y="360"/>
                  </a:lnTo>
                  <a:lnTo>
                    <a:pt x="330" y="354"/>
                  </a:lnTo>
                  <a:lnTo>
                    <a:pt x="312" y="354"/>
                  </a:lnTo>
                  <a:lnTo>
                    <a:pt x="300" y="366"/>
                  </a:lnTo>
                  <a:lnTo>
                    <a:pt x="288" y="372"/>
                  </a:lnTo>
                  <a:lnTo>
                    <a:pt x="282" y="372"/>
                  </a:lnTo>
                  <a:lnTo>
                    <a:pt x="264" y="354"/>
                  </a:lnTo>
                  <a:lnTo>
                    <a:pt x="258" y="342"/>
                  </a:lnTo>
                  <a:lnTo>
                    <a:pt x="258" y="252"/>
                  </a:lnTo>
                  <a:lnTo>
                    <a:pt x="270" y="228"/>
                  </a:lnTo>
                  <a:lnTo>
                    <a:pt x="270" y="222"/>
                  </a:lnTo>
                  <a:lnTo>
                    <a:pt x="288" y="204"/>
                  </a:lnTo>
                  <a:lnTo>
                    <a:pt x="288" y="174"/>
                  </a:lnTo>
                  <a:lnTo>
                    <a:pt x="276" y="150"/>
                  </a:lnTo>
                  <a:lnTo>
                    <a:pt x="276" y="126"/>
                  </a:lnTo>
                  <a:lnTo>
                    <a:pt x="282" y="108"/>
                  </a:lnTo>
                  <a:lnTo>
                    <a:pt x="282" y="72"/>
                  </a:lnTo>
                  <a:lnTo>
                    <a:pt x="264" y="54"/>
                  </a:lnTo>
                  <a:lnTo>
                    <a:pt x="264" y="36"/>
                  </a:lnTo>
                  <a:lnTo>
                    <a:pt x="258" y="30"/>
                  </a:lnTo>
                  <a:lnTo>
                    <a:pt x="258" y="6"/>
                  </a:lnTo>
                  <a:lnTo>
                    <a:pt x="252" y="0"/>
                  </a:lnTo>
                  <a:lnTo>
                    <a:pt x="240" y="0"/>
                  </a:lnTo>
                  <a:lnTo>
                    <a:pt x="234" y="6"/>
                  </a:lnTo>
                  <a:lnTo>
                    <a:pt x="234" y="12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204" y="24"/>
                  </a:lnTo>
                  <a:lnTo>
                    <a:pt x="192" y="18"/>
                  </a:lnTo>
                  <a:lnTo>
                    <a:pt x="186" y="12"/>
                  </a:lnTo>
                  <a:lnTo>
                    <a:pt x="174" y="12"/>
                  </a:lnTo>
                  <a:lnTo>
                    <a:pt x="162" y="18"/>
                  </a:lnTo>
                  <a:lnTo>
                    <a:pt x="162" y="36"/>
                  </a:lnTo>
                  <a:lnTo>
                    <a:pt x="156" y="42"/>
                  </a:lnTo>
                  <a:lnTo>
                    <a:pt x="156" y="48"/>
                  </a:lnTo>
                  <a:lnTo>
                    <a:pt x="144" y="72"/>
                  </a:lnTo>
                  <a:lnTo>
                    <a:pt x="132" y="84"/>
                  </a:lnTo>
                  <a:lnTo>
                    <a:pt x="132" y="96"/>
                  </a:lnTo>
                  <a:lnTo>
                    <a:pt x="138" y="102"/>
                  </a:lnTo>
                  <a:lnTo>
                    <a:pt x="144" y="114"/>
                  </a:lnTo>
                  <a:lnTo>
                    <a:pt x="150" y="132"/>
                  </a:lnTo>
                  <a:lnTo>
                    <a:pt x="156" y="138"/>
                  </a:lnTo>
                  <a:lnTo>
                    <a:pt x="156" y="150"/>
                  </a:lnTo>
                  <a:lnTo>
                    <a:pt x="150" y="162"/>
                  </a:lnTo>
                  <a:lnTo>
                    <a:pt x="150" y="168"/>
                  </a:lnTo>
                  <a:lnTo>
                    <a:pt x="144" y="174"/>
                  </a:lnTo>
                  <a:lnTo>
                    <a:pt x="138" y="186"/>
                  </a:lnTo>
                  <a:lnTo>
                    <a:pt x="138" y="198"/>
                  </a:lnTo>
                  <a:lnTo>
                    <a:pt x="150" y="210"/>
                  </a:lnTo>
                  <a:lnTo>
                    <a:pt x="150" y="216"/>
                  </a:lnTo>
                  <a:lnTo>
                    <a:pt x="144" y="222"/>
                  </a:lnTo>
                  <a:lnTo>
                    <a:pt x="138" y="222"/>
                  </a:lnTo>
                  <a:lnTo>
                    <a:pt x="126" y="228"/>
                  </a:lnTo>
                  <a:lnTo>
                    <a:pt x="120" y="228"/>
                  </a:lnTo>
                  <a:lnTo>
                    <a:pt x="120" y="210"/>
                  </a:lnTo>
                  <a:lnTo>
                    <a:pt x="114" y="204"/>
                  </a:lnTo>
                  <a:lnTo>
                    <a:pt x="114" y="252"/>
                  </a:lnTo>
                  <a:lnTo>
                    <a:pt x="150" y="306"/>
                  </a:lnTo>
                  <a:lnTo>
                    <a:pt x="174" y="330"/>
                  </a:lnTo>
                  <a:lnTo>
                    <a:pt x="186" y="348"/>
                  </a:lnTo>
                  <a:lnTo>
                    <a:pt x="204" y="384"/>
                  </a:lnTo>
                  <a:lnTo>
                    <a:pt x="216" y="402"/>
                  </a:lnTo>
                  <a:lnTo>
                    <a:pt x="228" y="408"/>
                  </a:lnTo>
                  <a:lnTo>
                    <a:pt x="252" y="408"/>
                  </a:lnTo>
                  <a:lnTo>
                    <a:pt x="258" y="396"/>
                  </a:lnTo>
                  <a:lnTo>
                    <a:pt x="270" y="390"/>
                  </a:lnTo>
                  <a:lnTo>
                    <a:pt x="276" y="384"/>
                  </a:lnTo>
                  <a:lnTo>
                    <a:pt x="288" y="384"/>
                  </a:lnTo>
                  <a:lnTo>
                    <a:pt x="294" y="396"/>
                  </a:lnTo>
                  <a:lnTo>
                    <a:pt x="306" y="402"/>
                  </a:lnTo>
                  <a:lnTo>
                    <a:pt x="324" y="420"/>
                  </a:lnTo>
                  <a:lnTo>
                    <a:pt x="342" y="420"/>
                  </a:lnTo>
                  <a:lnTo>
                    <a:pt x="342" y="402"/>
                  </a:lnTo>
                  <a:lnTo>
                    <a:pt x="336" y="396"/>
                  </a:lnTo>
                  <a:lnTo>
                    <a:pt x="330" y="384"/>
                  </a:lnTo>
                  <a:close/>
                  <a:moveTo>
                    <a:pt x="258" y="432"/>
                  </a:moveTo>
                  <a:lnTo>
                    <a:pt x="246" y="426"/>
                  </a:lnTo>
                  <a:lnTo>
                    <a:pt x="204" y="426"/>
                  </a:lnTo>
                  <a:lnTo>
                    <a:pt x="234" y="468"/>
                  </a:lnTo>
                  <a:lnTo>
                    <a:pt x="258" y="534"/>
                  </a:lnTo>
                  <a:lnTo>
                    <a:pt x="270" y="528"/>
                  </a:lnTo>
                  <a:lnTo>
                    <a:pt x="276" y="516"/>
                  </a:lnTo>
                  <a:lnTo>
                    <a:pt x="282" y="510"/>
                  </a:lnTo>
                  <a:lnTo>
                    <a:pt x="282" y="486"/>
                  </a:lnTo>
                  <a:lnTo>
                    <a:pt x="276" y="480"/>
                  </a:lnTo>
                  <a:lnTo>
                    <a:pt x="270" y="468"/>
                  </a:lnTo>
                  <a:lnTo>
                    <a:pt x="270" y="450"/>
                  </a:lnTo>
                  <a:lnTo>
                    <a:pt x="264" y="438"/>
                  </a:lnTo>
                  <a:lnTo>
                    <a:pt x="258" y="432"/>
                  </a:lnTo>
                  <a:close/>
                  <a:moveTo>
                    <a:pt x="330" y="648"/>
                  </a:moveTo>
                  <a:lnTo>
                    <a:pt x="336" y="660"/>
                  </a:lnTo>
                  <a:lnTo>
                    <a:pt x="354" y="678"/>
                  </a:lnTo>
                  <a:lnTo>
                    <a:pt x="360" y="672"/>
                  </a:lnTo>
                  <a:lnTo>
                    <a:pt x="372" y="666"/>
                  </a:lnTo>
                  <a:lnTo>
                    <a:pt x="378" y="660"/>
                  </a:lnTo>
                  <a:lnTo>
                    <a:pt x="384" y="660"/>
                  </a:lnTo>
                  <a:lnTo>
                    <a:pt x="390" y="666"/>
                  </a:lnTo>
                  <a:lnTo>
                    <a:pt x="390" y="696"/>
                  </a:lnTo>
                  <a:lnTo>
                    <a:pt x="402" y="708"/>
                  </a:lnTo>
                  <a:lnTo>
                    <a:pt x="396" y="720"/>
                  </a:lnTo>
                  <a:lnTo>
                    <a:pt x="390" y="726"/>
                  </a:lnTo>
                  <a:lnTo>
                    <a:pt x="372" y="762"/>
                  </a:lnTo>
                  <a:lnTo>
                    <a:pt x="372" y="786"/>
                  </a:lnTo>
                  <a:lnTo>
                    <a:pt x="378" y="792"/>
                  </a:lnTo>
                  <a:lnTo>
                    <a:pt x="384" y="804"/>
                  </a:lnTo>
                  <a:lnTo>
                    <a:pt x="396" y="804"/>
                  </a:lnTo>
                  <a:lnTo>
                    <a:pt x="408" y="798"/>
                  </a:lnTo>
                  <a:lnTo>
                    <a:pt x="420" y="798"/>
                  </a:lnTo>
                  <a:lnTo>
                    <a:pt x="432" y="792"/>
                  </a:lnTo>
                  <a:lnTo>
                    <a:pt x="438" y="786"/>
                  </a:lnTo>
                  <a:lnTo>
                    <a:pt x="438" y="768"/>
                  </a:lnTo>
                  <a:lnTo>
                    <a:pt x="432" y="756"/>
                  </a:lnTo>
                  <a:lnTo>
                    <a:pt x="426" y="738"/>
                  </a:lnTo>
                  <a:lnTo>
                    <a:pt x="426" y="726"/>
                  </a:lnTo>
                  <a:lnTo>
                    <a:pt x="432" y="714"/>
                  </a:lnTo>
                  <a:lnTo>
                    <a:pt x="444" y="678"/>
                  </a:lnTo>
                  <a:lnTo>
                    <a:pt x="444" y="660"/>
                  </a:lnTo>
                  <a:lnTo>
                    <a:pt x="438" y="648"/>
                  </a:lnTo>
                  <a:lnTo>
                    <a:pt x="432" y="642"/>
                  </a:lnTo>
                  <a:lnTo>
                    <a:pt x="426" y="642"/>
                  </a:lnTo>
                  <a:lnTo>
                    <a:pt x="414" y="654"/>
                  </a:lnTo>
                  <a:lnTo>
                    <a:pt x="402" y="660"/>
                  </a:lnTo>
                  <a:lnTo>
                    <a:pt x="396" y="660"/>
                  </a:lnTo>
                  <a:lnTo>
                    <a:pt x="396" y="648"/>
                  </a:lnTo>
                  <a:lnTo>
                    <a:pt x="408" y="624"/>
                  </a:lnTo>
                  <a:lnTo>
                    <a:pt x="408" y="612"/>
                  </a:lnTo>
                  <a:lnTo>
                    <a:pt x="414" y="600"/>
                  </a:lnTo>
                  <a:lnTo>
                    <a:pt x="414" y="594"/>
                  </a:lnTo>
                  <a:lnTo>
                    <a:pt x="408" y="588"/>
                  </a:lnTo>
                  <a:lnTo>
                    <a:pt x="372" y="570"/>
                  </a:lnTo>
                  <a:lnTo>
                    <a:pt x="366" y="564"/>
                  </a:lnTo>
                  <a:lnTo>
                    <a:pt x="330" y="564"/>
                  </a:lnTo>
                  <a:lnTo>
                    <a:pt x="324" y="570"/>
                  </a:lnTo>
                  <a:lnTo>
                    <a:pt x="324" y="576"/>
                  </a:lnTo>
                  <a:lnTo>
                    <a:pt x="330" y="582"/>
                  </a:lnTo>
                  <a:lnTo>
                    <a:pt x="336" y="582"/>
                  </a:lnTo>
                  <a:lnTo>
                    <a:pt x="342" y="594"/>
                  </a:lnTo>
                  <a:lnTo>
                    <a:pt x="342" y="600"/>
                  </a:lnTo>
                  <a:lnTo>
                    <a:pt x="336" y="606"/>
                  </a:lnTo>
                  <a:lnTo>
                    <a:pt x="336" y="618"/>
                  </a:lnTo>
                  <a:lnTo>
                    <a:pt x="330" y="630"/>
                  </a:lnTo>
                  <a:lnTo>
                    <a:pt x="330" y="64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55" name="Peru" descr="© INSCALE GmbH, 05.05.2010&#10;http://www.presentationload.com/">
              <a:extLst>
                <a:ext uri="{FF2B5EF4-FFF2-40B4-BE49-F238E27FC236}">
                  <a16:creationId xmlns:a16="http://schemas.microsoft.com/office/drawing/2014/main" id="{F05205CA-C2A8-4BEF-BCEF-D854F7C780FC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820503" y="3000719"/>
              <a:ext cx="311473" cy="489371"/>
            </a:xfrm>
            <a:custGeom>
              <a:avLst/>
              <a:gdLst>
                <a:gd name="T0" fmla="*/ 2147483647 w 942"/>
                <a:gd name="T1" fmla="*/ 2147483647 h 1488"/>
                <a:gd name="T2" fmla="*/ 2147483647 w 942"/>
                <a:gd name="T3" fmla="*/ 2147483647 h 1488"/>
                <a:gd name="T4" fmla="*/ 2147483647 w 942"/>
                <a:gd name="T5" fmla="*/ 2147483647 h 1488"/>
                <a:gd name="T6" fmla="*/ 2147483647 w 942"/>
                <a:gd name="T7" fmla="*/ 2147483647 h 1488"/>
                <a:gd name="T8" fmla="*/ 2147483647 w 942"/>
                <a:gd name="T9" fmla="*/ 2147483647 h 1488"/>
                <a:gd name="T10" fmla="*/ 2147483647 w 942"/>
                <a:gd name="T11" fmla="*/ 2147483647 h 1488"/>
                <a:gd name="T12" fmla="*/ 2147483647 w 942"/>
                <a:gd name="T13" fmla="*/ 2147483647 h 1488"/>
                <a:gd name="T14" fmla="*/ 2147483647 w 942"/>
                <a:gd name="T15" fmla="*/ 2147483647 h 1488"/>
                <a:gd name="T16" fmla="*/ 2147483647 w 942"/>
                <a:gd name="T17" fmla="*/ 2147483647 h 1488"/>
                <a:gd name="T18" fmla="*/ 2147483647 w 942"/>
                <a:gd name="T19" fmla="*/ 2147483647 h 1488"/>
                <a:gd name="T20" fmla="*/ 2147483647 w 942"/>
                <a:gd name="T21" fmla="*/ 2147483647 h 1488"/>
                <a:gd name="T22" fmla="*/ 2147483647 w 942"/>
                <a:gd name="T23" fmla="*/ 2147483647 h 1488"/>
                <a:gd name="T24" fmla="*/ 2147483647 w 942"/>
                <a:gd name="T25" fmla="*/ 2147483647 h 1488"/>
                <a:gd name="T26" fmla="*/ 2147483647 w 942"/>
                <a:gd name="T27" fmla="*/ 2147483647 h 1488"/>
                <a:gd name="T28" fmla="*/ 2147483647 w 942"/>
                <a:gd name="T29" fmla="*/ 2147483647 h 1488"/>
                <a:gd name="T30" fmla="*/ 2147483647 w 942"/>
                <a:gd name="T31" fmla="*/ 2147483647 h 1488"/>
                <a:gd name="T32" fmla="*/ 2147483647 w 942"/>
                <a:gd name="T33" fmla="*/ 2147483647 h 1488"/>
                <a:gd name="T34" fmla="*/ 2147483647 w 942"/>
                <a:gd name="T35" fmla="*/ 2147483647 h 1488"/>
                <a:gd name="T36" fmla="*/ 2147483647 w 942"/>
                <a:gd name="T37" fmla="*/ 2147483647 h 1488"/>
                <a:gd name="T38" fmla="*/ 2147483647 w 942"/>
                <a:gd name="T39" fmla="*/ 2147483647 h 1488"/>
                <a:gd name="T40" fmla="*/ 2147483647 w 942"/>
                <a:gd name="T41" fmla="*/ 2147483647 h 1488"/>
                <a:gd name="T42" fmla="*/ 2147483647 w 942"/>
                <a:gd name="T43" fmla="*/ 2147483647 h 1488"/>
                <a:gd name="T44" fmla="*/ 2147483647 w 942"/>
                <a:gd name="T45" fmla="*/ 2147483647 h 1488"/>
                <a:gd name="T46" fmla="*/ 2147483647 w 942"/>
                <a:gd name="T47" fmla="*/ 2147483647 h 1488"/>
                <a:gd name="T48" fmla="*/ 2147483647 w 942"/>
                <a:gd name="T49" fmla="*/ 2147483647 h 1488"/>
                <a:gd name="T50" fmla="*/ 2147483647 w 942"/>
                <a:gd name="T51" fmla="*/ 2147483647 h 1488"/>
                <a:gd name="T52" fmla="*/ 2147483647 w 942"/>
                <a:gd name="T53" fmla="*/ 2147483647 h 1488"/>
                <a:gd name="T54" fmla="*/ 2147483647 w 942"/>
                <a:gd name="T55" fmla="*/ 2147483647 h 1488"/>
                <a:gd name="T56" fmla="*/ 2147483647 w 942"/>
                <a:gd name="T57" fmla="*/ 2147483647 h 1488"/>
                <a:gd name="T58" fmla="*/ 2147483647 w 942"/>
                <a:gd name="T59" fmla="*/ 2147483647 h 1488"/>
                <a:gd name="T60" fmla="*/ 2147483647 w 942"/>
                <a:gd name="T61" fmla="*/ 2147483647 h 1488"/>
                <a:gd name="T62" fmla="*/ 2147483647 w 942"/>
                <a:gd name="T63" fmla="*/ 0 h 1488"/>
                <a:gd name="T64" fmla="*/ 2147483647 w 942"/>
                <a:gd name="T65" fmla="*/ 2147483647 h 1488"/>
                <a:gd name="T66" fmla="*/ 2147483647 w 942"/>
                <a:gd name="T67" fmla="*/ 2147483647 h 1488"/>
                <a:gd name="T68" fmla="*/ 2147483647 w 942"/>
                <a:gd name="T69" fmla="*/ 2147483647 h 1488"/>
                <a:gd name="T70" fmla="*/ 2147483647 w 942"/>
                <a:gd name="T71" fmla="*/ 2147483647 h 1488"/>
                <a:gd name="T72" fmla="*/ 2147483647 w 942"/>
                <a:gd name="T73" fmla="*/ 2147483647 h 1488"/>
                <a:gd name="T74" fmla="*/ 2147483647 w 942"/>
                <a:gd name="T75" fmla="*/ 2147483647 h 1488"/>
                <a:gd name="T76" fmla="*/ 2147483647 w 942"/>
                <a:gd name="T77" fmla="*/ 2147483647 h 1488"/>
                <a:gd name="T78" fmla="*/ 2147483647 w 942"/>
                <a:gd name="T79" fmla="*/ 2147483647 h 1488"/>
                <a:gd name="T80" fmla="*/ 2147483647 w 942"/>
                <a:gd name="T81" fmla="*/ 2147483647 h 1488"/>
                <a:gd name="T82" fmla="*/ 2147483647 w 942"/>
                <a:gd name="T83" fmla="*/ 2147483647 h 1488"/>
                <a:gd name="T84" fmla="*/ 0 w 942"/>
                <a:gd name="T85" fmla="*/ 2147483647 h 1488"/>
                <a:gd name="T86" fmla="*/ 2147483647 w 942"/>
                <a:gd name="T87" fmla="*/ 2147483647 h 1488"/>
                <a:gd name="T88" fmla="*/ 2147483647 w 942"/>
                <a:gd name="T89" fmla="*/ 2147483647 h 1488"/>
                <a:gd name="T90" fmla="*/ 2147483647 w 942"/>
                <a:gd name="T91" fmla="*/ 2147483647 h 1488"/>
                <a:gd name="T92" fmla="*/ 2147483647 w 942"/>
                <a:gd name="T93" fmla="*/ 2147483647 h 1488"/>
                <a:gd name="T94" fmla="*/ 2147483647 w 942"/>
                <a:gd name="T95" fmla="*/ 2147483647 h 1488"/>
                <a:gd name="T96" fmla="*/ 2147483647 w 942"/>
                <a:gd name="T97" fmla="*/ 2147483647 h 1488"/>
                <a:gd name="T98" fmla="*/ 2147483647 w 942"/>
                <a:gd name="T99" fmla="*/ 2147483647 h 1488"/>
                <a:gd name="T100" fmla="*/ 2147483647 w 942"/>
                <a:gd name="T101" fmla="*/ 2147483647 h 1488"/>
                <a:gd name="T102" fmla="*/ 2147483647 w 942"/>
                <a:gd name="T103" fmla="*/ 2147483647 h 1488"/>
                <a:gd name="T104" fmla="*/ 2147483647 w 942"/>
                <a:gd name="T105" fmla="*/ 2147483647 h 1488"/>
                <a:gd name="T106" fmla="*/ 2147483647 w 942"/>
                <a:gd name="T107" fmla="*/ 2147483647 h 1488"/>
                <a:gd name="T108" fmla="*/ 2147483647 w 942"/>
                <a:gd name="T109" fmla="*/ 2147483647 h 1488"/>
                <a:gd name="T110" fmla="*/ 2147483647 w 942"/>
                <a:gd name="T111" fmla="*/ 2147483647 h 1488"/>
                <a:gd name="T112" fmla="*/ 2147483647 w 942"/>
                <a:gd name="T113" fmla="*/ 2147483647 h 1488"/>
                <a:gd name="T114" fmla="*/ 2147483647 w 942"/>
                <a:gd name="T115" fmla="*/ 2147483647 h 1488"/>
                <a:gd name="T116" fmla="*/ 2147483647 w 942"/>
                <a:gd name="T117" fmla="*/ 2147483647 h 1488"/>
                <a:gd name="T118" fmla="*/ 2147483647 w 942"/>
                <a:gd name="T119" fmla="*/ 2147483647 h 1488"/>
                <a:gd name="T120" fmla="*/ 2147483647 w 942"/>
                <a:gd name="T121" fmla="*/ 2147483647 h 148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942"/>
                <a:gd name="T184" fmla="*/ 0 h 1488"/>
                <a:gd name="T185" fmla="*/ 942 w 942"/>
                <a:gd name="T186" fmla="*/ 1488 h 148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942" h="1488">
                  <a:moveTo>
                    <a:pt x="930" y="1320"/>
                  </a:moveTo>
                  <a:lnTo>
                    <a:pt x="924" y="1314"/>
                  </a:lnTo>
                  <a:lnTo>
                    <a:pt x="912" y="1308"/>
                  </a:lnTo>
                  <a:lnTo>
                    <a:pt x="888" y="1284"/>
                  </a:lnTo>
                  <a:lnTo>
                    <a:pt x="864" y="1284"/>
                  </a:lnTo>
                  <a:lnTo>
                    <a:pt x="858" y="1278"/>
                  </a:lnTo>
                  <a:lnTo>
                    <a:pt x="870" y="1260"/>
                  </a:lnTo>
                  <a:lnTo>
                    <a:pt x="870" y="1230"/>
                  </a:lnTo>
                  <a:lnTo>
                    <a:pt x="882" y="1230"/>
                  </a:lnTo>
                  <a:lnTo>
                    <a:pt x="906" y="1254"/>
                  </a:lnTo>
                  <a:lnTo>
                    <a:pt x="918" y="1236"/>
                  </a:lnTo>
                  <a:lnTo>
                    <a:pt x="918" y="1230"/>
                  </a:lnTo>
                  <a:lnTo>
                    <a:pt x="912" y="1224"/>
                  </a:lnTo>
                  <a:lnTo>
                    <a:pt x="906" y="1212"/>
                  </a:lnTo>
                  <a:lnTo>
                    <a:pt x="900" y="1194"/>
                  </a:lnTo>
                  <a:lnTo>
                    <a:pt x="912" y="1170"/>
                  </a:lnTo>
                  <a:lnTo>
                    <a:pt x="924" y="1158"/>
                  </a:lnTo>
                  <a:lnTo>
                    <a:pt x="930" y="1146"/>
                  </a:lnTo>
                  <a:lnTo>
                    <a:pt x="930" y="1140"/>
                  </a:lnTo>
                  <a:lnTo>
                    <a:pt x="924" y="1128"/>
                  </a:lnTo>
                  <a:lnTo>
                    <a:pt x="912" y="1116"/>
                  </a:lnTo>
                  <a:lnTo>
                    <a:pt x="906" y="1116"/>
                  </a:lnTo>
                  <a:lnTo>
                    <a:pt x="924" y="1086"/>
                  </a:lnTo>
                  <a:lnTo>
                    <a:pt x="912" y="1038"/>
                  </a:lnTo>
                  <a:lnTo>
                    <a:pt x="918" y="1032"/>
                  </a:lnTo>
                  <a:lnTo>
                    <a:pt x="924" y="1020"/>
                  </a:lnTo>
                  <a:lnTo>
                    <a:pt x="930" y="1014"/>
                  </a:lnTo>
                  <a:lnTo>
                    <a:pt x="930" y="1002"/>
                  </a:lnTo>
                  <a:lnTo>
                    <a:pt x="918" y="978"/>
                  </a:lnTo>
                  <a:lnTo>
                    <a:pt x="906" y="960"/>
                  </a:lnTo>
                  <a:lnTo>
                    <a:pt x="894" y="948"/>
                  </a:lnTo>
                  <a:lnTo>
                    <a:pt x="882" y="930"/>
                  </a:lnTo>
                  <a:lnTo>
                    <a:pt x="870" y="918"/>
                  </a:lnTo>
                  <a:lnTo>
                    <a:pt x="864" y="900"/>
                  </a:lnTo>
                  <a:lnTo>
                    <a:pt x="864" y="882"/>
                  </a:lnTo>
                  <a:lnTo>
                    <a:pt x="828" y="882"/>
                  </a:lnTo>
                  <a:lnTo>
                    <a:pt x="822" y="888"/>
                  </a:lnTo>
                  <a:lnTo>
                    <a:pt x="816" y="888"/>
                  </a:lnTo>
                  <a:lnTo>
                    <a:pt x="816" y="894"/>
                  </a:lnTo>
                  <a:lnTo>
                    <a:pt x="804" y="894"/>
                  </a:lnTo>
                  <a:lnTo>
                    <a:pt x="798" y="888"/>
                  </a:lnTo>
                  <a:lnTo>
                    <a:pt x="798" y="882"/>
                  </a:lnTo>
                  <a:lnTo>
                    <a:pt x="786" y="888"/>
                  </a:lnTo>
                  <a:lnTo>
                    <a:pt x="786" y="858"/>
                  </a:lnTo>
                  <a:lnTo>
                    <a:pt x="780" y="840"/>
                  </a:lnTo>
                  <a:lnTo>
                    <a:pt x="780" y="828"/>
                  </a:lnTo>
                  <a:lnTo>
                    <a:pt x="786" y="816"/>
                  </a:lnTo>
                  <a:lnTo>
                    <a:pt x="786" y="804"/>
                  </a:lnTo>
                  <a:lnTo>
                    <a:pt x="792" y="798"/>
                  </a:lnTo>
                  <a:lnTo>
                    <a:pt x="792" y="780"/>
                  </a:lnTo>
                  <a:lnTo>
                    <a:pt x="786" y="768"/>
                  </a:lnTo>
                  <a:lnTo>
                    <a:pt x="786" y="756"/>
                  </a:lnTo>
                  <a:lnTo>
                    <a:pt x="732" y="804"/>
                  </a:lnTo>
                  <a:lnTo>
                    <a:pt x="672" y="810"/>
                  </a:lnTo>
                  <a:lnTo>
                    <a:pt x="672" y="804"/>
                  </a:lnTo>
                  <a:lnTo>
                    <a:pt x="666" y="798"/>
                  </a:lnTo>
                  <a:lnTo>
                    <a:pt x="660" y="786"/>
                  </a:lnTo>
                  <a:lnTo>
                    <a:pt x="660" y="774"/>
                  </a:lnTo>
                  <a:lnTo>
                    <a:pt x="654" y="768"/>
                  </a:lnTo>
                  <a:lnTo>
                    <a:pt x="648" y="768"/>
                  </a:lnTo>
                  <a:lnTo>
                    <a:pt x="636" y="762"/>
                  </a:lnTo>
                  <a:lnTo>
                    <a:pt x="594" y="762"/>
                  </a:lnTo>
                  <a:lnTo>
                    <a:pt x="600" y="756"/>
                  </a:lnTo>
                  <a:lnTo>
                    <a:pt x="612" y="750"/>
                  </a:lnTo>
                  <a:lnTo>
                    <a:pt x="618" y="738"/>
                  </a:lnTo>
                  <a:lnTo>
                    <a:pt x="624" y="732"/>
                  </a:lnTo>
                  <a:lnTo>
                    <a:pt x="600" y="708"/>
                  </a:lnTo>
                  <a:lnTo>
                    <a:pt x="588" y="702"/>
                  </a:lnTo>
                  <a:lnTo>
                    <a:pt x="576" y="690"/>
                  </a:lnTo>
                  <a:lnTo>
                    <a:pt x="564" y="666"/>
                  </a:lnTo>
                  <a:lnTo>
                    <a:pt x="558" y="660"/>
                  </a:lnTo>
                  <a:lnTo>
                    <a:pt x="558" y="654"/>
                  </a:lnTo>
                  <a:lnTo>
                    <a:pt x="552" y="630"/>
                  </a:lnTo>
                  <a:lnTo>
                    <a:pt x="540" y="624"/>
                  </a:lnTo>
                  <a:lnTo>
                    <a:pt x="534" y="618"/>
                  </a:lnTo>
                  <a:lnTo>
                    <a:pt x="534" y="606"/>
                  </a:lnTo>
                  <a:lnTo>
                    <a:pt x="540" y="600"/>
                  </a:lnTo>
                  <a:lnTo>
                    <a:pt x="552" y="594"/>
                  </a:lnTo>
                  <a:lnTo>
                    <a:pt x="546" y="588"/>
                  </a:lnTo>
                  <a:lnTo>
                    <a:pt x="546" y="564"/>
                  </a:lnTo>
                  <a:lnTo>
                    <a:pt x="552" y="552"/>
                  </a:lnTo>
                  <a:lnTo>
                    <a:pt x="582" y="522"/>
                  </a:lnTo>
                  <a:lnTo>
                    <a:pt x="588" y="528"/>
                  </a:lnTo>
                  <a:lnTo>
                    <a:pt x="594" y="528"/>
                  </a:lnTo>
                  <a:lnTo>
                    <a:pt x="588" y="522"/>
                  </a:lnTo>
                  <a:lnTo>
                    <a:pt x="588" y="504"/>
                  </a:lnTo>
                  <a:lnTo>
                    <a:pt x="582" y="498"/>
                  </a:lnTo>
                  <a:lnTo>
                    <a:pt x="582" y="486"/>
                  </a:lnTo>
                  <a:lnTo>
                    <a:pt x="600" y="468"/>
                  </a:lnTo>
                  <a:lnTo>
                    <a:pt x="600" y="414"/>
                  </a:lnTo>
                  <a:lnTo>
                    <a:pt x="624" y="414"/>
                  </a:lnTo>
                  <a:lnTo>
                    <a:pt x="624" y="408"/>
                  </a:lnTo>
                  <a:lnTo>
                    <a:pt x="630" y="402"/>
                  </a:lnTo>
                  <a:lnTo>
                    <a:pt x="630" y="396"/>
                  </a:lnTo>
                  <a:lnTo>
                    <a:pt x="642" y="384"/>
                  </a:lnTo>
                  <a:lnTo>
                    <a:pt x="654" y="378"/>
                  </a:lnTo>
                  <a:lnTo>
                    <a:pt x="660" y="372"/>
                  </a:lnTo>
                  <a:lnTo>
                    <a:pt x="672" y="366"/>
                  </a:lnTo>
                  <a:lnTo>
                    <a:pt x="702" y="366"/>
                  </a:lnTo>
                  <a:lnTo>
                    <a:pt x="708" y="354"/>
                  </a:lnTo>
                  <a:lnTo>
                    <a:pt x="738" y="360"/>
                  </a:lnTo>
                  <a:lnTo>
                    <a:pt x="744" y="354"/>
                  </a:lnTo>
                  <a:lnTo>
                    <a:pt x="750" y="342"/>
                  </a:lnTo>
                  <a:lnTo>
                    <a:pt x="756" y="336"/>
                  </a:lnTo>
                  <a:lnTo>
                    <a:pt x="774" y="336"/>
                  </a:lnTo>
                  <a:lnTo>
                    <a:pt x="786" y="348"/>
                  </a:lnTo>
                  <a:lnTo>
                    <a:pt x="786" y="354"/>
                  </a:lnTo>
                  <a:lnTo>
                    <a:pt x="804" y="354"/>
                  </a:lnTo>
                  <a:lnTo>
                    <a:pt x="816" y="342"/>
                  </a:lnTo>
                  <a:lnTo>
                    <a:pt x="798" y="330"/>
                  </a:lnTo>
                  <a:lnTo>
                    <a:pt x="786" y="312"/>
                  </a:lnTo>
                  <a:lnTo>
                    <a:pt x="768" y="312"/>
                  </a:lnTo>
                  <a:lnTo>
                    <a:pt x="762" y="306"/>
                  </a:lnTo>
                  <a:lnTo>
                    <a:pt x="762" y="288"/>
                  </a:lnTo>
                  <a:lnTo>
                    <a:pt x="774" y="264"/>
                  </a:lnTo>
                  <a:lnTo>
                    <a:pt x="774" y="258"/>
                  </a:lnTo>
                  <a:lnTo>
                    <a:pt x="780" y="252"/>
                  </a:lnTo>
                  <a:lnTo>
                    <a:pt x="786" y="252"/>
                  </a:lnTo>
                  <a:lnTo>
                    <a:pt x="792" y="246"/>
                  </a:lnTo>
                  <a:lnTo>
                    <a:pt x="798" y="234"/>
                  </a:lnTo>
                  <a:lnTo>
                    <a:pt x="798" y="216"/>
                  </a:lnTo>
                  <a:lnTo>
                    <a:pt x="792" y="210"/>
                  </a:lnTo>
                  <a:lnTo>
                    <a:pt x="780" y="204"/>
                  </a:lnTo>
                  <a:lnTo>
                    <a:pt x="756" y="204"/>
                  </a:lnTo>
                  <a:lnTo>
                    <a:pt x="750" y="198"/>
                  </a:lnTo>
                  <a:lnTo>
                    <a:pt x="744" y="186"/>
                  </a:lnTo>
                  <a:lnTo>
                    <a:pt x="744" y="180"/>
                  </a:lnTo>
                  <a:lnTo>
                    <a:pt x="732" y="180"/>
                  </a:lnTo>
                  <a:lnTo>
                    <a:pt x="726" y="186"/>
                  </a:lnTo>
                  <a:lnTo>
                    <a:pt x="714" y="192"/>
                  </a:lnTo>
                  <a:lnTo>
                    <a:pt x="702" y="192"/>
                  </a:lnTo>
                  <a:lnTo>
                    <a:pt x="696" y="186"/>
                  </a:lnTo>
                  <a:lnTo>
                    <a:pt x="690" y="186"/>
                  </a:lnTo>
                  <a:lnTo>
                    <a:pt x="684" y="180"/>
                  </a:lnTo>
                  <a:lnTo>
                    <a:pt x="660" y="180"/>
                  </a:lnTo>
                  <a:lnTo>
                    <a:pt x="648" y="192"/>
                  </a:lnTo>
                  <a:lnTo>
                    <a:pt x="648" y="204"/>
                  </a:lnTo>
                  <a:lnTo>
                    <a:pt x="612" y="204"/>
                  </a:lnTo>
                  <a:lnTo>
                    <a:pt x="588" y="198"/>
                  </a:lnTo>
                  <a:lnTo>
                    <a:pt x="576" y="192"/>
                  </a:lnTo>
                  <a:lnTo>
                    <a:pt x="576" y="168"/>
                  </a:lnTo>
                  <a:lnTo>
                    <a:pt x="582" y="162"/>
                  </a:lnTo>
                  <a:lnTo>
                    <a:pt x="582" y="156"/>
                  </a:lnTo>
                  <a:lnTo>
                    <a:pt x="576" y="150"/>
                  </a:lnTo>
                  <a:lnTo>
                    <a:pt x="564" y="144"/>
                  </a:lnTo>
                  <a:lnTo>
                    <a:pt x="552" y="144"/>
                  </a:lnTo>
                  <a:lnTo>
                    <a:pt x="552" y="138"/>
                  </a:lnTo>
                  <a:lnTo>
                    <a:pt x="546" y="132"/>
                  </a:lnTo>
                  <a:lnTo>
                    <a:pt x="546" y="108"/>
                  </a:lnTo>
                  <a:lnTo>
                    <a:pt x="540" y="102"/>
                  </a:lnTo>
                  <a:lnTo>
                    <a:pt x="528" y="102"/>
                  </a:lnTo>
                  <a:lnTo>
                    <a:pt x="516" y="84"/>
                  </a:lnTo>
                  <a:lnTo>
                    <a:pt x="498" y="84"/>
                  </a:lnTo>
                  <a:lnTo>
                    <a:pt x="486" y="48"/>
                  </a:lnTo>
                  <a:lnTo>
                    <a:pt x="480" y="42"/>
                  </a:lnTo>
                  <a:lnTo>
                    <a:pt x="468" y="36"/>
                  </a:lnTo>
                  <a:lnTo>
                    <a:pt x="450" y="18"/>
                  </a:lnTo>
                  <a:lnTo>
                    <a:pt x="438" y="12"/>
                  </a:lnTo>
                  <a:lnTo>
                    <a:pt x="426" y="0"/>
                  </a:lnTo>
                  <a:lnTo>
                    <a:pt x="396" y="0"/>
                  </a:lnTo>
                  <a:lnTo>
                    <a:pt x="414" y="0"/>
                  </a:lnTo>
                  <a:lnTo>
                    <a:pt x="414" y="24"/>
                  </a:lnTo>
                  <a:lnTo>
                    <a:pt x="408" y="24"/>
                  </a:lnTo>
                  <a:lnTo>
                    <a:pt x="408" y="30"/>
                  </a:lnTo>
                  <a:lnTo>
                    <a:pt x="402" y="30"/>
                  </a:lnTo>
                  <a:lnTo>
                    <a:pt x="426" y="48"/>
                  </a:lnTo>
                  <a:lnTo>
                    <a:pt x="426" y="78"/>
                  </a:lnTo>
                  <a:lnTo>
                    <a:pt x="414" y="84"/>
                  </a:lnTo>
                  <a:lnTo>
                    <a:pt x="402" y="126"/>
                  </a:lnTo>
                  <a:lnTo>
                    <a:pt x="396" y="138"/>
                  </a:lnTo>
                  <a:lnTo>
                    <a:pt x="384" y="150"/>
                  </a:lnTo>
                  <a:lnTo>
                    <a:pt x="378" y="162"/>
                  </a:lnTo>
                  <a:lnTo>
                    <a:pt x="366" y="174"/>
                  </a:lnTo>
                  <a:lnTo>
                    <a:pt x="354" y="192"/>
                  </a:lnTo>
                  <a:lnTo>
                    <a:pt x="336" y="204"/>
                  </a:lnTo>
                  <a:lnTo>
                    <a:pt x="276" y="234"/>
                  </a:lnTo>
                  <a:lnTo>
                    <a:pt x="258" y="240"/>
                  </a:lnTo>
                  <a:lnTo>
                    <a:pt x="240" y="252"/>
                  </a:lnTo>
                  <a:lnTo>
                    <a:pt x="222" y="270"/>
                  </a:lnTo>
                  <a:lnTo>
                    <a:pt x="222" y="276"/>
                  </a:lnTo>
                  <a:lnTo>
                    <a:pt x="210" y="282"/>
                  </a:lnTo>
                  <a:lnTo>
                    <a:pt x="210" y="300"/>
                  </a:lnTo>
                  <a:lnTo>
                    <a:pt x="198" y="312"/>
                  </a:lnTo>
                  <a:lnTo>
                    <a:pt x="198" y="336"/>
                  </a:lnTo>
                  <a:lnTo>
                    <a:pt x="192" y="348"/>
                  </a:lnTo>
                  <a:lnTo>
                    <a:pt x="192" y="378"/>
                  </a:lnTo>
                  <a:lnTo>
                    <a:pt x="174" y="378"/>
                  </a:lnTo>
                  <a:lnTo>
                    <a:pt x="168" y="384"/>
                  </a:lnTo>
                  <a:lnTo>
                    <a:pt x="168" y="390"/>
                  </a:lnTo>
                  <a:lnTo>
                    <a:pt x="162" y="396"/>
                  </a:lnTo>
                  <a:lnTo>
                    <a:pt x="162" y="402"/>
                  </a:lnTo>
                  <a:lnTo>
                    <a:pt x="144" y="402"/>
                  </a:lnTo>
                  <a:lnTo>
                    <a:pt x="138" y="390"/>
                  </a:lnTo>
                  <a:lnTo>
                    <a:pt x="138" y="372"/>
                  </a:lnTo>
                  <a:lnTo>
                    <a:pt x="132" y="366"/>
                  </a:lnTo>
                  <a:lnTo>
                    <a:pt x="132" y="360"/>
                  </a:lnTo>
                  <a:lnTo>
                    <a:pt x="102" y="360"/>
                  </a:lnTo>
                  <a:lnTo>
                    <a:pt x="90" y="348"/>
                  </a:lnTo>
                  <a:lnTo>
                    <a:pt x="78" y="360"/>
                  </a:lnTo>
                  <a:lnTo>
                    <a:pt x="66" y="366"/>
                  </a:lnTo>
                  <a:lnTo>
                    <a:pt x="60" y="366"/>
                  </a:lnTo>
                  <a:lnTo>
                    <a:pt x="54" y="360"/>
                  </a:lnTo>
                  <a:lnTo>
                    <a:pt x="66" y="348"/>
                  </a:lnTo>
                  <a:lnTo>
                    <a:pt x="54" y="336"/>
                  </a:lnTo>
                  <a:lnTo>
                    <a:pt x="60" y="330"/>
                  </a:lnTo>
                  <a:lnTo>
                    <a:pt x="66" y="318"/>
                  </a:lnTo>
                  <a:lnTo>
                    <a:pt x="78" y="312"/>
                  </a:lnTo>
                  <a:lnTo>
                    <a:pt x="84" y="300"/>
                  </a:lnTo>
                  <a:lnTo>
                    <a:pt x="90" y="294"/>
                  </a:lnTo>
                  <a:lnTo>
                    <a:pt x="90" y="288"/>
                  </a:lnTo>
                  <a:lnTo>
                    <a:pt x="84" y="288"/>
                  </a:lnTo>
                  <a:lnTo>
                    <a:pt x="72" y="282"/>
                  </a:lnTo>
                  <a:lnTo>
                    <a:pt x="66" y="282"/>
                  </a:lnTo>
                  <a:lnTo>
                    <a:pt x="6" y="342"/>
                  </a:lnTo>
                  <a:lnTo>
                    <a:pt x="0" y="354"/>
                  </a:lnTo>
                  <a:lnTo>
                    <a:pt x="0" y="390"/>
                  </a:lnTo>
                  <a:lnTo>
                    <a:pt x="6" y="396"/>
                  </a:lnTo>
                  <a:lnTo>
                    <a:pt x="18" y="396"/>
                  </a:lnTo>
                  <a:lnTo>
                    <a:pt x="12" y="420"/>
                  </a:lnTo>
                  <a:lnTo>
                    <a:pt x="36" y="444"/>
                  </a:lnTo>
                  <a:lnTo>
                    <a:pt x="36" y="462"/>
                  </a:lnTo>
                  <a:lnTo>
                    <a:pt x="12" y="486"/>
                  </a:lnTo>
                  <a:lnTo>
                    <a:pt x="12" y="492"/>
                  </a:lnTo>
                  <a:lnTo>
                    <a:pt x="18" y="504"/>
                  </a:lnTo>
                  <a:lnTo>
                    <a:pt x="24" y="510"/>
                  </a:lnTo>
                  <a:lnTo>
                    <a:pt x="36" y="516"/>
                  </a:lnTo>
                  <a:lnTo>
                    <a:pt x="54" y="522"/>
                  </a:lnTo>
                  <a:lnTo>
                    <a:pt x="66" y="522"/>
                  </a:lnTo>
                  <a:lnTo>
                    <a:pt x="108" y="564"/>
                  </a:lnTo>
                  <a:lnTo>
                    <a:pt x="114" y="576"/>
                  </a:lnTo>
                  <a:lnTo>
                    <a:pt x="132" y="594"/>
                  </a:lnTo>
                  <a:lnTo>
                    <a:pt x="138" y="612"/>
                  </a:lnTo>
                  <a:lnTo>
                    <a:pt x="144" y="624"/>
                  </a:lnTo>
                  <a:lnTo>
                    <a:pt x="144" y="642"/>
                  </a:lnTo>
                  <a:lnTo>
                    <a:pt x="150" y="648"/>
                  </a:lnTo>
                  <a:lnTo>
                    <a:pt x="156" y="660"/>
                  </a:lnTo>
                  <a:lnTo>
                    <a:pt x="168" y="666"/>
                  </a:lnTo>
                  <a:lnTo>
                    <a:pt x="174" y="678"/>
                  </a:lnTo>
                  <a:lnTo>
                    <a:pt x="192" y="696"/>
                  </a:lnTo>
                  <a:lnTo>
                    <a:pt x="204" y="720"/>
                  </a:lnTo>
                  <a:lnTo>
                    <a:pt x="216" y="732"/>
                  </a:lnTo>
                  <a:lnTo>
                    <a:pt x="222" y="744"/>
                  </a:lnTo>
                  <a:lnTo>
                    <a:pt x="234" y="762"/>
                  </a:lnTo>
                  <a:lnTo>
                    <a:pt x="240" y="768"/>
                  </a:lnTo>
                  <a:lnTo>
                    <a:pt x="246" y="780"/>
                  </a:lnTo>
                  <a:lnTo>
                    <a:pt x="252" y="822"/>
                  </a:lnTo>
                  <a:lnTo>
                    <a:pt x="252" y="828"/>
                  </a:lnTo>
                  <a:lnTo>
                    <a:pt x="258" y="834"/>
                  </a:lnTo>
                  <a:lnTo>
                    <a:pt x="264" y="846"/>
                  </a:lnTo>
                  <a:lnTo>
                    <a:pt x="270" y="864"/>
                  </a:lnTo>
                  <a:lnTo>
                    <a:pt x="282" y="876"/>
                  </a:lnTo>
                  <a:lnTo>
                    <a:pt x="288" y="894"/>
                  </a:lnTo>
                  <a:lnTo>
                    <a:pt x="294" y="906"/>
                  </a:lnTo>
                  <a:lnTo>
                    <a:pt x="294" y="918"/>
                  </a:lnTo>
                  <a:lnTo>
                    <a:pt x="300" y="924"/>
                  </a:lnTo>
                  <a:lnTo>
                    <a:pt x="312" y="924"/>
                  </a:lnTo>
                  <a:lnTo>
                    <a:pt x="324" y="936"/>
                  </a:lnTo>
                  <a:lnTo>
                    <a:pt x="324" y="948"/>
                  </a:lnTo>
                  <a:lnTo>
                    <a:pt x="330" y="954"/>
                  </a:lnTo>
                  <a:lnTo>
                    <a:pt x="330" y="966"/>
                  </a:lnTo>
                  <a:lnTo>
                    <a:pt x="336" y="984"/>
                  </a:lnTo>
                  <a:lnTo>
                    <a:pt x="360" y="1014"/>
                  </a:lnTo>
                  <a:lnTo>
                    <a:pt x="378" y="1050"/>
                  </a:lnTo>
                  <a:lnTo>
                    <a:pt x="396" y="1074"/>
                  </a:lnTo>
                  <a:lnTo>
                    <a:pt x="402" y="1086"/>
                  </a:lnTo>
                  <a:lnTo>
                    <a:pt x="408" y="1104"/>
                  </a:lnTo>
                  <a:lnTo>
                    <a:pt x="408" y="1116"/>
                  </a:lnTo>
                  <a:lnTo>
                    <a:pt x="402" y="1128"/>
                  </a:lnTo>
                  <a:lnTo>
                    <a:pt x="402" y="1146"/>
                  </a:lnTo>
                  <a:lnTo>
                    <a:pt x="414" y="1158"/>
                  </a:lnTo>
                  <a:lnTo>
                    <a:pt x="420" y="1170"/>
                  </a:lnTo>
                  <a:lnTo>
                    <a:pt x="444" y="1194"/>
                  </a:lnTo>
                  <a:lnTo>
                    <a:pt x="456" y="1200"/>
                  </a:lnTo>
                  <a:lnTo>
                    <a:pt x="468" y="1212"/>
                  </a:lnTo>
                  <a:lnTo>
                    <a:pt x="474" y="1224"/>
                  </a:lnTo>
                  <a:lnTo>
                    <a:pt x="498" y="1248"/>
                  </a:lnTo>
                  <a:lnTo>
                    <a:pt x="516" y="1260"/>
                  </a:lnTo>
                  <a:lnTo>
                    <a:pt x="546" y="1278"/>
                  </a:lnTo>
                  <a:lnTo>
                    <a:pt x="576" y="1290"/>
                  </a:lnTo>
                  <a:lnTo>
                    <a:pt x="600" y="1302"/>
                  </a:lnTo>
                  <a:lnTo>
                    <a:pt x="642" y="1320"/>
                  </a:lnTo>
                  <a:lnTo>
                    <a:pt x="696" y="1350"/>
                  </a:lnTo>
                  <a:lnTo>
                    <a:pt x="708" y="1362"/>
                  </a:lnTo>
                  <a:lnTo>
                    <a:pt x="726" y="1374"/>
                  </a:lnTo>
                  <a:lnTo>
                    <a:pt x="738" y="1380"/>
                  </a:lnTo>
                  <a:lnTo>
                    <a:pt x="750" y="1392"/>
                  </a:lnTo>
                  <a:lnTo>
                    <a:pt x="774" y="1404"/>
                  </a:lnTo>
                  <a:lnTo>
                    <a:pt x="780" y="1428"/>
                  </a:lnTo>
                  <a:lnTo>
                    <a:pt x="792" y="1434"/>
                  </a:lnTo>
                  <a:lnTo>
                    <a:pt x="798" y="1446"/>
                  </a:lnTo>
                  <a:lnTo>
                    <a:pt x="810" y="1452"/>
                  </a:lnTo>
                  <a:lnTo>
                    <a:pt x="816" y="1458"/>
                  </a:lnTo>
                  <a:lnTo>
                    <a:pt x="840" y="1470"/>
                  </a:lnTo>
                  <a:lnTo>
                    <a:pt x="846" y="1482"/>
                  </a:lnTo>
                  <a:lnTo>
                    <a:pt x="858" y="1488"/>
                  </a:lnTo>
                  <a:lnTo>
                    <a:pt x="894" y="1464"/>
                  </a:lnTo>
                  <a:lnTo>
                    <a:pt x="900" y="1458"/>
                  </a:lnTo>
                  <a:lnTo>
                    <a:pt x="900" y="1440"/>
                  </a:lnTo>
                  <a:lnTo>
                    <a:pt x="894" y="1428"/>
                  </a:lnTo>
                  <a:lnTo>
                    <a:pt x="912" y="1416"/>
                  </a:lnTo>
                  <a:lnTo>
                    <a:pt x="900" y="1392"/>
                  </a:lnTo>
                  <a:lnTo>
                    <a:pt x="918" y="1374"/>
                  </a:lnTo>
                  <a:lnTo>
                    <a:pt x="930" y="1368"/>
                  </a:lnTo>
                  <a:lnTo>
                    <a:pt x="942" y="1344"/>
                  </a:lnTo>
                  <a:lnTo>
                    <a:pt x="942" y="1332"/>
                  </a:lnTo>
                  <a:lnTo>
                    <a:pt x="930" y="132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56" name="Papua New 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6EA01804-3D5B-4F2A-B0E2-68803B947858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7035404" y="3050811"/>
              <a:ext cx="359290" cy="238907"/>
            </a:xfrm>
            <a:custGeom>
              <a:avLst/>
              <a:gdLst>
                <a:gd name="T0" fmla="*/ 2147483647 w 1086"/>
                <a:gd name="T1" fmla="*/ 2147483647 h 726"/>
                <a:gd name="T2" fmla="*/ 2147483647 w 1086"/>
                <a:gd name="T3" fmla="*/ 2147483647 h 726"/>
                <a:gd name="T4" fmla="*/ 2147483647 w 1086"/>
                <a:gd name="T5" fmla="*/ 2147483647 h 726"/>
                <a:gd name="T6" fmla="*/ 2147483647 w 1086"/>
                <a:gd name="T7" fmla="*/ 2147483647 h 726"/>
                <a:gd name="T8" fmla="*/ 2147483647 w 1086"/>
                <a:gd name="T9" fmla="*/ 2147483647 h 726"/>
                <a:gd name="T10" fmla="*/ 2147483647 w 1086"/>
                <a:gd name="T11" fmla="*/ 2147483647 h 726"/>
                <a:gd name="T12" fmla="*/ 2147483647 w 1086"/>
                <a:gd name="T13" fmla="*/ 2147483647 h 726"/>
                <a:gd name="T14" fmla="*/ 2147483647 w 1086"/>
                <a:gd name="T15" fmla="*/ 2147483647 h 726"/>
                <a:gd name="T16" fmla="*/ 2147483647 w 1086"/>
                <a:gd name="T17" fmla="*/ 2147483647 h 726"/>
                <a:gd name="T18" fmla="*/ 2147483647 w 1086"/>
                <a:gd name="T19" fmla="*/ 2147483647 h 726"/>
                <a:gd name="T20" fmla="*/ 2147483647 w 1086"/>
                <a:gd name="T21" fmla="*/ 2147483647 h 726"/>
                <a:gd name="T22" fmla="*/ 2147483647 w 1086"/>
                <a:gd name="T23" fmla="*/ 2147483647 h 726"/>
                <a:gd name="T24" fmla="*/ 2147483647 w 1086"/>
                <a:gd name="T25" fmla="*/ 2147483647 h 726"/>
                <a:gd name="T26" fmla="*/ 2147483647 w 1086"/>
                <a:gd name="T27" fmla="*/ 2147483647 h 726"/>
                <a:gd name="T28" fmla="*/ 2147483647 w 1086"/>
                <a:gd name="T29" fmla="*/ 2147483647 h 726"/>
                <a:gd name="T30" fmla="*/ 2147483647 w 1086"/>
                <a:gd name="T31" fmla="*/ 2147483647 h 726"/>
                <a:gd name="T32" fmla="*/ 2147483647 w 1086"/>
                <a:gd name="T33" fmla="*/ 2147483647 h 726"/>
                <a:gd name="T34" fmla="*/ 2147483647 w 1086"/>
                <a:gd name="T35" fmla="*/ 2147483647 h 726"/>
                <a:gd name="T36" fmla="*/ 2147483647 w 1086"/>
                <a:gd name="T37" fmla="*/ 2147483647 h 726"/>
                <a:gd name="T38" fmla="*/ 2147483647 w 1086"/>
                <a:gd name="T39" fmla="*/ 2147483647 h 726"/>
                <a:gd name="T40" fmla="*/ 2147483647 w 1086"/>
                <a:gd name="T41" fmla="*/ 2147483647 h 726"/>
                <a:gd name="T42" fmla="*/ 2147483647 w 1086"/>
                <a:gd name="T43" fmla="*/ 2147483647 h 726"/>
                <a:gd name="T44" fmla="*/ 2147483647 w 1086"/>
                <a:gd name="T45" fmla="*/ 2147483647 h 726"/>
                <a:gd name="T46" fmla="*/ 2147483647 w 1086"/>
                <a:gd name="T47" fmla="*/ 2147483647 h 726"/>
                <a:gd name="T48" fmla="*/ 2147483647 w 1086"/>
                <a:gd name="T49" fmla="*/ 2147483647 h 726"/>
                <a:gd name="T50" fmla="*/ 2147483647 w 1086"/>
                <a:gd name="T51" fmla="*/ 2147483647 h 726"/>
                <a:gd name="T52" fmla="*/ 2147483647 w 1086"/>
                <a:gd name="T53" fmla="*/ 2147483647 h 726"/>
                <a:gd name="T54" fmla="*/ 2147483647 w 1086"/>
                <a:gd name="T55" fmla="*/ 2147483647 h 726"/>
                <a:gd name="T56" fmla="*/ 2147483647 w 1086"/>
                <a:gd name="T57" fmla="*/ 2147483647 h 726"/>
                <a:gd name="T58" fmla="*/ 2147483647 w 1086"/>
                <a:gd name="T59" fmla="*/ 2147483647 h 726"/>
                <a:gd name="T60" fmla="*/ 2147483647 w 1086"/>
                <a:gd name="T61" fmla="*/ 2147483647 h 726"/>
                <a:gd name="T62" fmla="*/ 2147483647 w 1086"/>
                <a:gd name="T63" fmla="*/ 2147483647 h 726"/>
                <a:gd name="T64" fmla="*/ 2147483647 w 1086"/>
                <a:gd name="T65" fmla="*/ 2147483647 h 726"/>
                <a:gd name="T66" fmla="*/ 2147483647 w 1086"/>
                <a:gd name="T67" fmla="*/ 2147483647 h 726"/>
                <a:gd name="T68" fmla="*/ 2147483647 w 1086"/>
                <a:gd name="T69" fmla="*/ 2147483647 h 726"/>
                <a:gd name="T70" fmla="*/ 2147483647 w 1086"/>
                <a:gd name="T71" fmla="*/ 2147483647 h 726"/>
                <a:gd name="T72" fmla="*/ 2147483647 w 1086"/>
                <a:gd name="T73" fmla="*/ 2147483647 h 726"/>
                <a:gd name="T74" fmla="*/ 2147483647 w 1086"/>
                <a:gd name="T75" fmla="*/ 2147483647 h 726"/>
                <a:gd name="T76" fmla="*/ 2147483647 w 1086"/>
                <a:gd name="T77" fmla="*/ 2147483647 h 726"/>
                <a:gd name="T78" fmla="*/ 2147483647 w 1086"/>
                <a:gd name="T79" fmla="*/ 2147483647 h 726"/>
                <a:gd name="T80" fmla="*/ 2147483647 w 1086"/>
                <a:gd name="T81" fmla="*/ 2147483647 h 726"/>
                <a:gd name="T82" fmla="*/ 2147483647 w 1086"/>
                <a:gd name="T83" fmla="*/ 2147483647 h 726"/>
                <a:gd name="T84" fmla="*/ 2147483647 w 1086"/>
                <a:gd name="T85" fmla="*/ 2147483647 h 726"/>
                <a:gd name="T86" fmla="*/ 2147483647 w 1086"/>
                <a:gd name="T87" fmla="*/ 2147483647 h 726"/>
                <a:gd name="T88" fmla="*/ 2147483647 w 1086"/>
                <a:gd name="T89" fmla="*/ 2147483647 h 726"/>
                <a:gd name="T90" fmla="*/ 2147483647 w 1086"/>
                <a:gd name="T91" fmla="*/ 2147483647 h 726"/>
                <a:gd name="T92" fmla="*/ 2147483647 w 1086"/>
                <a:gd name="T93" fmla="*/ 2147483647 h 726"/>
                <a:gd name="T94" fmla="*/ 2147483647 w 1086"/>
                <a:gd name="T95" fmla="*/ 2147483647 h 726"/>
                <a:gd name="T96" fmla="*/ 2147483647 w 1086"/>
                <a:gd name="T97" fmla="*/ 2147483647 h 726"/>
                <a:gd name="T98" fmla="*/ 2147483647 w 1086"/>
                <a:gd name="T99" fmla="*/ 2147483647 h 726"/>
                <a:gd name="T100" fmla="*/ 2147483647 w 1086"/>
                <a:gd name="T101" fmla="*/ 2147483647 h 726"/>
                <a:gd name="T102" fmla="*/ 2147483647 w 1086"/>
                <a:gd name="T103" fmla="*/ 2147483647 h 726"/>
                <a:gd name="T104" fmla="*/ 2147483647 w 1086"/>
                <a:gd name="T105" fmla="*/ 2147483647 h 726"/>
                <a:gd name="T106" fmla="*/ 2147483647 w 1086"/>
                <a:gd name="T107" fmla="*/ 2147483647 h 726"/>
                <a:gd name="T108" fmla="*/ 2147483647 w 1086"/>
                <a:gd name="T109" fmla="*/ 2147483647 h 726"/>
                <a:gd name="T110" fmla="*/ 2147483647 w 1086"/>
                <a:gd name="T111" fmla="*/ 2147483647 h 726"/>
                <a:gd name="T112" fmla="*/ 2147483647 w 1086"/>
                <a:gd name="T113" fmla="*/ 2147483647 h 72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86"/>
                <a:gd name="T172" fmla="*/ 0 h 726"/>
                <a:gd name="T173" fmla="*/ 1086 w 1086"/>
                <a:gd name="T174" fmla="*/ 726 h 72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86" h="726">
                  <a:moveTo>
                    <a:pt x="486" y="0"/>
                  </a:moveTo>
                  <a:lnTo>
                    <a:pt x="462" y="0"/>
                  </a:lnTo>
                  <a:lnTo>
                    <a:pt x="450" y="6"/>
                  </a:lnTo>
                  <a:lnTo>
                    <a:pt x="444" y="12"/>
                  </a:lnTo>
                  <a:lnTo>
                    <a:pt x="432" y="18"/>
                  </a:lnTo>
                  <a:lnTo>
                    <a:pt x="462" y="36"/>
                  </a:lnTo>
                  <a:lnTo>
                    <a:pt x="474" y="36"/>
                  </a:lnTo>
                  <a:lnTo>
                    <a:pt x="486" y="30"/>
                  </a:lnTo>
                  <a:lnTo>
                    <a:pt x="498" y="18"/>
                  </a:lnTo>
                  <a:lnTo>
                    <a:pt x="492" y="6"/>
                  </a:lnTo>
                  <a:lnTo>
                    <a:pt x="486" y="0"/>
                  </a:lnTo>
                  <a:close/>
                  <a:moveTo>
                    <a:pt x="756" y="216"/>
                  </a:moveTo>
                  <a:lnTo>
                    <a:pt x="750" y="222"/>
                  </a:lnTo>
                  <a:lnTo>
                    <a:pt x="750" y="228"/>
                  </a:lnTo>
                  <a:lnTo>
                    <a:pt x="756" y="234"/>
                  </a:lnTo>
                  <a:lnTo>
                    <a:pt x="768" y="240"/>
                  </a:lnTo>
                  <a:lnTo>
                    <a:pt x="774" y="246"/>
                  </a:lnTo>
                  <a:lnTo>
                    <a:pt x="774" y="264"/>
                  </a:lnTo>
                  <a:lnTo>
                    <a:pt x="702" y="300"/>
                  </a:lnTo>
                  <a:lnTo>
                    <a:pt x="666" y="300"/>
                  </a:lnTo>
                  <a:lnTo>
                    <a:pt x="630" y="312"/>
                  </a:lnTo>
                  <a:lnTo>
                    <a:pt x="594" y="330"/>
                  </a:lnTo>
                  <a:lnTo>
                    <a:pt x="588" y="336"/>
                  </a:lnTo>
                  <a:lnTo>
                    <a:pt x="570" y="336"/>
                  </a:lnTo>
                  <a:lnTo>
                    <a:pt x="564" y="342"/>
                  </a:lnTo>
                  <a:lnTo>
                    <a:pt x="588" y="378"/>
                  </a:lnTo>
                  <a:lnTo>
                    <a:pt x="684" y="378"/>
                  </a:lnTo>
                  <a:lnTo>
                    <a:pt x="702" y="366"/>
                  </a:lnTo>
                  <a:lnTo>
                    <a:pt x="738" y="366"/>
                  </a:lnTo>
                  <a:lnTo>
                    <a:pt x="750" y="360"/>
                  </a:lnTo>
                  <a:lnTo>
                    <a:pt x="774" y="336"/>
                  </a:lnTo>
                  <a:lnTo>
                    <a:pt x="774" y="330"/>
                  </a:lnTo>
                  <a:lnTo>
                    <a:pt x="804" y="324"/>
                  </a:lnTo>
                  <a:lnTo>
                    <a:pt x="798" y="300"/>
                  </a:lnTo>
                  <a:lnTo>
                    <a:pt x="822" y="300"/>
                  </a:lnTo>
                  <a:lnTo>
                    <a:pt x="822" y="288"/>
                  </a:lnTo>
                  <a:lnTo>
                    <a:pt x="828" y="258"/>
                  </a:lnTo>
                  <a:lnTo>
                    <a:pt x="828" y="228"/>
                  </a:lnTo>
                  <a:lnTo>
                    <a:pt x="822" y="198"/>
                  </a:lnTo>
                  <a:lnTo>
                    <a:pt x="816" y="192"/>
                  </a:lnTo>
                  <a:lnTo>
                    <a:pt x="804" y="186"/>
                  </a:lnTo>
                  <a:lnTo>
                    <a:pt x="792" y="192"/>
                  </a:lnTo>
                  <a:lnTo>
                    <a:pt x="786" y="198"/>
                  </a:lnTo>
                  <a:lnTo>
                    <a:pt x="762" y="210"/>
                  </a:lnTo>
                  <a:lnTo>
                    <a:pt x="756" y="216"/>
                  </a:lnTo>
                  <a:close/>
                  <a:moveTo>
                    <a:pt x="834" y="132"/>
                  </a:moveTo>
                  <a:lnTo>
                    <a:pt x="822" y="132"/>
                  </a:lnTo>
                  <a:lnTo>
                    <a:pt x="816" y="120"/>
                  </a:lnTo>
                  <a:lnTo>
                    <a:pt x="804" y="108"/>
                  </a:lnTo>
                  <a:lnTo>
                    <a:pt x="792" y="102"/>
                  </a:lnTo>
                  <a:lnTo>
                    <a:pt x="786" y="90"/>
                  </a:lnTo>
                  <a:lnTo>
                    <a:pt x="774" y="78"/>
                  </a:lnTo>
                  <a:lnTo>
                    <a:pt x="768" y="78"/>
                  </a:lnTo>
                  <a:lnTo>
                    <a:pt x="762" y="72"/>
                  </a:lnTo>
                  <a:lnTo>
                    <a:pt x="756" y="72"/>
                  </a:lnTo>
                  <a:lnTo>
                    <a:pt x="732" y="36"/>
                  </a:lnTo>
                  <a:lnTo>
                    <a:pt x="720" y="84"/>
                  </a:lnTo>
                  <a:lnTo>
                    <a:pt x="762" y="96"/>
                  </a:lnTo>
                  <a:lnTo>
                    <a:pt x="816" y="150"/>
                  </a:lnTo>
                  <a:lnTo>
                    <a:pt x="828" y="150"/>
                  </a:lnTo>
                  <a:lnTo>
                    <a:pt x="834" y="156"/>
                  </a:lnTo>
                  <a:lnTo>
                    <a:pt x="846" y="162"/>
                  </a:lnTo>
                  <a:lnTo>
                    <a:pt x="852" y="174"/>
                  </a:lnTo>
                  <a:lnTo>
                    <a:pt x="852" y="180"/>
                  </a:lnTo>
                  <a:lnTo>
                    <a:pt x="858" y="192"/>
                  </a:lnTo>
                  <a:lnTo>
                    <a:pt x="852" y="204"/>
                  </a:lnTo>
                  <a:lnTo>
                    <a:pt x="852" y="240"/>
                  </a:lnTo>
                  <a:lnTo>
                    <a:pt x="858" y="252"/>
                  </a:lnTo>
                  <a:lnTo>
                    <a:pt x="864" y="258"/>
                  </a:lnTo>
                  <a:lnTo>
                    <a:pt x="882" y="258"/>
                  </a:lnTo>
                  <a:lnTo>
                    <a:pt x="894" y="246"/>
                  </a:lnTo>
                  <a:lnTo>
                    <a:pt x="900" y="234"/>
                  </a:lnTo>
                  <a:lnTo>
                    <a:pt x="900" y="222"/>
                  </a:lnTo>
                  <a:lnTo>
                    <a:pt x="888" y="186"/>
                  </a:lnTo>
                  <a:lnTo>
                    <a:pt x="876" y="174"/>
                  </a:lnTo>
                  <a:lnTo>
                    <a:pt x="864" y="156"/>
                  </a:lnTo>
                  <a:lnTo>
                    <a:pt x="852" y="150"/>
                  </a:lnTo>
                  <a:lnTo>
                    <a:pt x="846" y="138"/>
                  </a:lnTo>
                  <a:lnTo>
                    <a:pt x="834" y="132"/>
                  </a:lnTo>
                  <a:close/>
                  <a:moveTo>
                    <a:pt x="1086" y="360"/>
                  </a:moveTo>
                  <a:lnTo>
                    <a:pt x="1020" y="294"/>
                  </a:lnTo>
                  <a:lnTo>
                    <a:pt x="1020" y="288"/>
                  </a:lnTo>
                  <a:lnTo>
                    <a:pt x="1002" y="270"/>
                  </a:lnTo>
                  <a:lnTo>
                    <a:pt x="984" y="270"/>
                  </a:lnTo>
                  <a:lnTo>
                    <a:pt x="978" y="276"/>
                  </a:lnTo>
                  <a:lnTo>
                    <a:pt x="978" y="300"/>
                  </a:lnTo>
                  <a:lnTo>
                    <a:pt x="996" y="330"/>
                  </a:lnTo>
                  <a:lnTo>
                    <a:pt x="1020" y="378"/>
                  </a:lnTo>
                  <a:lnTo>
                    <a:pt x="1086" y="438"/>
                  </a:lnTo>
                  <a:lnTo>
                    <a:pt x="1086" y="360"/>
                  </a:lnTo>
                  <a:close/>
                  <a:moveTo>
                    <a:pt x="672" y="672"/>
                  </a:moveTo>
                  <a:lnTo>
                    <a:pt x="630" y="642"/>
                  </a:lnTo>
                  <a:lnTo>
                    <a:pt x="648" y="630"/>
                  </a:lnTo>
                  <a:lnTo>
                    <a:pt x="636" y="630"/>
                  </a:lnTo>
                  <a:lnTo>
                    <a:pt x="624" y="624"/>
                  </a:lnTo>
                  <a:lnTo>
                    <a:pt x="612" y="624"/>
                  </a:lnTo>
                  <a:lnTo>
                    <a:pt x="600" y="618"/>
                  </a:lnTo>
                  <a:lnTo>
                    <a:pt x="594" y="606"/>
                  </a:lnTo>
                  <a:lnTo>
                    <a:pt x="594" y="594"/>
                  </a:lnTo>
                  <a:lnTo>
                    <a:pt x="600" y="582"/>
                  </a:lnTo>
                  <a:lnTo>
                    <a:pt x="600" y="564"/>
                  </a:lnTo>
                  <a:lnTo>
                    <a:pt x="588" y="570"/>
                  </a:lnTo>
                  <a:lnTo>
                    <a:pt x="582" y="570"/>
                  </a:lnTo>
                  <a:lnTo>
                    <a:pt x="570" y="576"/>
                  </a:lnTo>
                  <a:lnTo>
                    <a:pt x="564" y="576"/>
                  </a:lnTo>
                  <a:lnTo>
                    <a:pt x="552" y="582"/>
                  </a:lnTo>
                  <a:lnTo>
                    <a:pt x="552" y="552"/>
                  </a:lnTo>
                  <a:lnTo>
                    <a:pt x="528" y="540"/>
                  </a:lnTo>
                  <a:lnTo>
                    <a:pt x="528" y="492"/>
                  </a:lnTo>
                  <a:lnTo>
                    <a:pt x="474" y="456"/>
                  </a:lnTo>
                  <a:lnTo>
                    <a:pt x="450" y="402"/>
                  </a:lnTo>
                  <a:lnTo>
                    <a:pt x="474" y="390"/>
                  </a:lnTo>
                  <a:lnTo>
                    <a:pt x="480" y="384"/>
                  </a:lnTo>
                  <a:lnTo>
                    <a:pt x="492" y="378"/>
                  </a:lnTo>
                  <a:lnTo>
                    <a:pt x="504" y="366"/>
                  </a:lnTo>
                  <a:lnTo>
                    <a:pt x="504" y="360"/>
                  </a:lnTo>
                  <a:lnTo>
                    <a:pt x="492" y="336"/>
                  </a:lnTo>
                  <a:lnTo>
                    <a:pt x="468" y="324"/>
                  </a:lnTo>
                  <a:lnTo>
                    <a:pt x="462" y="318"/>
                  </a:lnTo>
                  <a:lnTo>
                    <a:pt x="456" y="318"/>
                  </a:lnTo>
                  <a:lnTo>
                    <a:pt x="450" y="312"/>
                  </a:lnTo>
                  <a:lnTo>
                    <a:pt x="438" y="312"/>
                  </a:lnTo>
                  <a:lnTo>
                    <a:pt x="402" y="300"/>
                  </a:lnTo>
                  <a:lnTo>
                    <a:pt x="390" y="300"/>
                  </a:lnTo>
                  <a:lnTo>
                    <a:pt x="378" y="294"/>
                  </a:lnTo>
                  <a:lnTo>
                    <a:pt x="372" y="294"/>
                  </a:lnTo>
                  <a:lnTo>
                    <a:pt x="372" y="234"/>
                  </a:lnTo>
                  <a:lnTo>
                    <a:pt x="366" y="222"/>
                  </a:lnTo>
                  <a:lnTo>
                    <a:pt x="354" y="210"/>
                  </a:lnTo>
                  <a:lnTo>
                    <a:pt x="342" y="210"/>
                  </a:lnTo>
                  <a:lnTo>
                    <a:pt x="288" y="156"/>
                  </a:lnTo>
                  <a:lnTo>
                    <a:pt x="252" y="162"/>
                  </a:lnTo>
                  <a:lnTo>
                    <a:pt x="216" y="126"/>
                  </a:lnTo>
                  <a:lnTo>
                    <a:pt x="186" y="120"/>
                  </a:lnTo>
                  <a:lnTo>
                    <a:pt x="66" y="60"/>
                  </a:lnTo>
                  <a:lnTo>
                    <a:pt x="42" y="72"/>
                  </a:lnTo>
                  <a:lnTo>
                    <a:pt x="0" y="42"/>
                  </a:lnTo>
                  <a:lnTo>
                    <a:pt x="42" y="72"/>
                  </a:lnTo>
                  <a:lnTo>
                    <a:pt x="36" y="102"/>
                  </a:lnTo>
                  <a:lnTo>
                    <a:pt x="36" y="240"/>
                  </a:lnTo>
                  <a:lnTo>
                    <a:pt x="30" y="258"/>
                  </a:lnTo>
                  <a:lnTo>
                    <a:pt x="30" y="372"/>
                  </a:lnTo>
                  <a:lnTo>
                    <a:pt x="24" y="378"/>
                  </a:lnTo>
                  <a:lnTo>
                    <a:pt x="12" y="384"/>
                  </a:lnTo>
                  <a:lnTo>
                    <a:pt x="0" y="396"/>
                  </a:lnTo>
                  <a:lnTo>
                    <a:pt x="0" y="402"/>
                  </a:lnTo>
                  <a:lnTo>
                    <a:pt x="6" y="408"/>
                  </a:lnTo>
                  <a:lnTo>
                    <a:pt x="18" y="414"/>
                  </a:lnTo>
                  <a:lnTo>
                    <a:pt x="30" y="414"/>
                  </a:lnTo>
                  <a:lnTo>
                    <a:pt x="30" y="444"/>
                  </a:lnTo>
                  <a:lnTo>
                    <a:pt x="24" y="456"/>
                  </a:lnTo>
                  <a:lnTo>
                    <a:pt x="24" y="480"/>
                  </a:lnTo>
                  <a:lnTo>
                    <a:pt x="18" y="492"/>
                  </a:lnTo>
                  <a:lnTo>
                    <a:pt x="18" y="504"/>
                  </a:lnTo>
                  <a:lnTo>
                    <a:pt x="12" y="510"/>
                  </a:lnTo>
                  <a:lnTo>
                    <a:pt x="12" y="516"/>
                  </a:lnTo>
                  <a:lnTo>
                    <a:pt x="18" y="540"/>
                  </a:lnTo>
                  <a:lnTo>
                    <a:pt x="18" y="588"/>
                  </a:lnTo>
                  <a:lnTo>
                    <a:pt x="30" y="594"/>
                  </a:lnTo>
                  <a:lnTo>
                    <a:pt x="48" y="594"/>
                  </a:lnTo>
                  <a:lnTo>
                    <a:pt x="60" y="588"/>
                  </a:lnTo>
                  <a:lnTo>
                    <a:pt x="90" y="588"/>
                  </a:lnTo>
                  <a:lnTo>
                    <a:pt x="96" y="582"/>
                  </a:lnTo>
                  <a:lnTo>
                    <a:pt x="102" y="582"/>
                  </a:lnTo>
                  <a:lnTo>
                    <a:pt x="126" y="600"/>
                  </a:lnTo>
                  <a:lnTo>
                    <a:pt x="132" y="600"/>
                  </a:lnTo>
                  <a:lnTo>
                    <a:pt x="138" y="594"/>
                  </a:lnTo>
                  <a:lnTo>
                    <a:pt x="156" y="588"/>
                  </a:lnTo>
                  <a:lnTo>
                    <a:pt x="168" y="582"/>
                  </a:lnTo>
                  <a:lnTo>
                    <a:pt x="180" y="570"/>
                  </a:lnTo>
                  <a:lnTo>
                    <a:pt x="180" y="564"/>
                  </a:lnTo>
                  <a:lnTo>
                    <a:pt x="168" y="552"/>
                  </a:lnTo>
                  <a:lnTo>
                    <a:pt x="150" y="540"/>
                  </a:lnTo>
                  <a:lnTo>
                    <a:pt x="138" y="534"/>
                  </a:lnTo>
                  <a:lnTo>
                    <a:pt x="120" y="522"/>
                  </a:lnTo>
                  <a:lnTo>
                    <a:pt x="108" y="516"/>
                  </a:lnTo>
                  <a:lnTo>
                    <a:pt x="102" y="510"/>
                  </a:lnTo>
                  <a:lnTo>
                    <a:pt x="96" y="510"/>
                  </a:lnTo>
                  <a:lnTo>
                    <a:pt x="108" y="510"/>
                  </a:lnTo>
                  <a:lnTo>
                    <a:pt x="138" y="516"/>
                  </a:lnTo>
                  <a:lnTo>
                    <a:pt x="204" y="516"/>
                  </a:lnTo>
                  <a:lnTo>
                    <a:pt x="204" y="510"/>
                  </a:lnTo>
                  <a:lnTo>
                    <a:pt x="198" y="504"/>
                  </a:lnTo>
                  <a:lnTo>
                    <a:pt x="198" y="498"/>
                  </a:lnTo>
                  <a:lnTo>
                    <a:pt x="186" y="486"/>
                  </a:lnTo>
                  <a:lnTo>
                    <a:pt x="192" y="492"/>
                  </a:lnTo>
                  <a:lnTo>
                    <a:pt x="204" y="492"/>
                  </a:lnTo>
                  <a:lnTo>
                    <a:pt x="210" y="498"/>
                  </a:lnTo>
                  <a:lnTo>
                    <a:pt x="216" y="498"/>
                  </a:lnTo>
                  <a:lnTo>
                    <a:pt x="222" y="492"/>
                  </a:lnTo>
                  <a:lnTo>
                    <a:pt x="222" y="486"/>
                  </a:lnTo>
                  <a:lnTo>
                    <a:pt x="216" y="480"/>
                  </a:lnTo>
                  <a:lnTo>
                    <a:pt x="216" y="468"/>
                  </a:lnTo>
                  <a:lnTo>
                    <a:pt x="210" y="462"/>
                  </a:lnTo>
                  <a:lnTo>
                    <a:pt x="222" y="468"/>
                  </a:lnTo>
                  <a:lnTo>
                    <a:pt x="228" y="474"/>
                  </a:lnTo>
                  <a:lnTo>
                    <a:pt x="246" y="474"/>
                  </a:lnTo>
                  <a:lnTo>
                    <a:pt x="252" y="468"/>
                  </a:lnTo>
                  <a:lnTo>
                    <a:pt x="264" y="462"/>
                  </a:lnTo>
                  <a:lnTo>
                    <a:pt x="270" y="456"/>
                  </a:lnTo>
                  <a:lnTo>
                    <a:pt x="288" y="474"/>
                  </a:lnTo>
                  <a:lnTo>
                    <a:pt x="300" y="480"/>
                  </a:lnTo>
                  <a:lnTo>
                    <a:pt x="306" y="486"/>
                  </a:lnTo>
                  <a:lnTo>
                    <a:pt x="312" y="486"/>
                  </a:lnTo>
                  <a:lnTo>
                    <a:pt x="330" y="492"/>
                  </a:lnTo>
                  <a:lnTo>
                    <a:pt x="342" y="492"/>
                  </a:lnTo>
                  <a:lnTo>
                    <a:pt x="378" y="504"/>
                  </a:lnTo>
                  <a:lnTo>
                    <a:pt x="390" y="510"/>
                  </a:lnTo>
                  <a:lnTo>
                    <a:pt x="402" y="534"/>
                  </a:lnTo>
                  <a:lnTo>
                    <a:pt x="402" y="558"/>
                  </a:lnTo>
                  <a:lnTo>
                    <a:pt x="408" y="570"/>
                  </a:lnTo>
                  <a:lnTo>
                    <a:pt x="420" y="582"/>
                  </a:lnTo>
                  <a:lnTo>
                    <a:pt x="438" y="582"/>
                  </a:lnTo>
                  <a:lnTo>
                    <a:pt x="450" y="594"/>
                  </a:lnTo>
                  <a:lnTo>
                    <a:pt x="450" y="606"/>
                  </a:lnTo>
                  <a:lnTo>
                    <a:pt x="456" y="618"/>
                  </a:lnTo>
                  <a:lnTo>
                    <a:pt x="468" y="654"/>
                  </a:lnTo>
                  <a:lnTo>
                    <a:pt x="486" y="672"/>
                  </a:lnTo>
                  <a:lnTo>
                    <a:pt x="516" y="678"/>
                  </a:lnTo>
                  <a:lnTo>
                    <a:pt x="558" y="684"/>
                  </a:lnTo>
                  <a:lnTo>
                    <a:pt x="618" y="684"/>
                  </a:lnTo>
                  <a:lnTo>
                    <a:pt x="630" y="690"/>
                  </a:lnTo>
                  <a:lnTo>
                    <a:pt x="654" y="714"/>
                  </a:lnTo>
                  <a:lnTo>
                    <a:pt x="678" y="726"/>
                  </a:lnTo>
                  <a:lnTo>
                    <a:pt x="684" y="726"/>
                  </a:lnTo>
                  <a:lnTo>
                    <a:pt x="684" y="720"/>
                  </a:lnTo>
                  <a:lnTo>
                    <a:pt x="678" y="708"/>
                  </a:lnTo>
                  <a:lnTo>
                    <a:pt x="678" y="702"/>
                  </a:lnTo>
                  <a:lnTo>
                    <a:pt x="672" y="690"/>
                  </a:lnTo>
                  <a:lnTo>
                    <a:pt x="666" y="684"/>
                  </a:lnTo>
                  <a:lnTo>
                    <a:pt x="672" y="67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57" name="Panama" descr="© INSCALE GmbH, 05.05.2010&#10;http://www.presentationload.com/">
              <a:extLst>
                <a:ext uri="{FF2B5EF4-FFF2-40B4-BE49-F238E27FC236}">
                  <a16:creationId xmlns:a16="http://schemas.microsoft.com/office/drawing/2014/main" id="{B3B59513-D791-4E03-8563-2DA260A2D1FE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786898" y="2747686"/>
              <a:ext cx="134412" cy="64222"/>
            </a:xfrm>
            <a:custGeom>
              <a:avLst/>
              <a:gdLst>
                <a:gd name="T0" fmla="*/ 2147483647 w 408"/>
                <a:gd name="T1" fmla="*/ 2147483647 h 198"/>
                <a:gd name="T2" fmla="*/ 2147483647 w 408"/>
                <a:gd name="T3" fmla="*/ 2147483647 h 198"/>
                <a:gd name="T4" fmla="*/ 2147483647 w 408"/>
                <a:gd name="T5" fmla="*/ 2147483647 h 198"/>
                <a:gd name="T6" fmla="*/ 2147483647 w 408"/>
                <a:gd name="T7" fmla="*/ 2147483647 h 198"/>
                <a:gd name="T8" fmla="*/ 2147483647 w 408"/>
                <a:gd name="T9" fmla="*/ 2147483647 h 198"/>
                <a:gd name="T10" fmla="*/ 2147483647 w 408"/>
                <a:gd name="T11" fmla="*/ 2147483647 h 198"/>
                <a:gd name="T12" fmla="*/ 2147483647 w 408"/>
                <a:gd name="T13" fmla="*/ 2147483647 h 198"/>
                <a:gd name="T14" fmla="*/ 2147483647 w 408"/>
                <a:gd name="T15" fmla="*/ 2147483647 h 198"/>
                <a:gd name="T16" fmla="*/ 2147483647 w 408"/>
                <a:gd name="T17" fmla="*/ 2147483647 h 198"/>
                <a:gd name="T18" fmla="*/ 2147483647 w 408"/>
                <a:gd name="T19" fmla="*/ 2147483647 h 198"/>
                <a:gd name="T20" fmla="*/ 2147483647 w 408"/>
                <a:gd name="T21" fmla="*/ 2147483647 h 198"/>
                <a:gd name="T22" fmla="*/ 2147483647 w 408"/>
                <a:gd name="T23" fmla="*/ 2147483647 h 198"/>
                <a:gd name="T24" fmla="*/ 2147483647 w 408"/>
                <a:gd name="T25" fmla="*/ 2147483647 h 198"/>
                <a:gd name="T26" fmla="*/ 2147483647 w 408"/>
                <a:gd name="T27" fmla="*/ 2147483647 h 198"/>
                <a:gd name="T28" fmla="*/ 2147483647 w 408"/>
                <a:gd name="T29" fmla="*/ 2147483647 h 198"/>
                <a:gd name="T30" fmla="*/ 2147483647 w 408"/>
                <a:gd name="T31" fmla="*/ 2147483647 h 198"/>
                <a:gd name="T32" fmla="*/ 2147483647 w 408"/>
                <a:gd name="T33" fmla="*/ 0 h 198"/>
                <a:gd name="T34" fmla="*/ 2147483647 w 408"/>
                <a:gd name="T35" fmla="*/ 2147483647 h 198"/>
                <a:gd name="T36" fmla="*/ 2147483647 w 408"/>
                <a:gd name="T37" fmla="*/ 2147483647 h 198"/>
                <a:gd name="T38" fmla="*/ 2147483647 w 408"/>
                <a:gd name="T39" fmla="*/ 2147483647 h 198"/>
                <a:gd name="T40" fmla="*/ 2147483647 w 408"/>
                <a:gd name="T41" fmla="*/ 2147483647 h 198"/>
                <a:gd name="T42" fmla="*/ 2147483647 w 408"/>
                <a:gd name="T43" fmla="*/ 2147483647 h 198"/>
                <a:gd name="T44" fmla="*/ 2147483647 w 408"/>
                <a:gd name="T45" fmla="*/ 2147483647 h 198"/>
                <a:gd name="T46" fmla="*/ 2147483647 w 408"/>
                <a:gd name="T47" fmla="*/ 2147483647 h 198"/>
                <a:gd name="T48" fmla="*/ 2147483647 w 408"/>
                <a:gd name="T49" fmla="*/ 2147483647 h 198"/>
                <a:gd name="T50" fmla="*/ 2147483647 w 408"/>
                <a:gd name="T51" fmla="*/ 2147483647 h 198"/>
                <a:gd name="T52" fmla="*/ 2147483647 w 408"/>
                <a:gd name="T53" fmla="*/ 2147483647 h 198"/>
                <a:gd name="T54" fmla="*/ 2147483647 w 408"/>
                <a:gd name="T55" fmla="*/ 2147483647 h 198"/>
                <a:gd name="T56" fmla="*/ 0 w 408"/>
                <a:gd name="T57" fmla="*/ 2147483647 h 198"/>
                <a:gd name="T58" fmla="*/ 2147483647 w 408"/>
                <a:gd name="T59" fmla="*/ 2147483647 h 198"/>
                <a:gd name="T60" fmla="*/ 2147483647 w 408"/>
                <a:gd name="T61" fmla="*/ 2147483647 h 198"/>
                <a:gd name="T62" fmla="*/ 2147483647 w 408"/>
                <a:gd name="T63" fmla="*/ 2147483647 h 198"/>
                <a:gd name="T64" fmla="*/ 0 w 408"/>
                <a:gd name="T65" fmla="*/ 2147483647 h 198"/>
                <a:gd name="T66" fmla="*/ 2147483647 w 408"/>
                <a:gd name="T67" fmla="*/ 2147483647 h 198"/>
                <a:gd name="T68" fmla="*/ 2147483647 w 408"/>
                <a:gd name="T69" fmla="*/ 2147483647 h 198"/>
                <a:gd name="T70" fmla="*/ 2147483647 w 408"/>
                <a:gd name="T71" fmla="*/ 2147483647 h 198"/>
                <a:gd name="T72" fmla="*/ 2147483647 w 408"/>
                <a:gd name="T73" fmla="*/ 2147483647 h 198"/>
                <a:gd name="T74" fmla="*/ 2147483647 w 408"/>
                <a:gd name="T75" fmla="*/ 2147483647 h 198"/>
                <a:gd name="T76" fmla="*/ 2147483647 w 408"/>
                <a:gd name="T77" fmla="*/ 2147483647 h 198"/>
                <a:gd name="T78" fmla="*/ 2147483647 w 408"/>
                <a:gd name="T79" fmla="*/ 2147483647 h 198"/>
                <a:gd name="T80" fmla="*/ 2147483647 w 408"/>
                <a:gd name="T81" fmla="*/ 2147483647 h 198"/>
                <a:gd name="T82" fmla="*/ 2147483647 w 408"/>
                <a:gd name="T83" fmla="*/ 2147483647 h 198"/>
                <a:gd name="T84" fmla="*/ 2147483647 w 408"/>
                <a:gd name="T85" fmla="*/ 2147483647 h 198"/>
                <a:gd name="T86" fmla="*/ 2147483647 w 408"/>
                <a:gd name="T87" fmla="*/ 2147483647 h 198"/>
                <a:gd name="T88" fmla="*/ 2147483647 w 408"/>
                <a:gd name="T89" fmla="*/ 2147483647 h 198"/>
                <a:gd name="T90" fmla="*/ 2147483647 w 408"/>
                <a:gd name="T91" fmla="*/ 2147483647 h 198"/>
                <a:gd name="T92" fmla="*/ 2147483647 w 408"/>
                <a:gd name="T93" fmla="*/ 2147483647 h 198"/>
                <a:gd name="T94" fmla="*/ 2147483647 w 408"/>
                <a:gd name="T95" fmla="*/ 2147483647 h 198"/>
                <a:gd name="T96" fmla="*/ 2147483647 w 408"/>
                <a:gd name="T97" fmla="*/ 2147483647 h 198"/>
                <a:gd name="T98" fmla="*/ 2147483647 w 408"/>
                <a:gd name="T99" fmla="*/ 2147483647 h 198"/>
                <a:gd name="T100" fmla="*/ 2147483647 w 408"/>
                <a:gd name="T101" fmla="*/ 2147483647 h 19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408"/>
                <a:gd name="T154" fmla="*/ 0 h 198"/>
                <a:gd name="T155" fmla="*/ 408 w 408"/>
                <a:gd name="T156" fmla="*/ 198 h 198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408" h="198">
                  <a:moveTo>
                    <a:pt x="306" y="66"/>
                  </a:moveTo>
                  <a:lnTo>
                    <a:pt x="318" y="78"/>
                  </a:lnTo>
                  <a:lnTo>
                    <a:pt x="324" y="90"/>
                  </a:lnTo>
                  <a:lnTo>
                    <a:pt x="330" y="96"/>
                  </a:lnTo>
                  <a:lnTo>
                    <a:pt x="342" y="90"/>
                  </a:lnTo>
                  <a:lnTo>
                    <a:pt x="372" y="120"/>
                  </a:lnTo>
                  <a:lnTo>
                    <a:pt x="342" y="102"/>
                  </a:lnTo>
                  <a:lnTo>
                    <a:pt x="342" y="120"/>
                  </a:lnTo>
                  <a:lnTo>
                    <a:pt x="336" y="132"/>
                  </a:lnTo>
                  <a:lnTo>
                    <a:pt x="336" y="162"/>
                  </a:lnTo>
                  <a:lnTo>
                    <a:pt x="342" y="168"/>
                  </a:lnTo>
                  <a:lnTo>
                    <a:pt x="348" y="180"/>
                  </a:lnTo>
                  <a:lnTo>
                    <a:pt x="354" y="186"/>
                  </a:lnTo>
                  <a:lnTo>
                    <a:pt x="360" y="186"/>
                  </a:lnTo>
                  <a:lnTo>
                    <a:pt x="372" y="156"/>
                  </a:lnTo>
                  <a:lnTo>
                    <a:pt x="378" y="162"/>
                  </a:lnTo>
                  <a:lnTo>
                    <a:pt x="390" y="168"/>
                  </a:lnTo>
                  <a:lnTo>
                    <a:pt x="396" y="162"/>
                  </a:lnTo>
                  <a:lnTo>
                    <a:pt x="408" y="138"/>
                  </a:lnTo>
                  <a:lnTo>
                    <a:pt x="408" y="126"/>
                  </a:lnTo>
                  <a:lnTo>
                    <a:pt x="396" y="120"/>
                  </a:lnTo>
                  <a:lnTo>
                    <a:pt x="390" y="108"/>
                  </a:lnTo>
                  <a:lnTo>
                    <a:pt x="390" y="90"/>
                  </a:lnTo>
                  <a:lnTo>
                    <a:pt x="396" y="84"/>
                  </a:lnTo>
                  <a:lnTo>
                    <a:pt x="372" y="66"/>
                  </a:lnTo>
                  <a:lnTo>
                    <a:pt x="372" y="60"/>
                  </a:lnTo>
                  <a:lnTo>
                    <a:pt x="366" y="54"/>
                  </a:lnTo>
                  <a:lnTo>
                    <a:pt x="366" y="42"/>
                  </a:lnTo>
                  <a:lnTo>
                    <a:pt x="360" y="30"/>
                  </a:lnTo>
                  <a:lnTo>
                    <a:pt x="348" y="24"/>
                  </a:lnTo>
                  <a:lnTo>
                    <a:pt x="330" y="18"/>
                  </a:lnTo>
                  <a:lnTo>
                    <a:pt x="288" y="18"/>
                  </a:lnTo>
                  <a:lnTo>
                    <a:pt x="282" y="0"/>
                  </a:lnTo>
                  <a:lnTo>
                    <a:pt x="246" y="0"/>
                  </a:lnTo>
                  <a:lnTo>
                    <a:pt x="234" y="6"/>
                  </a:lnTo>
                  <a:lnTo>
                    <a:pt x="228" y="12"/>
                  </a:lnTo>
                  <a:lnTo>
                    <a:pt x="222" y="24"/>
                  </a:lnTo>
                  <a:lnTo>
                    <a:pt x="210" y="36"/>
                  </a:lnTo>
                  <a:lnTo>
                    <a:pt x="204" y="36"/>
                  </a:lnTo>
                  <a:lnTo>
                    <a:pt x="198" y="30"/>
                  </a:lnTo>
                  <a:lnTo>
                    <a:pt x="192" y="30"/>
                  </a:lnTo>
                  <a:lnTo>
                    <a:pt x="168" y="42"/>
                  </a:lnTo>
                  <a:lnTo>
                    <a:pt x="144" y="66"/>
                  </a:lnTo>
                  <a:lnTo>
                    <a:pt x="132" y="72"/>
                  </a:lnTo>
                  <a:lnTo>
                    <a:pt x="120" y="72"/>
                  </a:lnTo>
                  <a:lnTo>
                    <a:pt x="114" y="66"/>
                  </a:lnTo>
                  <a:lnTo>
                    <a:pt x="102" y="60"/>
                  </a:lnTo>
                  <a:lnTo>
                    <a:pt x="90" y="42"/>
                  </a:lnTo>
                  <a:lnTo>
                    <a:pt x="78" y="54"/>
                  </a:lnTo>
                  <a:lnTo>
                    <a:pt x="60" y="54"/>
                  </a:lnTo>
                  <a:lnTo>
                    <a:pt x="48" y="42"/>
                  </a:lnTo>
                  <a:lnTo>
                    <a:pt x="48" y="18"/>
                  </a:lnTo>
                  <a:lnTo>
                    <a:pt x="36" y="6"/>
                  </a:lnTo>
                  <a:lnTo>
                    <a:pt x="24" y="6"/>
                  </a:lnTo>
                  <a:lnTo>
                    <a:pt x="18" y="12"/>
                  </a:lnTo>
                  <a:lnTo>
                    <a:pt x="6" y="12"/>
                  </a:lnTo>
                  <a:lnTo>
                    <a:pt x="0" y="18"/>
                  </a:lnTo>
                  <a:lnTo>
                    <a:pt x="0" y="36"/>
                  </a:lnTo>
                  <a:lnTo>
                    <a:pt x="6" y="42"/>
                  </a:lnTo>
                  <a:lnTo>
                    <a:pt x="6" y="48"/>
                  </a:lnTo>
                  <a:lnTo>
                    <a:pt x="24" y="48"/>
                  </a:lnTo>
                  <a:lnTo>
                    <a:pt x="30" y="54"/>
                  </a:lnTo>
                  <a:lnTo>
                    <a:pt x="12" y="72"/>
                  </a:lnTo>
                  <a:lnTo>
                    <a:pt x="6" y="72"/>
                  </a:lnTo>
                  <a:lnTo>
                    <a:pt x="6" y="96"/>
                  </a:lnTo>
                  <a:lnTo>
                    <a:pt x="0" y="102"/>
                  </a:lnTo>
                  <a:lnTo>
                    <a:pt x="6" y="108"/>
                  </a:lnTo>
                  <a:lnTo>
                    <a:pt x="48" y="102"/>
                  </a:lnTo>
                  <a:lnTo>
                    <a:pt x="60" y="120"/>
                  </a:lnTo>
                  <a:lnTo>
                    <a:pt x="90" y="114"/>
                  </a:lnTo>
                  <a:lnTo>
                    <a:pt x="90" y="126"/>
                  </a:lnTo>
                  <a:lnTo>
                    <a:pt x="84" y="132"/>
                  </a:lnTo>
                  <a:lnTo>
                    <a:pt x="84" y="150"/>
                  </a:lnTo>
                  <a:lnTo>
                    <a:pt x="90" y="156"/>
                  </a:lnTo>
                  <a:lnTo>
                    <a:pt x="108" y="156"/>
                  </a:lnTo>
                  <a:lnTo>
                    <a:pt x="114" y="150"/>
                  </a:lnTo>
                  <a:lnTo>
                    <a:pt x="120" y="150"/>
                  </a:lnTo>
                  <a:lnTo>
                    <a:pt x="120" y="132"/>
                  </a:lnTo>
                  <a:lnTo>
                    <a:pt x="138" y="126"/>
                  </a:lnTo>
                  <a:lnTo>
                    <a:pt x="138" y="150"/>
                  </a:lnTo>
                  <a:lnTo>
                    <a:pt x="144" y="168"/>
                  </a:lnTo>
                  <a:lnTo>
                    <a:pt x="144" y="180"/>
                  </a:lnTo>
                  <a:lnTo>
                    <a:pt x="150" y="192"/>
                  </a:lnTo>
                  <a:lnTo>
                    <a:pt x="156" y="198"/>
                  </a:lnTo>
                  <a:lnTo>
                    <a:pt x="162" y="198"/>
                  </a:lnTo>
                  <a:lnTo>
                    <a:pt x="180" y="192"/>
                  </a:lnTo>
                  <a:lnTo>
                    <a:pt x="198" y="174"/>
                  </a:lnTo>
                  <a:lnTo>
                    <a:pt x="204" y="174"/>
                  </a:lnTo>
                  <a:lnTo>
                    <a:pt x="198" y="168"/>
                  </a:lnTo>
                  <a:lnTo>
                    <a:pt x="186" y="162"/>
                  </a:lnTo>
                  <a:lnTo>
                    <a:pt x="180" y="150"/>
                  </a:lnTo>
                  <a:lnTo>
                    <a:pt x="174" y="144"/>
                  </a:lnTo>
                  <a:lnTo>
                    <a:pt x="168" y="132"/>
                  </a:lnTo>
                  <a:lnTo>
                    <a:pt x="162" y="126"/>
                  </a:lnTo>
                  <a:lnTo>
                    <a:pt x="186" y="102"/>
                  </a:lnTo>
                  <a:lnTo>
                    <a:pt x="222" y="84"/>
                  </a:lnTo>
                  <a:lnTo>
                    <a:pt x="228" y="72"/>
                  </a:lnTo>
                  <a:lnTo>
                    <a:pt x="246" y="54"/>
                  </a:lnTo>
                  <a:lnTo>
                    <a:pt x="258" y="48"/>
                  </a:lnTo>
                  <a:lnTo>
                    <a:pt x="276" y="54"/>
                  </a:lnTo>
                  <a:lnTo>
                    <a:pt x="288" y="60"/>
                  </a:lnTo>
                  <a:lnTo>
                    <a:pt x="306" y="6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58" name="Paraguay" descr="© INSCALE GmbH, 05.05.2010&#10;http://www.presentationload.com/">
              <a:extLst>
                <a:ext uri="{FF2B5EF4-FFF2-40B4-BE49-F238E27FC236}">
                  <a16:creationId xmlns:a16="http://schemas.microsoft.com/office/drawing/2014/main" id="{E2AA9662-FAF6-487D-8A08-07CABE4D26E2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296110" y="3511924"/>
              <a:ext cx="197740" cy="222208"/>
            </a:xfrm>
            <a:custGeom>
              <a:avLst/>
              <a:gdLst>
                <a:gd name="T0" fmla="*/ 2147483647 w 600"/>
                <a:gd name="T1" fmla="*/ 2147483647 h 678"/>
                <a:gd name="T2" fmla="*/ 2147483647 w 600"/>
                <a:gd name="T3" fmla="*/ 2147483647 h 678"/>
                <a:gd name="T4" fmla="*/ 2147483647 w 600"/>
                <a:gd name="T5" fmla="*/ 2147483647 h 678"/>
                <a:gd name="T6" fmla="*/ 2147483647 w 600"/>
                <a:gd name="T7" fmla="*/ 2147483647 h 678"/>
                <a:gd name="T8" fmla="*/ 2147483647 w 600"/>
                <a:gd name="T9" fmla="*/ 2147483647 h 678"/>
                <a:gd name="T10" fmla="*/ 2147483647 w 600"/>
                <a:gd name="T11" fmla="*/ 2147483647 h 678"/>
                <a:gd name="T12" fmla="*/ 2147483647 w 600"/>
                <a:gd name="T13" fmla="*/ 2147483647 h 678"/>
                <a:gd name="T14" fmla="*/ 2147483647 w 600"/>
                <a:gd name="T15" fmla="*/ 2147483647 h 678"/>
                <a:gd name="T16" fmla="*/ 2147483647 w 600"/>
                <a:gd name="T17" fmla="*/ 2147483647 h 678"/>
                <a:gd name="T18" fmla="*/ 2147483647 w 600"/>
                <a:gd name="T19" fmla="*/ 2147483647 h 678"/>
                <a:gd name="T20" fmla="*/ 2147483647 w 600"/>
                <a:gd name="T21" fmla="*/ 2147483647 h 678"/>
                <a:gd name="T22" fmla="*/ 2147483647 w 600"/>
                <a:gd name="T23" fmla="*/ 2147483647 h 678"/>
                <a:gd name="T24" fmla="*/ 2147483647 w 600"/>
                <a:gd name="T25" fmla="*/ 2147483647 h 678"/>
                <a:gd name="T26" fmla="*/ 2147483647 w 600"/>
                <a:gd name="T27" fmla="*/ 2147483647 h 678"/>
                <a:gd name="T28" fmla="*/ 2147483647 w 600"/>
                <a:gd name="T29" fmla="*/ 2147483647 h 678"/>
                <a:gd name="T30" fmla="*/ 2147483647 w 600"/>
                <a:gd name="T31" fmla="*/ 2147483647 h 678"/>
                <a:gd name="T32" fmla="*/ 2147483647 w 600"/>
                <a:gd name="T33" fmla="*/ 2147483647 h 678"/>
                <a:gd name="T34" fmla="*/ 2147483647 w 600"/>
                <a:gd name="T35" fmla="*/ 2147483647 h 678"/>
                <a:gd name="T36" fmla="*/ 2147483647 w 600"/>
                <a:gd name="T37" fmla="*/ 2147483647 h 678"/>
                <a:gd name="T38" fmla="*/ 2147483647 w 600"/>
                <a:gd name="T39" fmla="*/ 2147483647 h 678"/>
                <a:gd name="T40" fmla="*/ 2147483647 w 600"/>
                <a:gd name="T41" fmla="*/ 2147483647 h 678"/>
                <a:gd name="T42" fmla="*/ 2147483647 w 600"/>
                <a:gd name="T43" fmla="*/ 2147483647 h 678"/>
                <a:gd name="T44" fmla="*/ 2147483647 w 600"/>
                <a:gd name="T45" fmla="*/ 2147483647 h 678"/>
                <a:gd name="T46" fmla="*/ 2147483647 w 600"/>
                <a:gd name="T47" fmla="*/ 2147483647 h 678"/>
                <a:gd name="T48" fmla="*/ 2147483647 w 600"/>
                <a:gd name="T49" fmla="*/ 2147483647 h 678"/>
                <a:gd name="T50" fmla="*/ 2147483647 w 600"/>
                <a:gd name="T51" fmla="*/ 2147483647 h 678"/>
                <a:gd name="T52" fmla="*/ 2147483647 w 600"/>
                <a:gd name="T53" fmla="*/ 0 h 678"/>
                <a:gd name="T54" fmla="*/ 2147483647 w 600"/>
                <a:gd name="T55" fmla="*/ 2147483647 h 678"/>
                <a:gd name="T56" fmla="*/ 2147483647 w 600"/>
                <a:gd name="T57" fmla="*/ 2147483647 h 678"/>
                <a:gd name="T58" fmla="*/ 0 w 600"/>
                <a:gd name="T59" fmla="*/ 2147483647 h 678"/>
                <a:gd name="T60" fmla="*/ 2147483647 w 600"/>
                <a:gd name="T61" fmla="*/ 2147483647 h 678"/>
                <a:gd name="T62" fmla="*/ 2147483647 w 600"/>
                <a:gd name="T63" fmla="*/ 2147483647 h 678"/>
                <a:gd name="T64" fmla="*/ 2147483647 w 600"/>
                <a:gd name="T65" fmla="*/ 2147483647 h 678"/>
                <a:gd name="T66" fmla="*/ 2147483647 w 600"/>
                <a:gd name="T67" fmla="*/ 2147483647 h 678"/>
                <a:gd name="T68" fmla="*/ 2147483647 w 600"/>
                <a:gd name="T69" fmla="*/ 2147483647 h 678"/>
                <a:gd name="T70" fmla="*/ 2147483647 w 600"/>
                <a:gd name="T71" fmla="*/ 2147483647 h 678"/>
                <a:gd name="T72" fmla="*/ 2147483647 w 600"/>
                <a:gd name="T73" fmla="*/ 2147483647 h 678"/>
                <a:gd name="T74" fmla="*/ 2147483647 w 600"/>
                <a:gd name="T75" fmla="*/ 2147483647 h 678"/>
                <a:gd name="T76" fmla="*/ 2147483647 w 600"/>
                <a:gd name="T77" fmla="*/ 2147483647 h 678"/>
                <a:gd name="T78" fmla="*/ 2147483647 w 600"/>
                <a:gd name="T79" fmla="*/ 2147483647 h 678"/>
                <a:gd name="T80" fmla="*/ 2147483647 w 600"/>
                <a:gd name="T81" fmla="*/ 2147483647 h 678"/>
                <a:gd name="T82" fmla="*/ 2147483647 w 600"/>
                <a:gd name="T83" fmla="*/ 2147483647 h 678"/>
                <a:gd name="T84" fmla="*/ 2147483647 w 600"/>
                <a:gd name="T85" fmla="*/ 2147483647 h 678"/>
                <a:gd name="T86" fmla="*/ 2147483647 w 600"/>
                <a:gd name="T87" fmla="*/ 2147483647 h 678"/>
                <a:gd name="T88" fmla="*/ 2147483647 w 600"/>
                <a:gd name="T89" fmla="*/ 2147483647 h 678"/>
                <a:gd name="T90" fmla="*/ 2147483647 w 600"/>
                <a:gd name="T91" fmla="*/ 2147483647 h 678"/>
                <a:gd name="T92" fmla="*/ 2147483647 w 600"/>
                <a:gd name="T93" fmla="*/ 2147483647 h 678"/>
                <a:gd name="T94" fmla="*/ 2147483647 w 600"/>
                <a:gd name="T95" fmla="*/ 2147483647 h 678"/>
                <a:gd name="T96" fmla="*/ 2147483647 w 600"/>
                <a:gd name="T97" fmla="*/ 2147483647 h 678"/>
                <a:gd name="T98" fmla="*/ 2147483647 w 600"/>
                <a:gd name="T99" fmla="*/ 2147483647 h 678"/>
                <a:gd name="T100" fmla="*/ 2147483647 w 600"/>
                <a:gd name="T101" fmla="*/ 2147483647 h 678"/>
                <a:gd name="T102" fmla="*/ 2147483647 w 600"/>
                <a:gd name="T103" fmla="*/ 2147483647 h 678"/>
                <a:gd name="T104" fmla="*/ 2147483647 w 600"/>
                <a:gd name="T105" fmla="*/ 2147483647 h 678"/>
                <a:gd name="T106" fmla="*/ 2147483647 w 600"/>
                <a:gd name="T107" fmla="*/ 2147483647 h 678"/>
                <a:gd name="T108" fmla="*/ 2147483647 w 600"/>
                <a:gd name="T109" fmla="*/ 2147483647 h 678"/>
                <a:gd name="T110" fmla="*/ 2147483647 w 600"/>
                <a:gd name="T111" fmla="*/ 2147483647 h 678"/>
                <a:gd name="T112" fmla="*/ 2147483647 w 600"/>
                <a:gd name="T113" fmla="*/ 2147483647 h 678"/>
                <a:gd name="T114" fmla="*/ 2147483647 w 600"/>
                <a:gd name="T115" fmla="*/ 2147483647 h 678"/>
                <a:gd name="T116" fmla="*/ 2147483647 w 600"/>
                <a:gd name="T117" fmla="*/ 2147483647 h 678"/>
                <a:gd name="T118" fmla="*/ 2147483647 w 600"/>
                <a:gd name="T119" fmla="*/ 2147483647 h 67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600"/>
                <a:gd name="T181" fmla="*/ 0 h 678"/>
                <a:gd name="T182" fmla="*/ 600 w 600"/>
                <a:gd name="T183" fmla="*/ 678 h 67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600" h="678">
                  <a:moveTo>
                    <a:pt x="480" y="660"/>
                  </a:moveTo>
                  <a:lnTo>
                    <a:pt x="492" y="678"/>
                  </a:lnTo>
                  <a:lnTo>
                    <a:pt x="492" y="660"/>
                  </a:lnTo>
                  <a:lnTo>
                    <a:pt x="498" y="654"/>
                  </a:lnTo>
                  <a:lnTo>
                    <a:pt x="510" y="654"/>
                  </a:lnTo>
                  <a:lnTo>
                    <a:pt x="516" y="660"/>
                  </a:lnTo>
                  <a:lnTo>
                    <a:pt x="516" y="666"/>
                  </a:lnTo>
                  <a:lnTo>
                    <a:pt x="522" y="660"/>
                  </a:lnTo>
                  <a:lnTo>
                    <a:pt x="534" y="636"/>
                  </a:lnTo>
                  <a:lnTo>
                    <a:pt x="546" y="624"/>
                  </a:lnTo>
                  <a:lnTo>
                    <a:pt x="552" y="624"/>
                  </a:lnTo>
                  <a:lnTo>
                    <a:pt x="558" y="618"/>
                  </a:lnTo>
                  <a:lnTo>
                    <a:pt x="570" y="612"/>
                  </a:lnTo>
                  <a:lnTo>
                    <a:pt x="576" y="600"/>
                  </a:lnTo>
                  <a:lnTo>
                    <a:pt x="588" y="594"/>
                  </a:lnTo>
                  <a:lnTo>
                    <a:pt x="588" y="516"/>
                  </a:lnTo>
                  <a:lnTo>
                    <a:pt x="582" y="498"/>
                  </a:lnTo>
                  <a:lnTo>
                    <a:pt x="582" y="486"/>
                  </a:lnTo>
                  <a:lnTo>
                    <a:pt x="588" y="474"/>
                  </a:lnTo>
                  <a:lnTo>
                    <a:pt x="588" y="468"/>
                  </a:lnTo>
                  <a:lnTo>
                    <a:pt x="594" y="462"/>
                  </a:lnTo>
                  <a:lnTo>
                    <a:pt x="594" y="432"/>
                  </a:lnTo>
                  <a:lnTo>
                    <a:pt x="600" y="414"/>
                  </a:lnTo>
                  <a:lnTo>
                    <a:pt x="600" y="396"/>
                  </a:lnTo>
                  <a:lnTo>
                    <a:pt x="594" y="384"/>
                  </a:lnTo>
                  <a:lnTo>
                    <a:pt x="582" y="372"/>
                  </a:lnTo>
                  <a:lnTo>
                    <a:pt x="570" y="366"/>
                  </a:lnTo>
                  <a:lnTo>
                    <a:pt x="558" y="366"/>
                  </a:lnTo>
                  <a:lnTo>
                    <a:pt x="540" y="384"/>
                  </a:lnTo>
                  <a:lnTo>
                    <a:pt x="528" y="384"/>
                  </a:lnTo>
                  <a:lnTo>
                    <a:pt x="516" y="378"/>
                  </a:lnTo>
                  <a:lnTo>
                    <a:pt x="504" y="354"/>
                  </a:lnTo>
                  <a:lnTo>
                    <a:pt x="504" y="336"/>
                  </a:lnTo>
                  <a:lnTo>
                    <a:pt x="498" y="318"/>
                  </a:lnTo>
                  <a:lnTo>
                    <a:pt x="498" y="294"/>
                  </a:lnTo>
                  <a:lnTo>
                    <a:pt x="492" y="276"/>
                  </a:lnTo>
                  <a:lnTo>
                    <a:pt x="492" y="252"/>
                  </a:lnTo>
                  <a:lnTo>
                    <a:pt x="486" y="246"/>
                  </a:lnTo>
                  <a:lnTo>
                    <a:pt x="474" y="240"/>
                  </a:lnTo>
                  <a:lnTo>
                    <a:pt x="402" y="240"/>
                  </a:lnTo>
                  <a:lnTo>
                    <a:pt x="360" y="234"/>
                  </a:lnTo>
                  <a:lnTo>
                    <a:pt x="324" y="222"/>
                  </a:lnTo>
                  <a:lnTo>
                    <a:pt x="318" y="216"/>
                  </a:lnTo>
                  <a:lnTo>
                    <a:pt x="312" y="204"/>
                  </a:lnTo>
                  <a:lnTo>
                    <a:pt x="312" y="162"/>
                  </a:lnTo>
                  <a:lnTo>
                    <a:pt x="318" y="150"/>
                  </a:lnTo>
                  <a:lnTo>
                    <a:pt x="318" y="132"/>
                  </a:lnTo>
                  <a:lnTo>
                    <a:pt x="306" y="132"/>
                  </a:lnTo>
                  <a:lnTo>
                    <a:pt x="306" y="96"/>
                  </a:lnTo>
                  <a:lnTo>
                    <a:pt x="294" y="90"/>
                  </a:lnTo>
                  <a:lnTo>
                    <a:pt x="288" y="84"/>
                  </a:lnTo>
                  <a:lnTo>
                    <a:pt x="288" y="78"/>
                  </a:lnTo>
                  <a:lnTo>
                    <a:pt x="270" y="42"/>
                  </a:lnTo>
                  <a:lnTo>
                    <a:pt x="216" y="0"/>
                  </a:lnTo>
                  <a:lnTo>
                    <a:pt x="138" y="12"/>
                  </a:lnTo>
                  <a:lnTo>
                    <a:pt x="36" y="30"/>
                  </a:lnTo>
                  <a:lnTo>
                    <a:pt x="30" y="60"/>
                  </a:lnTo>
                  <a:lnTo>
                    <a:pt x="18" y="72"/>
                  </a:lnTo>
                  <a:lnTo>
                    <a:pt x="6" y="78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12" y="120"/>
                  </a:lnTo>
                  <a:lnTo>
                    <a:pt x="12" y="126"/>
                  </a:lnTo>
                  <a:lnTo>
                    <a:pt x="18" y="132"/>
                  </a:lnTo>
                  <a:lnTo>
                    <a:pt x="18" y="156"/>
                  </a:lnTo>
                  <a:lnTo>
                    <a:pt x="6" y="228"/>
                  </a:lnTo>
                  <a:lnTo>
                    <a:pt x="6" y="246"/>
                  </a:lnTo>
                  <a:lnTo>
                    <a:pt x="24" y="264"/>
                  </a:lnTo>
                  <a:lnTo>
                    <a:pt x="24" y="270"/>
                  </a:lnTo>
                  <a:lnTo>
                    <a:pt x="30" y="276"/>
                  </a:lnTo>
                  <a:lnTo>
                    <a:pt x="36" y="288"/>
                  </a:lnTo>
                  <a:lnTo>
                    <a:pt x="48" y="294"/>
                  </a:lnTo>
                  <a:lnTo>
                    <a:pt x="54" y="306"/>
                  </a:lnTo>
                  <a:lnTo>
                    <a:pt x="60" y="312"/>
                  </a:lnTo>
                  <a:lnTo>
                    <a:pt x="84" y="324"/>
                  </a:lnTo>
                  <a:lnTo>
                    <a:pt x="102" y="342"/>
                  </a:lnTo>
                  <a:lnTo>
                    <a:pt x="114" y="348"/>
                  </a:lnTo>
                  <a:lnTo>
                    <a:pt x="120" y="366"/>
                  </a:lnTo>
                  <a:lnTo>
                    <a:pt x="126" y="366"/>
                  </a:lnTo>
                  <a:lnTo>
                    <a:pt x="132" y="372"/>
                  </a:lnTo>
                  <a:lnTo>
                    <a:pt x="168" y="390"/>
                  </a:lnTo>
                  <a:lnTo>
                    <a:pt x="198" y="390"/>
                  </a:lnTo>
                  <a:lnTo>
                    <a:pt x="210" y="396"/>
                  </a:lnTo>
                  <a:lnTo>
                    <a:pt x="216" y="402"/>
                  </a:lnTo>
                  <a:lnTo>
                    <a:pt x="228" y="408"/>
                  </a:lnTo>
                  <a:lnTo>
                    <a:pt x="234" y="414"/>
                  </a:lnTo>
                  <a:lnTo>
                    <a:pt x="240" y="414"/>
                  </a:lnTo>
                  <a:lnTo>
                    <a:pt x="246" y="420"/>
                  </a:lnTo>
                  <a:lnTo>
                    <a:pt x="258" y="426"/>
                  </a:lnTo>
                  <a:lnTo>
                    <a:pt x="276" y="438"/>
                  </a:lnTo>
                  <a:lnTo>
                    <a:pt x="312" y="456"/>
                  </a:lnTo>
                  <a:lnTo>
                    <a:pt x="318" y="462"/>
                  </a:lnTo>
                  <a:lnTo>
                    <a:pt x="330" y="462"/>
                  </a:lnTo>
                  <a:lnTo>
                    <a:pt x="342" y="468"/>
                  </a:lnTo>
                  <a:lnTo>
                    <a:pt x="360" y="474"/>
                  </a:lnTo>
                  <a:lnTo>
                    <a:pt x="372" y="480"/>
                  </a:lnTo>
                  <a:lnTo>
                    <a:pt x="378" y="486"/>
                  </a:lnTo>
                  <a:lnTo>
                    <a:pt x="372" y="492"/>
                  </a:lnTo>
                  <a:lnTo>
                    <a:pt x="372" y="504"/>
                  </a:lnTo>
                  <a:lnTo>
                    <a:pt x="366" y="510"/>
                  </a:lnTo>
                  <a:lnTo>
                    <a:pt x="360" y="522"/>
                  </a:lnTo>
                  <a:lnTo>
                    <a:pt x="366" y="528"/>
                  </a:lnTo>
                  <a:lnTo>
                    <a:pt x="372" y="540"/>
                  </a:lnTo>
                  <a:lnTo>
                    <a:pt x="372" y="546"/>
                  </a:lnTo>
                  <a:lnTo>
                    <a:pt x="366" y="552"/>
                  </a:lnTo>
                  <a:lnTo>
                    <a:pt x="348" y="552"/>
                  </a:lnTo>
                  <a:lnTo>
                    <a:pt x="348" y="588"/>
                  </a:lnTo>
                  <a:lnTo>
                    <a:pt x="342" y="594"/>
                  </a:lnTo>
                  <a:lnTo>
                    <a:pt x="336" y="606"/>
                  </a:lnTo>
                  <a:lnTo>
                    <a:pt x="330" y="612"/>
                  </a:lnTo>
                  <a:lnTo>
                    <a:pt x="324" y="624"/>
                  </a:lnTo>
                  <a:lnTo>
                    <a:pt x="324" y="636"/>
                  </a:lnTo>
                  <a:lnTo>
                    <a:pt x="330" y="642"/>
                  </a:lnTo>
                  <a:lnTo>
                    <a:pt x="354" y="642"/>
                  </a:lnTo>
                  <a:lnTo>
                    <a:pt x="366" y="636"/>
                  </a:lnTo>
                  <a:lnTo>
                    <a:pt x="372" y="636"/>
                  </a:lnTo>
                  <a:lnTo>
                    <a:pt x="384" y="642"/>
                  </a:lnTo>
                  <a:lnTo>
                    <a:pt x="390" y="648"/>
                  </a:lnTo>
                  <a:lnTo>
                    <a:pt x="402" y="654"/>
                  </a:lnTo>
                  <a:lnTo>
                    <a:pt x="420" y="660"/>
                  </a:lnTo>
                  <a:lnTo>
                    <a:pt x="480" y="66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59" name="Pa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64D3AF0F-2816-40D2-BE97-B163D7348016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5120044" y="2021974"/>
              <a:ext cx="347661" cy="346798"/>
            </a:xfrm>
            <a:custGeom>
              <a:avLst/>
              <a:gdLst>
                <a:gd name="T0" fmla="*/ 2147483647 w 1050"/>
                <a:gd name="T1" fmla="*/ 2147483647 h 1056"/>
                <a:gd name="T2" fmla="*/ 2147483647 w 1050"/>
                <a:gd name="T3" fmla="*/ 2147483647 h 1056"/>
                <a:gd name="T4" fmla="*/ 2147483647 w 1050"/>
                <a:gd name="T5" fmla="*/ 2147483647 h 1056"/>
                <a:gd name="T6" fmla="*/ 2147483647 w 1050"/>
                <a:gd name="T7" fmla="*/ 2147483647 h 1056"/>
                <a:gd name="T8" fmla="*/ 2147483647 w 1050"/>
                <a:gd name="T9" fmla="*/ 2147483647 h 1056"/>
                <a:gd name="T10" fmla="*/ 2147483647 w 1050"/>
                <a:gd name="T11" fmla="*/ 2147483647 h 1056"/>
                <a:gd name="T12" fmla="*/ 2147483647 w 1050"/>
                <a:gd name="T13" fmla="*/ 2147483647 h 1056"/>
                <a:gd name="T14" fmla="*/ 2147483647 w 1050"/>
                <a:gd name="T15" fmla="*/ 2147483647 h 1056"/>
                <a:gd name="T16" fmla="*/ 2147483647 w 1050"/>
                <a:gd name="T17" fmla="*/ 2147483647 h 1056"/>
                <a:gd name="T18" fmla="*/ 2147483647 w 1050"/>
                <a:gd name="T19" fmla="*/ 2147483647 h 1056"/>
                <a:gd name="T20" fmla="*/ 2147483647 w 1050"/>
                <a:gd name="T21" fmla="*/ 2147483647 h 1056"/>
                <a:gd name="T22" fmla="*/ 2147483647 w 1050"/>
                <a:gd name="T23" fmla="*/ 2147483647 h 1056"/>
                <a:gd name="T24" fmla="*/ 2147483647 w 1050"/>
                <a:gd name="T25" fmla="*/ 2147483647 h 1056"/>
                <a:gd name="T26" fmla="*/ 2147483647 w 1050"/>
                <a:gd name="T27" fmla="*/ 2147483647 h 1056"/>
                <a:gd name="T28" fmla="*/ 2147483647 w 1050"/>
                <a:gd name="T29" fmla="*/ 2147483647 h 1056"/>
                <a:gd name="T30" fmla="*/ 2147483647 w 1050"/>
                <a:gd name="T31" fmla="*/ 2147483647 h 1056"/>
                <a:gd name="T32" fmla="*/ 2147483647 w 1050"/>
                <a:gd name="T33" fmla="*/ 2147483647 h 1056"/>
                <a:gd name="T34" fmla="*/ 2147483647 w 1050"/>
                <a:gd name="T35" fmla="*/ 2147483647 h 1056"/>
                <a:gd name="T36" fmla="*/ 2147483647 w 1050"/>
                <a:gd name="T37" fmla="*/ 2147483647 h 1056"/>
                <a:gd name="T38" fmla="*/ 2147483647 w 1050"/>
                <a:gd name="T39" fmla="*/ 2147483647 h 1056"/>
                <a:gd name="T40" fmla="*/ 2147483647 w 1050"/>
                <a:gd name="T41" fmla="*/ 2147483647 h 1056"/>
                <a:gd name="T42" fmla="*/ 2147483647 w 1050"/>
                <a:gd name="T43" fmla="*/ 2147483647 h 1056"/>
                <a:gd name="T44" fmla="*/ 0 w 1050"/>
                <a:gd name="T45" fmla="*/ 2147483647 h 1056"/>
                <a:gd name="T46" fmla="*/ 2147483647 w 1050"/>
                <a:gd name="T47" fmla="*/ 2147483647 h 1056"/>
                <a:gd name="T48" fmla="*/ 2147483647 w 1050"/>
                <a:gd name="T49" fmla="*/ 2147483647 h 1056"/>
                <a:gd name="T50" fmla="*/ 2147483647 w 1050"/>
                <a:gd name="T51" fmla="*/ 2147483647 h 1056"/>
                <a:gd name="T52" fmla="*/ 2147483647 w 1050"/>
                <a:gd name="T53" fmla="*/ 2147483647 h 1056"/>
                <a:gd name="T54" fmla="*/ 2147483647 w 1050"/>
                <a:gd name="T55" fmla="*/ 2147483647 h 1056"/>
                <a:gd name="T56" fmla="*/ 2147483647 w 1050"/>
                <a:gd name="T57" fmla="*/ 2147483647 h 1056"/>
                <a:gd name="T58" fmla="*/ 2147483647 w 1050"/>
                <a:gd name="T59" fmla="*/ 2147483647 h 1056"/>
                <a:gd name="T60" fmla="*/ 2147483647 w 1050"/>
                <a:gd name="T61" fmla="*/ 2147483647 h 1056"/>
                <a:gd name="T62" fmla="*/ 2147483647 w 1050"/>
                <a:gd name="T63" fmla="*/ 2147483647 h 1056"/>
                <a:gd name="T64" fmla="*/ 2147483647 w 1050"/>
                <a:gd name="T65" fmla="*/ 2147483647 h 1056"/>
                <a:gd name="T66" fmla="*/ 2147483647 w 1050"/>
                <a:gd name="T67" fmla="*/ 2147483647 h 1056"/>
                <a:gd name="T68" fmla="*/ 2147483647 w 1050"/>
                <a:gd name="T69" fmla="*/ 2147483647 h 1056"/>
                <a:gd name="T70" fmla="*/ 2147483647 w 1050"/>
                <a:gd name="T71" fmla="*/ 2147483647 h 1056"/>
                <a:gd name="T72" fmla="*/ 2147483647 w 1050"/>
                <a:gd name="T73" fmla="*/ 2147483647 h 1056"/>
                <a:gd name="T74" fmla="*/ 2147483647 w 1050"/>
                <a:gd name="T75" fmla="*/ 2147483647 h 1056"/>
                <a:gd name="T76" fmla="*/ 2147483647 w 1050"/>
                <a:gd name="T77" fmla="*/ 2147483647 h 1056"/>
                <a:gd name="T78" fmla="*/ 2147483647 w 1050"/>
                <a:gd name="T79" fmla="*/ 2147483647 h 1056"/>
                <a:gd name="T80" fmla="*/ 2147483647 w 1050"/>
                <a:gd name="T81" fmla="*/ 2147483647 h 1056"/>
                <a:gd name="T82" fmla="*/ 2147483647 w 1050"/>
                <a:gd name="T83" fmla="*/ 2147483647 h 1056"/>
                <a:gd name="T84" fmla="*/ 2147483647 w 1050"/>
                <a:gd name="T85" fmla="*/ 2147483647 h 1056"/>
                <a:gd name="T86" fmla="*/ 2147483647 w 1050"/>
                <a:gd name="T87" fmla="*/ 2147483647 h 1056"/>
                <a:gd name="T88" fmla="*/ 2147483647 w 1050"/>
                <a:gd name="T89" fmla="*/ 2147483647 h 1056"/>
                <a:gd name="T90" fmla="*/ 2147483647 w 1050"/>
                <a:gd name="T91" fmla="*/ 2147483647 h 1056"/>
                <a:gd name="T92" fmla="*/ 2147483647 w 1050"/>
                <a:gd name="T93" fmla="*/ 2147483647 h 1056"/>
                <a:gd name="T94" fmla="*/ 2147483647 w 1050"/>
                <a:gd name="T95" fmla="*/ 2147483647 h 1056"/>
                <a:gd name="T96" fmla="*/ 2147483647 w 1050"/>
                <a:gd name="T97" fmla="*/ 2147483647 h 1056"/>
                <a:gd name="T98" fmla="*/ 2147483647 w 1050"/>
                <a:gd name="T99" fmla="*/ 2147483647 h 1056"/>
                <a:gd name="T100" fmla="*/ 2147483647 w 1050"/>
                <a:gd name="T101" fmla="*/ 2147483647 h 1056"/>
                <a:gd name="T102" fmla="*/ 2147483647 w 1050"/>
                <a:gd name="T103" fmla="*/ 2147483647 h 1056"/>
                <a:gd name="T104" fmla="*/ 2147483647 w 1050"/>
                <a:gd name="T105" fmla="*/ 2147483647 h 1056"/>
                <a:gd name="T106" fmla="*/ 2147483647 w 1050"/>
                <a:gd name="T107" fmla="*/ 2147483647 h 1056"/>
                <a:gd name="T108" fmla="*/ 2147483647 w 1050"/>
                <a:gd name="T109" fmla="*/ 2147483647 h 1056"/>
                <a:gd name="T110" fmla="*/ 2147483647 w 1050"/>
                <a:gd name="T111" fmla="*/ 2147483647 h 1056"/>
                <a:gd name="T112" fmla="*/ 2147483647 w 1050"/>
                <a:gd name="T113" fmla="*/ 2147483647 h 1056"/>
                <a:gd name="T114" fmla="*/ 2147483647 w 1050"/>
                <a:gd name="T115" fmla="*/ 2147483647 h 1056"/>
                <a:gd name="T116" fmla="*/ 2147483647 w 1050"/>
                <a:gd name="T117" fmla="*/ 2147483647 h 1056"/>
                <a:gd name="T118" fmla="*/ 2147483647 w 1050"/>
                <a:gd name="T119" fmla="*/ 2147483647 h 1056"/>
                <a:gd name="T120" fmla="*/ 2147483647 w 1050"/>
                <a:gd name="T121" fmla="*/ 2147483647 h 1056"/>
                <a:gd name="T122" fmla="*/ 2147483647 w 1050"/>
                <a:gd name="T123" fmla="*/ 2147483647 h 105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50"/>
                <a:gd name="T187" fmla="*/ 0 h 1056"/>
                <a:gd name="T188" fmla="*/ 1050 w 1050"/>
                <a:gd name="T189" fmla="*/ 1056 h 105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50" h="1056">
                  <a:moveTo>
                    <a:pt x="1008" y="120"/>
                  </a:moveTo>
                  <a:lnTo>
                    <a:pt x="996" y="120"/>
                  </a:lnTo>
                  <a:lnTo>
                    <a:pt x="984" y="114"/>
                  </a:lnTo>
                  <a:lnTo>
                    <a:pt x="978" y="102"/>
                  </a:lnTo>
                  <a:lnTo>
                    <a:pt x="972" y="96"/>
                  </a:lnTo>
                  <a:lnTo>
                    <a:pt x="972" y="90"/>
                  </a:lnTo>
                  <a:lnTo>
                    <a:pt x="960" y="96"/>
                  </a:lnTo>
                  <a:lnTo>
                    <a:pt x="924" y="84"/>
                  </a:lnTo>
                  <a:lnTo>
                    <a:pt x="924" y="60"/>
                  </a:lnTo>
                  <a:lnTo>
                    <a:pt x="912" y="36"/>
                  </a:lnTo>
                  <a:lnTo>
                    <a:pt x="900" y="24"/>
                  </a:lnTo>
                  <a:lnTo>
                    <a:pt x="888" y="18"/>
                  </a:lnTo>
                  <a:lnTo>
                    <a:pt x="876" y="18"/>
                  </a:lnTo>
                  <a:lnTo>
                    <a:pt x="870" y="6"/>
                  </a:lnTo>
                  <a:lnTo>
                    <a:pt x="822" y="6"/>
                  </a:lnTo>
                  <a:lnTo>
                    <a:pt x="810" y="0"/>
                  </a:lnTo>
                  <a:lnTo>
                    <a:pt x="804" y="6"/>
                  </a:lnTo>
                  <a:lnTo>
                    <a:pt x="792" y="6"/>
                  </a:lnTo>
                  <a:lnTo>
                    <a:pt x="786" y="12"/>
                  </a:lnTo>
                  <a:lnTo>
                    <a:pt x="774" y="12"/>
                  </a:lnTo>
                  <a:lnTo>
                    <a:pt x="762" y="6"/>
                  </a:lnTo>
                  <a:lnTo>
                    <a:pt x="738" y="6"/>
                  </a:lnTo>
                  <a:lnTo>
                    <a:pt x="732" y="12"/>
                  </a:lnTo>
                  <a:lnTo>
                    <a:pt x="690" y="12"/>
                  </a:lnTo>
                  <a:lnTo>
                    <a:pt x="684" y="18"/>
                  </a:lnTo>
                  <a:lnTo>
                    <a:pt x="678" y="18"/>
                  </a:lnTo>
                  <a:lnTo>
                    <a:pt x="654" y="30"/>
                  </a:lnTo>
                  <a:lnTo>
                    <a:pt x="648" y="36"/>
                  </a:lnTo>
                  <a:lnTo>
                    <a:pt x="624" y="48"/>
                  </a:lnTo>
                  <a:lnTo>
                    <a:pt x="618" y="54"/>
                  </a:lnTo>
                  <a:lnTo>
                    <a:pt x="612" y="66"/>
                  </a:lnTo>
                  <a:lnTo>
                    <a:pt x="606" y="72"/>
                  </a:lnTo>
                  <a:lnTo>
                    <a:pt x="606" y="78"/>
                  </a:lnTo>
                  <a:lnTo>
                    <a:pt x="636" y="108"/>
                  </a:lnTo>
                  <a:lnTo>
                    <a:pt x="636" y="138"/>
                  </a:lnTo>
                  <a:lnTo>
                    <a:pt x="642" y="144"/>
                  </a:lnTo>
                  <a:lnTo>
                    <a:pt x="648" y="156"/>
                  </a:lnTo>
                  <a:lnTo>
                    <a:pt x="648" y="162"/>
                  </a:lnTo>
                  <a:lnTo>
                    <a:pt x="624" y="186"/>
                  </a:lnTo>
                  <a:lnTo>
                    <a:pt x="618" y="198"/>
                  </a:lnTo>
                  <a:lnTo>
                    <a:pt x="618" y="210"/>
                  </a:lnTo>
                  <a:lnTo>
                    <a:pt x="624" y="216"/>
                  </a:lnTo>
                  <a:lnTo>
                    <a:pt x="624" y="246"/>
                  </a:lnTo>
                  <a:lnTo>
                    <a:pt x="606" y="246"/>
                  </a:lnTo>
                  <a:lnTo>
                    <a:pt x="600" y="252"/>
                  </a:lnTo>
                  <a:lnTo>
                    <a:pt x="594" y="252"/>
                  </a:lnTo>
                  <a:lnTo>
                    <a:pt x="576" y="246"/>
                  </a:lnTo>
                  <a:lnTo>
                    <a:pt x="570" y="240"/>
                  </a:lnTo>
                  <a:lnTo>
                    <a:pt x="552" y="240"/>
                  </a:lnTo>
                  <a:lnTo>
                    <a:pt x="552" y="252"/>
                  </a:lnTo>
                  <a:lnTo>
                    <a:pt x="564" y="264"/>
                  </a:lnTo>
                  <a:lnTo>
                    <a:pt x="576" y="270"/>
                  </a:lnTo>
                  <a:lnTo>
                    <a:pt x="576" y="276"/>
                  </a:lnTo>
                  <a:lnTo>
                    <a:pt x="582" y="282"/>
                  </a:lnTo>
                  <a:lnTo>
                    <a:pt x="582" y="288"/>
                  </a:lnTo>
                  <a:lnTo>
                    <a:pt x="594" y="294"/>
                  </a:lnTo>
                  <a:lnTo>
                    <a:pt x="600" y="294"/>
                  </a:lnTo>
                  <a:lnTo>
                    <a:pt x="570" y="312"/>
                  </a:lnTo>
                  <a:lnTo>
                    <a:pt x="552" y="312"/>
                  </a:lnTo>
                  <a:lnTo>
                    <a:pt x="546" y="318"/>
                  </a:lnTo>
                  <a:lnTo>
                    <a:pt x="546" y="354"/>
                  </a:lnTo>
                  <a:lnTo>
                    <a:pt x="540" y="354"/>
                  </a:lnTo>
                  <a:lnTo>
                    <a:pt x="534" y="360"/>
                  </a:lnTo>
                  <a:lnTo>
                    <a:pt x="534" y="378"/>
                  </a:lnTo>
                  <a:lnTo>
                    <a:pt x="540" y="390"/>
                  </a:lnTo>
                  <a:lnTo>
                    <a:pt x="540" y="402"/>
                  </a:lnTo>
                  <a:lnTo>
                    <a:pt x="546" y="408"/>
                  </a:lnTo>
                  <a:lnTo>
                    <a:pt x="546" y="414"/>
                  </a:lnTo>
                  <a:lnTo>
                    <a:pt x="540" y="420"/>
                  </a:lnTo>
                  <a:lnTo>
                    <a:pt x="534" y="432"/>
                  </a:lnTo>
                  <a:lnTo>
                    <a:pt x="522" y="438"/>
                  </a:lnTo>
                  <a:lnTo>
                    <a:pt x="510" y="438"/>
                  </a:lnTo>
                  <a:lnTo>
                    <a:pt x="504" y="432"/>
                  </a:lnTo>
                  <a:lnTo>
                    <a:pt x="504" y="420"/>
                  </a:lnTo>
                  <a:lnTo>
                    <a:pt x="474" y="420"/>
                  </a:lnTo>
                  <a:lnTo>
                    <a:pt x="462" y="426"/>
                  </a:lnTo>
                  <a:lnTo>
                    <a:pt x="456" y="432"/>
                  </a:lnTo>
                  <a:lnTo>
                    <a:pt x="444" y="438"/>
                  </a:lnTo>
                  <a:lnTo>
                    <a:pt x="438" y="438"/>
                  </a:lnTo>
                  <a:lnTo>
                    <a:pt x="432" y="444"/>
                  </a:lnTo>
                  <a:lnTo>
                    <a:pt x="432" y="450"/>
                  </a:lnTo>
                  <a:lnTo>
                    <a:pt x="438" y="450"/>
                  </a:lnTo>
                  <a:lnTo>
                    <a:pt x="444" y="456"/>
                  </a:lnTo>
                  <a:lnTo>
                    <a:pt x="444" y="462"/>
                  </a:lnTo>
                  <a:lnTo>
                    <a:pt x="438" y="468"/>
                  </a:lnTo>
                  <a:lnTo>
                    <a:pt x="396" y="468"/>
                  </a:lnTo>
                  <a:lnTo>
                    <a:pt x="396" y="456"/>
                  </a:lnTo>
                  <a:lnTo>
                    <a:pt x="378" y="456"/>
                  </a:lnTo>
                  <a:lnTo>
                    <a:pt x="372" y="468"/>
                  </a:lnTo>
                  <a:lnTo>
                    <a:pt x="360" y="474"/>
                  </a:lnTo>
                  <a:lnTo>
                    <a:pt x="354" y="486"/>
                  </a:lnTo>
                  <a:lnTo>
                    <a:pt x="354" y="504"/>
                  </a:lnTo>
                  <a:lnTo>
                    <a:pt x="360" y="516"/>
                  </a:lnTo>
                  <a:lnTo>
                    <a:pt x="360" y="534"/>
                  </a:lnTo>
                  <a:lnTo>
                    <a:pt x="366" y="540"/>
                  </a:lnTo>
                  <a:lnTo>
                    <a:pt x="366" y="570"/>
                  </a:lnTo>
                  <a:lnTo>
                    <a:pt x="360" y="576"/>
                  </a:lnTo>
                  <a:lnTo>
                    <a:pt x="354" y="576"/>
                  </a:lnTo>
                  <a:lnTo>
                    <a:pt x="306" y="600"/>
                  </a:lnTo>
                  <a:lnTo>
                    <a:pt x="276" y="600"/>
                  </a:lnTo>
                  <a:lnTo>
                    <a:pt x="258" y="606"/>
                  </a:lnTo>
                  <a:lnTo>
                    <a:pt x="234" y="606"/>
                  </a:lnTo>
                  <a:lnTo>
                    <a:pt x="228" y="612"/>
                  </a:lnTo>
                  <a:lnTo>
                    <a:pt x="204" y="612"/>
                  </a:lnTo>
                  <a:lnTo>
                    <a:pt x="204" y="606"/>
                  </a:lnTo>
                  <a:lnTo>
                    <a:pt x="150" y="606"/>
                  </a:lnTo>
                  <a:lnTo>
                    <a:pt x="144" y="612"/>
                  </a:lnTo>
                  <a:lnTo>
                    <a:pt x="138" y="612"/>
                  </a:lnTo>
                  <a:lnTo>
                    <a:pt x="120" y="618"/>
                  </a:lnTo>
                  <a:lnTo>
                    <a:pt x="102" y="618"/>
                  </a:lnTo>
                  <a:lnTo>
                    <a:pt x="78" y="606"/>
                  </a:lnTo>
                  <a:lnTo>
                    <a:pt x="60" y="600"/>
                  </a:lnTo>
                  <a:lnTo>
                    <a:pt x="42" y="588"/>
                  </a:lnTo>
                  <a:lnTo>
                    <a:pt x="30" y="582"/>
                  </a:lnTo>
                  <a:lnTo>
                    <a:pt x="0" y="582"/>
                  </a:lnTo>
                  <a:lnTo>
                    <a:pt x="24" y="606"/>
                  </a:lnTo>
                  <a:lnTo>
                    <a:pt x="30" y="618"/>
                  </a:lnTo>
                  <a:lnTo>
                    <a:pt x="36" y="624"/>
                  </a:lnTo>
                  <a:lnTo>
                    <a:pt x="48" y="642"/>
                  </a:lnTo>
                  <a:lnTo>
                    <a:pt x="60" y="654"/>
                  </a:lnTo>
                  <a:lnTo>
                    <a:pt x="66" y="672"/>
                  </a:lnTo>
                  <a:lnTo>
                    <a:pt x="78" y="690"/>
                  </a:lnTo>
                  <a:lnTo>
                    <a:pt x="84" y="696"/>
                  </a:lnTo>
                  <a:lnTo>
                    <a:pt x="102" y="696"/>
                  </a:lnTo>
                  <a:lnTo>
                    <a:pt x="114" y="690"/>
                  </a:lnTo>
                  <a:lnTo>
                    <a:pt x="126" y="708"/>
                  </a:lnTo>
                  <a:lnTo>
                    <a:pt x="150" y="708"/>
                  </a:lnTo>
                  <a:lnTo>
                    <a:pt x="144" y="738"/>
                  </a:lnTo>
                  <a:lnTo>
                    <a:pt x="150" y="738"/>
                  </a:lnTo>
                  <a:lnTo>
                    <a:pt x="150" y="762"/>
                  </a:lnTo>
                  <a:lnTo>
                    <a:pt x="156" y="774"/>
                  </a:lnTo>
                  <a:lnTo>
                    <a:pt x="156" y="786"/>
                  </a:lnTo>
                  <a:lnTo>
                    <a:pt x="174" y="786"/>
                  </a:lnTo>
                  <a:lnTo>
                    <a:pt x="180" y="792"/>
                  </a:lnTo>
                  <a:lnTo>
                    <a:pt x="186" y="804"/>
                  </a:lnTo>
                  <a:lnTo>
                    <a:pt x="192" y="822"/>
                  </a:lnTo>
                  <a:lnTo>
                    <a:pt x="192" y="834"/>
                  </a:lnTo>
                  <a:lnTo>
                    <a:pt x="186" y="840"/>
                  </a:lnTo>
                  <a:lnTo>
                    <a:pt x="180" y="840"/>
                  </a:lnTo>
                  <a:lnTo>
                    <a:pt x="180" y="834"/>
                  </a:lnTo>
                  <a:lnTo>
                    <a:pt x="150" y="834"/>
                  </a:lnTo>
                  <a:lnTo>
                    <a:pt x="138" y="840"/>
                  </a:lnTo>
                  <a:lnTo>
                    <a:pt x="132" y="846"/>
                  </a:lnTo>
                  <a:lnTo>
                    <a:pt x="132" y="852"/>
                  </a:lnTo>
                  <a:lnTo>
                    <a:pt x="126" y="852"/>
                  </a:lnTo>
                  <a:lnTo>
                    <a:pt x="126" y="858"/>
                  </a:lnTo>
                  <a:lnTo>
                    <a:pt x="120" y="864"/>
                  </a:lnTo>
                  <a:lnTo>
                    <a:pt x="108" y="864"/>
                  </a:lnTo>
                  <a:lnTo>
                    <a:pt x="102" y="882"/>
                  </a:lnTo>
                  <a:lnTo>
                    <a:pt x="96" y="888"/>
                  </a:lnTo>
                  <a:lnTo>
                    <a:pt x="96" y="894"/>
                  </a:lnTo>
                  <a:lnTo>
                    <a:pt x="84" y="906"/>
                  </a:lnTo>
                  <a:lnTo>
                    <a:pt x="84" y="936"/>
                  </a:lnTo>
                  <a:lnTo>
                    <a:pt x="90" y="948"/>
                  </a:lnTo>
                  <a:lnTo>
                    <a:pt x="90" y="954"/>
                  </a:lnTo>
                  <a:lnTo>
                    <a:pt x="96" y="948"/>
                  </a:lnTo>
                  <a:lnTo>
                    <a:pt x="108" y="948"/>
                  </a:lnTo>
                  <a:lnTo>
                    <a:pt x="114" y="942"/>
                  </a:lnTo>
                  <a:lnTo>
                    <a:pt x="120" y="942"/>
                  </a:lnTo>
                  <a:lnTo>
                    <a:pt x="126" y="948"/>
                  </a:lnTo>
                  <a:lnTo>
                    <a:pt x="138" y="948"/>
                  </a:lnTo>
                  <a:lnTo>
                    <a:pt x="150" y="954"/>
                  </a:lnTo>
                  <a:lnTo>
                    <a:pt x="174" y="954"/>
                  </a:lnTo>
                  <a:lnTo>
                    <a:pt x="210" y="936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34" y="936"/>
                  </a:lnTo>
                  <a:lnTo>
                    <a:pt x="276" y="936"/>
                  </a:lnTo>
                  <a:lnTo>
                    <a:pt x="288" y="930"/>
                  </a:lnTo>
                  <a:lnTo>
                    <a:pt x="300" y="930"/>
                  </a:lnTo>
                  <a:lnTo>
                    <a:pt x="306" y="924"/>
                  </a:lnTo>
                  <a:lnTo>
                    <a:pt x="312" y="924"/>
                  </a:lnTo>
                  <a:lnTo>
                    <a:pt x="348" y="930"/>
                  </a:lnTo>
                  <a:lnTo>
                    <a:pt x="354" y="924"/>
                  </a:lnTo>
                  <a:lnTo>
                    <a:pt x="366" y="918"/>
                  </a:lnTo>
                  <a:lnTo>
                    <a:pt x="372" y="912"/>
                  </a:lnTo>
                  <a:lnTo>
                    <a:pt x="384" y="912"/>
                  </a:lnTo>
                  <a:lnTo>
                    <a:pt x="396" y="918"/>
                  </a:lnTo>
                  <a:lnTo>
                    <a:pt x="408" y="930"/>
                  </a:lnTo>
                  <a:lnTo>
                    <a:pt x="432" y="978"/>
                  </a:lnTo>
                  <a:lnTo>
                    <a:pt x="444" y="984"/>
                  </a:lnTo>
                  <a:lnTo>
                    <a:pt x="450" y="990"/>
                  </a:lnTo>
                  <a:lnTo>
                    <a:pt x="468" y="996"/>
                  </a:lnTo>
                  <a:lnTo>
                    <a:pt x="486" y="996"/>
                  </a:lnTo>
                  <a:lnTo>
                    <a:pt x="522" y="1008"/>
                  </a:lnTo>
                  <a:lnTo>
                    <a:pt x="540" y="1044"/>
                  </a:lnTo>
                  <a:lnTo>
                    <a:pt x="552" y="1056"/>
                  </a:lnTo>
                  <a:lnTo>
                    <a:pt x="570" y="1056"/>
                  </a:lnTo>
                  <a:lnTo>
                    <a:pt x="588" y="1050"/>
                  </a:lnTo>
                  <a:lnTo>
                    <a:pt x="582" y="1044"/>
                  </a:lnTo>
                  <a:lnTo>
                    <a:pt x="582" y="1032"/>
                  </a:lnTo>
                  <a:lnTo>
                    <a:pt x="594" y="1020"/>
                  </a:lnTo>
                  <a:lnTo>
                    <a:pt x="606" y="1020"/>
                  </a:lnTo>
                  <a:lnTo>
                    <a:pt x="618" y="1026"/>
                  </a:lnTo>
                  <a:lnTo>
                    <a:pt x="624" y="1032"/>
                  </a:lnTo>
                  <a:lnTo>
                    <a:pt x="648" y="1020"/>
                  </a:lnTo>
                  <a:lnTo>
                    <a:pt x="648" y="1026"/>
                  </a:lnTo>
                  <a:lnTo>
                    <a:pt x="654" y="1032"/>
                  </a:lnTo>
                  <a:lnTo>
                    <a:pt x="678" y="1032"/>
                  </a:lnTo>
                  <a:lnTo>
                    <a:pt x="690" y="1020"/>
                  </a:lnTo>
                  <a:lnTo>
                    <a:pt x="702" y="1014"/>
                  </a:lnTo>
                  <a:lnTo>
                    <a:pt x="708" y="1014"/>
                  </a:lnTo>
                  <a:lnTo>
                    <a:pt x="708" y="1026"/>
                  </a:lnTo>
                  <a:lnTo>
                    <a:pt x="714" y="1032"/>
                  </a:lnTo>
                  <a:lnTo>
                    <a:pt x="732" y="1032"/>
                  </a:lnTo>
                  <a:lnTo>
                    <a:pt x="738" y="1026"/>
                  </a:lnTo>
                  <a:lnTo>
                    <a:pt x="750" y="1020"/>
                  </a:lnTo>
                  <a:lnTo>
                    <a:pt x="750" y="996"/>
                  </a:lnTo>
                  <a:lnTo>
                    <a:pt x="744" y="990"/>
                  </a:lnTo>
                  <a:lnTo>
                    <a:pt x="738" y="978"/>
                  </a:lnTo>
                  <a:lnTo>
                    <a:pt x="714" y="936"/>
                  </a:lnTo>
                  <a:lnTo>
                    <a:pt x="714" y="912"/>
                  </a:lnTo>
                  <a:lnTo>
                    <a:pt x="690" y="912"/>
                  </a:lnTo>
                  <a:lnTo>
                    <a:pt x="678" y="900"/>
                  </a:lnTo>
                  <a:lnTo>
                    <a:pt x="672" y="888"/>
                  </a:lnTo>
                  <a:lnTo>
                    <a:pt x="666" y="882"/>
                  </a:lnTo>
                  <a:lnTo>
                    <a:pt x="672" y="852"/>
                  </a:lnTo>
                  <a:lnTo>
                    <a:pt x="672" y="834"/>
                  </a:lnTo>
                  <a:lnTo>
                    <a:pt x="642" y="840"/>
                  </a:lnTo>
                  <a:lnTo>
                    <a:pt x="636" y="840"/>
                  </a:lnTo>
                  <a:lnTo>
                    <a:pt x="624" y="834"/>
                  </a:lnTo>
                  <a:lnTo>
                    <a:pt x="618" y="828"/>
                  </a:lnTo>
                  <a:lnTo>
                    <a:pt x="618" y="804"/>
                  </a:lnTo>
                  <a:lnTo>
                    <a:pt x="624" y="792"/>
                  </a:lnTo>
                  <a:lnTo>
                    <a:pt x="636" y="780"/>
                  </a:lnTo>
                  <a:lnTo>
                    <a:pt x="642" y="768"/>
                  </a:lnTo>
                  <a:lnTo>
                    <a:pt x="648" y="762"/>
                  </a:lnTo>
                  <a:lnTo>
                    <a:pt x="654" y="750"/>
                  </a:lnTo>
                  <a:lnTo>
                    <a:pt x="654" y="744"/>
                  </a:lnTo>
                  <a:lnTo>
                    <a:pt x="666" y="732"/>
                  </a:lnTo>
                  <a:lnTo>
                    <a:pt x="678" y="726"/>
                  </a:lnTo>
                  <a:lnTo>
                    <a:pt x="684" y="726"/>
                  </a:lnTo>
                  <a:lnTo>
                    <a:pt x="690" y="732"/>
                  </a:lnTo>
                  <a:lnTo>
                    <a:pt x="690" y="744"/>
                  </a:lnTo>
                  <a:lnTo>
                    <a:pt x="696" y="750"/>
                  </a:lnTo>
                  <a:lnTo>
                    <a:pt x="702" y="750"/>
                  </a:lnTo>
                  <a:lnTo>
                    <a:pt x="726" y="738"/>
                  </a:lnTo>
                  <a:lnTo>
                    <a:pt x="732" y="732"/>
                  </a:lnTo>
                  <a:lnTo>
                    <a:pt x="738" y="738"/>
                  </a:lnTo>
                  <a:lnTo>
                    <a:pt x="756" y="738"/>
                  </a:lnTo>
                  <a:lnTo>
                    <a:pt x="762" y="732"/>
                  </a:lnTo>
                  <a:lnTo>
                    <a:pt x="768" y="720"/>
                  </a:lnTo>
                  <a:lnTo>
                    <a:pt x="774" y="714"/>
                  </a:lnTo>
                  <a:lnTo>
                    <a:pt x="774" y="708"/>
                  </a:lnTo>
                  <a:lnTo>
                    <a:pt x="792" y="696"/>
                  </a:lnTo>
                  <a:lnTo>
                    <a:pt x="792" y="678"/>
                  </a:lnTo>
                  <a:lnTo>
                    <a:pt x="798" y="672"/>
                  </a:lnTo>
                  <a:lnTo>
                    <a:pt x="798" y="666"/>
                  </a:lnTo>
                  <a:lnTo>
                    <a:pt x="804" y="660"/>
                  </a:lnTo>
                  <a:lnTo>
                    <a:pt x="828" y="648"/>
                  </a:lnTo>
                  <a:lnTo>
                    <a:pt x="840" y="636"/>
                  </a:lnTo>
                  <a:lnTo>
                    <a:pt x="846" y="618"/>
                  </a:lnTo>
                  <a:lnTo>
                    <a:pt x="846" y="606"/>
                  </a:lnTo>
                  <a:lnTo>
                    <a:pt x="852" y="588"/>
                  </a:lnTo>
                  <a:lnTo>
                    <a:pt x="852" y="576"/>
                  </a:lnTo>
                  <a:lnTo>
                    <a:pt x="858" y="570"/>
                  </a:lnTo>
                  <a:lnTo>
                    <a:pt x="870" y="564"/>
                  </a:lnTo>
                  <a:lnTo>
                    <a:pt x="876" y="558"/>
                  </a:lnTo>
                  <a:lnTo>
                    <a:pt x="888" y="558"/>
                  </a:lnTo>
                  <a:lnTo>
                    <a:pt x="870" y="534"/>
                  </a:lnTo>
                  <a:lnTo>
                    <a:pt x="894" y="498"/>
                  </a:lnTo>
                  <a:lnTo>
                    <a:pt x="924" y="480"/>
                  </a:lnTo>
                  <a:lnTo>
                    <a:pt x="924" y="474"/>
                  </a:lnTo>
                  <a:lnTo>
                    <a:pt x="912" y="462"/>
                  </a:lnTo>
                  <a:lnTo>
                    <a:pt x="906" y="450"/>
                  </a:lnTo>
                  <a:lnTo>
                    <a:pt x="906" y="414"/>
                  </a:lnTo>
                  <a:lnTo>
                    <a:pt x="912" y="408"/>
                  </a:lnTo>
                  <a:lnTo>
                    <a:pt x="924" y="408"/>
                  </a:lnTo>
                  <a:lnTo>
                    <a:pt x="948" y="396"/>
                  </a:lnTo>
                  <a:lnTo>
                    <a:pt x="954" y="390"/>
                  </a:lnTo>
                  <a:lnTo>
                    <a:pt x="954" y="384"/>
                  </a:lnTo>
                  <a:lnTo>
                    <a:pt x="948" y="378"/>
                  </a:lnTo>
                  <a:lnTo>
                    <a:pt x="936" y="372"/>
                  </a:lnTo>
                  <a:lnTo>
                    <a:pt x="900" y="372"/>
                  </a:lnTo>
                  <a:lnTo>
                    <a:pt x="894" y="336"/>
                  </a:lnTo>
                  <a:lnTo>
                    <a:pt x="876" y="336"/>
                  </a:lnTo>
                  <a:lnTo>
                    <a:pt x="864" y="318"/>
                  </a:lnTo>
                  <a:lnTo>
                    <a:pt x="846" y="318"/>
                  </a:lnTo>
                  <a:lnTo>
                    <a:pt x="846" y="306"/>
                  </a:lnTo>
                  <a:lnTo>
                    <a:pt x="852" y="294"/>
                  </a:lnTo>
                  <a:lnTo>
                    <a:pt x="852" y="288"/>
                  </a:lnTo>
                  <a:lnTo>
                    <a:pt x="846" y="288"/>
                  </a:lnTo>
                  <a:lnTo>
                    <a:pt x="834" y="276"/>
                  </a:lnTo>
                  <a:lnTo>
                    <a:pt x="834" y="270"/>
                  </a:lnTo>
                  <a:lnTo>
                    <a:pt x="840" y="264"/>
                  </a:lnTo>
                  <a:lnTo>
                    <a:pt x="846" y="252"/>
                  </a:lnTo>
                  <a:lnTo>
                    <a:pt x="852" y="246"/>
                  </a:lnTo>
                  <a:lnTo>
                    <a:pt x="822" y="240"/>
                  </a:lnTo>
                  <a:lnTo>
                    <a:pt x="828" y="228"/>
                  </a:lnTo>
                  <a:lnTo>
                    <a:pt x="804" y="210"/>
                  </a:lnTo>
                  <a:lnTo>
                    <a:pt x="804" y="204"/>
                  </a:lnTo>
                  <a:lnTo>
                    <a:pt x="810" y="192"/>
                  </a:lnTo>
                  <a:lnTo>
                    <a:pt x="834" y="180"/>
                  </a:lnTo>
                  <a:lnTo>
                    <a:pt x="876" y="180"/>
                  </a:lnTo>
                  <a:lnTo>
                    <a:pt x="894" y="186"/>
                  </a:lnTo>
                  <a:lnTo>
                    <a:pt x="912" y="186"/>
                  </a:lnTo>
                  <a:lnTo>
                    <a:pt x="918" y="192"/>
                  </a:lnTo>
                  <a:lnTo>
                    <a:pt x="918" y="204"/>
                  </a:lnTo>
                  <a:lnTo>
                    <a:pt x="930" y="204"/>
                  </a:lnTo>
                  <a:lnTo>
                    <a:pt x="942" y="198"/>
                  </a:lnTo>
                  <a:lnTo>
                    <a:pt x="948" y="192"/>
                  </a:lnTo>
                  <a:lnTo>
                    <a:pt x="960" y="186"/>
                  </a:lnTo>
                  <a:lnTo>
                    <a:pt x="966" y="180"/>
                  </a:lnTo>
                  <a:lnTo>
                    <a:pt x="972" y="186"/>
                  </a:lnTo>
                  <a:lnTo>
                    <a:pt x="978" y="180"/>
                  </a:lnTo>
                  <a:lnTo>
                    <a:pt x="1002" y="180"/>
                  </a:lnTo>
                  <a:lnTo>
                    <a:pt x="1002" y="162"/>
                  </a:lnTo>
                  <a:lnTo>
                    <a:pt x="1026" y="156"/>
                  </a:lnTo>
                  <a:lnTo>
                    <a:pt x="1050" y="120"/>
                  </a:lnTo>
                  <a:lnTo>
                    <a:pt x="1008" y="12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60" name="Parcel Islands" descr="© INSCALE GmbH, 05.05.2010&#10;http://www.presentationload.com/">
              <a:extLst>
                <a:ext uri="{FF2B5EF4-FFF2-40B4-BE49-F238E27FC236}">
                  <a16:creationId xmlns:a16="http://schemas.microsoft.com/office/drawing/2014/main" id="{B2F8E68D-E6C2-4D1B-9EB0-53A2732E3A71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6321991" y="2544741"/>
              <a:ext cx="31018" cy="20551"/>
            </a:xfrm>
            <a:custGeom>
              <a:avLst/>
              <a:gdLst>
                <a:gd name="T0" fmla="*/ 2147483647 w 96"/>
                <a:gd name="T1" fmla="*/ 2147483647 h 66"/>
                <a:gd name="T2" fmla="*/ 2147483647 w 96"/>
                <a:gd name="T3" fmla="*/ 2147483647 h 66"/>
                <a:gd name="T4" fmla="*/ 0 w 96"/>
                <a:gd name="T5" fmla="*/ 2147483647 h 66"/>
                <a:gd name="T6" fmla="*/ 0 w 96"/>
                <a:gd name="T7" fmla="*/ 2147483647 h 66"/>
                <a:gd name="T8" fmla="*/ 2147483647 w 96"/>
                <a:gd name="T9" fmla="*/ 2147483647 h 66"/>
                <a:gd name="T10" fmla="*/ 2147483647 w 96"/>
                <a:gd name="T11" fmla="*/ 2147483647 h 66"/>
                <a:gd name="T12" fmla="*/ 2147483647 w 96"/>
                <a:gd name="T13" fmla="*/ 2147483647 h 66"/>
                <a:gd name="T14" fmla="*/ 2147483647 w 96"/>
                <a:gd name="T15" fmla="*/ 2147483647 h 66"/>
                <a:gd name="T16" fmla="*/ 2147483647 w 96"/>
                <a:gd name="T17" fmla="*/ 2147483647 h 66"/>
                <a:gd name="T18" fmla="*/ 2147483647 w 96"/>
                <a:gd name="T19" fmla="*/ 0 h 66"/>
                <a:gd name="T20" fmla="*/ 2147483647 w 96"/>
                <a:gd name="T21" fmla="*/ 2147483647 h 66"/>
                <a:gd name="T22" fmla="*/ 2147483647 w 96"/>
                <a:gd name="T23" fmla="*/ 2147483647 h 66"/>
                <a:gd name="T24" fmla="*/ 2147483647 w 96"/>
                <a:gd name="T25" fmla="*/ 2147483647 h 66"/>
                <a:gd name="T26" fmla="*/ 2147483647 w 96"/>
                <a:gd name="T27" fmla="*/ 2147483647 h 66"/>
                <a:gd name="T28" fmla="*/ 2147483647 w 96"/>
                <a:gd name="T29" fmla="*/ 0 h 66"/>
                <a:gd name="T30" fmla="*/ 2147483647 w 96"/>
                <a:gd name="T31" fmla="*/ 0 h 66"/>
                <a:gd name="T32" fmla="*/ 2147483647 w 96"/>
                <a:gd name="T33" fmla="*/ 2147483647 h 66"/>
                <a:gd name="T34" fmla="*/ 2147483647 w 96"/>
                <a:gd name="T35" fmla="*/ 2147483647 h 66"/>
                <a:gd name="T36" fmla="*/ 2147483647 w 96"/>
                <a:gd name="T37" fmla="*/ 2147483647 h 66"/>
                <a:gd name="T38" fmla="*/ 2147483647 w 96"/>
                <a:gd name="T39" fmla="*/ 2147483647 h 66"/>
                <a:gd name="T40" fmla="*/ 2147483647 w 96"/>
                <a:gd name="T41" fmla="*/ 2147483647 h 66"/>
                <a:gd name="T42" fmla="*/ 2147483647 w 96"/>
                <a:gd name="T43" fmla="*/ 2147483647 h 66"/>
                <a:gd name="T44" fmla="*/ 2147483647 w 96"/>
                <a:gd name="T45" fmla="*/ 2147483647 h 6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96"/>
                <a:gd name="T70" fmla="*/ 0 h 66"/>
                <a:gd name="T71" fmla="*/ 96 w 96"/>
                <a:gd name="T72" fmla="*/ 66 h 6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96" h="66">
                  <a:moveTo>
                    <a:pt x="12" y="42"/>
                  </a:moveTo>
                  <a:lnTo>
                    <a:pt x="6" y="42"/>
                  </a:lnTo>
                  <a:lnTo>
                    <a:pt x="0" y="48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24" y="54"/>
                  </a:lnTo>
                  <a:lnTo>
                    <a:pt x="24" y="42"/>
                  </a:lnTo>
                  <a:lnTo>
                    <a:pt x="12" y="42"/>
                  </a:lnTo>
                  <a:close/>
                  <a:moveTo>
                    <a:pt x="42" y="0"/>
                  </a:moveTo>
                  <a:lnTo>
                    <a:pt x="42" y="18"/>
                  </a:lnTo>
                  <a:lnTo>
                    <a:pt x="54" y="30"/>
                  </a:lnTo>
                  <a:lnTo>
                    <a:pt x="60" y="30"/>
                  </a:lnTo>
                  <a:lnTo>
                    <a:pt x="72" y="24"/>
                  </a:lnTo>
                  <a:lnTo>
                    <a:pt x="48" y="0"/>
                  </a:lnTo>
                  <a:lnTo>
                    <a:pt x="42" y="0"/>
                  </a:lnTo>
                  <a:close/>
                  <a:moveTo>
                    <a:pt x="96" y="36"/>
                  </a:moveTo>
                  <a:lnTo>
                    <a:pt x="78" y="36"/>
                  </a:lnTo>
                  <a:lnTo>
                    <a:pt x="72" y="42"/>
                  </a:lnTo>
                  <a:lnTo>
                    <a:pt x="72" y="54"/>
                  </a:lnTo>
                  <a:lnTo>
                    <a:pt x="84" y="60"/>
                  </a:lnTo>
                  <a:lnTo>
                    <a:pt x="96" y="48"/>
                  </a:lnTo>
                  <a:lnTo>
                    <a:pt x="96" y="3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61" name="Oman" descr="© INSCALE GmbH, 05.05.2010&#10;http://www.presentationload.com/">
              <a:extLst>
                <a:ext uri="{FF2B5EF4-FFF2-40B4-BE49-F238E27FC236}">
                  <a16:creationId xmlns:a16="http://schemas.microsoft.com/office/drawing/2014/main" id="{473518E9-FF5C-461F-8AFB-7556A7DC37FF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941689" y="2339233"/>
              <a:ext cx="178354" cy="220923"/>
            </a:xfrm>
            <a:custGeom>
              <a:avLst/>
              <a:gdLst>
                <a:gd name="T0" fmla="*/ 2147483647 w 540"/>
                <a:gd name="T1" fmla="*/ 2147483647 h 672"/>
                <a:gd name="T2" fmla="*/ 2147483647 w 540"/>
                <a:gd name="T3" fmla="*/ 2147483647 h 672"/>
                <a:gd name="T4" fmla="*/ 2147483647 w 540"/>
                <a:gd name="T5" fmla="*/ 2147483647 h 672"/>
                <a:gd name="T6" fmla="*/ 2147483647 w 540"/>
                <a:gd name="T7" fmla="*/ 2147483647 h 672"/>
                <a:gd name="T8" fmla="*/ 2147483647 w 540"/>
                <a:gd name="T9" fmla="*/ 2147483647 h 672"/>
                <a:gd name="T10" fmla="*/ 2147483647 w 540"/>
                <a:gd name="T11" fmla="*/ 2147483647 h 672"/>
                <a:gd name="T12" fmla="*/ 2147483647 w 540"/>
                <a:gd name="T13" fmla="*/ 2147483647 h 672"/>
                <a:gd name="T14" fmla="*/ 2147483647 w 540"/>
                <a:gd name="T15" fmla="*/ 2147483647 h 672"/>
                <a:gd name="T16" fmla="*/ 2147483647 w 540"/>
                <a:gd name="T17" fmla="*/ 2147483647 h 672"/>
                <a:gd name="T18" fmla="*/ 2147483647 w 540"/>
                <a:gd name="T19" fmla="*/ 2147483647 h 672"/>
                <a:gd name="T20" fmla="*/ 2147483647 w 540"/>
                <a:gd name="T21" fmla="*/ 2147483647 h 672"/>
                <a:gd name="T22" fmla="*/ 2147483647 w 540"/>
                <a:gd name="T23" fmla="*/ 2147483647 h 672"/>
                <a:gd name="T24" fmla="*/ 2147483647 w 540"/>
                <a:gd name="T25" fmla="*/ 2147483647 h 672"/>
                <a:gd name="T26" fmla="*/ 2147483647 w 540"/>
                <a:gd name="T27" fmla="*/ 2147483647 h 672"/>
                <a:gd name="T28" fmla="*/ 2147483647 w 540"/>
                <a:gd name="T29" fmla="*/ 2147483647 h 672"/>
                <a:gd name="T30" fmla="*/ 2147483647 w 540"/>
                <a:gd name="T31" fmla="*/ 2147483647 h 672"/>
                <a:gd name="T32" fmla="*/ 2147483647 w 540"/>
                <a:gd name="T33" fmla="*/ 2147483647 h 672"/>
                <a:gd name="T34" fmla="*/ 2147483647 w 540"/>
                <a:gd name="T35" fmla="*/ 2147483647 h 672"/>
                <a:gd name="T36" fmla="*/ 2147483647 w 540"/>
                <a:gd name="T37" fmla="*/ 2147483647 h 672"/>
                <a:gd name="T38" fmla="*/ 2147483647 w 540"/>
                <a:gd name="T39" fmla="*/ 2147483647 h 672"/>
                <a:gd name="T40" fmla="*/ 2147483647 w 540"/>
                <a:gd name="T41" fmla="*/ 2147483647 h 672"/>
                <a:gd name="T42" fmla="*/ 2147483647 w 540"/>
                <a:gd name="T43" fmla="*/ 2147483647 h 672"/>
                <a:gd name="T44" fmla="*/ 2147483647 w 540"/>
                <a:gd name="T45" fmla="*/ 2147483647 h 672"/>
                <a:gd name="T46" fmla="*/ 2147483647 w 540"/>
                <a:gd name="T47" fmla="*/ 2147483647 h 672"/>
                <a:gd name="T48" fmla="*/ 2147483647 w 540"/>
                <a:gd name="T49" fmla="*/ 2147483647 h 672"/>
                <a:gd name="T50" fmla="*/ 2147483647 w 540"/>
                <a:gd name="T51" fmla="*/ 0 h 672"/>
                <a:gd name="T52" fmla="*/ 2147483647 w 540"/>
                <a:gd name="T53" fmla="*/ 2147483647 h 672"/>
                <a:gd name="T54" fmla="*/ 2147483647 w 540"/>
                <a:gd name="T55" fmla="*/ 2147483647 h 672"/>
                <a:gd name="T56" fmla="*/ 2147483647 w 540"/>
                <a:gd name="T57" fmla="*/ 2147483647 h 672"/>
                <a:gd name="T58" fmla="*/ 2147483647 w 540"/>
                <a:gd name="T59" fmla="*/ 2147483647 h 672"/>
                <a:gd name="T60" fmla="*/ 2147483647 w 540"/>
                <a:gd name="T61" fmla="*/ 2147483647 h 672"/>
                <a:gd name="T62" fmla="*/ 2147483647 w 540"/>
                <a:gd name="T63" fmla="*/ 2147483647 h 672"/>
                <a:gd name="T64" fmla="*/ 2147483647 w 540"/>
                <a:gd name="T65" fmla="*/ 2147483647 h 672"/>
                <a:gd name="T66" fmla="*/ 2147483647 w 540"/>
                <a:gd name="T67" fmla="*/ 2147483647 h 672"/>
                <a:gd name="T68" fmla="*/ 2147483647 w 540"/>
                <a:gd name="T69" fmla="*/ 2147483647 h 672"/>
                <a:gd name="T70" fmla="*/ 2147483647 w 540"/>
                <a:gd name="T71" fmla="*/ 2147483647 h 672"/>
                <a:gd name="T72" fmla="*/ 2147483647 w 540"/>
                <a:gd name="T73" fmla="*/ 2147483647 h 672"/>
                <a:gd name="T74" fmla="*/ 2147483647 w 540"/>
                <a:gd name="T75" fmla="*/ 2147483647 h 672"/>
                <a:gd name="T76" fmla="*/ 2147483647 w 540"/>
                <a:gd name="T77" fmla="*/ 2147483647 h 672"/>
                <a:gd name="T78" fmla="*/ 2147483647 w 540"/>
                <a:gd name="T79" fmla="*/ 2147483647 h 672"/>
                <a:gd name="T80" fmla="*/ 2147483647 w 540"/>
                <a:gd name="T81" fmla="*/ 2147483647 h 672"/>
                <a:gd name="T82" fmla="*/ 2147483647 w 540"/>
                <a:gd name="T83" fmla="*/ 2147483647 h 672"/>
                <a:gd name="T84" fmla="*/ 2147483647 w 540"/>
                <a:gd name="T85" fmla="*/ 2147483647 h 672"/>
                <a:gd name="T86" fmla="*/ 2147483647 w 540"/>
                <a:gd name="T87" fmla="*/ 2147483647 h 67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40"/>
                <a:gd name="T133" fmla="*/ 0 h 672"/>
                <a:gd name="T134" fmla="*/ 540 w 540"/>
                <a:gd name="T135" fmla="*/ 672 h 67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40" h="672">
                  <a:moveTo>
                    <a:pt x="258" y="564"/>
                  </a:moveTo>
                  <a:lnTo>
                    <a:pt x="276" y="564"/>
                  </a:lnTo>
                  <a:lnTo>
                    <a:pt x="288" y="558"/>
                  </a:lnTo>
                  <a:lnTo>
                    <a:pt x="306" y="552"/>
                  </a:lnTo>
                  <a:lnTo>
                    <a:pt x="330" y="540"/>
                  </a:lnTo>
                  <a:lnTo>
                    <a:pt x="336" y="528"/>
                  </a:lnTo>
                  <a:lnTo>
                    <a:pt x="342" y="510"/>
                  </a:lnTo>
                  <a:lnTo>
                    <a:pt x="342" y="498"/>
                  </a:lnTo>
                  <a:lnTo>
                    <a:pt x="348" y="498"/>
                  </a:lnTo>
                  <a:lnTo>
                    <a:pt x="354" y="492"/>
                  </a:lnTo>
                  <a:lnTo>
                    <a:pt x="366" y="486"/>
                  </a:lnTo>
                  <a:lnTo>
                    <a:pt x="384" y="480"/>
                  </a:lnTo>
                  <a:lnTo>
                    <a:pt x="408" y="456"/>
                  </a:lnTo>
                  <a:lnTo>
                    <a:pt x="414" y="444"/>
                  </a:lnTo>
                  <a:lnTo>
                    <a:pt x="414" y="426"/>
                  </a:lnTo>
                  <a:lnTo>
                    <a:pt x="420" y="408"/>
                  </a:lnTo>
                  <a:lnTo>
                    <a:pt x="420" y="378"/>
                  </a:lnTo>
                  <a:lnTo>
                    <a:pt x="426" y="372"/>
                  </a:lnTo>
                  <a:lnTo>
                    <a:pt x="432" y="372"/>
                  </a:lnTo>
                  <a:lnTo>
                    <a:pt x="444" y="378"/>
                  </a:lnTo>
                  <a:lnTo>
                    <a:pt x="450" y="384"/>
                  </a:lnTo>
                  <a:lnTo>
                    <a:pt x="462" y="384"/>
                  </a:lnTo>
                  <a:lnTo>
                    <a:pt x="468" y="378"/>
                  </a:lnTo>
                  <a:lnTo>
                    <a:pt x="480" y="354"/>
                  </a:lnTo>
                  <a:lnTo>
                    <a:pt x="480" y="330"/>
                  </a:lnTo>
                  <a:lnTo>
                    <a:pt x="534" y="276"/>
                  </a:lnTo>
                  <a:lnTo>
                    <a:pt x="534" y="264"/>
                  </a:lnTo>
                  <a:lnTo>
                    <a:pt x="540" y="252"/>
                  </a:lnTo>
                  <a:lnTo>
                    <a:pt x="540" y="204"/>
                  </a:lnTo>
                  <a:lnTo>
                    <a:pt x="528" y="192"/>
                  </a:lnTo>
                  <a:lnTo>
                    <a:pt x="510" y="192"/>
                  </a:lnTo>
                  <a:lnTo>
                    <a:pt x="510" y="186"/>
                  </a:lnTo>
                  <a:lnTo>
                    <a:pt x="492" y="168"/>
                  </a:lnTo>
                  <a:lnTo>
                    <a:pt x="486" y="150"/>
                  </a:lnTo>
                  <a:lnTo>
                    <a:pt x="462" y="126"/>
                  </a:lnTo>
                  <a:lnTo>
                    <a:pt x="456" y="114"/>
                  </a:lnTo>
                  <a:lnTo>
                    <a:pt x="432" y="96"/>
                  </a:lnTo>
                  <a:lnTo>
                    <a:pt x="396" y="84"/>
                  </a:lnTo>
                  <a:lnTo>
                    <a:pt x="366" y="78"/>
                  </a:lnTo>
                  <a:lnTo>
                    <a:pt x="348" y="78"/>
                  </a:lnTo>
                  <a:lnTo>
                    <a:pt x="342" y="72"/>
                  </a:lnTo>
                  <a:lnTo>
                    <a:pt x="330" y="72"/>
                  </a:lnTo>
                  <a:lnTo>
                    <a:pt x="318" y="60"/>
                  </a:lnTo>
                  <a:lnTo>
                    <a:pt x="294" y="48"/>
                  </a:lnTo>
                  <a:lnTo>
                    <a:pt x="288" y="36"/>
                  </a:lnTo>
                  <a:lnTo>
                    <a:pt x="288" y="30"/>
                  </a:lnTo>
                  <a:lnTo>
                    <a:pt x="282" y="18"/>
                  </a:lnTo>
                  <a:lnTo>
                    <a:pt x="276" y="12"/>
                  </a:lnTo>
                  <a:lnTo>
                    <a:pt x="252" y="18"/>
                  </a:lnTo>
                  <a:lnTo>
                    <a:pt x="246" y="6"/>
                  </a:lnTo>
                  <a:lnTo>
                    <a:pt x="246" y="0"/>
                  </a:lnTo>
                  <a:lnTo>
                    <a:pt x="240" y="0"/>
                  </a:lnTo>
                  <a:lnTo>
                    <a:pt x="234" y="6"/>
                  </a:lnTo>
                  <a:lnTo>
                    <a:pt x="234" y="12"/>
                  </a:lnTo>
                  <a:lnTo>
                    <a:pt x="228" y="24"/>
                  </a:lnTo>
                  <a:lnTo>
                    <a:pt x="228" y="54"/>
                  </a:lnTo>
                  <a:lnTo>
                    <a:pt x="246" y="72"/>
                  </a:lnTo>
                  <a:lnTo>
                    <a:pt x="246" y="78"/>
                  </a:lnTo>
                  <a:lnTo>
                    <a:pt x="240" y="78"/>
                  </a:lnTo>
                  <a:lnTo>
                    <a:pt x="240" y="72"/>
                  </a:lnTo>
                  <a:lnTo>
                    <a:pt x="228" y="72"/>
                  </a:lnTo>
                  <a:lnTo>
                    <a:pt x="228" y="78"/>
                  </a:lnTo>
                  <a:lnTo>
                    <a:pt x="222" y="84"/>
                  </a:lnTo>
                  <a:lnTo>
                    <a:pt x="222" y="96"/>
                  </a:lnTo>
                  <a:lnTo>
                    <a:pt x="216" y="108"/>
                  </a:lnTo>
                  <a:lnTo>
                    <a:pt x="216" y="120"/>
                  </a:lnTo>
                  <a:lnTo>
                    <a:pt x="210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2" y="156"/>
                  </a:lnTo>
                  <a:lnTo>
                    <a:pt x="192" y="168"/>
                  </a:lnTo>
                  <a:lnTo>
                    <a:pt x="210" y="204"/>
                  </a:lnTo>
                  <a:lnTo>
                    <a:pt x="216" y="210"/>
                  </a:lnTo>
                  <a:lnTo>
                    <a:pt x="216" y="222"/>
                  </a:lnTo>
                  <a:lnTo>
                    <a:pt x="222" y="228"/>
                  </a:lnTo>
                  <a:lnTo>
                    <a:pt x="234" y="234"/>
                  </a:lnTo>
                  <a:lnTo>
                    <a:pt x="240" y="240"/>
                  </a:lnTo>
                  <a:lnTo>
                    <a:pt x="204" y="414"/>
                  </a:lnTo>
                  <a:lnTo>
                    <a:pt x="0" y="486"/>
                  </a:lnTo>
                  <a:lnTo>
                    <a:pt x="84" y="672"/>
                  </a:lnTo>
                  <a:lnTo>
                    <a:pt x="114" y="660"/>
                  </a:lnTo>
                  <a:lnTo>
                    <a:pt x="198" y="636"/>
                  </a:lnTo>
                  <a:lnTo>
                    <a:pt x="228" y="624"/>
                  </a:lnTo>
                  <a:lnTo>
                    <a:pt x="246" y="618"/>
                  </a:lnTo>
                  <a:lnTo>
                    <a:pt x="252" y="606"/>
                  </a:lnTo>
                  <a:lnTo>
                    <a:pt x="252" y="594"/>
                  </a:lnTo>
                  <a:lnTo>
                    <a:pt x="258" y="582"/>
                  </a:lnTo>
                  <a:lnTo>
                    <a:pt x="258" y="56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62" name="Norway" descr="© INSCALE GmbH, 05.05.2010&#10;http://www.presentationload.com/">
              <a:extLst>
                <a:ext uri="{FF2B5EF4-FFF2-40B4-BE49-F238E27FC236}">
                  <a16:creationId xmlns:a16="http://schemas.microsoft.com/office/drawing/2014/main" id="{47F82175-5F41-4A3C-8840-48894452E066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3876738" y="989289"/>
              <a:ext cx="449762" cy="491941"/>
            </a:xfrm>
            <a:custGeom>
              <a:avLst/>
              <a:gdLst>
                <a:gd name="T0" fmla="*/ 2147483647 w 1362"/>
                <a:gd name="T1" fmla="*/ 2147483647 h 1500"/>
                <a:gd name="T2" fmla="*/ 2147483647 w 1362"/>
                <a:gd name="T3" fmla="*/ 2147483647 h 1500"/>
                <a:gd name="T4" fmla="*/ 2147483647 w 1362"/>
                <a:gd name="T5" fmla="*/ 2147483647 h 1500"/>
                <a:gd name="T6" fmla="*/ 2147483647 w 1362"/>
                <a:gd name="T7" fmla="*/ 2147483647 h 1500"/>
                <a:gd name="T8" fmla="*/ 2147483647 w 1362"/>
                <a:gd name="T9" fmla="*/ 0 h 1500"/>
                <a:gd name="T10" fmla="*/ 2147483647 w 1362"/>
                <a:gd name="T11" fmla="*/ 2147483647 h 1500"/>
                <a:gd name="T12" fmla="*/ 2147483647 w 1362"/>
                <a:gd name="T13" fmla="*/ 2147483647 h 1500"/>
                <a:gd name="T14" fmla="*/ 2147483647 w 1362"/>
                <a:gd name="T15" fmla="*/ 2147483647 h 1500"/>
                <a:gd name="T16" fmla="*/ 2147483647 w 1362"/>
                <a:gd name="T17" fmla="*/ 2147483647 h 1500"/>
                <a:gd name="T18" fmla="*/ 2147483647 w 1362"/>
                <a:gd name="T19" fmla="*/ 2147483647 h 1500"/>
                <a:gd name="T20" fmla="*/ 2147483647 w 1362"/>
                <a:gd name="T21" fmla="*/ 2147483647 h 1500"/>
                <a:gd name="T22" fmla="*/ 2147483647 w 1362"/>
                <a:gd name="T23" fmla="*/ 2147483647 h 1500"/>
                <a:gd name="T24" fmla="*/ 2147483647 w 1362"/>
                <a:gd name="T25" fmla="*/ 2147483647 h 1500"/>
                <a:gd name="T26" fmla="*/ 2147483647 w 1362"/>
                <a:gd name="T27" fmla="*/ 2147483647 h 1500"/>
                <a:gd name="T28" fmla="*/ 2147483647 w 1362"/>
                <a:gd name="T29" fmla="*/ 2147483647 h 1500"/>
                <a:gd name="T30" fmla="*/ 2147483647 w 1362"/>
                <a:gd name="T31" fmla="*/ 2147483647 h 1500"/>
                <a:gd name="T32" fmla="*/ 2147483647 w 1362"/>
                <a:gd name="T33" fmla="*/ 2147483647 h 1500"/>
                <a:gd name="T34" fmla="*/ 2147483647 w 1362"/>
                <a:gd name="T35" fmla="*/ 2147483647 h 1500"/>
                <a:gd name="T36" fmla="*/ 2147483647 w 1362"/>
                <a:gd name="T37" fmla="*/ 2147483647 h 1500"/>
                <a:gd name="T38" fmla="*/ 2147483647 w 1362"/>
                <a:gd name="T39" fmla="*/ 2147483647 h 1500"/>
                <a:gd name="T40" fmla="*/ 2147483647 w 1362"/>
                <a:gd name="T41" fmla="*/ 2147483647 h 1500"/>
                <a:gd name="T42" fmla="*/ 2147483647 w 1362"/>
                <a:gd name="T43" fmla="*/ 2147483647 h 1500"/>
                <a:gd name="T44" fmla="*/ 2147483647 w 1362"/>
                <a:gd name="T45" fmla="*/ 2147483647 h 1500"/>
                <a:gd name="T46" fmla="*/ 2147483647 w 1362"/>
                <a:gd name="T47" fmla="*/ 2147483647 h 1500"/>
                <a:gd name="T48" fmla="*/ 2147483647 w 1362"/>
                <a:gd name="T49" fmla="*/ 2147483647 h 1500"/>
                <a:gd name="T50" fmla="*/ 2147483647 w 1362"/>
                <a:gd name="T51" fmla="*/ 2147483647 h 1500"/>
                <a:gd name="T52" fmla="*/ 2147483647 w 1362"/>
                <a:gd name="T53" fmla="*/ 2147483647 h 1500"/>
                <a:gd name="T54" fmla="*/ 2147483647 w 1362"/>
                <a:gd name="T55" fmla="*/ 2147483647 h 1500"/>
                <a:gd name="T56" fmla="*/ 2147483647 w 1362"/>
                <a:gd name="T57" fmla="*/ 2147483647 h 1500"/>
                <a:gd name="T58" fmla="*/ 2147483647 w 1362"/>
                <a:gd name="T59" fmla="*/ 2147483647 h 1500"/>
                <a:gd name="T60" fmla="*/ 2147483647 w 1362"/>
                <a:gd name="T61" fmla="*/ 2147483647 h 1500"/>
                <a:gd name="T62" fmla="*/ 2147483647 w 1362"/>
                <a:gd name="T63" fmla="*/ 2147483647 h 1500"/>
                <a:gd name="T64" fmla="*/ 2147483647 w 1362"/>
                <a:gd name="T65" fmla="*/ 2147483647 h 1500"/>
                <a:gd name="T66" fmla="*/ 2147483647 w 1362"/>
                <a:gd name="T67" fmla="*/ 2147483647 h 1500"/>
                <a:gd name="T68" fmla="*/ 2147483647 w 1362"/>
                <a:gd name="T69" fmla="*/ 2147483647 h 1500"/>
                <a:gd name="T70" fmla="*/ 2147483647 w 1362"/>
                <a:gd name="T71" fmla="*/ 2147483647 h 1500"/>
                <a:gd name="T72" fmla="*/ 2147483647 w 1362"/>
                <a:gd name="T73" fmla="*/ 2147483647 h 1500"/>
                <a:gd name="T74" fmla="*/ 2147483647 w 1362"/>
                <a:gd name="T75" fmla="*/ 2147483647 h 1500"/>
                <a:gd name="T76" fmla="*/ 2147483647 w 1362"/>
                <a:gd name="T77" fmla="*/ 2147483647 h 1500"/>
                <a:gd name="T78" fmla="*/ 2147483647 w 1362"/>
                <a:gd name="T79" fmla="*/ 2147483647 h 1500"/>
                <a:gd name="T80" fmla="*/ 2147483647 w 1362"/>
                <a:gd name="T81" fmla="*/ 2147483647 h 1500"/>
                <a:gd name="T82" fmla="*/ 2147483647 w 1362"/>
                <a:gd name="T83" fmla="*/ 2147483647 h 1500"/>
                <a:gd name="T84" fmla="*/ 2147483647 w 1362"/>
                <a:gd name="T85" fmla="*/ 2147483647 h 1500"/>
                <a:gd name="T86" fmla="*/ 2147483647 w 1362"/>
                <a:gd name="T87" fmla="*/ 2147483647 h 1500"/>
                <a:gd name="T88" fmla="*/ 2147483647 w 1362"/>
                <a:gd name="T89" fmla="*/ 2147483647 h 1500"/>
                <a:gd name="T90" fmla="*/ 2147483647 w 1362"/>
                <a:gd name="T91" fmla="*/ 2147483647 h 1500"/>
                <a:gd name="T92" fmla="*/ 2147483647 w 1362"/>
                <a:gd name="T93" fmla="*/ 2147483647 h 1500"/>
                <a:gd name="T94" fmla="*/ 2147483647 w 1362"/>
                <a:gd name="T95" fmla="*/ 2147483647 h 1500"/>
                <a:gd name="T96" fmla="*/ 2147483647 w 1362"/>
                <a:gd name="T97" fmla="*/ 2147483647 h 1500"/>
                <a:gd name="T98" fmla="*/ 2147483647 w 1362"/>
                <a:gd name="T99" fmla="*/ 2147483647 h 1500"/>
                <a:gd name="T100" fmla="*/ 2147483647 w 1362"/>
                <a:gd name="T101" fmla="*/ 2147483647 h 1500"/>
                <a:gd name="T102" fmla="*/ 2147483647 w 1362"/>
                <a:gd name="T103" fmla="*/ 2147483647 h 1500"/>
                <a:gd name="T104" fmla="*/ 2147483647 w 1362"/>
                <a:gd name="T105" fmla="*/ 2147483647 h 1500"/>
                <a:gd name="T106" fmla="*/ 2147483647 w 1362"/>
                <a:gd name="T107" fmla="*/ 2147483647 h 1500"/>
                <a:gd name="T108" fmla="*/ 2147483647 w 1362"/>
                <a:gd name="T109" fmla="*/ 2147483647 h 1500"/>
                <a:gd name="T110" fmla="*/ 2147483647 w 1362"/>
                <a:gd name="T111" fmla="*/ 2147483647 h 1500"/>
                <a:gd name="T112" fmla="*/ 2147483647 w 1362"/>
                <a:gd name="T113" fmla="*/ 2147483647 h 1500"/>
                <a:gd name="T114" fmla="*/ 2147483647 w 1362"/>
                <a:gd name="T115" fmla="*/ 2147483647 h 150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362"/>
                <a:gd name="T175" fmla="*/ 0 h 1500"/>
                <a:gd name="T176" fmla="*/ 1362 w 1362"/>
                <a:gd name="T177" fmla="*/ 1500 h 150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362" h="1500">
                  <a:moveTo>
                    <a:pt x="324" y="120"/>
                  </a:moveTo>
                  <a:lnTo>
                    <a:pt x="336" y="126"/>
                  </a:lnTo>
                  <a:lnTo>
                    <a:pt x="354" y="132"/>
                  </a:lnTo>
                  <a:lnTo>
                    <a:pt x="378" y="132"/>
                  </a:lnTo>
                  <a:lnTo>
                    <a:pt x="294" y="90"/>
                  </a:lnTo>
                  <a:lnTo>
                    <a:pt x="294" y="102"/>
                  </a:lnTo>
                  <a:lnTo>
                    <a:pt x="306" y="108"/>
                  </a:lnTo>
                  <a:lnTo>
                    <a:pt x="312" y="114"/>
                  </a:lnTo>
                  <a:lnTo>
                    <a:pt x="324" y="120"/>
                  </a:lnTo>
                  <a:close/>
                  <a:moveTo>
                    <a:pt x="684" y="48"/>
                  </a:moveTo>
                  <a:lnTo>
                    <a:pt x="732" y="48"/>
                  </a:lnTo>
                  <a:lnTo>
                    <a:pt x="738" y="54"/>
                  </a:lnTo>
                  <a:lnTo>
                    <a:pt x="750" y="54"/>
                  </a:lnTo>
                  <a:lnTo>
                    <a:pt x="774" y="66"/>
                  </a:lnTo>
                  <a:lnTo>
                    <a:pt x="786" y="66"/>
                  </a:lnTo>
                  <a:lnTo>
                    <a:pt x="798" y="60"/>
                  </a:lnTo>
                  <a:lnTo>
                    <a:pt x="804" y="60"/>
                  </a:lnTo>
                  <a:lnTo>
                    <a:pt x="816" y="54"/>
                  </a:lnTo>
                  <a:lnTo>
                    <a:pt x="828" y="54"/>
                  </a:lnTo>
                  <a:lnTo>
                    <a:pt x="840" y="60"/>
                  </a:lnTo>
                  <a:lnTo>
                    <a:pt x="876" y="72"/>
                  </a:lnTo>
                  <a:lnTo>
                    <a:pt x="888" y="78"/>
                  </a:lnTo>
                  <a:lnTo>
                    <a:pt x="894" y="84"/>
                  </a:lnTo>
                  <a:lnTo>
                    <a:pt x="900" y="84"/>
                  </a:lnTo>
                  <a:lnTo>
                    <a:pt x="924" y="60"/>
                  </a:lnTo>
                  <a:lnTo>
                    <a:pt x="984" y="66"/>
                  </a:lnTo>
                  <a:lnTo>
                    <a:pt x="984" y="42"/>
                  </a:lnTo>
                  <a:lnTo>
                    <a:pt x="1014" y="42"/>
                  </a:lnTo>
                  <a:lnTo>
                    <a:pt x="1026" y="36"/>
                  </a:lnTo>
                  <a:lnTo>
                    <a:pt x="1032" y="24"/>
                  </a:lnTo>
                  <a:lnTo>
                    <a:pt x="1038" y="18"/>
                  </a:lnTo>
                  <a:lnTo>
                    <a:pt x="1032" y="12"/>
                  </a:lnTo>
                  <a:lnTo>
                    <a:pt x="1002" y="12"/>
                  </a:lnTo>
                  <a:lnTo>
                    <a:pt x="990" y="18"/>
                  </a:lnTo>
                  <a:lnTo>
                    <a:pt x="984" y="18"/>
                  </a:lnTo>
                  <a:lnTo>
                    <a:pt x="972" y="6"/>
                  </a:lnTo>
                  <a:lnTo>
                    <a:pt x="960" y="0"/>
                  </a:lnTo>
                  <a:lnTo>
                    <a:pt x="918" y="0"/>
                  </a:lnTo>
                  <a:lnTo>
                    <a:pt x="900" y="6"/>
                  </a:lnTo>
                  <a:lnTo>
                    <a:pt x="882" y="18"/>
                  </a:lnTo>
                  <a:lnTo>
                    <a:pt x="870" y="18"/>
                  </a:lnTo>
                  <a:lnTo>
                    <a:pt x="864" y="12"/>
                  </a:lnTo>
                  <a:lnTo>
                    <a:pt x="864" y="6"/>
                  </a:lnTo>
                  <a:lnTo>
                    <a:pt x="858" y="6"/>
                  </a:lnTo>
                  <a:lnTo>
                    <a:pt x="852" y="0"/>
                  </a:lnTo>
                  <a:lnTo>
                    <a:pt x="822" y="0"/>
                  </a:lnTo>
                  <a:lnTo>
                    <a:pt x="804" y="18"/>
                  </a:lnTo>
                  <a:lnTo>
                    <a:pt x="738" y="0"/>
                  </a:lnTo>
                  <a:lnTo>
                    <a:pt x="726" y="0"/>
                  </a:lnTo>
                  <a:lnTo>
                    <a:pt x="708" y="6"/>
                  </a:lnTo>
                  <a:lnTo>
                    <a:pt x="690" y="6"/>
                  </a:lnTo>
                  <a:lnTo>
                    <a:pt x="672" y="12"/>
                  </a:lnTo>
                  <a:lnTo>
                    <a:pt x="660" y="12"/>
                  </a:lnTo>
                  <a:lnTo>
                    <a:pt x="660" y="6"/>
                  </a:lnTo>
                  <a:lnTo>
                    <a:pt x="666" y="0"/>
                  </a:lnTo>
                  <a:lnTo>
                    <a:pt x="630" y="12"/>
                  </a:lnTo>
                  <a:lnTo>
                    <a:pt x="648" y="36"/>
                  </a:lnTo>
                  <a:lnTo>
                    <a:pt x="684" y="48"/>
                  </a:lnTo>
                  <a:close/>
                  <a:moveTo>
                    <a:pt x="324" y="66"/>
                  </a:moveTo>
                  <a:lnTo>
                    <a:pt x="342" y="66"/>
                  </a:lnTo>
                  <a:lnTo>
                    <a:pt x="348" y="72"/>
                  </a:lnTo>
                  <a:lnTo>
                    <a:pt x="360" y="72"/>
                  </a:lnTo>
                  <a:lnTo>
                    <a:pt x="360" y="78"/>
                  </a:lnTo>
                  <a:lnTo>
                    <a:pt x="342" y="96"/>
                  </a:lnTo>
                  <a:lnTo>
                    <a:pt x="336" y="96"/>
                  </a:lnTo>
                  <a:lnTo>
                    <a:pt x="378" y="114"/>
                  </a:lnTo>
                  <a:lnTo>
                    <a:pt x="390" y="120"/>
                  </a:lnTo>
                  <a:lnTo>
                    <a:pt x="396" y="126"/>
                  </a:lnTo>
                  <a:lnTo>
                    <a:pt x="414" y="126"/>
                  </a:lnTo>
                  <a:lnTo>
                    <a:pt x="426" y="132"/>
                  </a:lnTo>
                  <a:lnTo>
                    <a:pt x="438" y="132"/>
                  </a:lnTo>
                  <a:lnTo>
                    <a:pt x="462" y="108"/>
                  </a:lnTo>
                  <a:lnTo>
                    <a:pt x="504" y="96"/>
                  </a:lnTo>
                  <a:lnTo>
                    <a:pt x="534" y="120"/>
                  </a:lnTo>
                  <a:lnTo>
                    <a:pt x="528" y="120"/>
                  </a:lnTo>
                  <a:lnTo>
                    <a:pt x="516" y="126"/>
                  </a:lnTo>
                  <a:lnTo>
                    <a:pt x="504" y="126"/>
                  </a:lnTo>
                  <a:lnTo>
                    <a:pt x="480" y="132"/>
                  </a:lnTo>
                  <a:lnTo>
                    <a:pt x="468" y="138"/>
                  </a:lnTo>
                  <a:lnTo>
                    <a:pt x="456" y="150"/>
                  </a:lnTo>
                  <a:lnTo>
                    <a:pt x="486" y="150"/>
                  </a:lnTo>
                  <a:lnTo>
                    <a:pt x="498" y="156"/>
                  </a:lnTo>
                  <a:lnTo>
                    <a:pt x="522" y="156"/>
                  </a:lnTo>
                  <a:lnTo>
                    <a:pt x="516" y="162"/>
                  </a:lnTo>
                  <a:lnTo>
                    <a:pt x="504" y="162"/>
                  </a:lnTo>
                  <a:lnTo>
                    <a:pt x="486" y="168"/>
                  </a:lnTo>
                  <a:lnTo>
                    <a:pt x="474" y="174"/>
                  </a:lnTo>
                  <a:lnTo>
                    <a:pt x="468" y="180"/>
                  </a:lnTo>
                  <a:lnTo>
                    <a:pt x="462" y="180"/>
                  </a:lnTo>
                  <a:lnTo>
                    <a:pt x="516" y="198"/>
                  </a:lnTo>
                  <a:lnTo>
                    <a:pt x="522" y="198"/>
                  </a:lnTo>
                  <a:lnTo>
                    <a:pt x="528" y="204"/>
                  </a:lnTo>
                  <a:lnTo>
                    <a:pt x="540" y="210"/>
                  </a:lnTo>
                  <a:lnTo>
                    <a:pt x="558" y="210"/>
                  </a:lnTo>
                  <a:lnTo>
                    <a:pt x="576" y="216"/>
                  </a:lnTo>
                  <a:lnTo>
                    <a:pt x="594" y="210"/>
                  </a:lnTo>
                  <a:lnTo>
                    <a:pt x="606" y="204"/>
                  </a:lnTo>
                  <a:lnTo>
                    <a:pt x="612" y="204"/>
                  </a:lnTo>
                  <a:lnTo>
                    <a:pt x="618" y="198"/>
                  </a:lnTo>
                  <a:lnTo>
                    <a:pt x="612" y="192"/>
                  </a:lnTo>
                  <a:lnTo>
                    <a:pt x="612" y="186"/>
                  </a:lnTo>
                  <a:lnTo>
                    <a:pt x="606" y="180"/>
                  </a:lnTo>
                  <a:lnTo>
                    <a:pt x="606" y="174"/>
                  </a:lnTo>
                  <a:lnTo>
                    <a:pt x="612" y="168"/>
                  </a:lnTo>
                  <a:lnTo>
                    <a:pt x="618" y="168"/>
                  </a:lnTo>
                  <a:lnTo>
                    <a:pt x="630" y="162"/>
                  </a:lnTo>
                  <a:lnTo>
                    <a:pt x="648" y="162"/>
                  </a:lnTo>
                  <a:lnTo>
                    <a:pt x="648" y="144"/>
                  </a:lnTo>
                  <a:lnTo>
                    <a:pt x="678" y="132"/>
                  </a:lnTo>
                  <a:lnTo>
                    <a:pt x="690" y="102"/>
                  </a:lnTo>
                  <a:lnTo>
                    <a:pt x="714" y="114"/>
                  </a:lnTo>
                  <a:lnTo>
                    <a:pt x="738" y="102"/>
                  </a:lnTo>
                  <a:lnTo>
                    <a:pt x="750" y="114"/>
                  </a:lnTo>
                  <a:lnTo>
                    <a:pt x="762" y="120"/>
                  </a:lnTo>
                  <a:lnTo>
                    <a:pt x="780" y="126"/>
                  </a:lnTo>
                  <a:lnTo>
                    <a:pt x="792" y="138"/>
                  </a:lnTo>
                  <a:lnTo>
                    <a:pt x="792" y="144"/>
                  </a:lnTo>
                  <a:lnTo>
                    <a:pt x="786" y="150"/>
                  </a:lnTo>
                  <a:lnTo>
                    <a:pt x="786" y="162"/>
                  </a:lnTo>
                  <a:lnTo>
                    <a:pt x="774" y="174"/>
                  </a:lnTo>
                  <a:lnTo>
                    <a:pt x="828" y="174"/>
                  </a:lnTo>
                  <a:lnTo>
                    <a:pt x="834" y="180"/>
                  </a:lnTo>
                  <a:lnTo>
                    <a:pt x="846" y="186"/>
                  </a:lnTo>
                  <a:lnTo>
                    <a:pt x="852" y="192"/>
                  </a:lnTo>
                  <a:lnTo>
                    <a:pt x="858" y="192"/>
                  </a:lnTo>
                  <a:lnTo>
                    <a:pt x="864" y="186"/>
                  </a:lnTo>
                  <a:lnTo>
                    <a:pt x="876" y="186"/>
                  </a:lnTo>
                  <a:lnTo>
                    <a:pt x="894" y="174"/>
                  </a:lnTo>
                  <a:lnTo>
                    <a:pt x="906" y="168"/>
                  </a:lnTo>
                  <a:lnTo>
                    <a:pt x="924" y="162"/>
                  </a:lnTo>
                  <a:lnTo>
                    <a:pt x="936" y="156"/>
                  </a:lnTo>
                  <a:lnTo>
                    <a:pt x="942" y="150"/>
                  </a:lnTo>
                  <a:lnTo>
                    <a:pt x="942" y="144"/>
                  </a:lnTo>
                  <a:lnTo>
                    <a:pt x="936" y="144"/>
                  </a:lnTo>
                  <a:lnTo>
                    <a:pt x="924" y="138"/>
                  </a:lnTo>
                  <a:lnTo>
                    <a:pt x="888" y="138"/>
                  </a:lnTo>
                  <a:lnTo>
                    <a:pt x="882" y="120"/>
                  </a:lnTo>
                  <a:lnTo>
                    <a:pt x="828" y="114"/>
                  </a:lnTo>
                  <a:lnTo>
                    <a:pt x="828" y="96"/>
                  </a:lnTo>
                  <a:lnTo>
                    <a:pt x="798" y="102"/>
                  </a:lnTo>
                  <a:lnTo>
                    <a:pt x="798" y="84"/>
                  </a:lnTo>
                  <a:lnTo>
                    <a:pt x="726" y="84"/>
                  </a:lnTo>
                  <a:lnTo>
                    <a:pt x="720" y="72"/>
                  </a:lnTo>
                  <a:lnTo>
                    <a:pt x="684" y="72"/>
                  </a:lnTo>
                  <a:lnTo>
                    <a:pt x="678" y="60"/>
                  </a:lnTo>
                  <a:lnTo>
                    <a:pt x="654" y="48"/>
                  </a:lnTo>
                  <a:lnTo>
                    <a:pt x="624" y="48"/>
                  </a:lnTo>
                  <a:lnTo>
                    <a:pt x="624" y="30"/>
                  </a:lnTo>
                  <a:lnTo>
                    <a:pt x="618" y="30"/>
                  </a:lnTo>
                  <a:lnTo>
                    <a:pt x="612" y="24"/>
                  </a:lnTo>
                  <a:lnTo>
                    <a:pt x="540" y="24"/>
                  </a:lnTo>
                  <a:lnTo>
                    <a:pt x="534" y="30"/>
                  </a:lnTo>
                  <a:lnTo>
                    <a:pt x="534" y="36"/>
                  </a:lnTo>
                  <a:lnTo>
                    <a:pt x="540" y="42"/>
                  </a:lnTo>
                  <a:lnTo>
                    <a:pt x="546" y="54"/>
                  </a:lnTo>
                  <a:lnTo>
                    <a:pt x="564" y="72"/>
                  </a:lnTo>
                  <a:lnTo>
                    <a:pt x="552" y="66"/>
                  </a:lnTo>
                  <a:lnTo>
                    <a:pt x="546" y="60"/>
                  </a:lnTo>
                  <a:lnTo>
                    <a:pt x="528" y="48"/>
                  </a:lnTo>
                  <a:lnTo>
                    <a:pt x="492" y="30"/>
                  </a:lnTo>
                  <a:lnTo>
                    <a:pt x="480" y="30"/>
                  </a:lnTo>
                  <a:lnTo>
                    <a:pt x="474" y="36"/>
                  </a:lnTo>
                  <a:lnTo>
                    <a:pt x="468" y="48"/>
                  </a:lnTo>
                  <a:lnTo>
                    <a:pt x="462" y="54"/>
                  </a:lnTo>
                  <a:lnTo>
                    <a:pt x="450" y="54"/>
                  </a:lnTo>
                  <a:lnTo>
                    <a:pt x="438" y="48"/>
                  </a:lnTo>
                  <a:lnTo>
                    <a:pt x="420" y="48"/>
                  </a:lnTo>
                  <a:lnTo>
                    <a:pt x="420" y="42"/>
                  </a:lnTo>
                  <a:lnTo>
                    <a:pt x="426" y="42"/>
                  </a:lnTo>
                  <a:lnTo>
                    <a:pt x="438" y="30"/>
                  </a:lnTo>
                  <a:lnTo>
                    <a:pt x="384" y="30"/>
                  </a:lnTo>
                  <a:lnTo>
                    <a:pt x="372" y="42"/>
                  </a:lnTo>
                  <a:lnTo>
                    <a:pt x="366" y="30"/>
                  </a:lnTo>
                  <a:lnTo>
                    <a:pt x="354" y="30"/>
                  </a:lnTo>
                  <a:lnTo>
                    <a:pt x="318" y="48"/>
                  </a:lnTo>
                  <a:lnTo>
                    <a:pt x="318" y="60"/>
                  </a:lnTo>
                  <a:lnTo>
                    <a:pt x="324" y="66"/>
                  </a:lnTo>
                  <a:close/>
                  <a:moveTo>
                    <a:pt x="642" y="708"/>
                  </a:moveTo>
                  <a:lnTo>
                    <a:pt x="666" y="696"/>
                  </a:lnTo>
                  <a:lnTo>
                    <a:pt x="666" y="690"/>
                  </a:lnTo>
                  <a:lnTo>
                    <a:pt x="678" y="690"/>
                  </a:lnTo>
                  <a:lnTo>
                    <a:pt x="678" y="678"/>
                  </a:lnTo>
                  <a:lnTo>
                    <a:pt x="672" y="672"/>
                  </a:lnTo>
                  <a:lnTo>
                    <a:pt x="630" y="690"/>
                  </a:lnTo>
                  <a:lnTo>
                    <a:pt x="642" y="708"/>
                  </a:lnTo>
                  <a:close/>
                  <a:moveTo>
                    <a:pt x="774" y="648"/>
                  </a:moveTo>
                  <a:lnTo>
                    <a:pt x="780" y="642"/>
                  </a:lnTo>
                  <a:lnTo>
                    <a:pt x="786" y="642"/>
                  </a:lnTo>
                  <a:lnTo>
                    <a:pt x="792" y="636"/>
                  </a:lnTo>
                  <a:lnTo>
                    <a:pt x="792" y="630"/>
                  </a:lnTo>
                  <a:lnTo>
                    <a:pt x="786" y="624"/>
                  </a:lnTo>
                  <a:lnTo>
                    <a:pt x="774" y="624"/>
                  </a:lnTo>
                  <a:lnTo>
                    <a:pt x="768" y="630"/>
                  </a:lnTo>
                  <a:lnTo>
                    <a:pt x="768" y="642"/>
                  </a:lnTo>
                  <a:lnTo>
                    <a:pt x="774" y="648"/>
                  </a:lnTo>
                  <a:close/>
                  <a:moveTo>
                    <a:pt x="594" y="696"/>
                  </a:moveTo>
                  <a:lnTo>
                    <a:pt x="576" y="696"/>
                  </a:lnTo>
                  <a:lnTo>
                    <a:pt x="552" y="708"/>
                  </a:lnTo>
                  <a:lnTo>
                    <a:pt x="546" y="714"/>
                  </a:lnTo>
                  <a:lnTo>
                    <a:pt x="570" y="720"/>
                  </a:lnTo>
                  <a:lnTo>
                    <a:pt x="576" y="714"/>
                  </a:lnTo>
                  <a:lnTo>
                    <a:pt x="588" y="714"/>
                  </a:lnTo>
                  <a:lnTo>
                    <a:pt x="600" y="702"/>
                  </a:lnTo>
                  <a:lnTo>
                    <a:pt x="594" y="696"/>
                  </a:lnTo>
                  <a:close/>
                  <a:moveTo>
                    <a:pt x="918" y="612"/>
                  </a:moveTo>
                  <a:lnTo>
                    <a:pt x="936" y="618"/>
                  </a:lnTo>
                  <a:lnTo>
                    <a:pt x="942" y="606"/>
                  </a:lnTo>
                  <a:lnTo>
                    <a:pt x="948" y="600"/>
                  </a:lnTo>
                  <a:lnTo>
                    <a:pt x="948" y="594"/>
                  </a:lnTo>
                  <a:lnTo>
                    <a:pt x="918" y="594"/>
                  </a:lnTo>
                  <a:lnTo>
                    <a:pt x="918" y="612"/>
                  </a:lnTo>
                  <a:close/>
                  <a:moveTo>
                    <a:pt x="486" y="756"/>
                  </a:moveTo>
                  <a:lnTo>
                    <a:pt x="474" y="756"/>
                  </a:lnTo>
                  <a:lnTo>
                    <a:pt x="438" y="774"/>
                  </a:lnTo>
                  <a:lnTo>
                    <a:pt x="432" y="780"/>
                  </a:lnTo>
                  <a:lnTo>
                    <a:pt x="432" y="786"/>
                  </a:lnTo>
                  <a:lnTo>
                    <a:pt x="444" y="786"/>
                  </a:lnTo>
                  <a:lnTo>
                    <a:pt x="456" y="780"/>
                  </a:lnTo>
                  <a:lnTo>
                    <a:pt x="462" y="774"/>
                  </a:lnTo>
                  <a:lnTo>
                    <a:pt x="474" y="768"/>
                  </a:lnTo>
                  <a:lnTo>
                    <a:pt x="510" y="768"/>
                  </a:lnTo>
                  <a:lnTo>
                    <a:pt x="510" y="762"/>
                  </a:lnTo>
                  <a:lnTo>
                    <a:pt x="504" y="762"/>
                  </a:lnTo>
                  <a:lnTo>
                    <a:pt x="504" y="756"/>
                  </a:lnTo>
                  <a:lnTo>
                    <a:pt x="486" y="756"/>
                  </a:lnTo>
                  <a:close/>
                  <a:moveTo>
                    <a:pt x="1356" y="660"/>
                  </a:moveTo>
                  <a:lnTo>
                    <a:pt x="1326" y="666"/>
                  </a:lnTo>
                  <a:lnTo>
                    <a:pt x="1290" y="654"/>
                  </a:lnTo>
                  <a:lnTo>
                    <a:pt x="1260" y="642"/>
                  </a:lnTo>
                  <a:lnTo>
                    <a:pt x="1302" y="642"/>
                  </a:lnTo>
                  <a:lnTo>
                    <a:pt x="1326" y="630"/>
                  </a:lnTo>
                  <a:lnTo>
                    <a:pt x="1344" y="630"/>
                  </a:lnTo>
                  <a:lnTo>
                    <a:pt x="1350" y="624"/>
                  </a:lnTo>
                  <a:lnTo>
                    <a:pt x="1356" y="624"/>
                  </a:lnTo>
                  <a:lnTo>
                    <a:pt x="1344" y="618"/>
                  </a:lnTo>
                  <a:lnTo>
                    <a:pt x="1338" y="612"/>
                  </a:lnTo>
                  <a:lnTo>
                    <a:pt x="1320" y="606"/>
                  </a:lnTo>
                  <a:lnTo>
                    <a:pt x="1308" y="600"/>
                  </a:lnTo>
                  <a:lnTo>
                    <a:pt x="1284" y="600"/>
                  </a:lnTo>
                  <a:lnTo>
                    <a:pt x="1260" y="588"/>
                  </a:lnTo>
                  <a:lnTo>
                    <a:pt x="1254" y="588"/>
                  </a:lnTo>
                  <a:lnTo>
                    <a:pt x="1242" y="582"/>
                  </a:lnTo>
                  <a:lnTo>
                    <a:pt x="1242" y="588"/>
                  </a:lnTo>
                  <a:lnTo>
                    <a:pt x="1236" y="594"/>
                  </a:lnTo>
                  <a:lnTo>
                    <a:pt x="1236" y="600"/>
                  </a:lnTo>
                  <a:lnTo>
                    <a:pt x="1218" y="618"/>
                  </a:lnTo>
                  <a:lnTo>
                    <a:pt x="1206" y="618"/>
                  </a:lnTo>
                  <a:lnTo>
                    <a:pt x="1200" y="612"/>
                  </a:lnTo>
                  <a:lnTo>
                    <a:pt x="1224" y="588"/>
                  </a:lnTo>
                  <a:lnTo>
                    <a:pt x="1158" y="564"/>
                  </a:lnTo>
                  <a:lnTo>
                    <a:pt x="1158" y="576"/>
                  </a:lnTo>
                  <a:lnTo>
                    <a:pt x="1152" y="594"/>
                  </a:lnTo>
                  <a:lnTo>
                    <a:pt x="1134" y="630"/>
                  </a:lnTo>
                  <a:lnTo>
                    <a:pt x="1128" y="630"/>
                  </a:lnTo>
                  <a:lnTo>
                    <a:pt x="1122" y="624"/>
                  </a:lnTo>
                  <a:lnTo>
                    <a:pt x="1116" y="612"/>
                  </a:lnTo>
                  <a:lnTo>
                    <a:pt x="1116" y="594"/>
                  </a:lnTo>
                  <a:lnTo>
                    <a:pt x="1122" y="582"/>
                  </a:lnTo>
                  <a:lnTo>
                    <a:pt x="1116" y="594"/>
                  </a:lnTo>
                  <a:lnTo>
                    <a:pt x="1104" y="600"/>
                  </a:lnTo>
                  <a:lnTo>
                    <a:pt x="1080" y="624"/>
                  </a:lnTo>
                  <a:lnTo>
                    <a:pt x="1056" y="636"/>
                  </a:lnTo>
                  <a:lnTo>
                    <a:pt x="1050" y="636"/>
                  </a:lnTo>
                  <a:lnTo>
                    <a:pt x="1050" y="630"/>
                  </a:lnTo>
                  <a:lnTo>
                    <a:pt x="1056" y="618"/>
                  </a:lnTo>
                  <a:lnTo>
                    <a:pt x="1086" y="588"/>
                  </a:lnTo>
                  <a:lnTo>
                    <a:pt x="1092" y="576"/>
                  </a:lnTo>
                  <a:lnTo>
                    <a:pt x="1104" y="570"/>
                  </a:lnTo>
                  <a:lnTo>
                    <a:pt x="1068" y="570"/>
                  </a:lnTo>
                  <a:lnTo>
                    <a:pt x="1050" y="582"/>
                  </a:lnTo>
                  <a:lnTo>
                    <a:pt x="1026" y="582"/>
                  </a:lnTo>
                  <a:lnTo>
                    <a:pt x="984" y="606"/>
                  </a:lnTo>
                  <a:lnTo>
                    <a:pt x="960" y="606"/>
                  </a:lnTo>
                  <a:lnTo>
                    <a:pt x="954" y="636"/>
                  </a:lnTo>
                  <a:lnTo>
                    <a:pt x="918" y="624"/>
                  </a:lnTo>
                  <a:lnTo>
                    <a:pt x="882" y="630"/>
                  </a:lnTo>
                  <a:lnTo>
                    <a:pt x="894" y="660"/>
                  </a:lnTo>
                  <a:lnTo>
                    <a:pt x="846" y="648"/>
                  </a:lnTo>
                  <a:lnTo>
                    <a:pt x="828" y="654"/>
                  </a:lnTo>
                  <a:lnTo>
                    <a:pt x="834" y="678"/>
                  </a:lnTo>
                  <a:lnTo>
                    <a:pt x="792" y="690"/>
                  </a:lnTo>
                  <a:lnTo>
                    <a:pt x="792" y="654"/>
                  </a:lnTo>
                  <a:lnTo>
                    <a:pt x="762" y="654"/>
                  </a:lnTo>
                  <a:lnTo>
                    <a:pt x="774" y="678"/>
                  </a:lnTo>
                  <a:lnTo>
                    <a:pt x="750" y="660"/>
                  </a:lnTo>
                  <a:lnTo>
                    <a:pt x="750" y="690"/>
                  </a:lnTo>
                  <a:lnTo>
                    <a:pt x="726" y="690"/>
                  </a:lnTo>
                  <a:lnTo>
                    <a:pt x="726" y="660"/>
                  </a:lnTo>
                  <a:lnTo>
                    <a:pt x="738" y="654"/>
                  </a:lnTo>
                  <a:lnTo>
                    <a:pt x="744" y="648"/>
                  </a:lnTo>
                  <a:lnTo>
                    <a:pt x="708" y="642"/>
                  </a:lnTo>
                  <a:lnTo>
                    <a:pt x="708" y="684"/>
                  </a:lnTo>
                  <a:lnTo>
                    <a:pt x="678" y="696"/>
                  </a:lnTo>
                  <a:lnTo>
                    <a:pt x="696" y="708"/>
                  </a:lnTo>
                  <a:lnTo>
                    <a:pt x="660" y="714"/>
                  </a:lnTo>
                  <a:lnTo>
                    <a:pt x="672" y="726"/>
                  </a:lnTo>
                  <a:lnTo>
                    <a:pt x="630" y="726"/>
                  </a:lnTo>
                  <a:lnTo>
                    <a:pt x="630" y="738"/>
                  </a:lnTo>
                  <a:lnTo>
                    <a:pt x="660" y="750"/>
                  </a:lnTo>
                  <a:lnTo>
                    <a:pt x="654" y="762"/>
                  </a:lnTo>
                  <a:lnTo>
                    <a:pt x="618" y="744"/>
                  </a:lnTo>
                  <a:lnTo>
                    <a:pt x="600" y="750"/>
                  </a:lnTo>
                  <a:lnTo>
                    <a:pt x="624" y="762"/>
                  </a:lnTo>
                  <a:lnTo>
                    <a:pt x="606" y="780"/>
                  </a:lnTo>
                  <a:lnTo>
                    <a:pt x="594" y="762"/>
                  </a:lnTo>
                  <a:lnTo>
                    <a:pt x="576" y="768"/>
                  </a:lnTo>
                  <a:lnTo>
                    <a:pt x="576" y="780"/>
                  </a:lnTo>
                  <a:lnTo>
                    <a:pt x="546" y="780"/>
                  </a:lnTo>
                  <a:lnTo>
                    <a:pt x="540" y="792"/>
                  </a:lnTo>
                  <a:lnTo>
                    <a:pt x="564" y="804"/>
                  </a:lnTo>
                  <a:lnTo>
                    <a:pt x="564" y="822"/>
                  </a:lnTo>
                  <a:lnTo>
                    <a:pt x="528" y="810"/>
                  </a:lnTo>
                  <a:lnTo>
                    <a:pt x="522" y="822"/>
                  </a:lnTo>
                  <a:lnTo>
                    <a:pt x="552" y="834"/>
                  </a:lnTo>
                  <a:lnTo>
                    <a:pt x="504" y="834"/>
                  </a:lnTo>
                  <a:lnTo>
                    <a:pt x="504" y="852"/>
                  </a:lnTo>
                  <a:lnTo>
                    <a:pt x="492" y="846"/>
                  </a:lnTo>
                  <a:lnTo>
                    <a:pt x="486" y="846"/>
                  </a:lnTo>
                  <a:lnTo>
                    <a:pt x="474" y="852"/>
                  </a:lnTo>
                  <a:lnTo>
                    <a:pt x="468" y="858"/>
                  </a:lnTo>
                  <a:lnTo>
                    <a:pt x="456" y="858"/>
                  </a:lnTo>
                  <a:lnTo>
                    <a:pt x="456" y="870"/>
                  </a:lnTo>
                  <a:lnTo>
                    <a:pt x="462" y="876"/>
                  </a:lnTo>
                  <a:lnTo>
                    <a:pt x="456" y="876"/>
                  </a:lnTo>
                  <a:lnTo>
                    <a:pt x="450" y="882"/>
                  </a:lnTo>
                  <a:lnTo>
                    <a:pt x="444" y="882"/>
                  </a:lnTo>
                  <a:lnTo>
                    <a:pt x="444" y="900"/>
                  </a:lnTo>
                  <a:lnTo>
                    <a:pt x="480" y="900"/>
                  </a:lnTo>
                  <a:lnTo>
                    <a:pt x="468" y="912"/>
                  </a:lnTo>
                  <a:lnTo>
                    <a:pt x="432" y="906"/>
                  </a:lnTo>
                  <a:lnTo>
                    <a:pt x="420" y="912"/>
                  </a:lnTo>
                  <a:lnTo>
                    <a:pt x="414" y="918"/>
                  </a:lnTo>
                  <a:lnTo>
                    <a:pt x="414" y="930"/>
                  </a:lnTo>
                  <a:lnTo>
                    <a:pt x="420" y="936"/>
                  </a:lnTo>
                  <a:lnTo>
                    <a:pt x="420" y="948"/>
                  </a:lnTo>
                  <a:lnTo>
                    <a:pt x="408" y="954"/>
                  </a:lnTo>
                  <a:lnTo>
                    <a:pt x="390" y="954"/>
                  </a:lnTo>
                  <a:lnTo>
                    <a:pt x="390" y="972"/>
                  </a:lnTo>
                  <a:lnTo>
                    <a:pt x="408" y="990"/>
                  </a:lnTo>
                  <a:lnTo>
                    <a:pt x="408" y="996"/>
                  </a:lnTo>
                  <a:lnTo>
                    <a:pt x="402" y="1002"/>
                  </a:lnTo>
                  <a:lnTo>
                    <a:pt x="366" y="1002"/>
                  </a:lnTo>
                  <a:lnTo>
                    <a:pt x="360" y="1008"/>
                  </a:lnTo>
                  <a:lnTo>
                    <a:pt x="360" y="1026"/>
                  </a:lnTo>
                  <a:lnTo>
                    <a:pt x="354" y="1032"/>
                  </a:lnTo>
                  <a:lnTo>
                    <a:pt x="342" y="1032"/>
                  </a:lnTo>
                  <a:lnTo>
                    <a:pt x="336" y="1026"/>
                  </a:lnTo>
                  <a:lnTo>
                    <a:pt x="318" y="1026"/>
                  </a:lnTo>
                  <a:lnTo>
                    <a:pt x="294" y="1050"/>
                  </a:lnTo>
                  <a:lnTo>
                    <a:pt x="282" y="1050"/>
                  </a:lnTo>
                  <a:lnTo>
                    <a:pt x="270" y="1062"/>
                  </a:lnTo>
                  <a:lnTo>
                    <a:pt x="270" y="1068"/>
                  </a:lnTo>
                  <a:lnTo>
                    <a:pt x="276" y="1074"/>
                  </a:lnTo>
                  <a:lnTo>
                    <a:pt x="276" y="1080"/>
                  </a:lnTo>
                  <a:lnTo>
                    <a:pt x="264" y="1092"/>
                  </a:lnTo>
                  <a:lnTo>
                    <a:pt x="252" y="1092"/>
                  </a:lnTo>
                  <a:lnTo>
                    <a:pt x="246" y="1086"/>
                  </a:lnTo>
                  <a:lnTo>
                    <a:pt x="234" y="1080"/>
                  </a:lnTo>
                  <a:lnTo>
                    <a:pt x="234" y="1074"/>
                  </a:lnTo>
                  <a:lnTo>
                    <a:pt x="228" y="1074"/>
                  </a:lnTo>
                  <a:lnTo>
                    <a:pt x="204" y="1086"/>
                  </a:lnTo>
                  <a:lnTo>
                    <a:pt x="198" y="1092"/>
                  </a:lnTo>
                  <a:lnTo>
                    <a:pt x="180" y="1092"/>
                  </a:lnTo>
                  <a:lnTo>
                    <a:pt x="180" y="1110"/>
                  </a:lnTo>
                  <a:lnTo>
                    <a:pt x="186" y="1116"/>
                  </a:lnTo>
                  <a:lnTo>
                    <a:pt x="192" y="1116"/>
                  </a:lnTo>
                  <a:lnTo>
                    <a:pt x="192" y="1128"/>
                  </a:lnTo>
                  <a:lnTo>
                    <a:pt x="186" y="1128"/>
                  </a:lnTo>
                  <a:lnTo>
                    <a:pt x="174" y="1116"/>
                  </a:lnTo>
                  <a:lnTo>
                    <a:pt x="162" y="1116"/>
                  </a:lnTo>
                  <a:lnTo>
                    <a:pt x="156" y="1122"/>
                  </a:lnTo>
                  <a:lnTo>
                    <a:pt x="156" y="1134"/>
                  </a:lnTo>
                  <a:lnTo>
                    <a:pt x="168" y="1134"/>
                  </a:lnTo>
                  <a:lnTo>
                    <a:pt x="174" y="1140"/>
                  </a:lnTo>
                  <a:lnTo>
                    <a:pt x="180" y="1140"/>
                  </a:lnTo>
                  <a:lnTo>
                    <a:pt x="180" y="1152"/>
                  </a:lnTo>
                  <a:lnTo>
                    <a:pt x="138" y="1152"/>
                  </a:lnTo>
                  <a:lnTo>
                    <a:pt x="138" y="1146"/>
                  </a:lnTo>
                  <a:lnTo>
                    <a:pt x="132" y="1146"/>
                  </a:lnTo>
                  <a:lnTo>
                    <a:pt x="126" y="1158"/>
                  </a:lnTo>
                  <a:lnTo>
                    <a:pt x="126" y="1170"/>
                  </a:lnTo>
                  <a:lnTo>
                    <a:pt x="120" y="1164"/>
                  </a:lnTo>
                  <a:lnTo>
                    <a:pt x="102" y="1164"/>
                  </a:lnTo>
                  <a:lnTo>
                    <a:pt x="96" y="1158"/>
                  </a:lnTo>
                  <a:lnTo>
                    <a:pt x="90" y="1158"/>
                  </a:lnTo>
                  <a:lnTo>
                    <a:pt x="90" y="1164"/>
                  </a:lnTo>
                  <a:lnTo>
                    <a:pt x="96" y="1170"/>
                  </a:lnTo>
                  <a:lnTo>
                    <a:pt x="120" y="1182"/>
                  </a:lnTo>
                  <a:lnTo>
                    <a:pt x="132" y="1182"/>
                  </a:lnTo>
                  <a:lnTo>
                    <a:pt x="108" y="1200"/>
                  </a:lnTo>
                  <a:lnTo>
                    <a:pt x="108" y="1188"/>
                  </a:lnTo>
                  <a:lnTo>
                    <a:pt x="90" y="1188"/>
                  </a:lnTo>
                  <a:lnTo>
                    <a:pt x="84" y="1194"/>
                  </a:lnTo>
                  <a:lnTo>
                    <a:pt x="60" y="1182"/>
                  </a:lnTo>
                  <a:lnTo>
                    <a:pt x="54" y="1194"/>
                  </a:lnTo>
                  <a:lnTo>
                    <a:pt x="66" y="1200"/>
                  </a:lnTo>
                  <a:lnTo>
                    <a:pt x="30" y="1194"/>
                  </a:lnTo>
                  <a:lnTo>
                    <a:pt x="30" y="1212"/>
                  </a:lnTo>
                  <a:lnTo>
                    <a:pt x="78" y="1212"/>
                  </a:lnTo>
                  <a:lnTo>
                    <a:pt x="54" y="1218"/>
                  </a:lnTo>
                  <a:lnTo>
                    <a:pt x="18" y="1212"/>
                  </a:lnTo>
                  <a:lnTo>
                    <a:pt x="6" y="1224"/>
                  </a:lnTo>
                  <a:lnTo>
                    <a:pt x="6" y="1230"/>
                  </a:lnTo>
                  <a:lnTo>
                    <a:pt x="18" y="1242"/>
                  </a:lnTo>
                  <a:lnTo>
                    <a:pt x="36" y="1242"/>
                  </a:lnTo>
                  <a:lnTo>
                    <a:pt x="18" y="1248"/>
                  </a:lnTo>
                  <a:lnTo>
                    <a:pt x="12" y="1254"/>
                  </a:lnTo>
                  <a:lnTo>
                    <a:pt x="12" y="1260"/>
                  </a:lnTo>
                  <a:lnTo>
                    <a:pt x="66" y="1260"/>
                  </a:lnTo>
                  <a:lnTo>
                    <a:pt x="78" y="1272"/>
                  </a:lnTo>
                  <a:lnTo>
                    <a:pt x="96" y="1260"/>
                  </a:lnTo>
                  <a:lnTo>
                    <a:pt x="108" y="1272"/>
                  </a:lnTo>
                  <a:lnTo>
                    <a:pt x="138" y="1260"/>
                  </a:lnTo>
                  <a:lnTo>
                    <a:pt x="132" y="1266"/>
                  </a:lnTo>
                  <a:lnTo>
                    <a:pt x="126" y="1278"/>
                  </a:lnTo>
                  <a:lnTo>
                    <a:pt x="60" y="1278"/>
                  </a:lnTo>
                  <a:lnTo>
                    <a:pt x="54" y="1272"/>
                  </a:lnTo>
                  <a:lnTo>
                    <a:pt x="24" y="1272"/>
                  </a:lnTo>
                  <a:lnTo>
                    <a:pt x="12" y="1278"/>
                  </a:lnTo>
                  <a:lnTo>
                    <a:pt x="0" y="1278"/>
                  </a:lnTo>
                  <a:lnTo>
                    <a:pt x="6" y="1284"/>
                  </a:lnTo>
                  <a:lnTo>
                    <a:pt x="6" y="1296"/>
                  </a:lnTo>
                  <a:lnTo>
                    <a:pt x="12" y="1296"/>
                  </a:lnTo>
                  <a:lnTo>
                    <a:pt x="18" y="1302"/>
                  </a:lnTo>
                  <a:lnTo>
                    <a:pt x="30" y="1302"/>
                  </a:lnTo>
                  <a:lnTo>
                    <a:pt x="24" y="1308"/>
                  </a:lnTo>
                  <a:lnTo>
                    <a:pt x="18" y="1320"/>
                  </a:lnTo>
                  <a:lnTo>
                    <a:pt x="36" y="1338"/>
                  </a:lnTo>
                  <a:lnTo>
                    <a:pt x="48" y="1338"/>
                  </a:lnTo>
                  <a:lnTo>
                    <a:pt x="72" y="1320"/>
                  </a:lnTo>
                  <a:lnTo>
                    <a:pt x="102" y="1314"/>
                  </a:lnTo>
                  <a:lnTo>
                    <a:pt x="90" y="1338"/>
                  </a:lnTo>
                  <a:lnTo>
                    <a:pt x="78" y="1332"/>
                  </a:lnTo>
                  <a:lnTo>
                    <a:pt x="66" y="1350"/>
                  </a:lnTo>
                  <a:lnTo>
                    <a:pt x="30" y="1350"/>
                  </a:lnTo>
                  <a:lnTo>
                    <a:pt x="48" y="1368"/>
                  </a:lnTo>
                  <a:lnTo>
                    <a:pt x="24" y="1380"/>
                  </a:lnTo>
                  <a:lnTo>
                    <a:pt x="6" y="1380"/>
                  </a:lnTo>
                  <a:lnTo>
                    <a:pt x="6" y="1398"/>
                  </a:lnTo>
                  <a:lnTo>
                    <a:pt x="66" y="1398"/>
                  </a:lnTo>
                  <a:lnTo>
                    <a:pt x="54" y="1422"/>
                  </a:lnTo>
                  <a:lnTo>
                    <a:pt x="66" y="1422"/>
                  </a:lnTo>
                  <a:lnTo>
                    <a:pt x="54" y="1440"/>
                  </a:lnTo>
                  <a:lnTo>
                    <a:pt x="42" y="1434"/>
                  </a:lnTo>
                  <a:lnTo>
                    <a:pt x="36" y="1434"/>
                  </a:lnTo>
                  <a:lnTo>
                    <a:pt x="30" y="1428"/>
                  </a:lnTo>
                  <a:lnTo>
                    <a:pt x="18" y="1428"/>
                  </a:lnTo>
                  <a:lnTo>
                    <a:pt x="18" y="1440"/>
                  </a:lnTo>
                  <a:lnTo>
                    <a:pt x="24" y="1452"/>
                  </a:lnTo>
                  <a:lnTo>
                    <a:pt x="36" y="1464"/>
                  </a:lnTo>
                  <a:lnTo>
                    <a:pt x="84" y="1482"/>
                  </a:lnTo>
                  <a:lnTo>
                    <a:pt x="78" y="1488"/>
                  </a:lnTo>
                  <a:lnTo>
                    <a:pt x="84" y="1494"/>
                  </a:lnTo>
                  <a:lnTo>
                    <a:pt x="126" y="1494"/>
                  </a:lnTo>
                  <a:lnTo>
                    <a:pt x="132" y="1500"/>
                  </a:lnTo>
                  <a:lnTo>
                    <a:pt x="144" y="1500"/>
                  </a:lnTo>
                  <a:lnTo>
                    <a:pt x="192" y="1476"/>
                  </a:lnTo>
                  <a:lnTo>
                    <a:pt x="204" y="1464"/>
                  </a:lnTo>
                  <a:lnTo>
                    <a:pt x="216" y="1458"/>
                  </a:lnTo>
                  <a:lnTo>
                    <a:pt x="222" y="1452"/>
                  </a:lnTo>
                  <a:lnTo>
                    <a:pt x="258" y="1422"/>
                  </a:lnTo>
                  <a:lnTo>
                    <a:pt x="282" y="1422"/>
                  </a:lnTo>
                  <a:lnTo>
                    <a:pt x="294" y="1416"/>
                  </a:lnTo>
                  <a:lnTo>
                    <a:pt x="300" y="1410"/>
                  </a:lnTo>
                  <a:lnTo>
                    <a:pt x="300" y="1386"/>
                  </a:lnTo>
                  <a:lnTo>
                    <a:pt x="294" y="1380"/>
                  </a:lnTo>
                  <a:lnTo>
                    <a:pt x="294" y="1374"/>
                  </a:lnTo>
                  <a:lnTo>
                    <a:pt x="312" y="1368"/>
                  </a:lnTo>
                  <a:lnTo>
                    <a:pt x="306" y="1374"/>
                  </a:lnTo>
                  <a:lnTo>
                    <a:pt x="306" y="1380"/>
                  </a:lnTo>
                  <a:lnTo>
                    <a:pt x="300" y="1386"/>
                  </a:lnTo>
                  <a:lnTo>
                    <a:pt x="300" y="1392"/>
                  </a:lnTo>
                  <a:lnTo>
                    <a:pt x="312" y="1404"/>
                  </a:lnTo>
                  <a:lnTo>
                    <a:pt x="330" y="1410"/>
                  </a:lnTo>
                  <a:lnTo>
                    <a:pt x="342" y="1410"/>
                  </a:lnTo>
                  <a:lnTo>
                    <a:pt x="348" y="1416"/>
                  </a:lnTo>
                  <a:lnTo>
                    <a:pt x="354" y="1416"/>
                  </a:lnTo>
                  <a:lnTo>
                    <a:pt x="372" y="1434"/>
                  </a:lnTo>
                  <a:lnTo>
                    <a:pt x="378" y="1422"/>
                  </a:lnTo>
                  <a:lnTo>
                    <a:pt x="384" y="1416"/>
                  </a:lnTo>
                  <a:lnTo>
                    <a:pt x="384" y="1398"/>
                  </a:lnTo>
                  <a:lnTo>
                    <a:pt x="372" y="1386"/>
                  </a:lnTo>
                  <a:lnTo>
                    <a:pt x="372" y="1380"/>
                  </a:lnTo>
                  <a:lnTo>
                    <a:pt x="378" y="1374"/>
                  </a:lnTo>
                  <a:lnTo>
                    <a:pt x="384" y="1374"/>
                  </a:lnTo>
                  <a:lnTo>
                    <a:pt x="384" y="1368"/>
                  </a:lnTo>
                  <a:lnTo>
                    <a:pt x="378" y="1356"/>
                  </a:lnTo>
                  <a:lnTo>
                    <a:pt x="414" y="1356"/>
                  </a:lnTo>
                  <a:lnTo>
                    <a:pt x="420" y="1350"/>
                  </a:lnTo>
                  <a:lnTo>
                    <a:pt x="420" y="1326"/>
                  </a:lnTo>
                  <a:lnTo>
                    <a:pt x="426" y="1326"/>
                  </a:lnTo>
                  <a:lnTo>
                    <a:pt x="420" y="1314"/>
                  </a:lnTo>
                  <a:lnTo>
                    <a:pt x="420" y="1308"/>
                  </a:lnTo>
                  <a:lnTo>
                    <a:pt x="414" y="1302"/>
                  </a:lnTo>
                  <a:lnTo>
                    <a:pt x="414" y="1296"/>
                  </a:lnTo>
                  <a:lnTo>
                    <a:pt x="408" y="1284"/>
                  </a:lnTo>
                  <a:lnTo>
                    <a:pt x="402" y="1278"/>
                  </a:lnTo>
                  <a:lnTo>
                    <a:pt x="426" y="1272"/>
                  </a:lnTo>
                  <a:lnTo>
                    <a:pt x="438" y="1260"/>
                  </a:lnTo>
                  <a:lnTo>
                    <a:pt x="438" y="1248"/>
                  </a:lnTo>
                  <a:lnTo>
                    <a:pt x="420" y="1230"/>
                  </a:lnTo>
                  <a:lnTo>
                    <a:pt x="414" y="1230"/>
                  </a:lnTo>
                  <a:lnTo>
                    <a:pt x="402" y="1218"/>
                  </a:lnTo>
                  <a:lnTo>
                    <a:pt x="402" y="1200"/>
                  </a:lnTo>
                  <a:lnTo>
                    <a:pt x="408" y="1188"/>
                  </a:lnTo>
                  <a:lnTo>
                    <a:pt x="408" y="1176"/>
                  </a:lnTo>
                  <a:lnTo>
                    <a:pt x="384" y="1152"/>
                  </a:lnTo>
                  <a:lnTo>
                    <a:pt x="384" y="1140"/>
                  </a:lnTo>
                  <a:lnTo>
                    <a:pt x="390" y="1134"/>
                  </a:lnTo>
                  <a:lnTo>
                    <a:pt x="396" y="1134"/>
                  </a:lnTo>
                  <a:lnTo>
                    <a:pt x="402" y="1128"/>
                  </a:lnTo>
                  <a:lnTo>
                    <a:pt x="402" y="1122"/>
                  </a:lnTo>
                  <a:lnTo>
                    <a:pt x="396" y="1116"/>
                  </a:lnTo>
                  <a:lnTo>
                    <a:pt x="390" y="1116"/>
                  </a:lnTo>
                  <a:lnTo>
                    <a:pt x="384" y="1110"/>
                  </a:lnTo>
                  <a:lnTo>
                    <a:pt x="426" y="1068"/>
                  </a:lnTo>
                  <a:lnTo>
                    <a:pt x="438" y="1062"/>
                  </a:lnTo>
                  <a:lnTo>
                    <a:pt x="444" y="1056"/>
                  </a:lnTo>
                  <a:lnTo>
                    <a:pt x="456" y="1050"/>
                  </a:lnTo>
                  <a:lnTo>
                    <a:pt x="498" y="1050"/>
                  </a:lnTo>
                  <a:lnTo>
                    <a:pt x="504" y="1044"/>
                  </a:lnTo>
                  <a:lnTo>
                    <a:pt x="504" y="1038"/>
                  </a:lnTo>
                  <a:lnTo>
                    <a:pt x="486" y="1020"/>
                  </a:lnTo>
                  <a:lnTo>
                    <a:pt x="474" y="1014"/>
                  </a:lnTo>
                  <a:lnTo>
                    <a:pt x="486" y="1008"/>
                  </a:lnTo>
                  <a:lnTo>
                    <a:pt x="492" y="1008"/>
                  </a:lnTo>
                  <a:lnTo>
                    <a:pt x="522" y="978"/>
                  </a:lnTo>
                  <a:lnTo>
                    <a:pt x="528" y="936"/>
                  </a:lnTo>
                  <a:lnTo>
                    <a:pt x="528" y="900"/>
                  </a:lnTo>
                  <a:lnTo>
                    <a:pt x="546" y="912"/>
                  </a:lnTo>
                  <a:lnTo>
                    <a:pt x="558" y="906"/>
                  </a:lnTo>
                  <a:lnTo>
                    <a:pt x="564" y="906"/>
                  </a:lnTo>
                  <a:lnTo>
                    <a:pt x="570" y="900"/>
                  </a:lnTo>
                  <a:lnTo>
                    <a:pt x="576" y="900"/>
                  </a:lnTo>
                  <a:lnTo>
                    <a:pt x="576" y="894"/>
                  </a:lnTo>
                  <a:lnTo>
                    <a:pt x="570" y="888"/>
                  </a:lnTo>
                  <a:lnTo>
                    <a:pt x="570" y="882"/>
                  </a:lnTo>
                  <a:lnTo>
                    <a:pt x="564" y="876"/>
                  </a:lnTo>
                  <a:lnTo>
                    <a:pt x="582" y="876"/>
                  </a:lnTo>
                  <a:lnTo>
                    <a:pt x="588" y="870"/>
                  </a:lnTo>
                  <a:lnTo>
                    <a:pt x="588" y="864"/>
                  </a:lnTo>
                  <a:lnTo>
                    <a:pt x="594" y="858"/>
                  </a:lnTo>
                  <a:lnTo>
                    <a:pt x="606" y="852"/>
                  </a:lnTo>
                  <a:lnTo>
                    <a:pt x="612" y="852"/>
                  </a:lnTo>
                  <a:lnTo>
                    <a:pt x="618" y="834"/>
                  </a:lnTo>
                  <a:lnTo>
                    <a:pt x="612" y="828"/>
                  </a:lnTo>
                  <a:lnTo>
                    <a:pt x="600" y="822"/>
                  </a:lnTo>
                  <a:lnTo>
                    <a:pt x="600" y="810"/>
                  </a:lnTo>
                  <a:lnTo>
                    <a:pt x="606" y="810"/>
                  </a:lnTo>
                  <a:lnTo>
                    <a:pt x="618" y="804"/>
                  </a:lnTo>
                  <a:lnTo>
                    <a:pt x="636" y="786"/>
                  </a:lnTo>
                  <a:lnTo>
                    <a:pt x="678" y="780"/>
                  </a:lnTo>
                  <a:lnTo>
                    <a:pt x="696" y="780"/>
                  </a:lnTo>
                  <a:lnTo>
                    <a:pt x="702" y="774"/>
                  </a:lnTo>
                  <a:lnTo>
                    <a:pt x="702" y="744"/>
                  </a:lnTo>
                  <a:lnTo>
                    <a:pt x="714" y="732"/>
                  </a:lnTo>
                  <a:lnTo>
                    <a:pt x="720" y="738"/>
                  </a:lnTo>
                  <a:lnTo>
                    <a:pt x="720" y="750"/>
                  </a:lnTo>
                  <a:lnTo>
                    <a:pt x="744" y="744"/>
                  </a:lnTo>
                  <a:lnTo>
                    <a:pt x="768" y="750"/>
                  </a:lnTo>
                  <a:lnTo>
                    <a:pt x="792" y="750"/>
                  </a:lnTo>
                  <a:lnTo>
                    <a:pt x="798" y="756"/>
                  </a:lnTo>
                  <a:lnTo>
                    <a:pt x="810" y="756"/>
                  </a:lnTo>
                  <a:lnTo>
                    <a:pt x="816" y="750"/>
                  </a:lnTo>
                  <a:lnTo>
                    <a:pt x="810" y="750"/>
                  </a:lnTo>
                  <a:lnTo>
                    <a:pt x="798" y="738"/>
                  </a:lnTo>
                  <a:lnTo>
                    <a:pt x="798" y="732"/>
                  </a:lnTo>
                  <a:lnTo>
                    <a:pt x="810" y="732"/>
                  </a:lnTo>
                  <a:lnTo>
                    <a:pt x="810" y="708"/>
                  </a:lnTo>
                  <a:lnTo>
                    <a:pt x="840" y="714"/>
                  </a:lnTo>
                  <a:lnTo>
                    <a:pt x="834" y="708"/>
                  </a:lnTo>
                  <a:lnTo>
                    <a:pt x="840" y="702"/>
                  </a:lnTo>
                  <a:lnTo>
                    <a:pt x="858" y="708"/>
                  </a:lnTo>
                  <a:lnTo>
                    <a:pt x="858" y="696"/>
                  </a:lnTo>
                  <a:lnTo>
                    <a:pt x="864" y="690"/>
                  </a:lnTo>
                  <a:lnTo>
                    <a:pt x="882" y="690"/>
                  </a:lnTo>
                  <a:lnTo>
                    <a:pt x="888" y="696"/>
                  </a:lnTo>
                  <a:lnTo>
                    <a:pt x="894" y="708"/>
                  </a:lnTo>
                  <a:lnTo>
                    <a:pt x="906" y="714"/>
                  </a:lnTo>
                  <a:lnTo>
                    <a:pt x="918" y="726"/>
                  </a:lnTo>
                  <a:lnTo>
                    <a:pt x="930" y="726"/>
                  </a:lnTo>
                  <a:lnTo>
                    <a:pt x="942" y="732"/>
                  </a:lnTo>
                  <a:lnTo>
                    <a:pt x="960" y="732"/>
                  </a:lnTo>
                  <a:lnTo>
                    <a:pt x="966" y="738"/>
                  </a:lnTo>
                  <a:lnTo>
                    <a:pt x="978" y="738"/>
                  </a:lnTo>
                  <a:lnTo>
                    <a:pt x="990" y="732"/>
                  </a:lnTo>
                  <a:lnTo>
                    <a:pt x="996" y="726"/>
                  </a:lnTo>
                  <a:lnTo>
                    <a:pt x="1026" y="726"/>
                  </a:lnTo>
                  <a:lnTo>
                    <a:pt x="1038" y="732"/>
                  </a:lnTo>
                  <a:lnTo>
                    <a:pt x="1044" y="738"/>
                  </a:lnTo>
                  <a:lnTo>
                    <a:pt x="1062" y="738"/>
                  </a:lnTo>
                  <a:lnTo>
                    <a:pt x="1062" y="726"/>
                  </a:lnTo>
                  <a:lnTo>
                    <a:pt x="1068" y="720"/>
                  </a:lnTo>
                  <a:lnTo>
                    <a:pt x="1068" y="714"/>
                  </a:lnTo>
                  <a:lnTo>
                    <a:pt x="1092" y="714"/>
                  </a:lnTo>
                  <a:lnTo>
                    <a:pt x="1092" y="678"/>
                  </a:lnTo>
                  <a:lnTo>
                    <a:pt x="1098" y="672"/>
                  </a:lnTo>
                  <a:lnTo>
                    <a:pt x="1098" y="660"/>
                  </a:lnTo>
                  <a:lnTo>
                    <a:pt x="1110" y="654"/>
                  </a:lnTo>
                  <a:lnTo>
                    <a:pt x="1116" y="654"/>
                  </a:lnTo>
                  <a:lnTo>
                    <a:pt x="1128" y="648"/>
                  </a:lnTo>
                  <a:lnTo>
                    <a:pt x="1158" y="648"/>
                  </a:lnTo>
                  <a:lnTo>
                    <a:pt x="1170" y="642"/>
                  </a:lnTo>
                  <a:lnTo>
                    <a:pt x="1206" y="642"/>
                  </a:lnTo>
                  <a:lnTo>
                    <a:pt x="1206" y="654"/>
                  </a:lnTo>
                  <a:lnTo>
                    <a:pt x="1242" y="660"/>
                  </a:lnTo>
                  <a:lnTo>
                    <a:pt x="1248" y="660"/>
                  </a:lnTo>
                  <a:lnTo>
                    <a:pt x="1260" y="672"/>
                  </a:lnTo>
                  <a:lnTo>
                    <a:pt x="1266" y="684"/>
                  </a:lnTo>
                  <a:lnTo>
                    <a:pt x="1266" y="702"/>
                  </a:lnTo>
                  <a:lnTo>
                    <a:pt x="1260" y="702"/>
                  </a:lnTo>
                  <a:lnTo>
                    <a:pt x="1260" y="696"/>
                  </a:lnTo>
                  <a:lnTo>
                    <a:pt x="1254" y="696"/>
                  </a:lnTo>
                  <a:lnTo>
                    <a:pt x="1254" y="708"/>
                  </a:lnTo>
                  <a:lnTo>
                    <a:pt x="1278" y="708"/>
                  </a:lnTo>
                  <a:lnTo>
                    <a:pt x="1284" y="696"/>
                  </a:lnTo>
                  <a:lnTo>
                    <a:pt x="1284" y="690"/>
                  </a:lnTo>
                  <a:lnTo>
                    <a:pt x="1308" y="684"/>
                  </a:lnTo>
                  <a:lnTo>
                    <a:pt x="1314" y="672"/>
                  </a:lnTo>
                  <a:lnTo>
                    <a:pt x="1350" y="672"/>
                  </a:lnTo>
                  <a:lnTo>
                    <a:pt x="1362" y="660"/>
                  </a:lnTo>
                  <a:lnTo>
                    <a:pt x="1356" y="660"/>
                  </a:lnTo>
                  <a:close/>
                  <a:moveTo>
                    <a:pt x="564" y="726"/>
                  </a:moveTo>
                  <a:lnTo>
                    <a:pt x="540" y="738"/>
                  </a:lnTo>
                  <a:lnTo>
                    <a:pt x="546" y="756"/>
                  </a:lnTo>
                  <a:lnTo>
                    <a:pt x="576" y="756"/>
                  </a:lnTo>
                  <a:lnTo>
                    <a:pt x="570" y="738"/>
                  </a:lnTo>
                  <a:lnTo>
                    <a:pt x="564" y="726"/>
                  </a:lnTo>
                  <a:close/>
                  <a:moveTo>
                    <a:pt x="522" y="714"/>
                  </a:moveTo>
                  <a:lnTo>
                    <a:pt x="516" y="720"/>
                  </a:lnTo>
                  <a:lnTo>
                    <a:pt x="510" y="732"/>
                  </a:lnTo>
                  <a:lnTo>
                    <a:pt x="510" y="750"/>
                  </a:lnTo>
                  <a:lnTo>
                    <a:pt x="528" y="768"/>
                  </a:lnTo>
                  <a:lnTo>
                    <a:pt x="528" y="756"/>
                  </a:lnTo>
                  <a:lnTo>
                    <a:pt x="534" y="744"/>
                  </a:lnTo>
                  <a:lnTo>
                    <a:pt x="534" y="720"/>
                  </a:lnTo>
                  <a:lnTo>
                    <a:pt x="528" y="714"/>
                  </a:lnTo>
                  <a:lnTo>
                    <a:pt x="522" y="714"/>
                  </a:lnTo>
                  <a:close/>
                  <a:moveTo>
                    <a:pt x="606" y="738"/>
                  </a:moveTo>
                  <a:lnTo>
                    <a:pt x="618" y="732"/>
                  </a:lnTo>
                  <a:lnTo>
                    <a:pt x="624" y="732"/>
                  </a:lnTo>
                  <a:lnTo>
                    <a:pt x="630" y="726"/>
                  </a:lnTo>
                  <a:lnTo>
                    <a:pt x="618" y="720"/>
                  </a:lnTo>
                  <a:lnTo>
                    <a:pt x="588" y="720"/>
                  </a:lnTo>
                  <a:lnTo>
                    <a:pt x="576" y="732"/>
                  </a:lnTo>
                  <a:lnTo>
                    <a:pt x="582" y="744"/>
                  </a:lnTo>
                  <a:lnTo>
                    <a:pt x="606" y="73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63" name="Nigeria" descr="© INSCALE GmbH, 05.05.2010&#10;http://www.presentationload.com/">
              <a:extLst>
                <a:ext uri="{FF2B5EF4-FFF2-40B4-BE49-F238E27FC236}">
                  <a16:creationId xmlns:a16="http://schemas.microsoft.com/office/drawing/2014/main" id="{9635F1F3-B2BE-4805-9F72-1D4BA808A6AC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797900" y="2634652"/>
              <a:ext cx="276576" cy="253035"/>
            </a:xfrm>
            <a:custGeom>
              <a:avLst/>
              <a:gdLst>
                <a:gd name="T0" fmla="*/ 2147483647 w 840"/>
                <a:gd name="T1" fmla="*/ 2147483647 h 768"/>
                <a:gd name="T2" fmla="*/ 2147483647 w 840"/>
                <a:gd name="T3" fmla="*/ 2147483647 h 768"/>
                <a:gd name="T4" fmla="*/ 2147483647 w 840"/>
                <a:gd name="T5" fmla="*/ 2147483647 h 768"/>
                <a:gd name="T6" fmla="*/ 2147483647 w 840"/>
                <a:gd name="T7" fmla="*/ 2147483647 h 768"/>
                <a:gd name="T8" fmla="*/ 2147483647 w 840"/>
                <a:gd name="T9" fmla="*/ 2147483647 h 768"/>
                <a:gd name="T10" fmla="*/ 2147483647 w 840"/>
                <a:gd name="T11" fmla="*/ 2147483647 h 768"/>
                <a:gd name="T12" fmla="*/ 2147483647 w 840"/>
                <a:gd name="T13" fmla="*/ 2147483647 h 768"/>
                <a:gd name="T14" fmla="*/ 2147483647 w 840"/>
                <a:gd name="T15" fmla="*/ 2147483647 h 768"/>
                <a:gd name="T16" fmla="*/ 2147483647 w 840"/>
                <a:gd name="T17" fmla="*/ 2147483647 h 768"/>
                <a:gd name="T18" fmla="*/ 2147483647 w 840"/>
                <a:gd name="T19" fmla="*/ 2147483647 h 768"/>
                <a:gd name="T20" fmla="*/ 2147483647 w 840"/>
                <a:gd name="T21" fmla="*/ 2147483647 h 768"/>
                <a:gd name="T22" fmla="*/ 2147483647 w 840"/>
                <a:gd name="T23" fmla="*/ 2147483647 h 768"/>
                <a:gd name="T24" fmla="*/ 2147483647 w 840"/>
                <a:gd name="T25" fmla="*/ 2147483647 h 768"/>
                <a:gd name="T26" fmla="*/ 2147483647 w 840"/>
                <a:gd name="T27" fmla="*/ 2147483647 h 768"/>
                <a:gd name="T28" fmla="*/ 2147483647 w 840"/>
                <a:gd name="T29" fmla="*/ 2147483647 h 768"/>
                <a:gd name="T30" fmla="*/ 2147483647 w 840"/>
                <a:gd name="T31" fmla="*/ 2147483647 h 768"/>
                <a:gd name="T32" fmla="*/ 2147483647 w 840"/>
                <a:gd name="T33" fmla="*/ 2147483647 h 768"/>
                <a:gd name="T34" fmla="*/ 2147483647 w 840"/>
                <a:gd name="T35" fmla="*/ 2147483647 h 768"/>
                <a:gd name="T36" fmla="*/ 2147483647 w 840"/>
                <a:gd name="T37" fmla="*/ 2147483647 h 768"/>
                <a:gd name="T38" fmla="*/ 2147483647 w 840"/>
                <a:gd name="T39" fmla="*/ 2147483647 h 768"/>
                <a:gd name="T40" fmla="*/ 2147483647 w 840"/>
                <a:gd name="T41" fmla="*/ 2147483647 h 768"/>
                <a:gd name="T42" fmla="*/ 2147483647 w 840"/>
                <a:gd name="T43" fmla="*/ 2147483647 h 768"/>
                <a:gd name="T44" fmla="*/ 2147483647 w 840"/>
                <a:gd name="T45" fmla="*/ 2147483647 h 768"/>
                <a:gd name="T46" fmla="*/ 2147483647 w 840"/>
                <a:gd name="T47" fmla="*/ 2147483647 h 768"/>
                <a:gd name="T48" fmla="*/ 2147483647 w 840"/>
                <a:gd name="T49" fmla="*/ 2147483647 h 768"/>
                <a:gd name="T50" fmla="*/ 2147483647 w 840"/>
                <a:gd name="T51" fmla="*/ 2147483647 h 768"/>
                <a:gd name="T52" fmla="*/ 2147483647 w 840"/>
                <a:gd name="T53" fmla="*/ 2147483647 h 768"/>
                <a:gd name="T54" fmla="*/ 2147483647 w 840"/>
                <a:gd name="T55" fmla="*/ 2147483647 h 768"/>
                <a:gd name="T56" fmla="*/ 2147483647 w 840"/>
                <a:gd name="T57" fmla="*/ 2147483647 h 768"/>
                <a:gd name="T58" fmla="*/ 2147483647 w 840"/>
                <a:gd name="T59" fmla="*/ 2147483647 h 768"/>
                <a:gd name="T60" fmla="*/ 2147483647 w 840"/>
                <a:gd name="T61" fmla="*/ 2147483647 h 768"/>
                <a:gd name="T62" fmla="*/ 2147483647 w 840"/>
                <a:gd name="T63" fmla="*/ 2147483647 h 768"/>
                <a:gd name="T64" fmla="*/ 2147483647 w 840"/>
                <a:gd name="T65" fmla="*/ 2147483647 h 768"/>
                <a:gd name="T66" fmla="*/ 2147483647 w 840"/>
                <a:gd name="T67" fmla="*/ 2147483647 h 768"/>
                <a:gd name="T68" fmla="*/ 2147483647 w 840"/>
                <a:gd name="T69" fmla="*/ 2147483647 h 768"/>
                <a:gd name="T70" fmla="*/ 2147483647 w 840"/>
                <a:gd name="T71" fmla="*/ 2147483647 h 768"/>
                <a:gd name="T72" fmla="*/ 2147483647 w 840"/>
                <a:gd name="T73" fmla="*/ 2147483647 h 768"/>
                <a:gd name="T74" fmla="*/ 2147483647 w 840"/>
                <a:gd name="T75" fmla="*/ 2147483647 h 768"/>
                <a:gd name="T76" fmla="*/ 2147483647 w 840"/>
                <a:gd name="T77" fmla="*/ 2147483647 h 768"/>
                <a:gd name="T78" fmla="*/ 2147483647 w 840"/>
                <a:gd name="T79" fmla="*/ 2147483647 h 768"/>
                <a:gd name="T80" fmla="*/ 2147483647 w 840"/>
                <a:gd name="T81" fmla="*/ 2147483647 h 768"/>
                <a:gd name="T82" fmla="*/ 2147483647 w 840"/>
                <a:gd name="T83" fmla="*/ 2147483647 h 768"/>
                <a:gd name="T84" fmla="*/ 2147483647 w 840"/>
                <a:gd name="T85" fmla="*/ 2147483647 h 768"/>
                <a:gd name="T86" fmla="*/ 2147483647 w 840"/>
                <a:gd name="T87" fmla="*/ 2147483647 h 768"/>
                <a:gd name="T88" fmla="*/ 2147483647 w 840"/>
                <a:gd name="T89" fmla="*/ 2147483647 h 768"/>
                <a:gd name="T90" fmla="*/ 2147483647 w 840"/>
                <a:gd name="T91" fmla="*/ 2147483647 h 768"/>
                <a:gd name="T92" fmla="*/ 2147483647 w 840"/>
                <a:gd name="T93" fmla="*/ 2147483647 h 768"/>
                <a:gd name="T94" fmla="*/ 2147483647 w 840"/>
                <a:gd name="T95" fmla="*/ 2147483647 h 768"/>
                <a:gd name="T96" fmla="*/ 2147483647 w 840"/>
                <a:gd name="T97" fmla="*/ 2147483647 h 768"/>
                <a:gd name="T98" fmla="*/ 2147483647 w 840"/>
                <a:gd name="T99" fmla="*/ 2147483647 h 768"/>
                <a:gd name="T100" fmla="*/ 2147483647 w 840"/>
                <a:gd name="T101" fmla="*/ 2147483647 h 768"/>
                <a:gd name="T102" fmla="*/ 2147483647 w 840"/>
                <a:gd name="T103" fmla="*/ 2147483647 h 768"/>
                <a:gd name="T104" fmla="*/ 2147483647 w 840"/>
                <a:gd name="T105" fmla="*/ 2147483647 h 768"/>
                <a:gd name="T106" fmla="*/ 2147483647 w 840"/>
                <a:gd name="T107" fmla="*/ 2147483647 h 768"/>
                <a:gd name="T108" fmla="*/ 2147483647 w 840"/>
                <a:gd name="T109" fmla="*/ 2147483647 h 768"/>
                <a:gd name="T110" fmla="*/ 2147483647 w 840"/>
                <a:gd name="T111" fmla="*/ 2147483647 h 768"/>
                <a:gd name="T112" fmla="*/ 2147483647 w 840"/>
                <a:gd name="T113" fmla="*/ 2147483647 h 768"/>
                <a:gd name="T114" fmla="*/ 2147483647 w 840"/>
                <a:gd name="T115" fmla="*/ 2147483647 h 768"/>
                <a:gd name="T116" fmla="*/ 2147483647 w 840"/>
                <a:gd name="T117" fmla="*/ 2147483647 h 768"/>
                <a:gd name="T118" fmla="*/ 2147483647 w 840"/>
                <a:gd name="T119" fmla="*/ 2147483647 h 76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840"/>
                <a:gd name="T181" fmla="*/ 0 h 768"/>
                <a:gd name="T182" fmla="*/ 840 w 840"/>
                <a:gd name="T183" fmla="*/ 768 h 76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840" h="768">
                  <a:moveTo>
                    <a:pt x="420" y="738"/>
                  </a:moveTo>
                  <a:lnTo>
                    <a:pt x="420" y="732"/>
                  </a:lnTo>
                  <a:lnTo>
                    <a:pt x="426" y="726"/>
                  </a:lnTo>
                  <a:lnTo>
                    <a:pt x="426" y="714"/>
                  </a:lnTo>
                  <a:lnTo>
                    <a:pt x="432" y="702"/>
                  </a:lnTo>
                  <a:lnTo>
                    <a:pt x="432" y="648"/>
                  </a:lnTo>
                  <a:lnTo>
                    <a:pt x="498" y="594"/>
                  </a:lnTo>
                  <a:lnTo>
                    <a:pt x="498" y="588"/>
                  </a:lnTo>
                  <a:lnTo>
                    <a:pt x="504" y="582"/>
                  </a:lnTo>
                  <a:lnTo>
                    <a:pt x="516" y="558"/>
                  </a:lnTo>
                  <a:lnTo>
                    <a:pt x="522" y="552"/>
                  </a:lnTo>
                  <a:lnTo>
                    <a:pt x="528" y="552"/>
                  </a:lnTo>
                  <a:lnTo>
                    <a:pt x="534" y="558"/>
                  </a:lnTo>
                  <a:lnTo>
                    <a:pt x="546" y="564"/>
                  </a:lnTo>
                  <a:lnTo>
                    <a:pt x="552" y="564"/>
                  </a:lnTo>
                  <a:lnTo>
                    <a:pt x="558" y="558"/>
                  </a:lnTo>
                  <a:lnTo>
                    <a:pt x="558" y="546"/>
                  </a:lnTo>
                  <a:lnTo>
                    <a:pt x="552" y="540"/>
                  </a:lnTo>
                  <a:lnTo>
                    <a:pt x="564" y="540"/>
                  </a:lnTo>
                  <a:lnTo>
                    <a:pt x="570" y="552"/>
                  </a:lnTo>
                  <a:lnTo>
                    <a:pt x="582" y="564"/>
                  </a:lnTo>
                  <a:lnTo>
                    <a:pt x="588" y="576"/>
                  </a:lnTo>
                  <a:lnTo>
                    <a:pt x="588" y="582"/>
                  </a:lnTo>
                  <a:lnTo>
                    <a:pt x="594" y="594"/>
                  </a:lnTo>
                  <a:lnTo>
                    <a:pt x="600" y="600"/>
                  </a:lnTo>
                  <a:lnTo>
                    <a:pt x="606" y="600"/>
                  </a:lnTo>
                  <a:lnTo>
                    <a:pt x="624" y="582"/>
                  </a:lnTo>
                  <a:lnTo>
                    <a:pt x="624" y="570"/>
                  </a:lnTo>
                  <a:lnTo>
                    <a:pt x="630" y="558"/>
                  </a:lnTo>
                  <a:lnTo>
                    <a:pt x="642" y="552"/>
                  </a:lnTo>
                  <a:lnTo>
                    <a:pt x="648" y="546"/>
                  </a:lnTo>
                  <a:lnTo>
                    <a:pt x="648" y="516"/>
                  </a:lnTo>
                  <a:lnTo>
                    <a:pt x="672" y="486"/>
                  </a:lnTo>
                  <a:lnTo>
                    <a:pt x="684" y="438"/>
                  </a:lnTo>
                  <a:lnTo>
                    <a:pt x="696" y="432"/>
                  </a:lnTo>
                  <a:lnTo>
                    <a:pt x="702" y="426"/>
                  </a:lnTo>
                  <a:lnTo>
                    <a:pt x="714" y="420"/>
                  </a:lnTo>
                  <a:lnTo>
                    <a:pt x="720" y="414"/>
                  </a:lnTo>
                  <a:lnTo>
                    <a:pt x="720" y="402"/>
                  </a:lnTo>
                  <a:lnTo>
                    <a:pt x="726" y="384"/>
                  </a:lnTo>
                  <a:lnTo>
                    <a:pt x="726" y="354"/>
                  </a:lnTo>
                  <a:lnTo>
                    <a:pt x="744" y="354"/>
                  </a:lnTo>
                  <a:lnTo>
                    <a:pt x="750" y="348"/>
                  </a:lnTo>
                  <a:lnTo>
                    <a:pt x="756" y="330"/>
                  </a:lnTo>
                  <a:lnTo>
                    <a:pt x="756" y="300"/>
                  </a:lnTo>
                  <a:lnTo>
                    <a:pt x="762" y="294"/>
                  </a:lnTo>
                  <a:lnTo>
                    <a:pt x="768" y="264"/>
                  </a:lnTo>
                  <a:lnTo>
                    <a:pt x="774" y="252"/>
                  </a:lnTo>
                  <a:lnTo>
                    <a:pt x="786" y="240"/>
                  </a:lnTo>
                  <a:lnTo>
                    <a:pt x="786" y="234"/>
                  </a:lnTo>
                  <a:lnTo>
                    <a:pt x="792" y="228"/>
                  </a:lnTo>
                  <a:lnTo>
                    <a:pt x="792" y="222"/>
                  </a:lnTo>
                  <a:lnTo>
                    <a:pt x="798" y="216"/>
                  </a:lnTo>
                  <a:lnTo>
                    <a:pt x="798" y="210"/>
                  </a:lnTo>
                  <a:lnTo>
                    <a:pt x="810" y="210"/>
                  </a:lnTo>
                  <a:lnTo>
                    <a:pt x="822" y="204"/>
                  </a:lnTo>
                  <a:lnTo>
                    <a:pt x="840" y="186"/>
                  </a:lnTo>
                  <a:lnTo>
                    <a:pt x="840" y="174"/>
                  </a:lnTo>
                  <a:lnTo>
                    <a:pt x="834" y="168"/>
                  </a:lnTo>
                  <a:lnTo>
                    <a:pt x="834" y="162"/>
                  </a:lnTo>
                  <a:lnTo>
                    <a:pt x="840" y="156"/>
                  </a:lnTo>
                  <a:lnTo>
                    <a:pt x="840" y="126"/>
                  </a:lnTo>
                  <a:lnTo>
                    <a:pt x="810" y="126"/>
                  </a:lnTo>
                  <a:lnTo>
                    <a:pt x="810" y="120"/>
                  </a:lnTo>
                  <a:lnTo>
                    <a:pt x="804" y="108"/>
                  </a:lnTo>
                  <a:lnTo>
                    <a:pt x="804" y="60"/>
                  </a:lnTo>
                  <a:lnTo>
                    <a:pt x="774" y="12"/>
                  </a:lnTo>
                  <a:lnTo>
                    <a:pt x="756" y="12"/>
                  </a:lnTo>
                  <a:lnTo>
                    <a:pt x="750" y="18"/>
                  </a:lnTo>
                  <a:lnTo>
                    <a:pt x="750" y="24"/>
                  </a:lnTo>
                  <a:lnTo>
                    <a:pt x="744" y="30"/>
                  </a:lnTo>
                  <a:lnTo>
                    <a:pt x="744" y="36"/>
                  </a:lnTo>
                  <a:lnTo>
                    <a:pt x="720" y="36"/>
                  </a:lnTo>
                  <a:lnTo>
                    <a:pt x="714" y="42"/>
                  </a:lnTo>
                  <a:lnTo>
                    <a:pt x="702" y="48"/>
                  </a:lnTo>
                  <a:lnTo>
                    <a:pt x="696" y="54"/>
                  </a:lnTo>
                  <a:lnTo>
                    <a:pt x="684" y="60"/>
                  </a:lnTo>
                  <a:lnTo>
                    <a:pt x="654" y="60"/>
                  </a:lnTo>
                  <a:lnTo>
                    <a:pt x="648" y="54"/>
                  </a:lnTo>
                  <a:lnTo>
                    <a:pt x="636" y="48"/>
                  </a:lnTo>
                  <a:lnTo>
                    <a:pt x="600" y="36"/>
                  </a:lnTo>
                  <a:lnTo>
                    <a:pt x="546" y="36"/>
                  </a:lnTo>
                  <a:lnTo>
                    <a:pt x="528" y="42"/>
                  </a:lnTo>
                  <a:lnTo>
                    <a:pt x="516" y="54"/>
                  </a:lnTo>
                  <a:lnTo>
                    <a:pt x="504" y="60"/>
                  </a:lnTo>
                  <a:lnTo>
                    <a:pt x="492" y="84"/>
                  </a:lnTo>
                  <a:lnTo>
                    <a:pt x="486" y="90"/>
                  </a:lnTo>
                  <a:lnTo>
                    <a:pt x="480" y="90"/>
                  </a:lnTo>
                  <a:lnTo>
                    <a:pt x="468" y="84"/>
                  </a:lnTo>
                  <a:lnTo>
                    <a:pt x="438" y="84"/>
                  </a:lnTo>
                  <a:lnTo>
                    <a:pt x="414" y="72"/>
                  </a:lnTo>
                  <a:lnTo>
                    <a:pt x="402" y="60"/>
                  </a:lnTo>
                  <a:lnTo>
                    <a:pt x="390" y="54"/>
                  </a:lnTo>
                  <a:lnTo>
                    <a:pt x="384" y="48"/>
                  </a:lnTo>
                  <a:lnTo>
                    <a:pt x="372" y="42"/>
                  </a:lnTo>
                  <a:lnTo>
                    <a:pt x="360" y="42"/>
                  </a:lnTo>
                  <a:lnTo>
                    <a:pt x="336" y="54"/>
                  </a:lnTo>
                  <a:lnTo>
                    <a:pt x="324" y="66"/>
                  </a:lnTo>
                  <a:lnTo>
                    <a:pt x="312" y="72"/>
                  </a:lnTo>
                  <a:lnTo>
                    <a:pt x="306" y="72"/>
                  </a:lnTo>
                  <a:lnTo>
                    <a:pt x="294" y="66"/>
                  </a:lnTo>
                  <a:lnTo>
                    <a:pt x="288" y="60"/>
                  </a:lnTo>
                  <a:lnTo>
                    <a:pt x="288" y="54"/>
                  </a:lnTo>
                  <a:lnTo>
                    <a:pt x="282" y="48"/>
                  </a:lnTo>
                  <a:lnTo>
                    <a:pt x="282" y="42"/>
                  </a:lnTo>
                  <a:lnTo>
                    <a:pt x="258" y="18"/>
                  </a:lnTo>
                  <a:lnTo>
                    <a:pt x="222" y="18"/>
                  </a:lnTo>
                  <a:lnTo>
                    <a:pt x="222" y="12"/>
                  </a:lnTo>
                  <a:lnTo>
                    <a:pt x="210" y="0"/>
                  </a:lnTo>
                  <a:lnTo>
                    <a:pt x="198" y="0"/>
                  </a:lnTo>
                  <a:lnTo>
                    <a:pt x="186" y="6"/>
                  </a:lnTo>
                  <a:lnTo>
                    <a:pt x="180" y="6"/>
                  </a:lnTo>
                  <a:lnTo>
                    <a:pt x="180" y="12"/>
                  </a:lnTo>
                  <a:lnTo>
                    <a:pt x="126" y="12"/>
                  </a:lnTo>
                  <a:lnTo>
                    <a:pt x="102" y="36"/>
                  </a:lnTo>
                  <a:lnTo>
                    <a:pt x="102" y="60"/>
                  </a:lnTo>
                  <a:lnTo>
                    <a:pt x="96" y="78"/>
                  </a:lnTo>
                  <a:lnTo>
                    <a:pt x="90" y="90"/>
                  </a:lnTo>
                  <a:lnTo>
                    <a:pt x="84" y="96"/>
                  </a:lnTo>
                  <a:lnTo>
                    <a:pt x="78" y="108"/>
                  </a:lnTo>
                  <a:lnTo>
                    <a:pt x="72" y="114"/>
                  </a:lnTo>
                  <a:lnTo>
                    <a:pt x="66" y="114"/>
                  </a:lnTo>
                  <a:lnTo>
                    <a:pt x="66" y="168"/>
                  </a:lnTo>
                  <a:lnTo>
                    <a:pt x="60" y="180"/>
                  </a:lnTo>
                  <a:lnTo>
                    <a:pt x="60" y="186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72" y="222"/>
                  </a:lnTo>
                  <a:lnTo>
                    <a:pt x="78" y="234"/>
                  </a:lnTo>
                  <a:lnTo>
                    <a:pt x="78" y="246"/>
                  </a:lnTo>
                  <a:lnTo>
                    <a:pt x="84" y="252"/>
                  </a:lnTo>
                  <a:lnTo>
                    <a:pt x="84" y="264"/>
                  </a:lnTo>
                  <a:lnTo>
                    <a:pt x="78" y="270"/>
                  </a:lnTo>
                  <a:lnTo>
                    <a:pt x="72" y="270"/>
                  </a:lnTo>
                  <a:lnTo>
                    <a:pt x="60" y="276"/>
                  </a:lnTo>
                  <a:lnTo>
                    <a:pt x="60" y="318"/>
                  </a:lnTo>
                  <a:lnTo>
                    <a:pt x="48" y="324"/>
                  </a:lnTo>
                  <a:lnTo>
                    <a:pt x="42" y="336"/>
                  </a:lnTo>
                  <a:lnTo>
                    <a:pt x="36" y="342"/>
                  </a:lnTo>
                  <a:lnTo>
                    <a:pt x="36" y="372"/>
                  </a:lnTo>
                  <a:lnTo>
                    <a:pt x="24" y="396"/>
                  </a:lnTo>
                  <a:lnTo>
                    <a:pt x="6" y="396"/>
                  </a:lnTo>
                  <a:lnTo>
                    <a:pt x="0" y="426"/>
                  </a:lnTo>
                  <a:lnTo>
                    <a:pt x="6" y="462"/>
                  </a:lnTo>
                  <a:lnTo>
                    <a:pt x="0" y="492"/>
                  </a:lnTo>
                  <a:lnTo>
                    <a:pt x="0" y="606"/>
                  </a:lnTo>
                  <a:lnTo>
                    <a:pt x="6" y="612"/>
                  </a:lnTo>
                  <a:lnTo>
                    <a:pt x="30" y="612"/>
                  </a:lnTo>
                  <a:lnTo>
                    <a:pt x="54" y="600"/>
                  </a:lnTo>
                  <a:lnTo>
                    <a:pt x="60" y="594"/>
                  </a:lnTo>
                  <a:lnTo>
                    <a:pt x="66" y="600"/>
                  </a:lnTo>
                  <a:lnTo>
                    <a:pt x="108" y="600"/>
                  </a:lnTo>
                  <a:lnTo>
                    <a:pt x="126" y="606"/>
                  </a:lnTo>
                  <a:lnTo>
                    <a:pt x="138" y="618"/>
                  </a:lnTo>
                  <a:lnTo>
                    <a:pt x="150" y="636"/>
                  </a:lnTo>
                  <a:lnTo>
                    <a:pt x="156" y="648"/>
                  </a:lnTo>
                  <a:lnTo>
                    <a:pt x="168" y="660"/>
                  </a:lnTo>
                  <a:lnTo>
                    <a:pt x="186" y="660"/>
                  </a:lnTo>
                  <a:lnTo>
                    <a:pt x="180" y="666"/>
                  </a:lnTo>
                  <a:lnTo>
                    <a:pt x="180" y="678"/>
                  </a:lnTo>
                  <a:lnTo>
                    <a:pt x="174" y="684"/>
                  </a:lnTo>
                  <a:lnTo>
                    <a:pt x="186" y="684"/>
                  </a:lnTo>
                  <a:lnTo>
                    <a:pt x="198" y="678"/>
                  </a:lnTo>
                  <a:lnTo>
                    <a:pt x="198" y="684"/>
                  </a:lnTo>
                  <a:lnTo>
                    <a:pt x="192" y="690"/>
                  </a:lnTo>
                  <a:lnTo>
                    <a:pt x="186" y="702"/>
                  </a:lnTo>
                  <a:lnTo>
                    <a:pt x="186" y="714"/>
                  </a:lnTo>
                  <a:lnTo>
                    <a:pt x="204" y="750"/>
                  </a:lnTo>
                  <a:lnTo>
                    <a:pt x="216" y="762"/>
                  </a:lnTo>
                  <a:lnTo>
                    <a:pt x="234" y="768"/>
                  </a:lnTo>
                  <a:lnTo>
                    <a:pt x="270" y="768"/>
                  </a:lnTo>
                  <a:lnTo>
                    <a:pt x="276" y="762"/>
                  </a:lnTo>
                  <a:lnTo>
                    <a:pt x="282" y="762"/>
                  </a:lnTo>
                  <a:lnTo>
                    <a:pt x="288" y="738"/>
                  </a:lnTo>
                  <a:lnTo>
                    <a:pt x="312" y="750"/>
                  </a:lnTo>
                  <a:lnTo>
                    <a:pt x="336" y="744"/>
                  </a:lnTo>
                  <a:lnTo>
                    <a:pt x="354" y="756"/>
                  </a:lnTo>
                  <a:lnTo>
                    <a:pt x="396" y="756"/>
                  </a:lnTo>
                  <a:lnTo>
                    <a:pt x="396" y="732"/>
                  </a:lnTo>
                  <a:lnTo>
                    <a:pt x="420" y="732"/>
                  </a:lnTo>
                  <a:lnTo>
                    <a:pt x="420" y="73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64" name="Niger" descr="© INSCALE GmbH, 05.05.2010&#10;http://www.presentationload.com/">
              <a:extLst>
                <a:ext uri="{FF2B5EF4-FFF2-40B4-BE49-F238E27FC236}">
                  <a16:creationId xmlns:a16="http://schemas.microsoft.com/office/drawing/2014/main" id="{1D76B5A3-3932-4CFE-A12B-E1ADA5451D9C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739740" y="2380334"/>
              <a:ext cx="367048" cy="309550"/>
            </a:xfrm>
            <a:custGeom>
              <a:avLst/>
              <a:gdLst>
                <a:gd name="T0" fmla="*/ 2147483647 w 1110"/>
                <a:gd name="T1" fmla="*/ 2147483647 h 942"/>
                <a:gd name="T2" fmla="*/ 2147483647 w 1110"/>
                <a:gd name="T3" fmla="*/ 2147483647 h 942"/>
                <a:gd name="T4" fmla="*/ 2147483647 w 1110"/>
                <a:gd name="T5" fmla="*/ 2147483647 h 942"/>
                <a:gd name="T6" fmla="*/ 2147483647 w 1110"/>
                <a:gd name="T7" fmla="*/ 2147483647 h 942"/>
                <a:gd name="T8" fmla="*/ 2147483647 w 1110"/>
                <a:gd name="T9" fmla="*/ 2147483647 h 942"/>
                <a:gd name="T10" fmla="*/ 2147483647 w 1110"/>
                <a:gd name="T11" fmla="*/ 2147483647 h 942"/>
                <a:gd name="T12" fmla="*/ 2147483647 w 1110"/>
                <a:gd name="T13" fmla="*/ 2147483647 h 942"/>
                <a:gd name="T14" fmla="*/ 2147483647 w 1110"/>
                <a:gd name="T15" fmla="*/ 2147483647 h 942"/>
                <a:gd name="T16" fmla="*/ 2147483647 w 1110"/>
                <a:gd name="T17" fmla="*/ 2147483647 h 942"/>
                <a:gd name="T18" fmla="*/ 2147483647 w 1110"/>
                <a:gd name="T19" fmla="*/ 2147483647 h 942"/>
                <a:gd name="T20" fmla="*/ 2147483647 w 1110"/>
                <a:gd name="T21" fmla="*/ 2147483647 h 942"/>
                <a:gd name="T22" fmla="*/ 2147483647 w 1110"/>
                <a:gd name="T23" fmla="*/ 2147483647 h 942"/>
                <a:gd name="T24" fmla="*/ 2147483647 w 1110"/>
                <a:gd name="T25" fmla="*/ 2147483647 h 942"/>
                <a:gd name="T26" fmla="*/ 2147483647 w 1110"/>
                <a:gd name="T27" fmla="*/ 2147483647 h 942"/>
                <a:gd name="T28" fmla="*/ 2147483647 w 1110"/>
                <a:gd name="T29" fmla="*/ 2147483647 h 942"/>
                <a:gd name="T30" fmla="*/ 2147483647 w 1110"/>
                <a:gd name="T31" fmla="*/ 2147483647 h 942"/>
                <a:gd name="T32" fmla="*/ 2147483647 w 1110"/>
                <a:gd name="T33" fmla="*/ 2147483647 h 942"/>
                <a:gd name="T34" fmla="*/ 2147483647 w 1110"/>
                <a:gd name="T35" fmla="*/ 2147483647 h 942"/>
                <a:gd name="T36" fmla="*/ 2147483647 w 1110"/>
                <a:gd name="T37" fmla="*/ 2147483647 h 942"/>
                <a:gd name="T38" fmla="*/ 2147483647 w 1110"/>
                <a:gd name="T39" fmla="*/ 2147483647 h 942"/>
                <a:gd name="T40" fmla="*/ 2147483647 w 1110"/>
                <a:gd name="T41" fmla="*/ 2147483647 h 942"/>
                <a:gd name="T42" fmla="*/ 2147483647 w 1110"/>
                <a:gd name="T43" fmla="*/ 2147483647 h 942"/>
                <a:gd name="T44" fmla="*/ 2147483647 w 1110"/>
                <a:gd name="T45" fmla="*/ 2147483647 h 942"/>
                <a:gd name="T46" fmla="*/ 2147483647 w 1110"/>
                <a:gd name="T47" fmla="*/ 2147483647 h 942"/>
                <a:gd name="T48" fmla="*/ 2147483647 w 1110"/>
                <a:gd name="T49" fmla="*/ 2147483647 h 942"/>
                <a:gd name="T50" fmla="*/ 2147483647 w 1110"/>
                <a:gd name="T51" fmla="*/ 2147483647 h 942"/>
                <a:gd name="T52" fmla="*/ 2147483647 w 1110"/>
                <a:gd name="T53" fmla="*/ 2147483647 h 942"/>
                <a:gd name="T54" fmla="*/ 2147483647 w 1110"/>
                <a:gd name="T55" fmla="*/ 2147483647 h 942"/>
                <a:gd name="T56" fmla="*/ 2147483647 w 1110"/>
                <a:gd name="T57" fmla="*/ 2147483647 h 942"/>
                <a:gd name="T58" fmla="*/ 2147483647 w 1110"/>
                <a:gd name="T59" fmla="*/ 2147483647 h 942"/>
                <a:gd name="T60" fmla="*/ 2147483647 w 1110"/>
                <a:gd name="T61" fmla="*/ 2147483647 h 942"/>
                <a:gd name="T62" fmla="*/ 2147483647 w 1110"/>
                <a:gd name="T63" fmla="*/ 2147483647 h 942"/>
                <a:gd name="T64" fmla="*/ 2147483647 w 1110"/>
                <a:gd name="T65" fmla="*/ 2147483647 h 942"/>
                <a:gd name="T66" fmla="*/ 2147483647 w 1110"/>
                <a:gd name="T67" fmla="*/ 2147483647 h 942"/>
                <a:gd name="T68" fmla="*/ 2147483647 w 1110"/>
                <a:gd name="T69" fmla="*/ 2147483647 h 942"/>
                <a:gd name="T70" fmla="*/ 2147483647 w 1110"/>
                <a:gd name="T71" fmla="*/ 2147483647 h 942"/>
                <a:gd name="T72" fmla="*/ 2147483647 w 1110"/>
                <a:gd name="T73" fmla="*/ 2147483647 h 942"/>
                <a:gd name="T74" fmla="*/ 2147483647 w 1110"/>
                <a:gd name="T75" fmla="*/ 2147483647 h 942"/>
                <a:gd name="T76" fmla="*/ 2147483647 w 1110"/>
                <a:gd name="T77" fmla="*/ 2147483647 h 942"/>
                <a:gd name="T78" fmla="*/ 2147483647 w 1110"/>
                <a:gd name="T79" fmla="*/ 2147483647 h 942"/>
                <a:gd name="T80" fmla="*/ 2147483647 w 1110"/>
                <a:gd name="T81" fmla="*/ 2147483647 h 942"/>
                <a:gd name="T82" fmla="*/ 2147483647 w 1110"/>
                <a:gd name="T83" fmla="*/ 2147483647 h 942"/>
                <a:gd name="T84" fmla="*/ 2147483647 w 1110"/>
                <a:gd name="T85" fmla="*/ 2147483647 h 942"/>
                <a:gd name="T86" fmla="*/ 2147483647 w 1110"/>
                <a:gd name="T87" fmla="*/ 2147483647 h 942"/>
                <a:gd name="T88" fmla="*/ 2147483647 w 1110"/>
                <a:gd name="T89" fmla="*/ 2147483647 h 942"/>
                <a:gd name="T90" fmla="*/ 2147483647 w 1110"/>
                <a:gd name="T91" fmla="*/ 2147483647 h 942"/>
                <a:gd name="T92" fmla="*/ 2147483647 w 1110"/>
                <a:gd name="T93" fmla="*/ 2147483647 h 942"/>
                <a:gd name="T94" fmla="*/ 2147483647 w 1110"/>
                <a:gd name="T95" fmla="*/ 2147483647 h 942"/>
                <a:gd name="T96" fmla="*/ 2147483647 w 1110"/>
                <a:gd name="T97" fmla="*/ 2147483647 h 942"/>
                <a:gd name="T98" fmla="*/ 0 w 1110"/>
                <a:gd name="T99" fmla="*/ 2147483647 h 942"/>
                <a:gd name="T100" fmla="*/ 2147483647 w 1110"/>
                <a:gd name="T101" fmla="*/ 2147483647 h 94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110"/>
                <a:gd name="T154" fmla="*/ 0 h 942"/>
                <a:gd name="T155" fmla="*/ 1110 w 1110"/>
                <a:gd name="T156" fmla="*/ 942 h 94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110" h="942">
                  <a:moveTo>
                    <a:pt x="54" y="792"/>
                  </a:moveTo>
                  <a:lnTo>
                    <a:pt x="54" y="810"/>
                  </a:lnTo>
                  <a:lnTo>
                    <a:pt x="66" y="810"/>
                  </a:lnTo>
                  <a:lnTo>
                    <a:pt x="48" y="828"/>
                  </a:lnTo>
                  <a:lnTo>
                    <a:pt x="48" y="834"/>
                  </a:lnTo>
                  <a:lnTo>
                    <a:pt x="72" y="858"/>
                  </a:lnTo>
                  <a:lnTo>
                    <a:pt x="84" y="864"/>
                  </a:lnTo>
                  <a:lnTo>
                    <a:pt x="90" y="876"/>
                  </a:lnTo>
                  <a:lnTo>
                    <a:pt x="108" y="876"/>
                  </a:lnTo>
                  <a:lnTo>
                    <a:pt x="120" y="864"/>
                  </a:lnTo>
                  <a:lnTo>
                    <a:pt x="132" y="864"/>
                  </a:lnTo>
                  <a:lnTo>
                    <a:pt x="144" y="876"/>
                  </a:lnTo>
                  <a:lnTo>
                    <a:pt x="150" y="888"/>
                  </a:lnTo>
                  <a:lnTo>
                    <a:pt x="126" y="894"/>
                  </a:lnTo>
                  <a:lnTo>
                    <a:pt x="150" y="930"/>
                  </a:lnTo>
                  <a:lnTo>
                    <a:pt x="150" y="906"/>
                  </a:lnTo>
                  <a:lnTo>
                    <a:pt x="180" y="894"/>
                  </a:lnTo>
                  <a:lnTo>
                    <a:pt x="192" y="906"/>
                  </a:lnTo>
                  <a:lnTo>
                    <a:pt x="198" y="918"/>
                  </a:lnTo>
                  <a:lnTo>
                    <a:pt x="204" y="924"/>
                  </a:lnTo>
                  <a:lnTo>
                    <a:pt x="210" y="924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34" y="936"/>
                  </a:lnTo>
                  <a:lnTo>
                    <a:pt x="240" y="942"/>
                  </a:lnTo>
                  <a:lnTo>
                    <a:pt x="240" y="888"/>
                  </a:lnTo>
                  <a:lnTo>
                    <a:pt x="246" y="888"/>
                  </a:lnTo>
                  <a:lnTo>
                    <a:pt x="252" y="882"/>
                  </a:lnTo>
                  <a:lnTo>
                    <a:pt x="258" y="870"/>
                  </a:lnTo>
                  <a:lnTo>
                    <a:pt x="264" y="864"/>
                  </a:lnTo>
                  <a:lnTo>
                    <a:pt x="270" y="852"/>
                  </a:lnTo>
                  <a:lnTo>
                    <a:pt x="276" y="834"/>
                  </a:lnTo>
                  <a:lnTo>
                    <a:pt x="276" y="810"/>
                  </a:lnTo>
                  <a:lnTo>
                    <a:pt x="300" y="786"/>
                  </a:lnTo>
                  <a:lnTo>
                    <a:pt x="354" y="786"/>
                  </a:lnTo>
                  <a:lnTo>
                    <a:pt x="354" y="780"/>
                  </a:lnTo>
                  <a:lnTo>
                    <a:pt x="360" y="780"/>
                  </a:lnTo>
                  <a:lnTo>
                    <a:pt x="372" y="774"/>
                  </a:lnTo>
                  <a:lnTo>
                    <a:pt x="384" y="774"/>
                  </a:lnTo>
                  <a:lnTo>
                    <a:pt x="396" y="786"/>
                  </a:lnTo>
                  <a:lnTo>
                    <a:pt x="396" y="792"/>
                  </a:lnTo>
                  <a:lnTo>
                    <a:pt x="432" y="792"/>
                  </a:lnTo>
                  <a:lnTo>
                    <a:pt x="456" y="816"/>
                  </a:lnTo>
                  <a:lnTo>
                    <a:pt x="456" y="822"/>
                  </a:lnTo>
                  <a:lnTo>
                    <a:pt x="462" y="828"/>
                  </a:lnTo>
                  <a:lnTo>
                    <a:pt x="462" y="834"/>
                  </a:lnTo>
                  <a:lnTo>
                    <a:pt x="468" y="840"/>
                  </a:lnTo>
                  <a:lnTo>
                    <a:pt x="480" y="846"/>
                  </a:lnTo>
                  <a:lnTo>
                    <a:pt x="486" y="846"/>
                  </a:lnTo>
                  <a:lnTo>
                    <a:pt x="498" y="840"/>
                  </a:lnTo>
                  <a:lnTo>
                    <a:pt x="510" y="828"/>
                  </a:lnTo>
                  <a:lnTo>
                    <a:pt x="534" y="816"/>
                  </a:lnTo>
                  <a:lnTo>
                    <a:pt x="546" y="816"/>
                  </a:lnTo>
                  <a:lnTo>
                    <a:pt x="558" y="822"/>
                  </a:lnTo>
                  <a:lnTo>
                    <a:pt x="564" y="828"/>
                  </a:lnTo>
                  <a:lnTo>
                    <a:pt x="576" y="834"/>
                  </a:lnTo>
                  <a:lnTo>
                    <a:pt x="588" y="846"/>
                  </a:lnTo>
                  <a:lnTo>
                    <a:pt x="612" y="858"/>
                  </a:lnTo>
                  <a:lnTo>
                    <a:pt x="642" y="858"/>
                  </a:lnTo>
                  <a:lnTo>
                    <a:pt x="654" y="864"/>
                  </a:lnTo>
                  <a:lnTo>
                    <a:pt x="660" y="864"/>
                  </a:lnTo>
                  <a:lnTo>
                    <a:pt x="666" y="858"/>
                  </a:lnTo>
                  <a:lnTo>
                    <a:pt x="678" y="834"/>
                  </a:lnTo>
                  <a:lnTo>
                    <a:pt x="690" y="828"/>
                  </a:lnTo>
                  <a:lnTo>
                    <a:pt x="702" y="816"/>
                  </a:lnTo>
                  <a:lnTo>
                    <a:pt x="720" y="810"/>
                  </a:lnTo>
                  <a:lnTo>
                    <a:pt x="774" y="810"/>
                  </a:lnTo>
                  <a:lnTo>
                    <a:pt x="810" y="822"/>
                  </a:lnTo>
                  <a:lnTo>
                    <a:pt x="822" y="828"/>
                  </a:lnTo>
                  <a:lnTo>
                    <a:pt x="828" y="834"/>
                  </a:lnTo>
                  <a:lnTo>
                    <a:pt x="858" y="834"/>
                  </a:lnTo>
                  <a:lnTo>
                    <a:pt x="870" y="828"/>
                  </a:lnTo>
                  <a:lnTo>
                    <a:pt x="876" y="822"/>
                  </a:lnTo>
                  <a:lnTo>
                    <a:pt x="888" y="816"/>
                  </a:lnTo>
                  <a:lnTo>
                    <a:pt x="894" y="810"/>
                  </a:lnTo>
                  <a:lnTo>
                    <a:pt x="918" y="810"/>
                  </a:lnTo>
                  <a:lnTo>
                    <a:pt x="918" y="804"/>
                  </a:lnTo>
                  <a:lnTo>
                    <a:pt x="924" y="798"/>
                  </a:lnTo>
                  <a:lnTo>
                    <a:pt x="924" y="792"/>
                  </a:lnTo>
                  <a:lnTo>
                    <a:pt x="930" y="786"/>
                  </a:lnTo>
                  <a:lnTo>
                    <a:pt x="936" y="786"/>
                  </a:lnTo>
                  <a:lnTo>
                    <a:pt x="930" y="726"/>
                  </a:lnTo>
                  <a:lnTo>
                    <a:pt x="948" y="720"/>
                  </a:lnTo>
                  <a:lnTo>
                    <a:pt x="948" y="714"/>
                  </a:lnTo>
                  <a:lnTo>
                    <a:pt x="954" y="708"/>
                  </a:lnTo>
                  <a:lnTo>
                    <a:pt x="954" y="696"/>
                  </a:lnTo>
                  <a:lnTo>
                    <a:pt x="960" y="678"/>
                  </a:lnTo>
                  <a:lnTo>
                    <a:pt x="966" y="666"/>
                  </a:lnTo>
                  <a:lnTo>
                    <a:pt x="978" y="648"/>
                  </a:lnTo>
                  <a:lnTo>
                    <a:pt x="984" y="636"/>
                  </a:lnTo>
                  <a:lnTo>
                    <a:pt x="1002" y="618"/>
                  </a:lnTo>
                  <a:lnTo>
                    <a:pt x="1026" y="588"/>
                  </a:lnTo>
                  <a:lnTo>
                    <a:pt x="1050" y="564"/>
                  </a:lnTo>
                  <a:lnTo>
                    <a:pt x="1068" y="540"/>
                  </a:lnTo>
                  <a:lnTo>
                    <a:pt x="1074" y="534"/>
                  </a:lnTo>
                  <a:lnTo>
                    <a:pt x="1092" y="288"/>
                  </a:lnTo>
                  <a:lnTo>
                    <a:pt x="1110" y="252"/>
                  </a:lnTo>
                  <a:lnTo>
                    <a:pt x="1080" y="216"/>
                  </a:lnTo>
                  <a:lnTo>
                    <a:pt x="1074" y="192"/>
                  </a:lnTo>
                  <a:lnTo>
                    <a:pt x="1044" y="156"/>
                  </a:lnTo>
                  <a:lnTo>
                    <a:pt x="1056" y="108"/>
                  </a:lnTo>
                  <a:lnTo>
                    <a:pt x="1038" y="42"/>
                  </a:lnTo>
                  <a:lnTo>
                    <a:pt x="1020" y="48"/>
                  </a:lnTo>
                  <a:lnTo>
                    <a:pt x="1002" y="60"/>
                  </a:lnTo>
                  <a:lnTo>
                    <a:pt x="990" y="66"/>
                  </a:lnTo>
                  <a:lnTo>
                    <a:pt x="984" y="66"/>
                  </a:lnTo>
                  <a:lnTo>
                    <a:pt x="978" y="60"/>
                  </a:lnTo>
                  <a:lnTo>
                    <a:pt x="966" y="54"/>
                  </a:lnTo>
                  <a:lnTo>
                    <a:pt x="960" y="42"/>
                  </a:lnTo>
                  <a:lnTo>
                    <a:pt x="954" y="36"/>
                  </a:lnTo>
                  <a:lnTo>
                    <a:pt x="942" y="30"/>
                  </a:lnTo>
                  <a:lnTo>
                    <a:pt x="936" y="24"/>
                  </a:lnTo>
                  <a:lnTo>
                    <a:pt x="930" y="24"/>
                  </a:lnTo>
                  <a:lnTo>
                    <a:pt x="918" y="18"/>
                  </a:lnTo>
                  <a:lnTo>
                    <a:pt x="900" y="12"/>
                  </a:lnTo>
                  <a:lnTo>
                    <a:pt x="888" y="12"/>
                  </a:lnTo>
                  <a:lnTo>
                    <a:pt x="876" y="6"/>
                  </a:lnTo>
                  <a:lnTo>
                    <a:pt x="864" y="6"/>
                  </a:lnTo>
                  <a:lnTo>
                    <a:pt x="828" y="0"/>
                  </a:lnTo>
                  <a:lnTo>
                    <a:pt x="816" y="6"/>
                  </a:lnTo>
                  <a:lnTo>
                    <a:pt x="786" y="30"/>
                  </a:lnTo>
                  <a:lnTo>
                    <a:pt x="738" y="66"/>
                  </a:lnTo>
                  <a:lnTo>
                    <a:pt x="684" y="102"/>
                  </a:lnTo>
                  <a:lnTo>
                    <a:pt x="624" y="144"/>
                  </a:lnTo>
                  <a:lnTo>
                    <a:pt x="576" y="180"/>
                  </a:lnTo>
                  <a:lnTo>
                    <a:pt x="534" y="210"/>
                  </a:lnTo>
                  <a:lnTo>
                    <a:pt x="510" y="222"/>
                  </a:lnTo>
                  <a:lnTo>
                    <a:pt x="480" y="246"/>
                  </a:lnTo>
                  <a:lnTo>
                    <a:pt x="450" y="282"/>
                  </a:lnTo>
                  <a:lnTo>
                    <a:pt x="414" y="312"/>
                  </a:lnTo>
                  <a:lnTo>
                    <a:pt x="390" y="330"/>
                  </a:lnTo>
                  <a:lnTo>
                    <a:pt x="366" y="336"/>
                  </a:lnTo>
                  <a:lnTo>
                    <a:pt x="324" y="342"/>
                  </a:lnTo>
                  <a:lnTo>
                    <a:pt x="282" y="354"/>
                  </a:lnTo>
                  <a:lnTo>
                    <a:pt x="282" y="558"/>
                  </a:lnTo>
                  <a:lnTo>
                    <a:pt x="264" y="582"/>
                  </a:lnTo>
                  <a:lnTo>
                    <a:pt x="264" y="594"/>
                  </a:lnTo>
                  <a:lnTo>
                    <a:pt x="258" y="606"/>
                  </a:lnTo>
                  <a:lnTo>
                    <a:pt x="258" y="624"/>
                  </a:lnTo>
                  <a:lnTo>
                    <a:pt x="252" y="636"/>
                  </a:lnTo>
                  <a:lnTo>
                    <a:pt x="240" y="642"/>
                  </a:lnTo>
                  <a:lnTo>
                    <a:pt x="222" y="648"/>
                  </a:lnTo>
                  <a:lnTo>
                    <a:pt x="198" y="648"/>
                  </a:lnTo>
                  <a:lnTo>
                    <a:pt x="186" y="654"/>
                  </a:lnTo>
                  <a:lnTo>
                    <a:pt x="138" y="648"/>
                  </a:lnTo>
                  <a:lnTo>
                    <a:pt x="138" y="666"/>
                  </a:lnTo>
                  <a:lnTo>
                    <a:pt x="72" y="660"/>
                  </a:lnTo>
                  <a:lnTo>
                    <a:pt x="48" y="678"/>
                  </a:lnTo>
                  <a:lnTo>
                    <a:pt x="0" y="690"/>
                  </a:lnTo>
                  <a:lnTo>
                    <a:pt x="0" y="726"/>
                  </a:lnTo>
                  <a:lnTo>
                    <a:pt x="6" y="738"/>
                  </a:lnTo>
                  <a:lnTo>
                    <a:pt x="6" y="762"/>
                  </a:lnTo>
                  <a:lnTo>
                    <a:pt x="18" y="786"/>
                  </a:lnTo>
                  <a:lnTo>
                    <a:pt x="30" y="792"/>
                  </a:lnTo>
                  <a:lnTo>
                    <a:pt x="54" y="79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65" name="Nicaragua" descr="© INSCALE GmbH, 05.05.2010&#10;http://www.presentationload.com/">
              <a:extLst>
                <a:ext uri="{FF2B5EF4-FFF2-40B4-BE49-F238E27FC236}">
                  <a16:creationId xmlns:a16="http://schemas.microsoft.com/office/drawing/2014/main" id="{549DF556-F908-4A7D-A404-B82BA105B03A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687383" y="2608962"/>
              <a:ext cx="107272" cy="109178"/>
            </a:xfrm>
            <a:custGeom>
              <a:avLst/>
              <a:gdLst>
                <a:gd name="T0" fmla="*/ 2147483647 w 324"/>
                <a:gd name="T1" fmla="*/ 2147483647 h 330"/>
                <a:gd name="T2" fmla="*/ 2147483647 w 324"/>
                <a:gd name="T3" fmla="*/ 0 h 330"/>
                <a:gd name="T4" fmla="*/ 2147483647 w 324"/>
                <a:gd name="T5" fmla="*/ 2147483647 h 330"/>
                <a:gd name="T6" fmla="*/ 2147483647 w 324"/>
                <a:gd name="T7" fmla="*/ 2147483647 h 330"/>
                <a:gd name="T8" fmla="*/ 2147483647 w 324"/>
                <a:gd name="T9" fmla="*/ 0 h 330"/>
                <a:gd name="T10" fmla="*/ 2147483647 w 324"/>
                <a:gd name="T11" fmla="*/ 2147483647 h 330"/>
                <a:gd name="T12" fmla="*/ 2147483647 w 324"/>
                <a:gd name="T13" fmla="*/ 2147483647 h 330"/>
                <a:gd name="T14" fmla="*/ 2147483647 w 324"/>
                <a:gd name="T15" fmla="*/ 2147483647 h 330"/>
                <a:gd name="T16" fmla="*/ 2147483647 w 324"/>
                <a:gd name="T17" fmla="*/ 2147483647 h 330"/>
                <a:gd name="T18" fmla="*/ 2147483647 w 324"/>
                <a:gd name="T19" fmla="*/ 2147483647 h 330"/>
                <a:gd name="T20" fmla="*/ 2147483647 w 324"/>
                <a:gd name="T21" fmla="*/ 2147483647 h 330"/>
                <a:gd name="T22" fmla="*/ 2147483647 w 324"/>
                <a:gd name="T23" fmla="*/ 2147483647 h 330"/>
                <a:gd name="T24" fmla="*/ 2147483647 w 324"/>
                <a:gd name="T25" fmla="*/ 2147483647 h 330"/>
                <a:gd name="T26" fmla="*/ 2147483647 w 324"/>
                <a:gd name="T27" fmla="*/ 2147483647 h 330"/>
                <a:gd name="T28" fmla="*/ 2147483647 w 324"/>
                <a:gd name="T29" fmla="*/ 2147483647 h 330"/>
                <a:gd name="T30" fmla="*/ 2147483647 w 324"/>
                <a:gd name="T31" fmla="*/ 2147483647 h 330"/>
                <a:gd name="T32" fmla="*/ 2147483647 w 324"/>
                <a:gd name="T33" fmla="*/ 2147483647 h 330"/>
                <a:gd name="T34" fmla="*/ 2147483647 w 324"/>
                <a:gd name="T35" fmla="*/ 2147483647 h 330"/>
                <a:gd name="T36" fmla="*/ 2147483647 w 324"/>
                <a:gd name="T37" fmla="*/ 2147483647 h 330"/>
                <a:gd name="T38" fmla="*/ 2147483647 w 324"/>
                <a:gd name="T39" fmla="*/ 2147483647 h 330"/>
                <a:gd name="T40" fmla="*/ 2147483647 w 324"/>
                <a:gd name="T41" fmla="*/ 2147483647 h 330"/>
                <a:gd name="T42" fmla="*/ 2147483647 w 324"/>
                <a:gd name="T43" fmla="*/ 2147483647 h 330"/>
                <a:gd name="T44" fmla="*/ 2147483647 w 324"/>
                <a:gd name="T45" fmla="*/ 2147483647 h 330"/>
                <a:gd name="T46" fmla="*/ 2147483647 w 324"/>
                <a:gd name="T47" fmla="*/ 2147483647 h 330"/>
                <a:gd name="T48" fmla="*/ 2147483647 w 324"/>
                <a:gd name="T49" fmla="*/ 2147483647 h 330"/>
                <a:gd name="T50" fmla="*/ 2147483647 w 324"/>
                <a:gd name="T51" fmla="*/ 2147483647 h 330"/>
                <a:gd name="T52" fmla="*/ 2147483647 w 324"/>
                <a:gd name="T53" fmla="*/ 2147483647 h 330"/>
                <a:gd name="T54" fmla="*/ 2147483647 w 324"/>
                <a:gd name="T55" fmla="*/ 2147483647 h 330"/>
                <a:gd name="T56" fmla="*/ 2147483647 w 324"/>
                <a:gd name="T57" fmla="*/ 2147483647 h 330"/>
                <a:gd name="T58" fmla="*/ 2147483647 w 324"/>
                <a:gd name="T59" fmla="*/ 2147483647 h 330"/>
                <a:gd name="T60" fmla="*/ 2147483647 w 324"/>
                <a:gd name="T61" fmla="*/ 2147483647 h 330"/>
                <a:gd name="T62" fmla="*/ 2147483647 w 324"/>
                <a:gd name="T63" fmla="*/ 2147483647 h 330"/>
                <a:gd name="T64" fmla="*/ 2147483647 w 324"/>
                <a:gd name="T65" fmla="*/ 2147483647 h 330"/>
                <a:gd name="T66" fmla="*/ 2147483647 w 324"/>
                <a:gd name="T67" fmla="*/ 2147483647 h 330"/>
                <a:gd name="T68" fmla="*/ 2147483647 w 324"/>
                <a:gd name="T69" fmla="*/ 2147483647 h 330"/>
                <a:gd name="T70" fmla="*/ 2147483647 w 324"/>
                <a:gd name="T71" fmla="*/ 2147483647 h 330"/>
                <a:gd name="T72" fmla="*/ 2147483647 w 324"/>
                <a:gd name="T73" fmla="*/ 2147483647 h 330"/>
                <a:gd name="T74" fmla="*/ 2147483647 w 324"/>
                <a:gd name="T75" fmla="*/ 2147483647 h 330"/>
                <a:gd name="T76" fmla="*/ 2147483647 w 324"/>
                <a:gd name="T77" fmla="*/ 2147483647 h 330"/>
                <a:gd name="T78" fmla="*/ 2147483647 w 324"/>
                <a:gd name="T79" fmla="*/ 2147483647 h 330"/>
                <a:gd name="T80" fmla="*/ 2147483647 w 324"/>
                <a:gd name="T81" fmla="*/ 2147483647 h 33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24"/>
                <a:gd name="T124" fmla="*/ 0 h 330"/>
                <a:gd name="T125" fmla="*/ 324 w 324"/>
                <a:gd name="T126" fmla="*/ 330 h 33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24" h="330">
                  <a:moveTo>
                    <a:pt x="324" y="18"/>
                  </a:moveTo>
                  <a:lnTo>
                    <a:pt x="318" y="12"/>
                  </a:lnTo>
                  <a:lnTo>
                    <a:pt x="318" y="6"/>
                  </a:lnTo>
                  <a:lnTo>
                    <a:pt x="312" y="0"/>
                  </a:lnTo>
                  <a:lnTo>
                    <a:pt x="264" y="0"/>
                  </a:lnTo>
                  <a:lnTo>
                    <a:pt x="264" y="6"/>
                  </a:lnTo>
                  <a:lnTo>
                    <a:pt x="252" y="18"/>
                  </a:lnTo>
                  <a:lnTo>
                    <a:pt x="240" y="18"/>
                  </a:lnTo>
                  <a:lnTo>
                    <a:pt x="222" y="0"/>
                  </a:lnTo>
                  <a:lnTo>
                    <a:pt x="210" y="0"/>
                  </a:lnTo>
                  <a:lnTo>
                    <a:pt x="198" y="12"/>
                  </a:lnTo>
                  <a:lnTo>
                    <a:pt x="198" y="30"/>
                  </a:lnTo>
                  <a:lnTo>
                    <a:pt x="180" y="30"/>
                  </a:lnTo>
                  <a:lnTo>
                    <a:pt x="168" y="54"/>
                  </a:lnTo>
                  <a:lnTo>
                    <a:pt x="144" y="78"/>
                  </a:lnTo>
                  <a:lnTo>
                    <a:pt x="126" y="78"/>
                  </a:lnTo>
                  <a:lnTo>
                    <a:pt x="120" y="72"/>
                  </a:lnTo>
                  <a:lnTo>
                    <a:pt x="120" y="66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96" y="84"/>
                  </a:lnTo>
                  <a:lnTo>
                    <a:pt x="60" y="84"/>
                  </a:lnTo>
                  <a:lnTo>
                    <a:pt x="54" y="90"/>
                  </a:lnTo>
                  <a:lnTo>
                    <a:pt x="54" y="102"/>
                  </a:lnTo>
                  <a:lnTo>
                    <a:pt x="60" y="108"/>
                  </a:lnTo>
                  <a:lnTo>
                    <a:pt x="60" y="120"/>
                  </a:lnTo>
                  <a:lnTo>
                    <a:pt x="66" y="126"/>
                  </a:lnTo>
                  <a:lnTo>
                    <a:pt x="48" y="126"/>
                  </a:lnTo>
                  <a:lnTo>
                    <a:pt x="48" y="144"/>
                  </a:lnTo>
                  <a:lnTo>
                    <a:pt x="36" y="150"/>
                  </a:lnTo>
                  <a:lnTo>
                    <a:pt x="0" y="150"/>
                  </a:lnTo>
                  <a:lnTo>
                    <a:pt x="48" y="204"/>
                  </a:lnTo>
                  <a:lnTo>
                    <a:pt x="48" y="210"/>
                  </a:lnTo>
                  <a:lnTo>
                    <a:pt x="54" y="216"/>
                  </a:lnTo>
                  <a:lnTo>
                    <a:pt x="54" y="228"/>
                  </a:lnTo>
                  <a:lnTo>
                    <a:pt x="66" y="252"/>
                  </a:lnTo>
                  <a:lnTo>
                    <a:pt x="72" y="258"/>
                  </a:lnTo>
                  <a:lnTo>
                    <a:pt x="96" y="270"/>
                  </a:lnTo>
                  <a:lnTo>
                    <a:pt x="108" y="282"/>
                  </a:lnTo>
                  <a:lnTo>
                    <a:pt x="114" y="294"/>
                  </a:lnTo>
                  <a:lnTo>
                    <a:pt x="138" y="294"/>
                  </a:lnTo>
                  <a:lnTo>
                    <a:pt x="132" y="294"/>
                  </a:lnTo>
                  <a:lnTo>
                    <a:pt x="120" y="282"/>
                  </a:lnTo>
                  <a:lnTo>
                    <a:pt x="120" y="276"/>
                  </a:lnTo>
                  <a:lnTo>
                    <a:pt x="126" y="270"/>
                  </a:lnTo>
                  <a:lnTo>
                    <a:pt x="138" y="270"/>
                  </a:lnTo>
                  <a:lnTo>
                    <a:pt x="138" y="264"/>
                  </a:lnTo>
                  <a:lnTo>
                    <a:pt x="132" y="258"/>
                  </a:lnTo>
                  <a:lnTo>
                    <a:pt x="126" y="258"/>
                  </a:lnTo>
                  <a:lnTo>
                    <a:pt x="120" y="264"/>
                  </a:lnTo>
                  <a:lnTo>
                    <a:pt x="114" y="264"/>
                  </a:lnTo>
                  <a:lnTo>
                    <a:pt x="114" y="222"/>
                  </a:lnTo>
                  <a:lnTo>
                    <a:pt x="120" y="222"/>
                  </a:lnTo>
                  <a:lnTo>
                    <a:pt x="132" y="228"/>
                  </a:lnTo>
                  <a:lnTo>
                    <a:pt x="144" y="240"/>
                  </a:lnTo>
                  <a:lnTo>
                    <a:pt x="156" y="246"/>
                  </a:lnTo>
                  <a:lnTo>
                    <a:pt x="180" y="270"/>
                  </a:lnTo>
                  <a:lnTo>
                    <a:pt x="192" y="306"/>
                  </a:lnTo>
                  <a:lnTo>
                    <a:pt x="210" y="306"/>
                  </a:lnTo>
                  <a:lnTo>
                    <a:pt x="216" y="312"/>
                  </a:lnTo>
                  <a:lnTo>
                    <a:pt x="222" y="312"/>
                  </a:lnTo>
                  <a:lnTo>
                    <a:pt x="222" y="318"/>
                  </a:lnTo>
                  <a:lnTo>
                    <a:pt x="234" y="330"/>
                  </a:lnTo>
                  <a:lnTo>
                    <a:pt x="270" y="330"/>
                  </a:lnTo>
                  <a:lnTo>
                    <a:pt x="270" y="324"/>
                  </a:lnTo>
                  <a:lnTo>
                    <a:pt x="258" y="312"/>
                  </a:lnTo>
                  <a:lnTo>
                    <a:pt x="252" y="300"/>
                  </a:lnTo>
                  <a:lnTo>
                    <a:pt x="252" y="276"/>
                  </a:lnTo>
                  <a:lnTo>
                    <a:pt x="264" y="264"/>
                  </a:lnTo>
                  <a:lnTo>
                    <a:pt x="270" y="264"/>
                  </a:lnTo>
                  <a:lnTo>
                    <a:pt x="270" y="246"/>
                  </a:lnTo>
                  <a:lnTo>
                    <a:pt x="264" y="234"/>
                  </a:lnTo>
                  <a:lnTo>
                    <a:pt x="264" y="222"/>
                  </a:lnTo>
                  <a:lnTo>
                    <a:pt x="270" y="174"/>
                  </a:lnTo>
                  <a:lnTo>
                    <a:pt x="282" y="192"/>
                  </a:lnTo>
                  <a:lnTo>
                    <a:pt x="288" y="108"/>
                  </a:lnTo>
                  <a:lnTo>
                    <a:pt x="288" y="102"/>
                  </a:lnTo>
                  <a:lnTo>
                    <a:pt x="294" y="96"/>
                  </a:lnTo>
                  <a:lnTo>
                    <a:pt x="306" y="72"/>
                  </a:lnTo>
                  <a:lnTo>
                    <a:pt x="312" y="66"/>
                  </a:lnTo>
                  <a:lnTo>
                    <a:pt x="324" y="42"/>
                  </a:lnTo>
                  <a:lnTo>
                    <a:pt x="324" y="1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66" name="Newfoundland" descr="© INSCALE GmbH, 05.05.2010&#10;http://www.presentationload.com/">
              <a:extLst>
                <a:ext uri="{FF2B5EF4-FFF2-40B4-BE49-F238E27FC236}">
                  <a16:creationId xmlns:a16="http://schemas.microsoft.com/office/drawing/2014/main" id="{49167710-5117-400E-ADB4-2D6E8937323C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530040" y="1645632"/>
              <a:ext cx="140873" cy="125875"/>
            </a:xfrm>
            <a:custGeom>
              <a:avLst/>
              <a:gdLst>
                <a:gd name="T0" fmla="*/ 2147483647 w 426"/>
                <a:gd name="T1" fmla="*/ 2147483647 h 384"/>
                <a:gd name="T2" fmla="*/ 2147483647 w 426"/>
                <a:gd name="T3" fmla="*/ 2147483647 h 384"/>
                <a:gd name="T4" fmla="*/ 2147483647 w 426"/>
                <a:gd name="T5" fmla="*/ 0 h 384"/>
                <a:gd name="T6" fmla="*/ 2147483647 w 426"/>
                <a:gd name="T7" fmla="*/ 2147483647 h 384"/>
                <a:gd name="T8" fmla="*/ 2147483647 w 426"/>
                <a:gd name="T9" fmla="*/ 2147483647 h 384"/>
                <a:gd name="T10" fmla="*/ 2147483647 w 426"/>
                <a:gd name="T11" fmla="*/ 2147483647 h 384"/>
                <a:gd name="T12" fmla="*/ 2147483647 w 426"/>
                <a:gd name="T13" fmla="*/ 2147483647 h 384"/>
                <a:gd name="T14" fmla="*/ 2147483647 w 426"/>
                <a:gd name="T15" fmla="*/ 2147483647 h 384"/>
                <a:gd name="T16" fmla="*/ 2147483647 w 426"/>
                <a:gd name="T17" fmla="*/ 2147483647 h 384"/>
                <a:gd name="T18" fmla="*/ 2147483647 w 426"/>
                <a:gd name="T19" fmla="*/ 2147483647 h 384"/>
                <a:gd name="T20" fmla="*/ 2147483647 w 426"/>
                <a:gd name="T21" fmla="*/ 2147483647 h 384"/>
                <a:gd name="T22" fmla="*/ 2147483647 w 426"/>
                <a:gd name="T23" fmla="*/ 2147483647 h 384"/>
                <a:gd name="T24" fmla="*/ 2147483647 w 426"/>
                <a:gd name="T25" fmla="*/ 2147483647 h 384"/>
                <a:gd name="T26" fmla="*/ 2147483647 w 426"/>
                <a:gd name="T27" fmla="*/ 2147483647 h 384"/>
                <a:gd name="T28" fmla="*/ 2147483647 w 426"/>
                <a:gd name="T29" fmla="*/ 2147483647 h 384"/>
                <a:gd name="T30" fmla="*/ 2147483647 w 426"/>
                <a:gd name="T31" fmla="*/ 2147483647 h 384"/>
                <a:gd name="T32" fmla="*/ 2147483647 w 426"/>
                <a:gd name="T33" fmla="*/ 2147483647 h 384"/>
                <a:gd name="T34" fmla="*/ 2147483647 w 426"/>
                <a:gd name="T35" fmla="*/ 2147483647 h 384"/>
                <a:gd name="T36" fmla="*/ 2147483647 w 426"/>
                <a:gd name="T37" fmla="*/ 2147483647 h 384"/>
                <a:gd name="T38" fmla="*/ 2147483647 w 426"/>
                <a:gd name="T39" fmla="*/ 2147483647 h 384"/>
                <a:gd name="T40" fmla="*/ 2147483647 w 426"/>
                <a:gd name="T41" fmla="*/ 2147483647 h 384"/>
                <a:gd name="T42" fmla="*/ 2147483647 w 426"/>
                <a:gd name="T43" fmla="*/ 2147483647 h 384"/>
                <a:gd name="T44" fmla="*/ 2147483647 w 426"/>
                <a:gd name="T45" fmla="*/ 2147483647 h 384"/>
                <a:gd name="T46" fmla="*/ 2147483647 w 426"/>
                <a:gd name="T47" fmla="*/ 2147483647 h 384"/>
                <a:gd name="T48" fmla="*/ 2147483647 w 426"/>
                <a:gd name="T49" fmla="*/ 2147483647 h 384"/>
                <a:gd name="T50" fmla="*/ 2147483647 w 426"/>
                <a:gd name="T51" fmla="*/ 2147483647 h 384"/>
                <a:gd name="T52" fmla="*/ 2147483647 w 426"/>
                <a:gd name="T53" fmla="*/ 2147483647 h 384"/>
                <a:gd name="T54" fmla="*/ 2147483647 w 426"/>
                <a:gd name="T55" fmla="*/ 2147483647 h 384"/>
                <a:gd name="T56" fmla="*/ 2147483647 w 426"/>
                <a:gd name="T57" fmla="*/ 2147483647 h 384"/>
                <a:gd name="T58" fmla="*/ 2147483647 w 426"/>
                <a:gd name="T59" fmla="*/ 2147483647 h 384"/>
                <a:gd name="T60" fmla="*/ 2147483647 w 426"/>
                <a:gd name="T61" fmla="*/ 2147483647 h 384"/>
                <a:gd name="T62" fmla="*/ 2147483647 w 426"/>
                <a:gd name="T63" fmla="*/ 2147483647 h 384"/>
                <a:gd name="T64" fmla="*/ 2147483647 w 426"/>
                <a:gd name="T65" fmla="*/ 2147483647 h 384"/>
                <a:gd name="T66" fmla="*/ 2147483647 w 426"/>
                <a:gd name="T67" fmla="*/ 2147483647 h 384"/>
                <a:gd name="T68" fmla="*/ 2147483647 w 426"/>
                <a:gd name="T69" fmla="*/ 2147483647 h 384"/>
                <a:gd name="T70" fmla="*/ 2147483647 w 426"/>
                <a:gd name="T71" fmla="*/ 2147483647 h 384"/>
                <a:gd name="T72" fmla="*/ 2147483647 w 426"/>
                <a:gd name="T73" fmla="*/ 2147483647 h 384"/>
                <a:gd name="T74" fmla="*/ 2147483647 w 426"/>
                <a:gd name="T75" fmla="*/ 2147483647 h 384"/>
                <a:gd name="T76" fmla="*/ 2147483647 w 426"/>
                <a:gd name="T77" fmla="*/ 2147483647 h 384"/>
                <a:gd name="T78" fmla="*/ 2147483647 w 426"/>
                <a:gd name="T79" fmla="*/ 2147483647 h 384"/>
                <a:gd name="T80" fmla="*/ 2147483647 w 426"/>
                <a:gd name="T81" fmla="*/ 2147483647 h 384"/>
                <a:gd name="T82" fmla="*/ 2147483647 w 426"/>
                <a:gd name="T83" fmla="*/ 2147483647 h 38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26"/>
                <a:gd name="T127" fmla="*/ 0 h 384"/>
                <a:gd name="T128" fmla="*/ 426 w 426"/>
                <a:gd name="T129" fmla="*/ 384 h 38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26" h="384">
                  <a:moveTo>
                    <a:pt x="258" y="18"/>
                  </a:moveTo>
                  <a:lnTo>
                    <a:pt x="270" y="12"/>
                  </a:lnTo>
                  <a:lnTo>
                    <a:pt x="276" y="12"/>
                  </a:lnTo>
                  <a:lnTo>
                    <a:pt x="294" y="6"/>
                  </a:lnTo>
                  <a:lnTo>
                    <a:pt x="306" y="0"/>
                  </a:lnTo>
                  <a:lnTo>
                    <a:pt x="330" y="0"/>
                  </a:lnTo>
                  <a:lnTo>
                    <a:pt x="342" y="6"/>
                  </a:lnTo>
                  <a:lnTo>
                    <a:pt x="342" y="18"/>
                  </a:lnTo>
                  <a:lnTo>
                    <a:pt x="336" y="24"/>
                  </a:lnTo>
                  <a:lnTo>
                    <a:pt x="312" y="42"/>
                  </a:lnTo>
                  <a:lnTo>
                    <a:pt x="312" y="48"/>
                  </a:lnTo>
                  <a:lnTo>
                    <a:pt x="306" y="54"/>
                  </a:lnTo>
                  <a:lnTo>
                    <a:pt x="300" y="72"/>
                  </a:lnTo>
                  <a:lnTo>
                    <a:pt x="276" y="96"/>
                  </a:lnTo>
                  <a:lnTo>
                    <a:pt x="258" y="102"/>
                  </a:lnTo>
                  <a:lnTo>
                    <a:pt x="246" y="102"/>
                  </a:lnTo>
                  <a:lnTo>
                    <a:pt x="210" y="150"/>
                  </a:lnTo>
                  <a:lnTo>
                    <a:pt x="210" y="174"/>
                  </a:lnTo>
                  <a:lnTo>
                    <a:pt x="234" y="156"/>
                  </a:lnTo>
                  <a:lnTo>
                    <a:pt x="264" y="108"/>
                  </a:lnTo>
                  <a:lnTo>
                    <a:pt x="282" y="126"/>
                  </a:lnTo>
                  <a:lnTo>
                    <a:pt x="306" y="138"/>
                  </a:lnTo>
                  <a:lnTo>
                    <a:pt x="294" y="168"/>
                  </a:lnTo>
                  <a:lnTo>
                    <a:pt x="324" y="168"/>
                  </a:lnTo>
                  <a:lnTo>
                    <a:pt x="330" y="192"/>
                  </a:lnTo>
                  <a:lnTo>
                    <a:pt x="384" y="162"/>
                  </a:lnTo>
                  <a:lnTo>
                    <a:pt x="402" y="174"/>
                  </a:lnTo>
                  <a:lnTo>
                    <a:pt x="396" y="180"/>
                  </a:lnTo>
                  <a:lnTo>
                    <a:pt x="390" y="192"/>
                  </a:lnTo>
                  <a:lnTo>
                    <a:pt x="378" y="204"/>
                  </a:lnTo>
                  <a:lnTo>
                    <a:pt x="372" y="204"/>
                  </a:lnTo>
                  <a:lnTo>
                    <a:pt x="384" y="204"/>
                  </a:lnTo>
                  <a:lnTo>
                    <a:pt x="396" y="210"/>
                  </a:lnTo>
                  <a:lnTo>
                    <a:pt x="408" y="210"/>
                  </a:lnTo>
                  <a:lnTo>
                    <a:pt x="408" y="216"/>
                  </a:lnTo>
                  <a:lnTo>
                    <a:pt x="396" y="240"/>
                  </a:lnTo>
                  <a:lnTo>
                    <a:pt x="384" y="252"/>
                  </a:lnTo>
                  <a:lnTo>
                    <a:pt x="378" y="264"/>
                  </a:lnTo>
                  <a:lnTo>
                    <a:pt x="366" y="276"/>
                  </a:lnTo>
                  <a:lnTo>
                    <a:pt x="360" y="288"/>
                  </a:lnTo>
                  <a:lnTo>
                    <a:pt x="354" y="294"/>
                  </a:lnTo>
                  <a:lnTo>
                    <a:pt x="390" y="294"/>
                  </a:lnTo>
                  <a:lnTo>
                    <a:pt x="354" y="312"/>
                  </a:lnTo>
                  <a:lnTo>
                    <a:pt x="384" y="312"/>
                  </a:lnTo>
                  <a:lnTo>
                    <a:pt x="420" y="300"/>
                  </a:lnTo>
                  <a:lnTo>
                    <a:pt x="426" y="324"/>
                  </a:lnTo>
                  <a:lnTo>
                    <a:pt x="360" y="384"/>
                  </a:lnTo>
                  <a:lnTo>
                    <a:pt x="318" y="378"/>
                  </a:lnTo>
                  <a:lnTo>
                    <a:pt x="336" y="354"/>
                  </a:lnTo>
                  <a:lnTo>
                    <a:pt x="306" y="360"/>
                  </a:lnTo>
                  <a:lnTo>
                    <a:pt x="300" y="348"/>
                  </a:lnTo>
                  <a:lnTo>
                    <a:pt x="228" y="360"/>
                  </a:lnTo>
                  <a:lnTo>
                    <a:pt x="192" y="354"/>
                  </a:lnTo>
                  <a:lnTo>
                    <a:pt x="186" y="348"/>
                  </a:lnTo>
                  <a:lnTo>
                    <a:pt x="228" y="336"/>
                  </a:lnTo>
                  <a:lnTo>
                    <a:pt x="234" y="330"/>
                  </a:lnTo>
                  <a:lnTo>
                    <a:pt x="234" y="324"/>
                  </a:lnTo>
                  <a:lnTo>
                    <a:pt x="228" y="324"/>
                  </a:lnTo>
                  <a:lnTo>
                    <a:pt x="222" y="318"/>
                  </a:lnTo>
                  <a:lnTo>
                    <a:pt x="198" y="318"/>
                  </a:lnTo>
                  <a:lnTo>
                    <a:pt x="162" y="312"/>
                  </a:lnTo>
                  <a:lnTo>
                    <a:pt x="126" y="300"/>
                  </a:lnTo>
                  <a:lnTo>
                    <a:pt x="96" y="294"/>
                  </a:lnTo>
                  <a:lnTo>
                    <a:pt x="78" y="294"/>
                  </a:lnTo>
                  <a:lnTo>
                    <a:pt x="72" y="300"/>
                  </a:lnTo>
                  <a:lnTo>
                    <a:pt x="48" y="300"/>
                  </a:lnTo>
                  <a:lnTo>
                    <a:pt x="36" y="306"/>
                  </a:lnTo>
                  <a:lnTo>
                    <a:pt x="24" y="306"/>
                  </a:lnTo>
                  <a:lnTo>
                    <a:pt x="12" y="300"/>
                  </a:lnTo>
                  <a:lnTo>
                    <a:pt x="6" y="294"/>
                  </a:lnTo>
                  <a:lnTo>
                    <a:pt x="18" y="282"/>
                  </a:lnTo>
                  <a:lnTo>
                    <a:pt x="24" y="282"/>
                  </a:lnTo>
                  <a:lnTo>
                    <a:pt x="30" y="276"/>
                  </a:lnTo>
                  <a:lnTo>
                    <a:pt x="42" y="276"/>
                  </a:lnTo>
                  <a:lnTo>
                    <a:pt x="30" y="276"/>
                  </a:lnTo>
                  <a:lnTo>
                    <a:pt x="12" y="270"/>
                  </a:lnTo>
                  <a:lnTo>
                    <a:pt x="0" y="258"/>
                  </a:lnTo>
                  <a:lnTo>
                    <a:pt x="6" y="252"/>
                  </a:lnTo>
                  <a:lnTo>
                    <a:pt x="18" y="252"/>
                  </a:lnTo>
                  <a:lnTo>
                    <a:pt x="54" y="234"/>
                  </a:lnTo>
                  <a:lnTo>
                    <a:pt x="60" y="228"/>
                  </a:lnTo>
                  <a:lnTo>
                    <a:pt x="66" y="228"/>
                  </a:lnTo>
                  <a:lnTo>
                    <a:pt x="204" y="90"/>
                  </a:lnTo>
                  <a:lnTo>
                    <a:pt x="258" y="1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67" name="New Zealand" descr="© INSCALE GmbH, 05.05.2010&#10;http://www.presentationload.com/">
              <a:extLst>
                <a:ext uri="{FF2B5EF4-FFF2-40B4-BE49-F238E27FC236}">
                  <a16:creationId xmlns:a16="http://schemas.microsoft.com/office/drawing/2014/main" id="{9D8EE973-A72E-481C-8488-F343FAFFB9D2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7242194" y="3910104"/>
              <a:ext cx="420034" cy="322395"/>
            </a:xfrm>
            <a:custGeom>
              <a:avLst/>
              <a:gdLst>
                <a:gd name="T0" fmla="*/ 2147483647 w 1272"/>
                <a:gd name="T1" fmla="*/ 2147483647 h 984"/>
                <a:gd name="T2" fmla="*/ 2147483647 w 1272"/>
                <a:gd name="T3" fmla="*/ 2147483647 h 984"/>
                <a:gd name="T4" fmla="*/ 2147483647 w 1272"/>
                <a:gd name="T5" fmla="*/ 2147483647 h 984"/>
                <a:gd name="T6" fmla="*/ 2147483647 w 1272"/>
                <a:gd name="T7" fmla="*/ 2147483647 h 984"/>
                <a:gd name="T8" fmla="*/ 2147483647 w 1272"/>
                <a:gd name="T9" fmla="*/ 2147483647 h 984"/>
                <a:gd name="T10" fmla="*/ 2147483647 w 1272"/>
                <a:gd name="T11" fmla="*/ 2147483647 h 984"/>
                <a:gd name="T12" fmla="*/ 2147483647 w 1272"/>
                <a:gd name="T13" fmla="*/ 2147483647 h 984"/>
                <a:gd name="T14" fmla="*/ 2147483647 w 1272"/>
                <a:gd name="T15" fmla="*/ 2147483647 h 984"/>
                <a:gd name="T16" fmla="*/ 2147483647 w 1272"/>
                <a:gd name="T17" fmla="*/ 2147483647 h 984"/>
                <a:gd name="T18" fmla="*/ 2147483647 w 1272"/>
                <a:gd name="T19" fmla="*/ 2147483647 h 984"/>
                <a:gd name="T20" fmla="*/ 2147483647 w 1272"/>
                <a:gd name="T21" fmla="*/ 2147483647 h 984"/>
                <a:gd name="T22" fmla="*/ 2147483647 w 1272"/>
                <a:gd name="T23" fmla="*/ 2147483647 h 984"/>
                <a:gd name="T24" fmla="*/ 2147483647 w 1272"/>
                <a:gd name="T25" fmla="*/ 2147483647 h 984"/>
                <a:gd name="T26" fmla="*/ 2147483647 w 1272"/>
                <a:gd name="T27" fmla="*/ 2147483647 h 984"/>
                <a:gd name="T28" fmla="*/ 2147483647 w 1272"/>
                <a:gd name="T29" fmla="*/ 2147483647 h 984"/>
                <a:gd name="T30" fmla="*/ 2147483647 w 1272"/>
                <a:gd name="T31" fmla="*/ 2147483647 h 984"/>
                <a:gd name="T32" fmla="*/ 2147483647 w 1272"/>
                <a:gd name="T33" fmla="*/ 2147483647 h 984"/>
                <a:gd name="T34" fmla="*/ 2147483647 w 1272"/>
                <a:gd name="T35" fmla="*/ 2147483647 h 984"/>
                <a:gd name="T36" fmla="*/ 2147483647 w 1272"/>
                <a:gd name="T37" fmla="*/ 2147483647 h 984"/>
                <a:gd name="T38" fmla="*/ 2147483647 w 1272"/>
                <a:gd name="T39" fmla="*/ 2147483647 h 984"/>
                <a:gd name="T40" fmla="*/ 2147483647 w 1272"/>
                <a:gd name="T41" fmla="*/ 2147483647 h 984"/>
                <a:gd name="T42" fmla="*/ 2147483647 w 1272"/>
                <a:gd name="T43" fmla="*/ 2147483647 h 984"/>
                <a:gd name="T44" fmla="*/ 2147483647 w 1272"/>
                <a:gd name="T45" fmla="*/ 2147483647 h 984"/>
                <a:gd name="T46" fmla="*/ 2147483647 w 1272"/>
                <a:gd name="T47" fmla="*/ 2147483647 h 984"/>
                <a:gd name="T48" fmla="*/ 2147483647 w 1272"/>
                <a:gd name="T49" fmla="*/ 2147483647 h 984"/>
                <a:gd name="T50" fmla="*/ 2147483647 w 1272"/>
                <a:gd name="T51" fmla="*/ 2147483647 h 984"/>
                <a:gd name="T52" fmla="*/ 2147483647 w 1272"/>
                <a:gd name="T53" fmla="*/ 2147483647 h 984"/>
                <a:gd name="T54" fmla="*/ 2147483647 w 1272"/>
                <a:gd name="T55" fmla="*/ 2147483647 h 984"/>
                <a:gd name="T56" fmla="*/ 2147483647 w 1272"/>
                <a:gd name="T57" fmla="*/ 2147483647 h 984"/>
                <a:gd name="T58" fmla="*/ 2147483647 w 1272"/>
                <a:gd name="T59" fmla="*/ 2147483647 h 984"/>
                <a:gd name="T60" fmla="*/ 2147483647 w 1272"/>
                <a:gd name="T61" fmla="*/ 2147483647 h 984"/>
                <a:gd name="T62" fmla="*/ 2147483647 w 1272"/>
                <a:gd name="T63" fmla="*/ 2147483647 h 984"/>
                <a:gd name="T64" fmla="*/ 2147483647 w 1272"/>
                <a:gd name="T65" fmla="*/ 2147483647 h 984"/>
                <a:gd name="T66" fmla="*/ 2147483647 w 1272"/>
                <a:gd name="T67" fmla="*/ 2147483647 h 984"/>
                <a:gd name="T68" fmla="*/ 2147483647 w 1272"/>
                <a:gd name="T69" fmla="*/ 2147483647 h 984"/>
                <a:gd name="T70" fmla="*/ 2147483647 w 1272"/>
                <a:gd name="T71" fmla="*/ 2147483647 h 984"/>
                <a:gd name="T72" fmla="*/ 2147483647 w 1272"/>
                <a:gd name="T73" fmla="*/ 2147483647 h 984"/>
                <a:gd name="T74" fmla="*/ 2147483647 w 1272"/>
                <a:gd name="T75" fmla="*/ 2147483647 h 984"/>
                <a:gd name="T76" fmla="*/ 2147483647 w 1272"/>
                <a:gd name="T77" fmla="*/ 2147483647 h 984"/>
                <a:gd name="T78" fmla="*/ 2147483647 w 1272"/>
                <a:gd name="T79" fmla="*/ 2147483647 h 984"/>
                <a:gd name="T80" fmla="*/ 2147483647 w 1272"/>
                <a:gd name="T81" fmla="*/ 2147483647 h 984"/>
                <a:gd name="T82" fmla="*/ 2147483647 w 1272"/>
                <a:gd name="T83" fmla="*/ 2147483647 h 984"/>
                <a:gd name="T84" fmla="*/ 2147483647 w 1272"/>
                <a:gd name="T85" fmla="*/ 2147483647 h 984"/>
                <a:gd name="T86" fmla="*/ 2147483647 w 1272"/>
                <a:gd name="T87" fmla="*/ 2147483647 h 984"/>
                <a:gd name="T88" fmla="*/ 2147483647 w 1272"/>
                <a:gd name="T89" fmla="*/ 2147483647 h 984"/>
                <a:gd name="T90" fmla="*/ 2147483647 w 1272"/>
                <a:gd name="T91" fmla="*/ 2147483647 h 984"/>
                <a:gd name="T92" fmla="*/ 2147483647 w 1272"/>
                <a:gd name="T93" fmla="*/ 2147483647 h 984"/>
                <a:gd name="T94" fmla="*/ 2147483647 w 1272"/>
                <a:gd name="T95" fmla="*/ 2147483647 h 984"/>
                <a:gd name="T96" fmla="*/ 2147483647 w 1272"/>
                <a:gd name="T97" fmla="*/ 2147483647 h 984"/>
                <a:gd name="T98" fmla="*/ 2147483647 w 1272"/>
                <a:gd name="T99" fmla="*/ 2147483647 h 984"/>
                <a:gd name="T100" fmla="*/ 2147483647 w 1272"/>
                <a:gd name="T101" fmla="*/ 2147483647 h 984"/>
                <a:gd name="T102" fmla="*/ 2147483647 w 1272"/>
                <a:gd name="T103" fmla="*/ 2147483647 h 984"/>
                <a:gd name="T104" fmla="*/ 2147483647 w 1272"/>
                <a:gd name="T105" fmla="*/ 2147483647 h 984"/>
                <a:gd name="T106" fmla="*/ 2147483647 w 1272"/>
                <a:gd name="T107" fmla="*/ 2147483647 h 984"/>
                <a:gd name="T108" fmla="*/ 2147483647 w 1272"/>
                <a:gd name="T109" fmla="*/ 2147483647 h 984"/>
                <a:gd name="T110" fmla="*/ 2147483647 w 1272"/>
                <a:gd name="T111" fmla="*/ 2147483647 h 984"/>
                <a:gd name="T112" fmla="*/ 2147483647 w 1272"/>
                <a:gd name="T113" fmla="*/ 2147483647 h 984"/>
                <a:gd name="T114" fmla="*/ 2147483647 w 1272"/>
                <a:gd name="T115" fmla="*/ 2147483647 h 984"/>
                <a:gd name="T116" fmla="*/ 2147483647 w 1272"/>
                <a:gd name="T117" fmla="*/ 2147483647 h 984"/>
                <a:gd name="T118" fmla="*/ 2147483647 w 1272"/>
                <a:gd name="T119" fmla="*/ 2147483647 h 984"/>
                <a:gd name="T120" fmla="*/ 2147483647 w 1272"/>
                <a:gd name="T121" fmla="*/ 2147483647 h 98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72"/>
                <a:gd name="T184" fmla="*/ 0 h 984"/>
                <a:gd name="T185" fmla="*/ 1272 w 1272"/>
                <a:gd name="T186" fmla="*/ 984 h 98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72" h="984">
                  <a:moveTo>
                    <a:pt x="750" y="564"/>
                  </a:moveTo>
                  <a:lnTo>
                    <a:pt x="738" y="564"/>
                  </a:lnTo>
                  <a:lnTo>
                    <a:pt x="744" y="528"/>
                  </a:lnTo>
                  <a:lnTo>
                    <a:pt x="720" y="546"/>
                  </a:lnTo>
                  <a:lnTo>
                    <a:pt x="726" y="540"/>
                  </a:lnTo>
                  <a:lnTo>
                    <a:pt x="726" y="504"/>
                  </a:lnTo>
                  <a:lnTo>
                    <a:pt x="708" y="504"/>
                  </a:lnTo>
                  <a:lnTo>
                    <a:pt x="702" y="510"/>
                  </a:lnTo>
                  <a:lnTo>
                    <a:pt x="696" y="522"/>
                  </a:lnTo>
                  <a:lnTo>
                    <a:pt x="690" y="528"/>
                  </a:lnTo>
                  <a:lnTo>
                    <a:pt x="672" y="540"/>
                  </a:lnTo>
                  <a:lnTo>
                    <a:pt x="660" y="546"/>
                  </a:lnTo>
                  <a:lnTo>
                    <a:pt x="654" y="558"/>
                  </a:lnTo>
                  <a:lnTo>
                    <a:pt x="642" y="570"/>
                  </a:lnTo>
                  <a:lnTo>
                    <a:pt x="630" y="576"/>
                  </a:lnTo>
                  <a:lnTo>
                    <a:pt x="618" y="588"/>
                  </a:lnTo>
                  <a:lnTo>
                    <a:pt x="606" y="588"/>
                  </a:lnTo>
                  <a:lnTo>
                    <a:pt x="588" y="600"/>
                  </a:lnTo>
                  <a:lnTo>
                    <a:pt x="576" y="606"/>
                  </a:lnTo>
                  <a:lnTo>
                    <a:pt x="546" y="636"/>
                  </a:lnTo>
                  <a:lnTo>
                    <a:pt x="540" y="648"/>
                  </a:lnTo>
                  <a:lnTo>
                    <a:pt x="534" y="648"/>
                  </a:lnTo>
                  <a:lnTo>
                    <a:pt x="528" y="654"/>
                  </a:lnTo>
                  <a:lnTo>
                    <a:pt x="510" y="660"/>
                  </a:lnTo>
                  <a:lnTo>
                    <a:pt x="498" y="666"/>
                  </a:lnTo>
                  <a:lnTo>
                    <a:pt x="462" y="678"/>
                  </a:lnTo>
                  <a:lnTo>
                    <a:pt x="438" y="690"/>
                  </a:lnTo>
                  <a:lnTo>
                    <a:pt x="426" y="702"/>
                  </a:lnTo>
                  <a:lnTo>
                    <a:pt x="414" y="708"/>
                  </a:lnTo>
                  <a:lnTo>
                    <a:pt x="408" y="720"/>
                  </a:lnTo>
                  <a:lnTo>
                    <a:pt x="396" y="726"/>
                  </a:lnTo>
                  <a:lnTo>
                    <a:pt x="378" y="726"/>
                  </a:lnTo>
                  <a:lnTo>
                    <a:pt x="366" y="732"/>
                  </a:lnTo>
                  <a:lnTo>
                    <a:pt x="312" y="750"/>
                  </a:lnTo>
                  <a:lnTo>
                    <a:pt x="288" y="762"/>
                  </a:lnTo>
                  <a:lnTo>
                    <a:pt x="270" y="774"/>
                  </a:lnTo>
                  <a:lnTo>
                    <a:pt x="246" y="786"/>
                  </a:lnTo>
                  <a:lnTo>
                    <a:pt x="222" y="792"/>
                  </a:lnTo>
                  <a:lnTo>
                    <a:pt x="198" y="804"/>
                  </a:lnTo>
                  <a:lnTo>
                    <a:pt x="180" y="810"/>
                  </a:lnTo>
                  <a:lnTo>
                    <a:pt x="174" y="816"/>
                  </a:lnTo>
                  <a:lnTo>
                    <a:pt x="168" y="828"/>
                  </a:lnTo>
                  <a:lnTo>
                    <a:pt x="168" y="846"/>
                  </a:lnTo>
                  <a:lnTo>
                    <a:pt x="156" y="834"/>
                  </a:lnTo>
                  <a:lnTo>
                    <a:pt x="150" y="834"/>
                  </a:lnTo>
                  <a:lnTo>
                    <a:pt x="144" y="840"/>
                  </a:lnTo>
                  <a:lnTo>
                    <a:pt x="120" y="852"/>
                  </a:lnTo>
                  <a:lnTo>
                    <a:pt x="108" y="864"/>
                  </a:lnTo>
                  <a:lnTo>
                    <a:pt x="72" y="882"/>
                  </a:lnTo>
                  <a:lnTo>
                    <a:pt x="66" y="882"/>
                  </a:lnTo>
                  <a:lnTo>
                    <a:pt x="54" y="888"/>
                  </a:lnTo>
                  <a:lnTo>
                    <a:pt x="36" y="888"/>
                  </a:lnTo>
                  <a:lnTo>
                    <a:pt x="18" y="894"/>
                  </a:lnTo>
                  <a:lnTo>
                    <a:pt x="12" y="906"/>
                  </a:lnTo>
                  <a:lnTo>
                    <a:pt x="0" y="912"/>
                  </a:lnTo>
                  <a:lnTo>
                    <a:pt x="18" y="912"/>
                  </a:lnTo>
                  <a:lnTo>
                    <a:pt x="24" y="918"/>
                  </a:lnTo>
                  <a:lnTo>
                    <a:pt x="30" y="918"/>
                  </a:lnTo>
                  <a:lnTo>
                    <a:pt x="24" y="924"/>
                  </a:lnTo>
                  <a:lnTo>
                    <a:pt x="24" y="942"/>
                  </a:lnTo>
                  <a:lnTo>
                    <a:pt x="30" y="948"/>
                  </a:lnTo>
                  <a:lnTo>
                    <a:pt x="42" y="948"/>
                  </a:lnTo>
                  <a:lnTo>
                    <a:pt x="54" y="942"/>
                  </a:lnTo>
                  <a:lnTo>
                    <a:pt x="60" y="936"/>
                  </a:lnTo>
                  <a:lnTo>
                    <a:pt x="72" y="948"/>
                  </a:lnTo>
                  <a:lnTo>
                    <a:pt x="96" y="948"/>
                  </a:lnTo>
                  <a:lnTo>
                    <a:pt x="102" y="954"/>
                  </a:lnTo>
                  <a:lnTo>
                    <a:pt x="132" y="954"/>
                  </a:lnTo>
                  <a:lnTo>
                    <a:pt x="150" y="972"/>
                  </a:lnTo>
                  <a:lnTo>
                    <a:pt x="180" y="966"/>
                  </a:lnTo>
                  <a:lnTo>
                    <a:pt x="192" y="972"/>
                  </a:lnTo>
                  <a:lnTo>
                    <a:pt x="198" y="978"/>
                  </a:lnTo>
                  <a:lnTo>
                    <a:pt x="216" y="984"/>
                  </a:lnTo>
                  <a:lnTo>
                    <a:pt x="228" y="984"/>
                  </a:lnTo>
                  <a:lnTo>
                    <a:pt x="252" y="972"/>
                  </a:lnTo>
                  <a:lnTo>
                    <a:pt x="264" y="948"/>
                  </a:lnTo>
                  <a:lnTo>
                    <a:pt x="288" y="936"/>
                  </a:lnTo>
                  <a:lnTo>
                    <a:pt x="312" y="936"/>
                  </a:lnTo>
                  <a:lnTo>
                    <a:pt x="336" y="924"/>
                  </a:lnTo>
                  <a:lnTo>
                    <a:pt x="342" y="912"/>
                  </a:lnTo>
                  <a:lnTo>
                    <a:pt x="342" y="894"/>
                  </a:lnTo>
                  <a:lnTo>
                    <a:pt x="348" y="882"/>
                  </a:lnTo>
                  <a:lnTo>
                    <a:pt x="372" y="870"/>
                  </a:lnTo>
                  <a:lnTo>
                    <a:pt x="396" y="870"/>
                  </a:lnTo>
                  <a:lnTo>
                    <a:pt x="408" y="858"/>
                  </a:lnTo>
                  <a:lnTo>
                    <a:pt x="408" y="846"/>
                  </a:lnTo>
                  <a:lnTo>
                    <a:pt x="402" y="840"/>
                  </a:lnTo>
                  <a:lnTo>
                    <a:pt x="420" y="840"/>
                  </a:lnTo>
                  <a:lnTo>
                    <a:pt x="480" y="792"/>
                  </a:lnTo>
                  <a:lnTo>
                    <a:pt x="462" y="774"/>
                  </a:lnTo>
                  <a:lnTo>
                    <a:pt x="504" y="792"/>
                  </a:lnTo>
                  <a:lnTo>
                    <a:pt x="504" y="774"/>
                  </a:lnTo>
                  <a:lnTo>
                    <a:pt x="510" y="768"/>
                  </a:lnTo>
                  <a:lnTo>
                    <a:pt x="540" y="768"/>
                  </a:lnTo>
                  <a:lnTo>
                    <a:pt x="546" y="774"/>
                  </a:lnTo>
                  <a:lnTo>
                    <a:pt x="558" y="780"/>
                  </a:lnTo>
                  <a:lnTo>
                    <a:pt x="570" y="780"/>
                  </a:lnTo>
                  <a:lnTo>
                    <a:pt x="576" y="774"/>
                  </a:lnTo>
                  <a:lnTo>
                    <a:pt x="576" y="768"/>
                  </a:lnTo>
                  <a:lnTo>
                    <a:pt x="582" y="762"/>
                  </a:lnTo>
                  <a:lnTo>
                    <a:pt x="582" y="756"/>
                  </a:lnTo>
                  <a:lnTo>
                    <a:pt x="570" y="744"/>
                  </a:lnTo>
                  <a:lnTo>
                    <a:pt x="612" y="702"/>
                  </a:lnTo>
                  <a:lnTo>
                    <a:pt x="618" y="702"/>
                  </a:lnTo>
                  <a:lnTo>
                    <a:pt x="624" y="696"/>
                  </a:lnTo>
                  <a:lnTo>
                    <a:pt x="660" y="678"/>
                  </a:lnTo>
                  <a:lnTo>
                    <a:pt x="666" y="666"/>
                  </a:lnTo>
                  <a:lnTo>
                    <a:pt x="672" y="660"/>
                  </a:lnTo>
                  <a:lnTo>
                    <a:pt x="672" y="654"/>
                  </a:lnTo>
                  <a:lnTo>
                    <a:pt x="696" y="654"/>
                  </a:lnTo>
                  <a:lnTo>
                    <a:pt x="708" y="648"/>
                  </a:lnTo>
                  <a:lnTo>
                    <a:pt x="738" y="618"/>
                  </a:lnTo>
                  <a:lnTo>
                    <a:pt x="738" y="612"/>
                  </a:lnTo>
                  <a:lnTo>
                    <a:pt x="744" y="612"/>
                  </a:lnTo>
                  <a:lnTo>
                    <a:pt x="750" y="606"/>
                  </a:lnTo>
                  <a:lnTo>
                    <a:pt x="768" y="594"/>
                  </a:lnTo>
                  <a:lnTo>
                    <a:pt x="780" y="582"/>
                  </a:lnTo>
                  <a:lnTo>
                    <a:pt x="786" y="570"/>
                  </a:lnTo>
                  <a:lnTo>
                    <a:pt x="786" y="546"/>
                  </a:lnTo>
                  <a:lnTo>
                    <a:pt x="780" y="540"/>
                  </a:lnTo>
                  <a:lnTo>
                    <a:pt x="780" y="534"/>
                  </a:lnTo>
                  <a:lnTo>
                    <a:pt x="750" y="564"/>
                  </a:lnTo>
                  <a:close/>
                  <a:moveTo>
                    <a:pt x="1224" y="324"/>
                  </a:moveTo>
                  <a:lnTo>
                    <a:pt x="1236" y="318"/>
                  </a:lnTo>
                  <a:lnTo>
                    <a:pt x="1242" y="318"/>
                  </a:lnTo>
                  <a:lnTo>
                    <a:pt x="1266" y="306"/>
                  </a:lnTo>
                  <a:lnTo>
                    <a:pt x="1272" y="300"/>
                  </a:lnTo>
                  <a:lnTo>
                    <a:pt x="1272" y="282"/>
                  </a:lnTo>
                  <a:lnTo>
                    <a:pt x="1266" y="270"/>
                  </a:lnTo>
                  <a:lnTo>
                    <a:pt x="1260" y="264"/>
                  </a:lnTo>
                  <a:lnTo>
                    <a:pt x="1248" y="264"/>
                  </a:lnTo>
                  <a:lnTo>
                    <a:pt x="1236" y="276"/>
                  </a:lnTo>
                  <a:lnTo>
                    <a:pt x="1236" y="282"/>
                  </a:lnTo>
                  <a:lnTo>
                    <a:pt x="1224" y="282"/>
                  </a:lnTo>
                  <a:lnTo>
                    <a:pt x="1212" y="276"/>
                  </a:lnTo>
                  <a:lnTo>
                    <a:pt x="1200" y="276"/>
                  </a:lnTo>
                  <a:lnTo>
                    <a:pt x="1194" y="282"/>
                  </a:lnTo>
                  <a:lnTo>
                    <a:pt x="1176" y="288"/>
                  </a:lnTo>
                  <a:lnTo>
                    <a:pt x="1158" y="288"/>
                  </a:lnTo>
                  <a:lnTo>
                    <a:pt x="1146" y="276"/>
                  </a:lnTo>
                  <a:lnTo>
                    <a:pt x="1146" y="222"/>
                  </a:lnTo>
                  <a:lnTo>
                    <a:pt x="1170" y="180"/>
                  </a:lnTo>
                  <a:lnTo>
                    <a:pt x="1170" y="174"/>
                  </a:lnTo>
                  <a:lnTo>
                    <a:pt x="1164" y="162"/>
                  </a:lnTo>
                  <a:lnTo>
                    <a:pt x="1158" y="156"/>
                  </a:lnTo>
                  <a:lnTo>
                    <a:pt x="1146" y="156"/>
                  </a:lnTo>
                  <a:lnTo>
                    <a:pt x="1140" y="168"/>
                  </a:lnTo>
                  <a:lnTo>
                    <a:pt x="1134" y="174"/>
                  </a:lnTo>
                  <a:lnTo>
                    <a:pt x="1134" y="204"/>
                  </a:lnTo>
                  <a:lnTo>
                    <a:pt x="1128" y="216"/>
                  </a:lnTo>
                  <a:lnTo>
                    <a:pt x="1116" y="222"/>
                  </a:lnTo>
                  <a:lnTo>
                    <a:pt x="1116" y="192"/>
                  </a:lnTo>
                  <a:lnTo>
                    <a:pt x="1092" y="174"/>
                  </a:lnTo>
                  <a:lnTo>
                    <a:pt x="1104" y="150"/>
                  </a:lnTo>
                  <a:lnTo>
                    <a:pt x="1116" y="138"/>
                  </a:lnTo>
                  <a:lnTo>
                    <a:pt x="1122" y="126"/>
                  </a:lnTo>
                  <a:lnTo>
                    <a:pt x="1128" y="108"/>
                  </a:lnTo>
                  <a:lnTo>
                    <a:pt x="1128" y="84"/>
                  </a:lnTo>
                  <a:lnTo>
                    <a:pt x="1116" y="78"/>
                  </a:lnTo>
                  <a:lnTo>
                    <a:pt x="1110" y="72"/>
                  </a:lnTo>
                  <a:lnTo>
                    <a:pt x="1098" y="66"/>
                  </a:lnTo>
                  <a:lnTo>
                    <a:pt x="1092" y="60"/>
                  </a:lnTo>
                  <a:lnTo>
                    <a:pt x="1080" y="60"/>
                  </a:lnTo>
                  <a:lnTo>
                    <a:pt x="1086" y="42"/>
                  </a:lnTo>
                  <a:lnTo>
                    <a:pt x="1062" y="42"/>
                  </a:lnTo>
                  <a:lnTo>
                    <a:pt x="1044" y="18"/>
                  </a:lnTo>
                  <a:lnTo>
                    <a:pt x="1050" y="0"/>
                  </a:lnTo>
                  <a:lnTo>
                    <a:pt x="1020" y="18"/>
                  </a:lnTo>
                  <a:lnTo>
                    <a:pt x="1044" y="54"/>
                  </a:lnTo>
                  <a:lnTo>
                    <a:pt x="1032" y="90"/>
                  </a:lnTo>
                  <a:lnTo>
                    <a:pt x="1056" y="102"/>
                  </a:lnTo>
                  <a:lnTo>
                    <a:pt x="1044" y="108"/>
                  </a:lnTo>
                  <a:lnTo>
                    <a:pt x="1044" y="126"/>
                  </a:lnTo>
                  <a:lnTo>
                    <a:pt x="1068" y="132"/>
                  </a:lnTo>
                  <a:lnTo>
                    <a:pt x="1044" y="150"/>
                  </a:lnTo>
                  <a:lnTo>
                    <a:pt x="1062" y="156"/>
                  </a:lnTo>
                  <a:lnTo>
                    <a:pt x="1062" y="168"/>
                  </a:lnTo>
                  <a:lnTo>
                    <a:pt x="1056" y="174"/>
                  </a:lnTo>
                  <a:lnTo>
                    <a:pt x="1056" y="192"/>
                  </a:lnTo>
                  <a:lnTo>
                    <a:pt x="1068" y="198"/>
                  </a:lnTo>
                  <a:lnTo>
                    <a:pt x="1074" y="204"/>
                  </a:lnTo>
                  <a:lnTo>
                    <a:pt x="1056" y="210"/>
                  </a:lnTo>
                  <a:lnTo>
                    <a:pt x="1044" y="222"/>
                  </a:lnTo>
                  <a:lnTo>
                    <a:pt x="1062" y="234"/>
                  </a:lnTo>
                  <a:lnTo>
                    <a:pt x="1038" y="258"/>
                  </a:lnTo>
                  <a:lnTo>
                    <a:pt x="1032" y="270"/>
                  </a:lnTo>
                  <a:lnTo>
                    <a:pt x="1026" y="276"/>
                  </a:lnTo>
                  <a:lnTo>
                    <a:pt x="1026" y="288"/>
                  </a:lnTo>
                  <a:lnTo>
                    <a:pt x="1038" y="300"/>
                  </a:lnTo>
                  <a:lnTo>
                    <a:pt x="1026" y="300"/>
                  </a:lnTo>
                  <a:lnTo>
                    <a:pt x="1014" y="306"/>
                  </a:lnTo>
                  <a:lnTo>
                    <a:pt x="1002" y="306"/>
                  </a:lnTo>
                  <a:lnTo>
                    <a:pt x="978" y="318"/>
                  </a:lnTo>
                  <a:lnTo>
                    <a:pt x="948" y="348"/>
                  </a:lnTo>
                  <a:lnTo>
                    <a:pt x="930" y="360"/>
                  </a:lnTo>
                  <a:lnTo>
                    <a:pt x="894" y="372"/>
                  </a:lnTo>
                  <a:lnTo>
                    <a:pt x="870" y="384"/>
                  </a:lnTo>
                  <a:lnTo>
                    <a:pt x="858" y="396"/>
                  </a:lnTo>
                  <a:lnTo>
                    <a:pt x="858" y="432"/>
                  </a:lnTo>
                  <a:lnTo>
                    <a:pt x="864" y="444"/>
                  </a:lnTo>
                  <a:lnTo>
                    <a:pt x="870" y="450"/>
                  </a:lnTo>
                  <a:lnTo>
                    <a:pt x="870" y="456"/>
                  </a:lnTo>
                  <a:lnTo>
                    <a:pt x="924" y="456"/>
                  </a:lnTo>
                  <a:lnTo>
                    <a:pt x="924" y="474"/>
                  </a:lnTo>
                  <a:lnTo>
                    <a:pt x="918" y="486"/>
                  </a:lnTo>
                  <a:lnTo>
                    <a:pt x="918" y="522"/>
                  </a:lnTo>
                  <a:lnTo>
                    <a:pt x="894" y="534"/>
                  </a:lnTo>
                  <a:lnTo>
                    <a:pt x="882" y="534"/>
                  </a:lnTo>
                  <a:lnTo>
                    <a:pt x="864" y="540"/>
                  </a:lnTo>
                  <a:lnTo>
                    <a:pt x="852" y="546"/>
                  </a:lnTo>
                  <a:lnTo>
                    <a:pt x="852" y="558"/>
                  </a:lnTo>
                  <a:lnTo>
                    <a:pt x="840" y="570"/>
                  </a:lnTo>
                  <a:lnTo>
                    <a:pt x="852" y="576"/>
                  </a:lnTo>
                  <a:lnTo>
                    <a:pt x="858" y="582"/>
                  </a:lnTo>
                  <a:lnTo>
                    <a:pt x="876" y="588"/>
                  </a:lnTo>
                  <a:lnTo>
                    <a:pt x="888" y="588"/>
                  </a:lnTo>
                  <a:lnTo>
                    <a:pt x="912" y="576"/>
                  </a:lnTo>
                  <a:lnTo>
                    <a:pt x="924" y="558"/>
                  </a:lnTo>
                  <a:lnTo>
                    <a:pt x="972" y="510"/>
                  </a:lnTo>
                  <a:lnTo>
                    <a:pt x="996" y="498"/>
                  </a:lnTo>
                  <a:lnTo>
                    <a:pt x="1014" y="492"/>
                  </a:lnTo>
                  <a:lnTo>
                    <a:pt x="1026" y="486"/>
                  </a:lnTo>
                  <a:lnTo>
                    <a:pt x="1032" y="480"/>
                  </a:lnTo>
                  <a:lnTo>
                    <a:pt x="1038" y="480"/>
                  </a:lnTo>
                  <a:lnTo>
                    <a:pt x="1044" y="474"/>
                  </a:lnTo>
                  <a:lnTo>
                    <a:pt x="1050" y="462"/>
                  </a:lnTo>
                  <a:lnTo>
                    <a:pt x="1056" y="462"/>
                  </a:lnTo>
                  <a:lnTo>
                    <a:pt x="1062" y="456"/>
                  </a:lnTo>
                  <a:lnTo>
                    <a:pt x="1074" y="450"/>
                  </a:lnTo>
                  <a:lnTo>
                    <a:pt x="1080" y="444"/>
                  </a:lnTo>
                  <a:lnTo>
                    <a:pt x="1080" y="420"/>
                  </a:lnTo>
                  <a:lnTo>
                    <a:pt x="1074" y="414"/>
                  </a:lnTo>
                  <a:lnTo>
                    <a:pt x="1080" y="414"/>
                  </a:lnTo>
                  <a:lnTo>
                    <a:pt x="1086" y="408"/>
                  </a:lnTo>
                  <a:lnTo>
                    <a:pt x="1110" y="396"/>
                  </a:lnTo>
                  <a:lnTo>
                    <a:pt x="1140" y="396"/>
                  </a:lnTo>
                  <a:lnTo>
                    <a:pt x="1152" y="402"/>
                  </a:lnTo>
                  <a:lnTo>
                    <a:pt x="1164" y="402"/>
                  </a:lnTo>
                  <a:lnTo>
                    <a:pt x="1176" y="390"/>
                  </a:lnTo>
                  <a:lnTo>
                    <a:pt x="1176" y="360"/>
                  </a:lnTo>
                  <a:lnTo>
                    <a:pt x="1200" y="360"/>
                  </a:lnTo>
                  <a:lnTo>
                    <a:pt x="1212" y="354"/>
                  </a:lnTo>
                  <a:lnTo>
                    <a:pt x="1218" y="354"/>
                  </a:lnTo>
                  <a:lnTo>
                    <a:pt x="1224" y="348"/>
                  </a:lnTo>
                  <a:lnTo>
                    <a:pt x="1224" y="32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68" name="Netherlands" descr="© INSCALE GmbH, 05.05.2010&#10;http://www.presentationload.com/">
              <a:extLst>
                <a:ext uri="{FF2B5EF4-FFF2-40B4-BE49-F238E27FC236}">
                  <a16:creationId xmlns:a16="http://schemas.microsoft.com/office/drawing/2014/main" id="{5CDACC52-2A82-40D6-B0C5-4388ACD9CC2A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825041" y="1595545"/>
              <a:ext cx="89177" cy="69360"/>
            </a:xfrm>
            <a:custGeom>
              <a:avLst/>
              <a:gdLst>
                <a:gd name="T0" fmla="*/ 0 w 270"/>
                <a:gd name="T1" fmla="*/ 2147483647 h 210"/>
                <a:gd name="T2" fmla="*/ 2147483647 w 270"/>
                <a:gd name="T3" fmla="*/ 2147483647 h 210"/>
                <a:gd name="T4" fmla="*/ 2147483647 w 270"/>
                <a:gd name="T5" fmla="*/ 2147483647 h 210"/>
                <a:gd name="T6" fmla="*/ 2147483647 w 270"/>
                <a:gd name="T7" fmla="*/ 2147483647 h 210"/>
                <a:gd name="T8" fmla="*/ 2147483647 w 270"/>
                <a:gd name="T9" fmla="*/ 2147483647 h 210"/>
                <a:gd name="T10" fmla="*/ 2147483647 w 270"/>
                <a:gd name="T11" fmla="*/ 2147483647 h 210"/>
                <a:gd name="T12" fmla="*/ 2147483647 w 270"/>
                <a:gd name="T13" fmla="*/ 2147483647 h 210"/>
                <a:gd name="T14" fmla="*/ 2147483647 w 270"/>
                <a:gd name="T15" fmla="*/ 2147483647 h 210"/>
                <a:gd name="T16" fmla="*/ 2147483647 w 270"/>
                <a:gd name="T17" fmla="*/ 2147483647 h 210"/>
                <a:gd name="T18" fmla="*/ 2147483647 w 270"/>
                <a:gd name="T19" fmla="*/ 2147483647 h 210"/>
                <a:gd name="T20" fmla="*/ 2147483647 w 270"/>
                <a:gd name="T21" fmla="*/ 2147483647 h 210"/>
                <a:gd name="T22" fmla="*/ 2147483647 w 270"/>
                <a:gd name="T23" fmla="*/ 2147483647 h 210"/>
                <a:gd name="T24" fmla="*/ 2147483647 w 270"/>
                <a:gd name="T25" fmla="*/ 2147483647 h 210"/>
                <a:gd name="T26" fmla="*/ 2147483647 w 270"/>
                <a:gd name="T27" fmla="*/ 2147483647 h 210"/>
                <a:gd name="T28" fmla="*/ 2147483647 w 270"/>
                <a:gd name="T29" fmla="*/ 2147483647 h 210"/>
                <a:gd name="T30" fmla="*/ 2147483647 w 270"/>
                <a:gd name="T31" fmla="*/ 2147483647 h 210"/>
                <a:gd name="T32" fmla="*/ 2147483647 w 270"/>
                <a:gd name="T33" fmla="*/ 2147483647 h 210"/>
                <a:gd name="T34" fmla="*/ 2147483647 w 270"/>
                <a:gd name="T35" fmla="*/ 2147483647 h 210"/>
                <a:gd name="T36" fmla="*/ 2147483647 w 270"/>
                <a:gd name="T37" fmla="*/ 2147483647 h 210"/>
                <a:gd name="T38" fmla="*/ 2147483647 w 270"/>
                <a:gd name="T39" fmla="*/ 2147483647 h 210"/>
                <a:gd name="T40" fmla="*/ 2147483647 w 270"/>
                <a:gd name="T41" fmla="*/ 2147483647 h 210"/>
                <a:gd name="T42" fmla="*/ 2147483647 w 270"/>
                <a:gd name="T43" fmla="*/ 2147483647 h 210"/>
                <a:gd name="T44" fmla="*/ 2147483647 w 270"/>
                <a:gd name="T45" fmla="*/ 2147483647 h 210"/>
                <a:gd name="T46" fmla="*/ 2147483647 w 270"/>
                <a:gd name="T47" fmla="*/ 2147483647 h 210"/>
                <a:gd name="T48" fmla="*/ 2147483647 w 270"/>
                <a:gd name="T49" fmla="*/ 2147483647 h 210"/>
                <a:gd name="T50" fmla="*/ 2147483647 w 270"/>
                <a:gd name="T51" fmla="*/ 2147483647 h 210"/>
                <a:gd name="T52" fmla="*/ 2147483647 w 270"/>
                <a:gd name="T53" fmla="*/ 2147483647 h 210"/>
                <a:gd name="T54" fmla="*/ 2147483647 w 270"/>
                <a:gd name="T55" fmla="*/ 2147483647 h 210"/>
                <a:gd name="T56" fmla="*/ 2147483647 w 270"/>
                <a:gd name="T57" fmla="*/ 2147483647 h 210"/>
                <a:gd name="T58" fmla="*/ 2147483647 w 270"/>
                <a:gd name="T59" fmla="*/ 0 h 210"/>
                <a:gd name="T60" fmla="*/ 2147483647 w 270"/>
                <a:gd name="T61" fmla="*/ 2147483647 h 210"/>
                <a:gd name="T62" fmla="*/ 2147483647 w 270"/>
                <a:gd name="T63" fmla="*/ 2147483647 h 210"/>
                <a:gd name="T64" fmla="*/ 2147483647 w 270"/>
                <a:gd name="T65" fmla="*/ 2147483647 h 210"/>
                <a:gd name="T66" fmla="*/ 2147483647 w 270"/>
                <a:gd name="T67" fmla="*/ 2147483647 h 210"/>
                <a:gd name="T68" fmla="*/ 2147483647 w 270"/>
                <a:gd name="T69" fmla="*/ 2147483647 h 210"/>
                <a:gd name="T70" fmla="*/ 2147483647 w 270"/>
                <a:gd name="T71" fmla="*/ 2147483647 h 210"/>
                <a:gd name="T72" fmla="*/ 2147483647 w 270"/>
                <a:gd name="T73" fmla="*/ 2147483647 h 210"/>
                <a:gd name="T74" fmla="*/ 2147483647 w 270"/>
                <a:gd name="T75" fmla="*/ 2147483647 h 210"/>
                <a:gd name="T76" fmla="*/ 2147483647 w 270"/>
                <a:gd name="T77" fmla="*/ 2147483647 h 210"/>
                <a:gd name="T78" fmla="*/ 2147483647 w 270"/>
                <a:gd name="T79" fmla="*/ 2147483647 h 210"/>
                <a:gd name="T80" fmla="*/ 2147483647 w 270"/>
                <a:gd name="T81" fmla="*/ 2147483647 h 210"/>
                <a:gd name="T82" fmla="*/ 2147483647 w 270"/>
                <a:gd name="T83" fmla="*/ 2147483647 h 210"/>
                <a:gd name="T84" fmla="*/ 2147483647 w 270"/>
                <a:gd name="T85" fmla="*/ 2147483647 h 210"/>
                <a:gd name="T86" fmla="*/ 2147483647 w 270"/>
                <a:gd name="T87" fmla="*/ 2147483647 h 210"/>
                <a:gd name="T88" fmla="*/ 2147483647 w 270"/>
                <a:gd name="T89" fmla="*/ 2147483647 h 21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70"/>
                <a:gd name="T136" fmla="*/ 0 h 210"/>
                <a:gd name="T137" fmla="*/ 270 w 270"/>
                <a:gd name="T138" fmla="*/ 210 h 21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70" h="210">
                  <a:moveTo>
                    <a:pt x="18" y="156"/>
                  </a:moveTo>
                  <a:lnTo>
                    <a:pt x="0" y="174"/>
                  </a:lnTo>
                  <a:lnTo>
                    <a:pt x="12" y="162"/>
                  </a:lnTo>
                  <a:lnTo>
                    <a:pt x="24" y="162"/>
                  </a:lnTo>
                  <a:lnTo>
                    <a:pt x="30" y="168"/>
                  </a:lnTo>
                  <a:lnTo>
                    <a:pt x="54" y="168"/>
                  </a:lnTo>
                  <a:lnTo>
                    <a:pt x="60" y="174"/>
                  </a:lnTo>
                  <a:lnTo>
                    <a:pt x="66" y="162"/>
                  </a:lnTo>
                  <a:lnTo>
                    <a:pt x="84" y="168"/>
                  </a:lnTo>
                  <a:lnTo>
                    <a:pt x="84" y="156"/>
                  </a:lnTo>
                  <a:lnTo>
                    <a:pt x="96" y="162"/>
                  </a:lnTo>
                  <a:lnTo>
                    <a:pt x="96" y="156"/>
                  </a:lnTo>
                  <a:lnTo>
                    <a:pt x="132" y="156"/>
                  </a:lnTo>
                  <a:lnTo>
                    <a:pt x="132" y="168"/>
                  </a:lnTo>
                  <a:lnTo>
                    <a:pt x="138" y="174"/>
                  </a:lnTo>
                  <a:lnTo>
                    <a:pt x="150" y="174"/>
                  </a:lnTo>
                  <a:lnTo>
                    <a:pt x="162" y="168"/>
                  </a:lnTo>
                  <a:lnTo>
                    <a:pt x="168" y="168"/>
                  </a:lnTo>
                  <a:lnTo>
                    <a:pt x="174" y="174"/>
                  </a:lnTo>
                  <a:lnTo>
                    <a:pt x="174" y="192"/>
                  </a:lnTo>
                  <a:lnTo>
                    <a:pt x="168" y="198"/>
                  </a:lnTo>
                  <a:lnTo>
                    <a:pt x="168" y="210"/>
                  </a:lnTo>
                  <a:lnTo>
                    <a:pt x="180" y="210"/>
                  </a:lnTo>
                  <a:lnTo>
                    <a:pt x="180" y="198"/>
                  </a:lnTo>
                  <a:lnTo>
                    <a:pt x="186" y="192"/>
                  </a:lnTo>
                  <a:lnTo>
                    <a:pt x="186" y="180"/>
                  </a:lnTo>
                  <a:lnTo>
                    <a:pt x="180" y="174"/>
                  </a:lnTo>
                  <a:lnTo>
                    <a:pt x="186" y="168"/>
                  </a:lnTo>
                  <a:lnTo>
                    <a:pt x="198" y="162"/>
                  </a:lnTo>
                  <a:lnTo>
                    <a:pt x="198" y="156"/>
                  </a:lnTo>
                  <a:lnTo>
                    <a:pt x="192" y="150"/>
                  </a:lnTo>
                  <a:lnTo>
                    <a:pt x="192" y="144"/>
                  </a:lnTo>
                  <a:lnTo>
                    <a:pt x="186" y="120"/>
                  </a:lnTo>
                  <a:lnTo>
                    <a:pt x="192" y="120"/>
                  </a:lnTo>
                  <a:lnTo>
                    <a:pt x="198" y="126"/>
                  </a:lnTo>
                  <a:lnTo>
                    <a:pt x="222" y="126"/>
                  </a:lnTo>
                  <a:lnTo>
                    <a:pt x="222" y="120"/>
                  </a:lnTo>
                  <a:lnTo>
                    <a:pt x="228" y="114"/>
                  </a:lnTo>
                  <a:lnTo>
                    <a:pt x="234" y="114"/>
                  </a:lnTo>
                  <a:lnTo>
                    <a:pt x="240" y="102"/>
                  </a:lnTo>
                  <a:lnTo>
                    <a:pt x="246" y="96"/>
                  </a:lnTo>
                  <a:lnTo>
                    <a:pt x="252" y="96"/>
                  </a:lnTo>
                  <a:lnTo>
                    <a:pt x="252" y="90"/>
                  </a:lnTo>
                  <a:lnTo>
                    <a:pt x="240" y="78"/>
                  </a:lnTo>
                  <a:lnTo>
                    <a:pt x="234" y="78"/>
                  </a:lnTo>
                  <a:lnTo>
                    <a:pt x="228" y="72"/>
                  </a:lnTo>
                  <a:lnTo>
                    <a:pt x="228" y="66"/>
                  </a:lnTo>
                  <a:lnTo>
                    <a:pt x="234" y="66"/>
                  </a:lnTo>
                  <a:lnTo>
                    <a:pt x="246" y="60"/>
                  </a:lnTo>
                  <a:lnTo>
                    <a:pt x="258" y="60"/>
                  </a:lnTo>
                  <a:lnTo>
                    <a:pt x="252" y="54"/>
                  </a:lnTo>
                  <a:lnTo>
                    <a:pt x="252" y="36"/>
                  </a:lnTo>
                  <a:lnTo>
                    <a:pt x="258" y="36"/>
                  </a:lnTo>
                  <a:lnTo>
                    <a:pt x="270" y="30"/>
                  </a:lnTo>
                  <a:lnTo>
                    <a:pt x="264" y="18"/>
                  </a:lnTo>
                  <a:lnTo>
                    <a:pt x="270" y="12"/>
                  </a:lnTo>
                  <a:lnTo>
                    <a:pt x="264" y="12"/>
                  </a:lnTo>
                  <a:lnTo>
                    <a:pt x="252" y="6"/>
                  </a:lnTo>
                  <a:lnTo>
                    <a:pt x="246" y="6"/>
                  </a:lnTo>
                  <a:lnTo>
                    <a:pt x="234" y="0"/>
                  </a:lnTo>
                  <a:lnTo>
                    <a:pt x="180" y="0"/>
                  </a:lnTo>
                  <a:lnTo>
                    <a:pt x="168" y="12"/>
                  </a:lnTo>
                  <a:lnTo>
                    <a:pt x="156" y="18"/>
                  </a:lnTo>
                  <a:lnTo>
                    <a:pt x="156" y="30"/>
                  </a:lnTo>
                  <a:lnTo>
                    <a:pt x="162" y="36"/>
                  </a:lnTo>
                  <a:lnTo>
                    <a:pt x="162" y="54"/>
                  </a:lnTo>
                  <a:lnTo>
                    <a:pt x="168" y="60"/>
                  </a:lnTo>
                  <a:lnTo>
                    <a:pt x="174" y="60"/>
                  </a:lnTo>
                  <a:lnTo>
                    <a:pt x="180" y="66"/>
                  </a:lnTo>
                  <a:lnTo>
                    <a:pt x="180" y="78"/>
                  </a:lnTo>
                  <a:lnTo>
                    <a:pt x="168" y="84"/>
                  </a:lnTo>
                  <a:lnTo>
                    <a:pt x="162" y="90"/>
                  </a:lnTo>
                  <a:lnTo>
                    <a:pt x="144" y="90"/>
                  </a:lnTo>
                  <a:lnTo>
                    <a:pt x="138" y="84"/>
                  </a:lnTo>
                  <a:lnTo>
                    <a:pt x="138" y="66"/>
                  </a:lnTo>
                  <a:lnTo>
                    <a:pt x="150" y="54"/>
                  </a:lnTo>
                  <a:lnTo>
                    <a:pt x="150" y="36"/>
                  </a:lnTo>
                  <a:lnTo>
                    <a:pt x="144" y="30"/>
                  </a:lnTo>
                  <a:lnTo>
                    <a:pt x="144" y="24"/>
                  </a:lnTo>
                  <a:lnTo>
                    <a:pt x="132" y="36"/>
                  </a:lnTo>
                  <a:lnTo>
                    <a:pt x="120" y="42"/>
                  </a:lnTo>
                  <a:lnTo>
                    <a:pt x="114" y="48"/>
                  </a:lnTo>
                  <a:lnTo>
                    <a:pt x="102" y="54"/>
                  </a:lnTo>
                  <a:lnTo>
                    <a:pt x="96" y="66"/>
                  </a:lnTo>
                  <a:lnTo>
                    <a:pt x="96" y="84"/>
                  </a:lnTo>
                  <a:lnTo>
                    <a:pt x="90" y="90"/>
                  </a:lnTo>
                  <a:lnTo>
                    <a:pt x="90" y="102"/>
                  </a:lnTo>
                  <a:lnTo>
                    <a:pt x="60" y="132"/>
                  </a:lnTo>
                  <a:lnTo>
                    <a:pt x="72" y="144"/>
                  </a:lnTo>
                  <a:lnTo>
                    <a:pt x="42" y="144"/>
                  </a:lnTo>
                  <a:lnTo>
                    <a:pt x="18" y="15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69" name="Nepal" descr="© INSCALE GmbH, 05.05.2010&#10;http://www.presentationload.com/">
              <a:extLst>
                <a:ext uri="{FF2B5EF4-FFF2-40B4-BE49-F238E27FC236}">
                  <a16:creationId xmlns:a16="http://schemas.microsoft.com/office/drawing/2014/main" id="{8B59D194-D964-4DC6-88B0-A6ED90BE00EE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5556881" y="2195375"/>
              <a:ext cx="193863" cy="107893"/>
            </a:xfrm>
            <a:custGeom>
              <a:avLst/>
              <a:gdLst>
                <a:gd name="T0" fmla="*/ 2147483647 w 588"/>
                <a:gd name="T1" fmla="*/ 2147483647 h 330"/>
                <a:gd name="T2" fmla="*/ 2147483647 w 588"/>
                <a:gd name="T3" fmla="*/ 2147483647 h 330"/>
                <a:gd name="T4" fmla="*/ 2147483647 w 588"/>
                <a:gd name="T5" fmla="*/ 2147483647 h 330"/>
                <a:gd name="T6" fmla="*/ 2147483647 w 588"/>
                <a:gd name="T7" fmla="*/ 2147483647 h 330"/>
                <a:gd name="T8" fmla="*/ 2147483647 w 588"/>
                <a:gd name="T9" fmla="*/ 2147483647 h 330"/>
                <a:gd name="T10" fmla="*/ 2147483647 w 588"/>
                <a:gd name="T11" fmla="*/ 2147483647 h 330"/>
                <a:gd name="T12" fmla="*/ 2147483647 w 588"/>
                <a:gd name="T13" fmla="*/ 2147483647 h 330"/>
                <a:gd name="T14" fmla="*/ 2147483647 w 588"/>
                <a:gd name="T15" fmla="*/ 2147483647 h 330"/>
                <a:gd name="T16" fmla="*/ 2147483647 w 588"/>
                <a:gd name="T17" fmla="*/ 2147483647 h 330"/>
                <a:gd name="T18" fmla="*/ 2147483647 w 588"/>
                <a:gd name="T19" fmla="*/ 2147483647 h 330"/>
                <a:gd name="T20" fmla="*/ 2147483647 w 588"/>
                <a:gd name="T21" fmla="*/ 2147483647 h 330"/>
                <a:gd name="T22" fmla="*/ 2147483647 w 588"/>
                <a:gd name="T23" fmla="*/ 2147483647 h 330"/>
                <a:gd name="T24" fmla="*/ 2147483647 w 588"/>
                <a:gd name="T25" fmla="*/ 2147483647 h 330"/>
                <a:gd name="T26" fmla="*/ 2147483647 w 588"/>
                <a:gd name="T27" fmla="*/ 2147483647 h 330"/>
                <a:gd name="T28" fmla="*/ 2147483647 w 588"/>
                <a:gd name="T29" fmla="*/ 2147483647 h 330"/>
                <a:gd name="T30" fmla="*/ 2147483647 w 588"/>
                <a:gd name="T31" fmla="*/ 2147483647 h 330"/>
                <a:gd name="T32" fmla="*/ 2147483647 w 588"/>
                <a:gd name="T33" fmla="*/ 2147483647 h 330"/>
                <a:gd name="T34" fmla="*/ 2147483647 w 588"/>
                <a:gd name="T35" fmla="*/ 2147483647 h 330"/>
                <a:gd name="T36" fmla="*/ 2147483647 w 588"/>
                <a:gd name="T37" fmla="*/ 2147483647 h 330"/>
                <a:gd name="T38" fmla="*/ 2147483647 w 588"/>
                <a:gd name="T39" fmla="*/ 2147483647 h 330"/>
                <a:gd name="T40" fmla="*/ 2147483647 w 588"/>
                <a:gd name="T41" fmla="*/ 2147483647 h 330"/>
                <a:gd name="T42" fmla="*/ 2147483647 w 588"/>
                <a:gd name="T43" fmla="*/ 2147483647 h 330"/>
                <a:gd name="T44" fmla="*/ 2147483647 w 588"/>
                <a:gd name="T45" fmla="*/ 2147483647 h 330"/>
                <a:gd name="T46" fmla="*/ 2147483647 w 588"/>
                <a:gd name="T47" fmla="*/ 2147483647 h 330"/>
                <a:gd name="T48" fmla="*/ 2147483647 w 588"/>
                <a:gd name="T49" fmla="*/ 2147483647 h 330"/>
                <a:gd name="T50" fmla="*/ 2147483647 w 588"/>
                <a:gd name="T51" fmla="*/ 2147483647 h 330"/>
                <a:gd name="T52" fmla="*/ 2147483647 w 588"/>
                <a:gd name="T53" fmla="*/ 2147483647 h 330"/>
                <a:gd name="T54" fmla="*/ 2147483647 w 588"/>
                <a:gd name="T55" fmla="*/ 2147483647 h 330"/>
                <a:gd name="T56" fmla="*/ 2147483647 w 588"/>
                <a:gd name="T57" fmla="*/ 2147483647 h 330"/>
                <a:gd name="T58" fmla="*/ 2147483647 w 588"/>
                <a:gd name="T59" fmla="*/ 2147483647 h 330"/>
                <a:gd name="T60" fmla="*/ 2147483647 w 588"/>
                <a:gd name="T61" fmla="*/ 2147483647 h 330"/>
                <a:gd name="T62" fmla="*/ 2147483647 w 588"/>
                <a:gd name="T63" fmla="*/ 2147483647 h 330"/>
                <a:gd name="T64" fmla="*/ 2147483647 w 588"/>
                <a:gd name="T65" fmla="*/ 2147483647 h 330"/>
                <a:gd name="T66" fmla="*/ 2147483647 w 588"/>
                <a:gd name="T67" fmla="*/ 2147483647 h 330"/>
                <a:gd name="T68" fmla="*/ 2147483647 w 588"/>
                <a:gd name="T69" fmla="*/ 2147483647 h 330"/>
                <a:gd name="T70" fmla="*/ 2147483647 w 588"/>
                <a:gd name="T71" fmla="*/ 0 h 330"/>
                <a:gd name="T72" fmla="*/ 2147483647 w 588"/>
                <a:gd name="T73" fmla="*/ 2147483647 h 330"/>
                <a:gd name="T74" fmla="*/ 2147483647 w 588"/>
                <a:gd name="T75" fmla="*/ 2147483647 h 330"/>
                <a:gd name="T76" fmla="*/ 2147483647 w 588"/>
                <a:gd name="T77" fmla="*/ 2147483647 h 330"/>
                <a:gd name="T78" fmla="*/ 2147483647 w 588"/>
                <a:gd name="T79" fmla="*/ 2147483647 h 330"/>
                <a:gd name="T80" fmla="*/ 2147483647 w 588"/>
                <a:gd name="T81" fmla="*/ 2147483647 h 330"/>
                <a:gd name="T82" fmla="*/ 2147483647 w 588"/>
                <a:gd name="T83" fmla="*/ 2147483647 h 330"/>
                <a:gd name="T84" fmla="*/ 0 w 588"/>
                <a:gd name="T85" fmla="*/ 2147483647 h 330"/>
                <a:gd name="T86" fmla="*/ 2147483647 w 588"/>
                <a:gd name="T87" fmla="*/ 2147483647 h 330"/>
                <a:gd name="T88" fmla="*/ 2147483647 w 588"/>
                <a:gd name="T89" fmla="*/ 2147483647 h 330"/>
                <a:gd name="T90" fmla="*/ 2147483647 w 588"/>
                <a:gd name="T91" fmla="*/ 2147483647 h 330"/>
                <a:gd name="T92" fmla="*/ 2147483647 w 588"/>
                <a:gd name="T93" fmla="*/ 2147483647 h 330"/>
                <a:gd name="T94" fmla="*/ 2147483647 w 588"/>
                <a:gd name="T95" fmla="*/ 2147483647 h 330"/>
                <a:gd name="T96" fmla="*/ 2147483647 w 588"/>
                <a:gd name="T97" fmla="*/ 2147483647 h 330"/>
                <a:gd name="T98" fmla="*/ 2147483647 w 588"/>
                <a:gd name="T99" fmla="*/ 2147483647 h 330"/>
                <a:gd name="T100" fmla="*/ 2147483647 w 588"/>
                <a:gd name="T101" fmla="*/ 2147483647 h 330"/>
                <a:gd name="T102" fmla="*/ 2147483647 w 588"/>
                <a:gd name="T103" fmla="*/ 2147483647 h 330"/>
                <a:gd name="T104" fmla="*/ 2147483647 w 588"/>
                <a:gd name="T105" fmla="*/ 2147483647 h 330"/>
                <a:gd name="T106" fmla="*/ 2147483647 w 588"/>
                <a:gd name="T107" fmla="*/ 2147483647 h 330"/>
                <a:gd name="T108" fmla="*/ 2147483647 w 588"/>
                <a:gd name="T109" fmla="*/ 2147483647 h 33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88"/>
                <a:gd name="T166" fmla="*/ 0 h 330"/>
                <a:gd name="T167" fmla="*/ 588 w 588"/>
                <a:gd name="T168" fmla="*/ 330 h 33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88" h="330">
                  <a:moveTo>
                    <a:pt x="294" y="234"/>
                  </a:moveTo>
                  <a:lnTo>
                    <a:pt x="306" y="246"/>
                  </a:lnTo>
                  <a:lnTo>
                    <a:pt x="306" y="252"/>
                  </a:lnTo>
                  <a:lnTo>
                    <a:pt x="330" y="252"/>
                  </a:lnTo>
                  <a:lnTo>
                    <a:pt x="384" y="306"/>
                  </a:lnTo>
                  <a:lnTo>
                    <a:pt x="402" y="294"/>
                  </a:lnTo>
                  <a:lnTo>
                    <a:pt x="432" y="312"/>
                  </a:lnTo>
                  <a:lnTo>
                    <a:pt x="438" y="306"/>
                  </a:lnTo>
                  <a:lnTo>
                    <a:pt x="456" y="306"/>
                  </a:lnTo>
                  <a:lnTo>
                    <a:pt x="474" y="312"/>
                  </a:lnTo>
                  <a:lnTo>
                    <a:pt x="486" y="318"/>
                  </a:lnTo>
                  <a:lnTo>
                    <a:pt x="492" y="330"/>
                  </a:lnTo>
                  <a:lnTo>
                    <a:pt x="498" y="318"/>
                  </a:lnTo>
                  <a:lnTo>
                    <a:pt x="510" y="312"/>
                  </a:lnTo>
                  <a:lnTo>
                    <a:pt x="516" y="312"/>
                  </a:lnTo>
                  <a:lnTo>
                    <a:pt x="522" y="318"/>
                  </a:lnTo>
                  <a:lnTo>
                    <a:pt x="522" y="330"/>
                  </a:lnTo>
                  <a:lnTo>
                    <a:pt x="588" y="330"/>
                  </a:lnTo>
                  <a:lnTo>
                    <a:pt x="588" y="294"/>
                  </a:lnTo>
                  <a:lnTo>
                    <a:pt x="576" y="270"/>
                  </a:lnTo>
                  <a:lnTo>
                    <a:pt x="576" y="222"/>
                  </a:lnTo>
                  <a:lnTo>
                    <a:pt x="564" y="204"/>
                  </a:lnTo>
                  <a:lnTo>
                    <a:pt x="540" y="216"/>
                  </a:lnTo>
                  <a:lnTo>
                    <a:pt x="522" y="216"/>
                  </a:lnTo>
                  <a:lnTo>
                    <a:pt x="498" y="204"/>
                  </a:lnTo>
                  <a:lnTo>
                    <a:pt x="480" y="198"/>
                  </a:lnTo>
                  <a:lnTo>
                    <a:pt x="474" y="192"/>
                  </a:lnTo>
                  <a:lnTo>
                    <a:pt x="462" y="186"/>
                  </a:lnTo>
                  <a:lnTo>
                    <a:pt x="462" y="192"/>
                  </a:lnTo>
                  <a:lnTo>
                    <a:pt x="456" y="198"/>
                  </a:lnTo>
                  <a:lnTo>
                    <a:pt x="438" y="198"/>
                  </a:lnTo>
                  <a:lnTo>
                    <a:pt x="432" y="192"/>
                  </a:lnTo>
                  <a:lnTo>
                    <a:pt x="432" y="180"/>
                  </a:lnTo>
                  <a:lnTo>
                    <a:pt x="432" y="186"/>
                  </a:lnTo>
                  <a:lnTo>
                    <a:pt x="420" y="198"/>
                  </a:lnTo>
                  <a:lnTo>
                    <a:pt x="408" y="198"/>
                  </a:lnTo>
                  <a:lnTo>
                    <a:pt x="402" y="192"/>
                  </a:lnTo>
                  <a:lnTo>
                    <a:pt x="402" y="174"/>
                  </a:lnTo>
                  <a:lnTo>
                    <a:pt x="396" y="174"/>
                  </a:lnTo>
                  <a:lnTo>
                    <a:pt x="390" y="180"/>
                  </a:lnTo>
                  <a:lnTo>
                    <a:pt x="378" y="180"/>
                  </a:lnTo>
                  <a:lnTo>
                    <a:pt x="360" y="174"/>
                  </a:lnTo>
                  <a:lnTo>
                    <a:pt x="354" y="168"/>
                  </a:lnTo>
                  <a:lnTo>
                    <a:pt x="348" y="168"/>
                  </a:lnTo>
                  <a:lnTo>
                    <a:pt x="348" y="162"/>
                  </a:lnTo>
                  <a:lnTo>
                    <a:pt x="354" y="156"/>
                  </a:lnTo>
                  <a:lnTo>
                    <a:pt x="354" y="150"/>
                  </a:lnTo>
                  <a:lnTo>
                    <a:pt x="348" y="144"/>
                  </a:lnTo>
                  <a:lnTo>
                    <a:pt x="342" y="144"/>
                  </a:lnTo>
                  <a:lnTo>
                    <a:pt x="330" y="150"/>
                  </a:lnTo>
                  <a:lnTo>
                    <a:pt x="324" y="156"/>
                  </a:lnTo>
                  <a:lnTo>
                    <a:pt x="312" y="150"/>
                  </a:lnTo>
                  <a:lnTo>
                    <a:pt x="282" y="120"/>
                  </a:lnTo>
                  <a:lnTo>
                    <a:pt x="282" y="102"/>
                  </a:lnTo>
                  <a:lnTo>
                    <a:pt x="276" y="90"/>
                  </a:lnTo>
                  <a:lnTo>
                    <a:pt x="270" y="84"/>
                  </a:lnTo>
                  <a:lnTo>
                    <a:pt x="258" y="84"/>
                  </a:lnTo>
                  <a:lnTo>
                    <a:pt x="252" y="96"/>
                  </a:lnTo>
                  <a:lnTo>
                    <a:pt x="246" y="102"/>
                  </a:lnTo>
                  <a:lnTo>
                    <a:pt x="246" y="108"/>
                  </a:lnTo>
                  <a:lnTo>
                    <a:pt x="234" y="108"/>
                  </a:lnTo>
                  <a:lnTo>
                    <a:pt x="234" y="96"/>
                  </a:lnTo>
                  <a:lnTo>
                    <a:pt x="228" y="90"/>
                  </a:lnTo>
                  <a:lnTo>
                    <a:pt x="222" y="78"/>
                  </a:lnTo>
                  <a:lnTo>
                    <a:pt x="216" y="72"/>
                  </a:lnTo>
                  <a:lnTo>
                    <a:pt x="210" y="60"/>
                  </a:lnTo>
                  <a:lnTo>
                    <a:pt x="168" y="54"/>
                  </a:lnTo>
                  <a:lnTo>
                    <a:pt x="150" y="36"/>
                  </a:lnTo>
                  <a:lnTo>
                    <a:pt x="138" y="30"/>
                  </a:lnTo>
                  <a:lnTo>
                    <a:pt x="132" y="18"/>
                  </a:lnTo>
                  <a:lnTo>
                    <a:pt x="120" y="6"/>
                  </a:lnTo>
                  <a:lnTo>
                    <a:pt x="108" y="0"/>
                  </a:lnTo>
                  <a:lnTo>
                    <a:pt x="96" y="0"/>
                  </a:lnTo>
                  <a:lnTo>
                    <a:pt x="84" y="6"/>
                  </a:lnTo>
                  <a:lnTo>
                    <a:pt x="78" y="12"/>
                  </a:lnTo>
                  <a:lnTo>
                    <a:pt x="54" y="30"/>
                  </a:lnTo>
                  <a:lnTo>
                    <a:pt x="36" y="12"/>
                  </a:lnTo>
                  <a:lnTo>
                    <a:pt x="30" y="36"/>
                  </a:lnTo>
                  <a:lnTo>
                    <a:pt x="6" y="60"/>
                  </a:lnTo>
                  <a:lnTo>
                    <a:pt x="12" y="72"/>
                  </a:lnTo>
                  <a:lnTo>
                    <a:pt x="6" y="78"/>
                  </a:lnTo>
                  <a:lnTo>
                    <a:pt x="6" y="84"/>
                  </a:lnTo>
                  <a:lnTo>
                    <a:pt x="18" y="96"/>
                  </a:lnTo>
                  <a:lnTo>
                    <a:pt x="12" y="96"/>
                  </a:lnTo>
                  <a:lnTo>
                    <a:pt x="0" y="108"/>
                  </a:lnTo>
                  <a:lnTo>
                    <a:pt x="0" y="120"/>
                  </a:lnTo>
                  <a:lnTo>
                    <a:pt x="30" y="150"/>
                  </a:lnTo>
                  <a:lnTo>
                    <a:pt x="42" y="144"/>
                  </a:lnTo>
                  <a:lnTo>
                    <a:pt x="60" y="168"/>
                  </a:lnTo>
                  <a:lnTo>
                    <a:pt x="84" y="168"/>
                  </a:lnTo>
                  <a:lnTo>
                    <a:pt x="96" y="186"/>
                  </a:lnTo>
                  <a:lnTo>
                    <a:pt x="138" y="204"/>
                  </a:lnTo>
                  <a:lnTo>
                    <a:pt x="150" y="204"/>
                  </a:lnTo>
                  <a:lnTo>
                    <a:pt x="156" y="210"/>
                  </a:lnTo>
                  <a:lnTo>
                    <a:pt x="162" y="222"/>
                  </a:lnTo>
                  <a:lnTo>
                    <a:pt x="168" y="228"/>
                  </a:lnTo>
                  <a:lnTo>
                    <a:pt x="186" y="228"/>
                  </a:lnTo>
                  <a:lnTo>
                    <a:pt x="192" y="222"/>
                  </a:lnTo>
                  <a:lnTo>
                    <a:pt x="204" y="222"/>
                  </a:lnTo>
                  <a:lnTo>
                    <a:pt x="204" y="234"/>
                  </a:lnTo>
                  <a:lnTo>
                    <a:pt x="210" y="240"/>
                  </a:lnTo>
                  <a:lnTo>
                    <a:pt x="234" y="240"/>
                  </a:lnTo>
                  <a:lnTo>
                    <a:pt x="240" y="246"/>
                  </a:lnTo>
                  <a:lnTo>
                    <a:pt x="246" y="258"/>
                  </a:lnTo>
                  <a:lnTo>
                    <a:pt x="258" y="246"/>
                  </a:lnTo>
                  <a:lnTo>
                    <a:pt x="276" y="246"/>
                  </a:lnTo>
                  <a:lnTo>
                    <a:pt x="282" y="252"/>
                  </a:lnTo>
                  <a:lnTo>
                    <a:pt x="282" y="258"/>
                  </a:lnTo>
                  <a:lnTo>
                    <a:pt x="282" y="240"/>
                  </a:lnTo>
                  <a:lnTo>
                    <a:pt x="288" y="234"/>
                  </a:lnTo>
                  <a:lnTo>
                    <a:pt x="294" y="23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70" name="Namibia" descr="© INSCALE GmbH, 05.05.2010&#10;http://www.presentationload.com/">
              <a:extLst>
                <a:ext uri="{FF2B5EF4-FFF2-40B4-BE49-F238E27FC236}">
                  <a16:creationId xmlns:a16="http://schemas.microsoft.com/office/drawing/2014/main" id="{121AEB69-E569-4C04-87AA-A2AC3825F656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005981" y="3450270"/>
              <a:ext cx="315351" cy="319826"/>
            </a:xfrm>
            <a:custGeom>
              <a:avLst/>
              <a:gdLst>
                <a:gd name="T0" fmla="*/ 2147483647 w 954"/>
                <a:gd name="T1" fmla="*/ 2147483647 h 972"/>
                <a:gd name="T2" fmla="*/ 2147483647 w 954"/>
                <a:gd name="T3" fmla="*/ 2147483647 h 972"/>
                <a:gd name="T4" fmla="*/ 2147483647 w 954"/>
                <a:gd name="T5" fmla="*/ 2147483647 h 972"/>
                <a:gd name="T6" fmla="*/ 2147483647 w 954"/>
                <a:gd name="T7" fmla="*/ 2147483647 h 972"/>
                <a:gd name="T8" fmla="*/ 2147483647 w 954"/>
                <a:gd name="T9" fmla="*/ 2147483647 h 972"/>
                <a:gd name="T10" fmla="*/ 2147483647 w 954"/>
                <a:gd name="T11" fmla="*/ 2147483647 h 972"/>
                <a:gd name="T12" fmla="*/ 2147483647 w 954"/>
                <a:gd name="T13" fmla="*/ 2147483647 h 972"/>
                <a:gd name="T14" fmla="*/ 2147483647 w 954"/>
                <a:gd name="T15" fmla="*/ 2147483647 h 972"/>
                <a:gd name="T16" fmla="*/ 2147483647 w 954"/>
                <a:gd name="T17" fmla="*/ 2147483647 h 972"/>
                <a:gd name="T18" fmla="*/ 2147483647 w 954"/>
                <a:gd name="T19" fmla="*/ 2147483647 h 972"/>
                <a:gd name="T20" fmla="*/ 2147483647 w 954"/>
                <a:gd name="T21" fmla="*/ 2147483647 h 972"/>
                <a:gd name="T22" fmla="*/ 2147483647 w 954"/>
                <a:gd name="T23" fmla="*/ 2147483647 h 972"/>
                <a:gd name="T24" fmla="*/ 2147483647 w 954"/>
                <a:gd name="T25" fmla="*/ 2147483647 h 972"/>
                <a:gd name="T26" fmla="*/ 2147483647 w 954"/>
                <a:gd name="T27" fmla="*/ 2147483647 h 972"/>
                <a:gd name="T28" fmla="*/ 2147483647 w 954"/>
                <a:gd name="T29" fmla="*/ 2147483647 h 972"/>
                <a:gd name="T30" fmla="*/ 2147483647 w 954"/>
                <a:gd name="T31" fmla="*/ 2147483647 h 972"/>
                <a:gd name="T32" fmla="*/ 2147483647 w 954"/>
                <a:gd name="T33" fmla="*/ 2147483647 h 972"/>
                <a:gd name="T34" fmla="*/ 2147483647 w 954"/>
                <a:gd name="T35" fmla="*/ 2147483647 h 972"/>
                <a:gd name="T36" fmla="*/ 2147483647 w 954"/>
                <a:gd name="T37" fmla="*/ 2147483647 h 972"/>
                <a:gd name="T38" fmla="*/ 2147483647 w 954"/>
                <a:gd name="T39" fmla="*/ 2147483647 h 972"/>
                <a:gd name="T40" fmla="*/ 2147483647 w 954"/>
                <a:gd name="T41" fmla="*/ 2147483647 h 972"/>
                <a:gd name="T42" fmla="*/ 2147483647 w 954"/>
                <a:gd name="T43" fmla="*/ 2147483647 h 972"/>
                <a:gd name="T44" fmla="*/ 2147483647 w 954"/>
                <a:gd name="T45" fmla="*/ 2147483647 h 972"/>
                <a:gd name="T46" fmla="*/ 2147483647 w 954"/>
                <a:gd name="T47" fmla="*/ 2147483647 h 972"/>
                <a:gd name="T48" fmla="*/ 2147483647 w 954"/>
                <a:gd name="T49" fmla="*/ 2147483647 h 972"/>
                <a:gd name="T50" fmla="*/ 2147483647 w 954"/>
                <a:gd name="T51" fmla="*/ 2147483647 h 972"/>
                <a:gd name="T52" fmla="*/ 2147483647 w 954"/>
                <a:gd name="T53" fmla="*/ 2147483647 h 972"/>
                <a:gd name="T54" fmla="*/ 2147483647 w 954"/>
                <a:gd name="T55" fmla="*/ 2147483647 h 972"/>
                <a:gd name="T56" fmla="*/ 2147483647 w 954"/>
                <a:gd name="T57" fmla="*/ 2147483647 h 972"/>
                <a:gd name="T58" fmla="*/ 2147483647 w 954"/>
                <a:gd name="T59" fmla="*/ 2147483647 h 972"/>
                <a:gd name="T60" fmla="*/ 2147483647 w 954"/>
                <a:gd name="T61" fmla="*/ 2147483647 h 972"/>
                <a:gd name="T62" fmla="*/ 2147483647 w 954"/>
                <a:gd name="T63" fmla="*/ 2147483647 h 972"/>
                <a:gd name="T64" fmla="*/ 2147483647 w 954"/>
                <a:gd name="T65" fmla="*/ 2147483647 h 972"/>
                <a:gd name="T66" fmla="*/ 2147483647 w 954"/>
                <a:gd name="T67" fmla="*/ 0 h 972"/>
                <a:gd name="T68" fmla="*/ 2147483647 w 954"/>
                <a:gd name="T69" fmla="*/ 2147483647 h 972"/>
                <a:gd name="T70" fmla="*/ 2147483647 w 954"/>
                <a:gd name="T71" fmla="*/ 2147483647 h 972"/>
                <a:gd name="T72" fmla="*/ 0 w 954"/>
                <a:gd name="T73" fmla="*/ 2147483647 h 972"/>
                <a:gd name="T74" fmla="*/ 2147483647 w 954"/>
                <a:gd name="T75" fmla="*/ 2147483647 h 972"/>
                <a:gd name="T76" fmla="*/ 2147483647 w 954"/>
                <a:gd name="T77" fmla="*/ 2147483647 h 972"/>
                <a:gd name="T78" fmla="*/ 2147483647 w 954"/>
                <a:gd name="T79" fmla="*/ 2147483647 h 972"/>
                <a:gd name="T80" fmla="*/ 2147483647 w 954"/>
                <a:gd name="T81" fmla="*/ 2147483647 h 972"/>
                <a:gd name="T82" fmla="*/ 2147483647 w 954"/>
                <a:gd name="T83" fmla="*/ 2147483647 h 972"/>
                <a:gd name="T84" fmla="*/ 2147483647 w 954"/>
                <a:gd name="T85" fmla="*/ 2147483647 h 972"/>
                <a:gd name="T86" fmla="*/ 2147483647 w 954"/>
                <a:gd name="T87" fmla="*/ 2147483647 h 972"/>
                <a:gd name="T88" fmla="*/ 2147483647 w 954"/>
                <a:gd name="T89" fmla="*/ 2147483647 h 972"/>
                <a:gd name="T90" fmla="*/ 2147483647 w 954"/>
                <a:gd name="T91" fmla="*/ 2147483647 h 972"/>
                <a:gd name="T92" fmla="*/ 2147483647 w 954"/>
                <a:gd name="T93" fmla="*/ 2147483647 h 972"/>
                <a:gd name="T94" fmla="*/ 2147483647 w 954"/>
                <a:gd name="T95" fmla="*/ 2147483647 h 972"/>
                <a:gd name="T96" fmla="*/ 2147483647 w 954"/>
                <a:gd name="T97" fmla="*/ 2147483647 h 972"/>
                <a:gd name="T98" fmla="*/ 2147483647 w 954"/>
                <a:gd name="T99" fmla="*/ 2147483647 h 972"/>
                <a:gd name="T100" fmla="*/ 2147483647 w 954"/>
                <a:gd name="T101" fmla="*/ 2147483647 h 972"/>
                <a:gd name="T102" fmla="*/ 2147483647 w 954"/>
                <a:gd name="T103" fmla="*/ 2147483647 h 972"/>
                <a:gd name="T104" fmla="*/ 2147483647 w 954"/>
                <a:gd name="T105" fmla="*/ 2147483647 h 972"/>
                <a:gd name="T106" fmla="*/ 2147483647 w 954"/>
                <a:gd name="T107" fmla="*/ 2147483647 h 972"/>
                <a:gd name="T108" fmla="*/ 2147483647 w 954"/>
                <a:gd name="T109" fmla="*/ 2147483647 h 972"/>
                <a:gd name="T110" fmla="*/ 2147483647 w 954"/>
                <a:gd name="T111" fmla="*/ 2147483647 h 972"/>
                <a:gd name="T112" fmla="*/ 2147483647 w 954"/>
                <a:gd name="T113" fmla="*/ 2147483647 h 972"/>
                <a:gd name="T114" fmla="*/ 2147483647 w 954"/>
                <a:gd name="T115" fmla="*/ 2147483647 h 972"/>
                <a:gd name="T116" fmla="*/ 2147483647 w 954"/>
                <a:gd name="T117" fmla="*/ 2147483647 h 972"/>
                <a:gd name="T118" fmla="*/ 2147483647 w 954"/>
                <a:gd name="T119" fmla="*/ 2147483647 h 97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954"/>
                <a:gd name="T181" fmla="*/ 0 h 972"/>
                <a:gd name="T182" fmla="*/ 954 w 954"/>
                <a:gd name="T183" fmla="*/ 972 h 97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954" h="972">
                  <a:moveTo>
                    <a:pt x="366" y="894"/>
                  </a:moveTo>
                  <a:lnTo>
                    <a:pt x="372" y="894"/>
                  </a:lnTo>
                  <a:lnTo>
                    <a:pt x="390" y="912"/>
                  </a:lnTo>
                  <a:lnTo>
                    <a:pt x="390" y="936"/>
                  </a:lnTo>
                  <a:lnTo>
                    <a:pt x="396" y="948"/>
                  </a:lnTo>
                  <a:lnTo>
                    <a:pt x="402" y="954"/>
                  </a:lnTo>
                  <a:lnTo>
                    <a:pt x="426" y="954"/>
                  </a:lnTo>
                  <a:lnTo>
                    <a:pt x="432" y="960"/>
                  </a:lnTo>
                  <a:lnTo>
                    <a:pt x="432" y="966"/>
                  </a:lnTo>
                  <a:lnTo>
                    <a:pt x="438" y="972"/>
                  </a:lnTo>
                  <a:lnTo>
                    <a:pt x="462" y="972"/>
                  </a:lnTo>
                  <a:lnTo>
                    <a:pt x="474" y="960"/>
                  </a:lnTo>
                  <a:lnTo>
                    <a:pt x="486" y="960"/>
                  </a:lnTo>
                  <a:lnTo>
                    <a:pt x="498" y="972"/>
                  </a:lnTo>
                  <a:lnTo>
                    <a:pt x="522" y="972"/>
                  </a:lnTo>
                  <a:lnTo>
                    <a:pt x="522" y="948"/>
                  </a:lnTo>
                  <a:lnTo>
                    <a:pt x="534" y="948"/>
                  </a:lnTo>
                  <a:lnTo>
                    <a:pt x="534" y="942"/>
                  </a:lnTo>
                  <a:lnTo>
                    <a:pt x="540" y="936"/>
                  </a:lnTo>
                  <a:lnTo>
                    <a:pt x="552" y="930"/>
                  </a:lnTo>
                  <a:lnTo>
                    <a:pt x="570" y="930"/>
                  </a:lnTo>
                  <a:lnTo>
                    <a:pt x="582" y="414"/>
                  </a:lnTo>
                  <a:lnTo>
                    <a:pt x="654" y="414"/>
                  </a:lnTo>
                  <a:lnTo>
                    <a:pt x="648" y="288"/>
                  </a:lnTo>
                  <a:lnTo>
                    <a:pt x="654" y="282"/>
                  </a:lnTo>
                  <a:lnTo>
                    <a:pt x="654" y="108"/>
                  </a:lnTo>
                  <a:lnTo>
                    <a:pt x="690" y="108"/>
                  </a:lnTo>
                  <a:lnTo>
                    <a:pt x="708" y="102"/>
                  </a:lnTo>
                  <a:lnTo>
                    <a:pt x="744" y="102"/>
                  </a:lnTo>
                  <a:lnTo>
                    <a:pt x="792" y="90"/>
                  </a:lnTo>
                  <a:lnTo>
                    <a:pt x="804" y="84"/>
                  </a:lnTo>
                  <a:lnTo>
                    <a:pt x="822" y="84"/>
                  </a:lnTo>
                  <a:lnTo>
                    <a:pt x="828" y="90"/>
                  </a:lnTo>
                  <a:lnTo>
                    <a:pt x="828" y="108"/>
                  </a:lnTo>
                  <a:lnTo>
                    <a:pt x="834" y="108"/>
                  </a:lnTo>
                  <a:lnTo>
                    <a:pt x="834" y="126"/>
                  </a:lnTo>
                  <a:lnTo>
                    <a:pt x="840" y="126"/>
                  </a:lnTo>
                  <a:lnTo>
                    <a:pt x="882" y="84"/>
                  </a:lnTo>
                  <a:lnTo>
                    <a:pt x="906" y="84"/>
                  </a:lnTo>
                  <a:lnTo>
                    <a:pt x="918" y="72"/>
                  </a:lnTo>
                  <a:lnTo>
                    <a:pt x="954" y="66"/>
                  </a:lnTo>
                  <a:lnTo>
                    <a:pt x="936" y="48"/>
                  </a:lnTo>
                  <a:lnTo>
                    <a:pt x="906" y="54"/>
                  </a:lnTo>
                  <a:lnTo>
                    <a:pt x="906" y="48"/>
                  </a:lnTo>
                  <a:lnTo>
                    <a:pt x="900" y="42"/>
                  </a:lnTo>
                  <a:lnTo>
                    <a:pt x="882" y="42"/>
                  </a:lnTo>
                  <a:lnTo>
                    <a:pt x="876" y="48"/>
                  </a:lnTo>
                  <a:lnTo>
                    <a:pt x="870" y="48"/>
                  </a:lnTo>
                  <a:lnTo>
                    <a:pt x="846" y="60"/>
                  </a:lnTo>
                  <a:lnTo>
                    <a:pt x="828" y="54"/>
                  </a:lnTo>
                  <a:lnTo>
                    <a:pt x="816" y="60"/>
                  </a:lnTo>
                  <a:lnTo>
                    <a:pt x="780" y="72"/>
                  </a:lnTo>
                  <a:lnTo>
                    <a:pt x="732" y="78"/>
                  </a:lnTo>
                  <a:lnTo>
                    <a:pt x="696" y="84"/>
                  </a:lnTo>
                  <a:lnTo>
                    <a:pt x="624" y="84"/>
                  </a:lnTo>
                  <a:lnTo>
                    <a:pt x="618" y="72"/>
                  </a:lnTo>
                  <a:lnTo>
                    <a:pt x="546" y="78"/>
                  </a:lnTo>
                  <a:lnTo>
                    <a:pt x="540" y="66"/>
                  </a:lnTo>
                  <a:lnTo>
                    <a:pt x="504" y="66"/>
                  </a:lnTo>
                  <a:lnTo>
                    <a:pt x="480" y="42"/>
                  </a:lnTo>
                  <a:lnTo>
                    <a:pt x="480" y="36"/>
                  </a:lnTo>
                  <a:lnTo>
                    <a:pt x="174" y="36"/>
                  </a:lnTo>
                  <a:lnTo>
                    <a:pt x="168" y="30"/>
                  </a:lnTo>
                  <a:lnTo>
                    <a:pt x="156" y="30"/>
                  </a:lnTo>
                  <a:lnTo>
                    <a:pt x="132" y="18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90" y="0"/>
                  </a:lnTo>
                  <a:lnTo>
                    <a:pt x="90" y="6"/>
                  </a:lnTo>
                  <a:lnTo>
                    <a:pt x="72" y="24"/>
                  </a:lnTo>
                  <a:lnTo>
                    <a:pt x="42" y="24"/>
                  </a:lnTo>
                  <a:lnTo>
                    <a:pt x="36" y="18"/>
                  </a:lnTo>
                  <a:lnTo>
                    <a:pt x="18" y="24"/>
                  </a:lnTo>
                  <a:lnTo>
                    <a:pt x="0" y="24"/>
                  </a:lnTo>
                  <a:lnTo>
                    <a:pt x="6" y="96"/>
                  </a:lnTo>
                  <a:lnTo>
                    <a:pt x="12" y="108"/>
                  </a:lnTo>
                  <a:lnTo>
                    <a:pt x="30" y="126"/>
                  </a:lnTo>
                  <a:lnTo>
                    <a:pt x="36" y="138"/>
                  </a:lnTo>
                  <a:lnTo>
                    <a:pt x="54" y="162"/>
                  </a:lnTo>
                  <a:lnTo>
                    <a:pt x="72" y="192"/>
                  </a:lnTo>
                  <a:lnTo>
                    <a:pt x="96" y="228"/>
                  </a:lnTo>
                  <a:lnTo>
                    <a:pt x="102" y="258"/>
                  </a:lnTo>
                  <a:lnTo>
                    <a:pt x="102" y="276"/>
                  </a:lnTo>
                  <a:lnTo>
                    <a:pt x="114" y="294"/>
                  </a:lnTo>
                  <a:lnTo>
                    <a:pt x="120" y="312"/>
                  </a:lnTo>
                  <a:lnTo>
                    <a:pt x="138" y="348"/>
                  </a:lnTo>
                  <a:lnTo>
                    <a:pt x="156" y="366"/>
                  </a:lnTo>
                  <a:lnTo>
                    <a:pt x="156" y="390"/>
                  </a:lnTo>
                  <a:lnTo>
                    <a:pt x="162" y="396"/>
                  </a:lnTo>
                  <a:lnTo>
                    <a:pt x="174" y="402"/>
                  </a:lnTo>
                  <a:lnTo>
                    <a:pt x="180" y="414"/>
                  </a:lnTo>
                  <a:lnTo>
                    <a:pt x="192" y="420"/>
                  </a:lnTo>
                  <a:lnTo>
                    <a:pt x="198" y="432"/>
                  </a:lnTo>
                  <a:lnTo>
                    <a:pt x="198" y="582"/>
                  </a:lnTo>
                  <a:lnTo>
                    <a:pt x="222" y="630"/>
                  </a:lnTo>
                  <a:lnTo>
                    <a:pt x="222" y="678"/>
                  </a:lnTo>
                  <a:lnTo>
                    <a:pt x="216" y="678"/>
                  </a:lnTo>
                  <a:lnTo>
                    <a:pt x="228" y="726"/>
                  </a:lnTo>
                  <a:lnTo>
                    <a:pt x="228" y="762"/>
                  </a:lnTo>
                  <a:lnTo>
                    <a:pt x="240" y="762"/>
                  </a:lnTo>
                  <a:lnTo>
                    <a:pt x="240" y="804"/>
                  </a:lnTo>
                  <a:lnTo>
                    <a:pt x="252" y="810"/>
                  </a:lnTo>
                  <a:lnTo>
                    <a:pt x="258" y="816"/>
                  </a:lnTo>
                  <a:lnTo>
                    <a:pt x="258" y="846"/>
                  </a:lnTo>
                  <a:lnTo>
                    <a:pt x="264" y="858"/>
                  </a:lnTo>
                  <a:lnTo>
                    <a:pt x="270" y="864"/>
                  </a:lnTo>
                  <a:lnTo>
                    <a:pt x="276" y="876"/>
                  </a:lnTo>
                  <a:lnTo>
                    <a:pt x="282" y="894"/>
                  </a:lnTo>
                  <a:lnTo>
                    <a:pt x="282" y="900"/>
                  </a:lnTo>
                  <a:lnTo>
                    <a:pt x="288" y="912"/>
                  </a:lnTo>
                  <a:lnTo>
                    <a:pt x="294" y="918"/>
                  </a:lnTo>
                  <a:lnTo>
                    <a:pt x="318" y="930"/>
                  </a:lnTo>
                  <a:lnTo>
                    <a:pt x="324" y="936"/>
                  </a:lnTo>
                  <a:lnTo>
                    <a:pt x="330" y="936"/>
                  </a:lnTo>
                  <a:lnTo>
                    <a:pt x="330" y="942"/>
                  </a:lnTo>
                  <a:lnTo>
                    <a:pt x="348" y="930"/>
                  </a:lnTo>
                  <a:lnTo>
                    <a:pt x="348" y="924"/>
                  </a:lnTo>
                  <a:lnTo>
                    <a:pt x="354" y="918"/>
                  </a:lnTo>
                  <a:lnTo>
                    <a:pt x="360" y="906"/>
                  </a:lnTo>
                  <a:lnTo>
                    <a:pt x="360" y="900"/>
                  </a:lnTo>
                  <a:lnTo>
                    <a:pt x="366" y="89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71" name="Myanmar" descr="© INSCALE GmbH, 05.05.2010&#10;http://www.presentationload.com/">
              <a:extLst>
                <a:ext uri="{FF2B5EF4-FFF2-40B4-BE49-F238E27FC236}">
                  <a16:creationId xmlns:a16="http://schemas.microsoft.com/office/drawing/2014/main" id="{C3E9C3EB-A92E-43AA-AFCA-53B488DCBF61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5861893" y="2246752"/>
              <a:ext cx="210664" cy="491941"/>
            </a:xfrm>
            <a:custGeom>
              <a:avLst/>
              <a:gdLst>
                <a:gd name="T0" fmla="*/ 2147483647 w 636"/>
                <a:gd name="T1" fmla="*/ 2147483647 h 1500"/>
                <a:gd name="T2" fmla="*/ 2147483647 w 636"/>
                <a:gd name="T3" fmla="*/ 2147483647 h 1500"/>
                <a:gd name="T4" fmla="*/ 2147483647 w 636"/>
                <a:gd name="T5" fmla="*/ 2147483647 h 1500"/>
                <a:gd name="T6" fmla="*/ 2147483647 w 636"/>
                <a:gd name="T7" fmla="*/ 2147483647 h 1500"/>
                <a:gd name="T8" fmla="*/ 2147483647 w 636"/>
                <a:gd name="T9" fmla="*/ 2147483647 h 1500"/>
                <a:gd name="T10" fmla="*/ 2147483647 w 636"/>
                <a:gd name="T11" fmla="*/ 2147483647 h 1500"/>
                <a:gd name="T12" fmla="*/ 2147483647 w 636"/>
                <a:gd name="T13" fmla="*/ 2147483647 h 1500"/>
                <a:gd name="T14" fmla="*/ 2147483647 w 636"/>
                <a:gd name="T15" fmla="*/ 2147483647 h 1500"/>
                <a:gd name="T16" fmla="*/ 2147483647 w 636"/>
                <a:gd name="T17" fmla="*/ 2147483647 h 1500"/>
                <a:gd name="T18" fmla="*/ 2147483647 w 636"/>
                <a:gd name="T19" fmla="*/ 2147483647 h 1500"/>
                <a:gd name="T20" fmla="*/ 2147483647 w 636"/>
                <a:gd name="T21" fmla="*/ 2147483647 h 1500"/>
                <a:gd name="T22" fmla="*/ 2147483647 w 636"/>
                <a:gd name="T23" fmla="*/ 2147483647 h 1500"/>
                <a:gd name="T24" fmla="*/ 2147483647 w 636"/>
                <a:gd name="T25" fmla="*/ 2147483647 h 1500"/>
                <a:gd name="T26" fmla="*/ 2147483647 w 636"/>
                <a:gd name="T27" fmla="*/ 2147483647 h 1500"/>
                <a:gd name="T28" fmla="*/ 2147483647 w 636"/>
                <a:gd name="T29" fmla="*/ 2147483647 h 1500"/>
                <a:gd name="T30" fmla="*/ 2147483647 w 636"/>
                <a:gd name="T31" fmla="*/ 2147483647 h 1500"/>
                <a:gd name="T32" fmla="*/ 2147483647 w 636"/>
                <a:gd name="T33" fmla="*/ 2147483647 h 1500"/>
                <a:gd name="T34" fmla="*/ 2147483647 w 636"/>
                <a:gd name="T35" fmla="*/ 2147483647 h 1500"/>
                <a:gd name="T36" fmla="*/ 2147483647 w 636"/>
                <a:gd name="T37" fmla="*/ 2147483647 h 1500"/>
                <a:gd name="T38" fmla="*/ 2147483647 w 636"/>
                <a:gd name="T39" fmla="*/ 2147483647 h 1500"/>
                <a:gd name="T40" fmla="*/ 2147483647 w 636"/>
                <a:gd name="T41" fmla="*/ 2147483647 h 1500"/>
                <a:gd name="T42" fmla="*/ 2147483647 w 636"/>
                <a:gd name="T43" fmla="*/ 2147483647 h 1500"/>
                <a:gd name="T44" fmla="*/ 2147483647 w 636"/>
                <a:gd name="T45" fmla="*/ 2147483647 h 1500"/>
                <a:gd name="T46" fmla="*/ 2147483647 w 636"/>
                <a:gd name="T47" fmla="*/ 2147483647 h 1500"/>
                <a:gd name="T48" fmla="*/ 2147483647 w 636"/>
                <a:gd name="T49" fmla="*/ 2147483647 h 1500"/>
                <a:gd name="T50" fmla="*/ 2147483647 w 636"/>
                <a:gd name="T51" fmla="*/ 2147483647 h 1500"/>
                <a:gd name="T52" fmla="*/ 2147483647 w 636"/>
                <a:gd name="T53" fmla="*/ 2147483647 h 1500"/>
                <a:gd name="T54" fmla="*/ 2147483647 w 636"/>
                <a:gd name="T55" fmla="*/ 2147483647 h 1500"/>
                <a:gd name="T56" fmla="*/ 2147483647 w 636"/>
                <a:gd name="T57" fmla="*/ 2147483647 h 1500"/>
                <a:gd name="T58" fmla="*/ 2147483647 w 636"/>
                <a:gd name="T59" fmla="*/ 2147483647 h 1500"/>
                <a:gd name="T60" fmla="*/ 2147483647 w 636"/>
                <a:gd name="T61" fmla="*/ 2147483647 h 1500"/>
                <a:gd name="T62" fmla="*/ 2147483647 w 636"/>
                <a:gd name="T63" fmla="*/ 2147483647 h 1500"/>
                <a:gd name="T64" fmla="*/ 2147483647 w 636"/>
                <a:gd name="T65" fmla="*/ 2147483647 h 1500"/>
                <a:gd name="T66" fmla="*/ 2147483647 w 636"/>
                <a:gd name="T67" fmla="*/ 2147483647 h 1500"/>
                <a:gd name="T68" fmla="*/ 2147483647 w 636"/>
                <a:gd name="T69" fmla="*/ 2147483647 h 1500"/>
                <a:gd name="T70" fmla="*/ 2147483647 w 636"/>
                <a:gd name="T71" fmla="*/ 2147483647 h 1500"/>
                <a:gd name="T72" fmla="*/ 2147483647 w 636"/>
                <a:gd name="T73" fmla="*/ 2147483647 h 1500"/>
                <a:gd name="T74" fmla="*/ 2147483647 w 636"/>
                <a:gd name="T75" fmla="*/ 2147483647 h 1500"/>
                <a:gd name="T76" fmla="*/ 2147483647 w 636"/>
                <a:gd name="T77" fmla="*/ 2147483647 h 1500"/>
                <a:gd name="T78" fmla="*/ 2147483647 w 636"/>
                <a:gd name="T79" fmla="*/ 2147483647 h 1500"/>
                <a:gd name="T80" fmla="*/ 2147483647 w 636"/>
                <a:gd name="T81" fmla="*/ 2147483647 h 1500"/>
                <a:gd name="T82" fmla="*/ 2147483647 w 636"/>
                <a:gd name="T83" fmla="*/ 2147483647 h 1500"/>
                <a:gd name="T84" fmla="*/ 2147483647 w 636"/>
                <a:gd name="T85" fmla="*/ 2147483647 h 1500"/>
                <a:gd name="T86" fmla="*/ 2147483647 w 636"/>
                <a:gd name="T87" fmla="*/ 0 h 1500"/>
                <a:gd name="T88" fmla="*/ 2147483647 w 636"/>
                <a:gd name="T89" fmla="*/ 2147483647 h 1500"/>
                <a:gd name="T90" fmla="*/ 2147483647 w 636"/>
                <a:gd name="T91" fmla="*/ 2147483647 h 1500"/>
                <a:gd name="T92" fmla="*/ 2147483647 w 636"/>
                <a:gd name="T93" fmla="*/ 2147483647 h 1500"/>
                <a:gd name="T94" fmla="*/ 2147483647 w 636"/>
                <a:gd name="T95" fmla="*/ 2147483647 h 1500"/>
                <a:gd name="T96" fmla="*/ 2147483647 w 636"/>
                <a:gd name="T97" fmla="*/ 2147483647 h 1500"/>
                <a:gd name="T98" fmla="*/ 2147483647 w 636"/>
                <a:gd name="T99" fmla="*/ 2147483647 h 1500"/>
                <a:gd name="T100" fmla="*/ 2147483647 w 636"/>
                <a:gd name="T101" fmla="*/ 2147483647 h 1500"/>
                <a:gd name="T102" fmla="*/ 2147483647 w 636"/>
                <a:gd name="T103" fmla="*/ 2147483647 h 1500"/>
                <a:gd name="T104" fmla="*/ 2147483647 w 636"/>
                <a:gd name="T105" fmla="*/ 2147483647 h 1500"/>
                <a:gd name="T106" fmla="*/ 2147483647 w 636"/>
                <a:gd name="T107" fmla="*/ 2147483647 h 1500"/>
                <a:gd name="T108" fmla="*/ 2147483647 w 636"/>
                <a:gd name="T109" fmla="*/ 2147483647 h 150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636"/>
                <a:gd name="T166" fmla="*/ 0 h 1500"/>
                <a:gd name="T167" fmla="*/ 636 w 636"/>
                <a:gd name="T168" fmla="*/ 1500 h 150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636" h="1500">
                  <a:moveTo>
                    <a:pt x="0" y="588"/>
                  </a:moveTo>
                  <a:lnTo>
                    <a:pt x="18" y="588"/>
                  </a:lnTo>
                  <a:lnTo>
                    <a:pt x="12" y="630"/>
                  </a:lnTo>
                  <a:lnTo>
                    <a:pt x="18" y="630"/>
                  </a:lnTo>
                  <a:lnTo>
                    <a:pt x="24" y="636"/>
                  </a:lnTo>
                  <a:lnTo>
                    <a:pt x="42" y="642"/>
                  </a:lnTo>
                  <a:lnTo>
                    <a:pt x="54" y="648"/>
                  </a:lnTo>
                  <a:lnTo>
                    <a:pt x="72" y="666"/>
                  </a:lnTo>
                  <a:lnTo>
                    <a:pt x="84" y="690"/>
                  </a:lnTo>
                  <a:lnTo>
                    <a:pt x="90" y="696"/>
                  </a:lnTo>
                  <a:lnTo>
                    <a:pt x="90" y="702"/>
                  </a:lnTo>
                  <a:lnTo>
                    <a:pt x="126" y="696"/>
                  </a:lnTo>
                  <a:lnTo>
                    <a:pt x="102" y="738"/>
                  </a:lnTo>
                  <a:lnTo>
                    <a:pt x="108" y="738"/>
                  </a:lnTo>
                  <a:lnTo>
                    <a:pt x="114" y="744"/>
                  </a:lnTo>
                  <a:lnTo>
                    <a:pt x="126" y="744"/>
                  </a:lnTo>
                  <a:lnTo>
                    <a:pt x="144" y="750"/>
                  </a:lnTo>
                  <a:lnTo>
                    <a:pt x="156" y="762"/>
                  </a:lnTo>
                  <a:lnTo>
                    <a:pt x="168" y="768"/>
                  </a:lnTo>
                  <a:lnTo>
                    <a:pt x="174" y="780"/>
                  </a:lnTo>
                  <a:lnTo>
                    <a:pt x="186" y="792"/>
                  </a:lnTo>
                  <a:lnTo>
                    <a:pt x="192" y="804"/>
                  </a:lnTo>
                  <a:lnTo>
                    <a:pt x="192" y="822"/>
                  </a:lnTo>
                  <a:lnTo>
                    <a:pt x="198" y="834"/>
                  </a:lnTo>
                  <a:lnTo>
                    <a:pt x="198" y="840"/>
                  </a:lnTo>
                  <a:lnTo>
                    <a:pt x="204" y="846"/>
                  </a:lnTo>
                  <a:lnTo>
                    <a:pt x="210" y="858"/>
                  </a:lnTo>
                  <a:lnTo>
                    <a:pt x="222" y="870"/>
                  </a:lnTo>
                  <a:lnTo>
                    <a:pt x="210" y="888"/>
                  </a:lnTo>
                  <a:lnTo>
                    <a:pt x="216" y="978"/>
                  </a:lnTo>
                  <a:lnTo>
                    <a:pt x="204" y="990"/>
                  </a:lnTo>
                  <a:lnTo>
                    <a:pt x="204" y="1002"/>
                  </a:lnTo>
                  <a:lnTo>
                    <a:pt x="222" y="1020"/>
                  </a:lnTo>
                  <a:lnTo>
                    <a:pt x="234" y="1020"/>
                  </a:lnTo>
                  <a:lnTo>
                    <a:pt x="246" y="1014"/>
                  </a:lnTo>
                  <a:lnTo>
                    <a:pt x="252" y="1008"/>
                  </a:lnTo>
                  <a:lnTo>
                    <a:pt x="258" y="1014"/>
                  </a:lnTo>
                  <a:lnTo>
                    <a:pt x="258" y="1020"/>
                  </a:lnTo>
                  <a:lnTo>
                    <a:pt x="276" y="1020"/>
                  </a:lnTo>
                  <a:lnTo>
                    <a:pt x="282" y="1014"/>
                  </a:lnTo>
                  <a:lnTo>
                    <a:pt x="294" y="1008"/>
                  </a:lnTo>
                  <a:lnTo>
                    <a:pt x="300" y="996"/>
                  </a:lnTo>
                  <a:lnTo>
                    <a:pt x="306" y="990"/>
                  </a:lnTo>
                  <a:lnTo>
                    <a:pt x="312" y="978"/>
                  </a:lnTo>
                  <a:lnTo>
                    <a:pt x="324" y="978"/>
                  </a:lnTo>
                  <a:lnTo>
                    <a:pt x="360" y="960"/>
                  </a:lnTo>
                  <a:lnTo>
                    <a:pt x="366" y="954"/>
                  </a:lnTo>
                  <a:lnTo>
                    <a:pt x="366" y="900"/>
                  </a:lnTo>
                  <a:lnTo>
                    <a:pt x="372" y="894"/>
                  </a:lnTo>
                  <a:lnTo>
                    <a:pt x="378" y="894"/>
                  </a:lnTo>
                  <a:lnTo>
                    <a:pt x="396" y="912"/>
                  </a:lnTo>
                  <a:lnTo>
                    <a:pt x="402" y="924"/>
                  </a:lnTo>
                  <a:lnTo>
                    <a:pt x="402" y="954"/>
                  </a:lnTo>
                  <a:lnTo>
                    <a:pt x="408" y="954"/>
                  </a:lnTo>
                  <a:lnTo>
                    <a:pt x="426" y="972"/>
                  </a:lnTo>
                  <a:lnTo>
                    <a:pt x="432" y="984"/>
                  </a:lnTo>
                  <a:lnTo>
                    <a:pt x="444" y="1014"/>
                  </a:lnTo>
                  <a:lnTo>
                    <a:pt x="450" y="1050"/>
                  </a:lnTo>
                  <a:lnTo>
                    <a:pt x="450" y="1074"/>
                  </a:lnTo>
                  <a:lnTo>
                    <a:pt x="456" y="1092"/>
                  </a:lnTo>
                  <a:lnTo>
                    <a:pt x="456" y="1128"/>
                  </a:lnTo>
                  <a:lnTo>
                    <a:pt x="462" y="1134"/>
                  </a:lnTo>
                  <a:lnTo>
                    <a:pt x="480" y="1170"/>
                  </a:lnTo>
                  <a:lnTo>
                    <a:pt x="486" y="1176"/>
                  </a:lnTo>
                  <a:lnTo>
                    <a:pt x="486" y="1182"/>
                  </a:lnTo>
                  <a:lnTo>
                    <a:pt x="528" y="1272"/>
                  </a:lnTo>
                  <a:lnTo>
                    <a:pt x="540" y="1320"/>
                  </a:lnTo>
                  <a:lnTo>
                    <a:pt x="522" y="1320"/>
                  </a:lnTo>
                  <a:lnTo>
                    <a:pt x="516" y="1326"/>
                  </a:lnTo>
                  <a:lnTo>
                    <a:pt x="516" y="1350"/>
                  </a:lnTo>
                  <a:lnTo>
                    <a:pt x="510" y="1362"/>
                  </a:lnTo>
                  <a:lnTo>
                    <a:pt x="510" y="1374"/>
                  </a:lnTo>
                  <a:lnTo>
                    <a:pt x="552" y="1362"/>
                  </a:lnTo>
                  <a:lnTo>
                    <a:pt x="540" y="1416"/>
                  </a:lnTo>
                  <a:lnTo>
                    <a:pt x="540" y="1428"/>
                  </a:lnTo>
                  <a:lnTo>
                    <a:pt x="534" y="1440"/>
                  </a:lnTo>
                  <a:lnTo>
                    <a:pt x="534" y="1464"/>
                  </a:lnTo>
                  <a:lnTo>
                    <a:pt x="540" y="1482"/>
                  </a:lnTo>
                  <a:lnTo>
                    <a:pt x="540" y="1488"/>
                  </a:lnTo>
                  <a:lnTo>
                    <a:pt x="546" y="1500"/>
                  </a:lnTo>
                  <a:lnTo>
                    <a:pt x="552" y="1488"/>
                  </a:lnTo>
                  <a:lnTo>
                    <a:pt x="558" y="1482"/>
                  </a:lnTo>
                  <a:lnTo>
                    <a:pt x="564" y="1470"/>
                  </a:lnTo>
                  <a:lnTo>
                    <a:pt x="564" y="1458"/>
                  </a:lnTo>
                  <a:lnTo>
                    <a:pt x="558" y="1452"/>
                  </a:lnTo>
                  <a:lnTo>
                    <a:pt x="558" y="1440"/>
                  </a:lnTo>
                  <a:lnTo>
                    <a:pt x="576" y="1422"/>
                  </a:lnTo>
                  <a:lnTo>
                    <a:pt x="594" y="1386"/>
                  </a:lnTo>
                  <a:lnTo>
                    <a:pt x="594" y="1368"/>
                  </a:lnTo>
                  <a:lnTo>
                    <a:pt x="600" y="1356"/>
                  </a:lnTo>
                  <a:lnTo>
                    <a:pt x="600" y="1326"/>
                  </a:lnTo>
                  <a:lnTo>
                    <a:pt x="594" y="1314"/>
                  </a:lnTo>
                  <a:lnTo>
                    <a:pt x="594" y="1290"/>
                  </a:lnTo>
                  <a:lnTo>
                    <a:pt x="570" y="1266"/>
                  </a:lnTo>
                  <a:lnTo>
                    <a:pt x="570" y="1242"/>
                  </a:lnTo>
                  <a:lnTo>
                    <a:pt x="564" y="1224"/>
                  </a:lnTo>
                  <a:lnTo>
                    <a:pt x="564" y="1194"/>
                  </a:lnTo>
                  <a:lnTo>
                    <a:pt x="558" y="1182"/>
                  </a:lnTo>
                  <a:lnTo>
                    <a:pt x="516" y="1140"/>
                  </a:lnTo>
                  <a:lnTo>
                    <a:pt x="510" y="1128"/>
                  </a:lnTo>
                  <a:lnTo>
                    <a:pt x="504" y="1122"/>
                  </a:lnTo>
                  <a:lnTo>
                    <a:pt x="498" y="1110"/>
                  </a:lnTo>
                  <a:lnTo>
                    <a:pt x="492" y="1104"/>
                  </a:lnTo>
                  <a:lnTo>
                    <a:pt x="492" y="1098"/>
                  </a:lnTo>
                  <a:lnTo>
                    <a:pt x="486" y="1092"/>
                  </a:lnTo>
                  <a:lnTo>
                    <a:pt x="504" y="1056"/>
                  </a:lnTo>
                  <a:lnTo>
                    <a:pt x="510" y="1050"/>
                  </a:lnTo>
                  <a:lnTo>
                    <a:pt x="516" y="1038"/>
                  </a:lnTo>
                  <a:lnTo>
                    <a:pt x="516" y="1014"/>
                  </a:lnTo>
                  <a:lnTo>
                    <a:pt x="510" y="1002"/>
                  </a:lnTo>
                  <a:lnTo>
                    <a:pt x="522" y="1002"/>
                  </a:lnTo>
                  <a:lnTo>
                    <a:pt x="528" y="996"/>
                  </a:lnTo>
                  <a:lnTo>
                    <a:pt x="528" y="978"/>
                  </a:lnTo>
                  <a:lnTo>
                    <a:pt x="522" y="972"/>
                  </a:lnTo>
                  <a:lnTo>
                    <a:pt x="516" y="978"/>
                  </a:lnTo>
                  <a:lnTo>
                    <a:pt x="510" y="978"/>
                  </a:lnTo>
                  <a:lnTo>
                    <a:pt x="504" y="972"/>
                  </a:lnTo>
                  <a:lnTo>
                    <a:pt x="498" y="960"/>
                  </a:lnTo>
                  <a:lnTo>
                    <a:pt x="498" y="942"/>
                  </a:lnTo>
                  <a:lnTo>
                    <a:pt x="504" y="942"/>
                  </a:lnTo>
                  <a:lnTo>
                    <a:pt x="504" y="936"/>
                  </a:lnTo>
                  <a:lnTo>
                    <a:pt x="498" y="930"/>
                  </a:lnTo>
                  <a:lnTo>
                    <a:pt x="486" y="924"/>
                  </a:lnTo>
                  <a:lnTo>
                    <a:pt x="474" y="912"/>
                  </a:lnTo>
                  <a:lnTo>
                    <a:pt x="462" y="906"/>
                  </a:lnTo>
                  <a:lnTo>
                    <a:pt x="444" y="888"/>
                  </a:lnTo>
                  <a:lnTo>
                    <a:pt x="438" y="876"/>
                  </a:lnTo>
                  <a:lnTo>
                    <a:pt x="438" y="870"/>
                  </a:lnTo>
                  <a:lnTo>
                    <a:pt x="432" y="870"/>
                  </a:lnTo>
                  <a:lnTo>
                    <a:pt x="438" y="846"/>
                  </a:lnTo>
                  <a:lnTo>
                    <a:pt x="426" y="840"/>
                  </a:lnTo>
                  <a:lnTo>
                    <a:pt x="402" y="816"/>
                  </a:lnTo>
                  <a:lnTo>
                    <a:pt x="402" y="810"/>
                  </a:lnTo>
                  <a:lnTo>
                    <a:pt x="426" y="810"/>
                  </a:lnTo>
                  <a:lnTo>
                    <a:pt x="426" y="792"/>
                  </a:lnTo>
                  <a:lnTo>
                    <a:pt x="408" y="774"/>
                  </a:lnTo>
                  <a:lnTo>
                    <a:pt x="408" y="768"/>
                  </a:lnTo>
                  <a:lnTo>
                    <a:pt x="414" y="762"/>
                  </a:lnTo>
                  <a:lnTo>
                    <a:pt x="420" y="762"/>
                  </a:lnTo>
                  <a:lnTo>
                    <a:pt x="426" y="756"/>
                  </a:lnTo>
                  <a:lnTo>
                    <a:pt x="426" y="708"/>
                  </a:lnTo>
                  <a:lnTo>
                    <a:pt x="456" y="708"/>
                  </a:lnTo>
                  <a:lnTo>
                    <a:pt x="468" y="714"/>
                  </a:lnTo>
                  <a:lnTo>
                    <a:pt x="480" y="714"/>
                  </a:lnTo>
                  <a:lnTo>
                    <a:pt x="486" y="708"/>
                  </a:lnTo>
                  <a:lnTo>
                    <a:pt x="492" y="696"/>
                  </a:lnTo>
                  <a:lnTo>
                    <a:pt x="498" y="690"/>
                  </a:lnTo>
                  <a:lnTo>
                    <a:pt x="498" y="684"/>
                  </a:lnTo>
                  <a:lnTo>
                    <a:pt x="522" y="684"/>
                  </a:lnTo>
                  <a:lnTo>
                    <a:pt x="528" y="660"/>
                  </a:lnTo>
                  <a:lnTo>
                    <a:pt x="534" y="660"/>
                  </a:lnTo>
                  <a:lnTo>
                    <a:pt x="540" y="654"/>
                  </a:lnTo>
                  <a:lnTo>
                    <a:pt x="564" y="654"/>
                  </a:lnTo>
                  <a:lnTo>
                    <a:pt x="564" y="642"/>
                  </a:lnTo>
                  <a:lnTo>
                    <a:pt x="582" y="624"/>
                  </a:lnTo>
                  <a:lnTo>
                    <a:pt x="594" y="624"/>
                  </a:lnTo>
                  <a:lnTo>
                    <a:pt x="600" y="618"/>
                  </a:lnTo>
                  <a:lnTo>
                    <a:pt x="594" y="612"/>
                  </a:lnTo>
                  <a:lnTo>
                    <a:pt x="600" y="600"/>
                  </a:lnTo>
                  <a:lnTo>
                    <a:pt x="600" y="588"/>
                  </a:lnTo>
                  <a:lnTo>
                    <a:pt x="636" y="570"/>
                  </a:lnTo>
                  <a:lnTo>
                    <a:pt x="636" y="552"/>
                  </a:lnTo>
                  <a:lnTo>
                    <a:pt x="630" y="546"/>
                  </a:lnTo>
                  <a:lnTo>
                    <a:pt x="618" y="546"/>
                  </a:lnTo>
                  <a:lnTo>
                    <a:pt x="600" y="564"/>
                  </a:lnTo>
                  <a:lnTo>
                    <a:pt x="600" y="570"/>
                  </a:lnTo>
                  <a:lnTo>
                    <a:pt x="558" y="570"/>
                  </a:lnTo>
                  <a:lnTo>
                    <a:pt x="558" y="552"/>
                  </a:lnTo>
                  <a:lnTo>
                    <a:pt x="546" y="552"/>
                  </a:lnTo>
                  <a:lnTo>
                    <a:pt x="534" y="522"/>
                  </a:lnTo>
                  <a:lnTo>
                    <a:pt x="480" y="516"/>
                  </a:lnTo>
                  <a:lnTo>
                    <a:pt x="486" y="504"/>
                  </a:lnTo>
                  <a:lnTo>
                    <a:pt x="486" y="498"/>
                  </a:lnTo>
                  <a:lnTo>
                    <a:pt x="492" y="492"/>
                  </a:lnTo>
                  <a:lnTo>
                    <a:pt x="492" y="480"/>
                  </a:lnTo>
                  <a:lnTo>
                    <a:pt x="480" y="468"/>
                  </a:lnTo>
                  <a:lnTo>
                    <a:pt x="486" y="462"/>
                  </a:lnTo>
                  <a:lnTo>
                    <a:pt x="498" y="462"/>
                  </a:lnTo>
                  <a:lnTo>
                    <a:pt x="504" y="456"/>
                  </a:lnTo>
                  <a:lnTo>
                    <a:pt x="504" y="450"/>
                  </a:lnTo>
                  <a:lnTo>
                    <a:pt x="498" y="444"/>
                  </a:lnTo>
                  <a:lnTo>
                    <a:pt x="486" y="438"/>
                  </a:lnTo>
                  <a:lnTo>
                    <a:pt x="456" y="438"/>
                  </a:lnTo>
                  <a:lnTo>
                    <a:pt x="444" y="396"/>
                  </a:lnTo>
                  <a:lnTo>
                    <a:pt x="420" y="378"/>
                  </a:lnTo>
                  <a:lnTo>
                    <a:pt x="450" y="354"/>
                  </a:lnTo>
                  <a:lnTo>
                    <a:pt x="390" y="354"/>
                  </a:lnTo>
                  <a:lnTo>
                    <a:pt x="384" y="360"/>
                  </a:lnTo>
                  <a:lnTo>
                    <a:pt x="372" y="360"/>
                  </a:lnTo>
                  <a:lnTo>
                    <a:pt x="366" y="366"/>
                  </a:lnTo>
                  <a:lnTo>
                    <a:pt x="354" y="372"/>
                  </a:lnTo>
                  <a:lnTo>
                    <a:pt x="366" y="354"/>
                  </a:lnTo>
                  <a:lnTo>
                    <a:pt x="360" y="342"/>
                  </a:lnTo>
                  <a:lnTo>
                    <a:pt x="342" y="324"/>
                  </a:lnTo>
                  <a:lnTo>
                    <a:pt x="342" y="306"/>
                  </a:lnTo>
                  <a:lnTo>
                    <a:pt x="354" y="306"/>
                  </a:lnTo>
                  <a:lnTo>
                    <a:pt x="348" y="276"/>
                  </a:lnTo>
                  <a:lnTo>
                    <a:pt x="360" y="276"/>
                  </a:lnTo>
                  <a:lnTo>
                    <a:pt x="366" y="270"/>
                  </a:lnTo>
                  <a:lnTo>
                    <a:pt x="366" y="234"/>
                  </a:lnTo>
                  <a:lnTo>
                    <a:pt x="372" y="240"/>
                  </a:lnTo>
                  <a:lnTo>
                    <a:pt x="384" y="240"/>
                  </a:lnTo>
                  <a:lnTo>
                    <a:pt x="390" y="234"/>
                  </a:lnTo>
                  <a:lnTo>
                    <a:pt x="396" y="222"/>
                  </a:lnTo>
                  <a:lnTo>
                    <a:pt x="396" y="216"/>
                  </a:lnTo>
                  <a:lnTo>
                    <a:pt x="378" y="198"/>
                  </a:lnTo>
                  <a:lnTo>
                    <a:pt x="390" y="198"/>
                  </a:lnTo>
                  <a:lnTo>
                    <a:pt x="396" y="192"/>
                  </a:lnTo>
                  <a:lnTo>
                    <a:pt x="408" y="192"/>
                  </a:lnTo>
                  <a:lnTo>
                    <a:pt x="396" y="132"/>
                  </a:lnTo>
                  <a:lnTo>
                    <a:pt x="384" y="108"/>
                  </a:lnTo>
                  <a:lnTo>
                    <a:pt x="384" y="78"/>
                  </a:lnTo>
                  <a:lnTo>
                    <a:pt x="378" y="72"/>
                  </a:lnTo>
                  <a:lnTo>
                    <a:pt x="342" y="72"/>
                  </a:lnTo>
                  <a:lnTo>
                    <a:pt x="342" y="66"/>
                  </a:lnTo>
                  <a:lnTo>
                    <a:pt x="336" y="60"/>
                  </a:lnTo>
                  <a:lnTo>
                    <a:pt x="318" y="24"/>
                  </a:lnTo>
                  <a:lnTo>
                    <a:pt x="306" y="18"/>
                  </a:lnTo>
                  <a:lnTo>
                    <a:pt x="300" y="6"/>
                  </a:lnTo>
                  <a:lnTo>
                    <a:pt x="294" y="0"/>
                  </a:lnTo>
                  <a:lnTo>
                    <a:pt x="288" y="0"/>
                  </a:lnTo>
                  <a:lnTo>
                    <a:pt x="282" y="18"/>
                  </a:lnTo>
                  <a:lnTo>
                    <a:pt x="282" y="48"/>
                  </a:lnTo>
                  <a:lnTo>
                    <a:pt x="276" y="48"/>
                  </a:lnTo>
                  <a:lnTo>
                    <a:pt x="270" y="54"/>
                  </a:lnTo>
                  <a:lnTo>
                    <a:pt x="258" y="60"/>
                  </a:lnTo>
                  <a:lnTo>
                    <a:pt x="246" y="72"/>
                  </a:lnTo>
                  <a:lnTo>
                    <a:pt x="252" y="84"/>
                  </a:lnTo>
                  <a:lnTo>
                    <a:pt x="258" y="90"/>
                  </a:lnTo>
                  <a:lnTo>
                    <a:pt x="270" y="96"/>
                  </a:lnTo>
                  <a:lnTo>
                    <a:pt x="276" y="102"/>
                  </a:lnTo>
                  <a:lnTo>
                    <a:pt x="276" y="108"/>
                  </a:lnTo>
                  <a:lnTo>
                    <a:pt x="258" y="108"/>
                  </a:lnTo>
                  <a:lnTo>
                    <a:pt x="252" y="102"/>
                  </a:lnTo>
                  <a:lnTo>
                    <a:pt x="216" y="102"/>
                  </a:lnTo>
                  <a:lnTo>
                    <a:pt x="204" y="108"/>
                  </a:lnTo>
                  <a:lnTo>
                    <a:pt x="198" y="108"/>
                  </a:lnTo>
                  <a:lnTo>
                    <a:pt x="198" y="126"/>
                  </a:lnTo>
                  <a:lnTo>
                    <a:pt x="186" y="138"/>
                  </a:lnTo>
                  <a:lnTo>
                    <a:pt x="174" y="144"/>
                  </a:lnTo>
                  <a:lnTo>
                    <a:pt x="162" y="144"/>
                  </a:lnTo>
                  <a:lnTo>
                    <a:pt x="156" y="150"/>
                  </a:lnTo>
                  <a:lnTo>
                    <a:pt x="150" y="150"/>
                  </a:lnTo>
                  <a:lnTo>
                    <a:pt x="150" y="174"/>
                  </a:lnTo>
                  <a:lnTo>
                    <a:pt x="156" y="180"/>
                  </a:lnTo>
                  <a:lnTo>
                    <a:pt x="156" y="186"/>
                  </a:lnTo>
                  <a:lnTo>
                    <a:pt x="162" y="192"/>
                  </a:lnTo>
                  <a:lnTo>
                    <a:pt x="162" y="204"/>
                  </a:lnTo>
                  <a:lnTo>
                    <a:pt x="144" y="234"/>
                  </a:lnTo>
                  <a:lnTo>
                    <a:pt x="138" y="240"/>
                  </a:lnTo>
                  <a:lnTo>
                    <a:pt x="126" y="246"/>
                  </a:lnTo>
                  <a:lnTo>
                    <a:pt x="126" y="264"/>
                  </a:lnTo>
                  <a:lnTo>
                    <a:pt x="132" y="276"/>
                  </a:lnTo>
                  <a:lnTo>
                    <a:pt x="138" y="282"/>
                  </a:lnTo>
                  <a:lnTo>
                    <a:pt x="120" y="336"/>
                  </a:lnTo>
                  <a:lnTo>
                    <a:pt x="120" y="372"/>
                  </a:lnTo>
                  <a:lnTo>
                    <a:pt x="108" y="372"/>
                  </a:lnTo>
                  <a:lnTo>
                    <a:pt x="96" y="366"/>
                  </a:lnTo>
                  <a:lnTo>
                    <a:pt x="42" y="366"/>
                  </a:lnTo>
                  <a:lnTo>
                    <a:pt x="48" y="366"/>
                  </a:lnTo>
                  <a:lnTo>
                    <a:pt x="66" y="384"/>
                  </a:lnTo>
                  <a:lnTo>
                    <a:pt x="72" y="432"/>
                  </a:lnTo>
                  <a:lnTo>
                    <a:pt x="66" y="432"/>
                  </a:lnTo>
                  <a:lnTo>
                    <a:pt x="48" y="450"/>
                  </a:lnTo>
                  <a:lnTo>
                    <a:pt x="54" y="462"/>
                  </a:lnTo>
                  <a:lnTo>
                    <a:pt x="54" y="486"/>
                  </a:lnTo>
                  <a:lnTo>
                    <a:pt x="72" y="504"/>
                  </a:lnTo>
                  <a:lnTo>
                    <a:pt x="72" y="516"/>
                  </a:lnTo>
                  <a:lnTo>
                    <a:pt x="60" y="516"/>
                  </a:lnTo>
                  <a:lnTo>
                    <a:pt x="54" y="510"/>
                  </a:lnTo>
                  <a:lnTo>
                    <a:pt x="48" y="510"/>
                  </a:lnTo>
                  <a:lnTo>
                    <a:pt x="48" y="534"/>
                  </a:lnTo>
                  <a:lnTo>
                    <a:pt x="30" y="516"/>
                  </a:lnTo>
                  <a:lnTo>
                    <a:pt x="42" y="576"/>
                  </a:lnTo>
                  <a:lnTo>
                    <a:pt x="6" y="570"/>
                  </a:lnTo>
                  <a:lnTo>
                    <a:pt x="6" y="576"/>
                  </a:lnTo>
                  <a:lnTo>
                    <a:pt x="0" y="58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72" name="Morocco" descr="© INSCALE GmbH, 05.05.2010&#10;http://www.presentationload.com/">
              <a:extLst>
                <a:ext uri="{FF2B5EF4-FFF2-40B4-BE49-F238E27FC236}">
                  <a16:creationId xmlns:a16="http://schemas.microsoft.com/office/drawing/2014/main" id="{4F903A7F-02F1-4FE8-8F9F-038EAB920C53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439902" y="2052802"/>
              <a:ext cx="280455" cy="217070"/>
            </a:xfrm>
            <a:custGeom>
              <a:avLst/>
              <a:gdLst>
                <a:gd name="T0" fmla="*/ 2147483647 w 846"/>
                <a:gd name="T1" fmla="*/ 2147483647 h 660"/>
                <a:gd name="T2" fmla="*/ 2147483647 w 846"/>
                <a:gd name="T3" fmla="*/ 2147483647 h 660"/>
                <a:gd name="T4" fmla="*/ 2147483647 w 846"/>
                <a:gd name="T5" fmla="*/ 2147483647 h 660"/>
                <a:gd name="T6" fmla="*/ 2147483647 w 846"/>
                <a:gd name="T7" fmla="*/ 2147483647 h 660"/>
                <a:gd name="T8" fmla="*/ 2147483647 w 846"/>
                <a:gd name="T9" fmla="*/ 2147483647 h 660"/>
                <a:gd name="T10" fmla="*/ 2147483647 w 846"/>
                <a:gd name="T11" fmla="*/ 2147483647 h 660"/>
                <a:gd name="T12" fmla="*/ 2147483647 w 846"/>
                <a:gd name="T13" fmla="*/ 2147483647 h 660"/>
                <a:gd name="T14" fmla="*/ 2147483647 w 846"/>
                <a:gd name="T15" fmla="*/ 2147483647 h 660"/>
                <a:gd name="T16" fmla="*/ 2147483647 w 846"/>
                <a:gd name="T17" fmla="*/ 2147483647 h 660"/>
                <a:gd name="T18" fmla="*/ 2147483647 w 846"/>
                <a:gd name="T19" fmla="*/ 0 h 660"/>
                <a:gd name="T20" fmla="*/ 2147483647 w 846"/>
                <a:gd name="T21" fmla="*/ 2147483647 h 660"/>
                <a:gd name="T22" fmla="*/ 2147483647 w 846"/>
                <a:gd name="T23" fmla="*/ 2147483647 h 660"/>
                <a:gd name="T24" fmla="*/ 2147483647 w 846"/>
                <a:gd name="T25" fmla="*/ 2147483647 h 660"/>
                <a:gd name="T26" fmla="*/ 2147483647 w 846"/>
                <a:gd name="T27" fmla="*/ 2147483647 h 660"/>
                <a:gd name="T28" fmla="*/ 2147483647 w 846"/>
                <a:gd name="T29" fmla="*/ 2147483647 h 660"/>
                <a:gd name="T30" fmla="*/ 2147483647 w 846"/>
                <a:gd name="T31" fmla="*/ 2147483647 h 660"/>
                <a:gd name="T32" fmla="*/ 2147483647 w 846"/>
                <a:gd name="T33" fmla="*/ 2147483647 h 660"/>
                <a:gd name="T34" fmla="*/ 2147483647 w 846"/>
                <a:gd name="T35" fmla="*/ 2147483647 h 660"/>
                <a:gd name="T36" fmla="*/ 2147483647 w 846"/>
                <a:gd name="T37" fmla="*/ 2147483647 h 660"/>
                <a:gd name="T38" fmla="*/ 2147483647 w 846"/>
                <a:gd name="T39" fmla="*/ 2147483647 h 660"/>
                <a:gd name="T40" fmla="*/ 2147483647 w 846"/>
                <a:gd name="T41" fmla="*/ 2147483647 h 660"/>
                <a:gd name="T42" fmla="*/ 2147483647 w 846"/>
                <a:gd name="T43" fmla="*/ 2147483647 h 660"/>
                <a:gd name="T44" fmla="*/ 2147483647 w 846"/>
                <a:gd name="T45" fmla="*/ 2147483647 h 660"/>
                <a:gd name="T46" fmla="*/ 2147483647 w 846"/>
                <a:gd name="T47" fmla="*/ 2147483647 h 660"/>
                <a:gd name="T48" fmla="*/ 2147483647 w 846"/>
                <a:gd name="T49" fmla="*/ 2147483647 h 660"/>
                <a:gd name="T50" fmla="*/ 2147483647 w 846"/>
                <a:gd name="T51" fmla="*/ 2147483647 h 660"/>
                <a:gd name="T52" fmla="*/ 2147483647 w 846"/>
                <a:gd name="T53" fmla="*/ 2147483647 h 660"/>
                <a:gd name="T54" fmla="*/ 2147483647 w 846"/>
                <a:gd name="T55" fmla="*/ 2147483647 h 660"/>
                <a:gd name="T56" fmla="*/ 2147483647 w 846"/>
                <a:gd name="T57" fmla="*/ 2147483647 h 660"/>
                <a:gd name="T58" fmla="*/ 2147483647 w 846"/>
                <a:gd name="T59" fmla="*/ 2147483647 h 660"/>
                <a:gd name="T60" fmla="*/ 2147483647 w 846"/>
                <a:gd name="T61" fmla="*/ 2147483647 h 660"/>
                <a:gd name="T62" fmla="*/ 2147483647 w 846"/>
                <a:gd name="T63" fmla="*/ 2147483647 h 660"/>
                <a:gd name="T64" fmla="*/ 2147483647 w 846"/>
                <a:gd name="T65" fmla="*/ 2147483647 h 660"/>
                <a:gd name="T66" fmla="*/ 2147483647 w 846"/>
                <a:gd name="T67" fmla="*/ 2147483647 h 660"/>
                <a:gd name="T68" fmla="*/ 2147483647 w 846"/>
                <a:gd name="T69" fmla="*/ 2147483647 h 660"/>
                <a:gd name="T70" fmla="*/ 2147483647 w 846"/>
                <a:gd name="T71" fmla="*/ 2147483647 h 660"/>
                <a:gd name="T72" fmla="*/ 2147483647 w 846"/>
                <a:gd name="T73" fmla="*/ 2147483647 h 660"/>
                <a:gd name="T74" fmla="*/ 2147483647 w 846"/>
                <a:gd name="T75" fmla="*/ 2147483647 h 660"/>
                <a:gd name="T76" fmla="*/ 2147483647 w 846"/>
                <a:gd name="T77" fmla="*/ 2147483647 h 660"/>
                <a:gd name="T78" fmla="*/ 2147483647 w 846"/>
                <a:gd name="T79" fmla="*/ 2147483647 h 660"/>
                <a:gd name="T80" fmla="*/ 2147483647 w 846"/>
                <a:gd name="T81" fmla="*/ 2147483647 h 660"/>
                <a:gd name="T82" fmla="*/ 2147483647 w 846"/>
                <a:gd name="T83" fmla="*/ 2147483647 h 660"/>
                <a:gd name="T84" fmla="*/ 2147483647 w 846"/>
                <a:gd name="T85" fmla="*/ 2147483647 h 660"/>
                <a:gd name="T86" fmla="*/ 2147483647 w 846"/>
                <a:gd name="T87" fmla="*/ 2147483647 h 660"/>
                <a:gd name="T88" fmla="*/ 2147483647 w 846"/>
                <a:gd name="T89" fmla="*/ 2147483647 h 66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846"/>
                <a:gd name="T136" fmla="*/ 0 h 660"/>
                <a:gd name="T137" fmla="*/ 846 w 846"/>
                <a:gd name="T138" fmla="*/ 660 h 66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846" h="660">
                  <a:moveTo>
                    <a:pt x="822" y="246"/>
                  </a:moveTo>
                  <a:lnTo>
                    <a:pt x="822" y="216"/>
                  </a:lnTo>
                  <a:lnTo>
                    <a:pt x="804" y="216"/>
                  </a:lnTo>
                  <a:lnTo>
                    <a:pt x="816" y="186"/>
                  </a:lnTo>
                  <a:lnTo>
                    <a:pt x="804" y="168"/>
                  </a:lnTo>
                  <a:lnTo>
                    <a:pt x="810" y="102"/>
                  </a:lnTo>
                  <a:lnTo>
                    <a:pt x="798" y="102"/>
                  </a:lnTo>
                  <a:lnTo>
                    <a:pt x="798" y="90"/>
                  </a:lnTo>
                  <a:lnTo>
                    <a:pt x="804" y="84"/>
                  </a:lnTo>
                  <a:lnTo>
                    <a:pt x="792" y="78"/>
                  </a:lnTo>
                  <a:lnTo>
                    <a:pt x="786" y="66"/>
                  </a:lnTo>
                  <a:lnTo>
                    <a:pt x="780" y="60"/>
                  </a:lnTo>
                  <a:lnTo>
                    <a:pt x="744" y="42"/>
                  </a:lnTo>
                  <a:lnTo>
                    <a:pt x="720" y="42"/>
                  </a:lnTo>
                  <a:lnTo>
                    <a:pt x="708" y="48"/>
                  </a:lnTo>
                  <a:lnTo>
                    <a:pt x="702" y="54"/>
                  </a:lnTo>
                  <a:lnTo>
                    <a:pt x="696" y="54"/>
                  </a:lnTo>
                  <a:lnTo>
                    <a:pt x="690" y="48"/>
                  </a:lnTo>
                  <a:lnTo>
                    <a:pt x="678" y="48"/>
                  </a:lnTo>
                  <a:lnTo>
                    <a:pt x="666" y="42"/>
                  </a:lnTo>
                  <a:lnTo>
                    <a:pt x="654" y="42"/>
                  </a:lnTo>
                  <a:lnTo>
                    <a:pt x="642" y="48"/>
                  </a:lnTo>
                  <a:lnTo>
                    <a:pt x="636" y="54"/>
                  </a:lnTo>
                  <a:lnTo>
                    <a:pt x="624" y="54"/>
                  </a:lnTo>
                  <a:lnTo>
                    <a:pt x="588" y="36"/>
                  </a:lnTo>
                  <a:lnTo>
                    <a:pt x="570" y="18"/>
                  </a:lnTo>
                  <a:lnTo>
                    <a:pt x="564" y="6"/>
                  </a:lnTo>
                  <a:lnTo>
                    <a:pt x="558" y="6"/>
                  </a:lnTo>
                  <a:lnTo>
                    <a:pt x="552" y="0"/>
                  </a:lnTo>
                  <a:lnTo>
                    <a:pt x="528" y="0"/>
                  </a:lnTo>
                  <a:lnTo>
                    <a:pt x="528" y="6"/>
                  </a:lnTo>
                  <a:lnTo>
                    <a:pt x="522" y="12"/>
                  </a:lnTo>
                  <a:lnTo>
                    <a:pt x="522" y="30"/>
                  </a:lnTo>
                  <a:lnTo>
                    <a:pt x="516" y="48"/>
                  </a:lnTo>
                  <a:lnTo>
                    <a:pt x="498" y="84"/>
                  </a:lnTo>
                  <a:lnTo>
                    <a:pt x="492" y="102"/>
                  </a:lnTo>
                  <a:lnTo>
                    <a:pt x="468" y="138"/>
                  </a:lnTo>
                  <a:lnTo>
                    <a:pt x="462" y="150"/>
                  </a:lnTo>
                  <a:lnTo>
                    <a:pt x="450" y="162"/>
                  </a:lnTo>
                  <a:lnTo>
                    <a:pt x="438" y="168"/>
                  </a:lnTo>
                  <a:lnTo>
                    <a:pt x="420" y="168"/>
                  </a:lnTo>
                  <a:lnTo>
                    <a:pt x="408" y="174"/>
                  </a:lnTo>
                  <a:lnTo>
                    <a:pt x="402" y="174"/>
                  </a:lnTo>
                  <a:lnTo>
                    <a:pt x="396" y="180"/>
                  </a:lnTo>
                  <a:lnTo>
                    <a:pt x="384" y="186"/>
                  </a:lnTo>
                  <a:lnTo>
                    <a:pt x="378" y="198"/>
                  </a:lnTo>
                  <a:lnTo>
                    <a:pt x="360" y="192"/>
                  </a:lnTo>
                  <a:lnTo>
                    <a:pt x="330" y="204"/>
                  </a:lnTo>
                  <a:lnTo>
                    <a:pt x="330" y="210"/>
                  </a:lnTo>
                  <a:lnTo>
                    <a:pt x="324" y="216"/>
                  </a:lnTo>
                  <a:lnTo>
                    <a:pt x="324" y="228"/>
                  </a:lnTo>
                  <a:lnTo>
                    <a:pt x="318" y="240"/>
                  </a:lnTo>
                  <a:lnTo>
                    <a:pt x="312" y="240"/>
                  </a:lnTo>
                  <a:lnTo>
                    <a:pt x="288" y="264"/>
                  </a:lnTo>
                  <a:lnTo>
                    <a:pt x="288" y="288"/>
                  </a:lnTo>
                  <a:lnTo>
                    <a:pt x="276" y="312"/>
                  </a:lnTo>
                  <a:lnTo>
                    <a:pt x="264" y="324"/>
                  </a:lnTo>
                  <a:lnTo>
                    <a:pt x="258" y="336"/>
                  </a:lnTo>
                  <a:lnTo>
                    <a:pt x="246" y="354"/>
                  </a:lnTo>
                  <a:lnTo>
                    <a:pt x="246" y="402"/>
                  </a:lnTo>
                  <a:lnTo>
                    <a:pt x="240" y="408"/>
                  </a:lnTo>
                  <a:lnTo>
                    <a:pt x="234" y="408"/>
                  </a:lnTo>
                  <a:lnTo>
                    <a:pt x="234" y="414"/>
                  </a:lnTo>
                  <a:lnTo>
                    <a:pt x="240" y="420"/>
                  </a:lnTo>
                  <a:lnTo>
                    <a:pt x="252" y="420"/>
                  </a:lnTo>
                  <a:lnTo>
                    <a:pt x="252" y="474"/>
                  </a:lnTo>
                  <a:lnTo>
                    <a:pt x="240" y="474"/>
                  </a:lnTo>
                  <a:lnTo>
                    <a:pt x="228" y="480"/>
                  </a:lnTo>
                  <a:lnTo>
                    <a:pt x="192" y="540"/>
                  </a:lnTo>
                  <a:lnTo>
                    <a:pt x="180" y="552"/>
                  </a:lnTo>
                  <a:lnTo>
                    <a:pt x="168" y="552"/>
                  </a:lnTo>
                  <a:lnTo>
                    <a:pt x="162" y="558"/>
                  </a:lnTo>
                  <a:lnTo>
                    <a:pt x="150" y="564"/>
                  </a:lnTo>
                  <a:lnTo>
                    <a:pt x="144" y="576"/>
                  </a:lnTo>
                  <a:lnTo>
                    <a:pt x="132" y="588"/>
                  </a:lnTo>
                  <a:lnTo>
                    <a:pt x="126" y="600"/>
                  </a:lnTo>
                  <a:lnTo>
                    <a:pt x="120" y="606"/>
                  </a:lnTo>
                  <a:lnTo>
                    <a:pt x="84" y="624"/>
                  </a:lnTo>
                  <a:lnTo>
                    <a:pt x="66" y="624"/>
                  </a:lnTo>
                  <a:lnTo>
                    <a:pt x="54" y="630"/>
                  </a:lnTo>
                  <a:lnTo>
                    <a:pt x="48" y="630"/>
                  </a:lnTo>
                  <a:lnTo>
                    <a:pt x="42" y="636"/>
                  </a:lnTo>
                  <a:lnTo>
                    <a:pt x="12" y="636"/>
                  </a:lnTo>
                  <a:lnTo>
                    <a:pt x="6" y="642"/>
                  </a:lnTo>
                  <a:lnTo>
                    <a:pt x="6" y="654"/>
                  </a:lnTo>
                  <a:lnTo>
                    <a:pt x="0" y="660"/>
                  </a:lnTo>
                  <a:lnTo>
                    <a:pt x="312" y="660"/>
                  </a:lnTo>
                  <a:lnTo>
                    <a:pt x="312" y="600"/>
                  </a:lnTo>
                  <a:lnTo>
                    <a:pt x="318" y="570"/>
                  </a:lnTo>
                  <a:lnTo>
                    <a:pt x="330" y="564"/>
                  </a:lnTo>
                  <a:lnTo>
                    <a:pt x="336" y="558"/>
                  </a:lnTo>
                  <a:lnTo>
                    <a:pt x="348" y="552"/>
                  </a:lnTo>
                  <a:lnTo>
                    <a:pt x="378" y="522"/>
                  </a:lnTo>
                  <a:lnTo>
                    <a:pt x="378" y="516"/>
                  </a:lnTo>
                  <a:lnTo>
                    <a:pt x="396" y="516"/>
                  </a:lnTo>
                  <a:lnTo>
                    <a:pt x="426" y="498"/>
                  </a:lnTo>
                  <a:lnTo>
                    <a:pt x="438" y="504"/>
                  </a:lnTo>
                  <a:lnTo>
                    <a:pt x="444" y="510"/>
                  </a:lnTo>
                  <a:lnTo>
                    <a:pt x="456" y="510"/>
                  </a:lnTo>
                  <a:lnTo>
                    <a:pt x="462" y="498"/>
                  </a:lnTo>
                  <a:lnTo>
                    <a:pt x="462" y="492"/>
                  </a:lnTo>
                  <a:lnTo>
                    <a:pt x="486" y="486"/>
                  </a:lnTo>
                  <a:lnTo>
                    <a:pt x="492" y="474"/>
                  </a:lnTo>
                  <a:lnTo>
                    <a:pt x="504" y="474"/>
                  </a:lnTo>
                  <a:lnTo>
                    <a:pt x="516" y="480"/>
                  </a:lnTo>
                  <a:lnTo>
                    <a:pt x="540" y="480"/>
                  </a:lnTo>
                  <a:lnTo>
                    <a:pt x="552" y="468"/>
                  </a:lnTo>
                  <a:lnTo>
                    <a:pt x="564" y="444"/>
                  </a:lnTo>
                  <a:lnTo>
                    <a:pt x="570" y="438"/>
                  </a:lnTo>
                  <a:lnTo>
                    <a:pt x="576" y="426"/>
                  </a:lnTo>
                  <a:lnTo>
                    <a:pt x="618" y="426"/>
                  </a:lnTo>
                  <a:lnTo>
                    <a:pt x="624" y="420"/>
                  </a:lnTo>
                  <a:lnTo>
                    <a:pt x="636" y="414"/>
                  </a:lnTo>
                  <a:lnTo>
                    <a:pt x="648" y="402"/>
                  </a:lnTo>
                  <a:lnTo>
                    <a:pt x="648" y="396"/>
                  </a:lnTo>
                  <a:lnTo>
                    <a:pt x="672" y="384"/>
                  </a:lnTo>
                  <a:lnTo>
                    <a:pt x="660" y="366"/>
                  </a:lnTo>
                  <a:lnTo>
                    <a:pt x="654" y="354"/>
                  </a:lnTo>
                  <a:lnTo>
                    <a:pt x="648" y="348"/>
                  </a:lnTo>
                  <a:lnTo>
                    <a:pt x="648" y="336"/>
                  </a:lnTo>
                  <a:lnTo>
                    <a:pt x="654" y="330"/>
                  </a:lnTo>
                  <a:lnTo>
                    <a:pt x="678" y="330"/>
                  </a:lnTo>
                  <a:lnTo>
                    <a:pt x="690" y="324"/>
                  </a:lnTo>
                  <a:lnTo>
                    <a:pt x="714" y="324"/>
                  </a:lnTo>
                  <a:lnTo>
                    <a:pt x="714" y="312"/>
                  </a:lnTo>
                  <a:lnTo>
                    <a:pt x="720" y="306"/>
                  </a:lnTo>
                  <a:lnTo>
                    <a:pt x="720" y="300"/>
                  </a:lnTo>
                  <a:lnTo>
                    <a:pt x="732" y="300"/>
                  </a:lnTo>
                  <a:lnTo>
                    <a:pt x="738" y="306"/>
                  </a:lnTo>
                  <a:lnTo>
                    <a:pt x="744" y="300"/>
                  </a:lnTo>
                  <a:lnTo>
                    <a:pt x="744" y="294"/>
                  </a:lnTo>
                  <a:lnTo>
                    <a:pt x="762" y="294"/>
                  </a:lnTo>
                  <a:lnTo>
                    <a:pt x="774" y="300"/>
                  </a:lnTo>
                  <a:lnTo>
                    <a:pt x="828" y="294"/>
                  </a:lnTo>
                  <a:lnTo>
                    <a:pt x="828" y="282"/>
                  </a:lnTo>
                  <a:lnTo>
                    <a:pt x="846" y="264"/>
                  </a:lnTo>
                  <a:lnTo>
                    <a:pt x="822" y="24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73" name="Montenegro" descr="© INSCALE GmbH, 05.05.2010&#10;http://www.presentationload.com/">
              <a:extLst>
                <a:ext uri="{FF2B5EF4-FFF2-40B4-BE49-F238E27FC236}">
                  <a16:creationId xmlns:a16="http://schemas.microsoft.com/office/drawing/2014/main" id="{47523F99-8A75-4F98-B1FA-2B83219F6BE8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146853" y="1848574"/>
              <a:ext cx="37481" cy="44955"/>
            </a:xfrm>
            <a:custGeom>
              <a:avLst/>
              <a:gdLst>
                <a:gd name="T0" fmla="*/ 2147483647 w 114"/>
                <a:gd name="T1" fmla="*/ 2147483647 h 138"/>
                <a:gd name="T2" fmla="*/ 2147483647 w 114"/>
                <a:gd name="T3" fmla="*/ 2147483647 h 138"/>
                <a:gd name="T4" fmla="*/ 2147483647 w 114"/>
                <a:gd name="T5" fmla="*/ 2147483647 h 138"/>
                <a:gd name="T6" fmla="*/ 2147483647 w 114"/>
                <a:gd name="T7" fmla="*/ 2147483647 h 138"/>
                <a:gd name="T8" fmla="*/ 2147483647 w 114"/>
                <a:gd name="T9" fmla="*/ 2147483647 h 138"/>
                <a:gd name="T10" fmla="*/ 2147483647 w 114"/>
                <a:gd name="T11" fmla="*/ 2147483647 h 138"/>
                <a:gd name="T12" fmla="*/ 2147483647 w 114"/>
                <a:gd name="T13" fmla="*/ 0 h 138"/>
                <a:gd name="T14" fmla="*/ 2147483647 w 114"/>
                <a:gd name="T15" fmla="*/ 0 h 138"/>
                <a:gd name="T16" fmla="*/ 2147483647 w 114"/>
                <a:gd name="T17" fmla="*/ 2147483647 h 138"/>
                <a:gd name="T18" fmla="*/ 2147483647 w 114"/>
                <a:gd name="T19" fmla="*/ 2147483647 h 138"/>
                <a:gd name="T20" fmla="*/ 2147483647 w 114"/>
                <a:gd name="T21" fmla="*/ 2147483647 h 138"/>
                <a:gd name="T22" fmla="*/ 2147483647 w 114"/>
                <a:gd name="T23" fmla="*/ 2147483647 h 138"/>
                <a:gd name="T24" fmla="*/ 2147483647 w 114"/>
                <a:gd name="T25" fmla="*/ 2147483647 h 138"/>
                <a:gd name="T26" fmla="*/ 2147483647 w 114"/>
                <a:gd name="T27" fmla="*/ 2147483647 h 138"/>
                <a:gd name="T28" fmla="*/ 0 w 114"/>
                <a:gd name="T29" fmla="*/ 2147483647 h 138"/>
                <a:gd name="T30" fmla="*/ 0 w 114"/>
                <a:gd name="T31" fmla="*/ 2147483647 h 138"/>
                <a:gd name="T32" fmla="*/ 2147483647 w 114"/>
                <a:gd name="T33" fmla="*/ 2147483647 h 138"/>
                <a:gd name="T34" fmla="*/ 2147483647 w 114"/>
                <a:gd name="T35" fmla="*/ 2147483647 h 138"/>
                <a:gd name="T36" fmla="*/ 2147483647 w 114"/>
                <a:gd name="T37" fmla="*/ 2147483647 h 138"/>
                <a:gd name="T38" fmla="*/ 2147483647 w 114"/>
                <a:gd name="T39" fmla="*/ 2147483647 h 138"/>
                <a:gd name="T40" fmla="*/ 2147483647 w 114"/>
                <a:gd name="T41" fmla="*/ 2147483647 h 138"/>
                <a:gd name="T42" fmla="*/ 2147483647 w 114"/>
                <a:gd name="T43" fmla="*/ 2147483647 h 138"/>
                <a:gd name="T44" fmla="*/ 2147483647 w 114"/>
                <a:gd name="T45" fmla="*/ 2147483647 h 138"/>
                <a:gd name="T46" fmla="*/ 2147483647 w 114"/>
                <a:gd name="T47" fmla="*/ 2147483647 h 138"/>
                <a:gd name="T48" fmla="*/ 2147483647 w 114"/>
                <a:gd name="T49" fmla="*/ 2147483647 h 138"/>
                <a:gd name="T50" fmla="*/ 2147483647 w 114"/>
                <a:gd name="T51" fmla="*/ 2147483647 h 138"/>
                <a:gd name="T52" fmla="*/ 2147483647 w 114"/>
                <a:gd name="T53" fmla="*/ 2147483647 h 138"/>
                <a:gd name="T54" fmla="*/ 2147483647 w 114"/>
                <a:gd name="T55" fmla="*/ 2147483647 h 138"/>
                <a:gd name="T56" fmla="*/ 2147483647 w 114"/>
                <a:gd name="T57" fmla="*/ 2147483647 h 138"/>
                <a:gd name="T58" fmla="*/ 2147483647 w 114"/>
                <a:gd name="T59" fmla="*/ 2147483647 h 138"/>
                <a:gd name="T60" fmla="*/ 2147483647 w 114"/>
                <a:gd name="T61" fmla="*/ 2147483647 h 138"/>
                <a:gd name="T62" fmla="*/ 2147483647 w 114"/>
                <a:gd name="T63" fmla="*/ 2147483647 h 138"/>
                <a:gd name="T64" fmla="*/ 2147483647 w 114"/>
                <a:gd name="T65" fmla="*/ 2147483647 h 138"/>
                <a:gd name="T66" fmla="*/ 2147483647 w 114"/>
                <a:gd name="T67" fmla="*/ 2147483647 h 138"/>
                <a:gd name="T68" fmla="*/ 2147483647 w 114"/>
                <a:gd name="T69" fmla="*/ 2147483647 h 138"/>
                <a:gd name="T70" fmla="*/ 2147483647 w 114"/>
                <a:gd name="T71" fmla="*/ 2147483647 h 13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14"/>
                <a:gd name="T109" fmla="*/ 0 h 138"/>
                <a:gd name="T110" fmla="*/ 114 w 114"/>
                <a:gd name="T111" fmla="*/ 138 h 13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14" h="138">
                  <a:moveTo>
                    <a:pt x="114" y="42"/>
                  </a:moveTo>
                  <a:lnTo>
                    <a:pt x="108" y="48"/>
                  </a:lnTo>
                  <a:lnTo>
                    <a:pt x="96" y="30"/>
                  </a:lnTo>
                  <a:lnTo>
                    <a:pt x="84" y="18"/>
                  </a:lnTo>
                  <a:lnTo>
                    <a:pt x="66" y="6"/>
                  </a:lnTo>
                  <a:lnTo>
                    <a:pt x="60" y="6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42" y="24"/>
                  </a:lnTo>
                  <a:lnTo>
                    <a:pt x="24" y="24"/>
                  </a:lnTo>
                  <a:lnTo>
                    <a:pt x="18" y="30"/>
                  </a:lnTo>
                  <a:lnTo>
                    <a:pt x="18" y="36"/>
                  </a:lnTo>
                  <a:lnTo>
                    <a:pt x="12" y="48"/>
                  </a:lnTo>
                  <a:lnTo>
                    <a:pt x="6" y="48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24" y="72"/>
                  </a:lnTo>
                  <a:lnTo>
                    <a:pt x="6" y="102"/>
                  </a:lnTo>
                  <a:lnTo>
                    <a:pt x="18" y="102"/>
                  </a:lnTo>
                  <a:lnTo>
                    <a:pt x="24" y="96"/>
                  </a:lnTo>
                  <a:lnTo>
                    <a:pt x="36" y="96"/>
                  </a:lnTo>
                  <a:lnTo>
                    <a:pt x="36" y="114"/>
                  </a:lnTo>
                  <a:lnTo>
                    <a:pt x="60" y="138"/>
                  </a:lnTo>
                  <a:lnTo>
                    <a:pt x="72" y="126"/>
                  </a:lnTo>
                  <a:lnTo>
                    <a:pt x="66" y="108"/>
                  </a:lnTo>
                  <a:lnTo>
                    <a:pt x="60" y="114"/>
                  </a:lnTo>
                  <a:lnTo>
                    <a:pt x="42" y="102"/>
                  </a:lnTo>
                  <a:lnTo>
                    <a:pt x="66" y="102"/>
                  </a:lnTo>
                  <a:lnTo>
                    <a:pt x="78" y="96"/>
                  </a:lnTo>
                  <a:lnTo>
                    <a:pt x="78" y="78"/>
                  </a:lnTo>
                  <a:lnTo>
                    <a:pt x="108" y="90"/>
                  </a:lnTo>
                  <a:lnTo>
                    <a:pt x="114" y="84"/>
                  </a:lnTo>
                  <a:lnTo>
                    <a:pt x="114" y="90"/>
                  </a:lnTo>
                  <a:lnTo>
                    <a:pt x="114" y="4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74" name="Moldova" descr="© INSCALE GmbH, 05.05.2010&#10;http://www.presentationload.com/">
              <a:extLst>
                <a:ext uri="{FF2B5EF4-FFF2-40B4-BE49-F238E27FC236}">
                  <a16:creationId xmlns:a16="http://schemas.microsoft.com/office/drawing/2014/main" id="{6439D351-A2E9-4DF9-B376-477757C8FC08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313577" y="1722702"/>
              <a:ext cx="71083" cy="78352"/>
            </a:xfrm>
            <a:custGeom>
              <a:avLst/>
              <a:gdLst>
                <a:gd name="T0" fmla="*/ 2147483647 w 216"/>
                <a:gd name="T1" fmla="*/ 2147483647 h 240"/>
                <a:gd name="T2" fmla="*/ 2147483647 w 216"/>
                <a:gd name="T3" fmla="*/ 2147483647 h 240"/>
                <a:gd name="T4" fmla="*/ 2147483647 w 216"/>
                <a:gd name="T5" fmla="*/ 2147483647 h 240"/>
                <a:gd name="T6" fmla="*/ 2147483647 w 216"/>
                <a:gd name="T7" fmla="*/ 2147483647 h 240"/>
                <a:gd name="T8" fmla="*/ 2147483647 w 216"/>
                <a:gd name="T9" fmla="*/ 2147483647 h 240"/>
                <a:gd name="T10" fmla="*/ 2147483647 w 216"/>
                <a:gd name="T11" fmla="*/ 2147483647 h 240"/>
                <a:gd name="T12" fmla="*/ 2147483647 w 216"/>
                <a:gd name="T13" fmla="*/ 2147483647 h 240"/>
                <a:gd name="T14" fmla="*/ 2147483647 w 216"/>
                <a:gd name="T15" fmla="*/ 2147483647 h 240"/>
                <a:gd name="T16" fmla="*/ 2147483647 w 216"/>
                <a:gd name="T17" fmla="*/ 2147483647 h 240"/>
                <a:gd name="T18" fmla="*/ 2147483647 w 216"/>
                <a:gd name="T19" fmla="*/ 2147483647 h 240"/>
                <a:gd name="T20" fmla="*/ 2147483647 w 216"/>
                <a:gd name="T21" fmla="*/ 2147483647 h 240"/>
                <a:gd name="T22" fmla="*/ 2147483647 w 216"/>
                <a:gd name="T23" fmla="*/ 2147483647 h 240"/>
                <a:gd name="T24" fmla="*/ 2147483647 w 216"/>
                <a:gd name="T25" fmla="*/ 2147483647 h 240"/>
                <a:gd name="T26" fmla="*/ 2147483647 w 216"/>
                <a:gd name="T27" fmla="*/ 2147483647 h 240"/>
                <a:gd name="T28" fmla="*/ 2147483647 w 216"/>
                <a:gd name="T29" fmla="*/ 2147483647 h 240"/>
                <a:gd name="T30" fmla="*/ 2147483647 w 216"/>
                <a:gd name="T31" fmla="*/ 2147483647 h 240"/>
                <a:gd name="T32" fmla="*/ 2147483647 w 216"/>
                <a:gd name="T33" fmla="*/ 2147483647 h 240"/>
                <a:gd name="T34" fmla="*/ 2147483647 w 216"/>
                <a:gd name="T35" fmla="*/ 2147483647 h 240"/>
                <a:gd name="T36" fmla="*/ 2147483647 w 216"/>
                <a:gd name="T37" fmla="*/ 2147483647 h 240"/>
                <a:gd name="T38" fmla="*/ 2147483647 w 216"/>
                <a:gd name="T39" fmla="*/ 2147483647 h 240"/>
                <a:gd name="T40" fmla="*/ 2147483647 w 216"/>
                <a:gd name="T41" fmla="*/ 2147483647 h 240"/>
                <a:gd name="T42" fmla="*/ 2147483647 w 216"/>
                <a:gd name="T43" fmla="*/ 2147483647 h 240"/>
                <a:gd name="T44" fmla="*/ 2147483647 w 216"/>
                <a:gd name="T45" fmla="*/ 2147483647 h 240"/>
                <a:gd name="T46" fmla="*/ 2147483647 w 216"/>
                <a:gd name="T47" fmla="*/ 2147483647 h 240"/>
                <a:gd name="T48" fmla="*/ 2147483647 w 216"/>
                <a:gd name="T49" fmla="*/ 2147483647 h 240"/>
                <a:gd name="T50" fmla="*/ 2147483647 w 216"/>
                <a:gd name="T51" fmla="*/ 2147483647 h 240"/>
                <a:gd name="T52" fmla="*/ 2147483647 w 216"/>
                <a:gd name="T53" fmla="*/ 2147483647 h 240"/>
                <a:gd name="T54" fmla="*/ 2147483647 w 216"/>
                <a:gd name="T55" fmla="*/ 2147483647 h 240"/>
                <a:gd name="T56" fmla="*/ 2147483647 w 216"/>
                <a:gd name="T57" fmla="*/ 2147483647 h 240"/>
                <a:gd name="T58" fmla="*/ 2147483647 w 216"/>
                <a:gd name="T59" fmla="*/ 2147483647 h 240"/>
                <a:gd name="T60" fmla="*/ 2147483647 w 216"/>
                <a:gd name="T61" fmla="*/ 0 h 240"/>
                <a:gd name="T62" fmla="*/ 2147483647 w 216"/>
                <a:gd name="T63" fmla="*/ 2147483647 h 240"/>
                <a:gd name="T64" fmla="*/ 2147483647 w 216"/>
                <a:gd name="T65" fmla="*/ 2147483647 h 240"/>
                <a:gd name="T66" fmla="*/ 2147483647 w 216"/>
                <a:gd name="T67" fmla="*/ 2147483647 h 24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16"/>
                <a:gd name="T103" fmla="*/ 0 h 240"/>
                <a:gd name="T104" fmla="*/ 216 w 216"/>
                <a:gd name="T105" fmla="*/ 240 h 24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16" h="240">
                  <a:moveTo>
                    <a:pt x="0" y="18"/>
                  </a:moveTo>
                  <a:lnTo>
                    <a:pt x="18" y="24"/>
                  </a:lnTo>
                  <a:lnTo>
                    <a:pt x="24" y="30"/>
                  </a:lnTo>
                  <a:lnTo>
                    <a:pt x="30" y="42"/>
                  </a:lnTo>
                  <a:lnTo>
                    <a:pt x="36" y="48"/>
                  </a:lnTo>
                  <a:lnTo>
                    <a:pt x="36" y="60"/>
                  </a:lnTo>
                  <a:lnTo>
                    <a:pt x="60" y="72"/>
                  </a:lnTo>
                  <a:lnTo>
                    <a:pt x="66" y="96"/>
                  </a:lnTo>
                  <a:lnTo>
                    <a:pt x="78" y="96"/>
                  </a:lnTo>
                  <a:lnTo>
                    <a:pt x="84" y="114"/>
                  </a:lnTo>
                  <a:lnTo>
                    <a:pt x="102" y="114"/>
                  </a:lnTo>
                  <a:lnTo>
                    <a:pt x="108" y="120"/>
                  </a:lnTo>
                  <a:lnTo>
                    <a:pt x="108" y="162"/>
                  </a:lnTo>
                  <a:lnTo>
                    <a:pt x="114" y="162"/>
                  </a:lnTo>
                  <a:lnTo>
                    <a:pt x="108" y="168"/>
                  </a:lnTo>
                  <a:lnTo>
                    <a:pt x="108" y="180"/>
                  </a:lnTo>
                  <a:lnTo>
                    <a:pt x="102" y="186"/>
                  </a:lnTo>
                  <a:lnTo>
                    <a:pt x="102" y="198"/>
                  </a:lnTo>
                  <a:lnTo>
                    <a:pt x="108" y="210"/>
                  </a:lnTo>
                  <a:lnTo>
                    <a:pt x="114" y="216"/>
                  </a:lnTo>
                  <a:lnTo>
                    <a:pt x="114" y="240"/>
                  </a:lnTo>
                  <a:lnTo>
                    <a:pt x="138" y="234"/>
                  </a:lnTo>
                  <a:lnTo>
                    <a:pt x="138" y="222"/>
                  </a:lnTo>
                  <a:lnTo>
                    <a:pt x="132" y="216"/>
                  </a:lnTo>
                  <a:lnTo>
                    <a:pt x="132" y="204"/>
                  </a:lnTo>
                  <a:lnTo>
                    <a:pt x="138" y="204"/>
                  </a:lnTo>
                  <a:lnTo>
                    <a:pt x="150" y="198"/>
                  </a:lnTo>
                  <a:lnTo>
                    <a:pt x="156" y="192"/>
                  </a:lnTo>
                  <a:lnTo>
                    <a:pt x="174" y="180"/>
                  </a:lnTo>
                  <a:lnTo>
                    <a:pt x="168" y="174"/>
                  </a:lnTo>
                  <a:lnTo>
                    <a:pt x="156" y="168"/>
                  </a:lnTo>
                  <a:lnTo>
                    <a:pt x="150" y="168"/>
                  </a:lnTo>
                  <a:lnTo>
                    <a:pt x="150" y="162"/>
                  </a:lnTo>
                  <a:lnTo>
                    <a:pt x="156" y="156"/>
                  </a:lnTo>
                  <a:lnTo>
                    <a:pt x="174" y="156"/>
                  </a:lnTo>
                  <a:lnTo>
                    <a:pt x="180" y="162"/>
                  </a:lnTo>
                  <a:lnTo>
                    <a:pt x="198" y="162"/>
                  </a:lnTo>
                  <a:lnTo>
                    <a:pt x="210" y="156"/>
                  </a:lnTo>
                  <a:lnTo>
                    <a:pt x="216" y="156"/>
                  </a:lnTo>
                  <a:lnTo>
                    <a:pt x="216" y="126"/>
                  </a:lnTo>
                  <a:lnTo>
                    <a:pt x="210" y="120"/>
                  </a:lnTo>
                  <a:lnTo>
                    <a:pt x="198" y="120"/>
                  </a:lnTo>
                  <a:lnTo>
                    <a:pt x="192" y="114"/>
                  </a:lnTo>
                  <a:lnTo>
                    <a:pt x="180" y="114"/>
                  </a:lnTo>
                  <a:lnTo>
                    <a:pt x="180" y="96"/>
                  </a:lnTo>
                  <a:lnTo>
                    <a:pt x="186" y="90"/>
                  </a:lnTo>
                  <a:lnTo>
                    <a:pt x="180" y="84"/>
                  </a:lnTo>
                  <a:lnTo>
                    <a:pt x="174" y="84"/>
                  </a:lnTo>
                  <a:lnTo>
                    <a:pt x="162" y="90"/>
                  </a:lnTo>
                  <a:lnTo>
                    <a:pt x="162" y="66"/>
                  </a:lnTo>
                  <a:lnTo>
                    <a:pt x="168" y="60"/>
                  </a:lnTo>
                  <a:lnTo>
                    <a:pt x="162" y="48"/>
                  </a:lnTo>
                  <a:lnTo>
                    <a:pt x="156" y="42"/>
                  </a:lnTo>
                  <a:lnTo>
                    <a:pt x="144" y="36"/>
                  </a:lnTo>
                  <a:lnTo>
                    <a:pt x="126" y="36"/>
                  </a:lnTo>
                  <a:lnTo>
                    <a:pt x="126" y="24"/>
                  </a:lnTo>
                  <a:lnTo>
                    <a:pt x="120" y="18"/>
                  </a:lnTo>
                  <a:lnTo>
                    <a:pt x="78" y="18"/>
                  </a:lnTo>
                  <a:lnTo>
                    <a:pt x="78" y="12"/>
                  </a:lnTo>
                  <a:lnTo>
                    <a:pt x="72" y="12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2" y="6"/>
                  </a:lnTo>
                  <a:lnTo>
                    <a:pt x="36" y="6"/>
                  </a:lnTo>
                  <a:lnTo>
                    <a:pt x="36" y="12"/>
                  </a:lnTo>
                  <a:lnTo>
                    <a:pt x="24" y="12"/>
                  </a:lnTo>
                  <a:lnTo>
                    <a:pt x="12" y="6"/>
                  </a:lnTo>
                  <a:lnTo>
                    <a:pt x="6" y="6"/>
                  </a:lnTo>
                  <a:lnTo>
                    <a:pt x="0" y="1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75" name="Mozambique" descr="© INSCALE GmbH, 05.05.2010&#10;http://www.presentationload.com/">
              <a:extLst>
                <a:ext uri="{FF2B5EF4-FFF2-40B4-BE49-F238E27FC236}">
                  <a16:creationId xmlns:a16="http://schemas.microsoft.com/office/drawing/2014/main" id="{D023AF45-DB6E-47FD-A03D-CA5491595B24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436354" y="3279441"/>
              <a:ext cx="252022" cy="439277"/>
            </a:xfrm>
            <a:custGeom>
              <a:avLst/>
              <a:gdLst>
                <a:gd name="T0" fmla="*/ 2147483647 w 762"/>
                <a:gd name="T1" fmla="*/ 2147483647 h 1338"/>
                <a:gd name="T2" fmla="*/ 2147483647 w 762"/>
                <a:gd name="T3" fmla="*/ 2147483647 h 1338"/>
                <a:gd name="T4" fmla="*/ 2147483647 w 762"/>
                <a:gd name="T5" fmla="*/ 2147483647 h 1338"/>
                <a:gd name="T6" fmla="*/ 2147483647 w 762"/>
                <a:gd name="T7" fmla="*/ 2147483647 h 1338"/>
                <a:gd name="T8" fmla="*/ 2147483647 w 762"/>
                <a:gd name="T9" fmla="*/ 2147483647 h 1338"/>
                <a:gd name="T10" fmla="*/ 2147483647 w 762"/>
                <a:gd name="T11" fmla="*/ 2147483647 h 1338"/>
                <a:gd name="T12" fmla="*/ 2147483647 w 762"/>
                <a:gd name="T13" fmla="*/ 2147483647 h 1338"/>
                <a:gd name="T14" fmla="*/ 2147483647 w 762"/>
                <a:gd name="T15" fmla="*/ 2147483647 h 1338"/>
                <a:gd name="T16" fmla="*/ 2147483647 w 762"/>
                <a:gd name="T17" fmla="*/ 2147483647 h 1338"/>
                <a:gd name="T18" fmla="*/ 2147483647 w 762"/>
                <a:gd name="T19" fmla="*/ 2147483647 h 1338"/>
                <a:gd name="T20" fmla="*/ 2147483647 w 762"/>
                <a:gd name="T21" fmla="*/ 2147483647 h 1338"/>
                <a:gd name="T22" fmla="*/ 2147483647 w 762"/>
                <a:gd name="T23" fmla="*/ 2147483647 h 1338"/>
                <a:gd name="T24" fmla="*/ 2147483647 w 762"/>
                <a:gd name="T25" fmla="*/ 2147483647 h 1338"/>
                <a:gd name="T26" fmla="*/ 2147483647 w 762"/>
                <a:gd name="T27" fmla="*/ 2147483647 h 1338"/>
                <a:gd name="T28" fmla="*/ 2147483647 w 762"/>
                <a:gd name="T29" fmla="*/ 2147483647 h 1338"/>
                <a:gd name="T30" fmla="*/ 2147483647 w 762"/>
                <a:gd name="T31" fmla="*/ 2147483647 h 1338"/>
                <a:gd name="T32" fmla="*/ 2147483647 w 762"/>
                <a:gd name="T33" fmla="*/ 2147483647 h 1338"/>
                <a:gd name="T34" fmla="*/ 2147483647 w 762"/>
                <a:gd name="T35" fmla="*/ 2147483647 h 1338"/>
                <a:gd name="T36" fmla="*/ 2147483647 w 762"/>
                <a:gd name="T37" fmla="*/ 2147483647 h 1338"/>
                <a:gd name="T38" fmla="*/ 2147483647 w 762"/>
                <a:gd name="T39" fmla="*/ 2147483647 h 1338"/>
                <a:gd name="T40" fmla="*/ 2147483647 w 762"/>
                <a:gd name="T41" fmla="*/ 2147483647 h 1338"/>
                <a:gd name="T42" fmla="*/ 2147483647 w 762"/>
                <a:gd name="T43" fmla="*/ 2147483647 h 1338"/>
                <a:gd name="T44" fmla="*/ 2147483647 w 762"/>
                <a:gd name="T45" fmla="*/ 2147483647 h 1338"/>
                <a:gd name="T46" fmla="*/ 2147483647 w 762"/>
                <a:gd name="T47" fmla="*/ 2147483647 h 1338"/>
                <a:gd name="T48" fmla="*/ 2147483647 w 762"/>
                <a:gd name="T49" fmla="*/ 2147483647 h 1338"/>
                <a:gd name="T50" fmla="*/ 2147483647 w 762"/>
                <a:gd name="T51" fmla="*/ 2147483647 h 1338"/>
                <a:gd name="T52" fmla="*/ 2147483647 w 762"/>
                <a:gd name="T53" fmla="*/ 2147483647 h 1338"/>
                <a:gd name="T54" fmla="*/ 2147483647 w 762"/>
                <a:gd name="T55" fmla="*/ 2147483647 h 1338"/>
                <a:gd name="T56" fmla="*/ 0 w 762"/>
                <a:gd name="T57" fmla="*/ 2147483647 h 1338"/>
                <a:gd name="T58" fmla="*/ 2147483647 w 762"/>
                <a:gd name="T59" fmla="*/ 2147483647 h 1338"/>
                <a:gd name="T60" fmla="*/ 2147483647 w 762"/>
                <a:gd name="T61" fmla="*/ 2147483647 h 1338"/>
                <a:gd name="T62" fmla="*/ 2147483647 w 762"/>
                <a:gd name="T63" fmla="*/ 2147483647 h 1338"/>
                <a:gd name="T64" fmla="*/ 2147483647 w 762"/>
                <a:gd name="T65" fmla="*/ 2147483647 h 1338"/>
                <a:gd name="T66" fmla="*/ 2147483647 w 762"/>
                <a:gd name="T67" fmla="*/ 2147483647 h 1338"/>
                <a:gd name="T68" fmla="*/ 2147483647 w 762"/>
                <a:gd name="T69" fmla="*/ 2147483647 h 1338"/>
                <a:gd name="T70" fmla="*/ 2147483647 w 762"/>
                <a:gd name="T71" fmla="*/ 2147483647 h 1338"/>
                <a:gd name="T72" fmla="*/ 2147483647 w 762"/>
                <a:gd name="T73" fmla="*/ 2147483647 h 1338"/>
                <a:gd name="T74" fmla="*/ 2147483647 w 762"/>
                <a:gd name="T75" fmla="*/ 2147483647 h 1338"/>
                <a:gd name="T76" fmla="*/ 2147483647 w 762"/>
                <a:gd name="T77" fmla="*/ 2147483647 h 1338"/>
                <a:gd name="T78" fmla="*/ 2147483647 w 762"/>
                <a:gd name="T79" fmla="*/ 2147483647 h 1338"/>
                <a:gd name="T80" fmla="*/ 2147483647 w 762"/>
                <a:gd name="T81" fmla="*/ 2147483647 h 1338"/>
                <a:gd name="T82" fmla="*/ 2147483647 w 762"/>
                <a:gd name="T83" fmla="*/ 2147483647 h 1338"/>
                <a:gd name="T84" fmla="*/ 2147483647 w 762"/>
                <a:gd name="T85" fmla="*/ 2147483647 h 1338"/>
                <a:gd name="T86" fmla="*/ 2147483647 w 762"/>
                <a:gd name="T87" fmla="*/ 2147483647 h 1338"/>
                <a:gd name="T88" fmla="*/ 2147483647 w 762"/>
                <a:gd name="T89" fmla="*/ 2147483647 h 1338"/>
                <a:gd name="T90" fmla="*/ 2147483647 w 762"/>
                <a:gd name="T91" fmla="*/ 2147483647 h 1338"/>
                <a:gd name="T92" fmla="*/ 2147483647 w 762"/>
                <a:gd name="T93" fmla="*/ 2147483647 h 1338"/>
                <a:gd name="T94" fmla="*/ 2147483647 w 762"/>
                <a:gd name="T95" fmla="*/ 2147483647 h 1338"/>
                <a:gd name="T96" fmla="*/ 2147483647 w 762"/>
                <a:gd name="T97" fmla="*/ 2147483647 h 1338"/>
                <a:gd name="T98" fmla="*/ 2147483647 w 762"/>
                <a:gd name="T99" fmla="*/ 2147483647 h 1338"/>
                <a:gd name="T100" fmla="*/ 2147483647 w 762"/>
                <a:gd name="T101" fmla="*/ 2147483647 h 1338"/>
                <a:gd name="T102" fmla="*/ 2147483647 w 762"/>
                <a:gd name="T103" fmla="*/ 2147483647 h 1338"/>
                <a:gd name="T104" fmla="*/ 2147483647 w 762"/>
                <a:gd name="T105" fmla="*/ 2147483647 h 1338"/>
                <a:gd name="T106" fmla="*/ 2147483647 w 762"/>
                <a:gd name="T107" fmla="*/ 2147483647 h 1338"/>
                <a:gd name="T108" fmla="*/ 2147483647 w 762"/>
                <a:gd name="T109" fmla="*/ 2147483647 h 1338"/>
                <a:gd name="T110" fmla="*/ 2147483647 w 762"/>
                <a:gd name="T111" fmla="*/ 2147483647 h 1338"/>
                <a:gd name="T112" fmla="*/ 2147483647 w 762"/>
                <a:gd name="T113" fmla="*/ 2147483647 h 1338"/>
                <a:gd name="T114" fmla="*/ 2147483647 w 762"/>
                <a:gd name="T115" fmla="*/ 2147483647 h 1338"/>
                <a:gd name="T116" fmla="*/ 2147483647 w 762"/>
                <a:gd name="T117" fmla="*/ 2147483647 h 1338"/>
                <a:gd name="T118" fmla="*/ 2147483647 w 762"/>
                <a:gd name="T119" fmla="*/ 2147483647 h 1338"/>
                <a:gd name="T120" fmla="*/ 2147483647 w 762"/>
                <a:gd name="T121" fmla="*/ 2147483647 h 1338"/>
                <a:gd name="T122" fmla="*/ 2147483647 w 762"/>
                <a:gd name="T123" fmla="*/ 2147483647 h 133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2"/>
                <a:gd name="T187" fmla="*/ 0 h 1338"/>
                <a:gd name="T188" fmla="*/ 762 w 762"/>
                <a:gd name="T189" fmla="*/ 1338 h 133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2" h="1338">
                  <a:moveTo>
                    <a:pt x="762" y="342"/>
                  </a:moveTo>
                  <a:lnTo>
                    <a:pt x="762" y="324"/>
                  </a:lnTo>
                  <a:lnTo>
                    <a:pt x="756" y="318"/>
                  </a:lnTo>
                  <a:lnTo>
                    <a:pt x="744" y="318"/>
                  </a:lnTo>
                  <a:lnTo>
                    <a:pt x="744" y="258"/>
                  </a:lnTo>
                  <a:lnTo>
                    <a:pt x="732" y="246"/>
                  </a:lnTo>
                  <a:lnTo>
                    <a:pt x="750" y="234"/>
                  </a:lnTo>
                  <a:lnTo>
                    <a:pt x="738" y="186"/>
                  </a:lnTo>
                  <a:lnTo>
                    <a:pt x="750" y="156"/>
                  </a:lnTo>
                  <a:lnTo>
                    <a:pt x="738" y="120"/>
                  </a:lnTo>
                  <a:lnTo>
                    <a:pt x="738" y="108"/>
                  </a:lnTo>
                  <a:lnTo>
                    <a:pt x="750" y="72"/>
                  </a:lnTo>
                  <a:lnTo>
                    <a:pt x="756" y="42"/>
                  </a:lnTo>
                  <a:lnTo>
                    <a:pt x="756" y="12"/>
                  </a:lnTo>
                  <a:lnTo>
                    <a:pt x="744" y="0"/>
                  </a:lnTo>
                  <a:lnTo>
                    <a:pt x="666" y="54"/>
                  </a:lnTo>
                  <a:lnTo>
                    <a:pt x="636" y="60"/>
                  </a:lnTo>
                  <a:lnTo>
                    <a:pt x="630" y="60"/>
                  </a:lnTo>
                  <a:lnTo>
                    <a:pt x="618" y="72"/>
                  </a:lnTo>
                  <a:lnTo>
                    <a:pt x="606" y="78"/>
                  </a:lnTo>
                  <a:lnTo>
                    <a:pt x="594" y="78"/>
                  </a:lnTo>
                  <a:lnTo>
                    <a:pt x="594" y="72"/>
                  </a:lnTo>
                  <a:lnTo>
                    <a:pt x="588" y="66"/>
                  </a:lnTo>
                  <a:lnTo>
                    <a:pt x="564" y="66"/>
                  </a:lnTo>
                  <a:lnTo>
                    <a:pt x="558" y="72"/>
                  </a:lnTo>
                  <a:lnTo>
                    <a:pt x="552" y="84"/>
                  </a:lnTo>
                  <a:lnTo>
                    <a:pt x="540" y="90"/>
                  </a:lnTo>
                  <a:lnTo>
                    <a:pt x="528" y="102"/>
                  </a:lnTo>
                  <a:lnTo>
                    <a:pt x="510" y="102"/>
                  </a:lnTo>
                  <a:lnTo>
                    <a:pt x="498" y="96"/>
                  </a:lnTo>
                  <a:lnTo>
                    <a:pt x="492" y="90"/>
                  </a:lnTo>
                  <a:lnTo>
                    <a:pt x="486" y="90"/>
                  </a:lnTo>
                  <a:lnTo>
                    <a:pt x="468" y="108"/>
                  </a:lnTo>
                  <a:lnTo>
                    <a:pt x="456" y="108"/>
                  </a:lnTo>
                  <a:lnTo>
                    <a:pt x="450" y="102"/>
                  </a:lnTo>
                  <a:lnTo>
                    <a:pt x="438" y="96"/>
                  </a:lnTo>
                  <a:lnTo>
                    <a:pt x="432" y="84"/>
                  </a:lnTo>
                  <a:lnTo>
                    <a:pt x="420" y="78"/>
                  </a:lnTo>
                  <a:lnTo>
                    <a:pt x="408" y="78"/>
                  </a:lnTo>
                  <a:lnTo>
                    <a:pt x="396" y="90"/>
                  </a:lnTo>
                  <a:lnTo>
                    <a:pt x="390" y="90"/>
                  </a:lnTo>
                  <a:lnTo>
                    <a:pt x="384" y="96"/>
                  </a:lnTo>
                  <a:lnTo>
                    <a:pt x="354" y="96"/>
                  </a:lnTo>
                  <a:lnTo>
                    <a:pt x="354" y="114"/>
                  </a:lnTo>
                  <a:lnTo>
                    <a:pt x="330" y="138"/>
                  </a:lnTo>
                  <a:lnTo>
                    <a:pt x="330" y="150"/>
                  </a:lnTo>
                  <a:lnTo>
                    <a:pt x="342" y="162"/>
                  </a:lnTo>
                  <a:lnTo>
                    <a:pt x="348" y="174"/>
                  </a:lnTo>
                  <a:lnTo>
                    <a:pt x="348" y="204"/>
                  </a:lnTo>
                  <a:lnTo>
                    <a:pt x="342" y="216"/>
                  </a:lnTo>
                  <a:lnTo>
                    <a:pt x="336" y="234"/>
                  </a:lnTo>
                  <a:lnTo>
                    <a:pt x="336" y="246"/>
                  </a:lnTo>
                  <a:lnTo>
                    <a:pt x="342" y="246"/>
                  </a:lnTo>
                  <a:lnTo>
                    <a:pt x="342" y="252"/>
                  </a:lnTo>
                  <a:lnTo>
                    <a:pt x="348" y="252"/>
                  </a:lnTo>
                  <a:lnTo>
                    <a:pt x="372" y="276"/>
                  </a:lnTo>
                  <a:lnTo>
                    <a:pt x="384" y="300"/>
                  </a:lnTo>
                  <a:lnTo>
                    <a:pt x="390" y="306"/>
                  </a:lnTo>
                  <a:lnTo>
                    <a:pt x="396" y="318"/>
                  </a:lnTo>
                  <a:lnTo>
                    <a:pt x="408" y="336"/>
                  </a:lnTo>
                  <a:lnTo>
                    <a:pt x="420" y="348"/>
                  </a:lnTo>
                  <a:lnTo>
                    <a:pt x="420" y="366"/>
                  </a:lnTo>
                  <a:lnTo>
                    <a:pt x="414" y="372"/>
                  </a:lnTo>
                  <a:lnTo>
                    <a:pt x="408" y="384"/>
                  </a:lnTo>
                  <a:lnTo>
                    <a:pt x="402" y="390"/>
                  </a:lnTo>
                  <a:lnTo>
                    <a:pt x="402" y="450"/>
                  </a:lnTo>
                  <a:lnTo>
                    <a:pt x="396" y="456"/>
                  </a:lnTo>
                  <a:lnTo>
                    <a:pt x="372" y="456"/>
                  </a:lnTo>
                  <a:lnTo>
                    <a:pt x="360" y="462"/>
                  </a:lnTo>
                  <a:lnTo>
                    <a:pt x="354" y="474"/>
                  </a:lnTo>
                  <a:lnTo>
                    <a:pt x="354" y="492"/>
                  </a:lnTo>
                  <a:lnTo>
                    <a:pt x="360" y="492"/>
                  </a:lnTo>
                  <a:lnTo>
                    <a:pt x="366" y="498"/>
                  </a:lnTo>
                  <a:lnTo>
                    <a:pt x="366" y="528"/>
                  </a:lnTo>
                  <a:lnTo>
                    <a:pt x="354" y="534"/>
                  </a:lnTo>
                  <a:lnTo>
                    <a:pt x="348" y="540"/>
                  </a:lnTo>
                  <a:lnTo>
                    <a:pt x="342" y="534"/>
                  </a:lnTo>
                  <a:lnTo>
                    <a:pt x="342" y="522"/>
                  </a:lnTo>
                  <a:lnTo>
                    <a:pt x="348" y="516"/>
                  </a:lnTo>
                  <a:lnTo>
                    <a:pt x="348" y="504"/>
                  </a:lnTo>
                  <a:lnTo>
                    <a:pt x="336" y="498"/>
                  </a:lnTo>
                  <a:lnTo>
                    <a:pt x="330" y="492"/>
                  </a:lnTo>
                  <a:lnTo>
                    <a:pt x="318" y="486"/>
                  </a:lnTo>
                  <a:lnTo>
                    <a:pt x="312" y="480"/>
                  </a:lnTo>
                  <a:lnTo>
                    <a:pt x="300" y="474"/>
                  </a:lnTo>
                  <a:lnTo>
                    <a:pt x="300" y="444"/>
                  </a:lnTo>
                  <a:lnTo>
                    <a:pt x="288" y="444"/>
                  </a:lnTo>
                  <a:lnTo>
                    <a:pt x="288" y="438"/>
                  </a:lnTo>
                  <a:lnTo>
                    <a:pt x="294" y="432"/>
                  </a:lnTo>
                  <a:lnTo>
                    <a:pt x="306" y="426"/>
                  </a:lnTo>
                  <a:lnTo>
                    <a:pt x="312" y="420"/>
                  </a:lnTo>
                  <a:lnTo>
                    <a:pt x="300" y="402"/>
                  </a:lnTo>
                  <a:lnTo>
                    <a:pt x="312" y="396"/>
                  </a:lnTo>
                  <a:lnTo>
                    <a:pt x="318" y="366"/>
                  </a:lnTo>
                  <a:lnTo>
                    <a:pt x="312" y="366"/>
                  </a:lnTo>
                  <a:lnTo>
                    <a:pt x="312" y="330"/>
                  </a:lnTo>
                  <a:lnTo>
                    <a:pt x="306" y="324"/>
                  </a:lnTo>
                  <a:lnTo>
                    <a:pt x="288" y="324"/>
                  </a:lnTo>
                  <a:lnTo>
                    <a:pt x="282" y="330"/>
                  </a:lnTo>
                  <a:lnTo>
                    <a:pt x="252" y="330"/>
                  </a:lnTo>
                  <a:lnTo>
                    <a:pt x="222" y="282"/>
                  </a:lnTo>
                  <a:lnTo>
                    <a:pt x="216" y="282"/>
                  </a:lnTo>
                  <a:lnTo>
                    <a:pt x="210" y="288"/>
                  </a:lnTo>
                  <a:lnTo>
                    <a:pt x="192" y="294"/>
                  </a:lnTo>
                  <a:lnTo>
                    <a:pt x="180" y="300"/>
                  </a:lnTo>
                  <a:lnTo>
                    <a:pt x="162" y="312"/>
                  </a:lnTo>
                  <a:lnTo>
                    <a:pt x="138" y="324"/>
                  </a:lnTo>
                  <a:lnTo>
                    <a:pt x="132" y="324"/>
                  </a:lnTo>
                  <a:lnTo>
                    <a:pt x="120" y="330"/>
                  </a:lnTo>
                  <a:lnTo>
                    <a:pt x="102" y="336"/>
                  </a:lnTo>
                  <a:lnTo>
                    <a:pt x="84" y="336"/>
                  </a:lnTo>
                  <a:lnTo>
                    <a:pt x="72" y="342"/>
                  </a:lnTo>
                  <a:lnTo>
                    <a:pt x="60" y="342"/>
                  </a:lnTo>
                  <a:lnTo>
                    <a:pt x="42" y="360"/>
                  </a:lnTo>
                  <a:lnTo>
                    <a:pt x="12" y="360"/>
                  </a:lnTo>
                  <a:lnTo>
                    <a:pt x="0" y="372"/>
                  </a:lnTo>
                  <a:lnTo>
                    <a:pt x="18" y="390"/>
                  </a:lnTo>
                  <a:lnTo>
                    <a:pt x="24" y="444"/>
                  </a:lnTo>
                  <a:lnTo>
                    <a:pt x="84" y="444"/>
                  </a:lnTo>
                  <a:lnTo>
                    <a:pt x="96" y="462"/>
                  </a:lnTo>
                  <a:lnTo>
                    <a:pt x="114" y="462"/>
                  </a:lnTo>
                  <a:lnTo>
                    <a:pt x="132" y="486"/>
                  </a:lnTo>
                  <a:lnTo>
                    <a:pt x="138" y="486"/>
                  </a:lnTo>
                  <a:lnTo>
                    <a:pt x="150" y="480"/>
                  </a:lnTo>
                  <a:lnTo>
                    <a:pt x="162" y="480"/>
                  </a:lnTo>
                  <a:lnTo>
                    <a:pt x="180" y="498"/>
                  </a:lnTo>
                  <a:lnTo>
                    <a:pt x="192" y="498"/>
                  </a:lnTo>
                  <a:lnTo>
                    <a:pt x="204" y="510"/>
                  </a:lnTo>
                  <a:lnTo>
                    <a:pt x="204" y="516"/>
                  </a:lnTo>
                  <a:lnTo>
                    <a:pt x="198" y="528"/>
                  </a:lnTo>
                  <a:lnTo>
                    <a:pt x="192" y="534"/>
                  </a:lnTo>
                  <a:lnTo>
                    <a:pt x="204" y="552"/>
                  </a:lnTo>
                  <a:lnTo>
                    <a:pt x="192" y="564"/>
                  </a:lnTo>
                  <a:lnTo>
                    <a:pt x="204" y="576"/>
                  </a:lnTo>
                  <a:lnTo>
                    <a:pt x="198" y="582"/>
                  </a:lnTo>
                  <a:lnTo>
                    <a:pt x="198" y="588"/>
                  </a:lnTo>
                  <a:lnTo>
                    <a:pt x="192" y="594"/>
                  </a:lnTo>
                  <a:lnTo>
                    <a:pt x="192" y="606"/>
                  </a:lnTo>
                  <a:lnTo>
                    <a:pt x="204" y="630"/>
                  </a:lnTo>
                  <a:lnTo>
                    <a:pt x="204" y="642"/>
                  </a:lnTo>
                  <a:lnTo>
                    <a:pt x="198" y="648"/>
                  </a:lnTo>
                  <a:lnTo>
                    <a:pt x="198" y="654"/>
                  </a:lnTo>
                  <a:lnTo>
                    <a:pt x="192" y="654"/>
                  </a:lnTo>
                  <a:lnTo>
                    <a:pt x="192" y="666"/>
                  </a:lnTo>
                  <a:lnTo>
                    <a:pt x="174" y="678"/>
                  </a:lnTo>
                  <a:lnTo>
                    <a:pt x="192" y="702"/>
                  </a:lnTo>
                  <a:lnTo>
                    <a:pt x="174" y="720"/>
                  </a:lnTo>
                  <a:lnTo>
                    <a:pt x="174" y="732"/>
                  </a:lnTo>
                  <a:lnTo>
                    <a:pt x="198" y="756"/>
                  </a:lnTo>
                  <a:lnTo>
                    <a:pt x="198" y="762"/>
                  </a:lnTo>
                  <a:lnTo>
                    <a:pt x="192" y="774"/>
                  </a:lnTo>
                  <a:lnTo>
                    <a:pt x="180" y="786"/>
                  </a:lnTo>
                  <a:lnTo>
                    <a:pt x="180" y="798"/>
                  </a:lnTo>
                  <a:lnTo>
                    <a:pt x="168" y="810"/>
                  </a:lnTo>
                  <a:lnTo>
                    <a:pt x="156" y="816"/>
                  </a:lnTo>
                  <a:lnTo>
                    <a:pt x="156" y="846"/>
                  </a:lnTo>
                  <a:lnTo>
                    <a:pt x="144" y="858"/>
                  </a:lnTo>
                  <a:lnTo>
                    <a:pt x="156" y="876"/>
                  </a:lnTo>
                  <a:lnTo>
                    <a:pt x="138" y="882"/>
                  </a:lnTo>
                  <a:lnTo>
                    <a:pt x="72" y="966"/>
                  </a:lnTo>
                  <a:lnTo>
                    <a:pt x="72" y="996"/>
                  </a:lnTo>
                  <a:lnTo>
                    <a:pt x="78" y="1014"/>
                  </a:lnTo>
                  <a:lnTo>
                    <a:pt x="78" y="1032"/>
                  </a:lnTo>
                  <a:lnTo>
                    <a:pt x="84" y="1044"/>
                  </a:lnTo>
                  <a:lnTo>
                    <a:pt x="84" y="1062"/>
                  </a:lnTo>
                  <a:lnTo>
                    <a:pt x="114" y="1122"/>
                  </a:lnTo>
                  <a:lnTo>
                    <a:pt x="114" y="1212"/>
                  </a:lnTo>
                  <a:lnTo>
                    <a:pt x="90" y="1248"/>
                  </a:lnTo>
                  <a:lnTo>
                    <a:pt x="114" y="1248"/>
                  </a:lnTo>
                  <a:lnTo>
                    <a:pt x="108" y="1260"/>
                  </a:lnTo>
                  <a:lnTo>
                    <a:pt x="108" y="1284"/>
                  </a:lnTo>
                  <a:lnTo>
                    <a:pt x="114" y="1290"/>
                  </a:lnTo>
                  <a:lnTo>
                    <a:pt x="120" y="1290"/>
                  </a:lnTo>
                  <a:lnTo>
                    <a:pt x="126" y="1314"/>
                  </a:lnTo>
                  <a:lnTo>
                    <a:pt x="144" y="1314"/>
                  </a:lnTo>
                  <a:lnTo>
                    <a:pt x="156" y="1326"/>
                  </a:lnTo>
                  <a:lnTo>
                    <a:pt x="162" y="1338"/>
                  </a:lnTo>
                  <a:lnTo>
                    <a:pt x="168" y="1320"/>
                  </a:lnTo>
                  <a:lnTo>
                    <a:pt x="168" y="1284"/>
                  </a:lnTo>
                  <a:lnTo>
                    <a:pt x="162" y="1272"/>
                  </a:lnTo>
                  <a:lnTo>
                    <a:pt x="156" y="1266"/>
                  </a:lnTo>
                  <a:lnTo>
                    <a:pt x="150" y="1266"/>
                  </a:lnTo>
                  <a:lnTo>
                    <a:pt x="150" y="1242"/>
                  </a:lnTo>
                  <a:lnTo>
                    <a:pt x="162" y="1230"/>
                  </a:lnTo>
                  <a:lnTo>
                    <a:pt x="222" y="1188"/>
                  </a:lnTo>
                  <a:lnTo>
                    <a:pt x="276" y="1158"/>
                  </a:lnTo>
                  <a:lnTo>
                    <a:pt x="294" y="1146"/>
                  </a:lnTo>
                  <a:lnTo>
                    <a:pt x="312" y="1140"/>
                  </a:lnTo>
                  <a:lnTo>
                    <a:pt x="330" y="1128"/>
                  </a:lnTo>
                  <a:lnTo>
                    <a:pt x="342" y="1122"/>
                  </a:lnTo>
                  <a:lnTo>
                    <a:pt x="360" y="1104"/>
                  </a:lnTo>
                  <a:lnTo>
                    <a:pt x="360" y="1080"/>
                  </a:lnTo>
                  <a:lnTo>
                    <a:pt x="354" y="1080"/>
                  </a:lnTo>
                  <a:lnTo>
                    <a:pt x="354" y="1086"/>
                  </a:lnTo>
                  <a:lnTo>
                    <a:pt x="348" y="1080"/>
                  </a:lnTo>
                  <a:lnTo>
                    <a:pt x="342" y="1080"/>
                  </a:lnTo>
                  <a:lnTo>
                    <a:pt x="342" y="1068"/>
                  </a:lnTo>
                  <a:lnTo>
                    <a:pt x="366" y="1020"/>
                  </a:lnTo>
                  <a:lnTo>
                    <a:pt x="366" y="990"/>
                  </a:lnTo>
                  <a:lnTo>
                    <a:pt x="360" y="984"/>
                  </a:lnTo>
                  <a:lnTo>
                    <a:pt x="360" y="978"/>
                  </a:lnTo>
                  <a:lnTo>
                    <a:pt x="372" y="948"/>
                  </a:lnTo>
                  <a:lnTo>
                    <a:pt x="366" y="942"/>
                  </a:lnTo>
                  <a:lnTo>
                    <a:pt x="348" y="960"/>
                  </a:lnTo>
                  <a:lnTo>
                    <a:pt x="354" y="918"/>
                  </a:lnTo>
                  <a:lnTo>
                    <a:pt x="348" y="906"/>
                  </a:lnTo>
                  <a:lnTo>
                    <a:pt x="336" y="900"/>
                  </a:lnTo>
                  <a:lnTo>
                    <a:pt x="330" y="888"/>
                  </a:lnTo>
                  <a:lnTo>
                    <a:pt x="330" y="870"/>
                  </a:lnTo>
                  <a:lnTo>
                    <a:pt x="336" y="858"/>
                  </a:lnTo>
                  <a:lnTo>
                    <a:pt x="336" y="834"/>
                  </a:lnTo>
                  <a:lnTo>
                    <a:pt x="324" y="822"/>
                  </a:lnTo>
                  <a:lnTo>
                    <a:pt x="318" y="822"/>
                  </a:lnTo>
                  <a:lnTo>
                    <a:pt x="312" y="816"/>
                  </a:lnTo>
                  <a:lnTo>
                    <a:pt x="312" y="792"/>
                  </a:lnTo>
                  <a:lnTo>
                    <a:pt x="318" y="780"/>
                  </a:lnTo>
                  <a:lnTo>
                    <a:pt x="324" y="762"/>
                  </a:lnTo>
                  <a:lnTo>
                    <a:pt x="336" y="750"/>
                  </a:lnTo>
                  <a:lnTo>
                    <a:pt x="372" y="732"/>
                  </a:lnTo>
                  <a:lnTo>
                    <a:pt x="378" y="726"/>
                  </a:lnTo>
                  <a:lnTo>
                    <a:pt x="378" y="714"/>
                  </a:lnTo>
                  <a:lnTo>
                    <a:pt x="390" y="690"/>
                  </a:lnTo>
                  <a:lnTo>
                    <a:pt x="396" y="684"/>
                  </a:lnTo>
                  <a:lnTo>
                    <a:pt x="402" y="684"/>
                  </a:lnTo>
                  <a:lnTo>
                    <a:pt x="414" y="678"/>
                  </a:lnTo>
                  <a:lnTo>
                    <a:pt x="420" y="678"/>
                  </a:lnTo>
                  <a:lnTo>
                    <a:pt x="426" y="672"/>
                  </a:lnTo>
                  <a:lnTo>
                    <a:pt x="450" y="660"/>
                  </a:lnTo>
                  <a:lnTo>
                    <a:pt x="462" y="648"/>
                  </a:lnTo>
                  <a:lnTo>
                    <a:pt x="474" y="612"/>
                  </a:lnTo>
                  <a:lnTo>
                    <a:pt x="498" y="576"/>
                  </a:lnTo>
                  <a:lnTo>
                    <a:pt x="522" y="564"/>
                  </a:lnTo>
                  <a:lnTo>
                    <a:pt x="558" y="552"/>
                  </a:lnTo>
                  <a:lnTo>
                    <a:pt x="600" y="534"/>
                  </a:lnTo>
                  <a:lnTo>
                    <a:pt x="624" y="522"/>
                  </a:lnTo>
                  <a:lnTo>
                    <a:pt x="630" y="516"/>
                  </a:lnTo>
                  <a:lnTo>
                    <a:pt x="666" y="498"/>
                  </a:lnTo>
                  <a:lnTo>
                    <a:pt x="672" y="492"/>
                  </a:lnTo>
                  <a:lnTo>
                    <a:pt x="684" y="486"/>
                  </a:lnTo>
                  <a:lnTo>
                    <a:pt x="684" y="474"/>
                  </a:lnTo>
                  <a:lnTo>
                    <a:pt x="714" y="444"/>
                  </a:lnTo>
                  <a:lnTo>
                    <a:pt x="714" y="432"/>
                  </a:lnTo>
                  <a:lnTo>
                    <a:pt x="720" y="420"/>
                  </a:lnTo>
                  <a:lnTo>
                    <a:pt x="732" y="414"/>
                  </a:lnTo>
                  <a:lnTo>
                    <a:pt x="738" y="402"/>
                  </a:lnTo>
                  <a:lnTo>
                    <a:pt x="744" y="396"/>
                  </a:lnTo>
                  <a:lnTo>
                    <a:pt x="744" y="378"/>
                  </a:lnTo>
                  <a:lnTo>
                    <a:pt x="750" y="372"/>
                  </a:lnTo>
                  <a:lnTo>
                    <a:pt x="762" y="348"/>
                  </a:lnTo>
                  <a:lnTo>
                    <a:pt x="762" y="34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76" name="Mongolia" descr="© INSCALE GmbH, 05.05.2010&#10;http://www.presentationload.com/">
              <a:extLst>
                <a:ext uri="{FF2B5EF4-FFF2-40B4-BE49-F238E27FC236}">
                  <a16:creationId xmlns:a16="http://schemas.microsoft.com/office/drawing/2014/main" id="{6C38EDFC-8C21-421F-8970-9EEE36674D81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5568512" y="1627651"/>
              <a:ext cx="694027" cy="273586"/>
            </a:xfrm>
            <a:custGeom>
              <a:avLst/>
              <a:gdLst>
                <a:gd name="T0" fmla="*/ 2147483647 w 2100"/>
                <a:gd name="T1" fmla="*/ 2147483647 h 834"/>
                <a:gd name="T2" fmla="*/ 2147483647 w 2100"/>
                <a:gd name="T3" fmla="*/ 2147483647 h 834"/>
                <a:gd name="T4" fmla="*/ 2147483647 w 2100"/>
                <a:gd name="T5" fmla="*/ 2147483647 h 834"/>
                <a:gd name="T6" fmla="*/ 2147483647 w 2100"/>
                <a:gd name="T7" fmla="*/ 2147483647 h 834"/>
                <a:gd name="T8" fmla="*/ 2147483647 w 2100"/>
                <a:gd name="T9" fmla="*/ 2147483647 h 834"/>
                <a:gd name="T10" fmla="*/ 2147483647 w 2100"/>
                <a:gd name="T11" fmla="*/ 2147483647 h 834"/>
                <a:gd name="T12" fmla="*/ 2147483647 w 2100"/>
                <a:gd name="T13" fmla="*/ 2147483647 h 834"/>
                <a:gd name="T14" fmla="*/ 2147483647 w 2100"/>
                <a:gd name="T15" fmla="*/ 2147483647 h 834"/>
                <a:gd name="T16" fmla="*/ 2147483647 w 2100"/>
                <a:gd name="T17" fmla="*/ 2147483647 h 834"/>
                <a:gd name="T18" fmla="*/ 2147483647 w 2100"/>
                <a:gd name="T19" fmla="*/ 2147483647 h 834"/>
                <a:gd name="T20" fmla="*/ 2147483647 w 2100"/>
                <a:gd name="T21" fmla="*/ 2147483647 h 834"/>
                <a:gd name="T22" fmla="*/ 2147483647 w 2100"/>
                <a:gd name="T23" fmla="*/ 2147483647 h 834"/>
                <a:gd name="T24" fmla="*/ 2147483647 w 2100"/>
                <a:gd name="T25" fmla="*/ 2147483647 h 834"/>
                <a:gd name="T26" fmla="*/ 2147483647 w 2100"/>
                <a:gd name="T27" fmla="*/ 2147483647 h 834"/>
                <a:gd name="T28" fmla="*/ 2147483647 w 2100"/>
                <a:gd name="T29" fmla="*/ 2147483647 h 834"/>
                <a:gd name="T30" fmla="*/ 2147483647 w 2100"/>
                <a:gd name="T31" fmla="*/ 2147483647 h 834"/>
                <a:gd name="T32" fmla="*/ 2147483647 w 2100"/>
                <a:gd name="T33" fmla="*/ 2147483647 h 834"/>
                <a:gd name="T34" fmla="*/ 2147483647 w 2100"/>
                <a:gd name="T35" fmla="*/ 2147483647 h 834"/>
                <a:gd name="T36" fmla="*/ 2147483647 w 2100"/>
                <a:gd name="T37" fmla="*/ 2147483647 h 834"/>
                <a:gd name="T38" fmla="*/ 2147483647 w 2100"/>
                <a:gd name="T39" fmla="*/ 2147483647 h 834"/>
                <a:gd name="T40" fmla="*/ 2147483647 w 2100"/>
                <a:gd name="T41" fmla="*/ 2147483647 h 834"/>
                <a:gd name="T42" fmla="*/ 2147483647 w 2100"/>
                <a:gd name="T43" fmla="*/ 2147483647 h 834"/>
                <a:gd name="T44" fmla="*/ 2147483647 w 2100"/>
                <a:gd name="T45" fmla="*/ 2147483647 h 834"/>
                <a:gd name="T46" fmla="*/ 2147483647 w 2100"/>
                <a:gd name="T47" fmla="*/ 2147483647 h 834"/>
                <a:gd name="T48" fmla="*/ 2147483647 w 2100"/>
                <a:gd name="T49" fmla="*/ 2147483647 h 834"/>
                <a:gd name="T50" fmla="*/ 2147483647 w 2100"/>
                <a:gd name="T51" fmla="*/ 2147483647 h 834"/>
                <a:gd name="T52" fmla="*/ 2147483647 w 2100"/>
                <a:gd name="T53" fmla="*/ 2147483647 h 834"/>
                <a:gd name="T54" fmla="*/ 2147483647 w 2100"/>
                <a:gd name="T55" fmla="*/ 2147483647 h 834"/>
                <a:gd name="T56" fmla="*/ 2147483647 w 2100"/>
                <a:gd name="T57" fmla="*/ 2147483647 h 834"/>
                <a:gd name="T58" fmla="*/ 2147483647 w 2100"/>
                <a:gd name="T59" fmla="*/ 2147483647 h 834"/>
                <a:gd name="T60" fmla="*/ 2147483647 w 2100"/>
                <a:gd name="T61" fmla="*/ 2147483647 h 834"/>
                <a:gd name="T62" fmla="*/ 0 w 2100"/>
                <a:gd name="T63" fmla="*/ 2147483647 h 834"/>
                <a:gd name="T64" fmla="*/ 2147483647 w 2100"/>
                <a:gd name="T65" fmla="*/ 2147483647 h 834"/>
                <a:gd name="T66" fmla="*/ 2147483647 w 2100"/>
                <a:gd name="T67" fmla="*/ 2147483647 h 834"/>
                <a:gd name="T68" fmla="*/ 2147483647 w 2100"/>
                <a:gd name="T69" fmla="*/ 2147483647 h 834"/>
                <a:gd name="T70" fmla="*/ 2147483647 w 2100"/>
                <a:gd name="T71" fmla="*/ 2147483647 h 834"/>
                <a:gd name="T72" fmla="*/ 2147483647 w 2100"/>
                <a:gd name="T73" fmla="*/ 2147483647 h 834"/>
                <a:gd name="T74" fmla="*/ 2147483647 w 2100"/>
                <a:gd name="T75" fmla="*/ 2147483647 h 834"/>
                <a:gd name="T76" fmla="*/ 2147483647 w 2100"/>
                <a:gd name="T77" fmla="*/ 2147483647 h 834"/>
                <a:gd name="T78" fmla="*/ 2147483647 w 2100"/>
                <a:gd name="T79" fmla="*/ 2147483647 h 834"/>
                <a:gd name="T80" fmla="*/ 2147483647 w 2100"/>
                <a:gd name="T81" fmla="*/ 2147483647 h 834"/>
                <a:gd name="T82" fmla="*/ 2147483647 w 2100"/>
                <a:gd name="T83" fmla="*/ 2147483647 h 834"/>
                <a:gd name="T84" fmla="*/ 2147483647 w 2100"/>
                <a:gd name="T85" fmla="*/ 2147483647 h 834"/>
                <a:gd name="T86" fmla="*/ 2147483647 w 2100"/>
                <a:gd name="T87" fmla="*/ 2147483647 h 834"/>
                <a:gd name="T88" fmla="*/ 2147483647 w 2100"/>
                <a:gd name="T89" fmla="*/ 2147483647 h 834"/>
                <a:gd name="T90" fmla="*/ 2147483647 w 2100"/>
                <a:gd name="T91" fmla="*/ 2147483647 h 834"/>
                <a:gd name="T92" fmla="*/ 2147483647 w 2100"/>
                <a:gd name="T93" fmla="*/ 2147483647 h 834"/>
                <a:gd name="T94" fmla="*/ 2147483647 w 2100"/>
                <a:gd name="T95" fmla="*/ 2147483647 h 834"/>
                <a:gd name="T96" fmla="*/ 2147483647 w 2100"/>
                <a:gd name="T97" fmla="*/ 2147483647 h 834"/>
                <a:gd name="T98" fmla="*/ 2147483647 w 2100"/>
                <a:gd name="T99" fmla="*/ 2147483647 h 834"/>
                <a:gd name="T100" fmla="*/ 2147483647 w 2100"/>
                <a:gd name="T101" fmla="*/ 2147483647 h 834"/>
                <a:gd name="T102" fmla="*/ 2147483647 w 2100"/>
                <a:gd name="T103" fmla="*/ 2147483647 h 834"/>
                <a:gd name="T104" fmla="*/ 2147483647 w 2100"/>
                <a:gd name="T105" fmla="*/ 2147483647 h 834"/>
                <a:gd name="T106" fmla="*/ 2147483647 w 2100"/>
                <a:gd name="T107" fmla="*/ 2147483647 h 834"/>
                <a:gd name="T108" fmla="*/ 2147483647 w 2100"/>
                <a:gd name="T109" fmla="*/ 2147483647 h 834"/>
                <a:gd name="T110" fmla="*/ 2147483647 w 2100"/>
                <a:gd name="T111" fmla="*/ 2147483647 h 834"/>
                <a:gd name="T112" fmla="*/ 2147483647 w 2100"/>
                <a:gd name="T113" fmla="*/ 2147483647 h 834"/>
                <a:gd name="T114" fmla="*/ 2147483647 w 2100"/>
                <a:gd name="T115" fmla="*/ 2147483647 h 834"/>
                <a:gd name="T116" fmla="*/ 2147483647 w 2100"/>
                <a:gd name="T117" fmla="*/ 2147483647 h 834"/>
                <a:gd name="T118" fmla="*/ 2147483647 w 2100"/>
                <a:gd name="T119" fmla="*/ 2147483647 h 834"/>
                <a:gd name="T120" fmla="*/ 2147483647 w 2100"/>
                <a:gd name="T121" fmla="*/ 2147483647 h 834"/>
                <a:gd name="T122" fmla="*/ 2147483647 w 2100"/>
                <a:gd name="T123" fmla="*/ 2147483647 h 83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100"/>
                <a:gd name="T187" fmla="*/ 0 h 834"/>
                <a:gd name="T188" fmla="*/ 2100 w 2100"/>
                <a:gd name="T189" fmla="*/ 834 h 83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100" h="834">
                  <a:moveTo>
                    <a:pt x="2088" y="408"/>
                  </a:moveTo>
                  <a:lnTo>
                    <a:pt x="2076" y="396"/>
                  </a:lnTo>
                  <a:lnTo>
                    <a:pt x="2070" y="384"/>
                  </a:lnTo>
                  <a:lnTo>
                    <a:pt x="2058" y="384"/>
                  </a:lnTo>
                  <a:lnTo>
                    <a:pt x="2034" y="372"/>
                  </a:lnTo>
                  <a:lnTo>
                    <a:pt x="2022" y="360"/>
                  </a:lnTo>
                  <a:lnTo>
                    <a:pt x="2010" y="354"/>
                  </a:lnTo>
                  <a:lnTo>
                    <a:pt x="2004" y="348"/>
                  </a:lnTo>
                  <a:lnTo>
                    <a:pt x="1986" y="348"/>
                  </a:lnTo>
                  <a:lnTo>
                    <a:pt x="1974" y="342"/>
                  </a:lnTo>
                  <a:lnTo>
                    <a:pt x="1968" y="336"/>
                  </a:lnTo>
                  <a:lnTo>
                    <a:pt x="1968" y="324"/>
                  </a:lnTo>
                  <a:lnTo>
                    <a:pt x="1902" y="324"/>
                  </a:lnTo>
                  <a:lnTo>
                    <a:pt x="1902" y="348"/>
                  </a:lnTo>
                  <a:lnTo>
                    <a:pt x="1896" y="354"/>
                  </a:lnTo>
                  <a:lnTo>
                    <a:pt x="1890" y="354"/>
                  </a:lnTo>
                  <a:lnTo>
                    <a:pt x="1878" y="348"/>
                  </a:lnTo>
                  <a:lnTo>
                    <a:pt x="1866" y="336"/>
                  </a:lnTo>
                  <a:lnTo>
                    <a:pt x="1812" y="336"/>
                  </a:lnTo>
                  <a:lnTo>
                    <a:pt x="1806" y="342"/>
                  </a:lnTo>
                  <a:lnTo>
                    <a:pt x="1812" y="342"/>
                  </a:lnTo>
                  <a:lnTo>
                    <a:pt x="1812" y="348"/>
                  </a:lnTo>
                  <a:lnTo>
                    <a:pt x="1794" y="348"/>
                  </a:lnTo>
                  <a:lnTo>
                    <a:pt x="1788" y="342"/>
                  </a:lnTo>
                  <a:lnTo>
                    <a:pt x="1776" y="336"/>
                  </a:lnTo>
                  <a:lnTo>
                    <a:pt x="1770" y="324"/>
                  </a:lnTo>
                  <a:lnTo>
                    <a:pt x="1770" y="306"/>
                  </a:lnTo>
                  <a:lnTo>
                    <a:pt x="1776" y="306"/>
                  </a:lnTo>
                  <a:lnTo>
                    <a:pt x="1770" y="294"/>
                  </a:lnTo>
                  <a:lnTo>
                    <a:pt x="1764" y="270"/>
                  </a:lnTo>
                  <a:lnTo>
                    <a:pt x="1758" y="258"/>
                  </a:lnTo>
                  <a:lnTo>
                    <a:pt x="1758" y="174"/>
                  </a:lnTo>
                  <a:lnTo>
                    <a:pt x="1740" y="174"/>
                  </a:lnTo>
                  <a:lnTo>
                    <a:pt x="1716" y="168"/>
                  </a:lnTo>
                  <a:lnTo>
                    <a:pt x="1710" y="174"/>
                  </a:lnTo>
                  <a:lnTo>
                    <a:pt x="1698" y="180"/>
                  </a:lnTo>
                  <a:lnTo>
                    <a:pt x="1674" y="180"/>
                  </a:lnTo>
                  <a:lnTo>
                    <a:pt x="1662" y="174"/>
                  </a:lnTo>
                  <a:lnTo>
                    <a:pt x="1644" y="156"/>
                  </a:lnTo>
                  <a:lnTo>
                    <a:pt x="1608" y="156"/>
                  </a:lnTo>
                  <a:lnTo>
                    <a:pt x="1596" y="150"/>
                  </a:lnTo>
                  <a:lnTo>
                    <a:pt x="1578" y="150"/>
                  </a:lnTo>
                  <a:lnTo>
                    <a:pt x="1548" y="180"/>
                  </a:lnTo>
                  <a:lnTo>
                    <a:pt x="1548" y="192"/>
                  </a:lnTo>
                  <a:lnTo>
                    <a:pt x="1536" y="204"/>
                  </a:lnTo>
                  <a:lnTo>
                    <a:pt x="1500" y="204"/>
                  </a:lnTo>
                  <a:lnTo>
                    <a:pt x="1488" y="216"/>
                  </a:lnTo>
                  <a:lnTo>
                    <a:pt x="1440" y="216"/>
                  </a:lnTo>
                  <a:lnTo>
                    <a:pt x="1440" y="222"/>
                  </a:lnTo>
                  <a:lnTo>
                    <a:pt x="1422" y="240"/>
                  </a:lnTo>
                  <a:lnTo>
                    <a:pt x="1416" y="240"/>
                  </a:lnTo>
                  <a:lnTo>
                    <a:pt x="1416" y="234"/>
                  </a:lnTo>
                  <a:lnTo>
                    <a:pt x="1410" y="228"/>
                  </a:lnTo>
                  <a:lnTo>
                    <a:pt x="1392" y="228"/>
                  </a:lnTo>
                  <a:lnTo>
                    <a:pt x="1380" y="234"/>
                  </a:lnTo>
                  <a:lnTo>
                    <a:pt x="1356" y="234"/>
                  </a:lnTo>
                  <a:lnTo>
                    <a:pt x="1344" y="228"/>
                  </a:lnTo>
                  <a:lnTo>
                    <a:pt x="1338" y="228"/>
                  </a:lnTo>
                  <a:lnTo>
                    <a:pt x="1332" y="222"/>
                  </a:lnTo>
                  <a:lnTo>
                    <a:pt x="1266" y="222"/>
                  </a:lnTo>
                  <a:lnTo>
                    <a:pt x="1260" y="216"/>
                  </a:lnTo>
                  <a:lnTo>
                    <a:pt x="1260" y="204"/>
                  </a:lnTo>
                  <a:lnTo>
                    <a:pt x="1248" y="198"/>
                  </a:lnTo>
                  <a:lnTo>
                    <a:pt x="1230" y="198"/>
                  </a:lnTo>
                  <a:lnTo>
                    <a:pt x="1230" y="192"/>
                  </a:lnTo>
                  <a:lnTo>
                    <a:pt x="1218" y="180"/>
                  </a:lnTo>
                  <a:lnTo>
                    <a:pt x="1218" y="174"/>
                  </a:lnTo>
                  <a:lnTo>
                    <a:pt x="1212" y="168"/>
                  </a:lnTo>
                  <a:lnTo>
                    <a:pt x="1152" y="168"/>
                  </a:lnTo>
                  <a:lnTo>
                    <a:pt x="1128" y="144"/>
                  </a:lnTo>
                  <a:lnTo>
                    <a:pt x="1092" y="144"/>
                  </a:lnTo>
                  <a:lnTo>
                    <a:pt x="1086" y="138"/>
                  </a:lnTo>
                  <a:lnTo>
                    <a:pt x="1080" y="138"/>
                  </a:lnTo>
                  <a:lnTo>
                    <a:pt x="1068" y="132"/>
                  </a:lnTo>
                  <a:lnTo>
                    <a:pt x="1020" y="132"/>
                  </a:lnTo>
                  <a:lnTo>
                    <a:pt x="966" y="150"/>
                  </a:lnTo>
                  <a:lnTo>
                    <a:pt x="954" y="156"/>
                  </a:lnTo>
                  <a:lnTo>
                    <a:pt x="942" y="156"/>
                  </a:lnTo>
                  <a:lnTo>
                    <a:pt x="930" y="150"/>
                  </a:lnTo>
                  <a:lnTo>
                    <a:pt x="918" y="150"/>
                  </a:lnTo>
                  <a:lnTo>
                    <a:pt x="912" y="144"/>
                  </a:lnTo>
                  <a:lnTo>
                    <a:pt x="882" y="144"/>
                  </a:lnTo>
                  <a:lnTo>
                    <a:pt x="864" y="126"/>
                  </a:lnTo>
                  <a:lnTo>
                    <a:pt x="864" y="120"/>
                  </a:lnTo>
                  <a:lnTo>
                    <a:pt x="840" y="126"/>
                  </a:lnTo>
                  <a:lnTo>
                    <a:pt x="840" y="120"/>
                  </a:lnTo>
                  <a:lnTo>
                    <a:pt x="834" y="114"/>
                  </a:lnTo>
                  <a:lnTo>
                    <a:pt x="822" y="90"/>
                  </a:lnTo>
                  <a:lnTo>
                    <a:pt x="810" y="78"/>
                  </a:lnTo>
                  <a:lnTo>
                    <a:pt x="804" y="66"/>
                  </a:lnTo>
                  <a:lnTo>
                    <a:pt x="798" y="60"/>
                  </a:lnTo>
                  <a:lnTo>
                    <a:pt x="786" y="54"/>
                  </a:lnTo>
                  <a:lnTo>
                    <a:pt x="768" y="54"/>
                  </a:lnTo>
                  <a:lnTo>
                    <a:pt x="756" y="60"/>
                  </a:lnTo>
                  <a:lnTo>
                    <a:pt x="750" y="60"/>
                  </a:lnTo>
                  <a:lnTo>
                    <a:pt x="726" y="48"/>
                  </a:lnTo>
                  <a:lnTo>
                    <a:pt x="720" y="42"/>
                  </a:lnTo>
                  <a:lnTo>
                    <a:pt x="708" y="36"/>
                  </a:lnTo>
                  <a:lnTo>
                    <a:pt x="672" y="36"/>
                  </a:lnTo>
                  <a:lnTo>
                    <a:pt x="648" y="30"/>
                  </a:lnTo>
                  <a:lnTo>
                    <a:pt x="636" y="30"/>
                  </a:lnTo>
                  <a:lnTo>
                    <a:pt x="576" y="0"/>
                  </a:lnTo>
                  <a:lnTo>
                    <a:pt x="576" y="18"/>
                  </a:lnTo>
                  <a:lnTo>
                    <a:pt x="570" y="30"/>
                  </a:lnTo>
                  <a:lnTo>
                    <a:pt x="558" y="36"/>
                  </a:lnTo>
                  <a:lnTo>
                    <a:pt x="552" y="36"/>
                  </a:lnTo>
                  <a:lnTo>
                    <a:pt x="558" y="48"/>
                  </a:lnTo>
                  <a:lnTo>
                    <a:pt x="540" y="48"/>
                  </a:lnTo>
                  <a:lnTo>
                    <a:pt x="540" y="60"/>
                  </a:lnTo>
                  <a:lnTo>
                    <a:pt x="552" y="72"/>
                  </a:lnTo>
                  <a:lnTo>
                    <a:pt x="558" y="90"/>
                  </a:lnTo>
                  <a:lnTo>
                    <a:pt x="582" y="126"/>
                  </a:lnTo>
                  <a:lnTo>
                    <a:pt x="588" y="126"/>
                  </a:lnTo>
                  <a:lnTo>
                    <a:pt x="594" y="132"/>
                  </a:lnTo>
                  <a:lnTo>
                    <a:pt x="600" y="144"/>
                  </a:lnTo>
                  <a:lnTo>
                    <a:pt x="600" y="168"/>
                  </a:lnTo>
                  <a:lnTo>
                    <a:pt x="582" y="168"/>
                  </a:lnTo>
                  <a:lnTo>
                    <a:pt x="582" y="174"/>
                  </a:lnTo>
                  <a:lnTo>
                    <a:pt x="576" y="180"/>
                  </a:lnTo>
                  <a:lnTo>
                    <a:pt x="552" y="192"/>
                  </a:lnTo>
                  <a:lnTo>
                    <a:pt x="546" y="186"/>
                  </a:lnTo>
                  <a:lnTo>
                    <a:pt x="546" y="174"/>
                  </a:lnTo>
                  <a:lnTo>
                    <a:pt x="498" y="180"/>
                  </a:lnTo>
                  <a:lnTo>
                    <a:pt x="498" y="168"/>
                  </a:lnTo>
                  <a:lnTo>
                    <a:pt x="456" y="168"/>
                  </a:lnTo>
                  <a:lnTo>
                    <a:pt x="450" y="174"/>
                  </a:lnTo>
                  <a:lnTo>
                    <a:pt x="450" y="180"/>
                  </a:lnTo>
                  <a:lnTo>
                    <a:pt x="444" y="168"/>
                  </a:lnTo>
                  <a:lnTo>
                    <a:pt x="420" y="174"/>
                  </a:lnTo>
                  <a:lnTo>
                    <a:pt x="414" y="162"/>
                  </a:lnTo>
                  <a:lnTo>
                    <a:pt x="384" y="162"/>
                  </a:lnTo>
                  <a:lnTo>
                    <a:pt x="366" y="156"/>
                  </a:lnTo>
                  <a:lnTo>
                    <a:pt x="360" y="150"/>
                  </a:lnTo>
                  <a:lnTo>
                    <a:pt x="360" y="138"/>
                  </a:lnTo>
                  <a:lnTo>
                    <a:pt x="354" y="132"/>
                  </a:lnTo>
                  <a:lnTo>
                    <a:pt x="354" y="126"/>
                  </a:lnTo>
                  <a:lnTo>
                    <a:pt x="312" y="126"/>
                  </a:lnTo>
                  <a:lnTo>
                    <a:pt x="294" y="132"/>
                  </a:lnTo>
                  <a:lnTo>
                    <a:pt x="270" y="132"/>
                  </a:lnTo>
                  <a:lnTo>
                    <a:pt x="264" y="114"/>
                  </a:lnTo>
                  <a:lnTo>
                    <a:pt x="228" y="114"/>
                  </a:lnTo>
                  <a:lnTo>
                    <a:pt x="228" y="108"/>
                  </a:lnTo>
                  <a:lnTo>
                    <a:pt x="210" y="114"/>
                  </a:lnTo>
                  <a:lnTo>
                    <a:pt x="204" y="108"/>
                  </a:lnTo>
                  <a:lnTo>
                    <a:pt x="186" y="108"/>
                  </a:lnTo>
                  <a:lnTo>
                    <a:pt x="180" y="114"/>
                  </a:lnTo>
                  <a:lnTo>
                    <a:pt x="180" y="120"/>
                  </a:lnTo>
                  <a:lnTo>
                    <a:pt x="174" y="126"/>
                  </a:lnTo>
                  <a:lnTo>
                    <a:pt x="174" y="132"/>
                  </a:lnTo>
                  <a:lnTo>
                    <a:pt x="150" y="132"/>
                  </a:lnTo>
                  <a:lnTo>
                    <a:pt x="138" y="150"/>
                  </a:lnTo>
                  <a:lnTo>
                    <a:pt x="120" y="150"/>
                  </a:lnTo>
                  <a:lnTo>
                    <a:pt x="84" y="186"/>
                  </a:lnTo>
                  <a:lnTo>
                    <a:pt x="84" y="192"/>
                  </a:lnTo>
                  <a:lnTo>
                    <a:pt x="90" y="198"/>
                  </a:lnTo>
                  <a:lnTo>
                    <a:pt x="66" y="198"/>
                  </a:lnTo>
                  <a:lnTo>
                    <a:pt x="72" y="210"/>
                  </a:lnTo>
                  <a:lnTo>
                    <a:pt x="12" y="210"/>
                  </a:lnTo>
                  <a:lnTo>
                    <a:pt x="12" y="228"/>
                  </a:lnTo>
                  <a:lnTo>
                    <a:pt x="0" y="240"/>
                  </a:lnTo>
                  <a:lnTo>
                    <a:pt x="6" y="246"/>
                  </a:lnTo>
                  <a:lnTo>
                    <a:pt x="6" y="258"/>
                  </a:lnTo>
                  <a:lnTo>
                    <a:pt x="0" y="264"/>
                  </a:lnTo>
                  <a:lnTo>
                    <a:pt x="24" y="264"/>
                  </a:lnTo>
                  <a:lnTo>
                    <a:pt x="24" y="282"/>
                  </a:lnTo>
                  <a:lnTo>
                    <a:pt x="36" y="288"/>
                  </a:lnTo>
                  <a:lnTo>
                    <a:pt x="48" y="288"/>
                  </a:lnTo>
                  <a:lnTo>
                    <a:pt x="60" y="294"/>
                  </a:lnTo>
                  <a:lnTo>
                    <a:pt x="72" y="294"/>
                  </a:lnTo>
                  <a:lnTo>
                    <a:pt x="78" y="306"/>
                  </a:lnTo>
                  <a:lnTo>
                    <a:pt x="102" y="330"/>
                  </a:lnTo>
                  <a:lnTo>
                    <a:pt x="138" y="318"/>
                  </a:lnTo>
                  <a:lnTo>
                    <a:pt x="156" y="330"/>
                  </a:lnTo>
                  <a:lnTo>
                    <a:pt x="162" y="336"/>
                  </a:lnTo>
                  <a:lnTo>
                    <a:pt x="174" y="336"/>
                  </a:lnTo>
                  <a:lnTo>
                    <a:pt x="186" y="342"/>
                  </a:lnTo>
                  <a:lnTo>
                    <a:pt x="204" y="348"/>
                  </a:lnTo>
                  <a:lnTo>
                    <a:pt x="222" y="366"/>
                  </a:lnTo>
                  <a:lnTo>
                    <a:pt x="228" y="378"/>
                  </a:lnTo>
                  <a:lnTo>
                    <a:pt x="240" y="396"/>
                  </a:lnTo>
                  <a:lnTo>
                    <a:pt x="264" y="414"/>
                  </a:lnTo>
                  <a:lnTo>
                    <a:pt x="276" y="426"/>
                  </a:lnTo>
                  <a:lnTo>
                    <a:pt x="282" y="438"/>
                  </a:lnTo>
                  <a:lnTo>
                    <a:pt x="282" y="450"/>
                  </a:lnTo>
                  <a:lnTo>
                    <a:pt x="288" y="456"/>
                  </a:lnTo>
                  <a:lnTo>
                    <a:pt x="294" y="468"/>
                  </a:lnTo>
                  <a:lnTo>
                    <a:pt x="300" y="474"/>
                  </a:lnTo>
                  <a:lnTo>
                    <a:pt x="300" y="480"/>
                  </a:lnTo>
                  <a:lnTo>
                    <a:pt x="288" y="492"/>
                  </a:lnTo>
                  <a:lnTo>
                    <a:pt x="288" y="504"/>
                  </a:lnTo>
                  <a:lnTo>
                    <a:pt x="294" y="522"/>
                  </a:lnTo>
                  <a:lnTo>
                    <a:pt x="300" y="534"/>
                  </a:lnTo>
                  <a:lnTo>
                    <a:pt x="306" y="540"/>
                  </a:lnTo>
                  <a:lnTo>
                    <a:pt x="318" y="546"/>
                  </a:lnTo>
                  <a:lnTo>
                    <a:pt x="330" y="546"/>
                  </a:lnTo>
                  <a:lnTo>
                    <a:pt x="342" y="552"/>
                  </a:lnTo>
                  <a:lnTo>
                    <a:pt x="348" y="552"/>
                  </a:lnTo>
                  <a:lnTo>
                    <a:pt x="366" y="558"/>
                  </a:lnTo>
                  <a:lnTo>
                    <a:pt x="390" y="564"/>
                  </a:lnTo>
                  <a:lnTo>
                    <a:pt x="486" y="564"/>
                  </a:lnTo>
                  <a:lnTo>
                    <a:pt x="492" y="570"/>
                  </a:lnTo>
                  <a:lnTo>
                    <a:pt x="498" y="570"/>
                  </a:lnTo>
                  <a:lnTo>
                    <a:pt x="510" y="576"/>
                  </a:lnTo>
                  <a:lnTo>
                    <a:pt x="516" y="576"/>
                  </a:lnTo>
                  <a:lnTo>
                    <a:pt x="528" y="582"/>
                  </a:lnTo>
                  <a:lnTo>
                    <a:pt x="534" y="594"/>
                  </a:lnTo>
                  <a:lnTo>
                    <a:pt x="540" y="594"/>
                  </a:lnTo>
                  <a:lnTo>
                    <a:pt x="546" y="600"/>
                  </a:lnTo>
                  <a:lnTo>
                    <a:pt x="552" y="600"/>
                  </a:lnTo>
                  <a:lnTo>
                    <a:pt x="576" y="612"/>
                  </a:lnTo>
                  <a:lnTo>
                    <a:pt x="588" y="612"/>
                  </a:lnTo>
                  <a:lnTo>
                    <a:pt x="594" y="618"/>
                  </a:lnTo>
                  <a:lnTo>
                    <a:pt x="630" y="618"/>
                  </a:lnTo>
                  <a:lnTo>
                    <a:pt x="642" y="642"/>
                  </a:lnTo>
                  <a:lnTo>
                    <a:pt x="684" y="684"/>
                  </a:lnTo>
                  <a:lnTo>
                    <a:pt x="690" y="696"/>
                  </a:lnTo>
                  <a:lnTo>
                    <a:pt x="720" y="726"/>
                  </a:lnTo>
                  <a:lnTo>
                    <a:pt x="732" y="732"/>
                  </a:lnTo>
                  <a:lnTo>
                    <a:pt x="738" y="744"/>
                  </a:lnTo>
                  <a:lnTo>
                    <a:pt x="750" y="750"/>
                  </a:lnTo>
                  <a:lnTo>
                    <a:pt x="810" y="744"/>
                  </a:lnTo>
                  <a:lnTo>
                    <a:pt x="864" y="750"/>
                  </a:lnTo>
                  <a:lnTo>
                    <a:pt x="912" y="750"/>
                  </a:lnTo>
                  <a:lnTo>
                    <a:pt x="948" y="756"/>
                  </a:lnTo>
                  <a:lnTo>
                    <a:pt x="954" y="750"/>
                  </a:lnTo>
                  <a:lnTo>
                    <a:pt x="966" y="744"/>
                  </a:lnTo>
                  <a:lnTo>
                    <a:pt x="972" y="738"/>
                  </a:lnTo>
                  <a:lnTo>
                    <a:pt x="984" y="738"/>
                  </a:lnTo>
                  <a:lnTo>
                    <a:pt x="996" y="744"/>
                  </a:lnTo>
                  <a:lnTo>
                    <a:pt x="1002" y="744"/>
                  </a:lnTo>
                  <a:lnTo>
                    <a:pt x="1008" y="750"/>
                  </a:lnTo>
                  <a:lnTo>
                    <a:pt x="1062" y="750"/>
                  </a:lnTo>
                  <a:lnTo>
                    <a:pt x="1080" y="756"/>
                  </a:lnTo>
                  <a:lnTo>
                    <a:pt x="1092" y="756"/>
                  </a:lnTo>
                  <a:lnTo>
                    <a:pt x="1110" y="774"/>
                  </a:lnTo>
                  <a:lnTo>
                    <a:pt x="1116" y="786"/>
                  </a:lnTo>
                  <a:lnTo>
                    <a:pt x="1128" y="792"/>
                  </a:lnTo>
                  <a:lnTo>
                    <a:pt x="1152" y="798"/>
                  </a:lnTo>
                  <a:lnTo>
                    <a:pt x="1200" y="798"/>
                  </a:lnTo>
                  <a:lnTo>
                    <a:pt x="1218" y="804"/>
                  </a:lnTo>
                  <a:lnTo>
                    <a:pt x="1242" y="816"/>
                  </a:lnTo>
                  <a:lnTo>
                    <a:pt x="1248" y="822"/>
                  </a:lnTo>
                  <a:lnTo>
                    <a:pt x="1260" y="822"/>
                  </a:lnTo>
                  <a:lnTo>
                    <a:pt x="1266" y="816"/>
                  </a:lnTo>
                  <a:lnTo>
                    <a:pt x="1278" y="816"/>
                  </a:lnTo>
                  <a:lnTo>
                    <a:pt x="1290" y="810"/>
                  </a:lnTo>
                  <a:lnTo>
                    <a:pt x="1302" y="810"/>
                  </a:lnTo>
                  <a:lnTo>
                    <a:pt x="1302" y="816"/>
                  </a:lnTo>
                  <a:lnTo>
                    <a:pt x="1308" y="828"/>
                  </a:lnTo>
                  <a:lnTo>
                    <a:pt x="1314" y="828"/>
                  </a:lnTo>
                  <a:lnTo>
                    <a:pt x="1320" y="834"/>
                  </a:lnTo>
                  <a:lnTo>
                    <a:pt x="1338" y="834"/>
                  </a:lnTo>
                  <a:lnTo>
                    <a:pt x="1344" y="828"/>
                  </a:lnTo>
                  <a:lnTo>
                    <a:pt x="1362" y="816"/>
                  </a:lnTo>
                  <a:lnTo>
                    <a:pt x="1422" y="780"/>
                  </a:lnTo>
                  <a:lnTo>
                    <a:pt x="1440" y="768"/>
                  </a:lnTo>
                  <a:lnTo>
                    <a:pt x="1596" y="768"/>
                  </a:lnTo>
                  <a:lnTo>
                    <a:pt x="1614" y="744"/>
                  </a:lnTo>
                  <a:lnTo>
                    <a:pt x="1638" y="744"/>
                  </a:lnTo>
                  <a:lnTo>
                    <a:pt x="1650" y="738"/>
                  </a:lnTo>
                  <a:lnTo>
                    <a:pt x="1662" y="714"/>
                  </a:lnTo>
                  <a:lnTo>
                    <a:pt x="1662" y="708"/>
                  </a:lnTo>
                  <a:lnTo>
                    <a:pt x="1668" y="696"/>
                  </a:lnTo>
                  <a:lnTo>
                    <a:pt x="1668" y="690"/>
                  </a:lnTo>
                  <a:lnTo>
                    <a:pt x="1692" y="690"/>
                  </a:lnTo>
                  <a:lnTo>
                    <a:pt x="1704" y="678"/>
                  </a:lnTo>
                  <a:lnTo>
                    <a:pt x="1710" y="666"/>
                  </a:lnTo>
                  <a:lnTo>
                    <a:pt x="1716" y="660"/>
                  </a:lnTo>
                  <a:lnTo>
                    <a:pt x="1716" y="654"/>
                  </a:lnTo>
                  <a:lnTo>
                    <a:pt x="1704" y="648"/>
                  </a:lnTo>
                  <a:lnTo>
                    <a:pt x="1686" y="630"/>
                  </a:lnTo>
                  <a:lnTo>
                    <a:pt x="1674" y="624"/>
                  </a:lnTo>
                  <a:lnTo>
                    <a:pt x="1656" y="606"/>
                  </a:lnTo>
                  <a:lnTo>
                    <a:pt x="1650" y="594"/>
                  </a:lnTo>
                  <a:lnTo>
                    <a:pt x="1650" y="582"/>
                  </a:lnTo>
                  <a:lnTo>
                    <a:pt x="1656" y="570"/>
                  </a:lnTo>
                  <a:lnTo>
                    <a:pt x="1656" y="558"/>
                  </a:lnTo>
                  <a:lnTo>
                    <a:pt x="1668" y="552"/>
                  </a:lnTo>
                  <a:lnTo>
                    <a:pt x="1692" y="552"/>
                  </a:lnTo>
                  <a:lnTo>
                    <a:pt x="1698" y="558"/>
                  </a:lnTo>
                  <a:lnTo>
                    <a:pt x="1704" y="558"/>
                  </a:lnTo>
                  <a:lnTo>
                    <a:pt x="1710" y="564"/>
                  </a:lnTo>
                  <a:lnTo>
                    <a:pt x="1722" y="570"/>
                  </a:lnTo>
                  <a:lnTo>
                    <a:pt x="1728" y="576"/>
                  </a:lnTo>
                  <a:lnTo>
                    <a:pt x="1740" y="582"/>
                  </a:lnTo>
                  <a:lnTo>
                    <a:pt x="1764" y="582"/>
                  </a:lnTo>
                  <a:lnTo>
                    <a:pt x="1776" y="576"/>
                  </a:lnTo>
                  <a:lnTo>
                    <a:pt x="1794" y="576"/>
                  </a:lnTo>
                  <a:lnTo>
                    <a:pt x="1806" y="570"/>
                  </a:lnTo>
                  <a:lnTo>
                    <a:pt x="1812" y="558"/>
                  </a:lnTo>
                  <a:lnTo>
                    <a:pt x="1818" y="552"/>
                  </a:lnTo>
                  <a:lnTo>
                    <a:pt x="1818" y="528"/>
                  </a:lnTo>
                  <a:lnTo>
                    <a:pt x="1890" y="528"/>
                  </a:lnTo>
                  <a:lnTo>
                    <a:pt x="1914" y="504"/>
                  </a:lnTo>
                  <a:lnTo>
                    <a:pt x="1902" y="492"/>
                  </a:lnTo>
                  <a:lnTo>
                    <a:pt x="1896" y="480"/>
                  </a:lnTo>
                  <a:lnTo>
                    <a:pt x="1902" y="474"/>
                  </a:lnTo>
                  <a:lnTo>
                    <a:pt x="1938" y="456"/>
                  </a:lnTo>
                  <a:lnTo>
                    <a:pt x="1950" y="456"/>
                  </a:lnTo>
                  <a:lnTo>
                    <a:pt x="1950" y="438"/>
                  </a:lnTo>
                  <a:lnTo>
                    <a:pt x="1980" y="444"/>
                  </a:lnTo>
                  <a:lnTo>
                    <a:pt x="1998" y="426"/>
                  </a:lnTo>
                  <a:lnTo>
                    <a:pt x="2004" y="426"/>
                  </a:lnTo>
                  <a:lnTo>
                    <a:pt x="2010" y="420"/>
                  </a:lnTo>
                  <a:lnTo>
                    <a:pt x="2040" y="420"/>
                  </a:lnTo>
                  <a:lnTo>
                    <a:pt x="2052" y="426"/>
                  </a:lnTo>
                  <a:lnTo>
                    <a:pt x="2058" y="432"/>
                  </a:lnTo>
                  <a:lnTo>
                    <a:pt x="2094" y="432"/>
                  </a:lnTo>
                  <a:lnTo>
                    <a:pt x="2100" y="426"/>
                  </a:lnTo>
                  <a:lnTo>
                    <a:pt x="2100" y="420"/>
                  </a:lnTo>
                  <a:lnTo>
                    <a:pt x="2088" y="40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77" name="Mexico" descr="© INSCALE GmbH, 05.05.2010&#10;http://www.presentationload.com/">
              <a:extLst>
                <a:ext uri="{FF2B5EF4-FFF2-40B4-BE49-F238E27FC236}">
                  <a16:creationId xmlns:a16="http://schemas.microsoft.com/office/drawing/2014/main" id="{C0CC24E5-94D6-464D-99C2-7E0AE6DC228D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120011" y="2137576"/>
              <a:ext cx="615192" cy="479096"/>
            </a:xfrm>
            <a:custGeom>
              <a:avLst/>
              <a:gdLst>
                <a:gd name="T0" fmla="*/ 2147483647 w 1860"/>
                <a:gd name="T1" fmla="*/ 2147483647 h 1458"/>
                <a:gd name="T2" fmla="*/ 2147483647 w 1860"/>
                <a:gd name="T3" fmla="*/ 2147483647 h 1458"/>
                <a:gd name="T4" fmla="*/ 2147483647 w 1860"/>
                <a:gd name="T5" fmla="*/ 2147483647 h 1458"/>
                <a:gd name="T6" fmla="*/ 2147483647 w 1860"/>
                <a:gd name="T7" fmla="*/ 2147483647 h 1458"/>
                <a:gd name="T8" fmla="*/ 2147483647 w 1860"/>
                <a:gd name="T9" fmla="*/ 2147483647 h 1458"/>
                <a:gd name="T10" fmla="*/ 2147483647 w 1860"/>
                <a:gd name="T11" fmla="*/ 2147483647 h 1458"/>
                <a:gd name="T12" fmla="*/ 2147483647 w 1860"/>
                <a:gd name="T13" fmla="*/ 2147483647 h 1458"/>
                <a:gd name="T14" fmla="*/ 2147483647 w 1860"/>
                <a:gd name="T15" fmla="*/ 2147483647 h 1458"/>
                <a:gd name="T16" fmla="*/ 2147483647 w 1860"/>
                <a:gd name="T17" fmla="*/ 2147483647 h 1458"/>
                <a:gd name="T18" fmla="*/ 2147483647 w 1860"/>
                <a:gd name="T19" fmla="*/ 2147483647 h 1458"/>
                <a:gd name="T20" fmla="*/ 2147483647 w 1860"/>
                <a:gd name="T21" fmla="*/ 2147483647 h 1458"/>
                <a:gd name="T22" fmla="*/ 2147483647 w 1860"/>
                <a:gd name="T23" fmla="*/ 2147483647 h 1458"/>
                <a:gd name="T24" fmla="*/ 2147483647 w 1860"/>
                <a:gd name="T25" fmla="*/ 2147483647 h 1458"/>
                <a:gd name="T26" fmla="*/ 2147483647 w 1860"/>
                <a:gd name="T27" fmla="*/ 2147483647 h 1458"/>
                <a:gd name="T28" fmla="*/ 2147483647 w 1860"/>
                <a:gd name="T29" fmla="*/ 2147483647 h 1458"/>
                <a:gd name="T30" fmla="*/ 2147483647 w 1860"/>
                <a:gd name="T31" fmla="*/ 2147483647 h 1458"/>
                <a:gd name="T32" fmla="*/ 2147483647 w 1860"/>
                <a:gd name="T33" fmla="*/ 2147483647 h 1458"/>
                <a:gd name="T34" fmla="*/ 2147483647 w 1860"/>
                <a:gd name="T35" fmla="*/ 2147483647 h 1458"/>
                <a:gd name="T36" fmla="*/ 2147483647 w 1860"/>
                <a:gd name="T37" fmla="*/ 2147483647 h 1458"/>
                <a:gd name="T38" fmla="*/ 2147483647 w 1860"/>
                <a:gd name="T39" fmla="*/ 2147483647 h 1458"/>
                <a:gd name="T40" fmla="*/ 2147483647 w 1860"/>
                <a:gd name="T41" fmla="*/ 2147483647 h 1458"/>
                <a:gd name="T42" fmla="*/ 2147483647 w 1860"/>
                <a:gd name="T43" fmla="*/ 2147483647 h 1458"/>
                <a:gd name="T44" fmla="*/ 2147483647 w 1860"/>
                <a:gd name="T45" fmla="*/ 2147483647 h 1458"/>
                <a:gd name="T46" fmla="*/ 2147483647 w 1860"/>
                <a:gd name="T47" fmla="*/ 2147483647 h 1458"/>
                <a:gd name="T48" fmla="*/ 2147483647 w 1860"/>
                <a:gd name="T49" fmla="*/ 2147483647 h 1458"/>
                <a:gd name="T50" fmla="*/ 2147483647 w 1860"/>
                <a:gd name="T51" fmla="*/ 2147483647 h 1458"/>
                <a:gd name="T52" fmla="*/ 2147483647 w 1860"/>
                <a:gd name="T53" fmla="*/ 2147483647 h 1458"/>
                <a:gd name="T54" fmla="*/ 2147483647 w 1860"/>
                <a:gd name="T55" fmla="*/ 2147483647 h 1458"/>
                <a:gd name="T56" fmla="*/ 0 w 1860"/>
                <a:gd name="T57" fmla="*/ 2147483647 h 1458"/>
                <a:gd name="T58" fmla="*/ 2147483647 w 1860"/>
                <a:gd name="T59" fmla="*/ 2147483647 h 1458"/>
                <a:gd name="T60" fmla="*/ 2147483647 w 1860"/>
                <a:gd name="T61" fmla="*/ 2147483647 h 1458"/>
                <a:gd name="T62" fmla="*/ 2147483647 w 1860"/>
                <a:gd name="T63" fmla="*/ 2147483647 h 1458"/>
                <a:gd name="T64" fmla="*/ 2147483647 w 1860"/>
                <a:gd name="T65" fmla="*/ 2147483647 h 1458"/>
                <a:gd name="T66" fmla="*/ 2147483647 w 1860"/>
                <a:gd name="T67" fmla="*/ 2147483647 h 1458"/>
                <a:gd name="T68" fmla="*/ 2147483647 w 1860"/>
                <a:gd name="T69" fmla="*/ 2147483647 h 1458"/>
                <a:gd name="T70" fmla="*/ 2147483647 w 1860"/>
                <a:gd name="T71" fmla="*/ 2147483647 h 1458"/>
                <a:gd name="T72" fmla="*/ 2147483647 w 1860"/>
                <a:gd name="T73" fmla="*/ 2147483647 h 1458"/>
                <a:gd name="T74" fmla="*/ 2147483647 w 1860"/>
                <a:gd name="T75" fmla="*/ 2147483647 h 1458"/>
                <a:gd name="T76" fmla="*/ 2147483647 w 1860"/>
                <a:gd name="T77" fmla="*/ 2147483647 h 1458"/>
                <a:gd name="T78" fmla="*/ 2147483647 w 1860"/>
                <a:gd name="T79" fmla="*/ 2147483647 h 1458"/>
                <a:gd name="T80" fmla="*/ 2147483647 w 1860"/>
                <a:gd name="T81" fmla="*/ 2147483647 h 1458"/>
                <a:gd name="T82" fmla="*/ 2147483647 w 1860"/>
                <a:gd name="T83" fmla="*/ 2147483647 h 1458"/>
                <a:gd name="T84" fmla="*/ 2147483647 w 1860"/>
                <a:gd name="T85" fmla="*/ 2147483647 h 1458"/>
                <a:gd name="T86" fmla="*/ 2147483647 w 1860"/>
                <a:gd name="T87" fmla="*/ 2147483647 h 1458"/>
                <a:gd name="T88" fmla="*/ 2147483647 w 1860"/>
                <a:gd name="T89" fmla="*/ 2147483647 h 1458"/>
                <a:gd name="T90" fmla="*/ 2147483647 w 1860"/>
                <a:gd name="T91" fmla="*/ 2147483647 h 1458"/>
                <a:gd name="T92" fmla="*/ 2147483647 w 1860"/>
                <a:gd name="T93" fmla="*/ 2147483647 h 1458"/>
                <a:gd name="T94" fmla="*/ 2147483647 w 1860"/>
                <a:gd name="T95" fmla="*/ 2147483647 h 1458"/>
                <a:gd name="T96" fmla="*/ 2147483647 w 1860"/>
                <a:gd name="T97" fmla="*/ 2147483647 h 1458"/>
                <a:gd name="T98" fmla="*/ 2147483647 w 1860"/>
                <a:gd name="T99" fmla="*/ 2147483647 h 1458"/>
                <a:gd name="T100" fmla="*/ 2147483647 w 1860"/>
                <a:gd name="T101" fmla="*/ 2147483647 h 1458"/>
                <a:gd name="T102" fmla="*/ 2147483647 w 1860"/>
                <a:gd name="T103" fmla="*/ 2147483647 h 1458"/>
                <a:gd name="T104" fmla="*/ 2147483647 w 1860"/>
                <a:gd name="T105" fmla="*/ 2147483647 h 1458"/>
                <a:gd name="T106" fmla="*/ 2147483647 w 1860"/>
                <a:gd name="T107" fmla="*/ 2147483647 h 1458"/>
                <a:gd name="T108" fmla="*/ 2147483647 w 1860"/>
                <a:gd name="T109" fmla="*/ 2147483647 h 1458"/>
                <a:gd name="T110" fmla="*/ 2147483647 w 1860"/>
                <a:gd name="T111" fmla="*/ 2147483647 h 1458"/>
                <a:gd name="T112" fmla="*/ 2147483647 w 1860"/>
                <a:gd name="T113" fmla="*/ 2147483647 h 1458"/>
                <a:gd name="T114" fmla="*/ 2147483647 w 1860"/>
                <a:gd name="T115" fmla="*/ 2147483647 h 1458"/>
                <a:gd name="T116" fmla="*/ 2147483647 w 1860"/>
                <a:gd name="T117" fmla="*/ 2147483647 h 1458"/>
                <a:gd name="T118" fmla="*/ 2147483647 w 1860"/>
                <a:gd name="T119" fmla="*/ 2147483647 h 1458"/>
                <a:gd name="T120" fmla="*/ 2147483647 w 1860"/>
                <a:gd name="T121" fmla="*/ 2147483647 h 145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860"/>
                <a:gd name="T184" fmla="*/ 0 h 1458"/>
                <a:gd name="T185" fmla="*/ 1860 w 1860"/>
                <a:gd name="T186" fmla="*/ 1458 h 145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860" h="1458">
                  <a:moveTo>
                    <a:pt x="1422" y="1440"/>
                  </a:moveTo>
                  <a:lnTo>
                    <a:pt x="1422" y="1380"/>
                  </a:lnTo>
                  <a:lnTo>
                    <a:pt x="1452" y="1332"/>
                  </a:lnTo>
                  <a:lnTo>
                    <a:pt x="1542" y="1338"/>
                  </a:lnTo>
                  <a:lnTo>
                    <a:pt x="1542" y="1320"/>
                  </a:lnTo>
                  <a:lnTo>
                    <a:pt x="1548" y="1320"/>
                  </a:lnTo>
                  <a:lnTo>
                    <a:pt x="1554" y="1314"/>
                  </a:lnTo>
                  <a:lnTo>
                    <a:pt x="1554" y="1302"/>
                  </a:lnTo>
                  <a:lnTo>
                    <a:pt x="1536" y="1302"/>
                  </a:lnTo>
                  <a:lnTo>
                    <a:pt x="1530" y="1278"/>
                  </a:lnTo>
                  <a:lnTo>
                    <a:pt x="1524" y="1278"/>
                  </a:lnTo>
                  <a:lnTo>
                    <a:pt x="1512" y="1272"/>
                  </a:lnTo>
                  <a:lnTo>
                    <a:pt x="1506" y="1272"/>
                  </a:lnTo>
                  <a:lnTo>
                    <a:pt x="1500" y="1266"/>
                  </a:lnTo>
                  <a:lnTo>
                    <a:pt x="1494" y="1254"/>
                  </a:lnTo>
                  <a:lnTo>
                    <a:pt x="1494" y="1248"/>
                  </a:lnTo>
                  <a:lnTo>
                    <a:pt x="1482" y="1242"/>
                  </a:lnTo>
                  <a:lnTo>
                    <a:pt x="1506" y="1242"/>
                  </a:lnTo>
                  <a:lnTo>
                    <a:pt x="1518" y="1236"/>
                  </a:lnTo>
                  <a:lnTo>
                    <a:pt x="1524" y="1236"/>
                  </a:lnTo>
                  <a:lnTo>
                    <a:pt x="1524" y="1212"/>
                  </a:lnTo>
                  <a:lnTo>
                    <a:pt x="1518" y="1200"/>
                  </a:lnTo>
                  <a:lnTo>
                    <a:pt x="1518" y="1188"/>
                  </a:lnTo>
                  <a:lnTo>
                    <a:pt x="1650" y="1194"/>
                  </a:lnTo>
                  <a:lnTo>
                    <a:pt x="1656" y="1182"/>
                  </a:lnTo>
                  <a:lnTo>
                    <a:pt x="1656" y="1176"/>
                  </a:lnTo>
                  <a:lnTo>
                    <a:pt x="1662" y="1176"/>
                  </a:lnTo>
                  <a:lnTo>
                    <a:pt x="1668" y="1182"/>
                  </a:lnTo>
                  <a:lnTo>
                    <a:pt x="1668" y="1188"/>
                  </a:lnTo>
                  <a:lnTo>
                    <a:pt x="1674" y="1188"/>
                  </a:lnTo>
                  <a:lnTo>
                    <a:pt x="1680" y="1182"/>
                  </a:lnTo>
                  <a:lnTo>
                    <a:pt x="1692" y="1176"/>
                  </a:lnTo>
                  <a:lnTo>
                    <a:pt x="1698" y="1164"/>
                  </a:lnTo>
                  <a:lnTo>
                    <a:pt x="1698" y="1152"/>
                  </a:lnTo>
                  <a:lnTo>
                    <a:pt x="1704" y="1146"/>
                  </a:lnTo>
                  <a:lnTo>
                    <a:pt x="1704" y="1140"/>
                  </a:lnTo>
                  <a:lnTo>
                    <a:pt x="1710" y="1152"/>
                  </a:lnTo>
                  <a:lnTo>
                    <a:pt x="1746" y="1116"/>
                  </a:lnTo>
                  <a:lnTo>
                    <a:pt x="1746" y="1122"/>
                  </a:lnTo>
                  <a:lnTo>
                    <a:pt x="1740" y="1128"/>
                  </a:lnTo>
                  <a:lnTo>
                    <a:pt x="1740" y="1146"/>
                  </a:lnTo>
                  <a:lnTo>
                    <a:pt x="1746" y="1152"/>
                  </a:lnTo>
                  <a:lnTo>
                    <a:pt x="1758" y="1152"/>
                  </a:lnTo>
                  <a:lnTo>
                    <a:pt x="1782" y="1086"/>
                  </a:lnTo>
                  <a:lnTo>
                    <a:pt x="1770" y="1074"/>
                  </a:lnTo>
                  <a:lnTo>
                    <a:pt x="1794" y="1068"/>
                  </a:lnTo>
                  <a:lnTo>
                    <a:pt x="1794" y="1056"/>
                  </a:lnTo>
                  <a:lnTo>
                    <a:pt x="1776" y="1050"/>
                  </a:lnTo>
                  <a:lnTo>
                    <a:pt x="1794" y="1032"/>
                  </a:lnTo>
                  <a:lnTo>
                    <a:pt x="1800" y="1008"/>
                  </a:lnTo>
                  <a:lnTo>
                    <a:pt x="1806" y="996"/>
                  </a:lnTo>
                  <a:lnTo>
                    <a:pt x="1818" y="990"/>
                  </a:lnTo>
                  <a:lnTo>
                    <a:pt x="1824" y="978"/>
                  </a:lnTo>
                  <a:lnTo>
                    <a:pt x="1836" y="966"/>
                  </a:lnTo>
                  <a:lnTo>
                    <a:pt x="1842" y="954"/>
                  </a:lnTo>
                  <a:lnTo>
                    <a:pt x="1848" y="948"/>
                  </a:lnTo>
                  <a:lnTo>
                    <a:pt x="1854" y="936"/>
                  </a:lnTo>
                  <a:lnTo>
                    <a:pt x="1854" y="930"/>
                  </a:lnTo>
                  <a:lnTo>
                    <a:pt x="1860" y="918"/>
                  </a:lnTo>
                  <a:lnTo>
                    <a:pt x="1860" y="900"/>
                  </a:lnTo>
                  <a:lnTo>
                    <a:pt x="1854" y="894"/>
                  </a:lnTo>
                  <a:lnTo>
                    <a:pt x="1818" y="894"/>
                  </a:lnTo>
                  <a:lnTo>
                    <a:pt x="1812" y="900"/>
                  </a:lnTo>
                  <a:lnTo>
                    <a:pt x="1800" y="900"/>
                  </a:lnTo>
                  <a:lnTo>
                    <a:pt x="1794" y="894"/>
                  </a:lnTo>
                  <a:lnTo>
                    <a:pt x="1782" y="894"/>
                  </a:lnTo>
                  <a:lnTo>
                    <a:pt x="1770" y="888"/>
                  </a:lnTo>
                  <a:lnTo>
                    <a:pt x="1746" y="888"/>
                  </a:lnTo>
                  <a:lnTo>
                    <a:pt x="1734" y="894"/>
                  </a:lnTo>
                  <a:lnTo>
                    <a:pt x="1716" y="900"/>
                  </a:lnTo>
                  <a:lnTo>
                    <a:pt x="1698" y="900"/>
                  </a:lnTo>
                  <a:lnTo>
                    <a:pt x="1686" y="906"/>
                  </a:lnTo>
                  <a:lnTo>
                    <a:pt x="1668" y="906"/>
                  </a:lnTo>
                  <a:lnTo>
                    <a:pt x="1656" y="912"/>
                  </a:lnTo>
                  <a:lnTo>
                    <a:pt x="1626" y="912"/>
                  </a:lnTo>
                  <a:lnTo>
                    <a:pt x="1614" y="918"/>
                  </a:lnTo>
                  <a:lnTo>
                    <a:pt x="1608" y="924"/>
                  </a:lnTo>
                  <a:lnTo>
                    <a:pt x="1596" y="948"/>
                  </a:lnTo>
                  <a:lnTo>
                    <a:pt x="1590" y="966"/>
                  </a:lnTo>
                  <a:lnTo>
                    <a:pt x="1590" y="1026"/>
                  </a:lnTo>
                  <a:lnTo>
                    <a:pt x="1572" y="1032"/>
                  </a:lnTo>
                  <a:lnTo>
                    <a:pt x="1572" y="1062"/>
                  </a:lnTo>
                  <a:lnTo>
                    <a:pt x="1566" y="1074"/>
                  </a:lnTo>
                  <a:lnTo>
                    <a:pt x="1542" y="1086"/>
                  </a:lnTo>
                  <a:lnTo>
                    <a:pt x="1524" y="1098"/>
                  </a:lnTo>
                  <a:lnTo>
                    <a:pt x="1512" y="1110"/>
                  </a:lnTo>
                  <a:lnTo>
                    <a:pt x="1512" y="1122"/>
                  </a:lnTo>
                  <a:lnTo>
                    <a:pt x="1506" y="1128"/>
                  </a:lnTo>
                  <a:lnTo>
                    <a:pt x="1506" y="1140"/>
                  </a:lnTo>
                  <a:lnTo>
                    <a:pt x="1500" y="1146"/>
                  </a:lnTo>
                  <a:lnTo>
                    <a:pt x="1488" y="1146"/>
                  </a:lnTo>
                  <a:lnTo>
                    <a:pt x="1476" y="1134"/>
                  </a:lnTo>
                  <a:lnTo>
                    <a:pt x="1476" y="1128"/>
                  </a:lnTo>
                  <a:lnTo>
                    <a:pt x="1470" y="1122"/>
                  </a:lnTo>
                  <a:lnTo>
                    <a:pt x="1440" y="1122"/>
                  </a:lnTo>
                  <a:lnTo>
                    <a:pt x="1416" y="1128"/>
                  </a:lnTo>
                  <a:lnTo>
                    <a:pt x="1392" y="1140"/>
                  </a:lnTo>
                  <a:lnTo>
                    <a:pt x="1356" y="1140"/>
                  </a:lnTo>
                  <a:lnTo>
                    <a:pt x="1338" y="1146"/>
                  </a:lnTo>
                  <a:lnTo>
                    <a:pt x="1290" y="1170"/>
                  </a:lnTo>
                  <a:lnTo>
                    <a:pt x="1284" y="1170"/>
                  </a:lnTo>
                  <a:lnTo>
                    <a:pt x="1272" y="1158"/>
                  </a:lnTo>
                  <a:lnTo>
                    <a:pt x="1266" y="1146"/>
                  </a:lnTo>
                  <a:lnTo>
                    <a:pt x="1266" y="1140"/>
                  </a:lnTo>
                  <a:lnTo>
                    <a:pt x="1260" y="1128"/>
                  </a:lnTo>
                  <a:lnTo>
                    <a:pt x="1242" y="1128"/>
                  </a:lnTo>
                  <a:lnTo>
                    <a:pt x="1224" y="1122"/>
                  </a:lnTo>
                  <a:lnTo>
                    <a:pt x="1194" y="1122"/>
                  </a:lnTo>
                  <a:lnTo>
                    <a:pt x="1194" y="1104"/>
                  </a:lnTo>
                  <a:lnTo>
                    <a:pt x="1188" y="1092"/>
                  </a:lnTo>
                  <a:lnTo>
                    <a:pt x="1176" y="1080"/>
                  </a:lnTo>
                  <a:lnTo>
                    <a:pt x="1170" y="1068"/>
                  </a:lnTo>
                  <a:lnTo>
                    <a:pt x="1164" y="1062"/>
                  </a:lnTo>
                  <a:lnTo>
                    <a:pt x="1164" y="1026"/>
                  </a:lnTo>
                  <a:lnTo>
                    <a:pt x="1128" y="966"/>
                  </a:lnTo>
                  <a:lnTo>
                    <a:pt x="1122" y="924"/>
                  </a:lnTo>
                  <a:lnTo>
                    <a:pt x="1110" y="894"/>
                  </a:lnTo>
                  <a:lnTo>
                    <a:pt x="1104" y="804"/>
                  </a:lnTo>
                  <a:lnTo>
                    <a:pt x="1110" y="798"/>
                  </a:lnTo>
                  <a:lnTo>
                    <a:pt x="1122" y="774"/>
                  </a:lnTo>
                  <a:lnTo>
                    <a:pt x="1128" y="768"/>
                  </a:lnTo>
                  <a:lnTo>
                    <a:pt x="1128" y="654"/>
                  </a:lnTo>
                  <a:lnTo>
                    <a:pt x="1152" y="648"/>
                  </a:lnTo>
                  <a:lnTo>
                    <a:pt x="1152" y="612"/>
                  </a:lnTo>
                  <a:lnTo>
                    <a:pt x="1158" y="600"/>
                  </a:lnTo>
                  <a:lnTo>
                    <a:pt x="1158" y="594"/>
                  </a:lnTo>
                  <a:lnTo>
                    <a:pt x="1164" y="588"/>
                  </a:lnTo>
                  <a:lnTo>
                    <a:pt x="1176" y="588"/>
                  </a:lnTo>
                  <a:lnTo>
                    <a:pt x="1182" y="594"/>
                  </a:lnTo>
                  <a:lnTo>
                    <a:pt x="1188" y="594"/>
                  </a:lnTo>
                  <a:lnTo>
                    <a:pt x="1188" y="588"/>
                  </a:lnTo>
                  <a:lnTo>
                    <a:pt x="1194" y="576"/>
                  </a:lnTo>
                  <a:lnTo>
                    <a:pt x="1194" y="564"/>
                  </a:lnTo>
                  <a:lnTo>
                    <a:pt x="1200" y="558"/>
                  </a:lnTo>
                  <a:lnTo>
                    <a:pt x="1206" y="546"/>
                  </a:lnTo>
                  <a:lnTo>
                    <a:pt x="1206" y="540"/>
                  </a:lnTo>
                  <a:lnTo>
                    <a:pt x="1206" y="546"/>
                  </a:lnTo>
                  <a:lnTo>
                    <a:pt x="1182" y="546"/>
                  </a:lnTo>
                  <a:lnTo>
                    <a:pt x="1176" y="534"/>
                  </a:lnTo>
                  <a:lnTo>
                    <a:pt x="1176" y="528"/>
                  </a:lnTo>
                  <a:lnTo>
                    <a:pt x="1134" y="528"/>
                  </a:lnTo>
                  <a:lnTo>
                    <a:pt x="1122" y="516"/>
                  </a:lnTo>
                  <a:lnTo>
                    <a:pt x="1110" y="516"/>
                  </a:lnTo>
                  <a:lnTo>
                    <a:pt x="1092" y="510"/>
                  </a:lnTo>
                  <a:lnTo>
                    <a:pt x="1080" y="498"/>
                  </a:lnTo>
                  <a:lnTo>
                    <a:pt x="1080" y="468"/>
                  </a:lnTo>
                  <a:lnTo>
                    <a:pt x="1068" y="456"/>
                  </a:lnTo>
                  <a:lnTo>
                    <a:pt x="1068" y="420"/>
                  </a:lnTo>
                  <a:lnTo>
                    <a:pt x="1074" y="420"/>
                  </a:lnTo>
                  <a:lnTo>
                    <a:pt x="1080" y="414"/>
                  </a:lnTo>
                  <a:lnTo>
                    <a:pt x="1080" y="408"/>
                  </a:lnTo>
                  <a:lnTo>
                    <a:pt x="1068" y="396"/>
                  </a:lnTo>
                  <a:lnTo>
                    <a:pt x="1056" y="390"/>
                  </a:lnTo>
                  <a:lnTo>
                    <a:pt x="1050" y="384"/>
                  </a:lnTo>
                  <a:lnTo>
                    <a:pt x="1050" y="360"/>
                  </a:lnTo>
                  <a:lnTo>
                    <a:pt x="1038" y="354"/>
                  </a:lnTo>
                  <a:lnTo>
                    <a:pt x="1032" y="342"/>
                  </a:lnTo>
                  <a:lnTo>
                    <a:pt x="1032" y="330"/>
                  </a:lnTo>
                  <a:lnTo>
                    <a:pt x="1038" y="318"/>
                  </a:lnTo>
                  <a:lnTo>
                    <a:pt x="1038" y="294"/>
                  </a:lnTo>
                  <a:lnTo>
                    <a:pt x="1026" y="282"/>
                  </a:lnTo>
                  <a:lnTo>
                    <a:pt x="1020" y="270"/>
                  </a:lnTo>
                  <a:lnTo>
                    <a:pt x="1008" y="258"/>
                  </a:lnTo>
                  <a:lnTo>
                    <a:pt x="1002" y="246"/>
                  </a:lnTo>
                  <a:lnTo>
                    <a:pt x="996" y="240"/>
                  </a:lnTo>
                  <a:lnTo>
                    <a:pt x="990" y="228"/>
                  </a:lnTo>
                  <a:lnTo>
                    <a:pt x="948" y="228"/>
                  </a:lnTo>
                  <a:lnTo>
                    <a:pt x="930" y="222"/>
                  </a:lnTo>
                  <a:lnTo>
                    <a:pt x="930" y="228"/>
                  </a:lnTo>
                  <a:lnTo>
                    <a:pt x="912" y="228"/>
                  </a:lnTo>
                  <a:lnTo>
                    <a:pt x="900" y="240"/>
                  </a:lnTo>
                  <a:lnTo>
                    <a:pt x="888" y="264"/>
                  </a:lnTo>
                  <a:lnTo>
                    <a:pt x="876" y="276"/>
                  </a:lnTo>
                  <a:lnTo>
                    <a:pt x="852" y="288"/>
                  </a:lnTo>
                  <a:lnTo>
                    <a:pt x="840" y="288"/>
                  </a:lnTo>
                  <a:lnTo>
                    <a:pt x="822" y="276"/>
                  </a:lnTo>
                  <a:lnTo>
                    <a:pt x="810" y="270"/>
                  </a:lnTo>
                  <a:lnTo>
                    <a:pt x="780" y="240"/>
                  </a:lnTo>
                  <a:lnTo>
                    <a:pt x="780" y="228"/>
                  </a:lnTo>
                  <a:lnTo>
                    <a:pt x="786" y="216"/>
                  </a:lnTo>
                  <a:lnTo>
                    <a:pt x="786" y="174"/>
                  </a:lnTo>
                  <a:lnTo>
                    <a:pt x="780" y="162"/>
                  </a:lnTo>
                  <a:lnTo>
                    <a:pt x="768" y="150"/>
                  </a:lnTo>
                  <a:lnTo>
                    <a:pt x="756" y="144"/>
                  </a:lnTo>
                  <a:lnTo>
                    <a:pt x="744" y="144"/>
                  </a:lnTo>
                  <a:lnTo>
                    <a:pt x="738" y="114"/>
                  </a:lnTo>
                  <a:lnTo>
                    <a:pt x="708" y="102"/>
                  </a:lnTo>
                  <a:lnTo>
                    <a:pt x="708" y="78"/>
                  </a:lnTo>
                  <a:lnTo>
                    <a:pt x="696" y="66"/>
                  </a:lnTo>
                  <a:lnTo>
                    <a:pt x="582" y="66"/>
                  </a:lnTo>
                  <a:lnTo>
                    <a:pt x="576" y="72"/>
                  </a:lnTo>
                  <a:lnTo>
                    <a:pt x="576" y="90"/>
                  </a:lnTo>
                  <a:lnTo>
                    <a:pt x="570" y="102"/>
                  </a:lnTo>
                  <a:lnTo>
                    <a:pt x="570" y="108"/>
                  </a:lnTo>
                  <a:lnTo>
                    <a:pt x="366" y="108"/>
                  </a:lnTo>
                  <a:lnTo>
                    <a:pt x="156" y="12"/>
                  </a:lnTo>
                  <a:lnTo>
                    <a:pt x="150" y="12"/>
                  </a:lnTo>
                  <a:lnTo>
                    <a:pt x="150" y="6"/>
                  </a:lnTo>
                  <a:lnTo>
                    <a:pt x="156" y="0"/>
                  </a:lnTo>
                  <a:lnTo>
                    <a:pt x="12" y="6"/>
                  </a:lnTo>
                  <a:lnTo>
                    <a:pt x="6" y="0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2" y="66"/>
                  </a:lnTo>
                  <a:lnTo>
                    <a:pt x="18" y="78"/>
                  </a:lnTo>
                  <a:lnTo>
                    <a:pt x="0" y="90"/>
                  </a:lnTo>
                  <a:lnTo>
                    <a:pt x="12" y="114"/>
                  </a:lnTo>
                  <a:lnTo>
                    <a:pt x="6" y="126"/>
                  </a:lnTo>
                  <a:lnTo>
                    <a:pt x="24" y="144"/>
                  </a:lnTo>
                  <a:lnTo>
                    <a:pt x="6" y="174"/>
                  </a:lnTo>
                  <a:lnTo>
                    <a:pt x="18" y="180"/>
                  </a:lnTo>
                  <a:lnTo>
                    <a:pt x="18" y="210"/>
                  </a:lnTo>
                  <a:lnTo>
                    <a:pt x="24" y="228"/>
                  </a:lnTo>
                  <a:lnTo>
                    <a:pt x="24" y="240"/>
                  </a:lnTo>
                  <a:lnTo>
                    <a:pt x="30" y="252"/>
                  </a:lnTo>
                  <a:lnTo>
                    <a:pt x="42" y="264"/>
                  </a:lnTo>
                  <a:lnTo>
                    <a:pt x="60" y="264"/>
                  </a:lnTo>
                  <a:lnTo>
                    <a:pt x="60" y="270"/>
                  </a:lnTo>
                  <a:lnTo>
                    <a:pt x="66" y="276"/>
                  </a:lnTo>
                  <a:lnTo>
                    <a:pt x="72" y="288"/>
                  </a:lnTo>
                  <a:lnTo>
                    <a:pt x="84" y="300"/>
                  </a:lnTo>
                  <a:lnTo>
                    <a:pt x="90" y="318"/>
                  </a:lnTo>
                  <a:lnTo>
                    <a:pt x="96" y="330"/>
                  </a:lnTo>
                  <a:lnTo>
                    <a:pt x="96" y="342"/>
                  </a:lnTo>
                  <a:lnTo>
                    <a:pt x="78" y="378"/>
                  </a:lnTo>
                  <a:lnTo>
                    <a:pt x="72" y="384"/>
                  </a:lnTo>
                  <a:lnTo>
                    <a:pt x="72" y="390"/>
                  </a:lnTo>
                  <a:lnTo>
                    <a:pt x="84" y="396"/>
                  </a:lnTo>
                  <a:lnTo>
                    <a:pt x="72" y="414"/>
                  </a:lnTo>
                  <a:lnTo>
                    <a:pt x="60" y="396"/>
                  </a:lnTo>
                  <a:lnTo>
                    <a:pt x="12" y="390"/>
                  </a:lnTo>
                  <a:lnTo>
                    <a:pt x="36" y="414"/>
                  </a:lnTo>
                  <a:lnTo>
                    <a:pt x="42" y="438"/>
                  </a:lnTo>
                  <a:lnTo>
                    <a:pt x="66" y="444"/>
                  </a:lnTo>
                  <a:lnTo>
                    <a:pt x="78" y="456"/>
                  </a:lnTo>
                  <a:lnTo>
                    <a:pt x="84" y="468"/>
                  </a:lnTo>
                  <a:lnTo>
                    <a:pt x="90" y="474"/>
                  </a:lnTo>
                  <a:lnTo>
                    <a:pt x="96" y="474"/>
                  </a:lnTo>
                  <a:lnTo>
                    <a:pt x="102" y="468"/>
                  </a:lnTo>
                  <a:lnTo>
                    <a:pt x="108" y="468"/>
                  </a:lnTo>
                  <a:lnTo>
                    <a:pt x="120" y="462"/>
                  </a:lnTo>
                  <a:lnTo>
                    <a:pt x="126" y="456"/>
                  </a:lnTo>
                  <a:lnTo>
                    <a:pt x="126" y="480"/>
                  </a:lnTo>
                  <a:lnTo>
                    <a:pt x="144" y="516"/>
                  </a:lnTo>
                  <a:lnTo>
                    <a:pt x="156" y="528"/>
                  </a:lnTo>
                  <a:lnTo>
                    <a:pt x="168" y="552"/>
                  </a:lnTo>
                  <a:lnTo>
                    <a:pt x="168" y="564"/>
                  </a:lnTo>
                  <a:lnTo>
                    <a:pt x="156" y="588"/>
                  </a:lnTo>
                  <a:lnTo>
                    <a:pt x="150" y="606"/>
                  </a:lnTo>
                  <a:lnTo>
                    <a:pt x="150" y="618"/>
                  </a:lnTo>
                  <a:lnTo>
                    <a:pt x="180" y="648"/>
                  </a:lnTo>
                  <a:lnTo>
                    <a:pt x="192" y="666"/>
                  </a:lnTo>
                  <a:lnTo>
                    <a:pt x="222" y="696"/>
                  </a:lnTo>
                  <a:lnTo>
                    <a:pt x="234" y="714"/>
                  </a:lnTo>
                  <a:lnTo>
                    <a:pt x="264" y="744"/>
                  </a:lnTo>
                  <a:lnTo>
                    <a:pt x="258" y="750"/>
                  </a:lnTo>
                  <a:lnTo>
                    <a:pt x="258" y="762"/>
                  </a:lnTo>
                  <a:lnTo>
                    <a:pt x="252" y="768"/>
                  </a:lnTo>
                  <a:lnTo>
                    <a:pt x="252" y="780"/>
                  </a:lnTo>
                  <a:lnTo>
                    <a:pt x="258" y="786"/>
                  </a:lnTo>
                  <a:lnTo>
                    <a:pt x="276" y="786"/>
                  </a:lnTo>
                  <a:lnTo>
                    <a:pt x="288" y="780"/>
                  </a:lnTo>
                  <a:lnTo>
                    <a:pt x="294" y="768"/>
                  </a:lnTo>
                  <a:lnTo>
                    <a:pt x="306" y="762"/>
                  </a:lnTo>
                  <a:lnTo>
                    <a:pt x="312" y="756"/>
                  </a:lnTo>
                  <a:lnTo>
                    <a:pt x="306" y="738"/>
                  </a:lnTo>
                  <a:lnTo>
                    <a:pt x="306" y="732"/>
                  </a:lnTo>
                  <a:lnTo>
                    <a:pt x="300" y="726"/>
                  </a:lnTo>
                  <a:lnTo>
                    <a:pt x="300" y="708"/>
                  </a:lnTo>
                  <a:lnTo>
                    <a:pt x="288" y="684"/>
                  </a:lnTo>
                  <a:lnTo>
                    <a:pt x="282" y="678"/>
                  </a:lnTo>
                  <a:lnTo>
                    <a:pt x="258" y="678"/>
                  </a:lnTo>
                  <a:lnTo>
                    <a:pt x="240" y="648"/>
                  </a:lnTo>
                  <a:lnTo>
                    <a:pt x="240" y="576"/>
                  </a:lnTo>
                  <a:lnTo>
                    <a:pt x="222" y="546"/>
                  </a:lnTo>
                  <a:lnTo>
                    <a:pt x="228" y="534"/>
                  </a:lnTo>
                  <a:lnTo>
                    <a:pt x="228" y="528"/>
                  </a:lnTo>
                  <a:lnTo>
                    <a:pt x="234" y="516"/>
                  </a:lnTo>
                  <a:lnTo>
                    <a:pt x="234" y="492"/>
                  </a:lnTo>
                  <a:lnTo>
                    <a:pt x="228" y="486"/>
                  </a:lnTo>
                  <a:lnTo>
                    <a:pt x="216" y="480"/>
                  </a:lnTo>
                  <a:lnTo>
                    <a:pt x="210" y="474"/>
                  </a:lnTo>
                  <a:lnTo>
                    <a:pt x="198" y="474"/>
                  </a:lnTo>
                  <a:lnTo>
                    <a:pt x="198" y="432"/>
                  </a:lnTo>
                  <a:lnTo>
                    <a:pt x="168" y="396"/>
                  </a:lnTo>
                  <a:lnTo>
                    <a:pt x="174" y="336"/>
                  </a:lnTo>
                  <a:lnTo>
                    <a:pt x="168" y="330"/>
                  </a:lnTo>
                  <a:lnTo>
                    <a:pt x="162" y="318"/>
                  </a:lnTo>
                  <a:lnTo>
                    <a:pt x="144" y="300"/>
                  </a:lnTo>
                  <a:lnTo>
                    <a:pt x="138" y="288"/>
                  </a:lnTo>
                  <a:lnTo>
                    <a:pt x="138" y="276"/>
                  </a:lnTo>
                  <a:lnTo>
                    <a:pt x="132" y="264"/>
                  </a:lnTo>
                  <a:lnTo>
                    <a:pt x="132" y="246"/>
                  </a:lnTo>
                  <a:lnTo>
                    <a:pt x="126" y="240"/>
                  </a:lnTo>
                  <a:lnTo>
                    <a:pt x="120" y="228"/>
                  </a:lnTo>
                  <a:lnTo>
                    <a:pt x="108" y="216"/>
                  </a:lnTo>
                  <a:lnTo>
                    <a:pt x="102" y="204"/>
                  </a:lnTo>
                  <a:lnTo>
                    <a:pt x="96" y="198"/>
                  </a:lnTo>
                  <a:lnTo>
                    <a:pt x="96" y="192"/>
                  </a:lnTo>
                  <a:lnTo>
                    <a:pt x="102" y="186"/>
                  </a:lnTo>
                  <a:lnTo>
                    <a:pt x="114" y="162"/>
                  </a:lnTo>
                  <a:lnTo>
                    <a:pt x="114" y="114"/>
                  </a:lnTo>
                  <a:lnTo>
                    <a:pt x="120" y="108"/>
                  </a:lnTo>
                  <a:lnTo>
                    <a:pt x="126" y="96"/>
                  </a:lnTo>
                  <a:lnTo>
                    <a:pt x="126" y="60"/>
                  </a:lnTo>
                  <a:lnTo>
                    <a:pt x="132" y="66"/>
                  </a:lnTo>
                  <a:lnTo>
                    <a:pt x="144" y="72"/>
                  </a:lnTo>
                  <a:lnTo>
                    <a:pt x="150" y="84"/>
                  </a:lnTo>
                  <a:lnTo>
                    <a:pt x="162" y="90"/>
                  </a:lnTo>
                  <a:lnTo>
                    <a:pt x="180" y="90"/>
                  </a:lnTo>
                  <a:lnTo>
                    <a:pt x="186" y="84"/>
                  </a:lnTo>
                  <a:lnTo>
                    <a:pt x="198" y="84"/>
                  </a:lnTo>
                  <a:lnTo>
                    <a:pt x="198" y="102"/>
                  </a:lnTo>
                  <a:lnTo>
                    <a:pt x="204" y="108"/>
                  </a:lnTo>
                  <a:lnTo>
                    <a:pt x="216" y="114"/>
                  </a:lnTo>
                  <a:lnTo>
                    <a:pt x="234" y="114"/>
                  </a:lnTo>
                  <a:lnTo>
                    <a:pt x="234" y="120"/>
                  </a:lnTo>
                  <a:lnTo>
                    <a:pt x="228" y="126"/>
                  </a:lnTo>
                  <a:lnTo>
                    <a:pt x="228" y="186"/>
                  </a:lnTo>
                  <a:lnTo>
                    <a:pt x="240" y="258"/>
                  </a:lnTo>
                  <a:lnTo>
                    <a:pt x="240" y="270"/>
                  </a:lnTo>
                  <a:lnTo>
                    <a:pt x="246" y="282"/>
                  </a:lnTo>
                  <a:lnTo>
                    <a:pt x="252" y="306"/>
                  </a:lnTo>
                  <a:lnTo>
                    <a:pt x="264" y="342"/>
                  </a:lnTo>
                  <a:lnTo>
                    <a:pt x="276" y="372"/>
                  </a:lnTo>
                  <a:lnTo>
                    <a:pt x="282" y="384"/>
                  </a:lnTo>
                  <a:lnTo>
                    <a:pt x="324" y="384"/>
                  </a:lnTo>
                  <a:lnTo>
                    <a:pt x="318" y="390"/>
                  </a:lnTo>
                  <a:lnTo>
                    <a:pt x="306" y="414"/>
                  </a:lnTo>
                  <a:lnTo>
                    <a:pt x="318" y="438"/>
                  </a:lnTo>
                  <a:lnTo>
                    <a:pt x="330" y="444"/>
                  </a:lnTo>
                  <a:lnTo>
                    <a:pt x="336" y="450"/>
                  </a:lnTo>
                  <a:lnTo>
                    <a:pt x="348" y="450"/>
                  </a:lnTo>
                  <a:lnTo>
                    <a:pt x="354" y="474"/>
                  </a:lnTo>
                  <a:lnTo>
                    <a:pt x="384" y="474"/>
                  </a:lnTo>
                  <a:lnTo>
                    <a:pt x="390" y="516"/>
                  </a:lnTo>
                  <a:lnTo>
                    <a:pt x="384" y="516"/>
                  </a:lnTo>
                  <a:lnTo>
                    <a:pt x="378" y="522"/>
                  </a:lnTo>
                  <a:lnTo>
                    <a:pt x="366" y="528"/>
                  </a:lnTo>
                  <a:lnTo>
                    <a:pt x="360" y="534"/>
                  </a:lnTo>
                  <a:lnTo>
                    <a:pt x="354" y="546"/>
                  </a:lnTo>
                  <a:lnTo>
                    <a:pt x="354" y="558"/>
                  </a:lnTo>
                  <a:lnTo>
                    <a:pt x="360" y="564"/>
                  </a:lnTo>
                  <a:lnTo>
                    <a:pt x="372" y="570"/>
                  </a:lnTo>
                  <a:lnTo>
                    <a:pt x="384" y="558"/>
                  </a:lnTo>
                  <a:lnTo>
                    <a:pt x="384" y="564"/>
                  </a:lnTo>
                  <a:lnTo>
                    <a:pt x="396" y="576"/>
                  </a:lnTo>
                  <a:lnTo>
                    <a:pt x="396" y="588"/>
                  </a:lnTo>
                  <a:lnTo>
                    <a:pt x="402" y="594"/>
                  </a:lnTo>
                  <a:lnTo>
                    <a:pt x="414" y="594"/>
                  </a:lnTo>
                  <a:lnTo>
                    <a:pt x="426" y="600"/>
                  </a:lnTo>
                  <a:lnTo>
                    <a:pt x="432" y="600"/>
                  </a:lnTo>
                  <a:lnTo>
                    <a:pt x="438" y="606"/>
                  </a:lnTo>
                  <a:lnTo>
                    <a:pt x="438" y="624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26" y="648"/>
                  </a:lnTo>
                  <a:lnTo>
                    <a:pt x="426" y="654"/>
                  </a:lnTo>
                  <a:lnTo>
                    <a:pt x="468" y="654"/>
                  </a:lnTo>
                  <a:lnTo>
                    <a:pt x="468" y="684"/>
                  </a:lnTo>
                  <a:lnTo>
                    <a:pt x="504" y="720"/>
                  </a:lnTo>
                  <a:lnTo>
                    <a:pt x="510" y="732"/>
                  </a:lnTo>
                  <a:lnTo>
                    <a:pt x="528" y="750"/>
                  </a:lnTo>
                  <a:lnTo>
                    <a:pt x="534" y="768"/>
                  </a:lnTo>
                  <a:lnTo>
                    <a:pt x="546" y="780"/>
                  </a:lnTo>
                  <a:lnTo>
                    <a:pt x="552" y="798"/>
                  </a:lnTo>
                  <a:lnTo>
                    <a:pt x="558" y="810"/>
                  </a:lnTo>
                  <a:lnTo>
                    <a:pt x="558" y="870"/>
                  </a:lnTo>
                  <a:lnTo>
                    <a:pt x="564" y="882"/>
                  </a:lnTo>
                  <a:lnTo>
                    <a:pt x="576" y="894"/>
                  </a:lnTo>
                  <a:lnTo>
                    <a:pt x="576" y="906"/>
                  </a:lnTo>
                  <a:lnTo>
                    <a:pt x="570" y="918"/>
                  </a:lnTo>
                  <a:lnTo>
                    <a:pt x="552" y="936"/>
                  </a:lnTo>
                  <a:lnTo>
                    <a:pt x="546" y="948"/>
                  </a:lnTo>
                  <a:lnTo>
                    <a:pt x="546" y="954"/>
                  </a:lnTo>
                  <a:lnTo>
                    <a:pt x="552" y="960"/>
                  </a:lnTo>
                  <a:lnTo>
                    <a:pt x="564" y="966"/>
                  </a:lnTo>
                  <a:lnTo>
                    <a:pt x="540" y="966"/>
                  </a:lnTo>
                  <a:lnTo>
                    <a:pt x="528" y="972"/>
                  </a:lnTo>
                  <a:lnTo>
                    <a:pt x="528" y="1038"/>
                  </a:lnTo>
                  <a:lnTo>
                    <a:pt x="534" y="1056"/>
                  </a:lnTo>
                  <a:lnTo>
                    <a:pt x="540" y="1062"/>
                  </a:lnTo>
                  <a:lnTo>
                    <a:pt x="546" y="1074"/>
                  </a:lnTo>
                  <a:lnTo>
                    <a:pt x="558" y="1074"/>
                  </a:lnTo>
                  <a:lnTo>
                    <a:pt x="576" y="1080"/>
                  </a:lnTo>
                  <a:lnTo>
                    <a:pt x="600" y="1080"/>
                  </a:lnTo>
                  <a:lnTo>
                    <a:pt x="612" y="1086"/>
                  </a:lnTo>
                  <a:lnTo>
                    <a:pt x="636" y="1110"/>
                  </a:lnTo>
                  <a:lnTo>
                    <a:pt x="642" y="1122"/>
                  </a:lnTo>
                  <a:lnTo>
                    <a:pt x="648" y="1140"/>
                  </a:lnTo>
                  <a:lnTo>
                    <a:pt x="654" y="1152"/>
                  </a:lnTo>
                  <a:lnTo>
                    <a:pt x="666" y="1164"/>
                  </a:lnTo>
                  <a:lnTo>
                    <a:pt x="678" y="1170"/>
                  </a:lnTo>
                  <a:lnTo>
                    <a:pt x="732" y="1170"/>
                  </a:lnTo>
                  <a:lnTo>
                    <a:pt x="750" y="1176"/>
                  </a:lnTo>
                  <a:lnTo>
                    <a:pt x="762" y="1182"/>
                  </a:lnTo>
                  <a:lnTo>
                    <a:pt x="768" y="1188"/>
                  </a:lnTo>
                  <a:lnTo>
                    <a:pt x="774" y="1200"/>
                  </a:lnTo>
                  <a:lnTo>
                    <a:pt x="786" y="1218"/>
                  </a:lnTo>
                  <a:lnTo>
                    <a:pt x="810" y="1242"/>
                  </a:lnTo>
                  <a:lnTo>
                    <a:pt x="834" y="1254"/>
                  </a:lnTo>
                  <a:lnTo>
                    <a:pt x="870" y="1266"/>
                  </a:lnTo>
                  <a:lnTo>
                    <a:pt x="912" y="1272"/>
                  </a:lnTo>
                  <a:lnTo>
                    <a:pt x="942" y="1278"/>
                  </a:lnTo>
                  <a:lnTo>
                    <a:pt x="960" y="1290"/>
                  </a:lnTo>
                  <a:lnTo>
                    <a:pt x="966" y="1302"/>
                  </a:lnTo>
                  <a:lnTo>
                    <a:pt x="978" y="1314"/>
                  </a:lnTo>
                  <a:lnTo>
                    <a:pt x="990" y="1320"/>
                  </a:lnTo>
                  <a:lnTo>
                    <a:pt x="996" y="1320"/>
                  </a:lnTo>
                  <a:lnTo>
                    <a:pt x="1002" y="1326"/>
                  </a:lnTo>
                  <a:lnTo>
                    <a:pt x="1008" y="1338"/>
                  </a:lnTo>
                  <a:lnTo>
                    <a:pt x="1014" y="1344"/>
                  </a:lnTo>
                  <a:lnTo>
                    <a:pt x="1080" y="1344"/>
                  </a:lnTo>
                  <a:lnTo>
                    <a:pt x="1092" y="1356"/>
                  </a:lnTo>
                  <a:lnTo>
                    <a:pt x="1098" y="1368"/>
                  </a:lnTo>
                  <a:lnTo>
                    <a:pt x="1104" y="1374"/>
                  </a:lnTo>
                  <a:lnTo>
                    <a:pt x="1116" y="1374"/>
                  </a:lnTo>
                  <a:lnTo>
                    <a:pt x="1140" y="1362"/>
                  </a:lnTo>
                  <a:lnTo>
                    <a:pt x="1170" y="1350"/>
                  </a:lnTo>
                  <a:lnTo>
                    <a:pt x="1206" y="1332"/>
                  </a:lnTo>
                  <a:lnTo>
                    <a:pt x="1260" y="1314"/>
                  </a:lnTo>
                  <a:lnTo>
                    <a:pt x="1278" y="1326"/>
                  </a:lnTo>
                  <a:lnTo>
                    <a:pt x="1308" y="1350"/>
                  </a:lnTo>
                  <a:lnTo>
                    <a:pt x="1344" y="1374"/>
                  </a:lnTo>
                  <a:lnTo>
                    <a:pt x="1386" y="1416"/>
                  </a:lnTo>
                  <a:lnTo>
                    <a:pt x="1386" y="1428"/>
                  </a:lnTo>
                  <a:lnTo>
                    <a:pt x="1392" y="1446"/>
                  </a:lnTo>
                  <a:lnTo>
                    <a:pt x="1398" y="1458"/>
                  </a:lnTo>
                  <a:lnTo>
                    <a:pt x="1416" y="1458"/>
                  </a:lnTo>
                  <a:lnTo>
                    <a:pt x="1422" y="1452"/>
                  </a:lnTo>
                  <a:lnTo>
                    <a:pt x="1422" y="144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78" name="Mauritania" descr="© INSCALE GmbH, 05.05.2010&#10;http://www.presentationload.com/">
              <a:extLst>
                <a:ext uri="{FF2B5EF4-FFF2-40B4-BE49-F238E27FC236}">
                  <a16:creationId xmlns:a16="http://schemas.microsoft.com/office/drawing/2014/main" id="{06E852D4-E56C-422D-AC66-2608CFB550D2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345553" y="2281432"/>
              <a:ext cx="283040" cy="330102"/>
            </a:xfrm>
            <a:custGeom>
              <a:avLst/>
              <a:gdLst>
                <a:gd name="T0" fmla="*/ 2147483647 w 858"/>
                <a:gd name="T1" fmla="*/ 2147483647 h 1002"/>
                <a:gd name="T2" fmla="*/ 2147483647 w 858"/>
                <a:gd name="T3" fmla="*/ 2147483647 h 1002"/>
                <a:gd name="T4" fmla="*/ 2147483647 w 858"/>
                <a:gd name="T5" fmla="*/ 2147483647 h 1002"/>
                <a:gd name="T6" fmla="*/ 2147483647 w 858"/>
                <a:gd name="T7" fmla="*/ 2147483647 h 1002"/>
                <a:gd name="T8" fmla="*/ 2147483647 w 858"/>
                <a:gd name="T9" fmla="*/ 2147483647 h 1002"/>
                <a:gd name="T10" fmla="*/ 2147483647 w 858"/>
                <a:gd name="T11" fmla="*/ 2147483647 h 1002"/>
                <a:gd name="T12" fmla="*/ 2147483647 w 858"/>
                <a:gd name="T13" fmla="*/ 2147483647 h 1002"/>
                <a:gd name="T14" fmla="*/ 2147483647 w 858"/>
                <a:gd name="T15" fmla="*/ 2147483647 h 1002"/>
                <a:gd name="T16" fmla="*/ 2147483647 w 858"/>
                <a:gd name="T17" fmla="*/ 2147483647 h 1002"/>
                <a:gd name="T18" fmla="*/ 2147483647 w 858"/>
                <a:gd name="T19" fmla="*/ 2147483647 h 1002"/>
                <a:gd name="T20" fmla="*/ 2147483647 w 858"/>
                <a:gd name="T21" fmla="*/ 2147483647 h 1002"/>
                <a:gd name="T22" fmla="*/ 2147483647 w 858"/>
                <a:gd name="T23" fmla="*/ 2147483647 h 1002"/>
                <a:gd name="T24" fmla="*/ 2147483647 w 858"/>
                <a:gd name="T25" fmla="*/ 2147483647 h 1002"/>
                <a:gd name="T26" fmla="*/ 2147483647 w 858"/>
                <a:gd name="T27" fmla="*/ 2147483647 h 1002"/>
                <a:gd name="T28" fmla="*/ 2147483647 w 858"/>
                <a:gd name="T29" fmla="*/ 2147483647 h 1002"/>
                <a:gd name="T30" fmla="*/ 2147483647 w 858"/>
                <a:gd name="T31" fmla="*/ 2147483647 h 1002"/>
                <a:gd name="T32" fmla="*/ 2147483647 w 858"/>
                <a:gd name="T33" fmla="*/ 2147483647 h 1002"/>
                <a:gd name="T34" fmla="*/ 2147483647 w 858"/>
                <a:gd name="T35" fmla="*/ 2147483647 h 1002"/>
                <a:gd name="T36" fmla="*/ 2147483647 w 858"/>
                <a:gd name="T37" fmla="*/ 2147483647 h 1002"/>
                <a:gd name="T38" fmla="*/ 2147483647 w 858"/>
                <a:gd name="T39" fmla="*/ 2147483647 h 1002"/>
                <a:gd name="T40" fmla="*/ 2147483647 w 858"/>
                <a:gd name="T41" fmla="*/ 2147483647 h 1002"/>
                <a:gd name="T42" fmla="*/ 2147483647 w 858"/>
                <a:gd name="T43" fmla="*/ 2147483647 h 1002"/>
                <a:gd name="T44" fmla="*/ 2147483647 w 858"/>
                <a:gd name="T45" fmla="*/ 2147483647 h 1002"/>
                <a:gd name="T46" fmla="*/ 2147483647 w 858"/>
                <a:gd name="T47" fmla="*/ 2147483647 h 1002"/>
                <a:gd name="T48" fmla="*/ 2147483647 w 858"/>
                <a:gd name="T49" fmla="*/ 2147483647 h 1002"/>
                <a:gd name="T50" fmla="*/ 2147483647 w 858"/>
                <a:gd name="T51" fmla="*/ 2147483647 h 1002"/>
                <a:gd name="T52" fmla="*/ 2147483647 w 858"/>
                <a:gd name="T53" fmla="*/ 2147483647 h 1002"/>
                <a:gd name="T54" fmla="*/ 2147483647 w 858"/>
                <a:gd name="T55" fmla="*/ 2147483647 h 1002"/>
                <a:gd name="T56" fmla="*/ 2147483647 w 858"/>
                <a:gd name="T57" fmla="*/ 2147483647 h 1002"/>
                <a:gd name="T58" fmla="*/ 2147483647 w 858"/>
                <a:gd name="T59" fmla="*/ 2147483647 h 1002"/>
                <a:gd name="T60" fmla="*/ 2147483647 w 858"/>
                <a:gd name="T61" fmla="*/ 2147483647 h 1002"/>
                <a:gd name="T62" fmla="*/ 2147483647 w 858"/>
                <a:gd name="T63" fmla="*/ 2147483647 h 1002"/>
                <a:gd name="T64" fmla="*/ 2147483647 w 858"/>
                <a:gd name="T65" fmla="*/ 2147483647 h 1002"/>
                <a:gd name="T66" fmla="*/ 2147483647 w 858"/>
                <a:gd name="T67" fmla="*/ 2147483647 h 1002"/>
                <a:gd name="T68" fmla="*/ 2147483647 w 858"/>
                <a:gd name="T69" fmla="*/ 2147483647 h 1002"/>
                <a:gd name="T70" fmla="*/ 2147483647 w 858"/>
                <a:gd name="T71" fmla="*/ 2147483647 h 1002"/>
                <a:gd name="T72" fmla="*/ 2147483647 w 858"/>
                <a:gd name="T73" fmla="*/ 2147483647 h 1002"/>
                <a:gd name="T74" fmla="*/ 2147483647 w 858"/>
                <a:gd name="T75" fmla="*/ 2147483647 h 1002"/>
                <a:gd name="T76" fmla="*/ 2147483647 w 858"/>
                <a:gd name="T77" fmla="*/ 2147483647 h 1002"/>
                <a:gd name="T78" fmla="*/ 2147483647 w 858"/>
                <a:gd name="T79" fmla="*/ 2147483647 h 1002"/>
                <a:gd name="T80" fmla="*/ 2147483647 w 858"/>
                <a:gd name="T81" fmla="*/ 2147483647 h 1002"/>
                <a:gd name="T82" fmla="*/ 2147483647 w 858"/>
                <a:gd name="T83" fmla="*/ 2147483647 h 1002"/>
                <a:gd name="T84" fmla="*/ 2147483647 w 858"/>
                <a:gd name="T85" fmla="*/ 2147483647 h 1002"/>
                <a:gd name="T86" fmla="*/ 2147483647 w 858"/>
                <a:gd name="T87" fmla="*/ 2147483647 h 1002"/>
                <a:gd name="T88" fmla="*/ 2147483647 w 858"/>
                <a:gd name="T89" fmla="*/ 2147483647 h 1002"/>
                <a:gd name="T90" fmla="*/ 2147483647 w 858"/>
                <a:gd name="T91" fmla="*/ 2147483647 h 1002"/>
                <a:gd name="T92" fmla="*/ 2147483647 w 858"/>
                <a:gd name="T93" fmla="*/ 2147483647 h 1002"/>
                <a:gd name="T94" fmla="*/ 2147483647 w 858"/>
                <a:gd name="T95" fmla="*/ 2147483647 h 1002"/>
                <a:gd name="T96" fmla="*/ 2147483647 w 858"/>
                <a:gd name="T97" fmla="*/ 2147483647 h 1002"/>
                <a:gd name="T98" fmla="*/ 0 w 858"/>
                <a:gd name="T99" fmla="*/ 2147483647 h 100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858"/>
                <a:gd name="T151" fmla="*/ 0 h 1002"/>
                <a:gd name="T152" fmla="*/ 858 w 858"/>
                <a:gd name="T153" fmla="*/ 1002 h 1002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858" h="1002">
                  <a:moveTo>
                    <a:pt x="0" y="498"/>
                  </a:moveTo>
                  <a:lnTo>
                    <a:pt x="18" y="498"/>
                  </a:lnTo>
                  <a:lnTo>
                    <a:pt x="18" y="528"/>
                  </a:lnTo>
                  <a:lnTo>
                    <a:pt x="24" y="534"/>
                  </a:lnTo>
                  <a:lnTo>
                    <a:pt x="30" y="534"/>
                  </a:lnTo>
                  <a:lnTo>
                    <a:pt x="30" y="528"/>
                  </a:lnTo>
                  <a:lnTo>
                    <a:pt x="36" y="522"/>
                  </a:lnTo>
                  <a:lnTo>
                    <a:pt x="48" y="558"/>
                  </a:lnTo>
                  <a:lnTo>
                    <a:pt x="42" y="600"/>
                  </a:lnTo>
                  <a:lnTo>
                    <a:pt x="30" y="600"/>
                  </a:lnTo>
                  <a:lnTo>
                    <a:pt x="36" y="624"/>
                  </a:lnTo>
                  <a:lnTo>
                    <a:pt x="24" y="630"/>
                  </a:lnTo>
                  <a:lnTo>
                    <a:pt x="30" y="642"/>
                  </a:lnTo>
                  <a:lnTo>
                    <a:pt x="36" y="648"/>
                  </a:lnTo>
                  <a:lnTo>
                    <a:pt x="48" y="666"/>
                  </a:lnTo>
                  <a:lnTo>
                    <a:pt x="60" y="690"/>
                  </a:lnTo>
                  <a:lnTo>
                    <a:pt x="60" y="720"/>
                  </a:lnTo>
                  <a:lnTo>
                    <a:pt x="54" y="738"/>
                  </a:lnTo>
                  <a:lnTo>
                    <a:pt x="54" y="750"/>
                  </a:lnTo>
                  <a:lnTo>
                    <a:pt x="48" y="756"/>
                  </a:lnTo>
                  <a:lnTo>
                    <a:pt x="48" y="804"/>
                  </a:lnTo>
                  <a:lnTo>
                    <a:pt x="42" y="816"/>
                  </a:lnTo>
                  <a:lnTo>
                    <a:pt x="30" y="822"/>
                  </a:lnTo>
                  <a:lnTo>
                    <a:pt x="24" y="840"/>
                  </a:lnTo>
                  <a:lnTo>
                    <a:pt x="18" y="852"/>
                  </a:lnTo>
                  <a:lnTo>
                    <a:pt x="18" y="864"/>
                  </a:lnTo>
                  <a:lnTo>
                    <a:pt x="12" y="876"/>
                  </a:lnTo>
                  <a:lnTo>
                    <a:pt x="12" y="906"/>
                  </a:lnTo>
                  <a:lnTo>
                    <a:pt x="18" y="900"/>
                  </a:lnTo>
                  <a:lnTo>
                    <a:pt x="36" y="864"/>
                  </a:lnTo>
                  <a:lnTo>
                    <a:pt x="42" y="858"/>
                  </a:lnTo>
                  <a:lnTo>
                    <a:pt x="54" y="852"/>
                  </a:lnTo>
                  <a:lnTo>
                    <a:pt x="60" y="852"/>
                  </a:lnTo>
                  <a:lnTo>
                    <a:pt x="66" y="858"/>
                  </a:lnTo>
                  <a:lnTo>
                    <a:pt x="72" y="858"/>
                  </a:lnTo>
                  <a:lnTo>
                    <a:pt x="84" y="852"/>
                  </a:lnTo>
                  <a:lnTo>
                    <a:pt x="114" y="858"/>
                  </a:lnTo>
                  <a:lnTo>
                    <a:pt x="114" y="840"/>
                  </a:lnTo>
                  <a:lnTo>
                    <a:pt x="138" y="852"/>
                  </a:lnTo>
                  <a:lnTo>
                    <a:pt x="162" y="852"/>
                  </a:lnTo>
                  <a:lnTo>
                    <a:pt x="174" y="858"/>
                  </a:lnTo>
                  <a:lnTo>
                    <a:pt x="180" y="858"/>
                  </a:lnTo>
                  <a:lnTo>
                    <a:pt x="186" y="870"/>
                  </a:lnTo>
                  <a:lnTo>
                    <a:pt x="198" y="882"/>
                  </a:lnTo>
                  <a:lnTo>
                    <a:pt x="204" y="894"/>
                  </a:lnTo>
                  <a:lnTo>
                    <a:pt x="216" y="888"/>
                  </a:lnTo>
                  <a:lnTo>
                    <a:pt x="234" y="888"/>
                  </a:lnTo>
                  <a:lnTo>
                    <a:pt x="240" y="894"/>
                  </a:lnTo>
                  <a:lnTo>
                    <a:pt x="240" y="900"/>
                  </a:lnTo>
                  <a:lnTo>
                    <a:pt x="246" y="912"/>
                  </a:lnTo>
                  <a:lnTo>
                    <a:pt x="246" y="942"/>
                  </a:lnTo>
                  <a:lnTo>
                    <a:pt x="264" y="942"/>
                  </a:lnTo>
                  <a:lnTo>
                    <a:pt x="270" y="948"/>
                  </a:lnTo>
                  <a:lnTo>
                    <a:pt x="270" y="972"/>
                  </a:lnTo>
                  <a:lnTo>
                    <a:pt x="300" y="978"/>
                  </a:lnTo>
                  <a:lnTo>
                    <a:pt x="312" y="1002"/>
                  </a:lnTo>
                  <a:lnTo>
                    <a:pt x="330" y="1002"/>
                  </a:lnTo>
                  <a:lnTo>
                    <a:pt x="342" y="996"/>
                  </a:lnTo>
                  <a:lnTo>
                    <a:pt x="348" y="996"/>
                  </a:lnTo>
                  <a:lnTo>
                    <a:pt x="348" y="948"/>
                  </a:lnTo>
                  <a:lnTo>
                    <a:pt x="360" y="936"/>
                  </a:lnTo>
                  <a:lnTo>
                    <a:pt x="378" y="936"/>
                  </a:lnTo>
                  <a:lnTo>
                    <a:pt x="402" y="960"/>
                  </a:lnTo>
                  <a:lnTo>
                    <a:pt x="408" y="972"/>
                  </a:lnTo>
                  <a:lnTo>
                    <a:pt x="420" y="948"/>
                  </a:lnTo>
                  <a:lnTo>
                    <a:pt x="456" y="948"/>
                  </a:lnTo>
                  <a:lnTo>
                    <a:pt x="462" y="954"/>
                  </a:lnTo>
                  <a:lnTo>
                    <a:pt x="492" y="954"/>
                  </a:lnTo>
                  <a:lnTo>
                    <a:pt x="504" y="948"/>
                  </a:lnTo>
                  <a:lnTo>
                    <a:pt x="510" y="948"/>
                  </a:lnTo>
                  <a:lnTo>
                    <a:pt x="510" y="936"/>
                  </a:lnTo>
                  <a:lnTo>
                    <a:pt x="516" y="930"/>
                  </a:lnTo>
                  <a:lnTo>
                    <a:pt x="522" y="930"/>
                  </a:lnTo>
                  <a:lnTo>
                    <a:pt x="522" y="942"/>
                  </a:lnTo>
                  <a:lnTo>
                    <a:pt x="786" y="942"/>
                  </a:lnTo>
                  <a:lnTo>
                    <a:pt x="798" y="900"/>
                  </a:lnTo>
                  <a:lnTo>
                    <a:pt x="804" y="894"/>
                  </a:lnTo>
                  <a:lnTo>
                    <a:pt x="804" y="882"/>
                  </a:lnTo>
                  <a:lnTo>
                    <a:pt x="786" y="864"/>
                  </a:lnTo>
                  <a:lnTo>
                    <a:pt x="780" y="864"/>
                  </a:lnTo>
                  <a:lnTo>
                    <a:pt x="738" y="174"/>
                  </a:lnTo>
                  <a:lnTo>
                    <a:pt x="858" y="180"/>
                  </a:lnTo>
                  <a:lnTo>
                    <a:pt x="600" y="0"/>
                  </a:lnTo>
                  <a:lnTo>
                    <a:pt x="594" y="48"/>
                  </a:lnTo>
                  <a:lnTo>
                    <a:pt x="588" y="54"/>
                  </a:lnTo>
                  <a:lnTo>
                    <a:pt x="588" y="90"/>
                  </a:lnTo>
                  <a:lnTo>
                    <a:pt x="366" y="96"/>
                  </a:lnTo>
                  <a:lnTo>
                    <a:pt x="366" y="108"/>
                  </a:lnTo>
                  <a:lnTo>
                    <a:pt x="354" y="114"/>
                  </a:lnTo>
                  <a:lnTo>
                    <a:pt x="354" y="306"/>
                  </a:lnTo>
                  <a:lnTo>
                    <a:pt x="348" y="312"/>
                  </a:lnTo>
                  <a:lnTo>
                    <a:pt x="336" y="318"/>
                  </a:lnTo>
                  <a:lnTo>
                    <a:pt x="306" y="318"/>
                  </a:lnTo>
                  <a:lnTo>
                    <a:pt x="282" y="330"/>
                  </a:lnTo>
                  <a:lnTo>
                    <a:pt x="276" y="342"/>
                  </a:lnTo>
                  <a:lnTo>
                    <a:pt x="276" y="360"/>
                  </a:lnTo>
                  <a:lnTo>
                    <a:pt x="282" y="372"/>
                  </a:lnTo>
                  <a:lnTo>
                    <a:pt x="276" y="474"/>
                  </a:lnTo>
                  <a:lnTo>
                    <a:pt x="0" y="474"/>
                  </a:lnTo>
                  <a:lnTo>
                    <a:pt x="0" y="49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79" name="Malta" descr="© INSCALE GmbH, 05.05.2010&#10;http://www.presentationload.com/">
              <a:extLst>
                <a:ext uri="{FF2B5EF4-FFF2-40B4-BE49-F238E27FC236}">
                  <a16:creationId xmlns:a16="http://schemas.microsoft.com/office/drawing/2014/main" id="{06902A63-9882-4422-8354-B67519A7AC0D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058968" y="2043811"/>
              <a:ext cx="10339" cy="8992"/>
            </a:xfrm>
            <a:custGeom>
              <a:avLst/>
              <a:gdLst>
                <a:gd name="T0" fmla="*/ 2147483647 w 30"/>
                <a:gd name="T1" fmla="*/ 2147483647 h 30"/>
                <a:gd name="T2" fmla="*/ 2147483647 w 30"/>
                <a:gd name="T3" fmla="*/ 2147483647 h 30"/>
                <a:gd name="T4" fmla="*/ 2147483647 w 30"/>
                <a:gd name="T5" fmla="*/ 2147483647 h 30"/>
                <a:gd name="T6" fmla="*/ 2147483647 w 30"/>
                <a:gd name="T7" fmla="*/ 0 h 30"/>
                <a:gd name="T8" fmla="*/ 2147483647 w 30"/>
                <a:gd name="T9" fmla="*/ 0 h 30"/>
                <a:gd name="T10" fmla="*/ 0 w 30"/>
                <a:gd name="T11" fmla="*/ 2147483647 h 30"/>
                <a:gd name="T12" fmla="*/ 0 w 30"/>
                <a:gd name="T13" fmla="*/ 2147483647 h 30"/>
                <a:gd name="T14" fmla="*/ 2147483647 w 30"/>
                <a:gd name="T15" fmla="*/ 2147483647 h 30"/>
                <a:gd name="T16" fmla="*/ 2147483647 w 30"/>
                <a:gd name="T17" fmla="*/ 2147483647 h 30"/>
                <a:gd name="T18" fmla="*/ 2147483647 w 30"/>
                <a:gd name="T19" fmla="*/ 2147483647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0"/>
                <a:gd name="T31" fmla="*/ 0 h 30"/>
                <a:gd name="T32" fmla="*/ 30 w 30"/>
                <a:gd name="T33" fmla="*/ 30 h 3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0" h="30">
                  <a:moveTo>
                    <a:pt x="24" y="30"/>
                  </a:moveTo>
                  <a:lnTo>
                    <a:pt x="30" y="24"/>
                  </a:lnTo>
                  <a:lnTo>
                    <a:pt x="30" y="12"/>
                  </a:lnTo>
                  <a:lnTo>
                    <a:pt x="18" y="0"/>
                  </a:lnTo>
                  <a:lnTo>
                    <a:pt x="6" y="0"/>
                  </a:lnTo>
                  <a:lnTo>
                    <a:pt x="0" y="6"/>
                  </a:lnTo>
                  <a:lnTo>
                    <a:pt x="0" y="18"/>
                  </a:lnTo>
                  <a:lnTo>
                    <a:pt x="6" y="24"/>
                  </a:lnTo>
                  <a:lnTo>
                    <a:pt x="18" y="30"/>
                  </a:lnTo>
                  <a:lnTo>
                    <a:pt x="24" y="3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80" name="Malaysia Part 2" descr="© INSCALE GmbH, 05.05.2010&#10;http://www.presentationload.com/">
              <a:extLst>
                <a:ext uri="{FF2B5EF4-FFF2-40B4-BE49-F238E27FC236}">
                  <a16:creationId xmlns:a16="http://schemas.microsoft.com/office/drawing/2014/main" id="{3D5D040A-B15D-455B-8103-0D53C033F6C0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6318113" y="2806767"/>
              <a:ext cx="227466" cy="173400"/>
            </a:xfrm>
            <a:custGeom>
              <a:avLst/>
              <a:gdLst>
                <a:gd name="T0" fmla="*/ 2147483647 w 690"/>
                <a:gd name="T1" fmla="*/ 2147483647 h 528"/>
                <a:gd name="T2" fmla="*/ 2147483647 w 690"/>
                <a:gd name="T3" fmla="*/ 2147483647 h 528"/>
                <a:gd name="T4" fmla="*/ 2147483647 w 690"/>
                <a:gd name="T5" fmla="*/ 2147483647 h 528"/>
                <a:gd name="T6" fmla="*/ 2147483647 w 690"/>
                <a:gd name="T7" fmla="*/ 2147483647 h 528"/>
                <a:gd name="T8" fmla="*/ 2147483647 w 690"/>
                <a:gd name="T9" fmla="*/ 2147483647 h 528"/>
                <a:gd name="T10" fmla="*/ 2147483647 w 690"/>
                <a:gd name="T11" fmla="*/ 2147483647 h 528"/>
                <a:gd name="T12" fmla="*/ 2147483647 w 690"/>
                <a:gd name="T13" fmla="*/ 2147483647 h 528"/>
                <a:gd name="T14" fmla="*/ 2147483647 w 690"/>
                <a:gd name="T15" fmla="*/ 2147483647 h 528"/>
                <a:gd name="T16" fmla="*/ 2147483647 w 690"/>
                <a:gd name="T17" fmla="*/ 2147483647 h 528"/>
                <a:gd name="T18" fmla="*/ 2147483647 w 690"/>
                <a:gd name="T19" fmla="*/ 2147483647 h 528"/>
                <a:gd name="T20" fmla="*/ 2147483647 w 690"/>
                <a:gd name="T21" fmla="*/ 2147483647 h 528"/>
                <a:gd name="T22" fmla="*/ 2147483647 w 690"/>
                <a:gd name="T23" fmla="*/ 2147483647 h 528"/>
                <a:gd name="T24" fmla="*/ 2147483647 w 690"/>
                <a:gd name="T25" fmla="*/ 2147483647 h 528"/>
                <a:gd name="T26" fmla="*/ 2147483647 w 690"/>
                <a:gd name="T27" fmla="*/ 2147483647 h 528"/>
                <a:gd name="T28" fmla="*/ 2147483647 w 690"/>
                <a:gd name="T29" fmla="*/ 2147483647 h 528"/>
                <a:gd name="T30" fmla="*/ 2147483647 w 690"/>
                <a:gd name="T31" fmla="*/ 2147483647 h 528"/>
                <a:gd name="T32" fmla="*/ 2147483647 w 690"/>
                <a:gd name="T33" fmla="*/ 2147483647 h 528"/>
                <a:gd name="T34" fmla="*/ 2147483647 w 690"/>
                <a:gd name="T35" fmla="*/ 2147483647 h 528"/>
                <a:gd name="T36" fmla="*/ 2147483647 w 690"/>
                <a:gd name="T37" fmla="*/ 2147483647 h 528"/>
                <a:gd name="T38" fmla="*/ 2147483647 w 690"/>
                <a:gd name="T39" fmla="*/ 2147483647 h 528"/>
                <a:gd name="T40" fmla="*/ 2147483647 w 690"/>
                <a:gd name="T41" fmla="*/ 2147483647 h 528"/>
                <a:gd name="T42" fmla="*/ 2147483647 w 690"/>
                <a:gd name="T43" fmla="*/ 2147483647 h 528"/>
                <a:gd name="T44" fmla="*/ 2147483647 w 690"/>
                <a:gd name="T45" fmla="*/ 2147483647 h 528"/>
                <a:gd name="T46" fmla="*/ 2147483647 w 690"/>
                <a:gd name="T47" fmla="*/ 2147483647 h 528"/>
                <a:gd name="T48" fmla="*/ 2147483647 w 690"/>
                <a:gd name="T49" fmla="*/ 2147483647 h 528"/>
                <a:gd name="T50" fmla="*/ 2147483647 w 690"/>
                <a:gd name="T51" fmla="*/ 2147483647 h 528"/>
                <a:gd name="T52" fmla="*/ 2147483647 w 690"/>
                <a:gd name="T53" fmla="*/ 2147483647 h 528"/>
                <a:gd name="T54" fmla="*/ 2147483647 w 690"/>
                <a:gd name="T55" fmla="*/ 2147483647 h 528"/>
                <a:gd name="T56" fmla="*/ 2147483647 w 690"/>
                <a:gd name="T57" fmla="*/ 2147483647 h 528"/>
                <a:gd name="T58" fmla="*/ 2147483647 w 690"/>
                <a:gd name="T59" fmla="*/ 2147483647 h 528"/>
                <a:gd name="T60" fmla="*/ 2147483647 w 690"/>
                <a:gd name="T61" fmla="*/ 2147483647 h 528"/>
                <a:gd name="T62" fmla="*/ 2147483647 w 690"/>
                <a:gd name="T63" fmla="*/ 2147483647 h 528"/>
                <a:gd name="T64" fmla="*/ 2147483647 w 690"/>
                <a:gd name="T65" fmla="*/ 2147483647 h 528"/>
                <a:gd name="T66" fmla="*/ 2147483647 w 690"/>
                <a:gd name="T67" fmla="*/ 2147483647 h 528"/>
                <a:gd name="T68" fmla="*/ 2147483647 w 690"/>
                <a:gd name="T69" fmla="*/ 2147483647 h 528"/>
                <a:gd name="T70" fmla="*/ 2147483647 w 690"/>
                <a:gd name="T71" fmla="*/ 0 h 528"/>
                <a:gd name="T72" fmla="*/ 2147483647 w 690"/>
                <a:gd name="T73" fmla="*/ 0 h 528"/>
                <a:gd name="T74" fmla="*/ 2147483647 w 690"/>
                <a:gd name="T75" fmla="*/ 2147483647 h 528"/>
                <a:gd name="T76" fmla="*/ 2147483647 w 690"/>
                <a:gd name="T77" fmla="*/ 2147483647 h 528"/>
                <a:gd name="T78" fmla="*/ 2147483647 w 690"/>
                <a:gd name="T79" fmla="*/ 2147483647 h 528"/>
                <a:gd name="T80" fmla="*/ 2147483647 w 690"/>
                <a:gd name="T81" fmla="*/ 2147483647 h 528"/>
                <a:gd name="T82" fmla="*/ 2147483647 w 690"/>
                <a:gd name="T83" fmla="*/ 2147483647 h 528"/>
                <a:gd name="T84" fmla="*/ 2147483647 w 690"/>
                <a:gd name="T85" fmla="*/ 2147483647 h 528"/>
                <a:gd name="T86" fmla="*/ 2147483647 w 690"/>
                <a:gd name="T87" fmla="*/ 2147483647 h 528"/>
                <a:gd name="T88" fmla="*/ 2147483647 w 690"/>
                <a:gd name="T89" fmla="*/ 2147483647 h 528"/>
                <a:gd name="T90" fmla="*/ 2147483647 w 690"/>
                <a:gd name="T91" fmla="*/ 2147483647 h 528"/>
                <a:gd name="T92" fmla="*/ 2147483647 w 690"/>
                <a:gd name="T93" fmla="*/ 2147483647 h 528"/>
                <a:gd name="T94" fmla="*/ 2147483647 w 690"/>
                <a:gd name="T95" fmla="*/ 2147483647 h 528"/>
                <a:gd name="T96" fmla="*/ 2147483647 w 690"/>
                <a:gd name="T97" fmla="*/ 2147483647 h 528"/>
                <a:gd name="T98" fmla="*/ 2147483647 w 690"/>
                <a:gd name="T99" fmla="*/ 2147483647 h 528"/>
                <a:gd name="T100" fmla="*/ 2147483647 w 690"/>
                <a:gd name="T101" fmla="*/ 2147483647 h 528"/>
                <a:gd name="T102" fmla="*/ 2147483647 w 690"/>
                <a:gd name="T103" fmla="*/ 2147483647 h 528"/>
                <a:gd name="T104" fmla="*/ 2147483647 w 690"/>
                <a:gd name="T105" fmla="*/ 2147483647 h 528"/>
                <a:gd name="T106" fmla="*/ 2147483647 w 690"/>
                <a:gd name="T107" fmla="*/ 2147483647 h 528"/>
                <a:gd name="T108" fmla="*/ 2147483647 w 690"/>
                <a:gd name="T109" fmla="*/ 2147483647 h 528"/>
                <a:gd name="T110" fmla="*/ 2147483647 w 690"/>
                <a:gd name="T111" fmla="*/ 2147483647 h 528"/>
                <a:gd name="T112" fmla="*/ 2147483647 w 690"/>
                <a:gd name="T113" fmla="*/ 2147483647 h 528"/>
                <a:gd name="T114" fmla="*/ 0 w 690"/>
                <a:gd name="T115" fmla="*/ 2147483647 h 52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90"/>
                <a:gd name="T175" fmla="*/ 0 h 528"/>
                <a:gd name="T176" fmla="*/ 690 w 690"/>
                <a:gd name="T177" fmla="*/ 528 h 52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90" h="528">
                  <a:moveTo>
                    <a:pt x="12" y="504"/>
                  </a:moveTo>
                  <a:lnTo>
                    <a:pt x="24" y="510"/>
                  </a:lnTo>
                  <a:lnTo>
                    <a:pt x="30" y="516"/>
                  </a:lnTo>
                  <a:lnTo>
                    <a:pt x="54" y="528"/>
                  </a:lnTo>
                  <a:lnTo>
                    <a:pt x="60" y="528"/>
                  </a:lnTo>
                  <a:lnTo>
                    <a:pt x="78" y="510"/>
                  </a:lnTo>
                  <a:lnTo>
                    <a:pt x="102" y="510"/>
                  </a:lnTo>
                  <a:lnTo>
                    <a:pt x="120" y="516"/>
                  </a:lnTo>
                  <a:lnTo>
                    <a:pt x="144" y="516"/>
                  </a:lnTo>
                  <a:lnTo>
                    <a:pt x="174" y="486"/>
                  </a:lnTo>
                  <a:lnTo>
                    <a:pt x="180" y="474"/>
                  </a:lnTo>
                  <a:lnTo>
                    <a:pt x="222" y="474"/>
                  </a:lnTo>
                  <a:lnTo>
                    <a:pt x="234" y="486"/>
                  </a:lnTo>
                  <a:lnTo>
                    <a:pt x="258" y="498"/>
                  </a:lnTo>
                  <a:lnTo>
                    <a:pt x="264" y="504"/>
                  </a:lnTo>
                  <a:lnTo>
                    <a:pt x="270" y="504"/>
                  </a:lnTo>
                  <a:lnTo>
                    <a:pt x="282" y="492"/>
                  </a:lnTo>
                  <a:lnTo>
                    <a:pt x="294" y="486"/>
                  </a:lnTo>
                  <a:lnTo>
                    <a:pt x="300" y="480"/>
                  </a:lnTo>
                  <a:lnTo>
                    <a:pt x="324" y="480"/>
                  </a:lnTo>
                  <a:lnTo>
                    <a:pt x="354" y="444"/>
                  </a:lnTo>
                  <a:lnTo>
                    <a:pt x="348" y="432"/>
                  </a:lnTo>
                  <a:lnTo>
                    <a:pt x="384" y="402"/>
                  </a:lnTo>
                  <a:lnTo>
                    <a:pt x="378" y="390"/>
                  </a:lnTo>
                  <a:lnTo>
                    <a:pt x="372" y="384"/>
                  </a:lnTo>
                  <a:lnTo>
                    <a:pt x="372" y="360"/>
                  </a:lnTo>
                  <a:lnTo>
                    <a:pt x="378" y="354"/>
                  </a:lnTo>
                  <a:lnTo>
                    <a:pt x="396" y="354"/>
                  </a:lnTo>
                  <a:lnTo>
                    <a:pt x="402" y="342"/>
                  </a:lnTo>
                  <a:lnTo>
                    <a:pt x="402" y="336"/>
                  </a:lnTo>
                  <a:lnTo>
                    <a:pt x="408" y="318"/>
                  </a:lnTo>
                  <a:lnTo>
                    <a:pt x="408" y="264"/>
                  </a:lnTo>
                  <a:lnTo>
                    <a:pt x="414" y="252"/>
                  </a:lnTo>
                  <a:lnTo>
                    <a:pt x="420" y="246"/>
                  </a:lnTo>
                  <a:lnTo>
                    <a:pt x="516" y="246"/>
                  </a:lnTo>
                  <a:lnTo>
                    <a:pt x="540" y="270"/>
                  </a:lnTo>
                  <a:lnTo>
                    <a:pt x="552" y="276"/>
                  </a:lnTo>
                  <a:lnTo>
                    <a:pt x="558" y="282"/>
                  </a:lnTo>
                  <a:lnTo>
                    <a:pt x="576" y="276"/>
                  </a:lnTo>
                  <a:lnTo>
                    <a:pt x="564" y="216"/>
                  </a:lnTo>
                  <a:lnTo>
                    <a:pt x="576" y="222"/>
                  </a:lnTo>
                  <a:lnTo>
                    <a:pt x="582" y="234"/>
                  </a:lnTo>
                  <a:lnTo>
                    <a:pt x="594" y="240"/>
                  </a:lnTo>
                  <a:lnTo>
                    <a:pt x="636" y="240"/>
                  </a:lnTo>
                  <a:lnTo>
                    <a:pt x="630" y="234"/>
                  </a:lnTo>
                  <a:lnTo>
                    <a:pt x="624" y="222"/>
                  </a:lnTo>
                  <a:lnTo>
                    <a:pt x="618" y="216"/>
                  </a:lnTo>
                  <a:lnTo>
                    <a:pt x="606" y="192"/>
                  </a:lnTo>
                  <a:lnTo>
                    <a:pt x="606" y="186"/>
                  </a:lnTo>
                  <a:lnTo>
                    <a:pt x="612" y="180"/>
                  </a:lnTo>
                  <a:lnTo>
                    <a:pt x="624" y="180"/>
                  </a:lnTo>
                  <a:lnTo>
                    <a:pt x="642" y="186"/>
                  </a:lnTo>
                  <a:lnTo>
                    <a:pt x="654" y="186"/>
                  </a:lnTo>
                  <a:lnTo>
                    <a:pt x="660" y="192"/>
                  </a:lnTo>
                  <a:lnTo>
                    <a:pt x="666" y="192"/>
                  </a:lnTo>
                  <a:lnTo>
                    <a:pt x="690" y="162"/>
                  </a:lnTo>
                  <a:lnTo>
                    <a:pt x="666" y="156"/>
                  </a:lnTo>
                  <a:lnTo>
                    <a:pt x="660" y="144"/>
                  </a:lnTo>
                  <a:lnTo>
                    <a:pt x="642" y="126"/>
                  </a:lnTo>
                  <a:lnTo>
                    <a:pt x="630" y="120"/>
                  </a:lnTo>
                  <a:lnTo>
                    <a:pt x="612" y="120"/>
                  </a:lnTo>
                  <a:lnTo>
                    <a:pt x="600" y="114"/>
                  </a:lnTo>
                  <a:lnTo>
                    <a:pt x="588" y="114"/>
                  </a:lnTo>
                  <a:lnTo>
                    <a:pt x="588" y="108"/>
                  </a:lnTo>
                  <a:lnTo>
                    <a:pt x="582" y="102"/>
                  </a:lnTo>
                  <a:lnTo>
                    <a:pt x="582" y="90"/>
                  </a:lnTo>
                  <a:lnTo>
                    <a:pt x="576" y="78"/>
                  </a:lnTo>
                  <a:lnTo>
                    <a:pt x="564" y="66"/>
                  </a:lnTo>
                  <a:lnTo>
                    <a:pt x="540" y="54"/>
                  </a:lnTo>
                  <a:lnTo>
                    <a:pt x="534" y="60"/>
                  </a:lnTo>
                  <a:lnTo>
                    <a:pt x="528" y="60"/>
                  </a:lnTo>
                  <a:lnTo>
                    <a:pt x="510" y="0"/>
                  </a:lnTo>
                  <a:lnTo>
                    <a:pt x="504" y="18"/>
                  </a:lnTo>
                  <a:lnTo>
                    <a:pt x="492" y="0"/>
                  </a:lnTo>
                  <a:lnTo>
                    <a:pt x="480" y="60"/>
                  </a:lnTo>
                  <a:lnTo>
                    <a:pt x="468" y="66"/>
                  </a:lnTo>
                  <a:lnTo>
                    <a:pt x="462" y="66"/>
                  </a:lnTo>
                  <a:lnTo>
                    <a:pt x="450" y="72"/>
                  </a:lnTo>
                  <a:lnTo>
                    <a:pt x="438" y="96"/>
                  </a:lnTo>
                  <a:lnTo>
                    <a:pt x="438" y="114"/>
                  </a:lnTo>
                  <a:lnTo>
                    <a:pt x="408" y="126"/>
                  </a:lnTo>
                  <a:lnTo>
                    <a:pt x="420" y="162"/>
                  </a:lnTo>
                  <a:lnTo>
                    <a:pt x="408" y="162"/>
                  </a:lnTo>
                  <a:lnTo>
                    <a:pt x="390" y="156"/>
                  </a:lnTo>
                  <a:lnTo>
                    <a:pt x="378" y="156"/>
                  </a:lnTo>
                  <a:lnTo>
                    <a:pt x="360" y="150"/>
                  </a:lnTo>
                  <a:lnTo>
                    <a:pt x="354" y="150"/>
                  </a:lnTo>
                  <a:lnTo>
                    <a:pt x="342" y="156"/>
                  </a:lnTo>
                  <a:lnTo>
                    <a:pt x="342" y="168"/>
                  </a:lnTo>
                  <a:lnTo>
                    <a:pt x="336" y="180"/>
                  </a:lnTo>
                  <a:lnTo>
                    <a:pt x="336" y="204"/>
                  </a:lnTo>
                  <a:lnTo>
                    <a:pt x="294" y="246"/>
                  </a:lnTo>
                  <a:lnTo>
                    <a:pt x="294" y="258"/>
                  </a:lnTo>
                  <a:lnTo>
                    <a:pt x="282" y="294"/>
                  </a:lnTo>
                  <a:lnTo>
                    <a:pt x="276" y="306"/>
                  </a:lnTo>
                  <a:lnTo>
                    <a:pt x="264" y="318"/>
                  </a:lnTo>
                  <a:lnTo>
                    <a:pt x="228" y="336"/>
                  </a:lnTo>
                  <a:lnTo>
                    <a:pt x="186" y="342"/>
                  </a:lnTo>
                  <a:lnTo>
                    <a:pt x="162" y="348"/>
                  </a:lnTo>
                  <a:lnTo>
                    <a:pt x="156" y="354"/>
                  </a:lnTo>
                  <a:lnTo>
                    <a:pt x="132" y="366"/>
                  </a:lnTo>
                  <a:lnTo>
                    <a:pt x="114" y="384"/>
                  </a:lnTo>
                  <a:lnTo>
                    <a:pt x="102" y="390"/>
                  </a:lnTo>
                  <a:lnTo>
                    <a:pt x="84" y="426"/>
                  </a:lnTo>
                  <a:lnTo>
                    <a:pt x="102" y="444"/>
                  </a:lnTo>
                  <a:lnTo>
                    <a:pt x="102" y="462"/>
                  </a:lnTo>
                  <a:lnTo>
                    <a:pt x="96" y="474"/>
                  </a:lnTo>
                  <a:lnTo>
                    <a:pt x="84" y="480"/>
                  </a:lnTo>
                  <a:lnTo>
                    <a:pt x="72" y="480"/>
                  </a:lnTo>
                  <a:lnTo>
                    <a:pt x="48" y="468"/>
                  </a:lnTo>
                  <a:lnTo>
                    <a:pt x="42" y="462"/>
                  </a:lnTo>
                  <a:lnTo>
                    <a:pt x="30" y="456"/>
                  </a:lnTo>
                  <a:lnTo>
                    <a:pt x="24" y="456"/>
                  </a:lnTo>
                  <a:lnTo>
                    <a:pt x="12" y="462"/>
                  </a:lnTo>
                  <a:lnTo>
                    <a:pt x="0" y="474"/>
                  </a:lnTo>
                  <a:lnTo>
                    <a:pt x="0" y="492"/>
                  </a:lnTo>
                  <a:lnTo>
                    <a:pt x="12" y="50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81" name="Malaysia" descr="© INSCALE GmbH, 05.05.2010&#10;http://www.presentationload.com/">
              <a:extLst>
                <a:ext uri="{FF2B5EF4-FFF2-40B4-BE49-F238E27FC236}">
                  <a16:creationId xmlns:a16="http://schemas.microsoft.com/office/drawing/2014/main" id="{636DA1E2-B16F-4B32-B806-B446D92C531B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6081602" y="2823465"/>
              <a:ext cx="100809" cy="143813"/>
            </a:xfrm>
            <a:custGeom>
              <a:avLst/>
              <a:gdLst/>
              <a:ahLst/>
              <a:cxnLst/>
              <a:rect l="l" t="t" r="r" b="b"/>
              <a:pathLst>
                <a:path w="100809" h="144840">
                  <a:moveTo>
                    <a:pt x="3954" y="0"/>
                  </a:moveTo>
                  <a:lnTo>
                    <a:pt x="7907" y="0"/>
                  </a:lnTo>
                  <a:lnTo>
                    <a:pt x="9883" y="3970"/>
                  </a:lnTo>
                  <a:lnTo>
                    <a:pt x="9883" y="5954"/>
                  </a:lnTo>
                  <a:lnTo>
                    <a:pt x="15813" y="5954"/>
                  </a:lnTo>
                  <a:lnTo>
                    <a:pt x="19767" y="7939"/>
                  </a:lnTo>
                  <a:lnTo>
                    <a:pt x="21743" y="9924"/>
                  </a:lnTo>
                  <a:lnTo>
                    <a:pt x="21743" y="13893"/>
                  </a:lnTo>
                  <a:lnTo>
                    <a:pt x="25697" y="13893"/>
                  </a:lnTo>
                  <a:lnTo>
                    <a:pt x="25697" y="17863"/>
                  </a:lnTo>
                  <a:lnTo>
                    <a:pt x="21743" y="21832"/>
                  </a:lnTo>
                  <a:lnTo>
                    <a:pt x="21743" y="23817"/>
                  </a:lnTo>
                  <a:lnTo>
                    <a:pt x="23720" y="25802"/>
                  </a:lnTo>
                  <a:lnTo>
                    <a:pt x="29650" y="25802"/>
                  </a:lnTo>
                  <a:lnTo>
                    <a:pt x="29650" y="23817"/>
                  </a:lnTo>
                  <a:lnTo>
                    <a:pt x="33603" y="23817"/>
                  </a:lnTo>
                  <a:lnTo>
                    <a:pt x="35580" y="21832"/>
                  </a:lnTo>
                  <a:lnTo>
                    <a:pt x="37557" y="21832"/>
                  </a:lnTo>
                  <a:lnTo>
                    <a:pt x="43486" y="27786"/>
                  </a:lnTo>
                  <a:lnTo>
                    <a:pt x="45463" y="25802"/>
                  </a:lnTo>
                  <a:lnTo>
                    <a:pt x="45463" y="23817"/>
                  </a:lnTo>
                  <a:lnTo>
                    <a:pt x="47440" y="19848"/>
                  </a:lnTo>
                  <a:lnTo>
                    <a:pt x="49416" y="17863"/>
                  </a:lnTo>
                  <a:lnTo>
                    <a:pt x="51393" y="13893"/>
                  </a:lnTo>
                  <a:lnTo>
                    <a:pt x="59300" y="21832"/>
                  </a:lnTo>
                  <a:lnTo>
                    <a:pt x="63253" y="23817"/>
                  </a:lnTo>
                  <a:lnTo>
                    <a:pt x="67206" y="27786"/>
                  </a:lnTo>
                  <a:lnTo>
                    <a:pt x="73136" y="29771"/>
                  </a:lnTo>
                  <a:lnTo>
                    <a:pt x="81043" y="37710"/>
                  </a:lnTo>
                  <a:lnTo>
                    <a:pt x="83019" y="41680"/>
                  </a:lnTo>
                  <a:lnTo>
                    <a:pt x="83019" y="83359"/>
                  </a:lnTo>
                  <a:lnTo>
                    <a:pt x="81043" y="85344"/>
                  </a:lnTo>
                  <a:lnTo>
                    <a:pt x="81043" y="89313"/>
                  </a:lnTo>
                  <a:lnTo>
                    <a:pt x="83019" y="91298"/>
                  </a:lnTo>
                  <a:lnTo>
                    <a:pt x="84996" y="95268"/>
                  </a:lnTo>
                  <a:lnTo>
                    <a:pt x="84996" y="103207"/>
                  </a:lnTo>
                  <a:lnTo>
                    <a:pt x="86973" y="105191"/>
                  </a:lnTo>
                  <a:lnTo>
                    <a:pt x="88949" y="109161"/>
                  </a:lnTo>
                  <a:lnTo>
                    <a:pt x="96856" y="117100"/>
                  </a:lnTo>
                  <a:lnTo>
                    <a:pt x="100809" y="125039"/>
                  </a:lnTo>
                  <a:lnTo>
                    <a:pt x="100809" y="131021"/>
                  </a:lnTo>
                  <a:cubicBezTo>
                    <a:pt x="92065" y="131032"/>
                    <a:pt x="84702" y="136507"/>
                    <a:pt x="82989" y="144840"/>
                  </a:cubicBezTo>
                  <a:lnTo>
                    <a:pt x="75113" y="132978"/>
                  </a:lnTo>
                  <a:lnTo>
                    <a:pt x="73136" y="132978"/>
                  </a:lnTo>
                  <a:lnTo>
                    <a:pt x="71160" y="130993"/>
                  </a:lnTo>
                  <a:lnTo>
                    <a:pt x="67206" y="130993"/>
                  </a:lnTo>
                  <a:lnTo>
                    <a:pt x="65230" y="129008"/>
                  </a:lnTo>
                  <a:lnTo>
                    <a:pt x="61276" y="127023"/>
                  </a:lnTo>
                  <a:lnTo>
                    <a:pt x="59300" y="127023"/>
                  </a:lnTo>
                  <a:lnTo>
                    <a:pt x="57323" y="125039"/>
                  </a:lnTo>
                  <a:lnTo>
                    <a:pt x="57323" y="123054"/>
                  </a:lnTo>
                  <a:lnTo>
                    <a:pt x="55346" y="121069"/>
                  </a:lnTo>
                  <a:lnTo>
                    <a:pt x="55346" y="117100"/>
                  </a:lnTo>
                  <a:lnTo>
                    <a:pt x="53370" y="117100"/>
                  </a:lnTo>
                  <a:lnTo>
                    <a:pt x="47440" y="111146"/>
                  </a:lnTo>
                  <a:lnTo>
                    <a:pt x="43486" y="109161"/>
                  </a:lnTo>
                  <a:lnTo>
                    <a:pt x="37557" y="105191"/>
                  </a:lnTo>
                  <a:lnTo>
                    <a:pt x="33603" y="103207"/>
                  </a:lnTo>
                  <a:lnTo>
                    <a:pt x="31627" y="101222"/>
                  </a:lnTo>
                  <a:lnTo>
                    <a:pt x="27673" y="93283"/>
                  </a:lnTo>
                  <a:lnTo>
                    <a:pt x="27673" y="83359"/>
                  </a:lnTo>
                  <a:lnTo>
                    <a:pt x="29650" y="79390"/>
                  </a:lnTo>
                  <a:lnTo>
                    <a:pt x="29650" y="75420"/>
                  </a:lnTo>
                  <a:lnTo>
                    <a:pt x="27673" y="77405"/>
                  </a:lnTo>
                  <a:lnTo>
                    <a:pt x="21743" y="77405"/>
                  </a:lnTo>
                  <a:lnTo>
                    <a:pt x="19767" y="75420"/>
                  </a:lnTo>
                  <a:lnTo>
                    <a:pt x="17790" y="71451"/>
                  </a:lnTo>
                  <a:lnTo>
                    <a:pt x="15813" y="65497"/>
                  </a:lnTo>
                  <a:lnTo>
                    <a:pt x="15813" y="59542"/>
                  </a:lnTo>
                  <a:lnTo>
                    <a:pt x="17790" y="55573"/>
                  </a:lnTo>
                  <a:lnTo>
                    <a:pt x="17790" y="45649"/>
                  </a:lnTo>
                  <a:lnTo>
                    <a:pt x="13837" y="43664"/>
                  </a:lnTo>
                  <a:lnTo>
                    <a:pt x="7907" y="43664"/>
                  </a:lnTo>
                  <a:lnTo>
                    <a:pt x="5930" y="45649"/>
                  </a:lnTo>
                  <a:lnTo>
                    <a:pt x="1977" y="45649"/>
                  </a:lnTo>
                  <a:lnTo>
                    <a:pt x="0" y="13893"/>
                  </a:lnTo>
                  <a:lnTo>
                    <a:pt x="1977" y="11909"/>
                  </a:lnTo>
                  <a:lnTo>
                    <a:pt x="3954" y="7939"/>
                  </a:lnTo>
                  <a:lnTo>
                    <a:pt x="1977" y="5954"/>
                  </a:lnTo>
                  <a:lnTo>
                    <a:pt x="1977" y="1985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82" name="Malawi" descr="© INSCALE GmbH, 05.05.2010&#10;http://www.presentationload.com/">
              <a:extLst>
                <a:ext uri="{FF2B5EF4-FFF2-40B4-BE49-F238E27FC236}">
                  <a16:creationId xmlns:a16="http://schemas.microsoft.com/office/drawing/2014/main" id="{D4B22823-681C-483E-954F-E249204D84A9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497099" y="3251183"/>
              <a:ext cx="77545" cy="205510"/>
            </a:xfrm>
            <a:custGeom>
              <a:avLst/>
              <a:gdLst>
                <a:gd name="T0" fmla="*/ 2147483647 w 234"/>
                <a:gd name="T1" fmla="*/ 2147483647 h 624"/>
                <a:gd name="T2" fmla="*/ 2147483647 w 234"/>
                <a:gd name="T3" fmla="*/ 2147483647 h 624"/>
                <a:gd name="T4" fmla="*/ 2147483647 w 234"/>
                <a:gd name="T5" fmla="*/ 2147483647 h 624"/>
                <a:gd name="T6" fmla="*/ 2147483647 w 234"/>
                <a:gd name="T7" fmla="*/ 2147483647 h 624"/>
                <a:gd name="T8" fmla="*/ 2147483647 w 234"/>
                <a:gd name="T9" fmla="*/ 2147483647 h 624"/>
                <a:gd name="T10" fmla="*/ 2147483647 w 234"/>
                <a:gd name="T11" fmla="*/ 2147483647 h 624"/>
                <a:gd name="T12" fmla="*/ 2147483647 w 234"/>
                <a:gd name="T13" fmla="*/ 2147483647 h 624"/>
                <a:gd name="T14" fmla="*/ 2147483647 w 234"/>
                <a:gd name="T15" fmla="*/ 2147483647 h 624"/>
                <a:gd name="T16" fmla="*/ 2147483647 w 234"/>
                <a:gd name="T17" fmla="*/ 2147483647 h 624"/>
                <a:gd name="T18" fmla="*/ 2147483647 w 234"/>
                <a:gd name="T19" fmla="*/ 2147483647 h 624"/>
                <a:gd name="T20" fmla="*/ 2147483647 w 234"/>
                <a:gd name="T21" fmla="*/ 2147483647 h 624"/>
                <a:gd name="T22" fmla="*/ 2147483647 w 234"/>
                <a:gd name="T23" fmla="*/ 2147483647 h 624"/>
                <a:gd name="T24" fmla="*/ 2147483647 w 234"/>
                <a:gd name="T25" fmla="*/ 2147483647 h 624"/>
                <a:gd name="T26" fmla="*/ 2147483647 w 234"/>
                <a:gd name="T27" fmla="*/ 2147483647 h 624"/>
                <a:gd name="T28" fmla="*/ 2147483647 w 234"/>
                <a:gd name="T29" fmla="*/ 2147483647 h 624"/>
                <a:gd name="T30" fmla="*/ 2147483647 w 234"/>
                <a:gd name="T31" fmla="*/ 2147483647 h 624"/>
                <a:gd name="T32" fmla="*/ 2147483647 w 234"/>
                <a:gd name="T33" fmla="*/ 2147483647 h 624"/>
                <a:gd name="T34" fmla="*/ 2147483647 w 234"/>
                <a:gd name="T35" fmla="*/ 2147483647 h 624"/>
                <a:gd name="T36" fmla="*/ 2147483647 w 234"/>
                <a:gd name="T37" fmla="*/ 2147483647 h 624"/>
                <a:gd name="T38" fmla="*/ 2147483647 w 234"/>
                <a:gd name="T39" fmla="*/ 2147483647 h 624"/>
                <a:gd name="T40" fmla="*/ 2147483647 w 234"/>
                <a:gd name="T41" fmla="*/ 2147483647 h 624"/>
                <a:gd name="T42" fmla="*/ 2147483647 w 234"/>
                <a:gd name="T43" fmla="*/ 2147483647 h 624"/>
                <a:gd name="T44" fmla="*/ 2147483647 w 234"/>
                <a:gd name="T45" fmla="*/ 2147483647 h 624"/>
                <a:gd name="T46" fmla="*/ 2147483647 w 234"/>
                <a:gd name="T47" fmla="*/ 0 h 624"/>
                <a:gd name="T48" fmla="*/ 2147483647 w 234"/>
                <a:gd name="T49" fmla="*/ 2147483647 h 624"/>
                <a:gd name="T50" fmla="*/ 2147483647 w 234"/>
                <a:gd name="T51" fmla="*/ 2147483647 h 624"/>
                <a:gd name="T52" fmla="*/ 2147483647 w 234"/>
                <a:gd name="T53" fmla="*/ 2147483647 h 624"/>
                <a:gd name="T54" fmla="*/ 2147483647 w 234"/>
                <a:gd name="T55" fmla="*/ 2147483647 h 624"/>
                <a:gd name="T56" fmla="*/ 2147483647 w 234"/>
                <a:gd name="T57" fmla="*/ 2147483647 h 624"/>
                <a:gd name="T58" fmla="*/ 2147483647 w 234"/>
                <a:gd name="T59" fmla="*/ 2147483647 h 624"/>
                <a:gd name="T60" fmla="*/ 2147483647 w 234"/>
                <a:gd name="T61" fmla="*/ 2147483647 h 624"/>
                <a:gd name="T62" fmla="*/ 2147483647 w 234"/>
                <a:gd name="T63" fmla="*/ 2147483647 h 624"/>
                <a:gd name="T64" fmla="*/ 2147483647 w 234"/>
                <a:gd name="T65" fmla="*/ 2147483647 h 624"/>
                <a:gd name="T66" fmla="*/ 2147483647 w 234"/>
                <a:gd name="T67" fmla="*/ 2147483647 h 624"/>
                <a:gd name="T68" fmla="*/ 2147483647 w 234"/>
                <a:gd name="T69" fmla="*/ 2147483647 h 624"/>
                <a:gd name="T70" fmla="*/ 2147483647 w 234"/>
                <a:gd name="T71" fmla="*/ 2147483647 h 624"/>
                <a:gd name="T72" fmla="*/ 2147483647 w 234"/>
                <a:gd name="T73" fmla="*/ 2147483647 h 624"/>
                <a:gd name="T74" fmla="*/ 0 w 234"/>
                <a:gd name="T75" fmla="*/ 2147483647 h 624"/>
                <a:gd name="T76" fmla="*/ 2147483647 w 234"/>
                <a:gd name="T77" fmla="*/ 2147483647 h 624"/>
                <a:gd name="T78" fmla="*/ 2147483647 w 234"/>
                <a:gd name="T79" fmla="*/ 2147483647 h 624"/>
                <a:gd name="T80" fmla="*/ 2147483647 w 234"/>
                <a:gd name="T81" fmla="*/ 2147483647 h 624"/>
                <a:gd name="T82" fmla="*/ 2147483647 w 234"/>
                <a:gd name="T83" fmla="*/ 2147483647 h 624"/>
                <a:gd name="T84" fmla="*/ 2147483647 w 234"/>
                <a:gd name="T85" fmla="*/ 2147483647 h 624"/>
                <a:gd name="T86" fmla="*/ 2147483647 w 234"/>
                <a:gd name="T87" fmla="*/ 2147483647 h 624"/>
                <a:gd name="T88" fmla="*/ 2147483647 w 234"/>
                <a:gd name="T89" fmla="*/ 2147483647 h 624"/>
                <a:gd name="T90" fmla="*/ 2147483647 w 234"/>
                <a:gd name="T91" fmla="*/ 2147483647 h 624"/>
                <a:gd name="T92" fmla="*/ 2147483647 w 234"/>
                <a:gd name="T93" fmla="*/ 2147483647 h 624"/>
                <a:gd name="T94" fmla="*/ 2147483647 w 234"/>
                <a:gd name="T95" fmla="*/ 2147483647 h 624"/>
                <a:gd name="T96" fmla="*/ 2147483647 w 234"/>
                <a:gd name="T97" fmla="*/ 2147483647 h 624"/>
                <a:gd name="T98" fmla="*/ 2147483647 w 234"/>
                <a:gd name="T99" fmla="*/ 2147483647 h 624"/>
                <a:gd name="T100" fmla="*/ 2147483647 w 234"/>
                <a:gd name="T101" fmla="*/ 2147483647 h 624"/>
                <a:gd name="T102" fmla="*/ 2147483647 w 234"/>
                <a:gd name="T103" fmla="*/ 2147483647 h 624"/>
                <a:gd name="T104" fmla="*/ 2147483647 w 234"/>
                <a:gd name="T105" fmla="*/ 2147483647 h 624"/>
                <a:gd name="T106" fmla="*/ 2147483647 w 234"/>
                <a:gd name="T107" fmla="*/ 2147483647 h 624"/>
                <a:gd name="T108" fmla="*/ 2147483647 w 234"/>
                <a:gd name="T109" fmla="*/ 2147483647 h 624"/>
                <a:gd name="T110" fmla="*/ 2147483647 w 234"/>
                <a:gd name="T111" fmla="*/ 2147483647 h 624"/>
                <a:gd name="T112" fmla="*/ 2147483647 w 234"/>
                <a:gd name="T113" fmla="*/ 2147483647 h 624"/>
                <a:gd name="T114" fmla="*/ 2147483647 w 234"/>
                <a:gd name="T115" fmla="*/ 2147483647 h 624"/>
                <a:gd name="T116" fmla="*/ 2147483647 w 234"/>
                <a:gd name="T117" fmla="*/ 2147483647 h 6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34"/>
                <a:gd name="T178" fmla="*/ 0 h 624"/>
                <a:gd name="T179" fmla="*/ 234 w 234"/>
                <a:gd name="T180" fmla="*/ 624 h 6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34" h="624">
                  <a:moveTo>
                    <a:pt x="234" y="432"/>
                  </a:moveTo>
                  <a:lnTo>
                    <a:pt x="222" y="420"/>
                  </a:lnTo>
                  <a:lnTo>
                    <a:pt x="210" y="402"/>
                  </a:lnTo>
                  <a:lnTo>
                    <a:pt x="204" y="390"/>
                  </a:lnTo>
                  <a:lnTo>
                    <a:pt x="198" y="384"/>
                  </a:lnTo>
                  <a:lnTo>
                    <a:pt x="186" y="360"/>
                  </a:lnTo>
                  <a:lnTo>
                    <a:pt x="162" y="336"/>
                  </a:lnTo>
                  <a:lnTo>
                    <a:pt x="156" y="336"/>
                  </a:lnTo>
                  <a:lnTo>
                    <a:pt x="156" y="330"/>
                  </a:lnTo>
                  <a:lnTo>
                    <a:pt x="150" y="330"/>
                  </a:lnTo>
                  <a:lnTo>
                    <a:pt x="150" y="342"/>
                  </a:lnTo>
                  <a:lnTo>
                    <a:pt x="156" y="342"/>
                  </a:lnTo>
                  <a:lnTo>
                    <a:pt x="168" y="354"/>
                  </a:lnTo>
                  <a:lnTo>
                    <a:pt x="168" y="366"/>
                  </a:lnTo>
                  <a:lnTo>
                    <a:pt x="174" y="378"/>
                  </a:lnTo>
                  <a:lnTo>
                    <a:pt x="174" y="390"/>
                  </a:lnTo>
                  <a:lnTo>
                    <a:pt x="168" y="396"/>
                  </a:lnTo>
                  <a:lnTo>
                    <a:pt x="162" y="396"/>
                  </a:lnTo>
                  <a:lnTo>
                    <a:pt x="162" y="390"/>
                  </a:lnTo>
                  <a:lnTo>
                    <a:pt x="156" y="384"/>
                  </a:lnTo>
                  <a:lnTo>
                    <a:pt x="156" y="378"/>
                  </a:lnTo>
                  <a:lnTo>
                    <a:pt x="144" y="384"/>
                  </a:lnTo>
                  <a:lnTo>
                    <a:pt x="132" y="384"/>
                  </a:lnTo>
                  <a:lnTo>
                    <a:pt x="132" y="360"/>
                  </a:lnTo>
                  <a:lnTo>
                    <a:pt x="126" y="354"/>
                  </a:lnTo>
                  <a:lnTo>
                    <a:pt x="126" y="342"/>
                  </a:lnTo>
                  <a:lnTo>
                    <a:pt x="120" y="330"/>
                  </a:lnTo>
                  <a:lnTo>
                    <a:pt x="120" y="282"/>
                  </a:lnTo>
                  <a:lnTo>
                    <a:pt x="84" y="246"/>
                  </a:lnTo>
                  <a:lnTo>
                    <a:pt x="90" y="240"/>
                  </a:lnTo>
                  <a:lnTo>
                    <a:pt x="90" y="222"/>
                  </a:lnTo>
                  <a:lnTo>
                    <a:pt x="96" y="210"/>
                  </a:lnTo>
                  <a:lnTo>
                    <a:pt x="114" y="192"/>
                  </a:lnTo>
                  <a:lnTo>
                    <a:pt x="120" y="180"/>
                  </a:lnTo>
                  <a:lnTo>
                    <a:pt x="126" y="174"/>
                  </a:lnTo>
                  <a:lnTo>
                    <a:pt x="126" y="156"/>
                  </a:lnTo>
                  <a:lnTo>
                    <a:pt x="120" y="150"/>
                  </a:lnTo>
                  <a:lnTo>
                    <a:pt x="120" y="102"/>
                  </a:lnTo>
                  <a:lnTo>
                    <a:pt x="114" y="78"/>
                  </a:lnTo>
                  <a:lnTo>
                    <a:pt x="114" y="60"/>
                  </a:lnTo>
                  <a:lnTo>
                    <a:pt x="102" y="60"/>
                  </a:lnTo>
                  <a:lnTo>
                    <a:pt x="84" y="42"/>
                  </a:lnTo>
                  <a:lnTo>
                    <a:pt x="84" y="36"/>
                  </a:lnTo>
                  <a:lnTo>
                    <a:pt x="90" y="24"/>
                  </a:lnTo>
                  <a:lnTo>
                    <a:pt x="90" y="18"/>
                  </a:lnTo>
                  <a:lnTo>
                    <a:pt x="60" y="18"/>
                  </a:lnTo>
                  <a:lnTo>
                    <a:pt x="54" y="0"/>
                  </a:lnTo>
                  <a:lnTo>
                    <a:pt x="30" y="0"/>
                  </a:lnTo>
                  <a:lnTo>
                    <a:pt x="30" y="12"/>
                  </a:lnTo>
                  <a:lnTo>
                    <a:pt x="42" y="12"/>
                  </a:lnTo>
                  <a:lnTo>
                    <a:pt x="54" y="24"/>
                  </a:lnTo>
                  <a:lnTo>
                    <a:pt x="54" y="66"/>
                  </a:lnTo>
                  <a:lnTo>
                    <a:pt x="60" y="66"/>
                  </a:lnTo>
                  <a:lnTo>
                    <a:pt x="66" y="60"/>
                  </a:lnTo>
                  <a:lnTo>
                    <a:pt x="66" y="84"/>
                  </a:lnTo>
                  <a:lnTo>
                    <a:pt x="78" y="84"/>
                  </a:lnTo>
                  <a:lnTo>
                    <a:pt x="78" y="96"/>
                  </a:lnTo>
                  <a:lnTo>
                    <a:pt x="54" y="108"/>
                  </a:lnTo>
                  <a:lnTo>
                    <a:pt x="48" y="114"/>
                  </a:lnTo>
                  <a:lnTo>
                    <a:pt x="42" y="114"/>
                  </a:lnTo>
                  <a:lnTo>
                    <a:pt x="42" y="132"/>
                  </a:lnTo>
                  <a:lnTo>
                    <a:pt x="54" y="138"/>
                  </a:lnTo>
                  <a:lnTo>
                    <a:pt x="48" y="156"/>
                  </a:lnTo>
                  <a:lnTo>
                    <a:pt x="48" y="228"/>
                  </a:lnTo>
                  <a:lnTo>
                    <a:pt x="60" y="228"/>
                  </a:lnTo>
                  <a:lnTo>
                    <a:pt x="60" y="234"/>
                  </a:lnTo>
                  <a:lnTo>
                    <a:pt x="42" y="252"/>
                  </a:lnTo>
                  <a:lnTo>
                    <a:pt x="30" y="258"/>
                  </a:lnTo>
                  <a:lnTo>
                    <a:pt x="24" y="264"/>
                  </a:lnTo>
                  <a:lnTo>
                    <a:pt x="18" y="264"/>
                  </a:lnTo>
                  <a:lnTo>
                    <a:pt x="24" y="300"/>
                  </a:lnTo>
                  <a:lnTo>
                    <a:pt x="18" y="312"/>
                  </a:lnTo>
                  <a:lnTo>
                    <a:pt x="12" y="318"/>
                  </a:lnTo>
                  <a:lnTo>
                    <a:pt x="6" y="330"/>
                  </a:lnTo>
                  <a:lnTo>
                    <a:pt x="0" y="336"/>
                  </a:lnTo>
                  <a:lnTo>
                    <a:pt x="0" y="342"/>
                  </a:lnTo>
                  <a:lnTo>
                    <a:pt x="12" y="348"/>
                  </a:lnTo>
                  <a:lnTo>
                    <a:pt x="24" y="360"/>
                  </a:lnTo>
                  <a:lnTo>
                    <a:pt x="36" y="366"/>
                  </a:lnTo>
                  <a:lnTo>
                    <a:pt x="66" y="414"/>
                  </a:lnTo>
                  <a:lnTo>
                    <a:pt x="96" y="414"/>
                  </a:lnTo>
                  <a:lnTo>
                    <a:pt x="102" y="408"/>
                  </a:lnTo>
                  <a:lnTo>
                    <a:pt x="120" y="408"/>
                  </a:lnTo>
                  <a:lnTo>
                    <a:pt x="126" y="414"/>
                  </a:lnTo>
                  <a:lnTo>
                    <a:pt x="126" y="450"/>
                  </a:lnTo>
                  <a:lnTo>
                    <a:pt x="132" y="450"/>
                  </a:lnTo>
                  <a:lnTo>
                    <a:pt x="126" y="480"/>
                  </a:lnTo>
                  <a:lnTo>
                    <a:pt x="114" y="486"/>
                  </a:lnTo>
                  <a:lnTo>
                    <a:pt x="126" y="504"/>
                  </a:lnTo>
                  <a:lnTo>
                    <a:pt x="120" y="510"/>
                  </a:lnTo>
                  <a:lnTo>
                    <a:pt x="108" y="516"/>
                  </a:lnTo>
                  <a:lnTo>
                    <a:pt x="102" y="522"/>
                  </a:lnTo>
                  <a:lnTo>
                    <a:pt x="102" y="528"/>
                  </a:lnTo>
                  <a:lnTo>
                    <a:pt x="114" y="528"/>
                  </a:lnTo>
                  <a:lnTo>
                    <a:pt x="114" y="558"/>
                  </a:lnTo>
                  <a:lnTo>
                    <a:pt x="126" y="564"/>
                  </a:lnTo>
                  <a:lnTo>
                    <a:pt x="132" y="570"/>
                  </a:lnTo>
                  <a:lnTo>
                    <a:pt x="144" y="576"/>
                  </a:lnTo>
                  <a:lnTo>
                    <a:pt x="150" y="582"/>
                  </a:lnTo>
                  <a:lnTo>
                    <a:pt x="162" y="588"/>
                  </a:lnTo>
                  <a:lnTo>
                    <a:pt x="162" y="600"/>
                  </a:lnTo>
                  <a:lnTo>
                    <a:pt x="156" y="606"/>
                  </a:lnTo>
                  <a:lnTo>
                    <a:pt x="156" y="618"/>
                  </a:lnTo>
                  <a:lnTo>
                    <a:pt x="162" y="624"/>
                  </a:lnTo>
                  <a:lnTo>
                    <a:pt x="168" y="618"/>
                  </a:lnTo>
                  <a:lnTo>
                    <a:pt x="180" y="612"/>
                  </a:lnTo>
                  <a:lnTo>
                    <a:pt x="180" y="582"/>
                  </a:lnTo>
                  <a:lnTo>
                    <a:pt x="174" y="576"/>
                  </a:lnTo>
                  <a:lnTo>
                    <a:pt x="168" y="576"/>
                  </a:lnTo>
                  <a:lnTo>
                    <a:pt x="168" y="558"/>
                  </a:lnTo>
                  <a:lnTo>
                    <a:pt x="174" y="546"/>
                  </a:lnTo>
                  <a:lnTo>
                    <a:pt x="186" y="540"/>
                  </a:lnTo>
                  <a:lnTo>
                    <a:pt x="210" y="540"/>
                  </a:lnTo>
                  <a:lnTo>
                    <a:pt x="216" y="534"/>
                  </a:lnTo>
                  <a:lnTo>
                    <a:pt x="216" y="474"/>
                  </a:lnTo>
                  <a:lnTo>
                    <a:pt x="222" y="468"/>
                  </a:lnTo>
                  <a:lnTo>
                    <a:pt x="228" y="456"/>
                  </a:lnTo>
                  <a:lnTo>
                    <a:pt x="234" y="450"/>
                  </a:lnTo>
                  <a:lnTo>
                    <a:pt x="234" y="43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83" name="Mali" descr="© INSCALE GmbH, 05.05.2010&#10;http://www.presentationload.com/">
              <a:extLst>
                <a:ext uri="{FF2B5EF4-FFF2-40B4-BE49-F238E27FC236}">
                  <a16:creationId xmlns:a16="http://schemas.microsoft.com/office/drawing/2014/main" id="{AE2941B8-9B6E-4953-9C3F-5DC10C4C3708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448948" y="2339230"/>
              <a:ext cx="383848" cy="394323"/>
            </a:xfrm>
            <a:custGeom>
              <a:avLst/>
              <a:gdLst>
                <a:gd name="T0" fmla="*/ 2147483647 w 1164"/>
                <a:gd name="T1" fmla="*/ 2147483647 h 1200"/>
                <a:gd name="T2" fmla="*/ 2147483647 w 1164"/>
                <a:gd name="T3" fmla="*/ 2147483647 h 1200"/>
                <a:gd name="T4" fmla="*/ 2147483647 w 1164"/>
                <a:gd name="T5" fmla="*/ 2147483647 h 1200"/>
                <a:gd name="T6" fmla="*/ 2147483647 w 1164"/>
                <a:gd name="T7" fmla="*/ 2147483647 h 1200"/>
                <a:gd name="T8" fmla="*/ 2147483647 w 1164"/>
                <a:gd name="T9" fmla="*/ 2147483647 h 1200"/>
                <a:gd name="T10" fmla="*/ 2147483647 w 1164"/>
                <a:gd name="T11" fmla="*/ 2147483647 h 1200"/>
                <a:gd name="T12" fmla="*/ 2147483647 w 1164"/>
                <a:gd name="T13" fmla="*/ 2147483647 h 1200"/>
                <a:gd name="T14" fmla="*/ 2147483647 w 1164"/>
                <a:gd name="T15" fmla="*/ 2147483647 h 1200"/>
                <a:gd name="T16" fmla="*/ 2147483647 w 1164"/>
                <a:gd name="T17" fmla="*/ 2147483647 h 1200"/>
                <a:gd name="T18" fmla="*/ 2147483647 w 1164"/>
                <a:gd name="T19" fmla="*/ 2147483647 h 1200"/>
                <a:gd name="T20" fmla="*/ 2147483647 w 1164"/>
                <a:gd name="T21" fmla="*/ 2147483647 h 1200"/>
                <a:gd name="T22" fmla="*/ 2147483647 w 1164"/>
                <a:gd name="T23" fmla="*/ 2147483647 h 1200"/>
                <a:gd name="T24" fmla="*/ 2147483647 w 1164"/>
                <a:gd name="T25" fmla="*/ 2147483647 h 1200"/>
                <a:gd name="T26" fmla="*/ 2147483647 w 1164"/>
                <a:gd name="T27" fmla="*/ 2147483647 h 1200"/>
                <a:gd name="T28" fmla="*/ 2147483647 w 1164"/>
                <a:gd name="T29" fmla="*/ 2147483647 h 1200"/>
                <a:gd name="T30" fmla="*/ 2147483647 w 1164"/>
                <a:gd name="T31" fmla="*/ 2147483647 h 1200"/>
                <a:gd name="T32" fmla="*/ 2147483647 w 1164"/>
                <a:gd name="T33" fmla="*/ 2147483647 h 1200"/>
                <a:gd name="T34" fmla="*/ 2147483647 w 1164"/>
                <a:gd name="T35" fmla="*/ 2147483647 h 1200"/>
                <a:gd name="T36" fmla="*/ 2147483647 w 1164"/>
                <a:gd name="T37" fmla="*/ 2147483647 h 1200"/>
                <a:gd name="T38" fmla="*/ 2147483647 w 1164"/>
                <a:gd name="T39" fmla="*/ 2147483647 h 1200"/>
                <a:gd name="T40" fmla="*/ 2147483647 w 1164"/>
                <a:gd name="T41" fmla="*/ 2147483647 h 1200"/>
                <a:gd name="T42" fmla="*/ 2147483647 w 1164"/>
                <a:gd name="T43" fmla="*/ 2147483647 h 1200"/>
                <a:gd name="T44" fmla="*/ 2147483647 w 1164"/>
                <a:gd name="T45" fmla="*/ 2147483647 h 1200"/>
                <a:gd name="T46" fmla="*/ 2147483647 w 1164"/>
                <a:gd name="T47" fmla="*/ 2147483647 h 1200"/>
                <a:gd name="T48" fmla="*/ 2147483647 w 1164"/>
                <a:gd name="T49" fmla="*/ 2147483647 h 1200"/>
                <a:gd name="T50" fmla="*/ 2147483647 w 1164"/>
                <a:gd name="T51" fmla="*/ 2147483647 h 1200"/>
                <a:gd name="T52" fmla="*/ 2147483647 w 1164"/>
                <a:gd name="T53" fmla="*/ 2147483647 h 1200"/>
                <a:gd name="T54" fmla="*/ 0 w 1164"/>
                <a:gd name="T55" fmla="*/ 2147483647 h 1200"/>
                <a:gd name="T56" fmla="*/ 2147483647 w 1164"/>
                <a:gd name="T57" fmla="*/ 2147483647 h 1200"/>
                <a:gd name="T58" fmla="*/ 2147483647 w 1164"/>
                <a:gd name="T59" fmla="*/ 2147483647 h 1200"/>
                <a:gd name="T60" fmla="*/ 2147483647 w 1164"/>
                <a:gd name="T61" fmla="*/ 2147483647 h 1200"/>
                <a:gd name="T62" fmla="*/ 2147483647 w 1164"/>
                <a:gd name="T63" fmla="*/ 2147483647 h 1200"/>
                <a:gd name="T64" fmla="*/ 2147483647 w 1164"/>
                <a:gd name="T65" fmla="*/ 2147483647 h 1200"/>
                <a:gd name="T66" fmla="*/ 2147483647 w 1164"/>
                <a:gd name="T67" fmla="*/ 2147483647 h 1200"/>
                <a:gd name="T68" fmla="*/ 2147483647 w 1164"/>
                <a:gd name="T69" fmla="*/ 2147483647 h 1200"/>
                <a:gd name="T70" fmla="*/ 2147483647 w 1164"/>
                <a:gd name="T71" fmla="*/ 2147483647 h 1200"/>
                <a:gd name="T72" fmla="*/ 2147483647 w 1164"/>
                <a:gd name="T73" fmla="*/ 2147483647 h 1200"/>
                <a:gd name="T74" fmla="*/ 2147483647 w 1164"/>
                <a:gd name="T75" fmla="*/ 2147483647 h 1200"/>
                <a:gd name="T76" fmla="*/ 2147483647 w 1164"/>
                <a:gd name="T77" fmla="*/ 2147483647 h 1200"/>
                <a:gd name="T78" fmla="*/ 2147483647 w 1164"/>
                <a:gd name="T79" fmla="*/ 2147483647 h 1200"/>
                <a:gd name="T80" fmla="*/ 2147483647 w 1164"/>
                <a:gd name="T81" fmla="*/ 2147483647 h 1200"/>
                <a:gd name="T82" fmla="*/ 2147483647 w 1164"/>
                <a:gd name="T83" fmla="*/ 2147483647 h 1200"/>
                <a:gd name="T84" fmla="*/ 2147483647 w 1164"/>
                <a:gd name="T85" fmla="*/ 2147483647 h 1200"/>
                <a:gd name="T86" fmla="*/ 2147483647 w 1164"/>
                <a:gd name="T87" fmla="*/ 2147483647 h 1200"/>
                <a:gd name="T88" fmla="*/ 2147483647 w 1164"/>
                <a:gd name="T89" fmla="*/ 2147483647 h 1200"/>
                <a:gd name="T90" fmla="*/ 2147483647 w 1164"/>
                <a:gd name="T91" fmla="*/ 2147483647 h 1200"/>
                <a:gd name="T92" fmla="*/ 2147483647 w 1164"/>
                <a:gd name="T93" fmla="*/ 2147483647 h 1200"/>
                <a:gd name="T94" fmla="*/ 2147483647 w 1164"/>
                <a:gd name="T95" fmla="*/ 2147483647 h 1200"/>
                <a:gd name="T96" fmla="*/ 2147483647 w 1164"/>
                <a:gd name="T97" fmla="*/ 2147483647 h 1200"/>
                <a:gd name="T98" fmla="*/ 2147483647 w 1164"/>
                <a:gd name="T99" fmla="*/ 2147483647 h 1200"/>
                <a:gd name="T100" fmla="*/ 2147483647 w 1164"/>
                <a:gd name="T101" fmla="*/ 2147483647 h 1200"/>
                <a:gd name="T102" fmla="*/ 2147483647 w 1164"/>
                <a:gd name="T103" fmla="*/ 2147483647 h 1200"/>
                <a:gd name="T104" fmla="*/ 2147483647 w 1164"/>
                <a:gd name="T105" fmla="*/ 2147483647 h 1200"/>
                <a:gd name="T106" fmla="*/ 2147483647 w 1164"/>
                <a:gd name="T107" fmla="*/ 2147483647 h 120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164"/>
                <a:gd name="T163" fmla="*/ 0 h 1200"/>
                <a:gd name="T164" fmla="*/ 1164 w 1164"/>
                <a:gd name="T165" fmla="*/ 1200 h 120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164" h="1200">
                  <a:moveTo>
                    <a:pt x="612" y="954"/>
                  </a:moveTo>
                  <a:lnTo>
                    <a:pt x="636" y="948"/>
                  </a:lnTo>
                  <a:lnTo>
                    <a:pt x="636" y="912"/>
                  </a:lnTo>
                  <a:lnTo>
                    <a:pt x="654" y="912"/>
                  </a:lnTo>
                  <a:lnTo>
                    <a:pt x="654" y="906"/>
                  </a:lnTo>
                  <a:lnTo>
                    <a:pt x="660" y="900"/>
                  </a:lnTo>
                  <a:lnTo>
                    <a:pt x="666" y="888"/>
                  </a:lnTo>
                  <a:lnTo>
                    <a:pt x="678" y="882"/>
                  </a:lnTo>
                  <a:lnTo>
                    <a:pt x="684" y="870"/>
                  </a:lnTo>
                  <a:lnTo>
                    <a:pt x="690" y="864"/>
                  </a:lnTo>
                  <a:lnTo>
                    <a:pt x="696" y="864"/>
                  </a:lnTo>
                  <a:lnTo>
                    <a:pt x="708" y="876"/>
                  </a:lnTo>
                  <a:lnTo>
                    <a:pt x="720" y="876"/>
                  </a:lnTo>
                  <a:lnTo>
                    <a:pt x="720" y="870"/>
                  </a:lnTo>
                  <a:lnTo>
                    <a:pt x="726" y="864"/>
                  </a:lnTo>
                  <a:lnTo>
                    <a:pt x="726" y="846"/>
                  </a:lnTo>
                  <a:lnTo>
                    <a:pt x="750" y="846"/>
                  </a:lnTo>
                  <a:lnTo>
                    <a:pt x="768" y="822"/>
                  </a:lnTo>
                  <a:lnTo>
                    <a:pt x="792" y="822"/>
                  </a:lnTo>
                  <a:lnTo>
                    <a:pt x="810" y="804"/>
                  </a:lnTo>
                  <a:lnTo>
                    <a:pt x="858" y="804"/>
                  </a:lnTo>
                  <a:lnTo>
                    <a:pt x="882" y="816"/>
                  </a:lnTo>
                  <a:lnTo>
                    <a:pt x="930" y="804"/>
                  </a:lnTo>
                  <a:lnTo>
                    <a:pt x="954" y="786"/>
                  </a:lnTo>
                  <a:lnTo>
                    <a:pt x="1020" y="792"/>
                  </a:lnTo>
                  <a:lnTo>
                    <a:pt x="1020" y="774"/>
                  </a:lnTo>
                  <a:lnTo>
                    <a:pt x="1068" y="780"/>
                  </a:lnTo>
                  <a:lnTo>
                    <a:pt x="1080" y="774"/>
                  </a:lnTo>
                  <a:lnTo>
                    <a:pt x="1104" y="774"/>
                  </a:lnTo>
                  <a:lnTo>
                    <a:pt x="1122" y="768"/>
                  </a:lnTo>
                  <a:lnTo>
                    <a:pt x="1134" y="762"/>
                  </a:lnTo>
                  <a:lnTo>
                    <a:pt x="1140" y="750"/>
                  </a:lnTo>
                  <a:lnTo>
                    <a:pt x="1140" y="732"/>
                  </a:lnTo>
                  <a:lnTo>
                    <a:pt x="1146" y="720"/>
                  </a:lnTo>
                  <a:lnTo>
                    <a:pt x="1146" y="708"/>
                  </a:lnTo>
                  <a:lnTo>
                    <a:pt x="1164" y="684"/>
                  </a:lnTo>
                  <a:lnTo>
                    <a:pt x="1164" y="480"/>
                  </a:lnTo>
                  <a:lnTo>
                    <a:pt x="1140" y="480"/>
                  </a:lnTo>
                  <a:lnTo>
                    <a:pt x="1134" y="486"/>
                  </a:lnTo>
                  <a:lnTo>
                    <a:pt x="1104" y="486"/>
                  </a:lnTo>
                  <a:lnTo>
                    <a:pt x="1092" y="480"/>
                  </a:lnTo>
                  <a:lnTo>
                    <a:pt x="1086" y="474"/>
                  </a:lnTo>
                  <a:lnTo>
                    <a:pt x="1086" y="468"/>
                  </a:lnTo>
                  <a:lnTo>
                    <a:pt x="1104" y="450"/>
                  </a:lnTo>
                  <a:lnTo>
                    <a:pt x="1104" y="432"/>
                  </a:lnTo>
                  <a:lnTo>
                    <a:pt x="1092" y="408"/>
                  </a:lnTo>
                  <a:lnTo>
                    <a:pt x="1080" y="402"/>
                  </a:lnTo>
                  <a:lnTo>
                    <a:pt x="1050" y="402"/>
                  </a:lnTo>
                  <a:lnTo>
                    <a:pt x="1044" y="408"/>
                  </a:lnTo>
                  <a:lnTo>
                    <a:pt x="1038" y="408"/>
                  </a:lnTo>
                  <a:lnTo>
                    <a:pt x="1032" y="378"/>
                  </a:lnTo>
                  <a:lnTo>
                    <a:pt x="996" y="378"/>
                  </a:lnTo>
                  <a:lnTo>
                    <a:pt x="984" y="366"/>
                  </a:lnTo>
                  <a:lnTo>
                    <a:pt x="984" y="348"/>
                  </a:lnTo>
                  <a:lnTo>
                    <a:pt x="978" y="342"/>
                  </a:lnTo>
                  <a:lnTo>
                    <a:pt x="954" y="342"/>
                  </a:lnTo>
                  <a:lnTo>
                    <a:pt x="954" y="318"/>
                  </a:lnTo>
                  <a:lnTo>
                    <a:pt x="546" y="6"/>
                  </a:lnTo>
                  <a:lnTo>
                    <a:pt x="426" y="0"/>
                  </a:lnTo>
                  <a:lnTo>
                    <a:pt x="468" y="690"/>
                  </a:lnTo>
                  <a:lnTo>
                    <a:pt x="474" y="690"/>
                  </a:lnTo>
                  <a:lnTo>
                    <a:pt x="492" y="708"/>
                  </a:lnTo>
                  <a:lnTo>
                    <a:pt x="492" y="720"/>
                  </a:lnTo>
                  <a:lnTo>
                    <a:pt x="486" y="726"/>
                  </a:lnTo>
                  <a:lnTo>
                    <a:pt x="474" y="768"/>
                  </a:lnTo>
                  <a:lnTo>
                    <a:pt x="210" y="768"/>
                  </a:lnTo>
                  <a:lnTo>
                    <a:pt x="210" y="756"/>
                  </a:lnTo>
                  <a:lnTo>
                    <a:pt x="204" y="756"/>
                  </a:lnTo>
                  <a:lnTo>
                    <a:pt x="198" y="762"/>
                  </a:lnTo>
                  <a:lnTo>
                    <a:pt x="198" y="774"/>
                  </a:lnTo>
                  <a:lnTo>
                    <a:pt x="192" y="774"/>
                  </a:lnTo>
                  <a:lnTo>
                    <a:pt x="180" y="780"/>
                  </a:lnTo>
                  <a:lnTo>
                    <a:pt x="150" y="780"/>
                  </a:lnTo>
                  <a:lnTo>
                    <a:pt x="144" y="774"/>
                  </a:lnTo>
                  <a:lnTo>
                    <a:pt x="108" y="774"/>
                  </a:lnTo>
                  <a:lnTo>
                    <a:pt x="96" y="798"/>
                  </a:lnTo>
                  <a:lnTo>
                    <a:pt x="90" y="786"/>
                  </a:lnTo>
                  <a:lnTo>
                    <a:pt x="66" y="762"/>
                  </a:lnTo>
                  <a:lnTo>
                    <a:pt x="48" y="762"/>
                  </a:lnTo>
                  <a:lnTo>
                    <a:pt x="36" y="774"/>
                  </a:lnTo>
                  <a:lnTo>
                    <a:pt x="36" y="822"/>
                  </a:lnTo>
                  <a:lnTo>
                    <a:pt x="30" y="822"/>
                  </a:lnTo>
                  <a:lnTo>
                    <a:pt x="18" y="828"/>
                  </a:lnTo>
                  <a:lnTo>
                    <a:pt x="0" y="828"/>
                  </a:lnTo>
                  <a:lnTo>
                    <a:pt x="0" y="852"/>
                  </a:lnTo>
                  <a:lnTo>
                    <a:pt x="12" y="870"/>
                  </a:lnTo>
                  <a:lnTo>
                    <a:pt x="12" y="876"/>
                  </a:lnTo>
                  <a:lnTo>
                    <a:pt x="24" y="888"/>
                  </a:lnTo>
                  <a:lnTo>
                    <a:pt x="24" y="906"/>
                  </a:lnTo>
                  <a:lnTo>
                    <a:pt x="18" y="912"/>
                  </a:lnTo>
                  <a:lnTo>
                    <a:pt x="18" y="936"/>
                  </a:lnTo>
                  <a:lnTo>
                    <a:pt x="24" y="942"/>
                  </a:lnTo>
                  <a:lnTo>
                    <a:pt x="36" y="942"/>
                  </a:lnTo>
                  <a:lnTo>
                    <a:pt x="36" y="936"/>
                  </a:lnTo>
                  <a:lnTo>
                    <a:pt x="42" y="936"/>
                  </a:lnTo>
                  <a:lnTo>
                    <a:pt x="48" y="942"/>
                  </a:lnTo>
                  <a:lnTo>
                    <a:pt x="54" y="954"/>
                  </a:lnTo>
                  <a:lnTo>
                    <a:pt x="54" y="1032"/>
                  </a:lnTo>
                  <a:lnTo>
                    <a:pt x="60" y="1044"/>
                  </a:lnTo>
                  <a:lnTo>
                    <a:pt x="60" y="1050"/>
                  </a:lnTo>
                  <a:lnTo>
                    <a:pt x="66" y="1056"/>
                  </a:lnTo>
                  <a:lnTo>
                    <a:pt x="72" y="1050"/>
                  </a:lnTo>
                  <a:lnTo>
                    <a:pt x="78" y="1038"/>
                  </a:lnTo>
                  <a:lnTo>
                    <a:pt x="90" y="1026"/>
                  </a:lnTo>
                  <a:lnTo>
                    <a:pt x="102" y="1038"/>
                  </a:lnTo>
                  <a:lnTo>
                    <a:pt x="108" y="1050"/>
                  </a:lnTo>
                  <a:lnTo>
                    <a:pt x="108" y="1062"/>
                  </a:lnTo>
                  <a:lnTo>
                    <a:pt x="114" y="1050"/>
                  </a:lnTo>
                  <a:lnTo>
                    <a:pt x="126" y="1038"/>
                  </a:lnTo>
                  <a:lnTo>
                    <a:pt x="132" y="1026"/>
                  </a:lnTo>
                  <a:lnTo>
                    <a:pt x="138" y="1026"/>
                  </a:lnTo>
                  <a:lnTo>
                    <a:pt x="144" y="1032"/>
                  </a:lnTo>
                  <a:lnTo>
                    <a:pt x="150" y="1032"/>
                  </a:lnTo>
                  <a:lnTo>
                    <a:pt x="162" y="1038"/>
                  </a:lnTo>
                  <a:lnTo>
                    <a:pt x="168" y="1044"/>
                  </a:lnTo>
                  <a:lnTo>
                    <a:pt x="180" y="1050"/>
                  </a:lnTo>
                  <a:lnTo>
                    <a:pt x="198" y="1032"/>
                  </a:lnTo>
                  <a:lnTo>
                    <a:pt x="198" y="1014"/>
                  </a:lnTo>
                  <a:lnTo>
                    <a:pt x="204" y="1008"/>
                  </a:lnTo>
                  <a:lnTo>
                    <a:pt x="216" y="1008"/>
                  </a:lnTo>
                  <a:lnTo>
                    <a:pt x="228" y="1014"/>
                  </a:lnTo>
                  <a:lnTo>
                    <a:pt x="228" y="1032"/>
                  </a:lnTo>
                  <a:lnTo>
                    <a:pt x="246" y="1044"/>
                  </a:lnTo>
                  <a:lnTo>
                    <a:pt x="234" y="1074"/>
                  </a:lnTo>
                  <a:lnTo>
                    <a:pt x="270" y="1092"/>
                  </a:lnTo>
                  <a:lnTo>
                    <a:pt x="246" y="1128"/>
                  </a:lnTo>
                  <a:lnTo>
                    <a:pt x="270" y="1128"/>
                  </a:lnTo>
                  <a:lnTo>
                    <a:pt x="270" y="1164"/>
                  </a:lnTo>
                  <a:lnTo>
                    <a:pt x="300" y="1194"/>
                  </a:lnTo>
                  <a:lnTo>
                    <a:pt x="312" y="1200"/>
                  </a:lnTo>
                  <a:lnTo>
                    <a:pt x="312" y="1182"/>
                  </a:lnTo>
                  <a:lnTo>
                    <a:pt x="318" y="1176"/>
                  </a:lnTo>
                  <a:lnTo>
                    <a:pt x="330" y="1176"/>
                  </a:lnTo>
                  <a:lnTo>
                    <a:pt x="348" y="1182"/>
                  </a:lnTo>
                  <a:lnTo>
                    <a:pt x="366" y="1200"/>
                  </a:lnTo>
                  <a:lnTo>
                    <a:pt x="372" y="1182"/>
                  </a:lnTo>
                  <a:lnTo>
                    <a:pt x="390" y="1182"/>
                  </a:lnTo>
                  <a:lnTo>
                    <a:pt x="396" y="1158"/>
                  </a:lnTo>
                  <a:lnTo>
                    <a:pt x="408" y="1176"/>
                  </a:lnTo>
                  <a:lnTo>
                    <a:pt x="420" y="1152"/>
                  </a:lnTo>
                  <a:lnTo>
                    <a:pt x="420" y="1188"/>
                  </a:lnTo>
                  <a:lnTo>
                    <a:pt x="444" y="1194"/>
                  </a:lnTo>
                  <a:lnTo>
                    <a:pt x="450" y="1188"/>
                  </a:lnTo>
                  <a:lnTo>
                    <a:pt x="456" y="1176"/>
                  </a:lnTo>
                  <a:lnTo>
                    <a:pt x="462" y="1170"/>
                  </a:lnTo>
                  <a:lnTo>
                    <a:pt x="474" y="1170"/>
                  </a:lnTo>
                  <a:lnTo>
                    <a:pt x="468" y="1116"/>
                  </a:lnTo>
                  <a:lnTo>
                    <a:pt x="492" y="1116"/>
                  </a:lnTo>
                  <a:lnTo>
                    <a:pt x="504" y="1092"/>
                  </a:lnTo>
                  <a:lnTo>
                    <a:pt x="480" y="1062"/>
                  </a:lnTo>
                  <a:lnTo>
                    <a:pt x="498" y="1050"/>
                  </a:lnTo>
                  <a:lnTo>
                    <a:pt x="504" y="1050"/>
                  </a:lnTo>
                  <a:lnTo>
                    <a:pt x="510" y="1044"/>
                  </a:lnTo>
                  <a:lnTo>
                    <a:pt x="546" y="1044"/>
                  </a:lnTo>
                  <a:lnTo>
                    <a:pt x="546" y="1032"/>
                  </a:lnTo>
                  <a:lnTo>
                    <a:pt x="540" y="1026"/>
                  </a:lnTo>
                  <a:lnTo>
                    <a:pt x="546" y="1026"/>
                  </a:lnTo>
                  <a:lnTo>
                    <a:pt x="552" y="1020"/>
                  </a:lnTo>
                  <a:lnTo>
                    <a:pt x="552" y="990"/>
                  </a:lnTo>
                  <a:lnTo>
                    <a:pt x="570" y="990"/>
                  </a:lnTo>
                  <a:lnTo>
                    <a:pt x="570" y="960"/>
                  </a:lnTo>
                  <a:lnTo>
                    <a:pt x="564" y="954"/>
                  </a:lnTo>
                  <a:lnTo>
                    <a:pt x="582" y="924"/>
                  </a:lnTo>
                  <a:lnTo>
                    <a:pt x="612" y="95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84" name="Madagascar" descr="© INSCALE GmbH, 05.05.2010&#10;http://www.presentationload.com/">
              <a:extLst>
                <a:ext uri="{FF2B5EF4-FFF2-40B4-BE49-F238E27FC236}">
                  <a16:creationId xmlns:a16="http://schemas.microsoft.com/office/drawing/2014/main" id="{2B180385-9651-4D64-BD85-83732C9B4AC2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723271" y="3326966"/>
              <a:ext cx="196448" cy="358360"/>
            </a:xfrm>
            <a:custGeom>
              <a:avLst/>
              <a:gdLst>
                <a:gd name="T0" fmla="*/ 2147483647 w 594"/>
                <a:gd name="T1" fmla="*/ 2147483647 h 1092"/>
                <a:gd name="T2" fmla="*/ 2147483647 w 594"/>
                <a:gd name="T3" fmla="*/ 2147483647 h 1092"/>
                <a:gd name="T4" fmla="*/ 2147483647 w 594"/>
                <a:gd name="T5" fmla="*/ 2147483647 h 1092"/>
                <a:gd name="T6" fmla="*/ 2147483647 w 594"/>
                <a:gd name="T7" fmla="*/ 2147483647 h 1092"/>
                <a:gd name="T8" fmla="*/ 2147483647 w 594"/>
                <a:gd name="T9" fmla="*/ 2147483647 h 1092"/>
                <a:gd name="T10" fmla="*/ 2147483647 w 594"/>
                <a:gd name="T11" fmla="*/ 2147483647 h 1092"/>
                <a:gd name="T12" fmla="*/ 2147483647 w 594"/>
                <a:gd name="T13" fmla="*/ 2147483647 h 1092"/>
                <a:gd name="T14" fmla="*/ 2147483647 w 594"/>
                <a:gd name="T15" fmla="*/ 2147483647 h 1092"/>
                <a:gd name="T16" fmla="*/ 2147483647 w 594"/>
                <a:gd name="T17" fmla="*/ 2147483647 h 1092"/>
                <a:gd name="T18" fmla="*/ 2147483647 w 594"/>
                <a:gd name="T19" fmla="*/ 2147483647 h 1092"/>
                <a:gd name="T20" fmla="*/ 2147483647 w 594"/>
                <a:gd name="T21" fmla="*/ 2147483647 h 1092"/>
                <a:gd name="T22" fmla="*/ 2147483647 w 594"/>
                <a:gd name="T23" fmla="*/ 2147483647 h 1092"/>
                <a:gd name="T24" fmla="*/ 2147483647 w 594"/>
                <a:gd name="T25" fmla="*/ 2147483647 h 1092"/>
                <a:gd name="T26" fmla="*/ 2147483647 w 594"/>
                <a:gd name="T27" fmla="*/ 2147483647 h 1092"/>
                <a:gd name="T28" fmla="*/ 2147483647 w 594"/>
                <a:gd name="T29" fmla="*/ 2147483647 h 1092"/>
                <a:gd name="T30" fmla="*/ 2147483647 w 594"/>
                <a:gd name="T31" fmla="*/ 2147483647 h 1092"/>
                <a:gd name="T32" fmla="*/ 2147483647 w 594"/>
                <a:gd name="T33" fmla="*/ 0 h 1092"/>
                <a:gd name="T34" fmla="*/ 2147483647 w 594"/>
                <a:gd name="T35" fmla="*/ 2147483647 h 1092"/>
                <a:gd name="T36" fmla="*/ 2147483647 w 594"/>
                <a:gd name="T37" fmla="*/ 2147483647 h 1092"/>
                <a:gd name="T38" fmla="*/ 2147483647 w 594"/>
                <a:gd name="T39" fmla="*/ 2147483647 h 1092"/>
                <a:gd name="T40" fmla="*/ 2147483647 w 594"/>
                <a:gd name="T41" fmla="*/ 2147483647 h 1092"/>
                <a:gd name="T42" fmla="*/ 2147483647 w 594"/>
                <a:gd name="T43" fmla="*/ 2147483647 h 1092"/>
                <a:gd name="T44" fmla="*/ 2147483647 w 594"/>
                <a:gd name="T45" fmla="*/ 2147483647 h 1092"/>
                <a:gd name="T46" fmla="*/ 2147483647 w 594"/>
                <a:gd name="T47" fmla="*/ 2147483647 h 1092"/>
                <a:gd name="T48" fmla="*/ 2147483647 w 594"/>
                <a:gd name="T49" fmla="*/ 2147483647 h 1092"/>
                <a:gd name="T50" fmla="*/ 2147483647 w 594"/>
                <a:gd name="T51" fmla="*/ 2147483647 h 1092"/>
                <a:gd name="T52" fmla="*/ 2147483647 w 594"/>
                <a:gd name="T53" fmla="*/ 2147483647 h 1092"/>
                <a:gd name="T54" fmla="*/ 2147483647 w 594"/>
                <a:gd name="T55" fmla="*/ 2147483647 h 1092"/>
                <a:gd name="T56" fmla="*/ 2147483647 w 594"/>
                <a:gd name="T57" fmla="*/ 2147483647 h 1092"/>
                <a:gd name="T58" fmla="*/ 2147483647 w 594"/>
                <a:gd name="T59" fmla="*/ 2147483647 h 1092"/>
                <a:gd name="T60" fmla="*/ 2147483647 w 594"/>
                <a:gd name="T61" fmla="*/ 2147483647 h 1092"/>
                <a:gd name="T62" fmla="*/ 2147483647 w 594"/>
                <a:gd name="T63" fmla="*/ 2147483647 h 1092"/>
                <a:gd name="T64" fmla="*/ 2147483647 w 594"/>
                <a:gd name="T65" fmla="*/ 2147483647 h 1092"/>
                <a:gd name="T66" fmla="*/ 2147483647 w 594"/>
                <a:gd name="T67" fmla="*/ 2147483647 h 1092"/>
                <a:gd name="T68" fmla="*/ 2147483647 w 594"/>
                <a:gd name="T69" fmla="*/ 2147483647 h 1092"/>
                <a:gd name="T70" fmla="*/ 2147483647 w 594"/>
                <a:gd name="T71" fmla="*/ 2147483647 h 1092"/>
                <a:gd name="T72" fmla="*/ 2147483647 w 594"/>
                <a:gd name="T73" fmla="*/ 2147483647 h 1092"/>
                <a:gd name="T74" fmla="*/ 2147483647 w 594"/>
                <a:gd name="T75" fmla="*/ 2147483647 h 1092"/>
                <a:gd name="T76" fmla="*/ 2147483647 w 594"/>
                <a:gd name="T77" fmla="*/ 2147483647 h 1092"/>
                <a:gd name="T78" fmla="*/ 2147483647 w 594"/>
                <a:gd name="T79" fmla="*/ 2147483647 h 1092"/>
                <a:gd name="T80" fmla="*/ 2147483647 w 594"/>
                <a:gd name="T81" fmla="*/ 2147483647 h 1092"/>
                <a:gd name="T82" fmla="*/ 2147483647 w 594"/>
                <a:gd name="T83" fmla="*/ 2147483647 h 1092"/>
                <a:gd name="T84" fmla="*/ 2147483647 w 594"/>
                <a:gd name="T85" fmla="*/ 2147483647 h 1092"/>
                <a:gd name="T86" fmla="*/ 0 w 594"/>
                <a:gd name="T87" fmla="*/ 2147483647 h 1092"/>
                <a:gd name="T88" fmla="*/ 2147483647 w 594"/>
                <a:gd name="T89" fmla="*/ 2147483647 h 1092"/>
                <a:gd name="T90" fmla="*/ 2147483647 w 594"/>
                <a:gd name="T91" fmla="*/ 2147483647 h 1092"/>
                <a:gd name="T92" fmla="*/ 2147483647 w 594"/>
                <a:gd name="T93" fmla="*/ 2147483647 h 1092"/>
                <a:gd name="T94" fmla="*/ 2147483647 w 594"/>
                <a:gd name="T95" fmla="*/ 2147483647 h 1092"/>
                <a:gd name="T96" fmla="*/ 2147483647 w 594"/>
                <a:gd name="T97" fmla="*/ 2147483647 h 1092"/>
                <a:gd name="T98" fmla="*/ 2147483647 w 594"/>
                <a:gd name="T99" fmla="*/ 2147483647 h 1092"/>
                <a:gd name="T100" fmla="*/ 2147483647 w 594"/>
                <a:gd name="T101" fmla="*/ 2147483647 h 1092"/>
                <a:gd name="T102" fmla="*/ 2147483647 w 594"/>
                <a:gd name="T103" fmla="*/ 2147483647 h 109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94"/>
                <a:gd name="T157" fmla="*/ 0 h 1092"/>
                <a:gd name="T158" fmla="*/ 594 w 594"/>
                <a:gd name="T159" fmla="*/ 1092 h 109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94" h="1092">
                  <a:moveTo>
                    <a:pt x="120" y="330"/>
                  </a:moveTo>
                  <a:lnTo>
                    <a:pt x="144" y="324"/>
                  </a:lnTo>
                  <a:lnTo>
                    <a:pt x="192" y="324"/>
                  </a:lnTo>
                  <a:lnTo>
                    <a:pt x="192" y="300"/>
                  </a:lnTo>
                  <a:lnTo>
                    <a:pt x="252" y="312"/>
                  </a:lnTo>
                  <a:lnTo>
                    <a:pt x="270" y="282"/>
                  </a:lnTo>
                  <a:lnTo>
                    <a:pt x="312" y="288"/>
                  </a:lnTo>
                  <a:lnTo>
                    <a:pt x="312" y="258"/>
                  </a:lnTo>
                  <a:lnTo>
                    <a:pt x="324" y="228"/>
                  </a:lnTo>
                  <a:lnTo>
                    <a:pt x="324" y="258"/>
                  </a:lnTo>
                  <a:lnTo>
                    <a:pt x="336" y="276"/>
                  </a:lnTo>
                  <a:lnTo>
                    <a:pt x="348" y="240"/>
                  </a:lnTo>
                  <a:lnTo>
                    <a:pt x="348" y="210"/>
                  </a:lnTo>
                  <a:lnTo>
                    <a:pt x="354" y="192"/>
                  </a:lnTo>
                  <a:lnTo>
                    <a:pt x="354" y="186"/>
                  </a:lnTo>
                  <a:lnTo>
                    <a:pt x="360" y="186"/>
                  </a:lnTo>
                  <a:lnTo>
                    <a:pt x="372" y="198"/>
                  </a:lnTo>
                  <a:lnTo>
                    <a:pt x="372" y="204"/>
                  </a:lnTo>
                  <a:lnTo>
                    <a:pt x="378" y="204"/>
                  </a:lnTo>
                  <a:lnTo>
                    <a:pt x="402" y="180"/>
                  </a:lnTo>
                  <a:lnTo>
                    <a:pt x="396" y="168"/>
                  </a:lnTo>
                  <a:lnTo>
                    <a:pt x="396" y="150"/>
                  </a:lnTo>
                  <a:lnTo>
                    <a:pt x="390" y="138"/>
                  </a:lnTo>
                  <a:lnTo>
                    <a:pt x="402" y="126"/>
                  </a:lnTo>
                  <a:lnTo>
                    <a:pt x="414" y="126"/>
                  </a:lnTo>
                  <a:lnTo>
                    <a:pt x="420" y="132"/>
                  </a:lnTo>
                  <a:lnTo>
                    <a:pt x="426" y="132"/>
                  </a:lnTo>
                  <a:lnTo>
                    <a:pt x="432" y="126"/>
                  </a:lnTo>
                  <a:lnTo>
                    <a:pt x="438" y="114"/>
                  </a:lnTo>
                  <a:lnTo>
                    <a:pt x="450" y="102"/>
                  </a:lnTo>
                  <a:lnTo>
                    <a:pt x="456" y="90"/>
                  </a:lnTo>
                  <a:lnTo>
                    <a:pt x="462" y="72"/>
                  </a:lnTo>
                  <a:lnTo>
                    <a:pt x="462" y="42"/>
                  </a:lnTo>
                  <a:lnTo>
                    <a:pt x="492" y="0"/>
                  </a:lnTo>
                  <a:lnTo>
                    <a:pt x="546" y="60"/>
                  </a:lnTo>
                  <a:lnTo>
                    <a:pt x="546" y="90"/>
                  </a:lnTo>
                  <a:lnTo>
                    <a:pt x="552" y="96"/>
                  </a:lnTo>
                  <a:lnTo>
                    <a:pt x="558" y="114"/>
                  </a:lnTo>
                  <a:lnTo>
                    <a:pt x="576" y="150"/>
                  </a:lnTo>
                  <a:lnTo>
                    <a:pt x="582" y="156"/>
                  </a:lnTo>
                  <a:lnTo>
                    <a:pt x="582" y="162"/>
                  </a:lnTo>
                  <a:lnTo>
                    <a:pt x="564" y="216"/>
                  </a:lnTo>
                  <a:lnTo>
                    <a:pt x="594" y="276"/>
                  </a:lnTo>
                  <a:lnTo>
                    <a:pt x="594" y="288"/>
                  </a:lnTo>
                  <a:lnTo>
                    <a:pt x="588" y="294"/>
                  </a:lnTo>
                  <a:lnTo>
                    <a:pt x="576" y="294"/>
                  </a:lnTo>
                  <a:lnTo>
                    <a:pt x="564" y="288"/>
                  </a:lnTo>
                  <a:lnTo>
                    <a:pt x="558" y="282"/>
                  </a:lnTo>
                  <a:lnTo>
                    <a:pt x="552" y="282"/>
                  </a:lnTo>
                  <a:lnTo>
                    <a:pt x="522" y="288"/>
                  </a:lnTo>
                  <a:lnTo>
                    <a:pt x="528" y="330"/>
                  </a:lnTo>
                  <a:lnTo>
                    <a:pt x="522" y="336"/>
                  </a:lnTo>
                  <a:lnTo>
                    <a:pt x="516" y="348"/>
                  </a:lnTo>
                  <a:lnTo>
                    <a:pt x="504" y="354"/>
                  </a:lnTo>
                  <a:lnTo>
                    <a:pt x="486" y="390"/>
                  </a:lnTo>
                  <a:lnTo>
                    <a:pt x="486" y="402"/>
                  </a:lnTo>
                  <a:lnTo>
                    <a:pt x="492" y="414"/>
                  </a:lnTo>
                  <a:lnTo>
                    <a:pt x="504" y="450"/>
                  </a:lnTo>
                  <a:lnTo>
                    <a:pt x="498" y="468"/>
                  </a:lnTo>
                  <a:lnTo>
                    <a:pt x="486" y="510"/>
                  </a:lnTo>
                  <a:lnTo>
                    <a:pt x="462" y="570"/>
                  </a:lnTo>
                  <a:lnTo>
                    <a:pt x="432" y="642"/>
                  </a:lnTo>
                  <a:lnTo>
                    <a:pt x="390" y="720"/>
                  </a:lnTo>
                  <a:lnTo>
                    <a:pt x="324" y="852"/>
                  </a:lnTo>
                  <a:lnTo>
                    <a:pt x="312" y="894"/>
                  </a:lnTo>
                  <a:lnTo>
                    <a:pt x="306" y="912"/>
                  </a:lnTo>
                  <a:lnTo>
                    <a:pt x="306" y="948"/>
                  </a:lnTo>
                  <a:lnTo>
                    <a:pt x="294" y="984"/>
                  </a:lnTo>
                  <a:lnTo>
                    <a:pt x="276" y="1014"/>
                  </a:lnTo>
                  <a:lnTo>
                    <a:pt x="258" y="1032"/>
                  </a:lnTo>
                  <a:lnTo>
                    <a:pt x="240" y="1044"/>
                  </a:lnTo>
                  <a:lnTo>
                    <a:pt x="222" y="1062"/>
                  </a:lnTo>
                  <a:lnTo>
                    <a:pt x="216" y="1062"/>
                  </a:lnTo>
                  <a:lnTo>
                    <a:pt x="210" y="1068"/>
                  </a:lnTo>
                  <a:lnTo>
                    <a:pt x="186" y="1068"/>
                  </a:lnTo>
                  <a:lnTo>
                    <a:pt x="150" y="1086"/>
                  </a:lnTo>
                  <a:lnTo>
                    <a:pt x="114" y="1092"/>
                  </a:lnTo>
                  <a:lnTo>
                    <a:pt x="78" y="1074"/>
                  </a:lnTo>
                  <a:lnTo>
                    <a:pt x="60" y="1056"/>
                  </a:lnTo>
                  <a:lnTo>
                    <a:pt x="48" y="1038"/>
                  </a:lnTo>
                  <a:lnTo>
                    <a:pt x="36" y="1026"/>
                  </a:lnTo>
                  <a:lnTo>
                    <a:pt x="36" y="1020"/>
                  </a:lnTo>
                  <a:lnTo>
                    <a:pt x="30" y="1014"/>
                  </a:lnTo>
                  <a:lnTo>
                    <a:pt x="48" y="990"/>
                  </a:lnTo>
                  <a:lnTo>
                    <a:pt x="42" y="978"/>
                  </a:lnTo>
                  <a:lnTo>
                    <a:pt x="24" y="948"/>
                  </a:lnTo>
                  <a:lnTo>
                    <a:pt x="12" y="900"/>
                  </a:lnTo>
                  <a:lnTo>
                    <a:pt x="0" y="834"/>
                  </a:lnTo>
                  <a:lnTo>
                    <a:pt x="0" y="786"/>
                  </a:lnTo>
                  <a:lnTo>
                    <a:pt x="6" y="756"/>
                  </a:lnTo>
                  <a:lnTo>
                    <a:pt x="18" y="738"/>
                  </a:lnTo>
                  <a:lnTo>
                    <a:pt x="60" y="696"/>
                  </a:lnTo>
                  <a:lnTo>
                    <a:pt x="72" y="678"/>
                  </a:lnTo>
                  <a:lnTo>
                    <a:pt x="90" y="672"/>
                  </a:lnTo>
                  <a:lnTo>
                    <a:pt x="96" y="660"/>
                  </a:lnTo>
                  <a:lnTo>
                    <a:pt x="108" y="654"/>
                  </a:lnTo>
                  <a:lnTo>
                    <a:pt x="108" y="636"/>
                  </a:lnTo>
                  <a:lnTo>
                    <a:pt x="102" y="600"/>
                  </a:lnTo>
                  <a:lnTo>
                    <a:pt x="96" y="558"/>
                  </a:lnTo>
                  <a:lnTo>
                    <a:pt x="96" y="522"/>
                  </a:lnTo>
                  <a:lnTo>
                    <a:pt x="78" y="432"/>
                  </a:lnTo>
                  <a:lnTo>
                    <a:pt x="90" y="408"/>
                  </a:lnTo>
                  <a:lnTo>
                    <a:pt x="132" y="366"/>
                  </a:lnTo>
                  <a:lnTo>
                    <a:pt x="132" y="360"/>
                  </a:lnTo>
                  <a:lnTo>
                    <a:pt x="120" y="33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85" name="Macedonia" descr="© INSCALE GmbH, 05.05.2010&#10;http://www.presentationload.com/">
              <a:extLst>
                <a:ext uri="{FF2B5EF4-FFF2-40B4-BE49-F238E27FC236}">
                  <a16:creationId xmlns:a16="http://schemas.microsoft.com/office/drawing/2014/main" id="{0B884655-105E-4248-A75F-27D658D321B8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193380" y="1879401"/>
              <a:ext cx="54282" cy="42387"/>
            </a:xfrm>
            <a:custGeom>
              <a:avLst/>
              <a:gdLst>
                <a:gd name="T0" fmla="*/ 2147483647 w 162"/>
                <a:gd name="T1" fmla="*/ 2147483647 h 126"/>
                <a:gd name="T2" fmla="*/ 2147483647 w 162"/>
                <a:gd name="T3" fmla="*/ 2147483647 h 126"/>
                <a:gd name="T4" fmla="*/ 2147483647 w 162"/>
                <a:gd name="T5" fmla="*/ 2147483647 h 126"/>
                <a:gd name="T6" fmla="*/ 2147483647 w 162"/>
                <a:gd name="T7" fmla="*/ 2147483647 h 126"/>
                <a:gd name="T8" fmla="*/ 2147483647 w 162"/>
                <a:gd name="T9" fmla="*/ 0 h 126"/>
                <a:gd name="T10" fmla="*/ 2147483647 w 162"/>
                <a:gd name="T11" fmla="*/ 2147483647 h 126"/>
                <a:gd name="T12" fmla="*/ 2147483647 w 162"/>
                <a:gd name="T13" fmla="*/ 2147483647 h 126"/>
                <a:gd name="T14" fmla="*/ 2147483647 w 162"/>
                <a:gd name="T15" fmla="*/ 2147483647 h 126"/>
                <a:gd name="T16" fmla="*/ 2147483647 w 162"/>
                <a:gd name="T17" fmla="*/ 2147483647 h 126"/>
                <a:gd name="T18" fmla="*/ 2147483647 w 162"/>
                <a:gd name="T19" fmla="*/ 2147483647 h 126"/>
                <a:gd name="T20" fmla="*/ 2147483647 w 162"/>
                <a:gd name="T21" fmla="*/ 2147483647 h 126"/>
                <a:gd name="T22" fmla="*/ 0 w 162"/>
                <a:gd name="T23" fmla="*/ 2147483647 h 126"/>
                <a:gd name="T24" fmla="*/ 0 w 162"/>
                <a:gd name="T25" fmla="*/ 2147483647 h 126"/>
                <a:gd name="T26" fmla="*/ 2147483647 w 162"/>
                <a:gd name="T27" fmla="*/ 2147483647 h 126"/>
                <a:gd name="T28" fmla="*/ 2147483647 w 162"/>
                <a:gd name="T29" fmla="*/ 2147483647 h 126"/>
                <a:gd name="T30" fmla="*/ 2147483647 w 162"/>
                <a:gd name="T31" fmla="*/ 2147483647 h 126"/>
                <a:gd name="T32" fmla="*/ 2147483647 w 162"/>
                <a:gd name="T33" fmla="*/ 2147483647 h 126"/>
                <a:gd name="T34" fmla="*/ 2147483647 w 162"/>
                <a:gd name="T35" fmla="*/ 2147483647 h 126"/>
                <a:gd name="T36" fmla="*/ 2147483647 w 162"/>
                <a:gd name="T37" fmla="*/ 2147483647 h 126"/>
                <a:gd name="T38" fmla="*/ 2147483647 w 162"/>
                <a:gd name="T39" fmla="*/ 2147483647 h 126"/>
                <a:gd name="T40" fmla="*/ 2147483647 w 162"/>
                <a:gd name="T41" fmla="*/ 2147483647 h 126"/>
                <a:gd name="T42" fmla="*/ 2147483647 w 162"/>
                <a:gd name="T43" fmla="*/ 2147483647 h 126"/>
                <a:gd name="T44" fmla="*/ 2147483647 w 162"/>
                <a:gd name="T45" fmla="*/ 2147483647 h 126"/>
                <a:gd name="T46" fmla="*/ 2147483647 w 162"/>
                <a:gd name="T47" fmla="*/ 2147483647 h 126"/>
                <a:gd name="T48" fmla="*/ 2147483647 w 162"/>
                <a:gd name="T49" fmla="*/ 2147483647 h 126"/>
                <a:gd name="T50" fmla="*/ 2147483647 w 162"/>
                <a:gd name="T51" fmla="*/ 2147483647 h 126"/>
                <a:gd name="T52" fmla="*/ 2147483647 w 162"/>
                <a:gd name="T53" fmla="*/ 2147483647 h 126"/>
                <a:gd name="T54" fmla="*/ 2147483647 w 162"/>
                <a:gd name="T55" fmla="*/ 2147483647 h 126"/>
                <a:gd name="T56" fmla="*/ 2147483647 w 162"/>
                <a:gd name="T57" fmla="*/ 2147483647 h 126"/>
                <a:gd name="T58" fmla="*/ 2147483647 w 162"/>
                <a:gd name="T59" fmla="*/ 2147483647 h 126"/>
                <a:gd name="T60" fmla="*/ 2147483647 w 162"/>
                <a:gd name="T61" fmla="*/ 2147483647 h 126"/>
                <a:gd name="T62" fmla="*/ 2147483647 w 162"/>
                <a:gd name="T63" fmla="*/ 2147483647 h 126"/>
                <a:gd name="T64" fmla="*/ 2147483647 w 162"/>
                <a:gd name="T65" fmla="*/ 2147483647 h 12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62"/>
                <a:gd name="T100" fmla="*/ 0 h 126"/>
                <a:gd name="T101" fmla="*/ 162 w 162"/>
                <a:gd name="T102" fmla="*/ 126 h 12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62" h="126">
                  <a:moveTo>
                    <a:pt x="150" y="42"/>
                  </a:moveTo>
                  <a:lnTo>
                    <a:pt x="132" y="30"/>
                  </a:lnTo>
                  <a:lnTo>
                    <a:pt x="132" y="18"/>
                  </a:lnTo>
                  <a:lnTo>
                    <a:pt x="126" y="18"/>
                  </a:lnTo>
                  <a:lnTo>
                    <a:pt x="114" y="0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48" y="12"/>
                  </a:lnTo>
                  <a:lnTo>
                    <a:pt x="48" y="24"/>
                  </a:lnTo>
                  <a:lnTo>
                    <a:pt x="24" y="24"/>
                  </a:lnTo>
                  <a:lnTo>
                    <a:pt x="18" y="36"/>
                  </a:lnTo>
                  <a:lnTo>
                    <a:pt x="0" y="42"/>
                  </a:lnTo>
                  <a:lnTo>
                    <a:pt x="0" y="66"/>
                  </a:lnTo>
                  <a:lnTo>
                    <a:pt x="6" y="78"/>
                  </a:lnTo>
                  <a:lnTo>
                    <a:pt x="6" y="102"/>
                  </a:lnTo>
                  <a:lnTo>
                    <a:pt x="12" y="108"/>
                  </a:lnTo>
                  <a:lnTo>
                    <a:pt x="18" y="108"/>
                  </a:lnTo>
                  <a:lnTo>
                    <a:pt x="18" y="126"/>
                  </a:lnTo>
                  <a:lnTo>
                    <a:pt x="42" y="120"/>
                  </a:lnTo>
                  <a:lnTo>
                    <a:pt x="42" y="126"/>
                  </a:lnTo>
                  <a:lnTo>
                    <a:pt x="54" y="120"/>
                  </a:lnTo>
                  <a:lnTo>
                    <a:pt x="60" y="120"/>
                  </a:lnTo>
                  <a:lnTo>
                    <a:pt x="66" y="126"/>
                  </a:lnTo>
                  <a:lnTo>
                    <a:pt x="90" y="126"/>
                  </a:lnTo>
                  <a:lnTo>
                    <a:pt x="96" y="114"/>
                  </a:lnTo>
                  <a:lnTo>
                    <a:pt x="96" y="108"/>
                  </a:lnTo>
                  <a:lnTo>
                    <a:pt x="120" y="108"/>
                  </a:lnTo>
                  <a:lnTo>
                    <a:pt x="132" y="102"/>
                  </a:lnTo>
                  <a:lnTo>
                    <a:pt x="156" y="78"/>
                  </a:lnTo>
                  <a:lnTo>
                    <a:pt x="162" y="66"/>
                  </a:lnTo>
                  <a:lnTo>
                    <a:pt x="162" y="60"/>
                  </a:lnTo>
                  <a:lnTo>
                    <a:pt x="156" y="48"/>
                  </a:lnTo>
                  <a:lnTo>
                    <a:pt x="150" y="4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86" name="Luxembourg" descr="© INSCALE GmbH, 05.05.2010&#10;http://www.presentationload.com/">
              <a:extLst>
                <a:ext uri="{FF2B5EF4-FFF2-40B4-BE49-F238E27FC236}">
                  <a16:creationId xmlns:a16="http://schemas.microsoft.com/office/drawing/2014/main" id="{63620809-9CFA-4918-AFCE-616BBF607888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879322" y="1680315"/>
              <a:ext cx="16802" cy="14129"/>
            </a:xfrm>
            <a:custGeom>
              <a:avLst/>
              <a:gdLst>
                <a:gd name="T0" fmla="*/ 2147483647 w 54"/>
                <a:gd name="T1" fmla="*/ 2147483647 h 42"/>
                <a:gd name="T2" fmla="*/ 2147483647 w 54"/>
                <a:gd name="T3" fmla="*/ 2147483647 h 42"/>
                <a:gd name="T4" fmla="*/ 2147483647 w 54"/>
                <a:gd name="T5" fmla="*/ 2147483647 h 42"/>
                <a:gd name="T6" fmla="*/ 2147483647 w 54"/>
                <a:gd name="T7" fmla="*/ 2147483647 h 42"/>
                <a:gd name="T8" fmla="*/ 2147483647 w 54"/>
                <a:gd name="T9" fmla="*/ 2147483647 h 42"/>
                <a:gd name="T10" fmla="*/ 2147483647 w 54"/>
                <a:gd name="T11" fmla="*/ 2147483647 h 42"/>
                <a:gd name="T12" fmla="*/ 2147483647 w 54"/>
                <a:gd name="T13" fmla="*/ 2147483647 h 42"/>
                <a:gd name="T14" fmla="*/ 2147483647 w 54"/>
                <a:gd name="T15" fmla="*/ 2147483647 h 42"/>
                <a:gd name="T16" fmla="*/ 2147483647 w 54"/>
                <a:gd name="T17" fmla="*/ 0 h 42"/>
                <a:gd name="T18" fmla="*/ 2147483647 w 54"/>
                <a:gd name="T19" fmla="*/ 0 h 42"/>
                <a:gd name="T20" fmla="*/ 2147483647 w 54"/>
                <a:gd name="T21" fmla="*/ 2147483647 h 42"/>
                <a:gd name="T22" fmla="*/ 2147483647 w 54"/>
                <a:gd name="T23" fmla="*/ 2147483647 h 42"/>
                <a:gd name="T24" fmla="*/ 0 w 54"/>
                <a:gd name="T25" fmla="*/ 2147483647 h 42"/>
                <a:gd name="T26" fmla="*/ 0 w 54"/>
                <a:gd name="T27" fmla="*/ 2147483647 h 42"/>
                <a:gd name="T28" fmla="*/ 2147483647 w 54"/>
                <a:gd name="T29" fmla="*/ 2147483647 h 42"/>
                <a:gd name="T30" fmla="*/ 2147483647 w 54"/>
                <a:gd name="T31" fmla="*/ 2147483647 h 4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54"/>
                <a:gd name="T49" fmla="*/ 0 h 42"/>
                <a:gd name="T50" fmla="*/ 54 w 54"/>
                <a:gd name="T51" fmla="*/ 42 h 42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54" h="42">
                  <a:moveTo>
                    <a:pt x="18" y="42"/>
                  </a:moveTo>
                  <a:lnTo>
                    <a:pt x="30" y="36"/>
                  </a:lnTo>
                  <a:lnTo>
                    <a:pt x="48" y="42"/>
                  </a:lnTo>
                  <a:lnTo>
                    <a:pt x="54" y="36"/>
                  </a:lnTo>
                  <a:lnTo>
                    <a:pt x="54" y="24"/>
                  </a:lnTo>
                  <a:lnTo>
                    <a:pt x="42" y="18"/>
                  </a:lnTo>
                  <a:lnTo>
                    <a:pt x="36" y="18"/>
                  </a:lnTo>
                  <a:lnTo>
                    <a:pt x="30" y="12"/>
                  </a:lnTo>
                  <a:lnTo>
                    <a:pt x="30" y="0"/>
                  </a:lnTo>
                  <a:lnTo>
                    <a:pt x="24" y="0"/>
                  </a:lnTo>
                  <a:lnTo>
                    <a:pt x="18" y="6"/>
                  </a:lnTo>
                  <a:lnTo>
                    <a:pt x="6" y="12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12" y="30"/>
                  </a:lnTo>
                  <a:lnTo>
                    <a:pt x="18" y="4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87" name="Lithuania" descr="© INSCALE GmbH, 05.05.2010&#10;http://www.presentationload.com/">
              <a:extLst>
                <a:ext uri="{FF2B5EF4-FFF2-40B4-BE49-F238E27FC236}">
                  <a16:creationId xmlns:a16="http://schemas.microsoft.com/office/drawing/2014/main" id="{93C76D67-B2AE-42E6-86E5-BA0B4C03B29D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184333" y="1519760"/>
              <a:ext cx="112440" cy="64222"/>
            </a:xfrm>
            <a:custGeom>
              <a:avLst/>
              <a:gdLst>
                <a:gd name="T0" fmla="*/ 2147483647 w 342"/>
                <a:gd name="T1" fmla="*/ 2147483647 h 198"/>
                <a:gd name="T2" fmla="*/ 2147483647 w 342"/>
                <a:gd name="T3" fmla="*/ 2147483647 h 198"/>
                <a:gd name="T4" fmla="*/ 2147483647 w 342"/>
                <a:gd name="T5" fmla="*/ 2147483647 h 198"/>
                <a:gd name="T6" fmla="*/ 2147483647 w 342"/>
                <a:gd name="T7" fmla="*/ 2147483647 h 198"/>
                <a:gd name="T8" fmla="*/ 2147483647 w 342"/>
                <a:gd name="T9" fmla="*/ 2147483647 h 198"/>
                <a:gd name="T10" fmla="*/ 2147483647 w 342"/>
                <a:gd name="T11" fmla="*/ 2147483647 h 198"/>
                <a:gd name="T12" fmla="*/ 2147483647 w 342"/>
                <a:gd name="T13" fmla="*/ 2147483647 h 198"/>
                <a:gd name="T14" fmla="*/ 2147483647 w 342"/>
                <a:gd name="T15" fmla="*/ 2147483647 h 198"/>
                <a:gd name="T16" fmla="*/ 2147483647 w 342"/>
                <a:gd name="T17" fmla="*/ 2147483647 h 198"/>
                <a:gd name="T18" fmla="*/ 2147483647 w 342"/>
                <a:gd name="T19" fmla="*/ 2147483647 h 198"/>
                <a:gd name="T20" fmla="*/ 2147483647 w 342"/>
                <a:gd name="T21" fmla="*/ 2147483647 h 198"/>
                <a:gd name="T22" fmla="*/ 2147483647 w 342"/>
                <a:gd name="T23" fmla="*/ 2147483647 h 198"/>
                <a:gd name="T24" fmla="*/ 2147483647 w 342"/>
                <a:gd name="T25" fmla="*/ 0 h 198"/>
                <a:gd name="T26" fmla="*/ 2147483647 w 342"/>
                <a:gd name="T27" fmla="*/ 2147483647 h 198"/>
                <a:gd name="T28" fmla="*/ 0 w 342"/>
                <a:gd name="T29" fmla="*/ 2147483647 h 198"/>
                <a:gd name="T30" fmla="*/ 2147483647 w 342"/>
                <a:gd name="T31" fmla="*/ 2147483647 h 198"/>
                <a:gd name="T32" fmla="*/ 2147483647 w 342"/>
                <a:gd name="T33" fmla="*/ 2147483647 h 198"/>
                <a:gd name="T34" fmla="*/ 2147483647 w 342"/>
                <a:gd name="T35" fmla="*/ 2147483647 h 198"/>
                <a:gd name="T36" fmla="*/ 2147483647 w 342"/>
                <a:gd name="T37" fmla="*/ 2147483647 h 198"/>
                <a:gd name="T38" fmla="*/ 2147483647 w 342"/>
                <a:gd name="T39" fmla="*/ 2147483647 h 198"/>
                <a:gd name="T40" fmla="*/ 2147483647 w 342"/>
                <a:gd name="T41" fmla="*/ 2147483647 h 198"/>
                <a:gd name="T42" fmla="*/ 2147483647 w 342"/>
                <a:gd name="T43" fmla="*/ 2147483647 h 198"/>
                <a:gd name="T44" fmla="*/ 2147483647 w 342"/>
                <a:gd name="T45" fmla="*/ 2147483647 h 198"/>
                <a:gd name="T46" fmla="*/ 2147483647 w 342"/>
                <a:gd name="T47" fmla="*/ 2147483647 h 198"/>
                <a:gd name="T48" fmla="*/ 2147483647 w 342"/>
                <a:gd name="T49" fmla="*/ 2147483647 h 198"/>
                <a:gd name="T50" fmla="*/ 2147483647 w 342"/>
                <a:gd name="T51" fmla="*/ 2147483647 h 198"/>
                <a:gd name="T52" fmla="*/ 2147483647 w 342"/>
                <a:gd name="T53" fmla="*/ 2147483647 h 198"/>
                <a:gd name="T54" fmla="*/ 2147483647 w 342"/>
                <a:gd name="T55" fmla="*/ 2147483647 h 198"/>
                <a:gd name="T56" fmla="*/ 2147483647 w 342"/>
                <a:gd name="T57" fmla="*/ 2147483647 h 198"/>
                <a:gd name="T58" fmla="*/ 2147483647 w 342"/>
                <a:gd name="T59" fmla="*/ 2147483647 h 198"/>
                <a:gd name="T60" fmla="*/ 2147483647 w 342"/>
                <a:gd name="T61" fmla="*/ 2147483647 h 198"/>
                <a:gd name="T62" fmla="*/ 2147483647 w 342"/>
                <a:gd name="T63" fmla="*/ 2147483647 h 198"/>
                <a:gd name="T64" fmla="*/ 2147483647 w 342"/>
                <a:gd name="T65" fmla="*/ 2147483647 h 198"/>
                <a:gd name="T66" fmla="*/ 2147483647 w 342"/>
                <a:gd name="T67" fmla="*/ 2147483647 h 198"/>
                <a:gd name="T68" fmla="*/ 2147483647 w 342"/>
                <a:gd name="T69" fmla="*/ 2147483647 h 198"/>
                <a:gd name="T70" fmla="*/ 2147483647 w 342"/>
                <a:gd name="T71" fmla="*/ 2147483647 h 198"/>
                <a:gd name="T72" fmla="*/ 2147483647 w 342"/>
                <a:gd name="T73" fmla="*/ 2147483647 h 198"/>
                <a:gd name="T74" fmla="*/ 2147483647 w 342"/>
                <a:gd name="T75" fmla="*/ 2147483647 h 198"/>
                <a:gd name="T76" fmla="*/ 2147483647 w 342"/>
                <a:gd name="T77" fmla="*/ 2147483647 h 198"/>
                <a:gd name="T78" fmla="*/ 2147483647 w 342"/>
                <a:gd name="T79" fmla="*/ 2147483647 h 198"/>
                <a:gd name="T80" fmla="*/ 2147483647 w 342"/>
                <a:gd name="T81" fmla="*/ 2147483647 h 198"/>
                <a:gd name="T82" fmla="*/ 2147483647 w 342"/>
                <a:gd name="T83" fmla="*/ 2147483647 h 198"/>
                <a:gd name="T84" fmla="*/ 2147483647 w 342"/>
                <a:gd name="T85" fmla="*/ 2147483647 h 19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42"/>
                <a:gd name="T130" fmla="*/ 0 h 198"/>
                <a:gd name="T131" fmla="*/ 342 w 342"/>
                <a:gd name="T132" fmla="*/ 198 h 19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42" h="198">
                  <a:moveTo>
                    <a:pt x="330" y="60"/>
                  </a:moveTo>
                  <a:lnTo>
                    <a:pt x="312" y="54"/>
                  </a:lnTo>
                  <a:lnTo>
                    <a:pt x="294" y="42"/>
                  </a:lnTo>
                  <a:lnTo>
                    <a:pt x="282" y="30"/>
                  </a:lnTo>
                  <a:lnTo>
                    <a:pt x="276" y="30"/>
                  </a:lnTo>
                  <a:lnTo>
                    <a:pt x="264" y="24"/>
                  </a:lnTo>
                  <a:lnTo>
                    <a:pt x="234" y="24"/>
                  </a:lnTo>
                  <a:lnTo>
                    <a:pt x="228" y="12"/>
                  </a:lnTo>
                  <a:lnTo>
                    <a:pt x="222" y="6"/>
                  </a:lnTo>
                  <a:lnTo>
                    <a:pt x="210" y="6"/>
                  </a:lnTo>
                  <a:lnTo>
                    <a:pt x="198" y="18"/>
                  </a:lnTo>
                  <a:lnTo>
                    <a:pt x="180" y="18"/>
                  </a:lnTo>
                  <a:lnTo>
                    <a:pt x="174" y="12"/>
                  </a:lnTo>
                  <a:lnTo>
                    <a:pt x="162" y="12"/>
                  </a:lnTo>
                  <a:lnTo>
                    <a:pt x="156" y="18"/>
                  </a:lnTo>
                  <a:lnTo>
                    <a:pt x="150" y="18"/>
                  </a:lnTo>
                  <a:lnTo>
                    <a:pt x="144" y="12"/>
                  </a:lnTo>
                  <a:lnTo>
                    <a:pt x="138" y="12"/>
                  </a:lnTo>
                  <a:lnTo>
                    <a:pt x="126" y="6"/>
                  </a:lnTo>
                  <a:lnTo>
                    <a:pt x="120" y="6"/>
                  </a:lnTo>
                  <a:lnTo>
                    <a:pt x="114" y="12"/>
                  </a:lnTo>
                  <a:lnTo>
                    <a:pt x="108" y="12"/>
                  </a:lnTo>
                  <a:lnTo>
                    <a:pt x="102" y="6"/>
                  </a:lnTo>
                  <a:lnTo>
                    <a:pt x="96" y="6"/>
                  </a:lnTo>
                  <a:lnTo>
                    <a:pt x="90" y="0"/>
                  </a:lnTo>
                  <a:lnTo>
                    <a:pt x="72" y="0"/>
                  </a:lnTo>
                  <a:lnTo>
                    <a:pt x="60" y="12"/>
                  </a:lnTo>
                  <a:lnTo>
                    <a:pt x="18" y="12"/>
                  </a:lnTo>
                  <a:lnTo>
                    <a:pt x="6" y="18"/>
                  </a:lnTo>
                  <a:lnTo>
                    <a:pt x="0" y="18"/>
                  </a:lnTo>
                  <a:lnTo>
                    <a:pt x="0" y="60"/>
                  </a:lnTo>
                  <a:lnTo>
                    <a:pt x="12" y="84"/>
                  </a:lnTo>
                  <a:lnTo>
                    <a:pt x="18" y="90"/>
                  </a:lnTo>
                  <a:lnTo>
                    <a:pt x="18" y="96"/>
                  </a:lnTo>
                  <a:lnTo>
                    <a:pt x="30" y="96"/>
                  </a:lnTo>
                  <a:lnTo>
                    <a:pt x="30" y="102"/>
                  </a:lnTo>
                  <a:lnTo>
                    <a:pt x="42" y="102"/>
                  </a:lnTo>
                  <a:lnTo>
                    <a:pt x="48" y="108"/>
                  </a:lnTo>
                  <a:lnTo>
                    <a:pt x="72" y="108"/>
                  </a:lnTo>
                  <a:lnTo>
                    <a:pt x="84" y="102"/>
                  </a:lnTo>
                  <a:lnTo>
                    <a:pt x="102" y="102"/>
                  </a:lnTo>
                  <a:lnTo>
                    <a:pt x="108" y="114"/>
                  </a:lnTo>
                  <a:lnTo>
                    <a:pt x="108" y="132"/>
                  </a:lnTo>
                  <a:lnTo>
                    <a:pt x="96" y="144"/>
                  </a:lnTo>
                  <a:lnTo>
                    <a:pt x="102" y="162"/>
                  </a:lnTo>
                  <a:lnTo>
                    <a:pt x="120" y="162"/>
                  </a:lnTo>
                  <a:lnTo>
                    <a:pt x="138" y="168"/>
                  </a:lnTo>
                  <a:lnTo>
                    <a:pt x="144" y="168"/>
                  </a:lnTo>
                  <a:lnTo>
                    <a:pt x="156" y="174"/>
                  </a:lnTo>
                  <a:lnTo>
                    <a:pt x="156" y="198"/>
                  </a:lnTo>
                  <a:lnTo>
                    <a:pt x="162" y="198"/>
                  </a:lnTo>
                  <a:lnTo>
                    <a:pt x="168" y="192"/>
                  </a:lnTo>
                  <a:lnTo>
                    <a:pt x="180" y="192"/>
                  </a:lnTo>
                  <a:lnTo>
                    <a:pt x="192" y="186"/>
                  </a:lnTo>
                  <a:lnTo>
                    <a:pt x="198" y="186"/>
                  </a:lnTo>
                  <a:lnTo>
                    <a:pt x="204" y="192"/>
                  </a:lnTo>
                  <a:lnTo>
                    <a:pt x="204" y="198"/>
                  </a:lnTo>
                  <a:lnTo>
                    <a:pt x="234" y="198"/>
                  </a:lnTo>
                  <a:lnTo>
                    <a:pt x="234" y="180"/>
                  </a:lnTo>
                  <a:lnTo>
                    <a:pt x="246" y="192"/>
                  </a:lnTo>
                  <a:lnTo>
                    <a:pt x="252" y="180"/>
                  </a:lnTo>
                  <a:lnTo>
                    <a:pt x="258" y="174"/>
                  </a:lnTo>
                  <a:lnTo>
                    <a:pt x="270" y="168"/>
                  </a:lnTo>
                  <a:lnTo>
                    <a:pt x="288" y="168"/>
                  </a:lnTo>
                  <a:lnTo>
                    <a:pt x="288" y="174"/>
                  </a:lnTo>
                  <a:lnTo>
                    <a:pt x="282" y="180"/>
                  </a:lnTo>
                  <a:lnTo>
                    <a:pt x="294" y="180"/>
                  </a:lnTo>
                  <a:lnTo>
                    <a:pt x="294" y="174"/>
                  </a:lnTo>
                  <a:lnTo>
                    <a:pt x="288" y="168"/>
                  </a:lnTo>
                  <a:lnTo>
                    <a:pt x="288" y="156"/>
                  </a:lnTo>
                  <a:lnTo>
                    <a:pt x="282" y="150"/>
                  </a:lnTo>
                  <a:lnTo>
                    <a:pt x="282" y="144"/>
                  </a:lnTo>
                  <a:lnTo>
                    <a:pt x="294" y="144"/>
                  </a:lnTo>
                  <a:lnTo>
                    <a:pt x="294" y="138"/>
                  </a:lnTo>
                  <a:lnTo>
                    <a:pt x="288" y="126"/>
                  </a:lnTo>
                  <a:lnTo>
                    <a:pt x="288" y="120"/>
                  </a:lnTo>
                  <a:lnTo>
                    <a:pt x="294" y="114"/>
                  </a:lnTo>
                  <a:lnTo>
                    <a:pt x="312" y="114"/>
                  </a:lnTo>
                  <a:lnTo>
                    <a:pt x="306" y="96"/>
                  </a:lnTo>
                  <a:lnTo>
                    <a:pt x="312" y="96"/>
                  </a:lnTo>
                  <a:lnTo>
                    <a:pt x="318" y="102"/>
                  </a:lnTo>
                  <a:lnTo>
                    <a:pt x="336" y="102"/>
                  </a:lnTo>
                  <a:lnTo>
                    <a:pt x="342" y="96"/>
                  </a:lnTo>
                  <a:lnTo>
                    <a:pt x="324" y="78"/>
                  </a:lnTo>
                  <a:lnTo>
                    <a:pt x="324" y="72"/>
                  </a:lnTo>
                  <a:lnTo>
                    <a:pt x="330" y="66"/>
                  </a:lnTo>
                  <a:lnTo>
                    <a:pt x="330" y="6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88" name="Libya" descr="© INSCALE GmbH, 05.05.2010&#10;http://www.presentationload.com/">
              <a:extLst>
                <a:ext uri="{FF2B5EF4-FFF2-40B4-BE49-F238E27FC236}">
                  <a16:creationId xmlns:a16="http://schemas.microsoft.com/office/drawing/2014/main" id="{267E22BB-A3D6-4E69-8152-5622E3167D3E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951698" y="2122161"/>
              <a:ext cx="363170" cy="364779"/>
            </a:xfrm>
            <a:custGeom>
              <a:avLst/>
              <a:gdLst>
                <a:gd name="T0" fmla="*/ 2147483647 w 1098"/>
                <a:gd name="T1" fmla="*/ 2147483647 h 1110"/>
                <a:gd name="T2" fmla="*/ 2147483647 w 1098"/>
                <a:gd name="T3" fmla="*/ 2147483647 h 1110"/>
                <a:gd name="T4" fmla="*/ 2147483647 w 1098"/>
                <a:gd name="T5" fmla="*/ 2147483647 h 1110"/>
                <a:gd name="T6" fmla="*/ 2147483647 w 1098"/>
                <a:gd name="T7" fmla="*/ 2147483647 h 1110"/>
                <a:gd name="T8" fmla="*/ 2147483647 w 1098"/>
                <a:gd name="T9" fmla="*/ 2147483647 h 1110"/>
                <a:gd name="T10" fmla="*/ 2147483647 w 1098"/>
                <a:gd name="T11" fmla="*/ 2147483647 h 1110"/>
                <a:gd name="T12" fmla="*/ 2147483647 w 1098"/>
                <a:gd name="T13" fmla="*/ 2147483647 h 1110"/>
                <a:gd name="T14" fmla="*/ 2147483647 w 1098"/>
                <a:gd name="T15" fmla="*/ 2147483647 h 1110"/>
                <a:gd name="T16" fmla="*/ 2147483647 w 1098"/>
                <a:gd name="T17" fmla="*/ 2147483647 h 1110"/>
                <a:gd name="T18" fmla="*/ 2147483647 w 1098"/>
                <a:gd name="T19" fmla="*/ 2147483647 h 1110"/>
                <a:gd name="T20" fmla="*/ 2147483647 w 1098"/>
                <a:gd name="T21" fmla="*/ 2147483647 h 1110"/>
                <a:gd name="T22" fmla="*/ 2147483647 w 1098"/>
                <a:gd name="T23" fmla="*/ 2147483647 h 1110"/>
                <a:gd name="T24" fmla="*/ 0 w 1098"/>
                <a:gd name="T25" fmla="*/ 2147483647 h 1110"/>
                <a:gd name="T26" fmla="*/ 2147483647 w 1098"/>
                <a:gd name="T27" fmla="*/ 2147483647 h 1110"/>
                <a:gd name="T28" fmla="*/ 2147483647 w 1098"/>
                <a:gd name="T29" fmla="*/ 2147483647 h 1110"/>
                <a:gd name="T30" fmla="*/ 2147483647 w 1098"/>
                <a:gd name="T31" fmla="*/ 2147483647 h 1110"/>
                <a:gd name="T32" fmla="*/ 2147483647 w 1098"/>
                <a:gd name="T33" fmla="*/ 2147483647 h 1110"/>
                <a:gd name="T34" fmla="*/ 2147483647 w 1098"/>
                <a:gd name="T35" fmla="*/ 2147483647 h 1110"/>
                <a:gd name="T36" fmla="*/ 2147483647 w 1098"/>
                <a:gd name="T37" fmla="*/ 2147483647 h 1110"/>
                <a:gd name="T38" fmla="*/ 2147483647 w 1098"/>
                <a:gd name="T39" fmla="*/ 2147483647 h 1110"/>
                <a:gd name="T40" fmla="*/ 2147483647 w 1098"/>
                <a:gd name="T41" fmla="*/ 2147483647 h 1110"/>
                <a:gd name="T42" fmla="*/ 2147483647 w 1098"/>
                <a:gd name="T43" fmla="*/ 2147483647 h 1110"/>
                <a:gd name="T44" fmla="*/ 2147483647 w 1098"/>
                <a:gd name="T45" fmla="*/ 2147483647 h 1110"/>
                <a:gd name="T46" fmla="*/ 2147483647 w 1098"/>
                <a:gd name="T47" fmla="*/ 2147483647 h 1110"/>
                <a:gd name="T48" fmla="*/ 2147483647 w 1098"/>
                <a:gd name="T49" fmla="*/ 2147483647 h 1110"/>
                <a:gd name="T50" fmla="*/ 2147483647 w 1098"/>
                <a:gd name="T51" fmla="*/ 2147483647 h 1110"/>
                <a:gd name="T52" fmla="*/ 2147483647 w 1098"/>
                <a:gd name="T53" fmla="*/ 2147483647 h 1110"/>
                <a:gd name="T54" fmla="*/ 2147483647 w 1098"/>
                <a:gd name="T55" fmla="*/ 2147483647 h 1110"/>
                <a:gd name="T56" fmla="*/ 2147483647 w 1098"/>
                <a:gd name="T57" fmla="*/ 2147483647 h 1110"/>
                <a:gd name="T58" fmla="*/ 2147483647 w 1098"/>
                <a:gd name="T59" fmla="*/ 2147483647 h 1110"/>
                <a:gd name="T60" fmla="*/ 2147483647 w 1098"/>
                <a:gd name="T61" fmla="*/ 2147483647 h 1110"/>
                <a:gd name="T62" fmla="*/ 2147483647 w 1098"/>
                <a:gd name="T63" fmla="*/ 2147483647 h 1110"/>
                <a:gd name="T64" fmla="*/ 2147483647 w 1098"/>
                <a:gd name="T65" fmla="*/ 2147483647 h 1110"/>
                <a:gd name="T66" fmla="*/ 2147483647 w 1098"/>
                <a:gd name="T67" fmla="*/ 2147483647 h 1110"/>
                <a:gd name="T68" fmla="*/ 2147483647 w 1098"/>
                <a:gd name="T69" fmla="*/ 2147483647 h 1110"/>
                <a:gd name="T70" fmla="*/ 2147483647 w 1098"/>
                <a:gd name="T71" fmla="*/ 2147483647 h 1110"/>
                <a:gd name="T72" fmla="*/ 2147483647 w 1098"/>
                <a:gd name="T73" fmla="*/ 2147483647 h 1110"/>
                <a:gd name="T74" fmla="*/ 2147483647 w 1098"/>
                <a:gd name="T75" fmla="*/ 2147483647 h 1110"/>
                <a:gd name="T76" fmla="*/ 2147483647 w 1098"/>
                <a:gd name="T77" fmla="*/ 2147483647 h 1110"/>
                <a:gd name="T78" fmla="*/ 2147483647 w 1098"/>
                <a:gd name="T79" fmla="*/ 2147483647 h 1110"/>
                <a:gd name="T80" fmla="*/ 2147483647 w 1098"/>
                <a:gd name="T81" fmla="*/ 2147483647 h 1110"/>
                <a:gd name="T82" fmla="*/ 2147483647 w 1098"/>
                <a:gd name="T83" fmla="*/ 2147483647 h 1110"/>
                <a:gd name="T84" fmla="*/ 2147483647 w 1098"/>
                <a:gd name="T85" fmla="*/ 2147483647 h 1110"/>
                <a:gd name="T86" fmla="*/ 2147483647 w 1098"/>
                <a:gd name="T87" fmla="*/ 2147483647 h 1110"/>
                <a:gd name="T88" fmla="*/ 2147483647 w 1098"/>
                <a:gd name="T89" fmla="*/ 2147483647 h 1110"/>
                <a:gd name="T90" fmla="*/ 2147483647 w 1098"/>
                <a:gd name="T91" fmla="*/ 2147483647 h 1110"/>
                <a:gd name="T92" fmla="*/ 2147483647 w 1098"/>
                <a:gd name="T93" fmla="*/ 2147483647 h 1110"/>
                <a:gd name="T94" fmla="*/ 2147483647 w 1098"/>
                <a:gd name="T95" fmla="*/ 2147483647 h 1110"/>
                <a:gd name="T96" fmla="*/ 2147483647 w 1098"/>
                <a:gd name="T97" fmla="*/ 2147483647 h 1110"/>
                <a:gd name="T98" fmla="*/ 2147483647 w 1098"/>
                <a:gd name="T99" fmla="*/ 2147483647 h 1110"/>
                <a:gd name="T100" fmla="*/ 2147483647 w 1098"/>
                <a:gd name="T101" fmla="*/ 2147483647 h 1110"/>
                <a:gd name="T102" fmla="*/ 2147483647 w 1098"/>
                <a:gd name="T103" fmla="*/ 2147483647 h 1110"/>
                <a:gd name="T104" fmla="*/ 2147483647 w 1098"/>
                <a:gd name="T105" fmla="*/ 2147483647 h 1110"/>
                <a:gd name="T106" fmla="*/ 2147483647 w 1098"/>
                <a:gd name="T107" fmla="*/ 2147483647 h 1110"/>
                <a:gd name="T108" fmla="*/ 2147483647 w 1098"/>
                <a:gd name="T109" fmla="*/ 2147483647 h 1110"/>
                <a:gd name="T110" fmla="*/ 2147483647 w 1098"/>
                <a:gd name="T111" fmla="*/ 2147483647 h 1110"/>
                <a:gd name="T112" fmla="*/ 2147483647 w 1098"/>
                <a:gd name="T113" fmla="*/ 2147483647 h 111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98"/>
                <a:gd name="T172" fmla="*/ 0 h 1110"/>
                <a:gd name="T173" fmla="*/ 1098 w 1098"/>
                <a:gd name="T174" fmla="*/ 1110 h 111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98" h="1110">
                  <a:moveTo>
                    <a:pt x="156" y="60"/>
                  </a:moveTo>
                  <a:lnTo>
                    <a:pt x="150" y="66"/>
                  </a:lnTo>
                  <a:lnTo>
                    <a:pt x="126" y="78"/>
                  </a:lnTo>
                  <a:lnTo>
                    <a:pt x="114" y="78"/>
                  </a:lnTo>
                  <a:lnTo>
                    <a:pt x="102" y="84"/>
                  </a:lnTo>
                  <a:lnTo>
                    <a:pt x="96" y="90"/>
                  </a:lnTo>
                  <a:lnTo>
                    <a:pt x="90" y="102"/>
                  </a:lnTo>
                  <a:lnTo>
                    <a:pt x="84" y="108"/>
                  </a:lnTo>
                  <a:lnTo>
                    <a:pt x="78" y="120"/>
                  </a:lnTo>
                  <a:lnTo>
                    <a:pt x="72" y="120"/>
                  </a:lnTo>
                  <a:lnTo>
                    <a:pt x="54" y="138"/>
                  </a:lnTo>
                  <a:lnTo>
                    <a:pt x="54" y="156"/>
                  </a:lnTo>
                  <a:lnTo>
                    <a:pt x="66" y="180"/>
                  </a:lnTo>
                  <a:lnTo>
                    <a:pt x="66" y="204"/>
                  </a:lnTo>
                  <a:lnTo>
                    <a:pt x="36" y="234"/>
                  </a:lnTo>
                  <a:lnTo>
                    <a:pt x="30" y="234"/>
                  </a:lnTo>
                  <a:lnTo>
                    <a:pt x="24" y="240"/>
                  </a:lnTo>
                  <a:lnTo>
                    <a:pt x="12" y="246"/>
                  </a:lnTo>
                  <a:lnTo>
                    <a:pt x="6" y="246"/>
                  </a:lnTo>
                  <a:lnTo>
                    <a:pt x="0" y="252"/>
                  </a:lnTo>
                  <a:lnTo>
                    <a:pt x="12" y="270"/>
                  </a:lnTo>
                  <a:lnTo>
                    <a:pt x="36" y="330"/>
                  </a:lnTo>
                  <a:lnTo>
                    <a:pt x="48" y="354"/>
                  </a:lnTo>
                  <a:lnTo>
                    <a:pt x="48" y="360"/>
                  </a:lnTo>
                  <a:lnTo>
                    <a:pt x="42" y="372"/>
                  </a:lnTo>
                  <a:lnTo>
                    <a:pt x="42" y="402"/>
                  </a:lnTo>
                  <a:lnTo>
                    <a:pt x="36" y="408"/>
                  </a:lnTo>
                  <a:lnTo>
                    <a:pt x="36" y="414"/>
                  </a:lnTo>
                  <a:lnTo>
                    <a:pt x="42" y="432"/>
                  </a:lnTo>
                  <a:lnTo>
                    <a:pt x="30" y="456"/>
                  </a:lnTo>
                  <a:lnTo>
                    <a:pt x="36" y="510"/>
                  </a:lnTo>
                  <a:lnTo>
                    <a:pt x="36" y="516"/>
                  </a:lnTo>
                  <a:lnTo>
                    <a:pt x="42" y="522"/>
                  </a:lnTo>
                  <a:lnTo>
                    <a:pt x="42" y="534"/>
                  </a:lnTo>
                  <a:lnTo>
                    <a:pt x="36" y="546"/>
                  </a:lnTo>
                  <a:lnTo>
                    <a:pt x="30" y="552"/>
                  </a:lnTo>
                  <a:lnTo>
                    <a:pt x="18" y="558"/>
                  </a:lnTo>
                  <a:lnTo>
                    <a:pt x="6" y="558"/>
                  </a:lnTo>
                  <a:lnTo>
                    <a:pt x="0" y="564"/>
                  </a:lnTo>
                  <a:lnTo>
                    <a:pt x="0" y="570"/>
                  </a:lnTo>
                  <a:lnTo>
                    <a:pt x="6" y="582"/>
                  </a:lnTo>
                  <a:lnTo>
                    <a:pt x="18" y="594"/>
                  </a:lnTo>
                  <a:lnTo>
                    <a:pt x="24" y="612"/>
                  </a:lnTo>
                  <a:lnTo>
                    <a:pt x="36" y="624"/>
                  </a:lnTo>
                  <a:lnTo>
                    <a:pt x="42" y="636"/>
                  </a:lnTo>
                  <a:lnTo>
                    <a:pt x="48" y="642"/>
                  </a:lnTo>
                  <a:lnTo>
                    <a:pt x="48" y="684"/>
                  </a:lnTo>
                  <a:lnTo>
                    <a:pt x="72" y="708"/>
                  </a:lnTo>
                  <a:lnTo>
                    <a:pt x="96" y="696"/>
                  </a:lnTo>
                  <a:lnTo>
                    <a:pt x="102" y="696"/>
                  </a:lnTo>
                  <a:lnTo>
                    <a:pt x="138" y="714"/>
                  </a:lnTo>
                  <a:lnTo>
                    <a:pt x="150" y="714"/>
                  </a:lnTo>
                  <a:lnTo>
                    <a:pt x="162" y="726"/>
                  </a:lnTo>
                  <a:lnTo>
                    <a:pt x="162" y="732"/>
                  </a:lnTo>
                  <a:lnTo>
                    <a:pt x="168" y="744"/>
                  </a:lnTo>
                  <a:lnTo>
                    <a:pt x="174" y="762"/>
                  </a:lnTo>
                  <a:lnTo>
                    <a:pt x="180" y="774"/>
                  </a:lnTo>
                  <a:lnTo>
                    <a:pt x="186" y="780"/>
                  </a:lnTo>
                  <a:lnTo>
                    <a:pt x="186" y="786"/>
                  </a:lnTo>
                  <a:lnTo>
                    <a:pt x="222" y="792"/>
                  </a:lnTo>
                  <a:lnTo>
                    <a:pt x="234" y="792"/>
                  </a:lnTo>
                  <a:lnTo>
                    <a:pt x="246" y="798"/>
                  </a:lnTo>
                  <a:lnTo>
                    <a:pt x="258" y="798"/>
                  </a:lnTo>
                  <a:lnTo>
                    <a:pt x="276" y="804"/>
                  </a:lnTo>
                  <a:lnTo>
                    <a:pt x="288" y="810"/>
                  </a:lnTo>
                  <a:lnTo>
                    <a:pt x="294" y="810"/>
                  </a:lnTo>
                  <a:lnTo>
                    <a:pt x="300" y="816"/>
                  </a:lnTo>
                  <a:lnTo>
                    <a:pt x="312" y="822"/>
                  </a:lnTo>
                  <a:lnTo>
                    <a:pt x="318" y="828"/>
                  </a:lnTo>
                  <a:lnTo>
                    <a:pt x="324" y="840"/>
                  </a:lnTo>
                  <a:lnTo>
                    <a:pt x="336" y="846"/>
                  </a:lnTo>
                  <a:lnTo>
                    <a:pt x="342" y="852"/>
                  </a:lnTo>
                  <a:lnTo>
                    <a:pt x="360" y="846"/>
                  </a:lnTo>
                  <a:lnTo>
                    <a:pt x="396" y="828"/>
                  </a:lnTo>
                  <a:lnTo>
                    <a:pt x="456" y="792"/>
                  </a:lnTo>
                  <a:lnTo>
                    <a:pt x="468" y="786"/>
                  </a:lnTo>
                  <a:lnTo>
                    <a:pt x="1026" y="1110"/>
                  </a:lnTo>
                  <a:lnTo>
                    <a:pt x="1026" y="1062"/>
                  </a:lnTo>
                  <a:lnTo>
                    <a:pt x="1098" y="1062"/>
                  </a:lnTo>
                  <a:lnTo>
                    <a:pt x="1098" y="828"/>
                  </a:lnTo>
                  <a:lnTo>
                    <a:pt x="1092" y="750"/>
                  </a:lnTo>
                  <a:lnTo>
                    <a:pt x="1092" y="660"/>
                  </a:lnTo>
                  <a:lnTo>
                    <a:pt x="1086" y="564"/>
                  </a:lnTo>
                  <a:lnTo>
                    <a:pt x="1086" y="468"/>
                  </a:lnTo>
                  <a:lnTo>
                    <a:pt x="1080" y="390"/>
                  </a:lnTo>
                  <a:lnTo>
                    <a:pt x="1080" y="306"/>
                  </a:lnTo>
                  <a:lnTo>
                    <a:pt x="1068" y="270"/>
                  </a:lnTo>
                  <a:lnTo>
                    <a:pt x="1056" y="258"/>
                  </a:lnTo>
                  <a:lnTo>
                    <a:pt x="1050" y="246"/>
                  </a:lnTo>
                  <a:lnTo>
                    <a:pt x="1050" y="240"/>
                  </a:lnTo>
                  <a:lnTo>
                    <a:pt x="1056" y="228"/>
                  </a:lnTo>
                  <a:lnTo>
                    <a:pt x="1062" y="222"/>
                  </a:lnTo>
                  <a:lnTo>
                    <a:pt x="1068" y="210"/>
                  </a:lnTo>
                  <a:lnTo>
                    <a:pt x="1074" y="204"/>
                  </a:lnTo>
                  <a:lnTo>
                    <a:pt x="1074" y="198"/>
                  </a:lnTo>
                  <a:lnTo>
                    <a:pt x="1068" y="186"/>
                  </a:lnTo>
                  <a:lnTo>
                    <a:pt x="1056" y="180"/>
                  </a:lnTo>
                  <a:lnTo>
                    <a:pt x="1056" y="150"/>
                  </a:lnTo>
                  <a:lnTo>
                    <a:pt x="1080" y="126"/>
                  </a:lnTo>
                  <a:lnTo>
                    <a:pt x="1074" y="114"/>
                  </a:lnTo>
                  <a:lnTo>
                    <a:pt x="1074" y="96"/>
                  </a:lnTo>
                  <a:lnTo>
                    <a:pt x="1056" y="102"/>
                  </a:lnTo>
                  <a:lnTo>
                    <a:pt x="1044" y="90"/>
                  </a:lnTo>
                  <a:lnTo>
                    <a:pt x="1032" y="102"/>
                  </a:lnTo>
                  <a:lnTo>
                    <a:pt x="1026" y="102"/>
                  </a:lnTo>
                  <a:lnTo>
                    <a:pt x="1020" y="96"/>
                  </a:lnTo>
                  <a:lnTo>
                    <a:pt x="1008" y="90"/>
                  </a:lnTo>
                  <a:lnTo>
                    <a:pt x="1002" y="84"/>
                  </a:lnTo>
                  <a:lnTo>
                    <a:pt x="990" y="78"/>
                  </a:lnTo>
                  <a:lnTo>
                    <a:pt x="978" y="78"/>
                  </a:lnTo>
                  <a:lnTo>
                    <a:pt x="966" y="84"/>
                  </a:lnTo>
                  <a:lnTo>
                    <a:pt x="954" y="84"/>
                  </a:lnTo>
                  <a:lnTo>
                    <a:pt x="942" y="78"/>
                  </a:lnTo>
                  <a:lnTo>
                    <a:pt x="936" y="72"/>
                  </a:lnTo>
                  <a:lnTo>
                    <a:pt x="936" y="48"/>
                  </a:lnTo>
                  <a:lnTo>
                    <a:pt x="930" y="42"/>
                  </a:lnTo>
                  <a:lnTo>
                    <a:pt x="918" y="36"/>
                  </a:lnTo>
                  <a:lnTo>
                    <a:pt x="882" y="36"/>
                  </a:lnTo>
                  <a:lnTo>
                    <a:pt x="876" y="30"/>
                  </a:lnTo>
                  <a:lnTo>
                    <a:pt x="864" y="30"/>
                  </a:lnTo>
                  <a:lnTo>
                    <a:pt x="852" y="24"/>
                  </a:lnTo>
                  <a:lnTo>
                    <a:pt x="840" y="24"/>
                  </a:lnTo>
                  <a:lnTo>
                    <a:pt x="834" y="30"/>
                  </a:lnTo>
                  <a:lnTo>
                    <a:pt x="834" y="36"/>
                  </a:lnTo>
                  <a:lnTo>
                    <a:pt x="798" y="36"/>
                  </a:lnTo>
                  <a:lnTo>
                    <a:pt x="780" y="42"/>
                  </a:lnTo>
                  <a:lnTo>
                    <a:pt x="768" y="48"/>
                  </a:lnTo>
                  <a:lnTo>
                    <a:pt x="732" y="84"/>
                  </a:lnTo>
                  <a:lnTo>
                    <a:pt x="720" y="108"/>
                  </a:lnTo>
                  <a:lnTo>
                    <a:pt x="720" y="120"/>
                  </a:lnTo>
                  <a:lnTo>
                    <a:pt x="726" y="138"/>
                  </a:lnTo>
                  <a:lnTo>
                    <a:pt x="738" y="150"/>
                  </a:lnTo>
                  <a:lnTo>
                    <a:pt x="744" y="162"/>
                  </a:lnTo>
                  <a:lnTo>
                    <a:pt x="744" y="180"/>
                  </a:lnTo>
                  <a:lnTo>
                    <a:pt x="738" y="192"/>
                  </a:lnTo>
                  <a:lnTo>
                    <a:pt x="714" y="216"/>
                  </a:lnTo>
                  <a:lnTo>
                    <a:pt x="708" y="228"/>
                  </a:lnTo>
                  <a:lnTo>
                    <a:pt x="696" y="234"/>
                  </a:lnTo>
                  <a:lnTo>
                    <a:pt x="666" y="234"/>
                  </a:lnTo>
                  <a:lnTo>
                    <a:pt x="648" y="228"/>
                  </a:lnTo>
                  <a:lnTo>
                    <a:pt x="630" y="216"/>
                  </a:lnTo>
                  <a:lnTo>
                    <a:pt x="612" y="198"/>
                  </a:lnTo>
                  <a:lnTo>
                    <a:pt x="582" y="180"/>
                  </a:lnTo>
                  <a:lnTo>
                    <a:pt x="552" y="168"/>
                  </a:lnTo>
                  <a:lnTo>
                    <a:pt x="528" y="162"/>
                  </a:lnTo>
                  <a:lnTo>
                    <a:pt x="462" y="162"/>
                  </a:lnTo>
                  <a:lnTo>
                    <a:pt x="438" y="150"/>
                  </a:lnTo>
                  <a:lnTo>
                    <a:pt x="426" y="138"/>
                  </a:lnTo>
                  <a:lnTo>
                    <a:pt x="420" y="126"/>
                  </a:lnTo>
                  <a:lnTo>
                    <a:pt x="414" y="108"/>
                  </a:lnTo>
                  <a:lnTo>
                    <a:pt x="414" y="96"/>
                  </a:lnTo>
                  <a:lnTo>
                    <a:pt x="402" y="72"/>
                  </a:lnTo>
                  <a:lnTo>
                    <a:pt x="378" y="60"/>
                  </a:lnTo>
                  <a:lnTo>
                    <a:pt x="366" y="60"/>
                  </a:lnTo>
                  <a:lnTo>
                    <a:pt x="354" y="54"/>
                  </a:lnTo>
                  <a:lnTo>
                    <a:pt x="348" y="48"/>
                  </a:lnTo>
                  <a:lnTo>
                    <a:pt x="324" y="36"/>
                  </a:lnTo>
                  <a:lnTo>
                    <a:pt x="318" y="36"/>
                  </a:lnTo>
                  <a:lnTo>
                    <a:pt x="306" y="30"/>
                  </a:lnTo>
                  <a:lnTo>
                    <a:pt x="264" y="30"/>
                  </a:lnTo>
                  <a:lnTo>
                    <a:pt x="252" y="36"/>
                  </a:lnTo>
                  <a:lnTo>
                    <a:pt x="216" y="36"/>
                  </a:lnTo>
                  <a:lnTo>
                    <a:pt x="192" y="24"/>
                  </a:lnTo>
                  <a:lnTo>
                    <a:pt x="180" y="12"/>
                  </a:lnTo>
                  <a:lnTo>
                    <a:pt x="168" y="6"/>
                  </a:lnTo>
                  <a:lnTo>
                    <a:pt x="150" y="6"/>
                  </a:lnTo>
                  <a:lnTo>
                    <a:pt x="144" y="0"/>
                  </a:lnTo>
                  <a:lnTo>
                    <a:pt x="138" y="42"/>
                  </a:lnTo>
                  <a:lnTo>
                    <a:pt x="144" y="42"/>
                  </a:lnTo>
                  <a:lnTo>
                    <a:pt x="156" y="54"/>
                  </a:lnTo>
                  <a:lnTo>
                    <a:pt x="156" y="6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89" name="Liechtenstein" descr="© INSCALE GmbH, 05.05.2010&#10;http://www.presentationload.com/">
              <a:extLst>
                <a:ext uri="{FF2B5EF4-FFF2-40B4-BE49-F238E27FC236}">
                  <a16:creationId xmlns:a16="http://schemas.microsoft.com/office/drawing/2014/main" id="{76E46866-5379-46B1-8EDB-5BAB37F45951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954283" y="1752243"/>
              <a:ext cx="5170" cy="7707"/>
            </a:xfrm>
            <a:custGeom>
              <a:avLst/>
              <a:gdLst>
                <a:gd name="T0" fmla="*/ 2147483647 w 18"/>
                <a:gd name="T1" fmla="*/ 0 h 24"/>
                <a:gd name="T2" fmla="*/ 2147483647 w 18"/>
                <a:gd name="T3" fmla="*/ 2147483647 h 24"/>
                <a:gd name="T4" fmla="*/ 0 w 18"/>
                <a:gd name="T5" fmla="*/ 2147483647 h 24"/>
                <a:gd name="T6" fmla="*/ 0 w 18"/>
                <a:gd name="T7" fmla="*/ 2147483647 h 24"/>
                <a:gd name="T8" fmla="*/ 2147483647 w 18"/>
                <a:gd name="T9" fmla="*/ 2147483647 h 24"/>
                <a:gd name="T10" fmla="*/ 2147483647 w 18"/>
                <a:gd name="T11" fmla="*/ 0 h 24"/>
                <a:gd name="T12" fmla="*/ 2147483647 w 18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8"/>
                <a:gd name="T22" fmla="*/ 0 h 24"/>
                <a:gd name="T23" fmla="*/ 18 w 18"/>
                <a:gd name="T24" fmla="*/ 24 h 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8" h="24">
                  <a:moveTo>
                    <a:pt x="12" y="0"/>
                  </a:moveTo>
                  <a:lnTo>
                    <a:pt x="6" y="6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18" y="24"/>
                  </a:lnTo>
                  <a:lnTo>
                    <a:pt x="18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90" name="Liberia" descr="© INSCALE GmbH, 05.05.2010&#10;http://www.presentationload.com/">
              <a:extLst>
                <a:ext uri="{FF2B5EF4-FFF2-40B4-BE49-F238E27FC236}">
                  <a16:creationId xmlns:a16="http://schemas.microsoft.com/office/drawing/2014/main" id="{DC0C13EA-8183-441A-8930-7665E598C153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456702" y="2774656"/>
              <a:ext cx="102102" cy="113030"/>
            </a:xfrm>
            <a:custGeom>
              <a:avLst/>
              <a:gdLst>
                <a:gd name="T0" fmla="*/ 2147483647 w 312"/>
                <a:gd name="T1" fmla="*/ 2147483647 h 342"/>
                <a:gd name="T2" fmla="*/ 2147483647 w 312"/>
                <a:gd name="T3" fmla="*/ 2147483647 h 342"/>
                <a:gd name="T4" fmla="*/ 2147483647 w 312"/>
                <a:gd name="T5" fmla="*/ 2147483647 h 342"/>
                <a:gd name="T6" fmla="*/ 2147483647 w 312"/>
                <a:gd name="T7" fmla="*/ 2147483647 h 342"/>
                <a:gd name="T8" fmla="*/ 2147483647 w 312"/>
                <a:gd name="T9" fmla="*/ 2147483647 h 342"/>
                <a:gd name="T10" fmla="*/ 2147483647 w 312"/>
                <a:gd name="T11" fmla="*/ 2147483647 h 342"/>
                <a:gd name="T12" fmla="*/ 2147483647 w 312"/>
                <a:gd name="T13" fmla="*/ 2147483647 h 342"/>
                <a:gd name="T14" fmla="*/ 2147483647 w 312"/>
                <a:gd name="T15" fmla="*/ 2147483647 h 342"/>
                <a:gd name="T16" fmla="*/ 2147483647 w 312"/>
                <a:gd name="T17" fmla="*/ 2147483647 h 342"/>
                <a:gd name="T18" fmla="*/ 2147483647 w 312"/>
                <a:gd name="T19" fmla="*/ 2147483647 h 342"/>
                <a:gd name="T20" fmla="*/ 2147483647 w 312"/>
                <a:gd name="T21" fmla="*/ 2147483647 h 342"/>
                <a:gd name="T22" fmla="*/ 2147483647 w 312"/>
                <a:gd name="T23" fmla="*/ 2147483647 h 342"/>
                <a:gd name="T24" fmla="*/ 2147483647 w 312"/>
                <a:gd name="T25" fmla="*/ 2147483647 h 342"/>
                <a:gd name="T26" fmla="*/ 2147483647 w 312"/>
                <a:gd name="T27" fmla="*/ 2147483647 h 342"/>
                <a:gd name="T28" fmla="*/ 2147483647 w 312"/>
                <a:gd name="T29" fmla="*/ 2147483647 h 342"/>
                <a:gd name="T30" fmla="*/ 2147483647 w 312"/>
                <a:gd name="T31" fmla="*/ 2147483647 h 342"/>
                <a:gd name="T32" fmla="*/ 2147483647 w 312"/>
                <a:gd name="T33" fmla="*/ 2147483647 h 342"/>
                <a:gd name="T34" fmla="*/ 2147483647 w 312"/>
                <a:gd name="T35" fmla="*/ 2147483647 h 342"/>
                <a:gd name="T36" fmla="*/ 2147483647 w 312"/>
                <a:gd name="T37" fmla="*/ 2147483647 h 342"/>
                <a:gd name="T38" fmla="*/ 2147483647 w 312"/>
                <a:gd name="T39" fmla="*/ 2147483647 h 342"/>
                <a:gd name="T40" fmla="*/ 2147483647 w 312"/>
                <a:gd name="T41" fmla="*/ 2147483647 h 342"/>
                <a:gd name="T42" fmla="*/ 2147483647 w 312"/>
                <a:gd name="T43" fmla="*/ 2147483647 h 342"/>
                <a:gd name="T44" fmla="*/ 2147483647 w 312"/>
                <a:gd name="T45" fmla="*/ 2147483647 h 342"/>
                <a:gd name="T46" fmla="*/ 2147483647 w 312"/>
                <a:gd name="T47" fmla="*/ 2147483647 h 342"/>
                <a:gd name="T48" fmla="*/ 2147483647 w 312"/>
                <a:gd name="T49" fmla="*/ 2147483647 h 342"/>
                <a:gd name="T50" fmla="*/ 2147483647 w 312"/>
                <a:gd name="T51" fmla="*/ 0 h 342"/>
                <a:gd name="T52" fmla="*/ 2147483647 w 312"/>
                <a:gd name="T53" fmla="*/ 0 h 342"/>
                <a:gd name="T54" fmla="*/ 2147483647 w 312"/>
                <a:gd name="T55" fmla="*/ 2147483647 h 342"/>
                <a:gd name="T56" fmla="*/ 2147483647 w 312"/>
                <a:gd name="T57" fmla="*/ 2147483647 h 342"/>
                <a:gd name="T58" fmla="*/ 2147483647 w 312"/>
                <a:gd name="T59" fmla="*/ 2147483647 h 342"/>
                <a:gd name="T60" fmla="*/ 2147483647 w 312"/>
                <a:gd name="T61" fmla="*/ 2147483647 h 342"/>
                <a:gd name="T62" fmla="*/ 2147483647 w 312"/>
                <a:gd name="T63" fmla="*/ 2147483647 h 342"/>
                <a:gd name="T64" fmla="*/ 2147483647 w 312"/>
                <a:gd name="T65" fmla="*/ 2147483647 h 342"/>
                <a:gd name="T66" fmla="*/ 2147483647 w 312"/>
                <a:gd name="T67" fmla="*/ 2147483647 h 342"/>
                <a:gd name="T68" fmla="*/ 2147483647 w 312"/>
                <a:gd name="T69" fmla="*/ 2147483647 h 342"/>
                <a:gd name="T70" fmla="*/ 2147483647 w 312"/>
                <a:gd name="T71" fmla="*/ 2147483647 h 342"/>
                <a:gd name="T72" fmla="*/ 2147483647 w 312"/>
                <a:gd name="T73" fmla="*/ 2147483647 h 342"/>
                <a:gd name="T74" fmla="*/ 2147483647 w 312"/>
                <a:gd name="T75" fmla="*/ 2147483647 h 342"/>
                <a:gd name="T76" fmla="*/ 2147483647 w 312"/>
                <a:gd name="T77" fmla="*/ 2147483647 h 342"/>
                <a:gd name="T78" fmla="*/ 0 w 312"/>
                <a:gd name="T79" fmla="*/ 2147483647 h 342"/>
                <a:gd name="T80" fmla="*/ 2147483647 w 312"/>
                <a:gd name="T81" fmla="*/ 2147483647 h 342"/>
                <a:gd name="T82" fmla="*/ 2147483647 w 312"/>
                <a:gd name="T83" fmla="*/ 2147483647 h 342"/>
                <a:gd name="T84" fmla="*/ 2147483647 w 312"/>
                <a:gd name="T85" fmla="*/ 2147483647 h 342"/>
                <a:gd name="T86" fmla="*/ 2147483647 w 312"/>
                <a:gd name="T87" fmla="*/ 2147483647 h 342"/>
                <a:gd name="T88" fmla="*/ 2147483647 w 312"/>
                <a:gd name="T89" fmla="*/ 2147483647 h 342"/>
                <a:gd name="T90" fmla="*/ 2147483647 w 312"/>
                <a:gd name="T91" fmla="*/ 2147483647 h 342"/>
                <a:gd name="T92" fmla="*/ 2147483647 w 312"/>
                <a:gd name="T93" fmla="*/ 2147483647 h 342"/>
                <a:gd name="T94" fmla="*/ 2147483647 w 312"/>
                <a:gd name="T95" fmla="*/ 2147483647 h 342"/>
                <a:gd name="T96" fmla="*/ 2147483647 w 312"/>
                <a:gd name="T97" fmla="*/ 2147483647 h 342"/>
                <a:gd name="T98" fmla="*/ 2147483647 w 312"/>
                <a:gd name="T99" fmla="*/ 2147483647 h 342"/>
                <a:gd name="T100" fmla="*/ 2147483647 w 312"/>
                <a:gd name="T101" fmla="*/ 2147483647 h 342"/>
                <a:gd name="T102" fmla="*/ 2147483647 w 312"/>
                <a:gd name="T103" fmla="*/ 2147483647 h 342"/>
                <a:gd name="T104" fmla="*/ 2147483647 w 312"/>
                <a:gd name="T105" fmla="*/ 2147483647 h 342"/>
                <a:gd name="T106" fmla="*/ 2147483647 w 312"/>
                <a:gd name="T107" fmla="*/ 2147483647 h 342"/>
                <a:gd name="T108" fmla="*/ 2147483647 w 312"/>
                <a:gd name="T109" fmla="*/ 2147483647 h 342"/>
                <a:gd name="T110" fmla="*/ 2147483647 w 312"/>
                <a:gd name="T111" fmla="*/ 2147483647 h 342"/>
                <a:gd name="T112" fmla="*/ 2147483647 w 312"/>
                <a:gd name="T113" fmla="*/ 2147483647 h 342"/>
                <a:gd name="T114" fmla="*/ 2147483647 w 312"/>
                <a:gd name="T115" fmla="*/ 2147483647 h 342"/>
                <a:gd name="T116" fmla="*/ 2147483647 w 312"/>
                <a:gd name="T117" fmla="*/ 2147483647 h 342"/>
                <a:gd name="T118" fmla="*/ 2147483647 w 312"/>
                <a:gd name="T119" fmla="*/ 2147483647 h 342"/>
                <a:gd name="T120" fmla="*/ 2147483647 w 312"/>
                <a:gd name="T121" fmla="*/ 2147483647 h 34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12"/>
                <a:gd name="T184" fmla="*/ 0 h 342"/>
                <a:gd name="T185" fmla="*/ 312 w 312"/>
                <a:gd name="T186" fmla="*/ 342 h 34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12" h="342">
                  <a:moveTo>
                    <a:pt x="312" y="252"/>
                  </a:moveTo>
                  <a:lnTo>
                    <a:pt x="312" y="240"/>
                  </a:lnTo>
                  <a:lnTo>
                    <a:pt x="282" y="210"/>
                  </a:lnTo>
                  <a:lnTo>
                    <a:pt x="282" y="180"/>
                  </a:lnTo>
                  <a:lnTo>
                    <a:pt x="246" y="186"/>
                  </a:lnTo>
                  <a:lnTo>
                    <a:pt x="246" y="174"/>
                  </a:lnTo>
                  <a:lnTo>
                    <a:pt x="228" y="174"/>
                  </a:lnTo>
                  <a:lnTo>
                    <a:pt x="222" y="168"/>
                  </a:lnTo>
                  <a:lnTo>
                    <a:pt x="228" y="156"/>
                  </a:lnTo>
                  <a:lnTo>
                    <a:pt x="240" y="150"/>
                  </a:lnTo>
                  <a:lnTo>
                    <a:pt x="246" y="132"/>
                  </a:lnTo>
                  <a:lnTo>
                    <a:pt x="246" y="108"/>
                  </a:lnTo>
                  <a:lnTo>
                    <a:pt x="228" y="72"/>
                  </a:lnTo>
                  <a:lnTo>
                    <a:pt x="222" y="72"/>
                  </a:lnTo>
                  <a:lnTo>
                    <a:pt x="216" y="78"/>
                  </a:lnTo>
                  <a:lnTo>
                    <a:pt x="210" y="90"/>
                  </a:lnTo>
                  <a:lnTo>
                    <a:pt x="210" y="102"/>
                  </a:lnTo>
                  <a:lnTo>
                    <a:pt x="198" y="114"/>
                  </a:lnTo>
                  <a:lnTo>
                    <a:pt x="192" y="114"/>
                  </a:lnTo>
                  <a:lnTo>
                    <a:pt x="180" y="102"/>
                  </a:lnTo>
                  <a:lnTo>
                    <a:pt x="180" y="96"/>
                  </a:lnTo>
                  <a:lnTo>
                    <a:pt x="168" y="96"/>
                  </a:lnTo>
                  <a:lnTo>
                    <a:pt x="168" y="36"/>
                  </a:lnTo>
                  <a:lnTo>
                    <a:pt x="162" y="18"/>
                  </a:lnTo>
                  <a:lnTo>
                    <a:pt x="150" y="6"/>
                  </a:lnTo>
                  <a:lnTo>
                    <a:pt x="138" y="0"/>
                  </a:lnTo>
                  <a:lnTo>
                    <a:pt x="132" y="0"/>
                  </a:lnTo>
                  <a:lnTo>
                    <a:pt x="126" y="6"/>
                  </a:lnTo>
                  <a:lnTo>
                    <a:pt x="126" y="18"/>
                  </a:lnTo>
                  <a:lnTo>
                    <a:pt x="102" y="12"/>
                  </a:lnTo>
                  <a:lnTo>
                    <a:pt x="108" y="36"/>
                  </a:lnTo>
                  <a:lnTo>
                    <a:pt x="84" y="42"/>
                  </a:lnTo>
                  <a:lnTo>
                    <a:pt x="84" y="60"/>
                  </a:lnTo>
                  <a:lnTo>
                    <a:pt x="78" y="72"/>
                  </a:lnTo>
                  <a:lnTo>
                    <a:pt x="66" y="78"/>
                  </a:lnTo>
                  <a:lnTo>
                    <a:pt x="54" y="90"/>
                  </a:lnTo>
                  <a:lnTo>
                    <a:pt x="42" y="96"/>
                  </a:lnTo>
                  <a:lnTo>
                    <a:pt x="24" y="114"/>
                  </a:lnTo>
                  <a:lnTo>
                    <a:pt x="24" y="150"/>
                  </a:lnTo>
                  <a:lnTo>
                    <a:pt x="0" y="126"/>
                  </a:lnTo>
                  <a:lnTo>
                    <a:pt x="36" y="162"/>
                  </a:lnTo>
                  <a:lnTo>
                    <a:pt x="60" y="162"/>
                  </a:lnTo>
                  <a:lnTo>
                    <a:pt x="72" y="192"/>
                  </a:lnTo>
                  <a:lnTo>
                    <a:pt x="102" y="192"/>
                  </a:lnTo>
                  <a:lnTo>
                    <a:pt x="108" y="198"/>
                  </a:lnTo>
                  <a:lnTo>
                    <a:pt x="120" y="222"/>
                  </a:lnTo>
                  <a:lnTo>
                    <a:pt x="132" y="240"/>
                  </a:lnTo>
                  <a:lnTo>
                    <a:pt x="150" y="252"/>
                  </a:lnTo>
                  <a:lnTo>
                    <a:pt x="162" y="270"/>
                  </a:lnTo>
                  <a:lnTo>
                    <a:pt x="180" y="282"/>
                  </a:lnTo>
                  <a:lnTo>
                    <a:pt x="198" y="288"/>
                  </a:lnTo>
                  <a:lnTo>
                    <a:pt x="210" y="294"/>
                  </a:lnTo>
                  <a:lnTo>
                    <a:pt x="228" y="300"/>
                  </a:lnTo>
                  <a:lnTo>
                    <a:pt x="258" y="330"/>
                  </a:lnTo>
                  <a:lnTo>
                    <a:pt x="294" y="342"/>
                  </a:lnTo>
                  <a:lnTo>
                    <a:pt x="300" y="342"/>
                  </a:lnTo>
                  <a:lnTo>
                    <a:pt x="300" y="294"/>
                  </a:lnTo>
                  <a:lnTo>
                    <a:pt x="306" y="288"/>
                  </a:lnTo>
                  <a:lnTo>
                    <a:pt x="306" y="276"/>
                  </a:lnTo>
                  <a:lnTo>
                    <a:pt x="312" y="264"/>
                  </a:lnTo>
                  <a:lnTo>
                    <a:pt x="312" y="25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91" name="Lebanon" descr="© INSCALE GmbH, 05.05.2010&#10;http://www.presentationload.com/">
              <a:extLst>
                <a:ext uri="{FF2B5EF4-FFF2-40B4-BE49-F238E27FC236}">
                  <a16:creationId xmlns:a16="http://schemas.microsoft.com/office/drawing/2014/main" id="{6C79D3C5-5CB1-46B2-9FF4-A83875DE1901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522947" y="2084913"/>
              <a:ext cx="36187" cy="51378"/>
            </a:xfrm>
            <a:custGeom>
              <a:avLst/>
              <a:gdLst>
                <a:gd name="T0" fmla="*/ 2147483647 w 108"/>
                <a:gd name="T1" fmla="*/ 2147483647 h 156"/>
                <a:gd name="T2" fmla="*/ 2147483647 w 108"/>
                <a:gd name="T3" fmla="*/ 2147483647 h 156"/>
                <a:gd name="T4" fmla="*/ 2147483647 w 108"/>
                <a:gd name="T5" fmla="*/ 2147483647 h 156"/>
                <a:gd name="T6" fmla="*/ 2147483647 w 108"/>
                <a:gd name="T7" fmla="*/ 2147483647 h 156"/>
                <a:gd name="T8" fmla="*/ 2147483647 w 108"/>
                <a:gd name="T9" fmla="*/ 2147483647 h 156"/>
                <a:gd name="T10" fmla="*/ 2147483647 w 108"/>
                <a:gd name="T11" fmla="*/ 2147483647 h 156"/>
                <a:gd name="T12" fmla="*/ 2147483647 w 108"/>
                <a:gd name="T13" fmla="*/ 2147483647 h 156"/>
                <a:gd name="T14" fmla="*/ 2147483647 w 108"/>
                <a:gd name="T15" fmla="*/ 2147483647 h 156"/>
                <a:gd name="T16" fmla="*/ 2147483647 w 108"/>
                <a:gd name="T17" fmla="*/ 2147483647 h 156"/>
                <a:gd name="T18" fmla="*/ 2147483647 w 108"/>
                <a:gd name="T19" fmla="*/ 2147483647 h 156"/>
                <a:gd name="T20" fmla="*/ 2147483647 w 108"/>
                <a:gd name="T21" fmla="*/ 0 h 156"/>
                <a:gd name="T22" fmla="*/ 2147483647 w 108"/>
                <a:gd name="T23" fmla="*/ 0 h 156"/>
                <a:gd name="T24" fmla="*/ 2147483647 w 108"/>
                <a:gd name="T25" fmla="*/ 0 h 156"/>
                <a:gd name="T26" fmla="*/ 2147483647 w 108"/>
                <a:gd name="T27" fmla="*/ 2147483647 h 156"/>
                <a:gd name="T28" fmla="*/ 2147483647 w 108"/>
                <a:gd name="T29" fmla="*/ 2147483647 h 156"/>
                <a:gd name="T30" fmla="*/ 2147483647 w 108"/>
                <a:gd name="T31" fmla="*/ 2147483647 h 156"/>
                <a:gd name="T32" fmla="*/ 2147483647 w 108"/>
                <a:gd name="T33" fmla="*/ 2147483647 h 156"/>
                <a:gd name="T34" fmla="*/ 2147483647 w 108"/>
                <a:gd name="T35" fmla="*/ 2147483647 h 156"/>
                <a:gd name="T36" fmla="*/ 2147483647 w 108"/>
                <a:gd name="T37" fmla="*/ 2147483647 h 156"/>
                <a:gd name="T38" fmla="*/ 2147483647 w 108"/>
                <a:gd name="T39" fmla="*/ 2147483647 h 156"/>
                <a:gd name="T40" fmla="*/ 2147483647 w 108"/>
                <a:gd name="T41" fmla="*/ 2147483647 h 156"/>
                <a:gd name="T42" fmla="*/ 0 w 108"/>
                <a:gd name="T43" fmla="*/ 2147483647 h 156"/>
                <a:gd name="T44" fmla="*/ 0 w 108"/>
                <a:gd name="T45" fmla="*/ 2147483647 h 156"/>
                <a:gd name="T46" fmla="*/ 2147483647 w 108"/>
                <a:gd name="T47" fmla="*/ 2147483647 h 156"/>
                <a:gd name="T48" fmla="*/ 2147483647 w 108"/>
                <a:gd name="T49" fmla="*/ 2147483647 h 156"/>
                <a:gd name="T50" fmla="*/ 2147483647 w 108"/>
                <a:gd name="T51" fmla="*/ 2147483647 h 156"/>
                <a:gd name="T52" fmla="*/ 2147483647 w 108"/>
                <a:gd name="T53" fmla="*/ 2147483647 h 156"/>
                <a:gd name="T54" fmla="*/ 2147483647 w 108"/>
                <a:gd name="T55" fmla="*/ 2147483647 h 156"/>
                <a:gd name="T56" fmla="*/ 2147483647 w 108"/>
                <a:gd name="T57" fmla="*/ 2147483647 h 156"/>
                <a:gd name="T58" fmla="*/ 2147483647 w 108"/>
                <a:gd name="T59" fmla="*/ 2147483647 h 156"/>
                <a:gd name="T60" fmla="*/ 2147483647 w 108"/>
                <a:gd name="T61" fmla="*/ 2147483647 h 15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08"/>
                <a:gd name="T94" fmla="*/ 0 h 156"/>
                <a:gd name="T95" fmla="*/ 108 w 108"/>
                <a:gd name="T96" fmla="*/ 156 h 15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08" h="156">
                  <a:moveTo>
                    <a:pt x="72" y="96"/>
                  </a:moveTo>
                  <a:lnTo>
                    <a:pt x="72" y="72"/>
                  </a:lnTo>
                  <a:lnTo>
                    <a:pt x="78" y="66"/>
                  </a:lnTo>
                  <a:lnTo>
                    <a:pt x="84" y="66"/>
                  </a:lnTo>
                  <a:lnTo>
                    <a:pt x="96" y="60"/>
                  </a:lnTo>
                  <a:lnTo>
                    <a:pt x="102" y="60"/>
                  </a:lnTo>
                  <a:lnTo>
                    <a:pt x="108" y="48"/>
                  </a:lnTo>
                  <a:lnTo>
                    <a:pt x="108" y="30"/>
                  </a:lnTo>
                  <a:lnTo>
                    <a:pt x="102" y="18"/>
                  </a:lnTo>
                  <a:lnTo>
                    <a:pt x="96" y="12"/>
                  </a:lnTo>
                  <a:lnTo>
                    <a:pt x="102" y="0"/>
                  </a:lnTo>
                  <a:lnTo>
                    <a:pt x="54" y="0"/>
                  </a:lnTo>
                  <a:lnTo>
                    <a:pt x="60" y="0"/>
                  </a:lnTo>
                  <a:lnTo>
                    <a:pt x="60" y="6"/>
                  </a:lnTo>
                  <a:lnTo>
                    <a:pt x="54" y="6"/>
                  </a:lnTo>
                  <a:lnTo>
                    <a:pt x="48" y="18"/>
                  </a:lnTo>
                  <a:lnTo>
                    <a:pt x="36" y="24"/>
                  </a:lnTo>
                  <a:lnTo>
                    <a:pt x="30" y="30"/>
                  </a:lnTo>
                  <a:lnTo>
                    <a:pt x="18" y="66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0" y="114"/>
                  </a:lnTo>
                  <a:lnTo>
                    <a:pt x="0" y="156"/>
                  </a:lnTo>
                  <a:lnTo>
                    <a:pt x="12" y="150"/>
                  </a:lnTo>
                  <a:lnTo>
                    <a:pt x="24" y="126"/>
                  </a:lnTo>
                  <a:lnTo>
                    <a:pt x="30" y="132"/>
                  </a:lnTo>
                  <a:lnTo>
                    <a:pt x="36" y="132"/>
                  </a:lnTo>
                  <a:lnTo>
                    <a:pt x="42" y="126"/>
                  </a:lnTo>
                  <a:lnTo>
                    <a:pt x="48" y="114"/>
                  </a:lnTo>
                  <a:lnTo>
                    <a:pt x="48" y="102"/>
                  </a:lnTo>
                  <a:lnTo>
                    <a:pt x="72" y="9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92" name="Lesotho" descr="© INSCALE GmbH, 05.05.2010&#10;http://www.presentationload.com/">
              <a:extLst>
                <a:ext uri="{FF2B5EF4-FFF2-40B4-BE49-F238E27FC236}">
                  <a16:creationId xmlns:a16="http://schemas.microsoft.com/office/drawing/2014/main" id="{DC3E4D08-31C5-4A73-97B7-904BF954115B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352347" y="3759823"/>
              <a:ext cx="55575" cy="53947"/>
            </a:xfrm>
            <a:custGeom>
              <a:avLst/>
              <a:gdLst>
                <a:gd name="T0" fmla="*/ 0 w 168"/>
                <a:gd name="T1" fmla="*/ 2147483647 h 162"/>
                <a:gd name="T2" fmla="*/ 2147483647 w 168"/>
                <a:gd name="T3" fmla="*/ 2147483647 h 162"/>
                <a:gd name="T4" fmla="*/ 2147483647 w 168"/>
                <a:gd name="T5" fmla="*/ 2147483647 h 162"/>
                <a:gd name="T6" fmla="*/ 2147483647 w 168"/>
                <a:gd name="T7" fmla="*/ 2147483647 h 162"/>
                <a:gd name="T8" fmla="*/ 2147483647 w 168"/>
                <a:gd name="T9" fmla="*/ 2147483647 h 162"/>
                <a:gd name="T10" fmla="*/ 2147483647 w 168"/>
                <a:gd name="T11" fmla="*/ 2147483647 h 162"/>
                <a:gd name="T12" fmla="*/ 2147483647 w 168"/>
                <a:gd name="T13" fmla="*/ 2147483647 h 162"/>
                <a:gd name="T14" fmla="*/ 2147483647 w 168"/>
                <a:gd name="T15" fmla="*/ 2147483647 h 162"/>
                <a:gd name="T16" fmla="*/ 2147483647 w 168"/>
                <a:gd name="T17" fmla="*/ 2147483647 h 162"/>
                <a:gd name="T18" fmla="*/ 2147483647 w 168"/>
                <a:gd name="T19" fmla="*/ 2147483647 h 162"/>
                <a:gd name="T20" fmla="*/ 2147483647 w 168"/>
                <a:gd name="T21" fmla="*/ 2147483647 h 162"/>
                <a:gd name="T22" fmla="*/ 2147483647 w 168"/>
                <a:gd name="T23" fmla="*/ 2147483647 h 162"/>
                <a:gd name="T24" fmla="*/ 2147483647 w 168"/>
                <a:gd name="T25" fmla="*/ 2147483647 h 162"/>
                <a:gd name="T26" fmla="*/ 2147483647 w 168"/>
                <a:gd name="T27" fmla="*/ 2147483647 h 162"/>
                <a:gd name="T28" fmla="*/ 2147483647 w 168"/>
                <a:gd name="T29" fmla="*/ 2147483647 h 162"/>
                <a:gd name="T30" fmla="*/ 2147483647 w 168"/>
                <a:gd name="T31" fmla="*/ 2147483647 h 162"/>
                <a:gd name="T32" fmla="*/ 2147483647 w 168"/>
                <a:gd name="T33" fmla="*/ 2147483647 h 162"/>
                <a:gd name="T34" fmla="*/ 2147483647 w 168"/>
                <a:gd name="T35" fmla="*/ 2147483647 h 162"/>
                <a:gd name="T36" fmla="*/ 2147483647 w 168"/>
                <a:gd name="T37" fmla="*/ 2147483647 h 162"/>
                <a:gd name="T38" fmla="*/ 2147483647 w 168"/>
                <a:gd name="T39" fmla="*/ 2147483647 h 162"/>
                <a:gd name="T40" fmla="*/ 2147483647 w 168"/>
                <a:gd name="T41" fmla="*/ 2147483647 h 162"/>
                <a:gd name="T42" fmla="*/ 2147483647 w 168"/>
                <a:gd name="T43" fmla="*/ 0 h 162"/>
                <a:gd name="T44" fmla="*/ 2147483647 w 168"/>
                <a:gd name="T45" fmla="*/ 0 h 162"/>
                <a:gd name="T46" fmla="*/ 2147483647 w 168"/>
                <a:gd name="T47" fmla="*/ 2147483647 h 162"/>
                <a:gd name="T48" fmla="*/ 2147483647 w 168"/>
                <a:gd name="T49" fmla="*/ 2147483647 h 162"/>
                <a:gd name="T50" fmla="*/ 2147483647 w 168"/>
                <a:gd name="T51" fmla="*/ 2147483647 h 162"/>
                <a:gd name="T52" fmla="*/ 2147483647 w 168"/>
                <a:gd name="T53" fmla="*/ 2147483647 h 162"/>
                <a:gd name="T54" fmla="*/ 2147483647 w 168"/>
                <a:gd name="T55" fmla="*/ 2147483647 h 162"/>
                <a:gd name="T56" fmla="*/ 2147483647 w 168"/>
                <a:gd name="T57" fmla="*/ 2147483647 h 162"/>
                <a:gd name="T58" fmla="*/ 2147483647 w 168"/>
                <a:gd name="T59" fmla="*/ 2147483647 h 162"/>
                <a:gd name="T60" fmla="*/ 0 w 168"/>
                <a:gd name="T61" fmla="*/ 2147483647 h 16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68"/>
                <a:gd name="T94" fmla="*/ 0 h 162"/>
                <a:gd name="T95" fmla="*/ 168 w 168"/>
                <a:gd name="T96" fmla="*/ 162 h 162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68" h="162">
                  <a:moveTo>
                    <a:pt x="0" y="78"/>
                  </a:moveTo>
                  <a:lnTo>
                    <a:pt x="24" y="114"/>
                  </a:lnTo>
                  <a:lnTo>
                    <a:pt x="24" y="132"/>
                  </a:lnTo>
                  <a:lnTo>
                    <a:pt x="54" y="162"/>
                  </a:lnTo>
                  <a:lnTo>
                    <a:pt x="72" y="162"/>
                  </a:lnTo>
                  <a:lnTo>
                    <a:pt x="72" y="150"/>
                  </a:lnTo>
                  <a:lnTo>
                    <a:pt x="78" y="144"/>
                  </a:lnTo>
                  <a:lnTo>
                    <a:pt x="84" y="132"/>
                  </a:lnTo>
                  <a:lnTo>
                    <a:pt x="90" y="126"/>
                  </a:lnTo>
                  <a:lnTo>
                    <a:pt x="102" y="120"/>
                  </a:lnTo>
                  <a:lnTo>
                    <a:pt x="120" y="120"/>
                  </a:lnTo>
                  <a:lnTo>
                    <a:pt x="132" y="114"/>
                  </a:lnTo>
                  <a:lnTo>
                    <a:pt x="138" y="108"/>
                  </a:lnTo>
                  <a:lnTo>
                    <a:pt x="150" y="102"/>
                  </a:lnTo>
                  <a:lnTo>
                    <a:pt x="144" y="84"/>
                  </a:lnTo>
                  <a:lnTo>
                    <a:pt x="168" y="66"/>
                  </a:lnTo>
                  <a:lnTo>
                    <a:pt x="162" y="42"/>
                  </a:lnTo>
                  <a:lnTo>
                    <a:pt x="150" y="36"/>
                  </a:lnTo>
                  <a:lnTo>
                    <a:pt x="144" y="24"/>
                  </a:lnTo>
                  <a:lnTo>
                    <a:pt x="138" y="18"/>
                  </a:lnTo>
                  <a:lnTo>
                    <a:pt x="132" y="6"/>
                  </a:lnTo>
                  <a:lnTo>
                    <a:pt x="126" y="0"/>
                  </a:lnTo>
                  <a:lnTo>
                    <a:pt x="90" y="0"/>
                  </a:lnTo>
                  <a:lnTo>
                    <a:pt x="78" y="6"/>
                  </a:lnTo>
                  <a:lnTo>
                    <a:pt x="78" y="18"/>
                  </a:lnTo>
                  <a:lnTo>
                    <a:pt x="54" y="18"/>
                  </a:lnTo>
                  <a:lnTo>
                    <a:pt x="48" y="24"/>
                  </a:lnTo>
                  <a:lnTo>
                    <a:pt x="48" y="42"/>
                  </a:lnTo>
                  <a:lnTo>
                    <a:pt x="30" y="60"/>
                  </a:lnTo>
                  <a:lnTo>
                    <a:pt x="24" y="78"/>
                  </a:lnTo>
                  <a:lnTo>
                    <a:pt x="0" y="7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93" name="Latvia" descr="© INSCALE GmbH, 05.05.2010&#10;http://www.presentationload.com/">
              <a:extLst>
                <a:ext uri="{FF2B5EF4-FFF2-40B4-BE49-F238E27FC236}">
                  <a16:creationId xmlns:a16="http://schemas.microsoft.com/office/drawing/2014/main" id="{C61CA591-8857-4882-AAD3-FE4B9D8093E8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181749" y="1479941"/>
              <a:ext cx="140873" cy="59085"/>
            </a:xfrm>
            <a:custGeom>
              <a:avLst/>
              <a:gdLst>
                <a:gd name="T0" fmla="*/ 2147483647 w 426"/>
                <a:gd name="T1" fmla="*/ 2147483647 h 180"/>
                <a:gd name="T2" fmla="*/ 2147483647 w 426"/>
                <a:gd name="T3" fmla="*/ 2147483647 h 180"/>
                <a:gd name="T4" fmla="*/ 2147483647 w 426"/>
                <a:gd name="T5" fmla="*/ 2147483647 h 180"/>
                <a:gd name="T6" fmla="*/ 2147483647 w 426"/>
                <a:gd name="T7" fmla="*/ 2147483647 h 180"/>
                <a:gd name="T8" fmla="*/ 2147483647 w 426"/>
                <a:gd name="T9" fmla="*/ 2147483647 h 180"/>
                <a:gd name="T10" fmla="*/ 2147483647 w 426"/>
                <a:gd name="T11" fmla="*/ 2147483647 h 180"/>
                <a:gd name="T12" fmla="*/ 2147483647 w 426"/>
                <a:gd name="T13" fmla="*/ 2147483647 h 180"/>
                <a:gd name="T14" fmla="*/ 2147483647 w 426"/>
                <a:gd name="T15" fmla="*/ 2147483647 h 180"/>
                <a:gd name="T16" fmla="*/ 2147483647 w 426"/>
                <a:gd name="T17" fmla="*/ 2147483647 h 180"/>
                <a:gd name="T18" fmla="*/ 2147483647 w 426"/>
                <a:gd name="T19" fmla="*/ 2147483647 h 180"/>
                <a:gd name="T20" fmla="*/ 2147483647 w 426"/>
                <a:gd name="T21" fmla="*/ 2147483647 h 180"/>
                <a:gd name="T22" fmla="*/ 2147483647 w 426"/>
                <a:gd name="T23" fmla="*/ 2147483647 h 180"/>
                <a:gd name="T24" fmla="*/ 2147483647 w 426"/>
                <a:gd name="T25" fmla="*/ 2147483647 h 180"/>
                <a:gd name="T26" fmla="*/ 2147483647 w 426"/>
                <a:gd name="T27" fmla="*/ 2147483647 h 180"/>
                <a:gd name="T28" fmla="*/ 2147483647 w 426"/>
                <a:gd name="T29" fmla="*/ 2147483647 h 180"/>
                <a:gd name="T30" fmla="*/ 2147483647 w 426"/>
                <a:gd name="T31" fmla="*/ 2147483647 h 180"/>
                <a:gd name="T32" fmla="*/ 2147483647 w 426"/>
                <a:gd name="T33" fmla="*/ 2147483647 h 180"/>
                <a:gd name="T34" fmla="*/ 2147483647 w 426"/>
                <a:gd name="T35" fmla="*/ 2147483647 h 180"/>
                <a:gd name="T36" fmla="*/ 2147483647 w 426"/>
                <a:gd name="T37" fmla="*/ 2147483647 h 180"/>
                <a:gd name="T38" fmla="*/ 2147483647 w 426"/>
                <a:gd name="T39" fmla="*/ 2147483647 h 180"/>
                <a:gd name="T40" fmla="*/ 2147483647 w 426"/>
                <a:gd name="T41" fmla="*/ 2147483647 h 180"/>
                <a:gd name="T42" fmla="*/ 2147483647 w 426"/>
                <a:gd name="T43" fmla="*/ 2147483647 h 180"/>
                <a:gd name="T44" fmla="*/ 2147483647 w 426"/>
                <a:gd name="T45" fmla="*/ 2147483647 h 180"/>
                <a:gd name="T46" fmla="*/ 2147483647 w 426"/>
                <a:gd name="T47" fmla="*/ 2147483647 h 180"/>
                <a:gd name="T48" fmla="*/ 2147483647 w 426"/>
                <a:gd name="T49" fmla="*/ 2147483647 h 180"/>
                <a:gd name="T50" fmla="*/ 2147483647 w 426"/>
                <a:gd name="T51" fmla="*/ 2147483647 h 180"/>
                <a:gd name="T52" fmla="*/ 2147483647 w 426"/>
                <a:gd name="T53" fmla="*/ 2147483647 h 180"/>
                <a:gd name="T54" fmla="*/ 2147483647 w 426"/>
                <a:gd name="T55" fmla="*/ 2147483647 h 180"/>
                <a:gd name="T56" fmla="*/ 2147483647 w 426"/>
                <a:gd name="T57" fmla="*/ 2147483647 h 180"/>
                <a:gd name="T58" fmla="*/ 2147483647 w 426"/>
                <a:gd name="T59" fmla="*/ 2147483647 h 180"/>
                <a:gd name="T60" fmla="*/ 2147483647 w 426"/>
                <a:gd name="T61" fmla="*/ 0 h 180"/>
                <a:gd name="T62" fmla="*/ 2147483647 w 426"/>
                <a:gd name="T63" fmla="*/ 2147483647 h 180"/>
                <a:gd name="T64" fmla="*/ 2147483647 w 426"/>
                <a:gd name="T65" fmla="*/ 2147483647 h 180"/>
                <a:gd name="T66" fmla="*/ 2147483647 w 426"/>
                <a:gd name="T67" fmla="*/ 2147483647 h 180"/>
                <a:gd name="T68" fmla="*/ 2147483647 w 426"/>
                <a:gd name="T69" fmla="*/ 2147483647 h 180"/>
                <a:gd name="T70" fmla="*/ 2147483647 w 426"/>
                <a:gd name="T71" fmla="*/ 2147483647 h 180"/>
                <a:gd name="T72" fmla="*/ 2147483647 w 426"/>
                <a:gd name="T73" fmla="*/ 2147483647 h 180"/>
                <a:gd name="T74" fmla="*/ 2147483647 w 426"/>
                <a:gd name="T75" fmla="*/ 2147483647 h 180"/>
                <a:gd name="T76" fmla="*/ 2147483647 w 426"/>
                <a:gd name="T77" fmla="*/ 2147483647 h 180"/>
                <a:gd name="T78" fmla="*/ 2147483647 w 426"/>
                <a:gd name="T79" fmla="*/ 2147483647 h 180"/>
                <a:gd name="T80" fmla="*/ 2147483647 w 426"/>
                <a:gd name="T81" fmla="*/ 2147483647 h 180"/>
                <a:gd name="T82" fmla="*/ 2147483647 w 426"/>
                <a:gd name="T83" fmla="*/ 2147483647 h 180"/>
                <a:gd name="T84" fmla="*/ 0 w 426"/>
                <a:gd name="T85" fmla="*/ 2147483647 h 180"/>
                <a:gd name="T86" fmla="*/ 2147483647 w 426"/>
                <a:gd name="T87" fmla="*/ 2147483647 h 18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26"/>
                <a:gd name="T133" fmla="*/ 0 h 180"/>
                <a:gd name="T134" fmla="*/ 426 w 426"/>
                <a:gd name="T135" fmla="*/ 180 h 18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26" h="180">
                  <a:moveTo>
                    <a:pt x="6" y="144"/>
                  </a:moveTo>
                  <a:lnTo>
                    <a:pt x="6" y="138"/>
                  </a:lnTo>
                  <a:lnTo>
                    <a:pt x="12" y="138"/>
                  </a:lnTo>
                  <a:lnTo>
                    <a:pt x="24" y="132"/>
                  </a:lnTo>
                  <a:lnTo>
                    <a:pt x="66" y="132"/>
                  </a:lnTo>
                  <a:lnTo>
                    <a:pt x="78" y="120"/>
                  </a:lnTo>
                  <a:lnTo>
                    <a:pt x="96" y="120"/>
                  </a:lnTo>
                  <a:lnTo>
                    <a:pt x="102" y="126"/>
                  </a:lnTo>
                  <a:lnTo>
                    <a:pt x="108" y="126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6" y="126"/>
                  </a:lnTo>
                  <a:lnTo>
                    <a:pt x="132" y="126"/>
                  </a:lnTo>
                  <a:lnTo>
                    <a:pt x="144" y="132"/>
                  </a:lnTo>
                  <a:lnTo>
                    <a:pt x="150" y="132"/>
                  </a:lnTo>
                  <a:lnTo>
                    <a:pt x="156" y="138"/>
                  </a:lnTo>
                  <a:lnTo>
                    <a:pt x="162" y="138"/>
                  </a:lnTo>
                  <a:lnTo>
                    <a:pt x="168" y="132"/>
                  </a:lnTo>
                  <a:lnTo>
                    <a:pt x="180" y="132"/>
                  </a:lnTo>
                  <a:lnTo>
                    <a:pt x="186" y="138"/>
                  </a:lnTo>
                  <a:lnTo>
                    <a:pt x="204" y="138"/>
                  </a:lnTo>
                  <a:lnTo>
                    <a:pt x="216" y="126"/>
                  </a:lnTo>
                  <a:lnTo>
                    <a:pt x="228" y="126"/>
                  </a:lnTo>
                  <a:lnTo>
                    <a:pt x="234" y="132"/>
                  </a:lnTo>
                  <a:lnTo>
                    <a:pt x="240" y="144"/>
                  </a:lnTo>
                  <a:lnTo>
                    <a:pt x="270" y="144"/>
                  </a:lnTo>
                  <a:lnTo>
                    <a:pt x="282" y="150"/>
                  </a:lnTo>
                  <a:lnTo>
                    <a:pt x="288" y="150"/>
                  </a:lnTo>
                  <a:lnTo>
                    <a:pt x="300" y="162"/>
                  </a:lnTo>
                  <a:lnTo>
                    <a:pt x="318" y="174"/>
                  </a:lnTo>
                  <a:lnTo>
                    <a:pt x="336" y="180"/>
                  </a:lnTo>
                  <a:lnTo>
                    <a:pt x="360" y="168"/>
                  </a:lnTo>
                  <a:lnTo>
                    <a:pt x="378" y="168"/>
                  </a:lnTo>
                  <a:lnTo>
                    <a:pt x="384" y="174"/>
                  </a:lnTo>
                  <a:lnTo>
                    <a:pt x="390" y="168"/>
                  </a:lnTo>
                  <a:lnTo>
                    <a:pt x="396" y="168"/>
                  </a:lnTo>
                  <a:lnTo>
                    <a:pt x="402" y="162"/>
                  </a:lnTo>
                  <a:lnTo>
                    <a:pt x="408" y="150"/>
                  </a:lnTo>
                  <a:lnTo>
                    <a:pt x="414" y="144"/>
                  </a:lnTo>
                  <a:lnTo>
                    <a:pt x="420" y="150"/>
                  </a:lnTo>
                  <a:lnTo>
                    <a:pt x="426" y="150"/>
                  </a:lnTo>
                  <a:lnTo>
                    <a:pt x="426" y="126"/>
                  </a:lnTo>
                  <a:lnTo>
                    <a:pt x="414" y="114"/>
                  </a:lnTo>
                  <a:lnTo>
                    <a:pt x="408" y="102"/>
                  </a:lnTo>
                  <a:lnTo>
                    <a:pt x="402" y="96"/>
                  </a:lnTo>
                  <a:lnTo>
                    <a:pt x="378" y="90"/>
                  </a:lnTo>
                  <a:lnTo>
                    <a:pt x="384" y="72"/>
                  </a:lnTo>
                  <a:lnTo>
                    <a:pt x="402" y="72"/>
                  </a:lnTo>
                  <a:lnTo>
                    <a:pt x="402" y="66"/>
                  </a:lnTo>
                  <a:lnTo>
                    <a:pt x="396" y="60"/>
                  </a:lnTo>
                  <a:lnTo>
                    <a:pt x="384" y="54"/>
                  </a:lnTo>
                  <a:lnTo>
                    <a:pt x="372" y="42"/>
                  </a:lnTo>
                  <a:lnTo>
                    <a:pt x="354" y="42"/>
                  </a:lnTo>
                  <a:lnTo>
                    <a:pt x="348" y="36"/>
                  </a:lnTo>
                  <a:lnTo>
                    <a:pt x="330" y="36"/>
                  </a:lnTo>
                  <a:lnTo>
                    <a:pt x="324" y="42"/>
                  </a:lnTo>
                  <a:lnTo>
                    <a:pt x="306" y="42"/>
                  </a:lnTo>
                  <a:lnTo>
                    <a:pt x="288" y="24"/>
                  </a:lnTo>
                  <a:lnTo>
                    <a:pt x="276" y="18"/>
                  </a:lnTo>
                  <a:lnTo>
                    <a:pt x="270" y="12"/>
                  </a:lnTo>
                  <a:lnTo>
                    <a:pt x="246" y="0"/>
                  </a:lnTo>
                  <a:lnTo>
                    <a:pt x="216" y="0"/>
                  </a:lnTo>
                  <a:lnTo>
                    <a:pt x="186" y="12"/>
                  </a:lnTo>
                  <a:lnTo>
                    <a:pt x="174" y="12"/>
                  </a:lnTo>
                  <a:lnTo>
                    <a:pt x="180" y="24"/>
                  </a:lnTo>
                  <a:lnTo>
                    <a:pt x="180" y="30"/>
                  </a:lnTo>
                  <a:lnTo>
                    <a:pt x="186" y="42"/>
                  </a:lnTo>
                  <a:lnTo>
                    <a:pt x="186" y="60"/>
                  </a:lnTo>
                  <a:lnTo>
                    <a:pt x="192" y="66"/>
                  </a:lnTo>
                  <a:lnTo>
                    <a:pt x="186" y="78"/>
                  </a:lnTo>
                  <a:lnTo>
                    <a:pt x="156" y="78"/>
                  </a:lnTo>
                  <a:lnTo>
                    <a:pt x="138" y="72"/>
                  </a:lnTo>
                  <a:lnTo>
                    <a:pt x="126" y="72"/>
                  </a:lnTo>
                  <a:lnTo>
                    <a:pt x="114" y="54"/>
                  </a:lnTo>
                  <a:lnTo>
                    <a:pt x="84" y="24"/>
                  </a:lnTo>
                  <a:lnTo>
                    <a:pt x="72" y="24"/>
                  </a:lnTo>
                  <a:lnTo>
                    <a:pt x="60" y="30"/>
                  </a:lnTo>
                  <a:lnTo>
                    <a:pt x="48" y="30"/>
                  </a:lnTo>
                  <a:lnTo>
                    <a:pt x="36" y="36"/>
                  </a:lnTo>
                  <a:lnTo>
                    <a:pt x="30" y="42"/>
                  </a:lnTo>
                  <a:lnTo>
                    <a:pt x="24" y="54"/>
                  </a:lnTo>
                  <a:lnTo>
                    <a:pt x="24" y="66"/>
                  </a:lnTo>
                  <a:lnTo>
                    <a:pt x="18" y="78"/>
                  </a:lnTo>
                  <a:lnTo>
                    <a:pt x="6" y="84"/>
                  </a:lnTo>
                  <a:lnTo>
                    <a:pt x="0" y="96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6" y="150"/>
                  </a:lnTo>
                  <a:lnTo>
                    <a:pt x="6" y="14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94" name="Laos" descr="© INSCALE GmbH, 05.05.2010&#10;http://www.presentationload.com/">
              <a:extLst>
                <a:ext uri="{FF2B5EF4-FFF2-40B4-BE49-F238E27FC236}">
                  <a16:creationId xmlns:a16="http://schemas.microsoft.com/office/drawing/2014/main" id="{4EAD2B6D-3FAE-4BCC-9178-A0F29638BED4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6047998" y="2406022"/>
              <a:ext cx="199032" cy="228630"/>
            </a:xfrm>
            <a:custGeom>
              <a:avLst/>
              <a:gdLst>
                <a:gd name="T0" fmla="*/ 2147483647 w 600"/>
                <a:gd name="T1" fmla="*/ 2147483647 h 696"/>
                <a:gd name="T2" fmla="*/ 2147483647 w 600"/>
                <a:gd name="T3" fmla="*/ 2147483647 h 696"/>
                <a:gd name="T4" fmla="*/ 2147483647 w 600"/>
                <a:gd name="T5" fmla="*/ 2147483647 h 696"/>
                <a:gd name="T6" fmla="*/ 2147483647 w 600"/>
                <a:gd name="T7" fmla="*/ 2147483647 h 696"/>
                <a:gd name="T8" fmla="*/ 2147483647 w 600"/>
                <a:gd name="T9" fmla="*/ 2147483647 h 696"/>
                <a:gd name="T10" fmla="*/ 2147483647 w 600"/>
                <a:gd name="T11" fmla="*/ 2147483647 h 696"/>
                <a:gd name="T12" fmla="*/ 2147483647 w 600"/>
                <a:gd name="T13" fmla="*/ 2147483647 h 696"/>
                <a:gd name="T14" fmla="*/ 2147483647 w 600"/>
                <a:gd name="T15" fmla="*/ 2147483647 h 696"/>
                <a:gd name="T16" fmla="*/ 2147483647 w 600"/>
                <a:gd name="T17" fmla="*/ 2147483647 h 696"/>
                <a:gd name="T18" fmla="*/ 2147483647 w 600"/>
                <a:gd name="T19" fmla="*/ 2147483647 h 696"/>
                <a:gd name="T20" fmla="*/ 2147483647 w 600"/>
                <a:gd name="T21" fmla="*/ 2147483647 h 696"/>
                <a:gd name="T22" fmla="*/ 2147483647 w 600"/>
                <a:gd name="T23" fmla="*/ 2147483647 h 696"/>
                <a:gd name="T24" fmla="*/ 2147483647 w 600"/>
                <a:gd name="T25" fmla="*/ 2147483647 h 696"/>
                <a:gd name="T26" fmla="*/ 2147483647 w 600"/>
                <a:gd name="T27" fmla="*/ 2147483647 h 696"/>
                <a:gd name="T28" fmla="*/ 2147483647 w 600"/>
                <a:gd name="T29" fmla="*/ 2147483647 h 696"/>
                <a:gd name="T30" fmla="*/ 2147483647 w 600"/>
                <a:gd name="T31" fmla="*/ 2147483647 h 696"/>
                <a:gd name="T32" fmla="*/ 2147483647 w 600"/>
                <a:gd name="T33" fmla="*/ 2147483647 h 696"/>
                <a:gd name="T34" fmla="*/ 2147483647 w 600"/>
                <a:gd name="T35" fmla="*/ 2147483647 h 696"/>
                <a:gd name="T36" fmla="*/ 2147483647 w 600"/>
                <a:gd name="T37" fmla="*/ 2147483647 h 696"/>
                <a:gd name="T38" fmla="*/ 2147483647 w 600"/>
                <a:gd name="T39" fmla="*/ 2147483647 h 696"/>
                <a:gd name="T40" fmla="*/ 2147483647 w 600"/>
                <a:gd name="T41" fmla="*/ 2147483647 h 696"/>
                <a:gd name="T42" fmla="*/ 2147483647 w 600"/>
                <a:gd name="T43" fmla="*/ 2147483647 h 696"/>
                <a:gd name="T44" fmla="*/ 2147483647 w 600"/>
                <a:gd name="T45" fmla="*/ 2147483647 h 696"/>
                <a:gd name="T46" fmla="*/ 2147483647 w 600"/>
                <a:gd name="T47" fmla="*/ 2147483647 h 696"/>
                <a:gd name="T48" fmla="*/ 2147483647 w 600"/>
                <a:gd name="T49" fmla="*/ 2147483647 h 696"/>
                <a:gd name="T50" fmla="*/ 2147483647 w 600"/>
                <a:gd name="T51" fmla="*/ 2147483647 h 696"/>
                <a:gd name="T52" fmla="*/ 2147483647 w 600"/>
                <a:gd name="T53" fmla="*/ 2147483647 h 696"/>
                <a:gd name="T54" fmla="*/ 2147483647 w 600"/>
                <a:gd name="T55" fmla="*/ 2147483647 h 696"/>
                <a:gd name="T56" fmla="*/ 2147483647 w 600"/>
                <a:gd name="T57" fmla="*/ 2147483647 h 696"/>
                <a:gd name="T58" fmla="*/ 2147483647 w 600"/>
                <a:gd name="T59" fmla="*/ 2147483647 h 696"/>
                <a:gd name="T60" fmla="*/ 2147483647 w 600"/>
                <a:gd name="T61" fmla="*/ 2147483647 h 696"/>
                <a:gd name="T62" fmla="*/ 2147483647 w 600"/>
                <a:gd name="T63" fmla="*/ 2147483647 h 696"/>
                <a:gd name="T64" fmla="*/ 2147483647 w 600"/>
                <a:gd name="T65" fmla="*/ 2147483647 h 696"/>
                <a:gd name="T66" fmla="*/ 2147483647 w 600"/>
                <a:gd name="T67" fmla="*/ 2147483647 h 696"/>
                <a:gd name="T68" fmla="*/ 2147483647 w 600"/>
                <a:gd name="T69" fmla="*/ 2147483647 h 696"/>
                <a:gd name="T70" fmla="*/ 2147483647 w 600"/>
                <a:gd name="T71" fmla="*/ 2147483647 h 696"/>
                <a:gd name="T72" fmla="*/ 2147483647 w 600"/>
                <a:gd name="T73" fmla="*/ 2147483647 h 696"/>
                <a:gd name="T74" fmla="*/ 2147483647 w 600"/>
                <a:gd name="T75" fmla="*/ 2147483647 h 696"/>
                <a:gd name="T76" fmla="*/ 2147483647 w 600"/>
                <a:gd name="T77" fmla="*/ 2147483647 h 696"/>
                <a:gd name="T78" fmla="*/ 2147483647 w 600"/>
                <a:gd name="T79" fmla="*/ 2147483647 h 696"/>
                <a:gd name="T80" fmla="*/ 2147483647 w 600"/>
                <a:gd name="T81" fmla="*/ 2147483647 h 696"/>
                <a:gd name="T82" fmla="*/ 2147483647 w 600"/>
                <a:gd name="T83" fmla="*/ 2147483647 h 696"/>
                <a:gd name="T84" fmla="*/ 2147483647 w 600"/>
                <a:gd name="T85" fmla="*/ 2147483647 h 696"/>
                <a:gd name="T86" fmla="*/ 2147483647 w 600"/>
                <a:gd name="T87" fmla="*/ 2147483647 h 696"/>
                <a:gd name="T88" fmla="*/ 2147483647 w 600"/>
                <a:gd name="T89" fmla="*/ 2147483647 h 696"/>
                <a:gd name="T90" fmla="*/ 2147483647 w 600"/>
                <a:gd name="T91" fmla="*/ 2147483647 h 696"/>
                <a:gd name="T92" fmla="*/ 2147483647 w 600"/>
                <a:gd name="T93" fmla="*/ 2147483647 h 696"/>
                <a:gd name="T94" fmla="*/ 2147483647 w 600"/>
                <a:gd name="T95" fmla="*/ 2147483647 h 696"/>
                <a:gd name="T96" fmla="*/ 2147483647 w 600"/>
                <a:gd name="T97" fmla="*/ 2147483647 h 696"/>
                <a:gd name="T98" fmla="*/ 2147483647 w 600"/>
                <a:gd name="T99" fmla="*/ 2147483647 h 696"/>
                <a:gd name="T100" fmla="*/ 2147483647 w 600"/>
                <a:gd name="T101" fmla="*/ 2147483647 h 696"/>
                <a:gd name="T102" fmla="*/ 2147483647 w 600"/>
                <a:gd name="T103" fmla="*/ 2147483647 h 696"/>
                <a:gd name="T104" fmla="*/ 2147483647 w 600"/>
                <a:gd name="T105" fmla="*/ 2147483647 h 696"/>
                <a:gd name="T106" fmla="*/ 2147483647 w 600"/>
                <a:gd name="T107" fmla="*/ 2147483647 h 696"/>
                <a:gd name="T108" fmla="*/ 2147483647 w 600"/>
                <a:gd name="T109" fmla="*/ 2147483647 h 696"/>
                <a:gd name="T110" fmla="*/ 2147483647 w 600"/>
                <a:gd name="T111" fmla="*/ 2147483647 h 696"/>
                <a:gd name="T112" fmla="*/ 2147483647 w 600"/>
                <a:gd name="T113" fmla="*/ 2147483647 h 696"/>
                <a:gd name="T114" fmla="*/ 2147483647 w 600"/>
                <a:gd name="T115" fmla="*/ 2147483647 h 696"/>
                <a:gd name="T116" fmla="*/ 2147483647 w 600"/>
                <a:gd name="T117" fmla="*/ 2147483647 h 696"/>
                <a:gd name="T118" fmla="*/ 0 w 600"/>
                <a:gd name="T119" fmla="*/ 2147483647 h 696"/>
                <a:gd name="T120" fmla="*/ 2147483647 w 600"/>
                <a:gd name="T121" fmla="*/ 2147483647 h 69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00"/>
                <a:gd name="T184" fmla="*/ 0 h 696"/>
                <a:gd name="T185" fmla="*/ 600 w 600"/>
                <a:gd name="T186" fmla="*/ 696 h 69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00" h="696">
                  <a:moveTo>
                    <a:pt x="24" y="180"/>
                  </a:moveTo>
                  <a:lnTo>
                    <a:pt x="36" y="180"/>
                  </a:lnTo>
                  <a:lnTo>
                    <a:pt x="42" y="186"/>
                  </a:lnTo>
                  <a:lnTo>
                    <a:pt x="42" y="198"/>
                  </a:lnTo>
                  <a:lnTo>
                    <a:pt x="36" y="204"/>
                  </a:lnTo>
                  <a:lnTo>
                    <a:pt x="36" y="228"/>
                  </a:lnTo>
                  <a:lnTo>
                    <a:pt x="42" y="240"/>
                  </a:lnTo>
                  <a:lnTo>
                    <a:pt x="48" y="246"/>
                  </a:lnTo>
                  <a:lnTo>
                    <a:pt x="66" y="246"/>
                  </a:lnTo>
                  <a:lnTo>
                    <a:pt x="66" y="234"/>
                  </a:lnTo>
                  <a:lnTo>
                    <a:pt x="78" y="234"/>
                  </a:lnTo>
                  <a:lnTo>
                    <a:pt x="84" y="228"/>
                  </a:lnTo>
                  <a:lnTo>
                    <a:pt x="90" y="228"/>
                  </a:lnTo>
                  <a:lnTo>
                    <a:pt x="102" y="234"/>
                  </a:lnTo>
                  <a:lnTo>
                    <a:pt x="102" y="264"/>
                  </a:lnTo>
                  <a:lnTo>
                    <a:pt x="96" y="270"/>
                  </a:lnTo>
                  <a:lnTo>
                    <a:pt x="102" y="276"/>
                  </a:lnTo>
                  <a:lnTo>
                    <a:pt x="108" y="288"/>
                  </a:lnTo>
                  <a:lnTo>
                    <a:pt x="108" y="300"/>
                  </a:lnTo>
                  <a:lnTo>
                    <a:pt x="102" y="312"/>
                  </a:lnTo>
                  <a:lnTo>
                    <a:pt x="90" y="324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08" y="342"/>
                  </a:lnTo>
                  <a:lnTo>
                    <a:pt x="84" y="390"/>
                  </a:lnTo>
                  <a:lnTo>
                    <a:pt x="84" y="402"/>
                  </a:lnTo>
                  <a:lnTo>
                    <a:pt x="102" y="402"/>
                  </a:lnTo>
                  <a:lnTo>
                    <a:pt x="126" y="390"/>
                  </a:lnTo>
                  <a:lnTo>
                    <a:pt x="132" y="384"/>
                  </a:lnTo>
                  <a:lnTo>
                    <a:pt x="132" y="378"/>
                  </a:lnTo>
                  <a:lnTo>
                    <a:pt x="144" y="366"/>
                  </a:lnTo>
                  <a:lnTo>
                    <a:pt x="150" y="354"/>
                  </a:lnTo>
                  <a:lnTo>
                    <a:pt x="156" y="348"/>
                  </a:lnTo>
                  <a:lnTo>
                    <a:pt x="168" y="348"/>
                  </a:lnTo>
                  <a:lnTo>
                    <a:pt x="174" y="354"/>
                  </a:lnTo>
                  <a:lnTo>
                    <a:pt x="198" y="366"/>
                  </a:lnTo>
                  <a:lnTo>
                    <a:pt x="216" y="366"/>
                  </a:lnTo>
                  <a:lnTo>
                    <a:pt x="234" y="348"/>
                  </a:lnTo>
                  <a:lnTo>
                    <a:pt x="234" y="336"/>
                  </a:lnTo>
                  <a:lnTo>
                    <a:pt x="240" y="330"/>
                  </a:lnTo>
                  <a:lnTo>
                    <a:pt x="258" y="330"/>
                  </a:lnTo>
                  <a:lnTo>
                    <a:pt x="264" y="336"/>
                  </a:lnTo>
                  <a:lnTo>
                    <a:pt x="276" y="342"/>
                  </a:lnTo>
                  <a:lnTo>
                    <a:pt x="300" y="342"/>
                  </a:lnTo>
                  <a:lnTo>
                    <a:pt x="306" y="348"/>
                  </a:lnTo>
                  <a:lnTo>
                    <a:pt x="306" y="360"/>
                  </a:lnTo>
                  <a:lnTo>
                    <a:pt x="318" y="372"/>
                  </a:lnTo>
                  <a:lnTo>
                    <a:pt x="336" y="384"/>
                  </a:lnTo>
                  <a:lnTo>
                    <a:pt x="348" y="390"/>
                  </a:lnTo>
                  <a:lnTo>
                    <a:pt x="366" y="408"/>
                  </a:lnTo>
                  <a:lnTo>
                    <a:pt x="372" y="450"/>
                  </a:lnTo>
                  <a:lnTo>
                    <a:pt x="372" y="462"/>
                  </a:lnTo>
                  <a:lnTo>
                    <a:pt x="384" y="486"/>
                  </a:lnTo>
                  <a:lnTo>
                    <a:pt x="420" y="522"/>
                  </a:lnTo>
                  <a:lnTo>
                    <a:pt x="420" y="528"/>
                  </a:lnTo>
                  <a:lnTo>
                    <a:pt x="426" y="534"/>
                  </a:lnTo>
                  <a:lnTo>
                    <a:pt x="426" y="546"/>
                  </a:lnTo>
                  <a:lnTo>
                    <a:pt x="432" y="540"/>
                  </a:lnTo>
                  <a:lnTo>
                    <a:pt x="432" y="546"/>
                  </a:lnTo>
                  <a:lnTo>
                    <a:pt x="444" y="558"/>
                  </a:lnTo>
                  <a:lnTo>
                    <a:pt x="432" y="582"/>
                  </a:lnTo>
                  <a:lnTo>
                    <a:pt x="426" y="588"/>
                  </a:lnTo>
                  <a:lnTo>
                    <a:pt x="426" y="594"/>
                  </a:lnTo>
                  <a:lnTo>
                    <a:pt x="438" y="606"/>
                  </a:lnTo>
                  <a:lnTo>
                    <a:pt x="450" y="612"/>
                  </a:lnTo>
                  <a:lnTo>
                    <a:pt x="456" y="618"/>
                  </a:lnTo>
                  <a:lnTo>
                    <a:pt x="456" y="630"/>
                  </a:lnTo>
                  <a:lnTo>
                    <a:pt x="450" y="636"/>
                  </a:lnTo>
                  <a:lnTo>
                    <a:pt x="444" y="648"/>
                  </a:lnTo>
                  <a:lnTo>
                    <a:pt x="432" y="654"/>
                  </a:lnTo>
                  <a:lnTo>
                    <a:pt x="426" y="660"/>
                  </a:lnTo>
                  <a:lnTo>
                    <a:pt x="426" y="672"/>
                  </a:lnTo>
                  <a:lnTo>
                    <a:pt x="450" y="672"/>
                  </a:lnTo>
                  <a:lnTo>
                    <a:pt x="456" y="678"/>
                  </a:lnTo>
                  <a:lnTo>
                    <a:pt x="462" y="678"/>
                  </a:lnTo>
                  <a:lnTo>
                    <a:pt x="462" y="684"/>
                  </a:lnTo>
                  <a:lnTo>
                    <a:pt x="474" y="696"/>
                  </a:lnTo>
                  <a:lnTo>
                    <a:pt x="486" y="696"/>
                  </a:lnTo>
                  <a:lnTo>
                    <a:pt x="492" y="690"/>
                  </a:lnTo>
                  <a:lnTo>
                    <a:pt x="492" y="678"/>
                  </a:lnTo>
                  <a:lnTo>
                    <a:pt x="480" y="666"/>
                  </a:lnTo>
                  <a:lnTo>
                    <a:pt x="498" y="654"/>
                  </a:lnTo>
                  <a:lnTo>
                    <a:pt x="510" y="642"/>
                  </a:lnTo>
                  <a:lnTo>
                    <a:pt x="546" y="654"/>
                  </a:lnTo>
                  <a:lnTo>
                    <a:pt x="558" y="642"/>
                  </a:lnTo>
                  <a:lnTo>
                    <a:pt x="582" y="648"/>
                  </a:lnTo>
                  <a:lnTo>
                    <a:pt x="588" y="648"/>
                  </a:lnTo>
                  <a:lnTo>
                    <a:pt x="600" y="636"/>
                  </a:lnTo>
                  <a:lnTo>
                    <a:pt x="600" y="630"/>
                  </a:lnTo>
                  <a:lnTo>
                    <a:pt x="588" y="618"/>
                  </a:lnTo>
                  <a:lnTo>
                    <a:pt x="582" y="618"/>
                  </a:lnTo>
                  <a:lnTo>
                    <a:pt x="600" y="582"/>
                  </a:lnTo>
                  <a:lnTo>
                    <a:pt x="594" y="582"/>
                  </a:lnTo>
                  <a:lnTo>
                    <a:pt x="588" y="576"/>
                  </a:lnTo>
                  <a:lnTo>
                    <a:pt x="564" y="564"/>
                  </a:lnTo>
                  <a:lnTo>
                    <a:pt x="540" y="540"/>
                  </a:lnTo>
                  <a:lnTo>
                    <a:pt x="546" y="540"/>
                  </a:lnTo>
                  <a:lnTo>
                    <a:pt x="552" y="534"/>
                  </a:lnTo>
                  <a:lnTo>
                    <a:pt x="558" y="534"/>
                  </a:lnTo>
                  <a:lnTo>
                    <a:pt x="564" y="528"/>
                  </a:lnTo>
                  <a:lnTo>
                    <a:pt x="564" y="516"/>
                  </a:lnTo>
                  <a:lnTo>
                    <a:pt x="558" y="510"/>
                  </a:lnTo>
                  <a:lnTo>
                    <a:pt x="546" y="504"/>
                  </a:lnTo>
                  <a:lnTo>
                    <a:pt x="540" y="498"/>
                  </a:lnTo>
                  <a:lnTo>
                    <a:pt x="528" y="498"/>
                  </a:lnTo>
                  <a:lnTo>
                    <a:pt x="516" y="486"/>
                  </a:lnTo>
                  <a:lnTo>
                    <a:pt x="504" y="462"/>
                  </a:lnTo>
                  <a:lnTo>
                    <a:pt x="498" y="456"/>
                  </a:lnTo>
                  <a:lnTo>
                    <a:pt x="498" y="450"/>
                  </a:lnTo>
                  <a:lnTo>
                    <a:pt x="480" y="450"/>
                  </a:lnTo>
                  <a:lnTo>
                    <a:pt x="474" y="432"/>
                  </a:lnTo>
                  <a:lnTo>
                    <a:pt x="456" y="414"/>
                  </a:lnTo>
                  <a:lnTo>
                    <a:pt x="438" y="402"/>
                  </a:lnTo>
                  <a:lnTo>
                    <a:pt x="426" y="378"/>
                  </a:lnTo>
                  <a:lnTo>
                    <a:pt x="426" y="354"/>
                  </a:lnTo>
                  <a:lnTo>
                    <a:pt x="420" y="354"/>
                  </a:lnTo>
                  <a:lnTo>
                    <a:pt x="414" y="348"/>
                  </a:lnTo>
                  <a:lnTo>
                    <a:pt x="402" y="342"/>
                  </a:lnTo>
                  <a:lnTo>
                    <a:pt x="390" y="342"/>
                  </a:lnTo>
                  <a:lnTo>
                    <a:pt x="384" y="336"/>
                  </a:lnTo>
                  <a:lnTo>
                    <a:pt x="384" y="306"/>
                  </a:lnTo>
                  <a:lnTo>
                    <a:pt x="372" y="306"/>
                  </a:lnTo>
                  <a:lnTo>
                    <a:pt x="366" y="300"/>
                  </a:lnTo>
                  <a:lnTo>
                    <a:pt x="354" y="294"/>
                  </a:lnTo>
                  <a:lnTo>
                    <a:pt x="342" y="282"/>
                  </a:lnTo>
                  <a:lnTo>
                    <a:pt x="306" y="264"/>
                  </a:lnTo>
                  <a:lnTo>
                    <a:pt x="300" y="258"/>
                  </a:lnTo>
                  <a:lnTo>
                    <a:pt x="288" y="252"/>
                  </a:lnTo>
                  <a:lnTo>
                    <a:pt x="288" y="234"/>
                  </a:lnTo>
                  <a:lnTo>
                    <a:pt x="282" y="228"/>
                  </a:lnTo>
                  <a:lnTo>
                    <a:pt x="306" y="228"/>
                  </a:lnTo>
                  <a:lnTo>
                    <a:pt x="312" y="234"/>
                  </a:lnTo>
                  <a:lnTo>
                    <a:pt x="330" y="234"/>
                  </a:lnTo>
                  <a:lnTo>
                    <a:pt x="336" y="228"/>
                  </a:lnTo>
                  <a:lnTo>
                    <a:pt x="342" y="216"/>
                  </a:lnTo>
                  <a:lnTo>
                    <a:pt x="354" y="210"/>
                  </a:lnTo>
                  <a:lnTo>
                    <a:pt x="360" y="198"/>
                  </a:lnTo>
                  <a:lnTo>
                    <a:pt x="360" y="186"/>
                  </a:lnTo>
                  <a:lnTo>
                    <a:pt x="348" y="180"/>
                  </a:lnTo>
                  <a:lnTo>
                    <a:pt x="330" y="174"/>
                  </a:lnTo>
                  <a:lnTo>
                    <a:pt x="306" y="162"/>
                  </a:lnTo>
                  <a:lnTo>
                    <a:pt x="306" y="156"/>
                  </a:lnTo>
                  <a:lnTo>
                    <a:pt x="312" y="150"/>
                  </a:lnTo>
                  <a:lnTo>
                    <a:pt x="318" y="150"/>
                  </a:lnTo>
                  <a:lnTo>
                    <a:pt x="294" y="126"/>
                  </a:lnTo>
                  <a:lnTo>
                    <a:pt x="282" y="120"/>
                  </a:lnTo>
                  <a:lnTo>
                    <a:pt x="270" y="120"/>
                  </a:lnTo>
                  <a:lnTo>
                    <a:pt x="264" y="132"/>
                  </a:lnTo>
                  <a:lnTo>
                    <a:pt x="264" y="138"/>
                  </a:lnTo>
                  <a:lnTo>
                    <a:pt x="258" y="150"/>
                  </a:lnTo>
                  <a:lnTo>
                    <a:pt x="252" y="156"/>
                  </a:lnTo>
                  <a:lnTo>
                    <a:pt x="240" y="144"/>
                  </a:lnTo>
                  <a:lnTo>
                    <a:pt x="240" y="138"/>
                  </a:lnTo>
                  <a:lnTo>
                    <a:pt x="222" y="138"/>
                  </a:lnTo>
                  <a:lnTo>
                    <a:pt x="216" y="126"/>
                  </a:lnTo>
                  <a:lnTo>
                    <a:pt x="198" y="108"/>
                  </a:lnTo>
                  <a:lnTo>
                    <a:pt x="186" y="84"/>
                  </a:lnTo>
                  <a:lnTo>
                    <a:pt x="186" y="54"/>
                  </a:lnTo>
                  <a:lnTo>
                    <a:pt x="180" y="54"/>
                  </a:lnTo>
                  <a:lnTo>
                    <a:pt x="174" y="60"/>
                  </a:lnTo>
                  <a:lnTo>
                    <a:pt x="168" y="48"/>
                  </a:lnTo>
                  <a:lnTo>
                    <a:pt x="156" y="42"/>
                  </a:lnTo>
                  <a:lnTo>
                    <a:pt x="150" y="30"/>
                  </a:lnTo>
                  <a:lnTo>
                    <a:pt x="144" y="24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96" y="0"/>
                  </a:lnTo>
                  <a:lnTo>
                    <a:pt x="90" y="6"/>
                  </a:lnTo>
                  <a:lnTo>
                    <a:pt x="90" y="48"/>
                  </a:lnTo>
                  <a:lnTo>
                    <a:pt x="114" y="72"/>
                  </a:lnTo>
                  <a:lnTo>
                    <a:pt x="114" y="108"/>
                  </a:lnTo>
                  <a:lnTo>
                    <a:pt x="72" y="108"/>
                  </a:lnTo>
                  <a:lnTo>
                    <a:pt x="72" y="84"/>
                  </a:lnTo>
                  <a:lnTo>
                    <a:pt x="36" y="102"/>
                  </a:lnTo>
                  <a:lnTo>
                    <a:pt x="36" y="114"/>
                  </a:lnTo>
                  <a:lnTo>
                    <a:pt x="30" y="126"/>
                  </a:lnTo>
                  <a:lnTo>
                    <a:pt x="36" y="132"/>
                  </a:lnTo>
                  <a:lnTo>
                    <a:pt x="30" y="138"/>
                  </a:lnTo>
                  <a:lnTo>
                    <a:pt x="18" y="138"/>
                  </a:lnTo>
                  <a:lnTo>
                    <a:pt x="0" y="156"/>
                  </a:lnTo>
                  <a:lnTo>
                    <a:pt x="0" y="168"/>
                  </a:lnTo>
                  <a:lnTo>
                    <a:pt x="6" y="168"/>
                  </a:lnTo>
                  <a:lnTo>
                    <a:pt x="12" y="174"/>
                  </a:lnTo>
                  <a:lnTo>
                    <a:pt x="24" y="18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95" name="Kyrgyzstan" descr="© INSCALE GmbH, 05.05.2010&#10;http://www.presentationload.com/">
              <a:extLst>
                <a:ext uri="{FF2B5EF4-FFF2-40B4-BE49-F238E27FC236}">
                  <a16:creationId xmlns:a16="http://schemas.microsoft.com/office/drawing/2014/main" id="{AA09F69E-9650-489D-8426-7E1061C8F10E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5254454" y="1860139"/>
              <a:ext cx="222296" cy="102755"/>
            </a:xfrm>
            <a:custGeom>
              <a:avLst/>
              <a:gdLst>
                <a:gd name="T0" fmla="*/ 2147483647 w 672"/>
                <a:gd name="T1" fmla="*/ 2147483647 h 312"/>
                <a:gd name="T2" fmla="*/ 2147483647 w 672"/>
                <a:gd name="T3" fmla="*/ 2147483647 h 312"/>
                <a:gd name="T4" fmla="*/ 2147483647 w 672"/>
                <a:gd name="T5" fmla="*/ 2147483647 h 312"/>
                <a:gd name="T6" fmla="*/ 2147483647 w 672"/>
                <a:gd name="T7" fmla="*/ 2147483647 h 312"/>
                <a:gd name="T8" fmla="*/ 2147483647 w 672"/>
                <a:gd name="T9" fmla="*/ 2147483647 h 312"/>
                <a:gd name="T10" fmla="*/ 2147483647 w 672"/>
                <a:gd name="T11" fmla="*/ 2147483647 h 312"/>
                <a:gd name="T12" fmla="*/ 2147483647 w 672"/>
                <a:gd name="T13" fmla="*/ 2147483647 h 312"/>
                <a:gd name="T14" fmla="*/ 2147483647 w 672"/>
                <a:gd name="T15" fmla="*/ 2147483647 h 312"/>
                <a:gd name="T16" fmla="*/ 2147483647 w 672"/>
                <a:gd name="T17" fmla="*/ 2147483647 h 312"/>
                <a:gd name="T18" fmla="*/ 2147483647 w 672"/>
                <a:gd name="T19" fmla="*/ 2147483647 h 312"/>
                <a:gd name="T20" fmla="*/ 2147483647 w 672"/>
                <a:gd name="T21" fmla="*/ 2147483647 h 312"/>
                <a:gd name="T22" fmla="*/ 2147483647 w 672"/>
                <a:gd name="T23" fmla="*/ 2147483647 h 312"/>
                <a:gd name="T24" fmla="*/ 0 w 672"/>
                <a:gd name="T25" fmla="*/ 2147483647 h 312"/>
                <a:gd name="T26" fmla="*/ 2147483647 w 672"/>
                <a:gd name="T27" fmla="*/ 2147483647 h 312"/>
                <a:gd name="T28" fmla="*/ 2147483647 w 672"/>
                <a:gd name="T29" fmla="*/ 2147483647 h 312"/>
                <a:gd name="T30" fmla="*/ 2147483647 w 672"/>
                <a:gd name="T31" fmla="*/ 2147483647 h 312"/>
                <a:gd name="T32" fmla="*/ 2147483647 w 672"/>
                <a:gd name="T33" fmla="*/ 2147483647 h 312"/>
                <a:gd name="T34" fmla="*/ 2147483647 w 672"/>
                <a:gd name="T35" fmla="*/ 2147483647 h 312"/>
                <a:gd name="T36" fmla="*/ 2147483647 w 672"/>
                <a:gd name="T37" fmla="*/ 2147483647 h 312"/>
                <a:gd name="T38" fmla="*/ 2147483647 w 672"/>
                <a:gd name="T39" fmla="*/ 2147483647 h 312"/>
                <a:gd name="T40" fmla="*/ 2147483647 w 672"/>
                <a:gd name="T41" fmla="*/ 2147483647 h 312"/>
                <a:gd name="T42" fmla="*/ 2147483647 w 672"/>
                <a:gd name="T43" fmla="*/ 2147483647 h 312"/>
                <a:gd name="T44" fmla="*/ 2147483647 w 672"/>
                <a:gd name="T45" fmla="*/ 2147483647 h 312"/>
                <a:gd name="T46" fmla="*/ 2147483647 w 672"/>
                <a:gd name="T47" fmla="*/ 2147483647 h 312"/>
                <a:gd name="T48" fmla="*/ 2147483647 w 672"/>
                <a:gd name="T49" fmla="*/ 2147483647 h 312"/>
                <a:gd name="T50" fmla="*/ 2147483647 w 672"/>
                <a:gd name="T51" fmla="*/ 2147483647 h 312"/>
                <a:gd name="T52" fmla="*/ 2147483647 w 672"/>
                <a:gd name="T53" fmla="*/ 2147483647 h 312"/>
                <a:gd name="T54" fmla="*/ 2147483647 w 672"/>
                <a:gd name="T55" fmla="*/ 2147483647 h 312"/>
                <a:gd name="T56" fmla="*/ 2147483647 w 672"/>
                <a:gd name="T57" fmla="*/ 2147483647 h 312"/>
                <a:gd name="T58" fmla="*/ 2147483647 w 672"/>
                <a:gd name="T59" fmla="*/ 2147483647 h 312"/>
                <a:gd name="T60" fmla="*/ 2147483647 w 672"/>
                <a:gd name="T61" fmla="*/ 2147483647 h 312"/>
                <a:gd name="T62" fmla="*/ 2147483647 w 672"/>
                <a:gd name="T63" fmla="*/ 2147483647 h 312"/>
                <a:gd name="T64" fmla="*/ 2147483647 w 672"/>
                <a:gd name="T65" fmla="*/ 2147483647 h 312"/>
                <a:gd name="T66" fmla="*/ 2147483647 w 672"/>
                <a:gd name="T67" fmla="*/ 2147483647 h 312"/>
                <a:gd name="T68" fmla="*/ 2147483647 w 672"/>
                <a:gd name="T69" fmla="*/ 2147483647 h 312"/>
                <a:gd name="T70" fmla="*/ 2147483647 w 672"/>
                <a:gd name="T71" fmla="*/ 2147483647 h 312"/>
                <a:gd name="T72" fmla="*/ 2147483647 w 672"/>
                <a:gd name="T73" fmla="*/ 2147483647 h 312"/>
                <a:gd name="T74" fmla="*/ 2147483647 w 672"/>
                <a:gd name="T75" fmla="*/ 2147483647 h 312"/>
                <a:gd name="T76" fmla="*/ 2147483647 w 672"/>
                <a:gd name="T77" fmla="*/ 0 h 312"/>
                <a:gd name="T78" fmla="*/ 2147483647 w 672"/>
                <a:gd name="T79" fmla="*/ 2147483647 h 312"/>
                <a:gd name="T80" fmla="*/ 2147483647 w 672"/>
                <a:gd name="T81" fmla="*/ 2147483647 h 312"/>
                <a:gd name="T82" fmla="*/ 2147483647 w 672"/>
                <a:gd name="T83" fmla="*/ 2147483647 h 312"/>
                <a:gd name="T84" fmla="*/ 2147483647 w 672"/>
                <a:gd name="T85" fmla="*/ 2147483647 h 312"/>
                <a:gd name="T86" fmla="*/ 2147483647 w 672"/>
                <a:gd name="T87" fmla="*/ 2147483647 h 312"/>
                <a:gd name="T88" fmla="*/ 2147483647 w 672"/>
                <a:gd name="T89" fmla="*/ 2147483647 h 31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672"/>
                <a:gd name="T136" fmla="*/ 0 h 312"/>
                <a:gd name="T137" fmla="*/ 672 w 672"/>
                <a:gd name="T138" fmla="*/ 312 h 31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672" h="312">
                  <a:moveTo>
                    <a:pt x="36" y="132"/>
                  </a:moveTo>
                  <a:lnTo>
                    <a:pt x="66" y="144"/>
                  </a:lnTo>
                  <a:lnTo>
                    <a:pt x="78" y="156"/>
                  </a:lnTo>
                  <a:lnTo>
                    <a:pt x="114" y="156"/>
                  </a:lnTo>
                  <a:lnTo>
                    <a:pt x="114" y="144"/>
                  </a:lnTo>
                  <a:lnTo>
                    <a:pt x="126" y="144"/>
                  </a:lnTo>
                  <a:lnTo>
                    <a:pt x="126" y="132"/>
                  </a:lnTo>
                  <a:lnTo>
                    <a:pt x="144" y="156"/>
                  </a:lnTo>
                  <a:lnTo>
                    <a:pt x="162" y="156"/>
                  </a:lnTo>
                  <a:lnTo>
                    <a:pt x="168" y="174"/>
                  </a:lnTo>
                  <a:lnTo>
                    <a:pt x="192" y="174"/>
                  </a:lnTo>
                  <a:lnTo>
                    <a:pt x="198" y="186"/>
                  </a:lnTo>
                  <a:lnTo>
                    <a:pt x="204" y="186"/>
                  </a:lnTo>
                  <a:lnTo>
                    <a:pt x="216" y="180"/>
                  </a:lnTo>
                  <a:lnTo>
                    <a:pt x="228" y="180"/>
                  </a:lnTo>
                  <a:lnTo>
                    <a:pt x="228" y="192"/>
                  </a:lnTo>
                  <a:lnTo>
                    <a:pt x="216" y="204"/>
                  </a:lnTo>
                  <a:lnTo>
                    <a:pt x="204" y="210"/>
                  </a:lnTo>
                  <a:lnTo>
                    <a:pt x="192" y="210"/>
                  </a:lnTo>
                  <a:lnTo>
                    <a:pt x="192" y="216"/>
                  </a:lnTo>
                  <a:lnTo>
                    <a:pt x="174" y="222"/>
                  </a:lnTo>
                  <a:lnTo>
                    <a:pt x="156" y="240"/>
                  </a:lnTo>
                  <a:lnTo>
                    <a:pt x="150" y="240"/>
                  </a:lnTo>
                  <a:lnTo>
                    <a:pt x="144" y="234"/>
                  </a:lnTo>
                  <a:lnTo>
                    <a:pt x="138" y="234"/>
                  </a:lnTo>
                  <a:lnTo>
                    <a:pt x="132" y="228"/>
                  </a:lnTo>
                  <a:lnTo>
                    <a:pt x="114" y="228"/>
                  </a:lnTo>
                  <a:lnTo>
                    <a:pt x="102" y="234"/>
                  </a:lnTo>
                  <a:lnTo>
                    <a:pt x="96" y="234"/>
                  </a:lnTo>
                  <a:lnTo>
                    <a:pt x="96" y="246"/>
                  </a:lnTo>
                  <a:lnTo>
                    <a:pt x="90" y="252"/>
                  </a:lnTo>
                  <a:lnTo>
                    <a:pt x="84" y="252"/>
                  </a:lnTo>
                  <a:lnTo>
                    <a:pt x="72" y="246"/>
                  </a:lnTo>
                  <a:lnTo>
                    <a:pt x="36" y="234"/>
                  </a:lnTo>
                  <a:lnTo>
                    <a:pt x="24" y="234"/>
                  </a:lnTo>
                  <a:lnTo>
                    <a:pt x="18" y="240"/>
                  </a:lnTo>
                  <a:lnTo>
                    <a:pt x="18" y="252"/>
                  </a:lnTo>
                  <a:lnTo>
                    <a:pt x="12" y="258"/>
                  </a:lnTo>
                  <a:lnTo>
                    <a:pt x="0" y="264"/>
                  </a:lnTo>
                  <a:lnTo>
                    <a:pt x="0" y="276"/>
                  </a:lnTo>
                  <a:lnTo>
                    <a:pt x="6" y="282"/>
                  </a:lnTo>
                  <a:lnTo>
                    <a:pt x="6" y="288"/>
                  </a:lnTo>
                  <a:lnTo>
                    <a:pt x="12" y="294"/>
                  </a:lnTo>
                  <a:lnTo>
                    <a:pt x="24" y="288"/>
                  </a:lnTo>
                  <a:lnTo>
                    <a:pt x="36" y="288"/>
                  </a:lnTo>
                  <a:lnTo>
                    <a:pt x="42" y="282"/>
                  </a:lnTo>
                  <a:lnTo>
                    <a:pt x="60" y="282"/>
                  </a:lnTo>
                  <a:lnTo>
                    <a:pt x="72" y="288"/>
                  </a:lnTo>
                  <a:lnTo>
                    <a:pt x="96" y="288"/>
                  </a:lnTo>
                  <a:lnTo>
                    <a:pt x="108" y="300"/>
                  </a:lnTo>
                  <a:lnTo>
                    <a:pt x="126" y="300"/>
                  </a:lnTo>
                  <a:lnTo>
                    <a:pt x="132" y="294"/>
                  </a:lnTo>
                  <a:lnTo>
                    <a:pt x="144" y="288"/>
                  </a:lnTo>
                  <a:lnTo>
                    <a:pt x="150" y="282"/>
                  </a:lnTo>
                  <a:lnTo>
                    <a:pt x="180" y="312"/>
                  </a:lnTo>
                  <a:lnTo>
                    <a:pt x="192" y="306"/>
                  </a:lnTo>
                  <a:lnTo>
                    <a:pt x="198" y="306"/>
                  </a:lnTo>
                  <a:lnTo>
                    <a:pt x="198" y="312"/>
                  </a:lnTo>
                  <a:lnTo>
                    <a:pt x="210" y="312"/>
                  </a:lnTo>
                  <a:lnTo>
                    <a:pt x="222" y="306"/>
                  </a:lnTo>
                  <a:lnTo>
                    <a:pt x="228" y="300"/>
                  </a:lnTo>
                  <a:lnTo>
                    <a:pt x="270" y="300"/>
                  </a:lnTo>
                  <a:lnTo>
                    <a:pt x="282" y="288"/>
                  </a:lnTo>
                  <a:lnTo>
                    <a:pt x="300" y="294"/>
                  </a:lnTo>
                  <a:lnTo>
                    <a:pt x="318" y="294"/>
                  </a:lnTo>
                  <a:lnTo>
                    <a:pt x="318" y="282"/>
                  </a:lnTo>
                  <a:lnTo>
                    <a:pt x="312" y="270"/>
                  </a:lnTo>
                  <a:lnTo>
                    <a:pt x="300" y="264"/>
                  </a:lnTo>
                  <a:lnTo>
                    <a:pt x="300" y="258"/>
                  </a:lnTo>
                  <a:lnTo>
                    <a:pt x="306" y="252"/>
                  </a:lnTo>
                  <a:lnTo>
                    <a:pt x="318" y="246"/>
                  </a:lnTo>
                  <a:lnTo>
                    <a:pt x="330" y="246"/>
                  </a:lnTo>
                  <a:lnTo>
                    <a:pt x="336" y="240"/>
                  </a:lnTo>
                  <a:lnTo>
                    <a:pt x="348" y="234"/>
                  </a:lnTo>
                  <a:lnTo>
                    <a:pt x="348" y="216"/>
                  </a:lnTo>
                  <a:lnTo>
                    <a:pt x="372" y="216"/>
                  </a:lnTo>
                  <a:lnTo>
                    <a:pt x="384" y="204"/>
                  </a:lnTo>
                  <a:lnTo>
                    <a:pt x="396" y="204"/>
                  </a:lnTo>
                  <a:lnTo>
                    <a:pt x="402" y="210"/>
                  </a:lnTo>
                  <a:lnTo>
                    <a:pt x="408" y="222"/>
                  </a:lnTo>
                  <a:lnTo>
                    <a:pt x="414" y="228"/>
                  </a:lnTo>
                  <a:lnTo>
                    <a:pt x="426" y="222"/>
                  </a:lnTo>
                  <a:lnTo>
                    <a:pt x="456" y="228"/>
                  </a:lnTo>
                  <a:lnTo>
                    <a:pt x="462" y="222"/>
                  </a:lnTo>
                  <a:lnTo>
                    <a:pt x="462" y="198"/>
                  </a:lnTo>
                  <a:lnTo>
                    <a:pt x="468" y="186"/>
                  </a:lnTo>
                  <a:lnTo>
                    <a:pt x="486" y="168"/>
                  </a:lnTo>
                  <a:lnTo>
                    <a:pt x="516" y="168"/>
                  </a:lnTo>
                  <a:lnTo>
                    <a:pt x="534" y="174"/>
                  </a:lnTo>
                  <a:lnTo>
                    <a:pt x="552" y="174"/>
                  </a:lnTo>
                  <a:lnTo>
                    <a:pt x="558" y="168"/>
                  </a:lnTo>
                  <a:lnTo>
                    <a:pt x="564" y="156"/>
                  </a:lnTo>
                  <a:lnTo>
                    <a:pt x="564" y="138"/>
                  </a:lnTo>
                  <a:lnTo>
                    <a:pt x="570" y="132"/>
                  </a:lnTo>
                  <a:lnTo>
                    <a:pt x="582" y="126"/>
                  </a:lnTo>
                  <a:lnTo>
                    <a:pt x="594" y="114"/>
                  </a:lnTo>
                  <a:lnTo>
                    <a:pt x="642" y="96"/>
                  </a:lnTo>
                  <a:lnTo>
                    <a:pt x="666" y="96"/>
                  </a:lnTo>
                  <a:lnTo>
                    <a:pt x="672" y="90"/>
                  </a:lnTo>
                  <a:lnTo>
                    <a:pt x="672" y="78"/>
                  </a:lnTo>
                  <a:lnTo>
                    <a:pt x="660" y="66"/>
                  </a:lnTo>
                  <a:lnTo>
                    <a:pt x="642" y="60"/>
                  </a:lnTo>
                  <a:lnTo>
                    <a:pt x="600" y="60"/>
                  </a:lnTo>
                  <a:lnTo>
                    <a:pt x="576" y="30"/>
                  </a:lnTo>
                  <a:lnTo>
                    <a:pt x="558" y="30"/>
                  </a:lnTo>
                  <a:lnTo>
                    <a:pt x="546" y="18"/>
                  </a:lnTo>
                  <a:lnTo>
                    <a:pt x="498" y="24"/>
                  </a:lnTo>
                  <a:lnTo>
                    <a:pt x="486" y="24"/>
                  </a:lnTo>
                  <a:lnTo>
                    <a:pt x="474" y="18"/>
                  </a:lnTo>
                  <a:lnTo>
                    <a:pt x="354" y="18"/>
                  </a:lnTo>
                  <a:lnTo>
                    <a:pt x="336" y="24"/>
                  </a:lnTo>
                  <a:lnTo>
                    <a:pt x="318" y="24"/>
                  </a:lnTo>
                  <a:lnTo>
                    <a:pt x="306" y="18"/>
                  </a:lnTo>
                  <a:lnTo>
                    <a:pt x="282" y="18"/>
                  </a:lnTo>
                  <a:lnTo>
                    <a:pt x="276" y="6"/>
                  </a:lnTo>
                  <a:lnTo>
                    <a:pt x="264" y="0"/>
                  </a:lnTo>
                  <a:lnTo>
                    <a:pt x="222" y="0"/>
                  </a:lnTo>
                  <a:lnTo>
                    <a:pt x="216" y="6"/>
                  </a:lnTo>
                  <a:lnTo>
                    <a:pt x="216" y="36"/>
                  </a:lnTo>
                  <a:lnTo>
                    <a:pt x="222" y="48"/>
                  </a:lnTo>
                  <a:lnTo>
                    <a:pt x="222" y="60"/>
                  </a:lnTo>
                  <a:lnTo>
                    <a:pt x="204" y="54"/>
                  </a:lnTo>
                  <a:lnTo>
                    <a:pt x="174" y="54"/>
                  </a:lnTo>
                  <a:lnTo>
                    <a:pt x="138" y="36"/>
                  </a:lnTo>
                  <a:lnTo>
                    <a:pt x="120" y="30"/>
                  </a:lnTo>
                  <a:lnTo>
                    <a:pt x="108" y="24"/>
                  </a:lnTo>
                  <a:lnTo>
                    <a:pt x="78" y="24"/>
                  </a:lnTo>
                  <a:lnTo>
                    <a:pt x="60" y="42"/>
                  </a:lnTo>
                  <a:lnTo>
                    <a:pt x="54" y="54"/>
                  </a:lnTo>
                  <a:lnTo>
                    <a:pt x="54" y="72"/>
                  </a:lnTo>
                  <a:lnTo>
                    <a:pt x="72" y="72"/>
                  </a:lnTo>
                  <a:lnTo>
                    <a:pt x="78" y="78"/>
                  </a:lnTo>
                  <a:lnTo>
                    <a:pt x="84" y="78"/>
                  </a:lnTo>
                  <a:lnTo>
                    <a:pt x="84" y="84"/>
                  </a:lnTo>
                  <a:lnTo>
                    <a:pt x="36" y="13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96" name="Kuwait" descr="© INSCALE GmbH, 05.05.2010&#10;http://www.presentationload.com/">
              <a:extLst>
                <a:ext uri="{FF2B5EF4-FFF2-40B4-BE49-F238E27FC236}">
                  <a16:creationId xmlns:a16="http://schemas.microsoft.com/office/drawing/2014/main" id="{8F1BDAA2-13C1-4D0D-8615-FE31F77ED6B3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796938" y="2206934"/>
              <a:ext cx="45235" cy="39818"/>
            </a:xfrm>
            <a:custGeom>
              <a:avLst/>
              <a:gdLst>
                <a:gd name="T0" fmla="*/ 2147483647 w 138"/>
                <a:gd name="T1" fmla="*/ 0 h 120"/>
                <a:gd name="T2" fmla="*/ 2147483647 w 138"/>
                <a:gd name="T3" fmla="*/ 0 h 120"/>
                <a:gd name="T4" fmla="*/ 2147483647 w 138"/>
                <a:gd name="T5" fmla="*/ 2147483647 h 120"/>
                <a:gd name="T6" fmla="*/ 2147483647 w 138"/>
                <a:gd name="T7" fmla="*/ 2147483647 h 120"/>
                <a:gd name="T8" fmla="*/ 2147483647 w 138"/>
                <a:gd name="T9" fmla="*/ 2147483647 h 120"/>
                <a:gd name="T10" fmla="*/ 2147483647 w 138"/>
                <a:gd name="T11" fmla="*/ 2147483647 h 120"/>
                <a:gd name="T12" fmla="*/ 0 w 138"/>
                <a:gd name="T13" fmla="*/ 2147483647 h 120"/>
                <a:gd name="T14" fmla="*/ 2147483647 w 138"/>
                <a:gd name="T15" fmla="*/ 2147483647 h 120"/>
                <a:gd name="T16" fmla="*/ 2147483647 w 138"/>
                <a:gd name="T17" fmla="*/ 2147483647 h 120"/>
                <a:gd name="T18" fmla="*/ 2147483647 w 138"/>
                <a:gd name="T19" fmla="*/ 2147483647 h 120"/>
                <a:gd name="T20" fmla="*/ 2147483647 w 138"/>
                <a:gd name="T21" fmla="*/ 2147483647 h 120"/>
                <a:gd name="T22" fmla="*/ 2147483647 w 138"/>
                <a:gd name="T23" fmla="*/ 2147483647 h 120"/>
                <a:gd name="T24" fmla="*/ 2147483647 w 138"/>
                <a:gd name="T25" fmla="*/ 2147483647 h 120"/>
                <a:gd name="T26" fmla="*/ 2147483647 w 138"/>
                <a:gd name="T27" fmla="*/ 2147483647 h 120"/>
                <a:gd name="T28" fmla="*/ 2147483647 w 138"/>
                <a:gd name="T29" fmla="*/ 2147483647 h 120"/>
                <a:gd name="T30" fmla="*/ 2147483647 w 138"/>
                <a:gd name="T31" fmla="*/ 2147483647 h 120"/>
                <a:gd name="T32" fmla="*/ 2147483647 w 138"/>
                <a:gd name="T33" fmla="*/ 2147483647 h 120"/>
                <a:gd name="T34" fmla="*/ 2147483647 w 138"/>
                <a:gd name="T35" fmla="*/ 2147483647 h 120"/>
                <a:gd name="T36" fmla="*/ 2147483647 w 138"/>
                <a:gd name="T37" fmla="*/ 2147483647 h 120"/>
                <a:gd name="T38" fmla="*/ 2147483647 w 138"/>
                <a:gd name="T39" fmla="*/ 2147483647 h 120"/>
                <a:gd name="T40" fmla="*/ 2147483647 w 138"/>
                <a:gd name="T41" fmla="*/ 2147483647 h 120"/>
                <a:gd name="T42" fmla="*/ 2147483647 w 138"/>
                <a:gd name="T43" fmla="*/ 2147483647 h 120"/>
                <a:gd name="T44" fmla="*/ 2147483647 w 138"/>
                <a:gd name="T45" fmla="*/ 2147483647 h 120"/>
                <a:gd name="T46" fmla="*/ 2147483647 w 138"/>
                <a:gd name="T47" fmla="*/ 2147483647 h 120"/>
                <a:gd name="T48" fmla="*/ 2147483647 w 138"/>
                <a:gd name="T49" fmla="*/ 0 h 120"/>
                <a:gd name="T50" fmla="*/ 2147483647 w 138"/>
                <a:gd name="T51" fmla="*/ 0 h 12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8"/>
                <a:gd name="T79" fmla="*/ 0 h 120"/>
                <a:gd name="T80" fmla="*/ 138 w 138"/>
                <a:gd name="T81" fmla="*/ 120 h 12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8" h="120">
                  <a:moveTo>
                    <a:pt x="54" y="0"/>
                  </a:moveTo>
                  <a:lnTo>
                    <a:pt x="36" y="0"/>
                  </a:lnTo>
                  <a:lnTo>
                    <a:pt x="30" y="12"/>
                  </a:lnTo>
                  <a:lnTo>
                    <a:pt x="24" y="18"/>
                  </a:lnTo>
                  <a:lnTo>
                    <a:pt x="24" y="30"/>
                  </a:lnTo>
                  <a:lnTo>
                    <a:pt x="6" y="66"/>
                  </a:lnTo>
                  <a:lnTo>
                    <a:pt x="0" y="72"/>
                  </a:lnTo>
                  <a:lnTo>
                    <a:pt x="42" y="72"/>
                  </a:lnTo>
                  <a:lnTo>
                    <a:pt x="60" y="78"/>
                  </a:lnTo>
                  <a:lnTo>
                    <a:pt x="66" y="78"/>
                  </a:lnTo>
                  <a:lnTo>
                    <a:pt x="66" y="114"/>
                  </a:lnTo>
                  <a:lnTo>
                    <a:pt x="72" y="120"/>
                  </a:lnTo>
                  <a:lnTo>
                    <a:pt x="138" y="120"/>
                  </a:lnTo>
                  <a:lnTo>
                    <a:pt x="126" y="114"/>
                  </a:lnTo>
                  <a:lnTo>
                    <a:pt x="114" y="102"/>
                  </a:lnTo>
                  <a:lnTo>
                    <a:pt x="102" y="78"/>
                  </a:lnTo>
                  <a:lnTo>
                    <a:pt x="102" y="66"/>
                  </a:lnTo>
                  <a:lnTo>
                    <a:pt x="90" y="60"/>
                  </a:lnTo>
                  <a:lnTo>
                    <a:pt x="84" y="36"/>
                  </a:lnTo>
                  <a:lnTo>
                    <a:pt x="120" y="36"/>
                  </a:lnTo>
                  <a:lnTo>
                    <a:pt x="120" y="18"/>
                  </a:lnTo>
                  <a:lnTo>
                    <a:pt x="114" y="12"/>
                  </a:lnTo>
                  <a:lnTo>
                    <a:pt x="90" y="12"/>
                  </a:lnTo>
                  <a:lnTo>
                    <a:pt x="90" y="18"/>
                  </a:lnTo>
                  <a:lnTo>
                    <a:pt x="84" y="0"/>
                  </a:lnTo>
                  <a:lnTo>
                    <a:pt x="54" y="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97" name="Kosovo" descr="© INSCALE GmbH, 05.05.2010&#10;http://www.presentationload.com/">
              <a:extLst>
                <a:ext uri="{FF2B5EF4-FFF2-40B4-BE49-F238E27FC236}">
                  <a16:creationId xmlns:a16="http://schemas.microsoft.com/office/drawing/2014/main" id="{5D952AE6-EB1B-48E2-B565-5DC871F507C9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4182891" y="1849609"/>
              <a:ext cx="42596" cy="42647"/>
            </a:xfrm>
            <a:custGeom>
              <a:avLst/>
              <a:gdLst/>
              <a:ahLst/>
              <a:cxnLst>
                <a:cxn ang="0">
                  <a:pos x="6" y="75"/>
                </a:cxn>
                <a:cxn ang="0">
                  <a:pos x="0" y="72"/>
                </a:cxn>
                <a:cxn ang="0">
                  <a:pos x="227" y="122"/>
                </a:cxn>
                <a:cxn ang="0">
                  <a:pos x="218" y="127"/>
                </a:cxn>
                <a:cxn ang="0">
                  <a:pos x="214" y="120"/>
                </a:cxn>
                <a:cxn ang="0">
                  <a:pos x="206" y="113"/>
                </a:cxn>
                <a:cxn ang="0">
                  <a:pos x="197" y="111"/>
                </a:cxn>
                <a:cxn ang="0">
                  <a:pos x="190" y="110"/>
                </a:cxn>
                <a:cxn ang="0">
                  <a:pos x="185" y="110"/>
                </a:cxn>
                <a:cxn ang="0">
                  <a:pos x="185" y="101"/>
                </a:cxn>
                <a:cxn ang="0">
                  <a:pos x="189" y="95"/>
                </a:cxn>
                <a:cxn ang="0">
                  <a:pos x="187" y="84"/>
                </a:cxn>
                <a:cxn ang="0">
                  <a:pos x="177" y="78"/>
                </a:cxn>
                <a:cxn ang="0">
                  <a:pos x="169" y="76"/>
                </a:cxn>
                <a:cxn ang="0">
                  <a:pos x="170" y="61"/>
                </a:cxn>
                <a:cxn ang="0">
                  <a:pos x="165" y="56"/>
                </a:cxn>
                <a:cxn ang="0">
                  <a:pos x="161" y="61"/>
                </a:cxn>
                <a:cxn ang="0">
                  <a:pos x="157" y="53"/>
                </a:cxn>
                <a:cxn ang="0">
                  <a:pos x="158" y="35"/>
                </a:cxn>
                <a:cxn ang="0">
                  <a:pos x="154" y="32"/>
                </a:cxn>
                <a:cxn ang="0">
                  <a:pos x="147" y="32"/>
                </a:cxn>
                <a:cxn ang="0">
                  <a:pos x="137" y="32"/>
                </a:cxn>
                <a:cxn ang="0">
                  <a:pos x="126" y="27"/>
                </a:cxn>
                <a:cxn ang="0">
                  <a:pos x="131" y="20"/>
                </a:cxn>
                <a:cxn ang="0">
                  <a:pos x="130" y="12"/>
                </a:cxn>
                <a:cxn ang="0">
                  <a:pos x="122" y="0"/>
                </a:cxn>
                <a:cxn ang="0">
                  <a:pos x="115" y="6"/>
                </a:cxn>
                <a:cxn ang="0">
                  <a:pos x="104" y="13"/>
                </a:cxn>
                <a:cxn ang="0">
                  <a:pos x="96" y="15"/>
                </a:cxn>
                <a:cxn ang="0">
                  <a:pos x="89" y="13"/>
                </a:cxn>
                <a:cxn ang="0">
                  <a:pos x="91" y="22"/>
                </a:cxn>
                <a:cxn ang="0">
                  <a:pos x="101" y="27"/>
                </a:cxn>
                <a:cxn ang="0">
                  <a:pos x="97" y="33"/>
                </a:cxn>
                <a:cxn ang="0">
                  <a:pos x="100" y="40"/>
                </a:cxn>
                <a:cxn ang="0">
                  <a:pos x="99" y="46"/>
                </a:cxn>
                <a:cxn ang="0">
                  <a:pos x="92" y="49"/>
                </a:cxn>
                <a:cxn ang="0">
                  <a:pos x="88" y="45"/>
                </a:cxn>
                <a:cxn ang="0">
                  <a:pos x="70" y="59"/>
                </a:cxn>
                <a:cxn ang="0">
                  <a:pos x="73" y="71"/>
                </a:cxn>
                <a:cxn ang="0">
                  <a:pos x="45" y="74"/>
                </a:cxn>
                <a:cxn ang="0">
                  <a:pos x="14" y="72"/>
                </a:cxn>
                <a:cxn ang="0">
                  <a:pos x="6" y="75"/>
                </a:cxn>
                <a:cxn ang="0">
                  <a:pos x="6" y="141"/>
                </a:cxn>
                <a:cxn ang="0">
                  <a:pos x="14" y="155"/>
                </a:cxn>
                <a:cxn ang="0">
                  <a:pos x="27" y="173"/>
                </a:cxn>
                <a:cxn ang="0">
                  <a:pos x="50" y="175"/>
                </a:cxn>
                <a:cxn ang="0">
                  <a:pos x="60" y="211"/>
                </a:cxn>
                <a:cxn ang="0">
                  <a:pos x="60" y="237"/>
                </a:cxn>
                <a:cxn ang="0">
                  <a:pos x="92" y="226"/>
                </a:cxn>
                <a:cxn ang="0">
                  <a:pos x="138" y="205"/>
                </a:cxn>
                <a:cxn ang="0">
                  <a:pos x="146" y="184"/>
                </a:cxn>
                <a:cxn ang="0">
                  <a:pos x="189" y="173"/>
                </a:cxn>
                <a:cxn ang="0">
                  <a:pos x="209" y="163"/>
                </a:cxn>
                <a:cxn ang="0">
                  <a:pos x="217" y="156"/>
                </a:cxn>
                <a:cxn ang="0">
                  <a:pos x="225" y="144"/>
                </a:cxn>
                <a:cxn ang="0">
                  <a:pos x="228" y="137"/>
                </a:cxn>
                <a:cxn ang="0">
                  <a:pos x="232" y="129"/>
                </a:cxn>
              </a:cxnLst>
              <a:rect l="0" t="0" r="r" b="b"/>
              <a:pathLst>
                <a:path w="232" h="237">
                  <a:moveTo>
                    <a:pt x="0" y="72"/>
                  </a:moveTo>
                  <a:cubicBezTo>
                    <a:pt x="1" y="72"/>
                    <a:pt x="2" y="73"/>
                    <a:pt x="6" y="75"/>
                  </a:cubicBezTo>
                  <a:cubicBezTo>
                    <a:pt x="6" y="66"/>
                    <a:pt x="6" y="66"/>
                    <a:pt x="6" y="66"/>
                  </a:cubicBezTo>
                  <a:lnTo>
                    <a:pt x="0" y="72"/>
                  </a:lnTo>
                  <a:close/>
                  <a:moveTo>
                    <a:pt x="231" y="124"/>
                  </a:moveTo>
                  <a:cubicBezTo>
                    <a:pt x="227" y="122"/>
                    <a:pt x="227" y="122"/>
                    <a:pt x="227" y="122"/>
                  </a:cubicBezTo>
                  <a:cubicBezTo>
                    <a:pt x="223" y="124"/>
                    <a:pt x="223" y="124"/>
                    <a:pt x="223" y="124"/>
                  </a:cubicBezTo>
                  <a:cubicBezTo>
                    <a:pt x="218" y="127"/>
                    <a:pt x="218" y="127"/>
                    <a:pt x="218" y="127"/>
                  </a:cubicBezTo>
                  <a:cubicBezTo>
                    <a:pt x="216" y="124"/>
                    <a:pt x="216" y="124"/>
                    <a:pt x="216" y="124"/>
                  </a:cubicBezTo>
                  <a:cubicBezTo>
                    <a:pt x="214" y="120"/>
                    <a:pt x="214" y="120"/>
                    <a:pt x="214" y="120"/>
                  </a:cubicBezTo>
                  <a:cubicBezTo>
                    <a:pt x="210" y="117"/>
                    <a:pt x="210" y="117"/>
                    <a:pt x="210" y="117"/>
                  </a:cubicBezTo>
                  <a:cubicBezTo>
                    <a:pt x="206" y="113"/>
                    <a:pt x="206" y="113"/>
                    <a:pt x="206" y="113"/>
                  </a:cubicBezTo>
                  <a:cubicBezTo>
                    <a:pt x="202" y="113"/>
                    <a:pt x="202" y="113"/>
                    <a:pt x="202" y="113"/>
                  </a:cubicBezTo>
                  <a:cubicBezTo>
                    <a:pt x="197" y="111"/>
                    <a:pt x="197" y="111"/>
                    <a:pt x="197" y="111"/>
                  </a:cubicBezTo>
                  <a:cubicBezTo>
                    <a:pt x="195" y="113"/>
                    <a:pt x="195" y="113"/>
                    <a:pt x="195" y="113"/>
                  </a:cubicBezTo>
                  <a:cubicBezTo>
                    <a:pt x="190" y="110"/>
                    <a:pt x="190" y="110"/>
                    <a:pt x="190" y="110"/>
                  </a:cubicBezTo>
                  <a:cubicBezTo>
                    <a:pt x="186" y="111"/>
                    <a:pt x="186" y="111"/>
                    <a:pt x="186" y="111"/>
                  </a:cubicBezTo>
                  <a:cubicBezTo>
                    <a:pt x="185" y="110"/>
                    <a:pt x="185" y="110"/>
                    <a:pt x="185" y="110"/>
                  </a:cubicBezTo>
                  <a:cubicBezTo>
                    <a:pt x="187" y="106"/>
                    <a:pt x="187" y="106"/>
                    <a:pt x="187" y="106"/>
                  </a:cubicBezTo>
                  <a:cubicBezTo>
                    <a:pt x="185" y="101"/>
                    <a:pt x="185" y="101"/>
                    <a:pt x="185" y="101"/>
                  </a:cubicBezTo>
                  <a:cubicBezTo>
                    <a:pt x="189" y="100"/>
                    <a:pt x="189" y="100"/>
                    <a:pt x="189" y="100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1" y="85"/>
                    <a:pt x="191" y="85"/>
                    <a:pt x="191" y="85"/>
                  </a:cubicBezTo>
                  <a:cubicBezTo>
                    <a:pt x="187" y="84"/>
                    <a:pt x="187" y="84"/>
                    <a:pt x="187" y="84"/>
                  </a:cubicBezTo>
                  <a:cubicBezTo>
                    <a:pt x="182" y="80"/>
                    <a:pt x="182" y="80"/>
                    <a:pt x="182" y="80"/>
                  </a:cubicBezTo>
                  <a:cubicBezTo>
                    <a:pt x="177" y="78"/>
                    <a:pt x="177" y="78"/>
                    <a:pt x="177" y="78"/>
                  </a:cubicBezTo>
                  <a:cubicBezTo>
                    <a:pt x="172" y="78"/>
                    <a:pt x="172" y="78"/>
                    <a:pt x="172" y="78"/>
                  </a:cubicBezTo>
                  <a:cubicBezTo>
                    <a:pt x="169" y="76"/>
                    <a:pt x="169" y="76"/>
                    <a:pt x="169" y="76"/>
                  </a:cubicBezTo>
                  <a:cubicBezTo>
                    <a:pt x="169" y="71"/>
                    <a:pt x="169" y="71"/>
                    <a:pt x="169" y="71"/>
                  </a:cubicBezTo>
                  <a:cubicBezTo>
                    <a:pt x="170" y="61"/>
                    <a:pt x="170" y="61"/>
                    <a:pt x="170" y="61"/>
                  </a:cubicBezTo>
                  <a:cubicBezTo>
                    <a:pt x="167" y="57"/>
                    <a:pt x="167" y="57"/>
                    <a:pt x="167" y="57"/>
                  </a:cubicBezTo>
                  <a:cubicBezTo>
                    <a:pt x="165" y="56"/>
                    <a:pt x="165" y="56"/>
                    <a:pt x="165" y="56"/>
                  </a:cubicBezTo>
                  <a:cubicBezTo>
                    <a:pt x="163" y="59"/>
                    <a:pt x="163" y="59"/>
                    <a:pt x="163" y="59"/>
                  </a:cubicBezTo>
                  <a:cubicBezTo>
                    <a:pt x="161" y="61"/>
                    <a:pt x="161" y="61"/>
                    <a:pt x="161" y="61"/>
                  </a:cubicBezTo>
                  <a:cubicBezTo>
                    <a:pt x="158" y="60"/>
                    <a:pt x="158" y="60"/>
                    <a:pt x="158" y="60"/>
                  </a:cubicBezTo>
                  <a:cubicBezTo>
                    <a:pt x="157" y="53"/>
                    <a:pt x="157" y="53"/>
                    <a:pt x="157" y="53"/>
                  </a:cubicBezTo>
                  <a:cubicBezTo>
                    <a:pt x="159" y="36"/>
                    <a:pt x="159" y="36"/>
                    <a:pt x="159" y="36"/>
                  </a:cubicBezTo>
                  <a:cubicBezTo>
                    <a:pt x="158" y="35"/>
                    <a:pt x="158" y="35"/>
                    <a:pt x="158" y="35"/>
                  </a:cubicBezTo>
                  <a:cubicBezTo>
                    <a:pt x="151" y="36"/>
                    <a:pt x="151" y="36"/>
                    <a:pt x="151" y="36"/>
                  </a:cubicBezTo>
                  <a:cubicBezTo>
                    <a:pt x="154" y="32"/>
                    <a:pt x="154" y="32"/>
                    <a:pt x="154" y="32"/>
                  </a:cubicBezTo>
                  <a:cubicBezTo>
                    <a:pt x="152" y="29"/>
                    <a:pt x="152" y="29"/>
                    <a:pt x="152" y="29"/>
                  </a:cubicBezTo>
                  <a:cubicBezTo>
                    <a:pt x="147" y="32"/>
                    <a:pt x="147" y="32"/>
                    <a:pt x="147" y="32"/>
                  </a:cubicBezTo>
                  <a:cubicBezTo>
                    <a:pt x="142" y="30"/>
                    <a:pt x="142" y="30"/>
                    <a:pt x="142" y="30"/>
                  </a:cubicBezTo>
                  <a:cubicBezTo>
                    <a:pt x="137" y="32"/>
                    <a:pt x="137" y="32"/>
                    <a:pt x="137" y="32"/>
                  </a:cubicBezTo>
                  <a:cubicBezTo>
                    <a:pt x="132" y="28"/>
                    <a:pt x="132" y="28"/>
                    <a:pt x="132" y="28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1" y="20"/>
                    <a:pt x="131" y="20"/>
                    <a:pt x="131" y="20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30" y="12"/>
                    <a:pt x="130" y="12"/>
                    <a:pt x="130" y="12"/>
                  </a:cubicBezTo>
                  <a:cubicBezTo>
                    <a:pt x="126" y="5"/>
                    <a:pt x="126" y="5"/>
                    <a:pt x="126" y="5"/>
                  </a:cubicBezTo>
                  <a:cubicBezTo>
                    <a:pt x="122" y="0"/>
                    <a:pt x="122" y="0"/>
                    <a:pt x="122" y="0"/>
                  </a:cubicBezTo>
                  <a:cubicBezTo>
                    <a:pt x="116" y="2"/>
                    <a:pt x="116" y="2"/>
                    <a:pt x="116" y="2"/>
                  </a:cubicBezTo>
                  <a:cubicBezTo>
                    <a:pt x="115" y="6"/>
                    <a:pt x="115" y="6"/>
                    <a:pt x="115" y="6"/>
                  </a:cubicBezTo>
                  <a:cubicBezTo>
                    <a:pt x="112" y="8"/>
                    <a:pt x="112" y="8"/>
                    <a:pt x="112" y="8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0" y="16"/>
                    <a:pt x="100" y="16"/>
                    <a:pt x="100" y="16"/>
                  </a:cubicBezTo>
                  <a:cubicBezTo>
                    <a:pt x="96" y="15"/>
                    <a:pt x="96" y="15"/>
                    <a:pt x="96" y="15"/>
                  </a:cubicBezTo>
                  <a:cubicBezTo>
                    <a:pt x="92" y="17"/>
                    <a:pt x="92" y="17"/>
                    <a:pt x="92" y="17"/>
                  </a:cubicBezTo>
                  <a:cubicBezTo>
                    <a:pt x="89" y="13"/>
                    <a:pt x="89" y="13"/>
                    <a:pt x="89" y="13"/>
                  </a:cubicBezTo>
                  <a:cubicBezTo>
                    <a:pt x="88" y="16"/>
                    <a:pt x="88" y="16"/>
                    <a:pt x="88" y="16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99" y="24"/>
                    <a:pt x="99" y="24"/>
                    <a:pt x="99" y="24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97" y="30"/>
                    <a:pt x="97" y="30"/>
                    <a:pt x="97" y="30"/>
                  </a:cubicBezTo>
                  <a:cubicBezTo>
                    <a:pt x="97" y="33"/>
                    <a:pt x="97" y="33"/>
                    <a:pt x="97" y="33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00" y="40"/>
                    <a:pt x="100" y="40"/>
                    <a:pt x="100" y="40"/>
                  </a:cubicBezTo>
                  <a:cubicBezTo>
                    <a:pt x="97" y="42"/>
                    <a:pt x="97" y="42"/>
                    <a:pt x="97" y="42"/>
                  </a:cubicBezTo>
                  <a:cubicBezTo>
                    <a:pt x="99" y="46"/>
                    <a:pt x="99" y="46"/>
                    <a:pt x="99" y="46"/>
                  </a:cubicBezTo>
                  <a:cubicBezTo>
                    <a:pt x="96" y="47"/>
                    <a:pt x="96" y="47"/>
                    <a:pt x="96" y="47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1" y="44"/>
                    <a:pt x="91" y="44"/>
                    <a:pt x="91" y="44"/>
                  </a:cubicBezTo>
                  <a:cubicBezTo>
                    <a:pt x="88" y="45"/>
                    <a:pt x="88" y="45"/>
                    <a:pt x="88" y="45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70" y="59"/>
                    <a:pt x="70" y="59"/>
                    <a:pt x="70" y="59"/>
                  </a:cubicBezTo>
                  <a:cubicBezTo>
                    <a:pt x="72" y="65"/>
                    <a:pt x="72" y="65"/>
                    <a:pt x="72" y="65"/>
                  </a:cubicBezTo>
                  <a:cubicBezTo>
                    <a:pt x="73" y="71"/>
                    <a:pt x="73" y="71"/>
                    <a:pt x="73" y="71"/>
                  </a:cubicBezTo>
                  <a:cubicBezTo>
                    <a:pt x="63" y="74"/>
                    <a:pt x="63" y="74"/>
                    <a:pt x="63" y="74"/>
                  </a:cubicBezTo>
                  <a:cubicBezTo>
                    <a:pt x="45" y="74"/>
                    <a:pt x="45" y="74"/>
                    <a:pt x="45" y="74"/>
                  </a:cubicBezTo>
                  <a:cubicBezTo>
                    <a:pt x="32" y="75"/>
                    <a:pt x="32" y="75"/>
                    <a:pt x="32" y="75"/>
                  </a:cubicBezTo>
                  <a:cubicBezTo>
                    <a:pt x="14" y="72"/>
                    <a:pt x="14" y="72"/>
                    <a:pt x="14" y="72"/>
                  </a:cubicBezTo>
                  <a:cubicBezTo>
                    <a:pt x="9" y="77"/>
                    <a:pt x="9" y="77"/>
                    <a:pt x="9" y="77"/>
                  </a:cubicBezTo>
                  <a:cubicBezTo>
                    <a:pt x="8" y="76"/>
                    <a:pt x="7" y="76"/>
                    <a:pt x="6" y="75"/>
                  </a:cubicBezTo>
                  <a:cubicBezTo>
                    <a:pt x="6" y="116"/>
                    <a:pt x="6" y="116"/>
                    <a:pt x="6" y="116"/>
                  </a:cubicBezTo>
                  <a:cubicBezTo>
                    <a:pt x="6" y="141"/>
                    <a:pt x="6" y="141"/>
                    <a:pt x="6" y="141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4" y="154"/>
                    <a:pt x="14" y="155"/>
                    <a:pt x="14" y="155"/>
                  </a:cubicBezTo>
                  <a:cubicBezTo>
                    <a:pt x="14" y="155"/>
                    <a:pt x="15" y="155"/>
                    <a:pt x="16" y="156"/>
                  </a:cubicBezTo>
                  <a:cubicBezTo>
                    <a:pt x="27" y="173"/>
                    <a:pt x="27" y="173"/>
                    <a:pt x="27" y="173"/>
                  </a:cubicBezTo>
                  <a:cubicBezTo>
                    <a:pt x="48" y="173"/>
                    <a:pt x="48" y="173"/>
                    <a:pt x="48" y="173"/>
                  </a:cubicBezTo>
                  <a:cubicBezTo>
                    <a:pt x="48" y="173"/>
                    <a:pt x="49" y="174"/>
                    <a:pt x="50" y="175"/>
                  </a:cubicBezTo>
                  <a:cubicBezTo>
                    <a:pt x="59" y="201"/>
                    <a:pt x="59" y="201"/>
                    <a:pt x="59" y="201"/>
                  </a:cubicBezTo>
                  <a:cubicBezTo>
                    <a:pt x="59" y="205"/>
                    <a:pt x="60" y="208"/>
                    <a:pt x="60" y="211"/>
                  </a:cubicBezTo>
                  <a:cubicBezTo>
                    <a:pt x="60" y="229"/>
                    <a:pt x="60" y="229"/>
                    <a:pt x="60" y="229"/>
                  </a:cubicBezTo>
                  <a:cubicBezTo>
                    <a:pt x="60" y="237"/>
                    <a:pt x="60" y="237"/>
                    <a:pt x="60" y="237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92" y="226"/>
                    <a:pt x="92" y="226"/>
                    <a:pt x="92" y="226"/>
                  </a:cubicBezTo>
                  <a:cubicBezTo>
                    <a:pt x="103" y="205"/>
                    <a:pt x="103" y="205"/>
                    <a:pt x="103" y="205"/>
                  </a:cubicBezTo>
                  <a:cubicBezTo>
                    <a:pt x="138" y="205"/>
                    <a:pt x="138" y="205"/>
                    <a:pt x="138" y="205"/>
                  </a:cubicBezTo>
                  <a:cubicBezTo>
                    <a:pt x="146" y="205"/>
                    <a:pt x="146" y="205"/>
                    <a:pt x="146" y="205"/>
                  </a:cubicBezTo>
                  <a:cubicBezTo>
                    <a:pt x="146" y="184"/>
                    <a:pt x="146" y="184"/>
                    <a:pt x="146" y="184"/>
                  </a:cubicBezTo>
                  <a:cubicBezTo>
                    <a:pt x="178" y="184"/>
                    <a:pt x="178" y="184"/>
                    <a:pt x="178" y="184"/>
                  </a:cubicBezTo>
                  <a:cubicBezTo>
                    <a:pt x="189" y="173"/>
                    <a:pt x="189" y="173"/>
                    <a:pt x="189" y="173"/>
                  </a:cubicBezTo>
                  <a:cubicBezTo>
                    <a:pt x="210" y="170"/>
                    <a:pt x="210" y="170"/>
                    <a:pt x="210" y="170"/>
                  </a:cubicBezTo>
                  <a:cubicBezTo>
                    <a:pt x="209" y="163"/>
                    <a:pt x="209" y="163"/>
                    <a:pt x="209" y="163"/>
                  </a:cubicBezTo>
                  <a:cubicBezTo>
                    <a:pt x="213" y="159"/>
                    <a:pt x="213" y="159"/>
                    <a:pt x="213" y="159"/>
                  </a:cubicBezTo>
                  <a:cubicBezTo>
                    <a:pt x="217" y="156"/>
                    <a:pt x="217" y="156"/>
                    <a:pt x="217" y="156"/>
                  </a:cubicBezTo>
                  <a:cubicBezTo>
                    <a:pt x="219" y="147"/>
                    <a:pt x="219" y="147"/>
                    <a:pt x="219" y="147"/>
                  </a:cubicBezTo>
                  <a:cubicBezTo>
                    <a:pt x="225" y="144"/>
                    <a:pt x="225" y="144"/>
                    <a:pt x="225" y="144"/>
                  </a:cubicBezTo>
                  <a:cubicBezTo>
                    <a:pt x="225" y="141"/>
                    <a:pt x="225" y="141"/>
                    <a:pt x="225" y="141"/>
                  </a:cubicBezTo>
                  <a:cubicBezTo>
                    <a:pt x="228" y="137"/>
                    <a:pt x="228" y="137"/>
                    <a:pt x="228" y="137"/>
                  </a:cubicBezTo>
                  <a:cubicBezTo>
                    <a:pt x="229" y="133"/>
                    <a:pt x="229" y="133"/>
                    <a:pt x="229" y="133"/>
                  </a:cubicBezTo>
                  <a:cubicBezTo>
                    <a:pt x="232" y="129"/>
                    <a:pt x="232" y="129"/>
                    <a:pt x="232" y="129"/>
                  </a:cubicBezTo>
                  <a:cubicBezTo>
                    <a:pt x="231" y="124"/>
                    <a:pt x="231" y="124"/>
                    <a:pt x="231" y="124"/>
                  </a:cubicBez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wrap="none"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98" name="Korea, South" descr="© INSCALE GmbH, 05.05.2010&#10;http://www.presentationload.com/">
              <a:extLst>
                <a:ext uri="{FF2B5EF4-FFF2-40B4-BE49-F238E27FC236}">
                  <a16:creationId xmlns:a16="http://schemas.microsoft.com/office/drawing/2014/main" id="{2FEE50BB-6DC3-4E8B-B3EF-5B252E2EDCE6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6522316" y="1982161"/>
              <a:ext cx="90469" cy="140005"/>
            </a:xfrm>
            <a:custGeom>
              <a:avLst/>
              <a:gdLst>
                <a:gd name="T0" fmla="*/ 2147483647 w 276"/>
                <a:gd name="T1" fmla="*/ 2147483647 h 426"/>
                <a:gd name="T2" fmla="*/ 2147483647 w 276"/>
                <a:gd name="T3" fmla="*/ 2147483647 h 426"/>
                <a:gd name="T4" fmla="*/ 2147483647 w 276"/>
                <a:gd name="T5" fmla="*/ 2147483647 h 426"/>
                <a:gd name="T6" fmla="*/ 2147483647 w 276"/>
                <a:gd name="T7" fmla="*/ 2147483647 h 426"/>
                <a:gd name="T8" fmla="*/ 2147483647 w 276"/>
                <a:gd name="T9" fmla="*/ 2147483647 h 426"/>
                <a:gd name="T10" fmla="*/ 2147483647 w 276"/>
                <a:gd name="T11" fmla="*/ 2147483647 h 426"/>
                <a:gd name="T12" fmla="*/ 2147483647 w 276"/>
                <a:gd name="T13" fmla="*/ 2147483647 h 426"/>
                <a:gd name="T14" fmla="*/ 2147483647 w 276"/>
                <a:gd name="T15" fmla="*/ 2147483647 h 426"/>
                <a:gd name="T16" fmla="*/ 2147483647 w 276"/>
                <a:gd name="T17" fmla="*/ 2147483647 h 426"/>
                <a:gd name="T18" fmla="*/ 2147483647 w 276"/>
                <a:gd name="T19" fmla="*/ 2147483647 h 426"/>
                <a:gd name="T20" fmla="*/ 2147483647 w 276"/>
                <a:gd name="T21" fmla="*/ 2147483647 h 426"/>
                <a:gd name="T22" fmla="*/ 2147483647 w 276"/>
                <a:gd name="T23" fmla="*/ 2147483647 h 426"/>
                <a:gd name="T24" fmla="*/ 2147483647 w 276"/>
                <a:gd name="T25" fmla="*/ 0 h 426"/>
                <a:gd name="T26" fmla="*/ 2147483647 w 276"/>
                <a:gd name="T27" fmla="*/ 2147483647 h 426"/>
                <a:gd name="T28" fmla="*/ 2147483647 w 276"/>
                <a:gd name="T29" fmla="*/ 2147483647 h 426"/>
                <a:gd name="T30" fmla="*/ 2147483647 w 276"/>
                <a:gd name="T31" fmla="*/ 2147483647 h 426"/>
                <a:gd name="T32" fmla="*/ 2147483647 w 276"/>
                <a:gd name="T33" fmla="*/ 2147483647 h 426"/>
                <a:gd name="T34" fmla="*/ 0 w 276"/>
                <a:gd name="T35" fmla="*/ 2147483647 h 426"/>
                <a:gd name="T36" fmla="*/ 2147483647 w 276"/>
                <a:gd name="T37" fmla="*/ 2147483647 h 426"/>
                <a:gd name="T38" fmla="*/ 2147483647 w 276"/>
                <a:gd name="T39" fmla="*/ 2147483647 h 426"/>
                <a:gd name="T40" fmla="*/ 2147483647 w 276"/>
                <a:gd name="T41" fmla="*/ 2147483647 h 426"/>
                <a:gd name="T42" fmla="*/ 2147483647 w 276"/>
                <a:gd name="T43" fmla="*/ 2147483647 h 426"/>
                <a:gd name="T44" fmla="*/ 2147483647 w 276"/>
                <a:gd name="T45" fmla="*/ 2147483647 h 426"/>
                <a:gd name="T46" fmla="*/ 2147483647 w 276"/>
                <a:gd name="T47" fmla="*/ 2147483647 h 426"/>
                <a:gd name="T48" fmla="*/ 2147483647 w 276"/>
                <a:gd name="T49" fmla="*/ 2147483647 h 426"/>
                <a:gd name="T50" fmla="*/ 2147483647 w 276"/>
                <a:gd name="T51" fmla="*/ 2147483647 h 426"/>
                <a:gd name="T52" fmla="*/ 2147483647 w 276"/>
                <a:gd name="T53" fmla="*/ 2147483647 h 426"/>
                <a:gd name="T54" fmla="*/ 2147483647 w 276"/>
                <a:gd name="T55" fmla="*/ 2147483647 h 426"/>
                <a:gd name="T56" fmla="*/ 2147483647 w 276"/>
                <a:gd name="T57" fmla="*/ 2147483647 h 426"/>
                <a:gd name="T58" fmla="*/ 2147483647 w 276"/>
                <a:gd name="T59" fmla="*/ 2147483647 h 426"/>
                <a:gd name="T60" fmla="*/ 2147483647 w 276"/>
                <a:gd name="T61" fmla="*/ 2147483647 h 426"/>
                <a:gd name="T62" fmla="*/ 2147483647 w 276"/>
                <a:gd name="T63" fmla="*/ 2147483647 h 426"/>
                <a:gd name="T64" fmla="*/ 2147483647 w 276"/>
                <a:gd name="T65" fmla="*/ 2147483647 h 426"/>
                <a:gd name="T66" fmla="*/ 2147483647 w 276"/>
                <a:gd name="T67" fmla="*/ 2147483647 h 426"/>
                <a:gd name="T68" fmla="*/ 2147483647 w 276"/>
                <a:gd name="T69" fmla="*/ 2147483647 h 426"/>
                <a:gd name="T70" fmla="*/ 2147483647 w 276"/>
                <a:gd name="T71" fmla="*/ 2147483647 h 426"/>
                <a:gd name="T72" fmla="*/ 2147483647 w 276"/>
                <a:gd name="T73" fmla="*/ 2147483647 h 426"/>
                <a:gd name="T74" fmla="*/ 2147483647 w 276"/>
                <a:gd name="T75" fmla="*/ 2147483647 h 42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276"/>
                <a:gd name="T115" fmla="*/ 0 h 426"/>
                <a:gd name="T116" fmla="*/ 276 w 276"/>
                <a:gd name="T117" fmla="*/ 426 h 42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276" h="426">
                  <a:moveTo>
                    <a:pt x="150" y="402"/>
                  </a:moveTo>
                  <a:lnTo>
                    <a:pt x="132" y="408"/>
                  </a:lnTo>
                  <a:lnTo>
                    <a:pt x="126" y="414"/>
                  </a:lnTo>
                  <a:lnTo>
                    <a:pt x="138" y="426"/>
                  </a:lnTo>
                  <a:lnTo>
                    <a:pt x="162" y="426"/>
                  </a:lnTo>
                  <a:lnTo>
                    <a:pt x="174" y="414"/>
                  </a:lnTo>
                  <a:lnTo>
                    <a:pt x="174" y="408"/>
                  </a:lnTo>
                  <a:lnTo>
                    <a:pt x="168" y="402"/>
                  </a:lnTo>
                  <a:lnTo>
                    <a:pt x="150" y="402"/>
                  </a:lnTo>
                  <a:close/>
                  <a:moveTo>
                    <a:pt x="276" y="246"/>
                  </a:moveTo>
                  <a:lnTo>
                    <a:pt x="270" y="228"/>
                  </a:lnTo>
                  <a:lnTo>
                    <a:pt x="264" y="216"/>
                  </a:lnTo>
                  <a:lnTo>
                    <a:pt x="246" y="198"/>
                  </a:lnTo>
                  <a:lnTo>
                    <a:pt x="252" y="186"/>
                  </a:lnTo>
                  <a:lnTo>
                    <a:pt x="252" y="180"/>
                  </a:lnTo>
                  <a:lnTo>
                    <a:pt x="246" y="162"/>
                  </a:lnTo>
                  <a:lnTo>
                    <a:pt x="240" y="150"/>
                  </a:lnTo>
                  <a:lnTo>
                    <a:pt x="210" y="120"/>
                  </a:lnTo>
                  <a:lnTo>
                    <a:pt x="198" y="102"/>
                  </a:lnTo>
                  <a:lnTo>
                    <a:pt x="168" y="72"/>
                  </a:lnTo>
                  <a:lnTo>
                    <a:pt x="144" y="66"/>
                  </a:lnTo>
                  <a:lnTo>
                    <a:pt x="144" y="60"/>
                  </a:lnTo>
                  <a:lnTo>
                    <a:pt x="138" y="54"/>
                  </a:lnTo>
                  <a:lnTo>
                    <a:pt x="132" y="42"/>
                  </a:lnTo>
                  <a:lnTo>
                    <a:pt x="102" y="12"/>
                  </a:lnTo>
                  <a:lnTo>
                    <a:pt x="96" y="0"/>
                  </a:lnTo>
                  <a:lnTo>
                    <a:pt x="78" y="12"/>
                  </a:lnTo>
                  <a:lnTo>
                    <a:pt x="48" y="12"/>
                  </a:lnTo>
                  <a:lnTo>
                    <a:pt x="24" y="24"/>
                  </a:lnTo>
                  <a:lnTo>
                    <a:pt x="18" y="30"/>
                  </a:lnTo>
                  <a:lnTo>
                    <a:pt x="12" y="30"/>
                  </a:lnTo>
                  <a:lnTo>
                    <a:pt x="12" y="36"/>
                  </a:lnTo>
                  <a:lnTo>
                    <a:pt x="18" y="42"/>
                  </a:lnTo>
                  <a:lnTo>
                    <a:pt x="18" y="48"/>
                  </a:lnTo>
                  <a:lnTo>
                    <a:pt x="12" y="54"/>
                  </a:lnTo>
                  <a:lnTo>
                    <a:pt x="0" y="60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2" y="84"/>
                  </a:lnTo>
                  <a:lnTo>
                    <a:pt x="24" y="90"/>
                  </a:lnTo>
                  <a:lnTo>
                    <a:pt x="30" y="90"/>
                  </a:lnTo>
                  <a:lnTo>
                    <a:pt x="42" y="96"/>
                  </a:lnTo>
                  <a:lnTo>
                    <a:pt x="60" y="132"/>
                  </a:lnTo>
                  <a:lnTo>
                    <a:pt x="54" y="132"/>
                  </a:lnTo>
                  <a:lnTo>
                    <a:pt x="48" y="126"/>
                  </a:lnTo>
                  <a:lnTo>
                    <a:pt x="36" y="126"/>
                  </a:lnTo>
                  <a:lnTo>
                    <a:pt x="24" y="120"/>
                  </a:lnTo>
                  <a:lnTo>
                    <a:pt x="6" y="120"/>
                  </a:lnTo>
                  <a:lnTo>
                    <a:pt x="6" y="126"/>
                  </a:lnTo>
                  <a:lnTo>
                    <a:pt x="18" y="132"/>
                  </a:lnTo>
                  <a:lnTo>
                    <a:pt x="30" y="144"/>
                  </a:lnTo>
                  <a:lnTo>
                    <a:pt x="42" y="150"/>
                  </a:lnTo>
                  <a:lnTo>
                    <a:pt x="54" y="192"/>
                  </a:lnTo>
                  <a:lnTo>
                    <a:pt x="90" y="198"/>
                  </a:lnTo>
                  <a:lnTo>
                    <a:pt x="90" y="228"/>
                  </a:lnTo>
                  <a:lnTo>
                    <a:pt x="78" y="240"/>
                  </a:lnTo>
                  <a:lnTo>
                    <a:pt x="78" y="270"/>
                  </a:lnTo>
                  <a:lnTo>
                    <a:pt x="84" y="282"/>
                  </a:lnTo>
                  <a:lnTo>
                    <a:pt x="102" y="300"/>
                  </a:lnTo>
                  <a:lnTo>
                    <a:pt x="108" y="300"/>
                  </a:lnTo>
                  <a:lnTo>
                    <a:pt x="108" y="306"/>
                  </a:lnTo>
                  <a:lnTo>
                    <a:pt x="102" y="312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32" y="330"/>
                  </a:lnTo>
                  <a:lnTo>
                    <a:pt x="144" y="324"/>
                  </a:lnTo>
                  <a:lnTo>
                    <a:pt x="144" y="318"/>
                  </a:lnTo>
                  <a:lnTo>
                    <a:pt x="150" y="312"/>
                  </a:lnTo>
                  <a:lnTo>
                    <a:pt x="150" y="306"/>
                  </a:lnTo>
                  <a:lnTo>
                    <a:pt x="198" y="282"/>
                  </a:lnTo>
                  <a:lnTo>
                    <a:pt x="222" y="288"/>
                  </a:lnTo>
                  <a:lnTo>
                    <a:pt x="234" y="270"/>
                  </a:lnTo>
                  <a:lnTo>
                    <a:pt x="258" y="270"/>
                  </a:lnTo>
                  <a:lnTo>
                    <a:pt x="270" y="264"/>
                  </a:lnTo>
                  <a:lnTo>
                    <a:pt x="276" y="264"/>
                  </a:lnTo>
                  <a:lnTo>
                    <a:pt x="276" y="24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99" name="Korea, North" descr="© INSCALE GmbH, 05.05.2010&#10;http://www.presentationload.com/">
              <a:extLst>
                <a:ext uri="{FF2B5EF4-FFF2-40B4-BE49-F238E27FC236}">
                  <a16:creationId xmlns:a16="http://schemas.microsoft.com/office/drawing/2014/main" id="{9861CDC5-F3BB-4990-82A8-E48D37546B9C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6447355" y="1866557"/>
              <a:ext cx="108563" cy="137435"/>
            </a:xfrm>
            <a:custGeom>
              <a:avLst/>
              <a:gdLst>
                <a:gd name="T0" fmla="*/ 2147483647 w 330"/>
                <a:gd name="T1" fmla="*/ 0 h 420"/>
                <a:gd name="T2" fmla="*/ 2147483647 w 330"/>
                <a:gd name="T3" fmla="*/ 2147483647 h 420"/>
                <a:gd name="T4" fmla="*/ 2147483647 w 330"/>
                <a:gd name="T5" fmla="*/ 2147483647 h 420"/>
                <a:gd name="T6" fmla="*/ 2147483647 w 330"/>
                <a:gd name="T7" fmla="*/ 2147483647 h 420"/>
                <a:gd name="T8" fmla="*/ 2147483647 w 330"/>
                <a:gd name="T9" fmla="*/ 2147483647 h 420"/>
                <a:gd name="T10" fmla="*/ 2147483647 w 330"/>
                <a:gd name="T11" fmla="*/ 2147483647 h 420"/>
                <a:gd name="T12" fmla="*/ 2147483647 w 330"/>
                <a:gd name="T13" fmla="*/ 2147483647 h 420"/>
                <a:gd name="T14" fmla="*/ 2147483647 w 330"/>
                <a:gd name="T15" fmla="*/ 2147483647 h 420"/>
                <a:gd name="T16" fmla="*/ 2147483647 w 330"/>
                <a:gd name="T17" fmla="*/ 2147483647 h 420"/>
                <a:gd name="T18" fmla="*/ 2147483647 w 330"/>
                <a:gd name="T19" fmla="*/ 2147483647 h 420"/>
                <a:gd name="T20" fmla="*/ 2147483647 w 330"/>
                <a:gd name="T21" fmla="*/ 2147483647 h 420"/>
                <a:gd name="T22" fmla="*/ 2147483647 w 330"/>
                <a:gd name="T23" fmla="*/ 2147483647 h 420"/>
                <a:gd name="T24" fmla="*/ 2147483647 w 330"/>
                <a:gd name="T25" fmla="*/ 2147483647 h 420"/>
                <a:gd name="T26" fmla="*/ 2147483647 w 330"/>
                <a:gd name="T27" fmla="*/ 2147483647 h 420"/>
                <a:gd name="T28" fmla="*/ 2147483647 w 330"/>
                <a:gd name="T29" fmla="*/ 2147483647 h 420"/>
                <a:gd name="T30" fmla="*/ 2147483647 w 330"/>
                <a:gd name="T31" fmla="*/ 2147483647 h 420"/>
                <a:gd name="T32" fmla="*/ 2147483647 w 330"/>
                <a:gd name="T33" fmla="*/ 2147483647 h 420"/>
                <a:gd name="T34" fmla="*/ 2147483647 w 330"/>
                <a:gd name="T35" fmla="*/ 2147483647 h 420"/>
                <a:gd name="T36" fmla="*/ 2147483647 w 330"/>
                <a:gd name="T37" fmla="*/ 2147483647 h 420"/>
                <a:gd name="T38" fmla="*/ 2147483647 w 330"/>
                <a:gd name="T39" fmla="*/ 2147483647 h 420"/>
                <a:gd name="T40" fmla="*/ 2147483647 w 330"/>
                <a:gd name="T41" fmla="*/ 2147483647 h 420"/>
                <a:gd name="T42" fmla="*/ 2147483647 w 330"/>
                <a:gd name="T43" fmla="*/ 2147483647 h 420"/>
                <a:gd name="T44" fmla="*/ 2147483647 w 330"/>
                <a:gd name="T45" fmla="*/ 2147483647 h 420"/>
                <a:gd name="T46" fmla="*/ 2147483647 w 330"/>
                <a:gd name="T47" fmla="*/ 2147483647 h 420"/>
                <a:gd name="T48" fmla="*/ 2147483647 w 330"/>
                <a:gd name="T49" fmla="*/ 2147483647 h 420"/>
                <a:gd name="T50" fmla="*/ 2147483647 w 330"/>
                <a:gd name="T51" fmla="*/ 2147483647 h 420"/>
                <a:gd name="T52" fmla="*/ 2147483647 w 330"/>
                <a:gd name="T53" fmla="*/ 2147483647 h 420"/>
                <a:gd name="T54" fmla="*/ 2147483647 w 330"/>
                <a:gd name="T55" fmla="*/ 2147483647 h 420"/>
                <a:gd name="T56" fmla="*/ 2147483647 w 330"/>
                <a:gd name="T57" fmla="*/ 2147483647 h 420"/>
                <a:gd name="T58" fmla="*/ 2147483647 w 330"/>
                <a:gd name="T59" fmla="*/ 2147483647 h 420"/>
                <a:gd name="T60" fmla="*/ 2147483647 w 330"/>
                <a:gd name="T61" fmla="*/ 2147483647 h 420"/>
                <a:gd name="T62" fmla="*/ 2147483647 w 330"/>
                <a:gd name="T63" fmla="*/ 2147483647 h 420"/>
                <a:gd name="T64" fmla="*/ 2147483647 w 330"/>
                <a:gd name="T65" fmla="*/ 2147483647 h 420"/>
                <a:gd name="T66" fmla="*/ 2147483647 w 330"/>
                <a:gd name="T67" fmla="*/ 2147483647 h 420"/>
                <a:gd name="T68" fmla="*/ 2147483647 w 330"/>
                <a:gd name="T69" fmla="*/ 2147483647 h 420"/>
                <a:gd name="T70" fmla="*/ 2147483647 w 330"/>
                <a:gd name="T71" fmla="*/ 2147483647 h 420"/>
                <a:gd name="T72" fmla="*/ 2147483647 w 330"/>
                <a:gd name="T73" fmla="*/ 2147483647 h 420"/>
                <a:gd name="T74" fmla="*/ 2147483647 w 330"/>
                <a:gd name="T75" fmla="*/ 2147483647 h 420"/>
                <a:gd name="T76" fmla="*/ 2147483647 w 330"/>
                <a:gd name="T77" fmla="*/ 2147483647 h 420"/>
                <a:gd name="T78" fmla="*/ 2147483647 w 330"/>
                <a:gd name="T79" fmla="*/ 2147483647 h 420"/>
                <a:gd name="T80" fmla="*/ 2147483647 w 330"/>
                <a:gd name="T81" fmla="*/ 2147483647 h 420"/>
                <a:gd name="T82" fmla="*/ 2147483647 w 330"/>
                <a:gd name="T83" fmla="*/ 2147483647 h 420"/>
                <a:gd name="T84" fmla="*/ 2147483647 w 330"/>
                <a:gd name="T85" fmla="*/ 2147483647 h 420"/>
                <a:gd name="T86" fmla="*/ 2147483647 w 330"/>
                <a:gd name="T87" fmla="*/ 2147483647 h 420"/>
                <a:gd name="T88" fmla="*/ 2147483647 w 330"/>
                <a:gd name="T89" fmla="*/ 2147483647 h 420"/>
                <a:gd name="T90" fmla="*/ 2147483647 w 330"/>
                <a:gd name="T91" fmla="*/ 2147483647 h 420"/>
                <a:gd name="T92" fmla="*/ 2147483647 w 330"/>
                <a:gd name="T93" fmla="*/ 2147483647 h 420"/>
                <a:gd name="T94" fmla="*/ 2147483647 w 330"/>
                <a:gd name="T95" fmla="*/ 2147483647 h 420"/>
                <a:gd name="T96" fmla="*/ 2147483647 w 330"/>
                <a:gd name="T97" fmla="*/ 2147483647 h 420"/>
                <a:gd name="T98" fmla="*/ 2147483647 w 330"/>
                <a:gd name="T99" fmla="*/ 2147483647 h 420"/>
                <a:gd name="T100" fmla="*/ 2147483647 w 330"/>
                <a:gd name="T101" fmla="*/ 2147483647 h 420"/>
                <a:gd name="T102" fmla="*/ 2147483647 w 330"/>
                <a:gd name="T103" fmla="*/ 0 h 42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330"/>
                <a:gd name="T157" fmla="*/ 0 h 420"/>
                <a:gd name="T158" fmla="*/ 330 w 330"/>
                <a:gd name="T159" fmla="*/ 420 h 42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330" h="420">
                  <a:moveTo>
                    <a:pt x="270" y="0"/>
                  </a:moveTo>
                  <a:lnTo>
                    <a:pt x="240" y="0"/>
                  </a:lnTo>
                  <a:lnTo>
                    <a:pt x="240" y="6"/>
                  </a:lnTo>
                  <a:lnTo>
                    <a:pt x="246" y="12"/>
                  </a:lnTo>
                  <a:lnTo>
                    <a:pt x="252" y="24"/>
                  </a:lnTo>
                  <a:lnTo>
                    <a:pt x="252" y="42"/>
                  </a:lnTo>
                  <a:lnTo>
                    <a:pt x="228" y="42"/>
                  </a:lnTo>
                  <a:lnTo>
                    <a:pt x="234" y="54"/>
                  </a:lnTo>
                  <a:lnTo>
                    <a:pt x="234" y="60"/>
                  </a:lnTo>
                  <a:lnTo>
                    <a:pt x="228" y="72"/>
                  </a:lnTo>
                  <a:lnTo>
                    <a:pt x="216" y="78"/>
                  </a:lnTo>
                  <a:lnTo>
                    <a:pt x="204" y="72"/>
                  </a:lnTo>
                  <a:lnTo>
                    <a:pt x="180" y="72"/>
                  </a:lnTo>
                  <a:lnTo>
                    <a:pt x="174" y="66"/>
                  </a:lnTo>
                  <a:lnTo>
                    <a:pt x="168" y="72"/>
                  </a:lnTo>
                  <a:lnTo>
                    <a:pt x="168" y="84"/>
                  </a:lnTo>
                  <a:lnTo>
                    <a:pt x="192" y="108"/>
                  </a:lnTo>
                  <a:lnTo>
                    <a:pt x="198" y="108"/>
                  </a:lnTo>
                  <a:lnTo>
                    <a:pt x="198" y="120"/>
                  </a:lnTo>
                  <a:lnTo>
                    <a:pt x="150" y="120"/>
                  </a:lnTo>
                  <a:lnTo>
                    <a:pt x="138" y="114"/>
                  </a:lnTo>
                  <a:lnTo>
                    <a:pt x="126" y="114"/>
                  </a:lnTo>
                  <a:lnTo>
                    <a:pt x="114" y="102"/>
                  </a:lnTo>
                  <a:lnTo>
                    <a:pt x="102" y="96"/>
                  </a:lnTo>
                  <a:lnTo>
                    <a:pt x="90" y="96"/>
                  </a:lnTo>
                  <a:lnTo>
                    <a:pt x="90" y="102"/>
                  </a:lnTo>
                  <a:lnTo>
                    <a:pt x="84" y="108"/>
                  </a:lnTo>
                  <a:lnTo>
                    <a:pt x="84" y="138"/>
                  </a:lnTo>
                  <a:lnTo>
                    <a:pt x="66" y="174"/>
                  </a:lnTo>
                  <a:lnTo>
                    <a:pt x="54" y="186"/>
                  </a:lnTo>
                  <a:lnTo>
                    <a:pt x="18" y="204"/>
                  </a:lnTo>
                  <a:lnTo>
                    <a:pt x="12" y="216"/>
                  </a:lnTo>
                  <a:lnTo>
                    <a:pt x="6" y="222"/>
                  </a:lnTo>
                  <a:lnTo>
                    <a:pt x="6" y="234"/>
                  </a:lnTo>
                  <a:lnTo>
                    <a:pt x="0" y="246"/>
                  </a:lnTo>
                  <a:lnTo>
                    <a:pt x="12" y="228"/>
                  </a:lnTo>
                  <a:lnTo>
                    <a:pt x="18" y="246"/>
                  </a:lnTo>
                  <a:lnTo>
                    <a:pt x="36" y="270"/>
                  </a:lnTo>
                  <a:lnTo>
                    <a:pt x="48" y="252"/>
                  </a:lnTo>
                  <a:lnTo>
                    <a:pt x="54" y="258"/>
                  </a:lnTo>
                  <a:lnTo>
                    <a:pt x="60" y="270"/>
                  </a:lnTo>
                  <a:lnTo>
                    <a:pt x="96" y="270"/>
                  </a:lnTo>
                  <a:lnTo>
                    <a:pt x="96" y="282"/>
                  </a:lnTo>
                  <a:lnTo>
                    <a:pt x="102" y="294"/>
                  </a:lnTo>
                  <a:lnTo>
                    <a:pt x="102" y="336"/>
                  </a:lnTo>
                  <a:lnTo>
                    <a:pt x="138" y="336"/>
                  </a:lnTo>
                  <a:lnTo>
                    <a:pt x="144" y="348"/>
                  </a:lnTo>
                  <a:lnTo>
                    <a:pt x="132" y="342"/>
                  </a:lnTo>
                  <a:lnTo>
                    <a:pt x="108" y="342"/>
                  </a:lnTo>
                  <a:lnTo>
                    <a:pt x="102" y="348"/>
                  </a:lnTo>
                  <a:lnTo>
                    <a:pt x="102" y="360"/>
                  </a:lnTo>
                  <a:lnTo>
                    <a:pt x="108" y="378"/>
                  </a:lnTo>
                  <a:lnTo>
                    <a:pt x="114" y="384"/>
                  </a:lnTo>
                  <a:lnTo>
                    <a:pt x="126" y="408"/>
                  </a:lnTo>
                  <a:lnTo>
                    <a:pt x="156" y="396"/>
                  </a:lnTo>
                  <a:lnTo>
                    <a:pt x="162" y="402"/>
                  </a:lnTo>
                  <a:lnTo>
                    <a:pt x="174" y="408"/>
                  </a:lnTo>
                  <a:lnTo>
                    <a:pt x="180" y="414"/>
                  </a:lnTo>
                  <a:lnTo>
                    <a:pt x="192" y="420"/>
                  </a:lnTo>
                  <a:lnTo>
                    <a:pt x="198" y="420"/>
                  </a:lnTo>
                  <a:lnTo>
                    <a:pt x="216" y="414"/>
                  </a:lnTo>
                  <a:lnTo>
                    <a:pt x="228" y="414"/>
                  </a:lnTo>
                  <a:lnTo>
                    <a:pt x="240" y="408"/>
                  </a:lnTo>
                  <a:lnTo>
                    <a:pt x="246" y="402"/>
                  </a:lnTo>
                  <a:lnTo>
                    <a:pt x="246" y="396"/>
                  </a:lnTo>
                  <a:lnTo>
                    <a:pt x="240" y="390"/>
                  </a:lnTo>
                  <a:lnTo>
                    <a:pt x="240" y="384"/>
                  </a:lnTo>
                  <a:lnTo>
                    <a:pt x="246" y="384"/>
                  </a:lnTo>
                  <a:lnTo>
                    <a:pt x="252" y="378"/>
                  </a:lnTo>
                  <a:lnTo>
                    <a:pt x="276" y="366"/>
                  </a:lnTo>
                  <a:lnTo>
                    <a:pt x="306" y="366"/>
                  </a:lnTo>
                  <a:lnTo>
                    <a:pt x="324" y="354"/>
                  </a:lnTo>
                  <a:lnTo>
                    <a:pt x="312" y="342"/>
                  </a:lnTo>
                  <a:lnTo>
                    <a:pt x="312" y="336"/>
                  </a:lnTo>
                  <a:lnTo>
                    <a:pt x="264" y="312"/>
                  </a:lnTo>
                  <a:lnTo>
                    <a:pt x="240" y="312"/>
                  </a:lnTo>
                  <a:lnTo>
                    <a:pt x="240" y="300"/>
                  </a:lnTo>
                  <a:lnTo>
                    <a:pt x="246" y="288"/>
                  </a:lnTo>
                  <a:lnTo>
                    <a:pt x="252" y="282"/>
                  </a:lnTo>
                  <a:lnTo>
                    <a:pt x="246" y="276"/>
                  </a:lnTo>
                  <a:lnTo>
                    <a:pt x="234" y="270"/>
                  </a:lnTo>
                  <a:lnTo>
                    <a:pt x="228" y="264"/>
                  </a:lnTo>
                  <a:lnTo>
                    <a:pt x="228" y="252"/>
                  </a:lnTo>
                  <a:lnTo>
                    <a:pt x="240" y="246"/>
                  </a:lnTo>
                  <a:lnTo>
                    <a:pt x="246" y="240"/>
                  </a:lnTo>
                  <a:lnTo>
                    <a:pt x="258" y="234"/>
                  </a:lnTo>
                  <a:lnTo>
                    <a:pt x="270" y="234"/>
                  </a:lnTo>
                  <a:lnTo>
                    <a:pt x="276" y="228"/>
                  </a:lnTo>
                  <a:lnTo>
                    <a:pt x="288" y="204"/>
                  </a:lnTo>
                  <a:lnTo>
                    <a:pt x="288" y="192"/>
                  </a:lnTo>
                  <a:lnTo>
                    <a:pt x="294" y="186"/>
                  </a:lnTo>
                  <a:lnTo>
                    <a:pt x="300" y="174"/>
                  </a:lnTo>
                  <a:lnTo>
                    <a:pt x="324" y="162"/>
                  </a:lnTo>
                  <a:lnTo>
                    <a:pt x="312" y="132"/>
                  </a:lnTo>
                  <a:lnTo>
                    <a:pt x="306" y="126"/>
                  </a:lnTo>
                  <a:lnTo>
                    <a:pt x="294" y="102"/>
                  </a:lnTo>
                  <a:lnTo>
                    <a:pt x="294" y="90"/>
                  </a:lnTo>
                  <a:lnTo>
                    <a:pt x="306" y="66"/>
                  </a:lnTo>
                  <a:lnTo>
                    <a:pt x="318" y="60"/>
                  </a:lnTo>
                  <a:lnTo>
                    <a:pt x="324" y="54"/>
                  </a:lnTo>
                  <a:lnTo>
                    <a:pt x="330" y="54"/>
                  </a:lnTo>
                  <a:lnTo>
                    <a:pt x="312" y="36"/>
                  </a:lnTo>
                  <a:lnTo>
                    <a:pt x="288" y="24"/>
                  </a:lnTo>
                  <a:lnTo>
                    <a:pt x="270" y="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00" name="Kenya" descr="© INSCALE GmbH, 05.05.2010&#10;http://www.presentationload.com/">
              <a:extLst>
                <a:ext uri="{FF2B5EF4-FFF2-40B4-BE49-F238E27FC236}">
                  <a16:creationId xmlns:a16="http://schemas.microsoft.com/office/drawing/2014/main" id="{E563432F-730F-4FBD-AB80-CA9274E7A42A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533285" y="2877411"/>
              <a:ext cx="186108" cy="250466"/>
            </a:xfrm>
            <a:custGeom>
              <a:avLst/>
              <a:gdLst>
                <a:gd name="T0" fmla="*/ 2147483647 w 564"/>
                <a:gd name="T1" fmla="*/ 2147483647 h 762"/>
                <a:gd name="T2" fmla="*/ 2147483647 w 564"/>
                <a:gd name="T3" fmla="*/ 2147483647 h 762"/>
                <a:gd name="T4" fmla="*/ 2147483647 w 564"/>
                <a:gd name="T5" fmla="*/ 2147483647 h 762"/>
                <a:gd name="T6" fmla="*/ 2147483647 w 564"/>
                <a:gd name="T7" fmla="*/ 2147483647 h 762"/>
                <a:gd name="T8" fmla="*/ 2147483647 w 564"/>
                <a:gd name="T9" fmla="*/ 2147483647 h 762"/>
                <a:gd name="T10" fmla="*/ 2147483647 w 564"/>
                <a:gd name="T11" fmla="*/ 2147483647 h 762"/>
                <a:gd name="T12" fmla="*/ 2147483647 w 564"/>
                <a:gd name="T13" fmla="*/ 2147483647 h 762"/>
                <a:gd name="T14" fmla="*/ 2147483647 w 564"/>
                <a:gd name="T15" fmla="*/ 2147483647 h 762"/>
                <a:gd name="T16" fmla="*/ 2147483647 w 564"/>
                <a:gd name="T17" fmla="*/ 2147483647 h 762"/>
                <a:gd name="T18" fmla="*/ 2147483647 w 564"/>
                <a:gd name="T19" fmla="*/ 2147483647 h 762"/>
                <a:gd name="T20" fmla="*/ 2147483647 w 564"/>
                <a:gd name="T21" fmla="*/ 2147483647 h 762"/>
                <a:gd name="T22" fmla="*/ 2147483647 w 564"/>
                <a:gd name="T23" fmla="*/ 2147483647 h 762"/>
                <a:gd name="T24" fmla="*/ 2147483647 w 564"/>
                <a:gd name="T25" fmla="*/ 0 h 762"/>
                <a:gd name="T26" fmla="*/ 2147483647 w 564"/>
                <a:gd name="T27" fmla="*/ 2147483647 h 762"/>
                <a:gd name="T28" fmla="*/ 2147483647 w 564"/>
                <a:gd name="T29" fmla="*/ 2147483647 h 762"/>
                <a:gd name="T30" fmla="*/ 2147483647 w 564"/>
                <a:gd name="T31" fmla="*/ 2147483647 h 762"/>
                <a:gd name="T32" fmla="*/ 2147483647 w 564"/>
                <a:gd name="T33" fmla="*/ 2147483647 h 762"/>
                <a:gd name="T34" fmla="*/ 2147483647 w 564"/>
                <a:gd name="T35" fmla="*/ 2147483647 h 762"/>
                <a:gd name="T36" fmla="*/ 2147483647 w 564"/>
                <a:gd name="T37" fmla="*/ 2147483647 h 762"/>
                <a:gd name="T38" fmla="*/ 2147483647 w 564"/>
                <a:gd name="T39" fmla="*/ 2147483647 h 762"/>
                <a:gd name="T40" fmla="*/ 2147483647 w 564"/>
                <a:gd name="T41" fmla="*/ 2147483647 h 762"/>
                <a:gd name="T42" fmla="*/ 2147483647 w 564"/>
                <a:gd name="T43" fmla="*/ 2147483647 h 762"/>
                <a:gd name="T44" fmla="*/ 2147483647 w 564"/>
                <a:gd name="T45" fmla="*/ 2147483647 h 762"/>
                <a:gd name="T46" fmla="*/ 2147483647 w 564"/>
                <a:gd name="T47" fmla="*/ 2147483647 h 762"/>
                <a:gd name="T48" fmla="*/ 2147483647 w 564"/>
                <a:gd name="T49" fmla="*/ 2147483647 h 762"/>
                <a:gd name="T50" fmla="*/ 2147483647 w 564"/>
                <a:gd name="T51" fmla="*/ 2147483647 h 762"/>
                <a:gd name="T52" fmla="*/ 2147483647 w 564"/>
                <a:gd name="T53" fmla="*/ 2147483647 h 762"/>
                <a:gd name="T54" fmla="*/ 2147483647 w 564"/>
                <a:gd name="T55" fmla="*/ 2147483647 h 762"/>
                <a:gd name="T56" fmla="*/ 2147483647 w 564"/>
                <a:gd name="T57" fmla="*/ 2147483647 h 762"/>
                <a:gd name="T58" fmla="*/ 0 w 564"/>
                <a:gd name="T59" fmla="*/ 2147483647 h 762"/>
                <a:gd name="T60" fmla="*/ 2147483647 w 564"/>
                <a:gd name="T61" fmla="*/ 2147483647 h 762"/>
                <a:gd name="T62" fmla="*/ 2147483647 w 564"/>
                <a:gd name="T63" fmla="*/ 2147483647 h 762"/>
                <a:gd name="T64" fmla="*/ 2147483647 w 564"/>
                <a:gd name="T65" fmla="*/ 2147483647 h 762"/>
                <a:gd name="T66" fmla="*/ 2147483647 w 564"/>
                <a:gd name="T67" fmla="*/ 2147483647 h 762"/>
                <a:gd name="T68" fmla="*/ 2147483647 w 564"/>
                <a:gd name="T69" fmla="*/ 2147483647 h 762"/>
                <a:gd name="T70" fmla="*/ 0 w 564"/>
                <a:gd name="T71" fmla="*/ 2147483647 h 762"/>
                <a:gd name="T72" fmla="*/ 2147483647 w 564"/>
                <a:gd name="T73" fmla="*/ 2147483647 h 762"/>
                <a:gd name="T74" fmla="*/ 2147483647 w 564"/>
                <a:gd name="T75" fmla="*/ 2147483647 h 762"/>
                <a:gd name="T76" fmla="*/ 2147483647 w 564"/>
                <a:gd name="T77" fmla="*/ 2147483647 h 762"/>
                <a:gd name="T78" fmla="*/ 2147483647 w 564"/>
                <a:gd name="T79" fmla="*/ 2147483647 h 762"/>
                <a:gd name="T80" fmla="*/ 2147483647 w 564"/>
                <a:gd name="T81" fmla="*/ 2147483647 h 762"/>
                <a:gd name="T82" fmla="*/ 2147483647 w 564"/>
                <a:gd name="T83" fmla="*/ 2147483647 h 762"/>
                <a:gd name="T84" fmla="*/ 2147483647 w 564"/>
                <a:gd name="T85" fmla="*/ 2147483647 h 762"/>
                <a:gd name="T86" fmla="*/ 2147483647 w 564"/>
                <a:gd name="T87" fmla="*/ 2147483647 h 762"/>
                <a:gd name="T88" fmla="*/ 2147483647 w 564"/>
                <a:gd name="T89" fmla="*/ 2147483647 h 762"/>
                <a:gd name="T90" fmla="*/ 2147483647 w 564"/>
                <a:gd name="T91" fmla="*/ 2147483647 h 762"/>
                <a:gd name="T92" fmla="*/ 2147483647 w 564"/>
                <a:gd name="T93" fmla="*/ 2147483647 h 762"/>
                <a:gd name="T94" fmla="*/ 2147483647 w 564"/>
                <a:gd name="T95" fmla="*/ 2147483647 h 762"/>
                <a:gd name="T96" fmla="*/ 2147483647 w 564"/>
                <a:gd name="T97" fmla="*/ 2147483647 h 762"/>
                <a:gd name="T98" fmla="*/ 2147483647 w 564"/>
                <a:gd name="T99" fmla="*/ 2147483647 h 762"/>
                <a:gd name="T100" fmla="*/ 2147483647 w 564"/>
                <a:gd name="T101" fmla="*/ 2147483647 h 76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564"/>
                <a:gd name="T154" fmla="*/ 0 h 762"/>
                <a:gd name="T155" fmla="*/ 564 w 564"/>
                <a:gd name="T156" fmla="*/ 762 h 76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564" h="762">
                  <a:moveTo>
                    <a:pt x="498" y="150"/>
                  </a:moveTo>
                  <a:lnTo>
                    <a:pt x="540" y="108"/>
                  </a:lnTo>
                  <a:lnTo>
                    <a:pt x="558" y="72"/>
                  </a:lnTo>
                  <a:lnTo>
                    <a:pt x="564" y="66"/>
                  </a:lnTo>
                  <a:lnTo>
                    <a:pt x="564" y="60"/>
                  </a:lnTo>
                  <a:lnTo>
                    <a:pt x="540" y="54"/>
                  </a:lnTo>
                  <a:lnTo>
                    <a:pt x="534" y="60"/>
                  </a:lnTo>
                  <a:lnTo>
                    <a:pt x="504" y="60"/>
                  </a:lnTo>
                  <a:lnTo>
                    <a:pt x="480" y="30"/>
                  </a:lnTo>
                  <a:lnTo>
                    <a:pt x="462" y="48"/>
                  </a:lnTo>
                  <a:lnTo>
                    <a:pt x="456" y="48"/>
                  </a:lnTo>
                  <a:lnTo>
                    <a:pt x="450" y="54"/>
                  </a:lnTo>
                  <a:lnTo>
                    <a:pt x="438" y="60"/>
                  </a:lnTo>
                  <a:lnTo>
                    <a:pt x="426" y="60"/>
                  </a:lnTo>
                  <a:lnTo>
                    <a:pt x="414" y="72"/>
                  </a:lnTo>
                  <a:lnTo>
                    <a:pt x="414" y="84"/>
                  </a:lnTo>
                  <a:lnTo>
                    <a:pt x="390" y="102"/>
                  </a:lnTo>
                  <a:lnTo>
                    <a:pt x="378" y="96"/>
                  </a:lnTo>
                  <a:lnTo>
                    <a:pt x="372" y="96"/>
                  </a:lnTo>
                  <a:lnTo>
                    <a:pt x="360" y="90"/>
                  </a:lnTo>
                  <a:lnTo>
                    <a:pt x="330" y="90"/>
                  </a:lnTo>
                  <a:lnTo>
                    <a:pt x="318" y="84"/>
                  </a:lnTo>
                  <a:lnTo>
                    <a:pt x="288" y="84"/>
                  </a:lnTo>
                  <a:lnTo>
                    <a:pt x="210" y="24"/>
                  </a:lnTo>
                  <a:lnTo>
                    <a:pt x="138" y="18"/>
                  </a:lnTo>
                  <a:lnTo>
                    <a:pt x="132" y="0"/>
                  </a:lnTo>
                  <a:lnTo>
                    <a:pt x="108" y="12"/>
                  </a:lnTo>
                  <a:lnTo>
                    <a:pt x="18" y="12"/>
                  </a:lnTo>
                  <a:lnTo>
                    <a:pt x="0" y="42"/>
                  </a:lnTo>
                  <a:lnTo>
                    <a:pt x="6" y="48"/>
                  </a:lnTo>
                  <a:lnTo>
                    <a:pt x="12" y="60"/>
                  </a:lnTo>
                  <a:lnTo>
                    <a:pt x="12" y="84"/>
                  </a:lnTo>
                  <a:lnTo>
                    <a:pt x="18" y="84"/>
                  </a:lnTo>
                  <a:lnTo>
                    <a:pt x="24" y="90"/>
                  </a:lnTo>
                  <a:lnTo>
                    <a:pt x="24" y="84"/>
                  </a:lnTo>
                  <a:lnTo>
                    <a:pt x="30" y="84"/>
                  </a:lnTo>
                  <a:lnTo>
                    <a:pt x="30" y="96"/>
                  </a:lnTo>
                  <a:lnTo>
                    <a:pt x="24" y="102"/>
                  </a:lnTo>
                  <a:lnTo>
                    <a:pt x="24" y="108"/>
                  </a:lnTo>
                  <a:lnTo>
                    <a:pt x="42" y="126"/>
                  </a:lnTo>
                  <a:lnTo>
                    <a:pt x="36" y="132"/>
                  </a:lnTo>
                  <a:lnTo>
                    <a:pt x="72" y="174"/>
                  </a:lnTo>
                  <a:lnTo>
                    <a:pt x="66" y="180"/>
                  </a:lnTo>
                  <a:lnTo>
                    <a:pt x="60" y="180"/>
                  </a:lnTo>
                  <a:lnTo>
                    <a:pt x="54" y="186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72" y="222"/>
                  </a:lnTo>
                  <a:lnTo>
                    <a:pt x="78" y="234"/>
                  </a:lnTo>
                  <a:lnTo>
                    <a:pt x="78" y="246"/>
                  </a:lnTo>
                  <a:lnTo>
                    <a:pt x="66" y="258"/>
                  </a:lnTo>
                  <a:lnTo>
                    <a:pt x="60" y="282"/>
                  </a:lnTo>
                  <a:lnTo>
                    <a:pt x="42" y="282"/>
                  </a:lnTo>
                  <a:lnTo>
                    <a:pt x="36" y="288"/>
                  </a:lnTo>
                  <a:lnTo>
                    <a:pt x="36" y="312"/>
                  </a:lnTo>
                  <a:lnTo>
                    <a:pt x="18" y="324"/>
                  </a:lnTo>
                  <a:lnTo>
                    <a:pt x="12" y="342"/>
                  </a:lnTo>
                  <a:lnTo>
                    <a:pt x="6" y="348"/>
                  </a:lnTo>
                  <a:lnTo>
                    <a:pt x="0" y="360"/>
                  </a:lnTo>
                  <a:lnTo>
                    <a:pt x="0" y="384"/>
                  </a:lnTo>
                  <a:lnTo>
                    <a:pt x="18" y="402"/>
                  </a:lnTo>
                  <a:lnTo>
                    <a:pt x="30" y="402"/>
                  </a:lnTo>
                  <a:lnTo>
                    <a:pt x="30" y="390"/>
                  </a:lnTo>
                  <a:lnTo>
                    <a:pt x="54" y="390"/>
                  </a:lnTo>
                  <a:lnTo>
                    <a:pt x="60" y="408"/>
                  </a:lnTo>
                  <a:lnTo>
                    <a:pt x="42" y="408"/>
                  </a:lnTo>
                  <a:lnTo>
                    <a:pt x="30" y="420"/>
                  </a:lnTo>
                  <a:lnTo>
                    <a:pt x="24" y="414"/>
                  </a:lnTo>
                  <a:lnTo>
                    <a:pt x="18" y="414"/>
                  </a:lnTo>
                  <a:lnTo>
                    <a:pt x="6" y="420"/>
                  </a:lnTo>
                  <a:lnTo>
                    <a:pt x="0" y="432"/>
                  </a:lnTo>
                  <a:lnTo>
                    <a:pt x="0" y="438"/>
                  </a:lnTo>
                  <a:lnTo>
                    <a:pt x="12" y="450"/>
                  </a:lnTo>
                  <a:lnTo>
                    <a:pt x="6" y="468"/>
                  </a:lnTo>
                  <a:lnTo>
                    <a:pt x="258" y="624"/>
                  </a:lnTo>
                  <a:lnTo>
                    <a:pt x="270" y="636"/>
                  </a:lnTo>
                  <a:lnTo>
                    <a:pt x="270" y="642"/>
                  </a:lnTo>
                  <a:lnTo>
                    <a:pt x="264" y="648"/>
                  </a:lnTo>
                  <a:lnTo>
                    <a:pt x="258" y="648"/>
                  </a:lnTo>
                  <a:lnTo>
                    <a:pt x="252" y="654"/>
                  </a:lnTo>
                  <a:lnTo>
                    <a:pt x="366" y="762"/>
                  </a:lnTo>
                  <a:lnTo>
                    <a:pt x="384" y="756"/>
                  </a:lnTo>
                  <a:lnTo>
                    <a:pt x="414" y="690"/>
                  </a:lnTo>
                  <a:lnTo>
                    <a:pt x="414" y="660"/>
                  </a:lnTo>
                  <a:lnTo>
                    <a:pt x="426" y="648"/>
                  </a:lnTo>
                  <a:lnTo>
                    <a:pt x="432" y="648"/>
                  </a:lnTo>
                  <a:lnTo>
                    <a:pt x="444" y="636"/>
                  </a:lnTo>
                  <a:lnTo>
                    <a:pt x="444" y="624"/>
                  </a:lnTo>
                  <a:lnTo>
                    <a:pt x="438" y="618"/>
                  </a:lnTo>
                  <a:lnTo>
                    <a:pt x="438" y="600"/>
                  </a:lnTo>
                  <a:lnTo>
                    <a:pt x="444" y="594"/>
                  </a:lnTo>
                  <a:lnTo>
                    <a:pt x="456" y="588"/>
                  </a:lnTo>
                  <a:lnTo>
                    <a:pt x="468" y="588"/>
                  </a:lnTo>
                  <a:lnTo>
                    <a:pt x="474" y="582"/>
                  </a:lnTo>
                  <a:lnTo>
                    <a:pt x="480" y="582"/>
                  </a:lnTo>
                  <a:lnTo>
                    <a:pt x="486" y="540"/>
                  </a:lnTo>
                  <a:lnTo>
                    <a:pt x="516" y="540"/>
                  </a:lnTo>
                  <a:lnTo>
                    <a:pt x="528" y="534"/>
                  </a:lnTo>
                  <a:lnTo>
                    <a:pt x="534" y="522"/>
                  </a:lnTo>
                  <a:lnTo>
                    <a:pt x="540" y="516"/>
                  </a:lnTo>
                  <a:lnTo>
                    <a:pt x="498" y="450"/>
                  </a:lnTo>
                  <a:lnTo>
                    <a:pt x="498" y="15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01" name="Kazakhstan" descr="© INSCALE GmbH, 05.05.2010&#10;http://www.presentationload.com/">
              <a:extLst>
                <a:ext uri="{FF2B5EF4-FFF2-40B4-BE49-F238E27FC236}">
                  <a16:creationId xmlns:a16="http://schemas.microsoft.com/office/drawing/2014/main" id="{3D13901F-2DBF-41C4-95C8-5D41DA31296B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4723271" y="1546731"/>
              <a:ext cx="831024" cy="382763"/>
            </a:xfrm>
            <a:custGeom>
              <a:avLst/>
              <a:gdLst>
                <a:gd name="T0" fmla="*/ 2147483647 w 2514"/>
                <a:gd name="T1" fmla="*/ 2147483647 h 1164"/>
                <a:gd name="T2" fmla="*/ 2147483647 w 2514"/>
                <a:gd name="T3" fmla="*/ 2147483647 h 1164"/>
                <a:gd name="T4" fmla="*/ 2147483647 w 2514"/>
                <a:gd name="T5" fmla="*/ 2147483647 h 1164"/>
                <a:gd name="T6" fmla="*/ 2147483647 w 2514"/>
                <a:gd name="T7" fmla="*/ 2147483647 h 1164"/>
                <a:gd name="T8" fmla="*/ 2147483647 w 2514"/>
                <a:gd name="T9" fmla="*/ 2147483647 h 1164"/>
                <a:gd name="T10" fmla="*/ 2147483647 w 2514"/>
                <a:gd name="T11" fmla="*/ 2147483647 h 1164"/>
                <a:gd name="T12" fmla="*/ 2147483647 w 2514"/>
                <a:gd name="T13" fmla="*/ 2147483647 h 1164"/>
                <a:gd name="T14" fmla="*/ 2147483647 w 2514"/>
                <a:gd name="T15" fmla="*/ 2147483647 h 1164"/>
                <a:gd name="T16" fmla="*/ 2147483647 w 2514"/>
                <a:gd name="T17" fmla="*/ 2147483647 h 1164"/>
                <a:gd name="T18" fmla="*/ 2147483647 w 2514"/>
                <a:gd name="T19" fmla="*/ 2147483647 h 1164"/>
                <a:gd name="T20" fmla="*/ 2147483647 w 2514"/>
                <a:gd name="T21" fmla="*/ 2147483647 h 1164"/>
                <a:gd name="T22" fmla="*/ 2147483647 w 2514"/>
                <a:gd name="T23" fmla="*/ 2147483647 h 1164"/>
                <a:gd name="T24" fmla="*/ 2147483647 w 2514"/>
                <a:gd name="T25" fmla="*/ 2147483647 h 1164"/>
                <a:gd name="T26" fmla="*/ 2147483647 w 2514"/>
                <a:gd name="T27" fmla="*/ 2147483647 h 1164"/>
                <a:gd name="T28" fmla="*/ 2147483647 w 2514"/>
                <a:gd name="T29" fmla="*/ 2147483647 h 1164"/>
                <a:gd name="T30" fmla="*/ 2147483647 w 2514"/>
                <a:gd name="T31" fmla="*/ 2147483647 h 1164"/>
                <a:gd name="T32" fmla="*/ 2147483647 w 2514"/>
                <a:gd name="T33" fmla="*/ 2147483647 h 1164"/>
                <a:gd name="T34" fmla="*/ 2147483647 w 2514"/>
                <a:gd name="T35" fmla="*/ 2147483647 h 1164"/>
                <a:gd name="T36" fmla="*/ 2147483647 w 2514"/>
                <a:gd name="T37" fmla="*/ 2147483647 h 1164"/>
                <a:gd name="T38" fmla="*/ 2147483647 w 2514"/>
                <a:gd name="T39" fmla="*/ 2147483647 h 1164"/>
                <a:gd name="T40" fmla="*/ 2147483647 w 2514"/>
                <a:gd name="T41" fmla="*/ 2147483647 h 1164"/>
                <a:gd name="T42" fmla="*/ 2147483647 w 2514"/>
                <a:gd name="T43" fmla="*/ 2147483647 h 1164"/>
                <a:gd name="T44" fmla="*/ 2147483647 w 2514"/>
                <a:gd name="T45" fmla="*/ 2147483647 h 1164"/>
                <a:gd name="T46" fmla="*/ 2147483647 w 2514"/>
                <a:gd name="T47" fmla="*/ 2147483647 h 1164"/>
                <a:gd name="T48" fmla="*/ 2147483647 w 2514"/>
                <a:gd name="T49" fmla="*/ 2147483647 h 1164"/>
                <a:gd name="T50" fmla="*/ 2147483647 w 2514"/>
                <a:gd name="T51" fmla="*/ 2147483647 h 1164"/>
                <a:gd name="T52" fmla="*/ 2147483647 w 2514"/>
                <a:gd name="T53" fmla="*/ 2147483647 h 1164"/>
                <a:gd name="T54" fmla="*/ 2147483647 w 2514"/>
                <a:gd name="T55" fmla="*/ 2147483647 h 1164"/>
                <a:gd name="T56" fmla="*/ 2147483647 w 2514"/>
                <a:gd name="T57" fmla="*/ 2147483647 h 1164"/>
                <a:gd name="T58" fmla="*/ 2147483647 w 2514"/>
                <a:gd name="T59" fmla="*/ 2147483647 h 1164"/>
                <a:gd name="T60" fmla="*/ 2147483647 w 2514"/>
                <a:gd name="T61" fmla="*/ 2147483647 h 1164"/>
                <a:gd name="T62" fmla="*/ 2147483647 w 2514"/>
                <a:gd name="T63" fmla="*/ 2147483647 h 1164"/>
                <a:gd name="T64" fmla="*/ 2147483647 w 2514"/>
                <a:gd name="T65" fmla="*/ 2147483647 h 1164"/>
                <a:gd name="T66" fmla="*/ 2147483647 w 2514"/>
                <a:gd name="T67" fmla="*/ 2147483647 h 1164"/>
                <a:gd name="T68" fmla="*/ 2147483647 w 2514"/>
                <a:gd name="T69" fmla="*/ 2147483647 h 1164"/>
                <a:gd name="T70" fmla="*/ 2147483647 w 2514"/>
                <a:gd name="T71" fmla="*/ 2147483647 h 1164"/>
                <a:gd name="T72" fmla="*/ 2147483647 w 2514"/>
                <a:gd name="T73" fmla="*/ 2147483647 h 1164"/>
                <a:gd name="T74" fmla="*/ 2147483647 w 2514"/>
                <a:gd name="T75" fmla="*/ 2147483647 h 1164"/>
                <a:gd name="T76" fmla="*/ 2147483647 w 2514"/>
                <a:gd name="T77" fmla="*/ 2147483647 h 1164"/>
                <a:gd name="T78" fmla="*/ 2147483647 w 2514"/>
                <a:gd name="T79" fmla="*/ 2147483647 h 1164"/>
                <a:gd name="T80" fmla="*/ 2147483647 w 2514"/>
                <a:gd name="T81" fmla="*/ 2147483647 h 1164"/>
                <a:gd name="T82" fmla="*/ 2147483647 w 2514"/>
                <a:gd name="T83" fmla="*/ 2147483647 h 1164"/>
                <a:gd name="T84" fmla="*/ 2147483647 w 2514"/>
                <a:gd name="T85" fmla="*/ 2147483647 h 1164"/>
                <a:gd name="T86" fmla="*/ 2147483647 w 2514"/>
                <a:gd name="T87" fmla="*/ 2147483647 h 1164"/>
                <a:gd name="T88" fmla="*/ 2147483647 w 2514"/>
                <a:gd name="T89" fmla="*/ 2147483647 h 1164"/>
                <a:gd name="T90" fmla="*/ 2147483647 w 2514"/>
                <a:gd name="T91" fmla="*/ 2147483647 h 1164"/>
                <a:gd name="T92" fmla="*/ 2147483647 w 2514"/>
                <a:gd name="T93" fmla="*/ 2147483647 h 1164"/>
                <a:gd name="T94" fmla="*/ 2147483647 w 2514"/>
                <a:gd name="T95" fmla="*/ 2147483647 h 1164"/>
                <a:gd name="T96" fmla="*/ 2147483647 w 2514"/>
                <a:gd name="T97" fmla="*/ 2147483647 h 1164"/>
                <a:gd name="T98" fmla="*/ 2147483647 w 2514"/>
                <a:gd name="T99" fmla="*/ 2147483647 h 1164"/>
                <a:gd name="T100" fmla="*/ 2147483647 w 2514"/>
                <a:gd name="T101" fmla="*/ 2147483647 h 1164"/>
                <a:gd name="T102" fmla="*/ 2147483647 w 2514"/>
                <a:gd name="T103" fmla="*/ 2147483647 h 1164"/>
                <a:gd name="T104" fmla="*/ 2147483647 w 2514"/>
                <a:gd name="T105" fmla="*/ 2147483647 h 1164"/>
                <a:gd name="T106" fmla="*/ 2147483647 w 2514"/>
                <a:gd name="T107" fmla="*/ 2147483647 h 1164"/>
                <a:gd name="T108" fmla="*/ 2147483647 w 2514"/>
                <a:gd name="T109" fmla="*/ 2147483647 h 1164"/>
                <a:gd name="T110" fmla="*/ 2147483647 w 2514"/>
                <a:gd name="T111" fmla="*/ 2147483647 h 1164"/>
                <a:gd name="T112" fmla="*/ 2147483647 w 2514"/>
                <a:gd name="T113" fmla="*/ 2147483647 h 1164"/>
                <a:gd name="T114" fmla="*/ 2147483647 w 2514"/>
                <a:gd name="T115" fmla="*/ 2147483647 h 1164"/>
                <a:gd name="T116" fmla="*/ 2147483647 w 2514"/>
                <a:gd name="T117" fmla="*/ 2147483647 h 1164"/>
                <a:gd name="T118" fmla="*/ 2147483647 w 2514"/>
                <a:gd name="T119" fmla="*/ 2147483647 h 1164"/>
                <a:gd name="T120" fmla="*/ 2147483647 w 2514"/>
                <a:gd name="T121" fmla="*/ 2147483647 h 1164"/>
                <a:gd name="T122" fmla="*/ 2147483647 w 2514"/>
                <a:gd name="T123" fmla="*/ 2147483647 h 116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514"/>
                <a:gd name="T187" fmla="*/ 0 h 1164"/>
                <a:gd name="T188" fmla="*/ 2514 w 2514"/>
                <a:gd name="T189" fmla="*/ 1164 h 116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514" h="1164">
                  <a:moveTo>
                    <a:pt x="852" y="756"/>
                  </a:moveTo>
                  <a:lnTo>
                    <a:pt x="840" y="744"/>
                  </a:lnTo>
                  <a:lnTo>
                    <a:pt x="822" y="768"/>
                  </a:lnTo>
                  <a:lnTo>
                    <a:pt x="816" y="780"/>
                  </a:lnTo>
                  <a:lnTo>
                    <a:pt x="870" y="804"/>
                  </a:lnTo>
                  <a:lnTo>
                    <a:pt x="870" y="786"/>
                  </a:lnTo>
                  <a:lnTo>
                    <a:pt x="864" y="780"/>
                  </a:lnTo>
                  <a:lnTo>
                    <a:pt x="858" y="768"/>
                  </a:lnTo>
                  <a:lnTo>
                    <a:pt x="858" y="762"/>
                  </a:lnTo>
                  <a:lnTo>
                    <a:pt x="852" y="756"/>
                  </a:lnTo>
                  <a:close/>
                  <a:moveTo>
                    <a:pt x="2484" y="492"/>
                  </a:moveTo>
                  <a:lnTo>
                    <a:pt x="2484" y="486"/>
                  </a:lnTo>
                  <a:lnTo>
                    <a:pt x="2514" y="486"/>
                  </a:lnTo>
                  <a:lnTo>
                    <a:pt x="2478" y="444"/>
                  </a:lnTo>
                  <a:lnTo>
                    <a:pt x="2454" y="420"/>
                  </a:lnTo>
                  <a:lnTo>
                    <a:pt x="2442" y="456"/>
                  </a:lnTo>
                  <a:lnTo>
                    <a:pt x="2370" y="450"/>
                  </a:lnTo>
                  <a:lnTo>
                    <a:pt x="2370" y="444"/>
                  </a:lnTo>
                  <a:lnTo>
                    <a:pt x="2364" y="438"/>
                  </a:lnTo>
                  <a:lnTo>
                    <a:pt x="2358" y="426"/>
                  </a:lnTo>
                  <a:lnTo>
                    <a:pt x="2352" y="420"/>
                  </a:lnTo>
                  <a:lnTo>
                    <a:pt x="2346" y="408"/>
                  </a:lnTo>
                  <a:lnTo>
                    <a:pt x="2346" y="402"/>
                  </a:lnTo>
                  <a:lnTo>
                    <a:pt x="2340" y="402"/>
                  </a:lnTo>
                  <a:lnTo>
                    <a:pt x="2328" y="396"/>
                  </a:lnTo>
                  <a:lnTo>
                    <a:pt x="2316" y="396"/>
                  </a:lnTo>
                  <a:lnTo>
                    <a:pt x="2304" y="390"/>
                  </a:lnTo>
                  <a:lnTo>
                    <a:pt x="2292" y="390"/>
                  </a:lnTo>
                  <a:lnTo>
                    <a:pt x="2286" y="378"/>
                  </a:lnTo>
                  <a:lnTo>
                    <a:pt x="2274" y="372"/>
                  </a:lnTo>
                  <a:lnTo>
                    <a:pt x="2250" y="348"/>
                  </a:lnTo>
                  <a:lnTo>
                    <a:pt x="2226" y="336"/>
                  </a:lnTo>
                  <a:lnTo>
                    <a:pt x="2208" y="336"/>
                  </a:lnTo>
                  <a:lnTo>
                    <a:pt x="2196" y="342"/>
                  </a:lnTo>
                  <a:lnTo>
                    <a:pt x="2178" y="348"/>
                  </a:lnTo>
                  <a:lnTo>
                    <a:pt x="2166" y="354"/>
                  </a:lnTo>
                  <a:lnTo>
                    <a:pt x="2160" y="366"/>
                  </a:lnTo>
                  <a:lnTo>
                    <a:pt x="2136" y="366"/>
                  </a:lnTo>
                  <a:lnTo>
                    <a:pt x="2124" y="360"/>
                  </a:lnTo>
                  <a:lnTo>
                    <a:pt x="2118" y="348"/>
                  </a:lnTo>
                  <a:lnTo>
                    <a:pt x="2106" y="342"/>
                  </a:lnTo>
                  <a:lnTo>
                    <a:pt x="2076" y="342"/>
                  </a:lnTo>
                  <a:lnTo>
                    <a:pt x="2076" y="336"/>
                  </a:lnTo>
                  <a:lnTo>
                    <a:pt x="2070" y="330"/>
                  </a:lnTo>
                  <a:lnTo>
                    <a:pt x="2070" y="318"/>
                  </a:lnTo>
                  <a:lnTo>
                    <a:pt x="2064" y="312"/>
                  </a:lnTo>
                  <a:lnTo>
                    <a:pt x="2052" y="312"/>
                  </a:lnTo>
                  <a:lnTo>
                    <a:pt x="2052" y="318"/>
                  </a:lnTo>
                  <a:lnTo>
                    <a:pt x="2046" y="324"/>
                  </a:lnTo>
                  <a:lnTo>
                    <a:pt x="2046" y="336"/>
                  </a:lnTo>
                  <a:lnTo>
                    <a:pt x="2034" y="348"/>
                  </a:lnTo>
                  <a:lnTo>
                    <a:pt x="2022" y="354"/>
                  </a:lnTo>
                  <a:lnTo>
                    <a:pt x="2010" y="354"/>
                  </a:lnTo>
                  <a:lnTo>
                    <a:pt x="1998" y="348"/>
                  </a:lnTo>
                  <a:lnTo>
                    <a:pt x="1986" y="336"/>
                  </a:lnTo>
                  <a:lnTo>
                    <a:pt x="1974" y="318"/>
                  </a:lnTo>
                  <a:lnTo>
                    <a:pt x="1938" y="282"/>
                  </a:lnTo>
                  <a:lnTo>
                    <a:pt x="1920" y="258"/>
                  </a:lnTo>
                  <a:lnTo>
                    <a:pt x="1848" y="198"/>
                  </a:lnTo>
                  <a:lnTo>
                    <a:pt x="1818" y="168"/>
                  </a:lnTo>
                  <a:lnTo>
                    <a:pt x="1800" y="156"/>
                  </a:lnTo>
                  <a:lnTo>
                    <a:pt x="1788" y="150"/>
                  </a:lnTo>
                  <a:lnTo>
                    <a:pt x="1758" y="132"/>
                  </a:lnTo>
                  <a:lnTo>
                    <a:pt x="1728" y="120"/>
                  </a:lnTo>
                  <a:lnTo>
                    <a:pt x="1692" y="102"/>
                  </a:lnTo>
                  <a:lnTo>
                    <a:pt x="1698" y="102"/>
                  </a:lnTo>
                  <a:lnTo>
                    <a:pt x="1710" y="90"/>
                  </a:lnTo>
                  <a:lnTo>
                    <a:pt x="1710" y="72"/>
                  </a:lnTo>
                  <a:lnTo>
                    <a:pt x="1704" y="66"/>
                  </a:lnTo>
                  <a:lnTo>
                    <a:pt x="1698" y="66"/>
                  </a:lnTo>
                  <a:lnTo>
                    <a:pt x="1680" y="84"/>
                  </a:lnTo>
                  <a:lnTo>
                    <a:pt x="1644" y="96"/>
                  </a:lnTo>
                  <a:lnTo>
                    <a:pt x="1632" y="114"/>
                  </a:lnTo>
                  <a:lnTo>
                    <a:pt x="1620" y="114"/>
                  </a:lnTo>
                  <a:lnTo>
                    <a:pt x="1608" y="120"/>
                  </a:lnTo>
                  <a:lnTo>
                    <a:pt x="1602" y="126"/>
                  </a:lnTo>
                  <a:lnTo>
                    <a:pt x="1602" y="144"/>
                  </a:lnTo>
                  <a:lnTo>
                    <a:pt x="1590" y="156"/>
                  </a:lnTo>
                  <a:lnTo>
                    <a:pt x="1578" y="150"/>
                  </a:lnTo>
                  <a:lnTo>
                    <a:pt x="1572" y="144"/>
                  </a:lnTo>
                  <a:lnTo>
                    <a:pt x="1560" y="138"/>
                  </a:lnTo>
                  <a:lnTo>
                    <a:pt x="1554" y="132"/>
                  </a:lnTo>
                  <a:lnTo>
                    <a:pt x="1548" y="132"/>
                  </a:lnTo>
                  <a:lnTo>
                    <a:pt x="1542" y="138"/>
                  </a:lnTo>
                  <a:lnTo>
                    <a:pt x="1536" y="138"/>
                  </a:lnTo>
                  <a:lnTo>
                    <a:pt x="1530" y="144"/>
                  </a:lnTo>
                  <a:lnTo>
                    <a:pt x="1524" y="144"/>
                  </a:lnTo>
                  <a:lnTo>
                    <a:pt x="1524" y="138"/>
                  </a:lnTo>
                  <a:lnTo>
                    <a:pt x="1530" y="132"/>
                  </a:lnTo>
                  <a:lnTo>
                    <a:pt x="1530" y="108"/>
                  </a:lnTo>
                  <a:lnTo>
                    <a:pt x="1518" y="102"/>
                  </a:lnTo>
                  <a:lnTo>
                    <a:pt x="1512" y="102"/>
                  </a:lnTo>
                  <a:lnTo>
                    <a:pt x="1506" y="108"/>
                  </a:lnTo>
                  <a:lnTo>
                    <a:pt x="1482" y="96"/>
                  </a:lnTo>
                  <a:lnTo>
                    <a:pt x="1458" y="108"/>
                  </a:lnTo>
                  <a:lnTo>
                    <a:pt x="1434" y="72"/>
                  </a:lnTo>
                  <a:lnTo>
                    <a:pt x="1422" y="90"/>
                  </a:lnTo>
                  <a:lnTo>
                    <a:pt x="1404" y="90"/>
                  </a:lnTo>
                  <a:lnTo>
                    <a:pt x="1392" y="96"/>
                  </a:lnTo>
                  <a:lnTo>
                    <a:pt x="1374" y="96"/>
                  </a:lnTo>
                  <a:lnTo>
                    <a:pt x="1368" y="90"/>
                  </a:lnTo>
                  <a:lnTo>
                    <a:pt x="1368" y="48"/>
                  </a:lnTo>
                  <a:lnTo>
                    <a:pt x="1362" y="42"/>
                  </a:lnTo>
                  <a:lnTo>
                    <a:pt x="1350" y="42"/>
                  </a:lnTo>
                  <a:lnTo>
                    <a:pt x="1344" y="36"/>
                  </a:lnTo>
                  <a:lnTo>
                    <a:pt x="1338" y="24"/>
                  </a:lnTo>
                  <a:lnTo>
                    <a:pt x="1320" y="6"/>
                  </a:lnTo>
                  <a:lnTo>
                    <a:pt x="1314" y="6"/>
                  </a:lnTo>
                  <a:lnTo>
                    <a:pt x="1302" y="18"/>
                  </a:lnTo>
                  <a:lnTo>
                    <a:pt x="1290" y="18"/>
                  </a:lnTo>
                  <a:lnTo>
                    <a:pt x="1278" y="6"/>
                  </a:lnTo>
                  <a:lnTo>
                    <a:pt x="1260" y="6"/>
                  </a:lnTo>
                  <a:lnTo>
                    <a:pt x="1242" y="0"/>
                  </a:lnTo>
                  <a:lnTo>
                    <a:pt x="1218" y="0"/>
                  </a:lnTo>
                  <a:lnTo>
                    <a:pt x="1200" y="6"/>
                  </a:lnTo>
                  <a:lnTo>
                    <a:pt x="1188" y="12"/>
                  </a:lnTo>
                  <a:lnTo>
                    <a:pt x="1176" y="24"/>
                  </a:lnTo>
                  <a:lnTo>
                    <a:pt x="1176" y="36"/>
                  </a:lnTo>
                  <a:lnTo>
                    <a:pt x="1164" y="36"/>
                  </a:lnTo>
                  <a:lnTo>
                    <a:pt x="1110" y="54"/>
                  </a:lnTo>
                  <a:lnTo>
                    <a:pt x="1020" y="54"/>
                  </a:lnTo>
                  <a:lnTo>
                    <a:pt x="1014" y="60"/>
                  </a:lnTo>
                  <a:lnTo>
                    <a:pt x="1014" y="78"/>
                  </a:lnTo>
                  <a:lnTo>
                    <a:pt x="948" y="78"/>
                  </a:lnTo>
                  <a:lnTo>
                    <a:pt x="942" y="96"/>
                  </a:lnTo>
                  <a:lnTo>
                    <a:pt x="888" y="96"/>
                  </a:lnTo>
                  <a:lnTo>
                    <a:pt x="828" y="102"/>
                  </a:lnTo>
                  <a:lnTo>
                    <a:pt x="792" y="114"/>
                  </a:lnTo>
                  <a:lnTo>
                    <a:pt x="780" y="126"/>
                  </a:lnTo>
                  <a:lnTo>
                    <a:pt x="780" y="132"/>
                  </a:lnTo>
                  <a:lnTo>
                    <a:pt x="786" y="138"/>
                  </a:lnTo>
                  <a:lnTo>
                    <a:pt x="786" y="144"/>
                  </a:lnTo>
                  <a:lnTo>
                    <a:pt x="810" y="144"/>
                  </a:lnTo>
                  <a:lnTo>
                    <a:pt x="798" y="162"/>
                  </a:lnTo>
                  <a:lnTo>
                    <a:pt x="810" y="162"/>
                  </a:lnTo>
                  <a:lnTo>
                    <a:pt x="834" y="174"/>
                  </a:lnTo>
                  <a:lnTo>
                    <a:pt x="846" y="174"/>
                  </a:lnTo>
                  <a:lnTo>
                    <a:pt x="858" y="186"/>
                  </a:lnTo>
                  <a:lnTo>
                    <a:pt x="804" y="186"/>
                  </a:lnTo>
                  <a:lnTo>
                    <a:pt x="792" y="198"/>
                  </a:lnTo>
                  <a:lnTo>
                    <a:pt x="798" y="204"/>
                  </a:lnTo>
                  <a:lnTo>
                    <a:pt x="804" y="216"/>
                  </a:lnTo>
                  <a:lnTo>
                    <a:pt x="810" y="222"/>
                  </a:lnTo>
                  <a:lnTo>
                    <a:pt x="810" y="234"/>
                  </a:lnTo>
                  <a:lnTo>
                    <a:pt x="798" y="246"/>
                  </a:lnTo>
                  <a:lnTo>
                    <a:pt x="786" y="246"/>
                  </a:lnTo>
                  <a:lnTo>
                    <a:pt x="774" y="252"/>
                  </a:lnTo>
                  <a:lnTo>
                    <a:pt x="762" y="252"/>
                  </a:lnTo>
                  <a:lnTo>
                    <a:pt x="792" y="282"/>
                  </a:lnTo>
                  <a:lnTo>
                    <a:pt x="816" y="282"/>
                  </a:lnTo>
                  <a:lnTo>
                    <a:pt x="834" y="288"/>
                  </a:lnTo>
                  <a:lnTo>
                    <a:pt x="846" y="294"/>
                  </a:lnTo>
                  <a:lnTo>
                    <a:pt x="870" y="318"/>
                  </a:lnTo>
                  <a:lnTo>
                    <a:pt x="876" y="336"/>
                  </a:lnTo>
                  <a:lnTo>
                    <a:pt x="876" y="348"/>
                  </a:lnTo>
                  <a:lnTo>
                    <a:pt x="870" y="360"/>
                  </a:lnTo>
                  <a:lnTo>
                    <a:pt x="864" y="366"/>
                  </a:lnTo>
                  <a:lnTo>
                    <a:pt x="828" y="366"/>
                  </a:lnTo>
                  <a:lnTo>
                    <a:pt x="816" y="360"/>
                  </a:lnTo>
                  <a:lnTo>
                    <a:pt x="810" y="354"/>
                  </a:lnTo>
                  <a:lnTo>
                    <a:pt x="798" y="354"/>
                  </a:lnTo>
                  <a:lnTo>
                    <a:pt x="792" y="348"/>
                  </a:lnTo>
                  <a:lnTo>
                    <a:pt x="780" y="372"/>
                  </a:lnTo>
                  <a:lnTo>
                    <a:pt x="768" y="372"/>
                  </a:lnTo>
                  <a:lnTo>
                    <a:pt x="756" y="366"/>
                  </a:lnTo>
                  <a:lnTo>
                    <a:pt x="732" y="366"/>
                  </a:lnTo>
                  <a:lnTo>
                    <a:pt x="708" y="354"/>
                  </a:lnTo>
                  <a:lnTo>
                    <a:pt x="702" y="342"/>
                  </a:lnTo>
                  <a:lnTo>
                    <a:pt x="690" y="336"/>
                  </a:lnTo>
                  <a:lnTo>
                    <a:pt x="684" y="330"/>
                  </a:lnTo>
                  <a:lnTo>
                    <a:pt x="672" y="330"/>
                  </a:lnTo>
                  <a:lnTo>
                    <a:pt x="666" y="336"/>
                  </a:lnTo>
                  <a:lnTo>
                    <a:pt x="654" y="342"/>
                  </a:lnTo>
                  <a:lnTo>
                    <a:pt x="636" y="348"/>
                  </a:lnTo>
                  <a:lnTo>
                    <a:pt x="624" y="348"/>
                  </a:lnTo>
                  <a:lnTo>
                    <a:pt x="588" y="330"/>
                  </a:lnTo>
                  <a:lnTo>
                    <a:pt x="582" y="330"/>
                  </a:lnTo>
                  <a:lnTo>
                    <a:pt x="570" y="336"/>
                  </a:lnTo>
                  <a:lnTo>
                    <a:pt x="558" y="348"/>
                  </a:lnTo>
                  <a:lnTo>
                    <a:pt x="546" y="354"/>
                  </a:lnTo>
                  <a:lnTo>
                    <a:pt x="540" y="366"/>
                  </a:lnTo>
                  <a:lnTo>
                    <a:pt x="534" y="372"/>
                  </a:lnTo>
                  <a:lnTo>
                    <a:pt x="462" y="336"/>
                  </a:lnTo>
                  <a:lnTo>
                    <a:pt x="450" y="336"/>
                  </a:lnTo>
                  <a:lnTo>
                    <a:pt x="450" y="342"/>
                  </a:lnTo>
                  <a:lnTo>
                    <a:pt x="462" y="354"/>
                  </a:lnTo>
                  <a:lnTo>
                    <a:pt x="462" y="372"/>
                  </a:lnTo>
                  <a:lnTo>
                    <a:pt x="450" y="372"/>
                  </a:lnTo>
                  <a:lnTo>
                    <a:pt x="438" y="360"/>
                  </a:lnTo>
                  <a:lnTo>
                    <a:pt x="438" y="354"/>
                  </a:lnTo>
                  <a:lnTo>
                    <a:pt x="426" y="324"/>
                  </a:lnTo>
                  <a:lnTo>
                    <a:pt x="390" y="324"/>
                  </a:lnTo>
                  <a:lnTo>
                    <a:pt x="384" y="312"/>
                  </a:lnTo>
                  <a:lnTo>
                    <a:pt x="384" y="306"/>
                  </a:lnTo>
                  <a:lnTo>
                    <a:pt x="378" y="300"/>
                  </a:lnTo>
                  <a:lnTo>
                    <a:pt x="318" y="300"/>
                  </a:lnTo>
                  <a:lnTo>
                    <a:pt x="312" y="288"/>
                  </a:lnTo>
                  <a:lnTo>
                    <a:pt x="306" y="282"/>
                  </a:lnTo>
                  <a:lnTo>
                    <a:pt x="288" y="282"/>
                  </a:lnTo>
                  <a:lnTo>
                    <a:pt x="276" y="288"/>
                  </a:lnTo>
                  <a:lnTo>
                    <a:pt x="264" y="300"/>
                  </a:lnTo>
                  <a:lnTo>
                    <a:pt x="234" y="300"/>
                  </a:lnTo>
                  <a:lnTo>
                    <a:pt x="228" y="294"/>
                  </a:lnTo>
                  <a:lnTo>
                    <a:pt x="228" y="288"/>
                  </a:lnTo>
                  <a:lnTo>
                    <a:pt x="222" y="288"/>
                  </a:lnTo>
                  <a:lnTo>
                    <a:pt x="210" y="282"/>
                  </a:lnTo>
                  <a:lnTo>
                    <a:pt x="180" y="282"/>
                  </a:lnTo>
                  <a:lnTo>
                    <a:pt x="180" y="288"/>
                  </a:lnTo>
                  <a:lnTo>
                    <a:pt x="186" y="294"/>
                  </a:lnTo>
                  <a:lnTo>
                    <a:pt x="186" y="312"/>
                  </a:lnTo>
                  <a:lnTo>
                    <a:pt x="174" y="324"/>
                  </a:lnTo>
                  <a:lnTo>
                    <a:pt x="162" y="330"/>
                  </a:lnTo>
                  <a:lnTo>
                    <a:pt x="150" y="330"/>
                  </a:lnTo>
                  <a:lnTo>
                    <a:pt x="138" y="336"/>
                  </a:lnTo>
                  <a:lnTo>
                    <a:pt x="132" y="336"/>
                  </a:lnTo>
                  <a:lnTo>
                    <a:pt x="132" y="360"/>
                  </a:lnTo>
                  <a:lnTo>
                    <a:pt x="102" y="372"/>
                  </a:lnTo>
                  <a:lnTo>
                    <a:pt x="114" y="384"/>
                  </a:lnTo>
                  <a:lnTo>
                    <a:pt x="120" y="396"/>
                  </a:lnTo>
                  <a:lnTo>
                    <a:pt x="114" y="402"/>
                  </a:lnTo>
                  <a:lnTo>
                    <a:pt x="108" y="414"/>
                  </a:lnTo>
                  <a:lnTo>
                    <a:pt x="102" y="420"/>
                  </a:lnTo>
                  <a:lnTo>
                    <a:pt x="90" y="420"/>
                  </a:lnTo>
                  <a:lnTo>
                    <a:pt x="78" y="414"/>
                  </a:lnTo>
                  <a:lnTo>
                    <a:pt x="72" y="402"/>
                  </a:lnTo>
                  <a:lnTo>
                    <a:pt x="60" y="396"/>
                  </a:lnTo>
                  <a:lnTo>
                    <a:pt x="48" y="384"/>
                  </a:lnTo>
                  <a:lnTo>
                    <a:pt x="36" y="378"/>
                  </a:lnTo>
                  <a:lnTo>
                    <a:pt x="24" y="378"/>
                  </a:lnTo>
                  <a:lnTo>
                    <a:pt x="18" y="384"/>
                  </a:lnTo>
                  <a:lnTo>
                    <a:pt x="18" y="396"/>
                  </a:lnTo>
                  <a:lnTo>
                    <a:pt x="24" y="402"/>
                  </a:lnTo>
                  <a:lnTo>
                    <a:pt x="24" y="426"/>
                  </a:lnTo>
                  <a:lnTo>
                    <a:pt x="0" y="426"/>
                  </a:lnTo>
                  <a:lnTo>
                    <a:pt x="6" y="462"/>
                  </a:lnTo>
                  <a:lnTo>
                    <a:pt x="12" y="468"/>
                  </a:lnTo>
                  <a:lnTo>
                    <a:pt x="12" y="492"/>
                  </a:lnTo>
                  <a:lnTo>
                    <a:pt x="0" y="516"/>
                  </a:lnTo>
                  <a:lnTo>
                    <a:pt x="0" y="546"/>
                  </a:lnTo>
                  <a:lnTo>
                    <a:pt x="6" y="546"/>
                  </a:lnTo>
                  <a:lnTo>
                    <a:pt x="12" y="552"/>
                  </a:lnTo>
                  <a:lnTo>
                    <a:pt x="36" y="552"/>
                  </a:lnTo>
                  <a:lnTo>
                    <a:pt x="42" y="558"/>
                  </a:lnTo>
                  <a:lnTo>
                    <a:pt x="42" y="588"/>
                  </a:lnTo>
                  <a:lnTo>
                    <a:pt x="48" y="594"/>
                  </a:lnTo>
                  <a:lnTo>
                    <a:pt x="90" y="594"/>
                  </a:lnTo>
                  <a:lnTo>
                    <a:pt x="102" y="588"/>
                  </a:lnTo>
                  <a:lnTo>
                    <a:pt x="114" y="588"/>
                  </a:lnTo>
                  <a:lnTo>
                    <a:pt x="162" y="636"/>
                  </a:lnTo>
                  <a:lnTo>
                    <a:pt x="168" y="648"/>
                  </a:lnTo>
                  <a:lnTo>
                    <a:pt x="180" y="660"/>
                  </a:lnTo>
                  <a:lnTo>
                    <a:pt x="180" y="672"/>
                  </a:lnTo>
                  <a:lnTo>
                    <a:pt x="144" y="672"/>
                  </a:lnTo>
                  <a:lnTo>
                    <a:pt x="144" y="678"/>
                  </a:lnTo>
                  <a:lnTo>
                    <a:pt x="156" y="690"/>
                  </a:lnTo>
                  <a:lnTo>
                    <a:pt x="174" y="696"/>
                  </a:lnTo>
                  <a:lnTo>
                    <a:pt x="186" y="696"/>
                  </a:lnTo>
                  <a:lnTo>
                    <a:pt x="192" y="702"/>
                  </a:lnTo>
                  <a:lnTo>
                    <a:pt x="198" y="702"/>
                  </a:lnTo>
                  <a:lnTo>
                    <a:pt x="204" y="690"/>
                  </a:lnTo>
                  <a:lnTo>
                    <a:pt x="222" y="690"/>
                  </a:lnTo>
                  <a:lnTo>
                    <a:pt x="228" y="684"/>
                  </a:lnTo>
                  <a:lnTo>
                    <a:pt x="246" y="672"/>
                  </a:lnTo>
                  <a:lnTo>
                    <a:pt x="306" y="648"/>
                  </a:lnTo>
                  <a:lnTo>
                    <a:pt x="324" y="642"/>
                  </a:lnTo>
                  <a:lnTo>
                    <a:pt x="336" y="648"/>
                  </a:lnTo>
                  <a:lnTo>
                    <a:pt x="342" y="654"/>
                  </a:lnTo>
                  <a:lnTo>
                    <a:pt x="360" y="666"/>
                  </a:lnTo>
                  <a:lnTo>
                    <a:pt x="366" y="672"/>
                  </a:lnTo>
                  <a:lnTo>
                    <a:pt x="384" y="672"/>
                  </a:lnTo>
                  <a:lnTo>
                    <a:pt x="390" y="666"/>
                  </a:lnTo>
                  <a:lnTo>
                    <a:pt x="402" y="666"/>
                  </a:lnTo>
                  <a:lnTo>
                    <a:pt x="408" y="660"/>
                  </a:lnTo>
                  <a:lnTo>
                    <a:pt x="414" y="666"/>
                  </a:lnTo>
                  <a:lnTo>
                    <a:pt x="426" y="672"/>
                  </a:lnTo>
                  <a:lnTo>
                    <a:pt x="450" y="696"/>
                  </a:lnTo>
                  <a:lnTo>
                    <a:pt x="450" y="726"/>
                  </a:lnTo>
                  <a:lnTo>
                    <a:pt x="444" y="732"/>
                  </a:lnTo>
                  <a:lnTo>
                    <a:pt x="444" y="738"/>
                  </a:lnTo>
                  <a:lnTo>
                    <a:pt x="438" y="744"/>
                  </a:lnTo>
                  <a:lnTo>
                    <a:pt x="438" y="750"/>
                  </a:lnTo>
                  <a:lnTo>
                    <a:pt x="444" y="756"/>
                  </a:lnTo>
                  <a:lnTo>
                    <a:pt x="450" y="768"/>
                  </a:lnTo>
                  <a:lnTo>
                    <a:pt x="462" y="774"/>
                  </a:lnTo>
                  <a:lnTo>
                    <a:pt x="474" y="786"/>
                  </a:lnTo>
                  <a:lnTo>
                    <a:pt x="486" y="786"/>
                  </a:lnTo>
                  <a:lnTo>
                    <a:pt x="504" y="768"/>
                  </a:lnTo>
                  <a:lnTo>
                    <a:pt x="516" y="762"/>
                  </a:lnTo>
                  <a:lnTo>
                    <a:pt x="528" y="762"/>
                  </a:lnTo>
                  <a:lnTo>
                    <a:pt x="528" y="792"/>
                  </a:lnTo>
                  <a:lnTo>
                    <a:pt x="546" y="810"/>
                  </a:lnTo>
                  <a:lnTo>
                    <a:pt x="510" y="816"/>
                  </a:lnTo>
                  <a:lnTo>
                    <a:pt x="510" y="828"/>
                  </a:lnTo>
                  <a:lnTo>
                    <a:pt x="504" y="834"/>
                  </a:lnTo>
                  <a:lnTo>
                    <a:pt x="498" y="834"/>
                  </a:lnTo>
                  <a:lnTo>
                    <a:pt x="486" y="822"/>
                  </a:lnTo>
                  <a:lnTo>
                    <a:pt x="486" y="816"/>
                  </a:lnTo>
                  <a:lnTo>
                    <a:pt x="498" y="804"/>
                  </a:lnTo>
                  <a:lnTo>
                    <a:pt x="504" y="804"/>
                  </a:lnTo>
                  <a:lnTo>
                    <a:pt x="510" y="798"/>
                  </a:lnTo>
                  <a:lnTo>
                    <a:pt x="480" y="798"/>
                  </a:lnTo>
                  <a:lnTo>
                    <a:pt x="462" y="792"/>
                  </a:lnTo>
                  <a:lnTo>
                    <a:pt x="450" y="792"/>
                  </a:lnTo>
                  <a:lnTo>
                    <a:pt x="432" y="786"/>
                  </a:lnTo>
                  <a:lnTo>
                    <a:pt x="408" y="786"/>
                  </a:lnTo>
                  <a:lnTo>
                    <a:pt x="390" y="780"/>
                  </a:lnTo>
                  <a:lnTo>
                    <a:pt x="372" y="780"/>
                  </a:lnTo>
                  <a:lnTo>
                    <a:pt x="360" y="774"/>
                  </a:lnTo>
                  <a:lnTo>
                    <a:pt x="348" y="774"/>
                  </a:lnTo>
                  <a:lnTo>
                    <a:pt x="360" y="804"/>
                  </a:lnTo>
                  <a:lnTo>
                    <a:pt x="342" y="804"/>
                  </a:lnTo>
                  <a:lnTo>
                    <a:pt x="330" y="816"/>
                  </a:lnTo>
                  <a:lnTo>
                    <a:pt x="330" y="822"/>
                  </a:lnTo>
                  <a:lnTo>
                    <a:pt x="336" y="828"/>
                  </a:lnTo>
                  <a:lnTo>
                    <a:pt x="348" y="834"/>
                  </a:lnTo>
                  <a:lnTo>
                    <a:pt x="354" y="840"/>
                  </a:lnTo>
                  <a:lnTo>
                    <a:pt x="366" y="840"/>
                  </a:lnTo>
                  <a:lnTo>
                    <a:pt x="372" y="846"/>
                  </a:lnTo>
                  <a:lnTo>
                    <a:pt x="372" y="852"/>
                  </a:lnTo>
                  <a:lnTo>
                    <a:pt x="360" y="852"/>
                  </a:lnTo>
                  <a:lnTo>
                    <a:pt x="348" y="846"/>
                  </a:lnTo>
                  <a:lnTo>
                    <a:pt x="336" y="846"/>
                  </a:lnTo>
                  <a:lnTo>
                    <a:pt x="324" y="840"/>
                  </a:lnTo>
                  <a:lnTo>
                    <a:pt x="306" y="834"/>
                  </a:lnTo>
                  <a:lnTo>
                    <a:pt x="300" y="834"/>
                  </a:lnTo>
                  <a:lnTo>
                    <a:pt x="294" y="840"/>
                  </a:lnTo>
                  <a:lnTo>
                    <a:pt x="294" y="846"/>
                  </a:lnTo>
                  <a:lnTo>
                    <a:pt x="306" y="858"/>
                  </a:lnTo>
                  <a:lnTo>
                    <a:pt x="318" y="864"/>
                  </a:lnTo>
                  <a:lnTo>
                    <a:pt x="324" y="870"/>
                  </a:lnTo>
                  <a:lnTo>
                    <a:pt x="336" y="870"/>
                  </a:lnTo>
                  <a:lnTo>
                    <a:pt x="336" y="882"/>
                  </a:lnTo>
                  <a:lnTo>
                    <a:pt x="342" y="894"/>
                  </a:lnTo>
                  <a:lnTo>
                    <a:pt x="366" y="918"/>
                  </a:lnTo>
                  <a:lnTo>
                    <a:pt x="372" y="930"/>
                  </a:lnTo>
                  <a:lnTo>
                    <a:pt x="372" y="954"/>
                  </a:lnTo>
                  <a:lnTo>
                    <a:pt x="408" y="960"/>
                  </a:lnTo>
                  <a:lnTo>
                    <a:pt x="414" y="978"/>
                  </a:lnTo>
                  <a:lnTo>
                    <a:pt x="444" y="978"/>
                  </a:lnTo>
                  <a:lnTo>
                    <a:pt x="480" y="996"/>
                  </a:lnTo>
                  <a:lnTo>
                    <a:pt x="486" y="1002"/>
                  </a:lnTo>
                  <a:lnTo>
                    <a:pt x="486" y="1014"/>
                  </a:lnTo>
                  <a:lnTo>
                    <a:pt x="480" y="1020"/>
                  </a:lnTo>
                  <a:lnTo>
                    <a:pt x="468" y="1026"/>
                  </a:lnTo>
                  <a:lnTo>
                    <a:pt x="462" y="1038"/>
                  </a:lnTo>
                  <a:lnTo>
                    <a:pt x="462" y="1056"/>
                  </a:lnTo>
                  <a:lnTo>
                    <a:pt x="468" y="1062"/>
                  </a:lnTo>
                  <a:lnTo>
                    <a:pt x="492" y="1062"/>
                  </a:lnTo>
                  <a:lnTo>
                    <a:pt x="498" y="1056"/>
                  </a:lnTo>
                  <a:lnTo>
                    <a:pt x="504" y="1038"/>
                  </a:lnTo>
                  <a:lnTo>
                    <a:pt x="510" y="1026"/>
                  </a:lnTo>
                  <a:lnTo>
                    <a:pt x="516" y="1020"/>
                  </a:lnTo>
                  <a:lnTo>
                    <a:pt x="528" y="1020"/>
                  </a:lnTo>
                  <a:lnTo>
                    <a:pt x="546" y="1026"/>
                  </a:lnTo>
                  <a:lnTo>
                    <a:pt x="546" y="1020"/>
                  </a:lnTo>
                  <a:lnTo>
                    <a:pt x="552" y="1014"/>
                  </a:lnTo>
                  <a:lnTo>
                    <a:pt x="570" y="1014"/>
                  </a:lnTo>
                  <a:lnTo>
                    <a:pt x="594" y="1026"/>
                  </a:lnTo>
                  <a:lnTo>
                    <a:pt x="606" y="1026"/>
                  </a:lnTo>
                  <a:lnTo>
                    <a:pt x="618" y="1038"/>
                  </a:lnTo>
                  <a:lnTo>
                    <a:pt x="630" y="1044"/>
                  </a:lnTo>
                  <a:lnTo>
                    <a:pt x="636" y="1056"/>
                  </a:lnTo>
                  <a:lnTo>
                    <a:pt x="642" y="1062"/>
                  </a:lnTo>
                  <a:lnTo>
                    <a:pt x="648" y="1074"/>
                  </a:lnTo>
                  <a:lnTo>
                    <a:pt x="672" y="1098"/>
                  </a:lnTo>
                  <a:lnTo>
                    <a:pt x="684" y="1104"/>
                  </a:lnTo>
                  <a:lnTo>
                    <a:pt x="690" y="1110"/>
                  </a:lnTo>
                  <a:lnTo>
                    <a:pt x="696" y="1104"/>
                  </a:lnTo>
                  <a:lnTo>
                    <a:pt x="696" y="1098"/>
                  </a:lnTo>
                  <a:lnTo>
                    <a:pt x="702" y="1092"/>
                  </a:lnTo>
                  <a:lnTo>
                    <a:pt x="654" y="810"/>
                  </a:lnTo>
                  <a:lnTo>
                    <a:pt x="798" y="768"/>
                  </a:lnTo>
                  <a:lnTo>
                    <a:pt x="804" y="774"/>
                  </a:lnTo>
                  <a:lnTo>
                    <a:pt x="804" y="762"/>
                  </a:lnTo>
                  <a:lnTo>
                    <a:pt x="810" y="756"/>
                  </a:lnTo>
                  <a:lnTo>
                    <a:pt x="810" y="750"/>
                  </a:lnTo>
                  <a:lnTo>
                    <a:pt x="816" y="738"/>
                  </a:lnTo>
                  <a:lnTo>
                    <a:pt x="816" y="732"/>
                  </a:lnTo>
                  <a:lnTo>
                    <a:pt x="822" y="726"/>
                  </a:lnTo>
                  <a:lnTo>
                    <a:pt x="846" y="726"/>
                  </a:lnTo>
                  <a:lnTo>
                    <a:pt x="852" y="750"/>
                  </a:lnTo>
                  <a:lnTo>
                    <a:pt x="864" y="744"/>
                  </a:lnTo>
                  <a:lnTo>
                    <a:pt x="870" y="744"/>
                  </a:lnTo>
                  <a:lnTo>
                    <a:pt x="876" y="738"/>
                  </a:lnTo>
                  <a:lnTo>
                    <a:pt x="876" y="732"/>
                  </a:lnTo>
                  <a:lnTo>
                    <a:pt x="852" y="708"/>
                  </a:lnTo>
                  <a:lnTo>
                    <a:pt x="870" y="708"/>
                  </a:lnTo>
                  <a:lnTo>
                    <a:pt x="882" y="720"/>
                  </a:lnTo>
                  <a:lnTo>
                    <a:pt x="936" y="720"/>
                  </a:lnTo>
                  <a:lnTo>
                    <a:pt x="924" y="708"/>
                  </a:lnTo>
                  <a:lnTo>
                    <a:pt x="918" y="708"/>
                  </a:lnTo>
                  <a:lnTo>
                    <a:pt x="906" y="696"/>
                  </a:lnTo>
                  <a:lnTo>
                    <a:pt x="882" y="696"/>
                  </a:lnTo>
                  <a:lnTo>
                    <a:pt x="876" y="690"/>
                  </a:lnTo>
                  <a:lnTo>
                    <a:pt x="876" y="684"/>
                  </a:lnTo>
                  <a:lnTo>
                    <a:pt x="882" y="678"/>
                  </a:lnTo>
                  <a:lnTo>
                    <a:pt x="906" y="678"/>
                  </a:lnTo>
                  <a:lnTo>
                    <a:pt x="924" y="666"/>
                  </a:lnTo>
                  <a:lnTo>
                    <a:pt x="930" y="672"/>
                  </a:lnTo>
                  <a:lnTo>
                    <a:pt x="936" y="684"/>
                  </a:lnTo>
                  <a:lnTo>
                    <a:pt x="942" y="690"/>
                  </a:lnTo>
                  <a:lnTo>
                    <a:pt x="948" y="690"/>
                  </a:lnTo>
                  <a:lnTo>
                    <a:pt x="954" y="684"/>
                  </a:lnTo>
                  <a:lnTo>
                    <a:pt x="960" y="690"/>
                  </a:lnTo>
                  <a:lnTo>
                    <a:pt x="966" y="702"/>
                  </a:lnTo>
                  <a:lnTo>
                    <a:pt x="966" y="708"/>
                  </a:lnTo>
                  <a:lnTo>
                    <a:pt x="960" y="714"/>
                  </a:lnTo>
                  <a:lnTo>
                    <a:pt x="954" y="714"/>
                  </a:lnTo>
                  <a:lnTo>
                    <a:pt x="942" y="720"/>
                  </a:lnTo>
                  <a:lnTo>
                    <a:pt x="924" y="738"/>
                  </a:lnTo>
                  <a:lnTo>
                    <a:pt x="888" y="738"/>
                  </a:lnTo>
                  <a:lnTo>
                    <a:pt x="882" y="744"/>
                  </a:lnTo>
                  <a:lnTo>
                    <a:pt x="882" y="756"/>
                  </a:lnTo>
                  <a:lnTo>
                    <a:pt x="888" y="762"/>
                  </a:lnTo>
                  <a:lnTo>
                    <a:pt x="900" y="762"/>
                  </a:lnTo>
                  <a:lnTo>
                    <a:pt x="906" y="768"/>
                  </a:lnTo>
                  <a:lnTo>
                    <a:pt x="918" y="768"/>
                  </a:lnTo>
                  <a:lnTo>
                    <a:pt x="918" y="786"/>
                  </a:lnTo>
                  <a:lnTo>
                    <a:pt x="912" y="798"/>
                  </a:lnTo>
                  <a:lnTo>
                    <a:pt x="912" y="816"/>
                  </a:lnTo>
                  <a:lnTo>
                    <a:pt x="918" y="822"/>
                  </a:lnTo>
                  <a:lnTo>
                    <a:pt x="984" y="858"/>
                  </a:lnTo>
                  <a:lnTo>
                    <a:pt x="1062" y="930"/>
                  </a:lnTo>
                  <a:lnTo>
                    <a:pt x="1068" y="930"/>
                  </a:lnTo>
                  <a:lnTo>
                    <a:pt x="1074" y="924"/>
                  </a:lnTo>
                  <a:lnTo>
                    <a:pt x="1110" y="924"/>
                  </a:lnTo>
                  <a:lnTo>
                    <a:pt x="1128" y="918"/>
                  </a:lnTo>
                  <a:lnTo>
                    <a:pt x="1188" y="918"/>
                  </a:lnTo>
                  <a:lnTo>
                    <a:pt x="1206" y="924"/>
                  </a:lnTo>
                  <a:lnTo>
                    <a:pt x="1224" y="924"/>
                  </a:lnTo>
                  <a:lnTo>
                    <a:pt x="1230" y="918"/>
                  </a:lnTo>
                  <a:lnTo>
                    <a:pt x="1254" y="906"/>
                  </a:lnTo>
                  <a:lnTo>
                    <a:pt x="1266" y="906"/>
                  </a:lnTo>
                  <a:lnTo>
                    <a:pt x="1272" y="918"/>
                  </a:lnTo>
                  <a:lnTo>
                    <a:pt x="1290" y="936"/>
                  </a:lnTo>
                  <a:lnTo>
                    <a:pt x="1296" y="954"/>
                  </a:lnTo>
                  <a:lnTo>
                    <a:pt x="1308" y="960"/>
                  </a:lnTo>
                  <a:lnTo>
                    <a:pt x="1314" y="972"/>
                  </a:lnTo>
                  <a:lnTo>
                    <a:pt x="1344" y="972"/>
                  </a:lnTo>
                  <a:lnTo>
                    <a:pt x="1344" y="984"/>
                  </a:lnTo>
                  <a:lnTo>
                    <a:pt x="1350" y="1002"/>
                  </a:lnTo>
                  <a:lnTo>
                    <a:pt x="1350" y="1044"/>
                  </a:lnTo>
                  <a:lnTo>
                    <a:pt x="1356" y="1050"/>
                  </a:lnTo>
                  <a:lnTo>
                    <a:pt x="1362" y="1050"/>
                  </a:lnTo>
                  <a:lnTo>
                    <a:pt x="1368" y="1044"/>
                  </a:lnTo>
                  <a:lnTo>
                    <a:pt x="1380" y="1044"/>
                  </a:lnTo>
                  <a:lnTo>
                    <a:pt x="1386" y="1050"/>
                  </a:lnTo>
                  <a:lnTo>
                    <a:pt x="1416" y="1110"/>
                  </a:lnTo>
                  <a:lnTo>
                    <a:pt x="1494" y="1110"/>
                  </a:lnTo>
                  <a:lnTo>
                    <a:pt x="1512" y="1116"/>
                  </a:lnTo>
                  <a:lnTo>
                    <a:pt x="1512" y="1134"/>
                  </a:lnTo>
                  <a:lnTo>
                    <a:pt x="1506" y="1140"/>
                  </a:lnTo>
                  <a:lnTo>
                    <a:pt x="1506" y="1152"/>
                  </a:lnTo>
                  <a:lnTo>
                    <a:pt x="1512" y="1152"/>
                  </a:lnTo>
                  <a:lnTo>
                    <a:pt x="1524" y="1158"/>
                  </a:lnTo>
                  <a:lnTo>
                    <a:pt x="1536" y="1158"/>
                  </a:lnTo>
                  <a:lnTo>
                    <a:pt x="1542" y="1164"/>
                  </a:lnTo>
                  <a:lnTo>
                    <a:pt x="1542" y="1152"/>
                  </a:lnTo>
                  <a:lnTo>
                    <a:pt x="1536" y="1146"/>
                  </a:lnTo>
                  <a:lnTo>
                    <a:pt x="1536" y="1134"/>
                  </a:lnTo>
                  <a:lnTo>
                    <a:pt x="1548" y="1122"/>
                  </a:lnTo>
                  <a:lnTo>
                    <a:pt x="1560" y="1116"/>
                  </a:lnTo>
                  <a:lnTo>
                    <a:pt x="1566" y="1110"/>
                  </a:lnTo>
                  <a:lnTo>
                    <a:pt x="1572" y="1110"/>
                  </a:lnTo>
                  <a:lnTo>
                    <a:pt x="1572" y="1092"/>
                  </a:lnTo>
                  <a:lnTo>
                    <a:pt x="1584" y="1080"/>
                  </a:lnTo>
                  <a:lnTo>
                    <a:pt x="1596" y="1074"/>
                  </a:lnTo>
                  <a:lnTo>
                    <a:pt x="1608" y="1074"/>
                  </a:lnTo>
                  <a:lnTo>
                    <a:pt x="1614" y="1068"/>
                  </a:lnTo>
                  <a:lnTo>
                    <a:pt x="1620" y="1068"/>
                  </a:lnTo>
                  <a:lnTo>
                    <a:pt x="1632" y="1044"/>
                  </a:lnTo>
                  <a:lnTo>
                    <a:pt x="1656" y="1044"/>
                  </a:lnTo>
                  <a:lnTo>
                    <a:pt x="1686" y="1026"/>
                  </a:lnTo>
                  <a:lnTo>
                    <a:pt x="1662" y="1026"/>
                  </a:lnTo>
                  <a:lnTo>
                    <a:pt x="1662" y="1008"/>
                  </a:lnTo>
                  <a:lnTo>
                    <a:pt x="1668" y="996"/>
                  </a:lnTo>
                  <a:lnTo>
                    <a:pt x="1686" y="978"/>
                  </a:lnTo>
                  <a:lnTo>
                    <a:pt x="1716" y="978"/>
                  </a:lnTo>
                  <a:lnTo>
                    <a:pt x="1728" y="984"/>
                  </a:lnTo>
                  <a:lnTo>
                    <a:pt x="1746" y="990"/>
                  </a:lnTo>
                  <a:lnTo>
                    <a:pt x="1782" y="1008"/>
                  </a:lnTo>
                  <a:lnTo>
                    <a:pt x="1812" y="1008"/>
                  </a:lnTo>
                  <a:lnTo>
                    <a:pt x="1830" y="1014"/>
                  </a:lnTo>
                  <a:lnTo>
                    <a:pt x="1830" y="1002"/>
                  </a:lnTo>
                  <a:lnTo>
                    <a:pt x="1824" y="990"/>
                  </a:lnTo>
                  <a:lnTo>
                    <a:pt x="1824" y="960"/>
                  </a:lnTo>
                  <a:lnTo>
                    <a:pt x="1830" y="954"/>
                  </a:lnTo>
                  <a:lnTo>
                    <a:pt x="1872" y="954"/>
                  </a:lnTo>
                  <a:lnTo>
                    <a:pt x="1884" y="960"/>
                  </a:lnTo>
                  <a:lnTo>
                    <a:pt x="1890" y="972"/>
                  </a:lnTo>
                  <a:lnTo>
                    <a:pt x="1914" y="972"/>
                  </a:lnTo>
                  <a:lnTo>
                    <a:pt x="1926" y="978"/>
                  </a:lnTo>
                  <a:lnTo>
                    <a:pt x="1944" y="978"/>
                  </a:lnTo>
                  <a:lnTo>
                    <a:pt x="1962" y="972"/>
                  </a:lnTo>
                  <a:lnTo>
                    <a:pt x="2082" y="972"/>
                  </a:lnTo>
                  <a:lnTo>
                    <a:pt x="2094" y="978"/>
                  </a:lnTo>
                  <a:lnTo>
                    <a:pt x="2106" y="978"/>
                  </a:lnTo>
                  <a:lnTo>
                    <a:pt x="2154" y="972"/>
                  </a:lnTo>
                  <a:lnTo>
                    <a:pt x="2166" y="984"/>
                  </a:lnTo>
                  <a:lnTo>
                    <a:pt x="2184" y="984"/>
                  </a:lnTo>
                  <a:lnTo>
                    <a:pt x="2208" y="1014"/>
                  </a:lnTo>
                  <a:lnTo>
                    <a:pt x="2250" y="1014"/>
                  </a:lnTo>
                  <a:lnTo>
                    <a:pt x="2268" y="1020"/>
                  </a:lnTo>
                  <a:lnTo>
                    <a:pt x="2262" y="1014"/>
                  </a:lnTo>
                  <a:lnTo>
                    <a:pt x="2262" y="1002"/>
                  </a:lnTo>
                  <a:lnTo>
                    <a:pt x="2256" y="996"/>
                  </a:lnTo>
                  <a:lnTo>
                    <a:pt x="2256" y="984"/>
                  </a:lnTo>
                  <a:lnTo>
                    <a:pt x="2280" y="984"/>
                  </a:lnTo>
                  <a:lnTo>
                    <a:pt x="2262" y="966"/>
                  </a:lnTo>
                  <a:lnTo>
                    <a:pt x="2262" y="960"/>
                  </a:lnTo>
                  <a:lnTo>
                    <a:pt x="2268" y="954"/>
                  </a:lnTo>
                  <a:lnTo>
                    <a:pt x="2286" y="954"/>
                  </a:lnTo>
                  <a:lnTo>
                    <a:pt x="2286" y="942"/>
                  </a:lnTo>
                  <a:lnTo>
                    <a:pt x="2274" y="936"/>
                  </a:lnTo>
                  <a:lnTo>
                    <a:pt x="2268" y="924"/>
                  </a:lnTo>
                  <a:lnTo>
                    <a:pt x="2226" y="882"/>
                  </a:lnTo>
                  <a:lnTo>
                    <a:pt x="2214" y="858"/>
                  </a:lnTo>
                  <a:lnTo>
                    <a:pt x="2214" y="828"/>
                  </a:lnTo>
                  <a:lnTo>
                    <a:pt x="2196" y="828"/>
                  </a:lnTo>
                  <a:lnTo>
                    <a:pt x="2184" y="822"/>
                  </a:lnTo>
                  <a:lnTo>
                    <a:pt x="2178" y="816"/>
                  </a:lnTo>
                  <a:lnTo>
                    <a:pt x="2178" y="810"/>
                  </a:lnTo>
                  <a:lnTo>
                    <a:pt x="2184" y="804"/>
                  </a:lnTo>
                  <a:lnTo>
                    <a:pt x="2196" y="798"/>
                  </a:lnTo>
                  <a:lnTo>
                    <a:pt x="2208" y="798"/>
                  </a:lnTo>
                  <a:lnTo>
                    <a:pt x="2220" y="792"/>
                  </a:lnTo>
                  <a:lnTo>
                    <a:pt x="2232" y="792"/>
                  </a:lnTo>
                  <a:lnTo>
                    <a:pt x="2268" y="774"/>
                  </a:lnTo>
                  <a:lnTo>
                    <a:pt x="2280" y="774"/>
                  </a:lnTo>
                  <a:lnTo>
                    <a:pt x="2286" y="780"/>
                  </a:lnTo>
                  <a:lnTo>
                    <a:pt x="2292" y="792"/>
                  </a:lnTo>
                  <a:lnTo>
                    <a:pt x="2298" y="798"/>
                  </a:lnTo>
                  <a:lnTo>
                    <a:pt x="2316" y="786"/>
                  </a:lnTo>
                  <a:lnTo>
                    <a:pt x="2328" y="798"/>
                  </a:lnTo>
                  <a:lnTo>
                    <a:pt x="2334" y="798"/>
                  </a:lnTo>
                  <a:lnTo>
                    <a:pt x="2340" y="792"/>
                  </a:lnTo>
                  <a:lnTo>
                    <a:pt x="2340" y="780"/>
                  </a:lnTo>
                  <a:lnTo>
                    <a:pt x="2334" y="774"/>
                  </a:lnTo>
                  <a:lnTo>
                    <a:pt x="2328" y="774"/>
                  </a:lnTo>
                  <a:lnTo>
                    <a:pt x="2322" y="768"/>
                  </a:lnTo>
                  <a:lnTo>
                    <a:pt x="2316" y="768"/>
                  </a:lnTo>
                  <a:lnTo>
                    <a:pt x="2316" y="630"/>
                  </a:lnTo>
                  <a:lnTo>
                    <a:pt x="2328" y="630"/>
                  </a:lnTo>
                  <a:lnTo>
                    <a:pt x="2340" y="636"/>
                  </a:lnTo>
                  <a:lnTo>
                    <a:pt x="2352" y="636"/>
                  </a:lnTo>
                  <a:lnTo>
                    <a:pt x="2376" y="648"/>
                  </a:lnTo>
                  <a:lnTo>
                    <a:pt x="2424" y="648"/>
                  </a:lnTo>
                  <a:lnTo>
                    <a:pt x="2436" y="660"/>
                  </a:lnTo>
                  <a:lnTo>
                    <a:pt x="2454" y="642"/>
                  </a:lnTo>
                  <a:lnTo>
                    <a:pt x="2472" y="642"/>
                  </a:lnTo>
                  <a:lnTo>
                    <a:pt x="2478" y="636"/>
                  </a:lnTo>
                  <a:lnTo>
                    <a:pt x="2478" y="618"/>
                  </a:lnTo>
                  <a:lnTo>
                    <a:pt x="2466" y="594"/>
                  </a:lnTo>
                  <a:lnTo>
                    <a:pt x="2454" y="582"/>
                  </a:lnTo>
                  <a:lnTo>
                    <a:pt x="2442" y="558"/>
                  </a:lnTo>
                  <a:lnTo>
                    <a:pt x="2442" y="540"/>
                  </a:lnTo>
                  <a:lnTo>
                    <a:pt x="2454" y="528"/>
                  </a:lnTo>
                  <a:lnTo>
                    <a:pt x="2496" y="528"/>
                  </a:lnTo>
                  <a:lnTo>
                    <a:pt x="2502" y="522"/>
                  </a:lnTo>
                  <a:lnTo>
                    <a:pt x="2502" y="510"/>
                  </a:lnTo>
                  <a:lnTo>
                    <a:pt x="2484" y="492"/>
                  </a:lnTo>
                  <a:close/>
                  <a:moveTo>
                    <a:pt x="2082" y="696"/>
                  </a:moveTo>
                  <a:lnTo>
                    <a:pt x="2046" y="696"/>
                  </a:lnTo>
                  <a:lnTo>
                    <a:pt x="2046" y="702"/>
                  </a:lnTo>
                  <a:lnTo>
                    <a:pt x="2040" y="708"/>
                  </a:lnTo>
                  <a:lnTo>
                    <a:pt x="2028" y="708"/>
                  </a:lnTo>
                  <a:lnTo>
                    <a:pt x="2022" y="702"/>
                  </a:lnTo>
                  <a:lnTo>
                    <a:pt x="2010" y="696"/>
                  </a:lnTo>
                  <a:lnTo>
                    <a:pt x="1980" y="702"/>
                  </a:lnTo>
                  <a:lnTo>
                    <a:pt x="1950" y="696"/>
                  </a:lnTo>
                  <a:lnTo>
                    <a:pt x="1932" y="696"/>
                  </a:lnTo>
                  <a:lnTo>
                    <a:pt x="1908" y="690"/>
                  </a:lnTo>
                  <a:lnTo>
                    <a:pt x="1860" y="690"/>
                  </a:lnTo>
                  <a:lnTo>
                    <a:pt x="1854" y="684"/>
                  </a:lnTo>
                  <a:lnTo>
                    <a:pt x="1854" y="678"/>
                  </a:lnTo>
                  <a:lnTo>
                    <a:pt x="1836" y="696"/>
                  </a:lnTo>
                  <a:lnTo>
                    <a:pt x="1830" y="696"/>
                  </a:lnTo>
                  <a:lnTo>
                    <a:pt x="1824" y="708"/>
                  </a:lnTo>
                  <a:lnTo>
                    <a:pt x="1824" y="714"/>
                  </a:lnTo>
                  <a:lnTo>
                    <a:pt x="1818" y="726"/>
                  </a:lnTo>
                  <a:lnTo>
                    <a:pt x="1812" y="732"/>
                  </a:lnTo>
                  <a:lnTo>
                    <a:pt x="1794" y="732"/>
                  </a:lnTo>
                  <a:lnTo>
                    <a:pt x="1800" y="762"/>
                  </a:lnTo>
                  <a:lnTo>
                    <a:pt x="1788" y="768"/>
                  </a:lnTo>
                  <a:lnTo>
                    <a:pt x="1806" y="786"/>
                  </a:lnTo>
                  <a:lnTo>
                    <a:pt x="1800" y="810"/>
                  </a:lnTo>
                  <a:lnTo>
                    <a:pt x="1794" y="810"/>
                  </a:lnTo>
                  <a:lnTo>
                    <a:pt x="1788" y="798"/>
                  </a:lnTo>
                  <a:lnTo>
                    <a:pt x="1776" y="792"/>
                  </a:lnTo>
                  <a:lnTo>
                    <a:pt x="1770" y="780"/>
                  </a:lnTo>
                  <a:lnTo>
                    <a:pt x="1758" y="774"/>
                  </a:lnTo>
                  <a:lnTo>
                    <a:pt x="1752" y="762"/>
                  </a:lnTo>
                  <a:lnTo>
                    <a:pt x="1752" y="750"/>
                  </a:lnTo>
                  <a:lnTo>
                    <a:pt x="1746" y="732"/>
                  </a:lnTo>
                  <a:lnTo>
                    <a:pt x="1746" y="720"/>
                  </a:lnTo>
                  <a:lnTo>
                    <a:pt x="1764" y="702"/>
                  </a:lnTo>
                  <a:lnTo>
                    <a:pt x="1776" y="702"/>
                  </a:lnTo>
                  <a:lnTo>
                    <a:pt x="1782" y="696"/>
                  </a:lnTo>
                  <a:lnTo>
                    <a:pt x="1788" y="684"/>
                  </a:lnTo>
                  <a:lnTo>
                    <a:pt x="1788" y="678"/>
                  </a:lnTo>
                  <a:lnTo>
                    <a:pt x="1800" y="666"/>
                  </a:lnTo>
                  <a:lnTo>
                    <a:pt x="1818" y="666"/>
                  </a:lnTo>
                  <a:lnTo>
                    <a:pt x="1830" y="672"/>
                  </a:lnTo>
                  <a:lnTo>
                    <a:pt x="1848" y="672"/>
                  </a:lnTo>
                  <a:lnTo>
                    <a:pt x="1854" y="666"/>
                  </a:lnTo>
                  <a:lnTo>
                    <a:pt x="1896" y="666"/>
                  </a:lnTo>
                  <a:lnTo>
                    <a:pt x="1908" y="672"/>
                  </a:lnTo>
                  <a:lnTo>
                    <a:pt x="1914" y="678"/>
                  </a:lnTo>
                  <a:lnTo>
                    <a:pt x="1932" y="678"/>
                  </a:lnTo>
                  <a:lnTo>
                    <a:pt x="1944" y="684"/>
                  </a:lnTo>
                  <a:lnTo>
                    <a:pt x="1974" y="684"/>
                  </a:lnTo>
                  <a:lnTo>
                    <a:pt x="1986" y="672"/>
                  </a:lnTo>
                  <a:lnTo>
                    <a:pt x="2028" y="672"/>
                  </a:lnTo>
                  <a:lnTo>
                    <a:pt x="2034" y="678"/>
                  </a:lnTo>
                  <a:lnTo>
                    <a:pt x="2046" y="678"/>
                  </a:lnTo>
                  <a:lnTo>
                    <a:pt x="2052" y="672"/>
                  </a:lnTo>
                  <a:lnTo>
                    <a:pt x="2064" y="666"/>
                  </a:lnTo>
                  <a:lnTo>
                    <a:pt x="2088" y="666"/>
                  </a:lnTo>
                  <a:lnTo>
                    <a:pt x="2088" y="684"/>
                  </a:lnTo>
                  <a:lnTo>
                    <a:pt x="2082" y="690"/>
                  </a:lnTo>
                  <a:lnTo>
                    <a:pt x="2082" y="69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02" name="Jordan" descr="© INSCALE GmbH, 05.05.2010&#10;http://www.presentationload.com/">
              <a:extLst>
                <a:ext uri="{FF2B5EF4-FFF2-40B4-BE49-F238E27FC236}">
                  <a16:creationId xmlns:a16="http://schemas.microsoft.com/office/drawing/2014/main" id="{368C2279-90AC-4798-A488-AD365AA5DDC0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533285" y="2120876"/>
              <a:ext cx="93054" cy="110462"/>
            </a:xfrm>
            <a:custGeom>
              <a:avLst/>
              <a:gdLst>
                <a:gd name="T0" fmla="*/ 2147483647 w 282"/>
                <a:gd name="T1" fmla="*/ 2147483647 h 336"/>
                <a:gd name="T2" fmla="*/ 2147483647 w 282"/>
                <a:gd name="T3" fmla="*/ 2147483647 h 336"/>
                <a:gd name="T4" fmla="*/ 2147483647 w 282"/>
                <a:gd name="T5" fmla="*/ 0 h 336"/>
                <a:gd name="T6" fmla="*/ 2147483647 w 282"/>
                <a:gd name="T7" fmla="*/ 2147483647 h 336"/>
                <a:gd name="T8" fmla="*/ 2147483647 w 282"/>
                <a:gd name="T9" fmla="*/ 2147483647 h 336"/>
                <a:gd name="T10" fmla="*/ 2147483647 w 282"/>
                <a:gd name="T11" fmla="*/ 2147483647 h 336"/>
                <a:gd name="T12" fmla="*/ 2147483647 w 282"/>
                <a:gd name="T13" fmla="*/ 2147483647 h 336"/>
                <a:gd name="T14" fmla="*/ 2147483647 w 282"/>
                <a:gd name="T15" fmla="*/ 2147483647 h 336"/>
                <a:gd name="T16" fmla="*/ 2147483647 w 282"/>
                <a:gd name="T17" fmla="*/ 2147483647 h 336"/>
                <a:gd name="T18" fmla="*/ 2147483647 w 282"/>
                <a:gd name="T19" fmla="*/ 2147483647 h 336"/>
                <a:gd name="T20" fmla="*/ 2147483647 w 282"/>
                <a:gd name="T21" fmla="*/ 2147483647 h 336"/>
                <a:gd name="T22" fmla="*/ 2147483647 w 282"/>
                <a:gd name="T23" fmla="*/ 2147483647 h 336"/>
                <a:gd name="T24" fmla="*/ 2147483647 w 282"/>
                <a:gd name="T25" fmla="*/ 2147483647 h 336"/>
                <a:gd name="T26" fmla="*/ 2147483647 w 282"/>
                <a:gd name="T27" fmla="*/ 2147483647 h 336"/>
                <a:gd name="T28" fmla="*/ 2147483647 w 282"/>
                <a:gd name="T29" fmla="*/ 2147483647 h 336"/>
                <a:gd name="T30" fmla="*/ 2147483647 w 282"/>
                <a:gd name="T31" fmla="*/ 2147483647 h 336"/>
                <a:gd name="T32" fmla="*/ 2147483647 w 282"/>
                <a:gd name="T33" fmla="*/ 2147483647 h 336"/>
                <a:gd name="T34" fmla="*/ 2147483647 w 282"/>
                <a:gd name="T35" fmla="*/ 2147483647 h 336"/>
                <a:gd name="T36" fmla="*/ 2147483647 w 282"/>
                <a:gd name="T37" fmla="*/ 2147483647 h 336"/>
                <a:gd name="T38" fmla="*/ 2147483647 w 282"/>
                <a:gd name="T39" fmla="*/ 2147483647 h 336"/>
                <a:gd name="T40" fmla="*/ 2147483647 w 282"/>
                <a:gd name="T41" fmla="*/ 2147483647 h 336"/>
                <a:gd name="T42" fmla="*/ 2147483647 w 282"/>
                <a:gd name="T43" fmla="*/ 2147483647 h 336"/>
                <a:gd name="T44" fmla="*/ 2147483647 w 282"/>
                <a:gd name="T45" fmla="*/ 2147483647 h 336"/>
                <a:gd name="T46" fmla="*/ 0 w 282"/>
                <a:gd name="T47" fmla="*/ 2147483647 h 336"/>
                <a:gd name="T48" fmla="*/ 0 w 282"/>
                <a:gd name="T49" fmla="*/ 2147483647 h 336"/>
                <a:gd name="T50" fmla="*/ 2147483647 w 282"/>
                <a:gd name="T51" fmla="*/ 2147483647 h 336"/>
                <a:gd name="T52" fmla="*/ 2147483647 w 282"/>
                <a:gd name="T53" fmla="*/ 2147483647 h 336"/>
                <a:gd name="T54" fmla="*/ 2147483647 w 282"/>
                <a:gd name="T55" fmla="*/ 2147483647 h 336"/>
                <a:gd name="T56" fmla="*/ 2147483647 w 282"/>
                <a:gd name="T57" fmla="*/ 2147483647 h 336"/>
                <a:gd name="T58" fmla="*/ 2147483647 w 282"/>
                <a:gd name="T59" fmla="*/ 2147483647 h 336"/>
                <a:gd name="T60" fmla="*/ 2147483647 w 282"/>
                <a:gd name="T61" fmla="*/ 2147483647 h 336"/>
                <a:gd name="T62" fmla="*/ 2147483647 w 282"/>
                <a:gd name="T63" fmla="*/ 2147483647 h 336"/>
                <a:gd name="T64" fmla="*/ 2147483647 w 282"/>
                <a:gd name="T65" fmla="*/ 2147483647 h 336"/>
                <a:gd name="T66" fmla="*/ 2147483647 w 282"/>
                <a:gd name="T67" fmla="*/ 2147483647 h 336"/>
                <a:gd name="T68" fmla="*/ 2147483647 w 282"/>
                <a:gd name="T69" fmla="*/ 2147483647 h 336"/>
                <a:gd name="T70" fmla="*/ 2147483647 w 282"/>
                <a:gd name="T71" fmla="*/ 2147483647 h 336"/>
                <a:gd name="T72" fmla="*/ 2147483647 w 282"/>
                <a:gd name="T73" fmla="*/ 2147483647 h 336"/>
                <a:gd name="T74" fmla="*/ 2147483647 w 282"/>
                <a:gd name="T75" fmla="*/ 2147483647 h 336"/>
                <a:gd name="T76" fmla="*/ 2147483647 w 282"/>
                <a:gd name="T77" fmla="*/ 2147483647 h 336"/>
                <a:gd name="T78" fmla="*/ 2147483647 w 282"/>
                <a:gd name="T79" fmla="*/ 2147483647 h 336"/>
                <a:gd name="T80" fmla="*/ 2147483647 w 282"/>
                <a:gd name="T81" fmla="*/ 2147483647 h 336"/>
                <a:gd name="T82" fmla="*/ 2147483647 w 282"/>
                <a:gd name="T83" fmla="*/ 2147483647 h 336"/>
                <a:gd name="T84" fmla="*/ 2147483647 w 282"/>
                <a:gd name="T85" fmla="*/ 2147483647 h 336"/>
                <a:gd name="T86" fmla="*/ 2147483647 w 282"/>
                <a:gd name="T87" fmla="*/ 2147483647 h 336"/>
                <a:gd name="T88" fmla="*/ 2147483647 w 282"/>
                <a:gd name="T89" fmla="*/ 2147483647 h 336"/>
                <a:gd name="T90" fmla="*/ 2147483647 w 282"/>
                <a:gd name="T91" fmla="*/ 2147483647 h 336"/>
                <a:gd name="T92" fmla="*/ 2147483647 w 282"/>
                <a:gd name="T93" fmla="*/ 2147483647 h 336"/>
                <a:gd name="T94" fmla="*/ 2147483647 w 282"/>
                <a:gd name="T95" fmla="*/ 2147483647 h 336"/>
                <a:gd name="T96" fmla="*/ 2147483647 w 282"/>
                <a:gd name="T97" fmla="*/ 2147483647 h 336"/>
                <a:gd name="T98" fmla="*/ 2147483647 w 282"/>
                <a:gd name="T99" fmla="*/ 2147483647 h 336"/>
                <a:gd name="T100" fmla="*/ 2147483647 w 282"/>
                <a:gd name="T101" fmla="*/ 2147483647 h 336"/>
                <a:gd name="T102" fmla="*/ 2147483647 w 282"/>
                <a:gd name="T103" fmla="*/ 2147483647 h 336"/>
                <a:gd name="T104" fmla="*/ 2147483647 w 282"/>
                <a:gd name="T105" fmla="*/ 2147483647 h 336"/>
                <a:gd name="T106" fmla="*/ 2147483647 w 282"/>
                <a:gd name="T107" fmla="*/ 2147483647 h 336"/>
                <a:gd name="T108" fmla="*/ 2147483647 w 282"/>
                <a:gd name="T109" fmla="*/ 2147483647 h 336"/>
                <a:gd name="T110" fmla="*/ 2147483647 w 282"/>
                <a:gd name="T111" fmla="*/ 2147483647 h 336"/>
                <a:gd name="T112" fmla="*/ 2147483647 w 282"/>
                <a:gd name="T113" fmla="*/ 2147483647 h 336"/>
                <a:gd name="T114" fmla="*/ 2147483647 w 282"/>
                <a:gd name="T115" fmla="*/ 2147483647 h 336"/>
                <a:gd name="T116" fmla="*/ 2147483647 w 282"/>
                <a:gd name="T117" fmla="*/ 2147483647 h 336"/>
                <a:gd name="T118" fmla="*/ 2147483647 w 282"/>
                <a:gd name="T119" fmla="*/ 2147483647 h 336"/>
                <a:gd name="T120" fmla="*/ 2147483647 w 282"/>
                <a:gd name="T121" fmla="*/ 2147483647 h 336"/>
                <a:gd name="T122" fmla="*/ 2147483647 w 282"/>
                <a:gd name="T123" fmla="*/ 2147483647 h 3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82"/>
                <a:gd name="T187" fmla="*/ 0 h 336"/>
                <a:gd name="T188" fmla="*/ 282 w 282"/>
                <a:gd name="T189" fmla="*/ 336 h 3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82" h="336">
                  <a:moveTo>
                    <a:pt x="258" y="60"/>
                  </a:moveTo>
                  <a:lnTo>
                    <a:pt x="258" y="42"/>
                  </a:lnTo>
                  <a:lnTo>
                    <a:pt x="234" y="0"/>
                  </a:lnTo>
                  <a:lnTo>
                    <a:pt x="222" y="6"/>
                  </a:lnTo>
                  <a:lnTo>
                    <a:pt x="198" y="30"/>
                  </a:lnTo>
                  <a:lnTo>
                    <a:pt x="138" y="78"/>
                  </a:lnTo>
                  <a:lnTo>
                    <a:pt x="114" y="84"/>
                  </a:lnTo>
                  <a:lnTo>
                    <a:pt x="96" y="84"/>
                  </a:lnTo>
                  <a:lnTo>
                    <a:pt x="84" y="78"/>
                  </a:lnTo>
                  <a:lnTo>
                    <a:pt x="72" y="66"/>
                  </a:lnTo>
                  <a:lnTo>
                    <a:pt x="36" y="48"/>
                  </a:lnTo>
                  <a:lnTo>
                    <a:pt x="30" y="48"/>
                  </a:lnTo>
                  <a:lnTo>
                    <a:pt x="24" y="66"/>
                  </a:lnTo>
                  <a:lnTo>
                    <a:pt x="30" y="138"/>
                  </a:lnTo>
                  <a:lnTo>
                    <a:pt x="18" y="150"/>
                  </a:lnTo>
                  <a:lnTo>
                    <a:pt x="18" y="162"/>
                  </a:lnTo>
                  <a:lnTo>
                    <a:pt x="30" y="174"/>
                  </a:lnTo>
                  <a:lnTo>
                    <a:pt x="30" y="186"/>
                  </a:lnTo>
                  <a:lnTo>
                    <a:pt x="24" y="198"/>
                  </a:lnTo>
                  <a:lnTo>
                    <a:pt x="18" y="204"/>
                  </a:lnTo>
                  <a:lnTo>
                    <a:pt x="12" y="216"/>
                  </a:lnTo>
                  <a:lnTo>
                    <a:pt x="6" y="222"/>
                  </a:lnTo>
                  <a:lnTo>
                    <a:pt x="6" y="282"/>
                  </a:lnTo>
                  <a:lnTo>
                    <a:pt x="0" y="294"/>
                  </a:lnTo>
                  <a:lnTo>
                    <a:pt x="0" y="312"/>
                  </a:lnTo>
                  <a:lnTo>
                    <a:pt x="6" y="324"/>
                  </a:lnTo>
                  <a:lnTo>
                    <a:pt x="24" y="324"/>
                  </a:lnTo>
                  <a:lnTo>
                    <a:pt x="48" y="336"/>
                  </a:lnTo>
                  <a:lnTo>
                    <a:pt x="84" y="336"/>
                  </a:lnTo>
                  <a:lnTo>
                    <a:pt x="96" y="324"/>
                  </a:lnTo>
                  <a:lnTo>
                    <a:pt x="108" y="300"/>
                  </a:lnTo>
                  <a:lnTo>
                    <a:pt x="108" y="288"/>
                  </a:lnTo>
                  <a:lnTo>
                    <a:pt x="120" y="276"/>
                  </a:lnTo>
                  <a:lnTo>
                    <a:pt x="126" y="276"/>
                  </a:lnTo>
                  <a:lnTo>
                    <a:pt x="138" y="270"/>
                  </a:lnTo>
                  <a:lnTo>
                    <a:pt x="150" y="270"/>
                  </a:lnTo>
                  <a:lnTo>
                    <a:pt x="162" y="264"/>
                  </a:lnTo>
                  <a:lnTo>
                    <a:pt x="168" y="258"/>
                  </a:lnTo>
                  <a:lnTo>
                    <a:pt x="174" y="246"/>
                  </a:lnTo>
                  <a:lnTo>
                    <a:pt x="180" y="240"/>
                  </a:lnTo>
                  <a:lnTo>
                    <a:pt x="180" y="228"/>
                  </a:lnTo>
                  <a:lnTo>
                    <a:pt x="186" y="222"/>
                  </a:lnTo>
                  <a:lnTo>
                    <a:pt x="186" y="210"/>
                  </a:lnTo>
                  <a:lnTo>
                    <a:pt x="180" y="204"/>
                  </a:lnTo>
                  <a:lnTo>
                    <a:pt x="168" y="180"/>
                  </a:lnTo>
                  <a:lnTo>
                    <a:pt x="144" y="156"/>
                  </a:lnTo>
                  <a:lnTo>
                    <a:pt x="132" y="156"/>
                  </a:lnTo>
                  <a:lnTo>
                    <a:pt x="120" y="150"/>
                  </a:lnTo>
                  <a:lnTo>
                    <a:pt x="96" y="150"/>
                  </a:lnTo>
                  <a:lnTo>
                    <a:pt x="96" y="144"/>
                  </a:lnTo>
                  <a:lnTo>
                    <a:pt x="108" y="144"/>
                  </a:lnTo>
                  <a:lnTo>
                    <a:pt x="120" y="138"/>
                  </a:lnTo>
                  <a:lnTo>
                    <a:pt x="186" y="138"/>
                  </a:lnTo>
                  <a:lnTo>
                    <a:pt x="198" y="114"/>
                  </a:lnTo>
                  <a:lnTo>
                    <a:pt x="240" y="114"/>
                  </a:lnTo>
                  <a:lnTo>
                    <a:pt x="252" y="108"/>
                  </a:lnTo>
                  <a:lnTo>
                    <a:pt x="258" y="102"/>
                  </a:lnTo>
                  <a:lnTo>
                    <a:pt x="264" y="102"/>
                  </a:lnTo>
                  <a:lnTo>
                    <a:pt x="276" y="96"/>
                  </a:lnTo>
                  <a:lnTo>
                    <a:pt x="282" y="90"/>
                  </a:lnTo>
                  <a:lnTo>
                    <a:pt x="282" y="78"/>
                  </a:lnTo>
                  <a:lnTo>
                    <a:pt x="258" y="6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03" name="Japan" descr="© INSCALE GmbH, 05.05.2010&#10;http://www.presentationload.com/">
              <a:extLst>
                <a:ext uri="{FF2B5EF4-FFF2-40B4-BE49-F238E27FC236}">
                  <a16:creationId xmlns:a16="http://schemas.microsoft.com/office/drawing/2014/main" id="{E293DF96-68A2-4591-BD46-C3DDF8A8E2E5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6574013" y="1799766"/>
              <a:ext cx="289503" cy="561301"/>
            </a:xfrm>
            <a:custGeom>
              <a:avLst/>
              <a:gdLst>
                <a:gd name="T0" fmla="*/ 2147483647 w 876"/>
                <a:gd name="T1" fmla="*/ 2147483647 h 1710"/>
                <a:gd name="T2" fmla="*/ 2147483647 w 876"/>
                <a:gd name="T3" fmla="*/ 2147483647 h 1710"/>
                <a:gd name="T4" fmla="*/ 2147483647 w 876"/>
                <a:gd name="T5" fmla="*/ 2147483647 h 1710"/>
                <a:gd name="T6" fmla="*/ 2147483647 w 876"/>
                <a:gd name="T7" fmla="*/ 2147483647 h 1710"/>
                <a:gd name="T8" fmla="*/ 2147483647 w 876"/>
                <a:gd name="T9" fmla="*/ 2147483647 h 1710"/>
                <a:gd name="T10" fmla="*/ 2147483647 w 876"/>
                <a:gd name="T11" fmla="*/ 2147483647 h 1710"/>
                <a:gd name="T12" fmla="*/ 2147483647 w 876"/>
                <a:gd name="T13" fmla="*/ 2147483647 h 1710"/>
                <a:gd name="T14" fmla="*/ 2147483647 w 876"/>
                <a:gd name="T15" fmla="*/ 2147483647 h 1710"/>
                <a:gd name="T16" fmla="*/ 2147483647 w 876"/>
                <a:gd name="T17" fmla="*/ 2147483647 h 1710"/>
                <a:gd name="T18" fmla="*/ 2147483647 w 876"/>
                <a:gd name="T19" fmla="*/ 2147483647 h 1710"/>
                <a:gd name="T20" fmla="*/ 2147483647 w 876"/>
                <a:gd name="T21" fmla="*/ 2147483647 h 1710"/>
                <a:gd name="T22" fmla="*/ 2147483647 w 876"/>
                <a:gd name="T23" fmla="*/ 2147483647 h 1710"/>
                <a:gd name="T24" fmla="*/ 2147483647 w 876"/>
                <a:gd name="T25" fmla="*/ 2147483647 h 1710"/>
                <a:gd name="T26" fmla="*/ 2147483647 w 876"/>
                <a:gd name="T27" fmla="*/ 2147483647 h 1710"/>
                <a:gd name="T28" fmla="*/ 2147483647 w 876"/>
                <a:gd name="T29" fmla="*/ 2147483647 h 1710"/>
                <a:gd name="T30" fmla="*/ 2147483647 w 876"/>
                <a:gd name="T31" fmla="*/ 2147483647 h 1710"/>
                <a:gd name="T32" fmla="*/ 2147483647 w 876"/>
                <a:gd name="T33" fmla="*/ 2147483647 h 1710"/>
                <a:gd name="T34" fmla="*/ 2147483647 w 876"/>
                <a:gd name="T35" fmla="*/ 2147483647 h 1710"/>
                <a:gd name="T36" fmla="*/ 2147483647 w 876"/>
                <a:gd name="T37" fmla="*/ 2147483647 h 1710"/>
                <a:gd name="T38" fmla="*/ 2147483647 w 876"/>
                <a:gd name="T39" fmla="*/ 2147483647 h 1710"/>
                <a:gd name="T40" fmla="*/ 2147483647 w 876"/>
                <a:gd name="T41" fmla="*/ 2147483647 h 1710"/>
                <a:gd name="T42" fmla="*/ 2147483647 w 876"/>
                <a:gd name="T43" fmla="*/ 2147483647 h 1710"/>
                <a:gd name="T44" fmla="*/ 2147483647 w 876"/>
                <a:gd name="T45" fmla="*/ 2147483647 h 1710"/>
                <a:gd name="T46" fmla="*/ 2147483647 w 876"/>
                <a:gd name="T47" fmla="*/ 2147483647 h 1710"/>
                <a:gd name="T48" fmla="*/ 2147483647 w 876"/>
                <a:gd name="T49" fmla="*/ 2147483647 h 1710"/>
                <a:gd name="T50" fmla="*/ 2147483647 w 876"/>
                <a:gd name="T51" fmla="*/ 2147483647 h 1710"/>
                <a:gd name="T52" fmla="*/ 2147483647 w 876"/>
                <a:gd name="T53" fmla="*/ 2147483647 h 1710"/>
                <a:gd name="T54" fmla="*/ 2147483647 w 876"/>
                <a:gd name="T55" fmla="*/ 2147483647 h 1710"/>
                <a:gd name="T56" fmla="*/ 2147483647 w 876"/>
                <a:gd name="T57" fmla="*/ 2147483647 h 1710"/>
                <a:gd name="T58" fmla="*/ 2147483647 w 876"/>
                <a:gd name="T59" fmla="*/ 2147483647 h 1710"/>
                <a:gd name="T60" fmla="*/ 2147483647 w 876"/>
                <a:gd name="T61" fmla="*/ 2147483647 h 1710"/>
                <a:gd name="T62" fmla="*/ 2147483647 w 876"/>
                <a:gd name="T63" fmla="*/ 2147483647 h 1710"/>
                <a:gd name="T64" fmla="*/ 2147483647 w 876"/>
                <a:gd name="T65" fmla="*/ 2147483647 h 1710"/>
                <a:gd name="T66" fmla="*/ 2147483647 w 876"/>
                <a:gd name="T67" fmla="*/ 2147483647 h 1710"/>
                <a:gd name="T68" fmla="*/ 2147483647 w 876"/>
                <a:gd name="T69" fmla="*/ 2147483647 h 1710"/>
                <a:gd name="T70" fmla="*/ 2147483647 w 876"/>
                <a:gd name="T71" fmla="*/ 2147483647 h 1710"/>
                <a:gd name="T72" fmla="*/ 2147483647 w 876"/>
                <a:gd name="T73" fmla="*/ 2147483647 h 1710"/>
                <a:gd name="T74" fmla="*/ 2147483647 w 876"/>
                <a:gd name="T75" fmla="*/ 2147483647 h 1710"/>
                <a:gd name="T76" fmla="*/ 2147483647 w 876"/>
                <a:gd name="T77" fmla="*/ 2147483647 h 1710"/>
                <a:gd name="T78" fmla="*/ 2147483647 w 876"/>
                <a:gd name="T79" fmla="*/ 2147483647 h 1710"/>
                <a:gd name="T80" fmla="*/ 2147483647 w 876"/>
                <a:gd name="T81" fmla="*/ 2147483647 h 1710"/>
                <a:gd name="T82" fmla="*/ 2147483647 w 876"/>
                <a:gd name="T83" fmla="*/ 2147483647 h 1710"/>
                <a:gd name="T84" fmla="*/ 2147483647 w 876"/>
                <a:gd name="T85" fmla="*/ 2147483647 h 1710"/>
                <a:gd name="T86" fmla="*/ 2147483647 w 876"/>
                <a:gd name="T87" fmla="*/ 2147483647 h 1710"/>
                <a:gd name="T88" fmla="*/ 2147483647 w 876"/>
                <a:gd name="T89" fmla="*/ 2147483647 h 1710"/>
                <a:gd name="T90" fmla="*/ 2147483647 w 876"/>
                <a:gd name="T91" fmla="*/ 2147483647 h 1710"/>
                <a:gd name="T92" fmla="*/ 2147483647 w 876"/>
                <a:gd name="T93" fmla="*/ 2147483647 h 1710"/>
                <a:gd name="T94" fmla="*/ 2147483647 w 876"/>
                <a:gd name="T95" fmla="*/ 2147483647 h 1710"/>
                <a:gd name="T96" fmla="*/ 2147483647 w 876"/>
                <a:gd name="T97" fmla="*/ 2147483647 h 1710"/>
                <a:gd name="T98" fmla="*/ 2147483647 w 876"/>
                <a:gd name="T99" fmla="*/ 2147483647 h 1710"/>
                <a:gd name="T100" fmla="*/ 2147483647 w 876"/>
                <a:gd name="T101" fmla="*/ 2147483647 h 1710"/>
                <a:gd name="T102" fmla="*/ 2147483647 w 876"/>
                <a:gd name="T103" fmla="*/ 2147483647 h 1710"/>
                <a:gd name="T104" fmla="*/ 2147483647 w 876"/>
                <a:gd name="T105" fmla="*/ 2147483647 h 1710"/>
                <a:gd name="T106" fmla="*/ 2147483647 w 876"/>
                <a:gd name="T107" fmla="*/ 2147483647 h 1710"/>
                <a:gd name="T108" fmla="*/ 2147483647 w 876"/>
                <a:gd name="T109" fmla="*/ 2147483647 h 1710"/>
                <a:gd name="T110" fmla="*/ 2147483647 w 876"/>
                <a:gd name="T111" fmla="*/ 2147483647 h 1710"/>
                <a:gd name="T112" fmla="*/ 2147483647 w 876"/>
                <a:gd name="T113" fmla="*/ 2147483647 h 1710"/>
                <a:gd name="T114" fmla="*/ 2147483647 w 876"/>
                <a:gd name="T115" fmla="*/ 2147483647 h 1710"/>
                <a:gd name="T116" fmla="*/ 2147483647 w 876"/>
                <a:gd name="T117" fmla="*/ 2147483647 h 1710"/>
                <a:gd name="T118" fmla="*/ 2147483647 w 876"/>
                <a:gd name="T119" fmla="*/ 2147483647 h 171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876"/>
                <a:gd name="T181" fmla="*/ 0 h 1710"/>
                <a:gd name="T182" fmla="*/ 876 w 876"/>
                <a:gd name="T183" fmla="*/ 1710 h 171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876" h="1710">
                  <a:moveTo>
                    <a:pt x="876" y="780"/>
                  </a:moveTo>
                  <a:lnTo>
                    <a:pt x="864" y="774"/>
                  </a:lnTo>
                  <a:lnTo>
                    <a:pt x="858" y="768"/>
                  </a:lnTo>
                  <a:lnTo>
                    <a:pt x="846" y="762"/>
                  </a:lnTo>
                  <a:lnTo>
                    <a:pt x="840" y="750"/>
                  </a:lnTo>
                  <a:lnTo>
                    <a:pt x="828" y="744"/>
                  </a:lnTo>
                  <a:lnTo>
                    <a:pt x="828" y="720"/>
                  </a:lnTo>
                  <a:lnTo>
                    <a:pt x="834" y="702"/>
                  </a:lnTo>
                  <a:lnTo>
                    <a:pt x="834" y="684"/>
                  </a:lnTo>
                  <a:lnTo>
                    <a:pt x="828" y="666"/>
                  </a:lnTo>
                  <a:lnTo>
                    <a:pt x="816" y="642"/>
                  </a:lnTo>
                  <a:lnTo>
                    <a:pt x="792" y="618"/>
                  </a:lnTo>
                  <a:lnTo>
                    <a:pt x="786" y="600"/>
                  </a:lnTo>
                  <a:lnTo>
                    <a:pt x="786" y="576"/>
                  </a:lnTo>
                  <a:lnTo>
                    <a:pt x="792" y="570"/>
                  </a:lnTo>
                  <a:lnTo>
                    <a:pt x="810" y="570"/>
                  </a:lnTo>
                  <a:lnTo>
                    <a:pt x="810" y="528"/>
                  </a:lnTo>
                  <a:lnTo>
                    <a:pt x="798" y="516"/>
                  </a:lnTo>
                  <a:lnTo>
                    <a:pt x="810" y="510"/>
                  </a:lnTo>
                  <a:lnTo>
                    <a:pt x="810" y="498"/>
                  </a:lnTo>
                  <a:lnTo>
                    <a:pt x="804" y="486"/>
                  </a:lnTo>
                  <a:lnTo>
                    <a:pt x="804" y="474"/>
                  </a:lnTo>
                  <a:lnTo>
                    <a:pt x="798" y="468"/>
                  </a:lnTo>
                  <a:lnTo>
                    <a:pt x="792" y="456"/>
                  </a:lnTo>
                  <a:lnTo>
                    <a:pt x="786" y="450"/>
                  </a:lnTo>
                  <a:lnTo>
                    <a:pt x="774" y="444"/>
                  </a:lnTo>
                  <a:lnTo>
                    <a:pt x="768" y="438"/>
                  </a:lnTo>
                  <a:lnTo>
                    <a:pt x="762" y="420"/>
                  </a:lnTo>
                  <a:lnTo>
                    <a:pt x="756" y="420"/>
                  </a:lnTo>
                  <a:lnTo>
                    <a:pt x="738" y="402"/>
                  </a:lnTo>
                  <a:lnTo>
                    <a:pt x="714" y="390"/>
                  </a:lnTo>
                  <a:lnTo>
                    <a:pt x="702" y="378"/>
                  </a:lnTo>
                  <a:lnTo>
                    <a:pt x="696" y="360"/>
                  </a:lnTo>
                  <a:lnTo>
                    <a:pt x="690" y="348"/>
                  </a:lnTo>
                  <a:lnTo>
                    <a:pt x="690" y="330"/>
                  </a:lnTo>
                  <a:lnTo>
                    <a:pt x="684" y="324"/>
                  </a:lnTo>
                  <a:lnTo>
                    <a:pt x="678" y="324"/>
                  </a:lnTo>
                  <a:lnTo>
                    <a:pt x="666" y="318"/>
                  </a:lnTo>
                  <a:lnTo>
                    <a:pt x="654" y="318"/>
                  </a:lnTo>
                  <a:lnTo>
                    <a:pt x="648" y="324"/>
                  </a:lnTo>
                  <a:lnTo>
                    <a:pt x="648" y="342"/>
                  </a:lnTo>
                  <a:lnTo>
                    <a:pt x="654" y="342"/>
                  </a:lnTo>
                  <a:lnTo>
                    <a:pt x="660" y="348"/>
                  </a:lnTo>
                  <a:lnTo>
                    <a:pt x="672" y="342"/>
                  </a:lnTo>
                  <a:lnTo>
                    <a:pt x="678" y="348"/>
                  </a:lnTo>
                  <a:lnTo>
                    <a:pt x="678" y="366"/>
                  </a:lnTo>
                  <a:lnTo>
                    <a:pt x="672" y="366"/>
                  </a:lnTo>
                  <a:lnTo>
                    <a:pt x="666" y="360"/>
                  </a:lnTo>
                  <a:lnTo>
                    <a:pt x="654" y="372"/>
                  </a:lnTo>
                  <a:lnTo>
                    <a:pt x="630" y="342"/>
                  </a:lnTo>
                  <a:lnTo>
                    <a:pt x="612" y="342"/>
                  </a:lnTo>
                  <a:lnTo>
                    <a:pt x="636" y="378"/>
                  </a:lnTo>
                  <a:lnTo>
                    <a:pt x="618" y="378"/>
                  </a:lnTo>
                  <a:lnTo>
                    <a:pt x="648" y="426"/>
                  </a:lnTo>
                  <a:lnTo>
                    <a:pt x="636" y="438"/>
                  </a:lnTo>
                  <a:lnTo>
                    <a:pt x="648" y="444"/>
                  </a:lnTo>
                  <a:lnTo>
                    <a:pt x="666" y="462"/>
                  </a:lnTo>
                  <a:lnTo>
                    <a:pt x="678" y="468"/>
                  </a:lnTo>
                  <a:lnTo>
                    <a:pt x="684" y="480"/>
                  </a:lnTo>
                  <a:lnTo>
                    <a:pt x="684" y="504"/>
                  </a:lnTo>
                  <a:lnTo>
                    <a:pt x="678" y="516"/>
                  </a:lnTo>
                  <a:lnTo>
                    <a:pt x="678" y="534"/>
                  </a:lnTo>
                  <a:lnTo>
                    <a:pt x="672" y="540"/>
                  </a:lnTo>
                  <a:lnTo>
                    <a:pt x="672" y="570"/>
                  </a:lnTo>
                  <a:lnTo>
                    <a:pt x="678" y="570"/>
                  </a:lnTo>
                  <a:lnTo>
                    <a:pt x="690" y="582"/>
                  </a:lnTo>
                  <a:lnTo>
                    <a:pt x="690" y="600"/>
                  </a:lnTo>
                  <a:lnTo>
                    <a:pt x="678" y="606"/>
                  </a:lnTo>
                  <a:lnTo>
                    <a:pt x="660" y="606"/>
                  </a:lnTo>
                  <a:lnTo>
                    <a:pt x="660" y="618"/>
                  </a:lnTo>
                  <a:lnTo>
                    <a:pt x="666" y="630"/>
                  </a:lnTo>
                  <a:lnTo>
                    <a:pt x="666" y="642"/>
                  </a:lnTo>
                  <a:lnTo>
                    <a:pt x="660" y="654"/>
                  </a:lnTo>
                  <a:lnTo>
                    <a:pt x="654" y="660"/>
                  </a:lnTo>
                  <a:lnTo>
                    <a:pt x="642" y="666"/>
                  </a:lnTo>
                  <a:lnTo>
                    <a:pt x="630" y="666"/>
                  </a:lnTo>
                  <a:lnTo>
                    <a:pt x="618" y="672"/>
                  </a:lnTo>
                  <a:lnTo>
                    <a:pt x="612" y="678"/>
                  </a:lnTo>
                  <a:lnTo>
                    <a:pt x="606" y="678"/>
                  </a:lnTo>
                  <a:lnTo>
                    <a:pt x="606" y="696"/>
                  </a:lnTo>
                  <a:lnTo>
                    <a:pt x="588" y="696"/>
                  </a:lnTo>
                  <a:lnTo>
                    <a:pt x="564" y="672"/>
                  </a:lnTo>
                  <a:lnTo>
                    <a:pt x="564" y="654"/>
                  </a:lnTo>
                  <a:lnTo>
                    <a:pt x="570" y="636"/>
                  </a:lnTo>
                  <a:lnTo>
                    <a:pt x="558" y="636"/>
                  </a:lnTo>
                  <a:lnTo>
                    <a:pt x="552" y="642"/>
                  </a:lnTo>
                  <a:lnTo>
                    <a:pt x="540" y="648"/>
                  </a:lnTo>
                  <a:lnTo>
                    <a:pt x="534" y="654"/>
                  </a:lnTo>
                  <a:lnTo>
                    <a:pt x="534" y="660"/>
                  </a:lnTo>
                  <a:lnTo>
                    <a:pt x="540" y="666"/>
                  </a:lnTo>
                  <a:lnTo>
                    <a:pt x="558" y="702"/>
                  </a:lnTo>
                  <a:lnTo>
                    <a:pt x="558" y="714"/>
                  </a:lnTo>
                  <a:lnTo>
                    <a:pt x="552" y="720"/>
                  </a:lnTo>
                  <a:lnTo>
                    <a:pt x="540" y="744"/>
                  </a:lnTo>
                  <a:lnTo>
                    <a:pt x="540" y="756"/>
                  </a:lnTo>
                  <a:lnTo>
                    <a:pt x="546" y="762"/>
                  </a:lnTo>
                  <a:lnTo>
                    <a:pt x="546" y="768"/>
                  </a:lnTo>
                  <a:lnTo>
                    <a:pt x="552" y="780"/>
                  </a:lnTo>
                  <a:lnTo>
                    <a:pt x="558" y="786"/>
                  </a:lnTo>
                  <a:lnTo>
                    <a:pt x="558" y="792"/>
                  </a:lnTo>
                  <a:lnTo>
                    <a:pt x="522" y="792"/>
                  </a:lnTo>
                  <a:lnTo>
                    <a:pt x="498" y="780"/>
                  </a:lnTo>
                  <a:lnTo>
                    <a:pt x="474" y="780"/>
                  </a:lnTo>
                  <a:lnTo>
                    <a:pt x="450" y="792"/>
                  </a:lnTo>
                  <a:lnTo>
                    <a:pt x="438" y="792"/>
                  </a:lnTo>
                  <a:lnTo>
                    <a:pt x="420" y="798"/>
                  </a:lnTo>
                  <a:lnTo>
                    <a:pt x="414" y="804"/>
                  </a:lnTo>
                  <a:lnTo>
                    <a:pt x="378" y="804"/>
                  </a:lnTo>
                  <a:lnTo>
                    <a:pt x="366" y="792"/>
                  </a:lnTo>
                  <a:lnTo>
                    <a:pt x="336" y="816"/>
                  </a:lnTo>
                  <a:lnTo>
                    <a:pt x="330" y="828"/>
                  </a:lnTo>
                  <a:lnTo>
                    <a:pt x="312" y="846"/>
                  </a:lnTo>
                  <a:lnTo>
                    <a:pt x="306" y="864"/>
                  </a:lnTo>
                  <a:lnTo>
                    <a:pt x="300" y="870"/>
                  </a:lnTo>
                  <a:lnTo>
                    <a:pt x="294" y="882"/>
                  </a:lnTo>
                  <a:lnTo>
                    <a:pt x="270" y="882"/>
                  </a:lnTo>
                  <a:lnTo>
                    <a:pt x="264" y="888"/>
                  </a:lnTo>
                  <a:lnTo>
                    <a:pt x="258" y="888"/>
                  </a:lnTo>
                  <a:lnTo>
                    <a:pt x="258" y="900"/>
                  </a:lnTo>
                  <a:lnTo>
                    <a:pt x="264" y="912"/>
                  </a:lnTo>
                  <a:lnTo>
                    <a:pt x="276" y="924"/>
                  </a:lnTo>
                  <a:lnTo>
                    <a:pt x="288" y="924"/>
                  </a:lnTo>
                  <a:lnTo>
                    <a:pt x="294" y="918"/>
                  </a:lnTo>
                  <a:lnTo>
                    <a:pt x="312" y="918"/>
                  </a:lnTo>
                  <a:lnTo>
                    <a:pt x="318" y="924"/>
                  </a:lnTo>
                  <a:lnTo>
                    <a:pt x="324" y="924"/>
                  </a:lnTo>
                  <a:lnTo>
                    <a:pt x="336" y="930"/>
                  </a:lnTo>
                  <a:lnTo>
                    <a:pt x="342" y="930"/>
                  </a:lnTo>
                  <a:lnTo>
                    <a:pt x="348" y="924"/>
                  </a:lnTo>
                  <a:lnTo>
                    <a:pt x="348" y="912"/>
                  </a:lnTo>
                  <a:lnTo>
                    <a:pt x="354" y="906"/>
                  </a:lnTo>
                  <a:lnTo>
                    <a:pt x="354" y="894"/>
                  </a:lnTo>
                  <a:lnTo>
                    <a:pt x="372" y="906"/>
                  </a:lnTo>
                  <a:lnTo>
                    <a:pt x="378" y="906"/>
                  </a:lnTo>
                  <a:lnTo>
                    <a:pt x="384" y="900"/>
                  </a:lnTo>
                  <a:lnTo>
                    <a:pt x="420" y="882"/>
                  </a:lnTo>
                  <a:lnTo>
                    <a:pt x="426" y="882"/>
                  </a:lnTo>
                  <a:lnTo>
                    <a:pt x="432" y="876"/>
                  </a:lnTo>
                  <a:lnTo>
                    <a:pt x="444" y="876"/>
                  </a:lnTo>
                  <a:lnTo>
                    <a:pt x="456" y="882"/>
                  </a:lnTo>
                  <a:lnTo>
                    <a:pt x="480" y="882"/>
                  </a:lnTo>
                  <a:lnTo>
                    <a:pt x="480" y="876"/>
                  </a:lnTo>
                  <a:lnTo>
                    <a:pt x="474" y="870"/>
                  </a:lnTo>
                  <a:lnTo>
                    <a:pt x="474" y="864"/>
                  </a:lnTo>
                  <a:lnTo>
                    <a:pt x="480" y="858"/>
                  </a:lnTo>
                  <a:lnTo>
                    <a:pt x="498" y="858"/>
                  </a:lnTo>
                  <a:lnTo>
                    <a:pt x="516" y="876"/>
                  </a:lnTo>
                  <a:lnTo>
                    <a:pt x="522" y="870"/>
                  </a:lnTo>
                  <a:lnTo>
                    <a:pt x="534" y="864"/>
                  </a:lnTo>
                  <a:lnTo>
                    <a:pt x="540" y="864"/>
                  </a:lnTo>
                  <a:lnTo>
                    <a:pt x="546" y="858"/>
                  </a:lnTo>
                  <a:lnTo>
                    <a:pt x="552" y="864"/>
                  </a:lnTo>
                  <a:lnTo>
                    <a:pt x="552" y="882"/>
                  </a:lnTo>
                  <a:lnTo>
                    <a:pt x="546" y="894"/>
                  </a:lnTo>
                  <a:lnTo>
                    <a:pt x="540" y="900"/>
                  </a:lnTo>
                  <a:lnTo>
                    <a:pt x="540" y="912"/>
                  </a:lnTo>
                  <a:lnTo>
                    <a:pt x="546" y="918"/>
                  </a:lnTo>
                  <a:lnTo>
                    <a:pt x="552" y="930"/>
                  </a:lnTo>
                  <a:lnTo>
                    <a:pt x="576" y="954"/>
                  </a:lnTo>
                  <a:lnTo>
                    <a:pt x="600" y="966"/>
                  </a:lnTo>
                  <a:lnTo>
                    <a:pt x="612" y="960"/>
                  </a:lnTo>
                  <a:lnTo>
                    <a:pt x="618" y="954"/>
                  </a:lnTo>
                  <a:lnTo>
                    <a:pt x="630" y="930"/>
                  </a:lnTo>
                  <a:lnTo>
                    <a:pt x="630" y="906"/>
                  </a:lnTo>
                  <a:lnTo>
                    <a:pt x="660" y="900"/>
                  </a:lnTo>
                  <a:lnTo>
                    <a:pt x="654" y="894"/>
                  </a:lnTo>
                  <a:lnTo>
                    <a:pt x="648" y="882"/>
                  </a:lnTo>
                  <a:lnTo>
                    <a:pt x="636" y="870"/>
                  </a:lnTo>
                  <a:lnTo>
                    <a:pt x="624" y="870"/>
                  </a:lnTo>
                  <a:lnTo>
                    <a:pt x="612" y="858"/>
                  </a:lnTo>
                  <a:lnTo>
                    <a:pt x="630" y="834"/>
                  </a:lnTo>
                  <a:lnTo>
                    <a:pt x="636" y="834"/>
                  </a:lnTo>
                  <a:lnTo>
                    <a:pt x="636" y="840"/>
                  </a:lnTo>
                  <a:lnTo>
                    <a:pt x="642" y="852"/>
                  </a:lnTo>
                  <a:lnTo>
                    <a:pt x="642" y="858"/>
                  </a:lnTo>
                  <a:lnTo>
                    <a:pt x="654" y="858"/>
                  </a:lnTo>
                  <a:lnTo>
                    <a:pt x="666" y="870"/>
                  </a:lnTo>
                  <a:lnTo>
                    <a:pt x="666" y="876"/>
                  </a:lnTo>
                  <a:lnTo>
                    <a:pt x="684" y="864"/>
                  </a:lnTo>
                  <a:lnTo>
                    <a:pt x="696" y="870"/>
                  </a:lnTo>
                  <a:lnTo>
                    <a:pt x="732" y="870"/>
                  </a:lnTo>
                  <a:lnTo>
                    <a:pt x="744" y="858"/>
                  </a:lnTo>
                  <a:lnTo>
                    <a:pt x="744" y="852"/>
                  </a:lnTo>
                  <a:lnTo>
                    <a:pt x="738" y="846"/>
                  </a:lnTo>
                  <a:lnTo>
                    <a:pt x="738" y="840"/>
                  </a:lnTo>
                  <a:lnTo>
                    <a:pt x="744" y="834"/>
                  </a:lnTo>
                  <a:lnTo>
                    <a:pt x="762" y="834"/>
                  </a:lnTo>
                  <a:lnTo>
                    <a:pt x="768" y="840"/>
                  </a:lnTo>
                  <a:lnTo>
                    <a:pt x="768" y="858"/>
                  </a:lnTo>
                  <a:lnTo>
                    <a:pt x="774" y="864"/>
                  </a:lnTo>
                  <a:lnTo>
                    <a:pt x="774" y="870"/>
                  </a:lnTo>
                  <a:lnTo>
                    <a:pt x="780" y="870"/>
                  </a:lnTo>
                  <a:lnTo>
                    <a:pt x="786" y="864"/>
                  </a:lnTo>
                  <a:lnTo>
                    <a:pt x="786" y="852"/>
                  </a:lnTo>
                  <a:lnTo>
                    <a:pt x="780" y="840"/>
                  </a:lnTo>
                  <a:lnTo>
                    <a:pt x="780" y="816"/>
                  </a:lnTo>
                  <a:lnTo>
                    <a:pt x="804" y="816"/>
                  </a:lnTo>
                  <a:lnTo>
                    <a:pt x="804" y="798"/>
                  </a:lnTo>
                  <a:lnTo>
                    <a:pt x="810" y="792"/>
                  </a:lnTo>
                  <a:lnTo>
                    <a:pt x="810" y="786"/>
                  </a:lnTo>
                  <a:lnTo>
                    <a:pt x="816" y="780"/>
                  </a:lnTo>
                  <a:lnTo>
                    <a:pt x="828" y="792"/>
                  </a:lnTo>
                  <a:lnTo>
                    <a:pt x="828" y="840"/>
                  </a:lnTo>
                  <a:lnTo>
                    <a:pt x="852" y="840"/>
                  </a:lnTo>
                  <a:lnTo>
                    <a:pt x="858" y="828"/>
                  </a:lnTo>
                  <a:lnTo>
                    <a:pt x="858" y="792"/>
                  </a:lnTo>
                  <a:lnTo>
                    <a:pt x="876" y="780"/>
                  </a:lnTo>
                  <a:close/>
                  <a:moveTo>
                    <a:pt x="498" y="912"/>
                  </a:moveTo>
                  <a:lnTo>
                    <a:pt x="486" y="906"/>
                  </a:lnTo>
                  <a:lnTo>
                    <a:pt x="480" y="900"/>
                  </a:lnTo>
                  <a:lnTo>
                    <a:pt x="468" y="894"/>
                  </a:lnTo>
                  <a:lnTo>
                    <a:pt x="444" y="894"/>
                  </a:lnTo>
                  <a:lnTo>
                    <a:pt x="438" y="900"/>
                  </a:lnTo>
                  <a:lnTo>
                    <a:pt x="438" y="924"/>
                  </a:lnTo>
                  <a:lnTo>
                    <a:pt x="432" y="924"/>
                  </a:lnTo>
                  <a:lnTo>
                    <a:pt x="426" y="918"/>
                  </a:lnTo>
                  <a:lnTo>
                    <a:pt x="396" y="918"/>
                  </a:lnTo>
                  <a:lnTo>
                    <a:pt x="390" y="924"/>
                  </a:lnTo>
                  <a:lnTo>
                    <a:pt x="390" y="942"/>
                  </a:lnTo>
                  <a:lnTo>
                    <a:pt x="396" y="948"/>
                  </a:lnTo>
                  <a:lnTo>
                    <a:pt x="396" y="954"/>
                  </a:lnTo>
                  <a:lnTo>
                    <a:pt x="378" y="972"/>
                  </a:lnTo>
                  <a:lnTo>
                    <a:pt x="390" y="978"/>
                  </a:lnTo>
                  <a:lnTo>
                    <a:pt x="396" y="990"/>
                  </a:lnTo>
                  <a:lnTo>
                    <a:pt x="408" y="1002"/>
                  </a:lnTo>
                  <a:lnTo>
                    <a:pt x="432" y="1014"/>
                  </a:lnTo>
                  <a:lnTo>
                    <a:pt x="438" y="1020"/>
                  </a:lnTo>
                  <a:lnTo>
                    <a:pt x="450" y="1026"/>
                  </a:lnTo>
                  <a:lnTo>
                    <a:pt x="450" y="984"/>
                  </a:lnTo>
                  <a:lnTo>
                    <a:pt x="456" y="972"/>
                  </a:lnTo>
                  <a:lnTo>
                    <a:pt x="462" y="966"/>
                  </a:lnTo>
                  <a:lnTo>
                    <a:pt x="474" y="960"/>
                  </a:lnTo>
                  <a:lnTo>
                    <a:pt x="486" y="960"/>
                  </a:lnTo>
                  <a:lnTo>
                    <a:pt x="492" y="966"/>
                  </a:lnTo>
                  <a:lnTo>
                    <a:pt x="504" y="972"/>
                  </a:lnTo>
                  <a:lnTo>
                    <a:pt x="510" y="984"/>
                  </a:lnTo>
                  <a:lnTo>
                    <a:pt x="516" y="990"/>
                  </a:lnTo>
                  <a:lnTo>
                    <a:pt x="516" y="978"/>
                  </a:lnTo>
                  <a:lnTo>
                    <a:pt x="522" y="966"/>
                  </a:lnTo>
                  <a:lnTo>
                    <a:pt x="522" y="954"/>
                  </a:lnTo>
                  <a:lnTo>
                    <a:pt x="528" y="942"/>
                  </a:lnTo>
                  <a:lnTo>
                    <a:pt x="528" y="930"/>
                  </a:lnTo>
                  <a:lnTo>
                    <a:pt x="522" y="918"/>
                  </a:lnTo>
                  <a:lnTo>
                    <a:pt x="516" y="912"/>
                  </a:lnTo>
                  <a:lnTo>
                    <a:pt x="516" y="906"/>
                  </a:lnTo>
                  <a:lnTo>
                    <a:pt x="498" y="912"/>
                  </a:lnTo>
                  <a:close/>
                  <a:moveTo>
                    <a:pt x="354" y="1050"/>
                  </a:moveTo>
                  <a:lnTo>
                    <a:pt x="354" y="1038"/>
                  </a:lnTo>
                  <a:lnTo>
                    <a:pt x="372" y="1020"/>
                  </a:lnTo>
                  <a:lnTo>
                    <a:pt x="372" y="1008"/>
                  </a:lnTo>
                  <a:lnTo>
                    <a:pt x="360" y="1002"/>
                  </a:lnTo>
                  <a:lnTo>
                    <a:pt x="354" y="990"/>
                  </a:lnTo>
                  <a:lnTo>
                    <a:pt x="348" y="984"/>
                  </a:lnTo>
                  <a:lnTo>
                    <a:pt x="336" y="978"/>
                  </a:lnTo>
                  <a:lnTo>
                    <a:pt x="336" y="966"/>
                  </a:lnTo>
                  <a:lnTo>
                    <a:pt x="330" y="960"/>
                  </a:lnTo>
                  <a:lnTo>
                    <a:pt x="324" y="960"/>
                  </a:lnTo>
                  <a:lnTo>
                    <a:pt x="318" y="954"/>
                  </a:lnTo>
                  <a:lnTo>
                    <a:pt x="300" y="954"/>
                  </a:lnTo>
                  <a:lnTo>
                    <a:pt x="294" y="948"/>
                  </a:lnTo>
                  <a:lnTo>
                    <a:pt x="270" y="936"/>
                  </a:lnTo>
                  <a:lnTo>
                    <a:pt x="258" y="936"/>
                  </a:lnTo>
                  <a:lnTo>
                    <a:pt x="240" y="954"/>
                  </a:lnTo>
                  <a:lnTo>
                    <a:pt x="204" y="972"/>
                  </a:lnTo>
                  <a:lnTo>
                    <a:pt x="234" y="1026"/>
                  </a:lnTo>
                  <a:lnTo>
                    <a:pt x="252" y="1014"/>
                  </a:lnTo>
                  <a:lnTo>
                    <a:pt x="252" y="1008"/>
                  </a:lnTo>
                  <a:lnTo>
                    <a:pt x="246" y="1002"/>
                  </a:lnTo>
                  <a:lnTo>
                    <a:pt x="246" y="990"/>
                  </a:lnTo>
                  <a:lnTo>
                    <a:pt x="252" y="990"/>
                  </a:lnTo>
                  <a:lnTo>
                    <a:pt x="264" y="1002"/>
                  </a:lnTo>
                  <a:lnTo>
                    <a:pt x="270" y="1014"/>
                  </a:lnTo>
                  <a:lnTo>
                    <a:pt x="276" y="1020"/>
                  </a:lnTo>
                  <a:lnTo>
                    <a:pt x="282" y="1032"/>
                  </a:lnTo>
                  <a:lnTo>
                    <a:pt x="282" y="1068"/>
                  </a:lnTo>
                  <a:lnTo>
                    <a:pt x="264" y="1074"/>
                  </a:lnTo>
                  <a:lnTo>
                    <a:pt x="264" y="1080"/>
                  </a:lnTo>
                  <a:lnTo>
                    <a:pt x="270" y="1086"/>
                  </a:lnTo>
                  <a:lnTo>
                    <a:pt x="270" y="1104"/>
                  </a:lnTo>
                  <a:lnTo>
                    <a:pt x="276" y="1116"/>
                  </a:lnTo>
                  <a:lnTo>
                    <a:pt x="282" y="1134"/>
                  </a:lnTo>
                  <a:lnTo>
                    <a:pt x="294" y="1146"/>
                  </a:lnTo>
                  <a:lnTo>
                    <a:pt x="300" y="1146"/>
                  </a:lnTo>
                  <a:lnTo>
                    <a:pt x="306" y="1140"/>
                  </a:lnTo>
                  <a:lnTo>
                    <a:pt x="306" y="1104"/>
                  </a:lnTo>
                  <a:lnTo>
                    <a:pt x="336" y="1116"/>
                  </a:lnTo>
                  <a:lnTo>
                    <a:pt x="336" y="1140"/>
                  </a:lnTo>
                  <a:lnTo>
                    <a:pt x="342" y="1146"/>
                  </a:lnTo>
                  <a:lnTo>
                    <a:pt x="342" y="1152"/>
                  </a:lnTo>
                  <a:lnTo>
                    <a:pt x="348" y="1152"/>
                  </a:lnTo>
                  <a:lnTo>
                    <a:pt x="348" y="1140"/>
                  </a:lnTo>
                  <a:lnTo>
                    <a:pt x="360" y="1128"/>
                  </a:lnTo>
                  <a:lnTo>
                    <a:pt x="366" y="1116"/>
                  </a:lnTo>
                  <a:lnTo>
                    <a:pt x="366" y="1110"/>
                  </a:lnTo>
                  <a:lnTo>
                    <a:pt x="360" y="1104"/>
                  </a:lnTo>
                  <a:lnTo>
                    <a:pt x="360" y="1074"/>
                  </a:lnTo>
                  <a:lnTo>
                    <a:pt x="354" y="1062"/>
                  </a:lnTo>
                  <a:lnTo>
                    <a:pt x="354" y="1050"/>
                  </a:lnTo>
                  <a:close/>
                  <a:moveTo>
                    <a:pt x="264" y="1026"/>
                  </a:moveTo>
                  <a:lnTo>
                    <a:pt x="246" y="1062"/>
                  </a:lnTo>
                  <a:lnTo>
                    <a:pt x="264" y="1056"/>
                  </a:lnTo>
                  <a:lnTo>
                    <a:pt x="264" y="1026"/>
                  </a:lnTo>
                  <a:close/>
                  <a:moveTo>
                    <a:pt x="624" y="618"/>
                  </a:moveTo>
                  <a:lnTo>
                    <a:pt x="636" y="618"/>
                  </a:lnTo>
                  <a:lnTo>
                    <a:pt x="636" y="594"/>
                  </a:lnTo>
                  <a:lnTo>
                    <a:pt x="630" y="594"/>
                  </a:lnTo>
                  <a:lnTo>
                    <a:pt x="612" y="570"/>
                  </a:lnTo>
                  <a:lnTo>
                    <a:pt x="606" y="582"/>
                  </a:lnTo>
                  <a:lnTo>
                    <a:pt x="618" y="600"/>
                  </a:lnTo>
                  <a:lnTo>
                    <a:pt x="624" y="618"/>
                  </a:lnTo>
                  <a:close/>
                  <a:moveTo>
                    <a:pt x="546" y="72"/>
                  </a:moveTo>
                  <a:lnTo>
                    <a:pt x="552" y="96"/>
                  </a:lnTo>
                  <a:lnTo>
                    <a:pt x="558" y="102"/>
                  </a:lnTo>
                  <a:lnTo>
                    <a:pt x="570" y="108"/>
                  </a:lnTo>
                  <a:lnTo>
                    <a:pt x="576" y="114"/>
                  </a:lnTo>
                  <a:lnTo>
                    <a:pt x="576" y="132"/>
                  </a:lnTo>
                  <a:lnTo>
                    <a:pt x="564" y="144"/>
                  </a:lnTo>
                  <a:lnTo>
                    <a:pt x="564" y="150"/>
                  </a:lnTo>
                  <a:lnTo>
                    <a:pt x="570" y="156"/>
                  </a:lnTo>
                  <a:lnTo>
                    <a:pt x="576" y="168"/>
                  </a:lnTo>
                  <a:lnTo>
                    <a:pt x="582" y="174"/>
                  </a:lnTo>
                  <a:lnTo>
                    <a:pt x="582" y="186"/>
                  </a:lnTo>
                  <a:lnTo>
                    <a:pt x="576" y="186"/>
                  </a:lnTo>
                  <a:lnTo>
                    <a:pt x="564" y="180"/>
                  </a:lnTo>
                  <a:lnTo>
                    <a:pt x="552" y="180"/>
                  </a:lnTo>
                  <a:lnTo>
                    <a:pt x="540" y="174"/>
                  </a:lnTo>
                  <a:lnTo>
                    <a:pt x="528" y="174"/>
                  </a:lnTo>
                  <a:lnTo>
                    <a:pt x="522" y="168"/>
                  </a:lnTo>
                  <a:lnTo>
                    <a:pt x="522" y="180"/>
                  </a:lnTo>
                  <a:lnTo>
                    <a:pt x="540" y="198"/>
                  </a:lnTo>
                  <a:lnTo>
                    <a:pt x="516" y="228"/>
                  </a:lnTo>
                  <a:lnTo>
                    <a:pt x="522" y="240"/>
                  </a:lnTo>
                  <a:lnTo>
                    <a:pt x="528" y="246"/>
                  </a:lnTo>
                  <a:lnTo>
                    <a:pt x="528" y="252"/>
                  </a:lnTo>
                  <a:lnTo>
                    <a:pt x="534" y="258"/>
                  </a:lnTo>
                  <a:lnTo>
                    <a:pt x="546" y="264"/>
                  </a:lnTo>
                  <a:lnTo>
                    <a:pt x="552" y="270"/>
                  </a:lnTo>
                  <a:lnTo>
                    <a:pt x="564" y="276"/>
                  </a:lnTo>
                  <a:lnTo>
                    <a:pt x="570" y="282"/>
                  </a:lnTo>
                  <a:lnTo>
                    <a:pt x="576" y="282"/>
                  </a:lnTo>
                  <a:lnTo>
                    <a:pt x="576" y="318"/>
                  </a:lnTo>
                  <a:lnTo>
                    <a:pt x="582" y="330"/>
                  </a:lnTo>
                  <a:lnTo>
                    <a:pt x="600" y="330"/>
                  </a:lnTo>
                  <a:lnTo>
                    <a:pt x="600" y="300"/>
                  </a:lnTo>
                  <a:lnTo>
                    <a:pt x="636" y="300"/>
                  </a:lnTo>
                  <a:lnTo>
                    <a:pt x="642" y="294"/>
                  </a:lnTo>
                  <a:lnTo>
                    <a:pt x="606" y="270"/>
                  </a:lnTo>
                  <a:lnTo>
                    <a:pt x="588" y="270"/>
                  </a:lnTo>
                  <a:lnTo>
                    <a:pt x="576" y="264"/>
                  </a:lnTo>
                  <a:lnTo>
                    <a:pt x="570" y="264"/>
                  </a:lnTo>
                  <a:lnTo>
                    <a:pt x="558" y="258"/>
                  </a:lnTo>
                  <a:lnTo>
                    <a:pt x="558" y="246"/>
                  </a:lnTo>
                  <a:lnTo>
                    <a:pt x="564" y="240"/>
                  </a:lnTo>
                  <a:lnTo>
                    <a:pt x="576" y="234"/>
                  </a:lnTo>
                  <a:lnTo>
                    <a:pt x="600" y="246"/>
                  </a:lnTo>
                  <a:lnTo>
                    <a:pt x="606" y="252"/>
                  </a:lnTo>
                  <a:lnTo>
                    <a:pt x="618" y="240"/>
                  </a:lnTo>
                  <a:lnTo>
                    <a:pt x="630" y="234"/>
                  </a:lnTo>
                  <a:lnTo>
                    <a:pt x="636" y="234"/>
                  </a:lnTo>
                  <a:lnTo>
                    <a:pt x="690" y="252"/>
                  </a:lnTo>
                  <a:lnTo>
                    <a:pt x="726" y="270"/>
                  </a:lnTo>
                  <a:lnTo>
                    <a:pt x="756" y="282"/>
                  </a:lnTo>
                  <a:lnTo>
                    <a:pt x="768" y="282"/>
                  </a:lnTo>
                  <a:lnTo>
                    <a:pt x="768" y="270"/>
                  </a:lnTo>
                  <a:lnTo>
                    <a:pt x="762" y="258"/>
                  </a:lnTo>
                  <a:lnTo>
                    <a:pt x="762" y="222"/>
                  </a:lnTo>
                  <a:lnTo>
                    <a:pt x="780" y="204"/>
                  </a:lnTo>
                  <a:lnTo>
                    <a:pt x="792" y="204"/>
                  </a:lnTo>
                  <a:lnTo>
                    <a:pt x="798" y="210"/>
                  </a:lnTo>
                  <a:lnTo>
                    <a:pt x="816" y="210"/>
                  </a:lnTo>
                  <a:lnTo>
                    <a:pt x="840" y="198"/>
                  </a:lnTo>
                  <a:lnTo>
                    <a:pt x="858" y="180"/>
                  </a:lnTo>
                  <a:lnTo>
                    <a:pt x="804" y="144"/>
                  </a:lnTo>
                  <a:lnTo>
                    <a:pt x="804" y="120"/>
                  </a:lnTo>
                  <a:lnTo>
                    <a:pt x="798" y="108"/>
                  </a:lnTo>
                  <a:lnTo>
                    <a:pt x="792" y="102"/>
                  </a:lnTo>
                  <a:lnTo>
                    <a:pt x="786" y="102"/>
                  </a:lnTo>
                  <a:lnTo>
                    <a:pt x="774" y="114"/>
                  </a:lnTo>
                  <a:lnTo>
                    <a:pt x="774" y="126"/>
                  </a:lnTo>
                  <a:lnTo>
                    <a:pt x="756" y="120"/>
                  </a:lnTo>
                  <a:lnTo>
                    <a:pt x="720" y="114"/>
                  </a:lnTo>
                  <a:lnTo>
                    <a:pt x="678" y="102"/>
                  </a:lnTo>
                  <a:lnTo>
                    <a:pt x="648" y="90"/>
                  </a:lnTo>
                  <a:lnTo>
                    <a:pt x="624" y="72"/>
                  </a:lnTo>
                  <a:lnTo>
                    <a:pt x="552" y="24"/>
                  </a:lnTo>
                  <a:lnTo>
                    <a:pt x="516" y="6"/>
                  </a:lnTo>
                  <a:lnTo>
                    <a:pt x="498" y="0"/>
                  </a:lnTo>
                  <a:lnTo>
                    <a:pt x="498" y="18"/>
                  </a:lnTo>
                  <a:lnTo>
                    <a:pt x="510" y="30"/>
                  </a:lnTo>
                  <a:lnTo>
                    <a:pt x="516" y="42"/>
                  </a:lnTo>
                  <a:lnTo>
                    <a:pt x="528" y="54"/>
                  </a:lnTo>
                  <a:lnTo>
                    <a:pt x="534" y="66"/>
                  </a:lnTo>
                  <a:lnTo>
                    <a:pt x="546" y="72"/>
                  </a:lnTo>
                  <a:close/>
                  <a:moveTo>
                    <a:pt x="282" y="1458"/>
                  </a:moveTo>
                  <a:lnTo>
                    <a:pt x="306" y="1458"/>
                  </a:lnTo>
                  <a:lnTo>
                    <a:pt x="276" y="1440"/>
                  </a:lnTo>
                  <a:lnTo>
                    <a:pt x="282" y="1458"/>
                  </a:lnTo>
                  <a:close/>
                  <a:moveTo>
                    <a:pt x="300" y="1386"/>
                  </a:moveTo>
                  <a:lnTo>
                    <a:pt x="312" y="1398"/>
                  </a:lnTo>
                  <a:lnTo>
                    <a:pt x="318" y="1398"/>
                  </a:lnTo>
                  <a:lnTo>
                    <a:pt x="330" y="1386"/>
                  </a:lnTo>
                  <a:lnTo>
                    <a:pt x="336" y="1386"/>
                  </a:lnTo>
                  <a:lnTo>
                    <a:pt x="342" y="1380"/>
                  </a:lnTo>
                  <a:lnTo>
                    <a:pt x="342" y="1368"/>
                  </a:lnTo>
                  <a:lnTo>
                    <a:pt x="336" y="1362"/>
                  </a:lnTo>
                  <a:lnTo>
                    <a:pt x="318" y="1362"/>
                  </a:lnTo>
                  <a:lnTo>
                    <a:pt x="306" y="1368"/>
                  </a:lnTo>
                  <a:lnTo>
                    <a:pt x="300" y="1380"/>
                  </a:lnTo>
                  <a:lnTo>
                    <a:pt x="300" y="1386"/>
                  </a:lnTo>
                  <a:close/>
                  <a:moveTo>
                    <a:pt x="312" y="1416"/>
                  </a:moveTo>
                  <a:lnTo>
                    <a:pt x="300" y="1416"/>
                  </a:lnTo>
                  <a:lnTo>
                    <a:pt x="300" y="1428"/>
                  </a:lnTo>
                  <a:lnTo>
                    <a:pt x="318" y="1428"/>
                  </a:lnTo>
                  <a:lnTo>
                    <a:pt x="318" y="1422"/>
                  </a:lnTo>
                  <a:lnTo>
                    <a:pt x="312" y="1416"/>
                  </a:lnTo>
                  <a:close/>
                  <a:moveTo>
                    <a:pt x="336" y="1200"/>
                  </a:moveTo>
                  <a:lnTo>
                    <a:pt x="336" y="1206"/>
                  </a:lnTo>
                  <a:lnTo>
                    <a:pt x="330" y="1206"/>
                  </a:lnTo>
                  <a:lnTo>
                    <a:pt x="318" y="1212"/>
                  </a:lnTo>
                  <a:lnTo>
                    <a:pt x="342" y="1230"/>
                  </a:lnTo>
                  <a:lnTo>
                    <a:pt x="342" y="1218"/>
                  </a:lnTo>
                  <a:lnTo>
                    <a:pt x="336" y="1206"/>
                  </a:lnTo>
                  <a:lnTo>
                    <a:pt x="336" y="1200"/>
                  </a:lnTo>
                  <a:close/>
                  <a:moveTo>
                    <a:pt x="366" y="1170"/>
                  </a:moveTo>
                  <a:lnTo>
                    <a:pt x="366" y="1182"/>
                  </a:lnTo>
                  <a:lnTo>
                    <a:pt x="360" y="1194"/>
                  </a:lnTo>
                  <a:lnTo>
                    <a:pt x="378" y="1224"/>
                  </a:lnTo>
                  <a:lnTo>
                    <a:pt x="378" y="1200"/>
                  </a:lnTo>
                  <a:lnTo>
                    <a:pt x="372" y="1194"/>
                  </a:lnTo>
                  <a:lnTo>
                    <a:pt x="372" y="1176"/>
                  </a:lnTo>
                  <a:lnTo>
                    <a:pt x="366" y="1170"/>
                  </a:lnTo>
                  <a:close/>
                  <a:moveTo>
                    <a:pt x="36" y="1698"/>
                  </a:moveTo>
                  <a:lnTo>
                    <a:pt x="54" y="1698"/>
                  </a:lnTo>
                  <a:lnTo>
                    <a:pt x="60" y="1692"/>
                  </a:lnTo>
                  <a:lnTo>
                    <a:pt x="72" y="1692"/>
                  </a:lnTo>
                  <a:lnTo>
                    <a:pt x="42" y="1680"/>
                  </a:lnTo>
                  <a:lnTo>
                    <a:pt x="36" y="1686"/>
                  </a:lnTo>
                  <a:lnTo>
                    <a:pt x="36" y="1698"/>
                  </a:lnTo>
                  <a:close/>
                  <a:moveTo>
                    <a:pt x="114" y="1662"/>
                  </a:moveTo>
                  <a:lnTo>
                    <a:pt x="96" y="1632"/>
                  </a:lnTo>
                  <a:lnTo>
                    <a:pt x="96" y="1662"/>
                  </a:lnTo>
                  <a:lnTo>
                    <a:pt x="102" y="1674"/>
                  </a:lnTo>
                  <a:lnTo>
                    <a:pt x="114" y="1680"/>
                  </a:lnTo>
                  <a:lnTo>
                    <a:pt x="120" y="1680"/>
                  </a:lnTo>
                  <a:lnTo>
                    <a:pt x="126" y="1674"/>
                  </a:lnTo>
                  <a:lnTo>
                    <a:pt x="126" y="1662"/>
                  </a:lnTo>
                  <a:lnTo>
                    <a:pt x="114" y="1662"/>
                  </a:lnTo>
                  <a:close/>
                  <a:moveTo>
                    <a:pt x="12" y="1686"/>
                  </a:moveTo>
                  <a:lnTo>
                    <a:pt x="6" y="1686"/>
                  </a:lnTo>
                  <a:lnTo>
                    <a:pt x="0" y="1692"/>
                  </a:lnTo>
                  <a:lnTo>
                    <a:pt x="0" y="1704"/>
                  </a:lnTo>
                  <a:lnTo>
                    <a:pt x="6" y="1710"/>
                  </a:lnTo>
                  <a:lnTo>
                    <a:pt x="12" y="1710"/>
                  </a:lnTo>
                  <a:lnTo>
                    <a:pt x="24" y="1698"/>
                  </a:lnTo>
                  <a:lnTo>
                    <a:pt x="24" y="1686"/>
                  </a:lnTo>
                  <a:lnTo>
                    <a:pt x="12" y="1686"/>
                  </a:lnTo>
                  <a:close/>
                  <a:moveTo>
                    <a:pt x="168" y="1536"/>
                  </a:moveTo>
                  <a:lnTo>
                    <a:pt x="168" y="1542"/>
                  </a:lnTo>
                  <a:lnTo>
                    <a:pt x="180" y="1548"/>
                  </a:lnTo>
                  <a:lnTo>
                    <a:pt x="186" y="1548"/>
                  </a:lnTo>
                  <a:lnTo>
                    <a:pt x="186" y="1536"/>
                  </a:lnTo>
                  <a:lnTo>
                    <a:pt x="180" y="1530"/>
                  </a:lnTo>
                  <a:lnTo>
                    <a:pt x="168" y="1530"/>
                  </a:lnTo>
                  <a:lnTo>
                    <a:pt x="168" y="1536"/>
                  </a:lnTo>
                  <a:close/>
                  <a:moveTo>
                    <a:pt x="264" y="1494"/>
                  </a:moveTo>
                  <a:lnTo>
                    <a:pt x="252" y="1518"/>
                  </a:lnTo>
                  <a:lnTo>
                    <a:pt x="246" y="1536"/>
                  </a:lnTo>
                  <a:lnTo>
                    <a:pt x="246" y="1548"/>
                  </a:lnTo>
                  <a:lnTo>
                    <a:pt x="240" y="1554"/>
                  </a:lnTo>
                  <a:lnTo>
                    <a:pt x="240" y="1560"/>
                  </a:lnTo>
                  <a:lnTo>
                    <a:pt x="258" y="1566"/>
                  </a:lnTo>
                  <a:lnTo>
                    <a:pt x="264" y="1554"/>
                  </a:lnTo>
                  <a:lnTo>
                    <a:pt x="264" y="1548"/>
                  </a:lnTo>
                  <a:lnTo>
                    <a:pt x="270" y="1542"/>
                  </a:lnTo>
                  <a:lnTo>
                    <a:pt x="270" y="1524"/>
                  </a:lnTo>
                  <a:lnTo>
                    <a:pt x="288" y="1506"/>
                  </a:lnTo>
                  <a:lnTo>
                    <a:pt x="282" y="1500"/>
                  </a:lnTo>
                  <a:lnTo>
                    <a:pt x="282" y="1494"/>
                  </a:lnTo>
                  <a:lnTo>
                    <a:pt x="276" y="1488"/>
                  </a:lnTo>
                  <a:lnTo>
                    <a:pt x="264" y="149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04" name="Jamaica" descr="© INSCALE GmbH, 05.05.2010&#10;http://www.presentationload.com/">
              <a:extLst>
                <a:ext uri="{FF2B5EF4-FFF2-40B4-BE49-F238E27FC236}">
                  <a16:creationId xmlns:a16="http://schemas.microsoft.com/office/drawing/2014/main" id="{0DC31803-DF71-4FA6-86A5-F8D47DDD34F8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914848" y="2515203"/>
              <a:ext cx="51697" cy="16698"/>
            </a:xfrm>
            <a:custGeom>
              <a:avLst/>
              <a:gdLst>
                <a:gd name="T0" fmla="*/ 2147483647 w 156"/>
                <a:gd name="T1" fmla="*/ 2147483647 h 54"/>
                <a:gd name="T2" fmla="*/ 2147483647 w 156"/>
                <a:gd name="T3" fmla="*/ 2147483647 h 54"/>
                <a:gd name="T4" fmla="*/ 2147483647 w 156"/>
                <a:gd name="T5" fmla="*/ 2147483647 h 54"/>
                <a:gd name="T6" fmla="*/ 2147483647 w 156"/>
                <a:gd name="T7" fmla="*/ 2147483647 h 54"/>
                <a:gd name="T8" fmla="*/ 2147483647 w 156"/>
                <a:gd name="T9" fmla="*/ 2147483647 h 54"/>
                <a:gd name="T10" fmla="*/ 2147483647 w 156"/>
                <a:gd name="T11" fmla="*/ 2147483647 h 54"/>
                <a:gd name="T12" fmla="*/ 2147483647 w 156"/>
                <a:gd name="T13" fmla="*/ 2147483647 h 54"/>
                <a:gd name="T14" fmla="*/ 2147483647 w 156"/>
                <a:gd name="T15" fmla="*/ 2147483647 h 54"/>
                <a:gd name="T16" fmla="*/ 2147483647 w 156"/>
                <a:gd name="T17" fmla="*/ 0 h 54"/>
                <a:gd name="T18" fmla="*/ 2147483647 w 156"/>
                <a:gd name="T19" fmla="*/ 0 h 54"/>
                <a:gd name="T20" fmla="*/ 2147483647 w 156"/>
                <a:gd name="T21" fmla="*/ 2147483647 h 54"/>
                <a:gd name="T22" fmla="*/ 0 w 156"/>
                <a:gd name="T23" fmla="*/ 2147483647 h 54"/>
                <a:gd name="T24" fmla="*/ 2147483647 w 156"/>
                <a:gd name="T25" fmla="*/ 2147483647 h 54"/>
                <a:gd name="T26" fmla="*/ 2147483647 w 156"/>
                <a:gd name="T27" fmla="*/ 2147483647 h 54"/>
                <a:gd name="T28" fmla="*/ 2147483647 w 156"/>
                <a:gd name="T29" fmla="*/ 2147483647 h 54"/>
                <a:gd name="T30" fmla="*/ 2147483647 w 156"/>
                <a:gd name="T31" fmla="*/ 2147483647 h 54"/>
                <a:gd name="T32" fmla="*/ 2147483647 w 156"/>
                <a:gd name="T33" fmla="*/ 2147483647 h 54"/>
                <a:gd name="T34" fmla="*/ 2147483647 w 156"/>
                <a:gd name="T35" fmla="*/ 2147483647 h 54"/>
                <a:gd name="T36" fmla="*/ 2147483647 w 156"/>
                <a:gd name="T37" fmla="*/ 2147483647 h 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56"/>
                <a:gd name="T58" fmla="*/ 0 h 54"/>
                <a:gd name="T59" fmla="*/ 156 w 156"/>
                <a:gd name="T60" fmla="*/ 54 h 5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56" h="54">
                  <a:moveTo>
                    <a:pt x="108" y="54"/>
                  </a:moveTo>
                  <a:lnTo>
                    <a:pt x="114" y="36"/>
                  </a:lnTo>
                  <a:lnTo>
                    <a:pt x="156" y="48"/>
                  </a:lnTo>
                  <a:lnTo>
                    <a:pt x="156" y="42"/>
                  </a:lnTo>
                  <a:lnTo>
                    <a:pt x="150" y="36"/>
                  </a:lnTo>
                  <a:lnTo>
                    <a:pt x="144" y="24"/>
                  </a:lnTo>
                  <a:lnTo>
                    <a:pt x="126" y="6"/>
                  </a:lnTo>
                  <a:lnTo>
                    <a:pt x="84" y="6"/>
                  </a:lnTo>
                  <a:lnTo>
                    <a:pt x="66" y="0"/>
                  </a:lnTo>
                  <a:lnTo>
                    <a:pt x="24" y="0"/>
                  </a:lnTo>
                  <a:lnTo>
                    <a:pt x="12" y="6"/>
                  </a:lnTo>
                  <a:lnTo>
                    <a:pt x="0" y="6"/>
                  </a:lnTo>
                  <a:lnTo>
                    <a:pt x="6" y="18"/>
                  </a:lnTo>
                  <a:lnTo>
                    <a:pt x="18" y="24"/>
                  </a:lnTo>
                  <a:lnTo>
                    <a:pt x="24" y="36"/>
                  </a:lnTo>
                  <a:lnTo>
                    <a:pt x="36" y="42"/>
                  </a:lnTo>
                  <a:lnTo>
                    <a:pt x="60" y="42"/>
                  </a:lnTo>
                  <a:lnTo>
                    <a:pt x="78" y="48"/>
                  </a:lnTo>
                  <a:lnTo>
                    <a:pt x="108" y="5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05" name="Italy" descr="© INSCALE GmbH, 05.05.2010&#10;http://www.presentationload.com/">
              <a:extLst>
                <a:ext uri="{FF2B5EF4-FFF2-40B4-BE49-F238E27FC236}">
                  <a16:creationId xmlns:a16="http://schemas.microsoft.com/office/drawing/2014/main" id="{C122BAD1-9C7F-4CBB-976B-942C6530CFF9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3894826" y="1757380"/>
              <a:ext cx="257192" cy="272301"/>
            </a:xfrm>
            <a:custGeom>
              <a:avLst/>
              <a:gdLst>
                <a:gd name="T0" fmla="*/ 2147483647 w 780"/>
                <a:gd name="T1" fmla="*/ 2147483647 h 828"/>
                <a:gd name="T2" fmla="*/ 2147483647 w 780"/>
                <a:gd name="T3" fmla="*/ 2147483647 h 828"/>
                <a:gd name="T4" fmla="*/ 2147483647 w 780"/>
                <a:gd name="T5" fmla="*/ 2147483647 h 828"/>
                <a:gd name="T6" fmla="*/ 2147483647 w 780"/>
                <a:gd name="T7" fmla="*/ 2147483647 h 828"/>
                <a:gd name="T8" fmla="*/ 2147483647 w 780"/>
                <a:gd name="T9" fmla="*/ 2147483647 h 828"/>
                <a:gd name="T10" fmla="*/ 2147483647 w 780"/>
                <a:gd name="T11" fmla="*/ 2147483647 h 828"/>
                <a:gd name="T12" fmla="*/ 2147483647 w 780"/>
                <a:gd name="T13" fmla="*/ 2147483647 h 828"/>
                <a:gd name="T14" fmla="*/ 2147483647 w 780"/>
                <a:gd name="T15" fmla="*/ 2147483647 h 828"/>
                <a:gd name="T16" fmla="*/ 2147483647 w 780"/>
                <a:gd name="T17" fmla="*/ 2147483647 h 828"/>
                <a:gd name="T18" fmla="*/ 2147483647 w 780"/>
                <a:gd name="T19" fmla="*/ 2147483647 h 828"/>
                <a:gd name="T20" fmla="*/ 2147483647 w 780"/>
                <a:gd name="T21" fmla="*/ 2147483647 h 828"/>
                <a:gd name="T22" fmla="*/ 2147483647 w 780"/>
                <a:gd name="T23" fmla="*/ 2147483647 h 828"/>
                <a:gd name="T24" fmla="*/ 2147483647 w 780"/>
                <a:gd name="T25" fmla="*/ 2147483647 h 828"/>
                <a:gd name="T26" fmla="*/ 2147483647 w 780"/>
                <a:gd name="T27" fmla="*/ 2147483647 h 828"/>
                <a:gd name="T28" fmla="*/ 2147483647 w 780"/>
                <a:gd name="T29" fmla="*/ 2147483647 h 828"/>
                <a:gd name="T30" fmla="*/ 2147483647 w 780"/>
                <a:gd name="T31" fmla="*/ 2147483647 h 828"/>
                <a:gd name="T32" fmla="*/ 2147483647 w 780"/>
                <a:gd name="T33" fmla="*/ 2147483647 h 828"/>
                <a:gd name="T34" fmla="*/ 2147483647 w 780"/>
                <a:gd name="T35" fmla="*/ 2147483647 h 828"/>
                <a:gd name="T36" fmla="*/ 2147483647 w 780"/>
                <a:gd name="T37" fmla="*/ 2147483647 h 828"/>
                <a:gd name="T38" fmla="*/ 2147483647 w 780"/>
                <a:gd name="T39" fmla="*/ 2147483647 h 828"/>
                <a:gd name="T40" fmla="*/ 2147483647 w 780"/>
                <a:gd name="T41" fmla="*/ 2147483647 h 828"/>
                <a:gd name="T42" fmla="*/ 2147483647 w 780"/>
                <a:gd name="T43" fmla="*/ 2147483647 h 828"/>
                <a:gd name="T44" fmla="*/ 2147483647 w 780"/>
                <a:gd name="T45" fmla="*/ 2147483647 h 828"/>
                <a:gd name="T46" fmla="*/ 2147483647 w 780"/>
                <a:gd name="T47" fmla="*/ 2147483647 h 828"/>
                <a:gd name="T48" fmla="*/ 2147483647 w 780"/>
                <a:gd name="T49" fmla="*/ 2147483647 h 828"/>
                <a:gd name="T50" fmla="*/ 2147483647 w 780"/>
                <a:gd name="T51" fmla="*/ 2147483647 h 828"/>
                <a:gd name="T52" fmla="*/ 2147483647 w 780"/>
                <a:gd name="T53" fmla="*/ 2147483647 h 828"/>
                <a:gd name="T54" fmla="*/ 2147483647 w 780"/>
                <a:gd name="T55" fmla="*/ 2147483647 h 828"/>
                <a:gd name="T56" fmla="*/ 2147483647 w 780"/>
                <a:gd name="T57" fmla="*/ 2147483647 h 828"/>
                <a:gd name="T58" fmla="*/ 2147483647 w 780"/>
                <a:gd name="T59" fmla="*/ 2147483647 h 828"/>
                <a:gd name="T60" fmla="*/ 2147483647 w 780"/>
                <a:gd name="T61" fmla="*/ 2147483647 h 828"/>
                <a:gd name="T62" fmla="*/ 2147483647 w 780"/>
                <a:gd name="T63" fmla="*/ 2147483647 h 828"/>
                <a:gd name="T64" fmla="*/ 2147483647 w 780"/>
                <a:gd name="T65" fmla="*/ 2147483647 h 828"/>
                <a:gd name="T66" fmla="*/ 2147483647 w 780"/>
                <a:gd name="T67" fmla="*/ 2147483647 h 828"/>
                <a:gd name="T68" fmla="*/ 2147483647 w 780"/>
                <a:gd name="T69" fmla="*/ 2147483647 h 828"/>
                <a:gd name="T70" fmla="*/ 2147483647 w 780"/>
                <a:gd name="T71" fmla="*/ 2147483647 h 828"/>
                <a:gd name="T72" fmla="*/ 2147483647 w 780"/>
                <a:gd name="T73" fmla="*/ 2147483647 h 828"/>
                <a:gd name="T74" fmla="*/ 2147483647 w 780"/>
                <a:gd name="T75" fmla="*/ 2147483647 h 828"/>
                <a:gd name="T76" fmla="*/ 2147483647 w 780"/>
                <a:gd name="T77" fmla="*/ 2147483647 h 828"/>
                <a:gd name="T78" fmla="*/ 2147483647 w 780"/>
                <a:gd name="T79" fmla="*/ 2147483647 h 828"/>
                <a:gd name="T80" fmla="*/ 2147483647 w 780"/>
                <a:gd name="T81" fmla="*/ 2147483647 h 828"/>
                <a:gd name="T82" fmla="*/ 2147483647 w 780"/>
                <a:gd name="T83" fmla="*/ 2147483647 h 828"/>
                <a:gd name="T84" fmla="*/ 2147483647 w 780"/>
                <a:gd name="T85" fmla="*/ 2147483647 h 828"/>
                <a:gd name="T86" fmla="*/ 2147483647 w 780"/>
                <a:gd name="T87" fmla="*/ 2147483647 h 828"/>
                <a:gd name="T88" fmla="*/ 2147483647 w 780"/>
                <a:gd name="T89" fmla="*/ 2147483647 h 828"/>
                <a:gd name="T90" fmla="*/ 2147483647 w 780"/>
                <a:gd name="T91" fmla="*/ 2147483647 h 828"/>
                <a:gd name="T92" fmla="*/ 2147483647 w 780"/>
                <a:gd name="T93" fmla="*/ 2147483647 h 828"/>
                <a:gd name="T94" fmla="*/ 2147483647 w 780"/>
                <a:gd name="T95" fmla="*/ 2147483647 h 828"/>
                <a:gd name="T96" fmla="*/ 2147483647 w 780"/>
                <a:gd name="T97" fmla="*/ 2147483647 h 828"/>
                <a:gd name="T98" fmla="*/ 2147483647 w 780"/>
                <a:gd name="T99" fmla="*/ 2147483647 h 828"/>
                <a:gd name="T100" fmla="*/ 2147483647 w 780"/>
                <a:gd name="T101" fmla="*/ 2147483647 h 828"/>
                <a:gd name="T102" fmla="*/ 2147483647 w 780"/>
                <a:gd name="T103" fmla="*/ 2147483647 h 828"/>
                <a:gd name="T104" fmla="*/ 2147483647 w 780"/>
                <a:gd name="T105" fmla="*/ 2147483647 h 828"/>
                <a:gd name="T106" fmla="*/ 2147483647 w 780"/>
                <a:gd name="T107" fmla="*/ 2147483647 h 828"/>
                <a:gd name="T108" fmla="*/ 2147483647 w 780"/>
                <a:gd name="T109" fmla="*/ 2147483647 h 828"/>
                <a:gd name="T110" fmla="*/ 2147483647 w 780"/>
                <a:gd name="T111" fmla="*/ 2147483647 h 828"/>
                <a:gd name="T112" fmla="*/ 2147483647 w 780"/>
                <a:gd name="T113" fmla="*/ 2147483647 h 82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80"/>
                <a:gd name="T172" fmla="*/ 0 h 828"/>
                <a:gd name="T173" fmla="*/ 780 w 780"/>
                <a:gd name="T174" fmla="*/ 828 h 82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80" h="828">
                  <a:moveTo>
                    <a:pt x="570" y="720"/>
                  </a:moveTo>
                  <a:lnTo>
                    <a:pt x="558" y="714"/>
                  </a:lnTo>
                  <a:lnTo>
                    <a:pt x="552" y="708"/>
                  </a:lnTo>
                  <a:lnTo>
                    <a:pt x="540" y="708"/>
                  </a:lnTo>
                  <a:lnTo>
                    <a:pt x="534" y="714"/>
                  </a:lnTo>
                  <a:lnTo>
                    <a:pt x="522" y="720"/>
                  </a:lnTo>
                  <a:lnTo>
                    <a:pt x="516" y="726"/>
                  </a:lnTo>
                  <a:lnTo>
                    <a:pt x="468" y="726"/>
                  </a:lnTo>
                  <a:lnTo>
                    <a:pt x="456" y="720"/>
                  </a:lnTo>
                  <a:lnTo>
                    <a:pt x="444" y="708"/>
                  </a:lnTo>
                  <a:lnTo>
                    <a:pt x="438" y="708"/>
                  </a:lnTo>
                  <a:lnTo>
                    <a:pt x="420" y="726"/>
                  </a:lnTo>
                  <a:lnTo>
                    <a:pt x="402" y="714"/>
                  </a:lnTo>
                  <a:lnTo>
                    <a:pt x="396" y="714"/>
                  </a:lnTo>
                  <a:lnTo>
                    <a:pt x="384" y="726"/>
                  </a:lnTo>
                  <a:lnTo>
                    <a:pt x="384" y="738"/>
                  </a:lnTo>
                  <a:lnTo>
                    <a:pt x="396" y="750"/>
                  </a:lnTo>
                  <a:lnTo>
                    <a:pt x="420" y="762"/>
                  </a:lnTo>
                  <a:lnTo>
                    <a:pt x="426" y="762"/>
                  </a:lnTo>
                  <a:lnTo>
                    <a:pt x="444" y="780"/>
                  </a:lnTo>
                  <a:lnTo>
                    <a:pt x="444" y="786"/>
                  </a:lnTo>
                  <a:lnTo>
                    <a:pt x="456" y="786"/>
                  </a:lnTo>
                  <a:lnTo>
                    <a:pt x="468" y="798"/>
                  </a:lnTo>
                  <a:lnTo>
                    <a:pt x="480" y="804"/>
                  </a:lnTo>
                  <a:lnTo>
                    <a:pt x="498" y="798"/>
                  </a:lnTo>
                  <a:lnTo>
                    <a:pt x="504" y="804"/>
                  </a:lnTo>
                  <a:lnTo>
                    <a:pt x="516" y="810"/>
                  </a:lnTo>
                  <a:lnTo>
                    <a:pt x="522" y="822"/>
                  </a:lnTo>
                  <a:lnTo>
                    <a:pt x="534" y="828"/>
                  </a:lnTo>
                  <a:lnTo>
                    <a:pt x="558" y="828"/>
                  </a:lnTo>
                  <a:lnTo>
                    <a:pt x="570" y="816"/>
                  </a:lnTo>
                  <a:lnTo>
                    <a:pt x="570" y="792"/>
                  </a:lnTo>
                  <a:lnTo>
                    <a:pt x="564" y="780"/>
                  </a:lnTo>
                  <a:lnTo>
                    <a:pt x="564" y="768"/>
                  </a:lnTo>
                  <a:lnTo>
                    <a:pt x="570" y="750"/>
                  </a:lnTo>
                  <a:lnTo>
                    <a:pt x="576" y="738"/>
                  </a:lnTo>
                  <a:lnTo>
                    <a:pt x="582" y="732"/>
                  </a:lnTo>
                  <a:lnTo>
                    <a:pt x="582" y="714"/>
                  </a:lnTo>
                  <a:lnTo>
                    <a:pt x="576" y="702"/>
                  </a:lnTo>
                  <a:lnTo>
                    <a:pt x="570" y="720"/>
                  </a:lnTo>
                  <a:close/>
                  <a:moveTo>
                    <a:pt x="180" y="468"/>
                  </a:moveTo>
                  <a:lnTo>
                    <a:pt x="156" y="480"/>
                  </a:lnTo>
                  <a:lnTo>
                    <a:pt x="150" y="486"/>
                  </a:lnTo>
                  <a:lnTo>
                    <a:pt x="138" y="492"/>
                  </a:lnTo>
                  <a:lnTo>
                    <a:pt x="132" y="498"/>
                  </a:lnTo>
                  <a:lnTo>
                    <a:pt x="126" y="498"/>
                  </a:lnTo>
                  <a:lnTo>
                    <a:pt x="114" y="492"/>
                  </a:lnTo>
                  <a:lnTo>
                    <a:pt x="102" y="480"/>
                  </a:lnTo>
                  <a:lnTo>
                    <a:pt x="96" y="498"/>
                  </a:lnTo>
                  <a:lnTo>
                    <a:pt x="102" y="504"/>
                  </a:lnTo>
                  <a:lnTo>
                    <a:pt x="114" y="510"/>
                  </a:lnTo>
                  <a:lnTo>
                    <a:pt x="120" y="522"/>
                  </a:lnTo>
                  <a:lnTo>
                    <a:pt x="120" y="540"/>
                  </a:lnTo>
                  <a:lnTo>
                    <a:pt x="114" y="558"/>
                  </a:lnTo>
                  <a:lnTo>
                    <a:pt x="114" y="570"/>
                  </a:lnTo>
                  <a:lnTo>
                    <a:pt x="126" y="582"/>
                  </a:lnTo>
                  <a:lnTo>
                    <a:pt x="114" y="588"/>
                  </a:lnTo>
                  <a:lnTo>
                    <a:pt x="120" y="636"/>
                  </a:lnTo>
                  <a:lnTo>
                    <a:pt x="108" y="636"/>
                  </a:lnTo>
                  <a:lnTo>
                    <a:pt x="126" y="654"/>
                  </a:lnTo>
                  <a:lnTo>
                    <a:pt x="138" y="654"/>
                  </a:lnTo>
                  <a:lnTo>
                    <a:pt x="144" y="642"/>
                  </a:lnTo>
                  <a:lnTo>
                    <a:pt x="156" y="630"/>
                  </a:lnTo>
                  <a:lnTo>
                    <a:pt x="156" y="618"/>
                  </a:lnTo>
                  <a:lnTo>
                    <a:pt x="168" y="630"/>
                  </a:lnTo>
                  <a:lnTo>
                    <a:pt x="180" y="636"/>
                  </a:lnTo>
                  <a:lnTo>
                    <a:pt x="186" y="636"/>
                  </a:lnTo>
                  <a:lnTo>
                    <a:pt x="192" y="630"/>
                  </a:lnTo>
                  <a:lnTo>
                    <a:pt x="198" y="618"/>
                  </a:lnTo>
                  <a:lnTo>
                    <a:pt x="198" y="594"/>
                  </a:lnTo>
                  <a:lnTo>
                    <a:pt x="204" y="582"/>
                  </a:lnTo>
                  <a:lnTo>
                    <a:pt x="204" y="558"/>
                  </a:lnTo>
                  <a:lnTo>
                    <a:pt x="198" y="552"/>
                  </a:lnTo>
                  <a:lnTo>
                    <a:pt x="192" y="552"/>
                  </a:lnTo>
                  <a:lnTo>
                    <a:pt x="192" y="546"/>
                  </a:lnTo>
                  <a:lnTo>
                    <a:pt x="198" y="540"/>
                  </a:lnTo>
                  <a:lnTo>
                    <a:pt x="204" y="540"/>
                  </a:lnTo>
                  <a:lnTo>
                    <a:pt x="210" y="534"/>
                  </a:lnTo>
                  <a:lnTo>
                    <a:pt x="210" y="522"/>
                  </a:lnTo>
                  <a:lnTo>
                    <a:pt x="204" y="510"/>
                  </a:lnTo>
                  <a:lnTo>
                    <a:pt x="204" y="492"/>
                  </a:lnTo>
                  <a:lnTo>
                    <a:pt x="198" y="480"/>
                  </a:lnTo>
                  <a:lnTo>
                    <a:pt x="186" y="474"/>
                  </a:lnTo>
                  <a:lnTo>
                    <a:pt x="180" y="468"/>
                  </a:lnTo>
                  <a:close/>
                  <a:moveTo>
                    <a:pt x="774" y="546"/>
                  </a:moveTo>
                  <a:lnTo>
                    <a:pt x="768" y="534"/>
                  </a:lnTo>
                  <a:lnTo>
                    <a:pt x="756" y="528"/>
                  </a:lnTo>
                  <a:lnTo>
                    <a:pt x="738" y="510"/>
                  </a:lnTo>
                  <a:lnTo>
                    <a:pt x="678" y="480"/>
                  </a:lnTo>
                  <a:lnTo>
                    <a:pt x="672" y="480"/>
                  </a:lnTo>
                  <a:lnTo>
                    <a:pt x="660" y="474"/>
                  </a:lnTo>
                  <a:lnTo>
                    <a:pt x="648" y="474"/>
                  </a:lnTo>
                  <a:lnTo>
                    <a:pt x="630" y="468"/>
                  </a:lnTo>
                  <a:lnTo>
                    <a:pt x="606" y="456"/>
                  </a:lnTo>
                  <a:lnTo>
                    <a:pt x="606" y="450"/>
                  </a:lnTo>
                  <a:lnTo>
                    <a:pt x="612" y="438"/>
                  </a:lnTo>
                  <a:lnTo>
                    <a:pt x="624" y="426"/>
                  </a:lnTo>
                  <a:lnTo>
                    <a:pt x="624" y="420"/>
                  </a:lnTo>
                  <a:lnTo>
                    <a:pt x="618" y="414"/>
                  </a:lnTo>
                  <a:lnTo>
                    <a:pt x="612" y="414"/>
                  </a:lnTo>
                  <a:lnTo>
                    <a:pt x="594" y="408"/>
                  </a:lnTo>
                  <a:lnTo>
                    <a:pt x="552" y="408"/>
                  </a:lnTo>
                  <a:lnTo>
                    <a:pt x="540" y="402"/>
                  </a:lnTo>
                  <a:lnTo>
                    <a:pt x="534" y="396"/>
                  </a:lnTo>
                  <a:lnTo>
                    <a:pt x="516" y="384"/>
                  </a:lnTo>
                  <a:lnTo>
                    <a:pt x="492" y="360"/>
                  </a:lnTo>
                  <a:lnTo>
                    <a:pt x="480" y="342"/>
                  </a:lnTo>
                  <a:lnTo>
                    <a:pt x="474" y="336"/>
                  </a:lnTo>
                  <a:lnTo>
                    <a:pt x="468" y="324"/>
                  </a:lnTo>
                  <a:lnTo>
                    <a:pt x="468" y="312"/>
                  </a:lnTo>
                  <a:lnTo>
                    <a:pt x="450" y="276"/>
                  </a:lnTo>
                  <a:lnTo>
                    <a:pt x="438" y="270"/>
                  </a:lnTo>
                  <a:lnTo>
                    <a:pt x="432" y="264"/>
                  </a:lnTo>
                  <a:lnTo>
                    <a:pt x="420" y="258"/>
                  </a:lnTo>
                  <a:lnTo>
                    <a:pt x="414" y="252"/>
                  </a:lnTo>
                  <a:lnTo>
                    <a:pt x="378" y="222"/>
                  </a:lnTo>
                  <a:lnTo>
                    <a:pt x="372" y="210"/>
                  </a:lnTo>
                  <a:lnTo>
                    <a:pt x="360" y="198"/>
                  </a:lnTo>
                  <a:lnTo>
                    <a:pt x="360" y="186"/>
                  </a:lnTo>
                  <a:lnTo>
                    <a:pt x="366" y="180"/>
                  </a:lnTo>
                  <a:lnTo>
                    <a:pt x="384" y="180"/>
                  </a:lnTo>
                  <a:lnTo>
                    <a:pt x="384" y="174"/>
                  </a:lnTo>
                  <a:lnTo>
                    <a:pt x="372" y="162"/>
                  </a:lnTo>
                  <a:lnTo>
                    <a:pt x="366" y="150"/>
                  </a:lnTo>
                  <a:lnTo>
                    <a:pt x="366" y="138"/>
                  </a:lnTo>
                  <a:lnTo>
                    <a:pt x="402" y="120"/>
                  </a:lnTo>
                  <a:lnTo>
                    <a:pt x="408" y="114"/>
                  </a:lnTo>
                  <a:lnTo>
                    <a:pt x="414" y="114"/>
                  </a:lnTo>
                  <a:lnTo>
                    <a:pt x="438" y="108"/>
                  </a:lnTo>
                  <a:lnTo>
                    <a:pt x="444" y="72"/>
                  </a:lnTo>
                  <a:lnTo>
                    <a:pt x="432" y="66"/>
                  </a:lnTo>
                  <a:lnTo>
                    <a:pt x="438" y="60"/>
                  </a:lnTo>
                  <a:lnTo>
                    <a:pt x="438" y="42"/>
                  </a:lnTo>
                  <a:lnTo>
                    <a:pt x="384" y="42"/>
                  </a:lnTo>
                  <a:lnTo>
                    <a:pt x="378" y="24"/>
                  </a:lnTo>
                  <a:lnTo>
                    <a:pt x="366" y="24"/>
                  </a:lnTo>
                  <a:lnTo>
                    <a:pt x="366" y="6"/>
                  </a:lnTo>
                  <a:lnTo>
                    <a:pt x="360" y="0"/>
                  </a:lnTo>
                  <a:lnTo>
                    <a:pt x="342" y="0"/>
                  </a:lnTo>
                  <a:lnTo>
                    <a:pt x="336" y="6"/>
                  </a:lnTo>
                  <a:lnTo>
                    <a:pt x="336" y="12"/>
                  </a:lnTo>
                  <a:lnTo>
                    <a:pt x="294" y="12"/>
                  </a:lnTo>
                  <a:lnTo>
                    <a:pt x="282" y="30"/>
                  </a:lnTo>
                  <a:lnTo>
                    <a:pt x="270" y="24"/>
                  </a:lnTo>
                  <a:lnTo>
                    <a:pt x="252" y="24"/>
                  </a:lnTo>
                  <a:lnTo>
                    <a:pt x="246" y="42"/>
                  </a:lnTo>
                  <a:lnTo>
                    <a:pt x="222" y="42"/>
                  </a:lnTo>
                  <a:lnTo>
                    <a:pt x="222" y="48"/>
                  </a:lnTo>
                  <a:lnTo>
                    <a:pt x="234" y="60"/>
                  </a:lnTo>
                  <a:lnTo>
                    <a:pt x="228" y="72"/>
                  </a:lnTo>
                  <a:lnTo>
                    <a:pt x="210" y="60"/>
                  </a:lnTo>
                  <a:lnTo>
                    <a:pt x="192" y="66"/>
                  </a:lnTo>
                  <a:lnTo>
                    <a:pt x="180" y="48"/>
                  </a:lnTo>
                  <a:lnTo>
                    <a:pt x="174" y="72"/>
                  </a:lnTo>
                  <a:lnTo>
                    <a:pt x="162" y="84"/>
                  </a:lnTo>
                  <a:lnTo>
                    <a:pt x="162" y="102"/>
                  </a:lnTo>
                  <a:lnTo>
                    <a:pt x="138" y="78"/>
                  </a:lnTo>
                  <a:lnTo>
                    <a:pt x="132" y="78"/>
                  </a:lnTo>
                  <a:lnTo>
                    <a:pt x="132" y="72"/>
                  </a:lnTo>
                  <a:lnTo>
                    <a:pt x="126" y="66"/>
                  </a:lnTo>
                  <a:lnTo>
                    <a:pt x="126" y="60"/>
                  </a:lnTo>
                  <a:lnTo>
                    <a:pt x="120" y="54"/>
                  </a:lnTo>
                  <a:lnTo>
                    <a:pt x="108" y="54"/>
                  </a:lnTo>
                  <a:lnTo>
                    <a:pt x="102" y="60"/>
                  </a:lnTo>
                  <a:lnTo>
                    <a:pt x="102" y="78"/>
                  </a:lnTo>
                  <a:lnTo>
                    <a:pt x="84" y="96"/>
                  </a:lnTo>
                  <a:lnTo>
                    <a:pt x="78" y="96"/>
                  </a:lnTo>
                  <a:lnTo>
                    <a:pt x="66" y="84"/>
                  </a:lnTo>
                  <a:lnTo>
                    <a:pt x="54" y="84"/>
                  </a:lnTo>
                  <a:lnTo>
                    <a:pt x="42" y="96"/>
                  </a:lnTo>
                  <a:lnTo>
                    <a:pt x="30" y="96"/>
                  </a:lnTo>
                  <a:lnTo>
                    <a:pt x="30" y="102"/>
                  </a:lnTo>
                  <a:lnTo>
                    <a:pt x="24" y="102"/>
                  </a:lnTo>
                  <a:lnTo>
                    <a:pt x="18" y="108"/>
                  </a:lnTo>
                  <a:lnTo>
                    <a:pt x="42" y="132"/>
                  </a:lnTo>
                  <a:lnTo>
                    <a:pt x="42" y="138"/>
                  </a:lnTo>
                  <a:lnTo>
                    <a:pt x="24" y="156"/>
                  </a:lnTo>
                  <a:lnTo>
                    <a:pt x="0" y="156"/>
                  </a:lnTo>
                  <a:lnTo>
                    <a:pt x="12" y="174"/>
                  </a:lnTo>
                  <a:lnTo>
                    <a:pt x="24" y="174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24" y="198"/>
                  </a:lnTo>
                  <a:lnTo>
                    <a:pt x="24" y="204"/>
                  </a:lnTo>
                  <a:lnTo>
                    <a:pt x="18" y="210"/>
                  </a:lnTo>
                  <a:lnTo>
                    <a:pt x="18" y="216"/>
                  </a:lnTo>
                  <a:lnTo>
                    <a:pt x="24" y="222"/>
                  </a:lnTo>
                  <a:lnTo>
                    <a:pt x="36" y="228"/>
                  </a:lnTo>
                  <a:lnTo>
                    <a:pt x="42" y="228"/>
                  </a:lnTo>
                  <a:lnTo>
                    <a:pt x="42" y="234"/>
                  </a:lnTo>
                  <a:lnTo>
                    <a:pt x="66" y="234"/>
                  </a:lnTo>
                  <a:lnTo>
                    <a:pt x="72" y="240"/>
                  </a:lnTo>
                  <a:lnTo>
                    <a:pt x="72" y="246"/>
                  </a:lnTo>
                  <a:lnTo>
                    <a:pt x="54" y="264"/>
                  </a:lnTo>
                  <a:lnTo>
                    <a:pt x="54" y="270"/>
                  </a:lnTo>
                  <a:lnTo>
                    <a:pt x="66" y="270"/>
                  </a:lnTo>
                  <a:lnTo>
                    <a:pt x="90" y="258"/>
                  </a:lnTo>
                  <a:lnTo>
                    <a:pt x="120" y="228"/>
                  </a:lnTo>
                  <a:lnTo>
                    <a:pt x="144" y="216"/>
                  </a:lnTo>
                  <a:lnTo>
                    <a:pt x="156" y="216"/>
                  </a:lnTo>
                  <a:lnTo>
                    <a:pt x="168" y="222"/>
                  </a:lnTo>
                  <a:lnTo>
                    <a:pt x="204" y="234"/>
                  </a:lnTo>
                  <a:lnTo>
                    <a:pt x="216" y="240"/>
                  </a:lnTo>
                  <a:lnTo>
                    <a:pt x="228" y="252"/>
                  </a:lnTo>
                  <a:lnTo>
                    <a:pt x="234" y="264"/>
                  </a:lnTo>
                  <a:lnTo>
                    <a:pt x="234" y="276"/>
                  </a:lnTo>
                  <a:lnTo>
                    <a:pt x="240" y="282"/>
                  </a:lnTo>
                  <a:lnTo>
                    <a:pt x="240" y="288"/>
                  </a:lnTo>
                  <a:lnTo>
                    <a:pt x="252" y="300"/>
                  </a:lnTo>
                  <a:lnTo>
                    <a:pt x="252" y="306"/>
                  </a:lnTo>
                  <a:lnTo>
                    <a:pt x="246" y="318"/>
                  </a:lnTo>
                  <a:lnTo>
                    <a:pt x="246" y="324"/>
                  </a:lnTo>
                  <a:lnTo>
                    <a:pt x="258" y="336"/>
                  </a:lnTo>
                  <a:lnTo>
                    <a:pt x="282" y="348"/>
                  </a:lnTo>
                  <a:lnTo>
                    <a:pt x="288" y="354"/>
                  </a:lnTo>
                  <a:lnTo>
                    <a:pt x="294" y="354"/>
                  </a:lnTo>
                  <a:lnTo>
                    <a:pt x="300" y="372"/>
                  </a:lnTo>
                  <a:lnTo>
                    <a:pt x="330" y="372"/>
                  </a:lnTo>
                  <a:lnTo>
                    <a:pt x="348" y="390"/>
                  </a:lnTo>
                  <a:lnTo>
                    <a:pt x="354" y="402"/>
                  </a:lnTo>
                  <a:lnTo>
                    <a:pt x="366" y="414"/>
                  </a:lnTo>
                  <a:lnTo>
                    <a:pt x="378" y="420"/>
                  </a:lnTo>
                  <a:lnTo>
                    <a:pt x="384" y="432"/>
                  </a:lnTo>
                  <a:lnTo>
                    <a:pt x="420" y="468"/>
                  </a:lnTo>
                  <a:lnTo>
                    <a:pt x="456" y="468"/>
                  </a:lnTo>
                  <a:lnTo>
                    <a:pt x="462" y="474"/>
                  </a:lnTo>
                  <a:lnTo>
                    <a:pt x="468" y="486"/>
                  </a:lnTo>
                  <a:lnTo>
                    <a:pt x="492" y="498"/>
                  </a:lnTo>
                  <a:lnTo>
                    <a:pt x="510" y="504"/>
                  </a:lnTo>
                  <a:lnTo>
                    <a:pt x="528" y="504"/>
                  </a:lnTo>
                  <a:lnTo>
                    <a:pt x="540" y="510"/>
                  </a:lnTo>
                  <a:lnTo>
                    <a:pt x="546" y="510"/>
                  </a:lnTo>
                  <a:lnTo>
                    <a:pt x="552" y="522"/>
                  </a:lnTo>
                  <a:lnTo>
                    <a:pt x="552" y="534"/>
                  </a:lnTo>
                  <a:lnTo>
                    <a:pt x="564" y="558"/>
                  </a:lnTo>
                  <a:lnTo>
                    <a:pt x="570" y="564"/>
                  </a:lnTo>
                  <a:lnTo>
                    <a:pt x="582" y="564"/>
                  </a:lnTo>
                  <a:lnTo>
                    <a:pt x="594" y="558"/>
                  </a:lnTo>
                  <a:lnTo>
                    <a:pt x="600" y="558"/>
                  </a:lnTo>
                  <a:lnTo>
                    <a:pt x="600" y="570"/>
                  </a:lnTo>
                  <a:lnTo>
                    <a:pt x="606" y="582"/>
                  </a:lnTo>
                  <a:lnTo>
                    <a:pt x="606" y="606"/>
                  </a:lnTo>
                  <a:lnTo>
                    <a:pt x="612" y="618"/>
                  </a:lnTo>
                  <a:lnTo>
                    <a:pt x="630" y="636"/>
                  </a:lnTo>
                  <a:lnTo>
                    <a:pt x="630" y="666"/>
                  </a:lnTo>
                  <a:lnTo>
                    <a:pt x="612" y="666"/>
                  </a:lnTo>
                  <a:lnTo>
                    <a:pt x="612" y="690"/>
                  </a:lnTo>
                  <a:lnTo>
                    <a:pt x="606" y="696"/>
                  </a:lnTo>
                  <a:lnTo>
                    <a:pt x="600" y="708"/>
                  </a:lnTo>
                  <a:lnTo>
                    <a:pt x="594" y="714"/>
                  </a:lnTo>
                  <a:lnTo>
                    <a:pt x="594" y="732"/>
                  </a:lnTo>
                  <a:lnTo>
                    <a:pt x="606" y="732"/>
                  </a:lnTo>
                  <a:lnTo>
                    <a:pt x="618" y="726"/>
                  </a:lnTo>
                  <a:lnTo>
                    <a:pt x="624" y="726"/>
                  </a:lnTo>
                  <a:lnTo>
                    <a:pt x="636" y="702"/>
                  </a:lnTo>
                  <a:lnTo>
                    <a:pt x="654" y="696"/>
                  </a:lnTo>
                  <a:lnTo>
                    <a:pt x="654" y="666"/>
                  </a:lnTo>
                  <a:lnTo>
                    <a:pt x="666" y="654"/>
                  </a:lnTo>
                  <a:lnTo>
                    <a:pt x="678" y="654"/>
                  </a:lnTo>
                  <a:lnTo>
                    <a:pt x="684" y="648"/>
                  </a:lnTo>
                  <a:lnTo>
                    <a:pt x="696" y="648"/>
                  </a:lnTo>
                  <a:lnTo>
                    <a:pt x="696" y="636"/>
                  </a:lnTo>
                  <a:lnTo>
                    <a:pt x="690" y="630"/>
                  </a:lnTo>
                  <a:lnTo>
                    <a:pt x="690" y="618"/>
                  </a:lnTo>
                  <a:lnTo>
                    <a:pt x="678" y="606"/>
                  </a:lnTo>
                  <a:lnTo>
                    <a:pt x="666" y="606"/>
                  </a:lnTo>
                  <a:lnTo>
                    <a:pt x="648" y="588"/>
                  </a:lnTo>
                  <a:lnTo>
                    <a:pt x="654" y="582"/>
                  </a:lnTo>
                  <a:lnTo>
                    <a:pt x="660" y="570"/>
                  </a:lnTo>
                  <a:lnTo>
                    <a:pt x="666" y="552"/>
                  </a:lnTo>
                  <a:lnTo>
                    <a:pt x="672" y="540"/>
                  </a:lnTo>
                  <a:lnTo>
                    <a:pt x="684" y="528"/>
                  </a:lnTo>
                  <a:lnTo>
                    <a:pt x="690" y="534"/>
                  </a:lnTo>
                  <a:lnTo>
                    <a:pt x="702" y="534"/>
                  </a:lnTo>
                  <a:lnTo>
                    <a:pt x="708" y="540"/>
                  </a:lnTo>
                  <a:lnTo>
                    <a:pt x="738" y="540"/>
                  </a:lnTo>
                  <a:lnTo>
                    <a:pt x="738" y="552"/>
                  </a:lnTo>
                  <a:lnTo>
                    <a:pt x="744" y="558"/>
                  </a:lnTo>
                  <a:lnTo>
                    <a:pt x="744" y="564"/>
                  </a:lnTo>
                  <a:lnTo>
                    <a:pt x="750" y="576"/>
                  </a:lnTo>
                  <a:lnTo>
                    <a:pt x="762" y="576"/>
                  </a:lnTo>
                  <a:lnTo>
                    <a:pt x="774" y="570"/>
                  </a:lnTo>
                  <a:lnTo>
                    <a:pt x="780" y="564"/>
                  </a:lnTo>
                  <a:lnTo>
                    <a:pt x="780" y="558"/>
                  </a:lnTo>
                  <a:lnTo>
                    <a:pt x="774" y="54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06" name="Israel" descr="© INSCALE GmbH, 05.05.2010&#10;http://www.presentationload.com/">
              <a:extLst>
                <a:ext uri="{FF2B5EF4-FFF2-40B4-BE49-F238E27FC236}">
                  <a16:creationId xmlns:a16="http://schemas.microsoft.com/office/drawing/2014/main" id="{BA604415-0089-44A7-8915-A8C606C9BF6D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513899" y="2117026"/>
              <a:ext cx="33602" cy="105325"/>
            </a:xfrm>
            <a:custGeom>
              <a:avLst/>
              <a:gdLst>
                <a:gd name="T0" fmla="*/ 0 w 102"/>
                <a:gd name="T1" fmla="*/ 2147483647 h 324"/>
                <a:gd name="T2" fmla="*/ 2147483647 w 102"/>
                <a:gd name="T3" fmla="*/ 2147483647 h 324"/>
                <a:gd name="T4" fmla="*/ 2147483647 w 102"/>
                <a:gd name="T5" fmla="*/ 2147483647 h 324"/>
                <a:gd name="T6" fmla="*/ 2147483647 w 102"/>
                <a:gd name="T7" fmla="*/ 2147483647 h 324"/>
                <a:gd name="T8" fmla="*/ 2147483647 w 102"/>
                <a:gd name="T9" fmla="*/ 2147483647 h 324"/>
                <a:gd name="T10" fmla="*/ 2147483647 w 102"/>
                <a:gd name="T11" fmla="*/ 2147483647 h 324"/>
                <a:gd name="T12" fmla="*/ 2147483647 w 102"/>
                <a:gd name="T13" fmla="*/ 2147483647 h 324"/>
                <a:gd name="T14" fmla="*/ 2147483647 w 102"/>
                <a:gd name="T15" fmla="*/ 2147483647 h 324"/>
                <a:gd name="T16" fmla="*/ 2147483647 w 102"/>
                <a:gd name="T17" fmla="*/ 2147483647 h 324"/>
                <a:gd name="T18" fmla="*/ 2147483647 w 102"/>
                <a:gd name="T19" fmla="*/ 2147483647 h 324"/>
                <a:gd name="T20" fmla="*/ 2147483647 w 102"/>
                <a:gd name="T21" fmla="*/ 2147483647 h 324"/>
                <a:gd name="T22" fmla="*/ 2147483647 w 102"/>
                <a:gd name="T23" fmla="*/ 2147483647 h 324"/>
                <a:gd name="T24" fmla="*/ 2147483647 w 102"/>
                <a:gd name="T25" fmla="*/ 2147483647 h 324"/>
                <a:gd name="T26" fmla="*/ 2147483647 w 102"/>
                <a:gd name="T27" fmla="*/ 2147483647 h 324"/>
                <a:gd name="T28" fmla="*/ 2147483647 w 102"/>
                <a:gd name="T29" fmla="*/ 2147483647 h 324"/>
                <a:gd name="T30" fmla="*/ 2147483647 w 102"/>
                <a:gd name="T31" fmla="*/ 2147483647 h 324"/>
                <a:gd name="T32" fmla="*/ 2147483647 w 102"/>
                <a:gd name="T33" fmla="*/ 2147483647 h 324"/>
                <a:gd name="T34" fmla="*/ 2147483647 w 102"/>
                <a:gd name="T35" fmla="*/ 2147483647 h 324"/>
                <a:gd name="T36" fmla="*/ 2147483647 w 102"/>
                <a:gd name="T37" fmla="*/ 2147483647 h 324"/>
                <a:gd name="T38" fmla="*/ 2147483647 w 102"/>
                <a:gd name="T39" fmla="*/ 2147483647 h 324"/>
                <a:gd name="T40" fmla="*/ 2147483647 w 102"/>
                <a:gd name="T41" fmla="*/ 2147483647 h 324"/>
                <a:gd name="T42" fmla="*/ 2147483647 w 102"/>
                <a:gd name="T43" fmla="*/ 2147483647 h 324"/>
                <a:gd name="T44" fmla="*/ 2147483647 w 102"/>
                <a:gd name="T45" fmla="*/ 2147483647 h 324"/>
                <a:gd name="T46" fmla="*/ 2147483647 w 102"/>
                <a:gd name="T47" fmla="*/ 2147483647 h 324"/>
                <a:gd name="T48" fmla="*/ 2147483647 w 102"/>
                <a:gd name="T49" fmla="*/ 0 h 324"/>
                <a:gd name="T50" fmla="*/ 2147483647 w 102"/>
                <a:gd name="T51" fmla="*/ 2147483647 h 324"/>
                <a:gd name="T52" fmla="*/ 2147483647 w 102"/>
                <a:gd name="T53" fmla="*/ 2147483647 h 324"/>
                <a:gd name="T54" fmla="*/ 2147483647 w 102"/>
                <a:gd name="T55" fmla="*/ 2147483647 h 324"/>
                <a:gd name="T56" fmla="*/ 2147483647 w 102"/>
                <a:gd name="T57" fmla="*/ 2147483647 h 324"/>
                <a:gd name="T58" fmla="*/ 2147483647 w 102"/>
                <a:gd name="T59" fmla="*/ 2147483647 h 324"/>
                <a:gd name="T60" fmla="*/ 2147483647 w 102"/>
                <a:gd name="T61" fmla="*/ 2147483647 h 324"/>
                <a:gd name="T62" fmla="*/ 2147483647 w 102"/>
                <a:gd name="T63" fmla="*/ 2147483647 h 324"/>
                <a:gd name="T64" fmla="*/ 2147483647 w 102"/>
                <a:gd name="T65" fmla="*/ 2147483647 h 324"/>
                <a:gd name="T66" fmla="*/ 2147483647 w 102"/>
                <a:gd name="T67" fmla="*/ 2147483647 h 324"/>
                <a:gd name="T68" fmla="*/ 2147483647 w 102"/>
                <a:gd name="T69" fmla="*/ 2147483647 h 324"/>
                <a:gd name="T70" fmla="*/ 2147483647 w 102"/>
                <a:gd name="T71" fmla="*/ 2147483647 h 324"/>
                <a:gd name="T72" fmla="*/ 2147483647 w 102"/>
                <a:gd name="T73" fmla="*/ 2147483647 h 324"/>
                <a:gd name="T74" fmla="*/ 2147483647 w 102"/>
                <a:gd name="T75" fmla="*/ 2147483647 h 324"/>
                <a:gd name="T76" fmla="*/ 2147483647 w 102"/>
                <a:gd name="T77" fmla="*/ 2147483647 h 324"/>
                <a:gd name="T78" fmla="*/ 0 w 102"/>
                <a:gd name="T79" fmla="*/ 2147483647 h 32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02"/>
                <a:gd name="T121" fmla="*/ 0 h 324"/>
                <a:gd name="T122" fmla="*/ 102 w 102"/>
                <a:gd name="T123" fmla="*/ 324 h 324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02" h="324">
                  <a:moveTo>
                    <a:pt x="0" y="168"/>
                  </a:moveTo>
                  <a:lnTo>
                    <a:pt x="54" y="312"/>
                  </a:lnTo>
                  <a:lnTo>
                    <a:pt x="60" y="324"/>
                  </a:lnTo>
                  <a:lnTo>
                    <a:pt x="60" y="306"/>
                  </a:lnTo>
                  <a:lnTo>
                    <a:pt x="66" y="294"/>
                  </a:lnTo>
                  <a:lnTo>
                    <a:pt x="66" y="234"/>
                  </a:lnTo>
                  <a:lnTo>
                    <a:pt x="72" y="228"/>
                  </a:lnTo>
                  <a:lnTo>
                    <a:pt x="78" y="216"/>
                  </a:lnTo>
                  <a:lnTo>
                    <a:pt x="84" y="210"/>
                  </a:lnTo>
                  <a:lnTo>
                    <a:pt x="90" y="198"/>
                  </a:lnTo>
                  <a:lnTo>
                    <a:pt x="90" y="186"/>
                  </a:lnTo>
                  <a:lnTo>
                    <a:pt x="78" y="174"/>
                  </a:lnTo>
                  <a:lnTo>
                    <a:pt x="78" y="162"/>
                  </a:lnTo>
                  <a:lnTo>
                    <a:pt x="72" y="156"/>
                  </a:lnTo>
                  <a:lnTo>
                    <a:pt x="66" y="162"/>
                  </a:lnTo>
                  <a:lnTo>
                    <a:pt x="66" y="168"/>
                  </a:lnTo>
                  <a:lnTo>
                    <a:pt x="60" y="168"/>
                  </a:lnTo>
                  <a:lnTo>
                    <a:pt x="54" y="174"/>
                  </a:lnTo>
                  <a:lnTo>
                    <a:pt x="48" y="168"/>
                  </a:lnTo>
                  <a:lnTo>
                    <a:pt x="48" y="96"/>
                  </a:lnTo>
                  <a:lnTo>
                    <a:pt x="66" y="78"/>
                  </a:lnTo>
                  <a:lnTo>
                    <a:pt x="84" y="78"/>
                  </a:lnTo>
                  <a:lnTo>
                    <a:pt x="90" y="60"/>
                  </a:lnTo>
                  <a:lnTo>
                    <a:pt x="84" y="18"/>
                  </a:lnTo>
                  <a:lnTo>
                    <a:pt x="102" y="0"/>
                  </a:lnTo>
                  <a:lnTo>
                    <a:pt x="78" y="6"/>
                  </a:lnTo>
                  <a:lnTo>
                    <a:pt x="78" y="18"/>
                  </a:lnTo>
                  <a:lnTo>
                    <a:pt x="72" y="30"/>
                  </a:lnTo>
                  <a:lnTo>
                    <a:pt x="66" y="36"/>
                  </a:lnTo>
                  <a:lnTo>
                    <a:pt x="60" y="36"/>
                  </a:lnTo>
                  <a:lnTo>
                    <a:pt x="54" y="30"/>
                  </a:lnTo>
                  <a:lnTo>
                    <a:pt x="42" y="54"/>
                  </a:lnTo>
                  <a:lnTo>
                    <a:pt x="30" y="60"/>
                  </a:lnTo>
                  <a:lnTo>
                    <a:pt x="36" y="72"/>
                  </a:lnTo>
                  <a:lnTo>
                    <a:pt x="36" y="84"/>
                  </a:lnTo>
                  <a:lnTo>
                    <a:pt x="42" y="90"/>
                  </a:lnTo>
                  <a:lnTo>
                    <a:pt x="42" y="96"/>
                  </a:lnTo>
                  <a:lnTo>
                    <a:pt x="18" y="138"/>
                  </a:lnTo>
                  <a:lnTo>
                    <a:pt x="18" y="156"/>
                  </a:lnTo>
                  <a:lnTo>
                    <a:pt x="0" y="16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07" name="Ireland" descr="© INSCALE GmbH, 05.05.2010&#10;http://www.presentationload.com/">
              <a:extLst>
                <a:ext uri="{FF2B5EF4-FFF2-40B4-BE49-F238E27FC236}">
                  <a16:creationId xmlns:a16="http://schemas.microsoft.com/office/drawing/2014/main" id="{3C741873-0A75-457E-9674-282228836D97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557511" y="1549302"/>
              <a:ext cx="93054" cy="97618"/>
            </a:xfrm>
            <a:custGeom>
              <a:avLst/>
              <a:gdLst>
                <a:gd name="T0" fmla="*/ 2147483647 w 282"/>
                <a:gd name="T1" fmla="*/ 2147483647 h 300"/>
                <a:gd name="T2" fmla="*/ 2147483647 w 282"/>
                <a:gd name="T3" fmla="*/ 2147483647 h 300"/>
                <a:gd name="T4" fmla="*/ 2147483647 w 282"/>
                <a:gd name="T5" fmla="*/ 2147483647 h 300"/>
                <a:gd name="T6" fmla="*/ 2147483647 w 282"/>
                <a:gd name="T7" fmla="*/ 2147483647 h 300"/>
                <a:gd name="T8" fmla="*/ 2147483647 w 282"/>
                <a:gd name="T9" fmla="*/ 2147483647 h 300"/>
                <a:gd name="T10" fmla="*/ 2147483647 w 282"/>
                <a:gd name="T11" fmla="*/ 2147483647 h 300"/>
                <a:gd name="T12" fmla="*/ 2147483647 w 282"/>
                <a:gd name="T13" fmla="*/ 2147483647 h 300"/>
                <a:gd name="T14" fmla="*/ 2147483647 w 282"/>
                <a:gd name="T15" fmla="*/ 2147483647 h 300"/>
                <a:gd name="T16" fmla="*/ 2147483647 w 282"/>
                <a:gd name="T17" fmla="*/ 2147483647 h 300"/>
                <a:gd name="T18" fmla="*/ 2147483647 w 282"/>
                <a:gd name="T19" fmla="*/ 2147483647 h 300"/>
                <a:gd name="T20" fmla="*/ 2147483647 w 282"/>
                <a:gd name="T21" fmla="*/ 2147483647 h 300"/>
                <a:gd name="T22" fmla="*/ 2147483647 w 282"/>
                <a:gd name="T23" fmla="*/ 2147483647 h 300"/>
                <a:gd name="T24" fmla="*/ 2147483647 w 282"/>
                <a:gd name="T25" fmla="*/ 0 h 300"/>
                <a:gd name="T26" fmla="*/ 2147483647 w 282"/>
                <a:gd name="T27" fmla="*/ 2147483647 h 300"/>
                <a:gd name="T28" fmla="*/ 2147483647 w 282"/>
                <a:gd name="T29" fmla="*/ 2147483647 h 300"/>
                <a:gd name="T30" fmla="*/ 2147483647 w 282"/>
                <a:gd name="T31" fmla="*/ 2147483647 h 300"/>
                <a:gd name="T32" fmla="*/ 2147483647 w 282"/>
                <a:gd name="T33" fmla="*/ 2147483647 h 300"/>
                <a:gd name="T34" fmla="*/ 2147483647 w 282"/>
                <a:gd name="T35" fmla="*/ 2147483647 h 300"/>
                <a:gd name="T36" fmla="*/ 2147483647 w 282"/>
                <a:gd name="T37" fmla="*/ 2147483647 h 300"/>
                <a:gd name="T38" fmla="*/ 2147483647 w 282"/>
                <a:gd name="T39" fmla="*/ 2147483647 h 300"/>
                <a:gd name="T40" fmla="*/ 2147483647 w 282"/>
                <a:gd name="T41" fmla="*/ 2147483647 h 300"/>
                <a:gd name="T42" fmla="*/ 2147483647 w 282"/>
                <a:gd name="T43" fmla="*/ 2147483647 h 300"/>
                <a:gd name="T44" fmla="*/ 2147483647 w 282"/>
                <a:gd name="T45" fmla="*/ 2147483647 h 300"/>
                <a:gd name="T46" fmla="*/ 2147483647 w 282"/>
                <a:gd name="T47" fmla="*/ 2147483647 h 300"/>
                <a:gd name="T48" fmla="*/ 2147483647 w 282"/>
                <a:gd name="T49" fmla="*/ 2147483647 h 300"/>
                <a:gd name="T50" fmla="*/ 2147483647 w 282"/>
                <a:gd name="T51" fmla="*/ 2147483647 h 300"/>
                <a:gd name="T52" fmla="*/ 2147483647 w 282"/>
                <a:gd name="T53" fmla="*/ 2147483647 h 300"/>
                <a:gd name="T54" fmla="*/ 2147483647 w 282"/>
                <a:gd name="T55" fmla="*/ 2147483647 h 300"/>
                <a:gd name="T56" fmla="*/ 2147483647 w 282"/>
                <a:gd name="T57" fmla="*/ 2147483647 h 300"/>
                <a:gd name="T58" fmla="*/ 2147483647 w 282"/>
                <a:gd name="T59" fmla="*/ 2147483647 h 300"/>
                <a:gd name="T60" fmla="*/ 2147483647 w 282"/>
                <a:gd name="T61" fmla="*/ 2147483647 h 300"/>
                <a:gd name="T62" fmla="*/ 2147483647 w 282"/>
                <a:gd name="T63" fmla="*/ 2147483647 h 300"/>
                <a:gd name="T64" fmla="*/ 2147483647 w 282"/>
                <a:gd name="T65" fmla="*/ 2147483647 h 300"/>
                <a:gd name="T66" fmla="*/ 2147483647 w 282"/>
                <a:gd name="T67" fmla="*/ 2147483647 h 300"/>
                <a:gd name="T68" fmla="*/ 2147483647 w 282"/>
                <a:gd name="T69" fmla="*/ 2147483647 h 300"/>
                <a:gd name="T70" fmla="*/ 2147483647 w 282"/>
                <a:gd name="T71" fmla="*/ 2147483647 h 300"/>
                <a:gd name="T72" fmla="*/ 2147483647 w 282"/>
                <a:gd name="T73" fmla="*/ 2147483647 h 300"/>
                <a:gd name="T74" fmla="*/ 2147483647 w 282"/>
                <a:gd name="T75" fmla="*/ 2147483647 h 300"/>
                <a:gd name="T76" fmla="*/ 2147483647 w 282"/>
                <a:gd name="T77" fmla="*/ 2147483647 h 300"/>
                <a:gd name="T78" fmla="*/ 2147483647 w 282"/>
                <a:gd name="T79" fmla="*/ 2147483647 h 300"/>
                <a:gd name="T80" fmla="*/ 0 w 282"/>
                <a:gd name="T81" fmla="*/ 2147483647 h 300"/>
                <a:gd name="T82" fmla="*/ 2147483647 w 282"/>
                <a:gd name="T83" fmla="*/ 2147483647 h 300"/>
                <a:gd name="T84" fmla="*/ 2147483647 w 282"/>
                <a:gd name="T85" fmla="*/ 2147483647 h 300"/>
                <a:gd name="T86" fmla="*/ 2147483647 w 282"/>
                <a:gd name="T87" fmla="*/ 2147483647 h 300"/>
                <a:gd name="T88" fmla="*/ 2147483647 w 282"/>
                <a:gd name="T89" fmla="*/ 2147483647 h 300"/>
                <a:gd name="T90" fmla="*/ 2147483647 w 282"/>
                <a:gd name="T91" fmla="*/ 2147483647 h 300"/>
                <a:gd name="T92" fmla="*/ 2147483647 w 282"/>
                <a:gd name="T93" fmla="*/ 2147483647 h 300"/>
                <a:gd name="T94" fmla="*/ 2147483647 w 282"/>
                <a:gd name="T95" fmla="*/ 2147483647 h 300"/>
                <a:gd name="T96" fmla="*/ 2147483647 w 282"/>
                <a:gd name="T97" fmla="*/ 2147483647 h 300"/>
                <a:gd name="T98" fmla="*/ 2147483647 w 282"/>
                <a:gd name="T99" fmla="*/ 2147483647 h 300"/>
                <a:gd name="T100" fmla="*/ 2147483647 w 282"/>
                <a:gd name="T101" fmla="*/ 2147483647 h 300"/>
                <a:gd name="T102" fmla="*/ 2147483647 w 282"/>
                <a:gd name="T103" fmla="*/ 2147483647 h 300"/>
                <a:gd name="T104" fmla="*/ 2147483647 w 282"/>
                <a:gd name="T105" fmla="*/ 2147483647 h 300"/>
                <a:gd name="T106" fmla="*/ 2147483647 w 282"/>
                <a:gd name="T107" fmla="*/ 2147483647 h 300"/>
                <a:gd name="T108" fmla="*/ 2147483647 w 282"/>
                <a:gd name="T109" fmla="*/ 2147483647 h 300"/>
                <a:gd name="T110" fmla="*/ 2147483647 w 282"/>
                <a:gd name="T111" fmla="*/ 2147483647 h 30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82"/>
                <a:gd name="T169" fmla="*/ 0 h 300"/>
                <a:gd name="T170" fmla="*/ 282 w 282"/>
                <a:gd name="T171" fmla="*/ 300 h 30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82" h="300">
                  <a:moveTo>
                    <a:pt x="276" y="156"/>
                  </a:moveTo>
                  <a:lnTo>
                    <a:pt x="276" y="144"/>
                  </a:lnTo>
                  <a:lnTo>
                    <a:pt x="270" y="132"/>
                  </a:lnTo>
                  <a:lnTo>
                    <a:pt x="264" y="126"/>
                  </a:lnTo>
                  <a:lnTo>
                    <a:pt x="264" y="114"/>
                  </a:lnTo>
                  <a:lnTo>
                    <a:pt x="258" y="108"/>
                  </a:lnTo>
                  <a:lnTo>
                    <a:pt x="258" y="102"/>
                  </a:lnTo>
                  <a:lnTo>
                    <a:pt x="276" y="102"/>
                  </a:lnTo>
                  <a:lnTo>
                    <a:pt x="282" y="96"/>
                  </a:lnTo>
                  <a:lnTo>
                    <a:pt x="246" y="90"/>
                  </a:lnTo>
                  <a:lnTo>
                    <a:pt x="228" y="66"/>
                  </a:lnTo>
                  <a:lnTo>
                    <a:pt x="204" y="90"/>
                  </a:lnTo>
                  <a:lnTo>
                    <a:pt x="192" y="90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74" y="60"/>
                  </a:lnTo>
                  <a:lnTo>
                    <a:pt x="180" y="60"/>
                  </a:lnTo>
                  <a:lnTo>
                    <a:pt x="186" y="54"/>
                  </a:lnTo>
                  <a:lnTo>
                    <a:pt x="192" y="54"/>
                  </a:lnTo>
                  <a:lnTo>
                    <a:pt x="192" y="42"/>
                  </a:lnTo>
                  <a:lnTo>
                    <a:pt x="234" y="18"/>
                  </a:lnTo>
                  <a:lnTo>
                    <a:pt x="240" y="12"/>
                  </a:lnTo>
                  <a:lnTo>
                    <a:pt x="240" y="6"/>
                  </a:lnTo>
                  <a:lnTo>
                    <a:pt x="234" y="6"/>
                  </a:lnTo>
                  <a:lnTo>
                    <a:pt x="228" y="0"/>
                  </a:lnTo>
                  <a:lnTo>
                    <a:pt x="222" y="0"/>
                  </a:lnTo>
                  <a:lnTo>
                    <a:pt x="210" y="6"/>
                  </a:lnTo>
                  <a:lnTo>
                    <a:pt x="204" y="18"/>
                  </a:lnTo>
                  <a:lnTo>
                    <a:pt x="198" y="6"/>
                  </a:lnTo>
                  <a:lnTo>
                    <a:pt x="174" y="6"/>
                  </a:lnTo>
                  <a:lnTo>
                    <a:pt x="162" y="12"/>
                  </a:lnTo>
                  <a:lnTo>
                    <a:pt x="156" y="12"/>
                  </a:lnTo>
                  <a:lnTo>
                    <a:pt x="150" y="18"/>
                  </a:lnTo>
                  <a:lnTo>
                    <a:pt x="150" y="30"/>
                  </a:lnTo>
                  <a:lnTo>
                    <a:pt x="144" y="36"/>
                  </a:lnTo>
                  <a:lnTo>
                    <a:pt x="144" y="42"/>
                  </a:lnTo>
                  <a:lnTo>
                    <a:pt x="126" y="42"/>
                  </a:lnTo>
                  <a:lnTo>
                    <a:pt x="120" y="48"/>
                  </a:lnTo>
                  <a:lnTo>
                    <a:pt x="120" y="54"/>
                  </a:lnTo>
                  <a:lnTo>
                    <a:pt x="138" y="54"/>
                  </a:lnTo>
                  <a:lnTo>
                    <a:pt x="144" y="60"/>
                  </a:lnTo>
                  <a:lnTo>
                    <a:pt x="150" y="60"/>
                  </a:lnTo>
                  <a:lnTo>
                    <a:pt x="150" y="66"/>
                  </a:lnTo>
                  <a:lnTo>
                    <a:pt x="144" y="72"/>
                  </a:lnTo>
                  <a:lnTo>
                    <a:pt x="132" y="72"/>
                  </a:lnTo>
                  <a:lnTo>
                    <a:pt x="132" y="78"/>
                  </a:lnTo>
                  <a:lnTo>
                    <a:pt x="126" y="84"/>
                  </a:lnTo>
                  <a:lnTo>
                    <a:pt x="102" y="84"/>
                  </a:lnTo>
                  <a:lnTo>
                    <a:pt x="102" y="90"/>
                  </a:lnTo>
                  <a:lnTo>
                    <a:pt x="90" y="78"/>
                  </a:lnTo>
                  <a:lnTo>
                    <a:pt x="42" y="78"/>
                  </a:lnTo>
                  <a:lnTo>
                    <a:pt x="42" y="102"/>
                  </a:lnTo>
                  <a:lnTo>
                    <a:pt x="54" y="102"/>
                  </a:lnTo>
                  <a:lnTo>
                    <a:pt x="54" y="108"/>
                  </a:lnTo>
                  <a:lnTo>
                    <a:pt x="60" y="114"/>
                  </a:lnTo>
                  <a:lnTo>
                    <a:pt x="42" y="126"/>
                  </a:lnTo>
                  <a:lnTo>
                    <a:pt x="36" y="126"/>
                  </a:lnTo>
                  <a:lnTo>
                    <a:pt x="30" y="132"/>
                  </a:lnTo>
                  <a:lnTo>
                    <a:pt x="30" y="138"/>
                  </a:lnTo>
                  <a:lnTo>
                    <a:pt x="42" y="150"/>
                  </a:lnTo>
                  <a:lnTo>
                    <a:pt x="54" y="156"/>
                  </a:lnTo>
                  <a:lnTo>
                    <a:pt x="60" y="162"/>
                  </a:lnTo>
                  <a:lnTo>
                    <a:pt x="72" y="162"/>
                  </a:lnTo>
                  <a:lnTo>
                    <a:pt x="78" y="156"/>
                  </a:lnTo>
                  <a:lnTo>
                    <a:pt x="96" y="156"/>
                  </a:lnTo>
                  <a:lnTo>
                    <a:pt x="96" y="168"/>
                  </a:lnTo>
                  <a:lnTo>
                    <a:pt x="90" y="174"/>
                  </a:lnTo>
                  <a:lnTo>
                    <a:pt x="72" y="174"/>
                  </a:lnTo>
                  <a:lnTo>
                    <a:pt x="72" y="192"/>
                  </a:lnTo>
                  <a:lnTo>
                    <a:pt x="54" y="192"/>
                  </a:lnTo>
                  <a:lnTo>
                    <a:pt x="48" y="198"/>
                  </a:lnTo>
                  <a:lnTo>
                    <a:pt x="48" y="210"/>
                  </a:lnTo>
                  <a:lnTo>
                    <a:pt x="42" y="222"/>
                  </a:lnTo>
                  <a:lnTo>
                    <a:pt x="42" y="234"/>
                  </a:lnTo>
                  <a:lnTo>
                    <a:pt x="18" y="234"/>
                  </a:lnTo>
                  <a:lnTo>
                    <a:pt x="12" y="240"/>
                  </a:lnTo>
                  <a:lnTo>
                    <a:pt x="6" y="240"/>
                  </a:lnTo>
                  <a:lnTo>
                    <a:pt x="6" y="246"/>
                  </a:lnTo>
                  <a:lnTo>
                    <a:pt x="12" y="246"/>
                  </a:lnTo>
                  <a:lnTo>
                    <a:pt x="18" y="252"/>
                  </a:lnTo>
                  <a:lnTo>
                    <a:pt x="6" y="252"/>
                  </a:lnTo>
                  <a:lnTo>
                    <a:pt x="0" y="258"/>
                  </a:lnTo>
                  <a:lnTo>
                    <a:pt x="0" y="270"/>
                  </a:lnTo>
                  <a:lnTo>
                    <a:pt x="42" y="270"/>
                  </a:lnTo>
                  <a:lnTo>
                    <a:pt x="24" y="288"/>
                  </a:lnTo>
                  <a:lnTo>
                    <a:pt x="30" y="282"/>
                  </a:lnTo>
                  <a:lnTo>
                    <a:pt x="48" y="282"/>
                  </a:lnTo>
                  <a:lnTo>
                    <a:pt x="48" y="288"/>
                  </a:lnTo>
                  <a:lnTo>
                    <a:pt x="42" y="288"/>
                  </a:lnTo>
                  <a:lnTo>
                    <a:pt x="36" y="294"/>
                  </a:lnTo>
                  <a:lnTo>
                    <a:pt x="30" y="294"/>
                  </a:lnTo>
                  <a:lnTo>
                    <a:pt x="36" y="300"/>
                  </a:lnTo>
                  <a:lnTo>
                    <a:pt x="60" y="300"/>
                  </a:lnTo>
                  <a:lnTo>
                    <a:pt x="96" y="288"/>
                  </a:lnTo>
                  <a:lnTo>
                    <a:pt x="108" y="282"/>
                  </a:lnTo>
                  <a:lnTo>
                    <a:pt x="120" y="270"/>
                  </a:lnTo>
                  <a:lnTo>
                    <a:pt x="120" y="264"/>
                  </a:lnTo>
                  <a:lnTo>
                    <a:pt x="132" y="270"/>
                  </a:lnTo>
                  <a:lnTo>
                    <a:pt x="138" y="270"/>
                  </a:lnTo>
                  <a:lnTo>
                    <a:pt x="150" y="264"/>
                  </a:lnTo>
                  <a:lnTo>
                    <a:pt x="162" y="252"/>
                  </a:lnTo>
                  <a:lnTo>
                    <a:pt x="180" y="246"/>
                  </a:lnTo>
                  <a:lnTo>
                    <a:pt x="204" y="246"/>
                  </a:lnTo>
                  <a:lnTo>
                    <a:pt x="210" y="240"/>
                  </a:lnTo>
                  <a:lnTo>
                    <a:pt x="252" y="240"/>
                  </a:lnTo>
                  <a:lnTo>
                    <a:pt x="246" y="222"/>
                  </a:lnTo>
                  <a:lnTo>
                    <a:pt x="264" y="222"/>
                  </a:lnTo>
                  <a:lnTo>
                    <a:pt x="264" y="198"/>
                  </a:lnTo>
                  <a:lnTo>
                    <a:pt x="270" y="192"/>
                  </a:lnTo>
                  <a:lnTo>
                    <a:pt x="270" y="180"/>
                  </a:lnTo>
                  <a:lnTo>
                    <a:pt x="276" y="168"/>
                  </a:lnTo>
                  <a:lnTo>
                    <a:pt x="276" y="15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08" name="Iraq" descr="© INSCALE GmbH, 05.05.2010&#10;http://www.presentationload.com/">
              <a:extLst>
                <a:ext uri="{FF2B5EF4-FFF2-40B4-BE49-F238E27FC236}">
                  <a16:creationId xmlns:a16="http://schemas.microsoft.com/office/drawing/2014/main" id="{4857E74A-EB52-41BF-A5E5-A72AF4EA6564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610830" y="2014271"/>
              <a:ext cx="226173" cy="217070"/>
            </a:xfrm>
            <a:custGeom>
              <a:avLst/>
              <a:gdLst>
                <a:gd name="T0" fmla="*/ 2147483647 w 684"/>
                <a:gd name="T1" fmla="*/ 2147483647 h 660"/>
                <a:gd name="T2" fmla="*/ 2147483647 w 684"/>
                <a:gd name="T3" fmla="*/ 2147483647 h 660"/>
                <a:gd name="T4" fmla="*/ 2147483647 w 684"/>
                <a:gd name="T5" fmla="*/ 2147483647 h 660"/>
                <a:gd name="T6" fmla="*/ 2147483647 w 684"/>
                <a:gd name="T7" fmla="*/ 2147483647 h 660"/>
                <a:gd name="T8" fmla="*/ 2147483647 w 684"/>
                <a:gd name="T9" fmla="*/ 2147483647 h 660"/>
                <a:gd name="T10" fmla="*/ 2147483647 w 684"/>
                <a:gd name="T11" fmla="*/ 2147483647 h 660"/>
                <a:gd name="T12" fmla="*/ 2147483647 w 684"/>
                <a:gd name="T13" fmla="*/ 2147483647 h 660"/>
                <a:gd name="T14" fmla="*/ 2147483647 w 684"/>
                <a:gd name="T15" fmla="*/ 2147483647 h 660"/>
                <a:gd name="T16" fmla="*/ 2147483647 w 684"/>
                <a:gd name="T17" fmla="*/ 2147483647 h 660"/>
                <a:gd name="T18" fmla="*/ 2147483647 w 684"/>
                <a:gd name="T19" fmla="*/ 2147483647 h 660"/>
                <a:gd name="T20" fmla="*/ 2147483647 w 684"/>
                <a:gd name="T21" fmla="*/ 2147483647 h 660"/>
                <a:gd name="T22" fmla="*/ 2147483647 w 684"/>
                <a:gd name="T23" fmla="*/ 2147483647 h 660"/>
                <a:gd name="T24" fmla="*/ 2147483647 w 684"/>
                <a:gd name="T25" fmla="*/ 2147483647 h 660"/>
                <a:gd name="T26" fmla="*/ 2147483647 w 684"/>
                <a:gd name="T27" fmla="*/ 2147483647 h 660"/>
                <a:gd name="T28" fmla="*/ 2147483647 w 684"/>
                <a:gd name="T29" fmla="*/ 2147483647 h 660"/>
                <a:gd name="T30" fmla="*/ 2147483647 w 684"/>
                <a:gd name="T31" fmla="*/ 2147483647 h 660"/>
                <a:gd name="T32" fmla="*/ 2147483647 w 684"/>
                <a:gd name="T33" fmla="*/ 2147483647 h 660"/>
                <a:gd name="T34" fmla="*/ 2147483647 w 684"/>
                <a:gd name="T35" fmla="*/ 2147483647 h 660"/>
                <a:gd name="T36" fmla="*/ 2147483647 w 684"/>
                <a:gd name="T37" fmla="*/ 2147483647 h 660"/>
                <a:gd name="T38" fmla="*/ 2147483647 w 684"/>
                <a:gd name="T39" fmla="*/ 2147483647 h 660"/>
                <a:gd name="T40" fmla="*/ 2147483647 w 684"/>
                <a:gd name="T41" fmla="*/ 2147483647 h 660"/>
                <a:gd name="T42" fmla="*/ 2147483647 w 684"/>
                <a:gd name="T43" fmla="*/ 2147483647 h 660"/>
                <a:gd name="T44" fmla="*/ 2147483647 w 684"/>
                <a:gd name="T45" fmla="*/ 2147483647 h 660"/>
                <a:gd name="T46" fmla="*/ 2147483647 w 684"/>
                <a:gd name="T47" fmla="*/ 2147483647 h 660"/>
                <a:gd name="T48" fmla="*/ 2147483647 w 684"/>
                <a:gd name="T49" fmla="*/ 2147483647 h 660"/>
                <a:gd name="T50" fmla="*/ 2147483647 w 684"/>
                <a:gd name="T51" fmla="*/ 2147483647 h 660"/>
                <a:gd name="T52" fmla="*/ 2147483647 w 684"/>
                <a:gd name="T53" fmla="*/ 0 h 660"/>
                <a:gd name="T54" fmla="*/ 2147483647 w 684"/>
                <a:gd name="T55" fmla="*/ 2147483647 h 660"/>
                <a:gd name="T56" fmla="*/ 2147483647 w 684"/>
                <a:gd name="T57" fmla="*/ 2147483647 h 660"/>
                <a:gd name="T58" fmla="*/ 2147483647 w 684"/>
                <a:gd name="T59" fmla="*/ 0 h 660"/>
                <a:gd name="T60" fmla="*/ 2147483647 w 684"/>
                <a:gd name="T61" fmla="*/ 2147483647 h 660"/>
                <a:gd name="T62" fmla="*/ 2147483647 w 684"/>
                <a:gd name="T63" fmla="*/ 2147483647 h 660"/>
                <a:gd name="T64" fmla="*/ 2147483647 w 684"/>
                <a:gd name="T65" fmla="*/ 2147483647 h 660"/>
                <a:gd name="T66" fmla="*/ 2147483647 w 684"/>
                <a:gd name="T67" fmla="*/ 2147483647 h 660"/>
                <a:gd name="T68" fmla="*/ 2147483647 w 684"/>
                <a:gd name="T69" fmla="*/ 2147483647 h 660"/>
                <a:gd name="T70" fmla="*/ 2147483647 w 684"/>
                <a:gd name="T71" fmla="*/ 2147483647 h 660"/>
                <a:gd name="T72" fmla="*/ 2147483647 w 684"/>
                <a:gd name="T73" fmla="*/ 2147483647 h 660"/>
                <a:gd name="T74" fmla="*/ 2147483647 w 684"/>
                <a:gd name="T75" fmla="*/ 2147483647 h 660"/>
                <a:gd name="T76" fmla="*/ 2147483647 w 684"/>
                <a:gd name="T77" fmla="*/ 2147483647 h 660"/>
                <a:gd name="T78" fmla="*/ 2147483647 w 684"/>
                <a:gd name="T79" fmla="*/ 2147483647 h 660"/>
                <a:gd name="T80" fmla="*/ 2147483647 w 684"/>
                <a:gd name="T81" fmla="*/ 2147483647 h 660"/>
                <a:gd name="T82" fmla="*/ 2147483647 w 684"/>
                <a:gd name="T83" fmla="*/ 2147483647 h 660"/>
                <a:gd name="T84" fmla="*/ 2147483647 w 684"/>
                <a:gd name="T85" fmla="*/ 2147483647 h 660"/>
                <a:gd name="T86" fmla="*/ 0 w 684"/>
                <a:gd name="T87" fmla="*/ 2147483647 h 660"/>
                <a:gd name="T88" fmla="*/ 2147483647 w 684"/>
                <a:gd name="T89" fmla="*/ 2147483647 h 660"/>
                <a:gd name="T90" fmla="*/ 2147483647 w 684"/>
                <a:gd name="T91" fmla="*/ 2147483647 h 660"/>
                <a:gd name="T92" fmla="*/ 2147483647 w 684"/>
                <a:gd name="T93" fmla="*/ 2147483647 h 660"/>
                <a:gd name="T94" fmla="*/ 2147483647 w 684"/>
                <a:gd name="T95" fmla="*/ 2147483647 h 660"/>
                <a:gd name="T96" fmla="*/ 2147483647 w 684"/>
                <a:gd name="T97" fmla="*/ 2147483647 h 660"/>
                <a:gd name="T98" fmla="*/ 2147483647 w 684"/>
                <a:gd name="T99" fmla="*/ 2147483647 h 660"/>
                <a:gd name="T100" fmla="*/ 2147483647 w 684"/>
                <a:gd name="T101" fmla="*/ 2147483647 h 660"/>
                <a:gd name="T102" fmla="*/ 2147483647 w 684"/>
                <a:gd name="T103" fmla="*/ 2147483647 h 660"/>
                <a:gd name="T104" fmla="*/ 2147483647 w 684"/>
                <a:gd name="T105" fmla="*/ 2147483647 h 660"/>
                <a:gd name="T106" fmla="*/ 2147483647 w 684"/>
                <a:gd name="T107" fmla="*/ 2147483647 h 660"/>
                <a:gd name="T108" fmla="*/ 2147483647 w 684"/>
                <a:gd name="T109" fmla="*/ 2147483647 h 660"/>
                <a:gd name="T110" fmla="*/ 2147483647 w 684"/>
                <a:gd name="T111" fmla="*/ 2147483647 h 660"/>
                <a:gd name="T112" fmla="*/ 2147483647 w 684"/>
                <a:gd name="T113" fmla="*/ 2147483647 h 660"/>
                <a:gd name="T114" fmla="*/ 2147483647 w 684"/>
                <a:gd name="T115" fmla="*/ 2147483647 h 66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84"/>
                <a:gd name="T175" fmla="*/ 0 h 660"/>
                <a:gd name="T176" fmla="*/ 684 w 684"/>
                <a:gd name="T177" fmla="*/ 660 h 66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84" h="660">
                  <a:moveTo>
                    <a:pt x="678" y="564"/>
                  </a:moveTo>
                  <a:lnTo>
                    <a:pt x="666" y="552"/>
                  </a:lnTo>
                  <a:lnTo>
                    <a:pt x="654" y="546"/>
                  </a:lnTo>
                  <a:lnTo>
                    <a:pt x="648" y="516"/>
                  </a:lnTo>
                  <a:lnTo>
                    <a:pt x="642" y="516"/>
                  </a:lnTo>
                  <a:lnTo>
                    <a:pt x="636" y="510"/>
                  </a:lnTo>
                  <a:lnTo>
                    <a:pt x="624" y="504"/>
                  </a:lnTo>
                  <a:lnTo>
                    <a:pt x="618" y="498"/>
                  </a:lnTo>
                  <a:lnTo>
                    <a:pt x="618" y="462"/>
                  </a:lnTo>
                  <a:lnTo>
                    <a:pt x="624" y="450"/>
                  </a:lnTo>
                  <a:lnTo>
                    <a:pt x="624" y="438"/>
                  </a:lnTo>
                  <a:lnTo>
                    <a:pt x="594" y="402"/>
                  </a:lnTo>
                  <a:lnTo>
                    <a:pt x="588" y="390"/>
                  </a:lnTo>
                  <a:lnTo>
                    <a:pt x="582" y="384"/>
                  </a:lnTo>
                  <a:lnTo>
                    <a:pt x="564" y="384"/>
                  </a:lnTo>
                  <a:lnTo>
                    <a:pt x="546" y="366"/>
                  </a:lnTo>
                  <a:lnTo>
                    <a:pt x="534" y="360"/>
                  </a:lnTo>
                  <a:lnTo>
                    <a:pt x="528" y="354"/>
                  </a:lnTo>
                  <a:lnTo>
                    <a:pt x="504" y="354"/>
                  </a:lnTo>
                  <a:lnTo>
                    <a:pt x="504" y="312"/>
                  </a:lnTo>
                  <a:lnTo>
                    <a:pt x="498" y="312"/>
                  </a:lnTo>
                  <a:lnTo>
                    <a:pt x="492" y="306"/>
                  </a:lnTo>
                  <a:lnTo>
                    <a:pt x="468" y="294"/>
                  </a:lnTo>
                  <a:lnTo>
                    <a:pt x="456" y="282"/>
                  </a:lnTo>
                  <a:lnTo>
                    <a:pt x="444" y="276"/>
                  </a:lnTo>
                  <a:lnTo>
                    <a:pt x="438" y="270"/>
                  </a:lnTo>
                  <a:lnTo>
                    <a:pt x="438" y="264"/>
                  </a:lnTo>
                  <a:lnTo>
                    <a:pt x="444" y="252"/>
                  </a:lnTo>
                  <a:lnTo>
                    <a:pt x="450" y="246"/>
                  </a:lnTo>
                  <a:lnTo>
                    <a:pt x="438" y="234"/>
                  </a:lnTo>
                  <a:lnTo>
                    <a:pt x="438" y="228"/>
                  </a:lnTo>
                  <a:lnTo>
                    <a:pt x="450" y="216"/>
                  </a:lnTo>
                  <a:lnTo>
                    <a:pt x="462" y="216"/>
                  </a:lnTo>
                  <a:lnTo>
                    <a:pt x="462" y="186"/>
                  </a:lnTo>
                  <a:lnTo>
                    <a:pt x="468" y="186"/>
                  </a:lnTo>
                  <a:lnTo>
                    <a:pt x="480" y="174"/>
                  </a:lnTo>
                  <a:lnTo>
                    <a:pt x="480" y="168"/>
                  </a:lnTo>
                  <a:lnTo>
                    <a:pt x="474" y="156"/>
                  </a:lnTo>
                  <a:lnTo>
                    <a:pt x="462" y="144"/>
                  </a:lnTo>
                  <a:lnTo>
                    <a:pt x="462" y="138"/>
                  </a:lnTo>
                  <a:lnTo>
                    <a:pt x="480" y="120"/>
                  </a:lnTo>
                  <a:lnTo>
                    <a:pt x="480" y="114"/>
                  </a:lnTo>
                  <a:lnTo>
                    <a:pt x="468" y="114"/>
                  </a:lnTo>
                  <a:lnTo>
                    <a:pt x="456" y="120"/>
                  </a:lnTo>
                  <a:lnTo>
                    <a:pt x="450" y="126"/>
                  </a:lnTo>
                  <a:lnTo>
                    <a:pt x="438" y="108"/>
                  </a:lnTo>
                  <a:lnTo>
                    <a:pt x="414" y="102"/>
                  </a:lnTo>
                  <a:lnTo>
                    <a:pt x="414" y="84"/>
                  </a:lnTo>
                  <a:lnTo>
                    <a:pt x="402" y="72"/>
                  </a:lnTo>
                  <a:lnTo>
                    <a:pt x="378" y="24"/>
                  </a:lnTo>
                  <a:lnTo>
                    <a:pt x="378" y="12"/>
                  </a:lnTo>
                  <a:lnTo>
                    <a:pt x="336" y="24"/>
                  </a:lnTo>
                  <a:lnTo>
                    <a:pt x="336" y="6"/>
                  </a:lnTo>
                  <a:lnTo>
                    <a:pt x="330" y="0"/>
                  </a:lnTo>
                  <a:lnTo>
                    <a:pt x="306" y="0"/>
                  </a:lnTo>
                  <a:lnTo>
                    <a:pt x="306" y="6"/>
                  </a:lnTo>
                  <a:lnTo>
                    <a:pt x="300" y="12"/>
                  </a:lnTo>
                  <a:lnTo>
                    <a:pt x="288" y="12"/>
                  </a:lnTo>
                  <a:lnTo>
                    <a:pt x="276" y="0"/>
                  </a:lnTo>
                  <a:lnTo>
                    <a:pt x="234" y="0"/>
                  </a:lnTo>
                  <a:lnTo>
                    <a:pt x="234" y="12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204" y="36"/>
                  </a:lnTo>
                  <a:lnTo>
                    <a:pt x="198" y="48"/>
                  </a:lnTo>
                  <a:lnTo>
                    <a:pt x="192" y="54"/>
                  </a:lnTo>
                  <a:lnTo>
                    <a:pt x="180" y="54"/>
                  </a:lnTo>
                  <a:lnTo>
                    <a:pt x="168" y="60"/>
                  </a:lnTo>
                  <a:lnTo>
                    <a:pt x="156" y="60"/>
                  </a:lnTo>
                  <a:lnTo>
                    <a:pt x="150" y="66"/>
                  </a:lnTo>
                  <a:lnTo>
                    <a:pt x="144" y="78"/>
                  </a:lnTo>
                  <a:lnTo>
                    <a:pt x="144" y="90"/>
                  </a:lnTo>
                  <a:lnTo>
                    <a:pt x="150" y="102"/>
                  </a:lnTo>
                  <a:lnTo>
                    <a:pt x="156" y="108"/>
                  </a:lnTo>
                  <a:lnTo>
                    <a:pt x="156" y="120"/>
                  </a:lnTo>
                  <a:lnTo>
                    <a:pt x="162" y="132"/>
                  </a:lnTo>
                  <a:lnTo>
                    <a:pt x="162" y="162"/>
                  </a:lnTo>
                  <a:lnTo>
                    <a:pt x="156" y="174"/>
                  </a:lnTo>
                  <a:lnTo>
                    <a:pt x="150" y="192"/>
                  </a:lnTo>
                  <a:lnTo>
                    <a:pt x="150" y="198"/>
                  </a:lnTo>
                  <a:lnTo>
                    <a:pt x="168" y="216"/>
                  </a:lnTo>
                  <a:lnTo>
                    <a:pt x="168" y="222"/>
                  </a:lnTo>
                  <a:lnTo>
                    <a:pt x="162" y="228"/>
                  </a:lnTo>
                  <a:lnTo>
                    <a:pt x="138" y="240"/>
                  </a:lnTo>
                  <a:lnTo>
                    <a:pt x="78" y="264"/>
                  </a:lnTo>
                  <a:lnTo>
                    <a:pt x="66" y="270"/>
                  </a:lnTo>
                  <a:lnTo>
                    <a:pt x="6" y="318"/>
                  </a:lnTo>
                  <a:lnTo>
                    <a:pt x="0" y="318"/>
                  </a:lnTo>
                  <a:lnTo>
                    <a:pt x="0" y="324"/>
                  </a:lnTo>
                  <a:lnTo>
                    <a:pt x="24" y="366"/>
                  </a:lnTo>
                  <a:lnTo>
                    <a:pt x="24" y="384"/>
                  </a:lnTo>
                  <a:lnTo>
                    <a:pt x="48" y="402"/>
                  </a:lnTo>
                  <a:lnTo>
                    <a:pt x="48" y="414"/>
                  </a:lnTo>
                  <a:lnTo>
                    <a:pt x="60" y="426"/>
                  </a:lnTo>
                  <a:lnTo>
                    <a:pt x="126" y="426"/>
                  </a:lnTo>
                  <a:lnTo>
                    <a:pt x="156" y="456"/>
                  </a:lnTo>
                  <a:lnTo>
                    <a:pt x="168" y="462"/>
                  </a:lnTo>
                  <a:lnTo>
                    <a:pt x="180" y="474"/>
                  </a:lnTo>
                  <a:lnTo>
                    <a:pt x="228" y="498"/>
                  </a:lnTo>
                  <a:lnTo>
                    <a:pt x="234" y="504"/>
                  </a:lnTo>
                  <a:lnTo>
                    <a:pt x="246" y="510"/>
                  </a:lnTo>
                  <a:lnTo>
                    <a:pt x="438" y="654"/>
                  </a:lnTo>
                  <a:lnTo>
                    <a:pt x="522" y="654"/>
                  </a:lnTo>
                  <a:lnTo>
                    <a:pt x="570" y="660"/>
                  </a:lnTo>
                  <a:lnTo>
                    <a:pt x="564" y="660"/>
                  </a:lnTo>
                  <a:lnTo>
                    <a:pt x="570" y="654"/>
                  </a:lnTo>
                  <a:lnTo>
                    <a:pt x="588" y="618"/>
                  </a:lnTo>
                  <a:lnTo>
                    <a:pt x="588" y="606"/>
                  </a:lnTo>
                  <a:lnTo>
                    <a:pt x="594" y="600"/>
                  </a:lnTo>
                  <a:lnTo>
                    <a:pt x="600" y="588"/>
                  </a:lnTo>
                  <a:lnTo>
                    <a:pt x="648" y="588"/>
                  </a:lnTo>
                  <a:lnTo>
                    <a:pt x="654" y="594"/>
                  </a:lnTo>
                  <a:lnTo>
                    <a:pt x="678" y="582"/>
                  </a:lnTo>
                  <a:lnTo>
                    <a:pt x="684" y="576"/>
                  </a:lnTo>
                  <a:lnTo>
                    <a:pt x="678" y="570"/>
                  </a:lnTo>
                  <a:lnTo>
                    <a:pt x="678" y="56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09" name="Iran" descr="© INSCALE GmbH, 05.05.2010&#10;http://www.presentationload.com/">
              <a:extLst>
                <a:ext uri="{FF2B5EF4-FFF2-40B4-BE49-F238E27FC236}">
                  <a16:creationId xmlns:a16="http://schemas.microsoft.com/office/drawing/2014/main" id="{BF24B21E-846A-4F53-9AA4-0F17AE368118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707763" y="1948761"/>
              <a:ext cx="475609" cy="387901"/>
            </a:xfrm>
            <a:custGeom>
              <a:avLst/>
              <a:gdLst>
                <a:gd name="T0" fmla="*/ 2147483647 w 1440"/>
                <a:gd name="T1" fmla="*/ 2147483647 h 1182"/>
                <a:gd name="T2" fmla="*/ 2147483647 w 1440"/>
                <a:gd name="T3" fmla="*/ 2147483647 h 1182"/>
                <a:gd name="T4" fmla="*/ 2147483647 w 1440"/>
                <a:gd name="T5" fmla="*/ 2147483647 h 1182"/>
                <a:gd name="T6" fmla="*/ 2147483647 w 1440"/>
                <a:gd name="T7" fmla="*/ 2147483647 h 1182"/>
                <a:gd name="T8" fmla="*/ 2147483647 w 1440"/>
                <a:gd name="T9" fmla="*/ 2147483647 h 1182"/>
                <a:gd name="T10" fmla="*/ 2147483647 w 1440"/>
                <a:gd name="T11" fmla="*/ 2147483647 h 1182"/>
                <a:gd name="T12" fmla="*/ 2147483647 w 1440"/>
                <a:gd name="T13" fmla="*/ 2147483647 h 1182"/>
                <a:gd name="T14" fmla="*/ 2147483647 w 1440"/>
                <a:gd name="T15" fmla="*/ 2147483647 h 1182"/>
                <a:gd name="T16" fmla="*/ 2147483647 w 1440"/>
                <a:gd name="T17" fmla="*/ 2147483647 h 1182"/>
                <a:gd name="T18" fmla="*/ 2147483647 w 1440"/>
                <a:gd name="T19" fmla="*/ 2147483647 h 1182"/>
                <a:gd name="T20" fmla="*/ 2147483647 w 1440"/>
                <a:gd name="T21" fmla="*/ 2147483647 h 1182"/>
                <a:gd name="T22" fmla="*/ 2147483647 w 1440"/>
                <a:gd name="T23" fmla="*/ 2147483647 h 1182"/>
                <a:gd name="T24" fmla="*/ 2147483647 w 1440"/>
                <a:gd name="T25" fmla="*/ 2147483647 h 1182"/>
                <a:gd name="T26" fmla="*/ 2147483647 w 1440"/>
                <a:gd name="T27" fmla="*/ 2147483647 h 1182"/>
                <a:gd name="T28" fmla="*/ 2147483647 w 1440"/>
                <a:gd name="T29" fmla="*/ 2147483647 h 1182"/>
                <a:gd name="T30" fmla="*/ 2147483647 w 1440"/>
                <a:gd name="T31" fmla="*/ 2147483647 h 1182"/>
                <a:gd name="T32" fmla="*/ 2147483647 w 1440"/>
                <a:gd name="T33" fmla="*/ 2147483647 h 1182"/>
                <a:gd name="T34" fmla="*/ 2147483647 w 1440"/>
                <a:gd name="T35" fmla="*/ 2147483647 h 1182"/>
                <a:gd name="T36" fmla="*/ 2147483647 w 1440"/>
                <a:gd name="T37" fmla="*/ 2147483647 h 1182"/>
                <a:gd name="T38" fmla="*/ 2147483647 w 1440"/>
                <a:gd name="T39" fmla="*/ 2147483647 h 1182"/>
                <a:gd name="T40" fmla="*/ 2147483647 w 1440"/>
                <a:gd name="T41" fmla="*/ 2147483647 h 1182"/>
                <a:gd name="T42" fmla="*/ 2147483647 w 1440"/>
                <a:gd name="T43" fmla="*/ 2147483647 h 1182"/>
                <a:gd name="T44" fmla="*/ 2147483647 w 1440"/>
                <a:gd name="T45" fmla="*/ 2147483647 h 1182"/>
                <a:gd name="T46" fmla="*/ 2147483647 w 1440"/>
                <a:gd name="T47" fmla="*/ 2147483647 h 1182"/>
                <a:gd name="T48" fmla="*/ 2147483647 w 1440"/>
                <a:gd name="T49" fmla="*/ 2147483647 h 1182"/>
                <a:gd name="T50" fmla="*/ 2147483647 w 1440"/>
                <a:gd name="T51" fmla="*/ 2147483647 h 1182"/>
                <a:gd name="T52" fmla="*/ 2147483647 w 1440"/>
                <a:gd name="T53" fmla="*/ 2147483647 h 1182"/>
                <a:gd name="T54" fmla="*/ 2147483647 w 1440"/>
                <a:gd name="T55" fmla="*/ 2147483647 h 1182"/>
                <a:gd name="T56" fmla="*/ 2147483647 w 1440"/>
                <a:gd name="T57" fmla="*/ 2147483647 h 1182"/>
                <a:gd name="T58" fmla="*/ 2147483647 w 1440"/>
                <a:gd name="T59" fmla="*/ 2147483647 h 1182"/>
                <a:gd name="T60" fmla="*/ 2147483647 w 1440"/>
                <a:gd name="T61" fmla="*/ 0 h 1182"/>
                <a:gd name="T62" fmla="*/ 2147483647 w 1440"/>
                <a:gd name="T63" fmla="*/ 2147483647 h 1182"/>
                <a:gd name="T64" fmla="*/ 2147483647 w 1440"/>
                <a:gd name="T65" fmla="*/ 2147483647 h 1182"/>
                <a:gd name="T66" fmla="*/ 2147483647 w 1440"/>
                <a:gd name="T67" fmla="*/ 2147483647 h 1182"/>
                <a:gd name="T68" fmla="*/ 2147483647 w 1440"/>
                <a:gd name="T69" fmla="*/ 2147483647 h 1182"/>
                <a:gd name="T70" fmla="*/ 2147483647 w 1440"/>
                <a:gd name="T71" fmla="*/ 2147483647 h 1182"/>
                <a:gd name="T72" fmla="*/ 2147483647 w 1440"/>
                <a:gd name="T73" fmla="*/ 2147483647 h 1182"/>
                <a:gd name="T74" fmla="*/ 2147483647 w 1440"/>
                <a:gd name="T75" fmla="*/ 2147483647 h 1182"/>
                <a:gd name="T76" fmla="*/ 2147483647 w 1440"/>
                <a:gd name="T77" fmla="*/ 2147483647 h 1182"/>
                <a:gd name="T78" fmla="*/ 2147483647 w 1440"/>
                <a:gd name="T79" fmla="*/ 2147483647 h 1182"/>
                <a:gd name="T80" fmla="*/ 2147483647 w 1440"/>
                <a:gd name="T81" fmla="*/ 2147483647 h 1182"/>
                <a:gd name="T82" fmla="*/ 2147483647 w 1440"/>
                <a:gd name="T83" fmla="*/ 2147483647 h 1182"/>
                <a:gd name="T84" fmla="*/ 2147483647 w 1440"/>
                <a:gd name="T85" fmla="*/ 2147483647 h 1182"/>
                <a:gd name="T86" fmla="*/ 2147483647 w 1440"/>
                <a:gd name="T87" fmla="*/ 2147483647 h 1182"/>
                <a:gd name="T88" fmla="*/ 2147483647 w 1440"/>
                <a:gd name="T89" fmla="*/ 2147483647 h 1182"/>
                <a:gd name="T90" fmla="*/ 2147483647 w 1440"/>
                <a:gd name="T91" fmla="*/ 2147483647 h 1182"/>
                <a:gd name="T92" fmla="*/ 2147483647 w 1440"/>
                <a:gd name="T93" fmla="*/ 2147483647 h 1182"/>
                <a:gd name="T94" fmla="*/ 2147483647 w 1440"/>
                <a:gd name="T95" fmla="*/ 2147483647 h 1182"/>
                <a:gd name="T96" fmla="*/ 2147483647 w 1440"/>
                <a:gd name="T97" fmla="*/ 2147483647 h 1182"/>
                <a:gd name="T98" fmla="*/ 2147483647 w 1440"/>
                <a:gd name="T99" fmla="*/ 2147483647 h 1182"/>
                <a:gd name="T100" fmla="*/ 2147483647 w 1440"/>
                <a:gd name="T101" fmla="*/ 2147483647 h 1182"/>
                <a:gd name="T102" fmla="*/ 2147483647 w 1440"/>
                <a:gd name="T103" fmla="*/ 2147483647 h 1182"/>
                <a:gd name="T104" fmla="*/ 2147483647 w 1440"/>
                <a:gd name="T105" fmla="*/ 2147483647 h 1182"/>
                <a:gd name="T106" fmla="*/ 2147483647 w 1440"/>
                <a:gd name="T107" fmla="*/ 2147483647 h 1182"/>
                <a:gd name="T108" fmla="*/ 2147483647 w 1440"/>
                <a:gd name="T109" fmla="*/ 2147483647 h 1182"/>
                <a:gd name="T110" fmla="*/ 2147483647 w 1440"/>
                <a:gd name="T111" fmla="*/ 2147483647 h 118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40"/>
                <a:gd name="T169" fmla="*/ 0 h 1182"/>
                <a:gd name="T170" fmla="*/ 1440 w 1440"/>
                <a:gd name="T171" fmla="*/ 1182 h 118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40" h="1182">
                  <a:moveTo>
                    <a:pt x="1338" y="1176"/>
                  </a:moveTo>
                  <a:lnTo>
                    <a:pt x="1338" y="1170"/>
                  </a:lnTo>
                  <a:lnTo>
                    <a:pt x="1332" y="1158"/>
                  </a:lnTo>
                  <a:lnTo>
                    <a:pt x="1332" y="1128"/>
                  </a:lnTo>
                  <a:lnTo>
                    <a:pt x="1344" y="1116"/>
                  </a:lnTo>
                  <a:lnTo>
                    <a:pt x="1344" y="1110"/>
                  </a:lnTo>
                  <a:lnTo>
                    <a:pt x="1350" y="1104"/>
                  </a:lnTo>
                  <a:lnTo>
                    <a:pt x="1356" y="1086"/>
                  </a:lnTo>
                  <a:lnTo>
                    <a:pt x="1368" y="1086"/>
                  </a:lnTo>
                  <a:lnTo>
                    <a:pt x="1374" y="1080"/>
                  </a:lnTo>
                  <a:lnTo>
                    <a:pt x="1374" y="1074"/>
                  </a:lnTo>
                  <a:lnTo>
                    <a:pt x="1380" y="1074"/>
                  </a:lnTo>
                  <a:lnTo>
                    <a:pt x="1380" y="1068"/>
                  </a:lnTo>
                  <a:lnTo>
                    <a:pt x="1386" y="1062"/>
                  </a:lnTo>
                  <a:lnTo>
                    <a:pt x="1398" y="1056"/>
                  </a:lnTo>
                  <a:lnTo>
                    <a:pt x="1428" y="1056"/>
                  </a:lnTo>
                  <a:lnTo>
                    <a:pt x="1428" y="1062"/>
                  </a:lnTo>
                  <a:lnTo>
                    <a:pt x="1434" y="1062"/>
                  </a:lnTo>
                  <a:lnTo>
                    <a:pt x="1440" y="1056"/>
                  </a:lnTo>
                  <a:lnTo>
                    <a:pt x="1440" y="1044"/>
                  </a:lnTo>
                  <a:lnTo>
                    <a:pt x="1434" y="1026"/>
                  </a:lnTo>
                  <a:lnTo>
                    <a:pt x="1428" y="1014"/>
                  </a:lnTo>
                  <a:lnTo>
                    <a:pt x="1422" y="1008"/>
                  </a:lnTo>
                  <a:lnTo>
                    <a:pt x="1404" y="1008"/>
                  </a:lnTo>
                  <a:lnTo>
                    <a:pt x="1404" y="996"/>
                  </a:lnTo>
                  <a:lnTo>
                    <a:pt x="1398" y="984"/>
                  </a:lnTo>
                  <a:lnTo>
                    <a:pt x="1398" y="960"/>
                  </a:lnTo>
                  <a:lnTo>
                    <a:pt x="1392" y="960"/>
                  </a:lnTo>
                  <a:lnTo>
                    <a:pt x="1398" y="930"/>
                  </a:lnTo>
                  <a:lnTo>
                    <a:pt x="1374" y="930"/>
                  </a:lnTo>
                  <a:lnTo>
                    <a:pt x="1362" y="912"/>
                  </a:lnTo>
                  <a:lnTo>
                    <a:pt x="1350" y="918"/>
                  </a:lnTo>
                  <a:lnTo>
                    <a:pt x="1332" y="918"/>
                  </a:lnTo>
                  <a:lnTo>
                    <a:pt x="1326" y="912"/>
                  </a:lnTo>
                  <a:lnTo>
                    <a:pt x="1314" y="894"/>
                  </a:lnTo>
                  <a:lnTo>
                    <a:pt x="1308" y="876"/>
                  </a:lnTo>
                  <a:lnTo>
                    <a:pt x="1296" y="864"/>
                  </a:lnTo>
                  <a:lnTo>
                    <a:pt x="1284" y="846"/>
                  </a:lnTo>
                  <a:lnTo>
                    <a:pt x="1278" y="840"/>
                  </a:lnTo>
                  <a:lnTo>
                    <a:pt x="1272" y="828"/>
                  </a:lnTo>
                  <a:lnTo>
                    <a:pt x="1248" y="804"/>
                  </a:lnTo>
                  <a:lnTo>
                    <a:pt x="1242" y="804"/>
                  </a:lnTo>
                  <a:lnTo>
                    <a:pt x="1242" y="792"/>
                  </a:lnTo>
                  <a:lnTo>
                    <a:pt x="1260" y="774"/>
                  </a:lnTo>
                  <a:lnTo>
                    <a:pt x="1266" y="762"/>
                  </a:lnTo>
                  <a:lnTo>
                    <a:pt x="1272" y="756"/>
                  </a:lnTo>
                  <a:lnTo>
                    <a:pt x="1296" y="708"/>
                  </a:lnTo>
                  <a:lnTo>
                    <a:pt x="1284" y="684"/>
                  </a:lnTo>
                  <a:lnTo>
                    <a:pt x="1278" y="678"/>
                  </a:lnTo>
                  <a:lnTo>
                    <a:pt x="1242" y="678"/>
                  </a:lnTo>
                  <a:lnTo>
                    <a:pt x="1230" y="672"/>
                  </a:lnTo>
                  <a:lnTo>
                    <a:pt x="1224" y="672"/>
                  </a:lnTo>
                  <a:lnTo>
                    <a:pt x="1218" y="666"/>
                  </a:lnTo>
                  <a:lnTo>
                    <a:pt x="1218" y="612"/>
                  </a:lnTo>
                  <a:lnTo>
                    <a:pt x="1212" y="606"/>
                  </a:lnTo>
                  <a:lnTo>
                    <a:pt x="1200" y="582"/>
                  </a:lnTo>
                  <a:lnTo>
                    <a:pt x="1188" y="564"/>
                  </a:lnTo>
                  <a:lnTo>
                    <a:pt x="1176" y="540"/>
                  </a:lnTo>
                  <a:lnTo>
                    <a:pt x="1182" y="528"/>
                  </a:lnTo>
                  <a:lnTo>
                    <a:pt x="1200" y="510"/>
                  </a:lnTo>
                  <a:lnTo>
                    <a:pt x="1200" y="504"/>
                  </a:lnTo>
                  <a:lnTo>
                    <a:pt x="1194" y="498"/>
                  </a:lnTo>
                  <a:lnTo>
                    <a:pt x="1170" y="498"/>
                  </a:lnTo>
                  <a:lnTo>
                    <a:pt x="1170" y="468"/>
                  </a:lnTo>
                  <a:lnTo>
                    <a:pt x="1158" y="456"/>
                  </a:lnTo>
                  <a:lnTo>
                    <a:pt x="1158" y="450"/>
                  </a:lnTo>
                  <a:lnTo>
                    <a:pt x="1164" y="444"/>
                  </a:lnTo>
                  <a:lnTo>
                    <a:pt x="1176" y="438"/>
                  </a:lnTo>
                  <a:lnTo>
                    <a:pt x="1182" y="432"/>
                  </a:lnTo>
                  <a:lnTo>
                    <a:pt x="1188" y="432"/>
                  </a:lnTo>
                  <a:lnTo>
                    <a:pt x="1176" y="414"/>
                  </a:lnTo>
                  <a:lnTo>
                    <a:pt x="1200" y="408"/>
                  </a:lnTo>
                  <a:lnTo>
                    <a:pt x="1200" y="402"/>
                  </a:lnTo>
                  <a:lnTo>
                    <a:pt x="1194" y="396"/>
                  </a:lnTo>
                  <a:lnTo>
                    <a:pt x="1194" y="372"/>
                  </a:lnTo>
                  <a:lnTo>
                    <a:pt x="1188" y="360"/>
                  </a:lnTo>
                  <a:lnTo>
                    <a:pt x="1188" y="354"/>
                  </a:lnTo>
                  <a:lnTo>
                    <a:pt x="1194" y="342"/>
                  </a:lnTo>
                  <a:lnTo>
                    <a:pt x="1200" y="336"/>
                  </a:lnTo>
                  <a:lnTo>
                    <a:pt x="1188" y="306"/>
                  </a:lnTo>
                  <a:lnTo>
                    <a:pt x="1194" y="282"/>
                  </a:lnTo>
                  <a:lnTo>
                    <a:pt x="1182" y="282"/>
                  </a:lnTo>
                  <a:lnTo>
                    <a:pt x="1182" y="246"/>
                  </a:lnTo>
                  <a:lnTo>
                    <a:pt x="1116" y="252"/>
                  </a:lnTo>
                  <a:lnTo>
                    <a:pt x="1110" y="246"/>
                  </a:lnTo>
                  <a:lnTo>
                    <a:pt x="1104" y="234"/>
                  </a:lnTo>
                  <a:lnTo>
                    <a:pt x="1092" y="228"/>
                  </a:lnTo>
                  <a:lnTo>
                    <a:pt x="1080" y="216"/>
                  </a:lnTo>
                  <a:lnTo>
                    <a:pt x="1068" y="216"/>
                  </a:lnTo>
                  <a:lnTo>
                    <a:pt x="1062" y="210"/>
                  </a:lnTo>
                  <a:lnTo>
                    <a:pt x="1056" y="210"/>
                  </a:lnTo>
                  <a:lnTo>
                    <a:pt x="1050" y="204"/>
                  </a:lnTo>
                  <a:lnTo>
                    <a:pt x="1044" y="192"/>
                  </a:lnTo>
                  <a:lnTo>
                    <a:pt x="1044" y="186"/>
                  </a:lnTo>
                  <a:lnTo>
                    <a:pt x="1038" y="180"/>
                  </a:lnTo>
                  <a:lnTo>
                    <a:pt x="1032" y="180"/>
                  </a:lnTo>
                  <a:lnTo>
                    <a:pt x="1020" y="174"/>
                  </a:lnTo>
                  <a:lnTo>
                    <a:pt x="1002" y="174"/>
                  </a:lnTo>
                  <a:lnTo>
                    <a:pt x="990" y="168"/>
                  </a:lnTo>
                  <a:lnTo>
                    <a:pt x="972" y="168"/>
                  </a:lnTo>
                  <a:lnTo>
                    <a:pt x="972" y="174"/>
                  </a:lnTo>
                  <a:lnTo>
                    <a:pt x="960" y="168"/>
                  </a:lnTo>
                  <a:lnTo>
                    <a:pt x="954" y="162"/>
                  </a:lnTo>
                  <a:lnTo>
                    <a:pt x="942" y="156"/>
                  </a:lnTo>
                  <a:lnTo>
                    <a:pt x="936" y="150"/>
                  </a:lnTo>
                  <a:lnTo>
                    <a:pt x="906" y="150"/>
                  </a:lnTo>
                  <a:lnTo>
                    <a:pt x="906" y="138"/>
                  </a:lnTo>
                  <a:lnTo>
                    <a:pt x="894" y="126"/>
                  </a:lnTo>
                  <a:lnTo>
                    <a:pt x="834" y="126"/>
                  </a:lnTo>
                  <a:lnTo>
                    <a:pt x="834" y="132"/>
                  </a:lnTo>
                  <a:lnTo>
                    <a:pt x="828" y="138"/>
                  </a:lnTo>
                  <a:lnTo>
                    <a:pt x="816" y="132"/>
                  </a:lnTo>
                  <a:lnTo>
                    <a:pt x="780" y="132"/>
                  </a:lnTo>
                  <a:lnTo>
                    <a:pt x="768" y="138"/>
                  </a:lnTo>
                  <a:lnTo>
                    <a:pt x="750" y="156"/>
                  </a:lnTo>
                  <a:lnTo>
                    <a:pt x="738" y="162"/>
                  </a:lnTo>
                  <a:lnTo>
                    <a:pt x="732" y="168"/>
                  </a:lnTo>
                  <a:lnTo>
                    <a:pt x="732" y="180"/>
                  </a:lnTo>
                  <a:lnTo>
                    <a:pt x="720" y="186"/>
                  </a:lnTo>
                  <a:lnTo>
                    <a:pt x="708" y="198"/>
                  </a:lnTo>
                  <a:lnTo>
                    <a:pt x="678" y="198"/>
                  </a:lnTo>
                  <a:lnTo>
                    <a:pt x="690" y="210"/>
                  </a:lnTo>
                  <a:lnTo>
                    <a:pt x="690" y="222"/>
                  </a:lnTo>
                  <a:lnTo>
                    <a:pt x="696" y="228"/>
                  </a:lnTo>
                  <a:lnTo>
                    <a:pt x="696" y="234"/>
                  </a:lnTo>
                  <a:lnTo>
                    <a:pt x="690" y="240"/>
                  </a:lnTo>
                  <a:lnTo>
                    <a:pt x="678" y="240"/>
                  </a:lnTo>
                  <a:lnTo>
                    <a:pt x="666" y="234"/>
                  </a:lnTo>
                  <a:lnTo>
                    <a:pt x="660" y="228"/>
                  </a:lnTo>
                  <a:lnTo>
                    <a:pt x="654" y="228"/>
                  </a:lnTo>
                  <a:lnTo>
                    <a:pt x="648" y="234"/>
                  </a:lnTo>
                  <a:lnTo>
                    <a:pt x="624" y="234"/>
                  </a:lnTo>
                  <a:lnTo>
                    <a:pt x="612" y="240"/>
                  </a:lnTo>
                  <a:lnTo>
                    <a:pt x="600" y="240"/>
                  </a:lnTo>
                  <a:lnTo>
                    <a:pt x="582" y="246"/>
                  </a:lnTo>
                  <a:lnTo>
                    <a:pt x="558" y="258"/>
                  </a:lnTo>
                  <a:lnTo>
                    <a:pt x="546" y="252"/>
                  </a:lnTo>
                  <a:lnTo>
                    <a:pt x="534" y="252"/>
                  </a:lnTo>
                  <a:lnTo>
                    <a:pt x="522" y="246"/>
                  </a:lnTo>
                  <a:lnTo>
                    <a:pt x="498" y="246"/>
                  </a:lnTo>
                  <a:lnTo>
                    <a:pt x="480" y="240"/>
                  </a:lnTo>
                  <a:lnTo>
                    <a:pt x="468" y="228"/>
                  </a:lnTo>
                  <a:lnTo>
                    <a:pt x="456" y="222"/>
                  </a:lnTo>
                  <a:lnTo>
                    <a:pt x="444" y="210"/>
                  </a:lnTo>
                  <a:lnTo>
                    <a:pt x="438" y="198"/>
                  </a:lnTo>
                  <a:lnTo>
                    <a:pt x="432" y="192"/>
                  </a:lnTo>
                  <a:lnTo>
                    <a:pt x="432" y="186"/>
                  </a:lnTo>
                  <a:lnTo>
                    <a:pt x="378" y="186"/>
                  </a:lnTo>
                  <a:lnTo>
                    <a:pt x="354" y="162"/>
                  </a:lnTo>
                  <a:lnTo>
                    <a:pt x="336" y="126"/>
                  </a:lnTo>
                  <a:lnTo>
                    <a:pt x="330" y="120"/>
                  </a:lnTo>
                  <a:lnTo>
                    <a:pt x="330" y="114"/>
                  </a:lnTo>
                  <a:lnTo>
                    <a:pt x="312" y="114"/>
                  </a:lnTo>
                  <a:lnTo>
                    <a:pt x="312" y="108"/>
                  </a:lnTo>
                  <a:lnTo>
                    <a:pt x="306" y="102"/>
                  </a:lnTo>
                  <a:lnTo>
                    <a:pt x="300" y="102"/>
                  </a:lnTo>
                  <a:lnTo>
                    <a:pt x="294" y="96"/>
                  </a:lnTo>
                  <a:lnTo>
                    <a:pt x="282" y="90"/>
                  </a:lnTo>
                  <a:lnTo>
                    <a:pt x="270" y="78"/>
                  </a:lnTo>
                  <a:lnTo>
                    <a:pt x="270" y="72"/>
                  </a:lnTo>
                  <a:lnTo>
                    <a:pt x="282" y="72"/>
                  </a:lnTo>
                  <a:lnTo>
                    <a:pt x="288" y="66"/>
                  </a:lnTo>
                  <a:lnTo>
                    <a:pt x="288" y="60"/>
                  </a:lnTo>
                  <a:lnTo>
                    <a:pt x="282" y="54"/>
                  </a:lnTo>
                  <a:lnTo>
                    <a:pt x="276" y="54"/>
                  </a:lnTo>
                  <a:lnTo>
                    <a:pt x="276" y="42"/>
                  </a:lnTo>
                  <a:lnTo>
                    <a:pt x="282" y="36"/>
                  </a:lnTo>
                  <a:lnTo>
                    <a:pt x="282" y="18"/>
                  </a:lnTo>
                  <a:lnTo>
                    <a:pt x="276" y="12"/>
                  </a:lnTo>
                  <a:lnTo>
                    <a:pt x="270" y="0"/>
                  </a:lnTo>
                  <a:lnTo>
                    <a:pt x="258" y="0"/>
                  </a:lnTo>
                  <a:lnTo>
                    <a:pt x="246" y="6"/>
                  </a:lnTo>
                  <a:lnTo>
                    <a:pt x="234" y="18"/>
                  </a:lnTo>
                  <a:lnTo>
                    <a:pt x="222" y="24"/>
                  </a:lnTo>
                  <a:lnTo>
                    <a:pt x="204" y="36"/>
                  </a:lnTo>
                  <a:lnTo>
                    <a:pt x="192" y="48"/>
                  </a:lnTo>
                  <a:lnTo>
                    <a:pt x="192" y="54"/>
                  </a:lnTo>
                  <a:lnTo>
                    <a:pt x="186" y="60"/>
                  </a:lnTo>
                  <a:lnTo>
                    <a:pt x="180" y="72"/>
                  </a:lnTo>
                  <a:lnTo>
                    <a:pt x="132" y="72"/>
                  </a:lnTo>
                  <a:lnTo>
                    <a:pt x="96" y="60"/>
                  </a:lnTo>
                  <a:lnTo>
                    <a:pt x="84" y="54"/>
                  </a:lnTo>
                  <a:lnTo>
                    <a:pt x="66" y="36"/>
                  </a:lnTo>
                  <a:lnTo>
                    <a:pt x="54" y="12"/>
                  </a:lnTo>
                  <a:lnTo>
                    <a:pt x="54" y="6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24" y="18"/>
                  </a:lnTo>
                  <a:lnTo>
                    <a:pt x="24" y="30"/>
                  </a:lnTo>
                  <a:lnTo>
                    <a:pt x="0" y="30"/>
                  </a:lnTo>
                  <a:lnTo>
                    <a:pt x="18" y="54"/>
                  </a:lnTo>
                  <a:lnTo>
                    <a:pt x="18" y="84"/>
                  </a:lnTo>
                  <a:lnTo>
                    <a:pt x="30" y="96"/>
                  </a:lnTo>
                  <a:lnTo>
                    <a:pt x="30" y="108"/>
                  </a:lnTo>
                  <a:lnTo>
                    <a:pt x="36" y="114"/>
                  </a:lnTo>
                  <a:lnTo>
                    <a:pt x="42" y="114"/>
                  </a:lnTo>
                  <a:lnTo>
                    <a:pt x="36" y="120"/>
                  </a:lnTo>
                  <a:lnTo>
                    <a:pt x="36" y="126"/>
                  </a:lnTo>
                  <a:lnTo>
                    <a:pt x="30" y="138"/>
                  </a:lnTo>
                  <a:lnTo>
                    <a:pt x="24" y="144"/>
                  </a:lnTo>
                  <a:lnTo>
                    <a:pt x="60" y="162"/>
                  </a:lnTo>
                  <a:lnTo>
                    <a:pt x="60" y="192"/>
                  </a:lnTo>
                  <a:lnTo>
                    <a:pt x="84" y="198"/>
                  </a:lnTo>
                  <a:lnTo>
                    <a:pt x="84" y="210"/>
                  </a:lnTo>
                  <a:lnTo>
                    <a:pt x="96" y="246"/>
                  </a:lnTo>
                  <a:lnTo>
                    <a:pt x="108" y="270"/>
                  </a:lnTo>
                  <a:lnTo>
                    <a:pt x="120" y="282"/>
                  </a:lnTo>
                  <a:lnTo>
                    <a:pt x="120" y="300"/>
                  </a:lnTo>
                  <a:lnTo>
                    <a:pt x="144" y="306"/>
                  </a:lnTo>
                  <a:lnTo>
                    <a:pt x="156" y="324"/>
                  </a:lnTo>
                  <a:lnTo>
                    <a:pt x="162" y="318"/>
                  </a:lnTo>
                  <a:lnTo>
                    <a:pt x="174" y="312"/>
                  </a:lnTo>
                  <a:lnTo>
                    <a:pt x="186" y="312"/>
                  </a:lnTo>
                  <a:lnTo>
                    <a:pt x="186" y="318"/>
                  </a:lnTo>
                  <a:lnTo>
                    <a:pt x="168" y="336"/>
                  </a:lnTo>
                  <a:lnTo>
                    <a:pt x="168" y="342"/>
                  </a:lnTo>
                  <a:lnTo>
                    <a:pt x="180" y="354"/>
                  </a:lnTo>
                  <a:lnTo>
                    <a:pt x="186" y="366"/>
                  </a:lnTo>
                  <a:lnTo>
                    <a:pt x="186" y="372"/>
                  </a:lnTo>
                  <a:lnTo>
                    <a:pt x="174" y="384"/>
                  </a:lnTo>
                  <a:lnTo>
                    <a:pt x="168" y="384"/>
                  </a:lnTo>
                  <a:lnTo>
                    <a:pt x="168" y="414"/>
                  </a:lnTo>
                  <a:lnTo>
                    <a:pt x="156" y="414"/>
                  </a:lnTo>
                  <a:lnTo>
                    <a:pt x="144" y="426"/>
                  </a:lnTo>
                  <a:lnTo>
                    <a:pt x="144" y="432"/>
                  </a:lnTo>
                  <a:lnTo>
                    <a:pt x="156" y="444"/>
                  </a:lnTo>
                  <a:lnTo>
                    <a:pt x="150" y="450"/>
                  </a:lnTo>
                  <a:lnTo>
                    <a:pt x="144" y="462"/>
                  </a:lnTo>
                  <a:lnTo>
                    <a:pt x="144" y="468"/>
                  </a:lnTo>
                  <a:lnTo>
                    <a:pt x="150" y="474"/>
                  </a:lnTo>
                  <a:lnTo>
                    <a:pt x="162" y="480"/>
                  </a:lnTo>
                  <a:lnTo>
                    <a:pt x="174" y="492"/>
                  </a:lnTo>
                  <a:lnTo>
                    <a:pt x="198" y="504"/>
                  </a:lnTo>
                  <a:lnTo>
                    <a:pt x="204" y="510"/>
                  </a:lnTo>
                  <a:lnTo>
                    <a:pt x="210" y="510"/>
                  </a:lnTo>
                  <a:lnTo>
                    <a:pt x="210" y="552"/>
                  </a:lnTo>
                  <a:lnTo>
                    <a:pt x="234" y="552"/>
                  </a:lnTo>
                  <a:lnTo>
                    <a:pt x="240" y="558"/>
                  </a:lnTo>
                  <a:lnTo>
                    <a:pt x="252" y="564"/>
                  </a:lnTo>
                  <a:lnTo>
                    <a:pt x="270" y="582"/>
                  </a:lnTo>
                  <a:lnTo>
                    <a:pt x="288" y="582"/>
                  </a:lnTo>
                  <a:lnTo>
                    <a:pt x="294" y="588"/>
                  </a:lnTo>
                  <a:lnTo>
                    <a:pt x="300" y="600"/>
                  </a:lnTo>
                  <a:lnTo>
                    <a:pt x="330" y="636"/>
                  </a:lnTo>
                  <a:lnTo>
                    <a:pt x="330" y="648"/>
                  </a:lnTo>
                  <a:lnTo>
                    <a:pt x="324" y="660"/>
                  </a:lnTo>
                  <a:lnTo>
                    <a:pt x="324" y="696"/>
                  </a:lnTo>
                  <a:lnTo>
                    <a:pt x="330" y="702"/>
                  </a:lnTo>
                  <a:lnTo>
                    <a:pt x="342" y="708"/>
                  </a:lnTo>
                  <a:lnTo>
                    <a:pt x="348" y="714"/>
                  </a:lnTo>
                  <a:lnTo>
                    <a:pt x="354" y="714"/>
                  </a:lnTo>
                  <a:lnTo>
                    <a:pt x="360" y="744"/>
                  </a:lnTo>
                  <a:lnTo>
                    <a:pt x="372" y="750"/>
                  </a:lnTo>
                  <a:lnTo>
                    <a:pt x="384" y="762"/>
                  </a:lnTo>
                  <a:lnTo>
                    <a:pt x="384" y="768"/>
                  </a:lnTo>
                  <a:lnTo>
                    <a:pt x="390" y="774"/>
                  </a:lnTo>
                  <a:lnTo>
                    <a:pt x="402" y="780"/>
                  </a:lnTo>
                  <a:lnTo>
                    <a:pt x="408" y="786"/>
                  </a:lnTo>
                  <a:lnTo>
                    <a:pt x="420" y="792"/>
                  </a:lnTo>
                  <a:lnTo>
                    <a:pt x="426" y="786"/>
                  </a:lnTo>
                  <a:lnTo>
                    <a:pt x="426" y="774"/>
                  </a:lnTo>
                  <a:lnTo>
                    <a:pt x="420" y="768"/>
                  </a:lnTo>
                  <a:lnTo>
                    <a:pt x="420" y="762"/>
                  </a:lnTo>
                  <a:lnTo>
                    <a:pt x="426" y="756"/>
                  </a:lnTo>
                  <a:lnTo>
                    <a:pt x="438" y="750"/>
                  </a:lnTo>
                  <a:lnTo>
                    <a:pt x="444" y="756"/>
                  </a:lnTo>
                  <a:lnTo>
                    <a:pt x="450" y="756"/>
                  </a:lnTo>
                  <a:lnTo>
                    <a:pt x="450" y="768"/>
                  </a:lnTo>
                  <a:lnTo>
                    <a:pt x="456" y="780"/>
                  </a:lnTo>
                  <a:lnTo>
                    <a:pt x="474" y="780"/>
                  </a:lnTo>
                  <a:lnTo>
                    <a:pt x="474" y="786"/>
                  </a:lnTo>
                  <a:lnTo>
                    <a:pt x="474" y="780"/>
                  </a:lnTo>
                  <a:lnTo>
                    <a:pt x="480" y="780"/>
                  </a:lnTo>
                  <a:lnTo>
                    <a:pt x="480" y="768"/>
                  </a:lnTo>
                  <a:lnTo>
                    <a:pt x="504" y="768"/>
                  </a:lnTo>
                  <a:lnTo>
                    <a:pt x="504" y="804"/>
                  </a:lnTo>
                  <a:lnTo>
                    <a:pt x="510" y="810"/>
                  </a:lnTo>
                  <a:lnTo>
                    <a:pt x="516" y="810"/>
                  </a:lnTo>
                  <a:lnTo>
                    <a:pt x="528" y="816"/>
                  </a:lnTo>
                  <a:lnTo>
                    <a:pt x="540" y="828"/>
                  </a:lnTo>
                  <a:lnTo>
                    <a:pt x="540" y="846"/>
                  </a:lnTo>
                  <a:lnTo>
                    <a:pt x="552" y="858"/>
                  </a:lnTo>
                  <a:lnTo>
                    <a:pt x="558" y="870"/>
                  </a:lnTo>
                  <a:lnTo>
                    <a:pt x="564" y="876"/>
                  </a:lnTo>
                  <a:lnTo>
                    <a:pt x="570" y="876"/>
                  </a:lnTo>
                  <a:lnTo>
                    <a:pt x="582" y="894"/>
                  </a:lnTo>
                  <a:lnTo>
                    <a:pt x="582" y="906"/>
                  </a:lnTo>
                  <a:lnTo>
                    <a:pt x="594" y="930"/>
                  </a:lnTo>
                  <a:lnTo>
                    <a:pt x="600" y="936"/>
                  </a:lnTo>
                  <a:lnTo>
                    <a:pt x="606" y="936"/>
                  </a:lnTo>
                  <a:lnTo>
                    <a:pt x="612" y="942"/>
                  </a:lnTo>
                  <a:lnTo>
                    <a:pt x="618" y="954"/>
                  </a:lnTo>
                  <a:lnTo>
                    <a:pt x="618" y="960"/>
                  </a:lnTo>
                  <a:lnTo>
                    <a:pt x="648" y="960"/>
                  </a:lnTo>
                  <a:lnTo>
                    <a:pt x="666" y="984"/>
                  </a:lnTo>
                  <a:lnTo>
                    <a:pt x="684" y="978"/>
                  </a:lnTo>
                  <a:lnTo>
                    <a:pt x="702" y="978"/>
                  </a:lnTo>
                  <a:lnTo>
                    <a:pt x="720" y="996"/>
                  </a:lnTo>
                  <a:lnTo>
                    <a:pt x="738" y="1008"/>
                  </a:lnTo>
                  <a:lnTo>
                    <a:pt x="756" y="1026"/>
                  </a:lnTo>
                  <a:lnTo>
                    <a:pt x="792" y="1050"/>
                  </a:lnTo>
                  <a:lnTo>
                    <a:pt x="810" y="1050"/>
                  </a:lnTo>
                  <a:lnTo>
                    <a:pt x="822" y="1056"/>
                  </a:lnTo>
                  <a:lnTo>
                    <a:pt x="834" y="1068"/>
                  </a:lnTo>
                  <a:lnTo>
                    <a:pt x="852" y="1068"/>
                  </a:lnTo>
                  <a:lnTo>
                    <a:pt x="876" y="1056"/>
                  </a:lnTo>
                  <a:lnTo>
                    <a:pt x="876" y="1050"/>
                  </a:lnTo>
                  <a:lnTo>
                    <a:pt x="900" y="1056"/>
                  </a:lnTo>
                  <a:lnTo>
                    <a:pt x="912" y="1032"/>
                  </a:lnTo>
                  <a:lnTo>
                    <a:pt x="930" y="1032"/>
                  </a:lnTo>
                  <a:lnTo>
                    <a:pt x="954" y="1008"/>
                  </a:lnTo>
                  <a:lnTo>
                    <a:pt x="966" y="1020"/>
                  </a:lnTo>
                  <a:lnTo>
                    <a:pt x="972" y="1014"/>
                  </a:lnTo>
                  <a:lnTo>
                    <a:pt x="984" y="1014"/>
                  </a:lnTo>
                  <a:lnTo>
                    <a:pt x="1002" y="1032"/>
                  </a:lnTo>
                  <a:lnTo>
                    <a:pt x="1014" y="1050"/>
                  </a:lnTo>
                  <a:lnTo>
                    <a:pt x="1020" y="1068"/>
                  </a:lnTo>
                  <a:lnTo>
                    <a:pt x="1032" y="1080"/>
                  </a:lnTo>
                  <a:lnTo>
                    <a:pt x="1032" y="1098"/>
                  </a:lnTo>
                  <a:lnTo>
                    <a:pt x="1038" y="1110"/>
                  </a:lnTo>
                  <a:lnTo>
                    <a:pt x="1044" y="1116"/>
                  </a:lnTo>
                  <a:lnTo>
                    <a:pt x="1056" y="1122"/>
                  </a:lnTo>
                  <a:lnTo>
                    <a:pt x="1080" y="1122"/>
                  </a:lnTo>
                  <a:lnTo>
                    <a:pt x="1080" y="1128"/>
                  </a:lnTo>
                  <a:lnTo>
                    <a:pt x="1086" y="1134"/>
                  </a:lnTo>
                  <a:lnTo>
                    <a:pt x="1098" y="1140"/>
                  </a:lnTo>
                  <a:lnTo>
                    <a:pt x="1164" y="1140"/>
                  </a:lnTo>
                  <a:lnTo>
                    <a:pt x="1176" y="1146"/>
                  </a:lnTo>
                  <a:lnTo>
                    <a:pt x="1200" y="1170"/>
                  </a:lnTo>
                  <a:lnTo>
                    <a:pt x="1212" y="1170"/>
                  </a:lnTo>
                  <a:lnTo>
                    <a:pt x="1224" y="1164"/>
                  </a:lnTo>
                  <a:lnTo>
                    <a:pt x="1230" y="1164"/>
                  </a:lnTo>
                  <a:lnTo>
                    <a:pt x="1242" y="1158"/>
                  </a:lnTo>
                  <a:lnTo>
                    <a:pt x="1248" y="1158"/>
                  </a:lnTo>
                  <a:lnTo>
                    <a:pt x="1254" y="1164"/>
                  </a:lnTo>
                  <a:lnTo>
                    <a:pt x="1278" y="1176"/>
                  </a:lnTo>
                  <a:lnTo>
                    <a:pt x="1296" y="1182"/>
                  </a:lnTo>
                  <a:lnTo>
                    <a:pt x="1326" y="1182"/>
                  </a:lnTo>
                  <a:lnTo>
                    <a:pt x="1338" y="117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10" name="Indonesia" descr="© INSCALE GmbH, 05.05.2010&#10;http://www.presentationload.com/">
              <a:extLst>
                <a:ext uri="{FF2B5EF4-FFF2-40B4-BE49-F238E27FC236}">
                  <a16:creationId xmlns:a16="http://schemas.microsoft.com/office/drawing/2014/main" id="{F257F0A1-CD46-42BE-9BEE-29825C7A5353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5970454" y="2851724"/>
              <a:ext cx="1079169" cy="427718"/>
            </a:xfrm>
            <a:custGeom>
              <a:avLst/>
              <a:gdLst>
                <a:gd name="T0" fmla="*/ 2147483647 w 3264"/>
                <a:gd name="T1" fmla="*/ 2147483647 h 1302"/>
                <a:gd name="T2" fmla="*/ 2147483647 w 3264"/>
                <a:gd name="T3" fmla="*/ 2147483647 h 1302"/>
                <a:gd name="T4" fmla="*/ 2147483647 w 3264"/>
                <a:gd name="T5" fmla="*/ 2147483647 h 1302"/>
                <a:gd name="T6" fmla="*/ 2147483647 w 3264"/>
                <a:gd name="T7" fmla="*/ 2147483647 h 1302"/>
                <a:gd name="T8" fmla="*/ 2147483647 w 3264"/>
                <a:gd name="T9" fmla="*/ 2147483647 h 1302"/>
                <a:gd name="T10" fmla="*/ 2147483647 w 3264"/>
                <a:gd name="T11" fmla="*/ 2147483647 h 1302"/>
                <a:gd name="T12" fmla="*/ 2147483647 w 3264"/>
                <a:gd name="T13" fmla="*/ 2147483647 h 1302"/>
                <a:gd name="T14" fmla="*/ 2147483647 w 3264"/>
                <a:gd name="T15" fmla="*/ 2147483647 h 1302"/>
                <a:gd name="T16" fmla="*/ 2147483647 w 3264"/>
                <a:gd name="T17" fmla="*/ 2147483647 h 1302"/>
                <a:gd name="T18" fmla="*/ 2147483647 w 3264"/>
                <a:gd name="T19" fmla="*/ 2147483647 h 1302"/>
                <a:gd name="T20" fmla="*/ 2147483647 w 3264"/>
                <a:gd name="T21" fmla="*/ 2147483647 h 1302"/>
                <a:gd name="T22" fmla="*/ 2147483647 w 3264"/>
                <a:gd name="T23" fmla="*/ 2147483647 h 1302"/>
                <a:gd name="T24" fmla="*/ 2147483647 w 3264"/>
                <a:gd name="T25" fmla="*/ 2147483647 h 1302"/>
                <a:gd name="T26" fmla="*/ 2147483647 w 3264"/>
                <a:gd name="T27" fmla="*/ 2147483647 h 1302"/>
                <a:gd name="T28" fmla="*/ 2147483647 w 3264"/>
                <a:gd name="T29" fmla="*/ 2147483647 h 1302"/>
                <a:gd name="T30" fmla="*/ 2147483647 w 3264"/>
                <a:gd name="T31" fmla="*/ 2147483647 h 1302"/>
                <a:gd name="T32" fmla="*/ 2147483647 w 3264"/>
                <a:gd name="T33" fmla="*/ 2147483647 h 1302"/>
                <a:gd name="T34" fmla="*/ 2147483647 w 3264"/>
                <a:gd name="T35" fmla="*/ 2147483647 h 1302"/>
                <a:gd name="T36" fmla="*/ 2147483647 w 3264"/>
                <a:gd name="T37" fmla="*/ 2147483647 h 1302"/>
                <a:gd name="T38" fmla="*/ 2147483647 w 3264"/>
                <a:gd name="T39" fmla="*/ 2147483647 h 1302"/>
                <a:gd name="T40" fmla="*/ 2147483647 w 3264"/>
                <a:gd name="T41" fmla="*/ 2147483647 h 1302"/>
                <a:gd name="T42" fmla="*/ 2147483647 w 3264"/>
                <a:gd name="T43" fmla="*/ 2147483647 h 1302"/>
                <a:gd name="T44" fmla="*/ 2147483647 w 3264"/>
                <a:gd name="T45" fmla="*/ 2147483647 h 1302"/>
                <a:gd name="T46" fmla="*/ 2147483647 w 3264"/>
                <a:gd name="T47" fmla="*/ 2147483647 h 1302"/>
                <a:gd name="T48" fmla="*/ 2147483647 w 3264"/>
                <a:gd name="T49" fmla="*/ 2147483647 h 1302"/>
                <a:gd name="T50" fmla="*/ 2147483647 w 3264"/>
                <a:gd name="T51" fmla="*/ 2147483647 h 1302"/>
                <a:gd name="T52" fmla="*/ 2147483647 w 3264"/>
                <a:gd name="T53" fmla="*/ 2147483647 h 1302"/>
                <a:gd name="T54" fmla="*/ 2147483647 w 3264"/>
                <a:gd name="T55" fmla="*/ 2147483647 h 1302"/>
                <a:gd name="T56" fmla="*/ 2147483647 w 3264"/>
                <a:gd name="T57" fmla="*/ 2147483647 h 1302"/>
                <a:gd name="T58" fmla="*/ 2147483647 w 3264"/>
                <a:gd name="T59" fmla="*/ 2147483647 h 1302"/>
                <a:gd name="T60" fmla="*/ 2147483647 w 3264"/>
                <a:gd name="T61" fmla="*/ 2147483647 h 1302"/>
                <a:gd name="T62" fmla="*/ 2147483647 w 3264"/>
                <a:gd name="T63" fmla="*/ 2147483647 h 1302"/>
                <a:gd name="T64" fmla="*/ 2147483647 w 3264"/>
                <a:gd name="T65" fmla="*/ 2147483647 h 1302"/>
                <a:gd name="T66" fmla="*/ 2147483647 w 3264"/>
                <a:gd name="T67" fmla="*/ 2147483647 h 1302"/>
                <a:gd name="T68" fmla="*/ 2147483647 w 3264"/>
                <a:gd name="T69" fmla="*/ 2147483647 h 1302"/>
                <a:gd name="T70" fmla="*/ 2147483647 w 3264"/>
                <a:gd name="T71" fmla="*/ 2147483647 h 1302"/>
                <a:gd name="T72" fmla="*/ 2147483647 w 3264"/>
                <a:gd name="T73" fmla="*/ 2147483647 h 1302"/>
                <a:gd name="T74" fmla="*/ 2147483647 w 3264"/>
                <a:gd name="T75" fmla="*/ 2147483647 h 1302"/>
                <a:gd name="T76" fmla="*/ 2147483647 w 3264"/>
                <a:gd name="T77" fmla="*/ 2147483647 h 1302"/>
                <a:gd name="T78" fmla="*/ 2147483647 w 3264"/>
                <a:gd name="T79" fmla="*/ 2147483647 h 1302"/>
                <a:gd name="T80" fmla="*/ 2147483647 w 3264"/>
                <a:gd name="T81" fmla="*/ 2147483647 h 1302"/>
                <a:gd name="T82" fmla="*/ 2147483647 w 3264"/>
                <a:gd name="T83" fmla="*/ 2147483647 h 1302"/>
                <a:gd name="T84" fmla="*/ 2147483647 w 3264"/>
                <a:gd name="T85" fmla="*/ 2147483647 h 1302"/>
                <a:gd name="T86" fmla="*/ 2147483647 w 3264"/>
                <a:gd name="T87" fmla="*/ 2147483647 h 1302"/>
                <a:gd name="T88" fmla="*/ 2147483647 w 3264"/>
                <a:gd name="T89" fmla="*/ 2147483647 h 1302"/>
                <a:gd name="T90" fmla="*/ 2147483647 w 3264"/>
                <a:gd name="T91" fmla="*/ 2147483647 h 1302"/>
                <a:gd name="T92" fmla="*/ 2147483647 w 3264"/>
                <a:gd name="T93" fmla="*/ 2147483647 h 1302"/>
                <a:gd name="T94" fmla="*/ 2147483647 w 3264"/>
                <a:gd name="T95" fmla="*/ 2147483647 h 1302"/>
                <a:gd name="T96" fmla="*/ 2147483647 w 3264"/>
                <a:gd name="T97" fmla="*/ 2147483647 h 1302"/>
                <a:gd name="T98" fmla="*/ 2147483647 w 3264"/>
                <a:gd name="T99" fmla="*/ 2147483647 h 1302"/>
                <a:gd name="T100" fmla="*/ 2147483647 w 3264"/>
                <a:gd name="T101" fmla="*/ 2147483647 h 1302"/>
                <a:gd name="T102" fmla="*/ 2147483647 w 3264"/>
                <a:gd name="T103" fmla="*/ 2147483647 h 1302"/>
                <a:gd name="T104" fmla="*/ 2147483647 w 3264"/>
                <a:gd name="T105" fmla="*/ 2147483647 h 1302"/>
                <a:gd name="T106" fmla="*/ 2147483647 w 3264"/>
                <a:gd name="T107" fmla="*/ 2147483647 h 1302"/>
                <a:gd name="T108" fmla="*/ 2147483647 w 3264"/>
                <a:gd name="T109" fmla="*/ 2147483647 h 1302"/>
                <a:gd name="T110" fmla="*/ 2147483647 w 3264"/>
                <a:gd name="T111" fmla="*/ 2147483647 h 1302"/>
                <a:gd name="T112" fmla="*/ 2147483647 w 3264"/>
                <a:gd name="T113" fmla="*/ 2147483647 h 1302"/>
                <a:gd name="T114" fmla="*/ 2147483647 w 3264"/>
                <a:gd name="T115" fmla="*/ 2147483647 h 1302"/>
                <a:gd name="T116" fmla="*/ 2147483647 w 3264"/>
                <a:gd name="T117" fmla="*/ 2147483647 h 1302"/>
                <a:gd name="T118" fmla="*/ 2147483647 w 3264"/>
                <a:gd name="T119" fmla="*/ 2147483647 h 1302"/>
                <a:gd name="T120" fmla="*/ 2147483647 w 3264"/>
                <a:gd name="T121" fmla="*/ 2147483647 h 1302"/>
                <a:gd name="T122" fmla="*/ 2147483647 w 3264"/>
                <a:gd name="T123" fmla="*/ 2147483647 h 1302"/>
                <a:gd name="T124" fmla="*/ 2147483647 w 3264"/>
                <a:gd name="T125" fmla="*/ 2147483647 h 130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264"/>
                <a:gd name="T190" fmla="*/ 0 h 1302"/>
                <a:gd name="T191" fmla="*/ 3264 w 3264"/>
                <a:gd name="T192" fmla="*/ 1302 h 130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264" h="1302">
                  <a:moveTo>
                    <a:pt x="1788" y="984"/>
                  </a:moveTo>
                  <a:lnTo>
                    <a:pt x="1806" y="978"/>
                  </a:lnTo>
                  <a:lnTo>
                    <a:pt x="1818" y="954"/>
                  </a:lnTo>
                  <a:lnTo>
                    <a:pt x="1812" y="930"/>
                  </a:lnTo>
                  <a:lnTo>
                    <a:pt x="1788" y="984"/>
                  </a:lnTo>
                  <a:close/>
                  <a:moveTo>
                    <a:pt x="672" y="462"/>
                  </a:moveTo>
                  <a:lnTo>
                    <a:pt x="702" y="480"/>
                  </a:lnTo>
                  <a:lnTo>
                    <a:pt x="702" y="450"/>
                  </a:lnTo>
                  <a:lnTo>
                    <a:pt x="672" y="426"/>
                  </a:lnTo>
                  <a:lnTo>
                    <a:pt x="672" y="462"/>
                  </a:lnTo>
                  <a:close/>
                  <a:moveTo>
                    <a:pt x="678" y="492"/>
                  </a:moveTo>
                  <a:lnTo>
                    <a:pt x="654" y="516"/>
                  </a:lnTo>
                  <a:lnTo>
                    <a:pt x="678" y="546"/>
                  </a:lnTo>
                  <a:lnTo>
                    <a:pt x="678" y="492"/>
                  </a:lnTo>
                  <a:close/>
                  <a:moveTo>
                    <a:pt x="906" y="714"/>
                  </a:moveTo>
                  <a:lnTo>
                    <a:pt x="930" y="732"/>
                  </a:lnTo>
                  <a:lnTo>
                    <a:pt x="936" y="708"/>
                  </a:lnTo>
                  <a:lnTo>
                    <a:pt x="936" y="702"/>
                  </a:lnTo>
                  <a:lnTo>
                    <a:pt x="930" y="696"/>
                  </a:lnTo>
                  <a:lnTo>
                    <a:pt x="930" y="690"/>
                  </a:lnTo>
                  <a:lnTo>
                    <a:pt x="912" y="672"/>
                  </a:lnTo>
                  <a:lnTo>
                    <a:pt x="900" y="666"/>
                  </a:lnTo>
                  <a:lnTo>
                    <a:pt x="888" y="666"/>
                  </a:lnTo>
                  <a:lnTo>
                    <a:pt x="882" y="672"/>
                  </a:lnTo>
                  <a:lnTo>
                    <a:pt x="876" y="684"/>
                  </a:lnTo>
                  <a:lnTo>
                    <a:pt x="882" y="696"/>
                  </a:lnTo>
                  <a:lnTo>
                    <a:pt x="882" y="708"/>
                  </a:lnTo>
                  <a:lnTo>
                    <a:pt x="888" y="720"/>
                  </a:lnTo>
                  <a:lnTo>
                    <a:pt x="906" y="714"/>
                  </a:lnTo>
                  <a:close/>
                  <a:moveTo>
                    <a:pt x="684" y="372"/>
                  </a:moveTo>
                  <a:lnTo>
                    <a:pt x="672" y="360"/>
                  </a:lnTo>
                  <a:lnTo>
                    <a:pt x="660" y="372"/>
                  </a:lnTo>
                  <a:lnTo>
                    <a:pt x="672" y="396"/>
                  </a:lnTo>
                  <a:lnTo>
                    <a:pt x="684" y="396"/>
                  </a:lnTo>
                  <a:lnTo>
                    <a:pt x="684" y="372"/>
                  </a:lnTo>
                  <a:close/>
                  <a:moveTo>
                    <a:pt x="750" y="624"/>
                  </a:moveTo>
                  <a:lnTo>
                    <a:pt x="750" y="630"/>
                  </a:lnTo>
                  <a:lnTo>
                    <a:pt x="756" y="636"/>
                  </a:lnTo>
                  <a:lnTo>
                    <a:pt x="756" y="648"/>
                  </a:lnTo>
                  <a:lnTo>
                    <a:pt x="774" y="684"/>
                  </a:lnTo>
                  <a:lnTo>
                    <a:pt x="786" y="690"/>
                  </a:lnTo>
                  <a:lnTo>
                    <a:pt x="804" y="696"/>
                  </a:lnTo>
                  <a:lnTo>
                    <a:pt x="816" y="702"/>
                  </a:lnTo>
                  <a:lnTo>
                    <a:pt x="834" y="702"/>
                  </a:lnTo>
                  <a:lnTo>
                    <a:pt x="828" y="660"/>
                  </a:lnTo>
                  <a:lnTo>
                    <a:pt x="810" y="648"/>
                  </a:lnTo>
                  <a:lnTo>
                    <a:pt x="810" y="618"/>
                  </a:lnTo>
                  <a:lnTo>
                    <a:pt x="804" y="606"/>
                  </a:lnTo>
                  <a:lnTo>
                    <a:pt x="792" y="600"/>
                  </a:lnTo>
                  <a:lnTo>
                    <a:pt x="786" y="588"/>
                  </a:lnTo>
                  <a:lnTo>
                    <a:pt x="768" y="582"/>
                  </a:lnTo>
                  <a:lnTo>
                    <a:pt x="756" y="576"/>
                  </a:lnTo>
                  <a:lnTo>
                    <a:pt x="732" y="576"/>
                  </a:lnTo>
                  <a:lnTo>
                    <a:pt x="732" y="582"/>
                  </a:lnTo>
                  <a:lnTo>
                    <a:pt x="726" y="588"/>
                  </a:lnTo>
                  <a:lnTo>
                    <a:pt x="726" y="600"/>
                  </a:lnTo>
                  <a:lnTo>
                    <a:pt x="714" y="600"/>
                  </a:lnTo>
                  <a:lnTo>
                    <a:pt x="714" y="606"/>
                  </a:lnTo>
                  <a:lnTo>
                    <a:pt x="708" y="612"/>
                  </a:lnTo>
                  <a:lnTo>
                    <a:pt x="714" y="624"/>
                  </a:lnTo>
                  <a:lnTo>
                    <a:pt x="750" y="624"/>
                  </a:lnTo>
                  <a:close/>
                  <a:moveTo>
                    <a:pt x="246" y="438"/>
                  </a:moveTo>
                  <a:lnTo>
                    <a:pt x="222" y="462"/>
                  </a:lnTo>
                  <a:lnTo>
                    <a:pt x="234" y="492"/>
                  </a:lnTo>
                  <a:lnTo>
                    <a:pt x="234" y="498"/>
                  </a:lnTo>
                  <a:lnTo>
                    <a:pt x="228" y="504"/>
                  </a:lnTo>
                  <a:lnTo>
                    <a:pt x="228" y="510"/>
                  </a:lnTo>
                  <a:lnTo>
                    <a:pt x="240" y="510"/>
                  </a:lnTo>
                  <a:lnTo>
                    <a:pt x="246" y="504"/>
                  </a:lnTo>
                  <a:lnTo>
                    <a:pt x="246" y="468"/>
                  </a:lnTo>
                  <a:lnTo>
                    <a:pt x="252" y="456"/>
                  </a:lnTo>
                  <a:lnTo>
                    <a:pt x="246" y="438"/>
                  </a:lnTo>
                  <a:close/>
                  <a:moveTo>
                    <a:pt x="264" y="534"/>
                  </a:moveTo>
                  <a:lnTo>
                    <a:pt x="258" y="546"/>
                  </a:lnTo>
                  <a:lnTo>
                    <a:pt x="258" y="588"/>
                  </a:lnTo>
                  <a:lnTo>
                    <a:pt x="264" y="600"/>
                  </a:lnTo>
                  <a:lnTo>
                    <a:pt x="276" y="612"/>
                  </a:lnTo>
                  <a:lnTo>
                    <a:pt x="288" y="612"/>
                  </a:lnTo>
                  <a:lnTo>
                    <a:pt x="294" y="606"/>
                  </a:lnTo>
                  <a:lnTo>
                    <a:pt x="294" y="588"/>
                  </a:lnTo>
                  <a:lnTo>
                    <a:pt x="288" y="576"/>
                  </a:lnTo>
                  <a:lnTo>
                    <a:pt x="282" y="558"/>
                  </a:lnTo>
                  <a:lnTo>
                    <a:pt x="282" y="546"/>
                  </a:lnTo>
                  <a:lnTo>
                    <a:pt x="276" y="534"/>
                  </a:lnTo>
                  <a:lnTo>
                    <a:pt x="264" y="534"/>
                  </a:lnTo>
                  <a:close/>
                  <a:moveTo>
                    <a:pt x="48" y="222"/>
                  </a:moveTo>
                  <a:lnTo>
                    <a:pt x="42" y="228"/>
                  </a:lnTo>
                  <a:lnTo>
                    <a:pt x="42" y="246"/>
                  </a:lnTo>
                  <a:lnTo>
                    <a:pt x="48" y="258"/>
                  </a:lnTo>
                  <a:lnTo>
                    <a:pt x="66" y="258"/>
                  </a:lnTo>
                  <a:lnTo>
                    <a:pt x="84" y="276"/>
                  </a:lnTo>
                  <a:lnTo>
                    <a:pt x="90" y="270"/>
                  </a:lnTo>
                  <a:lnTo>
                    <a:pt x="90" y="252"/>
                  </a:lnTo>
                  <a:lnTo>
                    <a:pt x="78" y="246"/>
                  </a:lnTo>
                  <a:lnTo>
                    <a:pt x="72" y="234"/>
                  </a:lnTo>
                  <a:lnTo>
                    <a:pt x="60" y="228"/>
                  </a:lnTo>
                  <a:lnTo>
                    <a:pt x="54" y="222"/>
                  </a:lnTo>
                  <a:lnTo>
                    <a:pt x="48" y="222"/>
                  </a:lnTo>
                  <a:close/>
                  <a:moveTo>
                    <a:pt x="162" y="330"/>
                  </a:moveTo>
                  <a:lnTo>
                    <a:pt x="156" y="330"/>
                  </a:lnTo>
                  <a:lnTo>
                    <a:pt x="144" y="342"/>
                  </a:lnTo>
                  <a:lnTo>
                    <a:pt x="144" y="354"/>
                  </a:lnTo>
                  <a:lnTo>
                    <a:pt x="156" y="366"/>
                  </a:lnTo>
                  <a:lnTo>
                    <a:pt x="162" y="378"/>
                  </a:lnTo>
                  <a:lnTo>
                    <a:pt x="174" y="390"/>
                  </a:lnTo>
                  <a:lnTo>
                    <a:pt x="180" y="402"/>
                  </a:lnTo>
                  <a:lnTo>
                    <a:pt x="192" y="414"/>
                  </a:lnTo>
                  <a:lnTo>
                    <a:pt x="198" y="408"/>
                  </a:lnTo>
                  <a:lnTo>
                    <a:pt x="198" y="402"/>
                  </a:lnTo>
                  <a:lnTo>
                    <a:pt x="204" y="390"/>
                  </a:lnTo>
                  <a:lnTo>
                    <a:pt x="204" y="384"/>
                  </a:lnTo>
                  <a:lnTo>
                    <a:pt x="198" y="372"/>
                  </a:lnTo>
                  <a:lnTo>
                    <a:pt x="198" y="366"/>
                  </a:lnTo>
                  <a:lnTo>
                    <a:pt x="192" y="360"/>
                  </a:lnTo>
                  <a:lnTo>
                    <a:pt x="186" y="348"/>
                  </a:lnTo>
                  <a:lnTo>
                    <a:pt x="180" y="342"/>
                  </a:lnTo>
                  <a:lnTo>
                    <a:pt x="168" y="336"/>
                  </a:lnTo>
                  <a:lnTo>
                    <a:pt x="162" y="330"/>
                  </a:lnTo>
                  <a:close/>
                  <a:moveTo>
                    <a:pt x="2574" y="486"/>
                  </a:moveTo>
                  <a:lnTo>
                    <a:pt x="2574" y="474"/>
                  </a:lnTo>
                  <a:lnTo>
                    <a:pt x="2568" y="474"/>
                  </a:lnTo>
                  <a:lnTo>
                    <a:pt x="2556" y="468"/>
                  </a:lnTo>
                  <a:lnTo>
                    <a:pt x="2520" y="468"/>
                  </a:lnTo>
                  <a:lnTo>
                    <a:pt x="2514" y="474"/>
                  </a:lnTo>
                  <a:lnTo>
                    <a:pt x="2520" y="498"/>
                  </a:lnTo>
                  <a:lnTo>
                    <a:pt x="2526" y="498"/>
                  </a:lnTo>
                  <a:lnTo>
                    <a:pt x="2538" y="492"/>
                  </a:lnTo>
                  <a:lnTo>
                    <a:pt x="2562" y="492"/>
                  </a:lnTo>
                  <a:lnTo>
                    <a:pt x="2568" y="486"/>
                  </a:lnTo>
                  <a:lnTo>
                    <a:pt x="2574" y="486"/>
                  </a:lnTo>
                  <a:close/>
                  <a:moveTo>
                    <a:pt x="336" y="648"/>
                  </a:moveTo>
                  <a:lnTo>
                    <a:pt x="342" y="648"/>
                  </a:lnTo>
                  <a:lnTo>
                    <a:pt x="342" y="636"/>
                  </a:lnTo>
                  <a:lnTo>
                    <a:pt x="330" y="624"/>
                  </a:lnTo>
                  <a:lnTo>
                    <a:pt x="318" y="624"/>
                  </a:lnTo>
                  <a:lnTo>
                    <a:pt x="318" y="636"/>
                  </a:lnTo>
                  <a:lnTo>
                    <a:pt x="330" y="648"/>
                  </a:lnTo>
                  <a:lnTo>
                    <a:pt x="336" y="648"/>
                  </a:lnTo>
                  <a:close/>
                  <a:moveTo>
                    <a:pt x="2472" y="654"/>
                  </a:moveTo>
                  <a:lnTo>
                    <a:pt x="2484" y="648"/>
                  </a:lnTo>
                  <a:lnTo>
                    <a:pt x="2502" y="630"/>
                  </a:lnTo>
                  <a:lnTo>
                    <a:pt x="2502" y="618"/>
                  </a:lnTo>
                  <a:lnTo>
                    <a:pt x="2430" y="612"/>
                  </a:lnTo>
                  <a:lnTo>
                    <a:pt x="2430" y="624"/>
                  </a:lnTo>
                  <a:lnTo>
                    <a:pt x="2436" y="630"/>
                  </a:lnTo>
                  <a:lnTo>
                    <a:pt x="2442" y="642"/>
                  </a:lnTo>
                  <a:lnTo>
                    <a:pt x="2448" y="648"/>
                  </a:lnTo>
                  <a:lnTo>
                    <a:pt x="2460" y="654"/>
                  </a:lnTo>
                  <a:lnTo>
                    <a:pt x="2472" y="654"/>
                  </a:lnTo>
                  <a:close/>
                  <a:moveTo>
                    <a:pt x="2406" y="288"/>
                  </a:moveTo>
                  <a:lnTo>
                    <a:pt x="2418" y="276"/>
                  </a:lnTo>
                  <a:lnTo>
                    <a:pt x="2418" y="264"/>
                  </a:lnTo>
                  <a:lnTo>
                    <a:pt x="2412" y="258"/>
                  </a:lnTo>
                  <a:lnTo>
                    <a:pt x="2400" y="252"/>
                  </a:lnTo>
                  <a:lnTo>
                    <a:pt x="2376" y="252"/>
                  </a:lnTo>
                  <a:lnTo>
                    <a:pt x="2370" y="258"/>
                  </a:lnTo>
                  <a:lnTo>
                    <a:pt x="2370" y="264"/>
                  </a:lnTo>
                  <a:lnTo>
                    <a:pt x="2394" y="288"/>
                  </a:lnTo>
                  <a:lnTo>
                    <a:pt x="2406" y="288"/>
                  </a:lnTo>
                  <a:close/>
                  <a:moveTo>
                    <a:pt x="2868" y="528"/>
                  </a:moveTo>
                  <a:lnTo>
                    <a:pt x="2886" y="534"/>
                  </a:lnTo>
                  <a:lnTo>
                    <a:pt x="2892" y="534"/>
                  </a:lnTo>
                  <a:lnTo>
                    <a:pt x="2898" y="528"/>
                  </a:lnTo>
                  <a:lnTo>
                    <a:pt x="2898" y="522"/>
                  </a:lnTo>
                  <a:lnTo>
                    <a:pt x="2874" y="510"/>
                  </a:lnTo>
                  <a:lnTo>
                    <a:pt x="2868" y="516"/>
                  </a:lnTo>
                  <a:lnTo>
                    <a:pt x="2862" y="516"/>
                  </a:lnTo>
                  <a:lnTo>
                    <a:pt x="2862" y="522"/>
                  </a:lnTo>
                  <a:lnTo>
                    <a:pt x="2868" y="528"/>
                  </a:lnTo>
                  <a:close/>
                  <a:moveTo>
                    <a:pt x="2916" y="618"/>
                  </a:moveTo>
                  <a:lnTo>
                    <a:pt x="2928" y="618"/>
                  </a:lnTo>
                  <a:lnTo>
                    <a:pt x="2940" y="612"/>
                  </a:lnTo>
                  <a:lnTo>
                    <a:pt x="2958" y="612"/>
                  </a:lnTo>
                  <a:lnTo>
                    <a:pt x="2964" y="606"/>
                  </a:lnTo>
                  <a:lnTo>
                    <a:pt x="2970" y="606"/>
                  </a:lnTo>
                  <a:lnTo>
                    <a:pt x="2964" y="606"/>
                  </a:lnTo>
                  <a:lnTo>
                    <a:pt x="2958" y="600"/>
                  </a:lnTo>
                  <a:lnTo>
                    <a:pt x="2946" y="594"/>
                  </a:lnTo>
                  <a:lnTo>
                    <a:pt x="2934" y="594"/>
                  </a:lnTo>
                  <a:lnTo>
                    <a:pt x="2928" y="588"/>
                  </a:lnTo>
                  <a:lnTo>
                    <a:pt x="2922" y="588"/>
                  </a:lnTo>
                  <a:lnTo>
                    <a:pt x="2910" y="594"/>
                  </a:lnTo>
                  <a:lnTo>
                    <a:pt x="2892" y="594"/>
                  </a:lnTo>
                  <a:lnTo>
                    <a:pt x="2886" y="600"/>
                  </a:lnTo>
                  <a:lnTo>
                    <a:pt x="2880" y="600"/>
                  </a:lnTo>
                  <a:lnTo>
                    <a:pt x="2892" y="606"/>
                  </a:lnTo>
                  <a:lnTo>
                    <a:pt x="2898" y="612"/>
                  </a:lnTo>
                  <a:lnTo>
                    <a:pt x="2910" y="618"/>
                  </a:lnTo>
                  <a:lnTo>
                    <a:pt x="2916" y="618"/>
                  </a:lnTo>
                  <a:close/>
                  <a:moveTo>
                    <a:pt x="1710" y="552"/>
                  </a:moveTo>
                  <a:lnTo>
                    <a:pt x="1710" y="564"/>
                  </a:lnTo>
                  <a:lnTo>
                    <a:pt x="1716" y="570"/>
                  </a:lnTo>
                  <a:lnTo>
                    <a:pt x="1716" y="582"/>
                  </a:lnTo>
                  <a:lnTo>
                    <a:pt x="1722" y="594"/>
                  </a:lnTo>
                  <a:lnTo>
                    <a:pt x="1722" y="612"/>
                  </a:lnTo>
                  <a:lnTo>
                    <a:pt x="1716" y="618"/>
                  </a:lnTo>
                  <a:lnTo>
                    <a:pt x="1692" y="630"/>
                  </a:lnTo>
                  <a:lnTo>
                    <a:pt x="1686" y="636"/>
                  </a:lnTo>
                  <a:lnTo>
                    <a:pt x="1674" y="642"/>
                  </a:lnTo>
                  <a:lnTo>
                    <a:pt x="1674" y="678"/>
                  </a:lnTo>
                  <a:lnTo>
                    <a:pt x="1680" y="684"/>
                  </a:lnTo>
                  <a:lnTo>
                    <a:pt x="1686" y="696"/>
                  </a:lnTo>
                  <a:lnTo>
                    <a:pt x="1674" y="708"/>
                  </a:lnTo>
                  <a:lnTo>
                    <a:pt x="1674" y="720"/>
                  </a:lnTo>
                  <a:lnTo>
                    <a:pt x="1680" y="726"/>
                  </a:lnTo>
                  <a:lnTo>
                    <a:pt x="1692" y="732"/>
                  </a:lnTo>
                  <a:lnTo>
                    <a:pt x="1698" y="726"/>
                  </a:lnTo>
                  <a:lnTo>
                    <a:pt x="1722" y="726"/>
                  </a:lnTo>
                  <a:lnTo>
                    <a:pt x="1728" y="732"/>
                  </a:lnTo>
                  <a:lnTo>
                    <a:pt x="1728" y="756"/>
                  </a:lnTo>
                  <a:lnTo>
                    <a:pt x="1722" y="762"/>
                  </a:lnTo>
                  <a:lnTo>
                    <a:pt x="1740" y="780"/>
                  </a:lnTo>
                  <a:lnTo>
                    <a:pt x="1728" y="846"/>
                  </a:lnTo>
                  <a:lnTo>
                    <a:pt x="1710" y="864"/>
                  </a:lnTo>
                  <a:lnTo>
                    <a:pt x="1704" y="876"/>
                  </a:lnTo>
                  <a:lnTo>
                    <a:pt x="1704" y="888"/>
                  </a:lnTo>
                  <a:lnTo>
                    <a:pt x="1710" y="906"/>
                  </a:lnTo>
                  <a:lnTo>
                    <a:pt x="1722" y="924"/>
                  </a:lnTo>
                  <a:lnTo>
                    <a:pt x="1746" y="936"/>
                  </a:lnTo>
                  <a:lnTo>
                    <a:pt x="1764" y="930"/>
                  </a:lnTo>
                  <a:lnTo>
                    <a:pt x="1788" y="906"/>
                  </a:lnTo>
                  <a:lnTo>
                    <a:pt x="1788" y="864"/>
                  </a:lnTo>
                  <a:lnTo>
                    <a:pt x="1782" y="858"/>
                  </a:lnTo>
                  <a:lnTo>
                    <a:pt x="1776" y="846"/>
                  </a:lnTo>
                  <a:lnTo>
                    <a:pt x="1800" y="822"/>
                  </a:lnTo>
                  <a:lnTo>
                    <a:pt x="1806" y="804"/>
                  </a:lnTo>
                  <a:lnTo>
                    <a:pt x="1806" y="774"/>
                  </a:lnTo>
                  <a:lnTo>
                    <a:pt x="1812" y="756"/>
                  </a:lnTo>
                  <a:lnTo>
                    <a:pt x="1812" y="726"/>
                  </a:lnTo>
                  <a:lnTo>
                    <a:pt x="1806" y="714"/>
                  </a:lnTo>
                  <a:lnTo>
                    <a:pt x="1800" y="696"/>
                  </a:lnTo>
                  <a:lnTo>
                    <a:pt x="1794" y="684"/>
                  </a:lnTo>
                  <a:lnTo>
                    <a:pt x="1794" y="636"/>
                  </a:lnTo>
                  <a:lnTo>
                    <a:pt x="1800" y="630"/>
                  </a:lnTo>
                  <a:lnTo>
                    <a:pt x="1800" y="624"/>
                  </a:lnTo>
                  <a:lnTo>
                    <a:pt x="1806" y="618"/>
                  </a:lnTo>
                  <a:lnTo>
                    <a:pt x="1812" y="618"/>
                  </a:lnTo>
                  <a:lnTo>
                    <a:pt x="1818" y="624"/>
                  </a:lnTo>
                  <a:lnTo>
                    <a:pt x="1824" y="642"/>
                  </a:lnTo>
                  <a:lnTo>
                    <a:pt x="1830" y="666"/>
                  </a:lnTo>
                  <a:lnTo>
                    <a:pt x="1836" y="684"/>
                  </a:lnTo>
                  <a:lnTo>
                    <a:pt x="1836" y="702"/>
                  </a:lnTo>
                  <a:lnTo>
                    <a:pt x="1866" y="738"/>
                  </a:lnTo>
                  <a:lnTo>
                    <a:pt x="1866" y="792"/>
                  </a:lnTo>
                  <a:lnTo>
                    <a:pt x="1890" y="822"/>
                  </a:lnTo>
                  <a:lnTo>
                    <a:pt x="1890" y="858"/>
                  </a:lnTo>
                  <a:lnTo>
                    <a:pt x="1902" y="930"/>
                  </a:lnTo>
                  <a:lnTo>
                    <a:pt x="1920" y="918"/>
                  </a:lnTo>
                  <a:lnTo>
                    <a:pt x="1962" y="930"/>
                  </a:lnTo>
                  <a:lnTo>
                    <a:pt x="1962" y="870"/>
                  </a:lnTo>
                  <a:lnTo>
                    <a:pt x="1968" y="864"/>
                  </a:lnTo>
                  <a:lnTo>
                    <a:pt x="1974" y="852"/>
                  </a:lnTo>
                  <a:lnTo>
                    <a:pt x="1980" y="876"/>
                  </a:lnTo>
                  <a:lnTo>
                    <a:pt x="1998" y="876"/>
                  </a:lnTo>
                  <a:lnTo>
                    <a:pt x="2004" y="870"/>
                  </a:lnTo>
                  <a:lnTo>
                    <a:pt x="2010" y="858"/>
                  </a:lnTo>
                  <a:lnTo>
                    <a:pt x="2010" y="828"/>
                  </a:lnTo>
                  <a:lnTo>
                    <a:pt x="2004" y="822"/>
                  </a:lnTo>
                  <a:lnTo>
                    <a:pt x="2004" y="816"/>
                  </a:lnTo>
                  <a:lnTo>
                    <a:pt x="1992" y="810"/>
                  </a:lnTo>
                  <a:lnTo>
                    <a:pt x="1986" y="798"/>
                  </a:lnTo>
                  <a:lnTo>
                    <a:pt x="1974" y="792"/>
                  </a:lnTo>
                  <a:lnTo>
                    <a:pt x="1962" y="780"/>
                  </a:lnTo>
                  <a:lnTo>
                    <a:pt x="1956" y="768"/>
                  </a:lnTo>
                  <a:lnTo>
                    <a:pt x="1944" y="756"/>
                  </a:lnTo>
                  <a:lnTo>
                    <a:pt x="1944" y="750"/>
                  </a:lnTo>
                  <a:lnTo>
                    <a:pt x="1956" y="726"/>
                  </a:lnTo>
                  <a:lnTo>
                    <a:pt x="1968" y="720"/>
                  </a:lnTo>
                  <a:lnTo>
                    <a:pt x="1968" y="708"/>
                  </a:lnTo>
                  <a:lnTo>
                    <a:pt x="1962" y="696"/>
                  </a:lnTo>
                  <a:lnTo>
                    <a:pt x="1938" y="684"/>
                  </a:lnTo>
                  <a:lnTo>
                    <a:pt x="1932" y="672"/>
                  </a:lnTo>
                  <a:lnTo>
                    <a:pt x="1932" y="642"/>
                  </a:lnTo>
                  <a:lnTo>
                    <a:pt x="1938" y="636"/>
                  </a:lnTo>
                  <a:lnTo>
                    <a:pt x="1938" y="630"/>
                  </a:lnTo>
                  <a:lnTo>
                    <a:pt x="1926" y="618"/>
                  </a:lnTo>
                  <a:lnTo>
                    <a:pt x="1914" y="612"/>
                  </a:lnTo>
                  <a:lnTo>
                    <a:pt x="1896" y="594"/>
                  </a:lnTo>
                  <a:lnTo>
                    <a:pt x="1884" y="588"/>
                  </a:lnTo>
                  <a:lnTo>
                    <a:pt x="1878" y="582"/>
                  </a:lnTo>
                  <a:lnTo>
                    <a:pt x="1914" y="582"/>
                  </a:lnTo>
                  <a:lnTo>
                    <a:pt x="1926" y="576"/>
                  </a:lnTo>
                  <a:lnTo>
                    <a:pt x="1932" y="570"/>
                  </a:lnTo>
                  <a:lnTo>
                    <a:pt x="1944" y="546"/>
                  </a:lnTo>
                  <a:lnTo>
                    <a:pt x="1950" y="540"/>
                  </a:lnTo>
                  <a:lnTo>
                    <a:pt x="1956" y="528"/>
                  </a:lnTo>
                  <a:lnTo>
                    <a:pt x="1992" y="528"/>
                  </a:lnTo>
                  <a:lnTo>
                    <a:pt x="2004" y="522"/>
                  </a:lnTo>
                  <a:lnTo>
                    <a:pt x="2010" y="522"/>
                  </a:lnTo>
                  <a:lnTo>
                    <a:pt x="2016" y="516"/>
                  </a:lnTo>
                  <a:lnTo>
                    <a:pt x="2016" y="504"/>
                  </a:lnTo>
                  <a:lnTo>
                    <a:pt x="1998" y="486"/>
                  </a:lnTo>
                  <a:lnTo>
                    <a:pt x="1986" y="480"/>
                  </a:lnTo>
                  <a:lnTo>
                    <a:pt x="1974" y="486"/>
                  </a:lnTo>
                  <a:lnTo>
                    <a:pt x="1956" y="504"/>
                  </a:lnTo>
                  <a:lnTo>
                    <a:pt x="1956" y="510"/>
                  </a:lnTo>
                  <a:lnTo>
                    <a:pt x="1944" y="510"/>
                  </a:lnTo>
                  <a:lnTo>
                    <a:pt x="1932" y="504"/>
                  </a:lnTo>
                  <a:lnTo>
                    <a:pt x="1896" y="504"/>
                  </a:lnTo>
                  <a:lnTo>
                    <a:pt x="1890" y="510"/>
                  </a:lnTo>
                  <a:lnTo>
                    <a:pt x="1884" y="522"/>
                  </a:lnTo>
                  <a:lnTo>
                    <a:pt x="1854" y="552"/>
                  </a:lnTo>
                  <a:lnTo>
                    <a:pt x="1848" y="546"/>
                  </a:lnTo>
                  <a:lnTo>
                    <a:pt x="1836" y="540"/>
                  </a:lnTo>
                  <a:lnTo>
                    <a:pt x="1824" y="516"/>
                  </a:lnTo>
                  <a:lnTo>
                    <a:pt x="1788" y="498"/>
                  </a:lnTo>
                  <a:lnTo>
                    <a:pt x="1776" y="498"/>
                  </a:lnTo>
                  <a:lnTo>
                    <a:pt x="1776" y="486"/>
                  </a:lnTo>
                  <a:lnTo>
                    <a:pt x="1782" y="468"/>
                  </a:lnTo>
                  <a:lnTo>
                    <a:pt x="1782" y="456"/>
                  </a:lnTo>
                  <a:lnTo>
                    <a:pt x="1794" y="420"/>
                  </a:lnTo>
                  <a:lnTo>
                    <a:pt x="1806" y="408"/>
                  </a:lnTo>
                  <a:lnTo>
                    <a:pt x="1824" y="408"/>
                  </a:lnTo>
                  <a:lnTo>
                    <a:pt x="1842" y="414"/>
                  </a:lnTo>
                  <a:lnTo>
                    <a:pt x="1896" y="414"/>
                  </a:lnTo>
                  <a:lnTo>
                    <a:pt x="1902" y="408"/>
                  </a:lnTo>
                  <a:lnTo>
                    <a:pt x="1908" y="408"/>
                  </a:lnTo>
                  <a:lnTo>
                    <a:pt x="1908" y="402"/>
                  </a:lnTo>
                  <a:lnTo>
                    <a:pt x="1914" y="396"/>
                  </a:lnTo>
                  <a:lnTo>
                    <a:pt x="1920" y="396"/>
                  </a:lnTo>
                  <a:lnTo>
                    <a:pt x="1944" y="402"/>
                  </a:lnTo>
                  <a:lnTo>
                    <a:pt x="1980" y="420"/>
                  </a:lnTo>
                  <a:lnTo>
                    <a:pt x="2010" y="432"/>
                  </a:lnTo>
                  <a:lnTo>
                    <a:pt x="2034" y="438"/>
                  </a:lnTo>
                  <a:lnTo>
                    <a:pt x="2040" y="438"/>
                  </a:lnTo>
                  <a:lnTo>
                    <a:pt x="2052" y="432"/>
                  </a:lnTo>
                  <a:lnTo>
                    <a:pt x="2064" y="420"/>
                  </a:lnTo>
                  <a:lnTo>
                    <a:pt x="2082" y="420"/>
                  </a:lnTo>
                  <a:lnTo>
                    <a:pt x="2094" y="414"/>
                  </a:lnTo>
                  <a:lnTo>
                    <a:pt x="2106" y="414"/>
                  </a:lnTo>
                  <a:lnTo>
                    <a:pt x="2112" y="408"/>
                  </a:lnTo>
                  <a:lnTo>
                    <a:pt x="2112" y="402"/>
                  </a:lnTo>
                  <a:lnTo>
                    <a:pt x="2106" y="396"/>
                  </a:lnTo>
                  <a:lnTo>
                    <a:pt x="2106" y="390"/>
                  </a:lnTo>
                  <a:lnTo>
                    <a:pt x="2118" y="378"/>
                  </a:lnTo>
                  <a:lnTo>
                    <a:pt x="2142" y="366"/>
                  </a:lnTo>
                  <a:lnTo>
                    <a:pt x="2148" y="360"/>
                  </a:lnTo>
                  <a:lnTo>
                    <a:pt x="2160" y="354"/>
                  </a:lnTo>
                  <a:lnTo>
                    <a:pt x="2148" y="324"/>
                  </a:lnTo>
                  <a:lnTo>
                    <a:pt x="2070" y="360"/>
                  </a:lnTo>
                  <a:lnTo>
                    <a:pt x="2076" y="366"/>
                  </a:lnTo>
                  <a:lnTo>
                    <a:pt x="2076" y="372"/>
                  </a:lnTo>
                  <a:lnTo>
                    <a:pt x="2070" y="378"/>
                  </a:lnTo>
                  <a:lnTo>
                    <a:pt x="2046" y="378"/>
                  </a:lnTo>
                  <a:lnTo>
                    <a:pt x="2022" y="366"/>
                  </a:lnTo>
                  <a:lnTo>
                    <a:pt x="2004" y="366"/>
                  </a:lnTo>
                  <a:lnTo>
                    <a:pt x="1968" y="384"/>
                  </a:lnTo>
                  <a:lnTo>
                    <a:pt x="1950" y="384"/>
                  </a:lnTo>
                  <a:lnTo>
                    <a:pt x="1938" y="378"/>
                  </a:lnTo>
                  <a:lnTo>
                    <a:pt x="1926" y="378"/>
                  </a:lnTo>
                  <a:lnTo>
                    <a:pt x="1902" y="366"/>
                  </a:lnTo>
                  <a:lnTo>
                    <a:pt x="1860" y="366"/>
                  </a:lnTo>
                  <a:lnTo>
                    <a:pt x="1872" y="348"/>
                  </a:lnTo>
                  <a:lnTo>
                    <a:pt x="1860" y="348"/>
                  </a:lnTo>
                  <a:lnTo>
                    <a:pt x="1848" y="342"/>
                  </a:lnTo>
                  <a:lnTo>
                    <a:pt x="1824" y="342"/>
                  </a:lnTo>
                  <a:lnTo>
                    <a:pt x="1824" y="366"/>
                  </a:lnTo>
                  <a:lnTo>
                    <a:pt x="1812" y="378"/>
                  </a:lnTo>
                  <a:lnTo>
                    <a:pt x="1788" y="390"/>
                  </a:lnTo>
                  <a:lnTo>
                    <a:pt x="1764" y="390"/>
                  </a:lnTo>
                  <a:lnTo>
                    <a:pt x="1758" y="396"/>
                  </a:lnTo>
                  <a:lnTo>
                    <a:pt x="1758" y="426"/>
                  </a:lnTo>
                  <a:lnTo>
                    <a:pt x="1740" y="432"/>
                  </a:lnTo>
                  <a:lnTo>
                    <a:pt x="1752" y="498"/>
                  </a:lnTo>
                  <a:lnTo>
                    <a:pt x="1740" y="498"/>
                  </a:lnTo>
                  <a:lnTo>
                    <a:pt x="1734" y="510"/>
                  </a:lnTo>
                  <a:lnTo>
                    <a:pt x="1728" y="516"/>
                  </a:lnTo>
                  <a:lnTo>
                    <a:pt x="1710" y="552"/>
                  </a:lnTo>
                  <a:close/>
                  <a:moveTo>
                    <a:pt x="1986" y="576"/>
                  </a:moveTo>
                  <a:lnTo>
                    <a:pt x="1986" y="594"/>
                  </a:lnTo>
                  <a:lnTo>
                    <a:pt x="1992" y="600"/>
                  </a:lnTo>
                  <a:lnTo>
                    <a:pt x="2004" y="600"/>
                  </a:lnTo>
                  <a:lnTo>
                    <a:pt x="2016" y="588"/>
                  </a:lnTo>
                  <a:lnTo>
                    <a:pt x="2016" y="576"/>
                  </a:lnTo>
                  <a:lnTo>
                    <a:pt x="1986" y="576"/>
                  </a:lnTo>
                  <a:close/>
                  <a:moveTo>
                    <a:pt x="1686" y="1110"/>
                  </a:moveTo>
                  <a:lnTo>
                    <a:pt x="1674" y="1110"/>
                  </a:lnTo>
                  <a:lnTo>
                    <a:pt x="1668" y="1116"/>
                  </a:lnTo>
                  <a:lnTo>
                    <a:pt x="1662" y="1116"/>
                  </a:lnTo>
                  <a:lnTo>
                    <a:pt x="1614" y="1104"/>
                  </a:lnTo>
                  <a:lnTo>
                    <a:pt x="1644" y="1146"/>
                  </a:lnTo>
                  <a:lnTo>
                    <a:pt x="1650" y="1152"/>
                  </a:lnTo>
                  <a:lnTo>
                    <a:pt x="1662" y="1158"/>
                  </a:lnTo>
                  <a:lnTo>
                    <a:pt x="1668" y="1164"/>
                  </a:lnTo>
                  <a:lnTo>
                    <a:pt x="1680" y="1170"/>
                  </a:lnTo>
                  <a:lnTo>
                    <a:pt x="1692" y="1158"/>
                  </a:lnTo>
                  <a:lnTo>
                    <a:pt x="1698" y="1140"/>
                  </a:lnTo>
                  <a:lnTo>
                    <a:pt x="1698" y="1128"/>
                  </a:lnTo>
                  <a:lnTo>
                    <a:pt x="1692" y="1116"/>
                  </a:lnTo>
                  <a:lnTo>
                    <a:pt x="1686" y="1110"/>
                  </a:lnTo>
                  <a:close/>
                  <a:moveTo>
                    <a:pt x="2094" y="1104"/>
                  </a:moveTo>
                  <a:lnTo>
                    <a:pt x="2064" y="1128"/>
                  </a:lnTo>
                  <a:lnTo>
                    <a:pt x="2094" y="1134"/>
                  </a:lnTo>
                  <a:lnTo>
                    <a:pt x="2094" y="1104"/>
                  </a:lnTo>
                  <a:close/>
                  <a:moveTo>
                    <a:pt x="486" y="294"/>
                  </a:moveTo>
                  <a:lnTo>
                    <a:pt x="474" y="288"/>
                  </a:lnTo>
                  <a:lnTo>
                    <a:pt x="468" y="288"/>
                  </a:lnTo>
                  <a:lnTo>
                    <a:pt x="456" y="294"/>
                  </a:lnTo>
                  <a:lnTo>
                    <a:pt x="456" y="312"/>
                  </a:lnTo>
                  <a:lnTo>
                    <a:pt x="468" y="324"/>
                  </a:lnTo>
                  <a:lnTo>
                    <a:pt x="474" y="318"/>
                  </a:lnTo>
                  <a:lnTo>
                    <a:pt x="486" y="318"/>
                  </a:lnTo>
                  <a:lnTo>
                    <a:pt x="486" y="312"/>
                  </a:lnTo>
                  <a:lnTo>
                    <a:pt x="492" y="300"/>
                  </a:lnTo>
                  <a:lnTo>
                    <a:pt x="486" y="294"/>
                  </a:lnTo>
                  <a:close/>
                  <a:moveTo>
                    <a:pt x="2346" y="588"/>
                  </a:moveTo>
                  <a:lnTo>
                    <a:pt x="2340" y="576"/>
                  </a:lnTo>
                  <a:lnTo>
                    <a:pt x="2328" y="570"/>
                  </a:lnTo>
                  <a:lnTo>
                    <a:pt x="2310" y="552"/>
                  </a:lnTo>
                  <a:lnTo>
                    <a:pt x="2304" y="552"/>
                  </a:lnTo>
                  <a:lnTo>
                    <a:pt x="2304" y="600"/>
                  </a:lnTo>
                  <a:lnTo>
                    <a:pt x="2316" y="600"/>
                  </a:lnTo>
                  <a:lnTo>
                    <a:pt x="2328" y="606"/>
                  </a:lnTo>
                  <a:lnTo>
                    <a:pt x="2334" y="606"/>
                  </a:lnTo>
                  <a:lnTo>
                    <a:pt x="2346" y="600"/>
                  </a:lnTo>
                  <a:lnTo>
                    <a:pt x="2346" y="588"/>
                  </a:lnTo>
                  <a:close/>
                  <a:moveTo>
                    <a:pt x="2310" y="474"/>
                  </a:moveTo>
                  <a:lnTo>
                    <a:pt x="2340" y="504"/>
                  </a:lnTo>
                  <a:lnTo>
                    <a:pt x="2358" y="516"/>
                  </a:lnTo>
                  <a:lnTo>
                    <a:pt x="2382" y="528"/>
                  </a:lnTo>
                  <a:lnTo>
                    <a:pt x="2400" y="528"/>
                  </a:lnTo>
                  <a:lnTo>
                    <a:pt x="2400" y="522"/>
                  </a:lnTo>
                  <a:lnTo>
                    <a:pt x="2358" y="480"/>
                  </a:lnTo>
                  <a:lnTo>
                    <a:pt x="2358" y="468"/>
                  </a:lnTo>
                  <a:lnTo>
                    <a:pt x="2364" y="456"/>
                  </a:lnTo>
                  <a:lnTo>
                    <a:pt x="2376" y="450"/>
                  </a:lnTo>
                  <a:lnTo>
                    <a:pt x="2394" y="450"/>
                  </a:lnTo>
                  <a:lnTo>
                    <a:pt x="2406" y="456"/>
                  </a:lnTo>
                  <a:lnTo>
                    <a:pt x="2424" y="444"/>
                  </a:lnTo>
                  <a:lnTo>
                    <a:pt x="2400" y="432"/>
                  </a:lnTo>
                  <a:lnTo>
                    <a:pt x="2412" y="426"/>
                  </a:lnTo>
                  <a:lnTo>
                    <a:pt x="2424" y="402"/>
                  </a:lnTo>
                  <a:lnTo>
                    <a:pt x="2412" y="378"/>
                  </a:lnTo>
                  <a:lnTo>
                    <a:pt x="2400" y="372"/>
                  </a:lnTo>
                  <a:lnTo>
                    <a:pt x="2382" y="372"/>
                  </a:lnTo>
                  <a:lnTo>
                    <a:pt x="2358" y="396"/>
                  </a:lnTo>
                  <a:lnTo>
                    <a:pt x="2346" y="402"/>
                  </a:lnTo>
                  <a:lnTo>
                    <a:pt x="2340" y="408"/>
                  </a:lnTo>
                  <a:lnTo>
                    <a:pt x="2334" y="408"/>
                  </a:lnTo>
                  <a:lnTo>
                    <a:pt x="2328" y="402"/>
                  </a:lnTo>
                  <a:lnTo>
                    <a:pt x="2328" y="366"/>
                  </a:lnTo>
                  <a:lnTo>
                    <a:pt x="2334" y="360"/>
                  </a:lnTo>
                  <a:lnTo>
                    <a:pt x="2346" y="336"/>
                  </a:lnTo>
                  <a:lnTo>
                    <a:pt x="2346" y="318"/>
                  </a:lnTo>
                  <a:lnTo>
                    <a:pt x="2340" y="312"/>
                  </a:lnTo>
                  <a:lnTo>
                    <a:pt x="2358" y="276"/>
                  </a:lnTo>
                  <a:lnTo>
                    <a:pt x="2316" y="312"/>
                  </a:lnTo>
                  <a:lnTo>
                    <a:pt x="2316" y="342"/>
                  </a:lnTo>
                  <a:lnTo>
                    <a:pt x="2304" y="348"/>
                  </a:lnTo>
                  <a:lnTo>
                    <a:pt x="2298" y="354"/>
                  </a:lnTo>
                  <a:lnTo>
                    <a:pt x="2286" y="378"/>
                  </a:lnTo>
                  <a:lnTo>
                    <a:pt x="2286" y="408"/>
                  </a:lnTo>
                  <a:lnTo>
                    <a:pt x="2298" y="420"/>
                  </a:lnTo>
                  <a:lnTo>
                    <a:pt x="2304" y="432"/>
                  </a:lnTo>
                  <a:lnTo>
                    <a:pt x="2310" y="438"/>
                  </a:lnTo>
                  <a:lnTo>
                    <a:pt x="2310" y="444"/>
                  </a:lnTo>
                  <a:lnTo>
                    <a:pt x="2304" y="450"/>
                  </a:lnTo>
                  <a:lnTo>
                    <a:pt x="2304" y="468"/>
                  </a:lnTo>
                  <a:lnTo>
                    <a:pt x="2310" y="474"/>
                  </a:lnTo>
                  <a:close/>
                  <a:moveTo>
                    <a:pt x="2250" y="708"/>
                  </a:moveTo>
                  <a:lnTo>
                    <a:pt x="2238" y="696"/>
                  </a:lnTo>
                  <a:lnTo>
                    <a:pt x="2214" y="708"/>
                  </a:lnTo>
                  <a:lnTo>
                    <a:pt x="2214" y="732"/>
                  </a:lnTo>
                  <a:lnTo>
                    <a:pt x="2220" y="744"/>
                  </a:lnTo>
                  <a:lnTo>
                    <a:pt x="2226" y="750"/>
                  </a:lnTo>
                  <a:lnTo>
                    <a:pt x="2250" y="762"/>
                  </a:lnTo>
                  <a:lnTo>
                    <a:pt x="2274" y="762"/>
                  </a:lnTo>
                  <a:lnTo>
                    <a:pt x="2280" y="750"/>
                  </a:lnTo>
                  <a:lnTo>
                    <a:pt x="2280" y="738"/>
                  </a:lnTo>
                  <a:lnTo>
                    <a:pt x="2274" y="726"/>
                  </a:lnTo>
                  <a:lnTo>
                    <a:pt x="2274" y="714"/>
                  </a:lnTo>
                  <a:lnTo>
                    <a:pt x="2268" y="708"/>
                  </a:lnTo>
                  <a:lnTo>
                    <a:pt x="2268" y="702"/>
                  </a:lnTo>
                  <a:lnTo>
                    <a:pt x="2250" y="708"/>
                  </a:lnTo>
                  <a:close/>
                  <a:moveTo>
                    <a:pt x="2148" y="1104"/>
                  </a:moveTo>
                  <a:lnTo>
                    <a:pt x="2226" y="1092"/>
                  </a:lnTo>
                  <a:lnTo>
                    <a:pt x="2166" y="1074"/>
                  </a:lnTo>
                  <a:lnTo>
                    <a:pt x="2148" y="1104"/>
                  </a:lnTo>
                  <a:close/>
                  <a:moveTo>
                    <a:pt x="2544" y="750"/>
                  </a:moveTo>
                  <a:lnTo>
                    <a:pt x="2520" y="732"/>
                  </a:lnTo>
                  <a:lnTo>
                    <a:pt x="2526" y="714"/>
                  </a:lnTo>
                  <a:lnTo>
                    <a:pt x="2514" y="702"/>
                  </a:lnTo>
                  <a:lnTo>
                    <a:pt x="2508" y="690"/>
                  </a:lnTo>
                  <a:lnTo>
                    <a:pt x="2490" y="684"/>
                  </a:lnTo>
                  <a:lnTo>
                    <a:pt x="2472" y="672"/>
                  </a:lnTo>
                  <a:lnTo>
                    <a:pt x="2442" y="666"/>
                  </a:lnTo>
                  <a:lnTo>
                    <a:pt x="2424" y="666"/>
                  </a:lnTo>
                  <a:lnTo>
                    <a:pt x="2388" y="684"/>
                  </a:lnTo>
                  <a:lnTo>
                    <a:pt x="2358" y="684"/>
                  </a:lnTo>
                  <a:lnTo>
                    <a:pt x="2346" y="696"/>
                  </a:lnTo>
                  <a:lnTo>
                    <a:pt x="2340" y="708"/>
                  </a:lnTo>
                  <a:lnTo>
                    <a:pt x="2340" y="726"/>
                  </a:lnTo>
                  <a:lnTo>
                    <a:pt x="2346" y="732"/>
                  </a:lnTo>
                  <a:lnTo>
                    <a:pt x="2364" y="714"/>
                  </a:lnTo>
                  <a:lnTo>
                    <a:pt x="2364" y="726"/>
                  </a:lnTo>
                  <a:lnTo>
                    <a:pt x="2370" y="738"/>
                  </a:lnTo>
                  <a:lnTo>
                    <a:pt x="2376" y="744"/>
                  </a:lnTo>
                  <a:lnTo>
                    <a:pt x="2388" y="738"/>
                  </a:lnTo>
                  <a:lnTo>
                    <a:pt x="2394" y="732"/>
                  </a:lnTo>
                  <a:lnTo>
                    <a:pt x="2394" y="726"/>
                  </a:lnTo>
                  <a:lnTo>
                    <a:pt x="2400" y="720"/>
                  </a:lnTo>
                  <a:lnTo>
                    <a:pt x="2400" y="714"/>
                  </a:lnTo>
                  <a:lnTo>
                    <a:pt x="2406" y="726"/>
                  </a:lnTo>
                  <a:lnTo>
                    <a:pt x="2418" y="732"/>
                  </a:lnTo>
                  <a:lnTo>
                    <a:pt x="2430" y="732"/>
                  </a:lnTo>
                  <a:lnTo>
                    <a:pt x="2442" y="720"/>
                  </a:lnTo>
                  <a:lnTo>
                    <a:pt x="2454" y="714"/>
                  </a:lnTo>
                  <a:lnTo>
                    <a:pt x="2460" y="708"/>
                  </a:lnTo>
                  <a:lnTo>
                    <a:pt x="2472" y="762"/>
                  </a:lnTo>
                  <a:lnTo>
                    <a:pt x="2502" y="738"/>
                  </a:lnTo>
                  <a:lnTo>
                    <a:pt x="2538" y="774"/>
                  </a:lnTo>
                  <a:lnTo>
                    <a:pt x="2544" y="750"/>
                  </a:lnTo>
                  <a:close/>
                  <a:moveTo>
                    <a:pt x="3264" y="678"/>
                  </a:moveTo>
                  <a:lnTo>
                    <a:pt x="3222" y="648"/>
                  </a:lnTo>
                  <a:lnTo>
                    <a:pt x="3210" y="648"/>
                  </a:lnTo>
                  <a:lnTo>
                    <a:pt x="3198" y="654"/>
                  </a:lnTo>
                  <a:lnTo>
                    <a:pt x="3180" y="654"/>
                  </a:lnTo>
                  <a:lnTo>
                    <a:pt x="3162" y="648"/>
                  </a:lnTo>
                  <a:lnTo>
                    <a:pt x="3126" y="630"/>
                  </a:lnTo>
                  <a:lnTo>
                    <a:pt x="3096" y="612"/>
                  </a:lnTo>
                  <a:lnTo>
                    <a:pt x="3060" y="594"/>
                  </a:lnTo>
                  <a:lnTo>
                    <a:pt x="3042" y="582"/>
                  </a:lnTo>
                  <a:lnTo>
                    <a:pt x="3030" y="582"/>
                  </a:lnTo>
                  <a:lnTo>
                    <a:pt x="3006" y="594"/>
                  </a:lnTo>
                  <a:lnTo>
                    <a:pt x="3000" y="600"/>
                  </a:lnTo>
                  <a:lnTo>
                    <a:pt x="2988" y="606"/>
                  </a:lnTo>
                  <a:lnTo>
                    <a:pt x="3006" y="630"/>
                  </a:lnTo>
                  <a:lnTo>
                    <a:pt x="2928" y="642"/>
                  </a:lnTo>
                  <a:lnTo>
                    <a:pt x="2934" y="666"/>
                  </a:lnTo>
                  <a:lnTo>
                    <a:pt x="2928" y="678"/>
                  </a:lnTo>
                  <a:lnTo>
                    <a:pt x="2922" y="684"/>
                  </a:lnTo>
                  <a:lnTo>
                    <a:pt x="2916" y="696"/>
                  </a:lnTo>
                  <a:lnTo>
                    <a:pt x="2880" y="720"/>
                  </a:lnTo>
                  <a:lnTo>
                    <a:pt x="2862" y="726"/>
                  </a:lnTo>
                  <a:lnTo>
                    <a:pt x="2844" y="726"/>
                  </a:lnTo>
                  <a:lnTo>
                    <a:pt x="2832" y="720"/>
                  </a:lnTo>
                  <a:lnTo>
                    <a:pt x="2826" y="714"/>
                  </a:lnTo>
                  <a:lnTo>
                    <a:pt x="2820" y="702"/>
                  </a:lnTo>
                  <a:lnTo>
                    <a:pt x="2820" y="678"/>
                  </a:lnTo>
                  <a:lnTo>
                    <a:pt x="2814" y="672"/>
                  </a:lnTo>
                  <a:lnTo>
                    <a:pt x="2814" y="660"/>
                  </a:lnTo>
                  <a:lnTo>
                    <a:pt x="2808" y="666"/>
                  </a:lnTo>
                  <a:lnTo>
                    <a:pt x="2808" y="672"/>
                  </a:lnTo>
                  <a:lnTo>
                    <a:pt x="2802" y="684"/>
                  </a:lnTo>
                  <a:lnTo>
                    <a:pt x="2796" y="690"/>
                  </a:lnTo>
                  <a:lnTo>
                    <a:pt x="2796" y="696"/>
                  </a:lnTo>
                  <a:lnTo>
                    <a:pt x="2796" y="690"/>
                  </a:lnTo>
                  <a:lnTo>
                    <a:pt x="2790" y="684"/>
                  </a:lnTo>
                  <a:lnTo>
                    <a:pt x="2790" y="672"/>
                  </a:lnTo>
                  <a:lnTo>
                    <a:pt x="2784" y="660"/>
                  </a:lnTo>
                  <a:lnTo>
                    <a:pt x="2784" y="576"/>
                  </a:lnTo>
                  <a:lnTo>
                    <a:pt x="2778" y="558"/>
                  </a:lnTo>
                  <a:lnTo>
                    <a:pt x="2760" y="522"/>
                  </a:lnTo>
                  <a:lnTo>
                    <a:pt x="2724" y="522"/>
                  </a:lnTo>
                  <a:lnTo>
                    <a:pt x="2718" y="510"/>
                  </a:lnTo>
                  <a:lnTo>
                    <a:pt x="2694" y="498"/>
                  </a:lnTo>
                  <a:lnTo>
                    <a:pt x="2676" y="486"/>
                  </a:lnTo>
                  <a:lnTo>
                    <a:pt x="2652" y="486"/>
                  </a:lnTo>
                  <a:lnTo>
                    <a:pt x="2634" y="498"/>
                  </a:lnTo>
                  <a:lnTo>
                    <a:pt x="2628" y="504"/>
                  </a:lnTo>
                  <a:lnTo>
                    <a:pt x="2616" y="510"/>
                  </a:lnTo>
                  <a:lnTo>
                    <a:pt x="2610" y="522"/>
                  </a:lnTo>
                  <a:lnTo>
                    <a:pt x="2586" y="528"/>
                  </a:lnTo>
                  <a:lnTo>
                    <a:pt x="2580" y="546"/>
                  </a:lnTo>
                  <a:lnTo>
                    <a:pt x="2562" y="558"/>
                  </a:lnTo>
                  <a:lnTo>
                    <a:pt x="2562" y="540"/>
                  </a:lnTo>
                  <a:lnTo>
                    <a:pt x="2556" y="534"/>
                  </a:lnTo>
                  <a:lnTo>
                    <a:pt x="2532" y="534"/>
                  </a:lnTo>
                  <a:lnTo>
                    <a:pt x="2532" y="546"/>
                  </a:lnTo>
                  <a:lnTo>
                    <a:pt x="2544" y="570"/>
                  </a:lnTo>
                  <a:lnTo>
                    <a:pt x="2568" y="582"/>
                  </a:lnTo>
                  <a:lnTo>
                    <a:pt x="2604" y="582"/>
                  </a:lnTo>
                  <a:lnTo>
                    <a:pt x="2616" y="588"/>
                  </a:lnTo>
                  <a:lnTo>
                    <a:pt x="2622" y="594"/>
                  </a:lnTo>
                  <a:lnTo>
                    <a:pt x="2628" y="594"/>
                  </a:lnTo>
                  <a:lnTo>
                    <a:pt x="2628" y="618"/>
                  </a:lnTo>
                  <a:lnTo>
                    <a:pt x="2634" y="630"/>
                  </a:lnTo>
                  <a:lnTo>
                    <a:pt x="2640" y="636"/>
                  </a:lnTo>
                  <a:lnTo>
                    <a:pt x="2652" y="642"/>
                  </a:lnTo>
                  <a:lnTo>
                    <a:pt x="2694" y="642"/>
                  </a:lnTo>
                  <a:lnTo>
                    <a:pt x="2712" y="636"/>
                  </a:lnTo>
                  <a:lnTo>
                    <a:pt x="2754" y="636"/>
                  </a:lnTo>
                  <a:lnTo>
                    <a:pt x="2760" y="642"/>
                  </a:lnTo>
                  <a:lnTo>
                    <a:pt x="2760" y="660"/>
                  </a:lnTo>
                  <a:lnTo>
                    <a:pt x="2700" y="660"/>
                  </a:lnTo>
                  <a:lnTo>
                    <a:pt x="2688" y="666"/>
                  </a:lnTo>
                  <a:lnTo>
                    <a:pt x="2676" y="678"/>
                  </a:lnTo>
                  <a:lnTo>
                    <a:pt x="2640" y="678"/>
                  </a:lnTo>
                  <a:lnTo>
                    <a:pt x="2616" y="690"/>
                  </a:lnTo>
                  <a:lnTo>
                    <a:pt x="2616" y="696"/>
                  </a:lnTo>
                  <a:lnTo>
                    <a:pt x="2622" y="696"/>
                  </a:lnTo>
                  <a:lnTo>
                    <a:pt x="2646" y="708"/>
                  </a:lnTo>
                  <a:lnTo>
                    <a:pt x="2658" y="708"/>
                  </a:lnTo>
                  <a:lnTo>
                    <a:pt x="2676" y="726"/>
                  </a:lnTo>
                  <a:lnTo>
                    <a:pt x="2682" y="738"/>
                  </a:lnTo>
                  <a:lnTo>
                    <a:pt x="2688" y="744"/>
                  </a:lnTo>
                  <a:lnTo>
                    <a:pt x="2682" y="750"/>
                  </a:lnTo>
                  <a:lnTo>
                    <a:pt x="2676" y="762"/>
                  </a:lnTo>
                  <a:lnTo>
                    <a:pt x="2676" y="774"/>
                  </a:lnTo>
                  <a:lnTo>
                    <a:pt x="2670" y="780"/>
                  </a:lnTo>
                  <a:lnTo>
                    <a:pt x="2676" y="792"/>
                  </a:lnTo>
                  <a:lnTo>
                    <a:pt x="2682" y="798"/>
                  </a:lnTo>
                  <a:lnTo>
                    <a:pt x="2694" y="792"/>
                  </a:lnTo>
                  <a:lnTo>
                    <a:pt x="2706" y="780"/>
                  </a:lnTo>
                  <a:lnTo>
                    <a:pt x="2712" y="768"/>
                  </a:lnTo>
                  <a:lnTo>
                    <a:pt x="2718" y="762"/>
                  </a:lnTo>
                  <a:lnTo>
                    <a:pt x="2718" y="750"/>
                  </a:lnTo>
                  <a:lnTo>
                    <a:pt x="2724" y="744"/>
                  </a:lnTo>
                  <a:lnTo>
                    <a:pt x="2736" y="720"/>
                  </a:lnTo>
                  <a:lnTo>
                    <a:pt x="2742" y="714"/>
                  </a:lnTo>
                  <a:lnTo>
                    <a:pt x="2748" y="702"/>
                  </a:lnTo>
                  <a:lnTo>
                    <a:pt x="2748" y="744"/>
                  </a:lnTo>
                  <a:lnTo>
                    <a:pt x="2754" y="750"/>
                  </a:lnTo>
                  <a:lnTo>
                    <a:pt x="2766" y="756"/>
                  </a:lnTo>
                  <a:lnTo>
                    <a:pt x="2772" y="768"/>
                  </a:lnTo>
                  <a:lnTo>
                    <a:pt x="2784" y="774"/>
                  </a:lnTo>
                  <a:lnTo>
                    <a:pt x="2790" y="780"/>
                  </a:lnTo>
                  <a:lnTo>
                    <a:pt x="2814" y="780"/>
                  </a:lnTo>
                  <a:lnTo>
                    <a:pt x="2820" y="774"/>
                  </a:lnTo>
                  <a:lnTo>
                    <a:pt x="2826" y="774"/>
                  </a:lnTo>
                  <a:lnTo>
                    <a:pt x="2814" y="792"/>
                  </a:lnTo>
                  <a:lnTo>
                    <a:pt x="2844" y="822"/>
                  </a:lnTo>
                  <a:lnTo>
                    <a:pt x="2904" y="822"/>
                  </a:lnTo>
                  <a:lnTo>
                    <a:pt x="2940" y="846"/>
                  </a:lnTo>
                  <a:lnTo>
                    <a:pt x="2976" y="864"/>
                  </a:lnTo>
                  <a:lnTo>
                    <a:pt x="3006" y="876"/>
                  </a:lnTo>
                  <a:lnTo>
                    <a:pt x="3036" y="894"/>
                  </a:lnTo>
                  <a:lnTo>
                    <a:pt x="3066" y="924"/>
                  </a:lnTo>
                  <a:lnTo>
                    <a:pt x="3066" y="972"/>
                  </a:lnTo>
                  <a:lnTo>
                    <a:pt x="3090" y="996"/>
                  </a:lnTo>
                  <a:lnTo>
                    <a:pt x="3102" y="1002"/>
                  </a:lnTo>
                  <a:lnTo>
                    <a:pt x="3096" y="1002"/>
                  </a:lnTo>
                  <a:lnTo>
                    <a:pt x="3084" y="1008"/>
                  </a:lnTo>
                  <a:lnTo>
                    <a:pt x="3078" y="1014"/>
                  </a:lnTo>
                  <a:lnTo>
                    <a:pt x="3078" y="1020"/>
                  </a:lnTo>
                  <a:lnTo>
                    <a:pt x="3090" y="1032"/>
                  </a:lnTo>
                  <a:lnTo>
                    <a:pt x="3114" y="1032"/>
                  </a:lnTo>
                  <a:lnTo>
                    <a:pt x="3090" y="1044"/>
                  </a:lnTo>
                  <a:lnTo>
                    <a:pt x="3090" y="1056"/>
                  </a:lnTo>
                  <a:lnTo>
                    <a:pt x="3102" y="1062"/>
                  </a:lnTo>
                  <a:lnTo>
                    <a:pt x="3108" y="1092"/>
                  </a:lnTo>
                  <a:lnTo>
                    <a:pt x="3096" y="1122"/>
                  </a:lnTo>
                  <a:lnTo>
                    <a:pt x="3120" y="1122"/>
                  </a:lnTo>
                  <a:lnTo>
                    <a:pt x="3126" y="1116"/>
                  </a:lnTo>
                  <a:lnTo>
                    <a:pt x="3138" y="1116"/>
                  </a:lnTo>
                  <a:lnTo>
                    <a:pt x="3150" y="1110"/>
                  </a:lnTo>
                  <a:lnTo>
                    <a:pt x="3162" y="1110"/>
                  </a:lnTo>
                  <a:lnTo>
                    <a:pt x="3168" y="1104"/>
                  </a:lnTo>
                  <a:lnTo>
                    <a:pt x="3174" y="1104"/>
                  </a:lnTo>
                  <a:lnTo>
                    <a:pt x="3174" y="1134"/>
                  </a:lnTo>
                  <a:lnTo>
                    <a:pt x="3234" y="1194"/>
                  </a:lnTo>
                  <a:lnTo>
                    <a:pt x="3240" y="1194"/>
                  </a:lnTo>
                  <a:lnTo>
                    <a:pt x="3240" y="1146"/>
                  </a:lnTo>
                  <a:lnTo>
                    <a:pt x="3234" y="1122"/>
                  </a:lnTo>
                  <a:lnTo>
                    <a:pt x="3234" y="1116"/>
                  </a:lnTo>
                  <a:lnTo>
                    <a:pt x="3240" y="1110"/>
                  </a:lnTo>
                  <a:lnTo>
                    <a:pt x="3240" y="1098"/>
                  </a:lnTo>
                  <a:lnTo>
                    <a:pt x="3246" y="1086"/>
                  </a:lnTo>
                  <a:lnTo>
                    <a:pt x="3246" y="1062"/>
                  </a:lnTo>
                  <a:lnTo>
                    <a:pt x="3252" y="1050"/>
                  </a:lnTo>
                  <a:lnTo>
                    <a:pt x="3252" y="1020"/>
                  </a:lnTo>
                  <a:lnTo>
                    <a:pt x="3240" y="1020"/>
                  </a:lnTo>
                  <a:lnTo>
                    <a:pt x="3228" y="1014"/>
                  </a:lnTo>
                  <a:lnTo>
                    <a:pt x="3222" y="1008"/>
                  </a:lnTo>
                  <a:lnTo>
                    <a:pt x="3222" y="1002"/>
                  </a:lnTo>
                  <a:lnTo>
                    <a:pt x="3234" y="990"/>
                  </a:lnTo>
                  <a:lnTo>
                    <a:pt x="3246" y="984"/>
                  </a:lnTo>
                  <a:lnTo>
                    <a:pt x="3252" y="978"/>
                  </a:lnTo>
                  <a:lnTo>
                    <a:pt x="3252" y="864"/>
                  </a:lnTo>
                  <a:lnTo>
                    <a:pt x="3258" y="846"/>
                  </a:lnTo>
                  <a:lnTo>
                    <a:pt x="3258" y="708"/>
                  </a:lnTo>
                  <a:lnTo>
                    <a:pt x="3264" y="678"/>
                  </a:lnTo>
                  <a:close/>
                  <a:moveTo>
                    <a:pt x="336" y="666"/>
                  </a:moveTo>
                  <a:lnTo>
                    <a:pt x="330" y="672"/>
                  </a:lnTo>
                  <a:lnTo>
                    <a:pt x="354" y="696"/>
                  </a:lnTo>
                  <a:lnTo>
                    <a:pt x="360" y="708"/>
                  </a:lnTo>
                  <a:lnTo>
                    <a:pt x="366" y="714"/>
                  </a:lnTo>
                  <a:lnTo>
                    <a:pt x="378" y="714"/>
                  </a:lnTo>
                  <a:lnTo>
                    <a:pt x="378" y="696"/>
                  </a:lnTo>
                  <a:lnTo>
                    <a:pt x="366" y="690"/>
                  </a:lnTo>
                  <a:lnTo>
                    <a:pt x="360" y="678"/>
                  </a:lnTo>
                  <a:lnTo>
                    <a:pt x="348" y="672"/>
                  </a:lnTo>
                  <a:lnTo>
                    <a:pt x="342" y="666"/>
                  </a:lnTo>
                  <a:lnTo>
                    <a:pt x="336" y="666"/>
                  </a:lnTo>
                  <a:close/>
                  <a:moveTo>
                    <a:pt x="2526" y="1104"/>
                  </a:moveTo>
                  <a:lnTo>
                    <a:pt x="2544" y="1116"/>
                  </a:lnTo>
                  <a:lnTo>
                    <a:pt x="2574" y="1092"/>
                  </a:lnTo>
                  <a:lnTo>
                    <a:pt x="2592" y="1092"/>
                  </a:lnTo>
                  <a:lnTo>
                    <a:pt x="2604" y="1080"/>
                  </a:lnTo>
                  <a:lnTo>
                    <a:pt x="2604" y="1062"/>
                  </a:lnTo>
                  <a:lnTo>
                    <a:pt x="2592" y="1056"/>
                  </a:lnTo>
                  <a:lnTo>
                    <a:pt x="2586" y="1056"/>
                  </a:lnTo>
                  <a:lnTo>
                    <a:pt x="2574" y="1062"/>
                  </a:lnTo>
                  <a:lnTo>
                    <a:pt x="2556" y="1068"/>
                  </a:lnTo>
                  <a:lnTo>
                    <a:pt x="2526" y="1098"/>
                  </a:lnTo>
                  <a:lnTo>
                    <a:pt x="2526" y="1104"/>
                  </a:lnTo>
                  <a:close/>
                  <a:moveTo>
                    <a:pt x="3096" y="1068"/>
                  </a:moveTo>
                  <a:lnTo>
                    <a:pt x="3090" y="1068"/>
                  </a:lnTo>
                  <a:lnTo>
                    <a:pt x="3090" y="1062"/>
                  </a:lnTo>
                  <a:lnTo>
                    <a:pt x="3084" y="1062"/>
                  </a:lnTo>
                  <a:lnTo>
                    <a:pt x="3078" y="1056"/>
                  </a:lnTo>
                  <a:lnTo>
                    <a:pt x="3066" y="1056"/>
                  </a:lnTo>
                  <a:lnTo>
                    <a:pt x="3048" y="1062"/>
                  </a:lnTo>
                  <a:lnTo>
                    <a:pt x="3024" y="1086"/>
                  </a:lnTo>
                  <a:lnTo>
                    <a:pt x="3012" y="1122"/>
                  </a:lnTo>
                  <a:lnTo>
                    <a:pt x="3012" y="1134"/>
                  </a:lnTo>
                  <a:lnTo>
                    <a:pt x="3072" y="1128"/>
                  </a:lnTo>
                  <a:lnTo>
                    <a:pt x="3084" y="1128"/>
                  </a:lnTo>
                  <a:lnTo>
                    <a:pt x="3090" y="1122"/>
                  </a:lnTo>
                  <a:lnTo>
                    <a:pt x="3102" y="1092"/>
                  </a:lnTo>
                  <a:lnTo>
                    <a:pt x="3096" y="1068"/>
                  </a:lnTo>
                  <a:close/>
                  <a:moveTo>
                    <a:pt x="2778" y="942"/>
                  </a:moveTo>
                  <a:lnTo>
                    <a:pt x="2766" y="960"/>
                  </a:lnTo>
                  <a:lnTo>
                    <a:pt x="2766" y="1014"/>
                  </a:lnTo>
                  <a:lnTo>
                    <a:pt x="2784" y="1014"/>
                  </a:lnTo>
                  <a:lnTo>
                    <a:pt x="2778" y="996"/>
                  </a:lnTo>
                  <a:lnTo>
                    <a:pt x="2790" y="990"/>
                  </a:lnTo>
                  <a:lnTo>
                    <a:pt x="2790" y="972"/>
                  </a:lnTo>
                  <a:lnTo>
                    <a:pt x="2778" y="972"/>
                  </a:lnTo>
                  <a:lnTo>
                    <a:pt x="2796" y="936"/>
                  </a:lnTo>
                  <a:lnTo>
                    <a:pt x="2814" y="906"/>
                  </a:lnTo>
                  <a:lnTo>
                    <a:pt x="2784" y="912"/>
                  </a:lnTo>
                  <a:lnTo>
                    <a:pt x="2778" y="942"/>
                  </a:lnTo>
                  <a:close/>
                  <a:moveTo>
                    <a:pt x="2136" y="600"/>
                  </a:moveTo>
                  <a:lnTo>
                    <a:pt x="2124" y="594"/>
                  </a:lnTo>
                  <a:lnTo>
                    <a:pt x="2118" y="594"/>
                  </a:lnTo>
                  <a:lnTo>
                    <a:pt x="2106" y="588"/>
                  </a:lnTo>
                  <a:lnTo>
                    <a:pt x="2088" y="588"/>
                  </a:lnTo>
                  <a:lnTo>
                    <a:pt x="2082" y="594"/>
                  </a:lnTo>
                  <a:lnTo>
                    <a:pt x="2082" y="600"/>
                  </a:lnTo>
                  <a:lnTo>
                    <a:pt x="2076" y="606"/>
                  </a:lnTo>
                  <a:lnTo>
                    <a:pt x="2082" y="612"/>
                  </a:lnTo>
                  <a:lnTo>
                    <a:pt x="2094" y="618"/>
                  </a:lnTo>
                  <a:lnTo>
                    <a:pt x="2136" y="618"/>
                  </a:lnTo>
                  <a:lnTo>
                    <a:pt x="2214" y="606"/>
                  </a:lnTo>
                  <a:lnTo>
                    <a:pt x="2136" y="600"/>
                  </a:lnTo>
                  <a:close/>
                  <a:moveTo>
                    <a:pt x="1308" y="1038"/>
                  </a:moveTo>
                  <a:lnTo>
                    <a:pt x="1368" y="1002"/>
                  </a:lnTo>
                  <a:lnTo>
                    <a:pt x="1362" y="990"/>
                  </a:lnTo>
                  <a:lnTo>
                    <a:pt x="1350" y="990"/>
                  </a:lnTo>
                  <a:lnTo>
                    <a:pt x="1332" y="996"/>
                  </a:lnTo>
                  <a:lnTo>
                    <a:pt x="1320" y="996"/>
                  </a:lnTo>
                  <a:lnTo>
                    <a:pt x="1302" y="1002"/>
                  </a:lnTo>
                  <a:lnTo>
                    <a:pt x="1290" y="1008"/>
                  </a:lnTo>
                  <a:lnTo>
                    <a:pt x="1284" y="1014"/>
                  </a:lnTo>
                  <a:lnTo>
                    <a:pt x="1284" y="1032"/>
                  </a:lnTo>
                  <a:lnTo>
                    <a:pt x="1290" y="1038"/>
                  </a:lnTo>
                  <a:lnTo>
                    <a:pt x="1308" y="1038"/>
                  </a:lnTo>
                  <a:close/>
                  <a:moveTo>
                    <a:pt x="1428" y="1116"/>
                  </a:moveTo>
                  <a:lnTo>
                    <a:pt x="1392" y="1116"/>
                  </a:lnTo>
                  <a:lnTo>
                    <a:pt x="1386" y="1146"/>
                  </a:lnTo>
                  <a:lnTo>
                    <a:pt x="1386" y="1152"/>
                  </a:lnTo>
                  <a:lnTo>
                    <a:pt x="1404" y="1170"/>
                  </a:lnTo>
                  <a:lnTo>
                    <a:pt x="1416" y="1176"/>
                  </a:lnTo>
                  <a:lnTo>
                    <a:pt x="1428" y="1164"/>
                  </a:lnTo>
                  <a:lnTo>
                    <a:pt x="1440" y="1140"/>
                  </a:lnTo>
                  <a:lnTo>
                    <a:pt x="1440" y="1128"/>
                  </a:lnTo>
                  <a:lnTo>
                    <a:pt x="1428" y="1116"/>
                  </a:lnTo>
                  <a:close/>
                  <a:moveTo>
                    <a:pt x="708" y="930"/>
                  </a:moveTo>
                  <a:lnTo>
                    <a:pt x="714" y="924"/>
                  </a:lnTo>
                  <a:lnTo>
                    <a:pt x="714" y="900"/>
                  </a:lnTo>
                  <a:lnTo>
                    <a:pt x="744" y="924"/>
                  </a:lnTo>
                  <a:lnTo>
                    <a:pt x="744" y="918"/>
                  </a:lnTo>
                  <a:lnTo>
                    <a:pt x="750" y="912"/>
                  </a:lnTo>
                  <a:lnTo>
                    <a:pt x="750" y="900"/>
                  </a:lnTo>
                  <a:lnTo>
                    <a:pt x="756" y="882"/>
                  </a:lnTo>
                  <a:lnTo>
                    <a:pt x="756" y="840"/>
                  </a:lnTo>
                  <a:lnTo>
                    <a:pt x="762" y="822"/>
                  </a:lnTo>
                  <a:lnTo>
                    <a:pt x="762" y="810"/>
                  </a:lnTo>
                  <a:lnTo>
                    <a:pt x="768" y="792"/>
                  </a:lnTo>
                  <a:lnTo>
                    <a:pt x="768" y="780"/>
                  </a:lnTo>
                  <a:lnTo>
                    <a:pt x="762" y="774"/>
                  </a:lnTo>
                  <a:lnTo>
                    <a:pt x="756" y="762"/>
                  </a:lnTo>
                  <a:lnTo>
                    <a:pt x="756" y="750"/>
                  </a:lnTo>
                  <a:lnTo>
                    <a:pt x="768" y="726"/>
                  </a:lnTo>
                  <a:lnTo>
                    <a:pt x="774" y="720"/>
                  </a:lnTo>
                  <a:lnTo>
                    <a:pt x="774" y="714"/>
                  </a:lnTo>
                  <a:lnTo>
                    <a:pt x="756" y="696"/>
                  </a:lnTo>
                  <a:lnTo>
                    <a:pt x="744" y="654"/>
                  </a:lnTo>
                  <a:lnTo>
                    <a:pt x="702" y="654"/>
                  </a:lnTo>
                  <a:lnTo>
                    <a:pt x="702" y="618"/>
                  </a:lnTo>
                  <a:lnTo>
                    <a:pt x="666" y="618"/>
                  </a:lnTo>
                  <a:lnTo>
                    <a:pt x="660" y="546"/>
                  </a:lnTo>
                  <a:lnTo>
                    <a:pt x="606" y="546"/>
                  </a:lnTo>
                  <a:lnTo>
                    <a:pt x="594" y="534"/>
                  </a:lnTo>
                  <a:lnTo>
                    <a:pt x="594" y="504"/>
                  </a:lnTo>
                  <a:lnTo>
                    <a:pt x="600" y="498"/>
                  </a:lnTo>
                  <a:lnTo>
                    <a:pt x="606" y="486"/>
                  </a:lnTo>
                  <a:lnTo>
                    <a:pt x="582" y="486"/>
                  </a:lnTo>
                  <a:lnTo>
                    <a:pt x="600" y="468"/>
                  </a:lnTo>
                  <a:lnTo>
                    <a:pt x="606" y="456"/>
                  </a:lnTo>
                  <a:lnTo>
                    <a:pt x="612" y="450"/>
                  </a:lnTo>
                  <a:lnTo>
                    <a:pt x="612" y="438"/>
                  </a:lnTo>
                  <a:lnTo>
                    <a:pt x="600" y="426"/>
                  </a:lnTo>
                  <a:lnTo>
                    <a:pt x="588" y="432"/>
                  </a:lnTo>
                  <a:lnTo>
                    <a:pt x="570" y="432"/>
                  </a:lnTo>
                  <a:lnTo>
                    <a:pt x="552" y="438"/>
                  </a:lnTo>
                  <a:lnTo>
                    <a:pt x="540" y="438"/>
                  </a:lnTo>
                  <a:lnTo>
                    <a:pt x="534" y="444"/>
                  </a:lnTo>
                  <a:lnTo>
                    <a:pt x="528" y="444"/>
                  </a:lnTo>
                  <a:lnTo>
                    <a:pt x="534" y="438"/>
                  </a:lnTo>
                  <a:lnTo>
                    <a:pt x="546" y="432"/>
                  </a:lnTo>
                  <a:lnTo>
                    <a:pt x="552" y="420"/>
                  </a:lnTo>
                  <a:lnTo>
                    <a:pt x="558" y="414"/>
                  </a:lnTo>
                  <a:lnTo>
                    <a:pt x="558" y="402"/>
                  </a:lnTo>
                  <a:lnTo>
                    <a:pt x="546" y="396"/>
                  </a:lnTo>
                  <a:lnTo>
                    <a:pt x="534" y="396"/>
                  </a:lnTo>
                  <a:lnTo>
                    <a:pt x="522" y="390"/>
                  </a:lnTo>
                  <a:lnTo>
                    <a:pt x="510" y="390"/>
                  </a:lnTo>
                  <a:lnTo>
                    <a:pt x="516" y="384"/>
                  </a:lnTo>
                  <a:lnTo>
                    <a:pt x="516" y="378"/>
                  </a:lnTo>
                  <a:lnTo>
                    <a:pt x="504" y="354"/>
                  </a:lnTo>
                  <a:lnTo>
                    <a:pt x="492" y="342"/>
                  </a:lnTo>
                  <a:lnTo>
                    <a:pt x="480" y="336"/>
                  </a:lnTo>
                  <a:lnTo>
                    <a:pt x="462" y="330"/>
                  </a:lnTo>
                  <a:lnTo>
                    <a:pt x="456" y="324"/>
                  </a:lnTo>
                  <a:lnTo>
                    <a:pt x="450" y="324"/>
                  </a:lnTo>
                  <a:lnTo>
                    <a:pt x="450" y="318"/>
                  </a:lnTo>
                  <a:lnTo>
                    <a:pt x="444" y="312"/>
                  </a:lnTo>
                  <a:lnTo>
                    <a:pt x="438" y="300"/>
                  </a:lnTo>
                  <a:lnTo>
                    <a:pt x="438" y="288"/>
                  </a:lnTo>
                  <a:lnTo>
                    <a:pt x="426" y="276"/>
                  </a:lnTo>
                  <a:lnTo>
                    <a:pt x="414" y="276"/>
                  </a:lnTo>
                  <a:lnTo>
                    <a:pt x="408" y="282"/>
                  </a:lnTo>
                  <a:lnTo>
                    <a:pt x="414" y="306"/>
                  </a:lnTo>
                  <a:lnTo>
                    <a:pt x="408" y="300"/>
                  </a:lnTo>
                  <a:lnTo>
                    <a:pt x="396" y="294"/>
                  </a:lnTo>
                  <a:lnTo>
                    <a:pt x="360" y="258"/>
                  </a:lnTo>
                  <a:lnTo>
                    <a:pt x="360" y="246"/>
                  </a:lnTo>
                  <a:lnTo>
                    <a:pt x="354" y="240"/>
                  </a:lnTo>
                  <a:lnTo>
                    <a:pt x="348" y="228"/>
                  </a:lnTo>
                  <a:lnTo>
                    <a:pt x="342" y="222"/>
                  </a:lnTo>
                  <a:lnTo>
                    <a:pt x="342" y="216"/>
                  </a:lnTo>
                  <a:lnTo>
                    <a:pt x="330" y="210"/>
                  </a:lnTo>
                  <a:lnTo>
                    <a:pt x="312" y="192"/>
                  </a:lnTo>
                  <a:lnTo>
                    <a:pt x="294" y="186"/>
                  </a:lnTo>
                  <a:lnTo>
                    <a:pt x="288" y="174"/>
                  </a:lnTo>
                  <a:lnTo>
                    <a:pt x="276" y="168"/>
                  </a:lnTo>
                  <a:lnTo>
                    <a:pt x="264" y="156"/>
                  </a:lnTo>
                  <a:lnTo>
                    <a:pt x="252" y="150"/>
                  </a:lnTo>
                  <a:lnTo>
                    <a:pt x="240" y="138"/>
                  </a:lnTo>
                  <a:lnTo>
                    <a:pt x="234" y="126"/>
                  </a:lnTo>
                  <a:lnTo>
                    <a:pt x="222" y="120"/>
                  </a:lnTo>
                  <a:lnTo>
                    <a:pt x="222" y="102"/>
                  </a:lnTo>
                  <a:lnTo>
                    <a:pt x="204" y="84"/>
                  </a:lnTo>
                  <a:lnTo>
                    <a:pt x="198" y="72"/>
                  </a:lnTo>
                  <a:lnTo>
                    <a:pt x="168" y="42"/>
                  </a:lnTo>
                  <a:lnTo>
                    <a:pt x="150" y="42"/>
                  </a:lnTo>
                  <a:lnTo>
                    <a:pt x="66" y="36"/>
                  </a:lnTo>
                  <a:lnTo>
                    <a:pt x="42" y="12"/>
                  </a:lnTo>
                  <a:lnTo>
                    <a:pt x="30" y="6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6" y="6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8" y="78"/>
                  </a:lnTo>
                  <a:lnTo>
                    <a:pt x="66" y="126"/>
                  </a:lnTo>
                  <a:lnTo>
                    <a:pt x="96" y="150"/>
                  </a:lnTo>
                  <a:lnTo>
                    <a:pt x="126" y="180"/>
                  </a:lnTo>
                  <a:lnTo>
                    <a:pt x="162" y="234"/>
                  </a:lnTo>
                  <a:lnTo>
                    <a:pt x="174" y="228"/>
                  </a:lnTo>
                  <a:lnTo>
                    <a:pt x="174" y="252"/>
                  </a:lnTo>
                  <a:lnTo>
                    <a:pt x="180" y="264"/>
                  </a:lnTo>
                  <a:lnTo>
                    <a:pt x="186" y="270"/>
                  </a:lnTo>
                  <a:lnTo>
                    <a:pt x="198" y="276"/>
                  </a:lnTo>
                  <a:lnTo>
                    <a:pt x="216" y="288"/>
                  </a:lnTo>
                  <a:lnTo>
                    <a:pt x="228" y="300"/>
                  </a:lnTo>
                  <a:lnTo>
                    <a:pt x="246" y="312"/>
                  </a:lnTo>
                  <a:lnTo>
                    <a:pt x="258" y="324"/>
                  </a:lnTo>
                  <a:lnTo>
                    <a:pt x="264" y="336"/>
                  </a:lnTo>
                  <a:lnTo>
                    <a:pt x="276" y="372"/>
                  </a:lnTo>
                  <a:lnTo>
                    <a:pt x="276" y="384"/>
                  </a:lnTo>
                  <a:lnTo>
                    <a:pt x="282" y="390"/>
                  </a:lnTo>
                  <a:lnTo>
                    <a:pt x="282" y="426"/>
                  </a:lnTo>
                  <a:lnTo>
                    <a:pt x="288" y="438"/>
                  </a:lnTo>
                  <a:lnTo>
                    <a:pt x="288" y="444"/>
                  </a:lnTo>
                  <a:lnTo>
                    <a:pt x="294" y="450"/>
                  </a:lnTo>
                  <a:lnTo>
                    <a:pt x="300" y="450"/>
                  </a:lnTo>
                  <a:lnTo>
                    <a:pt x="312" y="444"/>
                  </a:lnTo>
                  <a:lnTo>
                    <a:pt x="324" y="444"/>
                  </a:lnTo>
                  <a:lnTo>
                    <a:pt x="324" y="450"/>
                  </a:lnTo>
                  <a:lnTo>
                    <a:pt x="330" y="462"/>
                  </a:lnTo>
                  <a:lnTo>
                    <a:pt x="330" y="474"/>
                  </a:lnTo>
                  <a:lnTo>
                    <a:pt x="336" y="480"/>
                  </a:lnTo>
                  <a:lnTo>
                    <a:pt x="336" y="486"/>
                  </a:lnTo>
                  <a:lnTo>
                    <a:pt x="378" y="522"/>
                  </a:lnTo>
                  <a:lnTo>
                    <a:pt x="372" y="546"/>
                  </a:lnTo>
                  <a:lnTo>
                    <a:pt x="408" y="606"/>
                  </a:lnTo>
                  <a:lnTo>
                    <a:pt x="402" y="618"/>
                  </a:lnTo>
                  <a:lnTo>
                    <a:pt x="402" y="636"/>
                  </a:lnTo>
                  <a:lnTo>
                    <a:pt x="408" y="648"/>
                  </a:lnTo>
                  <a:lnTo>
                    <a:pt x="438" y="678"/>
                  </a:lnTo>
                  <a:lnTo>
                    <a:pt x="438" y="684"/>
                  </a:lnTo>
                  <a:lnTo>
                    <a:pt x="444" y="690"/>
                  </a:lnTo>
                  <a:lnTo>
                    <a:pt x="462" y="726"/>
                  </a:lnTo>
                  <a:lnTo>
                    <a:pt x="498" y="744"/>
                  </a:lnTo>
                  <a:lnTo>
                    <a:pt x="504" y="750"/>
                  </a:lnTo>
                  <a:lnTo>
                    <a:pt x="510" y="750"/>
                  </a:lnTo>
                  <a:lnTo>
                    <a:pt x="510" y="786"/>
                  </a:lnTo>
                  <a:lnTo>
                    <a:pt x="522" y="792"/>
                  </a:lnTo>
                  <a:lnTo>
                    <a:pt x="528" y="804"/>
                  </a:lnTo>
                  <a:lnTo>
                    <a:pt x="540" y="810"/>
                  </a:lnTo>
                  <a:lnTo>
                    <a:pt x="564" y="834"/>
                  </a:lnTo>
                  <a:lnTo>
                    <a:pt x="576" y="840"/>
                  </a:lnTo>
                  <a:lnTo>
                    <a:pt x="594" y="858"/>
                  </a:lnTo>
                  <a:lnTo>
                    <a:pt x="600" y="858"/>
                  </a:lnTo>
                  <a:lnTo>
                    <a:pt x="606" y="864"/>
                  </a:lnTo>
                  <a:lnTo>
                    <a:pt x="612" y="864"/>
                  </a:lnTo>
                  <a:lnTo>
                    <a:pt x="612" y="870"/>
                  </a:lnTo>
                  <a:lnTo>
                    <a:pt x="618" y="876"/>
                  </a:lnTo>
                  <a:lnTo>
                    <a:pt x="630" y="900"/>
                  </a:lnTo>
                  <a:lnTo>
                    <a:pt x="642" y="912"/>
                  </a:lnTo>
                  <a:lnTo>
                    <a:pt x="654" y="936"/>
                  </a:lnTo>
                  <a:lnTo>
                    <a:pt x="660" y="942"/>
                  </a:lnTo>
                  <a:lnTo>
                    <a:pt x="660" y="906"/>
                  </a:lnTo>
                  <a:lnTo>
                    <a:pt x="672" y="906"/>
                  </a:lnTo>
                  <a:lnTo>
                    <a:pt x="684" y="918"/>
                  </a:lnTo>
                  <a:lnTo>
                    <a:pt x="696" y="924"/>
                  </a:lnTo>
                  <a:lnTo>
                    <a:pt x="702" y="930"/>
                  </a:lnTo>
                  <a:lnTo>
                    <a:pt x="708" y="930"/>
                  </a:lnTo>
                  <a:close/>
                  <a:moveTo>
                    <a:pt x="2118" y="1194"/>
                  </a:moveTo>
                  <a:lnTo>
                    <a:pt x="2106" y="1176"/>
                  </a:lnTo>
                  <a:lnTo>
                    <a:pt x="2088" y="1176"/>
                  </a:lnTo>
                  <a:lnTo>
                    <a:pt x="2064" y="1200"/>
                  </a:lnTo>
                  <a:lnTo>
                    <a:pt x="2064" y="1212"/>
                  </a:lnTo>
                  <a:lnTo>
                    <a:pt x="2052" y="1212"/>
                  </a:lnTo>
                  <a:lnTo>
                    <a:pt x="2040" y="1218"/>
                  </a:lnTo>
                  <a:lnTo>
                    <a:pt x="2010" y="1248"/>
                  </a:lnTo>
                  <a:lnTo>
                    <a:pt x="1998" y="1272"/>
                  </a:lnTo>
                  <a:lnTo>
                    <a:pt x="1992" y="1278"/>
                  </a:lnTo>
                  <a:lnTo>
                    <a:pt x="1992" y="1290"/>
                  </a:lnTo>
                  <a:lnTo>
                    <a:pt x="2004" y="1302"/>
                  </a:lnTo>
                  <a:lnTo>
                    <a:pt x="2022" y="1302"/>
                  </a:lnTo>
                  <a:lnTo>
                    <a:pt x="2052" y="1284"/>
                  </a:lnTo>
                  <a:lnTo>
                    <a:pt x="2082" y="1260"/>
                  </a:lnTo>
                  <a:lnTo>
                    <a:pt x="2106" y="1242"/>
                  </a:lnTo>
                  <a:lnTo>
                    <a:pt x="2100" y="1236"/>
                  </a:lnTo>
                  <a:lnTo>
                    <a:pt x="2100" y="1224"/>
                  </a:lnTo>
                  <a:lnTo>
                    <a:pt x="2112" y="1200"/>
                  </a:lnTo>
                  <a:lnTo>
                    <a:pt x="2118" y="1194"/>
                  </a:lnTo>
                  <a:close/>
                  <a:moveTo>
                    <a:pt x="1374" y="1128"/>
                  </a:moveTo>
                  <a:lnTo>
                    <a:pt x="1374" y="1116"/>
                  </a:lnTo>
                  <a:lnTo>
                    <a:pt x="1368" y="1110"/>
                  </a:lnTo>
                  <a:lnTo>
                    <a:pt x="1344" y="1098"/>
                  </a:lnTo>
                  <a:lnTo>
                    <a:pt x="1332" y="1098"/>
                  </a:lnTo>
                  <a:lnTo>
                    <a:pt x="1320" y="1092"/>
                  </a:lnTo>
                  <a:lnTo>
                    <a:pt x="1314" y="1092"/>
                  </a:lnTo>
                  <a:lnTo>
                    <a:pt x="1302" y="1098"/>
                  </a:lnTo>
                  <a:lnTo>
                    <a:pt x="1296" y="1104"/>
                  </a:lnTo>
                  <a:lnTo>
                    <a:pt x="1296" y="1116"/>
                  </a:lnTo>
                  <a:lnTo>
                    <a:pt x="1290" y="1122"/>
                  </a:lnTo>
                  <a:lnTo>
                    <a:pt x="1290" y="1134"/>
                  </a:lnTo>
                  <a:lnTo>
                    <a:pt x="1254" y="1104"/>
                  </a:lnTo>
                  <a:lnTo>
                    <a:pt x="1260" y="1092"/>
                  </a:lnTo>
                  <a:lnTo>
                    <a:pt x="1260" y="1080"/>
                  </a:lnTo>
                  <a:lnTo>
                    <a:pt x="1266" y="1068"/>
                  </a:lnTo>
                  <a:lnTo>
                    <a:pt x="1266" y="1050"/>
                  </a:lnTo>
                  <a:lnTo>
                    <a:pt x="1260" y="1038"/>
                  </a:lnTo>
                  <a:lnTo>
                    <a:pt x="1254" y="1032"/>
                  </a:lnTo>
                  <a:lnTo>
                    <a:pt x="1242" y="1026"/>
                  </a:lnTo>
                  <a:lnTo>
                    <a:pt x="1188" y="1026"/>
                  </a:lnTo>
                  <a:lnTo>
                    <a:pt x="1158" y="1008"/>
                  </a:lnTo>
                  <a:lnTo>
                    <a:pt x="1158" y="984"/>
                  </a:lnTo>
                  <a:lnTo>
                    <a:pt x="1116" y="984"/>
                  </a:lnTo>
                  <a:lnTo>
                    <a:pt x="1116" y="996"/>
                  </a:lnTo>
                  <a:lnTo>
                    <a:pt x="1110" y="1008"/>
                  </a:lnTo>
                  <a:lnTo>
                    <a:pt x="1110" y="1026"/>
                  </a:lnTo>
                  <a:lnTo>
                    <a:pt x="1086" y="1026"/>
                  </a:lnTo>
                  <a:lnTo>
                    <a:pt x="1074" y="1020"/>
                  </a:lnTo>
                  <a:lnTo>
                    <a:pt x="1056" y="1014"/>
                  </a:lnTo>
                  <a:lnTo>
                    <a:pt x="1044" y="1014"/>
                  </a:lnTo>
                  <a:lnTo>
                    <a:pt x="1032" y="1008"/>
                  </a:lnTo>
                  <a:lnTo>
                    <a:pt x="966" y="1008"/>
                  </a:lnTo>
                  <a:lnTo>
                    <a:pt x="960" y="996"/>
                  </a:lnTo>
                  <a:lnTo>
                    <a:pt x="948" y="990"/>
                  </a:lnTo>
                  <a:lnTo>
                    <a:pt x="942" y="978"/>
                  </a:lnTo>
                  <a:lnTo>
                    <a:pt x="918" y="954"/>
                  </a:lnTo>
                  <a:lnTo>
                    <a:pt x="900" y="954"/>
                  </a:lnTo>
                  <a:lnTo>
                    <a:pt x="888" y="960"/>
                  </a:lnTo>
                  <a:lnTo>
                    <a:pt x="876" y="954"/>
                  </a:lnTo>
                  <a:lnTo>
                    <a:pt x="870" y="948"/>
                  </a:lnTo>
                  <a:lnTo>
                    <a:pt x="858" y="942"/>
                  </a:lnTo>
                  <a:lnTo>
                    <a:pt x="846" y="942"/>
                  </a:lnTo>
                  <a:lnTo>
                    <a:pt x="840" y="936"/>
                  </a:lnTo>
                  <a:lnTo>
                    <a:pt x="822" y="936"/>
                  </a:lnTo>
                  <a:lnTo>
                    <a:pt x="810" y="930"/>
                  </a:lnTo>
                  <a:lnTo>
                    <a:pt x="792" y="930"/>
                  </a:lnTo>
                  <a:lnTo>
                    <a:pt x="786" y="924"/>
                  </a:lnTo>
                  <a:lnTo>
                    <a:pt x="762" y="924"/>
                  </a:lnTo>
                  <a:lnTo>
                    <a:pt x="750" y="930"/>
                  </a:lnTo>
                  <a:lnTo>
                    <a:pt x="738" y="954"/>
                  </a:lnTo>
                  <a:lnTo>
                    <a:pt x="738" y="966"/>
                  </a:lnTo>
                  <a:lnTo>
                    <a:pt x="732" y="978"/>
                  </a:lnTo>
                  <a:lnTo>
                    <a:pt x="720" y="990"/>
                  </a:lnTo>
                  <a:lnTo>
                    <a:pt x="714" y="990"/>
                  </a:lnTo>
                  <a:lnTo>
                    <a:pt x="702" y="1002"/>
                  </a:lnTo>
                  <a:lnTo>
                    <a:pt x="702" y="1014"/>
                  </a:lnTo>
                  <a:lnTo>
                    <a:pt x="738" y="1008"/>
                  </a:lnTo>
                  <a:lnTo>
                    <a:pt x="786" y="1008"/>
                  </a:lnTo>
                  <a:lnTo>
                    <a:pt x="780" y="1014"/>
                  </a:lnTo>
                  <a:lnTo>
                    <a:pt x="768" y="1020"/>
                  </a:lnTo>
                  <a:lnTo>
                    <a:pt x="762" y="1032"/>
                  </a:lnTo>
                  <a:lnTo>
                    <a:pt x="762" y="1044"/>
                  </a:lnTo>
                  <a:lnTo>
                    <a:pt x="774" y="1050"/>
                  </a:lnTo>
                  <a:lnTo>
                    <a:pt x="780" y="1050"/>
                  </a:lnTo>
                  <a:lnTo>
                    <a:pt x="798" y="1044"/>
                  </a:lnTo>
                  <a:lnTo>
                    <a:pt x="810" y="1044"/>
                  </a:lnTo>
                  <a:lnTo>
                    <a:pt x="816" y="1038"/>
                  </a:lnTo>
                  <a:lnTo>
                    <a:pt x="828" y="1032"/>
                  </a:lnTo>
                  <a:lnTo>
                    <a:pt x="840" y="1038"/>
                  </a:lnTo>
                  <a:lnTo>
                    <a:pt x="870" y="1056"/>
                  </a:lnTo>
                  <a:lnTo>
                    <a:pt x="900" y="1068"/>
                  </a:lnTo>
                  <a:lnTo>
                    <a:pt x="924" y="1080"/>
                  </a:lnTo>
                  <a:lnTo>
                    <a:pt x="960" y="1086"/>
                  </a:lnTo>
                  <a:lnTo>
                    <a:pt x="1014" y="1092"/>
                  </a:lnTo>
                  <a:lnTo>
                    <a:pt x="1062" y="1092"/>
                  </a:lnTo>
                  <a:lnTo>
                    <a:pt x="1080" y="1110"/>
                  </a:lnTo>
                  <a:lnTo>
                    <a:pt x="1086" y="1122"/>
                  </a:lnTo>
                  <a:lnTo>
                    <a:pt x="1098" y="1128"/>
                  </a:lnTo>
                  <a:lnTo>
                    <a:pt x="1110" y="1140"/>
                  </a:lnTo>
                  <a:lnTo>
                    <a:pt x="1128" y="1146"/>
                  </a:lnTo>
                  <a:lnTo>
                    <a:pt x="1152" y="1152"/>
                  </a:lnTo>
                  <a:lnTo>
                    <a:pt x="1170" y="1152"/>
                  </a:lnTo>
                  <a:lnTo>
                    <a:pt x="1182" y="1158"/>
                  </a:lnTo>
                  <a:lnTo>
                    <a:pt x="1248" y="1158"/>
                  </a:lnTo>
                  <a:lnTo>
                    <a:pt x="1260" y="1164"/>
                  </a:lnTo>
                  <a:lnTo>
                    <a:pt x="1278" y="1170"/>
                  </a:lnTo>
                  <a:lnTo>
                    <a:pt x="1290" y="1182"/>
                  </a:lnTo>
                  <a:lnTo>
                    <a:pt x="1302" y="1188"/>
                  </a:lnTo>
                  <a:lnTo>
                    <a:pt x="1320" y="1206"/>
                  </a:lnTo>
                  <a:lnTo>
                    <a:pt x="1338" y="1206"/>
                  </a:lnTo>
                  <a:lnTo>
                    <a:pt x="1350" y="1200"/>
                  </a:lnTo>
                  <a:lnTo>
                    <a:pt x="1356" y="1206"/>
                  </a:lnTo>
                  <a:lnTo>
                    <a:pt x="1374" y="1206"/>
                  </a:lnTo>
                  <a:lnTo>
                    <a:pt x="1374" y="1194"/>
                  </a:lnTo>
                  <a:lnTo>
                    <a:pt x="1368" y="1182"/>
                  </a:lnTo>
                  <a:lnTo>
                    <a:pt x="1362" y="1176"/>
                  </a:lnTo>
                  <a:lnTo>
                    <a:pt x="1356" y="1164"/>
                  </a:lnTo>
                  <a:lnTo>
                    <a:pt x="1374" y="1146"/>
                  </a:lnTo>
                  <a:lnTo>
                    <a:pt x="1374" y="1128"/>
                  </a:lnTo>
                  <a:close/>
                  <a:moveTo>
                    <a:pt x="1500" y="726"/>
                  </a:moveTo>
                  <a:lnTo>
                    <a:pt x="1542" y="684"/>
                  </a:lnTo>
                  <a:lnTo>
                    <a:pt x="1548" y="672"/>
                  </a:lnTo>
                  <a:lnTo>
                    <a:pt x="1554" y="654"/>
                  </a:lnTo>
                  <a:lnTo>
                    <a:pt x="1560" y="642"/>
                  </a:lnTo>
                  <a:lnTo>
                    <a:pt x="1566" y="624"/>
                  </a:lnTo>
                  <a:lnTo>
                    <a:pt x="1566" y="612"/>
                  </a:lnTo>
                  <a:lnTo>
                    <a:pt x="1572" y="606"/>
                  </a:lnTo>
                  <a:lnTo>
                    <a:pt x="1572" y="600"/>
                  </a:lnTo>
                  <a:lnTo>
                    <a:pt x="1566" y="600"/>
                  </a:lnTo>
                  <a:lnTo>
                    <a:pt x="1554" y="594"/>
                  </a:lnTo>
                  <a:lnTo>
                    <a:pt x="1542" y="582"/>
                  </a:lnTo>
                  <a:lnTo>
                    <a:pt x="1542" y="564"/>
                  </a:lnTo>
                  <a:lnTo>
                    <a:pt x="1554" y="516"/>
                  </a:lnTo>
                  <a:lnTo>
                    <a:pt x="1590" y="498"/>
                  </a:lnTo>
                  <a:lnTo>
                    <a:pt x="1626" y="498"/>
                  </a:lnTo>
                  <a:lnTo>
                    <a:pt x="1632" y="486"/>
                  </a:lnTo>
                  <a:lnTo>
                    <a:pt x="1638" y="480"/>
                  </a:lnTo>
                  <a:lnTo>
                    <a:pt x="1644" y="468"/>
                  </a:lnTo>
                  <a:lnTo>
                    <a:pt x="1644" y="444"/>
                  </a:lnTo>
                  <a:lnTo>
                    <a:pt x="1626" y="444"/>
                  </a:lnTo>
                  <a:lnTo>
                    <a:pt x="1620" y="450"/>
                  </a:lnTo>
                  <a:lnTo>
                    <a:pt x="1608" y="450"/>
                  </a:lnTo>
                  <a:lnTo>
                    <a:pt x="1608" y="438"/>
                  </a:lnTo>
                  <a:lnTo>
                    <a:pt x="1614" y="420"/>
                  </a:lnTo>
                  <a:lnTo>
                    <a:pt x="1626" y="408"/>
                  </a:lnTo>
                  <a:lnTo>
                    <a:pt x="1650" y="396"/>
                  </a:lnTo>
                  <a:lnTo>
                    <a:pt x="1662" y="396"/>
                  </a:lnTo>
                  <a:lnTo>
                    <a:pt x="1680" y="402"/>
                  </a:lnTo>
                  <a:lnTo>
                    <a:pt x="1704" y="402"/>
                  </a:lnTo>
                  <a:lnTo>
                    <a:pt x="1716" y="390"/>
                  </a:lnTo>
                  <a:lnTo>
                    <a:pt x="1716" y="384"/>
                  </a:lnTo>
                  <a:lnTo>
                    <a:pt x="1680" y="348"/>
                  </a:lnTo>
                  <a:lnTo>
                    <a:pt x="1680" y="312"/>
                  </a:lnTo>
                  <a:lnTo>
                    <a:pt x="1668" y="312"/>
                  </a:lnTo>
                  <a:lnTo>
                    <a:pt x="1650" y="294"/>
                  </a:lnTo>
                  <a:lnTo>
                    <a:pt x="1650" y="282"/>
                  </a:lnTo>
                  <a:lnTo>
                    <a:pt x="1662" y="270"/>
                  </a:lnTo>
                  <a:lnTo>
                    <a:pt x="1668" y="258"/>
                  </a:lnTo>
                  <a:lnTo>
                    <a:pt x="1668" y="246"/>
                  </a:lnTo>
                  <a:lnTo>
                    <a:pt x="1662" y="240"/>
                  </a:lnTo>
                  <a:lnTo>
                    <a:pt x="1638" y="228"/>
                  </a:lnTo>
                  <a:lnTo>
                    <a:pt x="1614" y="228"/>
                  </a:lnTo>
                  <a:lnTo>
                    <a:pt x="1632" y="198"/>
                  </a:lnTo>
                  <a:lnTo>
                    <a:pt x="1614" y="192"/>
                  </a:lnTo>
                  <a:lnTo>
                    <a:pt x="1620" y="162"/>
                  </a:lnTo>
                  <a:lnTo>
                    <a:pt x="1608" y="144"/>
                  </a:lnTo>
                  <a:lnTo>
                    <a:pt x="1602" y="138"/>
                  </a:lnTo>
                  <a:lnTo>
                    <a:pt x="1590" y="132"/>
                  </a:lnTo>
                  <a:lnTo>
                    <a:pt x="1566" y="108"/>
                  </a:lnTo>
                  <a:lnTo>
                    <a:pt x="1470" y="108"/>
                  </a:lnTo>
                  <a:lnTo>
                    <a:pt x="1464" y="114"/>
                  </a:lnTo>
                  <a:lnTo>
                    <a:pt x="1458" y="126"/>
                  </a:lnTo>
                  <a:lnTo>
                    <a:pt x="1458" y="180"/>
                  </a:lnTo>
                  <a:lnTo>
                    <a:pt x="1452" y="198"/>
                  </a:lnTo>
                  <a:lnTo>
                    <a:pt x="1452" y="204"/>
                  </a:lnTo>
                  <a:lnTo>
                    <a:pt x="1446" y="216"/>
                  </a:lnTo>
                  <a:lnTo>
                    <a:pt x="1428" y="216"/>
                  </a:lnTo>
                  <a:lnTo>
                    <a:pt x="1422" y="222"/>
                  </a:lnTo>
                  <a:lnTo>
                    <a:pt x="1422" y="246"/>
                  </a:lnTo>
                  <a:lnTo>
                    <a:pt x="1428" y="252"/>
                  </a:lnTo>
                  <a:lnTo>
                    <a:pt x="1434" y="264"/>
                  </a:lnTo>
                  <a:lnTo>
                    <a:pt x="1398" y="294"/>
                  </a:lnTo>
                  <a:lnTo>
                    <a:pt x="1404" y="306"/>
                  </a:lnTo>
                  <a:lnTo>
                    <a:pt x="1374" y="342"/>
                  </a:lnTo>
                  <a:lnTo>
                    <a:pt x="1350" y="342"/>
                  </a:lnTo>
                  <a:lnTo>
                    <a:pt x="1344" y="348"/>
                  </a:lnTo>
                  <a:lnTo>
                    <a:pt x="1332" y="354"/>
                  </a:lnTo>
                  <a:lnTo>
                    <a:pt x="1320" y="366"/>
                  </a:lnTo>
                  <a:lnTo>
                    <a:pt x="1314" y="366"/>
                  </a:lnTo>
                  <a:lnTo>
                    <a:pt x="1308" y="360"/>
                  </a:lnTo>
                  <a:lnTo>
                    <a:pt x="1284" y="348"/>
                  </a:lnTo>
                  <a:lnTo>
                    <a:pt x="1272" y="336"/>
                  </a:lnTo>
                  <a:lnTo>
                    <a:pt x="1230" y="336"/>
                  </a:lnTo>
                  <a:lnTo>
                    <a:pt x="1224" y="348"/>
                  </a:lnTo>
                  <a:lnTo>
                    <a:pt x="1194" y="378"/>
                  </a:lnTo>
                  <a:lnTo>
                    <a:pt x="1170" y="378"/>
                  </a:lnTo>
                  <a:lnTo>
                    <a:pt x="1152" y="372"/>
                  </a:lnTo>
                  <a:lnTo>
                    <a:pt x="1128" y="372"/>
                  </a:lnTo>
                  <a:lnTo>
                    <a:pt x="1110" y="390"/>
                  </a:lnTo>
                  <a:lnTo>
                    <a:pt x="1104" y="390"/>
                  </a:lnTo>
                  <a:lnTo>
                    <a:pt x="1080" y="378"/>
                  </a:lnTo>
                  <a:lnTo>
                    <a:pt x="1074" y="372"/>
                  </a:lnTo>
                  <a:lnTo>
                    <a:pt x="1062" y="366"/>
                  </a:lnTo>
                  <a:lnTo>
                    <a:pt x="1050" y="354"/>
                  </a:lnTo>
                  <a:lnTo>
                    <a:pt x="1050" y="342"/>
                  </a:lnTo>
                  <a:lnTo>
                    <a:pt x="1044" y="336"/>
                  </a:lnTo>
                  <a:lnTo>
                    <a:pt x="1032" y="330"/>
                  </a:lnTo>
                  <a:lnTo>
                    <a:pt x="1008" y="330"/>
                  </a:lnTo>
                  <a:lnTo>
                    <a:pt x="996" y="336"/>
                  </a:lnTo>
                  <a:lnTo>
                    <a:pt x="990" y="348"/>
                  </a:lnTo>
                  <a:lnTo>
                    <a:pt x="978" y="366"/>
                  </a:lnTo>
                  <a:lnTo>
                    <a:pt x="972" y="384"/>
                  </a:lnTo>
                  <a:lnTo>
                    <a:pt x="972" y="402"/>
                  </a:lnTo>
                  <a:lnTo>
                    <a:pt x="966" y="408"/>
                  </a:lnTo>
                  <a:lnTo>
                    <a:pt x="966" y="414"/>
                  </a:lnTo>
                  <a:lnTo>
                    <a:pt x="990" y="444"/>
                  </a:lnTo>
                  <a:lnTo>
                    <a:pt x="1002" y="498"/>
                  </a:lnTo>
                  <a:lnTo>
                    <a:pt x="1050" y="528"/>
                  </a:lnTo>
                  <a:lnTo>
                    <a:pt x="1038" y="564"/>
                  </a:lnTo>
                  <a:lnTo>
                    <a:pt x="1068" y="582"/>
                  </a:lnTo>
                  <a:lnTo>
                    <a:pt x="1050" y="606"/>
                  </a:lnTo>
                  <a:lnTo>
                    <a:pt x="1068" y="636"/>
                  </a:lnTo>
                  <a:lnTo>
                    <a:pt x="1056" y="648"/>
                  </a:lnTo>
                  <a:lnTo>
                    <a:pt x="1068" y="702"/>
                  </a:lnTo>
                  <a:lnTo>
                    <a:pt x="1110" y="696"/>
                  </a:lnTo>
                  <a:lnTo>
                    <a:pt x="1140" y="708"/>
                  </a:lnTo>
                  <a:lnTo>
                    <a:pt x="1146" y="696"/>
                  </a:lnTo>
                  <a:lnTo>
                    <a:pt x="1170" y="672"/>
                  </a:lnTo>
                  <a:lnTo>
                    <a:pt x="1182" y="672"/>
                  </a:lnTo>
                  <a:lnTo>
                    <a:pt x="1182" y="690"/>
                  </a:lnTo>
                  <a:lnTo>
                    <a:pt x="1188" y="702"/>
                  </a:lnTo>
                  <a:lnTo>
                    <a:pt x="1188" y="726"/>
                  </a:lnTo>
                  <a:lnTo>
                    <a:pt x="1194" y="738"/>
                  </a:lnTo>
                  <a:lnTo>
                    <a:pt x="1212" y="738"/>
                  </a:lnTo>
                  <a:lnTo>
                    <a:pt x="1218" y="726"/>
                  </a:lnTo>
                  <a:lnTo>
                    <a:pt x="1218" y="720"/>
                  </a:lnTo>
                  <a:lnTo>
                    <a:pt x="1224" y="714"/>
                  </a:lnTo>
                  <a:lnTo>
                    <a:pt x="1224" y="708"/>
                  </a:lnTo>
                  <a:lnTo>
                    <a:pt x="1254" y="726"/>
                  </a:lnTo>
                  <a:lnTo>
                    <a:pt x="1266" y="720"/>
                  </a:lnTo>
                  <a:lnTo>
                    <a:pt x="1272" y="708"/>
                  </a:lnTo>
                  <a:lnTo>
                    <a:pt x="1284" y="702"/>
                  </a:lnTo>
                  <a:lnTo>
                    <a:pt x="1296" y="702"/>
                  </a:lnTo>
                  <a:lnTo>
                    <a:pt x="1296" y="714"/>
                  </a:lnTo>
                  <a:lnTo>
                    <a:pt x="1302" y="720"/>
                  </a:lnTo>
                  <a:lnTo>
                    <a:pt x="1302" y="738"/>
                  </a:lnTo>
                  <a:lnTo>
                    <a:pt x="1308" y="744"/>
                  </a:lnTo>
                  <a:lnTo>
                    <a:pt x="1332" y="744"/>
                  </a:lnTo>
                  <a:lnTo>
                    <a:pt x="1350" y="738"/>
                  </a:lnTo>
                  <a:lnTo>
                    <a:pt x="1362" y="732"/>
                  </a:lnTo>
                  <a:lnTo>
                    <a:pt x="1392" y="732"/>
                  </a:lnTo>
                  <a:lnTo>
                    <a:pt x="1404" y="744"/>
                  </a:lnTo>
                  <a:lnTo>
                    <a:pt x="1404" y="786"/>
                  </a:lnTo>
                  <a:lnTo>
                    <a:pt x="1398" y="798"/>
                  </a:lnTo>
                  <a:lnTo>
                    <a:pt x="1398" y="810"/>
                  </a:lnTo>
                  <a:lnTo>
                    <a:pt x="1404" y="810"/>
                  </a:lnTo>
                  <a:lnTo>
                    <a:pt x="1410" y="804"/>
                  </a:lnTo>
                  <a:lnTo>
                    <a:pt x="1422" y="798"/>
                  </a:lnTo>
                  <a:lnTo>
                    <a:pt x="1440" y="792"/>
                  </a:lnTo>
                  <a:lnTo>
                    <a:pt x="1452" y="786"/>
                  </a:lnTo>
                  <a:lnTo>
                    <a:pt x="1476" y="762"/>
                  </a:lnTo>
                  <a:lnTo>
                    <a:pt x="1482" y="750"/>
                  </a:lnTo>
                  <a:lnTo>
                    <a:pt x="1500" y="732"/>
                  </a:lnTo>
                  <a:lnTo>
                    <a:pt x="1500" y="726"/>
                  </a:lnTo>
                  <a:close/>
                  <a:moveTo>
                    <a:pt x="1476" y="1116"/>
                  </a:moveTo>
                  <a:lnTo>
                    <a:pt x="1470" y="1116"/>
                  </a:lnTo>
                  <a:lnTo>
                    <a:pt x="1458" y="1122"/>
                  </a:lnTo>
                  <a:lnTo>
                    <a:pt x="1452" y="1128"/>
                  </a:lnTo>
                  <a:lnTo>
                    <a:pt x="1458" y="1134"/>
                  </a:lnTo>
                  <a:lnTo>
                    <a:pt x="1470" y="1140"/>
                  </a:lnTo>
                  <a:lnTo>
                    <a:pt x="1476" y="1140"/>
                  </a:lnTo>
                  <a:lnTo>
                    <a:pt x="1488" y="1146"/>
                  </a:lnTo>
                  <a:lnTo>
                    <a:pt x="1500" y="1134"/>
                  </a:lnTo>
                  <a:lnTo>
                    <a:pt x="1500" y="1128"/>
                  </a:lnTo>
                  <a:lnTo>
                    <a:pt x="1488" y="1116"/>
                  </a:lnTo>
                  <a:lnTo>
                    <a:pt x="1476" y="1116"/>
                  </a:lnTo>
                  <a:close/>
                  <a:moveTo>
                    <a:pt x="1716" y="1230"/>
                  </a:moveTo>
                  <a:lnTo>
                    <a:pt x="1680" y="1218"/>
                  </a:lnTo>
                  <a:lnTo>
                    <a:pt x="1674" y="1224"/>
                  </a:lnTo>
                  <a:lnTo>
                    <a:pt x="1674" y="1230"/>
                  </a:lnTo>
                  <a:lnTo>
                    <a:pt x="1686" y="1254"/>
                  </a:lnTo>
                  <a:lnTo>
                    <a:pt x="1692" y="1260"/>
                  </a:lnTo>
                  <a:lnTo>
                    <a:pt x="1704" y="1266"/>
                  </a:lnTo>
                  <a:lnTo>
                    <a:pt x="1716" y="1266"/>
                  </a:lnTo>
                  <a:lnTo>
                    <a:pt x="1722" y="1260"/>
                  </a:lnTo>
                  <a:lnTo>
                    <a:pt x="1740" y="1260"/>
                  </a:lnTo>
                  <a:lnTo>
                    <a:pt x="1746" y="1266"/>
                  </a:lnTo>
                  <a:lnTo>
                    <a:pt x="1746" y="1278"/>
                  </a:lnTo>
                  <a:lnTo>
                    <a:pt x="1752" y="1290"/>
                  </a:lnTo>
                  <a:lnTo>
                    <a:pt x="1764" y="1296"/>
                  </a:lnTo>
                  <a:lnTo>
                    <a:pt x="1788" y="1296"/>
                  </a:lnTo>
                  <a:lnTo>
                    <a:pt x="1794" y="1290"/>
                  </a:lnTo>
                  <a:lnTo>
                    <a:pt x="1800" y="1290"/>
                  </a:lnTo>
                  <a:lnTo>
                    <a:pt x="1800" y="1284"/>
                  </a:lnTo>
                  <a:lnTo>
                    <a:pt x="1794" y="1272"/>
                  </a:lnTo>
                  <a:lnTo>
                    <a:pt x="1782" y="1260"/>
                  </a:lnTo>
                  <a:lnTo>
                    <a:pt x="1770" y="1236"/>
                  </a:lnTo>
                  <a:lnTo>
                    <a:pt x="1746" y="1224"/>
                  </a:lnTo>
                  <a:lnTo>
                    <a:pt x="1728" y="1224"/>
                  </a:lnTo>
                  <a:lnTo>
                    <a:pt x="1716" y="1230"/>
                  </a:lnTo>
                  <a:close/>
                  <a:moveTo>
                    <a:pt x="1962" y="1122"/>
                  </a:moveTo>
                  <a:lnTo>
                    <a:pt x="1932" y="1146"/>
                  </a:lnTo>
                  <a:lnTo>
                    <a:pt x="1920" y="1134"/>
                  </a:lnTo>
                  <a:lnTo>
                    <a:pt x="1890" y="1134"/>
                  </a:lnTo>
                  <a:lnTo>
                    <a:pt x="1884" y="1140"/>
                  </a:lnTo>
                  <a:lnTo>
                    <a:pt x="1872" y="1146"/>
                  </a:lnTo>
                  <a:lnTo>
                    <a:pt x="1866" y="1152"/>
                  </a:lnTo>
                  <a:lnTo>
                    <a:pt x="1860" y="1140"/>
                  </a:lnTo>
                  <a:lnTo>
                    <a:pt x="1836" y="1116"/>
                  </a:lnTo>
                  <a:lnTo>
                    <a:pt x="1824" y="1116"/>
                  </a:lnTo>
                  <a:lnTo>
                    <a:pt x="1800" y="1128"/>
                  </a:lnTo>
                  <a:lnTo>
                    <a:pt x="1764" y="1164"/>
                  </a:lnTo>
                  <a:lnTo>
                    <a:pt x="1728" y="1158"/>
                  </a:lnTo>
                  <a:lnTo>
                    <a:pt x="1716" y="1176"/>
                  </a:lnTo>
                  <a:lnTo>
                    <a:pt x="1746" y="1176"/>
                  </a:lnTo>
                  <a:lnTo>
                    <a:pt x="1752" y="1182"/>
                  </a:lnTo>
                  <a:lnTo>
                    <a:pt x="1764" y="1182"/>
                  </a:lnTo>
                  <a:lnTo>
                    <a:pt x="1776" y="1188"/>
                  </a:lnTo>
                  <a:lnTo>
                    <a:pt x="1788" y="1188"/>
                  </a:lnTo>
                  <a:lnTo>
                    <a:pt x="1794" y="1182"/>
                  </a:lnTo>
                  <a:lnTo>
                    <a:pt x="1806" y="1176"/>
                  </a:lnTo>
                  <a:lnTo>
                    <a:pt x="1812" y="1170"/>
                  </a:lnTo>
                  <a:lnTo>
                    <a:pt x="1908" y="1164"/>
                  </a:lnTo>
                  <a:lnTo>
                    <a:pt x="1956" y="1158"/>
                  </a:lnTo>
                  <a:lnTo>
                    <a:pt x="1992" y="1128"/>
                  </a:lnTo>
                  <a:lnTo>
                    <a:pt x="1992" y="1110"/>
                  </a:lnTo>
                  <a:lnTo>
                    <a:pt x="1962" y="1122"/>
                  </a:lnTo>
                  <a:close/>
                  <a:moveTo>
                    <a:pt x="1578" y="1158"/>
                  </a:moveTo>
                  <a:lnTo>
                    <a:pt x="1566" y="1152"/>
                  </a:lnTo>
                  <a:lnTo>
                    <a:pt x="1560" y="1146"/>
                  </a:lnTo>
                  <a:lnTo>
                    <a:pt x="1548" y="1140"/>
                  </a:lnTo>
                  <a:lnTo>
                    <a:pt x="1536" y="1140"/>
                  </a:lnTo>
                  <a:lnTo>
                    <a:pt x="1512" y="1164"/>
                  </a:lnTo>
                  <a:lnTo>
                    <a:pt x="1506" y="1176"/>
                  </a:lnTo>
                  <a:lnTo>
                    <a:pt x="1500" y="1182"/>
                  </a:lnTo>
                  <a:lnTo>
                    <a:pt x="1554" y="1188"/>
                  </a:lnTo>
                  <a:lnTo>
                    <a:pt x="1554" y="1212"/>
                  </a:lnTo>
                  <a:lnTo>
                    <a:pt x="1578" y="1206"/>
                  </a:lnTo>
                  <a:lnTo>
                    <a:pt x="1590" y="1188"/>
                  </a:lnTo>
                  <a:lnTo>
                    <a:pt x="1614" y="1206"/>
                  </a:lnTo>
                  <a:lnTo>
                    <a:pt x="1644" y="1170"/>
                  </a:lnTo>
                  <a:lnTo>
                    <a:pt x="1596" y="1152"/>
                  </a:lnTo>
                  <a:lnTo>
                    <a:pt x="1578" y="115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11" name="India" descr="© INSCALE GmbH, 05.05.2010&#10;http://www.presentationload.com/">
              <a:extLst>
                <a:ext uri="{FF2B5EF4-FFF2-40B4-BE49-F238E27FC236}">
                  <a16:creationId xmlns:a16="http://schemas.microsoft.com/office/drawing/2014/main" id="{8C2BFFC3-F327-467D-AECC-CA9E061ABB42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5308736" y="2048947"/>
              <a:ext cx="646210" cy="774518"/>
            </a:xfrm>
            <a:custGeom>
              <a:avLst/>
              <a:gdLst>
                <a:gd name="T0" fmla="*/ 2147483647 w 1956"/>
                <a:gd name="T1" fmla="*/ 2147483647 h 2358"/>
                <a:gd name="T2" fmla="*/ 2147483647 w 1956"/>
                <a:gd name="T3" fmla="*/ 2147483647 h 2358"/>
                <a:gd name="T4" fmla="*/ 2147483647 w 1956"/>
                <a:gd name="T5" fmla="*/ 2147483647 h 2358"/>
                <a:gd name="T6" fmla="*/ 2147483647 w 1956"/>
                <a:gd name="T7" fmla="*/ 2147483647 h 2358"/>
                <a:gd name="T8" fmla="*/ 2147483647 w 1956"/>
                <a:gd name="T9" fmla="*/ 2147483647 h 2358"/>
                <a:gd name="T10" fmla="*/ 2147483647 w 1956"/>
                <a:gd name="T11" fmla="*/ 2147483647 h 2358"/>
                <a:gd name="T12" fmla="*/ 2147483647 w 1956"/>
                <a:gd name="T13" fmla="*/ 2147483647 h 2358"/>
                <a:gd name="T14" fmla="*/ 2147483647 w 1956"/>
                <a:gd name="T15" fmla="*/ 2147483647 h 2358"/>
                <a:gd name="T16" fmla="*/ 2147483647 w 1956"/>
                <a:gd name="T17" fmla="*/ 2147483647 h 2358"/>
                <a:gd name="T18" fmla="*/ 2147483647 w 1956"/>
                <a:gd name="T19" fmla="*/ 2147483647 h 2358"/>
                <a:gd name="T20" fmla="*/ 2147483647 w 1956"/>
                <a:gd name="T21" fmla="*/ 2147483647 h 2358"/>
                <a:gd name="T22" fmla="*/ 2147483647 w 1956"/>
                <a:gd name="T23" fmla="*/ 2147483647 h 2358"/>
                <a:gd name="T24" fmla="*/ 2147483647 w 1956"/>
                <a:gd name="T25" fmla="*/ 2147483647 h 2358"/>
                <a:gd name="T26" fmla="*/ 2147483647 w 1956"/>
                <a:gd name="T27" fmla="*/ 2147483647 h 2358"/>
                <a:gd name="T28" fmla="*/ 2147483647 w 1956"/>
                <a:gd name="T29" fmla="*/ 2147483647 h 2358"/>
                <a:gd name="T30" fmla="*/ 2147483647 w 1956"/>
                <a:gd name="T31" fmla="*/ 2147483647 h 2358"/>
                <a:gd name="T32" fmla="*/ 2147483647 w 1956"/>
                <a:gd name="T33" fmla="*/ 2147483647 h 2358"/>
                <a:gd name="T34" fmla="*/ 2147483647 w 1956"/>
                <a:gd name="T35" fmla="*/ 2147483647 h 2358"/>
                <a:gd name="T36" fmla="*/ 2147483647 w 1956"/>
                <a:gd name="T37" fmla="*/ 2147483647 h 2358"/>
                <a:gd name="T38" fmla="*/ 2147483647 w 1956"/>
                <a:gd name="T39" fmla="*/ 2147483647 h 2358"/>
                <a:gd name="T40" fmla="*/ 2147483647 w 1956"/>
                <a:gd name="T41" fmla="*/ 2147483647 h 2358"/>
                <a:gd name="T42" fmla="*/ 2147483647 w 1956"/>
                <a:gd name="T43" fmla="*/ 2147483647 h 2358"/>
                <a:gd name="T44" fmla="*/ 2147483647 w 1956"/>
                <a:gd name="T45" fmla="*/ 2147483647 h 2358"/>
                <a:gd name="T46" fmla="*/ 2147483647 w 1956"/>
                <a:gd name="T47" fmla="*/ 2147483647 h 2358"/>
                <a:gd name="T48" fmla="*/ 2147483647 w 1956"/>
                <a:gd name="T49" fmla="*/ 2147483647 h 2358"/>
                <a:gd name="T50" fmla="*/ 2147483647 w 1956"/>
                <a:gd name="T51" fmla="*/ 2147483647 h 2358"/>
                <a:gd name="T52" fmla="*/ 2147483647 w 1956"/>
                <a:gd name="T53" fmla="*/ 2147483647 h 2358"/>
                <a:gd name="T54" fmla="*/ 2147483647 w 1956"/>
                <a:gd name="T55" fmla="*/ 2147483647 h 2358"/>
                <a:gd name="T56" fmla="*/ 2147483647 w 1956"/>
                <a:gd name="T57" fmla="*/ 2147483647 h 2358"/>
                <a:gd name="T58" fmla="*/ 2147483647 w 1956"/>
                <a:gd name="T59" fmla="*/ 2147483647 h 2358"/>
                <a:gd name="T60" fmla="*/ 2147483647 w 1956"/>
                <a:gd name="T61" fmla="*/ 2147483647 h 2358"/>
                <a:gd name="T62" fmla="*/ 2147483647 w 1956"/>
                <a:gd name="T63" fmla="*/ 2147483647 h 2358"/>
                <a:gd name="T64" fmla="*/ 2147483647 w 1956"/>
                <a:gd name="T65" fmla="*/ 2147483647 h 2358"/>
                <a:gd name="T66" fmla="*/ 2147483647 w 1956"/>
                <a:gd name="T67" fmla="*/ 2147483647 h 2358"/>
                <a:gd name="T68" fmla="*/ 2147483647 w 1956"/>
                <a:gd name="T69" fmla="*/ 2147483647 h 2358"/>
                <a:gd name="T70" fmla="*/ 2147483647 w 1956"/>
                <a:gd name="T71" fmla="*/ 2147483647 h 2358"/>
                <a:gd name="T72" fmla="*/ 2147483647 w 1956"/>
                <a:gd name="T73" fmla="*/ 2147483647 h 2358"/>
                <a:gd name="T74" fmla="*/ 2147483647 w 1956"/>
                <a:gd name="T75" fmla="*/ 2147483647 h 2358"/>
                <a:gd name="T76" fmla="*/ 2147483647 w 1956"/>
                <a:gd name="T77" fmla="*/ 2147483647 h 2358"/>
                <a:gd name="T78" fmla="*/ 2147483647 w 1956"/>
                <a:gd name="T79" fmla="*/ 2147483647 h 2358"/>
                <a:gd name="T80" fmla="*/ 2147483647 w 1956"/>
                <a:gd name="T81" fmla="*/ 2147483647 h 2358"/>
                <a:gd name="T82" fmla="*/ 2147483647 w 1956"/>
                <a:gd name="T83" fmla="*/ 2147483647 h 2358"/>
                <a:gd name="T84" fmla="*/ 2147483647 w 1956"/>
                <a:gd name="T85" fmla="*/ 2147483647 h 2358"/>
                <a:gd name="T86" fmla="*/ 2147483647 w 1956"/>
                <a:gd name="T87" fmla="*/ 2147483647 h 2358"/>
                <a:gd name="T88" fmla="*/ 2147483647 w 1956"/>
                <a:gd name="T89" fmla="*/ 2147483647 h 2358"/>
                <a:gd name="T90" fmla="*/ 2147483647 w 1956"/>
                <a:gd name="T91" fmla="*/ 2147483647 h 2358"/>
                <a:gd name="T92" fmla="*/ 2147483647 w 1956"/>
                <a:gd name="T93" fmla="*/ 2147483647 h 2358"/>
                <a:gd name="T94" fmla="*/ 2147483647 w 1956"/>
                <a:gd name="T95" fmla="*/ 2147483647 h 2358"/>
                <a:gd name="T96" fmla="*/ 2147483647 w 1956"/>
                <a:gd name="T97" fmla="*/ 2147483647 h 2358"/>
                <a:gd name="T98" fmla="*/ 2147483647 w 1956"/>
                <a:gd name="T99" fmla="*/ 2147483647 h 2358"/>
                <a:gd name="T100" fmla="*/ 2147483647 w 1956"/>
                <a:gd name="T101" fmla="*/ 2147483647 h 2358"/>
                <a:gd name="T102" fmla="*/ 2147483647 w 1956"/>
                <a:gd name="T103" fmla="*/ 2147483647 h 2358"/>
                <a:gd name="T104" fmla="*/ 2147483647 w 1956"/>
                <a:gd name="T105" fmla="*/ 2147483647 h 2358"/>
                <a:gd name="T106" fmla="*/ 2147483647 w 1956"/>
                <a:gd name="T107" fmla="*/ 2147483647 h 2358"/>
                <a:gd name="T108" fmla="*/ 2147483647 w 1956"/>
                <a:gd name="T109" fmla="*/ 2147483647 h 2358"/>
                <a:gd name="T110" fmla="*/ 2147483647 w 1956"/>
                <a:gd name="T111" fmla="*/ 2147483647 h 2358"/>
                <a:gd name="T112" fmla="*/ 2147483647 w 1956"/>
                <a:gd name="T113" fmla="*/ 2147483647 h 2358"/>
                <a:gd name="T114" fmla="*/ 2147483647 w 1956"/>
                <a:gd name="T115" fmla="*/ 2147483647 h 2358"/>
                <a:gd name="T116" fmla="*/ 2147483647 w 1956"/>
                <a:gd name="T117" fmla="*/ 2147483647 h 2358"/>
                <a:gd name="T118" fmla="*/ 2147483647 w 1956"/>
                <a:gd name="T119" fmla="*/ 2147483647 h 23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56"/>
                <a:gd name="T181" fmla="*/ 0 h 2358"/>
                <a:gd name="T182" fmla="*/ 1956 w 1956"/>
                <a:gd name="T183" fmla="*/ 2358 h 23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56" h="2358">
                  <a:moveTo>
                    <a:pt x="1806" y="1788"/>
                  </a:moveTo>
                  <a:lnTo>
                    <a:pt x="1794" y="1800"/>
                  </a:lnTo>
                  <a:lnTo>
                    <a:pt x="1782" y="1824"/>
                  </a:lnTo>
                  <a:lnTo>
                    <a:pt x="1782" y="1884"/>
                  </a:lnTo>
                  <a:lnTo>
                    <a:pt x="1788" y="1980"/>
                  </a:lnTo>
                  <a:lnTo>
                    <a:pt x="1800" y="1950"/>
                  </a:lnTo>
                  <a:lnTo>
                    <a:pt x="1800" y="1848"/>
                  </a:lnTo>
                  <a:lnTo>
                    <a:pt x="1806" y="1836"/>
                  </a:lnTo>
                  <a:lnTo>
                    <a:pt x="1806" y="1830"/>
                  </a:lnTo>
                  <a:lnTo>
                    <a:pt x="1812" y="1818"/>
                  </a:lnTo>
                  <a:lnTo>
                    <a:pt x="1812" y="1806"/>
                  </a:lnTo>
                  <a:lnTo>
                    <a:pt x="1818" y="1800"/>
                  </a:lnTo>
                  <a:lnTo>
                    <a:pt x="1812" y="1788"/>
                  </a:lnTo>
                  <a:lnTo>
                    <a:pt x="1806" y="1788"/>
                  </a:lnTo>
                  <a:close/>
                  <a:moveTo>
                    <a:pt x="1794" y="2028"/>
                  </a:moveTo>
                  <a:lnTo>
                    <a:pt x="1788" y="2028"/>
                  </a:lnTo>
                  <a:lnTo>
                    <a:pt x="1782" y="2040"/>
                  </a:lnTo>
                  <a:lnTo>
                    <a:pt x="1782" y="2046"/>
                  </a:lnTo>
                  <a:lnTo>
                    <a:pt x="1788" y="2058"/>
                  </a:lnTo>
                  <a:lnTo>
                    <a:pt x="1788" y="2064"/>
                  </a:lnTo>
                  <a:lnTo>
                    <a:pt x="1794" y="2076"/>
                  </a:lnTo>
                  <a:lnTo>
                    <a:pt x="1800" y="2064"/>
                  </a:lnTo>
                  <a:lnTo>
                    <a:pt x="1800" y="2028"/>
                  </a:lnTo>
                  <a:lnTo>
                    <a:pt x="1794" y="2028"/>
                  </a:lnTo>
                  <a:close/>
                  <a:moveTo>
                    <a:pt x="1890" y="2310"/>
                  </a:moveTo>
                  <a:lnTo>
                    <a:pt x="1884" y="2316"/>
                  </a:lnTo>
                  <a:lnTo>
                    <a:pt x="1884" y="2334"/>
                  </a:lnTo>
                  <a:lnTo>
                    <a:pt x="1890" y="2346"/>
                  </a:lnTo>
                  <a:lnTo>
                    <a:pt x="1896" y="2352"/>
                  </a:lnTo>
                  <a:lnTo>
                    <a:pt x="1908" y="2358"/>
                  </a:lnTo>
                  <a:lnTo>
                    <a:pt x="1908" y="2346"/>
                  </a:lnTo>
                  <a:lnTo>
                    <a:pt x="1902" y="2334"/>
                  </a:lnTo>
                  <a:lnTo>
                    <a:pt x="1902" y="2322"/>
                  </a:lnTo>
                  <a:lnTo>
                    <a:pt x="1896" y="2310"/>
                  </a:lnTo>
                  <a:lnTo>
                    <a:pt x="1890" y="2310"/>
                  </a:lnTo>
                  <a:close/>
                  <a:moveTo>
                    <a:pt x="1920" y="672"/>
                  </a:moveTo>
                  <a:lnTo>
                    <a:pt x="1932" y="660"/>
                  </a:lnTo>
                  <a:lnTo>
                    <a:pt x="1944" y="654"/>
                  </a:lnTo>
                  <a:lnTo>
                    <a:pt x="1950" y="648"/>
                  </a:lnTo>
                  <a:lnTo>
                    <a:pt x="1956" y="648"/>
                  </a:lnTo>
                  <a:lnTo>
                    <a:pt x="1956" y="618"/>
                  </a:lnTo>
                  <a:lnTo>
                    <a:pt x="1950" y="618"/>
                  </a:lnTo>
                  <a:lnTo>
                    <a:pt x="1944" y="612"/>
                  </a:lnTo>
                  <a:lnTo>
                    <a:pt x="1878" y="612"/>
                  </a:lnTo>
                  <a:lnTo>
                    <a:pt x="1878" y="606"/>
                  </a:lnTo>
                  <a:lnTo>
                    <a:pt x="1890" y="594"/>
                  </a:lnTo>
                  <a:lnTo>
                    <a:pt x="1896" y="594"/>
                  </a:lnTo>
                  <a:lnTo>
                    <a:pt x="1878" y="564"/>
                  </a:lnTo>
                  <a:lnTo>
                    <a:pt x="1848" y="564"/>
                  </a:lnTo>
                  <a:lnTo>
                    <a:pt x="1842" y="558"/>
                  </a:lnTo>
                  <a:lnTo>
                    <a:pt x="1848" y="558"/>
                  </a:lnTo>
                  <a:lnTo>
                    <a:pt x="1860" y="546"/>
                  </a:lnTo>
                  <a:lnTo>
                    <a:pt x="1854" y="540"/>
                  </a:lnTo>
                  <a:lnTo>
                    <a:pt x="1818" y="522"/>
                  </a:lnTo>
                  <a:lnTo>
                    <a:pt x="1806" y="534"/>
                  </a:lnTo>
                  <a:lnTo>
                    <a:pt x="1806" y="558"/>
                  </a:lnTo>
                  <a:lnTo>
                    <a:pt x="1788" y="558"/>
                  </a:lnTo>
                  <a:lnTo>
                    <a:pt x="1770" y="546"/>
                  </a:lnTo>
                  <a:lnTo>
                    <a:pt x="1758" y="540"/>
                  </a:lnTo>
                  <a:lnTo>
                    <a:pt x="1740" y="540"/>
                  </a:lnTo>
                  <a:lnTo>
                    <a:pt x="1728" y="552"/>
                  </a:lnTo>
                  <a:lnTo>
                    <a:pt x="1716" y="558"/>
                  </a:lnTo>
                  <a:lnTo>
                    <a:pt x="1692" y="582"/>
                  </a:lnTo>
                  <a:lnTo>
                    <a:pt x="1656" y="582"/>
                  </a:lnTo>
                  <a:lnTo>
                    <a:pt x="1656" y="588"/>
                  </a:lnTo>
                  <a:lnTo>
                    <a:pt x="1662" y="594"/>
                  </a:lnTo>
                  <a:lnTo>
                    <a:pt x="1662" y="618"/>
                  </a:lnTo>
                  <a:lnTo>
                    <a:pt x="1656" y="624"/>
                  </a:lnTo>
                  <a:lnTo>
                    <a:pt x="1626" y="624"/>
                  </a:lnTo>
                  <a:lnTo>
                    <a:pt x="1632" y="636"/>
                  </a:lnTo>
                  <a:lnTo>
                    <a:pt x="1632" y="654"/>
                  </a:lnTo>
                  <a:lnTo>
                    <a:pt x="1620" y="666"/>
                  </a:lnTo>
                  <a:lnTo>
                    <a:pt x="1566" y="666"/>
                  </a:lnTo>
                  <a:lnTo>
                    <a:pt x="1566" y="684"/>
                  </a:lnTo>
                  <a:lnTo>
                    <a:pt x="1572" y="690"/>
                  </a:lnTo>
                  <a:lnTo>
                    <a:pt x="1596" y="690"/>
                  </a:lnTo>
                  <a:lnTo>
                    <a:pt x="1596" y="714"/>
                  </a:lnTo>
                  <a:lnTo>
                    <a:pt x="1608" y="726"/>
                  </a:lnTo>
                  <a:lnTo>
                    <a:pt x="1608" y="732"/>
                  </a:lnTo>
                  <a:lnTo>
                    <a:pt x="1584" y="744"/>
                  </a:lnTo>
                  <a:lnTo>
                    <a:pt x="1572" y="744"/>
                  </a:lnTo>
                  <a:lnTo>
                    <a:pt x="1566" y="738"/>
                  </a:lnTo>
                  <a:lnTo>
                    <a:pt x="1554" y="738"/>
                  </a:lnTo>
                  <a:lnTo>
                    <a:pt x="1542" y="744"/>
                  </a:lnTo>
                  <a:lnTo>
                    <a:pt x="1512" y="744"/>
                  </a:lnTo>
                  <a:lnTo>
                    <a:pt x="1500" y="738"/>
                  </a:lnTo>
                  <a:lnTo>
                    <a:pt x="1482" y="738"/>
                  </a:lnTo>
                  <a:lnTo>
                    <a:pt x="1476" y="744"/>
                  </a:lnTo>
                  <a:lnTo>
                    <a:pt x="1464" y="750"/>
                  </a:lnTo>
                  <a:lnTo>
                    <a:pt x="1440" y="750"/>
                  </a:lnTo>
                  <a:lnTo>
                    <a:pt x="1428" y="738"/>
                  </a:lnTo>
                  <a:lnTo>
                    <a:pt x="1428" y="732"/>
                  </a:lnTo>
                  <a:lnTo>
                    <a:pt x="1428" y="738"/>
                  </a:lnTo>
                  <a:lnTo>
                    <a:pt x="1416" y="738"/>
                  </a:lnTo>
                  <a:lnTo>
                    <a:pt x="1392" y="726"/>
                  </a:lnTo>
                  <a:lnTo>
                    <a:pt x="1374" y="708"/>
                  </a:lnTo>
                  <a:lnTo>
                    <a:pt x="1374" y="696"/>
                  </a:lnTo>
                  <a:lnTo>
                    <a:pt x="1380" y="696"/>
                  </a:lnTo>
                  <a:lnTo>
                    <a:pt x="1374" y="696"/>
                  </a:lnTo>
                  <a:lnTo>
                    <a:pt x="1368" y="690"/>
                  </a:lnTo>
                  <a:lnTo>
                    <a:pt x="1368" y="642"/>
                  </a:lnTo>
                  <a:lnTo>
                    <a:pt x="1362" y="636"/>
                  </a:lnTo>
                  <a:lnTo>
                    <a:pt x="1350" y="630"/>
                  </a:lnTo>
                  <a:lnTo>
                    <a:pt x="1338" y="630"/>
                  </a:lnTo>
                  <a:lnTo>
                    <a:pt x="1326" y="642"/>
                  </a:lnTo>
                  <a:lnTo>
                    <a:pt x="1314" y="648"/>
                  </a:lnTo>
                  <a:lnTo>
                    <a:pt x="1326" y="666"/>
                  </a:lnTo>
                  <a:lnTo>
                    <a:pt x="1326" y="714"/>
                  </a:lnTo>
                  <a:lnTo>
                    <a:pt x="1338" y="738"/>
                  </a:lnTo>
                  <a:lnTo>
                    <a:pt x="1338" y="774"/>
                  </a:lnTo>
                  <a:lnTo>
                    <a:pt x="1272" y="774"/>
                  </a:lnTo>
                  <a:lnTo>
                    <a:pt x="1272" y="762"/>
                  </a:lnTo>
                  <a:lnTo>
                    <a:pt x="1266" y="756"/>
                  </a:lnTo>
                  <a:lnTo>
                    <a:pt x="1260" y="756"/>
                  </a:lnTo>
                  <a:lnTo>
                    <a:pt x="1248" y="762"/>
                  </a:lnTo>
                  <a:lnTo>
                    <a:pt x="1242" y="774"/>
                  </a:lnTo>
                  <a:lnTo>
                    <a:pt x="1236" y="762"/>
                  </a:lnTo>
                  <a:lnTo>
                    <a:pt x="1224" y="756"/>
                  </a:lnTo>
                  <a:lnTo>
                    <a:pt x="1206" y="750"/>
                  </a:lnTo>
                  <a:lnTo>
                    <a:pt x="1188" y="750"/>
                  </a:lnTo>
                  <a:lnTo>
                    <a:pt x="1182" y="756"/>
                  </a:lnTo>
                  <a:lnTo>
                    <a:pt x="1152" y="738"/>
                  </a:lnTo>
                  <a:lnTo>
                    <a:pt x="1134" y="750"/>
                  </a:lnTo>
                  <a:lnTo>
                    <a:pt x="1080" y="696"/>
                  </a:lnTo>
                  <a:lnTo>
                    <a:pt x="1056" y="696"/>
                  </a:lnTo>
                  <a:lnTo>
                    <a:pt x="1056" y="690"/>
                  </a:lnTo>
                  <a:lnTo>
                    <a:pt x="1044" y="678"/>
                  </a:lnTo>
                  <a:lnTo>
                    <a:pt x="1038" y="678"/>
                  </a:lnTo>
                  <a:lnTo>
                    <a:pt x="1032" y="684"/>
                  </a:lnTo>
                  <a:lnTo>
                    <a:pt x="1032" y="702"/>
                  </a:lnTo>
                  <a:lnTo>
                    <a:pt x="1032" y="696"/>
                  </a:lnTo>
                  <a:lnTo>
                    <a:pt x="1026" y="690"/>
                  </a:lnTo>
                  <a:lnTo>
                    <a:pt x="1008" y="690"/>
                  </a:lnTo>
                  <a:lnTo>
                    <a:pt x="996" y="702"/>
                  </a:lnTo>
                  <a:lnTo>
                    <a:pt x="990" y="690"/>
                  </a:lnTo>
                  <a:lnTo>
                    <a:pt x="984" y="684"/>
                  </a:lnTo>
                  <a:lnTo>
                    <a:pt x="960" y="684"/>
                  </a:lnTo>
                  <a:lnTo>
                    <a:pt x="954" y="678"/>
                  </a:lnTo>
                  <a:lnTo>
                    <a:pt x="954" y="666"/>
                  </a:lnTo>
                  <a:lnTo>
                    <a:pt x="942" y="666"/>
                  </a:lnTo>
                  <a:lnTo>
                    <a:pt x="936" y="672"/>
                  </a:lnTo>
                  <a:lnTo>
                    <a:pt x="918" y="672"/>
                  </a:lnTo>
                  <a:lnTo>
                    <a:pt x="912" y="666"/>
                  </a:lnTo>
                  <a:lnTo>
                    <a:pt x="906" y="654"/>
                  </a:lnTo>
                  <a:lnTo>
                    <a:pt x="900" y="648"/>
                  </a:lnTo>
                  <a:lnTo>
                    <a:pt x="888" y="648"/>
                  </a:lnTo>
                  <a:lnTo>
                    <a:pt x="846" y="630"/>
                  </a:lnTo>
                  <a:lnTo>
                    <a:pt x="834" y="612"/>
                  </a:lnTo>
                  <a:lnTo>
                    <a:pt x="810" y="612"/>
                  </a:lnTo>
                  <a:lnTo>
                    <a:pt x="792" y="588"/>
                  </a:lnTo>
                  <a:lnTo>
                    <a:pt x="780" y="594"/>
                  </a:lnTo>
                  <a:lnTo>
                    <a:pt x="750" y="564"/>
                  </a:lnTo>
                  <a:lnTo>
                    <a:pt x="750" y="552"/>
                  </a:lnTo>
                  <a:lnTo>
                    <a:pt x="762" y="540"/>
                  </a:lnTo>
                  <a:lnTo>
                    <a:pt x="768" y="540"/>
                  </a:lnTo>
                  <a:lnTo>
                    <a:pt x="756" y="528"/>
                  </a:lnTo>
                  <a:lnTo>
                    <a:pt x="756" y="522"/>
                  </a:lnTo>
                  <a:lnTo>
                    <a:pt x="762" y="516"/>
                  </a:lnTo>
                  <a:lnTo>
                    <a:pt x="756" y="504"/>
                  </a:lnTo>
                  <a:lnTo>
                    <a:pt x="780" y="480"/>
                  </a:lnTo>
                  <a:lnTo>
                    <a:pt x="786" y="456"/>
                  </a:lnTo>
                  <a:lnTo>
                    <a:pt x="762" y="438"/>
                  </a:lnTo>
                  <a:lnTo>
                    <a:pt x="750" y="438"/>
                  </a:lnTo>
                  <a:lnTo>
                    <a:pt x="738" y="432"/>
                  </a:lnTo>
                  <a:lnTo>
                    <a:pt x="738" y="414"/>
                  </a:lnTo>
                  <a:lnTo>
                    <a:pt x="720" y="420"/>
                  </a:lnTo>
                  <a:lnTo>
                    <a:pt x="702" y="402"/>
                  </a:lnTo>
                  <a:lnTo>
                    <a:pt x="696" y="402"/>
                  </a:lnTo>
                  <a:lnTo>
                    <a:pt x="690" y="396"/>
                  </a:lnTo>
                  <a:lnTo>
                    <a:pt x="678" y="396"/>
                  </a:lnTo>
                  <a:lnTo>
                    <a:pt x="666" y="390"/>
                  </a:lnTo>
                  <a:lnTo>
                    <a:pt x="654" y="378"/>
                  </a:lnTo>
                  <a:lnTo>
                    <a:pt x="648" y="366"/>
                  </a:lnTo>
                  <a:lnTo>
                    <a:pt x="618" y="366"/>
                  </a:lnTo>
                  <a:lnTo>
                    <a:pt x="612" y="360"/>
                  </a:lnTo>
                  <a:lnTo>
                    <a:pt x="612" y="342"/>
                  </a:lnTo>
                  <a:lnTo>
                    <a:pt x="618" y="336"/>
                  </a:lnTo>
                  <a:lnTo>
                    <a:pt x="618" y="324"/>
                  </a:lnTo>
                  <a:lnTo>
                    <a:pt x="612" y="324"/>
                  </a:lnTo>
                  <a:lnTo>
                    <a:pt x="600" y="312"/>
                  </a:lnTo>
                  <a:lnTo>
                    <a:pt x="594" y="300"/>
                  </a:lnTo>
                  <a:lnTo>
                    <a:pt x="588" y="294"/>
                  </a:lnTo>
                  <a:lnTo>
                    <a:pt x="588" y="276"/>
                  </a:lnTo>
                  <a:lnTo>
                    <a:pt x="594" y="276"/>
                  </a:lnTo>
                  <a:lnTo>
                    <a:pt x="600" y="270"/>
                  </a:lnTo>
                  <a:lnTo>
                    <a:pt x="612" y="270"/>
                  </a:lnTo>
                  <a:lnTo>
                    <a:pt x="612" y="288"/>
                  </a:lnTo>
                  <a:lnTo>
                    <a:pt x="624" y="300"/>
                  </a:lnTo>
                  <a:lnTo>
                    <a:pt x="636" y="282"/>
                  </a:lnTo>
                  <a:lnTo>
                    <a:pt x="642" y="282"/>
                  </a:lnTo>
                  <a:lnTo>
                    <a:pt x="648" y="276"/>
                  </a:lnTo>
                  <a:lnTo>
                    <a:pt x="660" y="270"/>
                  </a:lnTo>
                  <a:lnTo>
                    <a:pt x="660" y="258"/>
                  </a:lnTo>
                  <a:lnTo>
                    <a:pt x="642" y="240"/>
                  </a:lnTo>
                  <a:lnTo>
                    <a:pt x="636" y="228"/>
                  </a:lnTo>
                  <a:lnTo>
                    <a:pt x="630" y="222"/>
                  </a:lnTo>
                  <a:lnTo>
                    <a:pt x="618" y="222"/>
                  </a:lnTo>
                  <a:lnTo>
                    <a:pt x="594" y="210"/>
                  </a:lnTo>
                  <a:lnTo>
                    <a:pt x="594" y="186"/>
                  </a:lnTo>
                  <a:lnTo>
                    <a:pt x="612" y="180"/>
                  </a:lnTo>
                  <a:lnTo>
                    <a:pt x="594" y="156"/>
                  </a:lnTo>
                  <a:lnTo>
                    <a:pt x="624" y="156"/>
                  </a:lnTo>
                  <a:lnTo>
                    <a:pt x="636" y="150"/>
                  </a:lnTo>
                  <a:lnTo>
                    <a:pt x="642" y="138"/>
                  </a:lnTo>
                  <a:lnTo>
                    <a:pt x="642" y="114"/>
                  </a:lnTo>
                  <a:lnTo>
                    <a:pt x="636" y="108"/>
                  </a:lnTo>
                  <a:lnTo>
                    <a:pt x="636" y="102"/>
                  </a:lnTo>
                  <a:lnTo>
                    <a:pt x="654" y="102"/>
                  </a:lnTo>
                  <a:lnTo>
                    <a:pt x="660" y="96"/>
                  </a:lnTo>
                  <a:lnTo>
                    <a:pt x="660" y="36"/>
                  </a:lnTo>
                  <a:lnTo>
                    <a:pt x="618" y="36"/>
                  </a:lnTo>
                  <a:lnTo>
                    <a:pt x="594" y="12"/>
                  </a:lnTo>
                  <a:lnTo>
                    <a:pt x="576" y="0"/>
                  </a:lnTo>
                  <a:lnTo>
                    <a:pt x="564" y="0"/>
                  </a:lnTo>
                  <a:lnTo>
                    <a:pt x="540" y="12"/>
                  </a:lnTo>
                  <a:lnTo>
                    <a:pt x="522" y="18"/>
                  </a:lnTo>
                  <a:lnTo>
                    <a:pt x="516" y="30"/>
                  </a:lnTo>
                  <a:lnTo>
                    <a:pt x="504" y="36"/>
                  </a:lnTo>
                  <a:lnTo>
                    <a:pt x="480" y="36"/>
                  </a:lnTo>
                  <a:lnTo>
                    <a:pt x="456" y="72"/>
                  </a:lnTo>
                  <a:lnTo>
                    <a:pt x="432" y="78"/>
                  </a:lnTo>
                  <a:lnTo>
                    <a:pt x="432" y="96"/>
                  </a:lnTo>
                  <a:lnTo>
                    <a:pt x="408" y="96"/>
                  </a:lnTo>
                  <a:lnTo>
                    <a:pt x="402" y="102"/>
                  </a:lnTo>
                  <a:lnTo>
                    <a:pt x="396" y="96"/>
                  </a:lnTo>
                  <a:lnTo>
                    <a:pt x="390" y="102"/>
                  </a:lnTo>
                  <a:lnTo>
                    <a:pt x="378" y="108"/>
                  </a:lnTo>
                  <a:lnTo>
                    <a:pt x="372" y="114"/>
                  </a:lnTo>
                  <a:lnTo>
                    <a:pt x="360" y="120"/>
                  </a:lnTo>
                  <a:lnTo>
                    <a:pt x="348" y="120"/>
                  </a:lnTo>
                  <a:lnTo>
                    <a:pt x="348" y="108"/>
                  </a:lnTo>
                  <a:lnTo>
                    <a:pt x="342" y="102"/>
                  </a:lnTo>
                  <a:lnTo>
                    <a:pt x="324" y="102"/>
                  </a:lnTo>
                  <a:lnTo>
                    <a:pt x="306" y="96"/>
                  </a:lnTo>
                  <a:lnTo>
                    <a:pt x="264" y="96"/>
                  </a:lnTo>
                  <a:lnTo>
                    <a:pt x="240" y="108"/>
                  </a:lnTo>
                  <a:lnTo>
                    <a:pt x="234" y="120"/>
                  </a:lnTo>
                  <a:lnTo>
                    <a:pt x="234" y="126"/>
                  </a:lnTo>
                  <a:lnTo>
                    <a:pt x="258" y="144"/>
                  </a:lnTo>
                  <a:lnTo>
                    <a:pt x="252" y="156"/>
                  </a:lnTo>
                  <a:lnTo>
                    <a:pt x="282" y="162"/>
                  </a:lnTo>
                  <a:lnTo>
                    <a:pt x="276" y="168"/>
                  </a:lnTo>
                  <a:lnTo>
                    <a:pt x="270" y="180"/>
                  </a:lnTo>
                  <a:lnTo>
                    <a:pt x="264" y="186"/>
                  </a:lnTo>
                  <a:lnTo>
                    <a:pt x="264" y="192"/>
                  </a:lnTo>
                  <a:lnTo>
                    <a:pt x="276" y="204"/>
                  </a:lnTo>
                  <a:lnTo>
                    <a:pt x="282" y="204"/>
                  </a:lnTo>
                  <a:lnTo>
                    <a:pt x="282" y="210"/>
                  </a:lnTo>
                  <a:lnTo>
                    <a:pt x="276" y="222"/>
                  </a:lnTo>
                  <a:lnTo>
                    <a:pt x="276" y="234"/>
                  </a:lnTo>
                  <a:lnTo>
                    <a:pt x="294" y="234"/>
                  </a:lnTo>
                  <a:lnTo>
                    <a:pt x="306" y="252"/>
                  </a:lnTo>
                  <a:lnTo>
                    <a:pt x="324" y="252"/>
                  </a:lnTo>
                  <a:lnTo>
                    <a:pt x="330" y="288"/>
                  </a:lnTo>
                  <a:lnTo>
                    <a:pt x="366" y="288"/>
                  </a:lnTo>
                  <a:lnTo>
                    <a:pt x="378" y="294"/>
                  </a:lnTo>
                  <a:lnTo>
                    <a:pt x="384" y="300"/>
                  </a:lnTo>
                  <a:lnTo>
                    <a:pt x="384" y="306"/>
                  </a:lnTo>
                  <a:lnTo>
                    <a:pt x="378" y="312"/>
                  </a:lnTo>
                  <a:lnTo>
                    <a:pt x="354" y="324"/>
                  </a:lnTo>
                  <a:lnTo>
                    <a:pt x="342" y="324"/>
                  </a:lnTo>
                  <a:lnTo>
                    <a:pt x="336" y="330"/>
                  </a:lnTo>
                  <a:lnTo>
                    <a:pt x="336" y="366"/>
                  </a:lnTo>
                  <a:lnTo>
                    <a:pt x="342" y="378"/>
                  </a:lnTo>
                  <a:lnTo>
                    <a:pt x="354" y="390"/>
                  </a:lnTo>
                  <a:lnTo>
                    <a:pt x="354" y="396"/>
                  </a:lnTo>
                  <a:lnTo>
                    <a:pt x="324" y="414"/>
                  </a:lnTo>
                  <a:lnTo>
                    <a:pt x="300" y="450"/>
                  </a:lnTo>
                  <a:lnTo>
                    <a:pt x="318" y="474"/>
                  </a:lnTo>
                  <a:lnTo>
                    <a:pt x="306" y="474"/>
                  </a:lnTo>
                  <a:lnTo>
                    <a:pt x="300" y="480"/>
                  </a:lnTo>
                  <a:lnTo>
                    <a:pt x="288" y="486"/>
                  </a:lnTo>
                  <a:lnTo>
                    <a:pt x="282" y="492"/>
                  </a:lnTo>
                  <a:lnTo>
                    <a:pt x="282" y="504"/>
                  </a:lnTo>
                  <a:lnTo>
                    <a:pt x="276" y="522"/>
                  </a:lnTo>
                  <a:lnTo>
                    <a:pt x="276" y="534"/>
                  </a:lnTo>
                  <a:lnTo>
                    <a:pt x="270" y="552"/>
                  </a:lnTo>
                  <a:lnTo>
                    <a:pt x="258" y="564"/>
                  </a:lnTo>
                  <a:lnTo>
                    <a:pt x="234" y="576"/>
                  </a:lnTo>
                  <a:lnTo>
                    <a:pt x="228" y="582"/>
                  </a:lnTo>
                  <a:lnTo>
                    <a:pt x="228" y="588"/>
                  </a:lnTo>
                  <a:lnTo>
                    <a:pt x="222" y="594"/>
                  </a:lnTo>
                  <a:lnTo>
                    <a:pt x="222" y="612"/>
                  </a:lnTo>
                  <a:lnTo>
                    <a:pt x="204" y="624"/>
                  </a:lnTo>
                  <a:lnTo>
                    <a:pt x="204" y="630"/>
                  </a:lnTo>
                  <a:lnTo>
                    <a:pt x="198" y="636"/>
                  </a:lnTo>
                  <a:lnTo>
                    <a:pt x="192" y="648"/>
                  </a:lnTo>
                  <a:lnTo>
                    <a:pt x="186" y="654"/>
                  </a:lnTo>
                  <a:lnTo>
                    <a:pt x="168" y="654"/>
                  </a:lnTo>
                  <a:lnTo>
                    <a:pt x="162" y="648"/>
                  </a:lnTo>
                  <a:lnTo>
                    <a:pt x="156" y="654"/>
                  </a:lnTo>
                  <a:lnTo>
                    <a:pt x="132" y="666"/>
                  </a:lnTo>
                  <a:lnTo>
                    <a:pt x="126" y="666"/>
                  </a:lnTo>
                  <a:lnTo>
                    <a:pt x="120" y="660"/>
                  </a:lnTo>
                  <a:lnTo>
                    <a:pt x="120" y="648"/>
                  </a:lnTo>
                  <a:lnTo>
                    <a:pt x="114" y="642"/>
                  </a:lnTo>
                  <a:lnTo>
                    <a:pt x="108" y="642"/>
                  </a:lnTo>
                  <a:lnTo>
                    <a:pt x="96" y="648"/>
                  </a:lnTo>
                  <a:lnTo>
                    <a:pt x="84" y="660"/>
                  </a:lnTo>
                  <a:lnTo>
                    <a:pt x="84" y="666"/>
                  </a:lnTo>
                  <a:lnTo>
                    <a:pt x="78" y="678"/>
                  </a:lnTo>
                  <a:lnTo>
                    <a:pt x="72" y="684"/>
                  </a:lnTo>
                  <a:lnTo>
                    <a:pt x="66" y="696"/>
                  </a:lnTo>
                  <a:lnTo>
                    <a:pt x="54" y="708"/>
                  </a:lnTo>
                  <a:lnTo>
                    <a:pt x="48" y="720"/>
                  </a:lnTo>
                  <a:lnTo>
                    <a:pt x="48" y="744"/>
                  </a:lnTo>
                  <a:lnTo>
                    <a:pt x="54" y="750"/>
                  </a:lnTo>
                  <a:lnTo>
                    <a:pt x="66" y="756"/>
                  </a:lnTo>
                  <a:lnTo>
                    <a:pt x="72" y="756"/>
                  </a:lnTo>
                  <a:lnTo>
                    <a:pt x="102" y="750"/>
                  </a:lnTo>
                  <a:lnTo>
                    <a:pt x="102" y="768"/>
                  </a:lnTo>
                  <a:lnTo>
                    <a:pt x="96" y="798"/>
                  </a:lnTo>
                  <a:lnTo>
                    <a:pt x="102" y="804"/>
                  </a:lnTo>
                  <a:lnTo>
                    <a:pt x="108" y="816"/>
                  </a:lnTo>
                  <a:lnTo>
                    <a:pt x="120" y="828"/>
                  </a:lnTo>
                  <a:lnTo>
                    <a:pt x="144" y="828"/>
                  </a:lnTo>
                  <a:lnTo>
                    <a:pt x="144" y="852"/>
                  </a:lnTo>
                  <a:lnTo>
                    <a:pt x="168" y="894"/>
                  </a:lnTo>
                  <a:lnTo>
                    <a:pt x="174" y="906"/>
                  </a:lnTo>
                  <a:lnTo>
                    <a:pt x="180" y="912"/>
                  </a:lnTo>
                  <a:lnTo>
                    <a:pt x="180" y="936"/>
                  </a:lnTo>
                  <a:lnTo>
                    <a:pt x="168" y="942"/>
                  </a:lnTo>
                  <a:lnTo>
                    <a:pt x="162" y="948"/>
                  </a:lnTo>
                  <a:lnTo>
                    <a:pt x="144" y="948"/>
                  </a:lnTo>
                  <a:lnTo>
                    <a:pt x="138" y="942"/>
                  </a:lnTo>
                  <a:lnTo>
                    <a:pt x="138" y="930"/>
                  </a:lnTo>
                  <a:lnTo>
                    <a:pt x="132" y="930"/>
                  </a:lnTo>
                  <a:lnTo>
                    <a:pt x="120" y="936"/>
                  </a:lnTo>
                  <a:lnTo>
                    <a:pt x="108" y="948"/>
                  </a:lnTo>
                  <a:lnTo>
                    <a:pt x="84" y="948"/>
                  </a:lnTo>
                  <a:lnTo>
                    <a:pt x="78" y="942"/>
                  </a:lnTo>
                  <a:lnTo>
                    <a:pt x="78" y="936"/>
                  </a:lnTo>
                  <a:lnTo>
                    <a:pt x="54" y="948"/>
                  </a:lnTo>
                  <a:lnTo>
                    <a:pt x="48" y="942"/>
                  </a:lnTo>
                  <a:lnTo>
                    <a:pt x="36" y="936"/>
                  </a:lnTo>
                  <a:lnTo>
                    <a:pt x="24" y="936"/>
                  </a:lnTo>
                  <a:lnTo>
                    <a:pt x="12" y="948"/>
                  </a:lnTo>
                  <a:lnTo>
                    <a:pt x="12" y="960"/>
                  </a:lnTo>
                  <a:lnTo>
                    <a:pt x="18" y="966"/>
                  </a:lnTo>
                  <a:lnTo>
                    <a:pt x="0" y="972"/>
                  </a:lnTo>
                  <a:lnTo>
                    <a:pt x="36" y="972"/>
                  </a:lnTo>
                  <a:lnTo>
                    <a:pt x="30" y="984"/>
                  </a:lnTo>
                  <a:lnTo>
                    <a:pt x="30" y="1014"/>
                  </a:lnTo>
                  <a:lnTo>
                    <a:pt x="36" y="1026"/>
                  </a:lnTo>
                  <a:lnTo>
                    <a:pt x="48" y="1032"/>
                  </a:lnTo>
                  <a:lnTo>
                    <a:pt x="66" y="1038"/>
                  </a:lnTo>
                  <a:lnTo>
                    <a:pt x="120" y="1038"/>
                  </a:lnTo>
                  <a:lnTo>
                    <a:pt x="132" y="1032"/>
                  </a:lnTo>
                  <a:lnTo>
                    <a:pt x="150" y="1014"/>
                  </a:lnTo>
                  <a:lnTo>
                    <a:pt x="162" y="1008"/>
                  </a:lnTo>
                  <a:lnTo>
                    <a:pt x="168" y="1020"/>
                  </a:lnTo>
                  <a:lnTo>
                    <a:pt x="168" y="1026"/>
                  </a:lnTo>
                  <a:lnTo>
                    <a:pt x="162" y="1038"/>
                  </a:lnTo>
                  <a:lnTo>
                    <a:pt x="144" y="1056"/>
                  </a:lnTo>
                  <a:lnTo>
                    <a:pt x="120" y="1068"/>
                  </a:lnTo>
                  <a:lnTo>
                    <a:pt x="114" y="1074"/>
                  </a:lnTo>
                  <a:lnTo>
                    <a:pt x="90" y="1074"/>
                  </a:lnTo>
                  <a:lnTo>
                    <a:pt x="78" y="1080"/>
                  </a:lnTo>
                  <a:lnTo>
                    <a:pt x="60" y="1086"/>
                  </a:lnTo>
                  <a:lnTo>
                    <a:pt x="48" y="1092"/>
                  </a:lnTo>
                  <a:lnTo>
                    <a:pt x="42" y="1098"/>
                  </a:lnTo>
                  <a:lnTo>
                    <a:pt x="54" y="1122"/>
                  </a:lnTo>
                  <a:lnTo>
                    <a:pt x="66" y="1128"/>
                  </a:lnTo>
                  <a:lnTo>
                    <a:pt x="78" y="1140"/>
                  </a:lnTo>
                  <a:lnTo>
                    <a:pt x="96" y="1152"/>
                  </a:lnTo>
                  <a:lnTo>
                    <a:pt x="108" y="1164"/>
                  </a:lnTo>
                  <a:lnTo>
                    <a:pt x="132" y="1182"/>
                  </a:lnTo>
                  <a:lnTo>
                    <a:pt x="162" y="1206"/>
                  </a:lnTo>
                  <a:lnTo>
                    <a:pt x="204" y="1224"/>
                  </a:lnTo>
                  <a:lnTo>
                    <a:pt x="240" y="1218"/>
                  </a:lnTo>
                  <a:lnTo>
                    <a:pt x="270" y="1200"/>
                  </a:lnTo>
                  <a:lnTo>
                    <a:pt x="294" y="1176"/>
                  </a:lnTo>
                  <a:lnTo>
                    <a:pt x="300" y="1158"/>
                  </a:lnTo>
                  <a:lnTo>
                    <a:pt x="300" y="1128"/>
                  </a:lnTo>
                  <a:lnTo>
                    <a:pt x="306" y="1116"/>
                  </a:lnTo>
                  <a:lnTo>
                    <a:pt x="318" y="1104"/>
                  </a:lnTo>
                  <a:lnTo>
                    <a:pt x="324" y="1092"/>
                  </a:lnTo>
                  <a:lnTo>
                    <a:pt x="330" y="1086"/>
                  </a:lnTo>
                  <a:lnTo>
                    <a:pt x="342" y="1086"/>
                  </a:lnTo>
                  <a:lnTo>
                    <a:pt x="348" y="1080"/>
                  </a:lnTo>
                  <a:lnTo>
                    <a:pt x="354" y="1080"/>
                  </a:lnTo>
                  <a:lnTo>
                    <a:pt x="360" y="1086"/>
                  </a:lnTo>
                  <a:lnTo>
                    <a:pt x="360" y="1098"/>
                  </a:lnTo>
                  <a:lnTo>
                    <a:pt x="348" y="1110"/>
                  </a:lnTo>
                  <a:lnTo>
                    <a:pt x="336" y="1128"/>
                  </a:lnTo>
                  <a:lnTo>
                    <a:pt x="324" y="1140"/>
                  </a:lnTo>
                  <a:lnTo>
                    <a:pt x="318" y="1152"/>
                  </a:lnTo>
                  <a:lnTo>
                    <a:pt x="318" y="1164"/>
                  </a:lnTo>
                  <a:lnTo>
                    <a:pt x="324" y="1176"/>
                  </a:lnTo>
                  <a:lnTo>
                    <a:pt x="336" y="1182"/>
                  </a:lnTo>
                  <a:lnTo>
                    <a:pt x="342" y="1182"/>
                  </a:lnTo>
                  <a:lnTo>
                    <a:pt x="354" y="1194"/>
                  </a:lnTo>
                  <a:lnTo>
                    <a:pt x="354" y="1206"/>
                  </a:lnTo>
                  <a:lnTo>
                    <a:pt x="348" y="1242"/>
                  </a:lnTo>
                  <a:lnTo>
                    <a:pt x="342" y="1284"/>
                  </a:lnTo>
                  <a:lnTo>
                    <a:pt x="336" y="1338"/>
                  </a:lnTo>
                  <a:lnTo>
                    <a:pt x="342" y="1398"/>
                  </a:lnTo>
                  <a:lnTo>
                    <a:pt x="354" y="1446"/>
                  </a:lnTo>
                  <a:lnTo>
                    <a:pt x="384" y="1536"/>
                  </a:lnTo>
                  <a:lnTo>
                    <a:pt x="402" y="1554"/>
                  </a:lnTo>
                  <a:lnTo>
                    <a:pt x="402" y="1596"/>
                  </a:lnTo>
                  <a:lnTo>
                    <a:pt x="414" y="1620"/>
                  </a:lnTo>
                  <a:lnTo>
                    <a:pt x="426" y="1626"/>
                  </a:lnTo>
                  <a:lnTo>
                    <a:pt x="438" y="1626"/>
                  </a:lnTo>
                  <a:lnTo>
                    <a:pt x="444" y="1632"/>
                  </a:lnTo>
                  <a:lnTo>
                    <a:pt x="450" y="1632"/>
                  </a:lnTo>
                  <a:lnTo>
                    <a:pt x="450" y="1644"/>
                  </a:lnTo>
                  <a:lnTo>
                    <a:pt x="456" y="1656"/>
                  </a:lnTo>
                  <a:lnTo>
                    <a:pt x="456" y="1674"/>
                  </a:lnTo>
                  <a:lnTo>
                    <a:pt x="474" y="1710"/>
                  </a:lnTo>
                  <a:lnTo>
                    <a:pt x="498" y="1722"/>
                  </a:lnTo>
                  <a:lnTo>
                    <a:pt x="504" y="1728"/>
                  </a:lnTo>
                  <a:lnTo>
                    <a:pt x="510" y="1728"/>
                  </a:lnTo>
                  <a:lnTo>
                    <a:pt x="510" y="1746"/>
                  </a:lnTo>
                  <a:lnTo>
                    <a:pt x="516" y="1782"/>
                  </a:lnTo>
                  <a:lnTo>
                    <a:pt x="522" y="1830"/>
                  </a:lnTo>
                  <a:lnTo>
                    <a:pt x="534" y="1872"/>
                  </a:lnTo>
                  <a:lnTo>
                    <a:pt x="552" y="1908"/>
                  </a:lnTo>
                  <a:lnTo>
                    <a:pt x="576" y="1944"/>
                  </a:lnTo>
                  <a:lnTo>
                    <a:pt x="600" y="1974"/>
                  </a:lnTo>
                  <a:lnTo>
                    <a:pt x="612" y="1998"/>
                  </a:lnTo>
                  <a:lnTo>
                    <a:pt x="618" y="2016"/>
                  </a:lnTo>
                  <a:lnTo>
                    <a:pt x="618" y="2070"/>
                  </a:lnTo>
                  <a:lnTo>
                    <a:pt x="624" y="2094"/>
                  </a:lnTo>
                  <a:lnTo>
                    <a:pt x="642" y="2124"/>
                  </a:lnTo>
                  <a:lnTo>
                    <a:pt x="672" y="2166"/>
                  </a:lnTo>
                  <a:lnTo>
                    <a:pt x="696" y="2202"/>
                  </a:lnTo>
                  <a:lnTo>
                    <a:pt x="714" y="2232"/>
                  </a:lnTo>
                  <a:lnTo>
                    <a:pt x="720" y="2244"/>
                  </a:lnTo>
                  <a:lnTo>
                    <a:pt x="726" y="2244"/>
                  </a:lnTo>
                  <a:lnTo>
                    <a:pt x="732" y="2238"/>
                  </a:lnTo>
                  <a:lnTo>
                    <a:pt x="744" y="2238"/>
                  </a:lnTo>
                  <a:lnTo>
                    <a:pt x="768" y="2226"/>
                  </a:lnTo>
                  <a:lnTo>
                    <a:pt x="774" y="2220"/>
                  </a:lnTo>
                  <a:lnTo>
                    <a:pt x="780" y="2208"/>
                  </a:lnTo>
                  <a:lnTo>
                    <a:pt x="780" y="2172"/>
                  </a:lnTo>
                  <a:lnTo>
                    <a:pt x="786" y="2160"/>
                  </a:lnTo>
                  <a:lnTo>
                    <a:pt x="798" y="2154"/>
                  </a:lnTo>
                  <a:lnTo>
                    <a:pt x="804" y="2154"/>
                  </a:lnTo>
                  <a:lnTo>
                    <a:pt x="810" y="2160"/>
                  </a:lnTo>
                  <a:lnTo>
                    <a:pt x="828" y="2160"/>
                  </a:lnTo>
                  <a:lnTo>
                    <a:pt x="834" y="2154"/>
                  </a:lnTo>
                  <a:lnTo>
                    <a:pt x="846" y="2148"/>
                  </a:lnTo>
                  <a:lnTo>
                    <a:pt x="852" y="2142"/>
                  </a:lnTo>
                  <a:lnTo>
                    <a:pt x="864" y="2136"/>
                  </a:lnTo>
                  <a:lnTo>
                    <a:pt x="852" y="2136"/>
                  </a:lnTo>
                  <a:lnTo>
                    <a:pt x="846" y="2130"/>
                  </a:lnTo>
                  <a:lnTo>
                    <a:pt x="846" y="2118"/>
                  </a:lnTo>
                  <a:lnTo>
                    <a:pt x="852" y="2100"/>
                  </a:lnTo>
                  <a:lnTo>
                    <a:pt x="858" y="2088"/>
                  </a:lnTo>
                  <a:lnTo>
                    <a:pt x="906" y="2064"/>
                  </a:lnTo>
                  <a:lnTo>
                    <a:pt x="918" y="2052"/>
                  </a:lnTo>
                  <a:lnTo>
                    <a:pt x="918" y="2040"/>
                  </a:lnTo>
                  <a:lnTo>
                    <a:pt x="912" y="2028"/>
                  </a:lnTo>
                  <a:lnTo>
                    <a:pt x="912" y="2010"/>
                  </a:lnTo>
                  <a:lnTo>
                    <a:pt x="900" y="1974"/>
                  </a:lnTo>
                  <a:lnTo>
                    <a:pt x="900" y="1908"/>
                  </a:lnTo>
                  <a:lnTo>
                    <a:pt x="906" y="1890"/>
                  </a:lnTo>
                  <a:lnTo>
                    <a:pt x="906" y="1884"/>
                  </a:lnTo>
                  <a:lnTo>
                    <a:pt x="912" y="1878"/>
                  </a:lnTo>
                  <a:lnTo>
                    <a:pt x="912" y="1860"/>
                  </a:lnTo>
                  <a:lnTo>
                    <a:pt x="918" y="1842"/>
                  </a:lnTo>
                  <a:lnTo>
                    <a:pt x="918" y="1800"/>
                  </a:lnTo>
                  <a:lnTo>
                    <a:pt x="906" y="1776"/>
                  </a:lnTo>
                  <a:lnTo>
                    <a:pt x="888" y="1758"/>
                  </a:lnTo>
                  <a:lnTo>
                    <a:pt x="888" y="1728"/>
                  </a:lnTo>
                  <a:lnTo>
                    <a:pt x="894" y="1722"/>
                  </a:lnTo>
                  <a:lnTo>
                    <a:pt x="900" y="1710"/>
                  </a:lnTo>
                  <a:lnTo>
                    <a:pt x="900" y="1698"/>
                  </a:lnTo>
                  <a:lnTo>
                    <a:pt x="894" y="1686"/>
                  </a:lnTo>
                  <a:lnTo>
                    <a:pt x="894" y="1644"/>
                  </a:lnTo>
                  <a:lnTo>
                    <a:pt x="918" y="1632"/>
                  </a:lnTo>
                  <a:lnTo>
                    <a:pt x="924" y="1632"/>
                  </a:lnTo>
                  <a:lnTo>
                    <a:pt x="948" y="1620"/>
                  </a:lnTo>
                  <a:lnTo>
                    <a:pt x="948" y="1596"/>
                  </a:lnTo>
                  <a:lnTo>
                    <a:pt x="954" y="1584"/>
                  </a:lnTo>
                  <a:lnTo>
                    <a:pt x="960" y="1578"/>
                  </a:lnTo>
                  <a:lnTo>
                    <a:pt x="972" y="1572"/>
                  </a:lnTo>
                  <a:lnTo>
                    <a:pt x="990" y="1572"/>
                  </a:lnTo>
                  <a:lnTo>
                    <a:pt x="996" y="1560"/>
                  </a:lnTo>
                  <a:lnTo>
                    <a:pt x="1002" y="1566"/>
                  </a:lnTo>
                  <a:lnTo>
                    <a:pt x="1032" y="1566"/>
                  </a:lnTo>
                  <a:lnTo>
                    <a:pt x="1032" y="1548"/>
                  </a:lnTo>
                  <a:lnTo>
                    <a:pt x="1038" y="1530"/>
                  </a:lnTo>
                  <a:lnTo>
                    <a:pt x="1050" y="1518"/>
                  </a:lnTo>
                  <a:lnTo>
                    <a:pt x="1056" y="1500"/>
                  </a:lnTo>
                  <a:lnTo>
                    <a:pt x="1068" y="1488"/>
                  </a:lnTo>
                  <a:lnTo>
                    <a:pt x="1074" y="1476"/>
                  </a:lnTo>
                  <a:lnTo>
                    <a:pt x="1086" y="1470"/>
                  </a:lnTo>
                  <a:lnTo>
                    <a:pt x="1092" y="1464"/>
                  </a:lnTo>
                  <a:lnTo>
                    <a:pt x="1110" y="1458"/>
                  </a:lnTo>
                  <a:lnTo>
                    <a:pt x="1116" y="1452"/>
                  </a:lnTo>
                  <a:lnTo>
                    <a:pt x="1128" y="1446"/>
                  </a:lnTo>
                  <a:lnTo>
                    <a:pt x="1134" y="1428"/>
                  </a:lnTo>
                  <a:lnTo>
                    <a:pt x="1158" y="1380"/>
                  </a:lnTo>
                  <a:lnTo>
                    <a:pt x="1176" y="1362"/>
                  </a:lnTo>
                  <a:lnTo>
                    <a:pt x="1188" y="1356"/>
                  </a:lnTo>
                  <a:lnTo>
                    <a:pt x="1206" y="1344"/>
                  </a:lnTo>
                  <a:lnTo>
                    <a:pt x="1218" y="1338"/>
                  </a:lnTo>
                  <a:lnTo>
                    <a:pt x="1236" y="1320"/>
                  </a:lnTo>
                  <a:lnTo>
                    <a:pt x="1242" y="1320"/>
                  </a:lnTo>
                  <a:lnTo>
                    <a:pt x="1230" y="1290"/>
                  </a:lnTo>
                  <a:lnTo>
                    <a:pt x="1236" y="1284"/>
                  </a:lnTo>
                  <a:lnTo>
                    <a:pt x="1260" y="1314"/>
                  </a:lnTo>
                  <a:lnTo>
                    <a:pt x="1320" y="1254"/>
                  </a:lnTo>
                  <a:lnTo>
                    <a:pt x="1332" y="1230"/>
                  </a:lnTo>
                  <a:lnTo>
                    <a:pt x="1326" y="1224"/>
                  </a:lnTo>
                  <a:lnTo>
                    <a:pt x="1320" y="1212"/>
                  </a:lnTo>
                  <a:lnTo>
                    <a:pt x="1314" y="1206"/>
                  </a:lnTo>
                  <a:lnTo>
                    <a:pt x="1308" y="1194"/>
                  </a:lnTo>
                  <a:lnTo>
                    <a:pt x="1308" y="1182"/>
                  </a:lnTo>
                  <a:lnTo>
                    <a:pt x="1320" y="1176"/>
                  </a:lnTo>
                  <a:lnTo>
                    <a:pt x="1326" y="1170"/>
                  </a:lnTo>
                  <a:lnTo>
                    <a:pt x="1338" y="1170"/>
                  </a:lnTo>
                  <a:lnTo>
                    <a:pt x="1350" y="1164"/>
                  </a:lnTo>
                  <a:lnTo>
                    <a:pt x="1362" y="1152"/>
                  </a:lnTo>
                  <a:lnTo>
                    <a:pt x="1374" y="1134"/>
                  </a:lnTo>
                  <a:lnTo>
                    <a:pt x="1374" y="1110"/>
                  </a:lnTo>
                  <a:lnTo>
                    <a:pt x="1392" y="1116"/>
                  </a:lnTo>
                  <a:lnTo>
                    <a:pt x="1398" y="1146"/>
                  </a:lnTo>
                  <a:lnTo>
                    <a:pt x="1416" y="1110"/>
                  </a:lnTo>
                  <a:lnTo>
                    <a:pt x="1416" y="1128"/>
                  </a:lnTo>
                  <a:lnTo>
                    <a:pt x="1422" y="1140"/>
                  </a:lnTo>
                  <a:lnTo>
                    <a:pt x="1422" y="1158"/>
                  </a:lnTo>
                  <a:lnTo>
                    <a:pt x="1428" y="1170"/>
                  </a:lnTo>
                  <a:lnTo>
                    <a:pt x="1434" y="1176"/>
                  </a:lnTo>
                  <a:lnTo>
                    <a:pt x="1440" y="1176"/>
                  </a:lnTo>
                  <a:lnTo>
                    <a:pt x="1446" y="1170"/>
                  </a:lnTo>
                  <a:lnTo>
                    <a:pt x="1446" y="1158"/>
                  </a:lnTo>
                  <a:lnTo>
                    <a:pt x="1452" y="1152"/>
                  </a:lnTo>
                  <a:lnTo>
                    <a:pt x="1452" y="1140"/>
                  </a:lnTo>
                  <a:lnTo>
                    <a:pt x="1458" y="1110"/>
                  </a:lnTo>
                  <a:lnTo>
                    <a:pt x="1440" y="1068"/>
                  </a:lnTo>
                  <a:lnTo>
                    <a:pt x="1440" y="1038"/>
                  </a:lnTo>
                  <a:lnTo>
                    <a:pt x="1410" y="1014"/>
                  </a:lnTo>
                  <a:lnTo>
                    <a:pt x="1398" y="984"/>
                  </a:lnTo>
                  <a:lnTo>
                    <a:pt x="1404" y="972"/>
                  </a:lnTo>
                  <a:lnTo>
                    <a:pt x="1410" y="966"/>
                  </a:lnTo>
                  <a:lnTo>
                    <a:pt x="1416" y="948"/>
                  </a:lnTo>
                  <a:lnTo>
                    <a:pt x="1416" y="942"/>
                  </a:lnTo>
                  <a:lnTo>
                    <a:pt x="1410" y="936"/>
                  </a:lnTo>
                  <a:lnTo>
                    <a:pt x="1398" y="930"/>
                  </a:lnTo>
                  <a:lnTo>
                    <a:pt x="1380" y="930"/>
                  </a:lnTo>
                  <a:lnTo>
                    <a:pt x="1368" y="924"/>
                  </a:lnTo>
                  <a:lnTo>
                    <a:pt x="1356" y="912"/>
                  </a:lnTo>
                  <a:lnTo>
                    <a:pt x="1368" y="900"/>
                  </a:lnTo>
                  <a:lnTo>
                    <a:pt x="1374" y="900"/>
                  </a:lnTo>
                  <a:lnTo>
                    <a:pt x="1374" y="870"/>
                  </a:lnTo>
                  <a:lnTo>
                    <a:pt x="1410" y="870"/>
                  </a:lnTo>
                  <a:lnTo>
                    <a:pt x="1410" y="858"/>
                  </a:lnTo>
                  <a:lnTo>
                    <a:pt x="1380" y="840"/>
                  </a:lnTo>
                  <a:lnTo>
                    <a:pt x="1374" y="840"/>
                  </a:lnTo>
                  <a:lnTo>
                    <a:pt x="1362" y="828"/>
                  </a:lnTo>
                  <a:lnTo>
                    <a:pt x="1350" y="822"/>
                  </a:lnTo>
                  <a:lnTo>
                    <a:pt x="1344" y="810"/>
                  </a:lnTo>
                  <a:lnTo>
                    <a:pt x="1344" y="804"/>
                  </a:lnTo>
                  <a:lnTo>
                    <a:pt x="1350" y="792"/>
                  </a:lnTo>
                  <a:lnTo>
                    <a:pt x="1362" y="780"/>
                  </a:lnTo>
                  <a:lnTo>
                    <a:pt x="1350" y="762"/>
                  </a:lnTo>
                  <a:lnTo>
                    <a:pt x="1368" y="762"/>
                  </a:lnTo>
                  <a:lnTo>
                    <a:pt x="1392" y="774"/>
                  </a:lnTo>
                  <a:lnTo>
                    <a:pt x="1386" y="768"/>
                  </a:lnTo>
                  <a:lnTo>
                    <a:pt x="1404" y="762"/>
                  </a:lnTo>
                  <a:lnTo>
                    <a:pt x="1410" y="774"/>
                  </a:lnTo>
                  <a:lnTo>
                    <a:pt x="1410" y="780"/>
                  </a:lnTo>
                  <a:lnTo>
                    <a:pt x="1416" y="792"/>
                  </a:lnTo>
                  <a:lnTo>
                    <a:pt x="1422" y="798"/>
                  </a:lnTo>
                  <a:lnTo>
                    <a:pt x="1434" y="798"/>
                  </a:lnTo>
                  <a:lnTo>
                    <a:pt x="1440" y="804"/>
                  </a:lnTo>
                  <a:lnTo>
                    <a:pt x="1446" y="786"/>
                  </a:lnTo>
                  <a:lnTo>
                    <a:pt x="1452" y="792"/>
                  </a:lnTo>
                  <a:lnTo>
                    <a:pt x="1458" y="792"/>
                  </a:lnTo>
                  <a:lnTo>
                    <a:pt x="1464" y="798"/>
                  </a:lnTo>
                  <a:lnTo>
                    <a:pt x="1464" y="828"/>
                  </a:lnTo>
                  <a:lnTo>
                    <a:pt x="1470" y="828"/>
                  </a:lnTo>
                  <a:lnTo>
                    <a:pt x="1470" y="864"/>
                  </a:lnTo>
                  <a:lnTo>
                    <a:pt x="1476" y="864"/>
                  </a:lnTo>
                  <a:lnTo>
                    <a:pt x="1482" y="870"/>
                  </a:lnTo>
                  <a:lnTo>
                    <a:pt x="1542" y="870"/>
                  </a:lnTo>
                  <a:lnTo>
                    <a:pt x="1554" y="876"/>
                  </a:lnTo>
                  <a:lnTo>
                    <a:pt x="1572" y="876"/>
                  </a:lnTo>
                  <a:lnTo>
                    <a:pt x="1620" y="864"/>
                  </a:lnTo>
                  <a:lnTo>
                    <a:pt x="1626" y="864"/>
                  </a:lnTo>
                  <a:lnTo>
                    <a:pt x="1650" y="888"/>
                  </a:lnTo>
                  <a:lnTo>
                    <a:pt x="1650" y="894"/>
                  </a:lnTo>
                  <a:lnTo>
                    <a:pt x="1644" y="900"/>
                  </a:lnTo>
                  <a:lnTo>
                    <a:pt x="1638" y="900"/>
                  </a:lnTo>
                  <a:lnTo>
                    <a:pt x="1638" y="912"/>
                  </a:lnTo>
                  <a:lnTo>
                    <a:pt x="1632" y="930"/>
                  </a:lnTo>
                  <a:lnTo>
                    <a:pt x="1626" y="942"/>
                  </a:lnTo>
                  <a:lnTo>
                    <a:pt x="1620" y="948"/>
                  </a:lnTo>
                  <a:lnTo>
                    <a:pt x="1614" y="948"/>
                  </a:lnTo>
                  <a:lnTo>
                    <a:pt x="1602" y="954"/>
                  </a:lnTo>
                  <a:lnTo>
                    <a:pt x="1596" y="954"/>
                  </a:lnTo>
                  <a:lnTo>
                    <a:pt x="1584" y="966"/>
                  </a:lnTo>
                  <a:lnTo>
                    <a:pt x="1578" y="978"/>
                  </a:lnTo>
                  <a:lnTo>
                    <a:pt x="1578" y="996"/>
                  </a:lnTo>
                  <a:lnTo>
                    <a:pt x="1584" y="1008"/>
                  </a:lnTo>
                  <a:lnTo>
                    <a:pt x="1602" y="1026"/>
                  </a:lnTo>
                  <a:lnTo>
                    <a:pt x="1608" y="1026"/>
                  </a:lnTo>
                  <a:lnTo>
                    <a:pt x="1626" y="1050"/>
                  </a:lnTo>
                  <a:lnTo>
                    <a:pt x="1632" y="1014"/>
                  </a:lnTo>
                  <a:lnTo>
                    <a:pt x="1632" y="990"/>
                  </a:lnTo>
                  <a:lnTo>
                    <a:pt x="1650" y="990"/>
                  </a:lnTo>
                  <a:lnTo>
                    <a:pt x="1662" y="996"/>
                  </a:lnTo>
                  <a:lnTo>
                    <a:pt x="1668" y="1002"/>
                  </a:lnTo>
                  <a:lnTo>
                    <a:pt x="1668" y="1020"/>
                  </a:lnTo>
                  <a:lnTo>
                    <a:pt x="1674" y="1032"/>
                  </a:lnTo>
                  <a:lnTo>
                    <a:pt x="1674" y="1038"/>
                  </a:lnTo>
                  <a:lnTo>
                    <a:pt x="1680" y="1050"/>
                  </a:lnTo>
                  <a:lnTo>
                    <a:pt x="1680" y="1062"/>
                  </a:lnTo>
                  <a:lnTo>
                    <a:pt x="1686" y="1074"/>
                  </a:lnTo>
                  <a:lnTo>
                    <a:pt x="1692" y="1092"/>
                  </a:lnTo>
                  <a:lnTo>
                    <a:pt x="1698" y="1104"/>
                  </a:lnTo>
                  <a:lnTo>
                    <a:pt x="1704" y="1110"/>
                  </a:lnTo>
                  <a:lnTo>
                    <a:pt x="1704" y="1116"/>
                  </a:lnTo>
                  <a:lnTo>
                    <a:pt x="1722" y="1134"/>
                  </a:lnTo>
                  <a:lnTo>
                    <a:pt x="1722" y="1110"/>
                  </a:lnTo>
                  <a:lnTo>
                    <a:pt x="1728" y="1110"/>
                  </a:lnTo>
                  <a:lnTo>
                    <a:pt x="1734" y="1116"/>
                  </a:lnTo>
                  <a:lnTo>
                    <a:pt x="1746" y="1116"/>
                  </a:lnTo>
                  <a:lnTo>
                    <a:pt x="1746" y="1104"/>
                  </a:lnTo>
                  <a:lnTo>
                    <a:pt x="1728" y="1086"/>
                  </a:lnTo>
                  <a:lnTo>
                    <a:pt x="1728" y="1062"/>
                  </a:lnTo>
                  <a:lnTo>
                    <a:pt x="1722" y="1050"/>
                  </a:lnTo>
                  <a:lnTo>
                    <a:pt x="1740" y="1032"/>
                  </a:lnTo>
                  <a:lnTo>
                    <a:pt x="1746" y="1032"/>
                  </a:lnTo>
                  <a:lnTo>
                    <a:pt x="1740" y="984"/>
                  </a:lnTo>
                  <a:lnTo>
                    <a:pt x="1722" y="966"/>
                  </a:lnTo>
                  <a:lnTo>
                    <a:pt x="1716" y="966"/>
                  </a:lnTo>
                  <a:lnTo>
                    <a:pt x="1770" y="966"/>
                  </a:lnTo>
                  <a:lnTo>
                    <a:pt x="1782" y="972"/>
                  </a:lnTo>
                  <a:lnTo>
                    <a:pt x="1794" y="972"/>
                  </a:lnTo>
                  <a:lnTo>
                    <a:pt x="1794" y="936"/>
                  </a:lnTo>
                  <a:lnTo>
                    <a:pt x="1812" y="882"/>
                  </a:lnTo>
                  <a:lnTo>
                    <a:pt x="1806" y="876"/>
                  </a:lnTo>
                  <a:lnTo>
                    <a:pt x="1800" y="864"/>
                  </a:lnTo>
                  <a:lnTo>
                    <a:pt x="1800" y="846"/>
                  </a:lnTo>
                  <a:lnTo>
                    <a:pt x="1812" y="840"/>
                  </a:lnTo>
                  <a:lnTo>
                    <a:pt x="1818" y="834"/>
                  </a:lnTo>
                  <a:lnTo>
                    <a:pt x="1836" y="804"/>
                  </a:lnTo>
                  <a:lnTo>
                    <a:pt x="1836" y="792"/>
                  </a:lnTo>
                  <a:lnTo>
                    <a:pt x="1830" y="786"/>
                  </a:lnTo>
                  <a:lnTo>
                    <a:pt x="1830" y="780"/>
                  </a:lnTo>
                  <a:lnTo>
                    <a:pt x="1824" y="774"/>
                  </a:lnTo>
                  <a:lnTo>
                    <a:pt x="1824" y="750"/>
                  </a:lnTo>
                  <a:lnTo>
                    <a:pt x="1830" y="750"/>
                  </a:lnTo>
                  <a:lnTo>
                    <a:pt x="1836" y="744"/>
                  </a:lnTo>
                  <a:lnTo>
                    <a:pt x="1848" y="744"/>
                  </a:lnTo>
                  <a:lnTo>
                    <a:pt x="1860" y="738"/>
                  </a:lnTo>
                  <a:lnTo>
                    <a:pt x="1872" y="726"/>
                  </a:lnTo>
                  <a:lnTo>
                    <a:pt x="1872" y="708"/>
                  </a:lnTo>
                  <a:lnTo>
                    <a:pt x="1878" y="708"/>
                  </a:lnTo>
                  <a:lnTo>
                    <a:pt x="1890" y="702"/>
                  </a:lnTo>
                  <a:lnTo>
                    <a:pt x="1926" y="702"/>
                  </a:lnTo>
                  <a:lnTo>
                    <a:pt x="1932" y="708"/>
                  </a:lnTo>
                  <a:lnTo>
                    <a:pt x="1950" y="708"/>
                  </a:lnTo>
                  <a:lnTo>
                    <a:pt x="1950" y="702"/>
                  </a:lnTo>
                  <a:lnTo>
                    <a:pt x="1944" y="696"/>
                  </a:lnTo>
                  <a:lnTo>
                    <a:pt x="1932" y="690"/>
                  </a:lnTo>
                  <a:lnTo>
                    <a:pt x="1926" y="684"/>
                  </a:lnTo>
                  <a:lnTo>
                    <a:pt x="1920" y="67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12" name="Iceland" descr="© INSCALE GmbH, 05.05.2010&#10;http://www.presentationload.com/">
              <a:extLst>
                <a:ext uri="{FF2B5EF4-FFF2-40B4-BE49-F238E27FC236}">
                  <a16:creationId xmlns:a16="http://schemas.microsoft.com/office/drawing/2014/main" id="{A1F350B7-B74B-46EE-A61D-D95AFE6D58E7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358478" y="1278286"/>
              <a:ext cx="188693" cy="73213"/>
            </a:xfrm>
            <a:custGeom>
              <a:avLst/>
              <a:gdLst>
                <a:gd name="T0" fmla="*/ 2147483647 w 570"/>
                <a:gd name="T1" fmla="*/ 2147483647 h 222"/>
                <a:gd name="T2" fmla="*/ 2147483647 w 570"/>
                <a:gd name="T3" fmla="*/ 2147483647 h 222"/>
                <a:gd name="T4" fmla="*/ 2147483647 w 570"/>
                <a:gd name="T5" fmla="*/ 2147483647 h 222"/>
                <a:gd name="T6" fmla="*/ 2147483647 w 570"/>
                <a:gd name="T7" fmla="*/ 2147483647 h 222"/>
                <a:gd name="T8" fmla="*/ 2147483647 w 570"/>
                <a:gd name="T9" fmla="*/ 2147483647 h 222"/>
                <a:gd name="T10" fmla="*/ 2147483647 w 570"/>
                <a:gd name="T11" fmla="*/ 2147483647 h 222"/>
                <a:gd name="T12" fmla="*/ 2147483647 w 570"/>
                <a:gd name="T13" fmla="*/ 2147483647 h 222"/>
                <a:gd name="T14" fmla="*/ 2147483647 w 570"/>
                <a:gd name="T15" fmla="*/ 2147483647 h 222"/>
                <a:gd name="T16" fmla="*/ 2147483647 w 570"/>
                <a:gd name="T17" fmla="*/ 2147483647 h 222"/>
                <a:gd name="T18" fmla="*/ 2147483647 w 570"/>
                <a:gd name="T19" fmla="*/ 2147483647 h 222"/>
                <a:gd name="T20" fmla="*/ 2147483647 w 570"/>
                <a:gd name="T21" fmla="*/ 2147483647 h 222"/>
                <a:gd name="T22" fmla="*/ 2147483647 w 570"/>
                <a:gd name="T23" fmla="*/ 2147483647 h 222"/>
                <a:gd name="T24" fmla="*/ 2147483647 w 570"/>
                <a:gd name="T25" fmla="*/ 2147483647 h 222"/>
                <a:gd name="T26" fmla="*/ 2147483647 w 570"/>
                <a:gd name="T27" fmla="*/ 2147483647 h 222"/>
                <a:gd name="T28" fmla="*/ 2147483647 w 570"/>
                <a:gd name="T29" fmla="*/ 2147483647 h 222"/>
                <a:gd name="T30" fmla="*/ 2147483647 w 570"/>
                <a:gd name="T31" fmla="*/ 2147483647 h 222"/>
                <a:gd name="T32" fmla="*/ 2147483647 w 570"/>
                <a:gd name="T33" fmla="*/ 2147483647 h 222"/>
                <a:gd name="T34" fmla="*/ 2147483647 w 570"/>
                <a:gd name="T35" fmla="*/ 2147483647 h 222"/>
                <a:gd name="T36" fmla="*/ 2147483647 w 570"/>
                <a:gd name="T37" fmla="*/ 2147483647 h 222"/>
                <a:gd name="T38" fmla="*/ 2147483647 w 570"/>
                <a:gd name="T39" fmla="*/ 2147483647 h 222"/>
                <a:gd name="T40" fmla="*/ 2147483647 w 570"/>
                <a:gd name="T41" fmla="*/ 2147483647 h 222"/>
                <a:gd name="T42" fmla="*/ 2147483647 w 570"/>
                <a:gd name="T43" fmla="*/ 2147483647 h 222"/>
                <a:gd name="T44" fmla="*/ 2147483647 w 570"/>
                <a:gd name="T45" fmla="*/ 2147483647 h 222"/>
                <a:gd name="T46" fmla="*/ 2147483647 w 570"/>
                <a:gd name="T47" fmla="*/ 2147483647 h 222"/>
                <a:gd name="T48" fmla="*/ 2147483647 w 570"/>
                <a:gd name="T49" fmla="*/ 2147483647 h 222"/>
                <a:gd name="T50" fmla="*/ 2147483647 w 570"/>
                <a:gd name="T51" fmla="*/ 2147483647 h 222"/>
                <a:gd name="T52" fmla="*/ 2147483647 w 570"/>
                <a:gd name="T53" fmla="*/ 2147483647 h 222"/>
                <a:gd name="T54" fmla="*/ 2147483647 w 570"/>
                <a:gd name="T55" fmla="*/ 2147483647 h 222"/>
                <a:gd name="T56" fmla="*/ 2147483647 w 570"/>
                <a:gd name="T57" fmla="*/ 2147483647 h 222"/>
                <a:gd name="T58" fmla="*/ 2147483647 w 570"/>
                <a:gd name="T59" fmla="*/ 2147483647 h 222"/>
                <a:gd name="T60" fmla="*/ 2147483647 w 570"/>
                <a:gd name="T61" fmla="*/ 2147483647 h 222"/>
                <a:gd name="T62" fmla="*/ 2147483647 w 570"/>
                <a:gd name="T63" fmla="*/ 2147483647 h 222"/>
                <a:gd name="T64" fmla="*/ 2147483647 w 570"/>
                <a:gd name="T65" fmla="*/ 2147483647 h 222"/>
                <a:gd name="T66" fmla="*/ 0 w 570"/>
                <a:gd name="T67" fmla="*/ 2147483647 h 222"/>
                <a:gd name="T68" fmla="*/ 2147483647 w 570"/>
                <a:gd name="T69" fmla="*/ 2147483647 h 222"/>
                <a:gd name="T70" fmla="*/ 2147483647 w 570"/>
                <a:gd name="T71" fmla="*/ 2147483647 h 222"/>
                <a:gd name="T72" fmla="*/ 2147483647 w 570"/>
                <a:gd name="T73" fmla="*/ 2147483647 h 222"/>
                <a:gd name="T74" fmla="*/ 2147483647 w 570"/>
                <a:gd name="T75" fmla="*/ 2147483647 h 222"/>
                <a:gd name="T76" fmla="*/ 2147483647 w 570"/>
                <a:gd name="T77" fmla="*/ 2147483647 h 222"/>
                <a:gd name="T78" fmla="*/ 2147483647 w 570"/>
                <a:gd name="T79" fmla="*/ 2147483647 h 222"/>
                <a:gd name="T80" fmla="*/ 2147483647 w 570"/>
                <a:gd name="T81" fmla="*/ 2147483647 h 222"/>
                <a:gd name="T82" fmla="*/ 2147483647 w 570"/>
                <a:gd name="T83" fmla="*/ 2147483647 h 222"/>
                <a:gd name="T84" fmla="*/ 2147483647 w 570"/>
                <a:gd name="T85" fmla="*/ 2147483647 h 222"/>
                <a:gd name="T86" fmla="*/ 2147483647 w 570"/>
                <a:gd name="T87" fmla="*/ 2147483647 h 222"/>
                <a:gd name="T88" fmla="*/ 2147483647 w 570"/>
                <a:gd name="T89" fmla="*/ 2147483647 h 222"/>
                <a:gd name="T90" fmla="*/ 2147483647 w 570"/>
                <a:gd name="T91" fmla="*/ 2147483647 h 222"/>
                <a:gd name="T92" fmla="*/ 2147483647 w 570"/>
                <a:gd name="T93" fmla="*/ 2147483647 h 22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70"/>
                <a:gd name="T142" fmla="*/ 0 h 222"/>
                <a:gd name="T143" fmla="*/ 570 w 570"/>
                <a:gd name="T144" fmla="*/ 222 h 22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70" h="222">
                  <a:moveTo>
                    <a:pt x="252" y="222"/>
                  </a:moveTo>
                  <a:lnTo>
                    <a:pt x="270" y="216"/>
                  </a:lnTo>
                  <a:lnTo>
                    <a:pt x="306" y="216"/>
                  </a:lnTo>
                  <a:lnTo>
                    <a:pt x="312" y="204"/>
                  </a:lnTo>
                  <a:lnTo>
                    <a:pt x="312" y="192"/>
                  </a:lnTo>
                  <a:lnTo>
                    <a:pt x="324" y="198"/>
                  </a:lnTo>
                  <a:lnTo>
                    <a:pt x="330" y="198"/>
                  </a:lnTo>
                  <a:lnTo>
                    <a:pt x="342" y="204"/>
                  </a:lnTo>
                  <a:lnTo>
                    <a:pt x="348" y="204"/>
                  </a:lnTo>
                  <a:lnTo>
                    <a:pt x="360" y="192"/>
                  </a:lnTo>
                  <a:lnTo>
                    <a:pt x="360" y="186"/>
                  </a:lnTo>
                  <a:lnTo>
                    <a:pt x="372" y="186"/>
                  </a:lnTo>
                  <a:lnTo>
                    <a:pt x="378" y="192"/>
                  </a:lnTo>
                  <a:lnTo>
                    <a:pt x="390" y="192"/>
                  </a:lnTo>
                  <a:lnTo>
                    <a:pt x="414" y="180"/>
                  </a:lnTo>
                  <a:lnTo>
                    <a:pt x="432" y="168"/>
                  </a:lnTo>
                  <a:lnTo>
                    <a:pt x="456" y="156"/>
                  </a:lnTo>
                  <a:lnTo>
                    <a:pt x="474" y="156"/>
                  </a:lnTo>
                  <a:lnTo>
                    <a:pt x="480" y="162"/>
                  </a:lnTo>
                  <a:lnTo>
                    <a:pt x="492" y="162"/>
                  </a:lnTo>
                  <a:lnTo>
                    <a:pt x="504" y="156"/>
                  </a:lnTo>
                  <a:lnTo>
                    <a:pt x="510" y="144"/>
                  </a:lnTo>
                  <a:lnTo>
                    <a:pt x="510" y="138"/>
                  </a:lnTo>
                  <a:lnTo>
                    <a:pt x="516" y="126"/>
                  </a:lnTo>
                  <a:lnTo>
                    <a:pt x="528" y="126"/>
                  </a:lnTo>
                  <a:lnTo>
                    <a:pt x="552" y="114"/>
                  </a:lnTo>
                  <a:lnTo>
                    <a:pt x="564" y="102"/>
                  </a:lnTo>
                  <a:lnTo>
                    <a:pt x="570" y="102"/>
                  </a:lnTo>
                  <a:lnTo>
                    <a:pt x="552" y="102"/>
                  </a:lnTo>
                  <a:lnTo>
                    <a:pt x="570" y="84"/>
                  </a:lnTo>
                  <a:lnTo>
                    <a:pt x="570" y="78"/>
                  </a:lnTo>
                  <a:lnTo>
                    <a:pt x="564" y="72"/>
                  </a:lnTo>
                  <a:lnTo>
                    <a:pt x="552" y="66"/>
                  </a:lnTo>
                  <a:lnTo>
                    <a:pt x="540" y="66"/>
                  </a:lnTo>
                  <a:lnTo>
                    <a:pt x="534" y="72"/>
                  </a:lnTo>
                  <a:lnTo>
                    <a:pt x="528" y="72"/>
                  </a:lnTo>
                  <a:lnTo>
                    <a:pt x="534" y="60"/>
                  </a:lnTo>
                  <a:lnTo>
                    <a:pt x="504" y="60"/>
                  </a:lnTo>
                  <a:lnTo>
                    <a:pt x="522" y="36"/>
                  </a:lnTo>
                  <a:lnTo>
                    <a:pt x="504" y="36"/>
                  </a:lnTo>
                  <a:lnTo>
                    <a:pt x="510" y="18"/>
                  </a:lnTo>
                  <a:lnTo>
                    <a:pt x="480" y="24"/>
                  </a:lnTo>
                  <a:lnTo>
                    <a:pt x="474" y="18"/>
                  </a:lnTo>
                  <a:lnTo>
                    <a:pt x="462" y="12"/>
                  </a:lnTo>
                  <a:lnTo>
                    <a:pt x="456" y="6"/>
                  </a:lnTo>
                  <a:lnTo>
                    <a:pt x="444" y="0"/>
                  </a:lnTo>
                  <a:lnTo>
                    <a:pt x="432" y="0"/>
                  </a:lnTo>
                  <a:lnTo>
                    <a:pt x="432" y="24"/>
                  </a:lnTo>
                  <a:lnTo>
                    <a:pt x="414" y="30"/>
                  </a:lnTo>
                  <a:lnTo>
                    <a:pt x="408" y="30"/>
                  </a:lnTo>
                  <a:lnTo>
                    <a:pt x="402" y="24"/>
                  </a:lnTo>
                  <a:lnTo>
                    <a:pt x="378" y="24"/>
                  </a:lnTo>
                  <a:lnTo>
                    <a:pt x="372" y="30"/>
                  </a:lnTo>
                  <a:lnTo>
                    <a:pt x="366" y="42"/>
                  </a:lnTo>
                  <a:lnTo>
                    <a:pt x="360" y="36"/>
                  </a:lnTo>
                  <a:lnTo>
                    <a:pt x="348" y="30"/>
                  </a:lnTo>
                  <a:lnTo>
                    <a:pt x="342" y="24"/>
                  </a:lnTo>
                  <a:lnTo>
                    <a:pt x="336" y="24"/>
                  </a:lnTo>
                  <a:lnTo>
                    <a:pt x="330" y="30"/>
                  </a:lnTo>
                  <a:lnTo>
                    <a:pt x="330" y="60"/>
                  </a:lnTo>
                  <a:lnTo>
                    <a:pt x="324" y="48"/>
                  </a:lnTo>
                  <a:lnTo>
                    <a:pt x="318" y="42"/>
                  </a:lnTo>
                  <a:lnTo>
                    <a:pt x="306" y="36"/>
                  </a:lnTo>
                  <a:lnTo>
                    <a:pt x="300" y="24"/>
                  </a:lnTo>
                  <a:lnTo>
                    <a:pt x="288" y="24"/>
                  </a:lnTo>
                  <a:lnTo>
                    <a:pt x="288" y="30"/>
                  </a:lnTo>
                  <a:lnTo>
                    <a:pt x="270" y="30"/>
                  </a:lnTo>
                  <a:lnTo>
                    <a:pt x="264" y="36"/>
                  </a:lnTo>
                  <a:lnTo>
                    <a:pt x="264" y="54"/>
                  </a:lnTo>
                  <a:lnTo>
                    <a:pt x="252" y="54"/>
                  </a:lnTo>
                  <a:lnTo>
                    <a:pt x="240" y="42"/>
                  </a:lnTo>
                  <a:lnTo>
                    <a:pt x="228" y="36"/>
                  </a:lnTo>
                  <a:lnTo>
                    <a:pt x="222" y="30"/>
                  </a:lnTo>
                  <a:lnTo>
                    <a:pt x="216" y="30"/>
                  </a:lnTo>
                  <a:lnTo>
                    <a:pt x="216" y="48"/>
                  </a:lnTo>
                  <a:lnTo>
                    <a:pt x="210" y="60"/>
                  </a:lnTo>
                  <a:lnTo>
                    <a:pt x="210" y="72"/>
                  </a:lnTo>
                  <a:lnTo>
                    <a:pt x="204" y="72"/>
                  </a:lnTo>
                  <a:lnTo>
                    <a:pt x="192" y="60"/>
                  </a:lnTo>
                  <a:lnTo>
                    <a:pt x="186" y="60"/>
                  </a:lnTo>
                  <a:lnTo>
                    <a:pt x="162" y="84"/>
                  </a:lnTo>
                  <a:lnTo>
                    <a:pt x="162" y="90"/>
                  </a:lnTo>
                  <a:lnTo>
                    <a:pt x="156" y="84"/>
                  </a:lnTo>
                  <a:lnTo>
                    <a:pt x="144" y="60"/>
                  </a:lnTo>
                  <a:lnTo>
                    <a:pt x="162" y="42"/>
                  </a:lnTo>
                  <a:lnTo>
                    <a:pt x="162" y="36"/>
                  </a:lnTo>
                  <a:lnTo>
                    <a:pt x="156" y="30"/>
                  </a:lnTo>
                  <a:lnTo>
                    <a:pt x="108" y="6"/>
                  </a:lnTo>
                  <a:lnTo>
                    <a:pt x="96" y="6"/>
                  </a:lnTo>
                  <a:lnTo>
                    <a:pt x="96" y="36"/>
                  </a:lnTo>
                  <a:lnTo>
                    <a:pt x="90" y="36"/>
                  </a:lnTo>
                  <a:lnTo>
                    <a:pt x="84" y="30"/>
                  </a:lnTo>
                  <a:lnTo>
                    <a:pt x="78" y="30"/>
                  </a:lnTo>
                  <a:lnTo>
                    <a:pt x="66" y="24"/>
                  </a:lnTo>
                  <a:lnTo>
                    <a:pt x="54" y="24"/>
                  </a:lnTo>
                  <a:lnTo>
                    <a:pt x="42" y="30"/>
                  </a:lnTo>
                  <a:lnTo>
                    <a:pt x="30" y="42"/>
                  </a:lnTo>
                  <a:lnTo>
                    <a:pt x="48" y="54"/>
                  </a:lnTo>
                  <a:lnTo>
                    <a:pt x="30" y="54"/>
                  </a:lnTo>
                  <a:lnTo>
                    <a:pt x="18" y="60"/>
                  </a:lnTo>
                  <a:lnTo>
                    <a:pt x="12" y="66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8" y="78"/>
                  </a:lnTo>
                  <a:lnTo>
                    <a:pt x="30" y="78"/>
                  </a:lnTo>
                  <a:lnTo>
                    <a:pt x="54" y="66"/>
                  </a:lnTo>
                  <a:lnTo>
                    <a:pt x="66" y="66"/>
                  </a:lnTo>
                  <a:lnTo>
                    <a:pt x="72" y="60"/>
                  </a:lnTo>
                  <a:lnTo>
                    <a:pt x="78" y="60"/>
                  </a:lnTo>
                  <a:lnTo>
                    <a:pt x="126" y="72"/>
                  </a:lnTo>
                  <a:lnTo>
                    <a:pt x="90" y="90"/>
                  </a:lnTo>
                  <a:lnTo>
                    <a:pt x="102" y="90"/>
                  </a:lnTo>
                  <a:lnTo>
                    <a:pt x="108" y="96"/>
                  </a:lnTo>
                  <a:lnTo>
                    <a:pt x="114" y="96"/>
                  </a:lnTo>
                  <a:lnTo>
                    <a:pt x="120" y="102"/>
                  </a:lnTo>
                  <a:lnTo>
                    <a:pt x="114" y="102"/>
                  </a:lnTo>
                  <a:lnTo>
                    <a:pt x="108" y="108"/>
                  </a:lnTo>
                  <a:lnTo>
                    <a:pt x="6" y="108"/>
                  </a:lnTo>
                  <a:lnTo>
                    <a:pt x="0" y="114"/>
                  </a:lnTo>
                  <a:lnTo>
                    <a:pt x="12" y="120"/>
                  </a:lnTo>
                  <a:lnTo>
                    <a:pt x="60" y="120"/>
                  </a:lnTo>
                  <a:lnTo>
                    <a:pt x="84" y="132"/>
                  </a:lnTo>
                  <a:lnTo>
                    <a:pt x="90" y="138"/>
                  </a:lnTo>
                  <a:lnTo>
                    <a:pt x="126" y="132"/>
                  </a:lnTo>
                  <a:lnTo>
                    <a:pt x="108" y="150"/>
                  </a:lnTo>
                  <a:lnTo>
                    <a:pt x="120" y="156"/>
                  </a:lnTo>
                  <a:lnTo>
                    <a:pt x="114" y="162"/>
                  </a:lnTo>
                  <a:lnTo>
                    <a:pt x="114" y="168"/>
                  </a:lnTo>
                  <a:lnTo>
                    <a:pt x="108" y="174"/>
                  </a:lnTo>
                  <a:lnTo>
                    <a:pt x="90" y="174"/>
                  </a:lnTo>
                  <a:lnTo>
                    <a:pt x="78" y="180"/>
                  </a:lnTo>
                  <a:lnTo>
                    <a:pt x="54" y="180"/>
                  </a:lnTo>
                  <a:lnTo>
                    <a:pt x="54" y="186"/>
                  </a:lnTo>
                  <a:lnTo>
                    <a:pt x="66" y="192"/>
                  </a:lnTo>
                  <a:lnTo>
                    <a:pt x="120" y="192"/>
                  </a:lnTo>
                  <a:lnTo>
                    <a:pt x="132" y="186"/>
                  </a:lnTo>
                  <a:lnTo>
                    <a:pt x="138" y="180"/>
                  </a:lnTo>
                  <a:lnTo>
                    <a:pt x="168" y="198"/>
                  </a:lnTo>
                  <a:lnTo>
                    <a:pt x="180" y="186"/>
                  </a:lnTo>
                  <a:lnTo>
                    <a:pt x="180" y="198"/>
                  </a:lnTo>
                  <a:lnTo>
                    <a:pt x="228" y="222"/>
                  </a:lnTo>
                  <a:lnTo>
                    <a:pt x="252" y="22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13" name="Hungary" descr="© INSCALE GmbH, 05.05.2010&#10;http://www.presentationload.com/">
              <a:extLst>
                <a:ext uri="{FF2B5EF4-FFF2-40B4-BE49-F238E27FC236}">
                  <a16:creationId xmlns:a16="http://schemas.microsoft.com/office/drawing/2014/main" id="{8053CC1B-F81E-48E6-AB33-06190E5313F6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096448" y="1720133"/>
              <a:ext cx="140873" cy="73213"/>
            </a:xfrm>
            <a:custGeom>
              <a:avLst/>
              <a:gdLst>
                <a:gd name="T0" fmla="*/ 2147483647 w 426"/>
                <a:gd name="T1" fmla="*/ 2147483647 h 222"/>
                <a:gd name="T2" fmla="*/ 2147483647 w 426"/>
                <a:gd name="T3" fmla="*/ 2147483647 h 222"/>
                <a:gd name="T4" fmla="*/ 2147483647 w 426"/>
                <a:gd name="T5" fmla="*/ 2147483647 h 222"/>
                <a:gd name="T6" fmla="*/ 0 w 426"/>
                <a:gd name="T7" fmla="*/ 2147483647 h 222"/>
                <a:gd name="T8" fmla="*/ 2147483647 w 426"/>
                <a:gd name="T9" fmla="*/ 2147483647 h 222"/>
                <a:gd name="T10" fmla="*/ 2147483647 w 426"/>
                <a:gd name="T11" fmla="*/ 2147483647 h 222"/>
                <a:gd name="T12" fmla="*/ 2147483647 w 426"/>
                <a:gd name="T13" fmla="*/ 2147483647 h 222"/>
                <a:gd name="T14" fmla="*/ 2147483647 w 426"/>
                <a:gd name="T15" fmla="*/ 2147483647 h 222"/>
                <a:gd name="T16" fmla="*/ 2147483647 w 426"/>
                <a:gd name="T17" fmla="*/ 2147483647 h 222"/>
                <a:gd name="T18" fmla="*/ 2147483647 w 426"/>
                <a:gd name="T19" fmla="*/ 2147483647 h 222"/>
                <a:gd name="T20" fmla="*/ 2147483647 w 426"/>
                <a:gd name="T21" fmla="*/ 2147483647 h 222"/>
                <a:gd name="T22" fmla="*/ 2147483647 w 426"/>
                <a:gd name="T23" fmla="*/ 2147483647 h 222"/>
                <a:gd name="T24" fmla="*/ 2147483647 w 426"/>
                <a:gd name="T25" fmla="*/ 2147483647 h 222"/>
                <a:gd name="T26" fmla="*/ 2147483647 w 426"/>
                <a:gd name="T27" fmla="*/ 2147483647 h 222"/>
                <a:gd name="T28" fmla="*/ 2147483647 w 426"/>
                <a:gd name="T29" fmla="*/ 2147483647 h 222"/>
                <a:gd name="T30" fmla="*/ 2147483647 w 426"/>
                <a:gd name="T31" fmla="*/ 2147483647 h 222"/>
                <a:gd name="T32" fmla="*/ 2147483647 w 426"/>
                <a:gd name="T33" fmla="*/ 2147483647 h 222"/>
                <a:gd name="T34" fmla="*/ 2147483647 w 426"/>
                <a:gd name="T35" fmla="*/ 2147483647 h 222"/>
                <a:gd name="T36" fmla="*/ 2147483647 w 426"/>
                <a:gd name="T37" fmla="*/ 2147483647 h 222"/>
                <a:gd name="T38" fmla="*/ 2147483647 w 426"/>
                <a:gd name="T39" fmla="*/ 2147483647 h 222"/>
                <a:gd name="T40" fmla="*/ 2147483647 w 426"/>
                <a:gd name="T41" fmla="*/ 2147483647 h 222"/>
                <a:gd name="T42" fmla="*/ 2147483647 w 426"/>
                <a:gd name="T43" fmla="*/ 2147483647 h 222"/>
                <a:gd name="T44" fmla="*/ 2147483647 w 426"/>
                <a:gd name="T45" fmla="*/ 2147483647 h 222"/>
                <a:gd name="T46" fmla="*/ 2147483647 w 426"/>
                <a:gd name="T47" fmla="*/ 2147483647 h 222"/>
                <a:gd name="T48" fmla="*/ 2147483647 w 426"/>
                <a:gd name="T49" fmla="*/ 0 h 222"/>
                <a:gd name="T50" fmla="*/ 2147483647 w 426"/>
                <a:gd name="T51" fmla="*/ 2147483647 h 222"/>
                <a:gd name="T52" fmla="*/ 2147483647 w 426"/>
                <a:gd name="T53" fmla="*/ 0 h 222"/>
                <a:gd name="T54" fmla="*/ 2147483647 w 426"/>
                <a:gd name="T55" fmla="*/ 2147483647 h 222"/>
                <a:gd name="T56" fmla="*/ 2147483647 w 426"/>
                <a:gd name="T57" fmla="*/ 2147483647 h 222"/>
                <a:gd name="T58" fmla="*/ 2147483647 w 426"/>
                <a:gd name="T59" fmla="*/ 2147483647 h 222"/>
                <a:gd name="T60" fmla="*/ 2147483647 w 426"/>
                <a:gd name="T61" fmla="*/ 2147483647 h 222"/>
                <a:gd name="T62" fmla="*/ 2147483647 w 426"/>
                <a:gd name="T63" fmla="*/ 2147483647 h 222"/>
                <a:gd name="T64" fmla="*/ 2147483647 w 426"/>
                <a:gd name="T65" fmla="*/ 2147483647 h 222"/>
                <a:gd name="T66" fmla="*/ 2147483647 w 426"/>
                <a:gd name="T67" fmla="*/ 2147483647 h 222"/>
                <a:gd name="T68" fmla="*/ 2147483647 w 426"/>
                <a:gd name="T69" fmla="*/ 2147483647 h 222"/>
                <a:gd name="T70" fmla="*/ 2147483647 w 426"/>
                <a:gd name="T71" fmla="*/ 2147483647 h 22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426"/>
                <a:gd name="T109" fmla="*/ 0 h 222"/>
                <a:gd name="T110" fmla="*/ 426 w 426"/>
                <a:gd name="T111" fmla="*/ 222 h 22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426" h="222">
                  <a:moveTo>
                    <a:pt x="42" y="66"/>
                  </a:moveTo>
                  <a:lnTo>
                    <a:pt x="24" y="66"/>
                  </a:lnTo>
                  <a:lnTo>
                    <a:pt x="18" y="78"/>
                  </a:lnTo>
                  <a:lnTo>
                    <a:pt x="30" y="78"/>
                  </a:lnTo>
                  <a:lnTo>
                    <a:pt x="18" y="96"/>
                  </a:lnTo>
                  <a:lnTo>
                    <a:pt x="18" y="120"/>
                  </a:lnTo>
                  <a:lnTo>
                    <a:pt x="0" y="120"/>
                  </a:lnTo>
                  <a:lnTo>
                    <a:pt x="0" y="126"/>
                  </a:lnTo>
                  <a:lnTo>
                    <a:pt x="6" y="132"/>
                  </a:lnTo>
                  <a:lnTo>
                    <a:pt x="12" y="150"/>
                  </a:lnTo>
                  <a:lnTo>
                    <a:pt x="30" y="162"/>
                  </a:lnTo>
                  <a:lnTo>
                    <a:pt x="42" y="168"/>
                  </a:lnTo>
                  <a:lnTo>
                    <a:pt x="48" y="174"/>
                  </a:lnTo>
                  <a:lnTo>
                    <a:pt x="48" y="180"/>
                  </a:lnTo>
                  <a:lnTo>
                    <a:pt x="60" y="192"/>
                  </a:lnTo>
                  <a:lnTo>
                    <a:pt x="72" y="198"/>
                  </a:lnTo>
                  <a:lnTo>
                    <a:pt x="78" y="204"/>
                  </a:lnTo>
                  <a:lnTo>
                    <a:pt x="90" y="210"/>
                  </a:lnTo>
                  <a:lnTo>
                    <a:pt x="108" y="210"/>
                  </a:lnTo>
                  <a:lnTo>
                    <a:pt x="114" y="222"/>
                  </a:lnTo>
                  <a:lnTo>
                    <a:pt x="156" y="216"/>
                  </a:lnTo>
                  <a:lnTo>
                    <a:pt x="168" y="210"/>
                  </a:lnTo>
                  <a:lnTo>
                    <a:pt x="174" y="204"/>
                  </a:lnTo>
                  <a:lnTo>
                    <a:pt x="198" y="204"/>
                  </a:lnTo>
                  <a:lnTo>
                    <a:pt x="216" y="186"/>
                  </a:lnTo>
                  <a:lnTo>
                    <a:pt x="240" y="186"/>
                  </a:lnTo>
                  <a:lnTo>
                    <a:pt x="258" y="198"/>
                  </a:lnTo>
                  <a:lnTo>
                    <a:pt x="288" y="192"/>
                  </a:lnTo>
                  <a:lnTo>
                    <a:pt x="288" y="174"/>
                  </a:lnTo>
                  <a:lnTo>
                    <a:pt x="306" y="180"/>
                  </a:lnTo>
                  <a:lnTo>
                    <a:pt x="312" y="174"/>
                  </a:lnTo>
                  <a:lnTo>
                    <a:pt x="324" y="168"/>
                  </a:lnTo>
                  <a:lnTo>
                    <a:pt x="330" y="162"/>
                  </a:lnTo>
                  <a:lnTo>
                    <a:pt x="330" y="144"/>
                  </a:lnTo>
                  <a:lnTo>
                    <a:pt x="336" y="138"/>
                  </a:lnTo>
                  <a:lnTo>
                    <a:pt x="348" y="132"/>
                  </a:lnTo>
                  <a:lnTo>
                    <a:pt x="366" y="114"/>
                  </a:lnTo>
                  <a:lnTo>
                    <a:pt x="366" y="72"/>
                  </a:lnTo>
                  <a:lnTo>
                    <a:pt x="378" y="60"/>
                  </a:lnTo>
                  <a:lnTo>
                    <a:pt x="408" y="60"/>
                  </a:lnTo>
                  <a:lnTo>
                    <a:pt x="426" y="42"/>
                  </a:lnTo>
                  <a:lnTo>
                    <a:pt x="420" y="36"/>
                  </a:lnTo>
                  <a:lnTo>
                    <a:pt x="408" y="36"/>
                  </a:lnTo>
                  <a:lnTo>
                    <a:pt x="402" y="30"/>
                  </a:lnTo>
                  <a:lnTo>
                    <a:pt x="396" y="30"/>
                  </a:lnTo>
                  <a:lnTo>
                    <a:pt x="372" y="6"/>
                  </a:lnTo>
                  <a:lnTo>
                    <a:pt x="348" y="6"/>
                  </a:lnTo>
                  <a:lnTo>
                    <a:pt x="336" y="12"/>
                  </a:lnTo>
                  <a:lnTo>
                    <a:pt x="324" y="12"/>
                  </a:lnTo>
                  <a:lnTo>
                    <a:pt x="324" y="0"/>
                  </a:lnTo>
                  <a:lnTo>
                    <a:pt x="312" y="0"/>
                  </a:lnTo>
                  <a:lnTo>
                    <a:pt x="312" y="18"/>
                  </a:lnTo>
                  <a:lnTo>
                    <a:pt x="294" y="12"/>
                  </a:lnTo>
                  <a:lnTo>
                    <a:pt x="294" y="0"/>
                  </a:lnTo>
                  <a:lnTo>
                    <a:pt x="270" y="0"/>
                  </a:lnTo>
                  <a:lnTo>
                    <a:pt x="264" y="12"/>
                  </a:lnTo>
                  <a:lnTo>
                    <a:pt x="252" y="24"/>
                  </a:lnTo>
                  <a:lnTo>
                    <a:pt x="246" y="24"/>
                  </a:lnTo>
                  <a:lnTo>
                    <a:pt x="234" y="30"/>
                  </a:lnTo>
                  <a:lnTo>
                    <a:pt x="210" y="30"/>
                  </a:lnTo>
                  <a:lnTo>
                    <a:pt x="204" y="42"/>
                  </a:lnTo>
                  <a:lnTo>
                    <a:pt x="168" y="36"/>
                  </a:lnTo>
                  <a:lnTo>
                    <a:pt x="156" y="60"/>
                  </a:lnTo>
                  <a:lnTo>
                    <a:pt x="144" y="60"/>
                  </a:lnTo>
                  <a:lnTo>
                    <a:pt x="126" y="66"/>
                  </a:lnTo>
                  <a:lnTo>
                    <a:pt x="84" y="66"/>
                  </a:lnTo>
                  <a:lnTo>
                    <a:pt x="78" y="60"/>
                  </a:lnTo>
                  <a:lnTo>
                    <a:pt x="72" y="48"/>
                  </a:lnTo>
                  <a:lnTo>
                    <a:pt x="66" y="42"/>
                  </a:lnTo>
                  <a:lnTo>
                    <a:pt x="54" y="60"/>
                  </a:lnTo>
                  <a:lnTo>
                    <a:pt x="42" y="54"/>
                  </a:lnTo>
                  <a:lnTo>
                    <a:pt x="42" y="6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14" name="Honduras" descr="© INSCALE GmbH, 05.05.2010&#10;http://www.presentationload.com/">
              <a:extLst>
                <a:ext uri="{FF2B5EF4-FFF2-40B4-BE49-F238E27FC236}">
                  <a16:creationId xmlns:a16="http://schemas.microsoft.com/office/drawing/2014/main" id="{EA5530DD-F913-497C-9155-F04CF22232D3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651195" y="2578139"/>
              <a:ext cx="147336" cy="80920"/>
            </a:xfrm>
            <a:custGeom>
              <a:avLst/>
              <a:gdLst>
                <a:gd name="T0" fmla="*/ 2147483647 w 444"/>
                <a:gd name="T1" fmla="*/ 2147483647 h 246"/>
                <a:gd name="T2" fmla="*/ 2147483647 w 444"/>
                <a:gd name="T3" fmla="*/ 2147483647 h 246"/>
                <a:gd name="T4" fmla="*/ 2147483647 w 444"/>
                <a:gd name="T5" fmla="*/ 2147483647 h 246"/>
                <a:gd name="T6" fmla="*/ 2147483647 w 444"/>
                <a:gd name="T7" fmla="*/ 2147483647 h 246"/>
                <a:gd name="T8" fmla="*/ 2147483647 w 444"/>
                <a:gd name="T9" fmla="*/ 2147483647 h 246"/>
                <a:gd name="T10" fmla="*/ 2147483647 w 444"/>
                <a:gd name="T11" fmla="*/ 2147483647 h 246"/>
                <a:gd name="T12" fmla="*/ 2147483647 w 444"/>
                <a:gd name="T13" fmla="*/ 2147483647 h 246"/>
                <a:gd name="T14" fmla="*/ 2147483647 w 444"/>
                <a:gd name="T15" fmla="*/ 2147483647 h 246"/>
                <a:gd name="T16" fmla="*/ 2147483647 w 444"/>
                <a:gd name="T17" fmla="*/ 2147483647 h 246"/>
                <a:gd name="T18" fmla="*/ 2147483647 w 444"/>
                <a:gd name="T19" fmla="*/ 2147483647 h 246"/>
                <a:gd name="T20" fmla="*/ 2147483647 w 444"/>
                <a:gd name="T21" fmla="*/ 2147483647 h 246"/>
                <a:gd name="T22" fmla="*/ 2147483647 w 444"/>
                <a:gd name="T23" fmla="*/ 2147483647 h 246"/>
                <a:gd name="T24" fmla="*/ 2147483647 w 444"/>
                <a:gd name="T25" fmla="*/ 2147483647 h 246"/>
                <a:gd name="T26" fmla="*/ 2147483647 w 444"/>
                <a:gd name="T27" fmla="*/ 2147483647 h 246"/>
                <a:gd name="T28" fmla="*/ 2147483647 w 444"/>
                <a:gd name="T29" fmla="*/ 2147483647 h 246"/>
                <a:gd name="T30" fmla="*/ 2147483647 w 444"/>
                <a:gd name="T31" fmla="*/ 2147483647 h 246"/>
                <a:gd name="T32" fmla="*/ 2147483647 w 444"/>
                <a:gd name="T33" fmla="*/ 2147483647 h 246"/>
                <a:gd name="T34" fmla="*/ 2147483647 w 444"/>
                <a:gd name="T35" fmla="*/ 2147483647 h 246"/>
                <a:gd name="T36" fmla="*/ 2147483647 w 444"/>
                <a:gd name="T37" fmla="*/ 2147483647 h 246"/>
                <a:gd name="T38" fmla="*/ 2147483647 w 444"/>
                <a:gd name="T39" fmla="*/ 0 h 246"/>
                <a:gd name="T40" fmla="*/ 2147483647 w 444"/>
                <a:gd name="T41" fmla="*/ 2147483647 h 246"/>
                <a:gd name="T42" fmla="*/ 2147483647 w 444"/>
                <a:gd name="T43" fmla="*/ 2147483647 h 246"/>
                <a:gd name="T44" fmla="*/ 2147483647 w 444"/>
                <a:gd name="T45" fmla="*/ 0 h 246"/>
                <a:gd name="T46" fmla="*/ 2147483647 w 444"/>
                <a:gd name="T47" fmla="*/ 2147483647 h 246"/>
                <a:gd name="T48" fmla="*/ 2147483647 w 444"/>
                <a:gd name="T49" fmla="*/ 2147483647 h 246"/>
                <a:gd name="T50" fmla="*/ 2147483647 w 444"/>
                <a:gd name="T51" fmla="*/ 2147483647 h 246"/>
                <a:gd name="T52" fmla="*/ 2147483647 w 444"/>
                <a:gd name="T53" fmla="*/ 2147483647 h 246"/>
                <a:gd name="T54" fmla="*/ 2147483647 w 444"/>
                <a:gd name="T55" fmla="*/ 2147483647 h 246"/>
                <a:gd name="T56" fmla="*/ 2147483647 w 444"/>
                <a:gd name="T57" fmla="*/ 2147483647 h 246"/>
                <a:gd name="T58" fmla="*/ 2147483647 w 444"/>
                <a:gd name="T59" fmla="*/ 2147483647 h 246"/>
                <a:gd name="T60" fmla="*/ 2147483647 w 444"/>
                <a:gd name="T61" fmla="*/ 0 h 246"/>
                <a:gd name="T62" fmla="*/ 2147483647 w 444"/>
                <a:gd name="T63" fmla="*/ 2147483647 h 246"/>
                <a:gd name="T64" fmla="*/ 2147483647 w 444"/>
                <a:gd name="T65" fmla="*/ 2147483647 h 246"/>
                <a:gd name="T66" fmla="*/ 2147483647 w 444"/>
                <a:gd name="T67" fmla="*/ 2147483647 h 246"/>
                <a:gd name="T68" fmla="*/ 2147483647 w 444"/>
                <a:gd name="T69" fmla="*/ 2147483647 h 246"/>
                <a:gd name="T70" fmla="*/ 2147483647 w 444"/>
                <a:gd name="T71" fmla="*/ 2147483647 h 246"/>
                <a:gd name="T72" fmla="*/ 0 w 444"/>
                <a:gd name="T73" fmla="*/ 2147483647 h 246"/>
                <a:gd name="T74" fmla="*/ 2147483647 w 444"/>
                <a:gd name="T75" fmla="*/ 2147483647 h 246"/>
                <a:gd name="T76" fmla="*/ 2147483647 w 444"/>
                <a:gd name="T77" fmla="*/ 2147483647 h 246"/>
                <a:gd name="T78" fmla="*/ 2147483647 w 444"/>
                <a:gd name="T79" fmla="*/ 2147483647 h 246"/>
                <a:gd name="T80" fmla="*/ 2147483647 w 444"/>
                <a:gd name="T81" fmla="*/ 2147483647 h 246"/>
                <a:gd name="T82" fmla="*/ 2147483647 w 444"/>
                <a:gd name="T83" fmla="*/ 2147483647 h 246"/>
                <a:gd name="T84" fmla="*/ 2147483647 w 444"/>
                <a:gd name="T85" fmla="*/ 2147483647 h 246"/>
                <a:gd name="T86" fmla="*/ 2147483647 w 444"/>
                <a:gd name="T87" fmla="*/ 2147483647 h 24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44"/>
                <a:gd name="T133" fmla="*/ 0 h 246"/>
                <a:gd name="T134" fmla="*/ 444 w 444"/>
                <a:gd name="T135" fmla="*/ 246 h 24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44" h="246">
                  <a:moveTo>
                    <a:pt x="156" y="240"/>
                  </a:moveTo>
                  <a:lnTo>
                    <a:pt x="156" y="222"/>
                  </a:lnTo>
                  <a:lnTo>
                    <a:pt x="174" y="222"/>
                  </a:lnTo>
                  <a:lnTo>
                    <a:pt x="168" y="216"/>
                  </a:lnTo>
                  <a:lnTo>
                    <a:pt x="168" y="204"/>
                  </a:lnTo>
                  <a:lnTo>
                    <a:pt x="162" y="198"/>
                  </a:lnTo>
                  <a:lnTo>
                    <a:pt x="162" y="186"/>
                  </a:lnTo>
                  <a:lnTo>
                    <a:pt x="168" y="180"/>
                  </a:lnTo>
                  <a:lnTo>
                    <a:pt x="204" y="180"/>
                  </a:lnTo>
                  <a:lnTo>
                    <a:pt x="210" y="168"/>
                  </a:lnTo>
                  <a:lnTo>
                    <a:pt x="216" y="162"/>
                  </a:lnTo>
                  <a:lnTo>
                    <a:pt x="228" y="162"/>
                  </a:lnTo>
                  <a:lnTo>
                    <a:pt x="228" y="168"/>
                  </a:lnTo>
                  <a:lnTo>
                    <a:pt x="234" y="174"/>
                  </a:lnTo>
                  <a:lnTo>
                    <a:pt x="252" y="174"/>
                  </a:lnTo>
                  <a:lnTo>
                    <a:pt x="276" y="150"/>
                  </a:lnTo>
                  <a:lnTo>
                    <a:pt x="288" y="126"/>
                  </a:lnTo>
                  <a:lnTo>
                    <a:pt x="306" y="126"/>
                  </a:lnTo>
                  <a:lnTo>
                    <a:pt x="306" y="108"/>
                  </a:lnTo>
                  <a:lnTo>
                    <a:pt x="318" y="96"/>
                  </a:lnTo>
                  <a:lnTo>
                    <a:pt x="330" y="96"/>
                  </a:lnTo>
                  <a:lnTo>
                    <a:pt x="348" y="114"/>
                  </a:lnTo>
                  <a:lnTo>
                    <a:pt x="360" y="114"/>
                  </a:lnTo>
                  <a:lnTo>
                    <a:pt x="372" y="102"/>
                  </a:lnTo>
                  <a:lnTo>
                    <a:pt x="372" y="96"/>
                  </a:lnTo>
                  <a:lnTo>
                    <a:pt x="420" y="96"/>
                  </a:lnTo>
                  <a:lnTo>
                    <a:pt x="426" y="90"/>
                  </a:lnTo>
                  <a:lnTo>
                    <a:pt x="432" y="90"/>
                  </a:lnTo>
                  <a:lnTo>
                    <a:pt x="444" y="84"/>
                  </a:lnTo>
                  <a:lnTo>
                    <a:pt x="444" y="78"/>
                  </a:lnTo>
                  <a:lnTo>
                    <a:pt x="426" y="60"/>
                  </a:lnTo>
                  <a:lnTo>
                    <a:pt x="402" y="48"/>
                  </a:lnTo>
                  <a:lnTo>
                    <a:pt x="396" y="48"/>
                  </a:lnTo>
                  <a:lnTo>
                    <a:pt x="390" y="42"/>
                  </a:lnTo>
                  <a:lnTo>
                    <a:pt x="384" y="30"/>
                  </a:lnTo>
                  <a:lnTo>
                    <a:pt x="372" y="24"/>
                  </a:lnTo>
                  <a:lnTo>
                    <a:pt x="366" y="18"/>
                  </a:lnTo>
                  <a:lnTo>
                    <a:pt x="348" y="18"/>
                  </a:lnTo>
                  <a:lnTo>
                    <a:pt x="342" y="6"/>
                  </a:lnTo>
                  <a:lnTo>
                    <a:pt x="336" y="0"/>
                  </a:lnTo>
                  <a:lnTo>
                    <a:pt x="312" y="0"/>
                  </a:lnTo>
                  <a:lnTo>
                    <a:pt x="300" y="6"/>
                  </a:lnTo>
                  <a:lnTo>
                    <a:pt x="294" y="12"/>
                  </a:lnTo>
                  <a:lnTo>
                    <a:pt x="282" y="12"/>
                  </a:lnTo>
                  <a:lnTo>
                    <a:pt x="270" y="0"/>
                  </a:lnTo>
                  <a:lnTo>
                    <a:pt x="252" y="0"/>
                  </a:lnTo>
                  <a:lnTo>
                    <a:pt x="240" y="6"/>
                  </a:lnTo>
                  <a:lnTo>
                    <a:pt x="234" y="18"/>
                  </a:lnTo>
                  <a:lnTo>
                    <a:pt x="222" y="24"/>
                  </a:lnTo>
                  <a:lnTo>
                    <a:pt x="186" y="24"/>
                  </a:lnTo>
                  <a:lnTo>
                    <a:pt x="174" y="18"/>
                  </a:lnTo>
                  <a:lnTo>
                    <a:pt x="168" y="12"/>
                  </a:lnTo>
                  <a:lnTo>
                    <a:pt x="156" y="12"/>
                  </a:lnTo>
                  <a:lnTo>
                    <a:pt x="150" y="18"/>
                  </a:lnTo>
                  <a:lnTo>
                    <a:pt x="144" y="18"/>
                  </a:lnTo>
                  <a:lnTo>
                    <a:pt x="138" y="24"/>
                  </a:lnTo>
                  <a:lnTo>
                    <a:pt x="132" y="24"/>
                  </a:lnTo>
                  <a:lnTo>
                    <a:pt x="132" y="18"/>
                  </a:lnTo>
                  <a:lnTo>
                    <a:pt x="126" y="12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114" y="0"/>
                  </a:lnTo>
                  <a:lnTo>
                    <a:pt x="96" y="18"/>
                  </a:lnTo>
                  <a:lnTo>
                    <a:pt x="90" y="18"/>
                  </a:lnTo>
                  <a:lnTo>
                    <a:pt x="84" y="30"/>
                  </a:lnTo>
                  <a:lnTo>
                    <a:pt x="72" y="36"/>
                  </a:lnTo>
                  <a:lnTo>
                    <a:pt x="60" y="48"/>
                  </a:lnTo>
                  <a:lnTo>
                    <a:pt x="48" y="54"/>
                  </a:lnTo>
                  <a:lnTo>
                    <a:pt x="36" y="66"/>
                  </a:lnTo>
                  <a:lnTo>
                    <a:pt x="24" y="72"/>
                  </a:lnTo>
                  <a:lnTo>
                    <a:pt x="18" y="84"/>
                  </a:lnTo>
                  <a:lnTo>
                    <a:pt x="18" y="102"/>
                  </a:lnTo>
                  <a:lnTo>
                    <a:pt x="12" y="114"/>
                  </a:lnTo>
                  <a:lnTo>
                    <a:pt x="0" y="126"/>
                  </a:lnTo>
                  <a:lnTo>
                    <a:pt x="6" y="138"/>
                  </a:lnTo>
                  <a:lnTo>
                    <a:pt x="18" y="150"/>
                  </a:lnTo>
                  <a:lnTo>
                    <a:pt x="42" y="150"/>
                  </a:lnTo>
                  <a:lnTo>
                    <a:pt x="42" y="168"/>
                  </a:lnTo>
                  <a:lnTo>
                    <a:pt x="48" y="174"/>
                  </a:lnTo>
                  <a:lnTo>
                    <a:pt x="60" y="174"/>
                  </a:lnTo>
                  <a:lnTo>
                    <a:pt x="66" y="168"/>
                  </a:lnTo>
                  <a:lnTo>
                    <a:pt x="102" y="168"/>
                  </a:lnTo>
                  <a:lnTo>
                    <a:pt x="102" y="210"/>
                  </a:lnTo>
                  <a:lnTo>
                    <a:pt x="126" y="222"/>
                  </a:lnTo>
                  <a:lnTo>
                    <a:pt x="132" y="228"/>
                  </a:lnTo>
                  <a:lnTo>
                    <a:pt x="132" y="246"/>
                  </a:lnTo>
                  <a:lnTo>
                    <a:pt x="144" y="246"/>
                  </a:lnTo>
                  <a:lnTo>
                    <a:pt x="156" y="24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15" name="Haiti" descr="© INSCALE GmbH, 05.05.2010&#10;http://www.presentationload.com/">
              <a:extLst>
                <a:ext uri="{FF2B5EF4-FFF2-40B4-BE49-F238E27FC236}">
                  <a16:creationId xmlns:a16="http://schemas.microsoft.com/office/drawing/2014/main" id="{26CC63DC-B51A-4220-84EA-5DF4A53A1560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013072" y="2475385"/>
              <a:ext cx="64621" cy="51378"/>
            </a:xfrm>
            <a:custGeom>
              <a:avLst/>
              <a:gdLst>
                <a:gd name="T0" fmla="*/ 2147483647 w 198"/>
                <a:gd name="T1" fmla="*/ 2147483647 h 156"/>
                <a:gd name="T2" fmla="*/ 2147483647 w 198"/>
                <a:gd name="T3" fmla="*/ 2147483647 h 156"/>
                <a:gd name="T4" fmla="*/ 2147483647 w 198"/>
                <a:gd name="T5" fmla="*/ 2147483647 h 156"/>
                <a:gd name="T6" fmla="*/ 2147483647 w 198"/>
                <a:gd name="T7" fmla="*/ 2147483647 h 156"/>
                <a:gd name="T8" fmla="*/ 2147483647 w 198"/>
                <a:gd name="T9" fmla="*/ 2147483647 h 156"/>
                <a:gd name="T10" fmla="*/ 2147483647 w 198"/>
                <a:gd name="T11" fmla="*/ 2147483647 h 156"/>
                <a:gd name="T12" fmla="*/ 2147483647 w 198"/>
                <a:gd name="T13" fmla="*/ 2147483647 h 156"/>
                <a:gd name="T14" fmla="*/ 2147483647 w 198"/>
                <a:gd name="T15" fmla="*/ 2147483647 h 156"/>
                <a:gd name="T16" fmla="*/ 2147483647 w 198"/>
                <a:gd name="T17" fmla="*/ 2147483647 h 156"/>
                <a:gd name="T18" fmla="*/ 2147483647 w 198"/>
                <a:gd name="T19" fmla="*/ 2147483647 h 156"/>
                <a:gd name="T20" fmla="*/ 2147483647 w 198"/>
                <a:gd name="T21" fmla="*/ 2147483647 h 156"/>
                <a:gd name="T22" fmla="*/ 2147483647 w 198"/>
                <a:gd name="T23" fmla="*/ 2147483647 h 156"/>
                <a:gd name="T24" fmla="*/ 2147483647 w 198"/>
                <a:gd name="T25" fmla="*/ 2147483647 h 156"/>
                <a:gd name="T26" fmla="*/ 2147483647 w 198"/>
                <a:gd name="T27" fmla="*/ 2147483647 h 156"/>
                <a:gd name="T28" fmla="*/ 2147483647 w 198"/>
                <a:gd name="T29" fmla="*/ 2147483647 h 156"/>
                <a:gd name="T30" fmla="*/ 2147483647 w 198"/>
                <a:gd name="T31" fmla="*/ 2147483647 h 156"/>
                <a:gd name="T32" fmla="*/ 2147483647 w 198"/>
                <a:gd name="T33" fmla="*/ 2147483647 h 156"/>
                <a:gd name="T34" fmla="*/ 2147483647 w 198"/>
                <a:gd name="T35" fmla="*/ 0 h 156"/>
                <a:gd name="T36" fmla="*/ 2147483647 w 198"/>
                <a:gd name="T37" fmla="*/ 0 h 156"/>
                <a:gd name="T38" fmla="*/ 2147483647 w 198"/>
                <a:gd name="T39" fmla="*/ 2147483647 h 156"/>
                <a:gd name="T40" fmla="*/ 2147483647 w 198"/>
                <a:gd name="T41" fmla="*/ 2147483647 h 156"/>
                <a:gd name="T42" fmla="*/ 2147483647 w 198"/>
                <a:gd name="T43" fmla="*/ 2147483647 h 156"/>
                <a:gd name="T44" fmla="*/ 2147483647 w 198"/>
                <a:gd name="T45" fmla="*/ 2147483647 h 156"/>
                <a:gd name="T46" fmla="*/ 2147483647 w 198"/>
                <a:gd name="T47" fmla="*/ 2147483647 h 156"/>
                <a:gd name="T48" fmla="*/ 2147483647 w 198"/>
                <a:gd name="T49" fmla="*/ 2147483647 h 156"/>
                <a:gd name="T50" fmla="*/ 2147483647 w 198"/>
                <a:gd name="T51" fmla="*/ 2147483647 h 156"/>
                <a:gd name="T52" fmla="*/ 2147483647 w 198"/>
                <a:gd name="T53" fmla="*/ 2147483647 h 156"/>
                <a:gd name="T54" fmla="*/ 2147483647 w 198"/>
                <a:gd name="T55" fmla="*/ 2147483647 h 156"/>
                <a:gd name="T56" fmla="*/ 2147483647 w 198"/>
                <a:gd name="T57" fmla="*/ 2147483647 h 156"/>
                <a:gd name="T58" fmla="*/ 2147483647 w 198"/>
                <a:gd name="T59" fmla="*/ 2147483647 h 156"/>
                <a:gd name="T60" fmla="*/ 2147483647 w 198"/>
                <a:gd name="T61" fmla="*/ 2147483647 h 156"/>
                <a:gd name="T62" fmla="*/ 2147483647 w 198"/>
                <a:gd name="T63" fmla="*/ 2147483647 h 156"/>
                <a:gd name="T64" fmla="*/ 2147483647 w 198"/>
                <a:gd name="T65" fmla="*/ 2147483647 h 156"/>
                <a:gd name="T66" fmla="*/ 2147483647 w 198"/>
                <a:gd name="T67" fmla="*/ 2147483647 h 156"/>
                <a:gd name="T68" fmla="*/ 2147483647 w 198"/>
                <a:gd name="T69" fmla="*/ 2147483647 h 156"/>
                <a:gd name="T70" fmla="*/ 2147483647 w 198"/>
                <a:gd name="T71" fmla="*/ 2147483647 h 156"/>
                <a:gd name="T72" fmla="*/ 2147483647 w 198"/>
                <a:gd name="T73" fmla="*/ 2147483647 h 156"/>
                <a:gd name="T74" fmla="*/ 2147483647 w 198"/>
                <a:gd name="T75" fmla="*/ 2147483647 h 156"/>
                <a:gd name="T76" fmla="*/ 2147483647 w 198"/>
                <a:gd name="T77" fmla="*/ 2147483647 h 156"/>
                <a:gd name="T78" fmla="*/ 2147483647 w 198"/>
                <a:gd name="T79" fmla="*/ 2147483647 h 156"/>
                <a:gd name="T80" fmla="*/ 2147483647 w 198"/>
                <a:gd name="T81" fmla="*/ 2147483647 h 156"/>
                <a:gd name="T82" fmla="*/ 0 w 198"/>
                <a:gd name="T83" fmla="*/ 2147483647 h 156"/>
                <a:gd name="T84" fmla="*/ 0 w 198"/>
                <a:gd name="T85" fmla="*/ 2147483647 h 156"/>
                <a:gd name="T86" fmla="*/ 2147483647 w 198"/>
                <a:gd name="T87" fmla="*/ 2147483647 h 156"/>
                <a:gd name="T88" fmla="*/ 2147483647 w 198"/>
                <a:gd name="T89" fmla="*/ 2147483647 h 156"/>
                <a:gd name="T90" fmla="*/ 2147483647 w 198"/>
                <a:gd name="T91" fmla="*/ 2147483647 h 156"/>
                <a:gd name="T92" fmla="*/ 2147483647 w 198"/>
                <a:gd name="T93" fmla="*/ 2147483647 h 156"/>
                <a:gd name="T94" fmla="*/ 2147483647 w 198"/>
                <a:gd name="T95" fmla="*/ 2147483647 h 156"/>
                <a:gd name="T96" fmla="*/ 2147483647 w 198"/>
                <a:gd name="T97" fmla="*/ 2147483647 h 156"/>
                <a:gd name="T98" fmla="*/ 2147483647 w 198"/>
                <a:gd name="T99" fmla="*/ 2147483647 h 156"/>
                <a:gd name="T100" fmla="*/ 2147483647 w 198"/>
                <a:gd name="T101" fmla="*/ 2147483647 h 156"/>
                <a:gd name="T102" fmla="*/ 2147483647 w 198"/>
                <a:gd name="T103" fmla="*/ 2147483647 h 156"/>
                <a:gd name="T104" fmla="*/ 2147483647 w 198"/>
                <a:gd name="T105" fmla="*/ 2147483647 h 156"/>
                <a:gd name="T106" fmla="*/ 2147483647 w 198"/>
                <a:gd name="T107" fmla="*/ 2147483647 h 156"/>
                <a:gd name="T108" fmla="*/ 2147483647 w 198"/>
                <a:gd name="T109" fmla="*/ 2147483647 h 156"/>
                <a:gd name="T110" fmla="*/ 2147483647 w 198"/>
                <a:gd name="T111" fmla="*/ 2147483647 h 156"/>
                <a:gd name="T112" fmla="*/ 2147483647 w 198"/>
                <a:gd name="T113" fmla="*/ 2147483647 h 1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98"/>
                <a:gd name="T172" fmla="*/ 0 h 156"/>
                <a:gd name="T173" fmla="*/ 198 w 198"/>
                <a:gd name="T174" fmla="*/ 156 h 15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98" h="156">
                  <a:moveTo>
                    <a:pt x="168" y="114"/>
                  </a:moveTo>
                  <a:lnTo>
                    <a:pt x="168" y="108"/>
                  </a:lnTo>
                  <a:lnTo>
                    <a:pt x="174" y="102"/>
                  </a:lnTo>
                  <a:lnTo>
                    <a:pt x="180" y="90"/>
                  </a:lnTo>
                  <a:lnTo>
                    <a:pt x="180" y="78"/>
                  </a:lnTo>
                  <a:lnTo>
                    <a:pt x="186" y="72"/>
                  </a:lnTo>
                  <a:lnTo>
                    <a:pt x="192" y="60"/>
                  </a:lnTo>
                  <a:lnTo>
                    <a:pt x="198" y="54"/>
                  </a:lnTo>
                  <a:lnTo>
                    <a:pt x="198" y="42"/>
                  </a:lnTo>
                  <a:lnTo>
                    <a:pt x="186" y="6"/>
                  </a:lnTo>
                  <a:lnTo>
                    <a:pt x="180" y="12"/>
                  </a:lnTo>
                  <a:lnTo>
                    <a:pt x="180" y="18"/>
                  </a:lnTo>
                  <a:lnTo>
                    <a:pt x="174" y="18"/>
                  </a:lnTo>
                  <a:lnTo>
                    <a:pt x="168" y="12"/>
                  </a:lnTo>
                  <a:lnTo>
                    <a:pt x="156" y="12"/>
                  </a:lnTo>
                  <a:lnTo>
                    <a:pt x="144" y="6"/>
                  </a:lnTo>
                  <a:lnTo>
                    <a:pt x="126" y="6"/>
                  </a:lnTo>
                  <a:lnTo>
                    <a:pt x="114" y="0"/>
                  </a:lnTo>
                  <a:lnTo>
                    <a:pt x="84" y="0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66" y="18"/>
                  </a:lnTo>
                  <a:lnTo>
                    <a:pt x="72" y="24"/>
                  </a:lnTo>
                  <a:lnTo>
                    <a:pt x="108" y="24"/>
                  </a:lnTo>
                  <a:lnTo>
                    <a:pt x="114" y="30"/>
                  </a:lnTo>
                  <a:lnTo>
                    <a:pt x="120" y="42"/>
                  </a:lnTo>
                  <a:lnTo>
                    <a:pt x="126" y="48"/>
                  </a:lnTo>
                  <a:lnTo>
                    <a:pt x="114" y="54"/>
                  </a:lnTo>
                  <a:lnTo>
                    <a:pt x="108" y="60"/>
                  </a:lnTo>
                  <a:lnTo>
                    <a:pt x="108" y="72"/>
                  </a:lnTo>
                  <a:lnTo>
                    <a:pt x="114" y="84"/>
                  </a:lnTo>
                  <a:lnTo>
                    <a:pt x="114" y="96"/>
                  </a:lnTo>
                  <a:lnTo>
                    <a:pt x="120" y="102"/>
                  </a:lnTo>
                  <a:lnTo>
                    <a:pt x="114" y="108"/>
                  </a:lnTo>
                  <a:lnTo>
                    <a:pt x="96" y="108"/>
                  </a:lnTo>
                  <a:lnTo>
                    <a:pt x="78" y="102"/>
                  </a:lnTo>
                  <a:lnTo>
                    <a:pt x="66" y="102"/>
                  </a:lnTo>
                  <a:lnTo>
                    <a:pt x="54" y="96"/>
                  </a:lnTo>
                  <a:lnTo>
                    <a:pt x="36" y="96"/>
                  </a:lnTo>
                  <a:lnTo>
                    <a:pt x="24" y="102"/>
                  </a:lnTo>
                  <a:lnTo>
                    <a:pt x="6" y="102"/>
                  </a:lnTo>
                  <a:lnTo>
                    <a:pt x="0" y="108"/>
                  </a:lnTo>
                  <a:lnTo>
                    <a:pt x="0" y="114"/>
                  </a:lnTo>
                  <a:lnTo>
                    <a:pt x="6" y="120"/>
                  </a:lnTo>
                  <a:lnTo>
                    <a:pt x="12" y="132"/>
                  </a:lnTo>
                  <a:lnTo>
                    <a:pt x="24" y="138"/>
                  </a:lnTo>
                  <a:lnTo>
                    <a:pt x="30" y="150"/>
                  </a:lnTo>
                  <a:lnTo>
                    <a:pt x="36" y="156"/>
                  </a:lnTo>
                  <a:lnTo>
                    <a:pt x="42" y="156"/>
                  </a:lnTo>
                  <a:lnTo>
                    <a:pt x="48" y="150"/>
                  </a:lnTo>
                  <a:lnTo>
                    <a:pt x="54" y="138"/>
                  </a:lnTo>
                  <a:lnTo>
                    <a:pt x="60" y="132"/>
                  </a:lnTo>
                  <a:lnTo>
                    <a:pt x="138" y="132"/>
                  </a:lnTo>
                  <a:lnTo>
                    <a:pt x="156" y="126"/>
                  </a:lnTo>
                  <a:lnTo>
                    <a:pt x="168" y="126"/>
                  </a:lnTo>
                  <a:lnTo>
                    <a:pt x="180" y="144"/>
                  </a:lnTo>
                  <a:lnTo>
                    <a:pt x="168" y="11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16" name="Guyane (French Guiana)" descr="© INSCALE GmbH, 05.05.2010&#10;http://www.presentationload.com/">
              <a:extLst>
                <a:ext uri="{FF2B5EF4-FFF2-40B4-BE49-F238E27FC236}">
                  <a16:creationId xmlns:a16="http://schemas.microsoft.com/office/drawing/2014/main" id="{81E3A766-4F4D-43FC-AACA-8F2C9927AD44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447324" y="2849153"/>
              <a:ext cx="67206" cy="97618"/>
            </a:xfrm>
            <a:custGeom>
              <a:avLst/>
              <a:gdLst>
                <a:gd name="T0" fmla="*/ 2147483647 w 52"/>
                <a:gd name="T1" fmla="*/ 2147483647 h 76"/>
                <a:gd name="T2" fmla="*/ 2147483647 w 52"/>
                <a:gd name="T3" fmla="*/ 2147483647 h 76"/>
                <a:gd name="T4" fmla="*/ 2147483647 w 52"/>
                <a:gd name="T5" fmla="*/ 2147483647 h 76"/>
                <a:gd name="T6" fmla="*/ 2147483647 w 52"/>
                <a:gd name="T7" fmla="*/ 2147483647 h 76"/>
                <a:gd name="T8" fmla="*/ 2147483647 w 52"/>
                <a:gd name="T9" fmla="*/ 2147483647 h 76"/>
                <a:gd name="T10" fmla="*/ 2147483647 w 52"/>
                <a:gd name="T11" fmla="*/ 2147483647 h 76"/>
                <a:gd name="T12" fmla="*/ 2147483647 w 52"/>
                <a:gd name="T13" fmla="*/ 2147483647 h 76"/>
                <a:gd name="T14" fmla="*/ 2147483647 w 52"/>
                <a:gd name="T15" fmla="*/ 2147483647 h 76"/>
                <a:gd name="T16" fmla="*/ 2147483647 w 52"/>
                <a:gd name="T17" fmla="*/ 2147483647 h 76"/>
                <a:gd name="T18" fmla="*/ 2147483647 w 52"/>
                <a:gd name="T19" fmla="*/ 2147483647 h 76"/>
                <a:gd name="T20" fmla="*/ 2147483647 w 52"/>
                <a:gd name="T21" fmla="*/ 2147483647 h 76"/>
                <a:gd name="T22" fmla="*/ 2147483647 w 52"/>
                <a:gd name="T23" fmla="*/ 0 h 76"/>
                <a:gd name="T24" fmla="*/ 2147483647 w 52"/>
                <a:gd name="T25" fmla="*/ 2147483647 h 76"/>
                <a:gd name="T26" fmla="*/ 2147483647 w 52"/>
                <a:gd name="T27" fmla="*/ 2147483647 h 76"/>
                <a:gd name="T28" fmla="*/ 2147483647 w 52"/>
                <a:gd name="T29" fmla="*/ 2147483647 h 76"/>
                <a:gd name="T30" fmla="*/ 2147483647 w 52"/>
                <a:gd name="T31" fmla="*/ 2147483647 h 76"/>
                <a:gd name="T32" fmla="*/ 2147483647 w 52"/>
                <a:gd name="T33" fmla="*/ 2147483647 h 76"/>
                <a:gd name="T34" fmla="*/ 2147483647 w 52"/>
                <a:gd name="T35" fmla="*/ 2147483647 h 76"/>
                <a:gd name="T36" fmla="*/ 2147483647 w 52"/>
                <a:gd name="T37" fmla="*/ 2147483647 h 76"/>
                <a:gd name="T38" fmla="*/ 2147483647 w 52"/>
                <a:gd name="T39" fmla="*/ 2147483647 h 76"/>
                <a:gd name="T40" fmla="*/ 2147483647 w 52"/>
                <a:gd name="T41" fmla="*/ 2147483647 h 76"/>
                <a:gd name="T42" fmla="*/ 2147483647 w 52"/>
                <a:gd name="T43" fmla="*/ 2147483647 h 76"/>
                <a:gd name="T44" fmla="*/ 2147483647 w 52"/>
                <a:gd name="T45" fmla="*/ 2147483647 h 76"/>
                <a:gd name="T46" fmla="*/ 2147483647 w 52"/>
                <a:gd name="T47" fmla="*/ 2147483647 h 76"/>
                <a:gd name="T48" fmla="*/ 2147483647 w 52"/>
                <a:gd name="T49" fmla="*/ 2147483647 h 76"/>
                <a:gd name="T50" fmla="*/ 2147483647 w 52"/>
                <a:gd name="T51" fmla="*/ 2147483647 h 76"/>
                <a:gd name="T52" fmla="*/ 2147483647 w 52"/>
                <a:gd name="T53" fmla="*/ 2147483647 h 76"/>
                <a:gd name="T54" fmla="*/ 2147483647 w 52"/>
                <a:gd name="T55" fmla="*/ 2147483647 h 76"/>
                <a:gd name="T56" fmla="*/ 2147483647 w 52"/>
                <a:gd name="T57" fmla="*/ 2147483647 h 76"/>
                <a:gd name="T58" fmla="*/ 2147483647 w 52"/>
                <a:gd name="T59" fmla="*/ 2147483647 h 76"/>
                <a:gd name="T60" fmla="*/ 2147483647 w 52"/>
                <a:gd name="T61" fmla="*/ 2147483647 h 76"/>
                <a:gd name="T62" fmla="*/ 2147483647 w 52"/>
                <a:gd name="T63" fmla="*/ 2147483647 h 76"/>
                <a:gd name="T64" fmla="*/ 0 w 52"/>
                <a:gd name="T65" fmla="*/ 2147483647 h 76"/>
                <a:gd name="T66" fmla="*/ 0 w 52"/>
                <a:gd name="T67" fmla="*/ 2147483647 h 76"/>
                <a:gd name="T68" fmla="*/ 2147483647 w 52"/>
                <a:gd name="T69" fmla="*/ 2147483647 h 76"/>
                <a:gd name="T70" fmla="*/ 2147483647 w 52"/>
                <a:gd name="T71" fmla="*/ 2147483647 h 76"/>
                <a:gd name="T72" fmla="*/ 2147483647 w 52"/>
                <a:gd name="T73" fmla="*/ 2147483647 h 76"/>
                <a:gd name="T74" fmla="*/ 2147483647 w 52"/>
                <a:gd name="T75" fmla="*/ 2147483647 h 76"/>
                <a:gd name="T76" fmla="*/ 2147483647 w 52"/>
                <a:gd name="T77" fmla="*/ 2147483647 h 76"/>
                <a:gd name="T78" fmla="*/ 2147483647 w 52"/>
                <a:gd name="T79" fmla="*/ 2147483647 h 76"/>
                <a:gd name="T80" fmla="*/ 2147483647 w 52"/>
                <a:gd name="T81" fmla="*/ 2147483647 h 76"/>
                <a:gd name="T82" fmla="*/ 2147483647 w 52"/>
                <a:gd name="T83" fmla="*/ 2147483647 h 76"/>
                <a:gd name="T84" fmla="*/ 2147483647 w 52"/>
                <a:gd name="T85" fmla="*/ 2147483647 h 76"/>
                <a:gd name="T86" fmla="*/ 2147483647 w 52"/>
                <a:gd name="T87" fmla="*/ 2147483647 h 76"/>
                <a:gd name="T88" fmla="*/ 2147483647 w 52"/>
                <a:gd name="T89" fmla="*/ 2147483647 h 76"/>
                <a:gd name="T90" fmla="*/ 2147483647 w 52"/>
                <a:gd name="T91" fmla="*/ 2147483647 h 76"/>
                <a:gd name="T92" fmla="*/ 2147483647 w 52"/>
                <a:gd name="T93" fmla="*/ 2147483647 h 76"/>
                <a:gd name="T94" fmla="*/ 2147483647 w 52"/>
                <a:gd name="T95" fmla="*/ 2147483647 h 76"/>
                <a:gd name="T96" fmla="*/ 2147483647 w 52"/>
                <a:gd name="T97" fmla="*/ 2147483647 h 76"/>
                <a:gd name="T98" fmla="*/ 2147483647 w 52"/>
                <a:gd name="T99" fmla="*/ 2147483647 h 76"/>
                <a:gd name="T100" fmla="*/ 2147483647 w 52"/>
                <a:gd name="T101" fmla="*/ 2147483647 h 76"/>
                <a:gd name="T102" fmla="*/ 2147483647 w 52"/>
                <a:gd name="T103" fmla="*/ 2147483647 h 76"/>
                <a:gd name="T104" fmla="*/ 2147483647 w 52"/>
                <a:gd name="T105" fmla="*/ 2147483647 h 76"/>
                <a:gd name="T106" fmla="*/ 2147483647 w 52"/>
                <a:gd name="T107" fmla="*/ 2147483647 h 76"/>
                <a:gd name="T108" fmla="*/ 2147483647 w 52"/>
                <a:gd name="T109" fmla="*/ 2147483647 h 76"/>
                <a:gd name="T110" fmla="*/ 2147483647 w 52"/>
                <a:gd name="T111" fmla="*/ 2147483647 h 76"/>
                <a:gd name="T112" fmla="*/ 2147483647 w 52"/>
                <a:gd name="T113" fmla="*/ 2147483647 h 76"/>
                <a:gd name="T114" fmla="*/ 2147483647 w 52"/>
                <a:gd name="T115" fmla="*/ 2147483647 h 7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52"/>
                <a:gd name="T175" fmla="*/ 0 h 76"/>
                <a:gd name="T176" fmla="*/ 52 w 52"/>
                <a:gd name="T177" fmla="*/ 76 h 7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52" h="76">
                  <a:moveTo>
                    <a:pt x="52" y="32"/>
                  </a:moveTo>
                  <a:lnTo>
                    <a:pt x="50" y="26"/>
                  </a:lnTo>
                  <a:lnTo>
                    <a:pt x="48" y="24"/>
                  </a:lnTo>
                  <a:lnTo>
                    <a:pt x="46" y="22"/>
                  </a:lnTo>
                  <a:lnTo>
                    <a:pt x="46" y="20"/>
                  </a:lnTo>
                  <a:lnTo>
                    <a:pt x="40" y="20"/>
                  </a:lnTo>
                  <a:lnTo>
                    <a:pt x="32" y="6"/>
                  </a:lnTo>
                  <a:lnTo>
                    <a:pt x="24" y="6"/>
                  </a:lnTo>
                  <a:lnTo>
                    <a:pt x="22" y="4"/>
                  </a:lnTo>
                  <a:lnTo>
                    <a:pt x="20" y="4"/>
                  </a:lnTo>
                  <a:lnTo>
                    <a:pt x="16" y="2"/>
                  </a:lnTo>
                  <a:lnTo>
                    <a:pt x="14" y="0"/>
                  </a:lnTo>
                  <a:lnTo>
                    <a:pt x="12" y="4"/>
                  </a:lnTo>
                  <a:lnTo>
                    <a:pt x="12" y="10"/>
                  </a:lnTo>
                  <a:lnTo>
                    <a:pt x="10" y="10"/>
                  </a:lnTo>
                  <a:lnTo>
                    <a:pt x="8" y="12"/>
                  </a:lnTo>
                  <a:lnTo>
                    <a:pt x="6" y="14"/>
                  </a:lnTo>
                  <a:lnTo>
                    <a:pt x="4" y="16"/>
                  </a:lnTo>
                  <a:lnTo>
                    <a:pt x="2" y="20"/>
                  </a:lnTo>
                  <a:lnTo>
                    <a:pt x="2" y="28"/>
                  </a:lnTo>
                  <a:lnTo>
                    <a:pt x="4" y="32"/>
                  </a:lnTo>
                  <a:lnTo>
                    <a:pt x="4" y="36"/>
                  </a:lnTo>
                  <a:lnTo>
                    <a:pt x="6" y="40"/>
                  </a:lnTo>
                  <a:lnTo>
                    <a:pt x="10" y="44"/>
                  </a:lnTo>
                  <a:lnTo>
                    <a:pt x="12" y="46"/>
                  </a:lnTo>
                  <a:lnTo>
                    <a:pt x="12" y="48"/>
                  </a:lnTo>
                  <a:lnTo>
                    <a:pt x="6" y="54"/>
                  </a:lnTo>
                  <a:lnTo>
                    <a:pt x="8" y="62"/>
                  </a:lnTo>
                  <a:lnTo>
                    <a:pt x="6" y="64"/>
                  </a:lnTo>
                  <a:lnTo>
                    <a:pt x="4" y="64"/>
                  </a:lnTo>
                  <a:lnTo>
                    <a:pt x="4" y="66"/>
                  </a:lnTo>
                  <a:lnTo>
                    <a:pt x="2" y="68"/>
                  </a:lnTo>
                  <a:lnTo>
                    <a:pt x="0" y="72"/>
                  </a:lnTo>
                  <a:lnTo>
                    <a:pt x="4" y="76"/>
                  </a:lnTo>
                  <a:lnTo>
                    <a:pt x="10" y="76"/>
                  </a:lnTo>
                  <a:lnTo>
                    <a:pt x="12" y="74"/>
                  </a:lnTo>
                  <a:lnTo>
                    <a:pt x="12" y="72"/>
                  </a:lnTo>
                  <a:lnTo>
                    <a:pt x="14" y="72"/>
                  </a:lnTo>
                  <a:lnTo>
                    <a:pt x="16" y="72"/>
                  </a:lnTo>
                  <a:lnTo>
                    <a:pt x="18" y="72"/>
                  </a:lnTo>
                  <a:lnTo>
                    <a:pt x="20" y="72"/>
                  </a:lnTo>
                  <a:lnTo>
                    <a:pt x="22" y="72"/>
                  </a:lnTo>
                  <a:lnTo>
                    <a:pt x="26" y="74"/>
                  </a:lnTo>
                  <a:lnTo>
                    <a:pt x="30" y="74"/>
                  </a:lnTo>
                  <a:lnTo>
                    <a:pt x="32" y="72"/>
                  </a:lnTo>
                  <a:lnTo>
                    <a:pt x="40" y="64"/>
                  </a:lnTo>
                  <a:lnTo>
                    <a:pt x="40" y="60"/>
                  </a:lnTo>
                  <a:lnTo>
                    <a:pt x="44" y="50"/>
                  </a:lnTo>
                  <a:lnTo>
                    <a:pt x="46" y="46"/>
                  </a:lnTo>
                  <a:lnTo>
                    <a:pt x="48" y="44"/>
                  </a:lnTo>
                  <a:lnTo>
                    <a:pt x="50" y="42"/>
                  </a:lnTo>
                  <a:lnTo>
                    <a:pt x="50" y="40"/>
                  </a:lnTo>
                  <a:lnTo>
                    <a:pt x="52" y="38"/>
                  </a:lnTo>
                  <a:lnTo>
                    <a:pt x="52" y="36"/>
                  </a:lnTo>
                  <a:lnTo>
                    <a:pt x="52" y="34"/>
                  </a:lnTo>
                  <a:lnTo>
                    <a:pt x="52" y="3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17" name="Guyana" descr="© INSCALE GmbH, 05.05.2010&#10;http://www.presentationload.com/">
              <a:extLst>
                <a:ext uri="{FF2B5EF4-FFF2-40B4-BE49-F238E27FC236}">
                  <a16:creationId xmlns:a16="http://schemas.microsoft.com/office/drawing/2014/main" id="{7872C3F2-56A2-4D68-ABFE-6F5A72A133CE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289648" y="2778509"/>
              <a:ext cx="107272" cy="191382"/>
            </a:xfrm>
            <a:custGeom>
              <a:avLst/>
              <a:gdLst>
                <a:gd name="T0" fmla="*/ 2147483647 w 324"/>
                <a:gd name="T1" fmla="*/ 2147483647 h 582"/>
                <a:gd name="T2" fmla="*/ 2147483647 w 324"/>
                <a:gd name="T3" fmla="*/ 2147483647 h 582"/>
                <a:gd name="T4" fmla="*/ 2147483647 w 324"/>
                <a:gd name="T5" fmla="*/ 2147483647 h 582"/>
                <a:gd name="T6" fmla="*/ 2147483647 w 324"/>
                <a:gd name="T7" fmla="*/ 2147483647 h 582"/>
                <a:gd name="T8" fmla="*/ 2147483647 w 324"/>
                <a:gd name="T9" fmla="*/ 2147483647 h 582"/>
                <a:gd name="T10" fmla="*/ 2147483647 w 324"/>
                <a:gd name="T11" fmla="*/ 2147483647 h 582"/>
                <a:gd name="T12" fmla="*/ 2147483647 w 324"/>
                <a:gd name="T13" fmla="*/ 2147483647 h 582"/>
                <a:gd name="T14" fmla="*/ 2147483647 w 324"/>
                <a:gd name="T15" fmla="*/ 2147483647 h 582"/>
                <a:gd name="T16" fmla="*/ 0 w 324"/>
                <a:gd name="T17" fmla="*/ 2147483647 h 582"/>
                <a:gd name="T18" fmla="*/ 2147483647 w 324"/>
                <a:gd name="T19" fmla="*/ 2147483647 h 582"/>
                <a:gd name="T20" fmla="*/ 2147483647 w 324"/>
                <a:gd name="T21" fmla="*/ 2147483647 h 582"/>
                <a:gd name="T22" fmla="*/ 2147483647 w 324"/>
                <a:gd name="T23" fmla="*/ 2147483647 h 582"/>
                <a:gd name="T24" fmla="*/ 2147483647 w 324"/>
                <a:gd name="T25" fmla="*/ 2147483647 h 582"/>
                <a:gd name="T26" fmla="*/ 2147483647 w 324"/>
                <a:gd name="T27" fmla="*/ 2147483647 h 582"/>
                <a:gd name="T28" fmla="*/ 2147483647 w 324"/>
                <a:gd name="T29" fmla="*/ 2147483647 h 582"/>
                <a:gd name="T30" fmla="*/ 2147483647 w 324"/>
                <a:gd name="T31" fmla="*/ 2147483647 h 582"/>
                <a:gd name="T32" fmla="*/ 2147483647 w 324"/>
                <a:gd name="T33" fmla="*/ 2147483647 h 582"/>
                <a:gd name="T34" fmla="*/ 2147483647 w 324"/>
                <a:gd name="T35" fmla="*/ 2147483647 h 582"/>
                <a:gd name="T36" fmla="*/ 2147483647 w 324"/>
                <a:gd name="T37" fmla="*/ 2147483647 h 582"/>
                <a:gd name="T38" fmla="*/ 2147483647 w 324"/>
                <a:gd name="T39" fmla="*/ 2147483647 h 582"/>
                <a:gd name="T40" fmla="*/ 2147483647 w 324"/>
                <a:gd name="T41" fmla="*/ 2147483647 h 582"/>
                <a:gd name="T42" fmla="*/ 2147483647 w 324"/>
                <a:gd name="T43" fmla="*/ 2147483647 h 582"/>
                <a:gd name="T44" fmla="*/ 2147483647 w 324"/>
                <a:gd name="T45" fmla="*/ 2147483647 h 582"/>
                <a:gd name="T46" fmla="*/ 2147483647 w 324"/>
                <a:gd name="T47" fmla="*/ 2147483647 h 582"/>
                <a:gd name="T48" fmla="*/ 2147483647 w 324"/>
                <a:gd name="T49" fmla="*/ 2147483647 h 582"/>
                <a:gd name="T50" fmla="*/ 2147483647 w 324"/>
                <a:gd name="T51" fmla="*/ 2147483647 h 582"/>
                <a:gd name="T52" fmla="*/ 2147483647 w 324"/>
                <a:gd name="T53" fmla="*/ 2147483647 h 582"/>
                <a:gd name="T54" fmla="*/ 2147483647 w 324"/>
                <a:gd name="T55" fmla="*/ 2147483647 h 582"/>
                <a:gd name="T56" fmla="*/ 2147483647 w 324"/>
                <a:gd name="T57" fmla="*/ 2147483647 h 582"/>
                <a:gd name="T58" fmla="*/ 2147483647 w 324"/>
                <a:gd name="T59" fmla="*/ 2147483647 h 582"/>
                <a:gd name="T60" fmla="*/ 2147483647 w 324"/>
                <a:gd name="T61" fmla="*/ 2147483647 h 582"/>
                <a:gd name="T62" fmla="*/ 2147483647 w 324"/>
                <a:gd name="T63" fmla="*/ 2147483647 h 582"/>
                <a:gd name="T64" fmla="*/ 2147483647 w 324"/>
                <a:gd name="T65" fmla="*/ 2147483647 h 582"/>
                <a:gd name="T66" fmla="*/ 2147483647 w 324"/>
                <a:gd name="T67" fmla="*/ 2147483647 h 582"/>
                <a:gd name="T68" fmla="*/ 2147483647 w 324"/>
                <a:gd name="T69" fmla="*/ 2147483647 h 582"/>
                <a:gd name="T70" fmla="*/ 2147483647 w 324"/>
                <a:gd name="T71" fmla="*/ 2147483647 h 582"/>
                <a:gd name="T72" fmla="*/ 2147483647 w 324"/>
                <a:gd name="T73" fmla="*/ 2147483647 h 582"/>
                <a:gd name="T74" fmla="*/ 2147483647 w 324"/>
                <a:gd name="T75" fmla="*/ 2147483647 h 582"/>
                <a:gd name="T76" fmla="*/ 2147483647 w 324"/>
                <a:gd name="T77" fmla="*/ 2147483647 h 582"/>
                <a:gd name="T78" fmla="*/ 2147483647 w 324"/>
                <a:gd name="T79" fmla="*/ 2147483647 h 582"/>
                <a:gd name="T80" fmla="*/ 2147483647 w 324"/>
                <a:gd name="T81" fmla="*/ 2147483647 h 582"/>
                <a:gd name="T82" fmla="*/ 2147483647 w 324"/>
                <a:gd name="T83" fmla="*/ 2147483647 h 582"/>
                <a:gd name="T84" fmla="*/ 2147483647 w 324"/>
                <a:gd name="T85" fmla="*/ 2147483647 h 582"/>
                <a:gd name="T86" fmla="*/ 2147483647 w 324"/>
                <a:gd name="T87" fmla="*/ 2147483647 h 582"/>
                <a:gd name="T88" fmla="*/ 2147483647 w 324"/>
                <a:gd name="T89" fmla="*/ 2147483647 h 582"/>
                <a:gd name="T90" fmla="*/ 2147483647 w 324"/>
                <a:gd name="T91" fmla="*/ 2147483647 h 582"/>
                <a:gd name="T92" fmla="*/ 2147483647 w 324"/>
                <a:gd name="T93" fmla="*/ 2147483647 h 582"/>
                <a:gd name="T94" fmla="*/ 2147483647 w 324"/>
                <a:gd name="T95" fmla="*/ 2147483647 h 582"/>
                <a:gd name="T96" fmla="*/ 2147483647 w 324"/>
                <a:gd name="T97" fmla="*/ 2147483647 h 582"/>
                <a:gd name="T98" fmla="*/ 2147483647 w 324"/>
                <a:gd name="T99" fmla="*/ 2147483647 h 582"/>
                <a:gd name="T100" fmla="*/ 2147483647 w 324"/>
                <a:gd name="T101" fmla="*/ 2147483647 h 582"/>
                <a:gd name="T102" fmla="*/ 2147483647 w 324"/>
                <a:gd name="T103" fmla="*/ 2147483647 h 582"/>
                <a:gd name="T104" fmla="*/ 2147483647 w 324"/>
                <a:gd name="T105" fmla="*/ 2147483647 h 582"/>
                <a:gd name="T106" fmla="*/ 2147483647 w 324"/>
                <a:gd name="T107" fmla="*/ 2147483647 h 582"/>
                <a:gd name="T108" fmla="*/ 2147483647 w 324"/>
                <a:gd name="T109" fmla="*/ 2147483647 h 582"/>
                <a:gd name="T110" fmla="*/ 2147483647 w 324"/>
                <a:gd name="T111" fmla="*/ 2147483647 h 582"/>
                <a:gd name="T112" fmla="*/ 2147483647 w 324"/>
                <a:gd name="T113" fmla="*/ 2147483647 h 582"/>
                <a:gd name="T114" fmla="*/ 2147483647 w 324"/>
                <a:gd name="T115" fmla="*/ 2147483647 h 582"/>
                <a:gd name="T116" fmla="*/ 2147483647 w 324"/>
                <a:gd name="T117" fmla="*/ 2147483647 h 582"/>
                <a:gd name="T118" fmla="*/ 2147483647 w 324"/>
                <a:gd name="T119" fmla="*/ 2147483647 h 582"/>
                <a:gd name="T120" fmla="*/ 2147483647 w 324"/>
                <a:gd name="T121" fmla="*/ 2147483647 h 582"/>
                <a:gd name="T122" fmla="*/ 2147483647 w 324"/>
                <a:gd name="T123" fmla="*/ 0 h 582"/>
                <a:gd name="T124" fmla="*/ 2147483647 w 324"/>
                <a:gd name="T125" fmla="*/ 2147483647 h 58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24"/>
                <a:gd name="T190" fmla="*/ 0 h 582"/>
                <a:gd name="T191" fmla="*/ 324 w 324"/>
                <a:gd name="T192" fmla="*/ 582 h 58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24" h="582">
                  <a:moveTo>
                    <a:pt x="90" y="42"/>
                  </a:moveTo>
                  <a:lnTo>
                    <a:pt x="84" y="48"/>
                  </a:lnTo>
                  <a:lnTo>
                    <a:pt x="72" y="48"/>
                  </a:lnTo>
                  <a:lnTo>
                    <a:pt x="60" y="60"/>
                  </a:lnTo>
                  <a:lnTo>
                    <a:pt x="60" y="102"/>
                  </a:lnTo>
                  <a:lnTo>
                    <a:pt x="84" y="102"/>
                  </a:lnTo>
                  <a:lnTo>
                    <a:pt x="84" y="120"/>
                  </a:lnTo>
                  <a:lnTo>
                    <a:pt x="78" y="126"/>
                  </a:lnTo>
                  <a:lnTo>
                    <a:pt x="66" y="132"/>
                  </a:lnTo>
                  <a:lnTo>
                    <a:pt x="54" y="132"/>
                  </a:lnTo>
                  <a:lnTo>
                    <a:pt x="42" y="138"/>
                  </a:lnTo>
                  <a:lnTo>
                    <a:pt x="12" y="138"/>
                  </a:lnTo>
                  <a:lnTo>
                    <a:pt x="12" y="144"/>
                  </a:lnTo>
                  <a:lnTo>
                    <a:pt x="30" y="162"/>
                  </a:lnTo>
                  <a:lnTo>
                    <a:pt x="30" y="180"/>
                  </a:lnTo>
                  <a:lnTo>
                    <a:pt x="18" y="186"/>
                  </a:lnTo>
                  <a:lnTo>
                    <a:pt x="12" y="186"/>
                  </a:lnTo>
                  <a:lnTo>
                    <a:pt x="0" y="192"/>
                  </a:lnTo>
                  <a:lnTo>
                    <a:pt x="0" y="204"/>
                  </a:lnTo>
                  <a:lnTo>
                    <a:pt x="6" y="210"/>
                  </a:lnTo>
                  <a:lnTo>
                    <a:pt x="12" y="222"/>
                  </a:lnTo>
                  <a:lnTo>
                    <a:pt x="48" y="258"/>
                  </a:lnTo>
                  <a:lnTo>
                    <a:pt x="72" y="264"/>
                  </a:lnTo>
                  <a:lnTo>
                    <a:pt x="78" y="252"/>
                  </a:lnTo>
                  <a:lnTo>
                    <a:pt x="90" y="264"/>
                  </a:lnTo>
                  <a:lnTo>
                    <a:pt x="96" y="276"/>
                  </a:lnTo>
                  <a:lnTo>
                    <a:pt x="96" y="294"/>
                  </a:lnTo>
                  <a:lnTo>
                    <a:pt x="90" y="306"/>
                  </a:lnTo>
                  <a:lnTo>
                    <a:pt x="84" y="312"/>
                  </a:lnTo>
                  <a:lnTo>
                    <a:pt x="84" y="318"/>
                  </a:lnTo>
                  <a:lnTo>
                    <a:pt x="90" y="324"/>
                  </a:lnTo>
                  <a:lnTo>
                    <a:pt x="96" y="324"/>
                  </a:lnTo>
                  <a:lnTo>
                    <a:pt x="108" y="318"/>
                  </a:lnTo>
                  <a:lnTo>
                    <a:pt x="114" y="318"/>
                  </a:lnTo>
                  <a:lnTo>
                    <a:pt x="114" y="348"/>
                  </a:lnTo>
                  <a:lnTo>
                    <a:pt x="120" y="354"/>
                  </a:lnTo>
                  <a:lnTo>
                    <a:pt x="126" y="354"/>
                  </a:lnTo>
                  <a:lnTo>
                    <a:pt x="126" y="366"/>
                  </a:lnTo>
                  <a:lnTo>
                    <a:pt x="120" y="378"/>
                  </a:lnTo>
                  <a:lnTo>
                    <a:pt x="108" y="390"/>
                  </a:lnTo>
                  <a:lnTo>
                    <a:pt x="96" y="432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84" y="462"/>
                  </a:lnTo>
                  <a:lnTo>
                    <a:pt x="84" y="468"/>
                  </a:lnTo>
                  <a:lnTo>
                    <a:pt x="90" y="480"/>
                  </a:lnTo>
                  <a:lnTo>
                    <a:pt x="114" y="504"/>
                  </a:lnTo>
                  <a:lnTo>
                    <a:pt x="114" y="534"/>
                  </a:lnTo>
                  <a:lnTo>
                    <a:pt x="144" y="570"/>
                  </a:lnTo>
                  <a:lnTo>
                    <a:pt x="156" y="570"/>
                  </a:lnTo>
                  <a:lnTo>
                    <a:pt x="162" y="582"/>
                  </a:lnTo>
                  <a:lnTo>
                    <a:pt x="198" y="582"/>
                  </a:lnTo>
                  <a:lnTo>
                    <a:pt x="204" y="576"/>
                  </a:lnTo>
                  <a:lnTo>
                    <a:pt x="204" y="564"/>
                  </a:lnTo>
                  <a:lnTo>
                    <a:pt x="216" y="552"/>
                  </a:lnTo>
                  <a:lnTo>
                    <a:pt x="234" y="552"/>
                  </a:lnTo>
                  <a:lnTo>
                    <a:pt x="240" y="540"/>
                  </a:lnTo>
                  <a:lnTo>
                    <a:pt x="270" y="540"/>
                  </a:lnTo>
                  <a:lnTo>
                    <a:pt x="270" y="534"/>
                  </a:lnTo>
                  <a:lnTo>
                    <a:pt x="288" y="516"/>
                  </a:lnTo>
                  <a:lnTo>
                    <a:pt x="300" y="516"/>
                  </a:lnTo>
                  <a:lnTo>
                    <a:pt x="312" y="528"/>
                  </a:lnTo>
                  <a:lnTo>
                    <a:pt x="318" y="528"/>
                  </a:lnTo>
                  <a:lnTo>
                    <a:pt x="324" y="522"/>
                  </a:lnTo>
                  <a:lnTo>
                    <a:pt x="324" y="510"/>
                  </a:lnTo>
                  <a:lnTo>
                    <a:pt x="318" y="504"/>
                  </a:lnTo>
                  <a:lnTo>
                    <a:pt x="312" y="492"/>
                  </a:lnTo>
                  <a:lnTo>
                    <a:pt x="306" y="474"/>
                  </a:lnTo>
                  <a:lnTo>
                    <a:pt x="288" y="456"/>
                  </a:lnTo>
                  <a:lnTo>
                    <a:pt x="282" y="444"/>
                  </a:lnTo>
                  <a:lnTo>
                    <a:pt x="282" y="420"/>
                  </a:lnTo>
                  <a:lnTo>
                    <a:pt x="288" y="414"/>
                  </a:lnTo>
                  <a:lnTo>
                    <a:pt x="288" y="396"/>
                  </a:lnTo>
                  <a:lnTo>
                    <a:pt x="276" y="408"/>
                  </a:lnTo>
                  <a:lnTo>
                    <a:pt x="276" y="414"/>
                  </a:lnTo>
                  <a:lnTo>
                    <a:pt x="264" y="414"/>
                  </a:lnTo>
                  <a:lnTo>
                    <a:pt x="258" y="402"/>
                  </a:lnTo>
                  <a:lnTo>
                    <a:pt x="252" y="396"/>
                  </a:lnTo>
                  <a:lnTo>
                    <a:pt x="246" y="384"/>
                  </a:lnTo>
                  <a:lnTo>
                    <a:pt x="246" y="372"/>
                  </a:lnTo>
                  <a:lnTo>
                    <a:pt x="240" y="372"/>
                  </a:lnTo>
                  <a:lnTo>
                    <a:pt x="240" y="366"/>
                  </a:lnTo>
                  <a:lnTo>
                    <a:pt x="234" y="360"/>
                  </a:lnTo>
                  <a:lnTo>
                    <a:pt x="234" y="348"/>
                  </a:lnTo>
                  <a:lnTo>
                    <a:pt x="240" y="336"/>
                  </a:lnTo>
                  <a:lnTo>
                    <a:pt x="246" y="330"/>
                  </a:lnTo>
                  <a:lnTo>
                    <a:pt x="246" y="288"/>
                  </a:lnTo>
                  <a:lnTo>
                    <a:pt x="252" y="282"/>
                  </a:lnTo>
                  <a:lnTo>
                    <a:pt x="264" y="276"/>
                  </a:lnTo>
                  <a:lnTo>
                    <a:pt x="294" y="276"/>
                  </a:lnTo>
                  <a:lnTo>
                    <a:pt x="300" y="270"/>
                  </a:lnTo>
                  <a:lnTo>
                    <a:pt x="300" y="258"/>
                  </a:lnTo>
                  <a:lnTo>
                    <a:pt x="288" y="246"/>
                  </a:lnTo>
                  <a:lnTo>
                    <a:pt x="288" y="234"/>
                  </a:lnTo>
                  <a:lnTo>
                    <a:pt x="294" y="222"/>
                  </a:lnTo>
                  <a:lnTo>
                    <a:pt x="300" y="216"/>
                  </a:lnTo>
                  <a:lnTo>
                    <a:pt x="306" y="204"/>
                  </a:lnTo>
                  <a:lnTo>
                    <a:pt x="306" y="192"/>
                  </a:lnTo>
                  <a:lnTo>
                    <a:pt x="300" y="180"/>
                  </a:lnTo>
                  <a:lnTo>
                    <a:pt x="294" y="174"/>
                  </a:lnTo>
                  <a:lnTo>
                    <a:pt x="276" y="174"/>
                  </a:lnTo>
                  <a:lnTo>
                    <a:pt x="270" y="180"/>
                  </a:lnTo>
                  <a:lnTo>
                    <a:pt x="270" y="156"/>
                  </a:lnTo>
                  <a:lnTo>
                    <a:pt x="258" y="150"/>
                  </a:lnTo>
                  <a:lnTo>
                    <a:pt x="252" y="138"/>
                  </a:lnTo>
                  <a:lnTo>
                    <a:pt x="234" y="132"/>
                  </a:lnTo>
                  <a:lnTo>
                    <a:pt x="216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8" y="156"/>
                  </a:lnTo>
                  <a:lnTo>
                    <a:pt x="192" y="162"/>
                  </a:lnTo>
                  <a:lnTo>
                    <a:pt x="192" y="168"/>
                  </a:lnTo>
                  <a:lnTo>
                    <a:pt x="192" y="162"/>
                  </a:lnTo>
                  <a:lnTo>
                    <a:pt x="198" y="156"/>
                  </a:lnTo>
                  <a:lnTo>
                    <a:pt x="198" y="144"/>
                  </a:lnTo>
                  <a:lnTo>
                    <a:pt x="204" y="132"/>
                  </a:lnTo>
                  <a:lnTo>
                    <a:pt x="204" y="114"/>
                  </a:lnTo>
                  <a:lnTo>
                    <a:pt x="210" y="102"/>
                  </a:lnTo>
                  <a:lnTo>
                    <a:pt x="210" y="78"/>
                  </a:lnTo>
                  <a:lnTo>
                    <a:pt x="192" y="42"/>
                  </a:lnTo>
                  <a:lnTo>
                    <a:pt x="180" y="30"/>
                  </a:lnTo>
                  <a:lnTo>
                    <a:pt x="132" y="6"/>
                  </a:lnTo>
                  <a:lnTo>
                    <a:pt x="126" y="0"/>
                  </a:lnTo>
                  <a:lnTo>
                    <a:pt x="120" y="0"/>
                  </a:lnTo>
                  <a:lnTo>
                    <a:pt x="102" y="36"/>
                  </a:lnTo>
                  <a:lnTo>
                    <a:pt x="96" y="42"/>
                  </a:lnTo>
                  <a:lnTo>
                    <a:pt x="90" y="4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18" name="Guinea-Bissau" descr="© INSCALE GmbH, 05.05.2010&#10;http://www.presentationload.com/">
              <a:extLst>
                <a:ext uri="{FF2B5EF4-FFF2-40B4-BE49-F238E27FC236}">
                  <a16:creationId xmlns:a16="http://schemas.microsoft.com/office/drawing/2014/main" id="{ACFC0FAC-B921-4835-B808-9CBC63E17ADE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353307" y="2664195"/>
              <a:ext cx="60744" cy="51378"/>
            </a:xfrm>
            <a:custGeom>
              <a:avLst/>
              <a:gdLst>
                <a:gd name="T0" fmla="*/ 2147483647 w 186"/>
                <a:gd name="T1" fmla="*/ 2147483647 h 156"/>
                <a:gd name="T2" fmla="*/ 2147483647 w 186"/>
                <a:gd name="T3" fmla="*/ 2147483647 h 156"/>
                <a:gd name="T4" fmla="*/ 2147483647 w 186"/>
                <a:gd name="T5" fmla="*/ 2147483647 h 156"/>
                <a:gd name="T6" fmla="*/ 2147483647 w 186"/>
                <a:gd name="T7" fmla="*/ 2147483647 h 156"/>
                <a:gd name="T8" fmla="*/ 2147483647 w 186"/>
                <a:gd name="T9" fmla="*/ 2147483647 h 156"/>
                <a:gd name="T10" fmla="*/ 2147483647 w 186"/>
                <a:gd name="T11" fmla="*/ 2147483647 h 156"/>
                <a:gd name="T12" fmla="*/ 2147483647 w 186"/>
                <a:gd name="T13" fmla="*/ 2147483647 h 156"/>
                <a:gd name="T14" fmla="*/ 2147483647 w 186"/>
                <a:gd name="T15" fmla="*/ 2147483647 h 156"/>
                <a:gd name="T16" fmla="*/ 2147483647 w 186"/>
                <a:gd name="T17" fmla="*/ 2147483647 h 156"/>
                <a:gd name="T18" fmla="*/ 2147483647 w 186"/>
                <a:gd name="T19" fmla="*/ 2147483647 h 156"/>
                <a:gd name="T20" fmla="*/ 2147483647 w 186"/>
                <a:gd name="T21" fmla="*/ 2147483647 h 156"/>
                <a:gd name="T22" fmla="*/ 2147483647 w 186"/>
                <a:gd name="T23" fmla="*/ 2147483647 h 156"/>
                <a:gd name="T24" fmla="*/ 2147483647 w 186"/>
                <a:gd name="T25" fmla="*/ 2147483647 h 156"/>
                <a:gd name="T26" fmla="*/ 2147483647 w 186"/>
                <a:gd name="T27" fmla="*/ 2147483647 h 156"/>
                <a:gd name="T28" fmla="*/ 2147483647 w 186"/>
                <a:gd name="T29" fmla="*/ 0 h 156"/>
                <a:gd name="T30" fmla="*/ 2147483647 w 186"/>
                <a:gd name="T31" fmla="*/ 2147483647 h 156"/>
                <a:gd name="T32" fmla="*/ 2147483647 w 186"/>
                <a:gd name="T33" fmla="*/ 2147483647 h 156"/>
                <a:gd name="T34" fmla="*/ 2147483647 w 186"/>
                <a:gd name="T35" fmla="*/ 2147483647 h 156"/>
                <a:gd name="T36" fmla="*/ 0 w 186"/>
                <a:gd name="T37" fmla="*/ 2147483647 h 156"/>
                <a:gd name="T38" fmla="*/ 2147483647 w 186"/>
                <a:gd name="T39" fmla="*/ 2147483647 h 156"/>
                <a:gd name="T40" fmla="*/ 2147483647 w 186"/>
                <a:gd name="T41" fmla="*/ 2147483647 h 156"/>
                <a:gd name="T42" fmla="*/ 2147483647 w 186"/>
                <a:gd name="T43" fmla="*/ 2147483647 h 156"/>
                <a:gd name="T44" fmla="*/ 2147483647 w 186"/>
                <a:gd name="T45" fmla="*/ 2147483647 h 156"/>
                <a:gd name="T46" fmla="*/ 2147483647 w 186"/>
                <a:gd name="T47" fmla="*/ 2147483647 h 156"/>
                <a:gd name="T48" fmla="*/ 2147483647 w 186"/>
                <a:gd name="T49" fmla="*/ 2147483647 h 156"/>
                <a:gd name="T50" fmla="*/ 2147483647 w 186"/>
                <a:gd name="T51" fmla="*/ 2147483647 h 156"/>
                <a:gd name="T52" fmla="*/ 2147483647 w 186"/>
                <a:gd name="T53" fmla="*/ 2147483647 h 156"/>
                <a:gd name="T54" fmla="*/ 2147483647 w 186"/>
                <a:gd name="T55" fmla="*/ 2147483647 h 156"/>
                <a:gd name="T56" fmla="*/ 2147483647 w 186"/>
                <a:gd name="T57" fmla="*/ 2147483647 h 156"/>
                <a:gd name="T58" fmla="*/ 2147483647 w 186"/>
                <a:gd name="T59" fmla="*/ 2147483647 h 156"/>
                <a:gd name="T60" fmla="*/ 2147483647 w 186"/>
                <a:gd name="T61" fmla="*/ 2147483647 h 156"/>
                <a:gd name="T62" fmla="*/ 2147483647 w 186"/>
                <a:gd name="T63" fmla="*/ 2147483647 h 156"/>
                <a:gd name="T64" fmla="*/ 2147483647 w 186"/>
                <a:gd name="T65" fmla="*/ 2147483647 h 156"/>
                <a:gd name="T66" fmla="*/ 2147483647 w 186"/>
                <a:gd name="T67" fmla="*/ 2147483647 h 156"/>
                <a:gd name="T68" fmla="*/ 2147483647 w 186"/>
                <a:gd name="T69" fmla="*/ 2147483647 h 156"/>
                <a:gd name="T70" fmla="*/ 2147483647 w 186"/>
                <a:gd name="T71" fmla="*/ 2147483647 h 156"/>
                <a:gd name="T72" fmla="*/ 2147483647 w 186"/>
                <a:gd name="T73" fmla="*/ 2147483647 h 15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86"/>
                <a:gd name="T112" fmla="*/ 0 h 156"/>
                <a:gd name="T113" fmla="*/ 186 w 186"/>
                <a:gd name="T114" fmla="*/ 156 h 15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86" h="156">
                  <a:moveTo>
                    <a:pt x="126" y="102"/>
                  </a:moveTo>
                  <a:lnTo>
                    <a:pt x="132" y="96"/>
                  </a:lnTo>
                  <a:lnTo>
                    <a:pt x="144" y="90"/>
                  </a:lnTo>
                  <a:lnTo>
                    <a:pt x="174" y="90"/>
                  </a:lnTo>
                  <a:lnTo>
                    <a:pt x="180" y="84"/>
                  </a:lnTo>
                  <a:lnTo>
                    <a:pt x="186" y="72"/>
                  </a:lnTo>
                  <a:lnTo>
                    <a:pt x="186" y="66"/>
                  </a:lnTo>
                  <a:lnTo>
                    <a:pt x="180" y="60"/>
                  </a:lnTo>
                  <a:lnTo>
                    <a:pt x="168" y="54"/>
                  </a:lnTo>
                  <a:lnTo>
                    <a:pt x="162" y="48"/>
                  </a:lnTo>
                  <a:lnTo>
                    <a:pt x="162" y="36"/>
                  </a:lnTo>
                  <a:lnTo>
                    <a:pt x="168" y="30"/>
                  </a:lnTo>
                  <a:lnTo>
                    <a:pt x="186" y="30"/>
                  </a:lnTo>
                  <a:lnTo>
                    <a:pt x="186" y="6"/>
                  </a:lnTo>
                  <a:lnTo>
                    <a:pt x="84" y="0"/>
                  </a:lnTo>
                  <a:lnTo>
                    <a:pt x="54" y="24"/>
                  </a:lnTo>
                  <a:lnTo>
                    <a:pt x="18" y="24"/>
                  </a:lnTo>
                  <a:lnTo>
                    <a:pt x="6" y="36"/>
                  </a:lnTo>
                  <a:lnTo>
                    <a:pt x="0" y="72"/>
                  </a:lnTo>
                  <a:lnTo>
                    <a:pt x="6" y="78"/>
                  </a:lnTo>
                  <a:lnTo>
                    <a:pt x="18" y="78"/>
                  </a:lnTo>
                  <a:lnTo>
                    <a:pt x="42" y="66"/>
                  </a:lnTo>
                  <a:lnTo>
                    <a:pt x="66" y="66"/>
                  </a:lnTo>
                  <a:lnTo>
                    <a:pt x="90" y="60"/>
                  </a:lnTo>
                  <a:lnTo>
                    <a:pt x="90" y="84"/>
                  </a:lnTo>
                  <a:lnTo>
                    <a:pt x="78" y="78"/>
                  </a:lnTo>
                  <a:lnTo>
                    <a:pt x="72" y="78"/>
                  </a:lnTo>
                  <a:lnTo>
                    <a:pt x="66" y="72"/>
                  </a:lnTo>
                  <a:lnTo>
                    <a:pt x="54" y="72"/>
                  </a:lnTo>
                  <a:lnTo>
                    <a:pt x="54" y="96"/>
                  </a:lnTo>
                  <a:lnTo>
                    <a:pt x="60" y="102"/>
                  </a:lnTo>
                  <a:lnTo>
                    <a:pt x="90" y="96"/>
                  </a:lnTo>
                  <a:lnTo>
                    <a:pt x="54" y="114"/>
                  </a:lnTo>
                  <a:lnTo>
                    <a:pt x="84" y="156"/>
                  </a:lnTo>
                  <a:lnTo>
                    <a:pt x="90" y="132"/>
                  </a:lnTo>
                  <a:lnTo>
                    <a:pt x="108" y="102"/>
                  </a:lnTo>
                  <a:lnTo>
                    <a:pt x="126" y="10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19" name="Guatemala" descr="© INSCALE GmbH, 05.05.2010&#10;http://www.presentationload.com/">
              <a:extLst>
                <a:ext uri="{FF2B5EF4-FFF2-40B4-BE49-F238E27FC236}">
                  <a16:creationId xmlns:a16="http://schemas.microsoft.com/office/drawing/2014/main" id="{483653F1-880C-44DB-9E72-23EF4FA82C2D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582696" y="2528044"/>
              <a:ext cx="98224" cy="110462"/>
            </a:xfrm>
            <a:custGeom>
              <a:avLst/>
              <a:gdLst>
                <a:gd name="T0" fmla="*/ 2147483647 w 300"/>
                <a:gd name="T1" fmla="*/ 2147483647 h 336"/>
                <a:gd name="T2" fmla="*/ 2147483647 w 300"/>
                <a:gd name="T3" fmla="*/ 2147483647 h 336"/>
                <a:gd name="T4" fmla="*/ 2147483647 w 300"/>
                <a:gd name="T5" fmla="*/ 2147483647 h 336"/>
                <a:gd name="T6" fmla="*/ 2147483647 w 300"/>
                <a:gd name="T7" fmla="*/ 2147483647 h 336"/>
                <a:gd name="T8" fmla="*/ 2147483647 w 300"/>
                <a:gd name="T9" fmla="*/ 2147483647 h 336"/>
                <a:gd name="T10" fmla="*/ 2147483647 w 300"/>
                <a:gd name="T11" fmla="*/ 0 h 336"/>
                <a:gd name="T12" fmla="*/ 2147483647 w 300"/>
                <a:gd name="T13" fmla="*/ 2147483647 h 336"/>
                <a:gd name="T14" fmla="*/ 2147483647 w 300"/>
                <a:gd name="T15" fmla="*/ 2147483647 h 336"/>
                <a:gd name="T16" fmla="*/ 2147483647 w 300"/>
                <a:gd name="T17" fmla="*/ 2147483647 h 336"/>
                <a:gd name="T18" fmla="*/ 2147483647 w 300"/>
                <a:gd name="T19" fmla="*/ 2147483647 h 336"/>
                <a:gd name="T20" fmla="*/ 2147483647 w 300"/>
                <a:gd name="T21" fmla="*/ 2147483647 h 336"/>
                <a:gd name="T22" fmla="*/ 2147483647 w 300"/>
                <a:gd name="T23" fmla="*/ 2147483647 h 336"/>
                <a:gd name="T24" fmla="*/ 2147483647 w 300"/>
                <a:gd name="T25" fmla="*/ 2147483647 h 336"/>
                <a:gd name="T26" fmla="*/ 2147483647 w 300"/>
                <a:gd name="T27" fmla="*/ 2147483647 h 336"/>
                <a:gd name="T28" fmla="*/ 2147483647 w 300"/>
                <a:gd name="T29" fmla="*/ 2147483647 h 336"/>
                <a:gd name="T30" fmla="*/ 2147483647 w 300"/>
                <a:gd name="T31" fmla="*/ 2147483647 h 336"/>
                <a:gd name="T32" fmla="*/ 2147483647 w 300"/>
                <a:gd name="T33" fmla="*/ 2147483647 h 336"/>
                <a:gd name="T34" fmla="*/ 2147483647 w 300"/>
                <a:gd name="T35" fmla="*/ 2147483647 h 336"/>
                <a:gd name="T36" fmla="*/ 2147483647 w 300"/>
                <a:gd name="T37" fmla="*/ 2147483647 h 336"/>
                <a:gd name="T38" fmla="*/ 2147483647 w 300"/>
                <a:gd name="T39" fmla="*/ 2147483647 h 336"/>
                <a:gd name="T40" fmla="*/ 2147483647 w 300"/>
                <a:gd name="T41" fmla="*/ 2147483647 h 336"/>
                <a:gd name="T42" fmla="*/ 2147483647 w 300"/>
                <a:gd name="T43" fmla="*/ 2147483647 h 336"/>
                <a:gd name="T44" fmla="*/ 2147483647 w 300"/>
                <a:gd name="T45" fmla="*/ 2147483647 h 336"/>
                <a:gd name="T46" fmla="*/ 2147483647 w 300"/>
                <a:gd name="T47" fmla="*/ 2147483647 h 336"/>
                <a:gd name="T48" fmla="*/ 2147483647 w 300"/>
                <a:gd name="T49" fmla="*/ 2147483647 h 336"/>
                <a:gd name="T50" fmla="*/ 2147483647 w 300"/>
                <a:gd name="T51" fmla="*/ 2147483647 h 336"/>
                <a:gd name="T52" fmla="*/ 2147483647 w 300"/>
                <a:gd name="T53" fmla="*/ 2147483647 h 336"/>
                <a:gd name="T54" fmla="*/ 2147483647 w 300"/>
                <a:gd name="T55" fmla="*/ 2147483647 h 336"/>
                <a:gd name="T56" fmla="*/ 2147483647 w 300"/>
                <a:gd name="T57" fmla="*/ 2147483647 h 336"/>
                <a:gd name="T58" fmla="*/ 0 w 300"/>
                <a:gd name="T59" fmla="*/ 2147483647 h 336"/>
                <a:gd name="T60" fmla="*/ 2147483647 w 300"/>
                <a:gd name="T61" fmla="*/ 2147483647 h 336"/>
                <a:gd name="T62" fmla="*/ 2147483647 w 300"/>
                <a:gd name="T63" fmla="*/ 2147483647 h 336"/>
                <a:gd name="T64" fmla="*/ 2147483647 w 300"/>
                <a:gd name="T65" fmla="*/ 2147483647 h 336"/>
                <a:gd name="T66" fmla="*/ 2147483647 w 300"/>
                <a:gd name="T67" fmla="*/ 2147483647 h 336"/>
                <a:gd name="T68" fmla="*/ 2147483647 w 300"/>
                <a:gd name="T69" fmla="*/ 2147483647 h 336"/>
                <a:gd name="T70" fmla="*/ 2147483647 w 300"/>
                <a:gd name="T71" fmla="*/ 2147483647 h 336"/>
                <a:gd name="T72" fmla="*/ 2147483647 w 300"/>
                <a:gd name="T73" fmla="*/ 2147483647 h 336"/>
                <a:gd name="T74" fmla="*/ 2147483647 w 300"/>
                <a:gd name="T75" fmla="*/ 2147483647 h 336"/>
                <a:gd name="T76" fmla="*/ 2147483647 w 300"/>
                <a:gd name="T77" fmla="*/ 2147483647 h 336"/>
                <a:gd name="T78" fmla="*/ 2147483647 w 300"/>
                <a:gd name="T79" fmla="*/ 2147483647 h 336"/>
                <a:gd name="T80" fmla="*/ 2147483647 w 300"/>
                <a:gd name="T81" fmla="*/ 2147483647 h 336"/>
                <a:gd name="T82" fmla="*/ 2147483647 w 300"/>
                <a:gd name="T83" fmla="*/ 2147483647 h 336"/>
                <a:gd name="T84" fmla="*/ 2147483647 w 300"/>
                <a:gd name="T85" fmla="*/ 2147483647 h 336"/>
                <a:gd name="T86" fmla="*/ 2147483647 w 300"/>
                <a:gd name="T87" fmla="*/ 2147483647 h 336"/>
                <a:gd name="T88" fmla="*/ 2147483647 w 300"/>
                <a:gd name="T89" fmla="*/ 2147483647 h 336"/>
                <a:gd name="T90" fmla="*/ 2147483647 w 300"/>
                <a:gd name="T91" fmla="*/ 2147483647 h 336"/>
                <a:gd name="T92" fmla="*/ 2147483647 w 300"/>
                <a:gd name="T93" fmla="*/ 2147483647 h 336"/>
                <a:gd name="T94" fmla="*/ 2147483647 w 300"/>
                <a:gd name="T95" fmla="*/ 2147483647 h 336"/>
                <a:gd name="T96" fmla="*/ 2147483647 w 300"/>
                <a:gd name="T97" fmla="*/ 2147483647 h 336"/>
                <a:gd name="T98" fmla="*/ 2147483647 w 300"/>
                <a:gd name="T99" fmla="*/ 2147483647 h 336"/>
                <a:gd name="T100" fmla="*/ 2147483647 w 300"/>
                <a:gd name="T101" fmla="*/ 2147483647 h 336"/>
                <a:gd name="T102" fmla="*/ 2147483647 w 300"/>
                <a:gd name="T103" fmla="*/ 2147483647 h 336"/>
                <a:gd name="T104" fmla="*/ 2147483647 w 300"/>
                <a:gd name="T105" fmla="*/ 2147483647 h 336"/>
                <a:gd name="T106" fmla="*/ 2147483647 w 300"/>
                <a:gd name="T107" fmla="*/ 2147483647 h 336"/>
                <a:gd name="T108" fmla="*/ 2147483647 w 300"/>
                <a:gd name="T109" fmla="*/ 2147483647 h 336"/>
                <a:gd name="T110" fmla="*/ 2147483647 w 300"/>
                <a:gd name="T111" fmla="*/ 2147483647 h 336"/>
                <a:gd name="T112" fmla="*/ 2147483647 w 300"/>
                <a:gd name="T113" fmla="*/ 2147483647 h 336"/>
                <a:gd name="T114" fmla="*/ 2147483647 w 300"/>
                <a:gd name="T115" fmla="*/ 2147483647 h 336"/>
                <a:gd name="T116" fmla="*/ 2147483647 w 300"/>
                <a:gd name="T117" fmla="*/ 2147483647 h 336"/>
                <a:gd name="T118" fmla="*/ 2147483647 w 300"/>
                <a:gd name="T119" fmla="*/ 2147483647 h 336"/>
                <a:gd name="T120" fmla="*/ 2147483647 w 300"/>
                <a:gd name="T121" fmla="*/ 2147483647 h 3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00"/>
                <a:gd name="T184" fmla="*/ 0 h 336"/>
                <a:gd name="T185" fmla="*/ 300 w 300"/>
                <a:gd name="T186" fmla="*/ 336 h 3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00" h="336">
                  <a:moveTo>
                    <a:pt x="288" y="156"/>
                  </a:moveTo>
                  <a:lnTo>
                    <a:pt x="270" y="168"/>
                  </a:lnTo>
                  <a:lnTo>
                    <a:pt x="258" y="162"/>
                  </a:lnTo>
                  <a:lnTo>
                    <a:pt x="228" y="162"/>
                  </a:lnTo>
                  <a:lnTo>
                    <a:pt x="252" y="6"/>
                  </a:lnTo>
                  <a:lnTo>
                    <a:pt x="120" y="0"/>
                  </a:lnTo>
                  <a:lnTo>
                    <a:pt x="120" y="12"/>
                  </a:lnTo>
                  <a:lnTo>
                    <a:pt x="126" y="24"/>
                  </a:lnTo>
                  <a:lnTo>
                    <a:pt x="126" y="48"/>
                  </a:lnTo>
                  <a:lnTo>
                    <a:pt x="120" y="48"/>
                  </a:lnTo>
                  <a:lnTo>
                    <a:pt x="108" y="54"/>
                  </a:lnTo>
                  <a:lnTo>
                    <a:pt x="84" y="54"/>
                  </a:lnTo>
                  <a:lnTo>
                    <a:pt x="96" y="60"/>
                  </a:lnTo>
                  <a:lnTo>
                    <a:pt x="96" y="66"/>
                  </a:lnTo>
                  <a:lnTo>
                    <a:pt x="102" y="78"/>
                  </a:lnTo>
                  <a:lnTo>
                    <a:pt x="108" y="84"/>
                  </a:lnTo>
                  <a:lnTo>
                    <a:pt x="114" y="84"/>
                  </a:lnTo>
                  <a:lnTo>
                    <a:pt x="126" y="90"/>
                  </a:lnTo>
                  <a:lnTo>
                    <a:pt x="132" y="90"/>
                  </a:lnTo>
                  <a:lnTo>
                    <a:pt x="138" y="114"/>
                  </a:lnTo>
                  <a:lnTo>
                    <a:pt x="156" y="114"/>
                  </a:lnTo>
                  <a:lnTo>
                    <a:pt x="156" y="126"/>
                  </a:lnTo>
                  <a:lnTo>
                    <a:pt x="150" y="132"/>
                  </a:lnTo>
                  <a:lnTo>
                    <a:pt x="144" y="132"/>
                  </a:lnTo>
                  <a:lnTo>
                    <a:pt x="144" y="150"/>
                  </a:lnTo>
                  <a:lnTo>
                    <a:pt x="54" y="144"/>
                  </a:lnTo>
                  <a:lnTo>
                    <a:pt x="24" y="192"/>
                  </a:lnTo>
                  <a:lnTo>
                    <a:pt x="24" y="264"/>
                  </a:lnTo>
                  <a:lnTo>
                    <a:pt x="18" y="270"/>
                  </a:lnTo>
                  <a:lnTo>
                    <a:pt x="0" y="270"/>
                  </a:lnTo>
                  <a:lnTo>
                    <a:pt x="6" y="282"/>
                  </a:lnTo>
                  <a:lnTo>
                    <a:pt x="12" y="288"/>
                  </a:lnTo>
                  <a:lnTo>
                    <a:pt x="24" y="288"/>
                  </a:lnTo>
                  <a:lnTo>
                    <a:pt x="42" y="300"/>
                  </a:lnTo>
                  <a:lnTo>
                    <a:pt x="60" y="318"/>
                  </a:lnTo>
                  <a:lnTo>
                    <a:pt x="72" y="324"/>
                  </a:lnTo>
                  <a:lnTo>
                    <a:pt x="120" y="324"/>
                  </a:lnTo>
                  <a:lnTo>
                    <a:pt x="126" y="330"/>
                  </a:lnTo>
                  <a:lnTo>
                    <a:pt x="132" y="330"/>
                  </a:lnTo>
                  <a:lnTo>
                    <a:pt x="138" y="336"/>
                  </a:lnTo>
                  <a:lnTo>
                    <a:pt x="150" y="324"/>
                  </a:lnTo>
                  <a:lnTo>
                    <a:pt x="162" y="318"/>
                  </a:lnTo>
                  <a:lnTo>
                    <a:pt x="168" y="312"/>
                  </a:lnTo>
                  <a:lnTo>
                    <a:pt x="174" y="312"/>
                  </a:lnTo>
                  <a:lnTo>
                    <a:pt x="180" y="300"/>
                  </a:lnTo>
                  <a:lnTo>
                    <a:pt x="186" y="294"/>
                  </a:lnTo>
                  <a:lnTo>
                    <a:pt x="186" y="282"/>
                  </a:lnTo>
                  <a:lnTo>
                    <a:pt x="204" y="282"/>
                  </a:lnTo>
                  <a:lnTo>
                    <a:pt x="210" y="276"/>
                  </a:lnTo>
                  <a:lnTo>
                    <a:pt x="222" y="270"/>
                  </a:lnTo>
                  <a:lnTo>
                    <a:pt x="222" y="264"/>
                  </a:lnTo>
                  <a:lnTo>
                    <a:pt x="228" y="252"/>
                  </a:lnTo>
                  <a:lnTo>
                    <a:pt x="228" y="234"/>
                  </a:lnTo>
                  <a:lnTo>
                    <a:pt x="234" y="222"/>
                  </a:lnTo>
                  <a:lnTo>
                    <a:pt x="246" y="216"/>
                  </a:lnTo>
                  <a:lnTo>
                    <a:pt x="258" y="204"/>
                  </a:lnTo>
                  <a:lnTo>
                    <a:pt x="270" y="198"/>
                  </a:lnTo>
                  <a:lnTo>
                    <a:pt x="282" y="186"/>
                  </a:lnTo>
                  <a:lnTo>
                    <a:pt x="294" y="180"/>
                  </a:lnTo>
                  <a:lnTo>
                    <a:pt x="300" y="168"/>
                  </a:lnTo>
                  <a:lnTo>
                    <a:pt x="288" y="15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20" name="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93C155DD-B460-4181-B353-89ED905B9ED2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383034" y="2666763"/>
              <a:ext cx="171892" cy="145142"/>
            </a:xfrm>
            <a:custGeom>
              <a:avLst/>
              <a:gdLst>
                <a:gd name="T0" fmla="*/ 2147483647 w 522"/>
                <a:gd name="T1" fmla="*/ 2147483647 h 444"/>
                <a:gd name="T2" fmla="*/ 2147483647 w 522"/>
                <a:gd name="T3" fmla="*/ 2147483647 h 444"/>
                <a:gd name="T4" fmla="*/ 2147483647 w 522"/>
                <a:gd name="T5" fmla="*/ 2147483647 h 444"/>
                <a:gd name="T6" fmla="*/ 2147483647 w 522"/>
                <a:gd name="T7" fmla="*/ 2147483647 h 444"/>
                <a:gd name="T8" fmla="*/ 2147483647 w 522"/>
                <a:gd name="T9" fmla="*/ 2147483647 h 444"/>
                <a:gd name="T10" fmla="*/ 2147483647 w 522"/>
                <a:gd name="T11" fmla="*/ 2147483647 h 444"/>
                <a:gd name="T12" fmla="*/ 2147483647 w 522"/>
                <a:gd name="T13" fmla="*/ 2147483647 h 444"/>
                <a:gd name="T14" fmla="*/ 2147483647 w 522"/>
                <a:gd name="T15" fmla="*/ 2147483647 h 444"/>
                <a:gd name="T16" fmla="*/ 2147483647 w 522"/>
                <a:gd name="T17" fmla="*/ 2147483647 h 444"/>
                <a:gd name="T18" fmla="*/ 2147483647 w 522"/>
                <a:gd name="T19" fmla="*/ 2147483647 h 444"/>
                <a:gd name="T20" fmla="*/ 2147483647 w 522"/>
                <a:gd name="T21" fmla="*/ 2147483647 h 444"/>
                <a:gd name="T22" fmla="*/ 2147483647 w 522"/>
                <a:gd name="T23" fmla="*/ 2147483647 h 444"/>
                <a:gd name="T24" fmla="*/ 2147483647 w 522"/>
                <a:gd name="T25" fmla="*/ 2147483647 h 444"/>
                <a:gd name="T26" fmla="*/ 2147483647 w 522"/>
                <a:gd name="T27" fmla="*/ 2147483647 h 444"/>
                <a:gd name="T28" fmla="*/ 2147483647 w 522"/>
                <a:gd name="T29" fmla="*/ 2147483647 h 444"/>
                <a:gd name="T30" fmla="*/ 2147483647 w 522"/>
                <a:gd name="T31" fmla="*/ 2147483647 h 444"/>
                <a:gd name="T32" fmla="*/ 2147483647 w 522"/>
                <a:gd name="T33" fmla="*/ 2147483647 h 444"/>
                <a:gd name="T34" fmla="*/ 2147483647 w 522"/>
                <a:gd name="T35" fmla="*/ 2147483647 h 444"/>
                <a:gd name="T36" fmla="*/ 2147483647 w 522"/>
                <a:gd name="T37" fmla="*/ 2147483647 h 444"/>
                <a:gd name="T38" fmla="*/ 2147483647 w 522"/>
                <a:gd name="T39" fmla="*/ 2147483647 h 444"/>
                <a:gd name="T40" fmla="*/ 2147483647 w 522"/>
                <a:gd name="T41" fmla="*/ 2147483647 h 444"/>
                <a:gd name="T42" fmla="*/ 2147483647 w 522"/>
                <a:gd name="T43" fmla="*/ 2147483647 h 444"/>
                <a:gd name="T44" fmla="*/ 2147483647 w 522"/>
                <a:gd name="T45" fmla="*/ 2147483647 h 444"/>
                <a:gd name="T46" fmla="*/ 2147483647 w 522"/>
                <a:gd name="T47" fmla="*/ 2147483647 h 444"/>
                <a:gd name="T48" fmla="*/ 2147483647 w 522"/>
                <a:gd name="T49" fmla="*/ 2147483647 h 444"/>
                <a:gd name="T50" fmla="*/ 2147483647 w 522"/>
                <a:gd name="T51" fmla="*/ 2147483647 h 444"/>
                <a:gd name="T52" fmla="*/ 2147483647 w 522"/>
                <a:gd name="T53" fmla="*/ 2147483647 h 444"/>
                <a:gd name="T54" fmla="*/ 2147483647 w 522"/>
                <a:gd name="T55" fmla="*/ 2147483647 h 444"/>
                <a:gd name="T56" fmla="*/ 2147483647 w 522"/>
                <a:gd name="T57" fmla="*/ 2147483647 h 444"/>
                <a:gd name="T58" fmla="*/ 2147483647 w 522"/>
                <a:gd name="T59" fmla="*/ 2147483647 h 444"/>
                <a:gd name="T60" fmla="*/ 2147483647 w 522"/>
                <a:gd name="T61" fmla="*/ 2147483647 h 444"/>
                <a:gd name="T62" fmla="*/ 2147483647 w 522"/>
                <a:gd name="T63" fmla="*/ 2147483647 h 444"/>
                <a:gd name="T64" fmla="*/ 2147483647 w 522"/>
                <a:gd name="T65" fmla="*/ 2147483647 h 444"/>
                <a:gd name="T66" fmla="*/ 2147483647 w 522"/>
                <a:gd name="T67" fmla="*/ 2147483647 h 444"/>
                <a:gd name="T68" fmla="*/ 2147483647 w 522"/>
                <a:gd name="T69" fmla="*/ 2147483647 h 444"/>
                <a:gd name="T70" fmla="*/ 2147483647 w 522"/>
                <a:gd name="T71" fmla="*/ 2147483647 h 444"/>
                <a:gd name="T72" fmla="*/ 2147483647 w 522"/>
                <a:gd name="T73" fmla="*/ 2147483647 h 444"/>
                <a:gd name="T74" fmla="*/ 2147483647 w 522"/>
                <a:gd name="T75" fmla="*/ 2147483647 h 444"/>
                <a:gd name="T76" fmla="*/ 2147483647 w 522"/>
                <a:gd name="T77" fmla="*/ 2147483647 h 444"/>
                <a:gd name="T78" fmla="*/ 2147483647 w 522"/>
                <a:gd name="T79" fmla="*/ 2147483647 h 444"/>
                <a:gd name="T80" fmla="*/ 2147483647 w 522"/>
                <a:gd name="T81" fmla="*/ 2147483647 h 444"/>
                <a:gd name="T82" fmla="*/ 2147483647 w 522"/>
                <a:gd name="T83" fmla="*/ 2147483647 h 444"/>
                <a:gd name="T84" fmla="*/ 2147483647 w 522"/>
                <a:gd name="T85" fmla="*/ 2147483647 h 444"/>
                <a:gd name="T86" fmla="*/ 2147483647 w 522"/>
                <a:gd name="T87" fmla="*/ 2147483647 h 444"/>
                <a:gd name="T88" fmla="*/ 2147483647 w 522"/>
                <a:gd name="T89" fmla="*/ 2147483647 h 444"/>
                <a:gd name="T90" fmla="*/ 2147483647 w 522"/>
                <a:gd name="T91" fmla="*/ 2147483647 h 444"/>
                <a:gd name="T92" fmla="*/ 2147483647 w 522"/>
                <a:gd name="T93" fmla="*/ 2147483647 h 44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22"/>
                <a:gd name="T142" fmla="*/ 0 h 444"/>
                <a:gd name="T143" fmla="*/ 522 w 522"/>
                <a:gd name="T144" fmla="*/ 444 h 444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22" h="444">
                  <a:moveTo>
                    <a:pt x="96" y="0"/>
                  </a:moveTo>
                  <a:lnTo>
                    <a:pt x="96" y="24"/>
                  </a:lnTo>
                  <a:lnTo>
                    <a:pt x="78" y="24"/>
                  </a:lnTo>
                  <a:lnTo>
                    <a:pt x="72" y="30"/>
                  </a:lnTo>
                  <a:lnTo>
                    <a:pt x="72" y="42"/>
                  </a:lnTo>
                  <a:lnTo>
                    <a:pt x="78" y="48"/>
                  </a:lnTo>
                  <a:lnTo>
                    <a:pt x="90" y="54"/>
                  </a:lnTo>
                  <a:lnTo>
                    <a:pt x="96" y="60"/>
                  </a:lnTo>
                  <a:lnTo>
                    <a:pt x="96" y="66"/>
                  </a:lnTo>
                  <a:lnTo>
                    <a:pt x="90" y="78"/>
                  </a:lnTo>
                  <a:lnTo>
                    <a:pt x="84" y="84"/>
                  </a:lnTo>
                  <a:lnTo>
                    <a:pt x="54" y="84"/>
                  </a:lnTo>
                  <a:lnTo>
                    <a:pt x="42" y="90"/>
                  </a:lnTo>
                  <a:lnTo>
                    <a:pt x="36" y="96"/>
                  </a:lnTo>
                  <a:lnTo>
                    <a:pt x="18" y="96"/>
                  </a:lnTo>
                  <a:lnTo>
                    <a:pt x="0" y="126"/>
                  </a:lnTo>
                  <a:lnTo>
                    <a:pt x="0" y="132"/>
                  </a:lnTo>
                  <a:lnTo>
                    <a:pt x="18" y="150"/>
                  </a:lnTo>
                  <a:lnTo>
                    <a:pt x="30" y="150"/>
                  </a:lnTo>
                  <a:lnTo>
                    <a:pt x="30" y="162"/>
                  </a:lnTo>
                  <a:lnTo>
                    <a:pt x="24" y="168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54" y="204"/>
                  </a:lnTo>
                  <a:lnTo>
                    <a:pt x="72" y="204"/>
                  </a:lnTo>
                  <a:lnTo>
                    <a:pt x="72" y="228"/>
                  </a:lnTo>
                  <a:lnTo>
                    <a:pt x="84" y="228"/>
                  </a:lnTo>
                  <a:lnTo>
                    <a:pt x="90" y="222"/>
                  </a:lnTo>
                  <a:lnTo>
                    <a:pt x="90" y="234"/>
                  </a:lnTo>
                  <a:lnTo>
                    <a:pt x="96" y="246"/>
                  </a:lnTo>
                  <a:lnTo>
                    <a:pt x="96" y="258"/>
                  </a:lnTo>
                  <a:lnTo>
                    <a:pt x="114" y="276"/>
                  </a:lnTo>
                  <a:lnTo>
                    <a:pt x="126" y="282"/>
                  </a:lnTo>
                  <a:lnTo>
                    <a:pt x="132" y="288"/>
                  </a:lnTo>
                  <a:lnTo>
                    <a:pt x="138" y="282"/>
                  </a:lnTo>
                  <a:lnTo>
                    <a:pt x="150" y="276"/>
                  </a:lnTo>
                  <a:lnTo>
                    <a:pt x="156" y="264"/>
                  </a:lnTo>
                  <a:lnTo>
                    <a:pt x="168" y="252"/>
                  </a:lnTo>
                  <a:lnTo>
                    <a:pt x="174" y="240"/>
                  </a:lnTo>
                  <a:lnTo>
                    <a:pt x="180" y="234"/>
                  </a:lnTo>
                  <a:lnTo>
                    <a:pt x="180" y="228"/>
                  </a:lnTo>
                  <a:lnTo>
                    <a:pt x="216" y="228"/>
                  </a:lnTo>
                  <a:lnTo>
                    <a:pt x="222" y="210"/>
                  </a:lnTo>
                  <a:lnTo>
                    <a:pt x="258" y="210"/>
                  </a:lnTo>
                  <a:lnTo>
                    <a:pt x="300" y="270"/>
                  </a:lnTo>
                  <a:lnTo>
                    <a:pt x="300" y="288"/>
                  </a:lnTo>
                  <a:lnTo>
                    <a:pt x="312" y="300"/>
                  </a:lnTo>
                  <a:lnTo>
                    <a:pt x="312" y="318"/>
                  </a:lnTo>
                  <a:lnTo>
                    <a:pt x="306" y="330"/>
                  </a:lnTo>
                  <a:lnTo>
                    <a:pt x="300" y="336"/>
                  </a:lnTo>
                  <a:lnTo>
                    <a:pt x="294" y="354"/>
                  </a:lnTo>
                  <a:lnTo>
                    <a:pt x="324" y="342"/>
                  </a:lnTo>
                  <a:lnTo>
                    <a:pt x="348" y="348"/>
                  </a:lnTo>
                  <a:lnTo>
                    <a:pt x="348" y="336"/>
                  </a:lnTo>
                  <a:lnTo>
                    <a:pt x="354" y="330"/>
                  </a:lnTo>
                  <a:lnTo>
                    <a:pt x="360" y="330"/>
                  </a:lnTo>
                  <a:lnTo>
                    <a:pt x="372" y="336"/>
                  </a:lnTo>
                  <a:lnTo>
                    <a:pt x="384" y="348"/>
                  </a:lnTo>
                  <a:lnTo>
                    <a:pt x="390" y="366"/>
                  </a:lnTo>
                  <a:lnTo>
                    <a:pt x="390" y="426"/>
                  </a:lnTo>
                  <a:lnTo>
                    <a:pt x="402" y="426"/>
                  </a:lnTo>
                  <a:lnTo>
                    <a:pt x="402" y="432"/>
                  </a:lnTo>
                  <a:lnTo>
                    <a:pt x="414" y="444"/>
                  </a:lnTo>
                  <a:lnTo>
                    <a:pt x="420" y="444"/>
                  </a:lnTo>
                  <a:lnTo>
                    <a:pt x="432" y="432"/>
                  </a:lnTo>
                  <a:lnTo>
                    <a:pt x="432" y="420"/>
                  </a:lnTo>
                  <a:lnTo>
                    <a:pt x="438" y="408"/>
                  </a:lnTo>
                  <a:lnTo>
                    <a:pt x="444" y="402"/>
                  </a:lnTo>
                  <a:lnTo>
                    <a:pt x="456" y="402"/>
                  </a:lnTo>
                  <a:lnTo>
                    <a:pt x="468" y="408"/>
                  </a:lnTo>
                  <a:lnTo>
                    <a:pt x="474" y="414"/>
                  </a:lnTo>
                  <a:lnTo>
                    <a:pt x="480" y="414"/>
                  </a:lnTo>
                  <a:lnTo>
                    <a:pt x="486" y="408"/>
                  </a:lnTo>
                  <a:lnTo>
                    <a:pt x="486" y="390"/>
                  </a:lnTo>
                  <a:lnTo>
                    <a:pt x="480" y="384"/>
                  </a:lnTo>
                  <a:lnTo>
                    <a:pt x="480" y="378"/>
                  </a:lnTo>
                  <a:lnTo>
                    <a:pt x="498" y="378"/>
                  </a:lnTo>
                  <a:lnTo>
                    <a:pt x="492" y="366"/>
                  </a:lnTo>
                  <a:lnTo>
                    <a:pt x="480" y="360"/>
                  </a:lnTo>
                  <a:lnTo>
                    <a:pt x="474" y="348"/>
                  </a:lnTo>
                  <a:lnTo>
                    <a:pt x="474" y="336"/>
                  </a:lnTo>
                  <a:lnTo>
                    <a:pt x="492" y="336"/>
                  </a:lnTo>
                  <a:lnTo>
                    <a:pt x="498" y="342"/>
                  </a:lnTo>
                  <a:lnTo>
                    <a:pt x="510" y="342"/>
                  </a:lnTo>
                  <a:lnTo>
                    <a:pt x="516" y="348"/>
                  </a:lnTo>
                  <a:lnTo>
                    <a:pt x="516" y="342"/>
                  </a:lnTo>
                  <a:lnTo>
                    <a:pt x="522" y="336"/>
                  </a:lnTo>
                  <a:lnTo>
                    <a:pt x="522" y="324"/>
                  </a:lnTo>
                  <a:lnTo>
                    <a:pt x="516" y="324"/>
                  </a:lnTo>
                  <a:lnTo>
                    <a:pt x="504" y="318"/>
                  </a:lnTo>
                  <a:lnTo>
                    <a:pt x="498" y="318"/>
                  </a:lnTo>
                  <a:lnTo>
                    <a:pt x="498" y="306"/>
                  </a:lnTo>
                  <a:lnTo>
                    <a:pt x="504" y="294"/>
                  </a:lnTo>
                  <a:lnTo>
                    <a:pt x="510" y="288"/>
                  </a:lnTo>
                  <a:lnTo>
                    <a:pt x="492" y="282"/>
                  </a:lnTo>
                  <a:lnTo>
                    <a:pt x="504" y="264"/>
                  </a:lnTo>
                  <a:lnTo>
                    <a:pt x="486" y="258"/>
                  </a:lnTo>
                  <a:lnTo>
                    <a:pt x="480" y="222"/>
                  </a:lnTo>
                  <a:lnTo>
                    <a:pt x="498" y="198"/>
                  </a:lnTo>
                  <a:lnTo>
                    <a:pt x="468" y="168"/>
                  </a:lnTo>
                  <a:lnTo>
                    <a:pt x="468" y="132"/>
                  </a:lnTo>
                  <a:lnTo>
                    <a:pt x="444" y="132"/>
                  </a:lnTo>
                  <a:lnTo>
                    <a:pt x="468" y="96"/>
                  </a:lnTo>
                  <a:lnTo>
                    <a:pt x="432" y="78"/>
                  </a:lnTo>
                  <a:lnTo>
                    <a:pt x="444" y="48"/>
                  </a:lnTo>
                  <a:lnTo>
                    <a:pt x="426" y="36"/>
                  </a:lnTo>
                  <a:lnTo>
                    <a:pt x="426" y="18"/>
                  </a:lnTo>
                  <a:lnTo>
                    <a:pt x="414" y="12"/>
                  </a:lnTo>
                  <a:lnTo>
                    <a:pt x="402" y="12"/>
                  </a:lnTo>
                  <a:lnTo>
                    <a:pt x="396" y="18"/>
                  </a:lnTo>
                  <a:lnTo>
                    <a:pt x="396" y="36"/>
                  </a:lnTo>
                  <a:lnTo>
                    <a:pt x="378" y="54"/>
                  </a:lnTo>
                  <a:lnTo>
                    <a:pt x="366" y="48"/>
                  </a:lnTo>
                  <a:lnTo>
                    <a:pt x="360" y="42"/>
                  </a:lnTo>
                  <a:lnTo>
                    <a:pt x="348" y="36"/>
                  </a:lnTo>
                  <a:lnTo>
                    <a:pt x="342" y="36"/>
                  </a:lnTo>
                  <a:lnTo>
                    <a:pt x="336" y="30"/>
                  </a:lnTo>
                  <a:lnTo>
                    <a:pt x="330" y="30"/>
                  </a:lnTo>
                  <a:lnTo>
                    <a:pt x="324" y="42"/>
                  </a:lnTo>
                  <a:lnTo>
                    <a:pt x="312" y="54"/>
                  </a:lnTo>
                  <a:lnTo>
                    <a:pt x="306" y="66"/>
                  </a:lnTo>
                  <a:lnTo>
                    <a:pt x="306" y="54"/>
                  </a:lnTo>
                  <a:lnTo>
                    <a:pt x="300" y="42"/>
                  </a:lnTo>
                  <a:lnTo>
                    <a:pt x="288" y="30"/>
                  </a:lnTo>
                  <a:lnTo>
                    <a:pt x="276" y="42"/>
                  </a:lnTo>
                  <a:lnTo>
                    <a:pt x="270" y="54"/>
                  </a:lnTo>
                  <a:lnTo>
                    <a:pt x="264" y="60"/>
                  </a:lnTo>
                  <a:lnTo>
                    <a:pt x="258" y="54"/>
                  </a:lnTo>
                  <a:lnTo>
                    <a:pt x="258" y="48"/>
                  </a:lnTo>
                  <a:lnTo>
                    <a:pt x="252" y="36"/>
                  </a:lnTo>
                  <a:lnTo>
                    <a:pt x="252" y="24"/>
                  </a:lnTo>
                  <a:lnTo>
                    <a:pt x="210" y="24"/>
                  </a:lnTo>
                  <a:lnTo>
                    <a:pt x="204" y="30"/>
                  </a:lnTo>
                  <a:lnTo>
                    <a:pt x="192" y="36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18"/>
                  </a:lnTo>
                  <a:lnTo>
                    <a:pt x="162" y="12"/>
                  </a:lnTo>
                  <a:lnTo>
                    <a:pt x="156" y="18"/>
                  </a:lnTo>
                  <a:lnTo>
                    <a:pt x="138" y="18"/>
                  </a:lnTo>
                  <a:lnTo>
                    <a:pt x="132" y="6"/>
                  </a:lnTo>
                  <a:lnTo>
                    <a:pt x="132" y="0"/>
                  </a:lnTo>
                  <a:lnTo>
                    <a:pt x="96" y="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21" name="Greenland" descr="© INSCALE GmbH, 05.05.2010&#10;http://www.presentationload.com/">
              <a:extLst>
                <a:ext uri="{FF2B5EF4-FFF2-40B4-BE49-F238E27FC236}">
                  <a16:creationId xmlns:a16="http://schemas.microsoft.com/office/drawing/2014/main" id="{D4DA18E6-5522-4D91-BE05-716C22079F65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2722609" y="936625"/>
              <a:ext cx="926663" cy="500931"/>
            </a:xfrm>
            <a:custGeom>
              <a:avLst/>
              <a:gdLst>
                <a:gd name="T0" fmla="*/ 2147483647 w 732"/>
                <a:gd name="T1" fmla="*/ 2147483647 h 398"/>
                <a:gd name="T2" fmla="*/ 2147483647 w 732"/>
                <a:gd name="T3" fmla="*/ 2147483647 h 398"/>
                <a:gd name="T4" fmla="*/ 2147483647 w 732"/>
                <a:gd name="T5" fmla="*/ 2147483647 h 398"/>
                <a:gd name="T6" fmla="*/ 2147483647 w 732"/>
                <a:gd name="T7" fmla="*/ 2147483647 h 398"/>
                <a:gd name="T8" fmla="*/ 2147483647 w 732"/>
                <a:gd name="T9" fmla="*/ 2147483647 h 398"/>
                <a:gd name="T10" fmla="*/ 2147483647 w 732"/>
                <a:gd name="T11" fmla="*/ 2147483647 h 398"/>
                <a:gd name="T12" fmla="*/ 2147483647 w 732"/>
                <a:gd name="T13" fmla="*/ 2147483647 h 398"/>
                <a:gd name="T14" fmla="*/ 2147483647 w 732"/>
                <a:gd name="T15" fmla="*/ 2147483647 h 398"/>
                <a:gd name="T16" fmla="*/ 2147483647 w 732"/>
                <a:gd name="T17" fmla="*/ 2147483647 h 398"/>
                <a:gd name="T18" fmla="*/ 2147483647 w 732"/>
                <a:gd name="T19" fmla="*/ 2147483647 h 398"/>
                <a:gd name="T20" fmla="*/ 2147483647 w 732"/>
                <a:gd name="T21" fmla="*/ 2147483647 h 398"/>
                <a:gd name="T22" fmla="*/ 2147483647 w 732"/>
                <a:gd name="T23" fmla="*/ 2147483647 h 398"/>
                <a:gd name="T24" fmla="*/ 2147483647 w 732"/>
                <a:gd name="T25" fmla="*/ 2147483647 h 398"/>
                <a:gd name="T26" fmla="*/ 2147483647 w 732"/>
                <a:gd name="T27" fmla="*/ 2147483647 h 398"/>
                <a:gd name="T28" fmla="*/ 2147483647 w 732"/>
                <a:gd name="T29" fmla="*/ 2147483647 h 398"/>
                <a:gd name="T30" fmla="*/ 2147483647 w 732"/>
                <a:gd name="T31" fmla="*/ 2147483647 h 398"/>
                <a:gd name="T32" fmla="*/ 2147483647 w 732"/>
                <a:gd name="T33" fmla="*/ 2147483647 h 398"/>
                <a:gd name="T34" fmla="*/ 2147483647 w 732"/>
                <a:gd name="T35" fmla="*/ 2147483647 h 398"/>
                <a:gd name="T36" fmla="*/ 2147483647 w 732"/>
                <a:gd name="T37" fmla="*/ 2147483647 h 398"/>
                <a:gd name="T38" fmla="*/ 2147483647 w 732"/>
                <a:gd name="T39" fmla="*/ 2147483647 h 398"/>
                <a:gd name="T40" fmla="*/ 2147483647 w 732"/>
                <a:gd name="T41" fmla="*/ 2147483647 h 398"/>
                <a:gd name="T42" fmla="*/ 2147483647 w 732"/>
                <a:gd name="T43" fmla="*/ 2147483647 h 398"/>
                <a:gd name="T44" fmla="*/ 2147483647 w 732"/>
                <a:gd name="T45" fmla="*/ 2147483647 h 398"/>
                <a:gd name="T46" fmla="*/ 2147483647 w 732"/>
                <a:gd name="T47" fmla="*/ 2147483647 h 398"/>
                <a:gd name="T48" fmla="*/ 2147483647 w 732"/>
                <a:gd name="T49" fmla="*/ 2147483647 h 398"/>
                <a:gd name="T50" fmla="*/ 2147483647 w 732"/>
                <a:gd name="T51" fmla="*/ 2147483647 h 398"/>
                <a:gd name="T52" fmla="*/ 2147483647 w 732"/>
                <a:gd name="T53" fmla="*/ 2147483647 h 398"/>
                <a:gd name="T54" fmla="*/ 2147483647 w 732"/>
                <a:gd name="T55" fmla="*/ 2147483647 h 398"/>
                <a:gd name="T56" fmla="*/ 2147483647 w 732"/>
                <a:gd name="T57" fmla="*/ 2147483647 h 398"/>
                <a:gd name="T58" fmla="*/ 2147483647 w 732"/>
                <a:gd name="T59" fmla="*/ 2147483647 h 398"/>
                <a:gd name="T60" fmla="*/ 2147483647 w 732"/>
                <a:gd name="T61" fmla="*/ 2147483647 h 398"/>
                <a:gd name="T62" fmla="*/ 2147483647 w 732"/>
                <a:gd name="T63" fmla="*/ 2147483647 h 398"/>
                <a:gd name="T64" fmla="*/ 2147483647 w 732"/>
                <a:gd name="T65" fmla="*/ 2147483647 h 398"/>
                <a:gd name="T66" fmla="*/ 2147483647 w 732"/>
                <a:gd name="T67" fmla="*/ 2147483647 h 398"/>
                <a:gd name="T68" fmla="*/ 2147483647 w 732"/>
                <a:gd name="T69" fmla="*/ 2147483647 h 398"/>
                <a:gd name="T70" fmla="*/ 2147483647 w 732"/>
                <a:gd name="T71" fmla="*/ 2147483647 h 398"/>
                <a:gd name="T72" fmla="*/ 2147483647 w 732"/>
                <a:gd name="T73" fmla="*/ 2147483647 h 398"/>
                <a:gd name="T74" fmla="*/ 2147483647 w 732"/>
                <a:gd name="T75" fmla="*/ 2147483647 h 398"/>
                <a:gd name="T76" fmla="*/ 2147483647 w 732"/>
                <a:gd name="T77" fmla="*/ 2147483647 h 398"/>
                <a:gd name="T78" fmla="*/ 2147483647 w 732"/>
                <a:gd name="T79" fmla="*/ 2147483647 h 398"/>
                <a:gd name="T80" fmla="*/ 2147483647 w 732"/>
                <a:gd name="T81" fmla="*/ 2147483647 h 398"/>
                <a:gd name="T82" fmla="*/ 2147483647 w 732"/>
                <a:gd name="T83" fmla="*/ 2147483647 h 398"/>
                <a:gd name="T84" fmla="*/ 2147483647 w 732"/>
                <a:gd name="T85" fmla="*/ 2147483647 h 398"/>
                <a:gd name="T86" fmla="*/ 2147483647 w 732"/>
                <a:gd name="T87" fmla="*/ 2147483647 h 398"/>
                <a:gd name="T88" fmla="*/ 2147483647 w 732"/>
                <a:gd name="T89" fmla="*/ 2147483647 h 398"/>
                <a:gd name="T90" fmla="*/ 2147483647 w 732"/>
                <a:gd name="T91" fmla="*/ 2147483647 h 398"/>
                <a:gd name="T92" fmla="*/ 2147483647 w 732"/>
                <a:gd name="T93" fmla="*/ 2147483647 h 398"/>
                <a:gd name="T94" fmla="*/ 2147483647 w 732"/>
                <a:gd name="T95" fmla="*/ 2147483647 h 398"/>
                <a:gd name="T96" fmla="*/ 2147483647 w 732"/>
                <a:gd name="T97" fmla="*/ 2147483647 h 398"/>
                <a:gd name="T98" fmla="*/ 2147483647 w 732"/>
                <a:gd name="T99" fmla="*/ 2147483647 h 398"/>
                <a:gd name="T100" fmla="*/ 2147483647 w 732"/>
                <a:gd name="T101" fmla="*/ 2147483647 h 398"/>
                <a:gd name="T102" fmla="*/ 2147483647 w 732"/>
                <a:gd name="T103" fmla="*/ 2147483647 h 398"/>
                <a:gd name="T104" fmla="*/ 2147483647 w 732"/>
                <a:gd name="T105" fmla="*/ 2147483647 h 398"/>
                <a:gd name="T106" fmla="*/ 2147483647 w 732"/>
                <a:gd name="T107" fmla="*/ 2147483647 h 398"/>
                <a:gd name="T108" fmla="*/ 2147483647 w 732"/>
                <a:gd name="T109" fmla="*/ 2147483647 h 398"/>
                <a:gd name="T110" fmla="*/ 2147483647 w 732"/>
                <a:gd name="T111" fmla="*/ 2147483647 h 398"/>
                <a:gd name="T112" fmla="*/ 2147483647 w 732"/>
                <a:gd name="T113" fmla="*/ 2147483647 h 398"/>
                <a:gd name="T114" fmla="*/ 2147483647 w 732"/>
                <a:gd name="T115" fmla="*/ 2147483647 h 398"/>
                <a:gd name="T116" fmla="*/ 2147483647 w 732"/>
                <a:gd name="T117" fmla="*/ 2147483647 h 398"/>
                <a:gd name="T118" fmla="*/ 2147483647 w 732"/>
                <a:gd name="T119" fmla="*/ 2147483647 h 398"/>
                <a:gd name="T120" fmla="*/ 2147483647 w 732"/>
                <a:gd name="T121" fmla="*/ 2147483647 h 398"/>
                <a:gd name="T122" fmla="*/ 2147483647 w 732"/>
                <a:gd name="T123" fmla="*/ 2147483647 h 3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32"/>
                <a:gd name="T187" fmla="*/ 0 h 398"/>
                <a:gd name="T188" fmla="*/ 732 w 732"/>
                <a:gd name="T189" fmla="*/ 398 h 3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32" h="398">
                  <a:moveTo>
                    <a:pt x="730" y="24"/>
                  </a:moveTo>
                  <a:lnTo>
                    <a:pt x="728" y="24"/>
                  </a:lnTo>
                  <a:lnTo>
                    <a:pt x="723" y="24"/>
                  </a:lnTo>
                  <a:lnTo>
                    <a:pt x="718" y="22"/>
                  </a:lnTo>
                  <a:lnTo>
                    <a:pt x="678" y="22"/>
                  </a:lnTo>
                  <a:lnTo>
                    <a:pt x="678" y="24"/>
                  </a:lnTo>
                  <a:lnTo>
                    <a:pt x="670" y="26"/>
                  </a:lnTo>
                  <a:lnTo>
                    <a:pt x="659" y="26"/>
                  </a:lnTo>
                  <a:lnTo>
                    <a:pt x="651" y="24"/>
                  </a:lnTo>
                  <a:lnTo>
                    <a:pt x="637" y="24"/>
                  </a:lnTo>
                  <a:lnTo>
                    <a:pt x="623" y="29"/>
                  </a:lnTo>
                  <a:lnTo>
                    <a:pt x="616" y="34"/>
                  </a:lnTo>
                  <a:lnTo>
                    <a:pt x="611" y="34"/>
                  </a:lnTo>
                  <a:lnTo>
                    <a:pt x="606" y="34"/>
                  </a:lnTo>
                  <a:lnTo>
                    <a:pt x="604" y="36"/>
                  </a:lnTo>
                  <a:lnTo>
                    <a:pt x="602" y="36"/>
                  </a:lnTo>
                  <a:lnTo>
                    <a:pt x="597" y="38"/>
                  </a:lnTo>
                  <a:lnTo>
                    <a:pt x="592" y="38"/>
                  </a:lnTo>
                  <a:lnTo>
                    <a:pt x="599" y="34"/>
                  </a:lnTo>
                  <a:lnTo>
                    <a:pt x="609" y="31"/>
                  </a:lnTo>
                  <a:lnTo>
                    <a:pt x="621" y="26"/>
                  </a:lnTo>
                  <a:lnTo>
                    <a:pt x="623" y="24"/>
                  </a:lnTo>
                  <a:lnTo>
                    <a:pt x="618" y="19"/>
                  </a:lnTo>
                  <a:lnTo>
                    <a:pt x="606" y="19"/>
                  </a:lnTo>
                  <a:lnTo>
                    <a:pt x="604" y="22"/>
                  </a:lnTo>
                  <a:lnTo>
                    <a:pt x="602" y="22"/>
                  </a:lnTo>
                  <a:lnTo>
                    <a:pt x="597" y="24"/>
                  </a:lnTo>
                  <a:lnTo>
                    <a:pt x="594" y="24"/>
                  </a:lnTo>
                  <a:lnTo>
                    <a:pt x="566" y="26"/>
                  </a:lnTo>
                  <a:lnTo>
                    <a:pt x="566" y="29"/>
                  </a:lnTo>
                  <a:lnTo>
                    <a:pt x="563" y="29"/>
                  </a:lnTo>
                  <a:lnTo>
                    <a:pt x="566" y="26"/>
                  </a:lnTo>
                  <a:lnTo>
                    <a:pt x="568" y="26"/>
                  </a:lnTo>
                  <a:lnTo>
                    <a:pt x="573" y="26"/>
                  </a:lnTo>
                  <a:lnTo>
                    <a:pt x="578" y="24"/>
                  </a:lnTo>
                  <a:lnTo>
                    <a:pt x="580" y="24"/>
                  </a:lnTo>
                  <a:lnTo>
                    <a:pt x="582" y="24"/>
                  </a:lnTo>
                  <a:lnTo>
                    <a:pt x="585" y="22"/>
                  </a:lnTo>
                  <a:lnTo>
                    <a:pt x="578" y="19"/>
                  </a:lnTo>
                  <a:lnTo>
                    <a:pt x="552" y="19"/>
                  </a:lnTo>
                  <a:lnTo>
                    <a:pt x="542" y="22"/>
                  </a:lnTo>
                  <a:lnTo>
                    <a:pt x="525" y="19"/>
                  </a:lnTo>
                  <a:lnTo>
                    <a:pt x="523" y="19"/>
                  </a:lnTo>
                  <a:lnTo>
                    <a:pt x="523" y="22"/>
                  </a:lnTo>
                  <a:lnTo>
                    <a:pt x="518" y="22"/>
                  </a:lnTo>
                  <a:lnTo>
                    <a:pt x="514" y="24"/>
                  </a:lnTo>
                  <a:lnTo>
                    <a:pt x="511" y="24"/>
                  </a:lnTo>
                  <a:lnTo>
                    <a:pt x="509" y="24"/>
                  </a:lnTo>
                  <a:lnTo>
                    <a:pt x="506" y="24"/>
                  </a:lnTo>
                  <a:lnTo>
                    <a:pt x="509" y="22"/>
                  </a:lnTo>
                  <a:lnTo>
                    <a:pt x="518" y="19"/>
                  </a:lnTo>
                  <a:lnTo>
                    <a:pt x="530" y="19"/>
                  </a:lnTo>
                  <a:lnTo>
                    <a:pt x="563" y="19"/>
                  </a:lnTo>
                  <a:lnTo>
                    <a:pt x="580" y="17"/>
                  </a:lnTo>
                  <a:lnTo>
                    <a:pt x="625" y="17"/>
                  </a:lnTo>
                  <a:lnTo>
                    <a:pt x="632" y="14"/>
                  </a:lnTo>
                  <a:lnTo>
                    <a:pt x="628" y="12"/>
                  </a:lnTo>
                  <a:lnTo>
                    <a:pt x="618" y="10"/>
                  </a:lnTo>
                  <a:lnTo>
                    <a:pt x="592" y="10"/>
                  </a:lnTo>
                  <a:lnTo>
                    <a:pt x="594" y="10"/>
                  </a:lnTo>
                  <a:lnTo>
                    <a:pt x="597" y="7"/>
                  </a:lnTo>
                  <a:lnTo>
                    <a:pt x="594" y="5"/>
                  </a:lnTo>
                  <a:lnTo>
                    <a:pt x="585" y="5"/>
                  </a:lnTo>
                  <a:lnTo>
                    <a:pt x="582" y="7"/>
                  </a:lnTo>
                  <a:lnTo>
                    <a:pt x="568" y="7"/>
                  </a:lnTo>
                  <a:lnTo>
                    <a:pt x="566" y="5"/>
                  </a:lnTo>
                  <a:lnTo>
                    <a:pt x="571" y="5"/>
                  </a:lnTo>
                  <a:lnTo>
                    <a:pt x="573" y="5"/>
                  </a:lnTo>
                  <a:lnTo>
                    <a:pt x="578" y="5"/>
                  </a:lnTo>
                  <a:lnTo>
                    <a:pt x="578" y="2"/>
                  </a:lnTo>
                  <a:lnTo>
                    <a:pt x="575" y="2"/>
                  </a:lnTo>
                  <a:lnTo>
                    <a:pt x="571" y="0"/>
                  </a:lnTo>
                  <a:lnTo>
                    <a:pt x="537" y="0"/>
                  </a:lnTo>
                  <a:lnTo>
                    <a:pt x="528" y="2"/>
                  </a:lnTo>
                  <a:lnTo>
                    <a:pt x="518" y="2"/>
                  </a:lnTo>
                  <a:lnTo>
                    <a:pt x="509" y="0"/>
                  </a:lnTo>
                  <a:lnTo>
                    <a:pt x="483" y="0"/>
                  </a:lnTo>
                  <a:lnTo>
                    <a:pt x="478" y="2"/>
                  </a:lnTo>
                  <a:lnTo>
                    <a:pt x="454" y="2"/>
                  </a:lnTo>
                  <a:lnTo>
                    <a:pt x="452" y="0"/>
                  </a:lnTo>
                  <a:lnTo>
                    <a:pt x="447" y="0"/>
                  </a:lnTo>
                  <a:lnTo>
                    <a:pt x="445" y="2"/>
                  </a:lnTo>
                  <a:lnTo>
                    <a:pt x="442" y="2"/>
                  </a:lnTo>
                  <a:lnTo>
                    <a:pt x="442" y="5"/>
                  </a:lnTo>
                  <a:lnTo>
                    <a:pt x="445" y="5"/>
                  </a:lnTo>
                  <a:lnTo>
                    <a:pt x="447" y="5"/>
                  </a:lnTo>
                  <a:lnTo>
                    <a:pt x="442" y="7"/>
                  </a:lnTo>
                  <a:lnTo>
                    <a:pt x="428" y="7"/>
                  </a:lnTo>
                  <a:lnTo>
                    <a:pt x="409" y="5"/>
                  </a:lnTo>
                  <a:lnTo>
                    <a:pt x="378" y="5"/>
                  </a:lnTo>
                  <a:lnTo>
                    <a:pt x="373" y="5"/>
                  </a:lnTo>
                  <a:lnTo>
                    <a:pt x="371" y="5"/>
                  </a:lnTo>
                  <a:lnTo>
                    <a:pt x="368" y="7"/>
                  </a:lnTo>
                  <a:lnTo>
                    <a:pt x="366" y="7"/>
                  </a:lnTo>
                  <a:lnTo>
                    <a:pt x="366" y="10"/>
                  </a:lnTo>
                  <a:lnTo>
                    <a:pt x="368" y="10"/>
                  </a:lnTo>
                  <a:lnTo>
                    <a:pt x="378" y="10"/>
                  </a:lnTo>
                  <a:lnTo>
                    <a:pt x="387" y="10"/>
                  </a:lnTo>
                  <a:lnTo>
                    <a:pt x="399" y="12"/>
                  </a:lnTo>
                  <a:lnTo>
                    <a:pt x="404" y="12"/>
                  </a:lnTo>
                  <a:lnTo>
                    <a:pt x="426" y="14"/>
                  </a:lnTo>
                  <a:lnTo>
                    <a:pt x="399" y="14"/>
                  </a:lnTo>
                  <a:lnTo>
                    <a:pt x="395" y="14"/>
                  </a:lnTo>
                  <a:lnTo>
                    <a:pt x="392" y="14"/>
                  </a:lnTo>
                  <a:lnTo>
                    <a:pt x="387" y="12"/>
                  </a:lnTo>
                  <a:lnTo>
                    <a:pt x="378" y="12"/>
                  </a:lnTo>
                  <a:lnTo>
                    <a:pt x="380" y="14"/>
                  </a:lnTo>
                  <a:lnTo>
                    <a:pt x="383" y="14"/>
                  </a:lnTo>
                  <a:lnTo>
                    <a:pt x="385" y="14"/>
                  </a:lnTo>
                  <a:lnTo>
                    <a:pt x="376" y="14"/>
                  </a:lnTo>
                  <a:lnTo>
                    <a:pt x="373" y="17"/>
                  </a:lnTo>
                  <a:lnTo>
                    <a:pt x="373" y="19"/>
                  </a:lnTo>
                  <a:lnTo>
                    <a:pt x="371" y="22"/>
                  </a:lnTo>
                  <a:lnTo>
                    <a:pt x="371" y="24"/>
                  </a:lnTo>
                  <a:lnTo>
                    <a:pt x="368" y="24"/>
                  </a:lnTo>
                  <a:lnTo>
                    <a:pt x="366" y="24"/>
                  </a:lnTo>
                  <a:lnTo>
                    <a:pt x="364" y="24"/>
                  </a:lnTo>
                  <a:lnTo>
                    <a:pt x="359" y="24"/>
                  </a:lnTo>
                  <a:lnTo>
                    <a:pt x="357" y="22"/>
                  </a:lnTo>
                  <a:lnTo>
                    <a:pt x="345" y="19"/>
                  </a:lnTo>
                  <a:lnTo>
                    <a:pt x="330" y="14"/>
                  </a:lnTo>
                  <a:lnTo>
                    <a:pt x="309" y="14"/>
                  </a:lnTo>
                  <a:lnTo>
                    <a:pt x="309" y="24"/>
                  </a:lnTo>
                  <a:lnTo>
                    <a:pt x="297" y="24"/>
                  </a:lnTo>
                  <a:lnTo>
                    <a:pt x="292" y="22"/>
                  </a:lnTo>
                  <a:lnTo>
                    <a:pt x="288" y="22"/>
                  </a:lnTo>
                  <a:lnTo>
                    <a:pt x="285" y="19"/>
                  </a:lnTo>
                  <a:lnTo>
                    <a:pt x="278" y="19"/>
                  </a:lnTo>
                  <a:lnTo>
                    <a:pt x="273" y="22"/>
                  </a:lnTo>
                  <a:lnTo>
                    <a:pt x="273" y="24"/>
                  </a:lnTo>
                  <a:lnTo>
                    <a:pt x="269" y="24"/>
                  </a:lnTo>
                  <a:lnTo>
                    <a:pt x="271" y="19"/>
                  </a:lnTo>
                  <a:lnTo>
                    <a:pt x="269" y="17"/>
                  </a:lnTo>
                  <a:lnTo>
                    <a:pt x="238" y="17"/>
                  </a:lnTo>
                  <a:lnTo>
                    <a:pt x="228" y="19"/>
                  </a:lnTo>
                  <a:lnTo>
                    <a:pt x="209" y="19"/>
                  </a:lnTo>
                  <a:lnTo>
                    <a:pt x="214" y="22"/>
                  </a:lnTo>
                  <a:lnTo>
                    <a:pt x="223" y="26"/>
                  </a:lnTo>
                  <a:lnTo>
                    <a:pt x="226" y="29"/>
                  </a:lnTo>
                  <a:lnTo>
                    <a:pt x="223" y="29"/>
                  </a:lnTo>
                  <a:lnTo>
                    <a:pt x="223" y="26"/>
                  </a:lnTo>
                  <a:lnTo>
                    <a:pt x="214" y="24"/>
                  </a:lnTo>
                  <a:lnTo>
                    <a:pt x="207" y="24"/>
                  </a:lnTo>
                  <a:lnTo>
                    <a:pt x="202" y="22"/>
                  </a:lnTo>
                  <a:lnTo>
                    <a:pt x="197" y="22"/>
                  </a:lnTo>
                  <a:lnTo>
                    <a:pt x="192" y="19"/>
                  </a:lnTo>
                  <a:lnTo>
                    <a:pt x="190" y="19"/>
                  </a:lnTo>
                  <a:lnTo>
                    <a:pt x="188" y="22"/>
                  </a:lnTo>
                  <a:lnTo>
                    <a:pt x="185" y="24"/>
                  </a:lnTo>
                  <a:lnTo>
                    <a:pt x="183" y="26"/>
                  </a:lnTo>
                  <a:lnTo>
                    <a:pt x="178" y="29"/>
                  </a:lnTo>
                  <a:lnTo>
                    <a:pt x="176" y="29"/>
                  </a:lnTo>
                  <a:lnTo>
                    <a:pt x="171" y="31"/>
                  </a:lnTo>
                  <a:lnTo>
                    <a:pt x="150" y="31"/>
                  </a:lnTo>
                  <a:lnTo>
                    <a:pt x="143" y="34"/>
                  </a:lnTo>
                  <a:lnTo>
                    <a:pt x="133" y="36"/>
                  </a:lnTo>
                  <a:lnTo>
                    <a:pt x="124" y="38"/>
                  </a:lnTo>
                  <a:lnTo>
                    <a:pt x="119" y="38"/>
                  </a:lnTo>
                  <a:lnTo>
                    <a:pt x="102" y="41"/>
                  </a:lnTo>
                  <a:lnTo>
                    <a:pt x="97" y="43"/>
                  </a:lnTo>
                  <a:lnTo>
                    <a:pt x="100" y="46"/>
                  </a:lnTo>
                  <a:lnTo>
                    <a:pt x="105" y="48"/>
                  </a:lnTo>
                  <a:lnTo>
                    <a:pt x="126" y="48"/>
                  </a:lnTo>
                  <a:lnTo>
                    <a:pt x="116" y="50"/>
                  </a:lnTo>
                  <a:lnTo>
                    <a:pt x="112" y="55"/>
                  </a:lnTo>
                  <a:lnTo>
                    <a:pt x="109" y="55"/>
                  </a:lnTo>
                  <a:lnTo>
                    <a:pt x="93" y="60"/>
                  </a:lnTo>
                  <a:lnTo>
                    <a:pt x="88" y="60"/>
                  </a:lnTo>
                  <a:lnTo>
                    <a:pt x="66" y="60"/>
                  </a:lnTo>
                  <a:lnTo>
                    <a:pt x="57" y="62"/>
                  </a:lnTo>
                  <a:lnTo>
                    <a:pt x="47" y="65"/>
                  </a:lnTo>
                  <a:lnTo>
                    <a:pt x="45" y="67"/>
                  </a:lnTo>
                  <a:lnTo>
                    <a:pt x="40" y="67"/>
                  </a:lnTo>
                  <a:lnTo>
                    <a:pt x="38" y="65"/>
                  </a:lnTo>
                  <a:lnTo>
                    <a:pt x="31" y="70"/>
                  </a:lnTo>
                  <a:lnTo>
                    <a:pt x="9" y="70"/>
                  </a:lnTo>
                  <a:lnTo>
                    <a:pt x="7" y="70"/>
                  </a:lnTo>
                  <a:lnTo>
                    <a:pt x="2" y="70"/>
                  </a:lnTo>
                  <a:lnTo>
                    <a:pt x="0" y="74"/>
                  </a:lnTo>
                  <a:lnTo>
                    <a:pt x="2" y="74"/>
                  </a:lnTo>
                  <a:lnTo>
                    <a:pt x="9" y="79"/>
                  </a:lnTo>
                  <a:lnTo>
                    <a:pt x="12" y="82"/>
                  </a:lnTo>
                  <a:lnTo>
                    <a:pt x="14" y="84"/>
                  </a:lnTo>
                  <a:lnTo>
                    <a:pt x="24" y="79"/>
                  </a:lnTo>
                  <a:lnTo>
                    <a:pt x="24" y="84"/>
                  </a:lnTo>
                  <a:lnTo>
                    <a:pt x="28" y="86"/>
                  </a:lnTo>
                  <a:lnTo>
                    <a:pt x="33" y="86"/>
                  </a:lnTo>
                  <a:lnTo>
                    <a:pt x="36" y="84"/>
                  </a:lnTo>
                  <a:lnTo>
                    <a:pt x="38" y="84"/>
                  </a:lnTo>
                  <a:lnTo>
                    <a:pt x="40" y="82"/>
                  </a:lnTo>
                  <a:lnTo>
                    <a:pt x="40" y="84"/>
                  </a:lnTo>
                  <a:lnTo>
                    <a:pt x="43" y="86"/>
                  </a:lnTo>
                  <a:lnTo>
                    <a:pt x="45" y="86"/>
                  </a:lnTo>
                  <a:lnTo>
                    <a:pt x="47" y="84"/>
                  </a:lnTo>
                  <a:lnTo>
                    <a:pt x="52" y="84"/>
                  </a:lnTo>
                  <a:lnTo>
                    <a:pt x="57" y="84"/>
                  </a:lnTo>
                  <a:lnTo>
                    <a:pt x="59" y="82"/>
                  </a:lnTo>
                  <a:lnTo>
                    <a:pt x="64" y="82"/>
                  </a:lnTo>
                  <a:lnTo>
                    <a:pt x="64" y="84"/>
                  </a:lnTo>
                  <a:lnTo>
                    <a:pt x="64" y="86"/>
                  </a:lnTo>
                  <a:lnTo>
                    <a:pt x="62" y="86"/>
                  </a:lnTo>
                  <a:lnTo>
                    <a:pt x="57" y="91"/>
                  </a:lnTo>
                  <a:lnTo>
                    <a:pt x="55" y="91"/>
                  </a:lnTo>
                  <a:lnTo>
                    <a:pt x="52" y="89"/>
                  </a:lnTo>
                  <a:lnTo>
                    <a:pt x="40" y="89"/>
                  </a:lnTo>
                  <a:lnTo>
                    <a:pt x="36" y="91"/>
                  </a:lnTo>
                  <a:lnTo>
                    <a:pt x="33" y="91"/>
                  </a:lnTo>
                  <a:lnTo>
                    <a:pt x="21" y="89"/>
                  </a:lnTo>
                  <a:lnTo>
                    <a:pt x="19" y="89"/>
                  </a:lnTo>
                  <a:lnTo>
                    <a:pt x="14" y="86"/>
                  </a:lnTo>
                  <a:lnTo>
                    <a:pt x="7" y="86"/>
                  </a:lnTo>
                  <a:lnTo>
                    <a:pt x="2" y="89"/>
                  </a:lnTo>
                  <a:lnTo>
                    <a:pt x="2" y="93"/>
                  </a:lnTo>
                  <a:lnTo>
                    <a:pt x="2" y="96"/>
                  </a:lnTo>
                  <a:lnTo>
                    <a:pt x="7" y="98"/>
                  </a:lnTo>
                  <a:lnTo>
                    <a:pt x="19" y="98"/>
                  </a:lnTo>
                  <a:lnTo>
                    <a:pt x="17" y="101"/>
                  </a:lnTo>
                  <a:lnTo>
                    <a:pt x="14" y="101"/>
                  </a:lnTo>
                  <a:lnTo>
                    <a:pt x="9" y="101"/>
                  </a:lnTo>
                  <a:lnTo>
                    <a:pt x="12" y="103"/>
                  </a:lnTo>
                  <a:lnTo>
                    <a:pt x="19" y="105"/>
                  </a:lnTo>
                  <a:lnTo>
                    <a:pt x="21" y="105"/>
                  </a:lnTo>
                  <a:lnTo>
                    <a:pt x="24" y="108"/>
                  </a:lnTo>
                  <a:lnTo>
                    <a:pt x="33" y="108"/>
                  </a:lnTo>
                  <a:lnTo>
                    <a:pt x="33" y="105"/>
                  </a:lnTo>
                  <a:lnTo>
                    <a:pt x="36" y="105"/>
                  </a:lnTo>
                  <a:lnTo>
                    <a:pt x="38" y="105"/>
                  </a:lnTo>
                  <a:lnTo>
                    <a:pt x="43" y="108"/>
                  </a:lnTo>
                  <a:lnTo>
                    <a:pt x="52" y="105"/>
                  </a:lnTo>
                  <a:lnTo>
                    <a:pt x="52" y="108"/>
                  </a:lnTo>
                  <a:lnTo>
                    <a:pt x="57" y="108"/>
                  </a:lnTo>
                  <a:lnTo>
                    <a:pt x="62" y="105"/>
                  </a:lnTo>
                  <a:lnTo>
                    <a:pt x="64" y="105"/>
                  </a:lnTo>
                  <a:lnTo>
                    <a:pt x="69" y="103"/>
                  </a:lnTo>
                  <a:lnTo>
                    <a:pt x="76" y="105"/>
                  </a:lnTo>
                  <a:lnTo>
                    <a:pt x="81" y="105"/>
                  </a:lnTo>
                  <a:lnTo>
                    <a:pt x="83" y="105"/>
                  </a:lnTo>
                  <a:lnTo>
                    <a:pt x="85" y="103"/>
                  </a:lnTo>
                  <a:lnTo>
                    <a:pt x="88" y="103"/>
                  </a:lnTo>
                  <a:lnTo>
                    <a:pt x="93" y="105"/>
                  </a:lnTo>
                  <a:lnTo>
                    <a:pt x="97" y="105"/>
                  </a:lnTo>
                  <a:lnTo>
                    <a:pt x="112" y="105"/>
                  </a:lnTo>
                  <a:lnTo>
                    <a:pt x="121" y="110"/>
                  </a:lnTo>
                  <a:lnTo>
                    <a:pt x="124" y="110"/>
                  </a:lnTo>
                  <a:lnTo>
                    <a:pt x="128" y="115"/>
                  </a:lnTo>
                  <a:lnTo>
                    <a:pt x="135" y="115"/>
                  </a:lnTo>
                  <a:lnTo>
                    <a:pt x="133" y="117"/>
                  </a:lnTo>
                  <a:lnTo>
                    <a:pt x="133" y="120"/>
                  </a:lnTo>
                  <a:lnTo>
                    <a:pt x="133" y="125"/>
                  </a:lnTo>
                  <a:lnTo>
                    <a:pt x="138" y="125"/>
                  </a:lnTo>
                  <a:lnTo>
                    <a:pt x="140" y="125"/>
                  </a:lnTo>
                  <a:lnTo>
                    <a:pt x="145" y="127"/>
                  </a:lnTo>
                  <a:lnTo>
                    <a:pt x="147" y="129"/>
                  </a:lnTo>
                  <a:lnTo>
                    <a:pt x="143" y="134"/>
                  </a:lnTo>
                  <a:lnTo>
                    <a:pt x="145" y="141"/>
                  </a:lnTo>
                  <a:lnTo>
                    <a:pt x="152" y="144"/>
                  </a:lnTo>
                  <a:lnTo>
                    <a:pt x="145" y="149"/>
                  </a:lnTo>
                  <a:lnTo>
                    <a:pt x="150" y="151"/>
                  </a:lnTo>
                  <a:lnTo>
                    <a:pt x="147" y="151"/>
                  </a:lnTo>
                  <a:lnTo>
                    <a:pt x="145" y="153"/>
                  </a:lnTo>
                  <a:lnTo>
                    <a:pt x="145" y="156"/>
                  </a:lnTo>
                  <a:lnTo>
                    <a:pt x="150" y="161"/>
                  </a:lnTo>
                  <a:lnTo>
                    <a:pt x="152" y="161"/>
                  </a:lnTo>
                  <a:lnTo>
                    <a:pt x="152" y="163"/>
                  </a:lnTo>
                  <a:lnTo>
                    <a:pt x="147" y="165"/>
                  </a:lnTo>
                  <a:lnTo>
                    <a:pt x="145" y="168"/>
                  </a:lnTo>
                  <a:lnTo>
                    <a:pt x="143" y="168"/>
                  </a:lnTo>
                  <a:lnTo>
                    <a:pt x="147" y="170"/>
                  </a:lnTo>
                  <a:lnTo>
                    <a:pt x="143" y="170"/>
                  </a:lnTo>
                  <a:lnTo>
                    <a:pt x="140" y="170"/>
                  </a:lnTo>
                  <a:lnTo>
                    <a:pt x="138" y="170"/>
                  </a:lnTo>
                  <a:lnTo>
                    <a:pt x="133" y="173"/>
                  </a:lnTo>
                  <a:lnTo>
                    <a:pt x="131" y="173"/>
                  </a:lnTo>
                  <a:lnTo>
                    <a:pt x="131" y="175"/>
                  </a:lnTo>
                  <a:lnTo>
                    <a:pt x="143" y="175"/>
                  </a:lnTo>
                  <a:lnTo>
                    <a:pt x="138" y="180"/>
                  </a:lnTo>
                  <a:lnTo>
                    <a:pt x="126" y="180"/>
                  </a:lnTo>
                  <a:lnTo>
                    <a:pt x="124" y="180"/>
                  </a:lnTo>
                  <a:lnTo>
                    <a:pt x="124" y="182"/>
                  </a:lnTo>
                  <a:lnTo>
                    <a:pt x="133" y="189"/>
                  </a:lnTo>
                  <a:lnTo>
                    <a:pt x="138" y="189"/>
                  </a:lnTo>
                  <a:lnTo>
                    <a:pt x="145" y="184"/>
                  </a:lnTo>
                  <a:lnTo>
                    <a:pt x="147" y="184"/>
                  </a:lnTo>
                  <a:lnTo>
                    <a:pt x="152" y="184"/>
                  </a:lnTo>
                  <a:lnTo>
                    <a:pt x="154" y="182"/>
                  </a:lnTo>
                  <a:lnTo>
                    <a:pt x="157" y="182"/>
                  </a:lnTo>
                  <a:lnTo>
                    <a:pt x="157" y="180"/>
                  </a:lnTo>
                  <a:lnTo>
                    <a:pt x="157" y="175"/>
                  </a:lnTo>
                  <a:lnTo>
                    <a:pt x="159" y="173"/>
                  </a:lnTo>
                  <a:lnTo>
                    <a:pt x="159" y="180"/>
                  </a:lnTo>
                  <a:lnTo>
                    <a:pt x="166" y="175"/>
                  </a:lnTo>
                  <a:lnTo>
                    <a:pt x="164" y="177"/>
                  </a:lnTo>
                  <a:lnTo>
                    <a:pt x="164" y="180"/>
                  </a:lnTo>
                  <a:lnTo>
                    <a:pt x="166" y="180"/>
                  </a:lnTo>
                  <a:lnTo>
                    <a:pt x="169" y="182"/>
                  </a:lnTo>
                  <a:lnTo>
                    <a:pt x="176" y="182"/>
                  </a:lnTo>
                  <a:lnTo>
                    <a:pt x="171" y="187"/>
                  </a:lnTo>
                  <a:lnTo>
                    <a:pt x="171" y="189"/>
                  </a:lnTo>
                  <a:lnTo>
                    <a:pt x="173" y="192"/>
                  </a:lnTo>
                  <a:lnTo>
                    <a:pt x="176" y="194"/>
                  </a:lnTo>
                  <a:lnTo>
                    <a:pt x="178" y="196"/>
                  </a:lnTo>
                  <a:lnTo>
                    <a:pt x="181" y="199"/>
                  </a:lnTo>
                  <a:lnTo>
                    <a:pt x="178" y="201"/>
                  </a:lnTo>
                  <a:lnTo>
                    <a:pt x="173" y="201"/>
                  </a:lnTo>
                  <a:lnTo>
                    <a:pt x="173" y="204"/>
                  </a:lnTo>
                  <a:lnTo>
                    <a:pt x="166" y="204"/>
                  </a:lnTo>
                  <a:lnTo>
                    <a:pt x="164" y="201"/>
                  </a:lnTo>
                  <a:lnTo>
                    <a:pt x="162" y="201"/>
                  </a:lnTo>
                  <a:lnTo>
                    <a:pt x="159" y="201"/>
                  </a:lnTo>
                  <a:lnTo>
                    <a:pt x="157" y="199"/>
                  </a:lnTo>
                  <a:lnTo>
                    <a:pt x="143" y="199"/>
                  </a:lnTo>
                  <a:lnTo>
                    <a:pt x="140" y="196"/>
                  </a:lnTo>
                  <a:lnTo>
                    <a:pt x="138" y="194"/>
                  </a:lnTo>
                  <a:lnTo>
                    <a:pt x="131" y="194"/>
                  </a:lnTo>
                  <a:lnTo>
                    <a:pt x="128" y="199"/>
                  </a:lnTo>
                  <a:lnTo>
                    <a:pt x="128" y="201"/>
                  </a:lnTo>
                  <a:lnTo>
                    <a:pt x="133" y="201"/>
                  </a:lnTo>
                  <a:lnTo>
                    <a:pt x="133" y="204"/>
                  </a:lnTo>
                  <a:lnTo>
                    <a:pt x="140" y="204"/>
                  </a:lnTo>
                  <a:lnTo>
                    <a:pt x="143" y="206"/>
                  </a:lnTo>
                  <a:lnTo>
                    <a:pt x="145" y="206"/>
                  </a:lnTo>
                  <a:lnTo>
                    <a:pt x="147" y="206"/>
                  </a:lnTo>
                  <a:lnTo>
                    <a:pt x="152" y="211"/>
                  </a:lnTo>
                  <a:lnTo>
                    <a:pt x="162" y="211"/>
                  </a:lnTo>
                  <a:lnTo>
                    <a:pt x="164" y="211"/>
                  </a:lnTo>
                  <a:lnTo>
                    <a:pt x="166" y="211"/>
                  </a:lnTo>
                  <a:lnTo>
                    <a:pt x="173" y="213"/>
                  </a:lnTo>
                  <a:lnTo>
                    <a:pt x="178" y="208"/>
                  </a:lnTo>
                  <a:lnTo>
                    <a:pt x="178" y="216"/>
                  </a:lnTo>
                  <a:lnTo>
                    <a:pt x="176" y="213"/>
                  </a:lnTo>
                  <a:lnTo>
                    <a:pt x="173" y="213"/>
                  </a:lnTo>
                  <a:lnTo>
                    <a:pt x="171" y="213"/>
                  </a:lnTo>
                  <a:lnTo>
                    <a:pt x="171" y="216"/>
                  </a:lnTo>
                  <a:lnTo>
                    <a:pt x="173" y="220"/>
                  </a:lnTo>
                  <a:lnTo>
                    <a:pt x="169" y="220"/>
                  </a:lnTo>
                  <a:lnTo>
                    <a:pt x="166" y="220"/>
                  </a:lnTo>
                  <a:lnTo>
                    <a:pt x="164" y="220"/>
                  </a:lnTo>
                  <a:lnTo>
                    <a:pt x="164" y="223"/>
                  </a:lnTo>
                  <a:lnTo>
                    <a:pt x="164" y="225"/>
                  </a:lnTo>
                  <a:lnTo>
                    <a:pt x="173" y="225"/>
                  </a:lnTo>
                  <a:lnTo>
                    <a:pt x="171" y="225"/>
                  </a:lnTo>
                  <a:lnTo>
                    <a:pt x="171" y="228"/>
                  </a:lnTo>
                  <a:lnTo>
                    <a:pt x="169" y="230"/>
                  </a:lnTo>
                  <a:lnTo>
                    <a:pt x="162" y="225"/>
                  </a:lnTo>
                  <a:lnTo>
                    <a:pt x="159" y="225"/>
                  </a:lnTo>
                  <a:lnTo>
                    <a:pt x="159" y="228"/>
                  </a:lnTo>
                  <a:lnTo>
                    <a:pt x="159" y="230"/>
                  </a:lnTo>
                  <a:lnTo>
                    <a:pt x="162" y="232"/>
                  </a:lnTo>
                  <a:lnTo>
                    <a:pt x="157" y="232"/>
                  </a:lnTo>
                  <a:lnTo>
                    <a:pt x="157" y="237"/>
                  </a:lnTo>
                  <a:lnTo>
                    <a:pt x="154" y="237"/>
                  </a:lnTo>
                  <a:lnTo>
                    <a:pt x="152" y="240"/>
                  </a:lnTo>
                  <a:lnTo>
                    <a:pt x="152" y="242"/>
                  </a:lnTo>
                  <a:lnTo>
                    <a:pt x="157" y="247"/>
                  </a:lnTo>
                  <a:lnTo>
                    <a:pt x="159" y="247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2" y="249"/>
                  </a:lnTo>
                  <a:lnTo>
                    <a:pt x="150" y="244"/>
                  </a:lnTo>
                  <a:lnTo>
                    <a:pt x="147" y="242"/>
                  </a:lnTo>
                  <a:lnTo>
                    <a:pt x="147" y="240"/>
                  </a:lnTo>
                  <a:lnTo>
                    <a:pt x="145" y="237"/>
                  </a:lnTo>
                  <a:lnTo>
                    <a:pt x="143" y="235"/>
                  </a:lnTo>
                  <a:lnTo>
                    <a:pt x="140" y="235"/>
                  </a:lnTo>
                  <a:lnTo>
                    <a:pt x="135" y="235"/>
                  </a:lnTo>
                  <a:lnTo>
                    <a:pt x="133" y="235"/>
                  </a:lnTo>
                  <a:lnTo>
                    <a:pt x="128" y="240"/>
                  </a:lnTo>
                  <a:lnTo>
                    <a:pt x="128" y="242"/>
                  </a:lnTo>
                  <a:lnTo>
                    <a:pt x="133" y="244"/>
                  </a:lnTo>
                  <a:lnTo>
                    <a:pt x="138" y="244"/>
                  </a:lnTo>
                  <a:lnTo>
                    <a:pt x="140" y="247"/>
                  </a:lnTo>
                  <a:lnTo>
                    <a:pt x="135" y="249"/>
                  </a:lnTo>
                  <a:lnTo>
                    <a:pt x="131" y="249"/>
                  </a:lnTo>
                  <a:lnTo>
                    <a:pt x="128" y="247"/>
                  </a:lnTo>
                  <a:lnTo>
                    <a:pt x="121" y="247"/>
                  </a:lnTo>
                  <a:lnTo>
                    <a:pt x="119" y="249"/>
                  </a:lnTo>
                  <a:lnTo>
                    <a:pt x="116" y="249"/>
                  </a:lnTo>
                  <a:lnTo>
                    <a:pt x="114" y="249"/>
                  </a:lnTo>
                  <a:lnTo>
                    <a:pt x="112" y="252"/>
                  </a:lnTo>
                  <a:lnTo>
                    <a:pt x="109" y="252"/>
                  </a:lnTo>
                  <a:lnTo>
                    <a:pt x="121" y="252"/>
                  </a:lnTo>
                  <a:lnTo>
                    <a:pt x="126" y="252"/>
                  </a:lnTo>
                  <a:lnTo>
                    <a:pt x="140" y="252"/>
                  </a:lnTo>
                  <a:lnTo>
                    <a:pt x="143" y="252"/>
                  </a:lnTo>
                  <a:lnTo>
                    <a:pt x="131" y="252"/>
                  </a:lnTo>
                  <a:lnTo>
                    <a:pt x="112" y="256"/>
                  </a:lnTo>
                  <a:lnTo>
                    <a:pt x="107" y="256"/>
                  </a:lnTo>
                  <a:lnTo>
                    <a:pt x="105" y="259"/>
                  </a:lnTo>
                  <a:lnTo>
                    <a:pt x="107" y="259"/>
                  </a:lnTo>
                  <a:lnTo>
                    <a:pt x="107" y="261"/>
                  </a:lnTo>
                  <a:lnTo>
                    <a:pt x="114" y="261"/>
                  </a:lnTo>
                  <a:lnTo>
                    <a:pt x="119" y="259"/>
                  </a:lnTo>
                  <a:lnTo>
                    <a:pt x="124" y="259"/>
                  </a:lnTo>
                  <a:lnTo>
                    <a:pt x="128" y="256"/>
                  </a:lnTo>
                  <a:lnTo>
                    <a:pt x="138" y="256"/>
                  </a:lnTo>
                  <a:lnTo>
                    <a:pt x="140" y="259"/>
                  </a:lnTo>
                  <a:lnTo>
                    <a:pt x="138" y="261"/>
                  </a:lnTo>
                  <a:lnTo>
                    <a:pt x="114" y="261"/>
                  </a:lnTo>
                  <a:lnTo>
                    <a:pt x="112" y="261"/>
                  </a:lnTo>
                  <a:lnTo>
                    <a:pt x="102" y="261"/>
                  </a:lnTo>
                  <a:lnTo>
                    <a:pt x="102" y="264"/>
                  </a:lnTo>
                  <a:lnTo>
                    <a:pt x="107" y="264"/>
                  </a:lnTo>
                  <a:lnTo>
                    <a:pt x="107" y="266"/>
                  </a:lnTo>
                  <a:lnTo>
                    <a:pt x="112" y="266"/>
                  </a:lnTo>
                  <a:lnTo>
                    <a:pt x="114" y="266"/>
                  </a:lnTo>
                  <a:lnTo>
                    <a:pt x="109" y="266"/>
                  </a:lnTo>
                  <a:lnTo>
                    <a:pt x="107" y="268"/>
                  </a:lnTo>
                  <a:lnTo>
                    <a:pt x="107" y="271"/>
                  </a:lnTo>
                  <a:lnTo>
                    <a:pt x="105" y="273"/>
                  </a:lnTo>
                  <a:lnTo>
                    <a:pt x="102" y="273"/>
                  </a:lnTo>
                  <a:lnTo>
                    <a:pt x="100" y="275"/>
                  </a:lnTo>
                  <a:lnTo>
                    <a:pt x="97" y="275"/>
                  </a:lnTo>
                  <a:lnTo>
                    <a:pt x="107" y="278"/>
                  </a:lnTo>
                  <a:lnTo>
                    <a:pt x="97" y="280"/>
                  </a:lnTo>
                  <a:lnTo>
                    <a:pt x="97" y="283"/>
                  </a:lnTo>
                  <a:lnTo>
                    <a:pt x="100" y="285"/>
                  </a:lnTo>
                  <a:lnTo>
                    <a:pt x="105" y="285"/>
                  </a:lnTo>
                  <a:lnTo>
                    <a:pt x="107" y="285"/>
                  </a:lnTo>
                  <a:lnTo>
                    <a:pt x="114" y="285"/>
                  </a:lnTo>
                  <a:lnTo>
                    <a:pt x="112" y="285"/>
                  </a:lnTo>
                  <a:lnTo>
                    <a:pt x="109" y="285"/>
                  </a:lnTo>
                  <a:lnTo>
                    <a:pt x="107" y="287"/>
                  </a:lnTo>
                  <a:lnTo>
                    <a:pt x="102" y="290"/>
                  </a:lnTo>
                  <a:lnTo>
                    <a:pt x="102" y="292"/>
                  </a:lnTo>
                  <a:lnTo>
                    <a:pt x="105" y="295"/>
                  </a:lnTo>
                  <a:lnTo>
                    <a:pt x="107" y="295"/>
                  </a:lnTo>
                  <a:lnTo>
                    <a:pt x="109" y="292"/>
                  </a:lnTo>
                  <a:lnTo>
                    <a:pt x="114" y="290"/>
                  </a:lnTo>
                  <a:lnTo>
                    <a:pt x="112" y="295"/>
                  </a:lnTo>
                  <a:lnTo>
                    <a:pt x="109" y="295"/>
                  </a:lnTo>
                  <a:lnTo>
                    <a:pt x="107" y="299"/>
                  </a:lnTo>
                  <a:lnTo>
                    <a:pt x="107" y="304"/>
                  </a:lnTo>
                  <a:lnTo>
                    <a:pt x="109" y="304"/>
                  </a:lnTo>
                  <a:lnTo>
                    <a:pt x="109" y="302"/>
                  </a:lnTo>
                  <a:lnTo>
                    <a:pt x="114" y="302"/>
                  </a:lnTo>
                  <a:lnTo>
                    <a:pt x="109" y="307"/>
                  </a:lnTo>
                  <a:lnTo>
                    <a:pt x="107" y="307"/>
                  </a:lnTo>
                  <a:lnTo>
                    <a:pt x="105" y="309"/>
                  </a:lnTo>
                  <a:lnTo>
                    <a:pt x="102" y="311"/>
                  </a:lnTo>
                  <a:lnTo>
                    <a:pt x="102" y="316"/>
                  </a:lnTo>
                  <a:lnTo>
                    <a:pt x="105" y="316"/>
                  </a:lnTo>
                  <a:lnTo>
                    <a:pt x="107" y="314"/>
                  </a:lnTo>
                  <a:lnTo>
                    <a:pt x="114" y="307"/>
                  </a:lnTo>
                  <a:lnTo>
                    <a:pt x="124" y="307"/>
                  </a:lnTo>
                  <a:lnTo>
                    <a:pt x="126" y="304"/>
                  </a:lnTo>
                  <a:lnTo>
                    <a:pt x="128" y="304"/>
                  </a:lnTo>
                  <a:lnTo>
                    <a:pt x="128" y="307"/>
                  </a:lnTo>
                  <a:lnTo>
                    <a:pt x="133" y="304"/>
                  </a:lnTo>
                  <a:lnTo>
                    <a:pt x="128" y="311"/>
                  </a:lnTo>
                  <a:lnTo>
                    <a:pt x="135" y="311"/>
                  </a:lnTo>
                  <a:lnTo>
                    <a:pt x="128" y="311"/>
                  </a:lnTo>
                  <a:lnTo>
                    <a:pt x="124" y="314"/>
                  </a:lnTo>
                  <a:lnTo>
                    <a:pt x="124" y="316"/>
                  </a:lnTo>
                  <a:lnTo>
                    <a:pt x="119" y="316"/>
                  </a:lnTo>
                  <a:lnTo>
                    <a:pt x="116" y="316"/>
                  </a:lnTo>
                  <a:lnTo>
                    <a:pt x="114" y="319"/>
                  </a:lnTo>
                  <a:lnTo>
                    <a:pt x="114" y="321"/>
                  </a:lnTo>
                  <a:lnTo>
                    <a:pt x="112" y="321"/>
                  </a:lnTo>
                  <a:lnTo>
                    <a:pt x="107" y="323"/>
                  </a:lnTo>
                  <a:lnTo>
                    <a:pt x="105" y="326"/>
                  </a:lnTo>
                  <a:lnTo>
                    <a:pt x="109" y="326"/>
                  </a:lnTo>
                  <a:lnTo>
                    <a:pt x="107" y="326"/>
                  </a:lnTo>
                  <a:lnTo>
                    <a:pt x="107" y="328"/>
                  </a:lnTo>
                  <a:lnTo>
                    <a:pt x="107" y="331"/>
                  </a:lnTo>
                  <a:lnTo>
                    <a:pt x="109" y="331"/>
                  </a:lnTo>
                  <a:lnTo>
                    <a:pt x="107" y="333"/>
                  </a:lnTo>
                  <a:lnTo>
                    <a:pt x="107" y="335"/>
                  </a:lnTo>
                  <a:lnTo>
                    <a:pt x="116" y="335"/>
                  </a:lnTo>
                  <a:lnTo>
                    <a:pt x="112" y="343"/>
                  </a:lnTo>
                  <a:lnTo>
                    <a:pt x="116" y="340"/>
                  </a:lnTo>
                  <a:lnTo>
                    <a:pt x="119" y="340"/>
                  </a:lnTo>
                  <a:lnTo>
                    <a:pt x="116" y="340"/>
                  </a:lnTo>
                  <a:lnTo>
                    <a:pt x="114" y="343"/>
                  </a:lnTo>
                  <a:lnTo>
                    <a:pt x="114" y="345"/>
                  </a:lnTo>
                  <a:lnTo>
                    <a:pt x="112" y="347"/>
                  </a:lnTo>
                  <a:lnTo>
                    <a:pt x="112" y="352"/>
                  </a:lnTo>
                  <a:lnTo>
                    <a:pt x="114" y="352"/>
                  </a:lnTo>
                  <a:lnTo>
                    <a:pt x="121" y="352"/>
                  </a:lnTo>
                  <a:lnTo>
                    <a:pt x="116" y="359"/>
                  </a:lnTo>
                  <a:lnTo>
                    <a:pt x="126" y="357"/>
                  </a:lnTo>
                  <a:lnTo>
                    <a:pt x="121" y="362"/>
                  </a:lnTo>
                  <a:lnTo>
                    <a:pt x="124" y="366"/>
                  </a:lnTo>
                  <a:lnTo>
                    <a:pt x="128" y="366"/>
                  </a:lnTo>
                  <a:lnTo>
                    <a:pt x="126" y="366"/>
                  </a:lnTo>
                  <a:lnTo>
                    <a:pt x="126" y="369"/>
                  </a:lnTo>
                  <a:lnTo>
                    <a:pt x="128" y="371"/>
                  </a:lnTo>
                  <a:lnTo>
                    <a:pt x="133" y="371"/>
                  </a:lnTo>
                  <a:lnTo>
                    <a:pt x="128" y="376"/>
                  </a:lnTo>
                  <a:lnTo>
                    <a:pt x="135" y="376"/>
                  </a:lnTo>
                  <a:lnTo>
                    <a:pt x="133" y="381"/>
                  </a:lnTo>
                  <a:lnTo>
                    <a:pt x="145" y="378"/>
                  </a:lnTo>
                  <a:lnTo>
                    <a:pt x="147" y="381"/>
                  </a:lnTo>
                  <a:lnTo>
                    <a:pt x="150" y="381"/>
                  </a:lnTo>
                  <a:lnTo>
                    <a:pt x="152" y="378"/>
                  </a:lnTo>
                  <a:lnTo>
                    <a:pt x="162" y="374"/>
                  </a:lnTo>
                  <a:lnTo>
                    <a:pt x="164" y="371"/>
                  </a:lnTo>
                  <a:lnTo>
                    <a:pt x="164" y="374"/>
                  </a:lnTo>
                  <a:lnTo>
                    <a:pt x="162" y="376"/>
                  </a:lnTo>
                  <a:lnTo>
                    <a:pt x="169" y="378"/>
                  </a:lnTo>
                  <a:lnTo>
                    <a:pt x="171" y="376"/>
                  </a:lnTo>
                  <a:lnTo>
                    <a:pt x="173" y="376"/>
                  </a:lnTo>
                  <a:lnTo>
                    <a:pt x="169" y="378"/>
                  </a:lnTo>
                  <a:lnTo>
                    <a:pt x="164" y="381"/>
                  </a:lnTo>
                  <a:lnTo>
                    <a:pt x="162" y="383"/>
                  </a:lnTo>
                  <a:lnTo>
                    <a:pt x="162" y="386"/>
                  </a:lnTo>
                  <a:lnTo>
                    <a:pt x="169" y="386"/>
                  </a:lnTo>
                  <a:lnTo>
                    <a:pt x="173" y="386"/>
                  </a:lnTo>
                  <a:lnTo>
                    <a:pt x="176" y="386"/>
                  </a:lnTo>
                  <a:lnTo>
                    <a:pt x="173" y="386"/>
                  </a:lnTo>
                  <a:lnTo>
                    <a:pt x="171" y="388"/>
                  </a:lnTo>
                  <a:lnTo>
                    <a:pt x="169" y="390"/>
                  </a:lnTo>
                  <a:lnTo>
                    <a:pt x="169" y="393"/>
                  </a:lnTo>
                  <a:lnTo>
                    <a:pt x="169" y="395"/>
                  </a:lnTo>
                  <a:lnTo>
                    <a:pt x="176" y="395"/>
                  </a:lnTo>
                  <a:lnTo>
                    <a:pt x="178" y="393"/>
                  </a:lnTo>
                  <a:lnTo>
                    <a:pt x="178" y="395"/>
                  </a:lnTo>
                  <a:lnTo>
                    <a:pt x="183" y="398"/>
                  </a:lnTo>
                  <a:lnTo>
                    <a:pt x="188" y="398"/>
                  </a:lnTo>
                  <a:lnTo>
                    <a:pt x="192" y="395"/>
                  </a:lnTo>
                  <a:lnTo>
                    <a:pt x="195" y="393"/>
                  </a:lnTo>
                  <a:lnTo>
                    <a:pt x="192" y="390"/>
                  </a:lnTo>
                  <a:lnTo>
                    <a:pt x="192" y="388"/>
                  </a:lnTo>
                  <a:lnTo>
                    <a:pt x="197" y="388"/>
                  </a:lnTo>
                  <a:lnTo>
                    <a:pt x="200" y="386"/>
                  </a:lnTo>
                  <a:lnTo>
                    <a:pt x="200" y="378"/>
                  </a:lnTo>
                  <a:lnTo>
                    <a:pt x="202" y="381"/>
                  </a:lnTo>
                  <a:lnTo>
                    <a:pt x="207" y="381"/>
                  </a:lnTo>
                  <a:lnTo>
                    <a:pt x="207" y="376"/>
                  </a:lnTo>
                  <a:lnTo>
                    <a:pt x="207" y="374"/>
                  </a:lnTo>
                  <a:lnTo>
                    <a:pt x="207" y="371"/>
                  </a:lnTo>
                  <a:lnTo>
                    <a:pt x="207" y="374"/>
                  </a:lnTo>
                  <a:lnTo>
                    <a:pt x="209" y="376"/>
                  </a:lnTo>
                  <a:lnTo>
                    <a:pt x="212" y="376"/>
                  </a:lnTo>
                  <a:lnTo>
                    <a:pt x="214" y="374"/>
                  </a:lnTo>
                  <a:lnTo>
                    <a:pt x="214" y="371"/>
                  </a:lnTo>
                  <a:lnTo>
                    <a:pt x="209" y="366"/>
                  </a:lnTo>
                  <a:lnTo>
                    <a:pt x="216" y="366"/>
                  </a:lnTo>
                  <a:lnTo>
                    <a:pt x="216" y="364"/>
                  </a:lnTo>
                  <a:lnTo>
                    <a:pt x="214" y="362"/>
                  </a:lnTo>
                  <a:lnTo>
                    <a:pt x="223" y="362"/>
                  </a:lnTo>
                  <a:lnTo>
                    <a:pt x="219" y="357"/>
                  </a:lnTo>
                  <a:lnTo>
                    <a:pt x="223" y="355"/>
                  </a:lnTo>
                  <a:lnTo>
                    <a:pt x="219" y="352"/>
                  </a:lnTo>
                  <a:lnTo>
                    <a:pt x="216" y="350"/>
                  </a:lnTo>
                  <a:lnTo>
                    <a:pt x="219" y="350"/>
                  </a:lnTo>
                  <a:lnTo>
                    <a:pt x="221" y="350"/>
                  </a:lnTo>
                  <a:lnTo>
                    <a:pt x="216" y="343"/>
                  </a:lnTo>
                  <a:lnTo>
                    <a:pt x="221" y="347"/>
                  </a:lnTo>
                  <a:lnTo>
                    <a:pt x="223" y="347"/>
                  </a:lnTo>
                  <a:lnTo>
                    <a:pt x="228" y="343"/>
                  </a:lnTo>
                  <a:lnTo>
                    <a:pt x="235" y="343"/>
                  </a:lnTo>
                  <a:lnTo>
                    <a:pt x="235" y="340"/>
                  </a:lnTo>
                  <a:lnTo>
                    <a:pt x="233" y="338"/>
                  </a:lnTo>
                  <a:lnTo>
                    <a:pt x="238" y="338"/>
                  </a:lnTo>
                  <a:lnTo>
                    <a:pt x="242" y="331"/>
                  </a:lnTo>
                  <a:lnTo>
                    <a:pt x="245" y="331"/>
                  </a:lnTo>
                  <a:lnTo>
                    <a:pt x="252" y="331"/>
                  </a:lnTo>
                  <a:lnTo>
                    <a:pt x="252" y="326"/>
                  </a:lnTo>
                  <a:lnTo>
                    <a:pt x="257" y="331"/>
                  </a:lnTo>
                  <a:lnTo>
                    <a:pt x="259" y="326"/>
                  </a:lnTo>
                  <a:lnTo>
                    <a:pt x="259" y="319"/>
                  </a:lnTo>
                  <a:lnTo>
                    <a:pt x="252" y="316"/>
                  </a:lnTo>
                  <a:lnTo>
                    <a:pt x="257" y="316"/>
                  </a:lnTo>
                  <a:lnTo>
                    <a:pt x="264" y="311"/>
                  </a:lnTo>
                  <a:lnTo>
                    <a:pt x="266" y="307"/>
                  </a:lnTo>
                  <a:lnTo>
                    <a:pt x="259" y="304"/>
                  </a:lnTo>
                  <a:lnTo>
                    <a:pt x="264" y="299"/>
                  </a:lnTo>
                  <a:lnTo>
                    <a:pt x="278" y="299"/>
                  </a:lnTo>
                  <a:lnTo>
                    <a:pt x="280" y="297"/>
                  </a:lnTo>
                  <a:lnTo>
                    <a:pt x="280" y="292"/>
                  </a:lnTo>
                  <a:lnTo>
                    <a:pt x="288" y="290"/>
                  </a:lnTo>
                  <a:lnTo>
                    <a:pt x="292" y="290"/>
                  </a:lnTo>
                  <a:lnTo>
                    <a:pt x="295" y="292"/>
                  </a:lnTo>
                  <a:lnTo>
                    <a:pt x="302" y="292"/>
                  </a:lnTo>
                  <a:lnTo>
                    <a:pt x="311" y="283"/>
                  </a:lnTo>
                  <a:lnTo>
                    <a:pt x="311" y="280"/>
                  </a:lnTo>
                  <a:lnTo>
                    <a:pt x="314" y="280"/>
                  </a:lnTo>
                  <a:lnTo>
                    <a:pt x="316" y="278"/>
                  </a:lnTo>
                  <a:lnTo>
                    <a:pt x="319" y="278"/>
                  </a:lnTo>
                  <a:lnTo>
                    <a:pt x="319" y="280"/>
                  </a:lnTo>
                  <a:lnTo>
                    <a:pt x="316" y="283"/>
                  </a:lnTo>
                  <a:lnTo>
                    <a:pt x="314" y="285"/>
                  </a:lnTo>
                  <a:lnTo>
                    <a:pt x="311" y="290"/>
                  </a:lnTo>
                  <a:lnTo>
                    <a:pt x="319" y="290"/>
                  </a:lnTo>
                  <a:lnTo>
                    <a:pt x="319" y="285"/>
                  </a:lnTo>
                  <a:lnTo>
                    <a:pt x="323" y="285"/>
                  </a:lnTo>
                  <a:lnTo>
                    <a:pt x="326" y="283"/>
                  </a:lnTo>
                  <a:lnTo>
                    <a:pt x="328" y="283"/>
                  </a:lnTo>
                  <a:lnTo>
                    <a:pt x="328" y="285"/>
                  </a:lnTo>
                  <a:lnTo>
                    <a:pt x="333" y="285"/>
                  </a:lnTo>
                  <a:lnTo>
                    <a:pt x="335" y="285"/>
                  </a:lnTo>
                  <a:lnTo>
                    <a:pt x="342" y="283"/>
                  </a:lnTo>
                  <a:lnTo>
                    <a:pt x="347" y="278"/>
                  </a:lnTo>
                  <a:lnTo>
                    <a:pt x="349" y="275"/>
                  </a:lnTo>
                  <a:lnTo>
                    <a:pt x="359" y="275"/>
                  </a:lnTo>
                  <a:lnTo>
                    <a:pt x="366" y="275"/>
                  </a:lnTo>
                  <a:lnTo>
                    <a:pt x="371" y="271"/>
                  </a:lnTo>
                  <a:lnTo>
                    <a:pt x="373" y="268"/>
                  </a:lnTo>
                  <a:lnTo>
                    <a:pt x="376" y="266"/>
                  </a:lnTo>
                  <a:lnTo>
                    <a:pt x="383" y="259"/>
                  </a:lnTo>
                  <a:lnTo>
                    <a:pt x="385" y="256"/>
                  </a:lnTo>
                  <a:lnTo>
                    <a:pt x="390" y="254"/>
                  </a:lnTo>
                  <a:lnTo>
                    <a:pt x="399" y="252"/>
                  </a:lnTo>
                  <a:lnTo>
                    <a:pt x="402" y="252"/>
                  </a:lnTo>
                  <a:lnTo>
                    <a:pt x="404" y="249"/>
                  </a:lnTo>
                  <a:lnTo>
                    <a:pt x="407" y="249"/>
                  </a:lnTo>
                  <a:lnTo>
                    <a:pt x="407" y="247"/>
                  </a:lnTo>
                  <a:lnTo>
                    <a:pt x="407" y="244"/>
                  </a:lnTo>
                  <a:lnTo>
                    <a:pt x="407" y="240"/>
                  </a:lnTo>
                  <a:lnTo>
                    <a:pt x="407" y="235"/>
                  </a:lnTo>
                  <a:lnTo>
                    <a:pt x="414" y="242"/>
                  </a:lnTo>
                  <a:lnTo>
                    <a:pt x="416" y="244"/>
                  </a:lnTo>
                  <a:lnTo>
                    <a:pt x="418" y="244"/>
                  </a:lnTo>
                  <a:lnTo>
                    <a:pt x="437" y="244"/>
                  </a:lnTo>
                  <a:lnTo>
                    <a:pt x="447" y="242"/>
                  </a:lnTo>
                  <a:lnTo>
                    <a:pt x="454" y="240"/>
                  </a:lnTo>
                  <a:lnTo>
                    <a:pt x="459" y="240"/>
                  </a:lnTo>
                  <a:lnTo>
                    <a:pt x="468" y="237"/>
                  </a:lnTo>
                  <a:lnTo>
                    <a:pt x="480" y="235"/>
                  </a:lnTo>
                  <a:lnTo>
                    <a:pt x="487" y="235"/>
                  </a:lnTo>
                  <a:lnTo>
                    <a:pt x="492" y="230"/>
                  </a:lnTo>
                  <a:lnTo>
                    <a:pt x="499" y="230"/>
                  </a:lnTo>
                  <a:lnTo>
                    <a:pt x="502" y="228"/>
                  </a:lnTo>
                  <a:lnTo>
                    <a:pt x="509" y="228"/>
                  </a:lnTo>
                  <a:lnTo>
                    <a:pt x="516" y="220"/>
                  </a:lnTo>
                  <a:lnTo>
                    <a:pt x="518" y="220"/>
                  </a:lnTo>
                  <a:lnTo>
                    <a:pt x="518" y="218"/>
                  </a:lnTo>
                  <a:lnTo>
                    <a:pt x="523" y="218"/>
                  </a:lnTo>
                  <a:lnTo>
                    <a:pt x="525" y="216"/>
                  </a:lnTo>
                  <a:lnTo>
                    <a:pt x="528" y="216"/>
                  </a:lnTo>
                  <a:lnTo>
                    <a:pt x="542" y="213"/>
                  </a:lnTo>
                  <a:lnTo>
                    <a:pt x="552" y="211"/>
                  </a:lnTo>
                  <a:lnTo>
                    <a:pt x="552" y="206"/>
                  </a:lnTo>
                  <a:lnTo>
                    <a:pt x="549" y="206"/>
                  </a:lnTo>
                  <a:lnTo>
                    <a:pt x="547" y="208"/>
                  </a:lnTo>
                  <a:lnTo>
                    <a:pt x="537" y="208"/>
                  </a:lnTo>
                  <a:lnTo>
                    <a:pt x="530" y="206"/>
                  </a:lnTo>
                  <a:lnTo>
                    <a:pt x="525" y="206"/>
                  </a:lnTo>
                  <a:lnTo>
                    <a:pt x="521" y="204"/>
                  </a:lnTo>
                  <a:lnTo>
                    <a:pt x="509" y="204"/>
                  </a:lnTo>
                  <a:lnTo>
                    <a:pt x="499" y="206"/>
                  </a:lnTo>
                  <a:lnTo>
                    <a:pt x="490" y="206"/>
                  </a:lnTo>
                  <a:lnTo>
                    <a:pt x="487" y="211"/>
                  </a:lnTo>
                  <a:lnTo>
                    <a:pt x="471" y="211"/>
                  </a:lnTo>
                  <a:lnTo>
                    <a:pt x="485" y="206"/>
                  </a:lnTo>
                  <a:lnTo>
                    <a:pt x="494" y="204"/>
                  </a:lnTo>
                  <a:lnTo>
                    <a:pt x="499" y="204"/>
                  </a:lnTo>
                  <a:lnTo>
                    <a:pt x="502" y="201"/>
                  </a:lnTo>
                  <a:lnTo>
                    <a:pt x="506" y="201"/>
                  </a:lnTo>
                  <a:lnTo>
                    <a:pt x="511" y="199"/>
                  </a:lnTo>
                  <a:lnTo>
                    <a:pt x="514" y="199"/>
                  </a:lnTo>
                  <a:lnTo>
                    <a:pt x="516" y="199"/>
                  </a:lnTo>
                  <a:lnTo>
                    <a:pt x="514" y="196"/>
                  </a:lnTo>
                  <a:lnTo>
                    <a:pt x="509" y="194"/>
                  </a:lnTo>
                  <a:lnTo>
                    <a:pt x="506" y="194"/>
                  </a:lnTo>
                  <a:lnTo>
                    <a:pt x="504" y="194"/>
                  </a:lnTo>
                  <a:lnTo>
                    <a:pt x="497" y="196"/>
                  </a:lnTo>
                  <a:lnTo>
                    <a:pt x="483" y="201"/>
                  </a:lnTo>
                  <a:lnTo>
                    <a:pt x="468" y="201"/>
                  </a:lnTo>
                  <a:lnTo>
                    <a:pt x="478" y="196"/>
                  </a:lnTo>
                  <a:lnTo>
                    <a:pt x="485" y="192"/>
                  </a:lnTo>
                  <a:lnTo>
                    <a:pt x="487" y="192"/>
                  </a:lnTo>
                  <a:lnTo>
                    <a:pt x="492" y="194"/>
                  </a:lnTo>
                  <a:lnTo>
                    <a:pt x="497" y="194"/>
                  </a:lnTo>
                  <a:lnTo>
                    <a:pt x="499" y="192"/>
                  </a:lnTo>
                  <a:lnTo>
                    <a:pt x="504" y="192"/>
                  </a:lnTo>
                  <a:lnTo>
                    <a:pt x="506" y="189"/>
                  </a:lnTo>
                  <a:lnTo>
                    <a:pt x="516" y="189"/>
                  </a:lnTo>
                  <a:lnTo>
                    <a:pt x="518" y="189"/>
                  </a:lnTo>
                  <a:lnTo>
                    <a:pt x="516" y="187"/>
                  </a:lnTo>
                  <a:lnTo>
                    <a:pt x="514" y="187"/>
                  </a:lnTo>
                  <a:lnTo>
                    <a:pt x="509" y="184"/>
                  </a:lnTo>
                  <a:lnTo>
                    <a:pt x="485" y="184"/>
                  </a:lnTo>
                  <a:lnTo>
                    <a:pt x="492" y="182"/>
                  </a:lnTo>
                  <a:lnTo>
                    <a:pt x="485" y="180"/>
                  </a:lnTo>
                  <a:lnTo>
                    <a:pt x="485" y="175"/>
                  </a:lnTo>
                  <a:lnTo>
                    <a:pt x="487" y="175"/>
                  </a:lnTo>
                  <a:lnTo>
                    <a:pt x="490" y="177"/>
                  </a:lnTo>
                  <a:lnTo>
                    <a:pt x="492" y="180"/>
                  </a:lnTo>
                  <a:lnTo>
                    <a:pt x="497" y="182"/>
                  </a:lnTo>
                  <a:lnTo>
                    <a:pt x="504" y="182"/>
                  </a:lnTo>
                  <a:lnTo>
                    <a:pt x="506" y="184"/>
                  </a:lnTo>
                  <a:lnTo>
                    <a:pt x="509" y="184"/>
                  </a:lnTo>
                  <a:lnTo>
                    <a:pt x="514" y="184"/>
                  </a:lnTo>
                  <a:lnTo>
                    <a:pt x="518" y="184"/>
                  </a:lnTo>
                  <a:lnTo>
                    <a:pt x="518" y="187"/>
                  </a:lnTo>
                  <a:lnTo>
                    <a:pt x="523" y="187"/>
                  </a:lnTo>
                  <a:lnTo>
                    <a:pt x="523" y="184"/>
                  </a:lnTo>
                  <a:lnTo>
                    <a:pt x="528" y="184"/>
                  </a:lnTo>
                  <a:lnTo>
                    <a:pt x="528" y="187"/>
                  </a:lnTo>
                  <a:lnTo>
                    <a:pt x="528" y="189"/>
                  </a:lnTo>
                  <a:lnTo>
                    <a:pt x="528" y="192"/>
                  </a:lnTo>
                  <a:lnTo>
                    <a:pt x="528" y="196"/>
                  </a:lnTo>
                  <a:lnTo>
                    <a:pt x="528" y="199"/>
                  </a:lnTo>
                  <a:lnTo>
                    <a:pt x="533" y="199"/>
                  </a:lnTo>
                  <a:lnTo>
                    <a:pt x="537" y="201"/>
                  </a:lnTo>
                  <a:lnTo>
                    <a:pt x="542" y="201"/>
                  </a:lnTo>
                  <a:lnTo>
                    <a:pt x="547" y="201"/>
                  </a:lnTo>
                  <a:lnTo>
                    <a:pt x="549" y="201"/>
                  </a:lnTo>
                  <a:lnTo>
                    <a:pt x="552" y="199"/>
                  </a:lnTo>
                  <a:lnTo>
                    <a:pt x="554" y="199"/>
                  </a:lnTo>
                  <a:lnTo>
                    <a:pt x="554" y="204"/>
                  </a:lnTo>
                  <a:lnTo>
                    <a:pt x="559" y="204"/>
                  </a:lnTo>
                  <a:lnTo>
                    <a:pt x="561" y="201"/>
                  </a:lnTo>
                  <a:lnTo>
                    <a:pt x="563" y="201"/>
                  </a:lnTo>
                  <a:lnTo>
                    <a:pt x="563" y="194"/>
                  </a:lnTo>
                  <a:lnTo>
                    <a:pt x="561" y="194"/>
                  </a:lnTo>
                  <a:lnTo>
                    <a:pt x="563" y="189"/>
                  </a:lnTo>
                  <a:lnTo>
                    <a:pt x="563" y="187"/>
                  </a:lnTo>
                  <a:lnTo>
                    <a:pt x="559" y="187"/>
                  </a:lnTo>
                  <a:lnTo>
                    <a:pt x="556" y="182"/>
                  </a:lnTo>
                  <a:lnTo>
                    <a:pt x="552" y="180"/>
                  </a:lnTo>
                  <a:lnTo>
                    <a:pt x="552" y="175"/>
                  </a:lnTo>
                  <a:lnTo>
                    <a:pt x="533" y="170"/>
                  </a:lnTo>
                  <a:lnTo>
                    <a:pt x="523" y="170"/>
                  </a:lnTo>
                  <a:lnTo>
                    <a:pt x="521" y="170"/>
                  </a:lnTo>
                  <a:lnTo>
                    <a:pt x="528" y="168"/>
                  </a:lnTo>
                  <a:lnTo>
                    <a:pt x="530" y="165"/>
                  </a:lnTo>
                  <a:lnTo>
                    <a:pt x="528" y="165"/>
                  </a:lnTo>
                  <a:lnTo>
                    <a:pt x="525" y="163"/>
                  </a:lnTo>
                  <a:lnTo>
                    <a:pt x="514" y="163"/>
                  </a:lnTo>
                  <a:lnTo>
                    <a:pt x="509" y="161"/>
                  </a:lnTo>
                  <a:lnTo>
                    <a:pt x="504" y="161"/>
                  </a:lnTo>
                  <a:lnTo>
                    <a:pt x="509" y="156"/>
                  </a:lnTo>
                  <a:lnTo>
                    <a:pt x="523" y="156"/>
                  </a:lnTo>
                  <a:lnTo>
                    <a:pt x="528" y="153"/>
                  </a:lnTo>
                  <a:lnTo>
                    <a:pt x="533" y="153"/>
                  </a:lnTo>
                  <a:lnTo>
                    <a:pt x="547" y="156"/>
                  </a:lnTo>
                  <a:lnTo>
                    <a:pt x="552" y="156"/>
                  </a:lnTo>
                  <a:lnTo>
                    <a:pt x="554" y="156"/>
                  </a:lnTo>
                  <a:lnTo>
                    <a:pt x="556" y="158"/>
                  </a:lnTo>
                  <a:lnTo>
                    <a:pt x="559" y="161"/>
                  </a:lnTo>
                  <a:lnTo>
                    <a:pt x="563" y="165"/>
                  </a:lnTo>
                  <a:lnTo>
                    <a:pt x="568" y="165"/>
                  </a:lnTo>
                  <a:lnTo>
                    <a:pt x="568" y="163"/>
                  </a:lnTo>
                  <a:lnTo>
                    <a:pt x="568" y="158"/>
                  </a:lnTo>
                  <a:lnTo>
                    <a:pt x="559" y="156"/>
                  </a:lnTo>
                  <a:lnTo>
                    <a:pt x="552" y="153"/>
                  </a:lnTo>
                  <a:lnTo>
                    <a:pt x="540" y="151"/>
                  </a:lnTo>
                  <a:lnTo>
                    <a:pt x="544" y="149"/>
                  </a:lnTo>
                  <a:lnTo>
                    <a:pt x="547" y="149"/>
                  </a:lnTo>
                  <a:lnTo>
                    <a:pt x="552" y="151"/>
                  </a:lnTo>
                  <a:lnTo>
                    <a:pt x="556" y="151"/>
                  </a:lnTo>
                  <a:lnTo>
                    <a:pt x="559" y="153"/>
                  </a:lnTo>
                  <a:lnTo>
                    <a:pt x="578" y="153"/>
                  </a:lnTo>
                  <a:lnTo>
                    <a:pt x="594" y="151"/>
                  </a:lnTo>
                  <a:lnTo>
                    <a:pt x="594" y="144"/>
                  </a:lnTo>
                  <a:lnTo>
                    <a:pt x="582" y="141"/>
                  </a:lnTo>
                  <a:lnTo>
                    <a:pt x="578" y="146"/>
                  </a:lnTo>
                  <a:lnTo>
                    <a:pt x="573" y="141"/>
                  </a:lnTo>
                  <a:lnTo>
                    <a:pt x="573" y="139"/>
                  </a:lnTo>
                  <a:lnTo>
                    <a:pt x="587" y="139"/>
                  </a:lnTo>
                  <a:lnTo>
                    <a:pt x="599" y="137"/>
                  </a:lnTo>
                  <a:lnTo>
                    <a:pt x="602" y="139"/>
                  </a:lnTo>
                  <a:lnTo>
                    <a:pt x="609" y="139"/>
                  </a:lnTo>
                  <a:lnTo>
                    <a:pt x="616" y="134"/>
                  </a:lnTo>
                  <a:lnTo>
                    <a:pt x="618" y="134"/>
                  </a:lnTo>
                  <a:lnTo>
                    <a:pt x="618" y="132"/>
                  </a:lnTo>
                  <a:lnTo>
                    <a:pt x="599" y="132"/>
                  </a:lnTo>
                  <a:lnTo>
                    <a:pt x="599" y="129"/>
                  </a:lnTo>
                  <a:lnTo>
                    <a:pt x="597" y="129"/>
                  </a:lnTo>
                  <a:lnTo>
                    <a:pt x="597" y="127"/>
                  </a:lnTo>
                  <a:lnTo>
                    <a:pt x="592" y="127"/>
                  </a:lnTo>
                  <a:lnTo>
                    <a:pt x="587" y="125"/>
                  </a:lnTo>
                  <a:lnTo>
                    <a:pt x="592" y="125"/>
                  </a:lnTo>
                  <a:lnTo>
                    <a:pt x="594" y="125"/>
                  </a:lnTo>
                  <a:lnTo>
                    <a:pt x="594" y="122"/>
                  </a:lnTo>
                  <a:lnTo>
                    <a:pt x="592" y="120"/>
                  </a:lnTo>
                  <a:lnTo>
                    <a:pt x="590" y="120"/>
                  </a:lnTo>
                  <a:lnTo>
                    <a:pt x="582" y="117"/>
                  </a:lnTo>
                  <a:lnTo>
                    <a:pt x="592" y="117"/>
                  </a:lnTo>
                  <a:lnTo>
                    <a:pt x="594" y="120"/>
                  </a:lnTo>
                  <a:lnTo>
                    <a:pt x="597" y="120"/>
                  </a:lnTo>
                  <a:lnTo>
                    <a:pt x="602" y="120"/>
                  </a:lnTo>
                  <a:lnTo>
                    <a:pt x="606" y="120"/>
                  </a:lnTo>
                  <a:lnTo>
                    <a:pt x="609" y="125"/>
                  </a:lnTo>
                  <a:lnTo>
                    <a:pt x="613" y="125"/>
                  </a:lnTo>
                  <a:lnTo>
                    <a:pt x="618" y="120"/>
                  </a:lnTo>
                  <a:lnTo>
                    <a:pt x="618" y="113"/>
                  </a:lnTo>
                  <a:lnTo>
                    <a:pt x="616" y="110"/>
                  </a:lnTo>
                  <a:lnTo>
                    <a:pt x="613" y="110"/>
                  </a:lnTo>
                  <a:lnTo>
                    <a:pt x="611" y="108"/>
                  </a:lnTo>
                  <a:lnTo>
                    <a:pt x="609" y="105"/>
                  </a:lnTo>
                  <a:lnTo>
                    <a:pt x="592" y="103"/>
                  </a:lnTo>
                  <a:lnTo>
                    <a:pt x="587" y="101"/>
                  </a:lnTo>
                  <a:lnTo>
                    <a:pt x="587" y="98"/>
                  </a:lnTo>
                  <a:lnTo>
                    <a:pt x="590" y="98"/>
                  </a:lnTo>
                  <a:lnTo>
                    <a:pt x="599" y="98"/>
                  </a:lnTo>
                  <a:lnTo>
                    <a:pt x="611" y="96"/>
                  </a:lnTo>
                  <a:lnTo>
                    <a:pt x="618" y="96"/>
                  </a:lnTo>
                  <a:lnTo>
                    <a:pt x="623" y="98"/>
                  </a:lnTo>
                  <a:lnTo>
                    <a:pt x="632" y="98"/>
                  </a:lnTo>
                  <a:lnTo>
                    <a:pt x="637" y="96"/>
                  </a:lnTo>
                  <a:lnTo>
                    <a:pt x="642" y="93"/>
                  </a:lnTo>
                  <a:lnTo>
                    <a:pt x="642" y="91"/>
                  </a:lnTo>
                  <a:lnTo>
                    <a:pt x="642" y="89"/>
                  </a:lnTo>
                  <a:lnTo>
                    <a:pt x="632" y="89"/>
                  </a:lnTo>
                  <a:lnTo>
                    <a:pt x="625" y="86"/>
                  </a:lnTo>
                  <a:lnTo>
                    <a:pt x="616" y="86"/>
                  </a:lnTo>
                  <a:lnTo>
                    <a:pt x="613" y="84"/>
                  </a:lnTo>
                  <a:lnTo>
                    <a:pt x="623" y="84"/>
                  </a:lnTo>
                  <a:lnTo>
                    <a:pt x="621" y="82"/>
                  </a:lnTo>
                  <a:lnTo>
                    <a:pt x="618" y="79"/>
                  </a:lnTo>
                  <a:lnTo>
                    <a:pt x="618" y="77"/>
                  </a:lnTo>
                  <a:lnTo>
                    <a:pt x="613" y="77"/>
                  </a:lnTo>
                  <a:lnTo>
                    <a:pt x="611" y="79"/>
                  </a:lnTo>
                  <a:lnTo>
                    <a:pt x="611" y="84"/>
                  </a:lnTo>
                  <a:lnTo>
                    <a:pt x="606" y="84"/>
                  </a:lnTo>
                  <a:lnTo>
                    <a:pt x="604" y="84"/>
                  </a:lnTo>
                  <a:lnTo>
                    <a:pt x="602" y="82"/>
                  </a:lnTo>
                  <a:lnTo>
                    <a:pt x="599" y="79"/>
                  </a:lnTo>
                  <a:lnTo>
                    <a:pt x="602" y="79"/>
                  </a:lnTo>
                  <a:lnTo>
                    <a:pt x="606" y="77"/>
                  </a:lnTo>
                  <a:lnTo>
                    <a:pt x="609" y="74"/>
                  </a:lnTo>
                  <a:lnTo>
                    <a:pt x="613" y="70"/>
                  </a:lnTo>
                  <a:lnTo>
                    <a:pt x="616" y="67"/>
                  </a:lnTo>
                  <a:lnTo>
                    <a:pt x="618" y="65"/>
                  </a:lnTo>
                  <a:lnTo>
                    <a:pt x="621" y="65"/>
                  </a:lnTo>
                  <a:lnTo>
                    <a:pt x="623" y="65"/>
                  </a:lnTo>
                  <a:lnTo>
                    <a:pt x="628" y="65"/>
                  </a:lnTo>
                  <a:lnTo>
                    <a:pt x="630" y="65"/>
                  </a:lnTo>
                  <a:lnTo>
                    <a:pt x="632" y="62"/>
                  </a:lnTo>
                  <a:lnTo>
                    <a:pt x="637" y="60"/>
                  </a:lnTo>
                  <a:lnTo>
                    <a:pt x="635" y="55"/>
                  </a:lnTo>
                  <a:lnTo>
                    <a:pt x="637" y="53"/>
                  </a:lnTo>
                  <a:lnTo>
                    <a:pt x="640" y="50"/>
                  </a:lnTo>
                  <a:lnTo>
                    <a:pt x="642" y="50"/>
                  </a:lnTo>
                  <a:lnTo>
                    <a:pt x="647" y="50"/>
                  </a:lnTo>
                  <a:lnTo>
                    <a:pt x="649" y="50"/>
                  </a:lnTo>
                  <a:lnTo>
                    <a:pt x="651" y="53"/>
                  </a:lnTo>
                  <a:lnTo>
                    <a:pt x="656" y="53"/>
                  </a:lnTo>
                  <a:lnTo>
                    <a:pt x="659" y="50"/>
                  </a:lnTo>
                  <a:lnTo>
                    <a:pt x="661" y="50"/>
                  </a:lnTo>
                  <a:lnTo>
                    <a:pt x="663" y="48"/>
                  </a:lnTo>
                  <a:lnTo>
                    <a:pt x="644" y="48"/>
                  </a:lnTo>
                  <a:lnTo>
                    <a:pt x="642" y="48"/>
                  </a:lnTo>
                  <a:lnTo>
                    <a:pt x="637" y="48"/>
                  </a:lnTo>
                  <a:lnTo>
                    <a:pt x="635" y="50"/>
                  </a:lnTo>
                  <a:lnTo>
                    <a:pt x="630" y="50"/>
                  </a:lnTo>
                  <a:lnTo>
                    <a:pt x="630" y="48"/>
                  </a:lnTo>
                  <a:lnTo>
                    <a:pt x="640" y="43"/>
                  </a:lnTo>
                  <a:lnTo>
                    <a:pt x="670" y="43"/>
                  </a:lnTo>
                  <a:lnTo>
                    <a:pt x="675" y="43"/>
                  </a:lnTo>
                  <a:lnTo>
                    <a:pt x="678" y="43"/>
                  </a:lnTo>
                  <a:lnTo>
                    <a:pt x="682" y="41"/>
                  </a:lnTo>
                  <a:lnTo>
                    <a:pt x="678" y="41"/>
                  </a:lnTo>
                  <a:lnTo>
                    <a:pt x="673" y="38"/>
                  </a:lnTo>
                  <a:lnTo>
                    <a:pt x="656" y="38"/>
                  </a:lnTo>
                  <a:lnTo>
                    <a:pt x="651" y="41"/>
                  </a:lnTo>
                  <a:lnTo>
                    <a:pt x="635" y="41"/>
                  </a:lnTo>
                  <a:lnTo>
                    <a:pt x="635" y="38"/>
                  </a:lnTo>
                  <a:lnTo>
                    <a:pt x="637" y="38"/>
                  </a:lnTo>
                  <a:lnTo>
                    <a:pt x="642" y="38"/>
                  </a:lnTo>
                  <a:lnTo>
                    <a:pt x="687" y="38"/>
                  </a:lnTo>
                  <a:lnTo>
                    <a:pt x="692" y="36"/>
                  </a:lnTo>
                  <a:lnTo>
                    <a:pt x="699" y="34"/>
                  </a:lnTo>
                  <a:lnTo>
                    <a:pt x="701" y="31"/>
                  </a:lnTo>
                  <a:lnTo>
                    <a:pt x="718" y="31"/>
                  </a:lnTo>
                  <a:lnTo>
                    <a:pt x="723" y="29"/>
                  </a:lnTo>
                  <a:lnTo>
                    <a:pt x="725" y="29"/>
                  </a:lnTo>
                  <a:lnTo>
                    <a:pt x="730" y="29"/>
                  </a:lnTo>
                  <a:lnTo>
                    <a:pt x="732" y="26"/>
                  </a:lnTo>
                  <a:lnTo>
                    <a:pt x="730" y="24"/>
                  </a:lnTo>
                  <a:close/>
                  <a:moveTo>
                    <a:pt x="119" y="268"/>
                  </a:moveTo>
                  <a:lnTo>
                    <a:pt x="116" y="266"/>
                  </a:lnTo>
                  <a:lnTo>
                    <a:pt x="119" y="268"/>
                  </a:lnTo>
                  <a:close/>
                  <a:moveTo>
                    <a:pt x="128" y="223"/>
                  </a:moveTo>
                  <a:lnTo>
                    <a:pt x="135" y="223"/>
                  </a:lnTo>
                  <a:lnTo>
                    <a:pt x="138" y="220"/>
                  </a:lnTo>
                  <a:lnTo>
                    <a:pt x="145" y="220"/>
                  </a:lnTo>
                  <a:lnTo>
                    <a:pt x="147" y="220"/>
                  </a:lnTo>
                  <a:lnTo>
                    <a:pt x="147" y="216"/>
                  </a:lnTo>
                  <a:lnTo>
                    <a:pt x="150" y="216"/>
                  </a:lnTo>
                  <a:lnTo>
                    <a:pt x="147" y="213"/>
                  </a:lnTo>
                  <a:lnTo>
                    <a:pt x="145" y="211"/>
                  </a:lnTo>
                  <a:lnTo>
                    <a:pt x="143" y="211"/>
                  </a:lnTo>
                  <a:lnTo>
                    <a:pt x="138" y="211"/>
                  </a:lnTo>
                  <a:lnTo>
                    <a:pt x="135" y="206"/>
                  </a:lnTo>
                  <a:lnTo>
                    <a:pt x="119" y="206"/>
                  </a:lnTo>
                  <a:lnTo>
                    <a:pt x="119" y="213"/>
                  </a:lnTo>
                  <a:lnTo>
                    <a:pt x="116" y="216"/>
                  </a:lnTo>
                  <a:lnTo>
                    <a:pt x="114" y="216"/>
                  </a:lnTo>
                  <a:lnTo>
                    <a:pt x="114" y="218"/>
                  </a:lnTo>
                  <a:lnTo>
                    <a:pt x="116" y="220"/>
                  </a:lnTo>
                  <a:lnTo>
                    <a:pt x="119" y="220"/>
                  </a:lnTo>
                  <a:lnTo>
                    <a:pt x="119" y="225"/>
                  </a:lnTo>
                  <a:lnTo>
                    <a:pt x="128" y="223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22" name="Greece" descr="© INSCALE GmbH, 05.05.2010&#10;http://www.presentationload.com/">
              <a:extLst>
                <a:ext uri="{FF2B5EF4-FFF2-40B4-BE49-F238E27FC236}">
                  <a16:creationId xmlns:a16="http://schemas.microsoft.com/office/drawing/2014/main" id="{4D0CB77A-F886-4ECA-B8EA-D29C6F0CF336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4192083" y="1897386"/>
              <a:ext cx="175769" cy="181107"/>
            </a:xfrm>
            <a:custGeom>
              <a:avLst/>
              <a:gdLst>
                <a:gd name="T0" fmla="*/ 0 w 534"/>
                <a:gd name="T1" fmla="*/ 2147483647 h 552"/>
                <a:gd name="T2" fmla="*/ 2147483647 w 534"/>
                <a:gd name="T3" fmla="*/ 2147483647 h 552"/>
                <a:gd name="T4" fmla="*/ 2147483647 w 534"/>
                <a:gd name="T5" fmla="*/ 2147483647 h 552"/>
                <a:gd name="T6" fmla="*/ 2147483647 w 534"/>
                <a:gd name="T7" fmla="*/ 2147483647 h 552"/>
                <a:gd name="T8" fmla="*/ 2147483647 w 534"/>
                <a:gd name="T9" fmla="*/ 2147483647 h 552"/>
                <a:gd name="T10" fmla="*/ 2147483647 w 534"/>
                <a:gd name="T11" fmla="*/ 2147483647 h 552"/>
                <a:gd name="T12" fmla="*/ 2147483647 w 534"/>
                <a:gd name="T13" fmla="*/ 2147483647 h 552"/>
                <a:gd name="T14" fmla="*/ 2147483647 w 534"/>
                <a:gd name="T15" fmla="*/ 2147483647 h 552"/>
                <a:gd name="T16" fmla="*/ 2147483647 w 534"/>
                <a:gd name="T17" fmla="*/ 2147483647 h 552"/>
                <a:gd name="T18" fmla="*/ 2147483647 w 534"/>
                <a:gd name="T19" fmla="*/ 2147483647 h 552"/>
                <a:gd name="T20" fmla="*/ 2147483647 w 534"/>
                <a:gd name="T21" fmla="*/ 2147483647 h 552"/>
                <a:gd name="T22" fmla="*/ 2147483647 w 534"/>
                <a:gd name="T23" fmla="*/ 2147483647 h 552"/>
                <a:gd name="T24" fmla="*/ 2147483647 w 534"/>
                <a:gd name="T25" fmla="*/ 2147483647 h 552"/>
                <a:gd name="T26" fmla="*/ 2147483647 w 534"/>
                <a:gd name="T27" fmla="*/ 2147483647 h 552"/>
                <a:gd name="T28" fmla="*/ 2147483647 w 534"/>
                <a:gd name="T29" fmla="*/ 2147483647 h 552"/>
                <a:gd name="T30" fmla="*/ 2147483647 w 534"/>
                <a:gd name="T31" fmla="*/ 2147483647 h 552"/>
                <a:gd name="T32" fmla="*/ 2147483647 w 534"/>
                <a:gd name="T33" fmla="*/ 2147483647 h 552"/>
                <a:gd name="T34" fmla="*/ 2147483647 w 534"/>
                <a:gd name="T35" fmla="*/ 2147483647 h 552"/>
                <a:gd name="T36" fmla="*/ 2147483647 w 534"/>
                <a:gd name="T37" fmla="*/ 2147483647 h 552"/>
                <a:gd name="T38" fmla="*/ 2147483647 w 534"/>
                <a:gd name="T39" fmla="*/ 2147483647 h 552"/>
                <a:gd name="T40" fmla="*/ 2147483647 w 534"/>
                <a:gd name="T41" fmla="*/ 2147483647 h 552"/>
                <a:gd name="T42" fmla="*/ 2147483647 w 534"/>
                <a:gd name="T43" fmla="*/ 2147483647 h 552"/>
                <a:gd name="T44" fmla="*/ 2147483647 w 534"/>
                <a:gd name="T45" fmla="*/ 2147483647 h 552"/>
                <a:gd name="T46" fmla="*/ 2147483647 w 534"/>
                <a:gd name="T47" fmla="*/ 2147483647 h 552"/>
                <a:gd name="T48" fmla="*/ 2147483647 w 534"/>
                <a:gd name="T49" fmla="*/ 2147483647 h 552"/>
                <a:gd name="T50" fmla="*/ 2147483647 w 534"/>
                <a:gd name="T51" fmla="*/ 2147483647 h 552"/>
                <a:gd name="T52" fmla="*/ 2147483647 w 534"/>
                <a:gd name="T53" fmla="*/ 2147483647 h 552"/>
                <a:gd name="T54" fmla="*/ 2147483647 w 534"/>
                <a:gd name="T55" fmla="*/ 2147483647 h 552"/>
                <a:gd name="T56" fmla="*/ 2147483647 w 534"/>
                <a:gd name="T57" fmla="*/ 2147483647 h 552"/>
                <a:gd name="T58" fmla="*/ 2147483647 w 534"/>
                <a:gd name="T59" fmla="*/ 2147483647 h 552"/>
                <a:gd name="T60" fmla="*/ 2147483647 w 534"/>
                <a:gd name="T61" fmla="*/ 2147483647 h 552"/>
                <a:gd name="T62" fmla="*/ 2147483647 w 534"/>
                <a:gd name="T63" fmla="*/ 2147483647 h 552"/>
                <a:gd name="T64" fmla="*/ 2147483647 w 534"/>
                <a:gd name="T65" fmla="*/ 2147483647 h 552"/>
                <a:gd name="T66" fmla="*/ 2147483647 w 534"/>
                <a:gd name="T67" fmla="*/ 2147483647 h 552"/>
                <a:gd name="T68" fmla="*/ 2147483647 w 534"/>
                <a:gd name="T69" fmla="*/ 2147483647 h 552"/>
                <a:gd name="T70" fmla="*/ 2147483647 w 534"/>
                <a:gd name="T71" fmla="*/ 2147483647 h 552"/>
                <a:gd name="T72" fmla="*/ 2147483647 w 534"/>
                <a:gd name="T73" fmla="*/ 2147483647 h 552"/>
                <a:gd name="T74" fmla="*/ 2147483647 w 534"/>
                <a:gd name="T75" fmla="*/ 2147483647 h 552"/>
                <a:gd name="T76" fmla="*/ 2147483647 w 534"/>
                <a:gd name="T77" fmla="*/ 2147483647 h 552"/>
                <a:gd name="T78" fmla="*/ 2147483647 w 534"/>
                <a:gd name="T79" fmla="*/ 2147483647 h 552"/>
                <a:gd name="T80" fmla="*/ 2147483647 w 534"/>
                <a:gd name="T81" fmla="*/ 2147483647 h 552"/>
                <a:gd name="T82" fmla="*/ 2147483647 w 534"/>
                <a:gd name="T83" fmla="*/ 2147483647 h 552"/>
                <a:gd name="T84" fmla="*/ 2147483647 w 534"/>
                <a:gd name="T85" fmla="*/ 2147483647 h 552"/>
                <a:gd name="T86" fmla="*/ 2147483647 w 534"/>
                <a:gd name="T87" fmla="*/ 2147483647 h 552"/>
                <a:gd name="T88" fmla="*/ 2147483647 w 534"/>
                <a:gd name="T89" fmla="*/ 2147483647 h 552"/>
                <a:gd name="T90" fmla="*/ 2147483647 w 534"/>
                <a:gd name="T91" fmla="*/ 2147483647 h 552"/>
                <a:gd name="T92" fmla="*/ 2147483647 w 534"/>
                <a:gd name="T93" fmla="*/ 2147483647 h 552"/>
                <a:gd name="T94" fmla="*/ 2147483647 w 534"/>
                <a:gd name="T95" fmla="*/ 2147483647 h 552"/>
                <a:gd name="T96" fmla="*/ 2147483647 w 534"/>
                <a:gd name="T97" fmla="*/ 2147483647 h 552"/>
                <a:gd name="T98" fmla="*/ 2147483647 w 534"/>
                <a:gd name="T99" fmla="*/ 2147483647 h 552"/>
                <a:gd name="T100" fmla="*/ 2147483647 w 534"/>
                <a:gd name="T101" fmla="*/ 2147483647 h 552"/>
                <a:gd name="T102" fmla="*/ 2147483647 w 534"/>
                <a:gd name="T103" fmla="*/ 2147483647 h 552"/>
                <a:gd name="T104" fmla="*/ 2147483647 w 534"/>
                <a:gd name="T105" fmla="*/ 2147483647 h 552"/>
                <a:gd name="T106" fmla="*/ 2147483647 w 534"/>
                <a:gd name="T107" fmla="*/ 2147483647 h 55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34"/>
                <a:gd name="T163" fmla="*/ 0 h 552"/>
                <a:gd name="T164" fmla="*/ 534 w 534"/>
                <a:gd name="T165" fmla="*/ 552 h 55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34" h="552">
                  <a:moveTo>
                    <a:pt x="240" y="108"/>
                  </a:moveTo>
                  <a:lnTo>
                    <a:pt x="270" y="126"/>
                  </a:lnTo>
                  <a:lnTo>
                    <a:pt x="282" y="120"/>
                  </a:lnTo>
                  <a:lnTo>
                    <a:pt x="240" y="108"/>
                  </a:lnTo>
                  <a:close/>
                  <a:moveTo>
                    <a:pt x="24" y="258"/>
                  </a:moveTo>
                  <a:lnTo>
                    <a:pt x="0" y="282"/>
                  </a:lnTo>
                  <a:lnTo>
                    <a:pt x="42" y="294"/>
                  </a:lnTo>
                  <a:lnTo>
                    <a:pt x="24" y="258"/>
                  </a:lnTo>
                  <a:close/>
                  <a:moveTo>
                    <a:pt x="312" y="414"/>
                  </a:moveTo>
                  <a:lnTo>
                    <a:pt x="312" y="420"/>
                  </a:lnTo>
                  <a:lnTo>
                    <a:pt x="324" y="420"/>
                  </a:lnTo>
                  <a:lnTo>
                    <a:pt x="324" y="414"/>
                  </a:lnTo>
                  <a:lnTo>
                    <a:pt x="318" y="408"/>
                  </a:lnTo>
                  <a:lnTo>
                    <a:pt x="312" y="408"/>
                  </a:lnTo>
                  <a:lnTo>
                    <a:pt x="312" y="414"/>
                  </a:lnTo>
                  <a:close/>
                  <a:moveTo>
                    <a:pt x="306" y="390"/>
                  </a:moveTo>
                  <a:lnTo>
                    <a:pt x="300" y="378"/>
                  </a:lnTo>
                  <a:lnTo>
                    <a:pt x="294" y="390"/>
                  </a:lnTo>
                  <a:lnTo>
                    <a:pt x="306" y="390"/>
                  </a:lnTo>
                  <a:close/>
                  <a:moveTo>
                    <a:pt x="294" y="294"/>
                  </a:moveTo>
                  <a:lnTo>
                    <a:pt x="318" y="336"/>
                  </a:lnTo>
                  <a:lnTo>
                    <a:pt x="330" y="318"/>
                  </a:lnTo>
                  <a:lnTo>
                    <a:pt x="294" y="294"/>
                  </a:lnTo>
                  <a:close/>
                  <a:moveTo>
                    <a:pt x="108" y="264"/>
                  </a:moveTo>
                  <a:lnTo>
                    <a:pt x="138" y="264"/>
                  </a:lnTo>
                  <a:lnTo>
                    <a:pt x="144" y="270"/>
                  </a:lnTo>
                  <a:lnTo>
                    <a:pt x="156" y="270"/>
                  </a:lnTo>
                  <a:lnTo>
                    <a:pt x="180" y="282"/>
                  </a:lnTo>
                  <a:lnTo>
                    <a:pt x="192" y="282"/>
                  </a:lnTo>
                  <a:lnTo>
                    <a:pt x="198" y="288"/>
                  </a:lnTo>
                  <a:lnTo>
                    <a:pt x="204" y="288"/>
                  </a:lnTo>
                  <a:lnTo>
                    <a:pt x="216" y="300"/>
                  </a:lnTo>
                  <a:lnTo>
                    <a:pt x="228" y="306"/>
                  </a:lnTo>
                  <a:lnTo>
                    <a:pt x="234" y="312"/>
                  </a:lnTo>
                  <a:lnTo>
                    <a:pt x="246" y="312"/>
                  </a:lnTo>
                  <a:lnTo>
                    <a:pt x="252" y="306"/>
                  </a:lnTo>
                  <a:lnTo>
                    <a:pt x="252" y="288"/>
                  </a:lnTo>
                  <a:lnTo>
                    <a:pt x="228" y="264"/>
                  </a:lnTo>
                  <a:lnTo>
                    <a:pt x="216" y="258"/>
                  </a:lnTo>
                  <a:lnTo>
                    <a:pt x="210" y="252"/>
                  </a:lnTo>
                  <a:lnTo>
                    <a:pt x="204" y="252"/>
                  </a:lnTo>
                  <a:lnTo>
                    <a:pt x="198" y="246"/>
                  </a:lnTo>
                  <a:lnTo>
                    <a:pt x="186" y="246"/>
                  </a:lnTo>
                  <a:lnTo>
                    <a:pt x="174" y="234"/>
                  </a:lnTo>
                  <a:lnTo>
                    <a:pt x="168" y="234"/>
                  </a:lnTo>
                  <a:lnTo>
                    <a:pt x="174" y="228"/>
                  </a:lnTo>
                  <a:lnTo>
                    <a:pt x="192" y="228"/>
                  </a:lnTo>
                  <a:lnTo>
                    <a:pt x="198" y="240"/>
                  </a:lnTo>
                  <a:lnTo>
                    <a:pt x="222" y="252"/>
                  </a:lnTo>
                  <a:lnTo>
                    <a:pt x="234" y="264"/>
                  </a:lnTo>
                  <a:lnTo>
                    <a:pt x="258" y="264"/>
                  </a:lnTo>
                  <a:lnTo>
                    <a:pt x="270" y="252"/>
                  </a:lnTo>
                  <a:lnTo>
                    <a:pt x="258" y="240"/>
                  </a:lnTo>
                  <a:lnTo>
                    <a:pt x="246" y="240"/>
                  </a:lnTo>
                  <a:lnTo>
                    <a:pt x="234" y="234"/>
                  </a:lnTo>
                  <a:lnTo>
                    <a:pt x="222" y="234"/>
                  </a:lnTo>
                  <a:lnTo>
                    <a:pt x="210" y="228"/>
                  </a:lnTo>
                  <a:lnTo>
                    <a:pt x="204" y="216"/>
                  </a:lnTo>
                  <a:lnTo>
                    <a:pt x="198" y="210"/>
                  </a:lnTo>
                  <a:lnTo>
                    <a:pt x="198" y="204"/>
                  </a:lnTo>
                  <a:lnTo>
                    <a:pt x="192" y="192"/>
                  </a:lnTo>
                  <a:lnTo>
                    <a:pt x="186" y="186"/>
                  </a:lnTo>
                  <a:lnTo>
                    <a:pt x="174" y="162"/>
                  </a:lnTo>
                  <a:lnTo>
                    <a:pt x="168" y="156"/>
                  </a:lnTo>
                  <a:lnTo>
                    <a:pt x="162" y="144"/>
                  </a:lnTo>
                  <a:lnTo>
                    <a:pt x="150" y="132"/>
                  </a:lnTo>
                  <a:lnTo>
                    <a:pt x="150" y="120"/>
                  </a:lnTo>
                  <a:lnTo>
                    <a:pt x="144" y="114"/>
                  </a:lnTo>
                  <a:lnTo>
                    <a:pt x="144" y="102"/>
                  </a:lnTo>
                  <a:lnTo>
                    <a:pt x="150" y="96"/>
                  </a:lnTo>
                  <a:lnTo>
                    <a:pt x="156" y="96"/>
                  </a:lnTo>
                  <a:lnTo>
                    <a:pt x="162" y="102"/>
                  </a:lnTo>
                  <a:lnTo>
                    <a:pt x="162" y="108"/>
                  </a:lnTo>
                  <a:lnTo>
                    <a:pt x="168" y="114"/>
                  </a:lnTo>
                  <a:lnTo>
                    <a:pt x="180" y="114"/>
                  </a:lnTo>
                  <a:lnTo>
                    <a:pt x="180" y="120"/>
                  </a:lnTo>
                  <a:lnTo>
                    <a:pt x="186" y="120"/>
                  </a:lnTo>
                  <a:lnTo>
                    <a:pt x="198" y="132"/>
                  </a:lnTo>
                  <a:lnTo>
                    <a:pt x="198" y="144"/>
                  </a:lnTo>
                  <a:lnTo>
                    <a:pt x="204" y="144"/>
                  </a:lnTo>
                  <a:lnTo>
                    <a:pt x="210" y="138"/>
                  </a:lnTo>
                  <a:lnTo>
                    <a:pt x="216" y="138"/>
                  </a:lnTo>
                  <a:lnTo>
                    <a:pt x="204" y="120"/>
                  </a:lnTo>
                  <a:lnTo>
                    <a:pt x="210" y="120"/>
                  </a:lnTo>
                  <a:lnTo>
                    <a:pt x="234" y="132"/>
                  </a:lnTo>
                  <a:lnTo>
                    <a:pt x="222" y="114"/>
                  </a:lnTo>
                  <a:lnTo>
                    <a:pt x="228" y="108"/>
                  </a:lnTo>
                  <a:lnTo>
                    <a:pt x="228" y="84"/>
                  </a:lnTo>
                  <a:lnTo>
                    <a:pt x="240" y="72"/>
                  </a:lnTo>
                  <a:lnTo>
                    <a:pt x="270" y="72"/>
                  </a:lnTo>
                  <a:lnTo>
                    <a:pt x="276" y="78"/>
                  </a:lnTo>
                  <a:lnTo>
                    <a:pt x="276" y="90"/>
                  </a:lnTo>
                  <a:lnTo>
                    <a:pt x="288" y="90"/>
                  </a:lnTo>
                  <a:lnTo>
                    <a:pt x="294" y="84"/>
                  </a:lnTo>
                  <a:lnTo>
                    <a:pt x="300" y="72"/>
                  </a:lnTo>
                  <a:lnTo>
                    <a:pt x="306" y="66"/>
                  </a:lnTo>
                  <a:lnTo>
                    <a:pt x="342" y="66"/>
                  </a:lnTo>
                  <a:lnTo>
                    <a:pt x="360" y="72"/>
                  </a:lnTo>
                  <a:lnTo>
                    <a:pt x="372" y="72"/>
                  </a:lnTo>
                  <a:lnTo>
                    <a:pt x="378" y="78"/>
                  </a:lnTo>
                  <a:lnTo>
                    <a:pt x="384" y="78"/>
                  </a:lnTo>
                  <a:lnTo>
                    <a:pt x="384" y="72"/>
                  </a:lnTo>
                  <a:lnTo>
                    <a:pt x="390" y="60"/>
                  </a:lnTo>
                  <a:lnTo>
                    <a:pt x="390" y="48"/>
                  </a:lnTo>
                  <a:lnTo>
                    <a:pt x="384" y="42"/>
                  </a:lnTo>
                  <a:lnTo>
                    <a:pt x="384" y="36"/>
                  </a:lnTo>
                  <a:lnTo>
                    <a:pt x="390" y="30"/>
                  </a:lnTo>
                  <a:lnTo>
                    <a:pt x="408" y="30"/>
                  </a:lnTo>
                  <a:lnTo>
                    <a:pt x="408" y="18"/>
                  </a:lnTo>
                  <a:lnTo>
                    <a:pt x="402" y="12"/>
                  </a:lnTo>
                  <a:lnTo>
                    <a:pt x="402" y="6"/>
                  </a:lnTo>
                  <a:lnTo>
                    <a:pt x="390" y="6"/>
                  </a:lnTo>
                  <a:lnTo>
                    <a:pt x="384" y="0"/>
                  </a:lnTo>
                  <a:lnTo>
                    <a:pt x="366" y="6"/>
                  </a:lnTo>
                  <a:lnTo>
                    <a:pt x="372" y="12"/>
                  </a:lnTo>
                  <a:lnTo>
                    <a:pt x="372" y="30"/>
                  </a:lnTo>
                  <a:lnTo>
                    <a:pt x="366" y="36"/>
                  </a:lnTo>
                  <a:lnTo>
                    <a:pt x="348" y="36"/>
                  </a:lnTo>
                  <a:lnTo>
                    <a:pt x="336" y="24"/>
                  </a:lnTo>
                  <a:lnTo>
                    <a:pt x="324" y="36"/>
                  </a:lnTo>
                  <a:lnTo>
                    <a:pt x="312" y="36"/>
                  </a:lnTo>
                  <a:lnTo>
                    <a:pt x="300" y="24"/>
                  </a:lnTo>
                  <a:lnTo>
                    <a:pt x="294" y="30"/>
                  </a:lnTo>
                  <a:lnTo>
                    <a:pt x="282" y="30"/>
                  </a:lnTo>
                  <a:lnTo>
                    <a:pt x="264" y="12"/>
                  </a:lnTo>
                  <a:lnTo>
                    <a:pt x="264" y="6"/>
                  </a:lnTo>
                  <a:lnTo>
                    <a:pt x="234" y="12"/>
                  </a:lnTo>
                  <a:lnTo>
                    <a:pt x="228" y="30"/>
                  </a:lnTo>
                  <a:lnTo>
                    <a:pt x="204" y="24"/>
                  </a:lnTo>
                  <a:lnTo>
                    <a:pt x="198" y="30"/>
                  </a:lnTo>
                  <a:lnTo>
                    <a:pt x="186" y="36"/>
                  </a:lnTo>
                  <a:lnTo>
                    <a:pt x="174" y="36"/>
                  </a:lnTo>
                  <a:lnTo>
                    <a:pt x="168" y="30"/>
                  </a:lnTo>
                  <a:lnTo>
                    <a:pt x="162" y="30"/>
                  </a:lnTo>
                  <a:lnTo>
                    <a:pt x="150" y="36"/>
                  </a:lnTo>
                  <a:lnTo>
                    <a:pt x="138" y="48"/>
                  </a:lnTo>
                  <a:lnTo>
                    <a:pt x="126" y="54"/>
                  </a:lnTo>
                  <a:lnTo>
                    <a:pt x="102" y="54"/>
                  </a:lnTo>
                  <a:lnTo>
                    <a:pt x="102" y="60"/>
                  </a:lnTo>
                  <a:lnTo>
                    <a:pt x="96" y="72"/>
                  </a:lnTo>
                  <a:lnTo>
                    <a:pt x="72" y="72"/>
                  </a:lnTo>
                  <a:lnTo>
                    <a:pt x="66" y="66"/>
                  </a:lnTo>
                  <a:lnTo>
                    <a:pt x="60" y="66"/>
                  </a:lnTo>
                  <a:lnTo>
                    <a:pt x="48" y="72"/>
                  </a:lnTo>
                  <a:lnTo>
                    <a:pt x="54" y="84"/>
                  </a:lnTo>
                  <a:lnTo>
                    <a:pt x="54" y="90"/>
                  </a:lnTo>
                  <a:lnTo>
                    <a:pt x="42" y="102"/>
                  </a:lnTo>
                  <a:lnTo>
                    <a:pt x="24" y="102"/>
                  </a:lnTo>
                  <a:lnTo>
                    <a:pt x="24" y="126"/>
                  </a:lnTo>
                  <a:lnTo>
                    <a:pt x="12" y="132"/>
                  </a:lnTo>
                  <a:lnTo>
                    <a:pt x="0" y="132"/>
                  </a:lnTo>
                  <a:lnTo>
                    <a:pt x="0" y="198"/>
                  </a:lnTo>
                  <a:lnTo>
                    <a:pt x="6" y="204"/>
                  </a:lnTo>
                  <a:lnTo>
                    <a:pt x="18" y="210"/>
                  </a:lnTo>
                  <a:lnTo>
                    <a:pt x="24" y="216"/>
                  </a:lnTo>
                  <a:lnTo>
                    <a:pt x="30" y="228"/>
                  </a:lnTo>
                  <a:lnTo>
                    <a:pt x="36" y="234"/>
                  </a:lnTo>
                  <a:lnTo>
                    <a:pt x="42" y="246"/>
                  </a:lnTo>
                  <a:lnTo>
                    <a:pt x="54" y="258"/>
                  </a:lnTo>
                  <a:lnTo>
                    <a:pt x="60" y="270"/>
                  </a:lnTo>
                  <a:lnTo>
                    <a:pt x="84" y="270"/>
                  </a:lnTo>
                  <a:lnTo>
                    <a:pt x="96" y="264"/>
                  </a:lnTo>
                  <a:lnTo>
                    <a:pt x="108" y="264"/>
                  </a:lnTo>
                  <a:close/>
                  <a:moveTo>
                    <a:pt x="396" y="252"/>
                  </a:moveTo>
                  <a:lnTo>
                    <a:pt x="372" y="252"/>
                  </a:lnTo>
                  <a:lnTo>
                    <a:pt x="372" y="270"/>
                  </a:lnTo>
                  <a:lnTo>
                    <a:pt x="384" y="294"/>
                  </a:lnTo>
                  <a:lnTo>
                    <a:pt x="396" y="252"/>
                  </a:lnTo>
                  <a:close/>
                  <a:moveTo>
                    <a:pt x="24" y="312"/>
                  </a:moveTo>
                  <a:lnTo>
                    <a:pt x="18" y="318"/>
                  </a:lnTo>
                  <a:lnTo>
                    <a:pt x="24" y="324"/>
                  </a:lnTo>
                  <a:lnTo>
                    <a:pt x="30" y="324"/>
                  </a:lnTo>
                  <a:lnTo>
                    <a:pt x="36" y="330"/>
                  </a:lnTo>
                  <a:lnTo>
                    <a:pt x="42" y="324"/>
                  </a:lnTo>
                  <a:lnTo>
                    <a:pt x="42" y="318"/>
                  </a:lnTo>
                  <a:lnTo>
                    <a:pt x="30" y="306"/>
                  </a:lnTo>
                  <a:lnTo>
                    <a:pt x="24" y="312"/>
                  </a:lnTo>
                  <a:close/>
                  <a:moveTo>
                    <a:pt x="378" y="390"/>
                  </a:moveTo>
                  <a:lnTo>
                    <a:pt x="378" y="408"/>
                  </a:lnTo>
                  <a:lnTo>
                    <a:pt x="390" y="390"/>
                  </a:lnTo>
                  <a:lnTo>
                    <a:pt x="378" y="390"/>
                  </a:lnTo>
                  <a:close/>
                  <a:moveTo>
                    <a:pt x="408" y="330"/>
                  </a:moveTo>
                  <a:lnTo>
                    <a:pt x="396" y="330"/>
                  </a:lnTo>
                  <a:lnTo>
                    <a:pt x="384" y="336"/>
                  </a:lnTo>
                  <a:lnTo>
                    <a:pt x="384" y="342"/>
                  </a:lnTo>
                  <a:lnTo>
                    <a:pt x="396" y="342"/>
                  </a:lnTo>
                  <a:lnTo>
                    <a:pt x="402" y="336"/>
                  </a:lnTo>
                  <a:lnTo>
                    <a:pt x="408" y="336"/>
                  </a:lnTo>
                  <a:lnTo>
                    <a:pt x="408" y="330"/>
                  </a:lnTo>
                  <a:close/>
                  <a:moveTo>
                    <a:pt x="396" y="192"/>
                  </a:moveTo>
                  <a:lnTo>
                    <a:pt x="372" y="198"/>
                  </a:lnTo>
                  <a:lnTo>
                    <a:pt x="372" y="210"/>
                  </a:lnTo>
                  <a:lnTo>
                    <a:pt x="390" y="210"/>
                  </a:lnTo>
                  <a:lnTo>
                    <a:pt x="396" y="216"/>
                  </a:lnTo>
                  <a:lnTo>
                    <a:pt x="396" y="222"/>
                  </a:lnTo>
                  <a:lnTo>
                    <a:pt x="414" y="222"/>
                  </a:lnTo>
                  <a:lnTo>
                    <a:pt x="414" y="210"/>
                  </a:lnTo>
                  <a:lnTo>
                    <a:pt x="396" y="192"/>
                  </a:lnTo>
                  <a:close/>
                  <a:moveTo>
                    <a:pt x="342" y="372"/>
                  </a:moveTo>
                  <a:lnTo>
                    <a:pt x="342" y="378"/>
                  </a:lnTo>
                  <a:lnTo>
                    <a:pt x="348" y="384"/>
                  </a:lnTo>
                  <a:lnTo>
                    <a:pt x="360" y="384"/>
                  </a:lnTo>
                  <a:lnTo>
                    <a:pt x="366" y="378"/>
                  </a:lnTo>
                  <a:lnTo>
                    <a:pt x="366" y="372"/>
                  </a:lnTo>
                  <a:lnTo>
                    <a:pt x="360" y="366"/>
                  </a:lnTo>
                  <a:lnTo>
                    <a:pt x="342" y="366"/>
                  </a:lnTo>
                  <a:lnTo>
                    <a:pt x="342" y="372"/>
                  </a:lnTo>
                  <a:close/>
                  <a:moveTo>
                    <a:pt x="444" y="312"/>
                  </a:moveTo>
                  <a:lnTo>
                    <a:pt x="432" y="312"/>
                  </a:lnTo>
                  <a:lnTo>
                    <a:pt x="432" y="330"/>
                  </a:lnTo>
                  <a:lnTo>
                    <a:pt x="444" y="336"/>
                  </a:lnTo>
                  <a:lnTo>
                    <a:pt x="450" y="330"/>
                  </a:lnTo>
                  <a:lnTo>
                    <a:pt x="450" y="318"/>
                  </a:lnTo>
                  <a:lnTo>
                    <a:pt x="444" y="312"/>
                  </a:lnTo>
                  <a:close/>
                  <a:moveTo>
                    <a:pt x="444" y="372"/>
                  </a:moveTo>
                  <a:lnTo>
                    <a:pt x="456" y="354"/>
                  </a:lnTo>
                  <a:lnTo>
                    <a:pt x="438" y="354"/>
                  </a:lnTo>
                  <a:lnTo>
                    <a:pt x="444" y="372"/>
                  </a:lnTo>
                  <a:close/>
                  <a:moveTo>
                    <a:pt x="276" y="222"/>
                  </a:moveTo>
                  <a:lnTo>
                    <a:pt x="276" y="240"/>
                  </a:lnTo>
                  <a:lnTo>
                    <a:pt x="288" y="240"/>
                  </a:lnTo>
                  <a:lnTo>
                    <a:pt x="276" y="222"/>
                  </a:lnTo>
                  <a:close/>
                  <a:moveTo>
                    <a:pt x="534" y="420"/>
                  </a:moveTo>
                  <a:lnTo>
                    <a:pt x="522" y="420"/>
                  </a:lnTo>
                  <a:lnTo>
                    <a:pt x="516" y="426"/>
                  </a:lnTo>
                  <a:lnTo>
                    <a:pt x="510" y="438"/>
                  </a:lnTo>
                  <a:lnTo>
                    <a:pt x="510" y="468"/>
                  </a:lnTo>
                  <a:lnTo>
                    <a:pt x="516" y="468"/>
                  </a:lnTo>
                  <a:lnTo>
                    <a:pt x="522" y="456"/>
                  </a:lnTo>
                  <a:lnTo>
                    <a:pt x="528" y="450"/>
                  </a:lnTo>
                  <a:lnTo>
                    <a:pt x="534" y="438"/>
                  </a:lnTo>
                  <a:lnTo>
                    <a:pt x="534" y="420"/>
                  </a:lnTo>
                  <a:close/>
                  <a:moveTo>
                    <a:pt x="462" y="384"/>
                  </a:moveTo>
                  <a:lnTo>
                    <a:pt x="456" y="408"/>
                  </a:lnTo>
                  <a:lnTo>
                    <a:pt x="498" y="378"/>
                  </a:lnTo>
                  <a:lnTo>
                    <a:pt x="486" y="372"/>
                  </a:lnTo>
                  <a:lnTo>
                    <a:pt x="462" y="384"/>
                  </a:lnTo>
                  <a:close/>
                  <a:moveTo>
                    <a:pt x="462" y="510"/>
                  </a:moveTo>
                  <a:lnTo>
                    <a:pt x="480" y="510"/>
                  </a:lnTo>
                  <a:lnTo>
                    <a:pt x="468" y="468"/>
                  </a:lnTo>
                  <a:lnTo>
                    <a:pt x="462" y="510"/>
                  </a:lnTo>
                  <a:close/>
                  <a:moveTo>
                    <a:pt x="276" y="330"/>
                  </a:moveTo>
                  <a:lnTo>
                    <a:pt x="270" y="336"/>
                  </a:lnTo>
                  <a:lnTo>
                    <a:pt x="270" y="348"/>
                  </a:lnTo>
                  <a:lnTo>
                    <a:pt x="276" y="348"/>
                  </a:lnTo>
                  <a:lnTo>
                    <a:pt x="288" y="336"/>
                  </a:lnTo>
                  <a:lnTo>
                    <a:pt x="282" y="330"/>
                  </a:lnTo>
                  <a:lnTo>
                    <a:pt x="276" y="330"/>
                  </a:lnTo>
                  <a:close/>
                  <a:moveTo>
                    <a:pt x="186" y="432"/>
                  </a:moveTo>
                  <a:lnTo>
                    <a:pt x="180" y="438"/>
                  </a:lnTo>
                  <a:lnTo>
                    <a:pt x="180" y="450"/>
                  </a:lnTo>
                  <a:lnTo>
                    <a:pt x="186" y="456"/>
                  </a:lnTo>
                  <a:lnTo>
                    <a:pt x="198" y="444"/>
                  </a:lnTo>
                  <a:lnTo>
                    <a:pt x="198" y="438"/>
                  </a:lnTo>
                  <a:lnTo>
                    <a:pt x="192" y="432"/>
                  </a:lnTo>
                  <a:lnTo>
                    <a:pt x="186" y="432"/>
                  </a:lnTo>
                  <a:close/>
                  <a:moveTo>
                    <a:pt x="384" y="528"/>
                  </a:moveTo>
                  <a:lnTo>
                    <a:pt x="378" y="528"/>
                  </a:lnTo>
                  <a:lnTo>
                    <a:pt x="378" y="516"/>
                  </a:lnTo>
                  <a:lnTo>
                    <a:pt x="372" y="510"/>
                  </a:lnTo>
                  <a:lnTo>
                    <a:pt x="342" y="510"/>
                  </a:lnTo>
                  <a:lnTo>
                    <a:pt x="306" y="504"/>
                  </a:lnTo>
                  <a:lnTo>
                    <a:pt x="276" y="504"/>
                  </a:lnTo>
                  <a:lnTo>
                    <a:pt x="246" y="486"/>
                  </a:lnTo>
                  <a:lnTo>
                    <a:pt x="228" y="504"/>
                  </a:lnTo>
                  <a:lnTo>
                    <a:pt x="234" y="510"/>
                  </a:lnTo>
                  <a:lnTo>
                    <a:pt x="246" y="516"/>
                  </a:lnTo>
                  <a:lnTo>
                    <a:pt x="252" y="522"/>
                  </a:lnTo>
                  <a:lnTo>
                    <a:pt x="258" y="516"/>
                  </a:lnTo>
                  <a:lnTo>
                    <a:pt x="264" y="528"/>
                  </a:lnTo>
                  <a:lnTo>
                    <a:pt x="300" y="528"/>
                  </a:lnTo>
                  <a:lnTo>
                    <a:pt x="312" y="552"/>
                  </a:lnTo>
                  <a:lnTo>
                    <a:pt x="354" y="546"/>
                  </a:lnTo>
                  <a:lnTo>
                    <a:pt x="354" y="540"/>
                  </a:lnTo>
                  <a:lnTo>
                    <a:pt x="402" y="540"/>
                  </a:lnTo>
                  <a:lnTo>
                    <a:pt x="414" y="528"/>
                  </a:lnTo>
                  <a:lnTo>
                    <a:pt x="414" y="522"/>
                  </a:lnTo>
                  <a:lnTo>
                    <a:pt x="408" y="516"/>
                  </a:lnTo>
                  <a:lnTo>
                    <a:pt x="402" y="516"/>
                  </a:lnTo>
                  <a:lnTo>
                    <a:pt x="396" y="522"/>
                  </a:lnTo>
                  <a:lnTo>
                    <a:pt x="390" y="522"/>
                  </a:lnTo>
                  <a:lnTo>
                    <a:pt x="384" y="528"/>
                  </a:lnTo>
                  <a:close/>
                  <a:moveTo>
                    <a:pt x="420" y="408"/>
                  </a:moveTo>
                  <a:lnTo>
                    <a:pt x="408" y="408"/>
                  </a:lnTo>
                  <a:lnTo>
                    <a:pt x="408" y="420"/>
                  </a:lnTo>
                  <a:lnTo>
                    <a:pt x="420" y="420"/>
                  </a:lnTo>
                  <a:lnTo>
                    <a:pt x="426" y="414"/>
                  </a:lnTo>
                  <a:lnTo>
                    <a:pt x="420" y="408"/>
                  </a:lnTo>
                  <a:close/>
                  <a:moveTo>
                    <a:pt x="114" y="276"/>
                  </a:moveTo>
                  <a:lnTo>
                    <a:pt x="90" y="288"/>
                  </a:lnTo>
                  <a:lnTo>
                    <a:pt x="84" y="288"/>
                  </a:lnTo>
                  <a:lnTo>
                    <a:pt x="66" y="312"/>
                  </a:lnTo>
                  <a:lnTo>
                    <a:pt x="96" y="336"/>
                  </a:lnTo>
                  <a:lnTo>
                    <a:pt x="96" y="348"/>
                  </a:lnTo>
                  <a:lnTo>
                    <a:pt x="90" y="366"/>
                  </a:lnTo>
                  <a:lnTo>
                    <a:pt x="90" y="384"/>
                  </a:lnTo>
                  <a:lnTo>
                    <a:pt x="96" y="390"/>
                  </a:lnTo>
                  <a:lnTo>
                    <a:pt x="108" y="396"/>
                  </a:lnTo>
                  <a:lnTo>
                    <a:pt x="114" y="396"/>
                  </a:lnTo>
                  <a:lnTo>
                    <a:pt x="114" y="390"/>
                  </a:lnTo>
                  <a:lnTo>
                    <a:pt x="126" y="378"/>
                  </a:lnTo>
                  <a:lnTo>
                    <a:pt x="132" y="378"/>
                  </a:lnTo>
                  <a:lnTo>
                    <a:pt x="156" y="420"/>
                  </a:lnTo>
                  <a:lnTo>
                    <a:pt x="162" y="390"/>
                  </a:lnTo>
                  <a:lnTo>
                    <a:pt x="180" y="414"/>
                  </a:lnTo>
                  <a:lnTo>
                    <a:pt x="204" y="420"/>
                  </a:lnTo>
                  <a:lnTo>
                    <a:pt x="186" y="402"/>
                  </a:lnTo>
                  <a:lnTo>
                    <a:pt x="192" y="396"/>
                  </a:lnTo>
                  <a:lnTo>
                    <a:pt x="192" y="372"/>
                  </a:lnTo>
                  <a:lnTo>
                    <a:pt x="186" y="366"/>
                  </a:lnTo>
                  <a:lnTo>
                    <a:pt x="180" y="354"/>
                  </a:lnTo>
                  <a:lnTo>
                    <a:pt x="174" y="348"/>
                  </a:lnTo>
                  <a:lnTo>
                    <a:pt x="168" y="336"/>
                  </a:lnTo>
                  <a:lnTo>
                    <a:pt x="168" y="330"/>
                  </a:lnTo>
                  <a:lnTo>
                    <a:pt x="186" y="330"/>
                  </a:lnTo>
                  <a:lnTo>
                    <a:pt x="198" y="336"/>
                  </a:lnTo>
                  <a:lnTo>
                    <a:pt x="210" y="348"/>
                  </a:lnTo>
                  <a:lnTo>
                    <a:pt x="222" y="342"/>
                  </a:lnTo>
                  <a:lnTo>
                    <a:pt x="210" y="336"/>
                  </a:lnTo>
                  <a:lnTo>
                    <a:pt x="204" y="324"/>
                  </a:lnTo>
                  <a:lnTo>
                    <a:pt x="192" y="318"/>
                  </a:lnTo>
                  <a:lnTo>
                    <a:pt x="186" y="312"/>
                  </a:lnTo>
                  <a:lnTo>
                    <a:pt x="174" y="306"/>
                  </a:lnTo>
                  <a:lnTo>
                    <a:pt x="156" y="294"/>
                  </a:lnTo>
                  <a:lnTo>
                    <a:pt x="138" y="288"/>
                  </a:lnTo>
                  <a:lnTo>
                    <a:pt x="126" y="282"/>
                  </a:lnTo>
                  <a:lnTo>
                    <a:pt x="120" y="276"/>
                  </a:lnTo>
                  <a:lnTo>
                    <a:pt x="114" y="27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23" name="Ghana" descr="© INSCALE GmbH, 05.05.2010&#10;http://www.presentationload.com/">
              <a:extLst>
                <a:ext uri="{FF2B5EF4-FFF2-40B4-BE49-F238E27FC236}">
                  <a16:creationId xmlns:a16="http://schemas.microsoft.com/office/drawing/2014/main" id="{D5C3DDBA-56BD-42D5-9D41-5E059F4D67C1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654441" y="2707866"/>
              <a:ext cx="107272" cy="169546"/>
            </a:xfrm>
            <a:custGeom>
              <a:avLst/>
              <a:gdLst>
                <a:gd name="T0" fmla="*/ 2147483647 w 324"/>
                <a:gd name="T1" fmla="*/ 2147483647 h 516"/>
                <a:gd name="T2" fmla="*/ 2147483647 w 324"/>
                <a:gd name="T3" fmla="*/ 2147483647 h 516"/>
                <a:gd name="T4" fmla="*/ 2147483647 w 324"/>
                <a:gd name="T5" fmla="*/ 2147483647 h 516"/>
                <a:gd name="T6" fmla="*/ 2147483647 w 324"/>
                <a:gd name="T7" fmla="*/ 2147483647 h 516"/>
                <a:gd name="T8" fmla="*/ 2147483647 w 324"/>
                <a:gd name="T9" fmla="*/ 2147483647 h 516"/>
                <a:gd name="T10" fmla="*/ 2147483647 w 324"/>
                <a:gd name="T11" fmla="*/ 2147483647 h 516"/>
                <a:gd name="T12" fmla="*/ 2147483647 w 324"/>
                <a:gd name="T13" fmla="*/ 2147483647 h 516"/>
                <a:gd name="T14" fmla="*/ 2147483647 w 324"/>
                <a:gd name="T15" fmla="*/ 2147483647 h 516"/>
                <a:gd name="T16" fmla="*/ 2147483647 w 324"/>
                <a:gd name="T17" fmla="*/ 2147483647 h 516"/>
                <a:gd name="T18" fmla="*/ 2147483647 w 324"/>
                <a:gd name="T19" fmla="*/ 2147483647 h 516"/>
                <a:gd name="T20" fmla="*/ 2147483647 w 324"/>
                <a:gd name="T21" fmla="*/ 2147483647 h 516"/>
                <a:gd name="T22" fmla="*/ 2147483647 w 324"/>
                <a:gd name="T23" fmla="*/ 2147483647 h 516"/>
                <a:gd name="T24" fmla="*/ 2147483647 w 324"/>
                <a:gd name="T25" fmla="*/ 2147483647 h 516"/>
                <a:gd name="T26" fmla="*/ 2147483647 w 324"/>
                <a:gd name="T27" fmla="*/ 0 h 516"/>
                <a:gd name="T28" fmla="*/ 2147483647 w 324"/>
                <a:gd name="T29" fmla="*/ 2147483647 h 516"/>
                <a:gd name="T30" fmla="*/ 2147483647 w 324"/>
                <a:gd name="T31" fmla="*/ 2147483647 h 516"/>
                <a:gd name="T32" fmla="*/ 2147483647 w 324"/>
                <a:gd name="T33" fmla="*/ 2147483647 h 516"/>
                <a:gd name="T34" fmla="*/ 2147483647 w 324"/>
                <a:gd name="T35" fmla="*/ 2147483647 h 516"/>
                <a:gd name="T36" fmla="*/ 2147483647 w 324"/>
                <a:gd name="T37" fmla="*/ 2147483647 h 516"/>
                <a:gd name="T38" fmla="*/ 2147483647 w 324"/>
                <a:gd name="T39" fmla="*/ 2147483647 h 516"/>
                <a:gd name="T40" fmla="*/ 2147483647 w 324"/>
                <a:gd name="T41" fmla="*/ 2147483647 h 516"/>
                <a:gd name="T42" fmla="*/ 2147483647 w 324"/>
                <a:gd name="T43" fmla="*/ 2147483647 h 516"/>
                <a:gd name="T44" fmla="*/ 2147483647 w 324"/>
                <a:gd name="T45" fmla="*/ 2147483647 h 516"/>
                <a:gd name="T46" fmla="*/ 2147483647 w 324"/>
                <a:gd name="T47" fmla="*/ 2147483647 h 516"/>
                <a:gd name="T48" fmla="*/ 2147483647 w 324"/>
                <a:gd name="T49" fmla="*/ 2147483647 h 516"/>
                <a:gd name="T50" fmla="*/ 2147483647 w 324"/>
                <a:gd name="T51" fmla="*/ 2147483647 h 516"/>
                <a:gd name="T52" fmla="*/ 2147483647 w 324"/>
                <a:gd name="T53" fmla="*/ 2147483647 h 516"/>
                <a:gd name="T54" fmla="*/ 0 w 324"/>
                <a:gd name="T55" fmla="*/ 2147483647 h 516"/>
                <a:gd name="T56" fmla="*/ 2147483647 w 324"/>
                <a:gd name="T57" fmla="*/ 2147483647 h 516"/>
                <a:gd name="T58" fmla="*/ 2147483647 w 324"/>
                <a:gd name="T59" fmla="*/ 2147483647 h 516"/>
                <a:gd name="T60" fmla="*/ 2147483647 w 324"/>
                <a:gd name="T61" fmla="*/ 2147483647 h 516"/>
                <a:gd name="T62" fmla="*/ 2147483647 w 324"/>
                <a:gd name="T63" fmla="*/ 2147483647 h 516"/>
                <a:gd name="T64" fmla="*/ 2147483647 w 324"/>
                <a:gd name="T65" fmla="*/ 2147483647 h 516"/>
                <a:gd name="T66" fmla="*/ 2147483647 w 324"/>
                <a:gd name="T67" fmla="*/ 2147483647 h 516"/>
                <a:gd name="T68" fmla="*/ 2147483647 w 324"/>
                <a:gd name="T69" fmla="*/ 2147483647 h 516"/>
                <a:gd name="T70" fmla="*/ 2147483647 w 324"/>
                <a:gd name="T71" fmla="*/ 2147483647 h 516"/>
                <a:gd name="T72" fmla="*/ 2147483647 w 324"/>
                <a:gd name="T73" fmla="*/ 2147483647 h 516"/>
                <a:gd name="T74" fmla="*/ 2147483647 w 324"/>
                <a:gd name="T75" fmla="*/ 2147483647 h 516"/>
                <a:gd name="T76" fmla="*/ 2147483647 w 324"/>
                <a:gd name="T77" fmla="*/ 2147483647 h 516"/>
                <a:gd name="T78" fmla="*/ 2147483647 w 324"/>
                <a:gd name="T79" fmla="*/ 2147483647 h 516"/>
                <a:gd name="T80" fmla="*/ 2147483647 w 324"/>
                <a:gd name="T81" fmla="*/ 2147483647 h 516"/>
                <a:gd name="T82" fmla="*/ 2147483647 w 324"/>
                <a:gd name="T83" fmla="*/ 2147483647 h 516"/>
                <a:gd name="T84" fmla="*/ 2147483647 w 324"/>
                <a:gd name="T85" fmla="*/ 2147483647 h 516"/>
                <a:gd name="T86" fmla="*/ 2147483647 w 324"/>
                <a:gd name="T87" fmla="*/ 2147483647 h 51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24"/>
                <a:gd name="T133" fmla="*/ 0 h 516"/>
                <a:gd name="T134" fmla="*/ 324 w 324"/>
                <a:gd name="T135" fmla="*/ 516 h 51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24" h="516">
                  <a:moveTo>
                    <a:pt x="282" y="342"/>
                  </a:moveTo>
                  <a:lnTo>
                    <a:pt x="282" y="330"/>
                  </a:lnTo>
                  <a:lnTo>
                    <a:pt x="288" y="318"/>
                  </a:lnTo>
                  <a:lnTo>
                    <a:pt x="288" y="306"/>
                  </a:lnTo>
                  <a:lnTo>
                    <a:pt x="282" y="300"/>
                  </a:lnTo>
                  <a:lnTo>
                    <a:pt x="276" y="300"/>
                  </a:lnTo>
                  <a:lnTo>
                    <a:pt x="276" y="282"/>
                  </a:lnTo>
                  <a:lnTo>
                    <a:pt x="282" y="276"/>
                  </a:lnTo>
                  <a:lnTo>
                    <a:pt x="282" y="234"/>
                  </a:lnTo>
                  <a:lnTo>
                    <a:pt x="288" y="228"/>
                  </a:lnTo>
                  <a:lnTo>
                    <a:pt x="288" y="216"/>
                  </a:lnTo>
                  <a:lnTo>
                    <a:pt x="282" y="210"/>
                  </a:lnTo>
                  <a:lnTo>
                    <a:pt x="270" y="204"/>
                  </a:lnTo>
                  <a:lnTo>
                    <a:pt x="264" y="198"/>
                  </a:lnTo>
                  <a:lnTo>
                    <a:pt x="276" y="186"/>
                  </a:lnTo>
                  <a:lnTo>
                    <a:pt x="282" y="186"/>
                  </a:lnTo>
                  <a:lnTo>
                    <a:pt x="282" y="180"/>
                  </a:lnTo>
                  <a:lnTo>
                    <a:pt x="270" y="168"/>
                  </a:lnTo>
                  <a:lnTo>
                    <a:pt x="276" y="156"/>
                  </a:lnTo>
                  <a:lnTo>
                    <a:pt x="276" y="132"/>
                  </a:lnTo>
                  <a:lnTo>
                    <a:pt x="270" y="126"/>
                  </a:lnTo>
                  <a:lnTo>
                    <a:pt x="264" y="126"/>
                  </a:lnTo>
                  <a:lnTo>
                    <a:pt x="252" y="138"/>
                  </a:lnTo>
                  <a:lnTo>
                    <a:pt x="264" y="60"/>
                  </a:lnTo>
                  <a:lnTo>
                    <a:pt x="228" y="36"/>
                  </a:lnTo>
                  <a:lnTo>
                    <a:pt x="240" y="24"/>
                  </a:lnTo>
                  <a:lnTo>
                    <a:pt x="240" y="6"/>
                  </a:lnTo>
                  <a:lnTo>
                    <a:pt x="222" y="0"/>
                  </a:lnTo>
                  <a:lnTo>
                    <a:pt x="198" y="12"/>
                  </a:lnTo>
                  <a:lnTo>
                    <a:pt x="42" y="12"/>
                  </a:lnTo>
                  <a:lnTo>
                    <a:pt x="36" y="18"/>
                  </a:lnTo>
                  <a:lnTo>
                    <a:pt x="30" y="30"/>
                  </a:lnTo>
                  <a:lnTo>
                    <a:pt x="30" y="48"/>
                  </a:lnTo>
                  <a:lnTo>
                    <a:pt x="36" y="48"/>
                  </a:lnTo>
                  <a:lnTo>
                    <a:pt x="42" y="78"/>
                  </a:lnTo>
                  <a:lnTo>
                    <a:pt x="42" y="132"/>
                  </a:lnTo>
                  <a:lnTo>
                    <a:pt x="48" y="126"/>
                  </a:lnTo>
                  <a:lnTo>
                    <a:pt x="54" y="156"/>
                  </a:lnTo>
                  <a:lnTo>
                    <a:pt x="42" y="156"/>
                  </a:lnTo>
                  <a:lnTo>
                    <a:pt x="42" y="162"/>
                  </a:lnTo>
                  <a:lnTo>
                    <a:pt x="48" y="168"/>
                  </a:lnTo>
                  <a:lnTo>
                    <a:pt x="48" y="180"/>
                  </a:lnTo>
                  <a:lnTo>
                    <a:pt x="54" y="192"/>
                  </a:lnTo>
                  <a:lnTo>
                    <a:pt x="54" y="204"/>
                  </a:lnTo>
                  <a:lnTo>
                    <a:pt x="60" y="216"/>
                  </a:lnTo>
                  <a:lnTo>
                    <a:pt x="60" y="228"/>
                  </a:lnTo>
                  <a:lnTo>
                    <a:pt x="48" y="252"/>
                  </a:lnTo>
                  <a:lnTo>
                    <a:pt x="42" y="258"/>
                  </a:lnTo>
                  <a:lnTo>
                    <a:pt x="36" y="270"/>
                  </a:lnTo>
                  <a:lnTo>
                    <a:pt x="36" y="288"/>
                  </a:lnTo>
                  <a:lnTo>
                    <a:pt x="30" y="300"/>
                  </a:lnTo>
                  <a:lnTo>
                    <a:pt x="30" y="312"/>
                  </a:lnTo>
                  <a:lnTo>
                    <a:pt x="12" y="330"/>
                  </a:lnTo>
                  <a:lnTo>
                    <a:pt x="6" y="342"/>
                  </a:lnTo>
                  <a:lnTo>
                    <a:pt x="0" y="348"/>
                  </a:lnTo>
                  <a:lnTo>
                    <a:pt x="0" y="372"/>
                  </a:lnTo>
                  <a:lnTo>
                    <a:pt x="6" y="384"/>
                  </a:lnTo>
                  <a:lnTo>
                    <a:pt x="12" y="402"/>
                  </a:lnTo>
                  <a:lnTo>
                    <a:pt x="12" y="414"/>
                  </a:lnTo>
                  <a:lnTo>
                    <a:pt x="18" y="426"/>
                  </a:lnTo>
                  <a:lnTo>
                    <a:pt x="24" y="432"/>
                  </a:lnTo>
                  <a:lnTo>
                    <a:pt x="24" y="438"/>
                  </a:lnTo>
                  <a:lnTo>
                    <a:pt x="48" y="444"/>
                  </a:lnTo>
                  <a:lnTo>
                    <a:pt x="48" y="498"/>
                  </a:lnTo>
                  <a:lnTo>
                    <a:pt x="72" y="498"/>
                  </a:lnTo>
                  <a:lnTo>
                    <a:pt x="78" y="504"/>
                  </a:lnTo>
                  <a:lnTo>
                    <a:pt x="78" y="510"/>
                  </a:lnTo>
                  <a:lnTo>
                    <a:pt x="84" y="516"/>
                  </a:lnTo>
                  <a:lnTo>
                    <a:pt x="96" y="516"/>
                  </a:lnTo>
                  <a:lnTo>
                    <a:pt x="108" y="510"/>
                  </a:lnTo>
                  <a:lnTo>
                    <a:pt x="114" y="504"/>
                  </a:lnTo>
                  <a:lnTo>
                    <a:pt x="132" y="492"/>
                  </a:lnTo>
                  <a:lnTo>
                    <a:pt x="138" y="486"/>
                  </a:lnTo>
                  <a:lnTo>
                    <a:pt x="150" y="480"/>
                  </a:lnTo>
                  <a:lnTo>
                    <a:pt x="180" y="480"/>
                  </a:lnTo>
                  <a:lnTo>
                    <a:pt x="186" y="474"/>
                  </a:lnTo>
                  <a:lnTo>
                    <a:pt x="198" y="468"/>
                  </a:lnTo>
                  <a:lnTo>
                    <a:pt x="216" y="450"/>
                  </a:lnTo>
                  <a:lnTo>
                    <a:pt x="228" y="450"/>
                  </a:lnTo>
                  <a:lnTo>
                    <a:pt x="234" y="444"/>
                  </a:lnTo>
                  <a:lnTo>
                    <a:pt x="240" y="444"/>
                  </a:lnTo>
                  <a:lnTo>
                    <a:pt x="258" y="426"/>
                  </a:lnTo>
                  <a:lnTo>
                    <a:pt x="270" y="426"/>
                  </a:lnTo>
                  <a:lnTo>
                    <a:pt x="276" y="432"/>
                  </a:lnTo>
                  <a:lnTo>
                    <a:pt x="294" y="432"/>
                  </a:lnTo>
                  <a:lnTo>
                    <a:pt x="306" y="426"/>
                  </a:lnTo>
                  <a:lnTo>
                    <a:pt x="324" y="408"/>
                  </a:lnTo>
                  <a:lnTo>
                    <a:pt x="294" y="384"/>
                  </a:lnTo>
                  <a:lnTo>
                    <a:pt x="282" y="34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24" name="Germany" descr="© INSCALE GmbH, 05.05.2010&#10;http://www.presentationload.com/">
              <a:extLst>
                <a:ext uri="{FF2B5EF4-FFF2-40B4-BE49-F238E27FC236}">
                  <a16:creationId xmlns:a16="http://schemas.microsoft.com/office/drawing/2014/main" id="{0AEC2D3B-7EB3-43DD-9F19-086B80F23029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884492" y="1558296"/>
              <a:ext cx="186108" cy="193950"/>
            </a:xfrm>
            <a:custGeom>
              <a:avLst/>
              <a:gdLst>
                <a:gd name="T0" fmla="*/ 2147483647 w 564"/>
                <a:gd name="T1" fmla="*/ 2147483647 h 588"/>
                <a:gd name="T2" fmla="*/ 2147483647 w 564"/>
                <a:gd name="T3" fmla="*/ 2147483647 h 588"/>
                <a:gd name="T4" fmla="*/ 2147483647 w 564"/>
                <a:gd name="T5" fmla="*/ 2147483647 h 588"/>
                <a:gd name="T6" fmla="*/ 2147483647 w 564"/>
                <a:gd name="T7" fmla="*/ 2147483647 h 588"/>
                <a:gd name="T8" fmla="*/ 2147483647 w 564"/>
                <a:gd name="T9" fmla="*/ 2147483647 h 588"/>
                <a:gd name="T10" fmla="*/ 2147483647 w 564"/>
                <a:gd name="T11" fmla="*/ 2147483647 h 588"/>
                <a:gd name="T12" fmla="*/ 2147483647 w 564"/>
                <a:gd name="T13" fmla="*/ 2147483647 h 588"/>
                <a:gd name="T14" fmla="*/ 2147483647 w 564"/>
                <a:gd name="T15" fmla="*/ 2147483647 h 588"/>
                <a:gd name="T16" fmla="*/ 2147483647 w 564"/>
                <a:gd name="T17" fmla="*/ 2147483647 h 588"/>
                <a:gd name="T18" fmla="*/ 2147483647 w 564"/>
                <a:gd name="T19" fmla="*/ 2147483647 h 588"/>
                <a:gd name="T20" fmla="*/ 2147483647 w 564"/>
                <a:gd name="T21" fmla="*/ 2147483647 h 588"/>
                <a:gd name="T22" fmla="*/ 2147483647 w 564"/>
                <a:gd name="T23" fmla="*/ 2147483647 h 588"/>
                <a:gd name="T24" fmla="*/ 2147483647 w 564"/>
                <a:gd name="T25" fmla="*/ 2147483647 h 588"/>
                <a:gd name="T26" fmla="*/ 2147483647 w 564"/>
                <a:gd name="T27" fmla="*/ 2147483647 h 588"/>
                <a:gd name="T28" fmla="*/ 2147483647 w 564"/>
                <a:gd name="T29" fmla="*/ 2147483647 h 588"/>
                <a:gd name="T30" fmla="*/ 2147483647 w 564"/>
                <a:gd name="T31" fmla="*/ 2147483647 h 588"/>
                <a:gd name="T32" fmla="*/ 2147483647 w 564"/>
                <a:gd name="T33" fmla="*/ 2147483647 h 588"/>
                <a:gd name="T34" fmla="*/ 2147483647 w 564"/>
                <a:gd name="T35" fmla="*/ 2147483647 h 588"/>
                <a:gd name="T36" fmla="*/ 2147483647 w 564"/>
                <a:gd name="T37" fmla="*/ 2147483647 h 588"/>
                <a:gd name="T38" fmla="*/ 2147483647 w 564"/>
                <a:gd name="T39" fmla="*/ 2147483647 h 588"/>
                <a:gd name="T40" fmla="*/ 2147483647 w 564"/>
                <a:gd name="T41" fmla="*/ 2147483647 h 588"/>
                <a:gd name="T42" fmla="*/ 2147483647 w 564"/>
                <a:gd name="T43" fmla="*/ 2147483647 h 588"/>
                <a:gd name="T44" fmla="*/ 2147483647 w 564"/>
                <a:gd name="T45" fmla="*/ 2147483647 h 588"/>
                <a:gd name="T46" fmla="*/ 2147483647 w 564"/>
                <a:gd name="T47" fmla="*/ 2147483647 h 588"/>
                <a:gd name="T48" fmla="*/ 2147483647 w 564"/>
                <a:gd name="T49" fmla="*/ 2147483647 h 588"/>
                <a:gd name="T50" fmla="*/ 2147483647 w 564"/>
                <a:gd name="T51" fmla="*/ 2147483647 h 588"/>
                <a:gd name="T52" fmla="*/ 2147483647 w 564"/>
                <a:gd name="T53" fmla="*/ 2147483647 h 588"/>
                <a:gd name="T54" fmla="*/ 2147483647 w 564"/>
                <a:gd name="T55" fmla="*/ 2147483647 h 588"/>
                <a:gd name="T56" fmla="*/ 2147483647 w 564"/>
                <a:gd name="T57" fmla="*/ 2147483647 h 588"/>
                <a:gd name="T58" fmla="*/ 2147483647 w 564"/>
                <a:gd name="T59" fmla="*/ 2147483647 h 588"/>
                <a:gd name="T60" fmla="*/ 2147483647 w 564"/>
                <a:gd name="T61" fmla="*/ 2147483647 h 588"/>
                <a:gd name="T62" fmla="*/ 2147483647 w 564"/>
                <a:gd name="T63" fmla="*/ 2147483647 h 588"/>
                <a:gd name="T64" fmla="*/ 2147483647 w 564"/>
                <a:gd name="T65" fmla="*/ 2147483647 h 588"/>
                <a:gd name="T66" fmla="*/ 2147483647 w 564"/>
                <a:gd name="T67" fmla="*/ 2147483647 h 588"/>
                <a:gd name="T68" fmla="*/ 2147483647 w 564"/>
                <a:gd name="T69" fmla="*/ 2147483647 h 588"/>
                <a:gd name="T70" fmla="*/ 2147483647 w 564"/>
                <a:gd name="T71" fmla="*/ 2147483647 h 588"/>
                <a:gd name="T72" fmla="*/ 2147483647 w 564"/>
                <a:gd name="T73" fmla="*/ 2147483647 h 588"/>
                <a:gd name="T74" fmla="*/ 2147483647 w 564"/>
                <a:gd name="T75" fmla="*/ 2147483647 h 588"/>
                <a:gd name="T76" fmla="*/ 2147483647 w 564"/>
                <a:gd name="T77" fmla="*/ 2147483647 h 588"/>
                <a:gd name="T78" fmla="*/ 2147483647 w 564"/>
                <a:gd name="T79" fmla="*/ 2147483647 h 588"/>
                <a:gd name="T80" fmla="*/ 2147483647 w 564"/>
                <a:gd name="T81" fmla="*/ 2147483647 h 588"/>
                <a:gd name="T82" fmla="*/ 2147483647 w 564"/>
                <a:gd name="T83" fmla="*/ 0 h 588"/>
                <a:gd name="T84" fmla="*/ 2147483647 w 564"/>
                <a:gd name="T85" fmla="*/ 2147483647 h 588"/>
                <a:gd name="T86" fmla="*/ 2147483647 w 564"/>
                <a:gd name="T87" fmla="*/ 2147483647 h 588"/>
                <a:gd name="T88" fmla="*/ 2147483647 w 564"/>
                <a:gd name="T89" fmla="*/ 2147483647 h 588"/>
                <a:gd name="T90" fmla="*/ 2147483647 w 564"/>
                <a:gd name="T91" fmla="*/ 2147483647 h 588"/>
                <a:gd name="T92" fmla="*/ 2147483647 w 564"/>
                <a:gd name="T93" fmla="*/ 2147483647 h 588"/>
                <a:gd name="T94" fmla="*/ 2147483647 w 564"/>
                <a:gd name="T95" fmla="*/ 2147483647 h 588"/>
                <a:gd name="T96" fmla="*/ 2147483647 w 564"/>
                <a:gd name="T97" fmla="*/ 2147483647 h 588"/>
                <a:gd name="T98" fmla="*/ 2147483647 w 564"/>
                <a:gd name="T99" fmla="*/ 2147483647 h 588"/>
                <a:gd name="T100" fmla="*/ 2147483647 w 564"/>
                <a:gd name="T101" fmla="*/ 2147483647 h 588"/>
                <a:gd name="T102" fmla="*/ 2147483647 w 564"/>
                <a:gd name="T103" fmla="*/ 2147483647 h 588"/>
                <a:gd name="T104" fmla="*/ 0 w 564"/>
                <a:gd name="T105" fmla="*/ 2147483647 h 588"/>
                <a:gd name="T106" fmla="*/ 2147483647 w 564"/>
                <a:gd name="T107" fmla="*/ 2147483647 h 588"/>
                <a:gd name="T108" fmla="*/ 2147483647 w 564"/>
                <a:gd name="T109" fmla="*/ 2147483647 h 588"/>
                <a:gd name="T110" fmla="*/ 2147483647 w 564"/>
                <a:gd name="T111" fmla="*/ 2147483647 h 58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64"/>
                <a:gd name="T169" fmla="*/ 0 h 588"/>
                <a:gd name="T170" fmla="*/ 564 w 564"/>
                <a:gd name="T171" fmla="*/ 588 h 58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64" h="588">
                  <a:moveTo>
                    <a:pt x="30" y="414"/>
                  </a:moveTo>
                  <a:lnTo>
                    <a:pt x="30" y="420"/>
                  </a:lnTo>
                  <a:lnTo>
                    <a:pt x="36" y="420"/>
                  </a:lnTo>
                  <a:lnTo>
                    <a:pt x="36" y="444"/>
                  </a:lnTo>
                  <a:lnTo>
                    <a:pt x="60" y="444"/>
                  </a:lnTo>
                  <a:lnTo>
                    <a:pt x="60" y="450"/>
                  </a:lnTo>
                  <a:lnTo>
                    <a:pt x="72" y="450"/>
                  </a:lnTo>
                  <a:lnTo>
                    <a:pt x="84" y="444"/>
                  </a:lnTo>
                  <a:lnTo>
                    <a:pt x="96" y="444"/>
                  </a:lnTo>
                  <a:lnTo>
                    <a:pt x="96" y="450"/>
                  </a:lnTo>
                  <a:lnTo>
                    <a:pt x="120" y="450"/>
                  </a:lnTo>
                  <a:lnTo>
                    <a:pt x="138" y="456"/>
                  </a:lnTo>
                  <a:lnTo>
                    <a:pt x="132" y="468"/>
                  </a:lnTo>
                  <a:lnTo>
                    <a:pt x="114" y="486"/>
                  </a:lnTo>
                  <a:lnTo>
                    <a:pt x="114" y="498"/>
                  </a:lnTo>
                  <a:lnTo>
                    <a:pt x="108" y="510"/>
                  </a:lnTo>
                  <a:lnTo>
                    <a:pt x="102" y="516"/>
                  </a:lnTo>
                  <a:lnTo>
                    <a:pt x="96" y="528"/>
                  </a:lnTo>
                  <a:lnTo>
                    <a:pt x="96" y="570"/>
                  </a:lnTo>
                  <a:lnTo>
                    <a:pt x="132" y="570"/>
                  </a:lnTo>
                  <a:lnTo>
                    <a:pt x="150" y="564"/>
                  </a:lnTo>
                  <a:lnTo>
                    <a:pt x="156" y="570"/>
                  </a:lnTo>
                  <a:lnTo>
                    <a:pt x="150" y="564"/>
                  </a:lnTo>
                  <a:lnTo>
                    <a:pt x="150" y="552"/>
                  </a:lnTo>
                  <a:lnTo>
                    <a:pt x="156" y="546"/>
                  </a:lnTo>
                  <a:lnTo>
                    <a:pt x="162" y="546"/>
                  </a:lnTo>
                  <a:lnTo>
                    <a:pt x="174" y="552"/>
                  </a:lnTo>
                  <a:lnTo>
                    <a:pt x="180" y="558"/>
                  </a:lnTo>
                  <a:lnTo>
                    <a:pt x="192" y="558"/>
                  </a:lnTo>
                  <a:lnTo>
                    <a:pt x="210" y="564"/>
                  </a:lnTo>
                  <a:lnTo>
                    <a:pt x="216" y="576"/>
                  </a:lnTo>
                  <a:lnTo>
                    <a:pt x="252" y="576"/>
                  </a:lnTo>
                  <a:lnTo>
                    <a:pt x="258" y="582"/>
                  </a:lnTo>
                  <a:lnTo>
                    <a:pt x="258" y="588"/>
                  </a:lnTo>
                  <a:lnTo>
                    <a:pt x="270" y="588"/>
                  </a:lnTo>
                  <a:lnTo>
                    <a:pt x="276" y="582"/>
                  </a:lnTo>
                  <a:lnTo>
                    <a:pt x="276" y="570"/>
                  </a:lnTo>
                  <a:lnTo>
                    <a:pt x="294" y="570"/>
                  </a:lnTo>
                  <a:lnTo>
                    <a:pt x="312" y="588"/>
                  </a:lnTo>
                  <a:lnTo>
                    <a:pt x="330" y="588"/>
                  </a:lnTo>
                  <a:lnTo>
                    <a:pt x="336" y="582"/>
                  </a:lnTo>
                  <a:lnTo>
                    <a:pt x="354" y="570"/>
                  </a:lnTo>
                  <a:lnTo>
                    <a:pt x="372" y="570"/>
                  </a:lnTo>
                  <a:lnTo>
                    <a:pt x="390" y="558"/>
                  </a:lnTo>
                  <a:lnTo>
                    <a:pt x="402" y="564"/>
                  </a:lnTo>
                  <a:lnTo>
                    <a:pt x="420" y="570"/>
                  </a:lnTo>
                  <a:lnTo>
                    <a:pt x="432" y="582"/>
                  </a:lnTo>
                  <a:lnTo>
                    <a:pt x="438" y="582"/>
                  </a:lnTo>
                  <a:lnTo>
                    <a:pt x="438" y="540"/>
                  </a:lnTo>
                  <a:lnTo>
                    <a:pt x="426" y="540"/>
                  </a:lnTo>
                  <a:lnTo>
                    <a:pt x="426" y="534"/>
                  </a:lnTo>
                  <a:lnTo>
                    <a:pt x="432" y="528"/>
                  </a:lnTo>
                  <a:lnTo>
                    <a:pt x="432" y="522"/>
                  </a:lnTo>
                  <a:lnTo>
                    <a:pt x="438" y="516"/>
                  </a:lnTo>
                  <a:lnTo>
                    <a:pt x="456" y="516"/>
                  </a:lnTo>
                  <a:lnTo>
                    <a:pt x="462" y="522"/>
                  </a:lnTo>
                  <a:lnTo>
                    <a:pt x="468" y="522"/>
                  </a:lnTo>
                  <a:lnTo>
                    <a:pt x="468" y="504"/>
                  </a:lnTo>
                  <a:lnTo>
                    <a:pt x="462" y="492"/>
                  </a:lnTo>
                  <a:lnTo>
                    <a:pt x="480" y="492"/>
                  </a:lnTo>
                  <a:lnTo>
                    <a:pt x="486" y="474"/>
                  </a:lnTo>
                  <a:lnTo>
                    <a:pt x="486" y="462"/>
                  </a:lnTo>
                  <a:lnTo>
                    <a:pt x="480" y="462"/>
                  </a:lnTo>
                  <a:lnTo>
                    <a:pt x="474" y="456"/>
                  </a:lnTo>
                  <a:lnTo>
                    <a:pt x="462" y="456"/>
                  </a:lnTo>
                  <a:lnTo>
                    <a:pt x="456" y="444"/>
                  </a:lnTo>
                  <a:lnTo>
                    <a:pt x="450" y="444"/>
                  </a:lnTo>
                  <a:lnTo>
                    <a:pt x="444" y="432"/>
                  </a:lnTo>
                  <a:lnTo>
                    <a:pt x="432" y="432"/>
                  </a:lnTo>
                  <a:lnTo>
                    <a:pt x="420" y="426"/>
                  </a:lnTo>
                  <a:lnTo>
                    <a:pt x="420" y="420"/>
                  </a:lnTo>
                  <a:lnTo>
                    <a:pt x="414" y="420"/>
                  </a:lnTo>
                  <a:lnTo>
                    <a:pt x="408" y="408"/>
                  </a:lnTo>
                  <a:lnTo>
                    <a:pt x="396" y="396"/>
                  </a:lnTo>
                  <a:lnTo>
                    <a:pt x="396" y="390"/>
                  </a:lnTo>
                  <a:lnTo>
                    <a:pt x="402" y="390"/>
                  </a:lnTo>
                  <a:lnTo>
                    <a:pt x="408" y="384"/>
                  </a:lnTo>
                  <a:lnTo>
                    <a:pt x="396" y="372"/>
                  </a:lnTo>
                  <a:lnTo>
                    <a:pt x="390" y="372"/>
                  </a:lnTo>
                  <a:lnTo>
                    <a:pt x="384" y="366"/>
                  </a:lnTo>
                  <a:lnTo>
                    <a:pt x="384" y="354"/>
                  </a:lnTo>
                  <a:lnTo>
                    <a:pt x="390" y="354"/>
                  </a:lnTo>
                  <a:lnTo>
                    <a:pt x="390" y="360"/>
                  </a:lnTo>
                  <a:lnTo>
                    <a:pt x="402" y="360"/>
                  </a:lnTo>
                  <a:lnTo>
                    <a:pt x="402" y="354"/>
                  </a:lnTo>
                  <a:lnTo>
                    <a:pt x="414" y="354"/>
                  </a:lnTo>
                  <a:lnTo>
                    <a:pt x="414" y="348"/>
                  </a:lnTo>
                  <a:lnTo>
                    <a:pt x="420" y="342"/>
                  </a:lnTo>
                  <a:lnTo>
                    <a:pt x="426" y="342"/>
                  </a:lnTo>
                  <a:lnTo>
                    <a:pt x="438" y="348"/>
                  </a:lnTo>
                  <a:lnTo>
                    <a:pt x="450" y="336"/>
                  </a:lnTo>
                  <a:lnTo>
                    <a:pt x="468" y="330"/>
                  </a:lnTo>
                  <a:lnTo>
                    <a:pt x="468" y="324"/>
                  </a:lnTo>
                  <a:lnTo>
                    <a:pt x="492" y="324"/>
                  </a:lnTo>
                  <a:lnTo>
                    <a:pt x="492" y="318"/>
                  </a:lnTo>
                  <a:lnTo>
                    <a:pt x="510" y="318"/>
                  </a:lnTo>
                  <a:lnTo>
                    <a:pt x="510" y="312"/>
                  </a:lnTo>
                  <a:lnTo>
                    <a:pt x="516" y="306"/>
                  </a:lnTo>
                  <a:lnTo>
                    <a:pt x="522" y="306"/>
                  </a:lnTo>
                  <a:lnTo>
                    <a:pt x="528" y="300"/>
                  </a:lnTo>
                  <a:lnTo>
                    <a:pt x="540" y="312"/>
                  </a:lnTo>
                  <a:lnTo>
                    <a:pt x="552" y="312"/>
                  </a:lnTo>
                  <a:lnTo>
                    <a:pt x="558" y="300"/>
                  </a:lnTo>
                  <a:lnTo>
                    <a:pt x="558" y="294"/>
                  </a:lnTo>
                  <a:lnTo>
                    <a:pt x="564" y="288"/>
                  </a:lnTo>
                  <a:lnTo>
                    <a:pt x="564" y="282"/>
                  </a:lnTo>
                  <a:lnTo>
                    <a:pt x="552" y="282"/>
                  </a:lnTo>
                  <a:lnTo>
                    <a:pt x="558" y="276"/>
                  </a:lnTo>
                  <a:lnTo>
                    <a:pt x="558" y="264"/>
                  </a:lnTo>
                  <a:lnTo>
                    <a:pt x="552" y="264"/>
                  </a:lnTo>
                  <a:lnTo>
                    <a:pt x="546" y="270"/>
                  </a:lnTo>
                  <a:lnTo>
                    <a:pt x="546" y="252"/>
                  </a:lnTo>
                  <a:lnTo>
                    <a:pt x="540" y="246"/>
                  </a:lnTo>
                  <a:lnTo>
                    <a:pt x="534" y="246"/>
                  </a:lnTo>
                  <a:lnTo>
                    <a:pt x="528" y="240"/>
                  </a:lnTo>
                  <a:lnTo>
                    <a:pt x="528" y="234"/>
                  </a:lnTo>
                  <a:lnTo>
                    <a:pt x="540" y="228"/>
                  </a:lnTo>
                  <a:lnTo>
                    <a:pt x="546" y="222"/>
                  </a:lnTo>
                  <a:lnTo>
                    <a:pt x="540" y="216"/>
                  </a:lnTo>
                  <a:lnTo>
                    <a:pt x="534" y="216"/>
                  </a:lnTo>
                  <a:lnTo>
                    <a:pt x="540" y="210"/>
                  </a:lnTo>
                  <a:lnTo>
                    <a:pt x="540" y="204"/>
                  </a:lnTo>
                  <a:lnTo>
                    <a:pt x="528" y="204"/>
                  </a:lnTo>
                  <a:lnTo>
                    <a:pt x="528" y="192"/>
                  </a:lnTo>
                  <a:lnTo>
                    <a:pt x="534" y="192"/>
                  </a:lnTo>
                  <a:lnTo>
                    <a:pt x="534" y="174"/>
                  </a:lnTo>
                  <a:lnTo>
                    <a:pt x="522" y="174"/>
                  </a:lnTo>
                  <a:lnTo>
                    <a:pt x="516" y="168"/>
                  </a:lnTo>
                  <a:lnTo>
                    <a:pt x="510" y="168"/>
                  </a:lnTo>
                  <a:lnTo>
                    <a:pt x="504" y="162"/>
                  </a:lnTo>
                  <a:lnTo>
                    <a:pt x="504" y="150"/>
                  </a:lnTo>
                  <a:lnTo>
                    <a:pt x="510" y="150"/>
                  </a:lnTo>
                  <a:lnTo>
                    <a:pt x="522" y="138"/>
                  </a:lnTo>
                  <a:lnTo>
                    <a:pt x="522" y="120"/>
                  </a:lnTo>
                  <a:lnTo>
                    <a:pt x="516" y="114"/>
                  </a:lnTo>
                  <a:lnTo>
                    <a:pt x="510" y="114"/>
                  </a:lnTo>
                  <a:lnTo>
                    <a:pt x="510" y="96"/>
                  </a:lnTo>
                  <a:lnTo>
                    <a:pt x="504" y="90"/>
                  </a:lnTo>
                  <a:lnTo>
                    <a:pt x="486" y="84"/>
                  </a:lnTo>
                  <a:lnTo>
                    <a:pt x="486" y="78"/>
                  </a:lnTo>
                  <a:lnTo>
                    <a:pt x="480" y="66"/>
                  </a:lnTo>
                  <a:lnTo>
                    <a:pt x="474" y="60"/>
                  </a:lnTo>
                  <a:lnTo>
                    <a:pt x="456" y="60"/>
                  </a:lnTo>
                  <a:lnTo>
                    <a:pt x="450" y="54"/>
                  </a:lnTo>
                  <a:lnTo>
                    <a:pt x="444" y="54"/>
                  </a:lnTo>
                  <a:lnTo>
                    <a:pt x="438" y="48"/>
                  </a:lnTo>
                  <a:lnTo>
                    <a:pt x="426" y="48"/>
                  </a:lnTo>
                  <a:lnTo>
                    <a:pt x="420" y="42"/>
                  </a:lnTo>
                  <a:lnTo>
                    <a:pt x="396" y="42"/>
                  </a:lnTo>
                  <a:lnTo>
                    <a:pt x="384" y="54"/>
                  </a:lnTo>
                  <a:lnTo>
                    <a:pt x="342" y="54"/>
                  </a:lnTo>
                  <a:lnTo>
                    <a:pt x="342" y="72"/>
                  </a:lnTo>
                  <a:lnTo>
                    <a:pt x="300" y="72"/>
                  </a:lnTo>
                  <a:lnTo>
                    <a:pt x="300" y="60"/>
                  </a:lnTo>
                  <a:lnTo>
                    <a:pt x="312" y="48"/>
                  </a:lnTo>
                  <a:lnTo>
                    <a:pt x="312" y="42"/>
                  </a:lnTo>
                  <a:lnTo>
                    <a:pt x="318" y="30"/>
                  </a:lnTo>
                  <a:lnTo>
                    <a:pt x="294" y="42"/>
                  </a:lnTo>
                  <a:lnTo>
                    <a:pt x="252" y="36"/>
                  </a:lnTo>
                  <a:lnTo>
                    <a:pt x="246" y="30"/>
                  </a:lnTo>
                  <a:lnTo>
                    <a:pt x="246" y="18"/>
                  </a:lnTo>
                  <a:lnTo>
                    <a:pt x="240" y="6"/>
                  </a:lnTo>
                  <a:lnTo>
                    <a:pt x="234" y="6"/>
                  </a:lnTo>
                  <a:lnTo>
                    <a:pt x="234" y="12"/>
                  </a:lnTo>
                  <a:lnTo>
                    <a:pt x="228" y="6"/>
                  </a:lnTo>
                  <a:lnTo>
                    <a:pt x="204" y="6"/>
                  </a:lnTo>
                  <a:lnTo>
                    <a:pt x="198" y="0"/>
                  </a:lnTo>
                  <a:lnTo>
                    <a:pt x="168" y="0"/>
                  </a:lnTo>
                  <a:lnTo>
                    <a:pt x="192" y="36"/>
                  </a:lnTo>
                  <a:lnTo>
                    <a:pt x="180" y="48"/>
                  </a:lnTo>
                  <a:lnTo>
                    <a:pt x="198" y="72"/>
                  </a:lnTo>
                  <a:lnTo>
                    <a:pt x="216" y="90"/>
                  </a:lnTo>
                  <a:lnTo>
                    <a:pt x="186" y="78"/>
                  </a:lnTo>
                  <a:lnTo>
                    <a:pt x="162" y="84"/>
                  </a:lnTo>
                  <a:lnTo>
                    <a:pt x="162" y="108"/>
                  </a:lnTo>
                  <a:lnTo>
                    <a:pt x="132" y="108"/>
                  </a:lnTo>
                  <a:lnTo>
                    <a:pt x="126" y="96"/>
                  </a:lnTo>
                  <a:lnTo>
                    <a:pt x="84" y="96"/>
                  </a:lnTo>
                  <a:lnTo>
                    <a:pt x="84" y="126"/>
                  </a:lnTo>
                  <a:lnTo>
                    <a:pt x="90" y="126"/>
                  </a:lnTo>
                  <a:lnTo>
                    <a:pt x="84" y="132"/>
                  </a:lnTo>
                  <a:lnTo>
                    <a:pt x="90" y="144"/>
                  </a:lnTo>
                  <a:lnTo>
                    <a:pt x="78" y="150"/>
                  </a:lnTo>
                  <a:lnTo>
                    <a:pt x="72" y="150"/>
                  </a:lnTo>
                  <a:lnTo>
                    <a:pt x="72" y="168"/>
                  </a:lnTo>
                  <a:lnTo>
                    <a:pt x="78" y="174"/>
                  </a:lnTo>
                  <a:lnTo>
                    <a:pt x="66" y="174"/>
                  </a:lnTo>
                  <a:lnTo>
                    <a:pt x="54" y="180"/>
                  </a:lnTo>
                  <a:lnTo>
                    <a:pt x="48" y="180"/>
                  </a:lnTo>
                  <a:lnTo>
                    <a:pt x="48" y="186"/>
                  </a:lnTo>
                  <a:lnTo>
                    <a:pt x="54" y="192"/>
                  </a:lnTo>
                  <a:lnTo>
                    <a:pt x="60" y="192"/>
                  </a:lnTo>
                  <a:lnTo>
                    <a:pt x="72" y="204"/>
                  </a:lnTo>
                  <a:lnTo>
                    <a:pt x="72" y="210"/>
                  </a:lnTo>
                  <a:lnTo>
                    <a:pt x="66" y="210"/>
                  </a:lnTo>
                  <a:lnTo>
                    <a:pt x="60" y="216"/>
                  </a:lnTo>
                  <a:lnTo>
                    <a:pt x="54" y="228"/>
                  </a:lnTo>
                  <a:lnTo>
                    <a:pt x="48" y="228"/>
                  </a:lnTo>
                  <a:lnTo>
                    <a:pt x="42" y="234"/>
                  </a:lnTo>
                  <a:lnTo>
                    <a:pt x="42" y="240"/>
                  </a:lnTo>
                  <a:lnTo>
                    <a:pt x="18" y="240"/>
                  </a:lnTo>
                  <a:lnTo>
                    <a:pt x="12" y="234"/>
                  </a:lnTo>
                  <a:lnTo>
                    <a:pt x="6" y="234"/>
                  </a:lnTo>
                  <a:lnTo>
                    <a:pt x="12" y="258"/>
                  </a:lnTo>
                  <a:lnTo>
                    <a:pt x="12" y="264"/>
                  </a:lnTo>
                  <a:lnTo>
                    <a:pt x="18" y="270"/>
                  </a:lnTo>
                  <a:lnTo>
                    <a:pt x="18" y="276"/>
                  </a:lnTo>
                  <a:lnTo>
                    <a:pt x="6" y="282"/>
                  </a:lnTo>
                  <a:lnTo>
                    <a:pt x="0" y="288"/>
                  </a:lnTo>
                  <a:lnTo>
                    <a:pt x="6" y="294"/>
                  </a:lnTo>
                  <a:lnTo>
                    <a:pt x="6" y="306"/>
                  </a:lnTo>
                  <a:lnTo>
                    <a:pt x="0" y="312"/>
                  </a:lnTo>
                  <a:lnTo>
                    <a:pt x="0" y="324"/>
                  </a:lnTo>
                  <a:lnTo>
                    <a:pt x="12" y="324"/>
                  </a:lnTo>
                  <a:lnTo>
                    <a:pt x="24" y="336"/>
                  </a:lnTo>
                  <a:lnTo>
                    <a:pt x="24" y="354"/>
                  </a:lnTo>
                  <a:lnTo>
                    <a:pt x="30" y="360"/>
                  </a:lnTo>
                  <a:lnTo>
                    <a:pt x="18" y="360"/>
                  </a:lnTo>
                  <a:lnTo>
                    <a:pt x="12" y="366"/>
                  </a:lnTo>
                  <a:lnTo>
                    <a:pt x="12" y="384"/>
                  </a:lnTo>
                  <a:lnTo>
                    <a:pt x="18" y="390"/>
                  </a:lnTo>
                  <a:lnTo>
                    <a:pt x="24" y="390"/>
                  </a:lnTo>
                  <a:lnTo>
                    <a:pt x="36" y="396"/>
                  </a:lnTo>
                  <a:lnTo>
                    <a:pt x="36" y="408"/>
                  </a:lnTo>
                  <a:lnTo>
                    <a:pt x="30" y="41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25" name="Georgia" descr="© INSCALE GmbH, 05.05.2010&#10;http://www.presentationload.com/">
              <a:extLst>
                <a:ext uri="{FF2B5EF4-FFF2-40B4-BE49-F238E27FC236}">
                  <a16:creationId xmlns:a16="http://schemas.microsoft.com/office/drawing/2014/main" id="{CB31F70A-4EA6-4C46-9589-6C7B43C66855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606953" y="1848576"/>
              <a:ext cx="152506" cy="69360"/>
            </a:xfrm>
            <a:custGeom>
              <a:avLst/>
              <a:gdLst>
                <a:gd name="T0" fmla="*/ 2147483647 w 462"/>
                <a:gd name="T1" fmla="*/ 2147483647 h 210"/>
                <a:gd name="T2" fmla="*/ 2147483647 w 462"/>
                <a:gd name="T3" fmla="*/ 2147483647 h 210"/>
                <a:gd name="T4" fmla="*/ 2147483647 w 462"/>
                <a:gd name="T5" fmla="*/ 2147483647 h 210"/>
                <a:gd name="T6" fmla="*/ 2147483647 w 462"/>
                <a:gd name="T7" fmla="*/ 2147483647 h 210"/>
                <a:gd name="T8" fmla="*/ 2147483647 w 462"/>
                <a:gd name="T9" fmla="*/ 2147483647 h 210"/>
                <a:gd name="T10" fmla="*/ 2147483647 w 462"/>
                <a:gd name="T11" fmla="*/ 2147483647 h 210"/>
                <a:gd name="T12" fmla="*/ 2147483647 w 462"/>
                <a:gd name="T13" fmla="*/ 2147483647 h 210"/>
                <a:gd name="T14" fmla="*/ 2147483647 w 462"/>
                <a:gd name="T15" fmla="*/ 2147483647 h 210"/>
                <a:gd name="T16" fmla="*/ 2147483647 w 462"/>
                <a:gd name="T17" fmla="*/ 2147483647 h 210"/>
                <a:gd name="T18" fmla="*/ 2147483647 w 462"/>
                <a:gd name="T19" fmla="*/ 2147483647 h 210"/>
                <a:gd name="T20" fmla="*/ 2147483647 w 462"/>
                <a:gd name="T21" fmla="*/ 2147483647 h 210"/>
                <a:gd name="T22" fmla="*/ 2147483647 w 462"/>
                <a:gd name="T23" fmla="*/ 2147483647 h 210"/>
                <a:gd name="T24" fmla="*/ 2147483647 w 462"/>
                <a:gd name="T25" fmla="*/ 2147483647 h 210"/>
                <a:gd name="T26" fmla="*/ 2147483647 w 462"/>
                <a:gd name="T27" fmla="*/ 2147483647 h 210"/>
                <a:gd name="T28" fmla="*/ 2147483647 w 462"/>
                <a:gd name="T29" fmla="*/ 2147483647 h 210"/>
                <a:gd name="T30" fmla="*/ 2147483647 w 462"/>
                <a:gd name="T31" fmla="*/ 2147483647 h 210"/>
                <a:gd name="T32" fmla="*/ 2147483647 w 462"/>
                <a:gd name="T33" fmla="*/ 2147483647 h 210"/>
                <a:gd name="T34" fmla="*/ 2147483647 w 462"/>
                <a:gd name="T35" fmla="*/ 2147483647 h 210"/>
                <a:gd name="T36" fmla="*/ 2147483647 w 462"/>
                <a:gd name="T37" fmla="*/ 2147483647 h 210"/>
                <a:gd name="T38" fmla="*/ 2147483647 w 462"/>
                <a:gd name="T39" fmla="*/ 2147483647 h 210"/>
                <a:gd name="T40" fmla="*/ 2147483647 w 462"/>
                <a:gd name="T41" fmla="*/ 2147483647 h 210"/>
                <a:gd name="T42" fmla="*/ 2147483647 w 462"/>
                <a:gd name="T43" fmla="*/ 2147483647 h 210"/>
                <a:gd name="T44" fmla="*/ 2147483647 w 462"/>
                <a:gd name="T45" fmla="*/ 2147483647 h 210"/>
                <a:gd name="T46" fmla="*/ 2147483647 w 462"/>
                <a:gd name="T47" fmla="*/ 2147483647 h 210"/>
                <a:gd name="T48" fmla="*/ 2147483647 w 462"/>
                <a:gd name="T49" fmla="*/ 2147483647 h 210"/>
                <a:gd name="T50" fmla="*/ 2147483647 w 462"/>
                <a:gd name="T51" fmla="*/ 2147483647 h 210"/>
                <a:gd name="T52" fmla="*/ 2147483647 w 462"/>
                <a:gd name="T53" fmla="*/ 2147483647 h 210"/>
                <a:gd name="T54" fmla="*/ 2147483647 w 462"/>
                <a:gd name="T55" fmla="*/ 2147483647 h 210"/>
                <a:gd name="T56" fmla="*/ 2147483647 w 462"/>
                <a:gd name="T57" fmla="*/ 2147483647 h 210"/>
                <a:gd name="T58" fmla="*/ 2147483647 w 462"/>
                <a:gd name="T59" fmla="*/ 2147483647 h 210"/>
                <a:gd name="T60" fmla="*/ 2147483647 w 462"/>
                <a:gd name="T61" fmla="*/ 2147483647 h 210"/>
                <a:gd name="T62" fmla="*/ 2147483647 w 462"/>
                <a:gd name="T63" fmla="*/ 2147483647 h 210"/>
                <a:gd name="T64" fmla="*/ 2147483647 w 462"/>
                <a:gd name="T65" fmla="*/ 2147483647 h 210"/>
                <a:gd name="T66" fmla="*/ 2147483647 w 462"/>
                <a:gd name="T67" fmla="*/ 2147483647 h 210"/>
                <a:gd name="T68" fmla="*/ 2147483647 w 462"/>
                <a:gd name="T69" fmla="*/ 2147483647 h 210"/>
                <a:gd name="T70" fmla="*/ 2147483647 w 462"/>
                <a:gd name="T71" fmla="*/ 2147483647 h 210"/>
                <a:gd name="T72" fmla="*/ 2147483647 w 462"/>
                <a:gd name="T73" fmla="*/ 2147483647 h 210"/>
                <a:gd name="T74" fmla="*/ 2147483647 w 462"/>
                <a:gd name="T75" fmla="*/ 2147483647 h 210"/>
                <a:gd name="T76" fmla="*/ 2147483647 w 462"/>
                <a:gd name="T77" fmla="*/ 2147483647 h 210"/>
                <a:gd name="T78" fmla="*/ 2147483647 w 462"/>
                <a:gd name="T79" fmla="*/ 2147483647 h 210"/>
                <a:gd name="T80" fmla="*/ 2147483647 w 462"/>
                <a:gd name="T81" fmla="*/ 0 h 210"/>
                <a:gd name="T82" fmla="*/ 0 w 462"/>
                <a:gd name="T83" fmla="*/ 2147483647 h 21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62"/>
                <a:gd name="T127" fmla="*/ 0 h 210"/>
                <a:gd name="T128" fmla="*/ 462 w 462"/>
                <a:gd name="T129" fmla="*/ 210 h 21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62" h="210">
                  <a:moveTo>
                    <a:pt x="6" y="18"/>
                  </a:moveTo>
                  <a:lnTo>
                    <a:pt x="12" y="18"/>
                  </a:lnTo>
                  <a:lnTo>
                    <a:pt x="18" y="24"/>
                  </a:lnTo>
                  <a:lnTo>
                    <a:pt x="30" y="30"/>
                  </a:lnTo>
                  <a:lnTo>
                    <a:pt x="42" y="42"/>
                  </a:lnTo>
                  <a:lnTo>
                    <a:pt x="60" y="48"/>
                  </a:lnTo>
                  <a:lnTo>
                    <a:pt x="72" y="54"/>
                  </a:lnTo>
                  <a:lnTo>
                    <a:pt x="78" y="54"/>
                  </a:lnTo>
                  <a:lnTo>
                    <a:pt x="84" y="60"/>
                  </a:lnTo>
                  <a:lnTo>
                    <a:pt x="96" y="66"/>
                  </a:lnTo>
                  <a:lnTo>
                    <a:pt x="102" y="78"/>
                  </a:lnTo>
                  <a:lnTo>
                    <a:pt x="114" y="84"/>
                  </a:lnTo>
                  <a:lnTo>
                    <a:pt x="114" y="96"/>
                  </a:lnTo>
                  <a:lnTo>
                    <a:pt x="120" y="114"/>
                  </a:lnTo>
                  <a:lnTo>
                    <a:pt x="120" y="132"/>
                  </a:lnTo>
                  <a:lnTo>
                    <a:pt x="126" y="138"/>
                  </a:lnTo>
                  <a:lnTo>
                    <a:pt x="132" y="150"/>
                  </a:lnTo>
                  <a:lnTo>
                    <a:pt x="138" y="156"/>
                  </a:lnTo>
                  <a:lnTo>
                    <a:pt x="138" y="162"/>
                  </a:lnTo>
                  <a:lnTo>
                    <a:pt x="132" y="168"/>
                  </a:lnTo>
                  <a:lnTo>
                    <a:pt x="168" y="174"/>
                  </a:lnTo>
                  <a:lnTo>
                    <a:pt x="174" y="168"/>
                  </a:lnTo>
                  <a:lnTo>
                    <a:pt x="186" y="162"/>
                  </a:lnTo>
                  <a:lnTo>
                    <a:pt x="198" y="162"/>
                  </a:lnTo>
                  <a:lnTo>
                    <a:pt x="210" y="168"/>
                  </a:lnTo>
                  <a:lnTo>
                    <a:pt x="216" y="174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46" y="192"/>
                  </a:lnTo>
                  <a:lnTo>
                    <a:pt x="246" y="198"/>
                  </a:lnTo>
                  <a:lnTo>
                    <a:pt x="252" y="204"/>
                  </a:lnTo>
                  <a:lnTo>
                    <a:pt x="276" y="198"/>
                  </a:lnTo>
                  <a:lnTo>
                    <a:pt x="282" y="192"/>
                  </a:lnTo>
                  <a:lnTo>
                    <a:pt x="336" y="198"/>
                  </a:lnTo>
                  <a:lnTo>
                    <a:pt x="336" y="180"/>
                  </a:lnTo>
                  <a:lnTo>
                    <a:pt x="342" y="180"/>
                  </a:lnTo>
                  <a:lnTo>
                    <a:pt x="348" y="186"/>
                  </a:lnTo>
                  <a:lnTo>
                    <a:pt x="354" y="186"/>
                  </a:lnTo>
                  <a:lnTo>
                    <a:pt x="354" y="180"/>
                  </a:lnTo>
                  <a:lnTo>
                    <a:pt x="366" y="168"/>
                  </a:lnTo>
                  <a:lnTo>
                    <a:pt x="390" y="168"/>
                  </a:lnTo>
                  <a:lnTo>
                    <a:pt x="396" y="174"/>
                  </a:lnTo>
                  <a:lnTo>
                    <a:pt x="396" y="180"/>
                  </a:lnTo>
                  <a:lnTo>
                    <a:pt x="414" y="198"/>
                  </a:lnTo>
                  <a:lnTo>
                    <a:pt x="426" y="192"/>
                  </a:lnTo>
                  <a:lnTo>
                    <a:pt x="438" y="192"/>
                  </a:lnTo>
                  <a:lnTo>
                    <a:pt x="456" y="210"/>
                  </a:lnTo>
                  <a:lnTo>
                    <a:pt x="462" y="204"/>
                  </a:lnTo>
                  <a:lnTo>
                    <a:pt x="456" y="192"/>
                  </a:lnTo>
                  <a:lnTo>
                    <a:pt x="450" y="186"/>
                  </a:lnTo>
                  <a:lnTo>
                    <a:pt x="444" y="174"/>
                  </a:lnTo>
                  <a:lnTo>
                    <a:pt x="438" y="168"/>
                  </a:lnTo>
                  <a:lnTo>
                    <a:pt x="432" y="168"/>
                  </a:lnTo>
                  <a:lnTo>
                    <a:pt x="414" y="150"/>
                  </a:lnTo>
                  <a:lnTo>
                    <a:pt x="420" y="144"/>
                  </a:lnTo>
                  <a:lnTo>
                    <a:pt x="432" y="144"/>
                  </a:lnTo>
                  <a:lnTo>
                    <a:pt x="420" y="132"/>
                  </a:lnTo>
                  <a:lnTo>
                    <a:pt x="408" y="126"/>
                  </a:lnTo>
                  <a:lnTo>
                    <a:pt x="396" y="114"/>
                  </a:lnTo>
                  <a:lnTo>
                    <a:pt x="378" y="114"/>
                  </a:lnTo>
                  <a:lnTo>
                    <a:pt x="378" y="108"/>
                  </a:lnTo>
                  <a:lnTo>
                    <a:pt x="384" y="102"/>
                  </a:lnTo>
                  <a:lnTo>
                    <a:pt x="384" y="90"/>
                  </a:lnTo>
                  <a:lnTo>
                    <a:pt x="354" y="84"/>
                  </a:lnTo>
                  <a:lnTo>
                    <a:pt x="342" y="72"/>
                  </a:lnTo>
                  <a:lnTo>
                    <a:pt x="330" y="66"/>
                  </a:lnTo>
                  <a:lnTo>
                    <a:pt x="300" y="66"/>
                  </a:lnTo>
                  <a:lnTo>
                    <a:pt x="300" y="72"/>
                  </a:lnTo>
                  <a:lnTo>
                    <a:pt x="288" y="72"/>
                  </a:lnTo>
                  <a:lnTo>
                    <a:pt x="282" y="78"/>
                  </a:lnTo>
                  <a:lnTo>
                    <a:pt x="258" y="78"/>
                  </a:lnTo>
                  <a:lnTo>
                    <a:pt x="246" y="72"/>
                  </a:lnTo>
                  <a:lnTo>
                    <a:pt x="240" y="72"/>
                  </a:lnTo>
                  <a:lnTo>
                    <a:pt x="240" y="66"/>
                  </a:lnTo>
                  <a:lnTo>
                    <a:pt x="192" y="36"/>
                  </a:lnTo>
                  <a:lnTo>
                    <a:pt x="186" y="36"/>
                  </a:lnTo>
                  <a:lnTo>
                    <a:pt x="180" y="30"/>
                  </a:lnTo>
                  <a:lnTo>
                    <a:pt x="144" y="30"/>
                  </a:lnTo>
                  <a:lnTo>
                    <a:pt x="84" y="18"/>
                  </a:lnTo>
                  <a:lnTo>
                    <a:pt x="66" y="12"/>
                  </a:lnTo>
                  <a:lnTo>
                    <a:pt x="54" y="6"/>
                  </a:lnTo>
                  <a:lnTo>
                    <a:pt x="36" y="0"/>
                  </a:lnTo>
                  <a:lnTo>
                    <a:pt x="24" y="0"/>
                  </a:lnTo>
                  <a:lnTo>
                    <a:pt x="0" y="18"/>
                  </a:lnTo>
                  <a:lnTo>
                    <a:pt x="6" y="1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26" name="The Gambia" descr="© INSCALE GmbH, 05.05.2010&#10;http://www.presentationload.com/">
              <a:extLst>
                <a:ext uri="{FF2B5EF4-FFF2-40B4-BE49-F238E27FC236}">
                  <a16:creationId xmlns:a16="http://schemas.microsoft.com/office/drawing/2014/main" id="{C277C3A1-F788-420D-BEB4-3A46133DAC8E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341678" y="2637222"/>
              <a:ext cx="71083" cy="16698"/>
            </a:xfrm>
            <a:custGeom>
              <a:avLst/>
              <a:gdLst>
                <a:gd name="T0" fmla="*/ 2147483647 w 216"/>
                <a:gd name="T1" fmla="*/ 2147483647 h 54"/>
                <a:gd name="T2" fmla="*/ 2147483647 w 216"/>
                <a:gd name="T3" fmla="*/ 2147483647 h 54"/>
                <a:gd name="T4" fmla="*/ 2147483647 w 216"/>
                <a:gd name="T5" fmla="*/ 2147483647 h 54"/>
                <a:gd name="T6" fmla="*/ 2147483647 w 216"/>
                <a:gd name="T7" fmla="*/ 2147483647 h 54"/>
                <a:gd name="T8" fmla="*/ 0 w 216"/>
                <a:gd name="T9" fmla="*/ 2147483647 h 54"/>
                <a:gd name="T10" fmla="*/ 0 w 216"/>
                <a:gd name="T11" fmla="*/ 2147483647 h 54"/>
                <a:gd name="T12" fmla="*/ 2147483647 w 216"/>
                <a:gd name="T13" fmla="*/ 2147483647 h 54"/>
                <a:gd name="T14" fmla="*/ 2147483647 w 216"/>
                <a:gd name="T15" fmla="*/ 2147483647 h 54"/>
                <a:gd name="T16" fmla="*/ 2147483647 w 216"/>
                <a:gd name="T17" fmla="*/ 2147483647 h 54"/>
                <a:gd name="T18" fmla="*/ 2147483647 w 216"/>
                <a:gd name="T19" fmla="*/ 2147483647 h 54"/>
                <a:gd name="T20" fmla="*/ 2147483647 w 216"/>
                <a:gd name="T21" fmla="*/ 2147483647 h 54"/>
                <a:gd name="T22" fmla="*/ 2147483647 w 216"/>
                <a:gd name="T23" fmla="*/ 2147483647 h 54"/>
                <a:gd name="T24" fmla="*/ 2147483647 w 216"/>
                <a:gd name="T25" fmla="*/ 2147483647 h 54"/>
                <a:gd name="T26" fmla="*/ 2147483647 w 216"/>
                <a:gd name="T27" fmla="*/ 2147483647 h 54"/>
                <a:gd name="T28" fmla="*/ 2147483647 w 216"/>
                <a:gd name="T29" fmla="*/ 2147483647 h 54"/>
                <a:gd name="T30" fmla="*/ 2147483647 w 216"/>
                <a:gd name="T31" fmla="*/ 2147483647 h 54"/>
                <a:gd name="T32" fmla="*/ 2147483647 w 216"/>
                <a:gd name="T33" fmla="*/ 2147483647 h 54"/>
                <a:gd name="T34" fmla="*/ 2147483647 w 216"/>
                <a:gd name="T35" fmla="*/ 2147483647 h 54"/>
                <a:gd name="T36" fmla="*/ 2147483647 w 216"/>
                <a:gd name="T37" fmla="*/ 2147483647 h 54"/>
                <a:gd name="T38" fmla="*/ 2147483647 w 216"/>
                <a:gd name="T39" fmla="*/ 2147483647 h 54"/>
                <a:gd name="T40" fmla="*/ 2147483647 w 216"/>
                <a:gd name="T41" fmla="*/ 2147483647 h 54"/>
                <a:gd name="T42" fmla="*/ 2147483647 w 216"/>
                <a:gd name="T43" fmla="*/ 2147483647 h 54"/>
                <a:gd name="T44" fmla="*/ 2147483647 w 216"/>
                <a:gd name="T45" fmla="*/ 2147483647 h 54"/>
                <a:gd name="T46" fmla="*/ 2147483647 w 216"/>
                <a:gd name="T47" fmla="*/ 2147483647 h 54"/>
                <a:gd name="T48" fmla="*/ 2147483647 w 216"/>
                <a:gd name="T49" fmla="*/ 2147483647 h 54"/>
                <a:gd name="T50" fmla="*/ 2147483647 w 216"/>
                <a:gd name="T51" fmla="*/ 2147483647 h 54"/>
                <a:gd name="T52" fmla="*/ 2147483647 w 216"/>
                <a:gd name="T53" fmla="*/ 2147483647 h 54"/>
                <a:gd name="T54" fmla="*/ 2147483647 w 216"/>
                <a:gd name="T55" fmla="*/ 2147483647 h 54"/>
                <a:gd name="T56" fmla="*/ 2147483647 w 216"/>
                <a:gd name="T57" fmla="*/ 2147483647 h 54"/>
                <a:gd name="T58" fmla="*/ 2147483647 w 216"/>
                <a:gd name="T59" fmla="*/ 0 h 54"/>
                <a:gd name="T60" fmla="*/ 2147483647 w 216"/>
                <a:gd name="T61" fmla="*/ 0 h 54"/>
                <a:gd name="T62" fmla="*/ 2147483647 w 216"/>
                <a:gd name="T63" fmla="*/ 2147483647 h 54"/>
                <a:gd name="T64" fmla="*/ 2147483647 w 216"/>
                <a:gd name="T65" fmla="*/ 2147483647 h 54"/>
                <a:gd name="T66" fmla="*/ 2147483647 w 216"/>
                <a:gd name="T67" fmla="*/ 2147483647 h 5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16"/>
                <a:gd name="T103" fmla="*/ 0 h 54"/>
                <a:gd name="T104" fmla="*/ 216 w 216"/>
                <a:gd name="T105" fmla="*/ 54 h 5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16" h="54">
                  <a:moveTo>
                    <a:pt x="18" y="18"/>
                  </a:moveTo>
                  <a:lnTo>
                    <a:pt x="12" y="24"/>
                  </a:lnTo>
                  <a:lnTo>
                    <a:pt x="6" y="36"/>
                  </a:lnTo>
                  <a:lnTo>
                    <a:pt x="6" y="42"/>
                  </a:lnTo>
                  <a:lnTo>
                    <a:pt x="0" y="48"/>
                  </a:lnTo>
                  <a:lnTo>
                    <a:pt x="0" y="54"/>
                  </a:lnTo>
                  <a:lnTo>
                    <a:pt x="72" y="54"/>
                  </a:lnTo>
                  <a:lnTo>
                    <a:pt x="72" y="42"/>
                  </a:lnTo>
                  <a:lnTo>
                    <a:pt x="84" y="42"/>
                  </a:lnTo>
                  <a:lnTo>
                    <a:pt x="90" y="36"/>
                  </a:lnTo>
                  <a:lnTo>
                    <a:pt x="114" y="36"/>
                  </a:lnTo>
                  <a:lnTo>
                    <a:pt x="120" y="24"/>
                  </a:lnTo>
                  <a:lnTo>
                    <a:pt x="126" y="18"/>
                  </a:lnTo>
                  <a:lnTo>
                    <a:pt x="132" y="24"/>
                  </a:lnTo>
                  <a:lnTo>
                    <a:pt x="144" y="30"/>
                  </a:lnTo>
                  <a:lnTo>
                    <a:pt x="150" y="42"/>
                  </a:lnTo>
                  <a:lnTo>
                    <a:pt x="168" y="48"/>
                  </a:lnTo>
                  <a:lnTo>
                    <a:pt x="192" y="48"/>
                  </a:lnTo>
                  <a:lnTo>
                    <a:pt x="198" y="42"/>
                  </a:lnTo>
                  <a:lnTo>
                    <a:pt x="210" y="36"/>
                  </a:lnTo>
                  <a:lnTo>
                    <a:pt x="216" y="30"/>
                  </a:lnTo>
                  <a:lnTo>
                    <a:pt x="216" y="24"/>
                  </a:lnTo>
                  <a:lnTo>
                    <a:pt x="210" y="18"/>
                  </a:lnTo>
                  <a:lnTo>
                    <a:pt x="186" y="18"/>
                  </a:lnTo>
                  <a:lnTo>
                    <a:pt x="180" y="24"/>
                  </a:lnTo>
                  <a:lnTo>
                    <a:pt x="168" y="24"/>
                  </a:lnTo>
                  <a:lnTo>
                    <a:pt x="162" y="12"/>
                  </a:lnTo>
                  <a:lnTo>
                    <a:pt x="156" y="6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90" y="0"/>
                  </a:lnTo>
                  <a:lnTo>
                    <a:pt x="90" y="12"/>
                  </a:lnTo>
                  <a:lnTo>
                    <a:pt x="18" y="12"/>
                  </a:lnTo>
                  <a:lnTo>
                    <a:pt x="18" y="1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27" name="Gabon" descr="© INSCALE GmbH, 05.05.2010&#10;http://www.presentationload.com/">
              <a:extLst>
                <a:ext uri="{FF2B5EF4-FFF2-40B4-BE49-F238E27FC236}">
                  <a16:creationId xmlns:a16="http://schemas.microsoft.com/office/drawing/2014/main" id="{EA34329A-0390-46AC-AD22-22B5A36D81F0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936189" y="2937782"/>
              <a:ext cx="138288" cy="168262"/>
            </a:xfrm>
            <a:custGeom>
              <a:avLst/>
              <a:gdLst>
                <a:gd name="T0" fmla="*/ 2147483647 w 420"/>
                <a:gd name="T1" fmla="*/ 2147483647 h 510"/>
                <a:gd name="T2" fmla="*/ 2147483647 w 420"/>
                <a:gd name="T3" fmla="*/ 2147483647 h 510"/>
                <a:gd name="T4" fmla="*/ 2147483647 w 420"/>
                <a:gd name="T5" fmla="*/ 2147483647 h 510"/>
                <a:gd name="T6" fmla="*/ 2147483647 w 420"/>
                <a:gd name="T7" fmla="*/ 2147483647 h 510"/>
                <a:gd name="T8" fmla="*/ 2147483647 w 420"/>
                <a:gd name="T9" fmla="*/ 2147483647 h 510"/>
                <a:gd name="T10" fmla="*/ 2147483647 w 420"/>
                <a:gd name="T11" fmla="*/ 2147483647 h 510"/>
                <a:gd name="T12" fmla="*/ 2147483647 w 420"/>
                <a:gd name="T13" fmla="*/ 2147483647 h 510"/>
                <a:gd name="T14" fmla="*/ 2147483647 w 420"/>
                <a:gd name="T15" fmla="*/ 2147483647 h 510"/>
                <a:gd name="T16" fmla="*/ 2147483647 w 420"/>
                <a:gd name="T17" fmla="*/ 2147483647 h 510"/>
                <a:gd name="T18" fmla="*/ 2147483647 w 420"/>
                <a:gd name="T19" fmla="*/ 2147483647 h 510"/>
                <a:gd name="T20" fmla="*/ 2147483647 w 420"/>
                <a:gd name="T21" fmla="*/ 2147483647 h 510"/>
                <a:gd name="T22" fmla="*/ 2147483647 w 420"/>
                <a:gd name="T23" fmla="*/ 2147483647 h 510"/>
                <a:gd name="T24" fmla="*/ 2147483647 w 420"/>
                <a:gd name="T25" fmla="*/ 2147483647 h 510"/>
                <a:gd name="T26" fmla="*/ 2147483647 w 420"/>
                <a:gd name="T27" fmla="*/ 2147483647 h 510"/>
                <a:gd name="T28" fmla="*/ 2147483647 w 420"/>
                <a:gd name="T29" fmla="*/ 2147483647 h 510"/>
                <a:gd name="T30" fmla="*/ 2147483647 w 420"/>
                <a:gd name="T31" fmla="*/ 2147483647 h 510"/>
                <a:gd name="T32" fmla="*/ 2147483647 w 420"/>
                <a:gd name="T33" fmla="*/ 2147483647 h 510"/>
                <a:gd name="T34" fmla="*/ 2147483647 w 420"/>
                <a:gd name="T35" fmla="*/ 2147483647 h 510"/>
                <a:gd name="T36" fmla="*/ 2147483647 w 420"/>
                <a:gd name="T37" fmla="*/ 2147483647 h 510"/>
                <a:gd name="T38" fmla="*/ 2147483647 w 420"/>
                <a:gd name="T39" fmla="*/ 2147483647 h 510"/>
                <a:gd name="T40" fmla="*/ 2147483647 w 420"/>
                <a:gd name="T41" fmla="*/ 2147483647 h 510"/>
                <a:gd name="T42" fmla="*/ 2147483647 w 420"/>
                <a:gd name="T43" fmla="*/ 2147483647 h 510"/>
                <a:gd name="T44" fmla="*/ 2147483647 w 420"/>
                <a:gd name="T45" fmla="*/ 2147483647 h 510"/>
                <a:gd name="T46" fmla="*/ 2147483647 w 420"/>
                <a:gd name="T47" fmla="*/ 2147483647 h 510"/>
                <a:gd name="T48" fmla="*/ 2147483647 w 420"/>
                <a:gd name="T49" fmla="*/ 2147483647 h 510"/>
                <a:gd name="T50" fmla="*/ 2147483647 w 420"/>
                <a:gd name="T51" fmla="*/ 2147483647 h 510"/>
                <a:gd name="T52" fmla="*/ 2147483647 w 420"/>
                <a:gd name="T53" fmla="*/ 2147483647 h 510"/>
                <a:gd name="T54" fmla="*/ 2147483647 w 420"/>
                <a:gd name="T55" fmla="*/ 2147483647 h 510"/>
                <a:gd name="T56" fmla="*/ 2147483647 w 420"/>
                <a:gd name="T57" fmla="*/ 2147483647 h 510"/>
                <a:gd name="T58" fmla="*/ 2147483647 w 420"/>
                <a:gd name="T59" fmla="*/ 2147483647 h 510"/>
                <a:gd name="T60" fmla="*/ 2147483647 w 420"/>
                <a:gd name="T61" fmla="*/ 2147483647 h 510"/>
                <a:gd name="T62" fmla="*/ 2147483647 w 420"/>
                <a:gd name="T63" fmla="*/ 2147483647 h 510"/>
                <a:gd name="T64" fmla="*/ 2147483647 w 420"/>
                <a:gd name="T65" fmla="*/ 2147483647 h 510"/>
                <a:gd name="T66" fmla="*/ 2147483647 w 420"/>
                <a:gd name="T67" fmla="*/ 2147483647 h 510"/>
                <a:gd name="T68" fmla="*/ 2147483647 w 420"/>
                <a:gd name="T69" fmla="*/ 2147483647 h 510"/>
                <a:gd name="T70" fmla="*/ 2147483647 w 420"/>
                <a:gd name="T71" fmla="*/ 2147483647 h 510"/>
                <a:gd name="T72" fmla="*/ 2147483647 w 420"/>
                <a:gd name="T73" fmla="*/ 2147483647 h 510"/>
                <a:gd name="T74" fmla="*/ 2147483647 w 420"/>
                <a:gd name="T75" fmla="*/ 2147483647 h 510"/>
                <a:gd name="T76" fmla="*/ 2147483647 w 420"/>
                <a:gd name="T77" fmla="*/ 2147483647 h 510"/>
                <a:gd name="T78" fmla="*/ 2147483647 w 420"/>
                <a:gd name="T79" fmla="*/ 2147483647 h 510"/>
                <a:gd name="T80" fmla="*/ 2147483647 w 420"/>
                <a:gd name="T81" fmla="*/ 2147483647 h 510"/>
                <a:gd name="T82" fmla="*/ 2147483647 w 420"/>
                <a:gd name="T83" fmla="*/ 2147483647 h 510"/>
                <a:gd name="T84" fmla="*/ 2147483647 w 420"/>
                <a:gd name="T85" fmla="*/ 2147483647 h 510"/>
                <a:gd name="T86" fmla="*/ 2147483647 w 420"/>
                <a:gd name="T87" fmla="*/ 2147483647 h 510"/>
                <a:gd name="T88" fmla="*/ 2147483647 w 420"/>
                <a:gd name="T89" fmla="*/ 2147483647 h 510"/>
                <a:gd name="T90" fmla="*/ 2147483647 w 420"/>
                <a:gd name="T91" fmla="*/ 2147483647 h 510"/>
                <a:gd name="T92" fmla="*/ 2147483647 w 420"/>
                <a:gd name="T93" fmla="*/ 2147483647 h 510"/>
                <a:gd name="T94" fmla="*/ 2147483647 w 420"/>
                <a:gd name="T95" fmla="*/ 2147483647 h 510"/>
                <a:gd name="T96" fmla="*/ 2147483647 w 420"/>
                <a:gd name="T97" fmla="*/ 2147483647 h 510"/>
                <a:gd name="T98" fmla="*/ 2147483647 w 420"/>
                <a:gd name="T99" fmla="*/ 2147483647 h 510"/>
                <a:gd name="T100" fmla="*/ 2147483647 w 420"/>
                <a:gd name="T101" fmla="*/ 2147483647 h 510"/>
                <a:gd name="T102" fmla="*/ 2147483647 w 420"/>
                <a:gd name="T103" fmla="*/ 2147483647 h 510"/>
                <a:gd name="T104" fmla="*/ 2147483647 w 420"/>
                <a:gd name="T105" fmla="*/ 2147483647 h 510"/>
                <a:gd name="T106" fmla="*/ 2147483647 w 420"/>
                <a:gd name="T107" fmla="*/ 2147483647 h 510"/>
                <a:gd name="T108" fmla="*/ 2147483647 w 420"/>
                <a:gd name="T109" fmla="*/ 2147483647 h 510"/>
                <a:gd name="T110" fmla="*/ 2147483647 w 420"/>
                <a:gd name="T111" fmla="*/ 2147483647 h 51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0"/>
                <a:gd name="T169" fmla="*/ 0 h 510"/>
                <a:gd name="T170" fmla="*/ 420 w 420"/>
                <a:gd name="T171" fmla="*/ 510 h 51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0" h="510">
                  <a:moveTo>
                    <a:pt x="420" y="240"/>
                  </a:moveTo>
                  <a:lnTo>
                    <a:pt x="414" y="234"/>
                  </a:lnTo>
                  <a:lnTo>
                    <a:pt x="396" y="234"/>
                  </a:lnTo>
                  <a:lnTo>
                    <a:pt x="390" y="216"/>
                  </a:lnTo>
                  <a:lnTo>
                    <a:pt x="372" y="210"/>
                  </a:lnTo>
                  <a:lnTo>
                    <a:pt x="372" y="174"/>
                  </a:lnTo>
                  <a:lnTo>
                    <a:pt x="384" y="150"/>
                  </a:lnTo>
                  <a:lnTo>
                    <a:pt x="396" y="150"/>
                  </a:lnTo>
                  <a:lnTo>
                    <a:pt x="402" y="144"/>
                  </a:lnTo>
                  <a:lnTo>
                    <a:pt x="408" y="132"/>
                  </a:lnTo>
                  <a:lnTo>
                    <a:pt x="414" y="126"/>
                  </a:lnTo>
                  <a:lnTo>
                    <a:pt x="414" y="114"/>
                  </a:lnTo>
                  <a:lnTo>
                    <a:pt x="402" y="108"/>
                  </a:lnTo>
                  <a:lnTo>
                    <a:pt x="402" y="90"/>
                  </a:lnTo>
                  <a:lnTo>
                    <a:pt x="396" y="84"/>
                  </a:lnTo>
                  <a:lnTo>
                    <a:pt x="396" y="78"/>
                  </a:lnTo>
                  <a:lnTo>
                    <a:pt x="384" y="78"/>
                  </a:lnTo>
                  <a:lnTo>
                    <a:pt x="378" y="72"/>
                  </a:lnTo>
                  <a:lnTo>
                    <a:pt x="360" y="72"/>
                  </a:lnTo>
                  <a:lnTo>
                    <a:pt x="360" y="90"/>
                  </a:lnTo>
                  <a:lnTo>
                    <a:pt x="354" y="96"/>
                  </a:lnTo>
                  <a:lnTo>
                    <a:pt x="330" y="96"/>
                  </a:lnTo>
                  <a:lnTo>
                    <a:pt x="324" y="90"/>
                  </a:lnTo>
                  <a:lnTo>
                    <a:pt x="318" y="54"/>
                  </a:lnTo>
                  <a:lnTo>
                    <a:pt x="336" y="24"/>
                  </a:lnTo>
                  <a:lnTo>
                    <a:pt x="336" y="6"/>
                  </a:lnTo>
                  <a:lnTo>
                    <a:pt x="288" y="12"/>
                  </a:lnTo>
                  <a:lnTo>
                    <a:pt x="282" y="12"/>
                  </a:lnTo>
                  <a:lnTo>
                    <a:pt x="270" y="6"/>
                  </a:lnTo>
                  <a:lnTo>
                    <a:pt x="264" y="6"/>
                  </a:lnTo>
                  <a:lnTo>
                    <a:pt x="252" y="18"/>
                  </a:lnTo>
                  <a:lnTo>
                    <a:pt x="222" y="18"/>
                  </a:lnTo>
                  <a:lnTo>
                    <a:pt x="210" y="0"/>
                  </a:lnTo>
                  <a:lnTo>
                    <a:pt x="192" y="18"/>
                  </a:lnTo>
                  <a:lnTo>
                    <a:pt x="186" y="54"/>
                  </a:lnTo>
                  <a:lnTo>
                    <a:pt x="192" y="60"/>
                  </a:lnTo>
                  <a:lnTo>
                    <a:pt x="192" y="90"/>
                  </a:lnTo>
                  <a:lnTo>
                    <a:pt x="186" y="108"/>
                  </a:lnTo>
                  <a:lnTo>
                    <a:pt x="186" y="114"/>
                  </a:lnTo>
                  <a:lnTo>
                    <a:pt x="84" y="114"/>
                  </a:lnTo>
                  <a:lnTo>
                    <a:pt x="84" y="108"/>
                  </a:lnTo>
                  <a:lnTo>
                    <a:pt x="72" y="108"/>
                  </a:lnTo>
                  <a:lnTo>
                    <a:pt x="60" y="120"/>
                  </a:lnTo>
                  <a:lnTo>
                    <a:pt x="60" y="126"/>
                  </a:lnTo>
                  <a:lnTo>
                    <a:pt x="66" y="132"/>
                  </a:lnTo>
                  <a:lnTo>
                    <a:pt x="66" y="144"/>
                  </a:lnTo>
                  <a:lnTo>
                    <a:pt x="72" y="150"/>
                  </a:lnTo>
                  <a:lnTo>
                    <a:pt x="72" y="162"/>
                  </a:lnTo>
                  <a:lnTo>
                    <a:pt x="48" y="162"/>
                  </a:lnTo>
                  <a:lnTo>
                    <a:pt x="48" y="210"/>
                  </a:lnTo>
                  <a:lnTo>
                    <a:pt x="42" y="228"/>
                  </a:lnTo>
                  <a:lnTo>
                    <a:pt x="36" y="240"/>
                  </a:lnTo>
                  <a:lnTo>
                    <a:pt x="30" y="246"/>
                  </a:lnTo>
                  <a:lnTo>
                    <a:pt x="18" y="252"/>
                  </a:lnTo>
                  <a:lnTo>
                    <a:pt x="0" y="252"/>
                  </a:lnTo>
                  <a:lnTo>
                    <a:pt x="30" y="306"/>
                  </a:lnTo>
                  <a:lnTo>
                    <a:pt x="42" y="294"/>
                  </a:lnTo>
                  <a:lnTo>
                    <a:pt x="54" y="312"/>
                  </a:lnTo>
                  <a:lnTo>
                    <a:pt x="48" y="318"/>
                  </a:lnTo>
                  <a:lnTo>
                    <a:pt x="48" y="330"/>
                  </a:lnTo>
                  <a:lnTo>
                    <a:pt x="42" y="336"/>
                  </a:lnTo>
                  <a:lnTo>
                    <a:pt x="42" y="342"/>
                  </a:lnTo>
                  <a:lnTo>
                    <a:pt x="48" y="348"/>
                  </a:lnTo>
                  <a:lnTo>
                    <a:pt x="66" y="348"/>
                  </a:lnTo>
                  <a:lnTo>
                    <a:pt x="72" y="390"/>
                  </a:lnTo>
                  <a:lnTo>
                    <a:pt x="102" y="396"/>
                  </a:lnTo>
                  <a:lnTo>
                    <a:pt x="96" y="408"/>
                  </a:lnTo>
                  <a:lnTo>
                    <a:pt x="144" y="462"/>
                  </a:lnTo>
                  <a:lnTo>
                    <a:pt x="138" y="468"/>
                  </a:lnTo>
                  <a:lnTo>
                    <a:pt x="174" y="510"/>
                  </a:lnTo>
                  <a:lnTo>
                    <a:pt x="180" y="492"/>
                  </a:lnTo>
                  <a:lnTo>
                    <a:pt x="204" y="480"/>
                  </a:lnTo>
                  <a:lnTo>
                    <a:pt x="222" y="498"/>
                  </a:lnTo>
                  <a:lnTo>
                    <a:pt x="228" y="492"/>
                  </a:lnTo>
                  <a:lnTo>
                    <a:pt x="228" y="456"/>
                  </a:lnTo>
                  <a:lnTo>
                    <a:pt x="210" y="444"/>
                  </a:lnTo>
                  <a:lnTo>
                    <a:pt x="228" y="432"/>
                  </a:lnTo>
                  <a:lnTo>
                    <a:pt x="198" y="414"/>
                  </a:lnTo>
                  <a:lnTo>
                    <a:pt x="210" y="414"/>
                  </a:lnTo>
                  <a:lnTo>
                    <a:pt x="210" y="402"/>
                  </a:lnTo>
                  <a:lnTo>
                    <a:pt x="204" y="396"/>
                  </a:lnTo>
                  <a:lnTo>
                    <a:pt x="204" y="378"/>
                  </a:lnTo>
                  <a:lnTo>
                    <a:pt x="210" y="378"/>
                  </a:lnTo>
                  <a:lnTo>
                    <a:pt x="216" y="384"/>
                  </a:lnTo>
                  <a:lnTo>
                    <a:pt x="228" y="384"/>
                  </a:lnTo>
                  <a:lnTo>
                    <a:pt x="240" y="390"/>
                  </a:lnTo>
                  <a:lnTo>
                    <a:pt x="258" y="390"/>
                  </a:lnTo>
                  <a:lnTo>
                    <a:pt x="264" y="384"/>
                  </a:lnTo>
                  <a:lnTo>
                    <a:pt x="270" y="372"/>
                  </a:lnTo>
                  <a:lnTo>
                    <a:pt x="282" y="366"/>
                  </a:lnTo>
                  <a:lnTo>
                    <a:pt x="264" y="348"/>
                  </a:lnTo>
                  <a:lnTo>
                    <a:pt x="264" y="342"/>
                  </a:lnTo>
                  <a:lnTo>
                    <a:pt x="294" y="342"/>
                  </a:lnTo>
                  <a:lnTo>
                    <a:pt x="312" y="384"/>
                  </a:lnTo>
                  <a:lnTo>
                    <a:pt x="342" y="384"/>
                  </a:lnTo>
                  <a:lnTo>
                    <a:pt x="348" y="378"/>
                  </a:lnTo>
                  <a:lnTo>
                    <a:pt x="354" y="366"/>
                  </a:lnTo>
                  <a:lnTo>
                    <a:pt x="360" y="360"/>
                  </a:lnTo>
                  <a:lnTo>
                    <a:pt x="366" y="360"/>
                  </a:lnTo>
                  <a:lnTo>
                    <a:pt x="366" y="390"/>
                  </a:lnTo>
                  <a:lnTo>
                    <a:pt x="372" y="396"/>
                  </a:lnTo>
                  <a:lnTo>
                    <a:pt x="384" y="396"/>
                  </a:lnTo>
                  <a:lnTo>
                    <a:pt x="390" y="390"/>
                  </a:lnTo>
                  <a:lnTo>
                    <a:pt x="396" y="378"/>
                  </a:lnTo>
                  <a:lnTo>
                    <a:pt x="396" y="354"/>
                  </a:lnTo>
                  <a:lnTo>
                    <a:pt x="408" y="348"/>
                  </a:lnTo>
                  <a:lnTo>
                    <a:pt x="414" y="342"/>
                  </a:lnTo>
                  <a:lnTo>
                    <a:pt x="408" y="318"/>
                  </a:lnTo>
                  <a:lnTo>
                    <a:pt x="414" y="306"/>
                  </a:lnTo>
                  <a:lnTo>
                    <a:pt x="414" y="258"/>
                  </a:lnTo>
                  <a:lnTo>
                    <a:pt x="420" y="252"/>
                  </a:lnTo>
                  <a:lnTo>
                    <a:pt x="420" y="24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28" name="France" descr="© INSCALE GmbH, 05.05.2010&#10;http://www.presentationload.com/">
              <a:extLst>
                <a:ext uri="{FF2B5EF4-FFF2-40B4-BE49-F238E27FC236}">
                  <a16:creationId xmlns:a16="http://schemas.microsoft.com/office/drawing/2014/main" id="{AA472EF1-BCB0-4B55-B36F-E9FCFF001DA2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3658319" y="1652060"/>
              <a:ext cx="301133" cy="258173"/>
            </a:xfrm>
            <a:custGeom>
              <a:avLst/>
              <a:gdLst>
                <a:gd name="T0" fmla="*/ 2147483647 w 230"/>
                <a:gd name="T1" fmla="*/ 2147483647 h 198"/>
                <a:gd name="T2" fmla="*/ 2147483647 w 230"/>
                <a:gd name="T3" fmla="*/ 2147483647 h 198"/>
                <a:gd name="T4" fmla="*/ 2147483647 w 230"/>
                <a:gd name="T5" fmla="*/ 2147483647 h 198"/>
                <a:gd name="T6" fmla="*/ 2147483647 w 230"/>
                <a:gd name="T7" fmla="*/ 2147483647 h 198"/>
                <a:gd name="T8" fmla="*/ 2147483647 w 230"/>
                <a:gd name="T9" fmla="*/ 2147483647 h 198"/>
                <a:gd name="T10" fmla="*/ 2147483647 w 230"/>
                <a:gd name="T11" fmla="*/ 2147483647 h 198"/>
                <a:gd name="T12" fmla="*/ 2147483647 w 230"/>
                <a:gd name="T13" fmla="*/ 2147483647 h 198"/>
                <a:gd name="T14" fmla="*/ 2147483647 w 230"/>
                <a:gd name="T15" fmla="*/ 2147483647 h 198"/>
                <a:gd name="T16" fmla="*/ 2147483647 w 230"/>
                <a:gd name="T17" fmla="*/ 2147483647 h 198"/>
                <a:gd name="T18" fmla="*/ 2147483647 w 230"/>
                <a:gd name="T19" fmla="*/ 2147483647 h 198"/>
                <a:gd name="T20" fmla="*/ 2147483647 w 230"/>
                <a:gd name="T21" fmla="*/ 2147483647 h 198"/>
                <a:gd name="T22" fmla="*/ 2147483647 w 230"/>
                <a:gd name="T23" fmla="*/ 2147483647 h 198"/>
                <a:gd name="T24" fmla="*/ 2147483647 w 230"/>
                <a:gd name="T25" fmla="*/ 2147483647 h 198"/>
                <a:gd name="T26" fmla="*/ 2147483647 w 230"/>
                <a:gd name="T27" fmla="*/ 2147483647 h 198"/>
                <a:gd name="T28" fmla="*/ 2147483647 w 230"/>
                <a:gd name="T29" fmla="*/ 2147483647 h 198"/>
                <a:gd name="T30" fmla="*/ 2147483647 w 230"/>
                <a:gd name="T31" fmla="*/ 2147483647 h 198"/>
                <a:gd name="T32" fmla="*/ 2147483647 w 230"/>
                <a:gd name="T33" fmla="*/ 2147483647 h 198"/>
                <a:gd name="T34" fmla="*/ 2147483647 w 230"/>
                <a:gd name="T35" fmla="*/ 2147483647 h 198"/>
                <a:gd name="T36" fmla="*/ 2147483647 w 230"/>
                <a:gd name="T37" fmla="*/ 2147483647 h 198"/>
                <a:gd name="T38" fmla="*/ 2147483647 w 230"/>
                <a:gd name="T39" fmla="*/ 2147483647 h 198"/>
                <a:gd name="T40" fmla="*/ 2147483647 w 230"/>
                <a:gd name="T41" fmla="*/ 2147483647 h 198"/>
                <a:gd name="T42" fmla="*/ 2147483647 w 230"/>
                <a:gd name="T43" fmla="*/ 2147483647 h 198"/>
                <a:gd name="T44" fmla="*/ 2147483647 w 230"/>
                <a:gd name="T45" fmla="*/ 2147483647 h 198"/>
                <a:gd name="T46" fmla="*/ 2147483647 w 230"/>
                <a:gd name="T47" fmla="*/ 2147483647 h 198"/>
                <a:gd name="T48" fmla="*/ 2147483647 w 230"/>
                <a:gd name="T49" fmla="*/ 2147483647 h 198"/>
                <a:gd name="T50" fmla="*/ 2147483647 w 230"/>
                <a:gd name="T51" fmla="*/ 2147483647 h 198"/>
                <a:gd name="T52" fmla="*/ 2147483647 w 230"/>
                <a:gd name="T53" fmla="*/ 2147483647 h 198"/>
                <a:gd name="T54" fmla="*/ 2147483647 w 230"/>
                <a:gd name="T55" fmla="*/ 2147483647 h 198"/>
                <a:gd name="T56" fmla="*/ 2147483647 w 230"/>
                <a:gd name="T57" fmla="*/ 2147483647 h 198"/>
                <a:gd name="T58" fmla="*/ 2147483647 w 230"/>
                <a:gd name="T59" fmla="*/ 2147483647 h 198"/>
                <a:gd name="T60" fmla="*/ 2147483647 w 230"/>
                <a:gd name="T61" fmla="*/ 2147483647 h 198"/>
                <a:gd name="T62" fmla="*/ 2147483647 w 230"/>
                <a:gd name="T63" fmla="*/ 2147483647 h 198"/>
                <a:gd name="T64" fmla="*/ 2147483647 w 230"/>
                <a:gd name="T65" fmla="*/ 2147483647 h 198"/>
                <a:gd name="T66" fmla="*/ 2147483647 w 230"/>
                <a:gd name="T67" fmla="*/ 2147483647 h 198"/>
                <a:gd name="T68" fmla="*/ 2147483647 w 230"/>
                <a:gd name="T69" fmla="*/ 2147483647 h 198"/>
                <a:gd name="T70" fmla="*/ 2147483647 w 230"/>
                <a:gd name="T71" fmla="*/ 2147483647 h 198"/>
                <a:gd name="T72" fmla="*/ 2147483647 w 230"/>
                <a:gd name="T73" fmla="*/ 2147483647 h 198"/>
                <a:gd name="T74" fmla="*/ 2147483647 w 230"/>
                <a:gd name="T75" fmla="*/ 2147483647 h 198"/>
                <a:gd name="T76" fmla="*/ 2147483647 w 230"/>
                <a:gd name="T77" fmla="*/ 2147483647 h 198"/>
                <a:gd name="T78" fmla="*/ 2147483647 w 230"/>
                <a:gd name="T79" fmla="*/ 2147483647 h 198"/>
                <a:gd name="T80" fmla="*/ 2147483647 w 230"/>
                <a:gd name="T81" fmla="*/ 2147483647 h 198"/>
                <a:gd name="T82" fmla="*/ 2147483647 w 230"/>
                <a:gd name="T83" fmla="*/ 2147483647 h 198"/>
                <a:gd name="T84" fmla="*/ 2147483647 w 230"/>
                <a:gd name="T85" fmla="*/ 2147483647 h 198"/>
                <a:gd name="T86" fmla="*/ 2147483647 w 230"/>
                <a:gd name="T87" fmla="*/ 2147483647 h 198"/>
                <a:gd name="T88" fmla="*/ 2147483647 w 230"/>
                <a:gd name="T89" fmla="*/ 2147483647 h 198"/>
                <a:gd name="T90" fmla="*/ 2147483647 w 230"/>
                <a:gd name="T91" fmla="*/ 2147483647 h 198"/>
                <a:gd name="T92" fmla="*/ 2147483647 w 230"/>
                <a:gd name="T93" fmla="*/ 2147483647 h 198"/>
                <a:gd name="T94" fmla="*/ 2147483647 w 230"/>
                <a:gd name="T95" fmla="*/ 2147483647 h 198"/>
                <a:gd name="T96" fmla="*/ 2147483647 w 230"/>
                <a:gd name="T97" fmla="*/ 2147483647 h 198"/>
                <a:gd name="T98" fmla="*/ 2147483647 w 230"/>
                <a:gd name="T99" fmla="*/ 2147483647 h 198"/>
                <a:gd name="T100" fmla="*/ 2147483647 w 230"/>
                <a:gd name="T101" fmla="*/ 2147483647 h 198"/>
                <a:gd name="T102" fmla="*/ 2147483647 w 230"/>
                <a:gd name="T103" fmla="*/ 2147483647 h 198"/>
                <a:gd name="T104" fmla="*/ 2147483647 w 230"/>
                <a:gd name="T105" fmla="*/ 2147483647 h 198"/>
                <a:gd name="T106" fmla="*/ 2147483647 w 230"/>
                <a:gd name="T107" fmla="*/ 2147483647 h 198"/>
                <a:gd name="T108" fmla="*/ 2147483647 w 230"/>
                <a:gd name="T109" fmla="*/ 2147483647 h 198"/>
                <a:gd name="T110" fmla="*/ 2147483647 w 230"/>
                <a:gd name="T111" fmla="*/ 2147483647 h 198"/>
                <a:gd name="T112" fmla="*/ 2147483647 w 230"/>
                <a:gd name="T113" fmla="*/ 2147483647 h 198"/>
                <a:gd name="T114" fmla="*/ 2147483647 w 230"/>
                <a:gd name="T115" fmla="*/ 2147483647 h 198"/>
                <a:gd name="T116" fmla="*/ 2147483647 w 230"/>
                <a:gd name="T117" fmla="*/ 2147483647 h 198"/>
                <a:gd name="T118" fmla="*/ 2147483647 w 230"/>
                <a:gd name="T119" fmla="*/ 2147483647 h 198"/>
                <a:gd name="T120" fmla="*/ 2147483647 w 230"/>
                <a:gd name="T121" fmla="*/ 2147483647 h 19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0"/>
                <a:gd name="T184" fmla="*/ 0 h 198"/>
                <a:gd name="T185" fmla="*/ 230 w 230"/>
                <a:gd name="T186" fmla="*/ 198 h 19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0" h="198">
                  <a:moveTo>
                    <a:pt x="230" y="172"/>
                  </a:moveTo>
                  <a:lnTo>
                    <a:pt x="230" y="172"/>
                  </a:lnTo>
                  <a:lnTo>
                    <a:pt x="230" y="166"/>
                  </a:lnTo>
                  <a:lnTo>
                    <a:pt x="228" y="166"/>
                  </a:lnTo>
                  <a:lnTo>
                    <a:pt x="224" y="168"/>
                  </a:lnTo>
                  <a:lnTo>
                    <a:pt x="224" y="170"/>
                  </a:lnTo>
                  <a:lnTo>
                    <a:pt x="220" y="172"/>
                  </a:lnTo>
                  <a:lnTo>
                    <a:pt x="218" y="174"/>
                  </a:lnTo>
                  <a:lnTo>
                    <a:pt x="216" y="178"/>
                  </a:lnTo>
                  <a:lnTo>
                    <a:pt x="216" y="182"/>
                  </a:lnTo>
                  <a:lnTo>
                    <a:pt x="218" y="186"/>
                  </a:lnTo>
                  <a:lnTo>
                    <a:pt x="218" y="190"/>
                  </a:lnTo>
                  <a:lnTo>
                    <a:pt x="218" y="192"/>
                  </a:lnTo>
                  <a:lnTo>
                    <a:pt x="218" y="194"/>
                  </a:lnTo>
                  <a:lnTo>
                    <a:pt x="222" y="196"/>
                  </a:lnTo>
                  <a:lnTo>
                    <a:pt x="224" y="198"/>
                  </a:lnTo>
                  <a:lnTo>
                    <a:pt x="230" y="192"/>
                  </a:lnTo>
                  <a:lnTo>
                    <a:pt x="230" y="186"/>
                  </a:lnTo>
                  <a:lnTo>
                    <a:pt x="228" y="186"/>
                  </a:lnTo>
                  <a:lnTo>
                    <a:pt x="230" y="184"/>
                  </a:lnTo>
                  <a:lnTo>
                    <a:pt x="230" y="172"/>
                  </a:lnTo>
                  <a:close/>
                  <a:moveTo>
                    <a:pt x="198" y="40"/>
                  </a:moveTo>
                  <a:lnTo>
                    <a:pt x="198" y="40"/>
                  </a:lnTo>
                  <a:lnTo>
                    <a:pt x="196" y="40"/>
                  </a:lnTo>
                  <a:lnTo>
                    <a:pt x="192" y="40"/>
                  </a:lnTo>
                  <a:lnTo>
                    <a:pt x="190" y="40"/>
                  </a:lnTo>
                  <a:lnTo>
                    <a:pt x="184" y="40"/>
                  </a:lnTo>
                  <a:lnTo>
                    <a:pt x="184" y="34"/>
                  </a:lnTo>
                  <a:lnTo>
                    <a:pt x="182" y="34"/>
                  </a:lnTo>
                  <a:lnTo>
                    <a:pt x="182" y="32"/>
                  </a:lnTo>
                  <a:lnTo>
                    <a:pt x="178" y="30"/>
                  </a:lnTo>
                  <a:lnTo>
                    <a:pt x="174" y="34"/>
                  </a:lnTo>
                  <a:lnTo>
                    <a:pt x="172" y="32"/>
                  </a:lnTo>
                  <a:lnTo>
                    <a:pt x="166" y="32"/>
                  </a:lnTo>
                  <a:lnTo>
                    <a:pt x="164" y="28"/>
                  </a:lnTo>
                  <a:lnTo>
                    <a:pt x="162" y="28"/>
                  </a:lnTo>
                  <a:lnTo>
                    <a:pt x="158" y="28"/>
                  </a:lnTo>
                  <a:lnTo>
                    <a:pt x="156" y="28"/>
                  </a:lnTo>
                  <a:lnTo>
                    <a:pt x="156" y="22"/>
                  </a:lnTo>
                  <a:lnTo>
                    <a:pt x="152" y="24"/>
                  </a:lnTo>
                  <a:lnTo>
                    <a:pt x="146" y="24"/>
                  </a:lnTo>
                  <a:lnTo>
                    <a:pt x="146" y="18"/>
                  </a:lnTo>
                  <a:lnTo>
                    <a:pt x="144" y="16"/>
                  </a:lnTo>
                  <a:lnTo>
                    <a:pt x="142" y="14"/>
                  </a:lnTo>
                  <a:lnTo>
                    <a:pt x="136" y="14"/>
                  </a:lnTo>
                  <a:lnTo>
                    <a:pt x="132" y="12"/>
                  </a:lnTo>
                  <a:lnTo>
                    <a:pt x="126" y="10"/>
                  </a:lnTo>
                  <a:lnTo>
                    <a:pt x="126" y="6"/>
                  </a:lnTo>
                  <a:lnTo>
                    <a:pt x="126" y="0"/>
                  </a:lnTo>
                  <a:lnTo>
                    <a:pt x="118" y="0"/>
                  </a:lnTo>
                  <a:lnTo>
                    <a:pt x="114" y="2"/>
                  </a:lnTo>
                  <a:lnTo>
                    <a:pt x="112" y="2"/>
                  </a:lnTo>
                  <a:lnTo>
                    <a:pt x="110" y="4"/>
                  </a:lnTo>
                  <a:lnTo>
                    <a:pt x="104" y="4"/>
                  </a:lnTo>
                  <a:lnTo>
                    <a:pt x="104" y="6"/>
                  </a:lnTo>
                  <a:lnTo>
                    <a:pt x="104" y="8"/>
                  </a:lnTo>
                  <a:lnTo>
                    <a:pt x="104" y="12"/>
                  </a:lnTo>
                  <a:lnTo>
                    <a:pt x="106" y="14"/>
                  </a:lnTo>
                  <a:lnTo>
                    <a:pt x="106" y="20"/>
                  </a:lnTo>
                  <a:lnTo>
                    <a:pt x="104" y="22"/>
                  </a:lnTo>
                  <a:lnTo>
                    <a:pt x="98" y="24"/>
                  </a:lnTo>
                  <a:lnTo>
                    <a:pt x="92" y="24"/>
                  </a:lnTo>
                  <a:lnTo>
                    <a:pt x="82" y="32"/>
                  </a:lnTo>
                  <a:lnTo>
                    <a:pt x="86" y="34"/>
                  </a:lnTo>
                  <a:lnTo>
                    <a:pt x="84" y="34"/>
                  </a:lnTo>
                  <a:lnTo>
                    <a:pt x="82" y="34"/>
                  </a:lnTo>
                  <a:lnTo>
                    <a:pt x="76" y="38"/>
                  </a:lnTo>
                  <a:lnTo>
                    <a:pt x="68" y="38"/>
                  </a:lnTo>
                  <a:lnTo>
                    <a:pt x="66" y="36"/>
                  </a:lnTo>
                  <a:lnTo>
                    <a:pt x="60" y="30"/>
                  </a:lnTo>
                  <a:lnTo>
                    <a:pt x="58" y="30"/>
                  </a:lnTo>
                  <a:lnTo>
                    <a:pt x="56" y="28"/>
                  </a:lnTo>
                  <a:lnTo>
                    <a:pt x="52" y="28"/>
                  </a:lnTo>
                  <a:lnTo>
                    <a:pt x="52" y="30"/>
                  </a:lnTo>
                  <a:lnTo>
                    <a:pt x="52" y="34"/>
                  </a:lnTo>
                  <a:lnTo>
                    <a:pt x="54" y="34"/>
                  </a:lnTo>
                  <a:lnTo>
                    <a:pt x="56" y="38"/>
                  </a:lnTo>
                  <a:lnTo>
                    <a:pt x="58" y="40"/>
                  </a:lnTo>
                  <a:lnTo>
                    <a:pt x="58" y="46"/>
                  </a:lnTo>
                  <a:lnTo>
                    <a:pt x="56" y="48"/>
                  </a:lnTo>
                  <a:lnTo>
                    <a:pt x="54" y="48"/>
                  </a:lnTo>
                  <a:lnTo>
                    <a:pt x="48" y="48"/>
                  </a:lnTo>
                  <a:lnTo>
                    <a:pt x="38" y="48"/>
                  </a:lnTo>
                  <a:lnTo>
                    <a:pt x="38" y="54"/>
                  </a:lnTo>
                  <a:lnTo>
                    <a:pt x="36" y="52"/>
                  </a:lnTo>
                  <a:lnTo>
                    <a:pt x="34" y="48"/>
                  </a:lnTo>
                  <a:lnTo>
                    <a:pt x="32" y="48"/>
                  </a:lnTo>
                  <a:lnTo>
                    <a:pt x="30" y="46"/>
                  </a:lnTo>
                  <a:lnTo>
                    <a:pt x="26" y="46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0" y="48"/>
                  </a:lnTo>
                  <a:lnTo>
                    <a:pt x="16" y="48"/>
                  </a:lnTo>
                  <a:lnTo>
                    <a:pt x="12" y="50"/>
                  </a:lnTo>
                  <a:lnTo>
                    <a:pt x="8" y="50"/>
                  </a:lnTo>
                  <a:lnTo>
                    <a:pt x="6" y="52"/>
                  </a:lnTo>
                  <a:lnTo>
                    <a:pt x="4" y="54"/>
                  </a:lnTo>
                  <a:lnTo>
                    <a:pt x="6" y="56"/>
                  </a:lnTo>
                  <a:lnTo>
                    <a:pt x="8" y="56"/>
                  </a:lnTo>
                  <a:lnTo>
                    <a:pt x="10" y="58"/>
                  </a:lnTo>
                  <a:lnTo>
                    <a:pt x="10" y="60"/>
                  </a:lnTo>
                  <a:lnTo>
                    <a:pt x="6" y="60"/>
                  </a:lnTo>
                  <a:lnTo>
                    <a:pt x="2" y="60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12" y="64"/>
                  </a:lnTo>
                  <a:lnTo>
                    <a:pt x="26" y="72"/>
                  </a:lnTo>
                  <a:lnTo>
                    <a:pt x="32" y="72"/>
                  </a:lnTo>
                  <a:lnTo>
                    <a:pt x="38" y="76"/>
                  </a:lnTo>
                  <a:lnTo>
                    <a:pt x="48" y="76"/>
                  </a:lnTo>
                  <a:lnTo>
                    <a:pt x="40" y="80"/>
                  </a:lnTo>
                  <a:lnTo>
                    <a:pt x="42" y="84"/>
                  </a:lnTo>
                  <a:lnTo>
                    <a:pt x="44" y="86"/>
                  </a:lnTo>
                  <a:lnTo>
                    <a:pt x="46" y="92"/>
                  </a:lnTo>
                  <a:lnTo>
                    <a:pt x="52" y="96"/>
                  </a:lnTo>
                  <a:lnTo>
                    <a:pt x="58" y="96"/>
                  </a:lnTo>
                  <a:lnTo>
                    <a:pt x="58" y="106"/>
                  </a:lnTo>
                  <a:lnTo>
                    <a:pt x="62" y="114"/>
                  </a:lnTo>
                  <a:lnTo>
                    <a:pt x="66" y="124"/>
                  </a:lnTo>
                  <a:lnTo>
                    <a:pt x="58" y="114"/>
                  </a:lnTo>
                  <a:lnTo>
                    <a:pt x="58" y="118"/>
                  </a:lnTo>
                  <a:lnTo>
                    <a:pt x="56" y="120"/>
                  </a:lnTo>
                  <a:lnTo>
                    <a:pt x="56" y="132"/>
                  </a:lnTo>
                  <a:lnTo>
                    <a:pt x="54" y="134"/>
                  </a:lnTo>
                  <a:lnTo>
                    <a:pt x="52" y="144"/>
                  </a:lnTo>
                  <a:lnTo>
                    <a:pt x="52" y="146"/>
                  </a:lnTo>
                  <a:lnTo>
                    <a:pt x="50" y="150"/>
                  </a:lnTo>
                  <a:lnTo>
                    <a:pt x="50" y="152"/>
                  </a:lnTo>
                  <a:lnTo>
                    <a:pt x="48" y="152"/>
                  </a:lnTo>
                  <a:lnTo>
                    <a:pt x="48" y="154"/>
                  </a:lnTo>
                  <a:lnTo>
                    <a:pt x="46" y="156"/>
                  </a:lnTo>
                  <a:lnTo>
                    <a:pt x="44" y="158"/>
                  </a:lnTo>
                  <a:lnTo>
                    <a:pt x="46" y="160"/>
                  </a:lnTo>
                  <a:lnTo>
                    <a:pt x="46" y="158"/>
                  </a:lnTo>
                  <a:lnTo>
                    <a:pt x="48" y="158"/>
                  </a:lnTo>
                  <a:lnTo>
                    <a:pt x="52" y="160"/>
                  </a:lnTo>
                  <a:lnTo>
                    <a:pt x="52" y="162"/>
                  </a:lnTo>
                  <a:lnTo>
                    <a:pt x="50" y="164"/>
                  </a:lnTo>
                  <a:lnTo>
                    <a:pt x="60" y="164"/>
                  </a:lnTo>
                  <a:lnTo>
                    <a:pt x="64" y="168"/>
                  </a:lnTo>
                  <a:lnTo>
                    <a:pt x="66" y="166"/>
                  </a:lnTo>
                  <a:lnTo>
                    <a:pt x="68" y="166"/>
                  </a:lnTo>
                  <a:lnTo>
                    <a:pt x="72" y="170"/>
                  </a:lnTo>
                  <a:lnTo>
                    <a:pt x="78" y="170"/>
                  </a:lnTo>
                  <a:lnTo>
                    <a:pt x="78" y="172"/>
                  </a:lnTo>
                  <a:lnTo>
                    <a:pt x="84" y="172"/>
                  </a:lnTo>
                  <a:lnTo>
                    <a:pt x="84" y="168"/>
                  </a:lnTo>
                  <a:lnTo>
                    <a:pt x="86" y="166"/>
                  </a:lnTo>
                  <a:lnTo>
                    <a:pt x="90" y="166"/>
                  </a:lnTo>
                  <a:lnTo>
                    <a:pt x="92" y="168"/>
                  </a:lnTo>
                  <a:lnTo>
                    <a:pt x="92" y="170"/>
                  </a:lnTo>
                  <a:lnTo>
                    <a:pt x="96" y="170"/>
                  </a:lnTo>
                  <a:lnTo>
                    <a:pt x="96" y="172"/>
                  </a:lnTo>
                  <a:lnTo>
                    <a:pt x="104" y="172"/>
                  </a:lnTo>
                  <a:lnTo>
                    <a:pt x="104" y="174"/>
                  </a:lnTo>
                  <a:lnTo>
                    <a:pt x="104" y="176"/>
                  </a:lnTo>
                  <a:lnTo>
                    <a:pt x="112" y="176"/>
                  </a:lnTo>
                  <a:lnTo>
                    <a:pt x="112" y="178"/>
                  </a:lnTo>
                  <a:lnTo>
                    <a:pt x="118" y="178"/>
                  </a:lnTo>
                  <a:lnTo>
                    <a:pt x="118" y="176"/>
                  </a:lnTo>
                  <a:lnTo>
                    <a:pt x="118" y="174"/>
                  </a:lnTo>
                  <a:lnTo>
                    <a:pt x="122" y="174"/>
                  </a:lnTo>
                  <a:lnTo>
                    <a:pt x="122" y="170"/>
                  </a:lnTo>
                  <a:lnTo>
                    <a:pt x="126" y="164"/>
                  </a:lnTo>
                  <a:lnTo>
                    <a:pt x="130" y="160"/>
                  </a:lnTo>
                  <a:lnTo>
                    <a:pt x="132" y="158"/>
                  </a:lnTo>
                  <a:lnTo>
                    <a:pt x="134" y="156"/>
                  </a:lnTo>
                  <a:lnTo>
                    <a:pt x="138" y="154"/>
                  </a:lnTo>
                  <a:lnTo>
                    <a:pt x="140" y="152"/>
                  </a:lnTo>
                  <a:lnTo>
                    <a:pt x="144" y="152"/>
                  </a:lnTo>
                  <a:lnTo>
                    <a:pt x="146" y="154"/>
                  </a:lnTo>
                  <a:lnTo>
                    <a:pt x="150" y="154"/>
                  </a:lnTo>
                  <a:lnTo>
                    <a:pt x="152" y="156"/>
                  </a:lnTo>
                  <a:lnTo>
                    <a:pt x="162" y="156"/>
                  </a:lnTo>
                  <a:lnTo>
                    <a:pt x="166" y="160"/>
                  </a:lnTo>
                  <a:lnTo>
                    <a:pt x="166" y="162"/>
                  </a:lnTo>
                  <a:lnTo>
                    <a:pt x="170" y="162"/>
                  </a:lnTo>
                  <a:lnTo>
                    <a:pt x="172" y="164"/>
                  </a:lnTo>
                  <a:lnTo>
                    <a:pt x="178" y="164"/>
                  </a:lnTo>
                  <a:lnTo>
                    <a:pt x="182" y="162"/>
                  </a:lnTo>
                  <a:lnTo>
                    <a:pt x="184" y="160"/>
                  </a:lnTo>
                  <a:lnTo>
                    <a:pt x="186" y="154"/>
                  </a:lnTo>
                  <a:lnTo>
                    <a:pt x="192" y="150"/>
                  </a:lnTo>
                  <a:lnTo>
                    <a:pt x="196" y="150"/>
                  </a:lnTo>
                  <a:lnTo>
                    <a:pt x="196" y="148"/>
                  </a:lnTo>
                  <a:lnTo>
                    <a:pt x="200" y="144"/>
                  </a:lnTo>
                  <a:lnTo>
                    <a:pt x="200" y="142"/>
                  </a:lnTo>
                  <a:lnTo>
                    <a:pt x="198" y="140"/>
                  </a:lnTo>
                  <a:lnTo>
                    <a:pt x="192" y="140"/>
                  </a:lnTo>
                  <a:lnTo>
                    <a:pt x="188" y="138"/>
                  </a:lnTo>
                  <a:lnTo>
                    <a:pt x="186" y="136"/>
                  </a:lnTo>
                  <a:lnTo>
                    <a:pt x="186" y="134"/>
                  </a:lnTo>
                  <a:lnTo>
                    <a:pt x="188" y="132"/>
                  </a:lnTo>
                  <a:lnTo>
                    <a:pt x="190" y="130"/>
                  </a:lnTo>
                  <a:lnTo>
                    <a:pt x="190" y="126"/>
                  </a:lnTo>
                  <a:lnTo>
                    <a:pt x="188" y="126"/>
                  </a:lnTo>
                  <a:lnTo>
                    <a:pt x="184" y="126"/>
                  </a:lnTo>
                  <a:lnTo>
                    <a:pt x="182" y="120"/>
                  </a:lnTo>
                  <a:lnTo>
                    <a:pt x="188" y="120"/>
                  </a:lnTo>
                  <a:lnTo>
                    <a:pt x="192" y="116"/>
                  </a:lnTo>
                  <a:lnTo>
                    <a:pt x="192" y="114"/>
                  </a:lnTo>
                  <a:lnTo>
                    <a:pt x="186" y="108"/>
                  </a:lnTo>
                  <a:lnTo>
                    <a:pt x="188" y="106"/>
                  </a:lnTo>
                  <a:lnTo>
                    <a:pt x="190" y="106"/>
                  </a:lnTo>
                  <a:lnTo>
                    <a:pt x="190" y="104"/>
                  </a:lnTo>
                  <a:lnTo>
                    <a:pt x="186" y="100"/>
                  </a:lnTo>
                  <a:lnTo>
                    <a:pt x="188" y="94"/>
                  </a:lnTo>
                  <a:lnTo>
                    <a:pt x="186" y="94"/>
                  </a:lnTo>
                  <a:lnTo>
                    <a:pt x="182" y="94"/>
                  </a:lnTo>
                  <a:lnTo>
                    <a:pt x="176" y="100"/>
                  </a:lnTo>
                  <a:lnTo>
                    <a:pt x="174" y="100"/>
                  </a:lnTo>
                  <a:lnTo>
                    <a:pt x="174" y="98"/>
                  </a:lnTo>
                  <a:lnTo>
                    <a:pt x="176" y="96"/>
                  </a:lnTo>
                  <a:lnTo>
                    <a:pt x="174" y="94"/>
                  </a:lnTo>
                  <a:lnTo>
                    <a:pt x="178" y="92"/>
                  </a:lnTo>
                  <a:lnTo>
                    <a:pt x="178" y="88"/>
                  </a:lnTo>
                  <a:lnTo>
                    <a:pt x="182" y="86"/>
                  </a:lnTo>
                  <a:lnTo>
                    <a:pt x="182" y="82"/>
                  </a:lnTo>
                  <a:lnTo>
                    <a:pt x="186" y="82"/>
                  </a:lnTo>
                  <a:lnTo>
                    <a:pt x="188" y="80"/>
                  </a:lnTo>
                  <a:lnTo>
                    <a:pt x="190" y="78"/>
                  </a:lnTo>
                  <a:lnTo>
                    <a:pt x="192" y="76"/>
                  </a:lnTo>
                  <a:lnTo>
                    <a:pt x="192" y="74"/>
                  </a:lnTo>
                  <a:lnTo>
                    <a:pt x="198" y="76"/>
                  </a:lnTo>
                  <a:lnTo>
                    <a:pt x="198" y="72"/>
                  </a:lnTo>
                  <a:lnTo>
                    <a:pt x="198" y="60"/>
                  </a:lnTo>
                  <a:lnTo>
                    <a:pt x="200" y="58"/>
                  </a:lnTo>
                  <a:lnTo>
                    <a:pt x="202" y="56"/>
                  </a:lnTo>
                  <a:lnTo>
                    <a:pt x="204" y="54"/>
                  </a:lnTo>
                  <a:lnTo>
                    <a:pt x="204" y="50"/>
                  </a:lnTo>
                  <a:lnTo>
                    <a:pt x="208" y="46"/>
                  </a:lnTo>
                  <a:lnTo>
                    <a:pt x="210" y="42"/>
                  </a:lnTo>
                  <a:lnTo>
                    <a:pt x="204" y="40"/>
                  </a:lnTo>
                  <a:lnTo>
                    <a:pt x="198" y="4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29" name="Finland" descr="© INSCALE GmbH, 05.05.2010&#10;http://www.presentationload.com/">
              <a:extLst>
                <a:ext uri="{FF2B5EF4-FFF2-40B4-BE49-F238E27FC236}">
                  <a16:creationId xmlns:a16="http://schemas.microsoft.com/office/drawing/2014/main" id="{705BF69B-E080-4F3F-ACD2-3147B4D05841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152023" y="1199934"/>
              <a:ext cx="208079" cy="235053"/>
            </a:xfrm>
            <a:custGeom>
              <a:avLst/>
              <a:gdLst>
                <a:gd name="T0" fmla="*/ 2147483647 w 630"/>
                <a:gd name="T1" fmla="*/ 2147483647 h 714"/>
                <a:gd name="T2" fmla="*/ 2147483647 w 630"/>
                <a:gd name="T3" fmla="*/ 2147483647 h 714"/>
                <a:gd name="T4" fmla="*/ 2147483647 w 630"/>
                <a:gd name="T5" fmla="*/ 2147483647 h 714"/>
                <a:gd name="T6" fmla="*/ 2147483647 w 630"/>
                <a:gd name="T7" fmla="*/ 2147483647 h 714"/>
                <a:gd name="T8" fmla="*/ 2147483647 w 630"/>
                <a:gd name="T9" fmla="*/ 2147483647 h 714"/>
                <a:gd name="T10" fmla="*/ 2147483647 w 630"/>
                <a:gd name="T11" fmla="*/ 2147483647 h 714"/>
                <a:gd name="T12" fmla="*/ 2147483647 w 630"/>
                <a:gd name="T13" fmla="*/ 2147483647 h 714"/>
                <a:gd name="T14" fmla="*/ 2147483647 w 630"/>
                <a:gd name="T15" fmla="*/ 2147483647 h 714"/>
                <a:gd name="T16" fmla="*/ 2147483647 w 630"/>
                <a:gd name="T17" fmla="*/ 2147483647 h 714"/>
                <a:gd name="T18" fmla="*/ 2147483647 w 630"/>
                <a:gd name="T19" fmla="*/ 2147483647 h 714"/>
                <a:gd name="T20" fmla="*/ 2147483647 w 630"/>
                <a:gd name="T21" fmla="*/ 2147483647 h 714"/>
                <a:gd name="T22" fmla="*/ 2147483647 w 630"/>
                <a:gd name="T23" fmla="*/ 2147483647 h 714"/>
                <a:gd name="T24" fmla="*/ 2147483647 w 630"/>
                <a:gd name="T25" fmla="*/ 2147483647 h 714"/>
                <a:gd name="T26" fmla="*/ 2147483647 w 630"/>
                <a:gd name="T27" fmla="*/ 2147483647 h 714"/>
                <a:gd name="T28" fmla="*/ 2147483647 w 630"/>
                <a:gd name="T29" fmla="*/ 2147483647 h 714"/>
                <a:gd name="T30" fmla="*/ 2147483647 w 630"/>
                <a:gd name="T31" fmla="*/ 2147483647 h 714"/>
                <a:gd name="T32" fmla="*/ 2147483647 w 630"/>
                <a:gd name="T33" fmla="*/ 2147483647 h 714"/>
                <a:gd name="T34" fmla="*/ 2147483647 w 630"/>
                <a:gd name="T35" fmla="*/ 2147483647 h 714"/>
                <a:gd name="T36" fmla="*/ 2147483647 w 630"/>
                <a:gd name="T37" fmla="*/ 2147483647 h 714"/>
                <a:gd name="T38" fmla="*/ 2147483647 w 630"/>
                <a:gd name="T39" fmla="*/ 2147483647 h 714"/>
                <a:gd name="T40" fmla="*/ 2147483647 w 630"/>
                <a:gd name="T41" fmla="*/ 2147483647 h 714"/>
                <a:gd name="T42" fmla="*/ 2147483647 w 630"/>
                <a:gd name="T43" fmla="*/ 2147483647 h 714"/>
                <a:gd name="T44" fmla="*/ 2147483647 w 630"/>
                <a:gd name="T45" fmla="*/ 2147483647 h 714"/>
                <a:gd name="T46" fmla="*/ 2147483647 w 630"/>
                <a:gd name="T47" fmla="*/ 2147483647 h 714"/>
                <a:gd name="T48" fmla="*/ 2147483647 w 630"/>
                <a:gd name="T49" fmla="*/ 2147483647 h 714"/>
                <a:gd name="T50" fmla="*/ 2147483647 w 630"/>
                <a:gd name="T51" fmla="*/ 2147483647 h 714"/>
                <a:gd name="T52" fmla="*/ 2147483647 w 630"/>
                <a:gd name="T53" fmla="*/ 2147483647 h 714"/>
                <a:gd name="T54" fmla="*/ 2147483647 w 630"/>
                <a:gd name="T55" fmla="*/ 2147483647 h 714"/>
                <a:gd name="T56" fmla="*/ 2147483647 w 630"/>
                <a:gd name="T57" fmla="*/ 2147483647 h 714"/>
                <a:gd name="T58" fmla="*/ 2147483647 w 630"/>
                <a:gd name="T59" fmla="*/ 2147483647 h 714"/>
                <a:gd name="T60" fmla="*/ 2147483647 w 630"/>
                <a:gd name="T61" fmla="*/ 2147483647 h 714"/>
                <a:gd name="T62" fmla="*/ 2147483647 w 630"/>
                <a:gd name="T63" fmla="*/ 2147483647 h 714"/>
                <a:gd name="T64" fmla="*/ 2147483647 w 630"/>
                <a:gd name="T65" fmla="*/ 2147483647 h 714"/>
                <a:gd name="T66" fmla="*/ 2147483647 w 630"/>
                <a:gd name="T67" fmla="*/ 2147483647 h 714"/>
                <a:gd name="T68" fmla="*/ 2147483647 w 630"/>
                <a:gd name="T69" fmla="*/ 2147483647 h 714"/>
                <a:gd name="T70" fmla="*/ 2147483647 w 630"/>
                <a:gd name="T71" fmla="*/ 2147483647 h 714"/>
                <a:gd name="T72" fmla="*/ 2147483647 w 630"/>
                <a:gd name="T73" fmla="*/ 2147483647 h 714"/>
                <a:gd name="T74" fmla="*/ 2147483647 w 630"/>
                <a:gd name="T75" fmla="*/ 2147483647 h 714"/>
                <a:gd name="T76" fmla="*/ 2147483647 w 630"/>
                <a:gd name="T77" fmla="*/ 2147483647 h 714"/>
                <a:gd name="T78" fmla="*/ 2147483647 w 630"/>
                <a:gd name="T79" fmla="*/ 2147483647 h 714"/>
                <a:gd name="T80" fmla="*/ 2147483647 w 630"/>
                <a:gd name="T81" fmla="*/ 2147483647 h 714"/>
                <a:gd name="T82" fmla="*/ 2147483647 w 630"/>
                <a:gd name="T83" fmla="*/ 2147483647 h 714"/>
                <a:gd name="T84" fmla="*/ 2147483647 w 630"/>
                <a:gd name="T85" fmla="*/ 2147483647 h 714"/>
                <a:gd name="T86" fmla="*/ 2147483647 w 630"/>
                <a:gd name="T87" fmla="*/ 2147483647 h 714"/>
                <a:gd name="T88" fmla="*/ 2147483647 w 630"/>
                <a:gd name="T89" fmla="*/ 2147483647 h 714"/>
                <a:gd name="T90" fmla="*/ 2147483647 w 630"/>
                <a:gd name="T91" fmla="*/ 2147483647 h 714"/>
                <a:gd name="T92" fmla="*/ 2147483647 w 630"/>
                <a:gd name="T93" fmla="*/ 2147483647 h 714"/>
                <a:gd name="T94" fmla="*/ 2147483647 w 630"/>
                <a:gd name="T95" fmla="*/ 2147483647 h 714"/>
                <a:gd name="T96" fmla="*/ 2147483647 w 630"/>
                <a:gd name="T97" fmla="*/ 2147483647 h 714"/>
                <a:gd name="T98" fmla="*/ 2147483647 w 630"/>
                <a:gd name="T99" fmla="*/ 2147483647 h 714"/>
                <a:gd name="T100" fmla="*/ 2147483647 w 630"/>
                <a:gd name="T101" fmla="*/ 2147483647 h 714"/>
                <a:gd name="T102" fmla="*/ 2147483647 w 630"/>
                <a:gd name="T103" fmla="*/ 2147483647 h 714"/>
                <a:gd name="T104" fmla="*/ 2147483647 w 630"/>
                <a:gd name="T105" fmla="*/ 2147483647 h 714"/>
                <a:gd name="T106" fmla="*/ 2147483647 w 630"/>
                <a:gd name="T107" fmla="*/ 0 h 714"/>
                <a:gd name="T108" fmla="*/ 2147483647 w 630"/>
                <a:gd name="T109" fmla="*/ 2147483647 h 714"/>
                <a:gd name="T110" fmla="*/ 2147483647 w 630"/>
                <a:gd name="T111" fmla="*/ 2147483647 h 714"/>
                <a:gd name="T112" fmla="*/ 2147483647 w 630"/>
                <a:gd name="T113" fmla="*/ 2147483647 h 714"/>
                <a:gd name="T114" fmla="*/ 2147483647 w 630"/>
                <a:gd name="T115" fmla="*/ 2147483647 h 714"/>
                <a:gd name="T116" fmla="*/ 2147483647 w 630"/>
                <a:gd name="T117" fmla="*/ 2147483647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30"/>
                <a:gd name="T178" fmla="*/ 0 h 714"/>
                <a:gd name="T179" fmla="*/ 630 w 630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30" h="714">
                  <a:moveTo>
                    <a:pt x="162" y="84"/>
                  </a:moveTo>
                  <a:lnTo>
                    <a:pt x="156" y="90"/>
                  </a:lnTo>
                  <a:lnTo>
                    <a:pt x="144" y="96"/>
                  </a:lnTo>
                  <a:lnTo>
                    <a:pt x="132" y="96"/>
                  </a:lnTo>
                  <a:lnTo>
                    <a:pt x="126" y="90"/>
                  </a:lnTo>
                  <a:lnTo>
                    <a:pt x="108" y="90"/>
                  </a:lnTo>
                  <a:lnTo>
                    <a:pt x="96" y="84"/>
                  </a:lnTo>
                  <a:lnTo>
                    <a:pt x="84" y="84"/>
                  </a:lnTo>
                  <a:lnTo>
                    <a:pt x="72" y="72"/>
                  </a:lnTo>
                  <a:lnTo>
                    <a:pt x="60" y="66"/>
                  </a:lnTo>
                  <a:lnTo>
                    <a:pt x="54" y="54"/>
                  </a:lnTo>
                  <a:lnTo>
                    <a:pt x="48" y="48"/>
                  </a:lnTo>
                  <a:lnTo>
                    <a:pt x="30" y="48"/>
                  </a:lnTo>
                  <a:lnTo>
                    <a:pt x="24" y="54"/>
                  </a:lnTo>
                  <a:lnTo>
                    <a:pt x="24" y="66"/>
                  </a:lnTo>
                  <a:lnTo>
                    <a:pt x="6" y="60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8" y="78"/>
                  </a:lnTo>
                  <a:lnTo>
                    <a:pt x="24" y="84"/>
                  </a:lnTo>
                  <a:lnTo>
                    <a:pt x="36" y="90"/>
                  </a:lnTo>
                  <a:lnTo>
                    <a:pt x="48" y="90"/>
                  </a:lnTo>
                  <a:lnTo>
                    <a:pt x="54" y="96"/>
                  </a:lnTo>
                  <a:lnTo>
                    <a:pt x="60" y="96"/>
                  </a:lnTo>
                  <a:lnTo>
                    <a:pt x="72" y="108"/>
                  </a:lnTo>
                  <a:lnTo>
                    <a:pt x="108" y="108"/>
                  </a:lnTo>
                  <a:lnTo>
                    <a:pt x="138" y="126"/>
                  </a:lnTo>
                  <a:lnTo>
                    <a:pt x="150" y="126"/>
                  </a:lnTo>
                  <a:lnTo>
                    <a:pt x="156" y="132"/>
                  </a:lnTo>
                  <a:lnTo>
                    <a:pt x="162" y="132"/>
                  </a:lnTo>
                  <a:lnTo>
                    <a:pt x="162" y="156"/>
                  </a:lnTo>
                  <a:lnTo>
                    <a:pt x="156" y="162"/>
                  </a:lnTo>
                  <a:lnTo>
                    <a:pt x="156" y="168"/>
                  </a:lnTo>
                  <a:lnTo>
                    <a:pt x="168" y="174"/>
                  </a:lnTo>
                  <a:lnTo>
                    <a:pt x="162" y="198"/>
                  </a:lnTo>
                  <a:lnTo>
                    <a:pt x="186" y="210"/>
                  </a:lnTo>
                  <a:lnTo>
                    <a:pt x="180" y="222"/>
                  </a:lnTo>
                  <a:lnTo>
                    <a:pt x="174" y="228"/>
                  </a:lnTo>
                  <a:lnTo>
                    <a:pt x="168" y="240"/>
                  </a:lnTo>
                  <a:lnTo>
                    <a:pt x="168" y="246"/>
                  </a:lnTo>
                  <a:lnTo>
                    <a:pt x="180" y="258"/>
                  </a:lnTo>
                  <a:lnTo>
                    <a:pt x="192" y="264"/>
                  </a:lnTo>
                  <a:lnTo>
                    <a:pt x="198" y="270"/>
                  </a:lnTo>
                  <a:lnTo>
                    <a:pt x="210" y="306"/>
                  </a:lnTo>
                  <a:lnTo>
                    <a:pt x="222" y="294"/>
                  </a:lnTo>
                  <a:lnTo>
                    <a:pt x="228" y="294"/>
                  </a:lnTo>
                  <a:lnTo>
                    <a:pt x="234" y="300"/>
                  </a:lnTo>
                  <a:lnTo>
                    <a:pt x="246" y="300"/>
                  </a:lnTo>
                  <a:lnTo>
                    <a:pt x="270" y="324"/>
                  </a:lnTo>
                  <a:lnTo>
                    <a:pt x="270" y="336"/>
                  </a:lnTo>
                  <a:lnTo>
                    <a:pt x="276" y="348"/>
                  </a:lnTo>
                  <a:lnTo>
                    <a:pt x="276" y="354"/>
                  </a:lnTo>
                  <a:lnTo>
                    <a:pt x="264" y="348"/>
                  </a:lnTo>
                  <a:lnTo>
                    <a:pt x="246" y="348"/>
                  </a:lnTo>
                  <a:lnTo>
                    <a:pt x="240" y="354"/>
                  </a:lnTo>
                  <a:lnTo>
                    <a:pt x="234" y="366"/>
                  </a:lnTo>
                  <a:lnTo>
                    <a:pt x="228" y="372"/>
                  </a:lnTo>
                  <a:lnTo>
                    <a:pt x="222" y="384"/>
                  </a:lnTo>
                  <a:lnTo>
                    <a:pt x="216" y="390"/>
                  </a:lnTo>
                  <a:lnTo>
                    <a:pt x="180" y="420"/>
                  </a:lnTo>
                  <a:lnTo>
                    <a:pt x="144" y="432"/>
                  </a:lnTo>
                  <a:lnTo>
                    <a:pt x="138" y="438"/>
                  </a:lnTo>
                  <a:lnTo>
                    <a:pt x="126" y="444"/>
                  </a:lnTo>
                  <a:lnTo>
                    <a:pt x="120" y="456"/>
                  </a:lnTo>
                  <a:lnTo>
                    <a:pt x="120" y="462"/>
                  </a:lnTo>
                  <a:lnTo>
                    <a:pt x="108" y="474"/>
                  </a:lnTo>
                  <a:lnTo>
                    <a:pt x="90" y="474"/>
                  </a:lnTo>
                  <a:lnTo>
                    <a:pt x="66" y="504"/>
                  </a:lnTo>
                  <a:lnTo>
                    <a:pt x="66" y="534"/>
                  </a:lnTo>
                  <a:lnTo>
                    <a:pt x="72" y="540"/>
                  </a:lnTo>
                  <a:lnTo>
                    <a:pt x="72" y="570"/>
                  </a:lnTo>
                  <a:lnTo>
                    <a:pt x="96" y="588"/>
                  </a:lnTo>
                  <a:lnTo>
                    <a:pt x="96" y="594"/>
                  </a:lnTo>
                  <a:lnTo>
                    <a:pt x="90" y="600"/>
                  </a:lnTo>
                  <a:lnTo>
                    <a:pt x="90" y="612"/>
                  </a:lnTo>
                  <a:lnTo>
                    <a:pt x="84" y="630"/>
                  </a:lnTo>
                  <a:lnTo>
                    <a:pt x="84" y="648"/>
                  </a:lnTo>
                  <a:lnTo>
                    <a:pt x="90" y="654"/>
                  </a:lnTo>
                  <a:lnTo>
                    <a:pt x="96" y="666"/>
                  </a:lnTo>
                  <a:lnTo>
                    <a:pt x="108" y="678"/>
                  </a:lnTo>
                  <a:lnTo>
                    <a:pt x="132" y="690"/>
                  </a:lnTo>
                  <a:lnTo>
                    <a:pt x="174" y="690"/>
                  </a:lnTo>
                  <a:lnTo>
                    <a:pt x="174" y="696"/>
                  </a:lnTo>
                  <a:lnTo>
                    <a:pt x="168" y="702"/>
                  </a:lnTo>
                  <a:lnTo>
                    <a:pt x="168" y="708"/>
                  </a:lnTo>
                  <a:lnTo>
                    <a:pt x="174" y="714"/>
                  </a:lnTo>
                  <a:lnTo>
                    <a:pt x="240" y="714"/>
                  </a:lnTo>
                  <a:lnTo>
                    <a:pt x="252" y="708"/>
                  </a:lnTo>
                  <a:lnTo>
                    <a:pt x="270" y="708"/>
                  </a:lnTo>
                  <a:lnTo>
                    <a:pt x="300" y="696"/>
                  </a:lnTo>
                  <a:lnTo>
                    <a:pt x="336" y="696"/>
                  </a:lnTo>
                  <a:lnTo>
                    <a:pt x="384" y="672"/>
                  </a:lnTo>
                  <a:lnTo>
                    <a:pt x="462" y="672"/>
                  </a:lnTo>
                  <a:lnTo>
                    <a:pt x="456" y="660"/>
                  </a:lnTo>
                  <a:lnTo>
                    <a:pt x="516" y="630"/>
                  </a:lnTo>
                  <a:lnTo>
                    <a:pt x="576" y="570"/>
                  </a:lnTo>
                  <a:lnTo>
                    <a:pt x="582" y="570"/>
                  </a:lnTo>
                  <a:lnTo>
                    <a:pt x="618" y="534"/>
                  </a:lnTo>
                  <a:lnTo>
                    <a:pt x="624" y="522"/>
                  </a:lnTo>
                  <a:lnTo>
                    <a:pt x="630" y="516"/>
                  </a:lnTo>
                  <a:lnTo>
                    <a:pt x="630" y="504"/>
                  </a:lnTo>
                  <a:lnTo>
                    <a:pt x="624" y="492"/>
                  </a:lnTo>
                  <a:lnTo>
                    <a:pt x="618" y="486"/>
                  </a:lnTo>
                  <a:lnTo>
                    <a:pt x="612" y="474"/>
                  </a:lnTo>
                  <a:lnTo>
                    <a:pt x="540" y="438"/>
                  </a:lnTo>
                  <a:lnTo>
                    <a:pt x="546" y="438"/>
                  </a:lnTo>
                  <a:lnTo>
                    <a:pt x="570" y="414"/>
                  </a:lnTo>
                  <a:lnTo>
                    <a:pt x="570" y="408"/>
                  </a:lnTo>
                  <a:lnTo>
                    <a:pt x="564" y="402"/>
                  </a:lnTo>
                  <a:lnTo>
                    <a:pt x="552" y="396"/>
                  </a:lnTo>
                  <a:lnTo>
                    <a:pt x="528" y="390"/>
                  </a:lnTo>
                  <a:lnTo>
                    <a:pt x="534" y="378"/>
                  </a:lnTo>
                  <a:lnTo>
                    <a:pt x="540" y="372"/>
                  </a:lnTo>
                  <a:lnTo>
                    <a:pt x="540" y="366"/>
                  </a:lnTo>
                  <a:lnTo>
                    <a:pt x="534" y="360"/>
                  </a:lnTo>
                  <a:lnTo>
                    <a:pt x="528" y="360"/>
                  </a:lnTo>
                  <a:lnTo>
                    <a:pt x="522" y="354"/>
                  </a:lnTo>
                  <a:lnTo>
                    <a:pt x="510" y="354"/>
                  </a:lnTo>
                  <a:lnTo>
                    <a:pt x="510" y="342"/>
                  </a:lnTo>
                  <a:lnTo>
                    <a:pt x="498" y="330"/>
                  </a:lnTo>
                  <a:lnTo>
                    <a:pt x="504" y="300"/>
                  </a:lnTo>
                  <a:lnTo>
                    <a:pt x="510" y="300"/>
                  </a:lnTo>
                  <a:lnTo>
                    <a:pt x="522" y="306"/>
                  </a:lnTo>
                  <a:lnTo>
                    <a:pt x="534" y="306"/>
                  </a:lnTo>
                  <a:lnTo>
                    <a:pt x="540" y="300"/>
                  </a:lnTo>
                  <a:lnTo>
                    <a:pt x="540" y="294"/>
                  </a:lnTo>
                  <a:lnTo>
                    <a:pt x="534" y="288"/>
                  </a:lnTo>
                  <a:lnTo>
                    <a:pt x="522" y="282"/>
                  </a:lnTo>
                  <a:lnTo>
                    <a:pt x="498" y="258"/>
                  </a:lnTo>
                  <a:lnTo>
                    <a:pt x="486" y="252"/>
                  </a:lnTo>
                  <a:lnTo>
                    <a:pt x="480" y="240"/>
                  </a:lnTo>
                  <a:lnTo>
                    <a:pt x="468" y="234"/>
                  </a:lnTo>
                  <a:lnTo>
                    <a:pt x="450" y="216"/>
                  </a:lnTo>
                  <a:lnTo>
                    <a:pt x="456" y="210"/>
                  </a:lnTo>
                  <a:lnTo>
                    <a:pt x="468" y="204"/>
                  </a:lnTo>
                  <a:lnTo>
                    <a:pt x="474" y="204"/>
                  </a:lnTo>
                  <a:lnTo>
                    <a:pt x="474" y="192"/>
                  </a:lnTo>
                  <a:lnTo>
                    <a:pt x="480" y="192"/>
                  </a:lnTo>
                  <a:lnTo>
                    <a:pt x="492" y="186"/>
                  </a:lnTo>
                  <a:lnTo>
                    <a:pt x="498" y="186"/>
                  </a:lnTo>
                  <a:lnTo>
                    <a:pt x="498" y="174"/>
                  </a:lnTo>
                  <a:lnTo>
                    <a:pt x="450" y="126"/>
                  </a:lnTo>
                  <a:lnTo>
                    <a:pt x="432" y="126"/>
                  </a:lnTo>
                  <a:lnTo>
                    <a:pt x="426" y="132"/>
                  </a:lnTo>
                  <a:lnTo>
                    <a:pt x="420" y="132"/>
                  </a:lnTo>
                  <a:lnTo>
                    <a:pt x="414" y="126"/>
                  </a:lnTo>
                  <a:lnTo>
                    <a:pt x="414" y="120"/>
                  </a:lnTo>
                  <a:lnTo>
                    <a:pt x="408" y="108"/>
                  </a:lnTo>
                  <a:lnTo>
                    <a:pt x="408" y="96"/>
                  </a:lnTo>
                  <a:lnTo>
                    <a:pt x="426" y="96"/>
                  </a:lnTo>
                  <a:lnTo>
                    <a:pt x="426" y="90"/>
                  </a:lnTo>
                  <a:lnTo>
                    <a:pt x="414" y="78"/>
                  </a:lnTo>
                  <a:lnTo>
                    <a:pt x="420" y="54"/>
                  </a:lnTo>
                  <a:lnTo>
                    <a:pt x="426" y="54"/>
                  </a:lnTo>
                  <a:lnTo>
                    <a:pt x="426" y="60"/>
                  </a:lnTo>
                  <a:lnTo>
                    <a:pt x="432" y="60"/>
                  </a:lnTo>
                  <a:lnTo>
                    <a:pt x="432" y="42"/>
                  </a:lnTo>
                  <a:lnTo>
                    <a:pt x="426" y="30"/>
                  </a:lnTo>
                  <a:lnTo>
                    <a:pt x="414" y="18"/>
                  </a:lnTo>
                  <a:lnTo>
                    <a:pt x="408" y="18"/>
                  </a:lnTo>
                  <a:lnTo>
                    <a:pt x="372" y="12"/>
                  </a:lnTo>
                  <a:lnTo>
                    <a:pt x="372" y="0"/>
                  </a:lnTo>
                  <a:lnTo>
                    <a:pt x="336" y="0"/>
                  </a:lnTo>
                  <a:lnTo>
                    <a:pt x="324" y="6"/>
                  </a:lnTo>
                  <a:lnTo>
                    <a:pt x="294" y="6"/>
                  </a:lnTo>
                  <a:lnTo>
                    <a:pt x="282" y="12"/>
                  </a:lnTo>
                  <a:lnTo>
                    <a:pt x="276" y="12"/>
                  </a:lnTo>
                  <a:lnTo>
                    <a:pt x="264" y="18"/>
                  </a:lnTo>
                  <a:lnTo>
                    <a:pt x="264" y="30"/>
                  </a:lnTo>
                  <a:lnTo>
                    <a:pt x="258" y="36"/>
                  </a:lnTo>
                  <a:lnTo>
                    <a:pt x="258" y="72"/>
                  </a:lnTo>
                  <a:lnTo>
                    <a:pt x="234" y="72"/>
                  </a:lnTo>
                  <a:lnTo>
                    <a:pt x="234" y="78"/>
                  </a:lnTo>
                  <a:lnTo>
                    <a:pt x="228" y="84"/>
                  </a:lnTo>
                  <a:lnTo>
                    <a:pt x="228" y="96"/>
                  </a:lnTo>
                  <a:lnTo>
                    <a:pt x="210" y="96"/>
                  </a:lnTo>
                  <a:lnTo>
                    <a:pt x="204" y="90"/>
                  </a:lnTo>
                  <a:lnTo>
                    <a:pt x="192" y="84"/>
                  </a:lnTo>
                  <a:lnTo>
                    <a:pt x="162" y="8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30" name="Ethiopia" descr="© INSCALE GmbH, 05.05.2010&#10;http://www.presentationload.com/">
              <a:extLst>
                <a:ext uri="{FF2B5EF4-FFF2-40B4-BE49-F238E27FC236}">
                  <a16:creationId xmlns:a16="http://schemas.microsoft.com/office/drawing/2014/main" id="{AE60F9A4-6342-439F-94DB-24D2E2B392E2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508729" y="2607681"/>
              <a:ext cx="348952" cy="303128"/>
            </a:xfrm>
            <a:custGeom>
              <a:avLst/>
              <a:gdLst>
                <a:gd name="T0" fmla="*/ 2147483647 w 1056"/>
                <a:gd name="T1" fmla="*/ 2147483647 h 924"/>
                <a:gd name="T2" fmla="*/ 2147483647 w 1056"/>
                <a:gd name="T3" fmla="*/ 2147483647 h 924"/>
                <a:gd name="T4" fmla="*/ 2147483647 w 1056"/>
                <a:gd name="T5" fmla="*/ 2147483647 h 924"/>
                <a:gd name="T6" fmla="*/ 2147483647 w 1056"/>
                <a:gd name="T7" fmla="*/ 2147483647 h 924"/>
                <a:gd name="T8" fmla="*/ 2147483647 w 1056"/>
                <a:gd name="T9" fmla="*/ 2147483647 h 924"/>
                <a:gd name="T10" fmla="*/ 2147483647 w 1056"/>
                <a:gd name="T11" fmla="*/ 2147483647 h 924"/>
                <a:gd name="T12" fmla="*/ 2147483647 w 1056"/>
                <a:gd name="T13" fmla="*/ 2147483647 h 924"/>
                <a:gd name="T14" fmla="*/ 2147483647 w 1056"/>
                <a:gd name="T15" fmla="*/ 2147483647 h 924"/>
                <a:gd name="T16" fmla="*/ 2147483647 w 1056"/>
                <a:gd name="T17" fmla="*/ 2147483647 h 924"/>
                <a:gd name="T18" fmla="*/ 2147483647 w 1056"/>
                <a:gd name="T19" fmla="*/ 2147483647 h 924"/>
                <a:gd name="T20" fmla="*/ 2147483647 w 1056"/>
                <a:gd name="T21" fmla="*/ 2147483647 h 924"/>
                <a:gd name="T22" fmla="*/ 2147483647 w 1056"/>
                <a:gd name="T23" fmla="*/ 2147483647 h 924"/>
                <a:gd name="T24" fmla="*/ 2147483647 w 1056"/>
                <a:gd name="T25" fmla="*/ 2147483647 h 924"/>
                <a:gd name="T26" fmla="*/ 2147483647 w 1056"/>
                <a:gd name="T27" fmla="*/ 2147483647 h 924"/>
                <a:gd name="T28" fmla="*/ 2147483647 w 1056"/>
                <a:gd name="T29" fmla="*/ 2147483647 h 924"/>
                <a:gd name="T30" fmla="*/ 2147483647 w 1056"/>
                <a:gd name="T31" fmla="*/ 2147483647 h 924"/>
                <a:gd name="T32" fmla="*/ 2147483647 w 1056"/>
                <a:gd name="T33" fmla="*/ 2147483647 h 924"/>
                <a:gd name="T34" fmla="*/ 2147483647 w 1056"/>
                <a:gd name="T35" fmla="*/ 2147483647 h 924"/>
                <a:gd name="T36" fmla="*/ 2147483647 w 1056"/>
                <a:gd name="T37" fmla="*/ 2147483647 h 924"/>
                <a:gd name="T38" fmla="*/ 2147483647 w 1056"/>
                <a:gd name="T39" fmla="*/ 2147483647 h 924"/>
                <a:gd name="T40" fmla="*/ 2147483647 w 1056"/>
                <a:gd name="T41" fmla="*/ 2147483647 h 924"/>
                <a:gd name="T42" fmla="*/ 2147483647 w 1056"/>
                <a:gd name="T43" fmla="*/ 2147483647 h 924"/>
                <a:gd name="T44" fmla="*/ 2147483647 w 1056"/>
                <a:gd name="T45" fmla="*/ 2147483647 h 924"/>
                <a:gd name="T46" fmla="*/ 2147483647 w 1056"/>
                <a:gd name="T47" fmla="*/ 2147483647 h 924"/>
                <a:gd name="T48" fmla="*/ 2147483647 w 1056"/>
                <a:gd name="T49" fmla="*/ 2147483647 h 924"/>
                <a:gd name="T50" fmla="*/ 2147483647 w 1056"/>
                <a:gd name="T51" fmla="*/ 2147483647 h 924"/>
                <a:gd name="T52" fmla="*/ 2147483647 w 1056"/>
                <a:gd name="T53" fmla="*/ 2147483647 h 924"/>
                <a:gd name="T54" fmla="*/ 2147483647 w 1056"/>
                <a:gd name="T55" fmla="*/ 2147483647 h 924"/>
                <a:gd name="T56" fmla="*/ 2147483647 w 1056"/>
                <a:gd name="T57" fmla="*/ 2147483647 h 924"/>
                <a:gd name="T58" fmla="*/ 2147483647 w 1056"/>
                <a:gd name="T59" fmla="*/ 2147483647 h 924"/>
                <a:gd name="T60" fmla="*/ 2147483647 w 1056"/>
                <a:gd name="T61" fmla="*/ 2147483647 h 924"/>
                <a:gd name="T62" fmla="*/ 2147483647 w 1056"/>
                <a:gd name="T63" fmla="*/ 2147483647 h 924"/>
                <a:gd name="T64" fmla="*/ 2147483647 w 1056"/>
                <a:gd name="T65" fmla="*/ 2147483647 h 924"/>
                <a:gd name="T66" fmla="*/ 2147483647 w 1056"/>
                <a:gd name="T67" fmla="*/ 2147483647 h 924"/>
                <a:gd name="T68" fmla="*/ 2147483647 w 1056"/>
                <a:gd name="T69" fmla="*/ 2147483647 h 924"/>
                <a:gd name="T70" fmla="*/ 2147483647 w 1056"/>
                <a:gd name="T71" fmla="*/ 2147483647 h 924"/>
                <a:gd name="T72" fmla="*/ 2147483647 w 1056"/>
                <a:gd name="T73" fmla="*/ 0 h 924"/>
                <a:gd name="T74" fmla="*/ 2147483647 w 1056"/>
                <a:gd name="T75" fmla="*/ 2147483647 h 924"/>
                <a:gd name="T76" fmla="*/ 2147483647 w 1056"/>
                <a:gd name="T77" fmla="*/ 2147483647 h 924"/>
                <a:gd name="T78" fmla="*/ 2147483647 w 1056"/>
                <a:gd name="T79" fmla="*/ 2147483647 h 924"/>
                <a:gd name="T80" fmla="*/ 2147483647 w 1056"/>
                <a:gd name="T81" fmla="*/ 2147483647 h 924"/>
                <a:gd name="T82" fmla="*/ 2147483647 w 1056"/>
                <a:gd name="T83" fmla="*/ 2147483647 h 924"/>
                <a:gd name="T84" fmla="*/ 2147483647 w 1056"/>
                <a:gd name="T85" fmla="*/ 2147483647 h 924"/>
                <a:gd name="T86" fmla="*/ 2147483647 w 1056"/>
                <a:gd name="T87" fmla="*/ 2147483647 h 924"/>
                <a:gd name="T88" fmla="*/ 2147483647 w 1056"/>
                <a:gd name="T89" fmla="*/ 2147483647 h 924"/>
                <a:gd name="T90" fmla="*/ 2147483647 w 1056"/>
                <a:gd name="T91" fmla="*/ 2147483647 h 924"/>
                <a:gd name="T92" fmla="*/ 2147483647 w 1056"/>
                <a:gd name="T93" fmla="*/ 2147483647 h 924"/>
                <a:gd name="T94" fmla="*/ 2147483647 w 1056"/>
                <a:gd name="T95" fmla="*/ 2147483647 h 924"/>
                <a:gd name="T96" fmla="*/ 2147483647 w 1056"/>
                <a:gd name="T97" fmla="*/ 2147483647 h 924"/>
                <a:gd name="T98" fmla="*/ 2147483647 w 1056"/>
                <a:gd name="T99" fmla="*/ 2147483647 h 924"/>
                <a:gd name="T100" fmla="*/ 2147483647 w 1056"/>
                <a:gd name="T101" fmla="*/ 2147483647 h 924"/>
                <a:gd name="T102" fmla="*/ 2147483647 w 1056"/>
                <a:gd name="T103" fmla="*/ 2147483647 h 924"/>
                <a:gd name="T104" fmla="*/ 2147483647 w 1056"/>
                <a:gd name="T105" fmla="*/ 2147483647 h 924"/>
                <a:gd name="T106" fmla="*/ 2147483647 w 1056"/>
                <a:gd name="T107" fmla="*/ 2147483647 h 924"/>
                <a:gd name="T108" fmla="*/ 2147483647 w 1056"/>
                <a:gd name="T109" fmla="*/ 2147483647 h 924"/>
                <a:gd name="T110" fmla="*/ 2147483647 w 1056"/>
                <a:gd name="T111" fmla="*/ 2147483647 h 924"/>
                <a:gd name="T112" fmla="*/ 2147483647 w 1056"/>
                <a:gd name="T113" fmla="*/ 2147483647 h 924"/>
                <a:gd name="T114" fmla="*/ 2147483647 w 1056"/>
                <a:gd name="T115" fmla="*/ 2147483647 h 924"/>
                <a:gd name="T116" fmla="*/ 2147483647 w 1056"/>
                <a:gd name="T117" fmla="*/ 2147483647 h 9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56"/>
                <a:gd name="T178" fmla="*/ 0 h 924"/>
                <a:gd name="T179" fmla="*/ 1056 w 1056"/>
                <a:gd name="T180" fmla="*/ 924 h 9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56" h="924">
                  <a:moveTo>
                    <a:pt x="84" y="642"/>
                  </a:moveTo>
                  <a:lnTo>
                    <a:pt x="108" y="642"/>
                  </a:lnTo>
                  <a:lnTo>
                    <a:pt x="114" y="666"/>
                  </a:lnTo>
                  <a:lnTo>
                    <a:pt x="126" y="666"/>
                  </a:lnTo>
                  <a:lnTo>
                    <a:pt x="126" y="702"/>
                  </a:lnTo>
                  <a:lnTo>
                    <a:pt x="138" y="708"/>
                  </a:lnTo>
                  <a:lnTo>
                    <a:pt x="138" y="726"/>
                  </a:lnTo>
                  <a:lnTo>
                    <a:pt x="156" y="762"/>
                  </a:lnTo>
                  <a:lnTo>
                    <a:pt x="168" y="768"/>
                  </a:lnTo>
                  <a:lnTo>
                    <a:pt x="186" y="768"/>
                  </a:lnTo>
                  <a:lnTo>
                    <a:pt x="192" y="774"/>
                  </a:lnTo>
                  <a:lnTo>
                    <a:pt x="198" y="786"/>
                  </a:lnTo>
                  <a:lnTo>
                    <a:pt x="198" y="804"/>
                  </a:lnTo>
                  <a:lnTo>
                    <a:pt x="210" y="840"/>
                  </a:lnTo>
                  <a:lnTo>
                    <a:pt x="282" y="846"/>
                  </a:lnTo>
                  <a:lnTo>
                    <a:pt x="360" y="906"/>
                  </a:lnTo>
                  <a:lnTo>
                    <a:pt x="390" y="906"/>
                  </a:lnTo>
                  <a:lnTo>
                    <a:pt x="402" y="912"/>
                  </a:lnTo>
                  <a:lnTo>
                    <a:pt x="432" y="912"/>
                  </a:lnTo>
                  <a:lnTo>
                    <a:pt x="444" y="918"/>
                  </a:lnTo>
                  <a:lnTo>
                    <a:pt x="450" y="918"/>
                  </a:lnTo>
                  <a:lnTo>
                    <a:pt x="462" y="924"/>
                  </a:lnTo>
                  <a:lnTo>
                    <a:pt x="486" y="906"/>
                  </a:lnTo>
                  <a:lnTo>
                    <a:pt x="486" y="894"/>
                  </a:lnTo>
                  <a:lnTo>
                    <a:pt x="498" y="882"/>
                  </a:lnTo>
                  <a:lnTo>
                    <a:pt x="510" y="882"/>
                  </a:lnTo>
                  <a:lnTo>
                    <a:pt x="522" y="876"/>
                  </a:lnTo>
                  <a:lnTo>
                    <a:pt x="528" y="870"/>
                  </a:lnTo>
                  <a:lnTo>
                    <a:pt x="534" y="870"/>
                  </a:lnTo>
                  <a:lnTo>
                    <a:pt x="552" y="852"/>
                  </a:lnTo>
                  <a:lnTo>
                    <a:pt x="576" y="882"/>
                  </a:lnTo>
                  <a:lnTo>
                    <a:pt x="606" y="882"/>
                  </a:lnTo>
                  <a:lnTo>
                    <a:pt x="612" y="876"/>
                  </a:lnTo>
                  <a:lnTo>
                    <a:pt x="636" y="882"/>
                  </a:lnTo>
                  <a:lnTo>
                    <a:pt x="636" y="876"/>
                  </a:lnTo>
                  <a:lnTo>
                    <a:pt x="648" y="864"/>
                  </a:lnTo>
                  <a:lnTo>
                    <a:pt x="660" y="864"/>
                  </a:lnTo>
                  <a:lnTo>
                    <a:pt x="672" y="858"/>
                  </a:lnTo>
                  <a:lnTo>
                    <a:pt x="696" y="858"/>
                  </a:lnTo>
                  <a:lnTo>
                    <a:pt x="714" y="840"/>
                  </a:lnTo>
                  <a:lnTo>
                    <a:pt x="714" y="828"/>
                  </a:lnTo>
                  <a:lnTo>
                    <a:pt x="726" y="822"/>
                  </a:lnTo>
                  <a:lnTo>
                    <a:pt x="732" y="816"/>
                  </a:lnTo>
                  <a:lnTo>
                    <a:pt x="744" y="810"/>
                  </a:lnTo>
                  <a:lnTo>
                    <a:pt x="756" y="810"/>
                  </a:lnTo>
                  <a:lnTo>
                    <a:pt x="762" y="804"/>
                  </a:lnTo>
                  <a:lnTo>
                    <a:pt x="846" y="804"/>
                  </a:lnTo>
                  <a:lnTo>
                    <a:pt x="1056" y="558"/>
                  </a:lnTo>
                  <a:lnTo>
                    <a:pt x="984" y="564"/>
                  </a:lnTo>
                  <a:lnTo>
                    <a:pt x="948" y="546"/>
                  </a:lnTo>
                  <a:lnTo>
                    <a:pt x="936" y="534"/>
                  </a:lnTo>
                  <a:lnTo>
                    <a:pt x="918" y="528"/>
                  </a:lnTo>
                  <a:lnTo>
                    <a:pt x="906" y="522"/>
                  </a:lnTo>
                  <a:lnTo>
                    <a:pt x="882" y="516"/>
                  </a:lnTo>
                  <a:lnTo>
                    <a:pt x="810" y="492"/>
                  </a:lnTo>
                  <a:lnTo>
                    <a:pt x="774" y="474"/>
                  </a:lnTo>
                  <a:lnTo>
                    <a:pt x="768" y="462"/>
                  </a:lnTo>
                  <a:lnTo>
                    <a:pt x="762" y="456"/>
                  </a:lnTo>
                  <a:lnTo>
                    <a:pt x="756" y="444"/>
                  </a:lnTo>
                  <a:lnTo>
                    <a:pt x="732" y="444"/>
                  </a:lnTo>
                  <a:lnTo>
                    <a:pt x="732" y="438"/>
                  </a:lnTo>
                  <a:lnTo>
                    <a:pt x="726" y="432"/>
                  </a:lnTo>
                  <a:lnTo>
                    <a:pt x="714" y="408"/>
                  </a:lnTo>
                  <a:lnTo>
                    <a:pt x="708" y="402"/>
                  </a:lnTo>
                  <a:lnTo>
                    <a:pt x="702" y="390"/>
                  </a:lnTo>
                  <a:lnTo>
                    <a:pt x="696" y="384"/>
                  </a:lnTo>
                  <a:lnTo>
                    <a:pt x="690" y="372"/>
                  </a:lnTo>
                  <a:lnTo>
                    <a:pt x="690" y="360"/>
                  </a:lnTo>
                  <a:lnTo>
                    <a:pt x="678" y="348"/>
                  </a:lnTo>
                  <a:lnTo>
                    <a:pt x="696" y="318"/>
                  </a:lnTo>
                  <a:lnTo>
                    <a:pt x="690" y="312"/>
                  </a:lnTo>
                  <a:lnTo>
                    <a:pt x="678" y="306"/>
                  </a:lnTo>
                  <a:lnTo>
                    <a:pt x="666" y="306"/>
                  </a:lnTo>
                  <a:lnTo>
                    <a:pt x="660" y="312"/>
                  </a:lnTo>
                  <a:lnTo>
                    <a:pt x="654" y="312"/>
                  </a:lnTo>
                  <a:lnTo>
                    <a:pt x="648" y="318"/>
                  </a:lnTo>
                  <a:lnTo>
                    <a:pt x="624" y="318"/>
                  </a:lnTo>
                  <a:lnTo>
                    <a:pt x="612" y="306"/>
                  </a:lnTo>
                  <a:lnTo>
                    <a:pt x="612" y="294"/>
                  </a:lnTo>
                  <a:lnTo>
                    <a:pt x="606" y="276"/>
                  </a:lnTo>
                  <a:lnTo>
                    <a:pt x="606" y="264"/>
                  </a:lnTo>
                  <a:lnTo>
                    <a:pt x="624" y="246"/>
                  </a:lnTo>
                  <a:lnTo>
                    <a:pt x="654" y="192"/>
                  </a:lnTo>
                  <a:lnTo>
                    <a:pt x="642" y="174"/>
                  </a:lnTo>
                  <a:lnTo>
                    <a:pt x="630" y="174"/>
                  </a:lnTo>
                  <a:lnTo>
                    <a:pt x="618" y="168"/>
                  </a:lnTo>
                  <a:lnTo>
                    <a:pt x="612" y="162"/>
                  </a:lnTo>
                  <a:lnTo>
                    <a:pt x="612" y="138"/>
                  </a:lnTo>
                  <a:lnTo>
                    <a:pt x="600" y="126"/>
                  </a:lnTo>
                  <a:lnTo>
                    <a:pt x="576" y="114"/>
                  </a:lnTo>
                  <a:lnTo>
                    <a:pt x="570" y="108"/>
                  </a:lnTo>
                  <a:lnTo>
                    <a:pt x="546" y="72"/>
                  </a:lnTo>
                  <a:lnTo>
                    <a:pt x="534" y="66"/>
                  </a:lnTo>
                  <a:lnTo>
                    <a:pt x="528" y="60"/>
                  </a:lnTo>
                  <a:lnTo>
                    <a:pt x="516" y="60"/>
                  </a:lnTo>
                  <a:lnTo>
                    <a:pt x="498" y="36"/>
                  </a:lnTo>
                  <a:lnTo>
                    <a:pt x="468" y="36"/>
                  </a:lnTo>
                  <a:lnTo>
                    <a:pt x="462" y="30"/>
                  </a:lnTo>
                  <a:lnTo>
                    <a:pt x="444" y="30"/>
                  </a:lnTo>
                  <a:lnTo>
                    <a:pt x="432" y="36"/>
                  </a:lnTo>
                  <a:lnTo>
                    <a:pt x="420" y="36"/>
                  </a:lnTo>
                  <a:lnTo>
                    <a:pt x="420" y="24"/>
                  </a:lnTo>
                  <a:lnTo>
                    <a:pt x="414" y="18"/>
                  </a:lnTo>
                  <a:lnTo>
                    <a:pt x="408" y="24"/>
                  </a:lnTo>
                  <a:lnTo>
                    <a:pt x="402" y="36"/>
                  </a:lnTo>
                  <a:lnTo>
                    <a:pt x="372" y="36"/>
                  </a:lnTo>
                  <a:lnTo>
                    <a:pt x="366" y="24"/>
                  </a:lnTo>
                  <a:lnTo>
                    <a:pt x="360" y="18"/>
                  </a:lnTo>
                  <a:lnTo>
                    <a:pt x="354" y="18"/>
                  </a:lnTo>
                  <a:lnTo>
                    <a:pt x="342" y="6"/>
                  </a:lnTo>
                  <a:lnTo>
                    <a:pt x="330" y="0"/>
                  </a:lnTo>
                  <a:lnTo>
                    <a:pt x="330" y="12"/>
                  </a:lnTo>
                  <a:lnTo>
                    <a:pt x="324" y="24"/>
                  </a:lnTo>
                  <a:lnTo>
                    <a:pt x="318" y="42"/>
                  </a:lnTo>
                  <a:lnTo>
                    <a:pt x="318" y="54"/>
                  </a:lnTo>
                  <a:lnTo>
                    <a:pt x="306" y="66"/>
                  </a:lnTo>
                  <a:lnTo>
                    <a:pt x="288" y="48"/>
                  </a:lnTo>
                  <a:lnTo>
                    <a:pt x="288" y="42"/>
                  </a:lnTo>
                  <a:lnTo>
                    <a:pt x="282" y="36"/>
                  </a:lnTo>
                  <a:lnTo>
                    <a:pt x="276" y="36"/>
                  </a:lnTo>
                  <a:lnTo>
                    <a:pt x="276" y="42"/>
                  </a:lnTo>
                  <a:lnTo>
                    <a:pt x="270" y="48"/>
                  </a:lnTo>
                  <a:lnTo>
                    <a:pt x="234" y="48"/>
                  </a:lnTo>
                  <a:lnTo>
                    <a:pt x="234" y="90"/>
                  </a:lnTo>
                  <a:lnTo>
                    <a:pt x="228" y="96"/>
                  </a:lnTo>
                  <a:lnTo>
                    <a:pt x="222" y="108"/>
                  </a:lnTo>
                  <a:lnTo>
                    <a:pt x="216" y="114"/>
                  </a:lnTo>
                  <a:lnTo>
                    <a:pt x="210" y="126"/>
                  </a:lnTo>
                  <a:lnTo>
                    <a:pt x="210" y="174"/>
                  </a:lnTo>
                  <a:lnTo>
                    <a:pt x="180" y="174"/>
                  </a:lnTo>
                  <a:lnTo>
                    <a:pt x="174" y="180"/>
                  </a:lnTo>
                  <a:lnTo>
                    <a:pt x="168" y="192"/>
                  </a:lnTo>
                  <a:lnTo>
                    <a:pt x="162" y="198"/>
                  </a:lnTo>
                  <a:lnTo>
                    <a:pt x="162" y="234"/>
                  </a:lnTo>
                  <a:lnTo>
                    <a:pt x="156" y="240"/>
                  </a:lnTo>
                  <a:lnTo>
                    <a:pt x="144" y="240"/>
                  </a:lnTo>
                  <a:lnTo>
                    <a:pt x="138" y="246"/>
                  </a:lnTo>
                  <a:lnTo>
                    <a:pt x="138" y="270"/>
                  </a:lnTo>
                  <a:lnTo>
                    <a:pt x="126" y="288"/>
                  </a:lnTo>
                  <a:lnTo>
                    <a:pt x="126" y="294"/>
                  </a:lnTo>
                  <a:lnTo>
                    <a:pt x="132" y="300"/>
                  </a:lnTo>
                  <a:lnTo>
                    <a:pt x="132" y="336"/>
                  </a:lnTo>
                  <a:lnTo>
                    <a:pt x="126" y="342"/>
                  </a:lnTo>
                  <a:lnTo>
                    <a:pt x="114" y="342"/>
                  </a:lnTo>
                  <a:lnTo>
                    <a:pt x="108" y="336"/>
                  </a:lnTo>
                  <a:lnTo>
                    <a:pt x="108" y="324"/>
                  </a:lnTo>
                  <a:lnTo>
                    <a:pt x="102" y="324"/>
                  </a:lnTo>
                  <a:lnTo>
                    <a:pt x="84" y="342"/>
                  </a:lnTo>
                  <a:lnTo>
                    <a:pt x="84" y="360"/>
                  </a:lnTo>
                  <a:lnTo>
                    <a:pt x="90" y="372"/>
                  </a:lnTo>
                  <a:lnTo>
                    <a:pt x="90" y="390"/>
                  </a:lnTo>
                  <a:lnTo>
                    <a:pt x="84" y="396"/>
                  </a:lnTo>
                  <a:lnTo>
                    <a:pt x="72" y="402"/>
                  </a:lnTo>
                  <a:lnTo>
                    <a:pt x="66" y="414"/>
                  </a:lnTo>
                  <a:lnTo>
                    <a:pt x="66" y="426"/>
                  </a:lnTo>
                  <a:lnTo>
                    <a:pt x="72" y="438"/>
                  </a:lnTo>
                  <a:lnTo>
                    <a:pt x="72" y="450"/>
                  </a:lnTo>
                  <a:lnTo>
                    <a:pt x="78" y="456"/>
                  </a:lnTo>
                  <a:lnTo>
                    <a:pt x="78" y="492"/>
                  </a:lnTo>
                  <a:lnTo>
                    <a:pt x="72" y="504"/>
                  </a:lnTo>
                  <a:lnTo>
                    <a:pt x="72" y="516"/>
                  </a:lnTo>
                  <a:lnTo>
                    <a:pt x="66" y="522"/>
                  </a:lnTo>
                  <a:lnTo>
                    <a:pt x="54" y="522"/>
                  </a:lnTo>
                  <a:lnTo>
                    <a:pt x="48" y="528"/>
                  </a:lnTo>
                  <a:lnTo>
                    <a:pt x="42" y="522"/>
                  </a:lnTo>
                  <a:lnTo>
                    <a:pt x="6" y="522"/>
                  </a:lnTo>
                  <a:lnTo>
                    <a:pt x="12" y="546"/>
                  </a:lnTo>
                  <a:lnTo>
                    <a:pt x="6" y="552"/>
                  </a:lnTo>
                  <a:lnTo>
                    <a:pt x="0" y="564"/>
                  </a:lnTo>
                  <a:lnTo>
                    <a:pt x="0" y="576"/>
                  </a:lnTo>
                  <a:lnTo>
                    <a:pt x="6" y="576"/>
                  </a:lnTo>
                  <a:lnTo>
                    <a:pt x="18" y="582"/>
                  </a:lnTo>
                  <a:lnTo>
                    <a:pt x="42" y="582"/>
                  </a:lnTo>
                  <a:lnTo>
                    <a:pt x="48" y="588"/>
                  </a:lnTo>
                  <a:lnTo>
                    <a:pt x="60" y="594"/>
                  </a:lnTo>
                  <a:lnTo>
                    <a:pt x="66" y="606"/>
                  </a:lnTo>
                  <a:lnTo>
                    <a:pt x="78" y="612"/>
                  </a:lnTo>
                  <a:lnTo>
                    <a:pt x="78" y="630"/>
                  </a:lnTo>
                  <a:lnTo>
                    <a:pt x="84" y="64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31" name="Estonia" descr="© INSCALE GmbH, 05.05.2010&#10;http://www.presentationload.com/">
              <a:extLst>
                <a:ext uri="{FF2B5EF4-FFF2-40B4-BE49-F238E27FC236}">
                  <a16:creationId xmlns:a16="http://schemas.microsoft.com/office/drawing/2014/main" id="{AD9403D1-5AEE-4773-B02C-62FF9BA5880E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4193381" y="1442693"/>
              <a:ext cx="115025" cy="51378"/>
            </a:xfrm>
            <a:custGeom>
              <a:avLst/>
              <a:gdLst>
                <a:gd name="T0" fmla="*/ 2147483647 w 348"/>
                <a:gd name="T1" fmla="*/ 2147483647 h 156"/>
                <a:gd name="T2" fmla="*/ 2147483647 w 348"/>
                <a:gd name="T3" fmla="*/ 2147483647 h 156"/>
                <a:gd name="T4" fmla="*/ 2147483647 w 348"/>
                <a:gd name="T5" fmla="*/ 2147483647 h 156"/>
                <a:gd name="T6" fmla="*/ 2147483647 w 348"/>
                <a:gd name="T7" fmla="*/ 2147483647 h 156"/>
                <a:gd name="T8" fmla="*/ 2147483647 w 348"/>
                <a:gd name="T9" fmla="*/ 2147483647 h 156"/>
                <a:gd name="T10" fmla="*/ 2147483647 w 348"/>
                <a:gd name="T11" fmla="*/ 2147483647 h 156"/>
                <a:gd name="T12" fmla="*/ 2147483647 w 348"/>
                <a:gd name="T13" fmla="*/ 2147483647 h 156"/>
                <a:gd name="T14" fmla="*/ 2147483647 w 348"/>
                <a:gd name="T15" fmla="*/ 0 h 156"/>
                <a:gd name="T16" fmla="*/ 2147483647 w 348"/>
                <a:gd name="T17" fmla="*/ 2147483647 h 156"/>
                <a:gd name="T18" fmla="*/ 2147483647 w 348"/>
                <a:gd name="T19" fmla="*/ 2147483647 h 156"/>
                <a:gd name="T20" fmla="*/ 2147483647 w 348"/>
                <a:gd name="T21" fmla="*/ 2147483647 h 156"/>
                <a:gd name="T22" fmla="*/ 2147483647 w 348"/>
                <a:gd name="T23" fmla="*/ 2147483647 h 156"/>
                <a:gd name="T24" fmla="*/ 2147483647 w 348"/>
                <a:gd name="T25" fmla="*/ 2147483647 h 156"/>
                <a:gd name="T26" fmla="*/ 2147483647 w 348"/>
                <a:gd name="T27" fmla="*/ 2147483647 h 156"/>
                <a:gd name="T28" fmla="*/ 2147483647 w 348"/>
                <a:gd name="T29" fmla="*/ 2147483647 h 156"/>
                <a:gd name="T30" fmla="*/ 2147483647 w 348"/>
                <a:gd name="T31" fmla="*/ 2147483647 h 156"/>
                <a:gd name="T32" fmla="*/ 2147483647 w 348"/>
                <a:gd name="T33" fmla="*/ 2147483647 h 156"/>
                <a:gd name="T34" fmla="*/ 2147483647 w 348"/>
                <a:gd name="T35" fmla="*/ 2147483647 h 156"/>
                <a:gd name="T36" fmla="*/ 2147483647 w 348"/>
                <a:gd name="T37" fmla="*/ 2147483647 h 156"/>
                <a:gd name="T38" fmla="*/ 2147483647 w 348"/>
                <a:gd name="T39" fmla="*/ 2147483647 h 156"/>
                <a:gd name="T40" fmla="*/ 2147483647 w 348"/>
                <a:gd name="T41" fmla="*/ 2147483647 h 156"/>
                <a:gd name="T42" fmla="*/ 2147483647 w 348"/>
                <a:gd name="T43" fmla="*/ 2147483647 h 156"/>
                <a:gd name="T44" fmla="*/ 2147483647 w 348"/>
                <a:gd name="T45" fmla="*/ 2147483647 h 156"/>
                <a:gd name="T46" fmla="*/ 2147483647 w 348"/>
                <a:gd name="T47" fmla="*/ 2147483647 h 156"/>
                <a:gd name="T48" fmla="*/ 0 w 348"/>
                <a:gd name="T49" fmla="*/ 2147483647 h 156"/>
                <a:gd name="T50" fmla="*/ 2147483647 w 348"/>
                <a:gd name="T51" fmla="*/ 2147483647 h 156"/>
                <a:gd name="T52" fmla="*/ 2147483647 w 348"/>
                <a:gd name="T53" fmla="*/ 2147483647 h 156"/>
                <a:gd name="T54" fmla="*/ 2147483647 w 348"/>
                <a:gd name="T55" fmla="*/ 2147483647 h 156"/>
                <a:gd name="T56" fmla="*/ 2147483647 w 348"/>
                <a:gd name="T57" fmla="*/ 2147483647 h 156"/>
                <a:gd name="T58" fmla="*/ 2147483647 w 348"/>
                <a:gd name="T59" fmla="*/ 2147483647 h 156"/>
                <a:gd name="T60" fmla="*/ 2147483647 w 348"/>
                <a:gd name="T61" fmla="*/ 2147483647 h 156"/>
                <a:gd name="T62" fmla="*/ 2147483647 w 348"/>
                <a:gd name="T63" fmla="*/ 2147483647 h 156"/>
                <a:gd name="T64" fmla="*/ 2147483647 w 348"/>
                <a:gd name="T65" fmla="*/ 2147483647 h 156"/>
                <a:gd name="T66" fmla="*/ 2147483647 w 348"/>
                <a:gd name="T67" fmla="*/ 2147483647 h 156"/>
                <a:gd name="T68" fmla="*/ 2147483647 w 348"/>
                <a:gd name="T69" fmla="*/ 2147483647 h 156"/>
                <a:gd name="T70" fmla="*/ 2147483647 w 348"/>
                <a:gd name="T71" fmla="*/ 2147483647 h 15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48"/>
                <a:gd name="T109" fmla="*/ 0 h 156"/>
                <a:gd name="T110" fmla="*/ 348 w 348"/>
                <a:gd name="T111" fmla="*/ 156 h 15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48" h="156">
                  <a:moveTo>
                    <a:pt x="336" y="114"/>
                  </a:moveTo>
                  <a:lnTo>
                    <a:pt x="324" y="108"/>
                  </a:lnTo>
                  <a:lnTo>
                    <a:pt x="336" y="84"/>
                  </a:lnTo>
                  <a:lnTo>
                    <a:pt x="318" y="78"/>
                  </a:lnTo>
                  <a:lnTo>
                    <a:pt x="318" y="60"/>
                  </a:lnTo>
                  <a:lnTo>
                    <a:pt x="330" y="48"/>
                  </a:lnTo>
                  <a:lnTo>
                    <a:pt x="336" y="48"/>
                  </a:lnTo>
                  <a:lnTo>
                    <a:pt x="342" y="42"/>
                  </a:lnTo>
                  <a:lnTo>
                    <a:pt x="336" y="30"/>
                  </a:lnTo>
                  <a:lnTo>
                    <a:pt x="342" y="18"/>
                  </a:lnTo>
                  <a:lnTo>
                    <a:pt x="330" y="12"/>
                  </a:lnTo>
                  <a:lnTo>
                    <a:pt x="312" y="12"/>
                  </a:lnTo>
                  <a:lnTo>
                    <a:pt x="294" y="6"/>
                  </a:lnTo>
                  <a:lnTo>
                    <a:pt x="276" y="6"/>
                  </a:lnTo>
                  <a:lnTo>
                    <a:pt x="264" y="0"/>
                  </a:lnTo>
                  <a:lnTo>
                    <a:pt x="204" y="0"/>
                  </a:lnTo>
                  <a:lnTo>
                    <a:pt x="192" y="6"/>
                  </a:lnTo>
                  <a:lnTo>
                    <a:pt x="156" y="6"/>
                  </a:lnTo>
                  <a:lnTo>
                    <a:pt x="150" y="12"/>
                  </a:lnTo>
                  <a:lnTo>
                    <a:pt x="126" y="24"/>
                  </a:lnTo>
                  <a:lnTo>
                    <a:pt x="108" y="30"/>
                  </a:lnTo>
                  <a:lnTo>
                    <a:pt x="96" y="36"/>
                  </a:lnTo>
                  <a:lnTo>
                    <a:pt x="90" y="36"/>
                  </a:lnTo>
                  <a:lnTo>
                    <a:pt x="84" y="42"/>
                  </a:lnTo>
                  <a:lnTo>
                    <a:pt x="84" y="48"/>
                  </a:lnTo>
                  <a:lnTo>
                    <a:pt x="90" y="60"/>
                  </a:lnTo>
                  <a:lnTo>
                    <a:pt x="90" y="72"/>
                  </a:lnTo>
                  <a:lnTo>
                    <a:pt x="96" y="78"/>
                  </a:lnTo>
                  <a:lnTo>
                    <a:pt x="96" y="84"/>
                  </a:lnTo>
                  <a:lnTo>
                    <a:pt x="150" y="90"/>
                  </a:lnTo>
                  <a:lnTo>
                    <a:pt x="138" y="126"/>
                  </a:lnTo>
                  <a:lnTo>
                    <a:pt x="150" y="126"/>
                  </a:lnTo>
                  <a:lnTo>
                    <a:pt x="180" y="114"/>
                  </a:lnTo>
                  <a:lnTo>
                    <a:pt x="210" y="114"/>
                  </a:lnTo>
                  <a:lnTo>
                    <a:pt x="234" y="126"/>
                  </a:lnTo>
                  <a:lnTo>
                    <a:pt x="240" y="132"/>
                  </a:lnTo>
                  <a:lnTo>
                    <a:pt x="252" y="138"/>
                  </a:lnTo>
                  <a:lnTo>
                    <a:pt x="270" y="156"/>
                  </a:lnTo>
                  <a:lnTo>
                    <a:pt x="288" y="156"/>
                  </a:lnTo>
                  <a:lnTo>
                    <a:pt x="294" y="150"/>
                  </a:lnTo>
                  <a:lnTo>
                    <a:pt x="312" y="150"/>
                  </a:lnTo>
                  <a:lnTo>
                    <a:pt x="318" y="156"/>
                  </a:lnTo>
                  <a:lnTo>
                    <a:pt x="330" y="156"/>
                  </a:lnTo>
                  <a:lnTo>
                    <a:pt x="330" y="144"/>
                  </a:lnTo>
                  <a:lnTo>
                    <a:pt x="348" y="132"/>
                  </a:lnTo>
                  <a:lnTo>
                    <a:pt x="336" y="114"/>
                  </a:lnTo>
                  <a:close/>
                  <a:moveTo>
                    <a:pt x="36" y="78"/>
                  </a:moveTo>
                  <a:lnTo>
                    <a:pt x="6" y="78"/>
                  </a:lnTo>
                  <a:lnTo>
                    <a:pt x="0" y="84"/>
                  </a:lnTo>
                  <a:lnTo>
                    <a:pt x="0" y="102"/>
                  </a:lnTo>
                  <a:lnTo>
                    <a:pt x="6" y="108"/>
                  </a:lnTo>
                  <a:lnTo>
                    <a:pt x="18" y="132"/>
                  </a:lnTo>
                  <a:lnTo>
                    <a:pt x="24" y="126"/>
                  </a:lnTo>
                  <a:lnTo>
                    <a:pt x="30" y="114"/>
                  </a:lnTo>
                  <a:lnTo>
                    <a:pt x="42" y="108"/>
                  </a:lnTo>
                  <a:lnTo>
                    <a:pt x="54" y="108"/>
                  </a:lnTo>
                  <a:lnTo>
                    <a:pt x="60" y="102"/>
                  </a:lnTo>
                  <a:lnTo>
                    <a:pt x="72" y="96"/>
                  </a:lnTo>
                  <a:lnTo>
                    <a:pt x="78" y="90"/>
                  </a:lnTo>
                  <a:lnTo>
                    <a:pt x="72" y="72"/>
                  </a:lnTo>
                  <a:lnTo>
                    <a:pt x="36" y="78"/>
                  </a:lnTo>
                  <a:close/>
                  <a:moveTo>
                    <a:pt x="36" y="66"/>
                  </a:moveTo>
                  <a:lnTo>
                    <a:pt x="48" y="66"/>
                  </a:lnTo>
                  <a:lnTo>
                    <a:pt x="54" y="54"/>
                  </a:lnTo>
                  <a:lnTo>
                    <a:pt x="60" y="48"/>
                  </a:lnTo>
                  <a:lnTo>
                    <a:pt x="60" y="42"/>
                  </a:lnTo>
                  <a:lnTo>
                    <a:pt x="54" y="36"/>
                  </a:lnTo>
                  <a:lnTo>
                    <a:pt x="48" y="36"/>
                  </a:lnTo>
                  <a:lnTo>
                    <a:pt x="36" y="42"/>
                  </a:lnTo>
                  <a:lnTo>
                    <a:pt x="30" y="48"/>
                  </a:lnTo>
                  <a:lnTo>
                    <a:pt x="24" y="60"/>
                  </a:lnTo>
                  <a:lnTo>
                    <a:pt x="30" y="66"/>
                  </a:lnTo>
                  <a:lnTo>
                    <a:pt x="36" y="6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32" name="Eritrea" descr="© INSCALE GmbH, 05.05.2010&#10;http://www.presentationload.com/">
              <a:extLst>
                <a:ext uri="{FF2B5EF4-FFF2-40B4-BE49-F238E27FC236}">
                  <a16:creationId xmlns:a16="http://schemas.microsoft.com/office/drawing/2014/main" id="{1F38C084-7A77-4D40-A3C4-5BB4E11FE981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582398" y="2524191"/>
              <a:ext cx="158968" cy="150280"/>
            </a:xfrm>
            <a:custGeom>
              <a:avLst/>
              <a:gdLst>
                <a:gd name="T0" fmla="*/ 2147483647 w 480"/>
                <a:gd name="T1" fmla="*/ 2147483647 h 456"/>
                <a:gd name="T2" fmla="*/ 2147483647 w 480"/>
                <a:gd name="T3" fmla="*/ 2147483647 h 456"/>
                <a:gd name="T4" fmla="*/ 2147483647 w 480"/>
                <a:gd name="T5" fmla="*/ 2147483647 h 456"/>
                <a:gd name="T6" fmla="*/ 2147483647 w 480"/>
                <a:gd name="T7" fmla="*/ 2147483647 h 456"/>
                <a:gd name="T8" fmla="*/ 2147483647 w 480"/>
                <a:gd name="T9" fmla="*/ 2147483647 h 456"/>
                <a:gd name="T10" fmla="*/ 2147483647 w 480"/>
                <a:gd name="T11" fmla="*/ 2147483647 h 456"/>
                <a:gd name="T12" fmla="*/ 2147483647 w 480"/>
                <a:gd name="T13" fmla="*/ 2147483647 h 456"/>
                <a:gd name="T14" fmla="*/ 2147483647 w 480"/>
                <a:gd name="T15" fmla="*/ 2147483647 h 456"/>
                <a:gd name="T16" fmla="*/ 0 w 480"/>
                <a:gd name="T17" fmla="*/ 2147483647 h 456"/>
                <a:gd name="T18" fmla="*/ 2147483647 w 480"/>
                <a:gd name="T19" fmla="*/ 2147483647 h 456"/>
                <a:gd name="T20" fmla="*/ 2147483647 w 480"/>
                <a:gd name="T21" fmla="*/ 2147483647 h 456"/>
                <a:gd name="T22" fmla="*/ 2147483647 w 480"/>
                <a:gd name="T23" fmla="*/ 2147483647 h 456"/>
                <a:gd name="T24" fmla="*/ 2147483647 w 480"/>
                <a:gd name="T25" fmla="*/ 2147483647 h 456"/>
                <a:gd name="T26" fmla="*/ 2147483647 w 480"/>
                <a:gd name="T27" fmla="*/ 2147483647 h 456"/>
                <a:gd name="T28" fmla="*/ 2147483647 w 480"/>
                <a:gd name="T29" fmla="*/ 2147483647 h 456"/>
                <a:gd name="T30" fmla="*/ 2147483647 w 480"/>
                <a:gd name="T31" fmla="*/ 2147483647 h 456"/>
                <a:gd name="T32" fmla="*/ 2147483647 w 480"/>
                <a:gd name="T33" fmla="*/ 2147483647 h 456"/>
                <a:gd name="T34" fmla="*/ 2147483647 w 480"/>
                <a:gd name="T35" fmla="*/ 2147483647 h 456"/>
                <a:gd name="T36" fmla="*/ 2147483647 w 480"/>
                <a:gd name="T37" fmla="*/ 2147483647 h 456"/>
                <a:gd name="T38" fmla="*/ 2147483647 w 480"/>
                <a:gd name="T39" fmla="*/ 2147483647 h 456"/>
                <a:gd name="T40" fmla="*/ 2147483647 w 480"/>
                <a:gd name="T41" fmla="*/ 2147483647 h 456"/>
                <a:gd name="T42" fmla="*/ 2147483647 w 480"/>
                <a:gd name="T43" fmla="*/ 2147483647 h 456"/>
                <a:gd name="T44" fmla="*/ 2147483647 w 480"/>
                <a:gd name="T45" fmla="*/ 2147483647 h 456"/>
                <a:gd name="T46" fmla="*/ 2147483647 w 480"/>
                <a:gd name="T47" fmla="*/ 2147483647 h 456"/>
                <a:gd name="T48" fmla="*/ 2147483647 w 480"/>
                <a:gd name="T49" fmla="*/ 2147483647 h 456"/>
                <a:gd name="T50" fmla="*/ 2147483647 w 480"/>
                <a:gd name="T51" fmla="*/ 2147483647 h 456"/>
                <a:gd name="T52" fmla="*/ 2147483647 w 480"/>
                <a:gd name="T53" fmla="*/ 2147483647 h 456"/>
                <a:gd name="T54" fmla="*/ 2147483647 w 480"/>
                <a:gd name="T55" fmla="*/ 2147483647 h 456"/>
                <a:gd name="T56" fmla="*/ 2147483647 w 480"/>
                <a:gd name="T57" fmla="*/ 2147483647 h 456"/>
                <a:gd name="T58" fmla="*/ 2147483647 w 480"/>
                <a:gd name="T59" fmla="*/ 2147483647 h 456"/>
                <a:gd name="T60" fmla="*/ 2147483647 w 480"/>
                <a:gd name="T61" fmla="*/ 2147483647 h 456"/>
                <a:gd name="T62" fmla="*/ 2147483647 w 480"/>
                <a:gd name="T63" fmla="*/ 2147483647 h 456"/>
                <a:gd name="T64" fmla="*/ 2147483647 w 480"/>
                <a:gd name="T65" fmla="*/ 2147483647 h 456"/>
                <a:gd name="T66" fmla="*/ 2147483647 w 480"/>
                <a:gd name="T67" fmla="*/ 2147483647 h 456"/>
                <a:gd name="T68" fmla="*/ 2147483647 w 480"/>
                <a:gd name="T69" fmla="*/ 2147483647 h 456"/>
                <a:gd name="T70" fmla="*/ 2147483647 w 480"/>
                <a:gd name="T71" fmla="*/ 2147483647 h 456"/>
                <a:gd name="T72" fmla="*/ 2147483647 w 480"/>
                <a:gd name="T73" fmla="*/ 2147483647 h 456"/>
                <a:gd name="T74" fmla="*/ 2147483647 w 480"/>
                <a:gd name="T75" fmla="*/ 2147483647 h 456"/>
                <a:gd name="T76" fmla="*/ 2147483647 w 480"/>
                <a:gd name="T77" fmla="*/ 2147483647 h 456"/>
                <a:gd name="T78" fmla="*/ 2147483647 w 480"/>
                <a:gd name="T79" fmla="*/ 2147483647 h 456"/>
                <a:gd name="T80" fmla="*/ 2147483647 w 480"/>
                <a:gd name="T81" fmla="*/ 2147483647 h 456"/>
                <a:gd name="T82" fmla="*/ 2147483647 w 480"/>
                <a:gd name="T83" fmla="*/ 2147483647 h 456"/>
                <a:gd name="T84" fmla="*/ 2147483647 w 480"/>
                <a:gd name="T85" fmla="*/ 2147483647 h 456"/>
                <a:gd name="T86" fmla="*/ 2147483647 w 480"/>
                <a:gd name="T87" fmla="*/ 2147483647 h 456"/>
                <a:gd name="T88" fmla="*/ 2147483647 w 480"/>
                <a:gd name="T89" fmla="*/ 2147483647 h 456"/>
                <a:gd name="T90" fmla="*/ 2147483647 w 480"/>
                <a:gd name="T91" fmla="*/ 2147483647 h 456"/>
                <a:gd name="T92" fmla="*/ 2147483647 w 480"/>
                <a:gd name="T93" fmla="*/ 2147483647 h 456"/>
                <a:gd name="T94" fmla="*/ 2147483647 w 480"/>
                <a:gd name="T95" fmla="*/ 2147483647 h 456"/>
                <a:gd name="T96" fmla="*/ 2147483647 w 480"/>
                <a:gd name="T97" fmla="*/ 0 h 456"/>
                <a:gd name="T98" fmla="*/ 2147483647 w 480"/>
                <a:gd name="T99" fmla="*/ 2147483647 h 456"/>
                <a:gd name="T100" fmla="*/ 2147483647 w 480"/>
                <a:gd name="T101" fmla="*/ 2147483647 h 456"/>
                <a:gd name="T102" fmla="*/ 2147483647 w 480"/>
                <a:gd name="T103" fmla="*/ 2147483647 h 45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480"/>
                <a:gd name="T157" fmla="*/ 0 h 456"/>
                <a:gd name="T158" fmla="*/ 480 w 480"/>
                <a:gd name="T159" fmla="*/ 456 h 45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480" h="456">
                  <a:moveTo>
                    <a:pt x="78" y="54"/>
                  </a:moveTo>
                  <a:lnTo>
                    <a:pt x="78" y="66"/>
                  </a:lnTo>
                  <a:lnTo>
                    <a:pt x="72" y="72"/>
                  </a:lnTo>
                  <a:lnTo>
                    <a:pt x="72" y="78"/>
                  </a:lnTo>
                  <a:lnTo>
                    <a:pt x="66" y="84"/>
                  </a:lnTo>
                  <a:lnTo>
                    <a:pt x="48" y="84"/>
                  </a:lnTo>
                  <a:lnTo>
                    <a:pt x="48" y="102"/>
                  </a:lnTo>
                  <a:lnTo>
                    <a:pt x="42" y="108"/>
                  </a:lnTo>
                  <a:lnTo>
                    <a:pt x="30" y="108"/>
                  </a:lnTo>
                  <a:lnTo>
                    <a:pt x="30" y="120"/>
                  </a:lnTo>
                  <a:lnTo>
                    <a:pt x="36" y="126"/>
                  </a:lnTo>
                  <a:lnTo>
                    <a:pt x="36" y="168"/>
                  </a:lnTo>
                  <a:lnTo>
                    <a:pt x="30" y="180"/>
                  </a:lnTo>
                  <a:lnTo>
                    <a:pt x="24" y="186"/>
                  </a:lnTo>
                  <a:lnTo>
                    <a:pt x="18" y="186"/>
                  </a:lnTo>
                  <a:lnTo>
                    <a:pt x="18" y="222"/>
                  </a:lnTo>
                  <a:lnTo>
                    <a:pt x="12" y="222"/>
                  </a:lnTo>
                  <a:lnTo>
                    <a:pt x="0" y="228"/>
                  </a:lnTo>
                  <a:lnTo>
                    <a:pt x="0" y="246"/>
                  </a:lnTo>
                  <a:lnTo>
                    <a:pt x="6" y="252"/>
                  </a:lnTo>
                  <a:lnTo>
                    <a:pt x="12" y="300"/>
                  </a:lnTo>
                  <a:lnTo>
                    <a:pt x="48" y="300"/>
                  </a:lnTo>
                  <a:lnTo>
                    <a:pt x="54" y="294"/>
                  </a:lnTo>
                  <a:lnTo>
                    <a:pt x="54" y="288"/>
                  </a:lnTo>
                  <a:lnTo>
                    <a:pt x="60" y="288"/>
                  </a:lnTo>
                  <a:lnTo>
                    <a:pt x="66" y="294"/>
                  </a:lnTo>
                  <a:lnTo>
                    <a:pt x="66" y="300"/>
                  </a:lnTo>
                  <a:lnTo>
                    <a:pt x="84" y="318"/>
                  </a:lnTo>
                  <a:lnTo>
                    <a:pt x="96" y="306"/>
                  </a:lnTo>
                  <a:lnTo>
                    <a:pt x="96" y="294"/>
                  </a:lnTo>
                  <a:lnTo>
                    <a:pt x="102" y="276"/>
                  </a:lnTo>
                  <a:lnTo>
                    <a:pt x="108" y="264"/>
                  </a:lnTo>
                  <a:lnTo>
                    <a:pt x="108" y="252"/>
                  </a:lnTo>
                  <a:lnTo>
                    <a:pt x="120" y="258"/>
                  </a:lnTo>
                  <a:lnTo>
                    <a:pt x="132" y="270"/>
                  </a:lnTo>
                  <a:lnTo>
                    <a:pt x="138" y="270"/>
                  </a:lnTo>
                  <a:lnTo>
                    <a:pt x="144" y="276"/>
                  </a:lnTo>
                  <a:lnTo>
                    <a:pt x="150" y="288"/>
                  </a:lnTo>
                  <a:lnTo>
                    <a:pt x="180" y="288"/>
                  </a:lnTo>
                  <a:lnTo>
                    <a:pt x="186" y="276"/>
                  </a:lnTo>
                  <a:lnTo>
                    <a:pt x="192" y="270"/>
                  </a:lnTo>
                  <a:lnTo>
                    <a:pt x="198" y="276"/>
                  </a:lnTo>
                  <a:lnTo>
                    <a:pt x="198" y="288"/>
                  </a:lnTo>
                  <a:lnTo>
                    <a:pt x="210" y="288"/>
                  </a:lnTo>
                  <a:lnTo>
                    <a:pt x="222" y="282"/>
                  </a:lnTo>
                  <a:lnTo>
                    <a:pt x="240" y="282"/>
                  </a:lnTo>
                  <a:lnTo>
                    <a:pt x="246" y="288"/>
                  </a:lnTo>
                  <a:lnTo>
                    <a:pt x="276" y="288"/>
                  </a:lnTo>
                  <a:lnTo>
                    <a:pt x="294" y="312"/>
                  </a:lnTo>
                  <a:lnTo>
                    <a:pt x="306" y="312"/>
                  </a:lnTo>
                  <a:lnTo>
                    <a:pt x="312" y="318"/>
                  </a:lnTo>
                  <a:lnTo>
                    <a:pt x="324" y="324"/>
                  </a:lnTo>
                  <a:lnTo>
                    <a:pt x="348" y="360"/>
                  </a:lnTo>
                  <a:lnTo>
                    <a:pt x="354" y="366"/>
                  </a:lnTo>
                  <a:lnTo>
                    <a:pt x="378" y="378"/>
                  </a:lnTo>
                  <a:lnTo>
                    <a:pt x="390" y="390"/>
                  </a:lnTo>
                  <a:lnTo>
                    <a:pt x="390" y="414"/>
                  </a:lnTo>
                  <a:lnTo>
                    <a:pt x="396" y="420"/>
                  </a:lnTo>
                  <a:lnTo>
                    <a:pt x="408" y="426"/>
                  </a:lnTo>
                  <a:lnTo>
                    <a:pt x="420" y="426"/>
                  </a:lnTo>
                  <a:lnTo>
                    <a:pt x="432" y="444"/>
                  </a:lnTo>
                  <a:lnTo>
                    <a:pt x="456" y="456"/>
                  </a:lnTo>
                  <a:lnTo>
                    <a:pt x="468" y="438"/>
                  </a:lnTo>
                  <a:lnTo>
                    <a:pt x="480" y="432"/>
                  </a:lnTo>
                  <a:lnTo>
                    <a:pt x="474" y="420"/>
                  </a:lnTo>
                  <a:lnTo>
                    <a:pt x="456" y="402"/>
                  </a:lnTo>
                  <a:lnTo>
                    <a:pt x="432" y="402"/>
                  </a:lnTo>
                  <a:lnTo>
                    <a:pt x="426" y="396"/>
                  </a:lnTo>
                  <a:lnTo>
                    <a:pt x="426" y="360"/>
                  </a:lnTo>
                  <a:lnTo>
                    <a:pt x="420" y="360"/>
                  </a:lnTo>
                  <a:lnTo>
                    <a:pt x="414" y="354"/>
                  </a:lnTo>
                  <a:lnTo>
                    <a:pt x="366" y="330"/>
                  </a:lnTo>
                  <a:lnTo>
                    <a:pt x="360" y="324"/>
                  </a:lnTo>
                  <a:lnTo>
                    <a:pt x="360" y="312"/>
                  </a:lnTo>
                  <a:lnTo>
                    <a:pt x="354" y="300"/>
                  </a:lnTo>
                  <a:lnTo>
                    <a:pt x="354" y="288"/>
                  </a:lnTo>
                  <a:lnTo>
                    <a:pt x="348" y="276"/>
                  </a:lnTo>
                  <a:lnTo>
                    <a:pt x="348" y="270"/>
                  </a:lnTo>
                  <a:lnTo>
                    <a:pt x="336" y="270"/>
                  </a:lnTo>
                  <a:lnTo>
                    <a:pt x="324" y="264"/>
                  </a:lnTo>
                  <a:lnTo>
                    <a:pt x="306" y="264"/>
                  </a:lnTo>
                  <a:lnTo>
                    <a:pt x="282" y="240"/>
                  </a:lnTo>
                  <a:lnTo>
                    <a:pt x="264" y="246"/>
                  </a:lnTo>
                  <a:lnTo>
                    <a:pt x="252" y="228"/>
                  </a:lnTo>
                  <a:lnTo>
                    <a:pt x="234" y="222"/>
                  </a:lnTo>
                  <a:lnTo>
                    <a:pt x="216" y="204"/>
                  </a:lnTo>
                  <a:lnTo>
                    <a:pt x="210" y="192"/>
                  </a:lnTo>
                  <a:lnTo>
                    <a:pt x="204" y="186"/>
                  </a:lnTo>
                  <a:lnTo>
                    <a:pt x="198" y="174"/>
                  </a:lnTo>
                  <a:lnTo>
                    <a:pt x="198" y="114"/>
                  </a:lnTo>
                  <a:lnTo>
                    <a:pt x="192" y="90"/>
                  </a:lnTo>
                  <a:lnTo>
                    <a:pt x="186" y="78"/>
                  </a:lnTo>
                  <a:lnTo>
                    <a:pt x="180" y="60"/>
                  </a:lnTo>
                  <a:lnTo>
                    <a:pt x="168" y="42"/>
                  </a:lnTo>
                  <a:lnTo>
                    <a:pt x="162" y="24"/>
                  </a:lnTo>
                  <a:lnTo>
                    <a:pt x="156" y="12"/>
                  </a:lnTo>
                  <a:lnTo>
                    <a:pt x="150" y="6"/>
                  </a:lnTo>
                  <a:lnTo>
                    <a:pt x="150" y="0"/>
                  </a:lnTo>
                  <a:lnTo>
                    <a:pt x="144" y="0"/>
                  </a:lnTo>
                  <a:lnTo>
                    <a:pt x="144" y="12"/>
                  </a:lnTo>
                  <a:lnTo>
                    <a:pt x="132" y="36"/>
                  </a:lnTo>
                  <a:lnTo>
                    <a:pt x="108" y="48"/>
                  </a:lnTo>
                  <a:lnTo>
                    <a:pt x="90" y="54"/>
                  </a:lnTo>
                  <a:lnTo>
                    <a:pt x="78" y="5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33" name="Equatorial 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3521F786-A590-48D2-8837-0EC0E93D98CA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951698" y="2940349"/>
              <a:ext cx="47820" cy="35965"/>
            </a:xfrm>
            <a:custGeom>
              <a:avLst/>
              <a:gdLst>
                <a:gd name="T0" fmla="*/ 2147483647 w 144"/>
                <a:gd name="T1" fmla="*/ 2147483647 h 108"/>
                <a:gd name="T2" fmla="*/ 2147483647 w 144"/>
                <a:gd name="T3" fmla="*/ 2147483647 h 108"/>
                <a:gd name="T4" fmla="*/ 2147483647 w 144"/>
                <a:gd name="T5" fmla="*/ 2147483647 h 108"/>
                <a:gd name="T6" fmla="*/ 2147483647 w 144"/>
                <a:gd name="T7" fmla="*/ 0 h 108"/>
                <a:gd name="T8" fmla="*/ 2147483647 w 144"/>
                <a:gd name="T9" fmla="*/ 2147483647 h 108"/>
                <a:gd name="T10" fmla="*/ 2147483647 w 144"/>
                <a:gd name="T11" fmla="*/ 2147483647 h 108"/>
                <a:gd name="T12" fmla="*/ 2147483647 w 144"/>
                <a:gd name="T13" fmla="*/ 2147483647 h 108"/>
                <a:gd name="T14" fmla="*/ 2147483647 w 144"/>
                <a:gd name="T15" fmla="*/ 2147483647 h 108"/>
                <a:gd name="T16" fmla="*/ 2147483647 w 144"/>
                <a:gd name="T17" fmla="*/ 2147483647 h 108"/>
                <a:gd name="T18" fmla="*/ 0 w 144"/>
                <a:gd name="T19" fmla="*/ 2147483647 h 108"/>
                <a:gd name="T20" fmla="*/ 0 w 144"/>
                <a:gd name="T21" fmla="*/ 2147483647 h 108"/>
                <a:gd name="T22" fmla="*/ 2147483647 w 144"/>
                <a:gd name="T23" fmla="*/ 2147483647 h 108"/>
                <a:gd name="T24" fmla="*/ 2147483647 w 144"/>
                <a:gd name="T25" fmla="*/ 2147483647 h 108"/>
                <a:gd name="T26" fmla="*/ 2147483647 w 144"/>
                <a:gd name="T27" fmla="*/ 2147483647 h 108"/>
                <a:gd name="T28" fmla="*/ 2147483647 w 144"/>
                <a:gd name="T29" fmla="*/ 2147483647 h 108"/>
                <a:gd name="T30" fmla="*/ 2147483647 w 144"/>
                <a:gd name="T31" fmla="*/ 2147483647 h 108"/>
                <a:gd name="T32" fmla="*/ 2147483647 w 144"/>
                <a:gd name="T33" fmla="*/ 2147483647 h 108"/>
                <a:gd name="T34" fmla="*/ 2147483647 w 144"/>
                <a:gd name="T35" fmla="*/ 2147483647 h 108"/>
                <a:gd name="T36" fmla="*/ 2147483647 w 144"/>
                <a:gd name="T37" fmla="*/ 2147483647 h 108"/>
                <a:gd name="T38" fmla="*/ 2147483647 w 144"/>
                <a:gd name="T39" fmla="*/ 2147483647 h 10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44"/>
                <a:gd name="T61" fmla="*/ 0 h 108"/>
                <a:gd name="T62" fmla="*/ 144 w 144"/>
                <a:gd name="T63" fmla="*/ 108 h 108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44" h="108">
                  <a:moveTo>
                    <a:pt x="138" y="48"/>
                  </a:moveTo>
                  <a:lnTo>
                    <a:pt x="144" y="12"/>
                  </a:lnTo>
                  <a:lnTo>
                    <a:pt x="48" y="12"/>
                  </a:lnTo>
                  <a:lnTo>
                    <a:pt x="36" y="0"/>
                  </a:lnTo>
                  <a:lnTo>
                    <a:pt x="30" y="6"/>
                  </a:lnTo>
                  <a:lnTo>
                    <a:pt x="30" y="42"/>
                  </a:lnTo>
                  <a:lnTo>
                    <a:pt x="18" y="54"/>
                  </a:lnTo>
                  <a:lnTo>
                    <a:pt x="12" y="66"/>
                  </a:lnTo>
                  <a:lnTo>
                    <a:pt x="6" y="72"/>
                  </a:lnTo>
                  <a:lnTo>
                    <a:pt x="0" y="84"/>
                  </a:lnTo>
                  <a:lnTo>
                    <a:pt x="0" y="90"/>
                  </a:lnTo>
                  <a:lnTo>
                    <a:pt x="6" y="96"/>
                  </a:lnTo>
                  <a:lnTo>
                    <a:pt x="18" y="102"/>
                  </a:lnTo>
                  <a:lnTo>
                    <a:pt x="36" y="102"/>
                  </a:lnTo>
                  <a:lnTo>
                    <a:pt x="36" y="108"/>
                  </a:lnTo>
                  <a:lnTo>
                    <a:pt x="138" y="108"/>
                  </a:lnTo>
                  <a:lnTo>
                    <a:pt x="138" y="102"/>
                  </a:lnTo>
                  <a:lnTo>
                    <a:pt x="144" y="84"/>
                  </a:lnTo>
                  <a:lnTo>
                    <a:pt x="144" y="54"/>
                  </a:lnTo>
                  <a:lnTo>
                    <a:pt x="138" y="4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34" name="El Salvador" descr="© INSCALE GmbH, 05.05.2010&#10;http://www.presentationload.com/">
              <a:extLst>
                <a:ext uri="{FF2B5EF4-FFF2-40B4-BE49-F238E27FC236}">
                  <a16:creationId xmlns:a16="http://schemas.microsoft.com/office/drawing/2014/main" id="{893120B0-C19A-4ED2-9809-8CD0C06DB5B0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627932" y="2619239"/>
              <a:ext cx="56867" cy="37249"/>
            </a:xfrm>
            <a:custGeom>
              <a:avLst/>
              <a:gdLst>
                <a:gd name="T0" fmla="*/ 2147483647 w 174"/>
                <a:gd name="T1" fmla="*/ 2147483647 h 114"/>
                <a:gd name="T2" fmla="*/ 2147483647 w 174"/>
                <a:gd name="T3" fmla="*/ 2147483647 h 114"/>
                <a:gd name="T4" fmla="*/ 2147483647 w 174"/>
                <a:gd name="T5" fmla="*/ 2147483647 h 114"/>
                <a:gd name="T6" fmla="*/ 2147483647 w 174"/>
                <a:gd name="T7" fmla="*/ 2147483647 h 114"/>
                <a:gd name="T8" fmla="*/ 2147483647 w 174"/>
                <a:gd name="T9" fmla="*/ 2147483647 h 114"/>
                <a:gd name="T10" fmla="*/ 2147483647 w 174"/>
                <a:gd name="T11" fmla="*/ 2147483647 h 114"/>
                <a:gd name="T12" fmla="*/ 2147483647 w 174"/>
                <a:gd name="T13" fmla="*/ 2147483647 h 114"/>
                <a:gd name="T14" fmla="*/ 2147483647 w 174"/>
                <a:gd name="T15" fmla="*/ 2147483647 h 114"/>
                <a:gd name="T16" fmla="*/ 2147483647 w 174"/>
                <a:gd name="T17" fmla="*/ 2147483647 h 114"/>
                <a:gd name="T18" fmla="*/ 2147483647 w 174"/>
                <a:gd name="T19" fmla="*/ 0 h 114"/>
                <a:gd name="T20" fmla="*/ 2147483647 w 174"/>
                <a:gd name="T21" fmla="*/ 2147483647 h 114"/>
                <a:gd name="T22" fmla="*/ 2147483647 w 174"/>
                <a:gd name="T23" fmla="*/ 2147483647 h 114"/>
                <a:gd name="T24" fmla="*/ 2147483647 w 174"/>
                <a:gd name="T25" fmla="*/ 2147483647 h 114"/>
                <a:gd name="T26" fmla="*/ 2147483647 w 174"/>
                <a:gd name="T27" fmla="*/ 2147483647 h 114"/>
                <a:gd name="T28" fmla="*/ 2147483647 w 174"/>
                <a:gd name="T29" fmla="*/ 2147483647 h 114"/>
                <a:gd name="T30" fmla="*/ 2147483647 w 174"/>
                <a:gd name="T31" fmla="*/ 2147483647 h 114"/>
                <a:gd name="T32" fmla="*/ 2147483647 w 174"/>
                <a:gd name="T33" fmla="*/ 2147483647 h 114"/>
                <a:gd name="T34" fmla="*/ 2147483647 w 174"/>
                <a:gd name="T35" fmla="*/ 2147483647 h 114"/>
                <a:gd name="T36" fmla="*/ 0 w 174"/>
                <a:gd name="T37" fmla="*/ 2147483647 h 114"/>
                <a:gd name="T38" fmla="*/ 2147483647 w 174"/>
                <a:gd name="T39" fmla="*/ 2147483647 h 114"/>
                <a:gd name="T40" fmla="*/ 2147483647 w 174"/>
                <a:gd name="T41" fmla="*/ 2147483647 h 114"/>
                <a:gd name="T42" fmla="*/ 2147483647 w 174"/>
                <a:gd name="T43" fmla="*/ 2147483647 h 114"/>
                <a:gd name="T44" fmla="*/ 2147483647 w 174"/>
                <a:gd name="T45" fmla="*/ 2147483647 h 114"/>
                <a:gd name="T46" fmla="*/ 2147483647 w 174"/>
                <a:gd name="T47" fmla="*/ 2147483647 h 114"/>
                <a:gd name="T48" fmla="*/ 2147483647 w 174"/>
                <a:gd name="T49" fmla="*/ 2147483647 h 114"/>
                <a:gd name="T50" fmla="*/ 2147483647 w 174"/>
                <a:gd name="T51" fmla="*/ 2147483647 h 114"/>
                <a:gd name="T52" fmla="*/ 2147483647 w 174"/>
                <a:gd name="T53" fmla="*/ 2147483647 h 114"/>
                <a:gd name="T54" fmla="*/ 2147483647 w 174"/>
                <a:gd name="T55" fmla="*/ 2147483647 h 114"/>
                <a:gd name="T56" fmla="*/ 2147483647 w 174"/>
                <a:gd name="T57" fmla="*/ 2147483647 h 1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74"/>
                <a:gd name="T88" fmla="*/ 0 h 114"/>
                <a:gd name="T89" fmla="*/ 174 w 174"/>
                <a:gd name="T90" fmla="*/ 114 h 11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74" h="114">
                  <a:moveTo>
                    <a:pt x="174" y="84"/>
                  </a:moveTo>
                  <a:lnTo>
                    <a:pt x="174" y="42"/>
                  </a:lnTo>
                  <a:lnTo>
                    <a:pt x="138" y="42"/>
                  </a:lnTo>
                  <a:lnTo>
                    <a:pt x="132" y="48"/>
                  </a:lnTo>
                  <a:lnTo>
                    <a:pt x="120" y="48"/>
                  </a:lnTo>
                  <a:lnTo>
                    <a:pt x="114" y="42"/>
                  </a:lnTo>
                  <a:lnTo>
                    <a:pt x="114" y="24"/>
                  </a:lnTo>
                  <a:lnTo>
                    <a:pt x="90" y="24"/>
                  </a:lnTo>
                  <a:lnTo>
                    <a:pt x="78" y="12"/>
                  </a:lnTo>
                  <a:lnTo>
                    <a:pt x="72" y="0"/>
                  </a:lnTo>
                  <a:lnTo>
                    <a:pt x="60" y="6"/>
                  </a:lnTo>
                  <a:lnTo>
                    <a:pt x="48" y="6"/>
                  </a:lnTo>
                  <a:lnTo>
                    <a:pt x="48" y="18"/>
                  </a:lnTo>
                  <a:lnTo>
                    <a:pt x="42" y="24"/>
                  </a:lnTo>
                  <a:lnTo>
                    <a:pt x="36" y="36"/>
                  </a:lnTo>
                  <a:lnTo>
                    <a:pt x="30" y="36"/>
                  </a:lnTo>
                  <a:lnTo>
                    <a:pt x="24" y="42"/>
                  </a:lnTo>
                  <a:lnTo>
                    <a:pt x="12" y="48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8" y="72"/>
                  </a:lnTo>
                  <a:lnTo>
                    <a:pt x="24" y="78"/>
                  </a:lnTo>
                  <a:lnTo>
                    <a:pt x="72" y="78"/>
                  </a:lnTo>
                  <a:lnTo>
                    <a:pt x="96" y="102"/>
                  </a:lnTo>
                  <a:lnTo>
                    <a:pt x="132" y="96"/>
                  </a:lnTo>
                  <a:lnTo>
                    <a:pt x="150" y="114"/>
                  </a:lnTo>
                  <a:lnTo>
                    <a:pt x="168" y="84"/>
                  </a:lnTo>
                  <a:lnTo>
                    <a:pt x="174" y="90"/>
                  </a:lnTo>
                  <a:lnTo>
                    <a:pt x="174" y="8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35" name="Egypt" descr="© INSCALE GmbH, 05.05.2010&#10;http://www.presentationload.com/">
              <a:extLst>
                <a:ext uri="{FF2B5EF4-FFF2-40B4-BE49-F238E27FC236}">
                  <a16:creationId xmlns:a16="http://schemas.microsoft.com/office/drawing/2014/main" id="{4856FA31-D3E3-4C4B-9A90-E24D63FF2DAB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299358" y="2163265"/>
              <a:ext cx="261069" cy="264595"/>
            </a:xfrm>
            <a:custGeom>
              <a:avLst/>
              <a:gdLst>
                <a:gd name="T0" fmla="*/ 2147483647 w 792"/>
                <a:gd name="T1" fmla="*/ 2147483647 h 804"/>
                <a:gd name="T2" fmla="*/ 2147483647 w 792"/>
                <a:gd name="T3" fmla="*/ 2147483647 h 804"/>
                <a:gd name="T4" fmla="*/ 2147483647 w 792"/>
                <a:gd name="T5" fmla="*/ 2147483647 h 804"/>
                <a:gd name="T6" fmla="*/ 2147483647 w 792"/>
                <a:gd name="T7" fmla="*/ 2147483647 h 804"/>
                <a:gd name="T8" fmla="*/ 2147483647 w 792"/>
                <a:gd name="T9" fmla="*/ 2147483647 h 804"/>
                <a:gd name="T10" fmla="*/ 2147483647 w 792"/>
                <a:gd name="T11" fmla="*/ 2147483647 h 804"/>
                <a:gd name="T12" fmla="*/ 2147483647 w 792"/>
                <a:gd name="T13" fmla="*/ 2147483647 h 804"/>
                <a:gd name="T14" fmla="*/ 2147483647 w 792"/>
                <a:gd name="T15" fmla="*/ 2147483647 h 804"/>
                <a:gd name="T16" fmla="*/ 2147483647 w 792"/>
                <a:gd name="T17" fmla="*/ 2147483647 h 804"/>
                <a:gd name="T18" fmla="*/ 2147483647 w 792"/>
                <a:gd name="T19" fmla="*/ 2147483647 h 804"/>
                <a:gd name="T20" fmla="*/ 2147483647 w 792"/>
                <a:gd name="T21" fmla="*/ 2147483647 h 804"/>
                <a:gd name="T22" fmla="*/ 2147483647 w 792"/>
                <a:gd name="T23" fmla="*/ 2147483647 h 804"/>
                <a:gd name="T24" fmla="*/ 2147483647 w 792"/>
                <a:gd name="T25" fmla="*/ 2147483647 h 804"/>
                <a:gd name="T26" fmla="*/ 2147483647 w 792"/>
                <a:gd name="T27" fmla="*/ 2147483647 h 804"/>
                <a:gd name="T28" fmla="*/ 2147483647 w 792"/>
                <a:gd name="T29" fmla="*/ 2147483647 h 804"/>
                <a:gd name="T30" fmla="*/ 2147483647 w 792"/>
                <a:gd name="T31" fmla="*/ 2147483647 h 804"/>
                <a:gd name="T32" fmla="*/ 2147483647 w 792"/>
                <a:gd name="T33" fmla="*/ 2147483647 h 804"/>
                <a:gd name="T34" fmla="*/ 2147483647 w 792"/>
                <a:gd name="T35" fmla="*/ 2147483647 h 804"/>
                <a:gd name="T36" fmla="*/ 2147483647 w 792"/>
                <a:gd name="T37" fmla="*/ 2147483647 h 804"/>
                <a:gd name="T38" fmla="*/ 2147483647 w 792"/>
                <a:gd name="T39" fmla="*/ 2147483647 h 804"/>
                <a:gd name="T40" fmla="*/ 2147483647 w 792"/>
                <a:gd name="T41" fmla="*/ 2147483647 h 804"/>
                <a:gd name="T42" fmla="*/ 2147483647 w 792"/>
                <a:gd name="T43" fmla="*/ 2147483647 h 804"/>
                <a:gd name="T44" fmla="*/ 2147483647 w 792"/>
                <a:gd name="T45" fmla="*/ 2147483647 h 804"/>
                <a:gd name="T46" fmla="*/ 2147483647 w 792"/>
                <a:gd name="T47" fmla="*/ 2147483647 h 804"/>
                <a:gd name="T48" fmla="*/ 2147483647 w 792"/>
                <a:gd name="T49" fmla="*/ 2147483647 h 804"/>
                <a:gd name="T50" fmla="*/ 2147483647 w 792"/>
                <a:gd name="T51" fmla="*/ 2147483647 h 804"/>
                <a:gd name="T52" fmla="*/ 2147483647 w 792"/>
                <a:gd name="T53" fmla="*/ 2147483647 h 804"/>
                <a:gd name="T54" fmla="*/ 2147483647 w 792"/>
                <a:gd name="T55" fmla="*/ 2147483647 h 804"/>
                <a:gd name="T56" fmla="*/ 2147483647 w 792"/>
                <a:gd name="T57" fmla="*/ 2147483647 h 804"/>
                <a:gd name="T58" fmla="*/ 2147483647 w 792"/>
                <a:gd name="T59" fmla="*/ 2147483647 h 804"/>
                <a:gd name="T60" fmla="*/ 2147483647 w 792"/>
                <a:gd name="T61" fmla="*/ 2147483647 h 804"/>
                <a:gd name="T62" fmla="*/ 2147483647 w 792"/>
                <a:gd name="T63" fmla="*/ 2147483647 h 804"/>
                <a:gd name="T64" fmla="*/ 2147483647 w 792"/>
                <a:gd name="T65" fmla="*/ 2147483647 h 804"/>
                <a:gd name="T66" fmla="*/ 2147483647 w 792"/>
                <a:gd name="T67" fmla="*/ 2147483647 h 804"/>
                <a:gd name="T68" fmla="*/ 2147483647 w 792"/>
                <a:gd name="T69" fmla="*/ 2147483647 h 804"/>
                <a:gd name="T70" fmla="*/ 2147483647 w 792"/>
                <a:gd name="T71" fmla="*/ 2147483647 h 804"/>
                <a:gd name="T72" fmla="*/ 2147483647 w 792"/>
                <a:gd name="T73" fmla="*/ 2147483647 h 804"/>
                <a:gd name="T74" fmla="*/ 2147483647 w 792"/>
                <a:gd name="T75" fmla="*/ 2147483647 h 804"/>
                <a:gd name="T76" fmla="*/ 2147483647 w 792"/>
                <a:gd name="T77" fmla="*/ 2147483647 h 804"/>
                <a:gd name="T78" fmla="*/ 2147483647 w 792"/>
                <a:gd name="T79" fmla="*/ 2147483647 h 804"/>
                <a:gd name="T80" fmla="*/ 2147483647 w 792"/>
                <a:gd name="T81" fmla="*/ 2147483647 h 804"/>
                <a:gd name="T82" fmla="*/ 2147483647 w 792"/>
                <a:gd name="T83" fmla="*/ 2147483647 h 804"/>
                <a:gd name="T84" fmla="*/ 2147483647 w 792"/>
                <a:gd name="T85" fmla="*/ 2147483647 h 804"/>
                <a:gd name="T86" fmla="*/ 2147483647 w 792"/>
                <a:gd name="T87" fmla="*/ 2147483647 h 804"/>
                <a:gd name="T88" fmla="*/ 2147483647 w 792"/>
                <a:gd name="T89" fmla="*/ 2147483647 h 804"/>
                <a:gd name="T90" fmla="*/ 2147483647 w 792"/>
                <a:gd name="T91" fmla="*/ 0 h 804"/>
                <a:gd name="T92" fmla="*/ 2147483647 w 792"/>
                <a:gd name="T93" fmla="*/ 2147483647 h 804"/>
                <a:gd name="T94" fmla="*/ 2147483647 w 792"/>
                <a:gd name="T95" fmla="*/ 0 h 80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792"/>
                <a:gd name="T145" fmla="*/ 0 h 804"/>
                <a:gd name="T146" fmla="*/ 792 w 792"/>
                <a:gd name="T147" fmla="*/ 804 h 80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792" h="804">
                  <a:moveTo>
                    <a:pt x="12" y="18"/>
                  </a:moveTo>
                  <a:lnTo>
                    <a:pt x="6" y="24"/>
                  </a:lnTo>
                  <a:lnTo>
                    <a:pt x="6" y="54"/>
                  </a:lnTo>
                  <a:lnTo>
                    <a:pt x="18" y="60"/>
                  </a:lnTo>
                  <a:lnTo>
                    <a:pt x="24" y="72"/>
                  </a:lnTo>
                  <a:lnTo>
                    <a:pt x="24" y="78"/>
                  </a:lnTo>
                  <a:lnTo>
                    <a:pt x="18" y="84"/>
                  </a:lnTo>
                  <a:lnTo>
                    <a:pt x="12" y="96"/>
                  </a:lnTo>
                  <a:lnTo>
                    <a:pt x="6" y="102"/>
                  </a:lnTo>
                  <a:lnTo>
                    <a:pt x="0" y="114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18" y="144"/>
                  </a:lnTo>
                  <a:lnTo>
                    <a:pt x="30" y="180"/>
                  </a:lnTo>
                  <a:lnTo>
                    <a:pt x="30" y="264"/>
                  </a:lnTo>
                  <a:lnTo>
                    <a:pt x="36" y="342"/>
                  </a:lnTo>
                  <a:lnTo>
                    <a:pt x="36" y="438"/>
                  </a:lnTo>
                  <a:lnTo>
                    <a:pt x="42" y="534"/>
                  </a:lnTo>
                  <a:lnTo>
                    <a:pt x="42" y="624"/>
                  </a:lnTo>
                  <a:lnTo>
                    <a:pt x="48" y="702"/>
                  </a:lnTo>
                  <a:lnTo>
                    <a:pt x="48" y="774"/>
                  </a:lnTo>
                  <a:lnTo>
                    <a:pt x="474" y="780"/>
                  </a:lnTo>
                  <a:lnTo>
                    <a:pt x="492" y="762"/>
                  </a:lnTo>
                  <a:lnTo>
                    <a:pt x="498" y="762"/>
                  </a:lnTo>
                  <a:lnTo>
                    <a:pt x="498" y="774"/>
                  </a:lnTo>
                  <a:lnTo>
                    <a:pt x="618" y="780"/>
                  </a:lnTo>
                  <a:lnTo>
                    <a:pt x="624" y="786"/>
                  </a:lnTo>
                  <a:lnTo>
                    <a:pt x="630" y="798"/>
                  </a:lnTo>
                  <a:lnTo>
                    <a:pt x="636" y="804"/>
                  </a:lnTo>
                  <a:lnTo>
                    <a:pt x="654" y="804"/>
                  </a:lnTo>
                  <a:lnTo>
                    <a:pt x="660" y="798"/>
                  </a:lnTo>
                  <a:lnTo>
                    <a:pt x="672" y="774"/>
                  </a:lnTo>
                  <a:lnTo>
                    <a:pt x="684" y="762"/>
                  </a:lnTo>
                  <a:lnTo>
                    <a:pt x="696" y="762"/>
                  </a:lnTo>
                  <a:lnTo>
                    <a:pt x="702" y="756"/>
                  </a:lnTo>
                  <a:lnTo>
                    <a:pt x="720" y="756"/>
                  </a:lnTo>
                  <a:lnTo>
                    <a:pt x="726" y="750"/>
                  </a:lnTo>
                  <a:lnTo>
                    <a:pt x="732" y="738"/>
                  </a:lnTo>
                  <a:lnTo>
                    <a:pt x="732" y="714"/>
                  </a:lnTo>
                  <a:lnTo>
                    <a:pt x="762" y="714"/>
                  </a:lnTo>
                  <a:lnTo>
                    <a:pt x="786" y="690"/>
                  </a:lnTo>
                  <a:lnTo>
                    <a:pt x="780" y="684"/>
                  </a:lnTo>
                  <a:lnTo>
                    <a:pt x="774" y="672"/>
                  </a:lnTo>
                  <a:lnTo>
                    <a:pt x="774" y="624"/>
                  </a:lnTo>
                  <a:lnTo>
                    <a:pt x="792" y="618"/>
                  </a:lnTo>
                  <a:lnTo>
                    <a:pt x="786" y="618"/>
                  </a:lnTo>
                  <a:lnTo>
                    <a:pt x="756" y="588"/>
                  </a:lnTo>
                  <a:lnTo>
                    <a:pt x="732" y="552"/>
                  </a:lnTo>
                  <a:lnTo>
                    <a:pt x="726" y="528"/>
                  </a:lnTo>
                  <a:lnTo>
                    <a:pt x="714" y="492"/>
                  </a:lnTo>
                  <a:lnTo>
                    <a:pt x="702" y="468"/>
                  </a:lnTo>
                  <a:lnTo>
                    <a:pt x="690" y="462"/>
                  </a:lnTo>
                  <a:lnTo>
                    <a:pt x="684" y="450"/>
                  </a:lnTo>
                  <a:lnTo>
                    <a:pt x="672" y="444"/>
                  </a:lnTo>
                  <a:lnTo>
                    <a:pt x="666" y="432"/>
                  </a:lnTo>
                  <a:lnTo>
                    <a:pt x="654" y="396"/>
                  </a:lnTo>
                  <a:lnTo>
                    <a:pt x="654" y="378"/>
                  </a:lnTo>
                  <a:lnTo>
                    <a:pt x="618" y="336"/>
                  </a:lnTo>
                  <a:lnTo>
                    <a:pt x="618" y="318"/>
                  </a:lnTo>
                  <a:lnTo>
                    <a:pt x="606" y="294"/>
                  </a:lnTo>
                  <a:lnTo>
                    <a:pt x="594" y="282"/>
                  </a:lnTo>
                  <a:lnTo>
                    <a:pt x="588" y="270"/>
                  </a:lnTo>
                  <a:lnTo>
                    <a:pt x="576" y="258"/>
                  </a:lnTo>
                  <a:lnTo>
                    <a:pt x="570" y="246"/>
                  </a:lnTo>
                  <a:lnTo>
                    <a:pt x="558" y="234"/>
                  </a:lnTo>
                  <a:lnTo>
                    <a:pt x="552" y="222"/>
                  </a:lnTo>
                  <a:lnTo>
                    <a:pt x="546" y="216"/>
                  </a:lnTo>
                  <a:lnTo>
                    <a:pt x="552" y="210"/>
                  </a:lnTo>
                  <a:lnTo>
                    <a:pt x="552" y="198"/>
                  </a:lnTo>
                  <a:lnTo>
                    <a:pt x="540" y="174"/>
                  </a:lnTo>
                  <a:lnTo>
                    <a:pt x="528" y="168"/>
                  </a:lnTo>
                  <a:lnTo>
                    <a:pt x="522" y="168"/>
                  </a:lnTo>
                  <a:lnTo>
                    <a:pt x="540" y="144"/>
                  </a:lnTo>
                  <a:lnTo>
                    <a:pt x="558" y="156"/>
                  </a:lnTo>
                  <a:lnTo>
                    <a:pt x="558" y="174"/>
                  </a:lnTo>
                  <a:lnTo>
                    <a:pt x="564" y="186"/>
                  </a:lnTo>
                  <a:lnTo>
                    <a:pt x="576" y="198"/>
                  </a:lnTo>
                  <a:lnTo>
                    <a:pt x="582" y="210"/>
                  </a:lnTo>
                  <a:lnTo>
                    <a:pt x="588" y="216"/>
                  </a:lnTo>
                  <a:lnTo>
                    <a:pt x="588" y="246"/>
                  </a:lnTo>
                  <a:lnTo>
                    <a:pt x="606" y="264"/>
                  </a:lnTo>
                  <a:lnTo>
                    <a:pt x="612" y="276"/>
                  </a:lnTo>
                  <a:lnTo>
                    <a:pt x="636" y="300"/>
                  </a:lnTo>
                  <a:lnTo>
                    <a:pt x="648" y="306"/>
                  </a:lnTo>
                  <a:lnTo>
                    <a:pt x="654" y="306"/>
                  </a:lnTo>
                  <a:lnTo>
                    <a:pt x="666" y="300"/>
                  </a:lnTo>
                  <a:lnTo>
                    <a:pt x="678" y="288"/>
                  </a:lnTo>
                  <a:lnTo>
                    <a:pt x="672" y="270"/>
                  </a:lnTo>
                  <a:lnTo>
                    <a:pt x="684" y="246"/>
                  </a:lnTo>
                  <a:lnTo>
                    <a:pt x="684" y="234"/>
                  </a:lnTo>
                  <a:lnTo>
                    <a:pt x="690" y="222"/>
                  </a:lnTo>
                  <a:lnTo>
                    <a:pt x="690" y="198"/>
                  </a:lnTo>
                  <a:lnTo>
                    <a:pt x="696" y="186"/>
                  </a:lnTo>
                  <a:lnTo>
                    <a:pt x="696" y="180"/>
                  </a:lnTo>
                  <a:lnTo>
                    <a:pt x="702" y="168"/>
                  </a:lnTo>
                  <a:lnTo>
                    <a:pt x="648" y="24"/>
                  </a:lnTo>
                  <a:lnTo>
                    <a:pt x="642" y="24"/>
                  </a:lnTo>
                  <a:lnTo>
                    <a:pt x="636" y="30"/>
                  </a:lnTo>
                  <a:lnTo>
                    <a:pt x="624" y="30"/>
                  </a:lnTo>
                  <a:lnTo>
                    <a:pt x="600" y="42"/>
                  </a:lnTo>
                  <a:lnTo>
                    <a:pt x="576" y="42"/>
                  </a:lnTo>
                  <a:lnTo>
                    <a:pt x="564" y="36"/>
                  </a:lnTo>
                  <a:lnTo>
                    <a:pt x="558" y="30"/>
                  </a:lnTo>
                  <a:lnTo>
                    <a:pt x="552" y="36"/>
                  </a:lnTo>
                  <a:lnTo>
                    <a:pt x="540" y="42"/>
                  </a:lnTo>
                  <a:lnTo>
                    <a:pt x="534" y="42"/>
                  </a:lnTo>
                  <a:lnTo>
                    <a:pt x="510" y="30"/>
                  </a:lnTo>
                  <a:lnTo>
                    <a:pt x="504" y="24"/>
                  </a:lnTo>
                  <a:lnTo>
                    <a:pt x="504" y="18"/>
                  </a:lnTo>
                  <a:lnTo>
                    <a:pt x="498" y="12"/>
                  </a:lnTo>
                  <a:lnTo>
                    <a:pt x="486" y="6"/>
                  </a:lnTo>
                  <a:lnTo>
                    <a:pt x="468" y="6"/>
                  </a:lnTo>
                  <a:lnTo>
                    <a:pt x="456" y="12"/>
                  </a:lnTo>
                  <a:lnTo>
                    <a:pt x="438" y="12"/>
                  </a:lnTo>
                  <a:lnTo>
                    <a:pt x="432" y="18"/>
                  </a:lnTo>
                  <a:lnTo>
                    <a:pt x="420" y="18"/>
                  </a:lnTo>
                  <a:lnTo>
                    <a:pt x="414" y="12"/>
                  </a:lnTo>
                  <a:lnTo>
                    <a:pt x="390" y="12"/>
                  </a:lnTo>
                  <a:lnTo>
                    <a:pt x="378" y="18"/>
                  </a:lnTo>
                  <a:lnTo>
                    <a:pt x="372" y="24"/>
                  </a:lnTo>
                  <a:lnTo>
                    <a:pt x="366" y="36"/>
                  </a:lnTo>
                  <a:lnTo>
                    <a:pt x="360" y="42"/>
                  </a:lnTo>
                  <a:lnTo>
                    <a:pt x="336" y="42"/>
                  </a:lnTo>
                  <a:lnTo>
                    <a:pt x="324" y="54"/>
                  </a:lnTo>
                  <a:lnTo>
                    <a:pt x="312" y="60"/>
                  </a:lnTo>
                  <a:lnTo>
                    <a:pt x="306" y="60"/>
                  </a:lnTo>
                  <a:lnTo>
                    <a:pt x="300" y="54"/>
                  </a:lnTo>
                  <a:lnTo>
                    <a:pt x="288" y="54"/>
                  </a:lnTo>
                  <a:lnTo>
                    <a:pt x="276" y="48"/>
                  </a:lnTo>
                  <a:lnTo>
                    <a:pt x="264" y="48"/>
                  </a:lnTo>
                  <a:lnTo>
                    <a:pt x="258" y="42"/>
                  </a:lnTo>
                  <a:lnTo>
                    <a:pt x="204" y="42"/>
                  </a:lnTo>
                  <a:lnTo>
                    <a:pt x="198" y="36"/>
                  </a:lnTo>
                  <a:lnTo>
                    <a:pt x="186" y="30"/>
                  </a:lnTo>
                  <a:lnTo>
                    <a:pt x="174" y="18"/>
                  </a:lnTo>
                  <a:lnTo>
                    <a:pt x="126" y="18"/>
                  </a:lnTo>
                  <a:lnTo>
                    <a:pt x="120" y="12"/>
                  </a:lnTo>
                  <a:lnTo>
                    <a:pt x="96" y="0"/>
                  </a:lnTo>
                  <a:lnTo>
                    <a:pt x="78" y="0"/>
                  </a:lnTo>
                  <a:lnTo>
                    <a:pt x="66" y="12"/>
                  </a:lnTo>
                  <a:lnTo>
                    <a:pt x="54" y="12"/>
                  </a:lnTo>
                  <a:lnTo>
                    <a:pt x="42" y="6"/>
                  </a:lnTo>
                  <a:lnTo>
                    <a:pt x="36" y="6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12" y="1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36" name="Ecuador" descr="© INSCALE GmbH, 05.05.2010&#10;http://www.presentationload.com/">
              <a:extLst>
                <a:ext uri="{FF2B5EF4-FFF2-40B4-BE49-F238E27FC236}">
                  <a16:creationId xmlns:a16="http://schemas.microsoft.com/office/drawing/2014/main" id="{C7792348-6FE9-48C6-8AE3-5FFB3EA463BB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1824379" y="2959617"/>
              <a:ext cx="136997" cy="173400"/>
            </a:xfrm>
            <a:custGeom>
              <a:avLst/>
              <a:gdLst>
                <a:gd name="T0" fmla="*/ 2147483647 w 414"/>
                <a:gd name="T1" fmla="*/ 2147483647 h 528"/>
                <a:gd name="T2" fmla="*/ 2147483647 w 414"/>
                <a:gd name="T3" fmla="*/ 2147483647 h 528"/>
                <a:gd name="T4" fmla="*/ 2147483647 w 414"/>
                <a:gd name="T5" fmla="*/ 2147483647 h 528"/>
                <a:gd name="T6" fmla="*/ 2147483647 w 414"/>
                <a:gd name="T7" fmla="*/ 2147483647 h 528"/>
                <a:gd name="T8" fmla="*/ 2147483647 w 414"/>
                <a:gd name="T9" fmla="*/ 2147483647 h 528"/>
                <a:gd name="T10" fmla="*/ 2147483647 w 414"/>
                <a:gd name="T11" fmla="*/ 2147483647 h 528"/>
                <a:gd name="T12" fmla="*/ 2147483647 w 414"/>
                <a:gd name="T13" fmla="*/ 2147483647 h 528"/>
                <a:gd name="T14" fmla="*/ 2147483647 w 414"/>
                <a:gd name="T15" fmla="*/ 2147483647 h 528"/>
                <a:gd name="T16" fmla="*/ 2147483647 w 414"/>
                <a:gd name="T17" fmla="*/ 2147483647 h 528"/>
                <a:gd name="T18" fmla="*/ 2147483647 w 414"/>
                <a:gd name="T19" fmla="*/ 2147483647 h 528"/>
                <a:gd name="T20" fmla="*/ 2147483647 w 414"/>
                <a:gd name="T21" fmla="*/ 2147483647 h 528"/>
                <a:gd name="T22" fmla="*/ 2147483647 w 414"/>
                <a:gd name="T23" fmla="*/ 2147483647 h 528"/>
                <a:gd name="T24" fmla="*/ 2147483647 w 414"/>
                <a:gd name="T25" fmla="*/ 2147483647 h 528"/>
                <a:gd name="T26" fmla="*/ 2147483647 w 414"/>
                <a:gd name="T27" fmla="*/ 2147483647 h 528"/>
                <a:gd name="T28" fmla="*/ 2147483647 w 414"/>
                <a:gd name="T29" fmla="*/ 2147483647 h 528"/>
                <a:gd name="T30" fmla="*/ 2147483647 w 414"/>
                <a:gd name="T31" fmla="*/ 2147483647 h 528"/>
                <a:gd name="T32" fmla="*/ 2147483647 w 414"/>
                <a:gd name="T33" fmla="*/ 2147483647 h 528"/>
                <a:gd name="T34" fmla="*/ 2147483647 w 414"/>
                <a:gd name="T35" fmla="*/ 2147483647 h 528"/>
                <a:gd name="T36" fmla="*/ 2147483647 w 414"/>
                <a:gd name="T37" fmla="*/ 2147483647 h 528"/>
                <a:gd name="T38" fmla="*/ 2147483647 w 414"/>
                <a:gd name="T39" fmla="*/ 2147483647 h 528"/>
                <a:gd name="T40" fmla="*/ 2147483647 w 414"/>
                <a:gd name="T41" fmla="*/ 2147483647 h 528"/>
                <a:gd name="T42" fmla="*/ 2147483647 w 414"/>
                <a:gd name="T43" fmla="*/ 2147483647 h 528"/>
                <a:gd name="T44" fmla="*/ 2147483647 w 414"/>
                <a:gd name="T45" fmla="*/ 2147483647 h 528"/>
                <a:gd name="T46" fmla="*/ 2147483647 w 414"/>
                <a:gd name="T47" fmla="*/ 2147483647 h 528"/>
                <a:gd name="T48" fmla="*/ 2147483647 w 414"/>
                <a:gd name="T49" fmla="*/ 2147483647 h 528"/>
                <a:gd name="T50" fmla="*/ 2147483647 w 414"/>
                <a:gd name="T51" fmla="*/ 2147483647 h 528"/>
                <a:gd name="T52" fmla="*/ 2147483647 w 414"/>
                <a:gd name="T53" fmla="*/ 2147483647 h 528"/>
                <a:gd name="T54" fmla="*/ 2147483647 w 414"/>
                <a:gd name="T55" fmla="*/ 2147483647 h 528"/>
                <a:gd name="T56" fmla="*/ 2147483647 w 414"/>
                <a:gd name="T57" fmla="*/ 2147483647 h 528"/>
                <a:gd name="T58" fmla="*/ 2147483647 w 414"/>
                <a:gd name="T59" fmla="*/ 2147483647 h 528"/>
                <a:gd name="T60" fmla="*/ 2147483647 w 414"/>
                <a:gd name="T61" fmla="*/ 2147483647 h 528"/>
                <a:gd name="T62" fmla="*/ 2147483647 w 414"/>
                <a:gd name="T63" fmla="*/ 2147483647 h 528"/>
                <a:gd name="T64" fmla="*/ 2147483647 w 414"/>
                <a:gd name="T65" fmla="*/ 2147483647 h 528"/>
                <a:gd name="T66" fmla="*/ 2147483647 w 414"/>
                <a:gd name="T67" fmla="*/ 2147483647 h 528"/>
                <a:gd name="T68" fmla="*/ 2147483647 w 414"/>
                <a:gd name="T69" fmla="*/ 2147483647 h 528"/>
                <a:gd name="T70" fmla="*/ 2147483647 w 414"/>
                <a:gd name="T71" fmla="*/ 2147483647 h 528"/>
                <a:gd name="T72" fmla="*/ 2147483647 w 414"/>
                <a:gd name="T73" fmla="*/ 2147483647 h 528"/>
                <a:gd name="T74" fmla="*/ 2147483647 w 414"/>
                <a:gd name="T75" fmla="*/ 2147483647 h 528"/>
                <a:gd name="T76" fmla="*/ 2147483647 w 414"/>
                <a:gd name="T77" fmla="*/ 2147483647 h 528"/>
                <a:gd name="T78" fmla="*/ 2147483647 w 414"/>
                <a:gd name="T79" fmla="*/ 2147483647 h 528"/>
                <a:gd name="T80" fmla="*/ 2147483647 w 414"/>
                <a:gd name="T81" fmla="*/ 2147483647 h 528"/>
                <a:gd name="T82" fmla="*/ 2147483647 w 414"/>
                <a:gd name="T83" fmla="*/ 2147483647 h 528"/>
                <a:gd name="T84" fmla="*/ 2147483647 w 414"/>
                <a:gd name="T85" fmla="*/ 2147483647 h 528"/>
                <a:gd name="T86" fmla="*/ 2147483647 w 414"/>
                <a:gd name="T87" fmla="*/ 2147483647 h 528"/>
                <a:gd name="T88" fmla="*/ 2147483647 w 414"/>
                <a:gd name="T89" fmla="*/ 2147483647 h 52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14"/>
                <a:gd name="T136" fmla="*/ 0 h 528"/>
                <a:gd name="T137" fmla="*/ 414 w 414"/>
                <a:gd name="T138" fmla="*/ 528 h 52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14" h="528">
                  <a:moveTo>
                    <a:pt x="60" y="372"/>
                  </a:moveTo>
                  <a:lnTo>
                    <a:pt x="72" y="366"/>
                  </a:lnTo>
                  <a:lnTo>
                    <a:pt x="78" y="360"/>
                  </a:lnTo>
                  <a:lnTo>
                    <a:pt x="78" y="342"/>
                  </a:lnTo>
                  <a:lnTo>
                    <a:pt x="72" y="342"/>
                  </a:lnTo>
                  <a:lnTo>
                    <a:pt x="54" y="360"/>
                  </a:lnTo>
                  <a:lnTo>
                    <a:pt x="54" y="372"/>
                  </a:lnTo>
                  <a:lnTo>
                    <a:pt x="60" y="372"/>
                  </a:lnTo>
                  <a:close/>
                  <a:moveTo>
                    <a:pt x="414" y="174"/>
                  </a:moveTo>
                  <a:lnTo>
                    <a:pt x="390" y="156"/>
                  </a:lnTo>
                  <a:lnTo>
                    <a:pt x="396" y="156"/>
                  </a:lnTo>
                  <a:lnTo>
                    <a:pt x="396" y="150"/>
                  </a:lnTo>
                  <a:lnTo>
                    <a:pt x="402" y="150"/>
                  </a:lnTo>
                  <a:lnTo>
                    <a:pt x="402" y="126"/>
                  </a:lnTo>
                  <a:lnTo>
                    <a:pt x="372" y="126"/>
                  </a:lnTo>
                  <a:lnTo>
                    <a:pt x="360" y="114"/>
                  </a:lnTo>
                  <a:lnTo>
                    <a:pt x="360" y="108"/>
                  </a:lnTo>
                  <a:lnTo>
                    <a:pt x="354" y="102"/>
                  </a:lnTo>
                  <a:lnTo>
                    <a:pt x="354" y="96"/>
                  </a:lnTo>
                  <a:lnTo>
                    <a:pt x="342" y="90"/>
                  </a:lnTo>
                  <a:lnTo>
                    <a:pt x="336" y="90"/>
                  </a:lnTo>
                  <a:lnTo>
                    <a:pt x="330" y="96"/>
                  </a:lnTo>
                  <a:lnTo>
                    <a:pt x="330" y="108"/>
                  </a:lnTo>
                  <a:lnTo>
                    <a:pt x="306" y="108"/>
                  </a:lnTo>
                  <a:lnTo>
                    <a:pt x="300" y="102"/>
                  </a:lnTo>
                  <a:lnTo>
                    <a:pt x="288" y="96"/>
                  </a:lnTo>
                  <a:lnTo>
                    <a:pt x="282" y="102"/>
                  </a:lnTo>
                  <a:lnTo>
                    <a:pt x="270" y="102"/>
                  </a:lnTo>
                  <a:lnTo>
                    <a:pt x="258" y="96"/>
                  </a:lnTo>
                  <a:lnTo>
                    <a:pt x="252" y="90"/>
                  </a:lnTo>
                  <a:lnTo>
                    <a:pt x="252" y="84"/>
                  </a:lnTo>
                  <a:lnTo>
                    <a:pt x="246" y="72"/>
                  </a:lnTo>
                  <a:lnTo>
                    <a:pt x="240" y="66"/>
                  </a:lnTo>
                  <a:lnTo>
                    <a:pt x="228" y="60"/>
                  </a:lnTo>
                  <a:lnTo>
                    <a:pt x="210" y="60"/>
                  </a:lnTo>
                  <a:lnTo>
                    <a:pt x="204" y="48"/>
                  </a:lnTo>
                  <a:lnTo>
                    <a:pt x="168" y="30"/>
                  </a:lnTo>
                  <a:lnTo>
                    <a:pt x="162" y="18"/>
                  </a:lnTo>
                  <a:lnTo>
                    <a:pt x="150" y="12"/>
                  </a:lnTo>
                  <a:lnTo>
                    <a:pt x="144" y="0"/>
                  </a:lnTo>
                  <a:lnTo>
                    <a:pt x="144" y="12"/>
                  </a:lnTo>
                  <a:lnTo>
                    <a:pt x="150" y="18"/>
                  </a:lnTo>
                  <a:lnTo>
                    <a:pt x="150" y="36"/>
                  </a:lnTo>
                  <a:lnTo>
                    <a:pt x="144" y="42"/>
                  </a:lnTo>
                  <a:lnTo>
                    <a:pt x="120" y="54"/>
                  </a:lnTo>
                  <a:lnTo>
                    <a:pt x="102" y="54"/>
                  </a:lnTo>
                  <a:lnTo>
                    <a:pt x="96" y="42"/>
                  </a:lnTo>
                  <a:lnTo>
                    <a:pt x="90" y="42"/>
                  </a:lnTo>
                  <a:lnTo>
                    <a:pt x="78" y="54"/>
                  </a:lnTo>
                  <a:lnTo>
                    <a:pt x="66" y="60"/>
                  </a:lnTo>
                  <a:lnTo>
                    <a:pt x="60" y="72"/>
                  </a:lnTo>
                  <a:lnTo>
                    <a:pt x="60" y="84"/>
                  </a:lnTo>
                  <a:lnTo>
                    <a:pt x="66" y="90"/>
                  </a:lnTo>
                  <a:lnTo>
                    <a:pt x="72" y="102"/>
                  </a:lnTo>
                  <a:lnTo>
                    <a:pt x="72" y="120"/>
                  </a:lnTo>
                  <a:lnTo>
                    <a:pt x="66" y="126"/>
                  </a:lnTo>
                  <a:lnTo>
                    <a:pt x="54" y="132"/>
                  </a:lnTo>
                  <a:lnTo>
                    <a:pt x="42" y="144"/>
                  </a:lnTo>
                  <a:lnTo>
                    <a:pt x="42" y="162"/>
                  </a:lnTo>
                  <a:lnTo>
                    <a:pt x="48" y="168"/>
                  </a:lnTo>
                  <a:lnTo>
                    <a:pt x="54" y="180"/>
                  </a:lnTo>
                  <a:lnTo>
                    <a:pt x="36" y="180"/>
                  </a:lnTo>
                  <a:lnTo>
                    <a:pt x="36" y="198"/>
                  </a:lnTo>
                  <a:lnTo>
                    <a:pt x="0" y="216"/>
                  </a:lnTo>
                  <a:lnTo>
                    <a:pt x="24" y="228"/>
                  </a:lnTo>
                  <a:lnTo>
                    <a:pt x="12" y="258"/>
                  </a:lnTo>
                  <a:lnTo>
                    <a:pt x="24" y="270"/>
                  </a:lnTo>
                  <a:lnTo>
                    <a:pt x="24" y="282"/>
                  </a:lnTo>
                  <a:lnTo>
                    <a:pt x="6" y="300"/>
                  </a:lnTo>
                  <a:lnTo>
                    <a:pt x="0" y="300"/>
                  </a:lnTo>
                  <a:lnTo>
                    <a:pt x="12" y="312"/>
                  </a:lnTo>
                  <a:lnTo>
                    <a:pt x="6" y="318"/>
                  </a:lnTo>
                  <a:lnTo>
                    <a:pt x="6" y="324"/>
                  </a:lnTo>
                  <a:lnTo>
                    <a:pt x="18" y="336"/>
                  </a:lnTo>
                  <a:lnTo>
                    <a:pt x="30" y="342"/>
                  </a:lnTo>
                  <a:lnTo>
                    <a:pt x="60" y="342"/>
                  </a:lnTo>
                  <a:lnTo>
                    <a:pt x="72" y="330"/>
                  </a:lnTo>
                  <a:lnTo>
                    <a:pt x="72" y="324"/>
                  </a:lnTo>
                  <a:lnTo>
                    <a:pt x="96" y="330"/>
                  </a:lnTo>
                  <a:lnTo>
                    <a:pt x="102" y="342"/>
                  </a:lnTo>
                  <a:lnTo>
                    <a:pt x="102" y="348"/>
                  </a:lnTo>
                  <a:lnTo>
                    <a:pt x="96" y="366"/>
                  </a:lnTo>
                  <a:lnTo>
                    <a:pt x="90" y="372"/>
                  </a:lnTo>
                  <a:lnTo>
                    <a:pt x="90" y="384"/>
                  </a:lnTo>
                  <a:lnTo>
                    <a:pt x="84" y="396"/>
                  </a:lnTo>
                  <a:lnTo>
                    <a:pt x="72" y="402"/>
                  </a:lnTo>
                  <a:lnTo>
                    <a:pt x="66" y="402"/>
                  </a:lnTo>
                  <a:lnTo>
                    <a:pt x="60" y="408"/>
                  </a:lnTo>
                  <a:lnTo>
                    <a:pt x="54" y="408"/>
                  </a:lnTo>
                  <a:lnTo>
                    <a:pt x="60" y="408"/>
                  </a:lnTo>
                  <a:lnTo>
                    <a:pt x="72" y="414"/>
                  </a:lnTo>
                  <a:lnTo>
                    <a:pt x="78" y="414"/>
                  </a:lnTo>
                  <a:lnTo>
                    <a:pt x="78" y="420"/>
                  </a:lnTo>
                  <a:lnTo>
                    <a:pt x="72" y="426"/>
                  </a:lnTo>
                  <a:lnTo>
                    <a:pt x="66" y="438"/>
                  </a:lnTo>
                  <a:lnTo>
                    <a:pt x="54" y="444"/>
                  </a:lnTo>
                  <a:lnTo>
                    <a:pt x="48" y="456"/>
                  </a:lnTo>
                  <a:lnTo>
                    <a:pt x="42" y="462"/>
                  </a:lnTo>
                  <a:lnTo>
                    <a:pt x="54" y="474"/>
                  </a:lnTo>
                  <a:lnTo>
                    <a:pt x="42" y="486"/>
                  </a:lnTo>
                  <a:lnTo>
                    <a:pt x="48" y="492"/>
                  </a:lnTo>
                  <a:lnTo>
                    <a:pt x="54" y="492"/>
                  </a:lnTo>
                  <a:lnTo>
                    <a:pt x="66" y="486"/>
                  </a:lnTo>
                  <a:lnTo>
                    <a:pt x="78" y="474"/>
                  </a:lnTo>
                  <a:lnTo>
                    <a:pt x="90" y="486"/>
                  </a:lnTo>
                  <a:lnTo>
                    <a:pt x="120" y="486"/>
                  </a:lnTo>
                  <a:lnTo>
                    <a:pt x="120" y="492"/>
                  </a:lnTo>
                  <a:lnTo>
                    <a:pt x="126" y="498"/>
                  </a:lnTo>
                  <a:lnTo>
                    <a:pt x="126" y="516"/>
                  </a:lnTo>
                  <a:lnTo>
                    <a:pt x="132" y="528"/>
                  </a:lnTo>
                  <a:lnTo>
                    <a:pt x="150" y="528"/>
                  </a:lnTo>
                  <a:lnTo>
                    <a:pt x="150" y="522"/>
                  </a:lnTo>
                  <a:lnTo>
                    <a:pt x="156" y="516"/>
                  </a:lnTo>
                  <a:lnTo>
                    <a:pt x="156" y="510"/>
                  </a:lnTo>
                  <a:lnTo>
                    <a:pt x="162" y="504"/>
                  </a:lnTo>
                  <a:lnTo>
                    <a:pt x="180" y="504"/>
                  </a:lnTo>
                  <a:lnTo>
                    <a:pt x="180" y="474"/>
                  </a:lnTo>
                  <a:lnTo>
                    <a:pt x="186" y="462"/>
                  </a:lnTo>
                  <a:lnTo>
                    <a:pt x="186" y="438"/>
                  </a:lnTo>
                  <a:lnTo>
                    <a:pt x="198" y="426"/>
                  </a:lnTo>
                  <a:lnTo>
                    <a:pt x="198" y="408"/>
                  </a:lnTo>
                  <a:lnTo>
                    <a:pt x="210" y="402"/>
                  </a:lnTo>
                  <a:lnTo>
                    <a:pt x="210" y="396"/>
                  </a:lnTo>
                  <a:lnTo>
                    <a:pt x="228" y="378"/>
                  </a:lnTo>
                  <a:lnTo>
                    <a:pt x="246" y="366"/>
                  </a:lnTo>
                  <a:lnTo>
                    <a:pt x="264" y="360"/>
                  </a:lnTo>
                  <a:lnTo>
                    <a:pt x="324" y="330"/>
                  </a:lnTo>
                  <a:lnTo>
                    <a:pt x="342" y="318"/>
                  </a:lnTo>
                  <a:lnTo>
                    <a:pt x="354" y="300"/>
                  </a:lnTo>
                  <a:lnTo>
                    <a:pt x="366" y="288"/>
                  </a:lnTo>
                  <a:lnTo>
                    <a:pt x="372" y="276"/>
                  </a:lnTo>
                  <a:lnTo>
                    <a:pt x="384" y="264"/>
                  </a:lnTo>
                  <a:lnTo>
                    <a:pt x="390" y="252"/>
                  </a:lnTo>
                  <a:lnTo>
                    <a:pt x="402" y="210"/>
                  </a:lnTo>
                  <a:lnTo>
                    <a:pt x="414" y="204"/>
                  </a:lnTo>
                  <a:lnTo>
                    <a:pt x="414" y="17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37" name="East Timor" descr="© INSCALE GmbH, 05.05.2010&#10;http://www.presentationload.com/">
              <a:extLst>
                <a:ext uri="{FF2B5EF4-FFF2-40B4-BE49-F238E27FC236}">
                  <a16:creationId xmlns:a16="http://schemas.microsoft.com/office/drawing/2014/main" id="{98B63F69-F15E-4E86-85B4-837E2378E048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6641218" y="3220357"/>
              <a:ext cx="82715" cy="38533"/>
            </a:xfrm>
            <a:custGeom>
              <a:avLst/>
              <a:gdLst>
                <a:gd name="T0" fmla="*/ 2147483647 w 252"/>
                <a:gd name="T1" fmla="*/ 0 h 120"/>
                <a:gd name="T2" fmla="*/ 2147483647 w 252"/>
                <a:gd name="T3" fmla="*/ 2147483647 h 120"/>
                <a:gd name="T4" fmla="*/ 2147483647 w 252"/>
                <a:gd name="T5" fmla="*/ 2147483647 h 120"/>
                <a:gd name="T6" fmla="*/ 2147483647 w 252"/>
                <a:gd name="T7" fmla="*/ 2147483647 h 120"/>
                <a:gd name="T8" fmla="*/ 2147483647 w 252"/>
                <a:gd name="T9" fmla="*/ 2147483647 h 120"/>
                <a:gd name="T10" fmla="*/ 2147483647 w 252"/>
                <a:gd name="T11" fmla="*/ 2147483647 h 120"/>
                <a:gd name="T12" fmla="*/ 2147483647 w 252"/>
                <a:gd name="T13" fmla="*/ 2147483647 h 120"/>
                <a:gd name="T14" fmla="*/ 2147483647 w 252"/>
                <a:gd name="T15" fmla="*/ 2147483647 h 120"/>
                <a:gd name="T16" fmla="*/ 2147483647 w 252"/>
                <a:gd name="T17" fmla="*/ 2147483647 h 120"/>
                <a:gd name="T18" fmla="*/ 2147483647 w 252"/>
                <a:gd name="T19" fmla="*/ 2147483647 h 120"/>
                <a:gd name="T20" fmla="*/ 2147483647 w 252"/>
                <a:gd name="T21" fmla="*/ 2147483647 h 120"/>
                <a:gd name="T22" fmla="*/ 2147483647 w 252"/>
                <a:gd name="T23" fmla="*/ 2147483647 h 120"/>
                <a:gd name="T24" fmla="*/ 2147483647 w 252"/>
                <a:gd name="T25" fmla="*/ 2147483647 h 120"/>
                <a:gd name="T26" fmla="*/ 2147483647 w 252"/>
                <a:gd name="T27" fmla="*/ 2147483647 h 120"/>
                <a:gd name="T28" fmla="*/ 2147483647 w 252"/>
                <a:gd name="T29" fmla="*/ 2147483647 h 120"/>
                <a:gd name="T30" fmla="*/ 2147483647 w 252"/>
                <a:gd name="T31" fmla="*/ 2147483647 h 120"/>
                <a:gd name="T32" fmla="*/ 2147483647 w 252"/>
                <a:gd name="T33" fmla="*/ 2147483647 h 120"/>
                <a:gd name="T34" fmla="*/ 2147483647 w 252"/>
                <a:gd name="T35" fmla="*/ 2147483647 h 120"/>
                <a:gd name="T36" fmla="*/ 2147483647 w 252"/>
                <a:gd name="T37" fmla="*/ 2147483647 h 120"/>
                <a:gd name="T38" fmla="*/ 2147483647 w 252"/>
                <a:gd name="T39" fmla="*/ 2147483647 h 120"/>
                <a:gd name="T40" fmla="*/ 2147483647 w 252"/>
                <a:gd name="T41" fmla="*/ 2147483647 h 120"/>
                <a:gd name="T42" fmla="*/ 2147483647 w 252"/>
                <a:gd name="T43" fmla="*/ 2147483647 h 120"/>
                <a:gd name="T44" fmla="*/ 2147483647 w 252"/>
                <a:gd name="T45" fmla="*/ 2147483647 h 120"/>
                <a:gd name="T46" fmla="*/ 2147483647 w 252"/>
                <a:gd name="T47" fmla="*/ 0 h 120"/>
                <a:gd name="T48" fmla="*/ 0 w 252"/>
                <a:gd name="T49" fmla="*/ 2147483647 h 120"/>
                <a:gd name="T50" fmla="*/ 2147483647 w 252"/>
                <a:gd name="T51" fmla="*/ 2147483647 h 120"/>
                <a:gd name="T52" fmla="*/ 2147483647 w 252"/>
                <a:gd name="T53" fmla="*/ 2147483647 h 120"/>
                <a:gd name="T54" fmla="*/ 2147483647 w 252"/>
                <a:gd name="T55" fmla="*/ 2147483647 h 120"/>
                <a:gd name="T56" fmla="*/ 2147483647 w 252"/>
                <a:gd name="T57" fmla="*/ 2147483647 h 120"/>
                <a:gd name="T58" fmla="*/ 2147483647 w 252"/>
                <a:gd name="T59" fmla="*/ 2147483647 h 120"/>
                <a:gd name="T60" fmla="*/ 2147483647 w 252"/>
                <a:gd name="T61" fmla="*/ 2147483647 h 120"/>
                <a:gd name="T62" fmla="*/ 2147483647 w 252"/>
                <a:gd name="T63" fmla="*/ 2147483647 h 120"/>
                <a:gd name="T64" fmla="*/ 0 w 252"/>
                <a:gd name="T65" fmla="*/ 2147483647 h 12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52"/>
                <a:gd name="T100" fmla="*/ 0 h 120"/>
                <a:gd name="T101" fmla="*/ 252 w 252"/>
                <a:gd name="T102" fmla="*/ 120 h 12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52" h="120">
                  <a:moveTo>
                    <a:pt x="228" y="0"/>
                  </a:moveTo>
                  <a:lnTo>
                    <a:pt x="204" y="24"/>
                  </a:lnTo>
                  <a:lnTo>
                    <a:pt x="114" y="24"/>
                  </a:lnTo>
                  <a:lnTo>
                    <a:pt x="108" y="30"/>
                  </a:lnTo>
                  <a:lnTo>
                    <a:pt x="102" y="42"/>
                  </a:lnTo>
                  <a:lnTo>
                    <a:pt x="96" y="48"/>
                  </a:lnTo>
                  <a:lnTo>
                    <a:pt x="90" y="48"/>
                  </a:lnTo>
                  <a:lnTo>
                    <a:pt x="78" y="54"/>
                  </a:lnTo>
                  <a:lnTo>
                    <a:pt x="90" y="72"/>
                  </a:lnTo>
                  <a:lnTo>
                    <a:pt x="84" y="78"/>
                  </a:lnTo>
                  <a:lnTo>
                    <a:pt x="72" y="102"/>
                  </a:lnTo>
                  <a:lnTo>
                    <a:pt x="72" y="114"/>
                  </a:lnTo>
                  <a:lnTo>
                    <a:pt x="78" y="120"/>
                  </a:lnTo>
                  <a:lnTo>
                    <a:pt x="78" y="114"/>
                  </a:lnTo>
                  <a:lnTo>
                    <a:pt x="84" y="108"/>
                  </a:lnTo>
                  <a:lnTo>
                    <a:pt x="96" y="108"/>
                  </a:lnTo>
                  <a:lnTo>
                    <a:pt x="132" y="84"/>
                  </a:lnTo>
                  <a:lnTo>
                    <a:pt x="138" y="90"/>
                  </a:lnTo>
                  <a:lnTo>
                    <a:pt x="162" y="90"/>
                  </a:lnTo>
                  <a:lnTo>
                    <a:pt x="186" y="78"/>
                  </a:lnTo>
                  <a:lnTo>
                    <a:pt x="198" y="66"/>
                  </a:lnTo>
                  <a:lnTo>
                    <a:pt x="210" y="60"/>
                  </a:lnTo>
                  <a:lnTo>
                    <a:pt x="252" y="18"/>
                  </a:lnTo>
                  <a:lnTo>
                    <a:pt x="228" y="0"/>
                  </a:lnTo>
                  <a:close/>
                  <a:moveTo>
                    <a:pt x="0" y="90"/>
                  </a:moveTo>
                  <a:lnTo>
                    <a:pt x="6" y="102"/>
                  </a:lnTo>
                  <a:lnTo>
                    <a:pt x="18" y="96"/>
                  </a:lnTo>
                  <a:lnTo>
                    <a:pt x="24" y="90"/>
                  </a:lnTo>
                  <a:lnTo>
                    <a:pt x="36" y="90"/>
                  </a:lnTo>
                  <a:lnTo>
                    <a:pt x="36" y="84"/>
                  </a:lnTo>
                  <a:lnTo>
                    <a:pt x="42" y="72"/>
                  </a:lnTo>
                  <a:lnTo>
                    <a:pt x="18" y="72"/>
                  </a:lnTo>
                  <a:lnTo>
                    <a:pt x="0" y="9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38" name="Djibouti" descr="© INSCALE GmbH, 05.05.2010&#10;http://www.presentationload.com/">
              <a:extLst>
                <a:ext uri="{FF2B5EF4-FFF2-40B4-BE49-F238E27FC236}">
                  <a16:creationId xmlns:a16="http://schemas.microsoft.com/office/drawing/2014/main" id="{13790EC8-0192-4464-B0EC-4CCF7D705B32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709053" y="2666763"/>
              <a:ext cx="38772" cy="44955"/>
            </a:xfrm>
            <a:custGeom>
              <a:avLst/>
              <a:gdLst>
                <a:gd name="T0" fmla="*/ 2147483647 w 114"/>
                <a:gd name="T1" fmla="*/ 2147483647 h 138"/>
                <a:gd name="T2" fmla="*/ 2147483647 w 114"/>
                <a:gd name="T3" fmla="*/ 2147483647 h 138"/>
                <a:gd name="T4" fmla="*/ 2147483647 w 114"/>
                <a:gd name="T5" fmla="*/ 2147483647 h 138"/>
                <a:gd name="T6" fmla="*/ 0 w 114"/>
                <a:gd name="T7" fmla="*/ 2147483647 h 138"/>
                <a:gd name="T8" fmla="*/ 0 w 114"/>
                <a:gd name="T9" fmla="*/ 2147483647 h 138"/>
                <a:gd name="T10" fmla="*/ 2147483647 w 114"/>
                <a:gd name="T11" fmla="*/ 2147483647 h 138"/>
                <a:gd name="T12" fmla="*/ 2147483647 w 114"/>
                <a:gd name="T13" fmla="*/ 2147483647 h 138"/>
                <a:gd name="T14" fmla="*/ 2147483647 w 114"/>
                <a:gd name="T15" fmla="*/ 2147483647 h 138"/>
                <a:gd name="T16" fmla="*/ 2147483647 w 114"/>
                <a:gd name="T17" fmla="*/ 2147483647 h 138"/>
                <a:gd name="T18" fmla="*/ 2147483647 w 114"/>
                <a:gd name="T19" fmla="*/ 2147483647 h 138"/>
                <a:gd name="T20" fmla="*/ 2147483647 w 114"/>
                <a:gd name="T21" fmla="*/ 2147483647 h 138"/>
                <a:gd name="T22" fmla="*/ 2147483647 w 114"/>
                <a:gd name="T23" fmla="*/ 2147483647 h 138"/>
                <a:gd name="T24" fmla="*/ 2147483647 w 114"/>
                <a:gd name="T25" fmla="*/ 2147483647 h 138"/>
                <a:gd name="T26" fmla="*/ 2147483647 w 114"/>
                <a:gd name="T27" fmla="*/ 2147483647 h 138"/>
                <a:gd name="T28" fmla="*/ 2147483647 w 114"/>
                <a:gd name="T29" fmla="*/ 2147483647 h 138"/>
                <a:gd name="T30" fmla="*/ 2147483647 w 114"/>
                <a:gd name="T31" fmla="*/ 2147483647 h 138"/>
                <a:gd name="T32" fmla="*/ 2147483647 w 114"/>
                <a:gd name="T33" fmla="*/ 2147483647 h 138"/>
                <a:gd name="T34" fmla="*/ 2147483647 w 114"/>
                <a:gd name="T35" fmla="*/ 2147483647 h 138"/>
                <a:gd name="T36" fmla="*/ 2147483647 w 114"/>
                <a:gd name="T37" fmla="*/ 2147483647 h 138"/>
                <a:gd name="T38" fmla="*/ 2147483647 w 114"/>
                <a:gd name="T39" fmla="*/ 2147483647 h 138"/>
                <a:gd name="T40" fmla="*/ 2147483647 w 114"/>
                <a:gd name="T41" fmla="*/ 2147483647 h 138"/>
                <a:gd name="T42" fmla="*/ 2147483647 w 114"/>
                <a:gd name="T43" fmla="*/ 2147483647 h 138"/>
                <a:gd name="T44" fmla="*/ 2147483647 w 114"/>
                <a:gd name="T45" fmla="*/ 2147483647 h 138"/>
                <a:gd name="T46" fmla="*/ 2147483647 w 114"/>
                <a:gd name="T47" fmla="*/ 2147483647 h 138"/>
                <a:gd name="T48" fmla="*/ 2147483647 w 114"/>
                <a:gd name="T49" fmla="*/ 2147483647 h 138"/>
                <a:gd name="T50" fmla="*/ 2147483647 w 114"/>
                <a:gd name="T51" fmla="*/ 2147483647 h 138"/>
                <a:gd name="T52" fmla="*/ 2147483647 w 114"/>
                <a:gd name="T53" fmla="*/ 2147483647 h 138"/>
                <a:gd name="T54" fmla="*/ 2147483647 w 114"/>
                <a:gd name="T55" fmla="*/ 0 h 138"/>
                <a:gd name="T56" fmla="*/ 2147483647 w 114"/>
                <a:gd name="T57" fmla="*/ 2147483647 h 138"/>
                <a:gd name="T58" fmla="*/ 2147483647 w 114"/>
                <a:gd name="T59" fmla="*/ 2147483647 h 13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14"/>
                <a:gd name="T91" fmla="*/ 0 h 138"/>
                <a:gd name="T92" fmla="*/ 114 w 114"/>
                <a:gd name="T93" fmla="*/ 138 h 138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14" h="138">
                  <a:moveTo>
                    <a:pt x="72" y="24"/>
                  </a:moveTo>
                  <a:lnTo>
                    <a:pt x="48" y="12"/>
                  </a:lnTo>
                  <a:lnTo>
                    <a:pt x="18" y="66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6" y="114"/>
                  </a:lnTo>
                  <a:lnTo>
                    <a:pt x="6" y="126"/>
                  </a:lnTo>
                  <a:lnTo>
                    <a:pt x="18" y="138"/>
                  </a:lnTo>
                  <a:lnTo>
                    <a:pt x="42" y="138"/>
                  </a:lnTo>
                  <a:lnTo>
                    <a:pt x="48" y="132"/>
                  </a:lnTo>
                  <a:lnTo>
                    <a:pt x="54" y="132"/>
                  </a:lnTo>
                  <a:lnTo>
                    <a:pt x="60" y="126"/>
                  </a:lnTo>
                  <a:lnTo>
                    <a:pt x="72" y="126"/>
                  </a:lnTo>
                  <a:lnTo>
                    <a:pt x="84" y="132"/>
                  </a:lnTo>
                  <a:lnTo>
                    <a:pt x="90" y="138"/>
                  </a:lnTo>
                  <a:lnTo>
                    <a:pt x="90" y="132"/>
                  </a:lnTo>
                  <a:lnTo>
                    <a:pt x="114" y="108"/>
                  </a:lnTo>
                  <a:lnTo>
                    <a:pt x="114" y="102"/>
                  </a:lnTo>
                  <a:lnTo>
                    <a:pt x="102" y="90"/>
                  </a:lnTo>
                  <a:lnTo>
                    <a:pt x="66" y="90"/>
                  </a:lnTo>
                  <a:lnTo>
                    <a:pt x="78" y="84"/>
                  </a:lnTo>
                  <a:lnTo>
                    <a:pt x="84" y="72"/>
                  </a:lnTo>
                  <a:lnTo>
                    <a:pt x="96" y="66"/>
                  </a:lnTo>
                  <a:lnTo>
                    <a:pt x="102" y="54"/>
                  </a:lnTo>
                  <a:lnTo>
                    <a:pt x="114" y="42"/>
                  </a:lnTo>
                  <a:lnTo>
                    <a:pt x="114" y="24"/>
                  </a:lnTo>
                  <a:lnTo>
                    <a:pt x="108" y="12"/>
                  </a:lnTo>
                  <a:lnTo>
                    <a:pt x="96" y="0"/>
                  </a:lnTo>
                  <a:lnTo>
                    <a:pt x="84" y="6"/>
                  </a:lnTo>
                  <a:lnTo>
                    <a:pt x="72" y="2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39" name="Dominican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D8FC45B4-ADCB-420F-AF77-2E379FEC34E1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068646" y="2475386"/>
              <a:ext cx="82715" cy="55231"/>
            </a:xfrm>
            <a:custGeom>
              <a:avLst/>
              <a:gdLst>
                <a:gd name="T0" fmla="*/ 2147483647 w 252"/>
                <a:gd name="T1" fmla="*/ 2147483647 h 168"/>
                <a:gd name="T2" fmla="*/ 2147483647 w 252"/>
                <a:gd name="T3" fmla="*/ 2147483647 h 168"/>
                <a:gd name="T4" fmla="*/ 2147483647 w 252"/>
                <a:gd name="T5" fmla="*/ 2147483647 h 168"/>
                <a:gd name="T6" fmla="*/ 2147483647 w 252"/>
                <a:gd name="T7" fmla="*/ 2147483647 h 168"/>
                <a:gd name="T8" fmla="*/ 2147483647 w 252"/>
                <a:gd name="T9" fmla="*/ 2147483647 h 168"/>
                <a:gd name="T10" fmla="*/ 2147483647 w 252"/>
                <a:gd name="T11" fmla="*/ 2147483647 h 168"/>
                <a:gd name="T12" fmla="*/ 2147483647 w 252"/>
                <a:gd name="T13" fmla="*/ 2147483647 h 168"/>
                <a:gd name="T14" fmla="*/ 2147483647 w 252"/>
                <a:gd name="T15" fmla="*/ 2147483647 h 168"/>
                <a:gd name="T16" fmla="*/ 2147483647 w 252"/>
                <a:gd name="T17" fmla="*/ 2147483647 h 168"/>
                <a:gd name="T18" fmla="*/ 2147483647 w 252"/>
                <a:gd name="T19" fmla="*/ 2147483647 h 168"/>
                <a:gd name="T20" fmla="*/ 2147483647 w 252"/>
                <a:gd name="T21" fmla="*/ 0 h 168"/>
                <a:gd name="T22" fmla="*/ 2147483647 w 252"/>
                <a:gd name="T23" fmla="*/ 0 h 168"/>
                <a:gd name="T24" fmla="*/ 2147483647 w 252"/>
                <a:gd name="T25" fmla="*/ 2147483647 h 168"/>
                <a:gd name="T26" fmla="*/ 2147483647 w 252"/>
                <a:gd name="T27" fmla="*/ 2147483647 h 168"/>
                <a:gd name="T28" fmla="*/ 2147483647 w 252"/>
                <a:gd name="T29" fmla="*/ 2147483647 h 168"/>
                <a:gd name="T30" fmla="*/ 2147483647 w 252"/>
                <a:gd name="T31" fmla="*/ 2147483647 h 168"/>
                <a:gd name="T32" fmla="*/ 2147483647 w 252"/>
                <a:gd name="T33" fmla="*/ 2147483647 h 168"/>
                <a:gd name="T34" fmla="*/ 2147483647 w 252"/>
                <a:gd name="T35" fmla="*/ 2147483647 h 168"/>
                <a:gd name="T36" fmla="*/ 2147483647 w 252"/>
                <a:gd name="T37" fmla="*/ 2147483647 h 168"/>
                <a:gd name="T38" fmla="*/ 2147483647 w 252"/>
                <a:gd name="T39" fmla="*/ 2147483647 h 168"/>
                <a:gd name="T40" fmla="*/ 2147483647 w 252"/>
                <a:gd name="T41" fmla="*/ 2147483647 h 168"/>
                <a:gd name="T42" fmla="*/ 0 w 252"/>
                <a:gd name="T43" fmla="*/ 2147483647 h 168"/>
                <a:gd name="T44" fmla="*/ 0 w 252"/>
                <a:gd name="T45" fmla="*/ 2147483647 h 168"/>
                <a:gd name="T46" fmla="*/ 2147483647 w 252"/>
                <a:gd name="T47" fmla="*/ 2147483647 h 168"/>
                <a:gd name="T48" fmla="*/ 0 w 252"/>
                <a:gd name="T49" fmla="*/ 2147483647 h 168"/>
                <a:gd name="T50" fmla="*/ 2147483647 w 252"/>
                <a:gd name="T51" fmla="*/ 2147483647 h 168"/>
                <a:gd name="T52" fmla="*/ 2147483647 w 252"/>
                <a:gd name="T53" fmla="*/ 2147483647 h 168"/>
                <a:gd name="T54" fmla="*/ 2147483647 w 252"/>
                <a:gd name="T55" fmla="*/ 2147483647 h 168"/>
                <a:gd name="T56" fmla="*/ 2147483647 w 252"/>
                <a:gd name="T57" fmla="*/ 2147483647 h 168"/>
                <a:gd name="T58" fmla="*/ 2147483647 w 252"/>
                <a:gd name="T59" fmla="*/ 2147483647 h 168"/>
                <a:gd name="T60" fmla="*/ 2147483647 w 252"/>
                <a:gd name="T61" fmla="*/ 2147483647 h 168"/>
                <a:gd name="T62" fmla="*/ 2147483647 w 252"/>
                <a:gd name="T63" fmla="*/ 2147483647 h 168"/>
                <a:gd name="T64" fmla="*/ 2147483647 w 252"/>
                <a:gd name="T65" fmla="*/ 2147483647 h 168"/>
                <a:gd name="T66" fmla="*/ 2147483647 w 252"/>
                <a:gd name="T67" fmla="*/ 2147483647 h 16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52"/>
                <a:gd name="T103" fmla="*/ 0 h 168"/>
                <a:gd name="T104" fmla="*/ 252 w 252"/>
                <a:gd name="T105" fmla="*/ 168 h 16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52" h="168">
                  <a:moveTo>
                    <a:pt x="246" y="102"/>
                  </a:moveTo>
                  <a:lnTo>
                    <a:pt x="234" y="96"/>
                  </a:lnTo>
                  <a:lnTo>
                    <a:pt x="216" y="78"/>
                  </a:lnTo>
                  <a:lnTo>
                    <a:pt x="192" y="66"/>
                  </a:lnTo>
                  <a:lnTo>
                    <a:pt x="156" y="54"/>
                  </a:lnTo>
                  <a:lnTo>
                    <a:pt x="132" y="42"/>
                  </a:lnTo>
                  <a:lnTo>
                    <a:pt x="126" y="30"/>
                  </a:lnTo>
                  <a:lnTo>
                    <a:pt x="108" y="12"/>
                  </a:lnTo>
                  <a:lnTo>
                    <a:pt x="96" y="6"/>
                  </a:lnTo>
                  <a:lnTo>
                    <a:pt x="84" y="6"/>
                  </a:lnTo>
                  <a:lnTo>
                    <a:pt x="60" y="0"/>
                  </a:lnTo>
                  <a:lnTo>
                    <a:pt x="30" y="0"/>
                  </a:lnTo>
                  <a:lnTo>
                    <a:pt x="24" y="6"/>
                  </a:lnTo>
                  <a:lnTo>
                    <a:pt x="18" y="6"/>
                  </a:lnTo>
                  <a:lnTo>
                    <a:pt x="30" y="42"/>
                  </a:lnTo>
                  <a:lnTo>
                    <a:pt x="30" y="54"/>
                  </a:lnTo>
                  <a:lnTo>
                    <a:pt x="24" y="60"/>
                  </a:lnTo>
                  <a:lnTo>
                    <a:pt x="18" y="72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6" y="102"/>
                  </a:lnTo>
                  <a:lnTo>
                    <a:pt x="0" y="108"/>
                  </a:lnTo>
                  <a:lnTo>
                    <a:pt x="0" y="114"/>
                  </a:lnTo>
                  <a:lnTo>
                    <a:pt x="12" y="144"/>
                  </a:lnTo>
                  <a:lnTo>
                    <a:pt x="0" y="126"/>
                  </a:lnTo>
                  <a:lnTo>
                    <a:pt x="30" y="168"/>
                  </a:lnTo>
                  <a:lnTo>
                    <a:pt x="78" y="132"/>
                  </a:lnTo>
                  <a:lnTo>
                    <a:pt x="174" y="132"/>
                  </a:lnTo>
                  <a:lnTo>
                    <a:pt x="186" y="138"/>
                  </a:lnTo>
                  <a:lnTo>
                    <a:pt x="240" y="138"/>
                  </a:lnTo>
                  <a:lnTo>
                    <a:pt x="246" y="132"/>
                  </a:lnTo>
                  <a:lnTo>
                    <a:pt x="252" y="120"/>
                  </a:lnTo>
                  <a:lnTo>
                    <a:pt x="252" y="114"/>
                  </a:lnTo>
                  <a:lnTo>
                    <a:pt x="246" y="10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40" name="Denmark" descr="© INSCALE GmbH, 05.05.2010&#10;http://www.presentationload.com/">
              <a:extLst>
                <a:ext uri="{FF2B5EF4-FFF2-40B4-BE49-F238E27FC236}">
                  <a16:creationId xmlns:a16="http://schemas.microsoft.com/office/drawing/2014/main" id="{34FD7082-4081-4310-A63E-6A1D36F8C191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3929727" y="1491506"/>
              <a:ext cx="91762" cy="77067"/>
            </a:xfrm>
            <a:custGeom>
              <a:avLst/>
              <a:gdLst>
                <a:gd name="T0" fmla="*/ 2147483647 w 71"/>
                <a:gd name="T1" fmla="*/ 2147483647 h 60"/>
                <a:gd name="T2" fmla="*/ 2147483647 w 71"/>
                <a:gd name="T3" fmla="*/ 2147483647 h 60"/>
                <a:gd name="T4" fmla="*/ 2147483647 w 71"/>
                <a:gd name="T5" fmla="*/ 2147483647 h 60"/>
                <a:gd name="T6" fmla="*/ 2147483647 w 71"/>
                <a:gd name="T7" fmla="*/ 2147483647 h 60"/>
                <a:gd name="T8" fmla="*/ 2147483647 w 71"/>
                <a:gd name="T9" fmla="*/ 2147483647 h 60"/>
                <a:gd name="T10" fmla="*/ 2147483647 w 71"/>
                <a:gd name="T11" fmla="*/ 2147483647 h 60"/>
                <a:gd name="T12" fmla="*/ 2147483647 w 71"/>
                <a:gd name="T13" fmla="*/ 2147483647 h 60"/>
                <a:gd name="T14" fmla="*/ 2147483647 w 71"/>
                <a:gd name="T15" fmla="*/ 2147483647 h 60"/>
                <a:gd name="T16" fmla="*/ 2147483647 w 71"/>
                <a:gd name="T17" fmla="*/ 2147483647 h 60"/>
                <a:gd name="T18" fmla="*/ 2147483647 w 71"/>
                <a:gd name="T19" fmla="*/ 2147483647 h 60"/>
                <a:gd name="T20" fmla="*/ 2147483647 w 71"/>
                <a:gd name="T21" fmla="*/ 2147483647 h 60"/>
                <a:gd name="T22" fmla="*/ 2147483647 w 71"/>
                <a:gd name="T23" fmla="*/ 2147483647 h 60"/>
                <a:gd name="T24" fmla="*/ 2147483647 w 71"/>
                <a:gd name="T25" fmla="*/ 2147483647 h 60"/>
                <a:gd name="T26" fmla="*/ 2147483647 w 71"/>
                <a:gd name="T27" fmla="*/ 2147483647 h 60"/>
                <a:gd name="T28" fmla="*/ 2147483647 w 71"/>
                <a:gd name="T29" fmla="*/ 2147483647 h 60"/>
                <a:gd name="T30" fmla="*/ 2147483647 w 71"/>
                <a:gd name="T31" fmla="*/ 2147483647 h 60"/>
                <a:gd name="T32" fmla="*/ 2147483647 w 71"/>
                <a:gd name="T33" fmla="*/ 2147483647 h 60"/>
                <a:gd name="T34" fmla="*/ 2147483647 w 71"/>
                <a:gd name="T35" fmla="*/ 2147483647 h 60"/>
                <a:gd name="T36" fmla="*/ 2147483647 w 71"/>
                <a:gd name="T37" fmla="*/ 2147483647 h 60"/>
                <a:gd name="T38" fmla="*/ 2147483647 w 71"/>
                <a:gd name="T39" fmla="*/ 2147483647 h 60"/>
                <a:gd name="T40" fmla="*/ 2147483647 w 71"/>
                <a:gd name="T41" fmla="*/ 2147483647 h 60"/>
                <a:gd name="T42" fmla="*/ 2147483647 w 71"/>
                <a:gd name="T43" fmla="*/ 2147483647 h 60"/>
                <a:gd name="T44" fmla="*/ 2147483647 w 71"/>
                <a:gd name="T45" fmla="*/ 2147483647 h 60"/>
                <a:gd name="T46" fmla="*/ 2147483647 w 71"/>
                <a:gd name="T47" fmla="*/ 2147483647 h 60"/>
                <a:gd name="T48" fmla="*/ 2147483647 w 71"/>
                <a:gd name="T49" fmla="*/ 2147483647 h 60"/>
                <a:gd name="T50" fmla="*/ 2147483647 w 71"/>
                <a:gd name="T51" fmla="*/ 2147483647 h 60"/>
                <a:gd name="T52" fmla="*/ 2147483647 w 71"/>
                <a:gd name="T53" fmla="*/ 2147483647 h 60"/>
                <a:gd name="T54" fmla="*/ 2147483647 w 71"/>
                <a:gd name="T55" fmla="*/ 2147483647 h 60"/>
                <a:gd name="T56" fmla="*/ 2147483647 w 71"/>
                <a:gd name="T57" fmla="*/ 2147483647 h 60"/>
                <a:gd name="T58" fmla="*/ 2147483647 w 71"/>
                <a:gd name="T59" fmla="*/ 2147483647 h 60"/>
                <a:gd name="T60" fmla="*/ 2147483647 w 71"/>
                <a:gd name="T61" fmla="*/ 2147483647 h 60"/>
                <a:gd name="T62" fmla="*/ 2147483647 w 71"/>
                <a:gd name="T63" fmla="*/ 0 h 60"/>
                <a:gd name="T64" fmla="*/ 2147483647 w 71"/>
                <a:gd name="T65" fmla="*/ 2147483647 h 60"/>
                <a:gd name="T66" fmla="*/ 2147483647 w 71"/>
                <a:gd name="T67" fmla="*/ 2147483647 h 60"/>
                <a:gd name="T68" fmla="*/ 2147483647 w 71"/>
                <a:gd name="T69" fmla="*/ 2147483647 h 60"/>
                <a:gd name="T70" fmla="*/ 2147483647 w 71"/>
                <a:gd name="T71" fmla="*/ 2147483647 h 60"/>
                <a:gd name="T72" fmla="*/ 2147483647 w 71"/>
                <a:gd name="T73" fmla="*/ 2147483647 h 60"/>
                <a:gd name="T74" fmla="*/ 2147483647 w 71"/>
                <a:gd name="T75" fmla="*/ 2147483647 h 60"/>
                <a:gd name="T76" fmla="*/ 2147483647 w 71"/>
                <a:gd name="T77" fmla="*/ 2147483647 h 60"/>
                <a:gd name="T78" fmla="*/ 2147483647 w 71"/>
                <a:gd name="T79" fmla="*/ 2147483647 h 60"/>
                <a:gd name="T80" fmla="*/ 2147483647 w 71"/>
                <a:gd name="T81" fmla="*/ 2147483647 h 60"/>
                <a:gd name="T82" fmla="*/ 0 w 71"/>
                <a:gd name="T83" fmla="*/ 2147483647 h 60"/>
                <a:gd name="T84" fmla="*/ 0 w 71"/>
                <a:gd name="T85" fmla="*/ 2147483647 h 60"/>
                <a:gd name="T86" fmla="*/ 2147483647 w 71"/>
                <a:gd name="T87" fmla="*/ 2147483647 h 60"/>
                <a:gd name="T88" fmla="*/ 2147483647 w 71"/>
                <a:gd name="T89" fmla="*/ 2147483647 h 60"/>
                <a:gd name="T90" fmla="*/ 2147483647 w 71"/>
                <a:gd name="T91" fmla="*/ 2147483647 h 60"/>
                <a:gd name="T92" fmla="*/ 2147483647 w 71"/>
                <a:gd name="T93" fmla="*/ 2147483647 h 60"/>
                <a:gd name="T94" fmla="*/ 2147483647 w 71"/>
                <a:gd name="T95" fmla="*/ 2147483647 h 60"/>
                <a:gd name="T96" fmla="*/ 2147483647 w 71"/>
                <a:gd name="T97" fmla="*/ 2147483647 h 60"/>
                <a:gd name="T98" fmla="*/ 2147483647 w 71"/>
                <a:gd name="T99" fmla="*/ 2147483647 h 60"/>
                <a:gd name="T100" fmla="*/ 2147483647 w 71"/>
                <a:gd name="T101" fmla="*/ 2147483647 h 60"/>
                <a:gd name="T102" fmla="*/ 2147483647 w 71"/>
                <a:gd name="T103" fmla="*/ 2147483647 h 60"/>
                <a:gd name="T104" fmla="*/ 2147483647 w 71"/>
                <a:gd name="T105" fmla="*/ 2147483647 h 60"/>
                <a:gd name="T106" fmla="*/ 2147483647 w 71"/>
                <a:gd name="T107" fmla="*/ 2147483647 h 60"/>
                <a:gd name="T108" fmla="*/ 2147483647 w 71"/>
                <a:gd name="T109" fmla="*/ 2147483647 h 60"/>
                <a:gd name="T110" fmla="*/ 2147483647 w 71"/>
                <a:gd name="T111" fmla="*/ 2147483647 h 60"/>
                <a:gd name="T112" fmla="*/ 2147483647 w 71"/>
                <a:gd name="T113" fmla="*/ 2147483647 h 60"/>
                <a:gd name="T114" fmla="*/ 2147483647 w 71"/>
                <a:gd name="T115" fmla="*/ 2147483647 h 60"/>
                <a:gd name="T116" fmla="*/ 2147483647 w 71"/>
                <a:gd name="T117" fmla="*/ 2147483647 h 60"/>
                <a:gd name="T118" fmla="*/ 2147483647 w 71"/>
                <a:gd name="T119" fmla="*/ 2147483647 h 60"/>
                <a:gd name="T120" fmla="*/ 2147483647 w 71"/>
                <a:gd name="T121" fmla="*/ 2147483647 h 6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1"/>
                <a:gd name="T184" fmla="*/ 0 h 60"/>
                <a:gd name="T185" fmla="*/ 71 w 71"/>
                <a:gd name="T186" fmla="*/ 60 h 6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1" h="60">
                  <a:moveTo>
                    <a:pt x="62" y="48"/>
                  </a:moveTo>
                  <a:lnTo>
                    <a:pt x="67" y="46"/>
                  </a:lnTo>
                  <a:lnTo>
                    <a:pt x="69" y="46"/>
                  </a:lnTo>
                  <a:lnTo>
                    <a:pt x="69" y="43"/>
                  </a:lnTo>
                  <a:lnTo>
                    <a:pt x="67" y="43"/>
                  </a:lnTo>
                  <a:lnTo>
                    <a:pt x="62" y="41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64" y="36"/>
                  </a:lnTo>
                  <a:lnTo>
                    <a:pt x="67" y="34"/>
                  </a:lnTo>
                  <a:lnTo>
                    <a:pt x="67" y="29"/>
                  </a:lnTo>
                  <a:lnTo>
                    <a:pt x="64" y="29"/>
                  </a:lnTo>
                  <a:lnTo>
                    <a:pt x="62" y="29"/>
                  </a:lnTo>
                  <a:lnTo>
                    <a:pt x="60" y="31"/>
                  </a:lnTo>
                  <a:lnTo>
                    <a:pt x="60" y="34"/>
                  </a:lnTo>
                  <a:lnTo>
                    <a:pt x="57" y="36"/>
                  </a:lnTo>
                  <a:lnTo>
                    <a:pt x="57" y="34"/>
                  </a:lnTo>
                  <a:lnTo>
                    <a:pt x="55" y="31"/>
                  </a:lnTo>
                  <a:lnTo>
                    <a:pt x="52" y="34"/>
                  </a:lnTo>
                  <a:lnTo>
                    <a:pt x="45" y="38"/>
                  </a:lnTo>
                  <a:lnTo>
                    <a:pt x="48" y="38"/>
                  </a:lnTo>
                  <a:lnTo>
                    <a:pt x="50" y="41"/>
                  </a:lnTo>
                  <a:lnTo>
                    <a:pt x="50" y="43"/>
                  </a:lnTo>
                  <a:lnTo>
                    <a:pt x="50" y="46"/>
                  </a:lnTo>
                  <a:lnTo>
                    <a:pt x="50" y="48"/>
                  </a:lnTo>
                  <a:lnTo>
                    <a:pt x="48" y="48"/>
                  </a:lnTo>
                  <a:lnTo>
                    <a:pt x="50" y="48"/>
                  </a:lnTo>
                  <a:lnTo>
                    <a:pt x="50" y="50"/>
                  </a:lnTo>
                  <a:lnTo>
                    <a:pt x="55" y="50"/>
                  </a:lnTo>
                  <a:lnTo>
                    <a:pt x="55" y="48"/>
                  </a:lnTo>
                  <a:lnTo>
                    <a:pt x="57" y="48"/>
                  </a:lnTo>
                  <a:lnTo>
                    <a:pt x="57" y="50"/>
                  </a:lnTo>
                  <a:lnTo>
                    <a:pt x="60" y="53"/>
                  </a:lnTo>
                  <a:lnTo>
                    <a:pt x="60" y="55"/>
                  </a:lnTo>
                  <a:lnTo>
                    <a:pt x="62" y="55"/>
                  </a:lnTo>
                  <a:lnTo>
                    <a:pt x="62" y="53"/>
                  </a:lnTo>
                  <a:lnTo>
                    <a:pt x="62" y="48"/>
                  </a:lnTo>
                  <a:close/>
                  <a:moveTo>
                    <a:pt x="71" y="53"/>
                  </a:moveTo>
                  <a:lnTo>
                    <a:pt x="62" y="55"/>
                  </a:lnTo>
                  <a:lnTo>
                    <a:pt x="60" y="58"/>
                  </a:lnTo>
                  <a:lnTo>
                    <a:pt x="57" y="58"/>
                  </a:lnTo>
                  <a:lnTo>
                    <a:pt x="57" y="55"/>
                  </a:lnTo>
                  <a:lnTo>
                    <a:pt x="55" y="55"/>
                  </a:lnTo>
                  <a:lnTo>
                    <a:pt x="50" y="53"/>
                  </a:lnTo>
                  <a:lnTo>
                    <a:pt x="45" y="53"/>
                  </a:lnTo>
                  <a:lnTo>
                    <a:pt x="45" y="58"/>
                  </a:lnTo>
                  <a:lnTo>
                    <a:pt x="50" y="58"/>
                  </a:lnTo>
                  <a:lnTo>
                    <a:pt x="52" y="58"/>
                  </a:lnTo>
                  <a:lnTo>
                    <a:pt x="55" y="60"/>
                  </a:lnTo>
                  <a:lnTo>
                    <a:pt x="57" y="60"/>
                  </a:lnTo>
                  <a:lnTo>
                    <a:pt x="60" y="60"/>
                  </a:lnTo>
                  <a:lnTo>
                    <a:pt x="62" y="60"/>
                  </a:lnTo>
                  <a:lnTo>
                    <a:pt x="69" y="58"/>
                  </a:lnTo>
                  <a:lnTo>
                    <a:pt x="71" y="58"/>
                  </a:lnTo>
                  <a:lnTo>
                    <a:pt x="71" y="53"/>
                  </a:lnTo>
                  <a:close/>
                  <a:moveTo>
                    <a:pt x="31" y="12"/>
                  </a:moveTo>
                  <a:lnTo>
                    <a:pt x="36" y="7"/>
                  </a:lnTo>
                  <a:lnTo>
                    <a:pt x="36" y="3"/>
                  </a:lnTo>
                  <a:lnTo>
                    <a:pt x="36" y="0"/>
                  </a:lnTo>
                  <a:lnTo>
                    <a:pt x="26" y="0"/>
                  </a:lnTo>
                  <a:lnTo>
                    <a:pt x="26" y="3"/>
                  </a:lnTo>
                  <a:lnTo>
                    <a:pt x="21" y="7"/>
                  </a:lnTo>
                  <a:lnTo>
                    <a:pt x="21" y="10"/>
                  </a:lnTo>
                  <a:lnTo>
                    <a:pt x="19" y="10"/>
                  </a:lnTo>
                  <a:lnTo>
                    <a:pt x="19" y="19"/>
                  </a:lnTo>
                  <a:lnTo>
                    <a:pt x="14" y="14"/>
                  </a:lnTo>
                  <a:lnTo>
                    <a:pt x="12" y="7"/>
                  </a:lnTo>
                  <a:lnTo>
                    <a:pt x="7" y="10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7" y="14"/>
                  </a:lnTo>
                  <a:lnTo>
                    <a:pt x="12" y="19"/>
                  </a:lnTo>
                  <a:lnTo>
                    <a:pt x="12" y="22"/>
                  </a:lnTo>
                  <a:lnTo>
                    <a:pt x="5" y="19"/>
                  </a:lnTo>
                  <a:lnTo>
                    <a:pt x="2" y="24"/>
                  </a:lnTo>
                  <a:lnTo>
                    <a:pt x="0" y="24"/>
                  </a:lnTo>
                  <a:lnTo>
                    <a:pt x="0" y="29"/>
                  </a:lnTo>
                  <a:lnTo>
                    <a:pt x="0" y="31"/>
                  </a:lnTo>
                  <a:lnTo>
                    <a:pt x="5" y="34"/>
                  </a:lnTo>
                  <a:lnTo>
                    <a:pt x="7" y="34"/>
                  </a:lnTo>
                  <a:lnTo>
                    <a:pt x="2" y="38"/>
                  </a:lnTo>
                  <a:lnTo>
                    <a:pt x="2" y="41"/>
                  </a:lnTo>
                  <a:lnTo>
                    <a:pt x="5" y="43"/>
                  </a:lnTo>
                  <a:lnTo>
                    <a:pt x="7" y="43"/>
                  </a:lnTo>
                  <a:lnTo>
                    <a:pt x="7" y="48"/>
                  </a:lnTo>
                  <a:lnTo>
                    <a:pt x="5" y="53"/>
                  </a:lnTo>
                  <a:lnTo>
                    <a:pt x="7" y="53"/>
                  </a:lnTo>
                  <a:lnTo>
                    <a:pt x="17" y="53"/>
                  </a:lnTo>
                  <a:lnTo>
                    <a:pt x="17" y="55"/>
                  </a:lnTo>
                  <a:lnTo>
                    <a:pt x="24" y="55"/>
                  </a:lnTo>
                  <a:lnTo>
                    <a:pt x="26" y="58"/>
                  </a:lnTo>
                  <a:lnTo>
                    <a:pt x="26" y="55"/>
                  </a:lnTo>
                  <a:lnTo>
                    <a:pt x="24" y="53"/>
                  </a:lnTo>
                  <a:lnTo>
                    <a:pt x="24" y="48"/>
                  </a:lnTo>
                  <a:lnTo>
                    <a:pt x="26" y="43"/>
                  </a:lnTo>
                  <a:lnTo>
                    <a:pt x="24" y="41"/>
                  </a:lnTo>
                  <a:lnTo>
                    <a:pt x="24" y="38"/>
                  </a:lnTo>
                  <a:lnTo>
                    <a:pt x="21" y="38"/>
                  </a:lnTo>
                  <a:lnTo>
                    <a:pt x="24" y="38"/>
                  </a:lnTo>
                  <a:lnTo>
                    <a:pt x="31" y="34"/>
                  </a:lnTo>
                  <a:lnTo>
                    <a:pt x="33" y="26"/>
                  </a:lnTo>
                  <a:lnTo>
                    <a:pt x="38" y="26"/>
                  </a:lnTo>
                  <a:lnTo>
                    <a:pt x="41" y="19"/>
                  </a:lnTo>
                  <a:lnTo>
                    <a:pt x="31" y="19"/>
                  </a:lnTo>
                  <a:lnTo>
                    <a:pt x="31" y="12"/>
                  </a:lnTo>
                  <a:close/>
                  <a:moveTo>
                    <a:pt x="29" y="38"/>
                  </a:moveTo>
                  <a:lnTo>
                    <a:pt x="31" y="48"/>
                  </a:lnTo>
                  <a:lnTo>
                    <a:pt x="36" y="53"/>
                  </a:lnTo>
                  <a:lnTo>
                    <a:pt x="38" y="46"/>
                  </a:lnTo>
                  <a:lnTo>
                    <a:pt x="33" y="41"/>
                  </a:lnTo>
                  <a:lnTo>
                    <a:pt x="29" y="3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41" name="Czech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9F890115-9A4A-406E-9511-A16C945E704B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011150" y="1657198"/>
              <a:ext cx="139582" cy="62938"/>
            </a:xfrm>
            <a:custGeom>
              <a:avLst/>
              <a:gdLst>
                <a:gd name="T0" fmla="*/ 2147483647 w 420"/>
                <a:gd name="T1" fmla="*/ 2147483647 h 192"/>
                <a:gd name="T2" fmla="*/ 2147483647 w 420"/>
                <a:gd name="T3" fmla="*/ 2147483647 h 192"/>
                <a:gd name="T4" fmla="*/ 2147483647 w 420"/>
                <a:gd name="T5" fmla="*/ 2147483647 h 192"/>
                <a:gd name="T6" fmla="*/ 2147483647 w 420"/>
                <a:gd name="T7" fmla="*/ 2147483647 h 192"/>
                <a:gd name="T8" fmla="*/ 2147483647 w 420"/>
                <a:gd name="T9" fmla="*/ 2147483647 h 192"/>
                <a:gd name="T10" fmla="*/ 2147483647 w 420"/>
                <a:gd name="T11" fmla="*/ 2147483647 h 192"/>
                <a:gd name="T12" fmla="*/ 2147483647 w 420"/>
                <a:gd name="T13" fmla="*/ 2147483647 h 192"/>
                <a:gd name="T14" fmla="*/ 2147483647 w 420"/>
                <a:gd name="T15" fmla="*/ 2147483647 h 192"/>
                <a:gd name="T16" fmla="*/ 2147483647 w 420"/>
                <a:gd name="T17" fmla="*/ 2147483647 h 192"/>
                <a:gd name="T18" fmla="*/ 2147483647 w 420"/>
                <a:gd name="T19" fmla="*/ 2147483647 h 192"/>
                <a:gd name="T20" fmla="*/ 2147483647 w 420"/>
                <a:gd name="T21" fmla="*/ 2147483647 h 192"/>
                <a:gd name="T22" fmla="*/ 2147483647 w 420"/>
                <a:gd name="T23" fmla="*/ 2147483647 h 192"/>
                <a:gd name="T24" fmla="*/ 2147483647 w 420"/>
                <a:gd name="T25" fmla="*/ 2147483647 h 192"/>
                <a:gd name="T26" fmla="*/ 2147483647 w 420"/>
                <a:gd name="T27" fmla="*/ 2147483647 h 192"/>
                <a:gd name="T28" fmla="*/ 2147483647 w 420"/>
                <a:gd name="T29" fmla="*/ 0 h 192"/>
                <a:gd name="T30" fmla="*/ 2147483647 w 420"/>
                <a:gd name="T31" fmla="*/ 2147483647 h 192"/>
                <a:gd name="T32" fmla="*/ 2147483647 w 420"/>
                <a:gd name="T33" fmla="*/ 0 h 192"/>
                <a:gd name="T34" fmla="*/ 2147483647 w 420"/>
                <a:gd name="T35" fmla="*/ 2147483647 h 192"/>
                <a:gd name="T36" fmla="*/ 2147483647 w 420"/>
                <a:gd name="T37" fmla="*/ 2147483647 h 192"/>
                <a:gd name="T38" fmla="*/ 2147483647 w 420"/>
                <a:gd name="T39" fmla="*/ 2147483647 h 192"/>
                <a:gd name="T40" fmla="*/ 2147483647 w 420"/>
                <a:gd name="T41" fmla="*/ 2147483647 h 192"/>
                <a:gd name="T42" fmla="*/ 2147483647 w 420"/>
                <a:gd name="T43" fmla="*/ 2147483647 h 192"/>
                <a:gd name="T44" fmla="*/ 2147483647 w 420"/>
                <a:gd name="T45" fmla="*/ 2147483647 h 192"/>
                <a:gd name="T46" fmla="*/ 2147483647 w 420"/>
                <a:gd name="T47" fmla="*/ 2147483647 h 192"/>
                <a:gd name="T48" fmla="*/ 2147483647 w 420"/>
                <a:gd name="T49" fmla="*/ 2147483647 h 192"/>
                <a:gd name="T50" fmla="*/ 2147483647 w 420"/>
                <a:gd name="T51" fmla="*/ 2147483647 h 192"/>
                <a:gd name="T52" fmla="*/ 0 w 420"/>
                <a:gd name="T53" fmla="*/ 2147483647 h 192"/>
                <a:gd name="T54" fmla="*/ 2147483647 w 420"/>
                <a:gd name="T55" fmla="*/ 2147483647 h 192"/>
                <a:gd name="T56" fmla="*/ 2147483647 w 420"/>
                <a:gd name="T57" fmla="*/ 2147483647 h 192"/>
                <a:gd name="T58" fmla="*/ 2147483647 w 420"/>
                <a:gd name="T59" fmla="*/ 2147483647 h 192"/>
                <a:gd name="T60" fmla="*/ 2147483647 w 420"/>
                <a:gd name="T61" fmla="*/ 2147483647 h 192"/>
                <a:gd name="T62" fmla="*/ 2147483647 w 420"/>
                <a:gd name="T63" fmla="*/ 2147483647 h 192"/>
                <a:gd name="T64" fmla="*/ 2147483647 w 420"/>
                <a:gd name="T65" fmla="*/ 2147483647 h 192"/>
                <a:gd name="T66" fmla="*/ 2147483647 w 420"/>
                <a:gd name="T67" fmla="*/ 2147483647 h 192"/>
                <a:gd name="T68" fmla="*/ 2147483647 w 420"/>
                <a:gd name="T69" fmla="*/ 2147483647 h 192"/>
                <a:gd name="T70" fmla="*/ 2147483647 w 420"/>
                <a:gd name="T71" fmla="*/ 2147483647 h 192"/>
                <a:gd name="T72" fmla="*/ 2147483647 w 420"/>
                <a:gd name="T73" fmla="*/ 2147483647 h 192"/>
                <a:gd name="T74" fmla="*/ 2147483647 w 420"/>
                <a:gd name="T75" fmla="*/ 2147483647 h 192"/>
                <a:gd name="T76" fmla="*/ 2147483647 w 420"/>
                <a:gd name="T77" fmla="*/ 2147483647 h 192"/>
                <a:gd name="T78" fmla="*/ 2147483647 w 420"/>
                <a:gd name="T79" fmla="*/ 2147483647 h 192"/>
                <a:gd name="T80" fmla="*/ 2147483647 w 420"/>
                <a:gd name="T81" fmla="*/ 2147483647 h 192"/>
                <a:gd name="T82" fmla="*/ 2147483647 w 420"/>
                <a:gd name="T83" fmla="*/ 2147483647 h 192"/>
                <a:gd name="T84" fmla="*/ 2147483647 w 420"/>
                <a:gd name="T85" fmla="*/ 2147483647 h 192"/>
                <a:gd name="T86" fmla="*/ 2147483647 w 420"/>
                <a:gd name="T87" fmla="*/ 2147483647 h 192"/>
                <a:gd name="T88" fmla="*/ 2147483647 w 420"/>
                <a:gd name="T89" fmla="*/ 2147483647 h 192"/>
                <a:gd name="T90" fmla="*/ 2147483647 w 420"/>
                <a:gd name="T91" fmla="*/ 2147483647 h 192"/>
                <a:gd name="T92" fmla="*/ 2147483647 w 420"/>
                <a:gd name="T93" fmla="*/ 2147483647 h 192"/>
                <a:gd name="T94" fmla="*/ 2147483647 w 420"/>
                <a:gd name="T95" fmla="*/ 2147483647 h 192"/>
                <a:gd name="T96" fmla="*/ 2147483647 w 420"/>
                <a:gd name="T97" fmla="*/ 2147483647 h 192"/>
                <a:gd name="T98" fmla="*/ 2147483647 w 420"/>
                <a:gd name="T99" fmla="*/ 2147483647 h 192"/>
                <a:gd name="T100" fmla="*/ 2147483647 w 420"/>
                <a:gd name="T101" fmla="*/ 2147483647 h 192"/>
                <a:gd name="T102" fmla="*/ 2147483647 w 420"/>
                <a:gd name="T103" fmla="*/ 2147483647 h 192"/>
                <a:gd name="T104" fmla="*/ 2147483647 w 420"/>
                <a:gd name="T105" fmla="*/ 2147483647 h 19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20"/>
                <a:gd name="T160" fmla="*/ 0 h 192"/>
                <a:gd name="T161" fmla="*/ 420 w 420"/>
                <a:gd name="T162" fmla="*/ 192 h 19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20" h="192">
                  <a:moveTo>
                    <a:pt x="408" y="108"/>
                  </a:moveTo>
                  <a:lnTo>
                    <a:pt x="402" y="96"/>
                  </a:lnTo>
                  <a:lnTo>
                    <a:pt x="402" y="90"/>
                  </a:lnTo>
                  <a:lnTo>
                    <a:pt x="390" y="84"/>
                  </a:lnTo>
                  <a:lnTo>
                    <a:pt x="372" y="84"/>
                  </a:lnTo>
                  <a:lnTo>
                    <a:pt x="372" y="78"/>
                  </a:lnTo>
                  <a:lnTo>
                    <a:pt x="366" y="72"/>
                  </a:lnTo>
                  <a:lnTo>
                    <a:pt x="360" y="84"/>
                  </a:lnTo>
                  <a:lnTo>
                    <a:pt x="354" y="78"/>
                  </a:lnTo>
                  <a:lnTo>
                    <a:pt x="348" y="66"/>
                  </a:lnTo>
                  <a:lnTo>
                    <a:pt x="342" y="60"/>
                  </a:lnTo>
                  <a:lnTo>
                    <a:pt x="324" y="60"/>
                  </a:lnTo>
                  <a:lnTo>
                    <a:pt x="330" y="54"/>
                  </a:lnTo>
                  <a:lnTo>
                    <a:pt x="312" y="54"/>
                  </a:lnTo>
                  <a:lnTo>
                    <a:pt x="300" y="60"/>
                  </a:lnTo>
                  <a:lnTo>
                    <a:pt x="294" y="60"/>
                  </a:lnTo>
                  <a:lnTo>
                    <a:pt x="294" y="66"/>
                  </a:lnTo>
                  <a:lnTo>
                    <a:pt x="276" y="66"/>
                  </a:lnTo>
                  <a:lnTo>
                    <a:pt x="270" y="60"/>
                  </a:lnTo>
                  <a:lnTo>
                    <a:pt x="264" y="60"/>
                  </a:lnTo>
                  <a:lnTo>
                    <a:pt x="264" y="48"/>
                  </a:lnTo>
                  <a:lnTo>
                    <a:pt x="252" y="42"/>
                  </a:lnTo>
                  <a:lnTo>
                    <a:pt x="264" y="36"/>
                  </a:lnTo>
                  <a:lnTo>
                    <a:pt x="258" y="30"/>
                  </a:lnTo>
                  <a:lnTo>
                    <a:pt x="234" y="30"/>
                  </a:lnTo>
                  <a:lnTo>
                    <a:pt x="234" y="24"/>
                  </a:lnTo>
                  <a:lnTo>
                    <a:pt x="228" y="24"/>
                  </a:lnTo>
                  <a:lnTo>
                    <a:pt x="216" y="18"/>
                  </a:lnTo>
                  <a:lnTo>
                    <a:pt x="198" y="18"/>
                  </a:lnTo>
                  <a:lnTo>
                    <a:pt x="192" y="0"/>
                  </a:lnTo>
                  <a:lnTo>
                    <a:pt x="174" y="0"/>
                  </a:lnTo>
                  <a:lnTo>
                    <a:pt x="162" y="12"/>
                  </a:lnTo>
                  <a:lnTo>
                    <a:pt x="156" y="12"/>
                  </a:lnTo>
                  <a:lnTo>
                    <a:pt x="144" y="0"/>
                  </a:lnTo>
                  <a:lnTo>
                    <a:pt x="138" y="6"/>
                  </a:lnTo>
                  <a:lnTo>
                    <a:pt x="132" y="6"/>
                  </a:lnTo>
                  <a:lnTo>
                    <a:pt x="126" y="12"/>
                  </a:lnTo>
                  <a:lnTo>
                    <a:pt x="126" y="18"/>
                  </a:lnTo>
                  <a:lnTo>
                    <a:pt x="108" y="18"/>
                  </a:lnTo>
                  <a:lnTo>
                    <a:pt x="108" y="24"/>
                  </a:lnTo>
                  <a:lnTo>
                    <a:pt x="84" y="24"/>
                  </a:lnTo>
                  <a:lnTo>
                    <a:pt x="84" y="30"/>
                  </a:lnTo>
                  <a:lnTo>
                    <a:pt x="66" y="36"/>
                  </a:lnTo>
                  <a:lnTo>
                    <a:pt x="54" y="48"/>
                  </a:lnTo>
                  <a:lnTo>
                    <a:pt x="42" y="42"/>
                  </a:lnTo>
                  <a:lnTo>
                    <a:pt x="36" y="42"/>
                  </a:lnTo>
                  <a:lnTo>
                    <a:pt x="30" y="48"/>
                  </a:lnTo>
                  <a:lnTo>
                    <a:pt x="30" y="54"/>
                  </a:lnTo>
                  <a:lnTo>
                    <a:pt x="18" y="54"/>
                  </a:lnTo>
                  <a:lnTo>
                    <a:pt x="18" y="60"/>
                  </a:lnTo>
                  <a:lnTo>
                    <a:pt x="6" y="60"/>
                  </a:lnTo>
                  <a:lnTo>
                    <a:pt x="6" y="54"/>
                  </a:lnTo>
                  <a:lnTo>
                    <a:pt x="0" y="54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2" y="72"/>
                  </a:lnTo>
                  <a:lnTo>
                    <a:pt x="24" y="84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12" y="96"/>
                  </a:lnTo>
                  <a:lnTo>
                    <a:pt x="24" y="108"/>
                  </a:lnTo>
                  <a:lnTo>
                    <a:pt x="30" y="120"/>
                  </a:lnTo>
                  <a:lnTo>
                    <a:pt x="36" y="120"/>
                  </a:lnTo>
                  <a:lnTo>
                    <a:pt x="36" y="126"/>
                  </a:lnTo>
                  <a:lnTo>
                    <a:pt x="48" y="132"/>
                  </a:lnTo>
                  <a:lnTo>
                    <a:pt x="60" y="132"/>
                  </a:lnTo>
                  <a:lnTo>
                    <a:pt x="66" y="144"/>
                  </a:lnTo>
                  <a:lnTo>
                    <a:pt x="72" y="144"/>
                  </a:lnTo>
                  <a:lnTo>
                    <a:pt x="78" y="156"/>
                  </a:lnTo>
                  <a:lnTo>
                    <a:pt x="90" y="156"/>
                  </a:lnTo>
                  <a:lnTo>
                    <a:pt x="96" y="162"/>
                  </a:lnTo>
                  <a:lnTo>
                    <a:pt x="102" y="162"/>
                  </a:lnTo>
                  <a:lnTo>
                    <a:pt x="102" y="174"/>
                  </a:lnTo>
                  <a:lnTo>
                    <a:pt x="120" y="192"/>
                  </a:lnTo>
                  <a:lnTo>
                    <a:pt x="132" y="192"/>
                  </a:lnTo>
                  <a:lnTo>
                    <a:pt x="144" y="186"/>
                  </a:lnTo>
                  <a:lnTo>
                    <a:pt x="150" y="186"/>
                  </a:lnTo>
                  <a:lnTo>
                    <a:pt x="162" y="192"/>
                  </a:lnTo>
                  <a:lnTo>
                    <a:pt x="162" y="174"/>
                  </a:lnTo>
                  <a:lnTo>
                    <a:pt x="168" y="174"/>
                  </a:lnTo>
                  <a:lnTo>
                    <a:pt x="174" y="162"/>
                  </a:lnTo>
                  <a:lnTo>
                    <a:pt x="180" y="156"/>
                  </a:lnTo>
                  <a:lnTo>
                    <a:pt x="198" y="156"/>
                  </a:lnTo>
                  <a:lnTo>
                    <a:pt x="210" y="162"/>
                  </a:lnTo>
                  <a:lnTo>
                    <a:pt x="222" y="174"/>
                  </a:lnTo>
                  <a:lnTo>
                    <a:pt x="234" y="168"/>
                  </a:lnTo>
                  <a:lnTo>
                    <a:pt x="246" y="180"/>
                  </a:lnTo>
                  <a:lnTo>
                    <a:pt x="258" y="174"/>
                  </a:lnTo>
                  <a:lnTo>
                    <a:pt x="264" y="168"/>
                  </a:lnTo>
                  <a:lnTo>
                    <a:pt x="276" y="168"/>
                  </a:lnTo>
                  <a:lnTo>
                    <a:pt x="282" y="174"/>
                  </a:lnTo>
                  <a:lnTo>
                    <a:pt x="288" y="174"/>
                  </a:lnTo>
                  <a:lnTo>
                    <a:pt x="300" y="180"/>
                  </a:lnTo>
                  <a:lnTo>
                    <a:pt x="306" y="174"/>
                  </a:lnTo>
                  <a:lnTo>
                    <a:pt x="324" y="174"/>
                  </a:lnTo>
                  <a:lnTo>
                    <a:pt x="330" y="168"/>
                  </a:lnTo>
                  <a:lnTo>
                    <a:pt x="330" y="174"/>
                  </a:lnTo>
                  <a:lnTo>
                    <a:pt x="348" y="174"/>
                  </a:lnTo>
                  <a:lnTo>
                    <a:pt x="360" y="168"/>
                  </a:lnTo>
                  <a:lnTo>
                    <a:pt x="366" y="162"/>
                  </a:lnTo>
                  <a:lnTo>
                    <a:pt x="378" y="156"/>
                  </a:lnTo>
                  <a:lnTo>
                    <a:pt x="378" y="132"/>
                  </a:lnTo>
                  <a:lnTo>
                    <a:pt x="402" y="126"/>
                  </a:lnTo>
                  <a:lnTo>
                    <a:pt x="420" y="114"/>
                  </a:lnTo>
                  <a:lnTo>
                    <a:pt x="414" y="108"/>
                  </a:lnTo>
                  <a:lnTo>
                    <a:pt x="408" y="10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42" name="Cyprus" descr="© INSCALE GmbH, 05.05.2010&#10;http://www.presentationload.com/">
              <a:extLst>
                <a:ext uri="{FF2B5EF4-FFF2-40B4-BE49-F238E27FC236}">
                  <a16:creationId xmlns:a16="http://schemas.microsoft.com/office/drawing/2014/main" id="{A9BAB5FD-0DA1-4F8F-86A8-C05179C92E2E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459618" y="2059224"/>
              <a:ext cx="49113" cy="28258"/>
            </a:xfrm>
            <a:custGeom>
              <a:avLst/>
              <a:gdLst>
                <a:gd name="T0" fmla="*/ 0 w 150"/>
                <a:gd name="T1" fmla="*/ 2147483647 h 84"/>
                <a:gd name="T2" fmla="*/ 2147483647 w 150"/>
                <a:gd name="T3" fmla="*/ 2147483647 h 84"/>
                <a:gd name="T4" fmla="*/ 2147483647 w 150"/>
                <a:gd name="T5" fmla="*/ 2147483647 h 84"/>
                <a:gd name="T6" fmla="*/ 2147483647 w 150"/>
                <a:gd name="T7" fmla="*/ 2147483647 h 84"/>
                <a:gd name="T8" fmla="*/ 2147483647 w 150"/>
                <a:gd name="T9" fmla="*/ 2147483647 h 84"/>
                <a:gd name="T10" fmla="*/ 2147483647 w 150"/>
                <a:gd name="T11" fmla="*/ 2147483647 h 84"/>
                <a:gd name="T12" fmla="*/ 2147483647 w 150"/>
                <a:gd name="T13" fmla="*/ 2147483647 h 84"/>
                <a:gd name="T14" fmla="*/ 2147483647 w 150"/>
                <a:gd name="T15" fmla="*/ 2147483647 h 84"/>
                <a:gd name="T16" fmla="*/ 2147483647 w 150"/>
                <a:gd name="T17" fmla="*/ 2147483647 h 84"/>
                <a:gd name="T18" fmla="*/ 2147483647 w 150"/>
                <a:gd name="T19" fmla="*/ 2147483647 h 84"/>
                <a:gd name="T20" fmla="*/ 2147483647 w 150"/>
                <a:gd name="T21" fmla="*/ 2147483647 h 84"/>
                <a:gd name="T22" fmla="*/ 2147483647 w 150"/>
                <a:gd name="T23" fmla="*/ 2147483647 h 84"/>
                <a:gd name="T24" fmla="*/ 2147483647 w 150"/>
                <a:gd name="T25" fmla="*/ 2147483647 h 84"/>
                <a:gd name="T26" fmla="*/ 2147483647 w 150"/>
                <a:gd name="T27" fmla="*/ 0 h 84"/>
                <a:gd name="T28" fmla="*/ 2147483647 w 150"/>
                <a:gd name="T29" fmla="*/ 2147483647 h 84"/>
                <a:gd name="T30" fmla="*/ 2147483647 w 150"/>
                <a:gd name="T31" fmla="*/ 2147483647 h 84"/>
                <a:gd name="T32" fmla="*/ 2147483647 w 150"/>
                <a:gd name="T33" fmla="*/ 2147483647 h 84"/>
                <a:gd name="T34" fmla="*/ 2147483647 w 150"/>
                <a:gd name="T35" fmla="*/ 2147483647 h 84"/>
                <a:gd name="T36" fmla="*/ 2147483647 w 150"/>
                <a:gd name="T37" fmla="*/ 2147483647 h 84"/>
                <a:gd name="T38" fmla="*/ 0 w 150"/>
                <a:gd name="T39" fmla="*/ 2147483647 h 84"/>
                <a:gd name="T40" fmla="*/ 0 w 150"/>
                <a:gd name="T41" fmla="*/ 2147483647 h 8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50"/>
                <a:gd name="T64" fmla="*/ 0 h 84"/>
                <a:gd name="T65" fmla="*/ 150 w 150"/>
                <a:gd name="T66" fmla="*/ 84 h 8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50" h="84">
                  <a:moveTo>
                    <a:pt x="0" y="48"/>
                  </a:moveTo>
                  <a:lnTo>
                    <a:pt x="6" y="60"/>
                  </a:lnTo>
                  <a:lnTo>
                    <a:pt x="30" y="72"/>
                  </a:lnTo>
                  <a:lnTo>
                    <a:pt x="36" y="84"/>
                  </a:lnTo>
                  <a:lnTo>
                    <a:pt x="54" y="84"/>
                  </a:lnTo>
                  <a:lnTo>
                    <a:pt x="60" y="78"/>
                  </a:lnTo>
                  <a:lnTo>
                    <a:pt x="72" y="72"/>
                  </a:lnTo>
                  <a:lnTo>
                    <a:pt x="78" y="66"/>
                  </a:lnTo>
                  <a:lnTo>
                    <a:pt x="90" y="60"/>
                  </a:lnTo>
                  <a:lnTo>
                    <a:pt x="96" y="54"/>
                  </a:lnTo>
                  <a:lnTo>
                    <a:pt x="102" y="60"/>
                  </a:lnTo>
                  <a:lnTo>
                    <a:pt x="120" y="60"/>
                  </a:lnTo>
                  <a:lnTo>
                    <a:pt x="120" y="36"/>
                  </a:lnTo>
                  <a:lnTo>
                    <a:pt x="150" y="0"/>
                  </a:lnTo>
                  <a:lnTo>
                    <a:pt x="108" y="24"/>
                  </a:lnTo>
                  <a:lnTo>
                    <a:pt x="54" y="24"/>
                  </a:lnTo>
                  <a:lnTo>
                    <a:pt x="48" y="30"/>
                  </a:lnTo>
                  <a:lnTo>
                    <a:pt x="48" y="36"/>
                  </a:lnTo>
                  <a:lnTo>
                    <a:pt x="12" y="36"/>
                  </a:lnTo>
                  <a:lnTo>
                    <a:pt x="0" y="42"/>
                  </a:lnTo>
                  <a:lnTo>
                    <a:pt x="0" y="4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43" name="Cuba" descr="© INSCALE GmbH, 05.05.2010&#10;http://www.presentationload.com/">
              <a:extLst>
                <a:ext uri="{FF2B5EF4-FFF2-40B4-BE49-F238E27FC236}">
                  <a16:creationId xmlns:a16="http://schemas.microsoft.com/office/drawing/2014/main" id="{2397BE20-A312-42F6-B62E-A54DBCF5AFCC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1780436" y="2386758"/>
              <a:ext cx="244266" cy="88627"/>
            </a:xfrm>
            <a:custGeom>
              <a:avLst/>
              <a:gdLst>
                <a:gd name="T0" fmla="*/ 2147483647 w 738"/>
                <a:gd name="T1" fmla="*/ 2147483647 h 270"/>
                <a:gd name="T2" fmla="*/ 2147483647 w 738"/>
                <a:gd name="T3" fmla="*/ 2147483647 h 270"/>
                <a:gd name="T4" fmla="*/ 2147483647 w 738"/>
                <a:gd name="T5" fmla="*/ 2147483647 h 270"/>
                <a:gd name="T6" fmla="*/ 2147483647 w 738"/>
                <a:gd name="T7" fmla="*/ 2147483647 h 270"/>
                <a:gd name="T8" fmla="*/ 2147483647 w 738"/>
                <a:gd name="T9" fmla="*/ 2147483647 h 270"/>
                <a:gd name="T10" fmla="*/ 2147483647 w 738"/>
                <a:gd name="T11" fmla="*/ 2147483647 h 270"/>
                <a:gd name="T12" fmla="*/ 2147483647 w 738"/>
                <a:gd name="T13" fmla="*/ 2147483647 h 270"/>
                <a:gd name="T14" fmla="*/ 2147483647 w 738"/>
                <a:gd name="T15" fmla="*/ 2147483647 h 270"/>
                <a:gd name="T16" fmla="*/ 2147483647 w 738"/>
                <a:gd name="T17" fmla="*/ 2147483647 h 270"/>
                <a:gd name="T18" fmla="*/ 2147483647 w 738"/>
                <a:gd name="T19" fmla="*/ 2147483647 h 270"/>
                <a:gd name="T20" fmla="*/ 2147483647 w 738"/>
                <a:gd name="T21" fmla="*/ 2147483647 h 270"/>
                <a:gd name="T22" fmla="*/ 2147483647 w 738"/>
                <a:gd name="T23" fmla="*/ 2147483647 h 270"/>
                <a:gd name="T24" fmla="*/ 2147483647 w 738"/>
                <a:gd name="T25" fmla="*/ 2147483647 h 270"/>
                <a:gd name="T26" fmla="*/ 2147483647 w 738"/>
                <a:gd name="T27" fmla="*/ 2147483647 h 270"/>
                <a:gd name="T28" fmla="*/ 2147483647 w 738"/>
                <a:gd name="T29" fmla="*/ 2147483647 h 270"/>
                <a:gd name="T30" fmla="*/ 2147483647 w 738"/>
                <a:gd name="T31" fmla="*/ 2147483647 h 270"/>
                <a:gd name="T32" fmla="*/ 2147483647 w 738"/>
                <a:gd name="T33" fmla="*/ 2147483647 h 270"/>
                <a:gd name="T34" fmla="*/ 2147483647 w 738"/>
                <a:gd name="T35" fmla="*/ 2147483647 h 270"/>
                <a:gd name="T36" fmla="*/ 2147483647 w 738"/>
                <a:gd name="T37" fmla="*/ 0 h 270"/>
                <a:gd name="T38" fmla="*/ 2147483647 w 738"/>
                <a:gd name="T39" fmla="*/ 2147483647 h 270"/>
                <a:gd name="T40" fmla="*/ 2147483647 w 738"/>
                <a:gd name="T41" fmla="*/ 2147483647 h 270"/>
                <a:gd name="T42" fmla="*/ 2147483647 w 738"/>
                <a:gd name="T43" fmla="*/ 2147483647 h 270"/>
                <a:gd name="T44" fmla="*/ 2147483647 w 738"/>
                <a:gd name="T45" fmla="*/ 2147483647 h 270"/>
                <a:gd name="T46" fmla="*/ 2147483647 w 738"/>
                <a:gd name="T47" fmla="*/ 2147483647 h 270"/>
                <a:gd name="T48" fmla="*/ 2147483647 w 738"/>
                <a:gd name="T49" fmla="*/ 2147483647 h 270"/>
                <a:gd name="T50" fmla="*/ 2147483647 w 738"/>
                <a:gd name="T51" fmla="*/ 2147483647 h 270"/>
                <a:gd name="T52" fmla="*/ 2147483647 w 738"/>
                <a:gd name="T53" fmla="*/ 2147483647 h 270"/>
                <a:gd name="T54" fmla="*/ 2147483647 w 738"/>
                <a:gd name="T55" fmla="*/ 2147483647 h 270"/>
                <a:gd name="T56" fmla="*/ 2147483647 w 738"/>
                <a:gd name="T57" fmla="*/ 2147483647 h 270"/>
                <a:gd name="T58" fmla="*/ 2147483647 w 738"/>
                <a:gd name="T59" fmla="*/ 2147483647 h 270"/>
                <a:gd name="T60" fmla="*/ 2147483647 w 738"/>
                <a:gd name="T61" fmla="*/ 2147483647 h 270"/>
                <a:gd name="T62" fmla="*/ 2147483647 w 738"/>
                <a:gd name="T63" fmla="*/ 2147483647 h 270"/>
                <a:gd name="T64" fmla="*/ 2147483647 w 738"/>
                <a:gd name="T65" fmla="*/ 2147483647 h 270"/>
                <a:gd name="T66" fmla="*/ 2147483647 w 738"/>
                <a:gd name="T67" fmla="*/ 2147483647 h 270"/>
                <a:gd name="T68" fmla="*/ 2147483647 w 738"/>
                <a:gd name="T69" fmla="*/ 2147483647 h 270"/>
                <a:gd name="T70" fmla="*/ 2147483647 w 738"/>
                <a:gd name="T71" fmla="*/ 2147483647 h 270"/>
                <a:gd name="T72" fmla="*/ 2147483647 w 738"/>
                <a:gd name="T73" fmla="*/ 2147483647 h 270"/>
                <a:gd name="T74" fmla="*/ 2147483647 w 738"/>
                <a:gd name="T75" fmla="*/ 2147483647 h 270"/>
                <a:gd name="T76" fmla="*/ 2147483647 w 738"/>
                <a:gd name="T77" fmla="*/ 2147483647 h 270"/>
                <a:gd name="T78" fmla="*/ 2147483647 w 738"/>
                <a:gd name="T79" fmla="*/ 2147483647 h 270"/>
                <a:gd name="T80" fmla="*/ 2147483647 w 738"/>
                <a:gd name="T81" fmla="*/ 2147483647 h 270"/>
                <a:gd name="T82" fmla="*/ 2147483647 w 738"/>
                <a:gd name="T83" fmla="*/ 2147483647 h 270"/>
                <a:gd name="T84" fmla="*/ 2147483647 w 738"/>
                <a:gd name="T85" fmla="*/ 2147483647 h 270"/>
                <a:gd name="T86" fmla="*/ 2147483647 w 738"/>
                <a:gd name="T87" fmla="*/ 2147483647 h 270"/>
                <a:gd name="T88" fmla="*/ 2147483647 w 738"/>
                <a:gd name="T89" fmla="*/ 2147483647 h 270"/>
                <a:gd name="T90" fmla="*/ 2147483647 w 738"/>
                <a:gd name="T91" fmla="*/ 2147483647 h 270"/>
                <a:gd name="T92" fmla="*/ 2147483647 w 738"/>
                <a:gd name="T93" fmla="*/ 2147483647 h 270"/>
                <a:gd name="T94" fmla="*/ 2147483647 w 738"/>
                <a:gd name="T95" fmla="*/ 2147483647 h 270"/>
                <a:gd name="T96" fmla="*/ 2147483647 w 738"/>
                <a:gd name="T97" fmla="*/ 2147483647 h 270"/>
                <a:gd name="T98" fmla="*/ 2147483647 w 738"/>
                <a:gd name="T99" fmla="*/ 2147483647 h 270"/>
                <a:gd name="T100" fmla="*/ 2147483647 w 738"/>
                <a:gd name="T101" fmla="*/ 2147483647 h 270"/>
                <a:gd name="T102" fmla="*/ 2147483647 w 738"/>
                <a:gd name="T103" fmla="*/ 2147483647 h 270"/>
                <a:gd name="T104" fmla="*/ 2147483647 w 738"/>
                <a:gd name="T105" fmla="*/ 2147483647 h 270"/>
                <a:gd name="T106" fmla="*/ 2147483647 w 738"/>
                <a:gd name="T107" fmla="*/ 2147483647 h 270"/>
                <a:gd name="T108" fmla="*/ 2147483647 w 738"/>
                <a:gd name="T109" fmla="*/ 2147483647 h 270"/>
                <a:gd name="T110" fmla="*/ 2147483647 w 738"/>
                <a:gd name="T111" fmla="*/ 2147483647 h 270"/>
                <a:gd name="T112" fmla="*/ 2147483647 w 738"/>
                <a:gd name="T113" fmla="*/ 2147483647 h 270"/>
                <a:gd name="T114" fmla="*/ 2147483647 w 738"/>
                <a:gd name="T115" fmla="*/ 2147483647 h 27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738"/>
                <a:gd name="T175" fmla="*/ 0 h 270"/>
                <a:gd name="T176" fmla="*/ 738 w 738"/>
                <a:gd name="T177" fmla="*/ 270 h 27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738" h="270">
                  <a:moveTo>
                    <a:pt x="708" y="228"/>
                  </a:moveTo>
                  <a:lnTo>
                    <a:pt x="690" y="222"/>
                  </a:lnTo>
                  <a:lnTo>
                    <a:pt x="666" y="222"/>
                  </a:lnTo>
                  <a:lnTo>
                    <a:pt x="666" y="204"/>
                  </a:lnTo>
                  <a:lnTo>
                    <a:pt x="660" y="198"/>
                  </a:lnTo>
                  <a:lnTo>
                    <a:pt x="648" y="192"/>
                  </a:lnTo>
                  <a:lnTo>
                    <a:pt x="600" y="192"/>
                  </a:lnTo>
                  <a:lnTo>
                    <a:pt x="624" y="168"/>
                  </a:lnTo>
                  <a:lnTo>
                    <a:pt x="612" y="168"/>
                  </a:lnTo>
                  <a:lnTo>
                    <a:pt x="600" y="162"/>
                  </a:lnTo>
                  <a:lnTo>
                    <a:pt x="558" y="162"/>
                  </a:lnTo>
                  <a:lnTo>
                    <a:pt x="534" y="150"/>
                  </a:lnTo>
                  <a:lnTo>
                    <a:pt x="528" y="144"/>
                  </a:lnTo>
                  <a:lnTo>
                    <a:pt x="522" y="144"/>
                  </a:lnTo>
                  <a:lnTo>
                    <a:pt x="528" y="138"/>
                  </a:lnTo>
                  <a:lnTo>
                    <a:pt x="528" y="132"/>
                  </a:lnTo>
                  <a:lnTo>
                    <a:pt x="534" y="126"/>
                  </a:lnTo>
                  <a:lnTo>
                    <a:pt x="534" y="120"/>
                  </a:lnTo>
                  <a:lnTo>
                    <a:pt x="522" y="120"/>
                  </a:lnTo>
                  <a:lnTo>
                    <a:pt x="510" y="114"/>
                  </a:lnTo>
                  <a:lnTo>
                    <a:pt x="504" y="114"/>
                  </a:lnTo>
                  <a:lnTo>
                    <a:pt x="474" y="84"/>
                  </a:lnTo>
                  <a:lnTo>
                    <a:pt x="462" y="78"/>
                  </a:lnTo>
                  <a:lnTo>
                    <a:pt x="450" y="66"/>
                  </a:lnTo>
                  <a:lnTo>
                    <a:pt x="432" y="66"/>
                  </a:lnTo>
                  <a:lnTo>
                    <a:pt x="432" y="84"/>
                  </a:lnTo>
                  <a:lnTo>
                    <a:pt x="444" y="96"/>
                  </a:lnTo>
                  <a:lnTo>
                    <a:pt x="450" y="96"/>
                  </a:lnTo>
                  <a:lnTo>
                    <a:pt x="378" y="60"/>
                  </a:lnTo>
                  <a:lnTo>
                    <a:pt x="372" y="54"/>
                  </a:lnTo>
                  <a:lnTo>
                    <a:pt x="360" y="48"/>
                  </a:lnTo>
                  <a:lnTo>
                    <a:pt x="354" y="36"/>
                  </a:lnTo>
                  <a:lnTo>
                    <a:pt x="342" y="30"/>
                  </a:lnTo>
                  <a:lnTo>
                    <a:pt x="330" y="18"/>
                  </a:lnTo>
                  <a:lnTo>
                    <a:pt x="270" y="18"/>
                  </a:lnTo>
                  <a:lnTo>
                    <a:pt x="258" y="12"/>
                  </a:lnTo>
                  <a:lnTo>
                    <a:pt x="228" y="6"/>
                  </a:lnTo>
                  <a:lnTo>
                    <a:pt x="174" y="0"/>
                  </a:lnTo>
                  <a:lnTo>
                    <a:pt x="126" y="6"/>
                  </a:lnTo>
                  <a:lnTo>
                    <a:pt x="96" y="18"/>
                  </a:lnTo>
                  <a:lnTo>
                    <a:pt x="72" y="42"/>
                  </a:lnTo>
                  <a:lnTo>
                    <a:pt x="60" y="48"/>
                  </a:lnTo>
                  <a:lnTo>
                    <a:pt x="42" y="60"/>
                  </a:lnTo>
                  <a:lnTo>
                    <a:pt x="24" y="66"/>
                  </a:lnTo>
                  <a:lnTo>
                    <a:pt x="12" y="72"/>
                  </a:lnTo>
                  <a:lnTo>
                    <a:pt x="6" y="78"/>
                  </a:lnTo>
                  <a:lnTo>
                    <a:pt x="0" y="78"/>
                  </a:lnTo>
                  <a:lnTo>
                    <a:pt x="72" y="72"/>
                  </a:lnTo>
                  <a:lnTo>
                    <a:pt x="72" y="60"/>
                  </a:lnTo>
                  <a:lnTo>
                    <a:pt x="150" y="54"/>
                  </a:lnTo>
                  <a:lnTo>
                    <a:pt x="174" y="42"/>
                  </a:lnTo>
                  <a:lnTo>
                    <a:pt x="198" y="42"/>
                  </a:lnTo>
                  <a:lnTo>
                    <a:pt x="222" y="54"/>
                  </a:lnTo>
                  <a:lnTo>
                    <a:pt x="222" y="60"/>
                  </a:lnTo>
                  <a:lnTo>
                    <a:pt x="216" y="60"/>
                  </a:lnTo>
                  <a:lnTo>
                    <a:pt x="210" y="66"/>
                  </a:lnTo>
                  <a:lnTo>
                    <a:pt x="198" y="66"/>
                  </a:lnTo>
                  <a:lnTo>
                    <a:pt x="192" y="72"/>
                  </a:lnTo>
                  <a:lnTo>
                    <a:pt x="186" y="72"/>
                  </a:lnTo>
                  <a:lnTo>
                    <a:pt x="204" y="78"/>
                  </a:lnTo>
                  <a:lnTo>
                    <a:pt x="210" y="78"/>
                  </a:lnTo>
                  <a:lnTo>
                    <a:pt x="216" y="84"/>
                  </a:lnTo>
                  <a:lnTo>
                    <a:pt x="228" y="90"/>
                  </a:lnTo>
                  <a:lnTo>
                    <a:pt x="246" y="96"/>
                  </a:lnTo>
                  <a:lnTo>
                    <a:pt x="258" y="102"/>
                  </a:lnTo>
                  <a:lnTo>
                    <a:pt x="276" y="102"/>
                  </a:lnTo>
                  <a:lnTo>
                    <a:pt x="282" y="96"/>
                  </a:lnTo>
                  <a:lnTo>
                    <a:pt x="282" y="90"/>
                  </a:lnTo>
                  <a:lnTo>
                    <a:pt x="294" y="96"/>
                  </a:lnTo>
                  <a:lnTo>
                    <a:pt x="300" y="102"/>
                  </a:lnTo>
                  <a:lnTo>
                    <a:pt x="318" y="114"/>
                  </a:lnTo>
                  <a:lnTo>
                    <a:pt x="342" y="126"/>
                  </a:lnTo>
                  <a:lnTo>
                    <a:pt x="372" y="126"/>
                  </a:lnTo>
                  <a:lnTo>
                    <a:pt x="390" y="120"/>
                  </a:lnTo>
                  <a:lnTo>
                    <a:pt x="402" y="120"/>
                  </a:lnTo>
                  <a:lnTo>
                    <a:pt x="390" y="144"/>
                  </a:lnTo>
                  <a:lnTo>
                    <a:pt x="450" y="168"/>
                  </a:lnTo>
                  <a:lnTo>
                    <a:pt x="474" y="204"/>
                  </a:lnTo>
                  <a:lnTo>
                    <a:pt x="480" y="210"/>
                  </a:lnTo>
                  <a:lnTo>
                    <a:pt x="492" y="216"/>
                  </a:lnTo>
                  <a:lnTo>
                    <a:pt x="498" y="222"/>
                  </a:lnTo>
                  <a:lnTo>
                    <a:pt x="498" y="228"/>
                  </a:lnTo>
                  <a:lnTo>
                    <a:pt x="474" y="252"/>
                  </a:lnTo>
                  <a:lnTo>
                    <a:pt x="474" y="258"/>
                  </a:lnTo>
                  <a:lnTo>
                    <a:pt x="480" y="264"/>
                  </a:lnTo>
                  <a:lnTo>
                    <a:pt x="492" y="258"/>
                  </a:lnTo>
                  <a:lnTo>
                    <a:pt x="504" y="258"/>
                  </a:lnTo>
                  <a:lnTo>
                    <a:pt x="528" y="246"/>
                  </a:lnTo>
                  <a:lnTo>
                    <a:pt x="558" y="246"/>
                  </a:lnTo>
                  <a:lnTo>
                    <a:pt x="558" y="252"/>
                  </a:lnTo>
                  <a:lnTo>
                    <a:pt x="552" y="252"/>
                  </a:lnTo>
                  <a:lnTo>
                    <a:pt x="546" y="258"/>
                  </a:lnTo>
                  <a:lnTo>
                    <a:pt x="546" y="264"/>
                  </a:lnTo>
                  <a:lnTo>
                    <a:pt x="558" y="264"/>
                  </a:lnTo>
                  <a:lnTo>
                    <a:pt x="564" y="270"/>
                  </a:lnTo>
                  <a:lnTo>
                    <a:pt x="612" y="270"/>
                  </a:lnTo>
                  <a:lnTo>
                    <a:pt x="636" y="264"/>
                  </a:lnTo>
                  <a:lnTo>
                    <a:pt x="684" y="258"/>
                  </a:lnTo>
                  <a:lnTo>
                    <a:pt x="720" y="252"/>
                  </a:lnTo>
                  <a:lnTo>
                    <a:pt x="738" y="246"/>
                  </a:lnTo>
                  <a:lnTo>
                    <a:pt x="738" y="240"/>
                  </a:lnTo>
                  <a:lnTo>
                    <a:pt x="732" y="234"/>
                  </a:lnTo>
                  <a:lnTo>
                    <a:pt x="720" y="228"/>
                  </a:lnTo>
                  <a:lnTo>
                    <a:pt x="708" y="228"/>
                  </a:lnTo>
                  <a:close/>
                  <a:moveTo>
                    <a:pt x="114" y="126"/>
                  </a:moveTo>
                  <a:lnTo>
                    <a:pt x="114" y="132"/>
                  </a:lnTo>
                  <a:lnTo>
                    <a:pt x="120" y="138"/>
                  </a:lnTo>
                  <a:lnTo>
                    <a:pt x="132" y="144"/>
                  </a:lnTo>
                  <a:lnTo>
                    <a:pt x="144" y="138"/>
                  </a:lnTo>
                  <a:lnTo>
                    <a:pt x="150" y="138"/>
                  </a:lnTo>
                  <a:lnTo>
                    <a:pt x="156" y="126"/>
                  </a:lnTo>
                  <a:lnTo>
                    <a:pt x="156" y="120"/>
                  </a:lnTo>
                  <a:lnTo>
                    <a:pt x="150" y="114"/>
                  </a:lnTo>
                  <a:lnTo>
                    <a:pt x="138" y="114"/>
                  </a:lnTo>
                  <a:lnTo>
                    <a:pt x="126" y="120"/>
                  </a:lnTo>
                  <a:lnTo>
                    <a:pt x="120" y="120"/>
                  </a:lnTo>
                  <a:lnTo>
                    <a:pt x="114" y="12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44" name="Croatia" descr="© INSCALE GmbH, 05.05.2010&#10;http://www.presentationload.com/">
              <a:extLst>
                <a:ext uri="{FF2B5EF4-FFF2-40B4-BE49-F238E27FC236}">
                  <a16:creationId xmlns:a16="http://schemas.microsoft.com/office/drawing/2014/main" id="{8D3BCEDE-C0C9-4452-8B8D-041FA7DC3FA2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044751" y="1774077"/>
              <a:ext cx="121487" cy="89910"/>
            </a:xfrm>
            <a:custGeom>
              <a:avLst/>
              <a:gdLst>
                <a:gd name="T0" fmla="*/ 2147483647 w 366"/>
                <a:gd name="T1" fmla="*/ 2147483647 h 276"/>
                <a:gd name="T2" fmla="*/ 2147483647 w 366"/>
                <a:gd name="T3" fmla="*/ 2147483647 h 276"/>
                <a:gd name="T4" fmla="*/ 2147483647 w 366"/>
                <a:gd name="T5" fmla="*/ 2147483647 h 276"/>
                <a:gd name="T6" fmla="*/ 2147483647 w 366"/>
                <a:gd name="T7" fmla="*/ 2147483647 h 276"/>
                <a:gd name="T8" fmla="*/ 2147483647 w 366"/>
                <a:gd name="T9" fmla="*/ 2147483647 h 276"/>
                <a:gd name="T10" fmla="*/ 2147483647 w 366"/>
                <a:gd name="T11" fmla="*/ 2147483647 h 276"/>
                <a:gd name="T12" fmla="*/ 2147483647 w 366"/>
                <a:gd name="T13" fmla="*/ 2147483647 h 276"/>
                <a:gd name="T14" fmla="*/ 2147483647 w 366"/>
                <a:gd name="T15" fmla="*/ 2147483647 h 276"/>
                <a:gd name="T16" fmla="*/ 2147483647 w 366"/>
                <a:gd name="T17" fmla="*/ 2147483647 h 276"/>
                <a:gd name="T18" fmla="*/ 2147483647 w 366"/>
                <a:gd name="T19" fmla="*/ 2147483647 h 276"/>
                <a:gd name="T20" fmla="*/ 2147483647 w 366"/>
                <a:gd name="T21" fmla="*/ 2147483647 h 276"/>
                <a:gd name="T22" fmla="*/ 2147483647 w 366"/>
                <a:gd name="T23" fmla="*/ 0 h 276"/>
                <a:gd name="T24" fmla="*/ 2147483647 w 366"/>
                <a:gd name="T25" fmla="*/ 2147483647 h 276"/>
                <a:gd name="T26" fmla="*/ 2147483647 w 366"/>
                <a:gd name="T27" fmla="*/ 2147483647 h 276"/>
                <a:gd name="T28" fmla="*/ 2147483647 w 366"/>
                <a:gd name="T29" fmla="*/ 2147483647 h 276"/>
                <a:gd name="T30" fmla="*/ 2147483647 w 366"/>
                <a:gd name="T31" fmla="*/ 2147483647 h 276"/>
                <a:gd name="T32" fmla="*/ 2147483647 w 366"/>
                <a:gd name="T33" fmla="*/ 2147483647 h 276"/>
                <a:gd name="T34" fmla="*/ 2147483647 w 366"/>
                <a:gd name="T35" fmla="*/ 2147483647 h 276"/>
                <a:gd name="T36" fmla="*/ 2147483647 w 366"/>
                <a:gd name="T37" fmla="*/ 2147483647 h 276"/>
                <a:gd name="T38" fmla="*/ 2147483647 w 366"/>
                <a:gd name="T39" fmla="*/ 2147483647 h 276"/>
                <a:gd name="T40" fmla="*/ 0 w 366"/>
                <a:gd name="T41" fmla="*/ 2147483647 h 276"/>
                <a:gd name="T42" fmla="*/ 2147483647 w 366"/>
                <a:gd name="T43" fmla="*/ 2147483647 h 276"/>
                <a:gd name="T44" fmla="*/ 2147483647 w 366"/>
                <a:gd name="T45" fmla="*/ 2147483647 h 276"/>
                <a:gd name="T46" fmla="*/ 2147483647 w 366"/>
                <a:gd name="T47" fmla="*/ 2147483647 h 276"/>
                <a:gd name="T48" fmla="*/ 2147483647 w 366"/>
                <a:gd name="T49" fmla="*/ 2147483647 h 276"/>
                <a:gd name="T50" fmla="*/ 2147483647 w 366"/>
                <a:gd name="T51" fmla="*/ 2147483647 h 276"/>
                <a:gd name="T52" fmla="*/ 2147483647 w 366"/>
                <a:gd name="T53" fmla="*/ 2147483647 h 276"/>
                <a:gd name="T54" fmla="*/ 2147483647 w 366"/>
                <a:gd name="T55" fmla="*/ 2147483647 h 276"/>
                <a:gd name="T56" fmla="*/ 2147483647 w 366"/>
                <a:gd name="T57" fmla="*/ 2147483647 h 276"/>
                <a:gd name="T58" fmla="*/ 2147483647 w 366"/>
                <a:gd name="T59" fmla="*/ 2147483647 h 276"/>
                <a:gd name="T60" fmla="*/ 2147483647 w 366"/>
                <a:gd name="T61" fmla="*/ 2147483647 h 276"/>
                <a:gd name="T62" fmla="*/ 2147483647 w 366"/>
                <a:gd name="T63" fmla="*/ 2147483647 h 276"/>
                <a:gd name="T64" fmla="*/ 2147483647 w 366"/>
                <a:gd name="T65" fmla="*/ 2147483647 h 276"/>
                <a:gd name="T66" fmla="*/ 2147483647 w 366"/>
                <a:gd name="T67" fmla="*/ 2147483647 h 276"/>
                <a:gd name="T68" fmla="*/ 2147483647 w 366"/>
                <a:gd name="T69" fmla="*/ 2147483647 h 276"/>
                <a:gd name="T70" fmla="*/ 2147483647 w 366"/>
                <a:gd name="T71" fmla="*/ 2147483647 h 276"/>
                <a:gd name="T72" fmla="*/ 2147483647 w 366"/>
                <a:gd name="T73" fmla="*/ 2147483647 h 276"/>
                <a:gd name="T74" fmla="*/ 2147483647 w 366"/>
                <a:gd name="T75" fmla="*/ 2147483647 h 276"/>
                <a:gd name="T76" fmla="*/ 2147483647 w 366"/>
                <a:gd name="T77" fmla="*/ 2147483647 h 276"/>
                <a:gd name="T78" fmla="*/ 2147483647 w 366"/>
                <a:gd name="T79" fmla="*/ 2147483647 h 276"/>
                <a:gd name="T80" fmla="*/ 2147483647 w 366"/>
                <a:gd name="T81" fmla="*/ 2147483647 h 276"/>
                <a:gd name="T82" fmla="*/ 2147483647 w 366"/>
                <a:gd name="T83" fmla="*/ 2147483647 h 276"/>
                <a:gd name="T84" fmla="*/ 2147483647 w 366"/>
                <a:gd name="T85" fmla="*/ 2147483647 h 276"/>
                <a:gd name="T86" fmla="*/ 2147483647 w 366"/>
                <a:gd name="T87" fmla="*/ 2147483647 h 276"/>
                <a:gd name="T88" fmla="*/ 2147483647 w 366"/>
                <a:gd name="T89" fmla="*/ 2147483647 h 276"/>
                <a:gd name="T90" fmla="*/ 2147483647 w 366"/>
                <a:gd name="T91" fmla="*/ 2147483647 h 27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66"/>
                <a:gd name="T139" fmla="*/ 0 h 276"/>
                <a:gd name="T140" fmla="*/ 366 w 366"/>
                <a:gd name="T141" fmla="*/ 276 h 27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66" h="276">
                  <a:moveTo>
                    <a:pt x="342" y="126"/>
                  </a:moveTo>
                  <a:lnTo>
                    <a:pt x="342" y="114"/>
                  </a:lnTo>
                  <a:lnTo>
                    <a:pt x="348" y="114"/>
                  </a:lnTo>
                  <a:lnTo>
                    <a:pt x="354" y="108"/>
                  </a:lnTo>
                  <a:lnTo>
                    <a:pt x="360" y="108"/>
                  </a:lnTo>
                  <a:lnTo>
                    <a:pt x="366" y="102"/>
                  </a:lnTo>
                  <a:lnTo>
                    <a:pt x="360" y="102"/>
                  </a:lnTo>
                  <a:lnTo>
                    <a:pt x="348" y="96"/>
                  </a:lnTo>
                  <a:lnTo>
                    <a:pt x="336" y="96"/>
                  </a:lnTo>
                  <a:lnTo>
                    <a:pt x="342" y="78"/>
                  </a:lnTo>
                  <a:lnTo>
                    <a:pt x="336" y="78"/>
                  </a:lnTo>
                  <a:lnTo>
                    <a:pt x="330" y="48"/>
                  </a:lnTo>
                  <a:lnTo>
                    <a:pt x="324" y="48"/>
                  </a:lnTo>
                  <a:lnTo>
                    <a:pt x="312" y="54"/>
                  </a:lnTo>
                  <a:lnTo>
                    <a:pt x="270" y="60"/>
                  </a:lnTo>
                  <a:lnTo>
                    <a:pt x="264" y="48"/>
                  </a:lnTo>
                  <a:lnTo>
                    <a:pt x="246" y="48"/>
                  </a:lnTo>
                  <a:lnTo>
                    <a:pt x="234" y="42"/>
                  </a:lnTo>
                  <a:lnTo>
                    <a:pt x="228" y="36"/>
                  </a:lnTo>
                  <a:lnTo>
                    <a:pt x="216" y="30"/>
                  </a:lnTo>
                  <a:lnTo>
                    <a:pt x="204" y="18"/>
                  </a:lnTo>
                  <a:lnTo>
                    <a:pt x="204" y="12"/>
                  </a:lnTo>
                  <a:lnTo>
                    <a:pt x="198" y="6"/>
                  </a:lnTo>
                  <a:lnTo>
                    <a:pt x="186" y="0"/>
                  </a:lnTo>
                  <a:lnTo>
                    <a:pt x="162" y="0"/>
                  </a:lnTo>
                  <a:lnTo>
                    <a:pt x="162" y="12"/>
                  </a:lnTo>
                  <a:lnTo>
                    <a:pt x="150" y="18"/>
                  </a:lnTo>
                  <a:lnTo>
                    <a:pt x="120" y="18"/>
                  </a:lnTo>
                  <a:lnTo>
                    <a:pt x="120" y="30"/>
                  </a:lnTo>
                  <a:lnTo>
                    <a:pt x="126" y="36"/>
                  </a:lnTo>
                  <a:lnTo>
                    <a:pt x="126" y="42"/>
                  </a:lnTo>
                  <a:lnTo>
                    <a:pt x="114" y="54"/>
                  </a:lnTo>
                  <a:lnTo>
                    <a:pt x="102" y="60"/>
                  </a:lnTo>
                  <a:lnTo>
                    <a:pt x="102" y="78"/>
                  </a:lnTo>
                  <a:lnTo>
                    <a:pt x="60" y="78"/>
                  </a:lnTo>
                  <a:lnTo>
                    <a:pt x="54" y="72"/>
                  </a:lnTo>
                  <a:lnTo>
                    <a:pt x="54" y="66"/>
                  </a:lnTo>
                  <a:lnTo>
                    <a:pt x="48" y="78"/>
                  </a:lnTo>
                  <a:lnTo>
                    <a:pt x="30" y="78"/>
                  </a:lnTo>
                  <a:lnTo>
                    <a:pt x="18" y="72"/>
                  </a:lnTo>
                  <a:lnTo>
                    <a:pt x="18" y="84"/>
                  </a:lnTo>
                  <a:lnTo>
                    <a:pt x="0" y="84"/>
                  </a:lnTo>
                  <a:lnTo>
                    <a:pt x="0" y="132"/>
                  </a:lnTo>
                  <a:lnTo>
                    <a:pt x="6" y="132"/>
                  </a:lnTo>
                  <a:lnTo>
                    <a:pt x="12" y="120"/>
                  </a:lnTo>
                  <a:lnTo>
                    <a:pt x="24" y="114"/>
                  </a:lnTo>
                  <a:lnTo>
                    <a:pt x="30" y="102"/>
                  </a:lnTo>
                  <a:lnTo>
                    <a:pt x="42" y="102"/>
                  </a:lnTo>
                  <a:lnTo>
                    <a:pt x="48" y="114"/>
                  </a:lnTo>
                  <a:lnTo>
                    <a:pt x="48" y="132"/>
                  </a:lnTo>
                  <a:lnTo>
                    <a:pt x="78" y="126"/>
                  </a:lnTo>
                  <a:lnTo>
                    <a:pt x="78" y="132"/>
                  </a:lnTo>
                  <a:lnTo>
                    <a:pt x="72" y="144"/>
                  </a:lnTo>
                  <a:lnTo>
                    <a:pt x="72" y="150"/>
                  </a:lnTo>
                  <a:lnTo>
                    <a:pt x="84" y="162"/>
                  </a:lnTo>
                  <a:lnTo>
                    <a:pt x="96" y="168"/>
                  </a:lnTo>
                  <a:lnTo>
                    <a:pt x="96" y="180"/>
                  </a:lnTo>
                  <a:lnTo>
                    <a:pt x="144" y="216"/>
                  </a:lnTo>
                  <a:lnTo>
                    <a:pt x="144" y="240"/>
                  </a:lnTo>
                  <a:lnTo>
                    <a:pt x="198" y="240"/>
                  </a:lnTo>
                  <a:lnTo>
                    <a:pt x="210" y="246"/>
                  </a:lnTo>
                  <a:lnTo>
                    <a:pt x="216" y="252"/>
                  </a:lnTo>
                  <a:lnTo>
                    <a:pt x="216" y="276"/>
                  </a:lnTo>
                  <a:lnTo>
                    <a:pt x="246" y="276"/>
                  </a:lnTo>
                  <a:lnTo>
                    <a:pt x="252" y="270"/>
                  </a:lnTo>
                  <a:lnTo>
                    <a:pt x="252" y="264"/>
                  </a:lnTo>
                  <a:lnTo>
                    <a:pt x="246" y="252"/>
                  </a:lnTo>
                  <a:lnTo>
                    <a:pt x="234" y="246"/>
                  </a:lnTo>
                  <a:lnTo>
                    <a:pt x="216" y="234"/>
                  </a:lnTo>
                  <a:lnTo>
                    <a:pt x="204" y="228"/>
                  </a:lnTo>
                  <a:lnTo>
                    <a:pt x="192" y="216"/>
                  </a:lnTo>
                  <a:lnTo>
                    <a:pt x="180" y="186"/>
                  </a:lnTo>
                  <a:lnTo>
                    <a:pt x="162" y="180"/>
                  </a:lnTo>
                  <a:lnTo>
                    <a:pt x="162" y="162"/>
                  </a:lnTo>
                  <a:lnTo>
                    <a:pt x="156" y="156"/>
                  </a:lnTo>
                  <a:lnTo>
                    <a:pt x="150" y="156"/>
                  </a:lnTo>
                  <a:lnTo>
                    <a:pt x="150" y="144"/>
                  </a:lnTo>
                  <a:lnTo>
                    <a:pt x="132" y="138"/>
                  </a:lnTo>
                  <a:lnTo>
                    <a:pt x="120" y="126"/>
                  </a:lnTo>
                  <a:lnTo>
                    <a:pt x="138" y="120"/>
                  </a:lnTo>
                  <a:lnTo>
                    <a:pt x="138" y="96"/>
                  </a:lnTo>
                  <a:lnTo>
                    <a:pt x="144" y="96"/>
                  </a:lnTo>
                  <a:lnTo>
                    <a:pt x="150" y="102"/>
                  </a:lnTo>
                  <a:lnTo>
                    <a:pt x="162" y="108"/>
                  </a:lnTo>
                  <a:lnTo>
                    <a:pt x="186" y="102"/>
                  </a:lnTo>
                  <a:lnTo>
                    <a:pt x="210" y="102"/>
                  </a:lnTo>
                  <a:lnTo>
                    <a:pt x="228" y="108"/>
                  </a:lnTo>
                  <a:lnTo>
                    <a:pt x="240" y="102"/>
                  </a:lnTo>
                  <a:lnTo>
                    <a:pt x="252" y="102"/>
                  </a:lnTo>
                  <a:lnTo>
                    <a:pt x="258" y="108"/>
                  </a:lnTo>
                  <a:lnTo>
                    <a:pt x="312" y="108"/>
                  </a:lnTo>
                  <a:lnTo>
                    <a:pt x="324" y="126"/>
                  </a:lnTo>
                  <a:lnTo>
                    <a:pt x="342" y="12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45" name="Côte d'Ivoire" descr="© INSCALE GmbH, 05.05.2010&#10;http://www.presentationload.com/">
              <a:extLst>
                <a:ext uri="{FF2B5EF4-FFF2-40B4-BE49-F238E27FC236}">
                  <a16:creationId xmlns:a16="http://schemas.microsoft.com/office/drawing/2014/main" id="{3C2BBB72-F964-4AB6-A8DD-E6857AB4B7D0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529079" y="2718142"/>
              <a:ext cx="144751" cy="169546"/>
            </a:xfrm>
            <a:custGeom>
              <a:avLst/>
              <a:gdLst>
                <a:gd name="T0" fmla="*/ 2147483647 w 438"/>
                <a:gd name="T1" fmla="*/ 2147483647 h 516"/>
                <a:gd name="T2" fmla="*/ 2147483647 w 438"/>
                <a:gd name="T3" fmla="*/ 2147483647 h 516"/>
                <a:gd name="T4" fmla="*/ 2147483647 w 438"/>
                <a:gd name="T5" fmla="*/ 2147483647 h 516"/>
                <a:gd name="T6" fmla="*/ 2147483647 w 438"/>
                <a:gd name="T7" fmla="*/ 2147483647 h 516"/>
                <a:gd name="T8" fmla="*/ 2147483647 w 438"/>
                <a:gd name="T9" fmla="*/ 2147483647 h 516"/>
                <a:gd name="T10" fmla="*/ 2147483647 w 438"/>
                <a:gd name="T11" fmla="*/ 2147483647 h 516"/>
                <a:gd name="T12" fmla="*/ 2147483647 w 438"/>
                <a:gd name="T13" fmla="*/ 2147483647 h 516"/>
                <a:gd name="T14" fmla="*/ 2147483647 w 438"/>
                <a:gd name="T15" fmla="*/ 2147483647 h 516"/>
                <a:gd name="T16" fmla="*/ 2147483647 w 438"/>
                <a:gd name="T17" fmla="*/ 2147483647 h 516"/>
                <a:gd name="T18" fmla="*/ 2147483647 w 438"/>
                <a:gd name="T19" fmla="*/ 2147483647 h 516"/>
                <a:gd name="T20" fmla="*/ 2147483647 w 438"/>
                <a:gd name="T21" fmla="*/ 2147483647 h 516"/>
                <a:gd name="T22" fmla="*/ 2147483647 w 438"/>
                <a:gd name="T23" fmla="*/ 2147483647 h 516"/>
                <a:gd name="T24" fmla="*/ 2147483647 w 438"/>
                <a:gd name="T25" fmla="*/ 2147483647 h 516"/>
                <a:gd name="T26" fmla="*/ 2147483647 w 438"/>
                <a:gd name="T27" fmla="*/ 2147483647 h 516"/>
                <a:gd name="T28" fmla="*/ 2147483647 w 438"/>
                <a:gd name="T29" fmla="*/ 2147483647 h 516"/>
                <a:gd name="T30" fmla="*/ 2147483647 w 438"/>
                <a:gd name="T31" fmla="*/ 2147483647 h 516"/>
                <a:gd name="T32" fmla="*/ 2147483647 w 438"/>
                <a:gd name="T33" fmla="*/ 0 h 516"/>
                <a:gd name="T34" fmla="*/ 2147483647 w 438"/>
                <a:gd name="T35" fmla="*/ 2147483647 h 516"/>
                <a:gd name="T36" fmla="*/ 2147483647 w 438"/>
                <a:gd name="T37" fmla="*/ 2147483647 h 516"/>
                <a:gd name="T38" fmla="*/ 2147483647 w 438"/>
                <a:gd name="T39" fmla="*/ 2147483647 h 516"/>
                <a:gd name="T40" fmla="*/ 2147483647 w 438"/>
                <a:gd name="T41" fmla="*/ 2147483647 h 516"/>
                <a:gd name="T42" fmla="*/ 2147483647 w 438"/>
                <a:gd name="T43" fmla="*/ 2147483647 h 516"/>
                <a:gd name="T44" fmla="*/ 2147483647 w 438"/>
                <a:gd name="T45" fmla="*/ 2147483647 h 516"/>
                <a:gd name="T46" fmla="*/ 2147483647 w 438"/>
                <a:gd name="T47" fmla="*/ 2147483647 h 516"/>
                <a:gd name="T48" fmla="*/ 2147483647 w 438"/>
                <a:gd name="T49" fmla="*/ 2147483647 h 516"/>
                <a:gd name="T50" fmla="*/ 2147483647 w 438"/>
                <a:gd name="T51" fmla="*/ 2147483647 h 516"/>
                <a:gd name="T52" fmla="*/ 2147483647 w 438"/>
                <a:gd name="T53" fmla="*/ 2147483647 h 516"/>
                <a:gd name="T54" fmla="*/ 2147483647 w 438"/>
                <a:gd name="T55" fmla="*/ 2147483647 h 516"/>
                <a:gd name="T56" fmla="*/ 2147483647 w 438"/>
                <a:gd name="T57" fmla="*/ 2147483647 h 516"/>
                <a:gd name="T58" fmla="*/ 2147483647 w 438"/>
                <a:gd name="T59" fmla="*/ 2147483647 h 516"/>
                <a:gd name="T60" fmla="*/ 2147483647 w 438"/>
                <a:gd name="T61" fmla="*/ 2147483647 h 516"/>
                <a:gd name="T62" fmla="*/ 2147483647 w 438"/>
                <a:gd name="T63" fmla="*/ 2147483647 h 516"/>
                <a:gd name="T64" fmla="*/ 2147483647 w 438"/>
                <a:gd name="T65" fmla="*/ 2147483647 h 516"/>
                <a:gd name="T66" fmla="*/ 2147483647 w 438"/>
                <a:gd name="T67" fmla="*/ 2147483647 h 516"/>
                <a:gd name="T68" fmla="*/ 2147483647 w 438"/>
                <a:gd name="T69" fmla="*/ 2147483647 h 516"/>
                <a:gd name="T70" fmla="*/ 2147483647 w 438"/>
                <a:gd name="T71" fmla="*/ 2147483647 h 516"/>
                <a:gd name="T72" fmla="*/ 2147483647 w 438"/>
                <a:gd name="T73" fmla="*/ 2147483647 h 516"/>
                <a:gd name="T74" fmla="*/ 2147483647 w 438"/>
                <a:gd name="T75" fmla="*/ 2147483647 h 516"/>
                <a:gd name="T76" fmla="*/ 2147483647 w 438"/>
                <a:gd name="T77" fmla="*/ 2147483647 h 516"/>
                <a:gd name="T78" fmla="*/ 2147483647 w 438"/>
                <a:gd name="T79" fmla="*/ 2147483647 h 516"/>
                <a:gd name="T80" fmla="*/ 2147483647 w 438"/>
                <a:gd name="T81" fmla="*/ 2147483647 h 516"/>
                <a:gd name="T82" fmla="*/ 2147483647 w 438"/>
                <a:gd name="T83" fmla="*/ 2147483647 h 516"/>
                <a:gd name="T84" fmla="*/ 2147483647 w 438"/>
                <a:gd name="T85" fmla="*/ 2147483647 h 516"/>
                <a:gd name="T86" fmla="*/ 2147483647 w 438"/>
                <a:gd name="T87" fmla="*/ 2147483647 h 516"/>
                <a:gd name="T88" fmla="*/ 2147483647 w 438"/>
                <a:gd name="T89" fmla="*/ 2147483647 h 51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38"/>
                <a:gd name="T136" fmla="*/ 0 h 516"/>
                <a:gd name="T137" fmla="*/ 438 w 438"/>
                <a:gd name="T138" fmla="*/ 516 h 51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38" h="516">
                  <a:moveTo>
                    <a:pt x="402" y="408"/>
                  </a:moveTo>
                  <a:lnTo>
                    <a:pt x="402" y="402"/>
                  </a:lnTo>
                  <a:lnTo>
                    <a:pt x="396" y="396"/>
                  </a:lnTo>
                  <a:lnTo>
                    <a:pt x="390" y="384"/>
                  </a:lnTo>
                  <a:lnTo>
                    <a:pt x="390" y="372"/>
                  </a:lnTo>
                  <a:lnTo>
                    <a:pt x="384" y="354"/>
                  </a:lnTo>
                  <a:lnTo>
                    <a:pt x="378" y="342"/>
                  </a:lnTo>
                  <a:lnTo>
                    <a:pt x="378" y="318"/>
                  </a:lnTo>
                  <a:lnTo>
                    <a:pt x="384" y="312"/>
                  </a:lnTo>
                  <a:lnTo>
                    <a:pt x="390" y="300"/>
                  </a:lnTo>
                  <a:lnTo>
                    <a:pt x="408" y="282"/>
                  </a:lnTo>
                  <a:lnTo>
                    <a:pt x="408" y="270"/>
                  </a:lnTo>
                  <a:lnTo>
                    <a:pt x="414" y="258"/>
                  </a:lnTo>
                  <a:lnTo>
                    <a:pt x="414" y="240"/>
                  </a:lnTo>
                  <a:lnTo>
                    <a:pt x="420" y="228"/>
                  </a:lnTo>
                  <a:lnTo>
                    <a:pt x="426" y="222"/>
                  </a:lnTo>
                  <a:lnTo>
                    <a:pt x="438" y="198"/>
                  </a:lnTo>
                  <a:lnTo>
                    <a:pt x="438" y="186"/>
                  </a:lnTo>
                  <a:lnTo>
                    <a:pt x="432" y="174"/>
                  </a:lnTo>
                  <a:lnTo>
                    <a:pt x="432" y="162"/>
                  </a:lnTo>
                  <a:lnTo>
                    <a:pt x="426" y="150"/>
                  </a:lnTo>
                  <a:lnTo>
                    <a:pt x="426" y="138"/>
                  </a:lnTo>
                  <a:lnTo>
                    <a:pt x="420" y="132"/>
                  </a:lnTo>
                  <a:lnTo>
                    <a:pt x="420" y="126"/>
                  </a:lnTo>
                  <a:lnTo>
                    <a:pt x="432" y="126"/>
                  </a:lnTo>
                  <a:lnTo>
                    <a:pt x="426" y="96"/>
                  </a:lnTo>
                  <a:lnTo>
                    <a:pt x="408" y="102"/>
                  </a:lnTo>
                  <a:lnTo>
                    <a:pt x="408" y="90"/>
                  </a:lnTo>
                  <a:lnTo>
                    <a:pt x="390" y="72"/>
                  </a:lnTo>
                  <a:lnTo>
                    <a:pt x="372" y="66"/>
                  </a:lnTo>
                  <a:lnTo>
                    <a:pt x="342" y="66"/>
                  </a:lnTo>
                  <a:lnTo>
                    <a:pt x="318" y="78"/>
                  </a:lnTo>
                  <a:lnTo>
                    <a:pt x="318" y="84"/>
                  </a:lnTo>
                  <a:lnTo>
                    <a:pt x="312" y="90"/>
                  </a:lnTo>
                  <a:lnTo>
                    <a:pt x="300" y="90"/>
                  </a:lnTo>
                  <a:lnTo>
                    <a:pt x="294" y="84"/>
                  </a:lnTo>
                  <a:lnTo>
                    <a:pt x="282" y="84"/>
                  </a:lnTo>
                  <a:lnTo>
                    <a:pt x="276" y="78"/>
                  </a:lnTo>
                  <a:lnTo>
                    <a:pt x="264" y="72"/>
                  </a:lnTo>
                  <a:lnTo>
                    <a:pt x="258" y="60"/>
                  </a:lnTo>
                  <a:lnTo>
                    <a:pt x="258" y="48"/>
                  </a:lnTo>
                  <a:lnTo>
                    <a:pt x="252" y="42"/>
                  </a:lnTo>
                  <a:lnTo>
                    <a:pt x="252" y="36"/>
                  </a:lnTo>
                  <a:lnTo>
                    <a:pt x="228" y="42"/>
                  </a:lnTo>
                  <a:lnTo>
                    <a:pt x="228" y="18"/>
                  </a:lnTo>
                  <a:lnTo>
                    <a:pt x="216" y="18"/>
                  </a:lnTo>
                  <a:lnTo>
                    <a:pt x="210" y="24"/>
                  </a:lnTo>
                  <a:lnTo>
                    <a:pt x="204" y="36"/>
                  </a:lnTo>
                  <a:lnTo>
                    <a:pt x="198" y="42"/>
                  </a:lnTo>
                  <a:lnTo>
                    <a:pt x="174" y="36"/>
                  </a:lnTo>
                  <a:lnTo>
                    <a:pt x="174" y="0"/>
                  </a:lnTo>
                  <a:lnTo>
                    <a:pt x="162" y="24"/>
                  </a:lnTo>
                  <a:lnTo>
                    <a:pt x="150" y="6"/>
                  </a:lnTo>
                  <a:lnTo>
                    <a:pt x="144" y="30"/>
                  </a:lnTo>
                  <a:lnTo>
                    <a:pt x="126" y="30"/>
                  </a:lnTo>
                  <a:lnTo>
                    <a:pt x="120" y="48"/>
                  </a:lnTo>
                  <a:lnTo>
                    <a:pt x="102" y="30"/>
                  </a:lnTo>
                  <a:lnTo>
                    <a:pt x="84" y="24"/>
                  </a:lnTo>
                  <a:lnTo>
                    <a:pt x="72" y="24"/>
                  </a:lnTo>
                  <a:lnTo>
                    <a:pt x="66" y="30"/>
                  </a:lnTo>
                  <a:lnTo>
                    <a:pt x="66" y="48"/>
                  </a:lnTo>
                  <a:lnTo>
                    <a:pt x="54" y="42"/>
                  </a:lnTo>
                  <a:lnTo>
                    <a:pt x="36" y="66"/>
                  </a:lnTo>
                  <a:lnTo>
                    <a:pt x="42" y="102"/>
                  </a:lnTo>
                  <a:lnTo>
                    <a:pt x="60" y="108"/>
                  </a:lnTo>
                  <a:lnTo>
                    <a:pt x="48" y="126"/>
                  </a:lnTo>
                  <a:lnTo>
                    <a:pt x="66" y="132"/>
                  </a:lnTo>
                  <a:lnTo>
                    <a:pt x="60" y="138"/>
                  </a:lnTo>
                  <a:lnTo>
                    <a:pt x="54" y="150"/>
                  </a:lnTo>
                  <a:lnTo>
                    <a:pt x="54" y="162"/>
                  </a:lnTo>
                  <a:lnTo>
                    <a:pt x="60" y="162"/>
                  </a:lnTo>
                  <a:lnTo>
                    <a:pt x="72" y="168"/>
                  </a:lnTo>
                  <a:lnTo>
                    <a:pt x="78" y="168"/>
                  </a:lnTo>
                  <a:lnTo>
                    <a:pt x="78" y="180"/>
                  </a:lnTo>
                  <a:lnTo>
                    <a:pt x="72" y="186"/>
                  </a:lnTo>
                  <a:lnTo>
                    <a:pt x="72" y="192"/>
                  </a:lnTo>
                  <a:lnTo>
                    <a:pt x="66" y="186"/>
                  </a:lnTo>
                  <a:lnTo>
                    <a:pt x="54" y="186"/>
                  </a:lnTo>
                  <a:lnTo>
                    <a:pt x="48" y="180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36" y="204"/>
                  </a:lnTo>
                  <a:lnTo>
                    <a:pt x="48" y="210"/>
                  </a:lnTo>
                  <a:lnTo>
                    <a:pt x="54" y="222"/>
                  </a:lnTo>
                  <a:lnTo>
                    <a:pt x="36" y="222"/>
                  </a:lnTo>
                  <a:lnTo>
                    <a:pt x="36" y="228"/>
                  </a:lnTo>
                  <a:lnTo>
                    <a:pt x="42" y="234"/>
                  </a:lnTo>
                  <a:lnTo>
                    <a:pt x="42" y="252"/>
                  </a:lnTo>
                  <a:lnTo>
                    <a:pt x="36" y="258"/>
                  </a:lnTo>
                  <a:lnTo>
                    <a:pt x="30" y="258"/>
                  </a:lnTo>
                  <a:lnTo>
                    <a:pt x="18" y="252"/>
                  </a:lnTo>
                  <a:lnTo>
                    <a:pt x="12" y="246"/>
                  </a:lnTo>
                  <a:lnTo>
                    <a:pt x="6" y="246"/>
                  </a:lnTo>
                  <a:lnTo>
                    <a:pt x="24" y="282"/>
                  </a:lnTo>
                  <a:lnTo>
                    <a:pt x="24" y="306"/>
                  </a:lnTo>
                  <a:lnTo>
                    <a:pt x="18" y="324"/>
                  </a:lnTo>
                  <a:lnTo>
                    <a:pt x="6" y="330"/>
                  </a:lnTo>
                  <a:lnTo>
                    <a:pt x="0" y="342"/>
                  </a:lnTo>
                  <a:lnTo>
                    <a:pt x="6" y="348"/>
                  </a:lnTo>
                  <a:lnTo>
                    <a:pt x="24" y="348"/>
                  </a:lnTo>
                  <a:lnTo>
                    <a:pt x="24" y="360"/>
                  </a:lnTo>
                  <a:lnTo>
                    <a:pt x="60" y="354"/>
                  </a:lnTo>
                  <a:lnTo>
                    <a:pt x="60" y="384"/>
                  </a:lnTo>
                  <a:lnTo>
                    <a:pt x="90" y="414"/>
                  </a:lnTo>
                  <a:lnTo>
                    <a:pt x="90" y="438"/>
                  </a:lnTo>
                  <a:lnTo>
                    <a:pt x="84" y="450"/>
                  </a:lnTo>
                  <a:lnTo>
                    <a:pt x="84" y="462"/>
                  </a:lnTo>
                  <a:lnTo>
                    <a:pt x="78" y="468"/>
                  </a:lnTo>
                  <a:lnTo>
                    <a:pt x="78" y="516"/>
                  </a:lnTo>
                  <a:lnTo>
                    <a:pt x="90" y="516"/>
                  </a:lnTo>
                  <a:lnTo>
                    <a:pt x="96" y="510"/>
                  </a:lnTo>
                  <a:lnTo>
                    <a:pt x="102" y="498"/>
                  </a:lnTo>
                  <a:lnTo>
                    <a:pt x="114" y="498"/>
                  </a:lnTo>
                  <a:lnTo>
                    <a:pt x="126" y="486"/>
                  </a:lnTo>
                  <a:lnTo>
                    <a:pt x="138" y="480"/>
                  </a:lnTo>
                  <a:lnTo>
                    <a:pt x="198" y="456"/>
                  </a:lnTo>
                  <a:lnTo>
                    <a:pt x="228" y="450"/>
                  </a:lnTo>
                  <a:lnTo>
                    <a:pt x="264" y="450"/>
                  </a:lnTo>
                  <a:lnTo>
                    <a:pt x="270" y="444"/>
                  </a:lnTo>
                  <a:lnTo>
                    <a:pt x="282" y="444"/>
                  </a:lnTo>
                  <a:lnTo>
                    <a:pt x="294" y="438"/>
                  </a:lnTo>
                  <a:lnTo>
                    <a:pt x="330" y="438"/>
                  </a:lnTo>
                  <a:lnTo>
                    <a:pt x="336" y="444"/>
                  </a:lnTo>
                  <a:lnTo>
                    <a:pt x="342" y="444"/>
                  </a:lnTo>
                  <a:lnTo>
                    <a:pt x="348" y="450"/>
                  </a:lnTo>
                  <a:lnTo>
                    <a:pt x="366" y="450"/>
                  </a:lnTo>
                  <a:lnTo>
                    <a:pt x="378" y="438"/>
                  </a:lnTo>
                  <a:lnTo>
                    <a:pt x="384" y="438"/>
                  </a:lnTo>
                  <a:lnTo>
                    <a:pt x="384" y="444"/>
                  </a:lnTo>
                  <a:lnTo>
                    <a:pt x="396" y="456"/>
                  </a:lnTo>
                  <a:lnTo>
                    <a:pt x="408" y="462"/>
                  </a:lnTo>
                  <a:lnTo>
                    <a:pt x="420" y="462"/>
                  </a:lnTo>
                  <a:lnTo>
                    <a:pt x="426" y="468"/>
                  </a:lnTo>
                  <a:lnTo>
                    <a:pt x="426" y="414"/>
                  </a:lnTo>
                  <a:lnTo>
                    <a:pt x="402" y="40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46" name="Costa Rica" descr="© INSCALE GmbH, 05.05.2010&#10;http://www.presentationload.com/">
              <a:extLst>
                <a:ext uri="{FF2B5EF4-FFF2-40B4-BE49-F238E27FC236}">
                  <a16:creationId xmlns:a16="http://schemas.microsoft.com/office/drawing/2014/main" id="{57746916-09B2-41E3-863F-26D9450BDA00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719692" y="2705298"/>
              <a:ext cx="78838" cy="75782"/>
            </a:xfrm>
            <a:custGeom>
              <a:avLst/>
              <a:gdLst>
                <a:gd name="T0" fmla="*/ 2147483647 w 240"/>
                <a:gd name="T1" fmla="*/ 2147483647 h 228"/>
                <a:gd name="T2" fmla="*/ 2147483647 w 240"/>
                <a:gd name="T3" fmla="*/ 2147483647 h 228"/>
                <a:gd name="T4" fmla="*/ 2147483647 w 240"/>
                <a:gd name="T5" fmla="*/ 2147483647 h 228"/>
                <a:gd name="T6" fmla="*/ 2147483647 w 240"/>
                <a:gd name="T7" fmla="*/ 2147483647 h 228"/>
                <a:gd name="T8" fmla="*/ 2147483647 w 240"/>
                <a:gd name="T9" fmla="*/ 2147483647 h 228"/>
                <a:gd name="T10" fmla="*/ 2147483647 w 240"/>
                <a:gd name="T11" fmla="*/ 2147483647 h 228"/>
                <a:gd name="T12" fmla="*/ 2147483647 w 240"/>
                <a:gd name="T13" fmla="*/ 2147483647 h 228"/>
                <a:gd name="T14" fmla="*/ 2147483647 w 240"/>
                <a:gd name="T15" fmla="*/ 2147483647 h 228"/>
                <a:gd name="T16" fmla="*/ 2147483647 w 240"/>
                <a:gd name="T17" fmla="*/ 2147483647 h 228"/>
                <a:gd name="T18" fmla="*/ 2147483647 w 240"/>
                <a:gd name="T19" fmla="*/ 2147483647 h 228"/>
                <a:gd name="T20" fmla="*/ 2147483647 w 240"/>
                <a:gd name="T21" fmla="*/ 2147483647 h 228"/>
                <a:gd name="T22" fmla="*/ 2147483647 w 240"/>
                <a:gd name="T23" fmla="*/ 2147483647 h 228"/>
                <a:gd name="T24" fmla="*/ 2147483647 w 240"/>
                <a:gd name="T25" fmla="*/ 2147483647 h 228"/>
                <a:gd name="T26" fmla="*/ 2147483647 w 240"/>
                <a:gd name="T27" fmla="*/ 2147483647 h 228"/>
                <a:gd name="T28" fmla="*/ 2147483647 w 240"/>
                <a:gd name="T29" fmla="*/ 2147483647 h 228"/>
                <a:gd name="T30" fmla="*/ 2147483647 w 240"/>
                <a:gd name="T31" fmla="*/ 0 h 228"/>
                <a:gd name="T32" fmla="*/ 2147483647 w 240"/>
                <a:gd name="T33" fmla="*/ 2147483647 h 228"/>
                <a:gd name="T34" fmla="*/ 2147483647 w 240"/>
                <a:gd name="T35" fmla="*/ 2147483647 h 228"/>
                <a:gd name="T36" fmla="*/ 0 w 240"/>
                <a:gd name="T37" fmla="*/ 2147483647 h 228"/>
                <a:gd name="T38" fmla="*/ 2147483647 w 240"/>
                <a:gd name="T39" fmla="*/ 2147483647 h 228"/>
                <a:gd name="T40" fmla="*/ 2147483647 w 240"/>
                <a:gd name="T41" fmla="*/ 2147483647 h 228"/>
                <a:gd name="T42" fmla="*/ 2147483647 w 240"/>
                <a:gd name="T43" fmla="*/ 2147483647 h 228"/>
                <a:gd name="T44" fmla="*/ 2147483647 w 240"/>
                <a:gd name="T45" fmla="*/ 2147483647 h 228"/>
                <a:gd name="T46" fmla="*/ 2147483647 w 240"/>
                <a:gd name="T47" fmla="*/ 2147483647 h 228"/>
                <a:gd name="T48" fmla="*/ 2147483647 w 240"/>
                <a:gd name="T49" fmla="*/ 2147483647 h 228"/>
                <a:gd name="T50" fmla="*/ 2147483647 w 240"/>
                <a:gd name="T51" fmla="*/ 2147483647 h 228"/>
                <a:gd name="T52" fmla="*/ 2147483647 w 240"/>
                <a:gd name="T53" fmla="*/ 2147483647 h 228"/>
                <a:gd name="T54" fmla="*/ 2147483647 w 240"/>
                <a:gd name="T55" fmla="*/ 2147483647 h 228"/>
                <a:gd name="T56" fmla="*/ 2147483647 w 240"/>
                <a:gd name="T57" fmla="*/ 2147483647 h 228"/>
                <a:gd name="T58" fmla="*/ 2147483647 w 240"/>
                <a:gd name="T59" fmla="*/ 2147483647 h 228"/>
                <a:gd name="T60" fmla="*/ 2147483647 w 240"/>
                <a:gd name="T61" fmla="*/ 2147483647 h 228"/>
                <a:gd name="T62" fmla="*/ 2147483647 w 240"/>
                <a:gd name="T63" fmla="*/ 2147483647 h 228"/>
                <a:gd name="T64" fmla="*/ 2147483647 w 240"/>
                <a:gd name="T65" fmla="*/ 2147483647 h 228"/>
                <a:gd name="T66" fmla="*/ 2147483647 w 240"/>
                <a:gd name="T67" fmla="*/ 2147483647 h 22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40"/>
                <a:gd name="T103" fmla="*/ 0 h 228"/>
                <a:gd name="T104" fmla="*/ 240 w 240"/>
                <a:gd name="T105" fmla="*/ 228 h 22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40" h="228">
                  <a:moveTo>
                    <a:pt x="210" y="198"/>
                  </a:moveTo>
                  <a:lnTo>
                    <a:pt x="216" y="198"/>
                  </a:lnTo>
                  <a:lnTo>
                    <a:pt x="234" y="180"/>
                  </a:lnTo>
                  <a:lnTo>
                    <a:pt x="228" y="174"/>
                  </a:lnTo>
                  <a:lnTo>
                    <a:pt x="210" y="174"/>
                  </a:lnTo>
                  <a:lnTo>
                    <a:pt x="210" y="168"/>
                  </a:lnTo>
                  <a:lnTo>
                    <a:pt x="204" y="162"/>
                  </a:lnTo>
                  <a:lnTo>
                    <a:pt x="204" y="144"/>
                  </a:lnTo>
                  <a:lnTo>
                    <a:pt x="210" y="138"/>
                  </a:lnTo>
                  <a:lnTo>
                    <a:pt x="222" y="138"/>
                  </a:lnTo>
                  <a:lnTo>
                    <a:pt x="228" y="132"/>
                  </a:lnTo>
                  <a:lnTo>
                    <a:pt x="240" y="132"/>
                  </a:lnTo>
                  <a:lnTo>
                    <a:pt x="228" y="126"/>
                  </a:lnTo>
                  <a:lnTo>
                    <a:pt x="210" y="108"/>
                  </a:lnTo>
                  <a:lnTo>
                    <a:pt x="198" y="84"/>
                  </a:lnTo>
                  <a:lnTo>
                    <a:pt x="192" y="78"/>
                  </a:lnTo>
                  <a:lnTo>
                    <a:pt x="186" y="66"/>
                  </a:lnTo>
                  <a:lnTo>
                    <a:pt x="180" y="60"/>
                  </a:lnTo>
                  <a:lnTo>
                    <a:pt x="174" y="36"/>
                  </a:lnTo>
                  <a:lnTo>
                    <a:pt x="138" y="36"/>
                  </a:lnTo>
                  <a:lnTo>
                    <a:pt x="126" y="24"/>
                  </a:lnTo>
                  <a:lnTo>
                    <a:pt x="126" y="18"/>
                  </a:lnTo>
                  <a:lnTo>
                    <a:pt x="120" y="18"/>
                  </a:lnTo>
                  <a:lnTo>
                    <a:pt x="114" y="12"/>
                  </a:lnTo>
                  <a:lnTo>
                    <a:pt x="84" y="12"/>
                  </a:lnTo>
                  <a:lnTo>
                    <a:pt x="84" y="18"/>
                  </a:lnTo>
                  <a:lnTo>
                    <a:pt x="78" y="18"/>
                  </a:lnTo>
                  <a:lnTo>
                    <a:pt x="72" y="12"/>
                  </a:lnTo>
                  <a:lnTo>
                    <a:pt x="60" y="6"/>
                  </a:lnTo>
                  <a:lnTo>
                    <a:pt x="48" y="6"/>
                  </a:lnTo>
                  <a:lnTo>
                    <a:pt x="42" y="0"/>
                  </a:lnTo>
                  <a:lnTo>
                    <a:pt x="24" y="0"/>
                  </a:lnTo>
                  <a:lnTo>
                    <a:pt x="6" y="30"/>
                  </a:lnTo>
                  <a:lnTo>
                    <a:pt x="18" y="42"/>
                  </a:lnTo>
                  <a:lnTo>
                    <a:pt x="24" y="42"/>
                  </a:lnTo>
                  <a:lnTo>
                    <a:pt x="24" y="48"/>
                  </a:lnTo>
                  <a:lnTo>
                    <a:pt x="6" y="66"/>
                  </a:lnTo>
                  <a:lnTo>
                    <a:pt x="0" y="78"/>
                  </a:lnTo>
                  <a:lnTo>
                    <a:pt x="6" y="90"/>
                  </a:lnTo>
                  <a:lnTo>
                    <a:pt x="18" y="102"/>
                  </a:lnTo>
                  <a:lnTo>
                    <a:pt x="30" y="108"/>
                  </a:lnTo>
                  <a:lnTo>
                    <a:pt x="42" y="108"/>
                  </a:lnTo>
                  <a:lnTo>
                    <a:pt x="60" y="126"/>
                  </a:lnTo>
                  <a:lnTo>
                    <a:pt x="72" y="126"/>
                  </a:lnTo>
                  <a:lnTo>
                    <a:pt x="72" y="102"/>
                  </a:lnTo>
                  <a:lnTo>
                    <a:pt x="66" y="96"/>
                  </a:lnTo>
                  <a:lnTo>
                    <a:pt x="54" y="90"/>
                  </a:lnTo>
                  <a:lnTo>
                    <a:pt x="42" y="78"/>
                  </a:lnTo>
                  <a:lnTo>
                    <a:pt x="42" y="72"/>
                  </a:lnTo>
                  <a:lnTo>
                    <a:pt x="48" y="72"/>
                  </a:lnTo>
                  <a:lnTo>
                    <a:pt x="60" y="78"/>
                  </a:lnTo>
                  <a:lnTo>
                    <a:pt x="66" y="84"/>
                  </a:lnTo>
                  <a:lnTo>
                    <a:pt x="90" y="96"/>
                  </a:lnTo>
                  <a:lnTo>
                    <a:pt x="96" y="102"/>
                  </a:lnTo>
                  <a:lnTo>
                    <a:pt x="96" y="132"/>
                  </a:lnTo>
                  <a:lnTo>
                    <a:pt x="114" y="132"/>
                  </a:lnTo>
                  <a:lnTo>
                    <a:pt x="126" y="138"/>
                  </a:lnTo>
                  <a:lnTo>
                    <a:pt x="138" y="138"/>
                  </a:lnTo>
                  <a:lnTo>
                    <a:pt x="156" y="180"/>
                  </a:lnTo>
                  <a:lnTo>
                    <a:pt x="150" y="186"/>
                  </a:lnTo>
                  <a:lnTo>
                    <a:pt x="150" y="198"/>
                  </a:lnTo>
                  <a:lnTo>
                    <a:pt x="168" y="216"/>
                  </a:lnTo>
                  <a:lnTo>
                    <a:pt x="180" y="222"/>
                  </a:lnTo>
                  <a:lnTo>
                    <a:pt x="192" y="222"/>
                  </a:lnTo>
                  <a:lnTo>
                    <a:pt x="174" y="198"/>
                  </a:lnTo>
                  <a:lnTo>
                    <a:pt x="204" y="228"/>
                  </a:lnTo>
                  <a:lnTo>
                    <a:pt x="210" y="222"/>
                  </a:lnTo>
                  <a:lnTo>
                    <a:pt x="210" y="19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47" name="Congo" descr="© INSCALE GmbH, 05.05.2010&#10;http://www.presentationload.com/">
              <a:extLst>
                <a:ext uri="{FF2B5EF4-FFF2-40B4-BE49-F238E27FC236}">
                  <a16:creationId xmlns:a16="http://schemas.microsoft.com/office/drawing/2014/main" id="{F35C25FF-ED13-465E-9EC0-F9F752246A26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021490" y="2859431"/>
              <a:ext cx="445885" cy="498363"/>
            </a:xfrm>
            <a:custGeom>
              <a:avLst/>
              <a:gdLst>
                <a:gd name="T0" fmla="*/ 2147483647 w 1350"/>
                <a:gd name="T1" fmla="*/ 2147483647 h 1518"/>
                <a:gd name="T2" fmla="*/ 2147483647 w 1350"/>
                <a:gd name="T3" fmla="*/ 2147483647 h 1518"/>
                <a:gd name="T4" fmla="*/ 2147483647 w 1350"/>
                <a:gd name="T5" fmla="*/ 2147483647 h 1518"/>
                <a:gd name="T6" fmla="*/ 2147483647 w 1350"/>
                <a:gd name="T7" fmla="*/ 2147483647 h 1518"/>
                <a:gd name="T8" fmla="*/ 2147483647 w 1350"/>
                <a:gd name="T9" fmla="*/ 2147483647 h 1518"/>
                <a:gd name="T10" fmla="*/ 2147483647 w 1350"/>
                <a:gd name="T11" fmla="*/ 2147483647 h 1518"/>
                <a:gd name="T12" fmla="*/ 2147483647 w 1350"/>
                <a:gd name="T13" fmla="*/ 2147483647 h 1518"/>
                <a:gd name="T14" fmla="*/ 2147483647 w 1350"/>
                <a:gd name="T15" fmla="*/ 2147483647 h 1518"/>
                <a:gd name="T16" fmla="*/ 2147483647 w 1350"/>
                <a:gd name="T17" fmla="*/ 2147483647 h 1518"/>
                <a:gd name="T18" fmla="*/ 2147483647 w 1350"/>
                <a:gd name="T19" fmla="*/ 2147483647 h 1518"/>
                <a:gd name="T20" fmla="*/ 2147483647 w 1350"/>
                <a:gd name="T21" fmla="*/ 2147483647 h 1518"/>
                <a:gd name="T22" fmla="*/ 2147483647 w 1350"/>
                <a:gd name="T23" fmla="*/ 2147483647 h 1518"/>
                <a:gd name="T24" fmla="*/ 2147483647 w 1350"/>
                <a:gd name="T25" fmla="*/ 2147483647 h 1518"/>
                <a:gd name="T26" fmla="*/ 2147483647 w 1350"/>
                <a:gd name="T27" fmla="*/ 2147483647 h 1518"/>
                <a:gd name="T28" fmla="*/ 2147483647 w 1350"/>
                <a:gd name="T29" fmla="*/ 2147483647 h 1518"/>
                <a:gd name="T30" fmla="*/ 2147483647 w 1350"/>
                <a:gd name="T31" fmla="*/ 2147483647 h 1518"/>
                <a:gd name="T32" fmla="*/ 2147483647 w 1350"/>
                <a:gd name="T33" fmla="*/ 2147483647 h 1518"/>
                <a:gd name="T34" fmla="*/ 2147483647 w 1350"/>
                <a:gd name="T35" fmla="*/ 2147483647 h 1518"/>
                <a:gd name="T36" fmla="*/ 2147483647 w 1350"/>
                <a:gd name="T37" fmla="*/ 2147483647 h 1518"/>
                <a:gd name="T38" fmla="*/ 2147483647 w 1350"/>
                <a:gd name="T39" fmla="*/ 2147483647 h 1518"/>
                <a:gd name="T40" fmla="*/ 2147483647 w 1350"/>
                <a:gd name="T41" fmla="*/ 2147483647 h 1518"/>
                <a:gd name="T42" fmla="*/ 2147483647 w 1350"/>
                <a:gd name="T43" fmla="*/ 2147483647 h 1518"/>
                <a:gd name="T44" fmla="*/ 2147483647 w 1350"/>
                <a:gd name="T45" fmla="*/ 2147483647 h 1518"/>
                <a:gd name="T46" fmla="*/ 2147483647 w 1350"/>
                <a:gd name="T47" fmla="*/ 2147483647 h 1518"/>
                <a:gd name="T48" fmla="*/ 2147483647 w 1350"/>
                <a:gd name="T49" fmla="*/ 2147483647 h 1518"/>
                <a:gd name="T50" fmla="*/ 2147483647 w 1350"/>
                <a:gd name="T51" fmla="*/ 2147483647 h 1518"/>
                <a:gd name="T52" fmla="*/ 2147483647 w 1350"/>
                <a:gd name="T53" fmla="*/ 2147483647 h 1518"/>
                <a:gd name="T54" fmla="*/ 2147483647 w 1350"/>
                <a:gd name="T55" fmla="*/ 2147483647 h 1518"/>
                <a:gd name="T56" fmla="*/ 2147483647 w 1350"/>
                <a:gd name="T57" fmla="*/ 2147483647 h 1518"/>
                <a:gd name="T58" fmla="*/ 2147483647 w 1350"/>
                <a:gd name="T59" fmla="*/ 2147483647 h 1518"/>
                <a:gd name="T60" fmla="*/ 2147483647 w 1350"/>
                <a:gd name="T61" fmla="*/ 2147483647 h 1518"/>
                <a:gd name="T62" fmla="*/ 2147483647 w 1350"/>
                <a:gd name="T63" fmla="*/ 2147483647 h 1518"/>
                <a:gd name="T64" fmla="*/ 2147483647 w 1350"/>
                <a:gd name="T65" fmla="*/ 2147483647 h 1518"/>
                <a:gd name="T66" fmla="*/ 2147483647 w 1350"/>
                <a:gd name="T67" fmla="*/ 2147483647 h 1518"/>
                <a:gd name="T68" fmla="*/ 2147483647 w 1350"/>
                <a:gd name="T69" fmla="*/ 2147483647 h 1518"/>
                <a:gd name="T70" fmla="*/ 2147483647 w 1350"/>
                <a:gd name="T71" fmla="*/ 2147483647 h 1518"/>
                <a:gd name="T72" fmla="*/ 2147483647 w 1350"/>
                <a:gd name="T73" fmla="*/ 2147483647 h 1518"/>
                <a:gd name="T74" fmla="*/ 2147483647 w 1350"/>
                <a:gd name="T75" fmla="*/ 2147483647 h 1518"/>
                <a:gd name="T76" fmla="*/ 2147483647 w 1350"/>
                <a:gd name="T77" fmla="*/ 2147483647 h 1518"/>
                <a:gd name="T78" fmla="*/ 2147483647 w 1350"/>
                <a:gd name="T79" fmla="*/ 2147483647 h 1518"/>
                <a:gd name="T80" fmla="*/ 2147483647 w 1350"/>
                <a:gd name="T81" fmla="*/ 2147483647 h 1518"/>
                <a:gd name="T82" fmla="*/ 2147483647 w 1350"/>
                <a:gd name="T83" fmla="*/ 2147483647 h 1518"/>
                <a:gd name="T84" fmla="*/ 2147483647 w 1350"/>
                <a:gd name="T85" fmla="*/ 2147483647 h 1518"/>
                <a:gd name="T86" fmla="*/ 2147483647 w 1350"/>
                <a:gd name="T87" fmla="*/ 2147483647 h 1518"/>
                <a:gd name="T88" fmla="*/ 2147483647 w 1350"/>
                <a:gd name="T89" fmla="*/ 2147483647 h 1518"/>
                <a:gd name="T90" fmla="*/ 2147483647 w 1350"/>
                <a:gd name="T91" fmla="*/ 2147483647 h 1518"/>
                <a:gd name="T92" fmla="*/ 2147483647 w 1350"/>
                <a:gd name="T93" fmla="*/ 2147483647 h 1518"/>
                <a:gd name="T94" fmla="*/ 2147483647 w 1350"/>
                <a:gd name="T95" fmla="*/ 2147483647 h 1518"/>
                <a:gd name="T96" fmla="*/ 2147483647 w 1350"/>
                <a:gd name="T97" fmla="*/ 2147483647 h 1518"/>
                <a:gd name="T98" fmla="*/ 2147483647 w 1350"/>
                <a:gd name="T99" fmla="*/ 2147483647 h 1518"/>
                <a:gd name="T100" fmla="*/ 2147483647 w 1350"/>
                <a:gd name="T101" fmla="*/ 2147483647 h 1518"/>
                <a:gd name="T102" fmla="*/ 2147483647 w 1350"/>
                <a:gd name="T103" fmla="*/ 2147483647 h 1518"/>
                <a:gd name="T104" fmla="*/ 2147483647 w 1350"/>
                <a:gd name="T105" fmla="*/ 2147483647 h 1518"/>
                <a:gd name="T106" fmla="*/ 2147483647 w 1350"/>
                <a:gd name="T107" fmla="*/ 2147483647 h 1518"/>
                <a:gd name="T108" fmla="*/ 2147483647 w 1350"/>
                <a:gd name="T109" fmla="*/ 2147483647 h 1518"/>
                <a:gd name="T110" fmla="*/ 2147483647 w 1350"/>
                <a:gd name="T111" fmla="*/ 2147483647 h 1518"/>
                <a:gd name="T112" fmla="*/ 2147483647 w 1350"/>
                <a:gd name="T113" fmla="*/ 2147483647 h 1518"/>
                <a:gd name="T114" fmla="*/ 2147483647 w 1350"/>
                <a:gd name="T115" fmla="*/ 2147483647 h 1518"/>
                <a:gd name="T116" fmla="*/ 2147483647 w 1350"/>
                <a:gd name="T117" fmla="*/ 2147483647 h 1518"/>
                <a:gd name="T118" fmla="*/ 2147483647 w 1350"/>
                <a:gd name="T119" fmla="*/ 2147483647 h 1518"/>
                <a:gd name="T120" fmla="*/ 2147483647 w 1350"/>
                <a:gd name="T121" fmla="*/ 2147483647 h 1518"/>
                <a:gd name="T122" fmla="*/ 2147483647 w 1350"/>
                <a:gd name="T123" fmla="*/ 2147483647 h 1518"/>
                <a:gd name="T124" fmla="*/ 2147483647 w 1350"/>
                <a:gd name="T125" fmla="*/ 2147483647 h 151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350"/>
                <a:gd name="T190" fmla="*/ 0 h 1518"/>
                <a:gd name="T191" fmla="*/ 1350 w 1350"/>
                <a:gd name="T192" fmla="*/ 1518 h 1518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350" h="1518">
                  <a:moveTo>
                    <a:pt x="1242" y="468"/>
                  </a:moveTo>
                  <a:lnTo>
                    <a:pt x="1242" y="438"/>
                  </a:lnTo>
                  <a:lnTo>
                    <a:pt x="1260" y="366"/>
                  </a:lnTo>
                  <a:lnTo>
                    <a:pt x="1278" y="354"/>
                  </a:lnTo>
                  <a:lnTo>
                    <a:pt x="1278" y="342"/>
                  </a:lnTo>
                  <a:lnTo>
                    <a:pt x="1302" y="330"/>
                  </a:lnTo>
                  <a:lnTo>
                    <a:pt x="1308" y="318"/>
                  </a:lnTo>
                  <a:lnTo>
                    <a:pt x="1320" y="312"/>
                  </a:lnTo>
                  <a:lnTo>
                    <a:pt x="1332" y="288"/>
                  </a:lnTo>
                  <a:lnTo>
                    <a:pt x="1344" y="276"/>
                  </a:lnTo>
                  <a:lnTo>
                    <a:pt x="1350" y="264"/>
                  </a:lnTo>
                  <a:lnTo>
                    <a:pt x="1350" y="252"/>
                  </a:lnTo>
                  <a:lnTo>
                    <a:pt x="1344" y="246"/>
                  </a:lnTo>
                  <a:lnTo>
                    <a:pt x="1332" y="240"/>
                  </a:lnTo>
                  <a:lnTo>
                    <a:pt x="1320" y="240"/>
                  </a:lnTo>
                  <a:lnTo>
                    <a:pt x="1314" y="234"/>
                  </a:lnTo>
                  <a:lnTo>
                    <a:pt x="1314" y="222"/>
                  </a:lnTo>
                  <a:lnTo>
                    <a:pt x="1320" y="210"/>
                  </a:lnTo>
                  <a:lnTo>
                    <a:pt x="1326" y="204"/>
                  </a:lnTo>
                  <a:lnTo>
                    <a:pt x="1326" y="198"/>
                  </a:lnTo>
                  <a:lnTo>
                    <a:pt x="1320" y="192"/>
                  </a:lnTo>
                  <a:lnTo>
                    <a:pt x="1308" y="186"/>
                  </a:lnTo>
                  <a:lnTo>
                    <a:pt x="1326" y="168"/>
                  </a:lnTo>
                  <a:lnTo>
                    <a:pt x="1320" y="144"/>
                  </a:lnTo>
                  <a:lnTo>
                    <a:pt x="1302" y="144"/>
                  </a:lnTo>
                  <a:lnTo>
                    <a:pt x="1296" y="120"/>
                  </a:lnTo>
                  <a:lnTo>
                    <a:pt x="1290" y="120"/>
                  </a:lnTo>
                  <a:lnTo>
                    <a:pt x="1284" y="114"/>
                  </a:lnTo>
                  <a:lnTo>
                    <a:pt x="1272" y="108"/>
                  </a:lnTo>
                  <a:lnTo>
                    <a:pt x="1260" y="96"/>
                  </a:lnTo>
                  <a:lnTo>
                    <a:pt x="1254" y="84"/>
                  </a:lnTo>
                  <a:lnTo>
                    <a:pt x="1248" y="66"/>
                  </a:lnTo>
                  <a:lnTo>
                    <a:pt x="1236" y="60"/>
                  </a:lnTo>
                  <a:lnTo>
                    <a:pt x="1230" y="54"/>
                  </a:lnTo>
                  <a:lnTo>
                    <a:pt x="1218" y="66"/>
                  </a:lnTo>
                  <a:lnTo>
                    <a:pt x="1218" y="72"/>
                  </a:lnTo>
                  <a:lnTo>
                    <a:pt x="1206" y="84"/>
                  </a:lnTo>
                  <a:lnTo>
                    <a:pt x="1200" y="84"/>
                  </a:lnTo>
                  <a:lnTo>
                    <a:pt x="1188" y="78"/>
                  </a:lnTo>
                  <a:lnTo>
                    <a:pt x="1188" y="72"/>
                  </a:lnTo>
                  <a:lnTo>
                    <a:pt x="1176" y="66"/>
                  </a:lnTo>
                  <a:lnTo>
                    <a:pt x="1164" y="66"/>
                  </a:lnTo>
                  <a:lnTo>
                    <a:pt x="1158" y="72"/>
                  </a:lnTo>
                  <a:lnTo>
                    <a:pt x="1152" y="84"/>
                  </a:lnTo>
                  <a:lnTo>
                    <a:pt x="1146" y="90"/>
                  </a:lnTo>
                  <a:lnTo>
                    <a:pt x="1098" y="66"/>
                  </a:lnTo>
                  <a:lnTo>
                    <a:pt x="1098" y="42"/>
                  </a:lnTo>
                  <a:lnTo>
                    <a:pt x="1068" y="18"/>
                  </a:lnTo>
                  <a:lnTo>
                    <a:pt x="1062" y="6"/>
                  </a:lnTo>
                  <a:lnTo>
                    <a:pt x="1044" y="24"/>
                  </a:lnTo>
                  <a:lnTo>
                    <a:pt x="1026" y="30"/>
                  </a:lnTo>
                  <a:lnTo>
                    <a:pt x="1002" y="30"/>
                  </a:lnTo>
                  <a:lnTo>
                    <a:pt x="990" y="18"/>
                  </a:lnTo>
                  <a:lnTo>
                    <a:pt x="990" y="12"/>
                  </a:lnTo>
                  <a:lnTo>
                    <a:pt x="954" y="18"/>
                  </a:lnTo>
                  <a:lnTo>
                    <a:pt x="942" y="6"/>
                  </a:lnTo>
                  <a:lnTo>
                    <a:pt x="942" y="0"/>
                  </a:lnTo>
                  <a:lnTo>
                    <a:pt x="936" y="0"/>
                  </a:lnTo>
                  <a:lnTo>
                    <a:pt x="918" y="18"/>
                  </a:lnTo>
                  <a:lnTo>
                    <a:pt x="918" y="30"/>
                  </a:lnTo>
                  <a:lnTo>
                    <a:pt x="906" y="30"/>
                  </a:lnTo>
                  <a:lnTo>
                    <a:pt x="900" y="36"/>
                  </a:lnTo>
                  <a:lnTo>
                    <a:pt x="876" y="36"/>
                  </a:lnTo>
                  <a:lnTo>
                    <a:pt x="864" y="24"/>
                  </a:lnTo>
                  <a:lnTo>
                    <a:pt x="840" y="42"/>
                  </a:lnTo>
                  <a:lnTo>
                    <a:pt x="822" y="42"/>
                  </a:lnTo>
                  <a:lnTo>
                    <a:pt x="810" y="54"/>
                  </a:lnTo>
                  <a:lnTo>
                    <a:pt x="798" y="60"/>
                  </a:lnTo>
                  <a:lnTo>
                    <a:pt x="792" y="66"/>
                  </a:lnTo>
                  <a:lnTo>
                    <a:pt x="786" y="66"/>
                  </a:lnTo>
                  <a:lnTo>
                    <a:pt x="762" y="42"/>
                  </a:lnTo>
                  <a:lnTo>
                    <a:pt x="756" y="54"/>
                  </a:lnTo>
                  <a:lnTo>
                    <a:pt x="738" y="72"/>
                  </a:lnTo>
                  <a:lnTo>
                    <a:pt x="738" y="84"/>
                  </a:lnTo>
                  <a:lnTo>
                    <a:pt x="732" y="90"/>
                  </a:lnTo>
                  <a:lnTo>
                    <a:pt x="726" y="102"/>
                  </a:lnTo>
                  <a:lnTo>
                    <a:pt x="720" y="108"/>
                  </a:lnTo>
                  <a:lnTo>
                    <a:pt x="708" y="102"/>
                  </a:lnTo>
                  <a:lnTo>
                    <a:pt x="702" y="96"/>
                  </a:lnTo>
                  <a:lnTo>
                    <a:pt x="690" y="90"/>
                  </a:lnTo>
                  <a:lnTo>
                    <a:pt x="642" y="90"/>
                  </a:lnTo>
                  <a:lnTo>
                    <a:pt x="630" y="84"/>
                  </a:lnTo>
                  <a:lnTo>
                    <a:pt x="624" y="78"/>
                  </a:lnTo>
                  <a:lnTo>
                    <a:pt x="582" y="78"/>
                  </a:lnTo>
                  <a:lnTo>
                    <a:pt x="582" y="48"/>
                  </a:lnTo>
                  <a:lnTo>
                    <a:pt x="576" y="42"/>
                  </a:lnTo>
                  <a:lnTo>
                    <a:pt x="558" y="42"/>
                  </a:lnTo>
                  <a:lnTo>
                    <a:pt x="558" y="30"/>
                  </a:lnTo>
                  <a:lnTo>
                    <a:pt x="546" y="24"/>
                  </a:lnTo>
                  <a:lnTo>
                    <a:pt x="534" y="24"/>
                  </a:lnTo>
                  <a:lnTo>
                    <a:pt x="516" y="18"/>
                  </a:lnTo>
                  <a:lnTo>
                    <a:pt x="504" y="18"/>
                  </a:lnTo>
                  <a:lnTo>
                    <a:pt x="492" y="24"/>
                  </a:lnTo>
                  <a:lnTo>
                    <a:pt x="486" y="30"/>
                  </a:lnTo>
                  <a:lnTo>
                    <a:pt x="486" y="36"/>
                  </a:lnTo>
                  <a:lnTo>
                    <a:pt x="480" y="48"/>
                  </a:lnTo>
                  <a:lnTo>
                    <a:pt x="480" y="54"/>
                  </a:lnTo>
                  <a:lnTo>
                    <a:pt x="474" y="66"/>
                  </a:lnTo>
                  <a:lnTo>
                    <a:pt x="462" y="78"/>
                  </a:lnTo>
                  <a:lnTo>
                    <a:pt x="456" y="78"/>
                  </a:lnTo>
                  <a:lnTo>
                    <a:pt x="444" y="90"/>
                  </a:lnTo>
                  <a:lnTo>
                    <a:pt x="444" y="102"/>
                  </a:lnTo>
                  <a:lnTo>
                    <a:pt x="450" y="102"/>
                  </a:lnTo>
                  <a:lnTo>
                    <a:pt x="450" y="120"/>
                  </a:lnTo>
                  <a:lnTo>
                    <a:pt x="438" y="138"/>
                  </a:lnTo>
                  <a:lnTo>
                    <a:pt x="450" y="150"/>
                  </a:lnTo>
                  <a:lnTo>
                    <a:pt x="450" y="186"/>
                  </a:lnTo>
                  <a:lnTo>
                    <a:pt x="444" y="198"/>
                  </a:lnTo>
                  <a:lnTo>
                    <a:pt x="438" y="216"/>
                  </a:lnTo>
                  <a:lnTo>
                    <a:pt x="426" y="228"/>
                  </a:lnTo>
                  <a:lnTo>
                    <a:pt x="414" y="252"/>
                  </a:lnTo>
                  <a:lnTo>
                    <a:pt x="408" y="258"/>
                  </a:lnTo>
                  <a:lnTo>
                    <a:pt x="408" y="288"/>
                  </a:lnTo>
                  <a:lnTo>
                    <a:pt x="414" y="300"/>
                  </a:lnTo>
                  <a:lnTo>
                    <a:pt x="414" y="324"/>
                  </a:lnTo>
                  <a:lnTo>
                    <a:pt x="396" y="360"/>
                  </a:lnTo>
                  <a:lnTo>
                    <a:pt x="396" y="372"/>
                  </a:lnTo>
                  <a:lnTo>
                    <a:pt x="402" y="378"/>
                  </a:lnTo>
                  <a:lnTo>
                    <a:pt x="408" y="390"/>
                  </a:lnTo>
                  <a:lnTo>
                    <a:pt x="408" y="414"/>
                  </a:lnTo>
                  <a:lnTo>
                    <a:pt x="402" y="426"/>
                  </a:lnTo>
                  <a:lnTo>
                    <a:pt x="390" y="432"/>
                  </a:lnTo>
                  <a:lnTo>
                    <a:pt x="390" y="486"/>
                  </a:lnTo>
                  <a:lnTo>
                    <a:pt x="384" y="492"/>
                  </a:lnTo>
                  <a:lnTo>
                    <a:pt x="372" y="498"/>
                  </a:lnTo>
                  <a:lnTo>
                    <a:pt x="366" y="510"/>
                  </a:lnTo>
                  <a:lnTo>
                    <a:pt x="318" y="534"/>
                  </a:lnTo>
                  <a:lnTo>
                    <a:pt x="312" y="540"/>
                  </a:lnTo>
                  <a:lnTo>
                    <a:pt x="306" y="552"/>
                  </a:lnTo>
                  <a:lnTo>
                    <a:pt x="306" y="588"/>
                  </a:lnTo>
                  <a:lnTo>
                    <a:pt x="282" y="612"/>
                  </a:lnTo>
                  <a:lnTo>
                    <a:pt x="276" y="612"/>
                  </a:lnTo>
                  <a:lnTo>
                    <a:pt x="282" y="714"/>
                  </a:lnTo>
                  <a:lnTo>
                    <a:pt x="252" y="756"/>
                  </a:lnTo>
                  <a:lnTo>
                    <a:pt x="246" y="762"/>
                  </a:lnTo>
                  <a:lnTo>
                    <a:pt x="228" y="762"/>
                  </a:lnTo>
                  <a:lnTo>
                    <a:pt x="216" y="774"/>
                  </a:lnTo>
                  <a:lnTo>
                    <a:pt x="210" y="786"/>
                  </a:lnTo>
                  <a:lnTo>
                    <a:pt x="192" y="804"/>
                  </a:lnTo>
                  <a:lnTo>
                    <a:pt x="186" y="816"/>
                  </a:lnTo>
                  <a:lnTo>
                    <a:pt x="180" y="822"/>
                  </a:lnTo>
                  <a:lnTo>
                    <a:pt x="168" y="828"/>
                  </a:lnTo>
                  <a:lnTo>
                    <a:pt x="150" y="828"/>
                  </a:lnTo>
                  <a:lnTo>
                    <a:pt x="144" y="822"/>
                  </a:lnTo>
                  <a:lnTo>
                    <a:pt x="150" y="810"/>
                  </a:lnTo>
                  <a:lnTo>
                    <a:pt x="150" y="780"/>
                  </a:lnTo>
                  <a:lnTo>
                    <a:pt x="144" y="780"/>
                  </a:lnTo>
                  <a:lnTo>
                    <a:pt x="126" y="798"/>
                  </a:lnTo>
                  <a:lnTo>
                    <a:pt x="102" y="792"/>
                  </a:lnTo>
                  <a:lnTo>
                    <a:pt x="102" y="810"/>
                  </a:lnTo>
                  <a:lnTo>
                    <a:pt x="96" y="822"/>
                  </a:lnTo>
                  <a:lnTo>
                    <a:pt x="90" y="828"/>
                  </a:lnTo>
                  <a:lnTo>
                    <a:pt x="78" y="828"/>
                  </a:lnTo>
                  <a:lnTo>
                    <a:pt x="72" y="822"/>
                  </a:lnTo>
                  <a:lnTo>
                    <a:pt x="72" y="816"/>
                  </a:lnTo>
                  <a:lnTo>
                    <a:pt x="66" y="810"/>
                  </a:lnTo>
                  <a:lnTo>
                    <a:pt x="66" y="804"/>
                  </a:lnTo>
                  <a:lnTo>
                    <a:pt x="54" y="804"/>
                  </a:lnTo>
                  <a:lnTo>
                    <a:pt x="48" y="816"/>
                  </a:lnTo>
                  <a:lnTo>
                    <a:pt x="12" y="846"/>
                  </a:lnTo>
                  <a:lnTo>
                    <a:pt x="18" y="858"/>
                  </a:lnTo>
                  <a:lnTo>
                    <a:pt x="18" y="864"/>
                  </a:lnTo>
                  <a:lnTo>
                    <a:pt x="24" y="876"/>
                  </a:lnTo>
                  <a:lnTo>
                    <a:pt x="24" y="882"/>
                  </a:lnTo>
                  <a:lnTo>
                    <a:pt x="18" y="888"/>
                  </a:lnTo>
                  <a:lnTo>
                    <a:pt x="6" y="894"/>
                  </a:lnTo>
                  <a:lnTo>
                    <a:pt x="0" y="900"/>
                  </a:lnTo>
                  <a:lnTo>
                    <a:pt x="6" y="906"/>
                  </a:lnTo>
                  <a:lnTo>
                    <a:pt x="6" y="912"/>
                  </a:lnTo>
                  <a:lnTo>
                    <a:pt x="18" y="918"/>
                  </a:lnTo>
                  <a:lnTo>
                    <a:pt x="18" y="924"/>
                  </a:lnTo>
                  <a:lnTo>
                    <a:pt x="54" y="906"/>
                  </a:lnTo>
                  <a:lnTo>
                    <a:pt x="78" y="912"/>
                  </a:lnTo>
                  <a:lnTo>
                    <a:pt x="84" y="906"/>
                  </a:lnTo>
                  <a:lnTo>
                    <a:pt x="96" y="912"/>
                  </a:lnTo>
                  <a:lnTo>
                    <a:pt x="120" y="906"/>
                  </a:lnTo>
                  <a:lnTo>
                    <a:pt x="132" y="912"/>
                  </a:lnTo>
                  <a:lnTo>
                    <a:pt x="162" y="912"/>
                  </a:lnTo>
                  <a:lnTo>
                    <a:pt x="174" y="906"/>
                  </a:lnTo>
                  <a:lnTo>
                    <a:pt x="186" y="906"/>
                  </a:lnTo>
                  <a:lnTo>
                    <a:pt x="198" y="912"/>
                  </a:lnTo>
                  <a:lnTo>
                    <a:pt x="228" y="912"/>
                  </a:lnTo>
                  <a:lnTo>
                    <a:pt x="246" y="906"/>
                  </a:lnTo>
                  <a:lnTo>
                    <a:pt x="270" y="906"/>
                  </a:lnTo>
                  <a:lnTo>
                    <a:pt x="276" y="900"/>
                  </a:lnTo>
                  <a:lnTo>
                    <a:pt x="294" y="900"/>
                  </a:lnTo>
                  <a:lnTo>
                    <a:pt x="300" y="906"/>
                  </a:lnTo>
                  <a:lnTo>
                    <a:pt x="306" y="918"/>
                  </a:lnTo>
                  <a:lnTo>
                    <a:pt x="318" y="930"/>
                  </a:lnTo>
                  <a:lnTo>
                    <a:pt x="318" y="972"/>
                  </a:lnTo>
                  <a:lnTo>
                    <a:pt x="336" y="990"/>
                  </a:lnTo>
                  <a:lnTo>
                    <a:pt x="336" y="1014"/>
                  </a:lnTo>
                  <a:lnTo>
                    <a:pt x="330" y="1020"/>
                  </a:lnTo>
                  <a:lnTo>
                    <a:pt x="330" y="1026"/>
                  </a:lnTo>
                  <a:lnTo>
                    <a:pt x="336" y="1032"/>
                  </a:lnTo>
                  <a:lnTo>
                    <a:pt x="342" y="1032"/>
                  </a:lnTo>
                  <a:lnTo>
                    <a:pt x="354" y="1044"/>
                  </a:lnTo>
                  <a:lnTo>
                    <a:pt x="354" y="1056"/>
                  </a:lnTo>
                  <a:lnTo>
                    <a:pt x="360" y="1062"/>
                  </a:lnTo>
                  <a:lnTo>
                    <a:pt x="372" y="1086"/>
                  </a:lnTo>
                  <a:lnTo>
                    <a:pt x="402" y="1086"/>
                  </a:lnTo>
                  <a:lnTo>
                    <a:pt x="414" y="1092"/>
                  </a:lnTo>
                  <a:lnTo>
                    <a:pt x="420" y="1080"/>
                  </a:lnTo>
                  <a:lnTo>
                    <a:pt x="444" y="1080"/>
                  </a:lnTo>
                  <a:lnTo>
                    <a:pt x="456" y="1074"/>
                  </a:lnTo>
                  <a:lnTo>
                    <a:pt x="462" y="1080"/>
                  </a:lnTo>
                  <a:lnTo>
                    <a:pt x="504" y="1074"/>
                  </a:lnTo>
                  <a:lnTo>
                    <a:pt x="504" y="1056"/>
                  </a:lnTo>
                  <a:lnTo>
                    <a:pt x="510" y="1050"/>
                  </a:lnTo>
                  <a:lnTo>
                    <a:pt x="510" y="1044"/>
                  </a:lnTo>
                  <a:lnTo>
                    <a:pt x="522" y="1044"/>
                  </a:lnTo>
                  <a:lnTo>
                    <a:pt x="522" y="1032"/>
                  </a:lnTo>
                  <a:lnTo>
                    <a:pt x="516" y="1020"/>
                  </a:lnTo>
                  <a:lnTo>
                    <a:pt x="510" y="1014"/>
                  </a:lnTo>
                  <a:lnTo>
                    <a:pt x="510" y="1008"/>
                  </a:lnTo>
                  <a:lnTo>
                    <a:pt x="516" y="1002"/>
                  </a:lnTo>
                  <a:lnTo>
                    <a:pt x="564" y="1002"/>
                  </a:lnTo>
                  <a:lnTo>
                    <a:pt x="564" y="996"/>
                  </a:lnTo>
                  <a:lnTo>
                    <a:pt x="576" y="996"/>
                  </a:lnTo>
                  <a:lnTo>
                    <a:pt x="588" y="1002"/>
                  </a:lnTo>
                  <a:lnTo>
                    <a:pt x="588" y="1026"/>
                  </a:lnTo>
                  <a:lnTo>
                    <a:pt x="678" y="1026"/>
                  </a:lnTo>
                  <a:lnTo>
                    <a:pt x="678" y="1050"/>
                  </a:lnTo>
                  <a:lnTo>
                    <a:pt x="666" y="1068"/>
                  </a:lnTo>
                  <a:lnTo>
                    <a:pt x="672" y="1086"/>
                  </a:lnTo>
                  <a:lnTo>
                    <a:pt x="684" y="1098"/>
                  </a:lnTo>
                  <a:lnTo>
                    <a:pt x="690" y="1110"/>
                  </a:lnTo>
                  <a:lnTo>
                    <a:pt x="690" y="1122"/>
                  </a:lnTo>
                  <a:lnTo>
                    <a:pt x="684" y="1134"/>
                  </a:lnTo>
                  <a:lnTo>
                    <a:pt x="678" y="1140"/>
                  </a:lnTo>
                  <a:lnTo>
                    <a:pt x="684" y="1164"/>
                  </a:lnTo>
                  <a:lnTo>
                    <a:pt x="684" y="1176"/>
                  </a:lnTo>
                  <a:lnTo>
                    <a:pt x="678" y="1182"/>
                  </a:lnTo>
                  <a:lnTo>
                    <a:pt x="678" y="1194"/>
                  </a:lnTo>
                  <a:lnTo>
                    <a:pt x="684" y="1212"/>
                  </a:lnTo>
                  <a:lnTo>
                    <a:pt x="696" y="1230"/>
                  </a:lnTo>
                  <a:lnTo>
                    <a:pt x="708" y="1254"/>
                  </a:lnTo>
                  <a:lnTo>
                    <a:pt x="714" y="1260"/>
                  </a:lnTo>
                  <a:lnTo>
                    <a:pt x="714" y="1278"/>
                  </a:lnTo>
                  <a:lnTo>
                    <a:pt x="708" y="1290"/>
                  </a:lnTo>
                  <a:lnTo>
                    <a:pt x="708" y="1302"/>
                  </a:lnTo>
                  <a:lnTo>
                    <a:pt x="702" y="1308"/>
                  </a:lnTo>
                  <a:lnTo>
                    <a:pt x="702" y="1332"/>
                  </a:lnTo>
                  <a:lnTo>
                    <a:pt x="708" y="1338"/>
                  </a:lnTo>
                  <a:lnTo>
                    <a:pt x="714" y="1338"/>
                  </a:lnTo>
                  <a:lnTo>
                    <a:pt x="720" y="1344"/>
                  </a:lnTo>
                  <a:lnTo>
                    <a:pt x="726" y="1326"/>
                  </a:lnTo>
                  <a:lnTo>
                    <a:pt x="756" y="1332"/>
                  </a:lnTo>
                  <a:lnTo>
                    <a:pt x="780" y="1326"/>
                  </a:lnTo>
                  <a:lnTo>
                    <a:pt x="780" y="1314"/>
                  </a:lnTo>
                  <a:lnTo>
                    <a:pt x="792" y="1314"/>
                  </a:lnTo>
                  <a:lnTo>
                    <a:pt x="804" y="1326"/>
                  </a:lnTo>
                  <a:lnTo>
                    <a:pt x="828" y="1326"/>
                  </a:lnTo>
                  <a:lnTo>
                    <a:pt x="834" y="1308"/>
                  </a:lnTo>
                  <a:lnTo>
                    <a:pt x="840" y="1320"/>
                  </a:lnTo>
                  <a:lnTo>
                    <a:pt x="858" y="1320"/>
                  </a:lnTo>
                  <a:lnTo>
                    <a:pt x="858" y="1350"/>
                  </a:lnTo>
                  <a:lnTo>
                    <a:pt x="864" y="1356"/>
                  </a:lnTo>
                  <a:lnTo>
                    <a:pt x="882" y="1356"/>
                  </a:lnTo>
                  <a:lnTo>
                    <a:pt x="882" y="1350"/>
                  </a:lnTo>
                  <a:lnTo>
                    <a:pt x="876" y="1344"/>
                  </a:lnTo>
                  <a:lnTo>
                    <a:pt x="918" y="1338"/>
                  </a:lnTo>
                  <a:lnTo>
                    <a:pt x="918" y="1356"/>
                  </a:lnTo>
                  <a:lnTo>
                    <a:pt x="924" y="1368"/>
                  </a:lnTo>
                  <a:lnTo>
                    <a:pt x="930" y="1374"/>
                  </a:lnTo>
                  <a:lnTo>
                    <a:pt x="948" y="1386"/>
                  </a:lnTo>
                  <a:lnTo>
                    <a:pt x="984" y="1392"/>
                  </a:lnTo>
                  <a:lnTo>
                    <a:pt x="1014" y="1398"/>
                  </a:lnTo>
                  <a:lnTo>
                    <a:pt x="1032" y="1398"/>
                  </a:lnTo>
                  <a:lnTo>
                    <a:pt x="1032" y="1392"/>
                  </a:lnTo>
                  <a:lnTo>
                    <a:pt x="1038" y="1386"/>
                  </a:lnTo>
                  <a:lnTo>
                    <a:pt x="1038" y="1368"/>
                  </a:lnTo>
                  <a:lnTo>
                    <a:pt x="1044" y="1362"/>
                  </a:lnTo>
                  <a:lnTo>
                    <a:pt x="1050" y="1362"/>
                  </a:lnTo>
                  <a:lnTo>
                    <a:pt x="1062" y="1374"/>
                  </a:lnTo>
                  <a:lnTo>
                    <a:pt x="1062" y="1386"/>
                  </a:lnTo>
                  <a:lnTo>
                    <a:pt x="1068" y="1392"/>
                  </a:lnTo>
                  <a:lnTo>
                    <a:pt x="1080" y="1392"/>
                  </a:lnTo>
                  <a:lnTo>
                    <a:pt x="1080" y="1404"/>
                  </a:lnTo>
                  <a:lnTo>
                    <a:pt x="1074" y="1404"/>
                  </a:lnTo>
                  <a:lnTo>
                    <a:pt x="1074" y="1416"/>
                  </a:lnTo>
                  <a:lnTo>
                    <a:pt x="1104" y="1416"/>
                  </a:lnTo>
                  <a:lnTo>
                    <a:pt x="1110" y="1422"/>
                  </a:lnTo>
                  <a:lnTo>
                    <a:pt x="1110" y="1434"/>
                  </a:lnTo>
                  <a:lnTo>
                    <a:pt x="1122" y="1434"/>
                  </a:lnTo>
                  <a:lnTo>
                    <a:pt x="1128" y="1428"/>
                  </a:lnTo>
                  <a:lnTo>
                    <a:pt x="1134" y="1428"/>
                  </a:lnTo>
                  <a:lnTo>
                    <a:pt x="1140" y="1434"/>
                  </a:lnTo>
                  <a:lnTo>
                    <a:pt x="1146" y="1446"/>
                  </a:lnTo>
                  <a:lnTo>
                    <a:pt x="1146" y="1452"/>
                  </a:lnTo>
                  <a:lnTo>
                    <a:pt x="1152" y="1464"/>
                  </a:lnTo>
                  <a:lnTo>
                    <a:pt x="1164" y="1464"/>
                  </a:lnTo>
                  <a:lnTo>
                    <a:pt x="1176" y="1476"/>
                  </a:lnTo>
                  <a:lnTo>
                    <a:pt x="1176" y="1488"/>
                  </a:lnTo>
                  <a:lnTo>
                    <a:pt x="1182" y="1500"/>
                  </a:lnTo>
                  <a:lnTo>
                    <a:pt x="1182" y="1512"/>
                  </a:lnTo>
                  <a:lnTo>
                    <a:pt x="1200" y="1512"/>
                  </a:lnTo>
                  <a:lnTo>
                    <a:pt x="1218" y="1500"/>
                  </a:lnTo>
                  <a:lnTo>
                    <a:pt x="1224" y="1512"/>
                  </a:lnTo>
                  <a:lnTo>
                    <a:pt x="1224" y="1518"/>
                  </a:lnTo>
                  <a:lnTo>
                    <a:pt x="1230" y="1518"/>
                  </a:lnTo>
                  <a:lnTo>
                    <a:pt x="1236" y="1500"/>
                  </a:lnTo>
                  <a:lnTo>
                    <a:pt x="1242" y="1464"/>
                  </a:lnTo>
                  <a:lnTo>
                    <a:pt x="1242" y="1416"/>
                  </a:lnTo>
                  <a:lnTo>
                    <a:pt x="1218" y="1416"/>
                  </a:lnTo>
                  <a:lnTo>
                    <a:pt x="1218" y="1434"/>
                  </a:lnTo>
                  <a:lnTo>
                    <a:pt x="1212" y="1440"/>
                  </a:lnTo>
                  <a:lnTo>
                    <a:pt x="1206" y="1440"/>
                  </a:lnTo>
                  <a:lnTo>
                    <a:pt x="1194" y="1434"/>
                  </a:lnTo>
                  <a:lnTo>
                    <a:pt x="1164" y="1404"/>
                  </a:lnTo>
                  <a:lnTo>
                    <a:pt x="1158" y="1404"/>
                  </a:lnTo>
                  <a:lnTo>
                    <a:pt x="1158" y="1398"/>
                  </a:lnTo>
                  <a:lnTo>
                    <a:pt x="1152" y="1398"/>
                  </a:lnTo>
                  <a:lnTo>
                    <a:pt x="1140" y="1386"/>
                  </a:lnTo>
                  <a:lnTo>
                    <a:pt x="1140" y="1362"/>
                  </a:lnTo>
                  <a:lnTo>
                    <a:pt x="1146" y="1350"/>
                  </a:lnTo>
                  <a:lnTo>
                    <a:pt x="1152" y="1332"/>
                  </a:lnTo>
                  <a:lnTo>
                    <a:pt x="1158" y="1320"/>
                  </a:lnTo>
                  <a:lnTo>
                    <a:pt x="1170" y="1308"/>
                  </a:lnTo>
                  <a:lnTo>
                    <a:pt x="1170" y="1254"/>
                  </a:lnTo>
                  <a:lnTo>
                    <a:pt x="1164" y="1236"/>
                  </a:lnTo>
                  <a:lnTo>
                    <a:pt x="1164" y="1212"/>
                  </a:lnTo>
                  <a:lnTo>
                    <a:pt x="1158" y="1206"/>
                  </a:lnTo>
                  <a:lnTo>
                    <a:pt x="1158" y="1200"/>
                  </a:lnTo>
                  <a:lnTo>
                    <a:pt x="1152" y="1194"/>
                  </a:lnTo>
                  <a:lnTo>
                    <a:pt x="1152" y="1188"/>
                  </a:lnTo>
                  <a:lnTo>
                    <a:pt x="1140" y="1176"/>
                  </a:lnTo>
                  <a:lnTo>
                    <a:pt x="1146" y="1176"/>
                  </a:lnTo>
                  <a:lnTo>
                    <a:pt x="1152" y="1170"/>
                  </a:lnTo>
                  <a:lnTo>
                    <a:pt x="1164" y="1164"/>
                  </a:lnTo>
                  <a:lnTo>
                    <a:pt x="1182" y="1146"/>
                  </a:lnTo>
                  <a:lnTo>
                    <a:pt x="1182" y="1116"/>
                  </a:lnTo>
                  <a:lnTo>
                    <a:pt x="1194" y="1116"/>
                  </a:lnTo>
                  <a:lnTo>
                    <a:pt x="1212" y="1110"/>
                  </a:lnTo>
                  <a:lnTo>
                    <a:pt x="1230" y="1110"/>
                  </a:lnTo>
                  <a:lnTo>
                    <a:pt x="1242" y="1104"/>
                  </a:lnTo>
                  <a:lnTo>
                    <a:pt x="1260" y="1104"/>
                  </a:lnTo>
                  <a:lnTo>
                    <a:pt x="1284" y="1092"/>
                  </a:lnTo>
                  <a:lnTo>
                    <a:pt x="1290" y="1092"/>
                  </a:lnTo>
                  <a:lnTo>
                    <a:pt x="1290" y="1086"/>
                  </a:lnTo>
                  <a:lnTo>
                    <a:pt x="1284" y="1074"/>
                  </a:lnTo>
                  <a:lnTo>
                    <a:pt x="1272" y="1062"/>
                  </a:lnTo>
                  <a:lnTo>
                    <a:pt x="1272" y="1014"/>
                  </a:lnTo>
                  <a:lnTo>
                    <a:pt x="1248" y="1014"/>
                  </a:lnTo>
                  <a:lnTo>
                    <a:pt x="1248" y="1008"/>
                  </a:lnTo>
                  <a:lnTo>
                    <a:pt x="1242" y="996"/>
                  </a:lnTo>
                  <a:lnTo>
                    <a:pt x="1242" y="978"/>
                  </a:lnTo>
                  <a:lnTo>
                    <a:pt x="1236" y="972"/>
                  </a:lnTo>
                  <a:lnTo>
                    <a:pt x="1224" y="966"/>
                  </a:lnTo>
                  <a:lnTo>
                    <a:pt x="1218" y="960"/>
                  </a:lnTo>
                  <a:lnTo>
                    <a:pt x="1206" y="936"/>
                  </a:lnTo>
                  <a:lnTo>
                    <a:pt x="1206" y="906"/>
                  </a:lnTo>
                  <a:lnTo>
                    <a:pt x="1212" y="900"/>
                  </a:lnTo>
                  <a:lnTo>
                    <a:pt x="1212" y="876"/>
                  </a:lnTo>
                  <a:lnTo>
                    <a:pt x="1200" y="864"/>
                  </a:lnTo>
                  <a:lnTo>
                    <a:pt x="1194" y="852"/>
                  </a:lnTo>
                  <a:lnTo>
                    <a:pt x="1194" y="804"/>
                  </a:lnTo>
                  <a:lnTo>
                    <a:pt x="1200" y="780"/>
                  </a:lnTo>
                  <a:lnTo>
                    <a:pt x="1200" y="750"/>
                  </a:lnTo>
                  <a:lnTo>
                    <a:pt x="1212" y="738"/>
                  </a:lnTo>
                  <a:lnTo>
                    <a:pt x="1218" y="744"/>
                  </a:lnTo>
                  <a:lnTo>
                    <a:pt x="1218" y="732"/>
                  </a:lnTo>
                  <a:lnTo>
                    <a:pt x="1224" y="726"/>
                  </a:lnTo>
                  <a:lnTo>
                    <a:pt x="1224" y="696"/>
                  </a:lnTo>
                  <a:lnTo>
                    <a:pt x="1218" y="690"/>
                  </a:lnTo>
                  <a:lnTo>
                    <a:pt x="1206" y="684"/>
                  </a:lnTo>
                  <a:lnTo>
                    <a:pt x="1200" y="678"/>
                  </a:lnTo>
                  <a:lnTo>
                    <a:pt x="1188" y="648"/>
                  </a:lnTo>
                  <a:lnTo>
                    <a:pt x="1182" y="642"/>
                  </a:lnTo>
                  <a:lnTo>
                    <a:pt x="1176" y="642"/>
                  </a:lnTo>
                  <a:lnTo>
                    <a:pt x="1176" y="636"/>
                  </a:lnTo>
                  <a:lnTo>
                    <a:pt x="1182" y="624"/>
                  </a:lnTo>
                  <a:lnTo>
                    <a:pt x="1194" y="618"/>
                  </a:lnTo>
                  <a:lnTo>
                    <a:pt x="1206" y="606"/>
                  </a:lnTo>
                  <a:lnTo>
                    <a:pt x="1206" y="594"/>
                  </a:lnTo>
                  <a:lnTo>
                    <a:pt x="1200" y="588"/>
                  </a:lnTo>
                  <a:lnTo>
                    <a:pt x="1194" y="576"/>
                  </a:lnTo>
                  <a:lnTo>
                    <a:pt x="1194" y="570"/>
                  </a:lnTo>
                  <a:lnTo>
                    <a:pt x="1200" y="564"/>
                  </a:lnTo>
                  <a:lnTo>
                    <a:pt x="1224" y="552"/>
                  </a:lnTo>
                  <a:lnTo>
                    <a:pt x="1230" y="546"/>
                  </a:lnTo>
                  <a:lnTo>
                    <a:pt x="1236" y="546"/>
                  </a:lnTo>
                  <a:lnTo>
                    <a:pt x="1242" y="46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48" name="Congo (Brazzaville)" descr="© INSCALE GmbH, 05.05.2010&#10;http://www.presentationload.com/">
              <a:extLst>
                <a:ext uri="{FF2B5EF4-FFF2-40B4-BE49-F238E27FC236}">
                  <a16:creationId xmlns:a16="http://schemas.microsoft.com/office/drawing/2014/main" id="{F755F12A-8DBC-4A6A-AE82-495FA9548AD1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993056" y="2903102"/>
              <a:ext cx="177062" cy="229915"/>
            </a:xfrm>
            <a:custGeom>
              <a:avLst/>
              <a:gdLst>
                <a:gd name="T0" fmla="*/ 2147483647 w 534"/>
                <a:gd name="T1" fmla="*/ 2147483647 h 702"/>
                <a:gd name="T2" fmla="*/ 2147483647 w 534"/>
                <a:gd name="T3" fmla="*/ 2147483647 h 702"/>
                <a:gd name="T4" fmla="*/ 2147483647 w 534"/>
                <a:gd name="T5" fmla="*/ 2147483647 h 702"/>
                <a:gd name="T6" fmla="*/ 2147483647 w 534"/>
                <a:gd name="T7" fmla="*/ 2147483647 h 702"/>
                <a:gd name="T8" fmla="*/ 2147483647 w 534"/>
                <a:gd name="T9" fmla="*/ 2147483647 h 702"/>
                <a:gd name="T10" fmla="*/ 2147483647 w 534"/>
                <a:gd name="T11" fmla="*/ 2147483647 h 702"/>
                <a:gd name="T12" fmla="*/ 2147483647 w 534"/>
                <a:gd name="T13" fmla="*/ 2147483647 h 702"/>
                <a:gd name="T14" fmla="*/ 2147483647 w 534"/>
                <a:gd name="T15" fmla="*/ 2147483647 h 702"/>
                <a:gd name="T16" fmla="*/ 2147483647 w 534"/>
                <a:gd name="T17" fmla="*/ 2147483647 h 702"/>
                <a:gd name="T18" fmla="*/ 2147483647 w 534"/>
                <a:gd name="T19" fmla="*/ 2147483647 h 702"/>
                <a:gd name="T20" fmla="*/ 2147483647 w 534"/>
                <a:gd name="T21" fmla="*/ 2147483647 h 702"/>
                <a:gd name="T22" fmla="*/ 2147483647 w 534"/>
                <a:gd name="T23" fmla="*/ 2147483647 h 702"/>
                <a:gd name="T24" fmla="*/ 2147483647 w 534"/>
                <a:gd name="T25" fmla="*/ 2147483647 h 702"/>
                <a:gd name="T26" fmla="*/ 2147483647 w 534"/>
                <a:gd name="T27" fmla="*/ 2147483647 h 702"/>
                <a:gd name="T28" fmla="*/ 2147483647 w 534"/>
                <a:gd name="T29" fmla="*/ 2147483647 h 702"/>
                <a:gd name="T30" fmla="*/ 2147483647 w 534"/>
                <a:gd name="T31" fmla="*/ 2147483647 h 702"/>
                <a:gd name="T32" fmla="*/ 2147483647 w 534"/>
                <a:gd name="T33" fmla="*/ 2147483647 h 702"/>
                <a:gd name="T34" fmla="*/ 2147483647 w 534"/>
                <a:gd name="T35" fmla="*/ 2147483647 h 702"/>
                <a:gd name="T36" fmla="*/ 2147483647 w 534"/>
                <a:gd name="T37" fmla="*/ 2147483647 h 702"/>
                <a:gd name="T38" fmla="*/ 2147483647 w 534"/>
                <a:gd name="T39" fmla="*/ 2147483647 h 702"/>
                <a:gd name="T40" fmla="*/ 2147483647 w 534"/>
                <a:gd name="T41" fmla="*/ 2147483647 h 702"/>
                <a:gd name="T42" fmla="*/ 2147483647 w 534"/>
                <a:gd name="T43" fmla="*/ 2147483647 h 702"/>
                <a:gd name="T44" fmla="*/ 2147483647 w 534"/>
                <a:gd name="T45" fmla="*/ 2147483647 h 702"/>
                <a:gd name="T46" fmla="*/ 2147483647 w 534"/>
                <a:gd name="T47" fmla="*/ 2147483647 h 702"/>
                <a:gd name="T48" fmla="*/ 2147483647 w 534"/>
                <a:gd name="T49" fmla="*/ 2147483647 h 702"/>
                <a:gd name="T50" fmla="*/ 0 w 534"/>
                <a:gd name="T51" fmla="*/ 2147483647 h 702"/>
                <a:gd name="T52" fmla="*/ 2147483647 w 534"/>
                <a:gd name="T53" fmla="*/ 2147483647 h 702"/>
                <a:gd name="T54" fmla="*/ 2147483647 w 534"/>
                <a:gd name="T55" fmla="*/ 2147483647 h 702"/>
                <a:gd name="T56" fmla="*/ 2147483647 w 534"/>
                <a:gd name="T57" fmla="*/ 2147483647 h 702"/>
                <a:gd name="T58" fmla="*/ 2147483647 w 534"/>
                <a:gd name="T59" fmla="*/ 2147483647 h 702"/>
                <a:gd name="T60" fmla="*/ 2147483647 w 534"/>
                <a:gd name="T61" fmla="*/ 2147483647 h 702"/>
                <a:gd name="T62" fmla="*/ 2147483647 w 534"/>
                <a:gd name="T63" fmla="*/ 2147483647 h 702"/>
                <a:gd name="T64" fmla="*/ 2147483647 w 534"/>
                <a:gd name="T65" fmla="*/ 2147483647 h 702"/>
                <a:gd name="T66" fmla="*/ 2147483647 w 534"/>
                <a:gd name="T67" fmla="*/ 2147483647 h 702"/>
                <a:gd name="T68" fmla="*/ 2147483647 w 534"/>
                <a:gd name="T69" fmla="*/ 2147483647 h 702"/>
                <a:gd name="T70" fmla="*/ 2147483647 w 534"/>
                <a:gd name="T71" fmla="*/ 2147483647 h 702"/>
                <a:gd name="T72" fmla="*/ 2147483647 w 534"/>
                <a:gd name="T73" fmla="*/ 2147483647 h 702"/>
                <a:gd name="T74" fmla="*/ 2147483647 w 534"/>
                <a:gd name="T75" fmla="*/ 2147483647 h 702"/>
                <a:gd name="T76" fmla="*/ 2147483647 w 534"/>
                <a:gd name="T77" fmla="*/ 2147483647 h 702"/>
                <a:gd name="T78" fmla="*/ 2147483647 w 534"/>
                <a:gd name="T79" fmla="*/ 2147483647 h 702"/>
                <a:gd name="T80" fmla="*/ 2147483647 w 534"/>
                <a:gd name="T81" fmla="*/ 2147483647 h 702"/>
                <a:gd name="T82" fmla="*/ 2147483647 w 534"/>
                <a:gd name="T83" fmla="*/ 2147483647 h 702"/>
                <a:gd name="T84" fmla="*/ 2147483647 w 534"/>
                <a:gd name="T85" fmla="*/ 2147483647 h 702"/>
                <a:gd name="T86" fmla="*/ 2147483647 w 534"/>
                <a:gd name="T87" fmla="*/ 2147483647 h 702"/>
                <a:gd name="T88" fmla="*/ 2147483647 w 534"/>
                <a:gd name="T89" fmla="*/ 2147483647 h 702"/>
                <a:gd name="T90" fmla="*/ 2147483647 w 534"/>
                <a:gd name="T91" fmla="*/ 2147483647 h 702"/>
                <a:gd name="T92" fmla="*/ 2147483647 w 534"/>
                <a:gd name="T93" fmla="*/ 2147483647 h 702"/>
                <a:gd name="T94" fmla="*/ 2147483647 w 534"/>
                <a:gd name="T95" fmla="*/ 2147483647 h 702"/>
                <a:gd name="T96" fmla="*/ 2147483647 w 534"/>
                <a:gd name="T97" fmla="*/ 2147483647 h 702"/>
                <a:gd name="T98" fmla="*/ 2147483647 w 534"/>
                <a:gd name="T99" fmla="*/ 2147483647 h 702"/>
                <a:gd name="T100" fmla="*/ 2147483647 w 534"/>
                <a:gd name="T101" fmla="*/ 2147483647 h 702"/>
                <a:gd name="T102" fmla="*/ 2147483647 w 534"/>
                <a:gd name="T103" fmla="*/ 2147483647 h 70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34"/>
                <a:gd name="T157" fmla="*/ 0 h 702"/>
                <a:gd name="T158" fmla="*/ 534 w 534"/>
                <a:gd name="T159" fmla="*/ 702 h 70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34" h="702">
                  <a:moveTo>
                    <a:pt x="366" y="120"/>
                  </a:moveTo>
                  <a:lnTo>
                    <a:pt x="360" y="126"/>
                  </a:lnTo>
                  <a:lnTo>
                    <a:pt x="354" y="168"/>
                  </a:lnTo>
                  <a:lnTo>
                    <a:pt x="330" y="144"/>
                  </a:lnTo>
                  <a:lnTo>
                    <a:pt x="294" y="144"/>
                  </a:lnTo>
                  <a:lnTo>
                    <a:pt x="288" y="138"/>
                  </a:lnTo>
                  <a:lnTo>
                    <a:pt x="276" y="138"/>
                  </a:lnTo>
                  <a:lnTo>
                    <a:pt x="270" y="132"/>
                  </a:lnTo>
                  <a:lnTo>
                    <a:pt x="258" y="126"/>
                  </a:lnTo>
                  <a:lnTo>
                    <a:pt x="210" y="126"/>
                  </a:lnTo>
                  <a:lnTo>
                    <a:pt x="192" y="132"/>
                  </a:lnTo>
                  <a:lnTo>
                    <a:pt x="162" y="132"/>
                  </a:lnTo>
                  <a:lnTo>
                    <a:pt x="144" y="162"/>
                  </a:lnTo>
                  <a:lnTo>
                    <a:pt x="150" y="198"/>
                  </a:lnTo>
                  <a:lnTo>
                    <a:pt x="156" y="204"/>
                  </a:lnTo>
                  <a:lnTo>
                    <a:pt x="180" y="204"/>
                  </a:lnTo>
                  <a:lnTo>
                    <a:pt x="186" y="198"/>
                  </a:lnTo>
                  <a:lnTo>
                    <a:pt x="186" y="180"/>
                  </a:lnTo>
                  <a:lnTo>
                    <a:pt x="204" y="180"/>
                  </a:lnTo>
                  <a:lnTo>
                    <a:pt x="210" y="186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28" y="198"/>
                  </a:lnTo>
                  <a:lnTo>
                    <a:pt x="228" y="216"/>
                  </a:lnTo>
                  <a:lnTo>
                    <a:pt x="240" y="222"/>
                  </a:lnTo>
                  <a:lnTo>
                    <a:pt x="240" y="234"/>
                  </a:lnTo>
                  <a:lnTo>
                    <a:pt x="234" y="240"/>
                  </a:lnTo>
                  <a:lnTo>
                    <a:pt x="228" y="252"/>
                  </a:lnTo>
                  <a:lnTo>
                    <a:pt x="222" y="258"/>
                  </a:lnTo>
                  <a:lnTo>
                    <a:pt x="210" y="258"/>
                  </a:lnTo>
                  <a:lnTo>
                    <a:pt x="198" y="282"/>
                  </a:lnTo>
                  <a:lnTo>
                    <a:pt x="198" y="318"/>
                  </a:lnTo>
                  <a:lnTo>
                    <a:pt x="216" y="324"/>
                  </a:lnTo>
                  <a:lnTo>
                    <a:pt x="222" y="342"/>
                  </a:lnTo>
                  <a:lnTo>
                    <a:pt x="240" y="342"/>
                  </a:lnTo>
                  <a:lnTo>
                    <a:pt x="246" y="348"/>
                  </a:lnTo>
                  <a:lnTo>
                    <a:pt x="246" y="360"/>
                  </a:lnTo>
                  <a:lnTo>
                    <a:pt x="240" y="366"/>
                  </a:lnTo>
                  <a:lnTo>
                    <a:pt x="240" y="414"/>
                  </a:lnTo>
                  <a:lnTo>
                    <a:pt x="234" y="426"/>
                  </a:lnTo>
                  <a:lnTo>
                    <a:pt x="240" y="450"/>
                  </a:lnTo>
                  <a:lnTo>
                    <a:pt x="234" y="456"/>
                  </a:lnTo>
                  <a:lnTo>
                    <a:pt x="222" y="462"/>
                  </a:lnTo>
                  <a:lnTo>
                    <a:pt x="222" y="486"/>
                  </a:lnTo>
                  <a:lnTo>
                    <a:pt x="216" y="498"/>
                  </a:lnTo>
                  <a:lnTo>
                    <a:pt x="210" y="504"/>
                  </a:lnTo>
                  <a:lnTo>
                    <a:pt x="198" y="504"/>
                  </a:lnTo>
                  <a:lnTo>
                    <a:pt x="192" y="498"/>
                  </a:lnTo>
                  <a:lnTo>
                    <a:pt x="192" y="468"/>
                  </a:lnTo>
                  <a:lnTo>
                    <a:pt x="186" y="468"/>
                  </a:lnTo>
                  <a:lnTo>
                    <a:pt x="180" y="474"/>
                  </a:lnTo>
                  <a:lnTo>
                    <a:pt x="174" y="486"/>
                  </a:lnTo>
                  <a:lnTo>
                    <a:pt x="168" y="492"/>
                  </a:lnTo>
                  <a:lnTo>
                    <a:pt x="138" y="492"/>
                  </a:lnTo>
                  <a:lnTo>
                    <a:pt x="120" y="450"/>
                  </a:lnTo>
                  <a:lnTo>
                    <a:pt x="90" y="450"/>
                  </a:lnTo>
                  <a:lnTo>
                    <a:pt x="90" y="456"/>
                  </a:lnTo>
                  <a:lnTo>
                    <a:pt x="108" y="474"/>
                  </a:lnTo>
                  <a:lnTo>
                    <a:pt x="96" y="480"/>
                  </a:lnTo>
                  <a:lnTo>
                    <a:pt x="90" y="492"/>
                  </a:lnTo>
                  <a:lnTo>
                    <a:pt x="84" y="498"/>
                  </a:lnTo>
                  <a:lnTo>
                    <a:pt x="66" y="498"/>
                  </a:lnTo>
                  <a:lnTo>
                    <a:pt x="54" y="492"/>
                  </a:lnTo>
                  <a:lnTo>
                    <a:pt x="42" y="492"/>
                  </a:lnTo>
                  <a:lnTo>
                    <a:pt x="36" y="486"/>
                  </a:lnTo>
                  <a:lnTo>
                    <a:pt x="30" y="486"/>
                  </a:lnTo>
                  <a:lnTo>
                    <a:pt x="30" y="504"/>
                  </a:lnTo>
                  <a:lnTo>
                    <a:pt x="36" y="510"/>
                  </a:lnTo>
                  <a:lnTo>
                    <a:pt x="36" y="522"/>
                  </a:lnTo>
                  <a:lnTo>
                    <a:pt x="24" y="522"/>
                  </a:lnTo>
                  <a:lnTo>
                    <a:pt x="54" y="540"/>
                  </a:lnTo>
                  <a:lnTo>
                    <a:pt x="36" y="552"/>
                  </a:lnTo>
                  <a:lnTo>
                    <a:pt x="54" y="564"/>
                  </a:lnTo>
                  <a:lnTo>
                    <a:pt x="54" y="600"/>
                  </a:lnTo>
                  <a:lnTo>
                    <a:pt x="48" y="606"/>
                  </a:lnTo>
                  <a:lnTo>
                    <a:pt x="30" y="588"/>
                  </a:lnTo>
                  <a:lnTo>
                    <a:pt x="6" y="600"/>
                  </a:lnTo>
                  <a:lnTo>
                    <a:pt x="0" y="618"/>
                  </a:lnTo>
                  <a:lnTo>
                    <a:pt x="54" y="666"/>
                  </a:lnTo>
                  <a:lnTo>
                    <a:pt x="54" y="684"/>
                  </a:lnTo>
                  <a:lnTo>
                    <a:pt x="72" y="702"/>
                  </a:lnTo>
                  <a:lnTo>
                    <a:pt x="72" y="690"/>
                  </a:lnTo>
                  <a:lnTo>
                    <a:pt x="90" y="690"/>
                  </a:lnTo>
                  <a:lnTo>
                    <a:pt x="90" y="672"/>
                  </a:lnTo>
                  <a:lnTo>
                    <a:pt x="102" y="666"/>
                  </a:lnTo>
                  <a:lnTo>
                    <a:pt x="108" y="660"/>
                  </a:lnTo>
                  <a:lnTo>
                    <a:pt x="120" y="654"/>
                  </a:lnTo>
                  <a:lnTo>
                    <a:pt x="126" y="648"/>
                  </a:lnTo>
                  <a:lnTo>
                    <a:pt x="132" y="654"/>
                  </a:lnTo>
                  <a:lnTo>
                    <a:pt x="132" y="660"/>
                  </a:lnTo>
                  <a:lnTo>
                    <a:pt x="138" y="666"/>
                  </a:lnTo>
                  <a:lnTo>
                    <a:pt x="138" y="672"/>
                  </a:lnTo>
                  <a:lnTo>
                    <a:pt x="150" y="672"/>
                  </a:lnTo>
                  <a:lnTo>
                    <a:pt x="150" y="678"/>
                  </a:lnTo>
                  <a:lnTo>
                    <a:pt x="156" y="684"/>
                  </a:lnTo>
                  <a:lnTo>
                    <a:pt x="156" y="690"/>
                  </a:lnTo>
                  <a:lnTo>
                    <a:pt x="162" y="696"/>
                  </a:lnTo>
                  <a:lnTo>
                    <a:pt x="174" y="696"/>
                  </a:lnTo>
                  <a:lnTo>
                    <a:pt x="180" y="690"/>
                  </a:lnTo>
                  <a:lnTo>
                    <a:pt x="186" y="678"/>
                  </a:lnTo>
                  <a:lnTo>
                    <a:pt x="186" y="660"/>
                  </a:lnTo>
                  <a:lnTo>
                    <a:pt x="210" y="666"/>
                  </a:lnTo>
                  <a:lnTo>
                    <a:pt x="228" y="648"/>
                  </a:lnTo>
                  <a:lnTo>
                    <a:pt x="234" y="648"/>
                  </a:lnTo>
                  <a:lnTo>
                    <a:pt x="234" y="678"/>
                  </a:lnTo>
                  <a:lnTo>
                    <a:pt x="228" y="690"/>
                  </a:lnTo>
                  <a:lnTo>
                    <a:pt x="234" y="696"/>
                  </a:lnTo>
                  <a:lnTo>
                    <a:pt x="252" y="696"/>
                  </a:lnTo>
                  <a:lnTo>
                    <a:pt x="264" y="690"/>
                  </a:lnTo>
                  <a:lnTo>
                    <a:pt x="270" y="684"/>
                  </a:lnTo>
                  <a:lnTo>
                    <a:pt x="276" y="672"/>
                  </a:lnTo>
                  <a:lnTo>
                    <a:pt x="294" y="654"/>
                  </a:lnTo>
                  <a:lnTo>
                    <a:pt x="300" y="642"/>
                  </a:lnTo>
                  <a:lnTo>
                    <a:pt x="312" y="630"/>
                  </a:lnTo>
                  <a:lnTo>
                    <a:pt x="330" y="630"/>
                  </a:lnTo>
                  <a:lnTo>
                    <a:pt x="336" y="624"/>
                  </a:lnTo>
                  <a:lnTo>
                    <a:pt x="366" y="582"/>
                  </a:lnTo>
                  <a:lnTo>
                    <a:pt x="360" y="480"/>
                  </a:lnTo>
                  <a:lnTo>
                    <a:pt x="366" y="480"/>
                  </a:lnTo>
                  <a:lnTo>
                    <a:pt x="390" y="456"/>
                  </a:lnTo>
                  <a:lnTo>
                    <a:pt x="390" y="420"/>
                  </a:lnTo>
                  <a:lnTo>
                    <a:pt x="396" y="408"/>
                  </a:lnTo>
                  <a:lnTo>
                    <a:pt x="402" y="402"/>
                  </a:lnTo>
                  <a:lnTo>
                    <a:pt x="450" y="378"/>
                  </a:lnTo>
                  <a:lnTo>
                    <a:pt x="456" y="366"/>
                  </a:lnTo>
                  <a:lnTo>
                    <a:pt x="468" y="360"/>
                  </a:lnTo>
                  <a:lnTo>
                    <a:pt x="474" y="354"/>
                  </a:lnTo>
                  <a:lnTo>
                    <a:pt x="474" y="300"/>
                  </a:lnTo>
                  <a:lnTo>
                    <a:pt x="486" y="294"/>
                  </a:lnTo>
                  <a:lnTo>
                    <a:pt x="492" y="282"/>
                  </a:lnTo>
                  <a:lnTo>
                    <a:pt x="492" y="258"/>
                  </a:lnTo>
                  <a:lnTo>
                    <a:pt x="486" y="246"/>
                  </a:lnTo>
                  <a:lnTo>
                    <a:pt x="480" y="240"/>
                  </a:lnTo>
                  <a:lnTo>
                    <a:pt x="480" y="228"/>
                  </a:lnTo>
                  <a:lnTo>
                    <a:pt x="498" y="192"/>
                  </a:lnTo>
                  <a:lnTo>
                    <a:pt x="498" y="168"/>
                  </a:lnTo>
                  <a:lnTo>
                    <a:pt x="492" y="156"/>
                  </a:lnTo>
                  <a:lnTo>
                    <a:pt x="492" y="126"/>
                  </a:lnTo>
                  <a:lnTo>
                    <a:pt x="498" y="120"/>
                  </a:lnTo>
                  <a:lnTo>
                    <a:pt x="510" y="96"/>
                  </a:lnTo>
                  <a:lnTo>
                    <a:pt x="522" y="84"/>
                  </a:lnTo>
                  <a:lnTo>
                    <a:pt x="528" y="66"/>
                  </a:lnTo>
                  <a:lnTo>
                    <a:pt x="534" y="54"/>
                  </a:lnTo>
                  <a:lnTo>
                    <a:pt x="534" y="18"/>
                  </a:lnTo>
                  <a:lnTo>
                    <a:pt x="522" y="6"/>
                  </a:lnTo>
                  <a:lnTo>
                    <a:pt x="510" y="18"/>
                  </a:lnTo>
                  <a:lnTo>
                    <a:pt x="498" y="18"/>
                  </a:lnTo>
                  <a:lnTo>
                    <a:pt x="462" y="0"/>
                  </a:lnTo>
                  <a:lnTo>
                    <a:pt x="444" y="0"/>
                  </a:lnTo>
                  <a:lnTo>
                    <a:pt x="426" y="18"/>
                  </a:lnTo>
                  <a:lnTo>
                    <a:pt x="396" y="18"/>
                  </a:lnTo>
                  <a:lnTo>
                    <a:pt x="378" y="48"/>
                  </a:lnTo>
                  <a:lnTo>
                    <a:pt x="390" y="60"/>
                  </a:lnTo>
                  <a:lnTo>
                    <a:pt x="390" y="84"/>
                  </a:lnTo>
                  <a:lnTo>
                    <a:pt x="384" y="96"/>
                  </a:lnTo>
                  <a:lnTo>
                    <a:pt x="378" y="102"/>
                  </a:lnTo>
                  <a:lnTo>
                    <a:pt x="372" y="114"/>
                  </a:lnTo>
                  <a:lnTo>
                    <a:pt x="366" y="12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49" name="Colombia" descr="© INSCALE GmbH, 05.05.2010&#10;http://www.presentationload.com/">
              <a:extLst>
                <a:ext uri="{FF2B5EF4-FFF2-40B4-BE49-F238E27FC236}">
                  <a16:creationId xmlns:a16="http://schemas.microsoft.com/office/drawing/2014/main" id="{8719AE68-3FF0-411F-885A-1DE9AC825D72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872196" y="2671905"/>
              <a:ext cx="286918" cy="441848"/>
            </a:xfrm>
            <a:custGeom>
              <a:avLst/>
              <a:gdLst>
                <a:gd name="T0" fmla="*/ 2147483647 w 870"/>
                <a:gd name="T1" fmla="*/ 2147483647 h 1344"/>
                <a:gd name="T2" fmla="*/ 2147483647 w 870"/>
                <a:gd name="T3" fmla="*/ 2147483647 h 1344"/>
                <a:gd name="T4" fmla="*/ 2147483647 w 870"/>
                <a:gd name="T5" fmla="*/ 2147483647 h 1344"/>
                <a:gd name="T6" fmla="*/ 2147483647 w 870"/>
                <a:gd name="T7" fmla="*/ 2147483647 h 1344"/>
                <a:gd name="T8" fmla="*/ 2147483647 w 870"/>
                <a:gd name="T9" fmla="*/ 2147483647 h 1344"/>
                <a:gd name="T10" fmla="*/ 2147483647 w 870"/>
                <a:gd name="T11" fmla="*/ 2147483647 h 1344"/>
                <a:gd name="T12" fmla="*/ 2147483647 w 870"/>
                <a:gd name="T13" fmla="*/ 2147483647 h 1344"/>
                <a:gd name="T14" fmla="*/ 2147483647 w 870"/>
                <a:gd name="T15" fmla="*/ 2147483647 h 1344"/>
                <a:gd name="T16" fmla="*/ 2147483647 w 870"/>
                <a:gd name="T17" fmla="*/ 2147483647 h 1344"/>
                <a:gd name="T18" fmla="*/ 2147483647 w 870"/>
                <a:gd name="T19" fmla="*/ 2147483647 h 1344"/>
                <a:gd name="T20" fmla="*/ 2147483647 w 870"/>
                <a:gd name="T21" fmla="*/ 2147483647 h 1344"/>
                <a:gd name="T22" fmla="*/ 2147483647 w 870"/>
                <a:gd name="T23" fmla="*/ 2147483647 h 1344"/>
                <a:gd name="T24" fmla="*/ 2147483647 w 870"/>
                <a:gd name="T25" fmla="*/ 2147483647 h 1344"/>
                <a:gd name="T26" fmla="*/ 2147483647 w 870"/>
                <a:gd name="T27" fmla="*/ 2147483647 h 1344"/>
                <a:gd name="T28" fmla="*/ 2147483647 w 870"/>
                <a:gd name="T29" fmla="*/ 2147483647 h 1344"/>
                <a:gd name="T30" fmla="*/ 2147483647 w 870"/>
                <a:gd name="T31" fmla="*/ 2147483647 h 1344"/>
                <a:gd name="T32" fmla="*/ 2147483647 w 870"/>
                <a:gd name="T33" fmla="*/ 2147483647 h 1344"/>
                <a:gd name="T34" fmla="*/ 2147483647 w 870"/>
                <a:gd name="T35" fmla="*/ 2147483647 h 1344"/>
                <a:gd name="T36" fmla="*/ 2147483647 w 870"/>
                <a:gd name="T37" fmla="*/ 2147483647 h 1344"/>
                <a:gd name="T38" fmla="*/ 2147483647 w 870"/>
                <a:gd name="T39" fmla="*/ 2147483647 h 1344"/>
                <a:gd name="T40" fmla="*/ 2147483647 w 870"/>
                <a:gd name="T41" fmla="*/ 2147483647 h 1344"/>
                <a:gd name="T42" fmla="*/ 2147483647 w 870"/>
                <a:gd name="T43" fmla="*/ 2147483647 h 1344"/>
                <a:gd name="T44" fmla="*/ 2147483647 w 870"/>
                <a:gd name="T45" fmla="*/ 2147483647 h 1344"/>
                <a:gd name="T46" fmla="*/ 2147483647 w 870"/>
                <a:gd name="T47" fmla="*/ 2147483647 h 1344"/>
                <a:gd name="T48" fmla="*/ 2147483647 w 870"/>
                <a:gd name="T49" fmla="*/ 2147483647 h 1344"/>
                <a:gd name="T50" fmla="*/ 2147483647 w 870"/>
                <a:gd name="T51" fmla="*/ 2147483647 h 1344"/>
                <a:gd name="T52" fmla="*/ 2147483647 w 870"/>
                <a:gd name="T53" fmla="*/ 2147483647 h 1344"/>
                <a:gd name="T54" fmla="*/ 2147483647 w 870"/>
                <a:gd name="T55" fmla="*/ 2147483647 h 1344"/>
                <a:gd name="T56" fmla="*/ 2147483647 w 870"/>
                <a:gd name="T57" fmla="*/ 2147483647 h 1344"/>
                <a:gd name="T58" fmla="*/ 2147483647 w 870"/>
                <a:gd name="T59" fmla="*/ 2147483647 h 1344"/>
                <a:gd name="T60" fmla="*/ 2147483647 w 870"/>
                <a:gd name="T61" fmla="*/ 2147483647 h 1344"/>
                <a:gd name="T62" fmla="*/ 2147483647 w 870"/>
                <a:gd name="T63" fmla="*/ 2147483647 h 1344"/>
                <a:gd name="T64" fmla="*/ 2147483647 w 870"/>
                <a:gd name="T65" fmla="*/ 2147483647 h 1344"/>
                <a:gd name="T66" fmla="*/ 2147483647 w 870"/>
                <a:gd name="T67" fmla="*/ 2147483647 h 1344"/>
                <a:gd name="T68" fmla="*/ 2147483647 w 870"/>
                <a:gd name="T69" fmla="*/ 2147483647 h 1344"/>
                <a:gd name="T70" fmla="*/ 2147483647 w 870"/>
                <a:gd name="T71" fmla="*/ 2147483647 h 1344"/>
                <a:gd name="T72" fmla="*/ 2147483647 w 870"/>
                <a:gd name="T73" fmla="*/ 0 h 1344"/>
                <a:gd name="T74" fmla="*/ 2147483647 w 870"/>
                <a:gd name="T75" fmla="*/ 2147483647 h 1344"/>
                <a:gd name="T76" fmla="*/ 2147483647 w 870"/>
                <a:gd name="T77" fmla="*/ 2147483647 h 1344"/>
                <a:gd name="T78" fmla="*/ 2147483647 w 870"/>
                <a:gd name="T79" fmla="*/ 2147483647 h 1344"/>
                <a:gd name="T80" fmla="*/ 2147483647 w 870"/>
                <a:gd name="T81" fmla="*/ 2147483647 h 1344"/>
                <a:gd name="T82" fmla="*/ 2147483647 w 870"/>
                <a:gd name="T83" fmla="*/ 2147483647 h 1344"/>
                <a:gd name="T84" fmla="*/ 2147483647 w 870"/>
                <a:gd name="T85" fmla="*/ 2147483647 h 1344"/>
                <a:gd name="T86" fmla="*/ 2147483647 w 870"/>
                <a:gd name="T87" fmla="*/ 2147483647 h 1344"/>
                <a:gd name="T88" fmla="*/ 2147483647 w 870"/>
                <a:gd name="T89" fmla="*/ 2147483647 h 1344"/>
                <a:gd name="T90" fmla="*/ 2147483647 w 870"/>
                <a:gd name="T91" fmla="*/ 2147483647 h 1344"/>
                <a:gd name="T92" fmla="*/ 2147483647 w 870"/>
                <a:gd name="T93" fmla="*/ 2147483647 h 1344"/>
                <a:gd name="T94" fmla="*/ 2147483647 w 870"/>
                <a:gd name="T95" fmla="*/ 2147483647 h 1344"/>
                <a:gd name="T96" fmla="*/ 2147483647 w 870"/>
                <a:gd name="T97" fmla="*/ 2147483647 h 1344"/>
                <a:gd name="T98" fmla="*/ 2147483647 w 870"/>
                <a:gd name="T99" fmla="*/ 2147483647 h 1344"/>
                <a:gd name="T100" fmla="*/ 2147483647 w 870"/>
                <a:gd name="T101" fmla="*/ 2147483647 h 1344"/>
                <a:gd name="T102" fmla="*/ 2147483647 w 870"/>
                <a:gd name="T103" fmla="*/ 2147483647 h 1344"/>
                <a:gd name="T104" fmla="*/ 2147483647 w 870"/>
                <a:gd name="T105" fmla="*/ 2147483647 h 1344"/>
                <a:gd name="T106" fmla="*/ 2147483647 w 870"/>
                <a:gd name="T107" fmla="*/ 2147483647 h 134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870"/>
                <a:gd name="T163" fmla="*/ 0 h 1344"/>
                <a:gd name="T164" fmla="*/ 870 w 870"/>
                <a:gd name="T165" fmla="*/ 1344 h 1344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870" h="1344">
                  <a:moveTo>
                    <a:pt x="36" y="912"/>
                  </a:moveTo>
                  <a:lnTo>
                    <a:pt x="60" y="924"/>
                  </a:lnTo>
                  <a:lnTo>
                    <a:pt x="66" y="936"/>
                  </a:lnTo>
                  <a:lnTo>
                    <a:pt x="84" y="936"/>
                  </a:lnTo>
                  <a:lnTo>
                    <a:pt x="96" y="942"/>
                  </a:lnTo>
                  <a:lnTo>
                    <a:pt x="102" y="948"/>
                  </a:lnTo>
                  <a:lnTo>
                    <a:pt x="108" y="960"/>
                  </a:lnTo>
                  <a:lnTo>
                    <a:pt x="108" y="966"/>
                  </a:lnTo>
                  <a:lnTo>
                    <a:pt x="114" y="972"/>
                  </a:lnTo>
                  <a:lnTo>
                    <a:pt x="126" y="978"/>
                  </a:lnTo>
                  <a:lnTo>
                    <a:pt x="138" y="978"/>
                  </a:lnTo>
                  <a:lnTo>
                    <a:pt x="144" y="972"/>
                  </a:lnTo>
                  <a:lnTo>
                    <a:pt x="156" y="978"/>
                  </a:lnTo>
                  <a:lnTo>
                    <a:pt x="162" y="984"/>
                  </a:lnTo>
                  <a:lnTo>
                    <a:pt x="186" y="984"/>
                  </a:lnTo>
                  <a:lnTo>
                    <a:pt x="186" y="972"/>
                  </a:lnTo>
                  <a:lnTo>
                    <a:pt x="192" y="966"/>
                  </a:lnTo>
                  <a:lnTo>
                    <a:pt x="198" y="966"/>
                  </a:lnTo>
                  <a:lnTo>
                    <a:pt x="210" y="972"/>
                  </a:lnTo>
                  <a:lnTo>
                    <a:pt x="210" y="978"/>
                  </a:lnTo>
                  <a:lnTo>
                    <a:pt x="216" y="984"/>
                  </a:lnTo>
                  <a:lnTo>
                    <a:pt x="216" y="990"/>
                  </a:lnTo>
                  <a:lnTo>
                    <a:pt x="228" y="1002"/>
                  </a:lnTo>
                  <a:lnTo>
                    <a:pt x="264" y="1002"/>
                  </a:lnTo>
                  <a:lnTo>
                    <a:pt x="276" y="1008"/>
                  </a:lnTo>
                  <a:lnTo>
                    <a:pt x="282" y="1014"/>
                  </a:lnTo>
                  <a:lnTo>
                    <a:pt x="294" y="1020"/>
                  </a:lnTo>
                  <a:lnTo>
                    <a:pt x="312" y="1038"/>
                  </a:lnTo>
                  <a:lnTo>
                    <a:pt x="324" y="1044"/>
                  </a:lnTo>
                  <a:lnTo>
                    <a:pt x="330" y="1050"/>
                  </a:lnTo>
                  <a:lnTo>
                    <a:pt x="342" y="1086"/>
                  </a:lnTo>
                  <a:lnTo>
                    <a:pt x="360" y="1086"/>
                  </a:lnTo>
                  <a:lnTo>
                    <a:pt x="372" y="1104"/>
                  </a:lnTo>
                  <a:lnTo>
                    <a:pt x="384" y="1104"/>
                  </a:lnTo>
                  <a:lnTo>
                    <a:pt x="390" y="1110"/>
                  </a:lnTo>
                  <a:lnTo>
                    <a:pt x="390" y="1134"/>
                  </a:lnTo>
                  <a:lnTo>
                    <a:pt x="396" y="1140"/>
                  </a:lnTo>
                  <a:lnTo>
                    <a:pt x="396" y="1146"/>
                  </a:lnTo>
                  <a:lnTo>
                    <a:pt x="408" y="1146"/>
                  </a:lnTo>
                  <a:lnTo>
                    <a:pt x="420" y="1152"/>
                  </a:lnTo>
                  <a:lnTo>
                    <a:pt x="426" y="1158"/>
                  </a:lnTo>
                  <a:lnTo>
                    <a:pt x="426" y="1164"/>
                  </a:lnTo>
                  <a:lnTo>
                    <a:pt x="420" y="1170"/>
                  </a:lnTo>
                  <a:lnTo>
                    <a:pt x="420" y="1194"/>
                  </a:lnTo>
                  <a:lnTo>
                    <a:pt x="432" y="1200"/>
                  </a:lnTo>
                  <a:lnTo>
                    <a:pt x="456" y="1206"/>
                  </a:lnTo>
                  <a:lnTo>
                    <a:pt x="492" y="1206"/>
                  </a:lnTo>
                  <a:lnTo>
                    <a:pt x="492" y="1194"/>
                  </a:lnTo>
                  <a:lnTo>
                    <a:pt x="504" y="1182"/>
                  </a:lnTo>
                  <a:lnTo>
                    <a:pt x="528" y="1182"/>
                  </a:lnTo>
                  <a:lnTo>
                    <a:pt x="534" y="1188"/>
                  </a:lnTo>
                  <a:lnTo>
                    <a:pt x="540" y="1188"/>
                  </a:lnTo>
                  <a:lnTo>
                    <a:pt x="546" y="1194"/>
                  </a:lnTo>
                  <a:lnTo>
                    <a:pt x="558" y="1194"/>
                  </a:lnTo>
                  <a:lnTo>
                    <a:pt x="570" y="1188"/>
                  </a:lnTo>
                  <a:lnTo>
                    <a:pt x="576" y="1182"/>
                  </a:lnTo>
                  <a:lnTo>
                    <a:pt x="588" y="1182"/>
                  </a:lnTo>
                  <a:lnTo>
                    <a:pt x="588" y="1188"/>
                  </a:lnTo>
                  <a:lnTo>
                    <a:pt x="594" y="1200"/>
                  </a:lnTo>
                  <a:lnTo>
                    <a:pt x="600" y="1206"/>
                  </a:lnTo>
                  <a:lnTo>
                    <a:pt x="624" y="1206"/>
                  </a:lnTo>
                  <a:lnTo>
                    <a:pt x="636" y="1212"/>
                  </a:lnTo>
                  <a:lnTo>
                    <a:pt x="642" y="1218"/>
                  </a:lnTo>
                  <a:lnTo>
                    <a:pt x="642" y="1236"/>
                  </a:lnTo>
                  <a:lnTo>
                    <a:pt x="636" y="1248"/>
                  </a:lnTo>
                  <a:lnTo>
                    <a:pt x="630" y="1254"/>
                  </a:lnTo>
                  <a:lnTo>
                    <a:pt x="624" y="1254"/>
                  </a:lnTo>
                  <a:lnTo>
                    <a:pt x="618" y="1260"/>
                  </a:lnTo>
                  <a:lnTo>
                    <a:pt x="618" y="1266"/>
                  </a:lnTo>
                  <a:lnTo>
                    <a:pt x="606" y="1290"/>
                  </a:lnTo>
                  <a:lnTo>
                    <a:pt x="606" y="1308"/>
                  </a:lnTo>
                  <a:lnTo>
                    <a:pt x="612" y="1314"/>
                  </a:lnTo>
                  <a:lnTo>
                    <a:pt x="630" y="1314"/>
                  </a:lnTo>
                  <a:lnTo>
                    <a:pt x="642" y="1332"/>
                  </a:lnTo>
                  <a:lnTo>
                    <a:pt x="660" y="1344"/>
                  </a:lnTo>
                  <a:lnTo>
                    <a:pt x="660" y="1308"/>
                  </a:lnTo>
                  <a:lnTo>
                    <a:pt x="666" y="1236"/>
                  </a:lnTo>
                  <a:lnTo>
                    <a:pt x="684" y="1188"/>
                  </a:lnTo>
                  <a:lnTo>
                    <a:pt x="678" y="1140"/>
                  </a:lnTo>
                  <a:lnTo>
                    <a:pt x="690" y="1128"/>
                  </a:lnTo>
                  <a:lnTo>
                    <a:pt x="696" y="1116"/>
                  </a:lnTo>
                  <a:lnTo>
                    <a:pt x="696" y="1104"/>
                  </a:lnTo>
                  <a:lnTo>
                    <a:pt x="690" y="1092"/>
                  </a:lnTo>
                  <a:lnTo>
                    <a:pt x="678" y="1080"/>
                  </a:lnTo>
                  <a:lnTo>
                    <a:pt x="678" y="1074"/>
                  </a:lnTo>
                  <a:lnTo>
                    <a:pt x="672" y="1068"/>
                  </a:lnTo>
                  <a:lnTo>
                    <a:pt x="672" y="1044"/>
                  </a:lnTo>
                  <a:lnTo>
                    <a:pt x="666" y="1038"/>
                  </a:lnTo>
                  <a:lnTo>
                    <a:pt x="654" y="1032"/>
                  </a:lnTo>
                  <a:lnTo>
                    <a:pt x="642" y="1020"/>
                  </a:lnTo>
                  <a:lnTo>
                    <a:pt x="636" y="1020"/>
                  </a:lnTo>
                  <a:lnTo>
                    <a:pt x="642" y="954"/>
                  </a:lnTo>
                  <a:lnTo>
                    <a:pt x="672" y="948"/>
                  </a:lnTo>
                  <a:lnTo>
                    <a:pt x="678" y="954"/>
                  </a:lnTo>
                  <a:lnTo>
                    <a:pt x="708" y="954"/>
                  </a:lnTo>
                  <a:lnTo>
                    <a:pt x="714" y="948"/>
                  </a:lnTo>
                  <a:lnTo>
                    <a:pt x="714" y="942"/>
                  </a:lnTo>
                  <a:lnTo>
                    <a:pt x="708" y="936"/>
                  </a:lnTo>
                  <a:lnTo>
                    <a:pt x="708" y="930"/>
                  </a:lnTo>
                  <a:lnTo>
                    <a:pt x="696" y="918"/>
                  </a:lnTo>
                  <a:lnTo>
                    <a:pt x="684" y="924"/>
                  </a:lnTo>
                  <a:lnTo>
                    <a:pt x="660" y="912"/>
                  </a:lnTo>
                  <a:lnTo>
                    <a:pt x="660" y="900"/>
                  </a:lnTo>
                  <a:lnTo>
                    <a:pt x="654" y="888"/>
                  </a:lnTo>
                  <a:lnTo>
                    <a:pt x="654" y="876"/>
                  </a:lnTo>
                  <a:lnTo>
                    <a:pt x="660" y="864"/>
                  </a:lnTo>
                  <a:lnTo>
                    <a:pt x="666" y="858"/>
                  </a:lnTo>
                  <a:lnTo>
                    <a:pt x="684" y="858"/>
                  </a:lnTo>
                  <a:lnTo>
                    <a:pt x="696" y="870"/>
                  </a:lnTo>
                  <a:lnTo>
                    <a:pt x="762" y="864"/>
                  </a:lnTo>
                  <a:lnTo>
                    <a:pt x="762" y="846"/>
                  </a:lnTo>
                  <a:lnTo>
                    <a:pt x="768" y="840"/>
                  </a:lnTo>
                  <a:lnTo>
                    <a:pt x="774" y="840"/>
                  </a:lnTo>
                  <a:lnTo>
                    <a:pt x="798" y="864"/>
                  </a:lnTo>
                  <a:lnTo>
                    <a:pt x="828" y="834"/>
                  </a:lnTo>
                  <a:lnTo>
                    <a:pt x="834" y="834"/>
                  </a:lnTo>
                  <a:lnTo>
                    <a:pt x="834" y="846"/>
                  </a:lnTo>
                  <a:lnTo>
                    <a:pt x="840" y="852"/>
                  </a:lnTo>
                  <a:lnTo>
                    <a:pt x="840" y="864"/>
                  </a:lnTo>
                  <a:lnTo>
                    <a:pt x="846" y="876"/>
                  </a:lnTo>
                  <a:lnTo>
                    <a:pt x="846" y="906"/>
                  </a:lnTo>
                  <a:lnTo>
                    <a:pt x="870" y="906"/>
                  </a:lnTo>
                  <a:lnTo>
                    <a:pt x="864" y="900"/>
                  </a:lnTo>
                  <a:lnTo>
                    <a:pt x="864" y="882"/>
                  </a:lnTo>
                  <a:lnTo>
                    <a:pt x="858" y="870"/>
                  </a:lnTo>
                  <a:lnTo>
                    <a:pt x="858" y="852"/>
                  </a:lnTo>
                  <a:lnTo>
                    <a:pt x="852" y="846"/>
                  </a:lnTo>
                  <a:lnTo>
                    <a:pt x="852" y="828"/>
                  </a:lnTo>
                  <a:lnTo>
                    <a:pt x="846" y="822"/>
                  </a:lnTo>
                  <a:lnTo>
                    <a:pt x="846" y="798"/>
                  </a:lnTo>
                  <a:lnTo>
                    <a:pt x="834" y="798"/>
                  </a:lnTo>
                  <a:lnTo>
                    <a:pt x="822" y="786"/>
                  </a:lnTo>
                  <a:lnTo>
                    <a:pt x="798" y="774"/>
                  </a:lnTo>
                  <a:lnTo>
                    <a:pt x="804" y="774"/>
                  </a:lnTo>
                  <a:lnTo>
                    <a:pt x="834" y="744"/>
                  </a:lnTo>
                  <a:lnTo>
                    <a:pt x="840" y="732"/>
                  </a:lnTo>
                  <a:lnTo>
                    <a:pt x="840" y="726"/>
                  </a:lnTo>
                  <a:lnTo>
                    <a:pt x="834" y="714"/>
                  </a:lnTo>
                  <a:lnTo>
                    <a:pt x="822" y="708"/>
                  </a:lnTo>
                  <a:lnTo>
                    <a:pt x="816" y="696"/>
                  </a:lnTo>
                  <a:lnTo>
                    <a:pt x="816" y="672"/>
                  </a:lnTo>
                  <a:lnTo>
                    <a:pt x="804" y="672"/>
                  </a:lnTo>
                  <a:lnTo>
                    <a:pt x="798" y="666"/>
                  </a:lnTo>
                  <a:lnTo>
                    <a:pt x="798" y="654"/>
                  </a:lnTo>
                  <a:lnTo>
                    <a:pt x="804" y="642"/>
                  </a:lnTo>
                  <a:lnTo>
                    <a:pt x="804" y="612"/>
                  </a:lnTo>
                  <a:lnTo>
                    <a:pt x="798" y="600"/>
                  </a:lnTo>
                  <a:lnTo>
                    <a:pt x="798" y="576"/>
                  </a:lnTo>
                  <a:lnTo>
                    <a:pt x="810" y="564"/>
                  </a:lnTo>
                  <a:lnTo>
                    <a:pt x="816" y="564"/>
                  </a:lnTo>
                  <a:lnTo>
                    <a:pt x="822" y="558"/>
                  </a:lnTo>
                  <a:lnTo>
                    <a:pt x="822" y="534"/>
                  </a:lnTo>
                  <a:lnTo>
                    <a:pt x="840" y="516"/>
                  </a:lnTo>
                  <a:lnTo>
                    <a:pt x="840" y="504"/>
                  </a:lnTo>
                  <a:lnTo>
                    <a:pt x="834" y="498"/>
                  </a:lnTo>
                  <a:lnTo>
                    <a:pt x="816" y="498"/>
                  </a:lnTo>
                  <a:lnTo>
                    <a:pt x="804" y="504"/>
                  </a:lnTo>
                  <a:lnTo>
                    <a:pt x="798" y="510"/>
                  </a:lnTo>
                  <a:lnTo>
                    <a:pt x="774" y="504"/>
                  </a:lnTo>
                  <a:lnTo>
                    <a:pt x="768" y="510"/>
                  </a:lnTo>
                  <a:lnTo>
                    <a:pt x="744" y="510"/>
                  </a:lnTo>
                  <a:lnTo>
                    <a:pt x="738" y="504"/>
                  </a:lnTo>
                  <a:lnTo>
                    <a:pt x="720" y="504"/>
                  </a:lnTo>
                  <a:lnTo>
                    <a:pt x="720" y="510"/>
                  </a:lnTo>
                  <a:lnTo>
                    <a:pt x="696" y="510"/>
                  </a:lnTo>
                  <a:lnTo>
                    <a:pt x="672" y="486"/>
                  </a:lnTo>
                  <a:lnTo>
                    <a:pt x="666" y="468"/>
                  </a:lnTo>
                  <a:lnTo>
                    <a:pt x="660" y="456"/>
                  </a:lnTo>
                  <a:lnTo>
                    <a:pt x="654" y="450"/>
                  </a:lnTo>
                  <a:lnTo>
                    <a:pt x="654" y="444"/>
                  </a:lnTo>
                  <a:lnTo>
                    <a:pt x="630" y="444"/>
                  </a:lnTo>
                  <a:lnTo>
                    <a:pt x="618" y="438"/>
                  </a:lnTo>
                  <a:lnTo>
                    <a:pt x="612" y="432"/>
                  </a:lnTo>
                  <a:lnTo>
                    <a:pt x="600" y="432"/>
                  </a:lnTo>
                  <a:lnTo>
                    <a:pt x="600" y="438"/>
                  </a:lnTo>
                  <a:lnTo>
                    <a:pt x="594" y="444"/>
                  </a:lnTo>
                  <a:lnTo>
                    <a:pt x="582" y="444"/>
                  </a:lnTo>
                  <a:lnTo>
                    <a:pt x="570" y="438"/>
                  </a:lnTo>
                  <a:lnTo>
                    <a:pt x="564" y="438"/>
                  </a:lnTo>
                  <a:lnTo>
                    <a:pt x="552" y="432"/>
                  </a:lnTo>
                  <a:lnTo>
                    <a:pt x="540" y="432"/>
                  </a:lnTo>
                  <a:lnTo>
                    <a:pt x="534" y="438"/>
                  </a:lnTo>
                  <a:lnTo>
                    <a:pt x="510" y="438"/>
                  </a:lnTo>
                  <a:lnTo>
                    <a:pt x="504" y="432"/>
                  </a:lnTo>
                  <a:lnTo>
                    <a:pt x="498" y="420"/>
                  </a:lnTo>
                  <a:lnTo>
                    <a:pt x="498" y="408"/>
                  </a:lnTo>
                  <a:lnTo>
                    <a:pt x="486" y="408"/>
                  </a:lnTo>
                  <a:lnTo>
                    <a:pt x="486" y="366"/>
                  </a:lnTo>
                  <a:lnTo>
                    <a:pt x="498" y="342"/>
                  </a:lnTo>
                  <a:lnTo>
                    <a:pt x="498" y="330"/>
                  </a:lnTo>
                  <a:lnTo>
                    <a:pt x="492" y="324"/>
                  </a:lnTo>
                  <a:lnTo>
                    <a:pt x="480" y="318"/>
                  </a:lnTo>
                  <a:lnTo>
                    <a:pt x="474" y="312"/>
                  </a:lnTo>
                  <a:lnTo>
                    <a:pt x="474" y="276"/>
                  </a:lnTo>
                  <a:lnTo>
                    <a:pt x="468" y="264"/>
                  </a:lnTo>
                  <a:lnTo>
                    <a:pt x="456" y="252"/>
                  </a:lnTo>
                  <a:lnTo>
                    <a:pt x="450" y="252"/>
                  </a:lnTo>
                  <a:lnTo>
                    <a:pt x="438" y="264"/>
                  </a:lnTo>
                  <a:lnTo>
                    <a:pt x="438" y="270"/>
                  </a:lnTo>
                  <a:lnTo>
                    <a:pt x="432" y="264"/>
                  </a:lnTo>
                  <a:lnTo>
                    <a:pt x="432" y="252"/>
                  </a:lnTo>
                  <a:lnTo>
                    <a:pt x="438" y="240"/>
                  </a:lnTo>
                  <a:lnTo>
                    <a:pt x="462" y="216"/>
                  </a:lnTo>
                  <a:lnTo>
                    <a:pt x="462" y="192"/>
                  </a:lnTo>
                  <a:lnTo>
                    <a:pt x="468" y="186"/>
                  </a:lnTo>
                  <a:lnTo>
                    <a:pt x="468" y="168"/>
                  </a:lnTo>
                  <a:lnTo>
                    <a:pt x="480" y="132"/>
                  </a:lnTo>
                  <a:lnTo>
                    <a:pt x="504" y="108"/>
                  </a:lnTo>
                  <a:lnTo>
                    <a:pt x="522" y="102"/>
                  </a:lnTo>
                  <a:lnTo>
                    <a:pt x="534" y="90"/>
                  </a:lnTo>
                  <a:lnTo>
                    <a:pt x="540" y="78"/>
                  </a:lnTo>
                  <a:lnTo>
                    <a:pt x="540" y="72"/>
                  </a:lnTo>
                  <a:lnTo>
                    <a:pt x="546" y="66"/>
                  </a:lnTo>
                  <a:lnTo>
                    <a:pt x="558" y="66"/>
                  </a:lnTo>
                  <a:lnTo>
                    <a:pt x="564" y="60"/>
                  </a:lnTo>
                  <a:lnTo>
                    <a:pt x="570" y="60"/>
                  </a:lnTo>
                  <a:lnTo>
                    <a:pt x="576" y="54"/>
                  </a:lnTo>
                  <a:lnTo>
                    <a:pt x="582" y="54"/>
                  </a:lnTo>
                  <a:lnTo>
                    <a:pt x="600" y="36"/>
                  </a:lnTo>
                  <a:lnTo>
                    <a:pt x="600" y="12"/>
                  </a:lnTo>
                  <a:lnTo>
                    <a:pt x="594" y="6"/>
                  </a:lnTo>
                  <a:lnTo>
                    <a:pt x="582" y="0"/>
                  </a:lnTo>
                  <a:lnTo>
                    <a:pt x="570" y="6"/>
                  </a:lnTo>
                  <a:lnTo>
                    <a:pt x="546" y="6"/>
                  </a:lnTo>
                  <a:lnTo>
                    <a:pt x="540" y="12"/>
                  </a:lnTo>
                  <a:lnTo>
                    <a:pt x="534" y="12"/>
                  </a:lnTo>
                  <a:lnTo>
                    <a:pt x="522" y="24"/>
                  </a:lnTo>
                  <a:lnTo>
                    <a:pt x="522" y="36"/>
                  </a:lnTo>
                  <a:lnTo>
                    <a:pt x="516" y="48"/>
                  </a:lnTo>
                  <a:lnTo>
                    <a:pt x="504" y="60"/>
                  </a:lnTo>
                  <a:lnTo>
                    <a:pt x="492" y="60"/>
                  </a:lnTo>
                  <a:lnTo>
                    <a:pt x="480" y="54"/>
                  </a:lnTo>
                  <a:lnTo>
                    <a:pt x="474" y="54"/>
                  </a:lnTo>
                  <a:lnTo>
                    <a:pt x="444" y="84"/>
                  </a:lnTo>
                  <a:lnTo>
                    <a:pt x="444" y="90"/>
                  </a:lnTo>
                  <a:lnTo>
                    <a:pt x="408" y="102"/>
                  </a:lnTo>
                  <a:lnTo>
                    <a:pt x="402" y="96"/>
                  </a:lnTo>
                  <a:lnTo>
                    <a:pt x="390" y="90"/>
                  </a:lnTo>
                  <a:lnTo>
                    <a:pt x="384" y="90"/>
                  </a:lnTo>
                  <a:lnTo>
                    <a:pt x="378" y="102"/>
                  </a:lnTo>
                  <a:lnTo>
                    <a:pt x="378" y="120"/>
                  </a:lnTo>
                  <a:lnTo>
                    <a:pt x="372" y="132"/>
                  </a:lnTo>
                  <a:lnTo>
                    <a:pt x="366" y="138"/>
                  </a:lnTo>
                  <a:lnTo>
                    <a:pt x="354" y="138"/>
                  </a:lnTo>
                  <a:lnTo>
                    <a:pt x="354" y="132"/>
                  </a:lnTo>
                  <a:lnTo>
                    <a:pt x="360" y="126"/>
                  </a:lnTo>
                  <a:lnTo>
                    <a:pt x="354" y="120"/>
                  </a:lnTo>
                  <a:lnTo>
                    <a:pt x="342" y="120"/>
                  </a:lnTo>
                  <a:lnTo>
                    <a:pt x="330" y="126"/>
                  </a:lnTo>
                  <a:lnTo>
                    <a:pt x="318" y="126"/>
                  </a:lnTo>
                  <a:lnTo>
                    <a:pt x="312" y="132"/>
                  </a:lnTo>
                  <a:lnTo>
                    <a:pt x="306" y="132"/>
                  </a:lnTo>
                  <a:lnTo>
                    <a:pt x="300" y="144"/>
                  </a:lnTo>
                  <a:lnTo>
                    <a:pt x="288" y="150"/>
                  </a:lnTo>
                  <a:lnTo>
                    <a:pt x="282" y="162"/>
                  </a:lnTo>
                  <a:lnTo>
                    <a:pt x="276" y="168"/>
                  </a:lnTo>
                  <a:lnTo>
                    <a:pt x="276" y="186"/>
                  </a:lnTo>
                  <a:lnTo>
                    <a:pt x="282" y="192"/>
                  </a:lnTo>
                  <a:lnTo>
                    <a:pt x="264" y="222"/>
                  </a:lnTo>
                  <a:lnTo>
                    <a:pt x="276" y="246"/>
                  </a:lnTo>
                  <a:lnTo>
                    <a:pt x="252" y="246"/>
                  </a:lnTo>
                  <a:lnTo>
                    <a:pt x="240" y="252"/>
                  </a:lnTo>
                  <a:lnTo>
                    <a:pt x="228" y="264"/>
                  </a:lnTo>
                  <a:lnTo>
                    <a:pt x="228" y="276"/>
                  </a:lnTo>
                  <a:lnTo>
                    <a:pt x="222" y="288"/>
                  </a:lnTo>
                  <a:lnTo>
                    <a:pt x="216" y="294"/>
                  </a:lnTo>
                  <a:lnTo>
                    <a:pt x="204" y="294"/>
                  </a:lnTo>
                  <a:lnTo>
                    <a:pt x="198" y="300"/>
                  </a:lnTo>
                  <a:lnTo>
                    <a:pt x="192" y="300"/>
                  </a:lnTo>
                  <a:lnTo>
                    <a:pt x="174" y="306"/>
                  </a:lnTo>
                  <a:lnTo>
                    <a:pt x="186" y="330"/>
                  </a:lnTo>
                  <a:lnTo>
                    <a:pt x="186" y="366"/>
                  </a:lnTo>
                  <a:lnTo>
                    <a:pt x="168" y="366"/>
                  </a:lnTo>
                  <a:lnTo>
                    <a:pt x="168" y="360"/>
                  </a:lnTo>
                  <a:lnTo>
                    <a:pt x="174" y="354"/>
                  </a:lnTo>
                  <a:lnTo>
                    <a:pt x="174" y="342"/>
                  </a:lnTo>
                  <a:lnTo>
                    <a:pt x="144" y="312"/>
                  </a:lnTo>
                  <a:lnTo>
                    <a:pt x="138" y="312"/>
                  </a:lnTo>
                  <a:lnTo>
                    <a:pt x="132" y="318"/>
                  </a:lnTo>
                  <a:lnTo>
                    <a:pt x="132" y="336"/>
                  </a:lnTo>
                  <a:lnTo>
                    <a:pt x="138" y="348"/>
                  </a:lnTo>
                  <a:lnTo>
                    <a:pt x="150" y="354"/>
                  </a:lnTo>
                  <a:lnTo>
                    <a:pt x="150" y="366"/>
                  </a:lnTo>
                  <a:lnTo>
                    <a:pt x="138" y="390"/>
                  </a:lnTo>
                  <a:lnTo>
                    <a:pt x="132" y="396"/>
                  </a:lnTo>
                  <a:lnTo>
                    <a:pt x="120" y="390"/>
                  </a:lnTo>
                  <a:lnTo>
                    <a:pt x="114" y="384"/>
                  </a:lnTo>
                  <a:lnTo>
                    <a:pt x="102" y="414"/>
                  </a:lnTo>
                  <a:lnTo>
                    <a:pt x="114" y="438"/>
                  </a:lnTo>
                  <a:lnTo>
                    <a:pt x="114" y="450"/>
                  </a:lnTo>
                  <a:lnTo>
                    <a:pt x="126" y="462"/>
                  </a:lnTo>
                  <a:lnTo>
                    <a:pt x="132" y="474"/>
                  </a:lnTo>
                  <a:lnTo>
                    <a:pt x="132" y="480"/>
                  </a:lnTo>
                  <a:lnTo>
                    <a:pt x="120" y="492"/>
                  </a:lnTo>
                  <a:lnTo>
                    <a:pt x="114" y="492"/>
                  </a:lnTo>
                  <a:lnTo>
                    <a:pt x="132" y="516"/>
                  </a:lnTo>
                  <a:lnTo>
                    <a:pt x="138" y="552"/>
                  </a:lnTo>
                  <a:lnTo>
                    <a:pt x="114" y="558"/>
                  </a:lnTo>
                  <a:lnTo>
                    <a:pt x="132" y="576"/>
                  </a:lnTo>
                  <a:lnTo>
                    <a:pt x="132" y="636"/>
                  </a:lnTo>
                  <a:lnTo>
                    <a:pt x="120" y="642"/>
                  </a:lnTo>
                  <a:lnTo>
                    <a:pt x="114" y="654"/>
                  </a:lnTo>
                  <a:lnTo>
                    <a:pt x="114" y="678"/>
                  </a:lnTo>
                  <a:lnTo>
                    <a:pt x="138" y="702"/>
                  </a:lnTo>
                  <a:lnTo>
                    <a:pt x="138" y="720"/>
                  </a:lnTo>
                  <a:lnTo>
                    <a:pt x="132" y="732"/>
                  </a:lnTo>
                  <a:lnTo>
                    <a:pt x="120" y="738"/>
                  </a:lnTo>
                  <a:lnTo>
                    <a:pt x="114" y="750"/>
                  </a:lnTo>
                  <a:lnTo>
                    <a:pt x="102" y="756"/>
                  </a:lnTo>
                  <a:lnTo>
                    <a:pt x="96" y="762"/>
                  </a:lnTo>
                  <a:lnTo>
                    <a:pt x="114" y="774"/>
                  </a:lnTo>
                  <a:lnTo>
                    <a:pt x="84" y="798"/>
                  </a:lnTo>
                  <a:lnTo>
                    <a:pt x="66" y="798"/>
                  </a:lnTo>
                  <a:lnTo>
                    <a:pt x="54" y="804"/>
                  </a:lnTo>
                  <a:lnTo>
                    <a:pt x="36" y="810"/>
                  </a:lnTo>
                  <a:lnTo>
                    <a:pt x="30" y="822"/>
                  </a:lnTo>
                  <a:lnTo>
                    <a:pt x="30" y="846"/>
                  </a:lnTo>
                  <a:lnTo>
                    <a:pt x="36" y="852"/>
                  </a:lnTo>
                  <a:lnTo>
                    <a:pt x="36" y="858"/>
                  </a:lnTo>
                  <a:lnTo>
                    <a:pt x="6" y="858"/>
                  </a:lnTo>
                  <a:lnTo>
                    <a:pt x="0" y="864"/>
                  </a:lnTo>
                  <a:lnTo>
                    <a:pt x="0" y="876"/>
                  </a:lnTo>
                  <a:lnTo>
                    <a:pt x="6" y="888"/>
                  </a:lnTo>
                  <a:lnTo>
                    <a:pt x="18" y="894"/>
                  </a:lnTo>
                  <a:lnTo>
                    <a:pt x="24" y="906"/>
                  </a:lnTo>
                  <a:lnTo>
                    <a:pt x="36" y="91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50" name="China" descr="© INSCALE GmbH, 05.05.2010&#10;http://www.presentationload.com/">
              <a:extLst>
                <a:ext uri="{FF2B5EF4-FFF2-40B4-BE49-F238E27FC236}">
                  <a16:creationId xmlns:a16="http://schemas.microsoft.com/office/drawing/2014/main" id="{03DD4460-1F03-4DA6-AB25-6071A06DA617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5353971" y="1590405"/>
              <a:ext cx="1209703" cy="928651"/>
            </a:xfrm>
            <a:custGeom>
              <a:avLst/>
              <a:gdLst>
                <a:gd name="T0" fmla="*/ 2147483647 w 3660"/>
                <a:gd name="T1" fmla="*/ 2147483647 h 2826"/>
                <a:gd name="T2" fmla="*/ 2147483647 w 3660"/>
                <a:gd name="T3" fmla="*/ 2147483647 h 2826"/>
                <a:gd name="T4" fmla="*/ 2147483647 w 3660"/>
                <a:gd name="T5" fmla="*/ 2147483647 h 2826"/>
                <a:gd name="T6" fmla="*/ 2147483647 w 3660"/>
                <a:gd name="T7" fmla="*/ 2147483647 h 2826"/>
                <a:gd name="T8" fmla="*/ 2147483647 w 3660"/>
                <a:gd name="T9" fmla="*/ 2147483647 h 2826"/>
                <a:gd name="T10" fmla="*/ 2147483647 w 3660"/>
                <a:gd name="T11" fmla="*/ 2147483647 h 2826"/>
                <a:gd name="T12" fmla="*/ 2147483647 w 3660"/>
                <a:gd name="T13" fmla="*/ 2147483647 h 2826"/>
                <a:gd name="T14" fmla="*/ 2147483647 w 3660"/>
                <a:gd name="T15" fmla="*/ 2147483647 h 2826"/>
                <a:gd name="T16" fmla="*/ 2147483647 w 3660"/>
                <a:gd name="T17" fmla="*/ 2147483647 h 2826"/>
                <a:gd name="T18" fmla="*/ 2147483647 w 3660"/>
                <a:gd name="T19" fmla="*/ 2147483647 h 2826"/>
                <a:gd name="T20" fmla="*/ 2147483647 w 3660"/>
                <a:gd name="T21" fmla="*/ 2147483647 h 2826"/>
                <a:gd name="T22" fmla="*/ 2147483647 w 3660"/>
                <a:gd name="T23" fmla="*/ 2147483647 h 2826"/>
                <a:gd name="T24" fmla="*/ 2147483647 w 3660"/>
                <a:gd name="T25" fmla="*/ 2147483647 h 2826"/>
                <a:gd name="T26" fmla="*/ 2147483647 w 3660"/>
                <a:gd name="T27" fmla="*/ 2147483647 h 2826"/>
                <a:gd name="T28" fmla="*/ 2147483647 w 3660"/>
                <a:gd name="T29" fmla="*/ 2147483647 h 2826"/>
                <a:gd name="T30" fmla="*/ 2147483647 w 3660"/>
                <a:gd name="T31" fmla="*/ 2147483647 h 2826"/>
                <a:gd name="T32" fmla="*/ 2147483647 w 3660"/>
                <a:gd name="T33" fmla="*/ 2147483647 h 2826"/>
                <a:gd name="T34" fmla="*/ 2147483647 w 3660"/>
                <a:gd name="T35" fmla="*/ 2147483647 h 2826"/>
                <a:gd name="T36" fmla="*/ 2147483647 w 3660"/>
                <a:gd name="T37" fmla="*/ 2147483647 h 2826"/>
                <a:gd name="T38" fmla="*/ 2147483647 w 3660"/>
                <a:gd name="T39" fmla="*/ 2147483647 h 2826"/>
                <a:gd name="T40" fmla="*/ 2147483647 w 3660"/>
                <a:gd name="T41" fmla="*/ 2147483647 h 2826"/>
                <a:gd name="T42" fmla="*/ 2147483647 w 3660"/>
                <a:gd name="T43" fmla="*/ 2147483647 h 2826"/>
                <a:gd name="T44" fmla="*/ 2147483647 w 3660"/>
                <a:gd name="T45" fmla="*/ 2147483647 h 2826"/>
                <a:gd name="T46" fmla="*/ 0 w 3660"/>
                <a:gd name="T47" fmla="*/ 2147483647 h 2826"/>
                <a:gd name="T48" fmla="*/ 2147483647 w 3660"/>
                <a:gd name="T49" fmla="*/ 2147483647 h 2826"/>
                <a:gd name="T50" fmla="*/ 2147483647 w 3660"/>
                <a:gd name="T51" fmla="*/ 2147483647 h 2826"/>
                <a:gd name="T52" fmla="*/ 2147483647 w 3660"/>
                <a:gd name="T53" fmla="*/ 2147483647 h 2826"/>
                <a:gd name="T54" fmla="*/ 2147483647 w 3660"/>
                <a:gd name="T55" fmla="*/ 2147483647 h 2826"/>
                <a:gd name="T56" fmla="*/ 2147483647 w 3660"/>
                <a:gd name="T57" fmla="*/ 2147483647 h 2826"/>
                <a:gd name="T58" fmla="*/ 2147483647 w 3660"/>
                <a:gd name="T59" fmla="*/ 2147483647 h 2826"/>
                <a:gd name="T60" fmla="*/ 2147483647 w 3660"/>
                <a:gd name="T61" fmla="*/ 2147483647 h 2826"/>
                <a:gd name="T62" fmla="*/ 2147483647 w 3660"/>
                <a:gd name="T63" fmla="*/ 2147483647 h 2826"/>
                <a:gd name="T64" fmla="*/ 2147483647 w 3660"/>
                <a:gd name="T65" fmla="*/ 2147483647 h 2826"/>
                <a:gd name="T66" fmla="*/ 2147483647 w 3660"/>
                <a:gd name="T67" fmla="*/ 2147483647 h 2826"/>
                <a:gd name="T68" fmla="*/ 2147483647 w 3660"/>
                <a:gd name="T69" fmla="*/ 2147483647 h 2826"/>
                <a:gd name="T70" fmla="*/ 2147483647 w 3660"/>
                <a:gd name="T71" fmla="*/ 2147483647 h 2826"/>
                <a:gd name="T72" fmla="*/ 2147483647 w 3660"/>
                <a:gd name="T73" fmla="*/ 2147483647 h 2826"/>
                <a:gd name="T74" fmla="*/ 2147483647 w 3660"/>
                <a:gd name="T75" fmla="*/ 2147483647 h 2826"/>
                <a:gd name="T76" fmla="*/ 2147483647 w 3660"/>
                <a:gd name="T77" fmla="*/ 2147483647 h 2826"/>
                <a:gd name="T78" fmla="*/ 2147483647 w 3660"/>
                <a:gd name="T79" fmla="*/ 2147483647 h 2826"/>
                <a:gd name="T80" fmla="*/ 2147483647 w 3660"/>
                <a:gd name="T81" fmla="*/ 2147483647 h 2826"/>
                <a:gd name="T82" fmla="*/ 2147483647 w 3660"/>
                <a:gd name="T83" fmla="*/ 2147483647 h 2826"/>
                <a:gd name="T84" fmla="*/ 2147483647 w 3660"/>
                <a:gd name="T85" fmla="*/ 2147483647 h 2826"/>
                <a:gd name="T86" fmla="*/ 2147483647 w 3660"/>
                <a:gd name="T87" fmla="*/ 2147483647 h 2826"/>
                <a:gd name="T88" fmla="*/ 2147483647 w 3660"/>
                <a:gd name="T89" fmla="*/ 2147483647 h 2826"/>
                <a:gd name="T90" fmla="*/ 2147483647 w 3660"/>
                <a:gd name="T91" fmla="*/ 2147483647 h 2826"/>
                <a:gd name="T92" fmla="*/ 2147483647 w 3660"/>
                <a:gd name="T93" fmla="*/ 2147483647 h 2826"/>
                <a:gd name="T94" fmla="*/ 2147483647 w 3660"/>
                <a:gd name="T95" fmla="*/ 2147483647 h 2826"/>
                <a:gd name="T96" fmla="*/ 2147483647 w 3660"/>
                <a:gd name="T97" fmla="*/ 2147483647 h 2826"/>
                <a:gd name="T98" fmla="*/ 2147483647 w 3660"/>
                <a:gd name="T99" fmla="*/ 2147483647 h 2826"/>
                <a:gd name="T100" fmla="*/ 2147483647 w 3660"/>
                <a:gd name="T101" fmla="*/ 2147483647 h 2826"/>
                <a:gd name="T102" fmla="*/ 2147483647 w 3660"/>
                <a:gd name="T103" fmla="*/ 2147483647 h 2826"/>
                <a:gd name="T104" fmla="*/ 2147483647 w 3660"/>
                <a:gd name="T105" fmla="*/ 2147483647 h 2826"/>
                <a:gd name="T106" fmla="*/ 2147483647 w 3660"/>
                <a:gd name="T107" fmla="*/ 2147483647 h 2826"/>
                <a:gd name="T108" fmla="*/ 2147483647 w 3660"/>
                <a:gd name="T109" fmla="*/ 2147483647 h 2826"/>
                <a:gd name="T110" fmla="*/ 2147483647 w 3660"/>
                <a:gd name="T111" fmla="*/ 2147483647 h 2826"/>
                <a:gd name="T112" fmla="*/ 2147483647 w 3660"/>
                <a:gd name="T113" fmla="*/ 2147483647 h 2826"/>
                <a:gd name="T114" fmla="*/ 2147483647 w 3660"/>
                <a:gd name="T115" fmla="*/ 2147483647 h 2826"/>
                <a:gd name="T116" fmla="*/ 2147483647 w 3660"/>
                <a:gd name="T117" fmla="*/ 2147483647 h 2826"/>
                <a:gd name="T118" fmla="*/ 2147483647 w 3660"/>
                <a:gd name="T119" fmla="*/ 2147483647 h 2826"/>
                <a:gd name="T120" fmla="*/ 2147483647 w 3660"/>
                <a:gd name="T121" fmla="*/ 2147483647 h 2826"/>
                <a:gd name="T122" fmla="*/ 2147483647 w 3660"/>
                <a:gd name="T123" fmla="*/ 2147483647 h 282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660"/>
                <a:gd name="T187" fmla="*/ 0 h 2826"/>
                <a:gd name="T188" fmla="*/ 3660 w 3660"/>
                <a:gd name="T189" fmla="*/ 2826 h 282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660" h="2826">
                  <a:moveTo>
                    <a:pt x="2862" y="2688"/>
                  </a:moveTo>
                  <a:lnTo>
                    <a:pt x="2850" y="2682"/>
                  </a:lnTo>
                  <a:lnTo>
                    <a:pt x="2772" y="2682"/>
                  </a:lnTo>
                  <a:lnTo>
                    <a:pt x="2766" y="2700"/>
                  </a:lnTo>
                  <a:lnTo>
                    <a:pt x="2748" y="2694"/>
                  </a:lnTo>
                  <a:lnTo>
                    <a:pt x="2736" y="2718"/>
                  </a:lnTo>
                  <a:lnTo>
                    <a:pt x="2730" y="2724"/>
                  </a:lnTo>
                  <a:lnTo>
                    <a:pt x="2712" y="2760"/>
                  </a:lnTo>
                  <a:lnTo>
                    <a:pt x="2718" y="2772"/>
                  </a:lnTo>
                  <a:lnTo>
                    <a:pt x="2724" y="2790"/>
                  </a:lnTo>
                  <a:lnTo>
                    <a:pt x="2754" y="2820"/>
                  </a:lnTo>
                  <a:lnTo>
                    <a:pt x="2766" y="2826"/>
                  </a:lnTo>
                  <a:lnTo>
                    <a:pt x="2772" y="2826"/>
                  </a:lnTo>
                  <a:lnTo>
                    <a:pt x="2802" y="2820"/>
                  </a:lnTo>
                  <a:lnTo>
                    <a:pt x="2820" y="2820"/>
                  </a:lnTo>
                  <a:lnTo>
                    <a:pt x="2844" y="2808"/>
                  </a:lnTo>
                  <a:lnTo>
                    <a:pt x="2850" y="2802"/>
                  </a:lnTo>
                  <a:lnTo>
                    <a:pt x="2850" y="2754"/>
                  </a:lnTo>
                  <a:lnTo>
                    <a:pt x="2856" y="2742"/>
                  </a:lnTo>
                  <a:lnTo>
                    <a:pt x="2862" y="2736"/>
                  </a:lnTo>
                  <a:lnTo>
                    <a:pt x="2868" y="2724"/>
                  </a:lnTo>
                  <a:lnTo>
                    <a:pt x="2868" y="2700"/>
                  </a:lnTo>
                  <a:lnTo>
                    <a:pt x="2862" y="2688"/>
                  </a:lnTo>
                  <a:close/>
                  <a:moveTo>
                    <a:pt x="3660" y="624"/>
                  </a:moveTo>
                  <a:lnTo>
                    <a:pt x="3654" y="600"/>
                  </a:lnTo>
                  <a:lnTo>
                    <a:pt x="3660" y="570"/>
                  </a:lnTo>
                  <a:lnTo>
                    <a:pt x="3642" y="564"/>
                  </a:lnTo>
                  <a:lnTo>
                    <a:pt x="3642" y="540"/>
                  </a:lnTo>
                  <a:lnTo>
                    <a:pt x="3630" y="528"/>
                  </a:lnTo>
                  <a:lnTo>
                    <a:pt x="3630" y="510"/>
                  </a:lnTo>
                  <a:lnTo>
                    <a:pt x="3618" y="492"/>
                  </a:lnTo>
                  <a:lnTo>
                    <a:pt x="3636" y="486"/>
                  </a:lnTo>
                  <a:lnTo>
                    <a:pt x="3636" y="456"/>
                  </a:lnTo>
                  <a:lnTo>
                    <a:pt x="3612" y="444"/>
                  </a:lnTo>
                  <a:lnTo>
                    <a:pt x="3612" y="426"/>
                  </a:lnTo>
                  <a:lnTo>
                    <a:pt x="3606" y="414"/>
                  </a:lnTo>
                  <a:lnTo>
                    <a:pt x="3594" y="408"/>
                  </a:lnTo>
                  <a:lnTo>
                    <a:pt x="3552" y="408"/>
                  </a:lnTo>
                  <a:lnTo>
                    <a:pt x="3546" y="432"/>
                  </a:lnTo>
                  <a:lnTo>
                    <a:pt x="3516" y="432"/>
                  </a:lnTo>
                  <a:lnTo>
                    <a:pt x="3504" y="438"/>
                  </a:lnTo>
                  <a:lnTo>
                    <a:pt x="3498" y="438"/>
                  </a:lnTo>
                  <a:lnTo>
                    <a:pt x="3492" y="444"/>
                  </a:lnTo>
                  <a:lnTo>
                    <a:pt x="3492" y="462"/>
                  </a:lnTo>
                  <a:lnTo>
                    <a:pt x="3462" y="456"/>
                  </a:lnTo>
                  <a:lnTo>
                    <a:pt x="3462" y="468"/>
                  </a:lnTo>
                  <a:lnTo>
                    <a:pt x="3444" y="468"/>
                  </a:lnTo>
                  <a:lnTo>
                    <a:pt x="3432" y="456"/>
                  </a:lnTo>
                  <a:lnTo>
                    <a:pt x="3408" y="462"/>
                  </a:lnTo>
                  <a:lnTo>
                    <a:pt x="3366" y="432"/>
                  </a:lnTo>
                  <a:lnTo>
                    <a:pt x="3366" y="420"/>
                  </a:lnTo>
                  <a:lnTo>
                    <a:pt x="3360" y="408"/>
                  </a:lnTo>
                  <a:lnTo>
                    <a:pt x="3360" y="402"/>
                  </a:lnTo>
                  <a:lnTo>
                    <a:pt x="3354" y="396"/>
                  </a:lnTo>
                  <a:lnTo>
                    <a:pt x="3336" y="396"/>
                  </a:lnTo>
                  <a:lnTo>
                    <a:pt x="3318" y="366"/>
                  </a:lnTo>
                  <a:lnTo>
                    <a:pt x="3276" y="366"/>
                  </a:lnTo>
                  <a:lnTo>
                    <a:pt x="3258" y="348"/>
                  </a:lnTo>
                  <a:lnTo>
                    <a:pt x="3246" y="342"/>
                  </a:lnTo>
                  <a:lnTo>
                    <a:pt x="3228" y="324"/>
                  </a:lnTo>
                  <a:lnTo>
                    <a:pt x="3216" y="324"/>
                  </a:lnTo>
                  <a:lnTo>
                    <a:pt x="3204" y="336"/>
                  </a:lnTo>
                  <a:lnTo>
                    <a:pt x="3192" y="330"/>
                  </a:lnTo>
                  <a:lnTo>
                    <a:pt x="3186" y="324"/>
                  </a:lnTo>
                  <a:lnTo>
                    <a:pt x="3174" y="318"/>
                  </a:lnTo>
                  <a:lnTo>
                    <a:pt x="3126" y="318"/>
                  </a:lnTo>
                  <a:lnTo>
                    <a:pt x="3114" y="312"/>
                  </a:lnTo>
                  <a:lnTo>
                    <a:pt x="3108" y="306"/>
                  </a:lnTo>
                  <a:lnTo>
                    <a:pt x="3084" y="294"/>
                  </a:lnTo>
                  <a:lnTo>
                    <a:pt x="3078" y="288"/>
                  </a:lnTo>
                  <a:lnTo>
                    <a:pt x="3072" y="288"/>
                  </a:lnTo>
                  <a:lnTo>
                    <a:pt x="3066" y="264"/>
                  </a:lnTo>
                  <a:lnTo>
                    <a:pt x="3054" y="264"/>
                  </a:lnTo>
                  <a:lnTo>
                    <a:pt x="3048" y="252"/>
                  </a:lnTo>
                  <a:lnTo>
                    <a:pt x="3030" y="234"/>
                  </a:lnTo>
                  <a:lnTo>
                    <a:pt x="3024" y="222"/>
                  </a:lnTo>
                  <a:lnTo>
                    <a:pt x="2976" y="198"/>
                  </a:lnTo>
                  <a:lnTo>
                    <a:pt x="2964" y="198"/>
                  </a:lnTo>
                  <a:lnTo>
                    <a:pt x="2952" y="168"/>
                  </a:lnTo>
                  <a:lnTo>
                    <a:pt x="2904" y="144"/>
                  </a:lnTo>
                  <a:lnTo>
                    <a:pt x="2898" y="114"/>
                  </a:lnTo>
                  <a:lnTo>
                    <a:pt x="2892" y="114"/>
                  </a:lnTo>
                  <a:lnTo>
                    <a:pt x="2886" y="108"/>
                  </a:lnTo>
                  <a:lnTo>
                    <a:pt x="2874" y="108"/>
                  </a:lnTo>
                  <a:lnTo>
                    <a:pt x="2862" y="96"/>
                  </a:lnTo>
                  <a:lnTo>
                    <a:pt x="2850" y="90"/>
                  </a:lnTo>
                  <a:lnTo>
                    <a:pt x="2838" y="78"/>
                  </a:lnTo>
                  <a:lnTo>
                    <a:pt x="2832" y="78"/>
                  </a:lnTo>
                  <a:lnTo>
                    <a:pt x="2832" y="66"/>
                  </a:lnTo>
                  <a:lnTo>
                    <a:pt x="2820" y="60"/>
                  </a:lnTo>
                  <a:lnTo>
                    <a:pt x="2814" y="54"/>
                  </a:lnTo>
                  <a:lnTo>
                    <a:pt x="2802" y="48"/>
                  </a:lnTo>
                  <a:lnTo>
                    <a:pt x="2796" y="42"/>
                  </a:lnTo>
                  <a:lnTo>
                    <a:pt x="2724" y="42"/>
                  </a:lnTo>
                  <a:lnTo>
                    <a:pt x="2688" y="18"/>
                  </a:lnTo>
                  <a:lnTo>
                    <a:pt x="2652" y="0"/>
                  </a:lnTo>
                  <a:lnTo>
                    <a:pt x="2598" y="12"/>
                  </a:lnTo>
                  <a:lnTo>
                    <a:pt x="2556" y="6"/>
                  </a:lnTo>
                  <a:lnTo>
                    <a:pt x="2550" y="18"/>
                  </a:lnTo>
                  <a:lnTo>
                    <a:pt x="2514" y="24"/>
                  </a:lnTo>
                  <a:lnTo>
                    <a:pt x="2472" y="66"/>
                  </a:lnTo>
                  <a:lnTo>
                    <a:pt x="2466" y="66"/>
                  </a:lnTo>
                  <a:lnTo>
                    <a:pt x="2466" y="78"/>
                  </a:lnTo>
                  <a:lnTo>
                    <a:pt x="2472" y="78"/>
                  </a:lnTo>
                  <a:lnTo>
                    <a:pt x="2490" y="84"/>
                  </a:lnTo>
                  <a:lnTo>
                    <a:pt x="2502" y="84"/>
                  </a:lnTo>
                  <a:lnTo>
                    <a:pt x="2508" y="90"/>
                  </a:lnTo>
                  <a:lnTo>
                    <a:pt x="2520" y="90"/>
                  </a:lnTo>
                  <a:lnTo>
                    <a:pt x="2532" y="102"/>
                  </a:lnTo>
                  <a:lnTo>
                    <a:pt x="2544" y="108"/>
                  </a:lnTo>
                  <a:lnTo>
                    <a:pt x="2550" y="114"/>
                  </a:lnTo>
                  <a:lnTo>
                    <a:pt x="2550" y="126"/>
                  </a:lnTo>
                  <a:lnTo>
                    <a:pt x="2532" y="144"/>
                  </a:lnTo>
                  <a:lnTo>
                    <a:pt x="2532" y="216"/>
                  </a:lnTo>
                  <a:lnTo>
                    <a:pt x="2538" y="258"/>
                  </a:lnTo>
                  <a:lnTo>
                    <a:pt x="2544" y="264"/>
                  </a:lnTo>
                  <a:lnTo>
                    <a:pt x="2556" y="264"/>
                  </a:lnTo>
                  <a:lnTo>
                    <a:pt x="2556" y="276"/>
                  </a:lnTo>
                  <a:lnTo>
                    <a:pt x="2550" y="282"/>
                  </a:lnTo>
                  <a:lnTo>
                    <a:pt x="2538" y="288"/>
                  </a:lnTo>
                  <a:lnTo>
                    <a:pt x="2514" y="288"/>
                  </a:lnTo>
                  <a:lnTo>
                    <a:pt x="2514" y="300"/>
                  </a:lnTo>
                  <a:lnTo>
                    <a:pt x="2496" y="318"/>
                  </a:lnTo>
                  <a:lnTo>
                    <a:pt x="2484" y="318"/>
                  </a:lnTo>
                  <a:lnTo>
                    <a:pt x="2478" y="312"/>
                  </a:lnTo>
                  <a:lnTo>
                    <a:pt x="2442" y="312"/>
                  </a:lnTo>
                  <a:lnTo>
                    <a:pt x="2406" y="288"/>
                  </a:lnTo>
                  <a:lnTo>
                    <a:pt x="2406" y="372"/>
                  </a:lnTo>
                  <a:lnTo>
                    <a:pt x="2412" y="384"/>
                  </a:lnTo>
                  <a:lnTo>
                    <a:pt x="2418" y="408"/>
                  </a:lnTo>
                  <a:lnTo>
                    <a:pt x="2424" y="420"/>
                  </a:lnTo>
                  <a:lnTo>
                    <a:pt x="2418" y="420"/>
                  </a:lnTo>
                  <a:lnTo>
                    <a:pt x="2418" y="438"/>
                  </a:lnTo>
                  <a:lnTo>
                    <a:pt x="2424" y="450"/>
                  </a:lnTo>
                  <a:lnTo>
                    <a:pt x="2436" y="456"/>
                  </a:lnTo>
                  <a:lnTo>
                    <a:pt x="2442" y="462"/>
                  </a:lnTo>
                  <a:lnTo>
                    <a:pt x="2460" y="462"/>
                  </a:lnTo>
                  <a:lnTo>
                    <a:pt x="2460" y="456"/>
                  </a:lnTo>
                  <a:lnTo>
                    <a:pt x="2454" y="456"/>
                  </a:lnTo>
                  <a:lnTo>
                    <a:pt x="2460" y="450"/>
                  </a:lnTo>
                  <a:lnTo>
                    <a:pt x="2514" y="450"/>
                  </a:lnTo>
                  <a:lnTo>
                    <a:pt x="2526" y="462"/>
                  </a:lnTo>
                  <a:lnTo>
                    <a:pt x="2538" y="468"/>
                  </a:lnTo>
                  <a:lnTo>
                    <a:pt x="2544" y="468"/>
                  </a:lnTo>
                  <a:lnTo>
                    <a:pt x="2550" y="462"/>
                  </a:lnTo>
                  <a:lnTo>
                    <a:pt x="2550" y="438"/>
                  </a:lnTo>
                  <a:lnTo>
                    <a:pt x="2616" y="438"/>
                  </a:lnTo>
                  <a:lnTo>
                    <a:pt x="2616" y="450"/>
                  </a:lnTo>
                  <a:lnTo>
                    <a:pt x="2622" y="456"/>
                  </a:lnTo>
                  <a:lnTo>
                    <a:pt x="2634" y="462"/>
                  </a:lnTo>
                  <a:lnTo>
                    <a:pt x="2652" y="462"/>
                  </a:lnTo>
                  <a:lnTo>
                    <a:pt x="2658" y="468"/>
                  </a:lnTo>
                  <a:lnTo>
                    <a:pt x="2670" y="474"/>
                  </a:lnTo>
                  <a:lnTo>
                    <a:pt x="2682" y="486"/>
                  </a:lnTo>
                  <a:lnTo>
                    <a:pt x="2706" y="498"/>
                  </a:lnTo>
                  <a:lnTo>
                    <a:pt x="2718" y="498"/>
                  </a:lnTo>
                  <a:lnTo>
                    <a:pt x="2724" y="510"/>
                  </a:lnTo>
                  <a:lnTo>
                    <a:pt x="2748" y="534"/>
                  </a:lnTo>
                  <a:lnTo>
                    <a:pt x="2748" y="540"/>
                  </a:lnTo>
                  <a:lnTo>
                    <a:pt x="2742" y="546"/>
                  </a:lnTo>
                  <a:lnTo>
                    <a:pt x="2706" y="546"/>
                  </a:lnTo>
                  <a:lnTo>
                    <a:pt x="2700" y="540"/>
                  </a:lnTo>
                  <a:lnTo>
                    <a:pt x="2688" y="534"/>
                  </a:lnTo>
                  <a:lnTo>
                    <a:pt x="2658" y="534"/>
                  </a:lnTo>
                  <a:lnTo>
                    <a:pt x="2652" y="540"/>
                  </a:lnTo>
                  <a:lnTo>
                    <a:pt x="2646" y="540"/>
                  </a:lnTo>
                  <a:lnTo>
                    <a:pt x="2628" y="558"/>
                  </a:lnTo>
                  <a:lnTo>
                    <a:pt x="2598" y="552"/>
                  </a:lnTo>
                  <a:lnTo>
                    <a:pt x="2598" y="570"/>
                  </a:lnTo>
                  <a:lnTo>
                    <a:pt x="2586" y="570"/>
                  </a:lnTo>
                  <a:lnTo>
                    <a:pt x="2550" y="588"/>
                  </a:lnTo>
                  <a:lnTo>
                    <a:pt x="2544" y="594"/>
                  </a:lnTo>
                  <a:lnTo>
                    <a:pt x="2550" y="606"/>
                  </a:lnTo>
                  <a:lnTo>
                    <a:pt x="2562" y="618"/>
                  </a:lnTo>
                  <a:lnTo>
                    <a:pt x="2538" y="642"/>
                  </a:lnTo>
                  <a:lnTo>
                    <a:pt x="2466" y="642"/>
                  </a:lnTo>
                  <a:lnTo>
                    <a:pt x="2466" y="666"/>
                  </a:lnTo>
                  <a:lnTo>
                    <a:pt x="2460" y="672"/>
                  </a:lnTo>
                  <a:lnTo>
                    <a:pt x="2454" y="684"/>
                  </a:lnTo>
                  <a:lnTo>
                    <a:pt x="2442" y="690"/>
                  </a:lnTo>
                  <a:lnTo>
                    <a:pt x="2424" y="690"/>
                  </a:lnTo>
                  <a:lnTo>
                    <a:pt x="2412" y="696"/>
                  </a:lnTo>
                  <a:lnTo>
                    <a:pt x="2388" y="696"/>
                  </a:lnTo>
                  <a:lnTo>
                    <a:pt x="2376" y="690"/>
                  </a:lnTo>
                  <a:lnTo>
                    <a:pt x="2370" y="684"/>
                  </a:lnTo>
                  <a:lnTo>
                    <a:pt x="2358" y="678"/>
                  </a:lnTo>
                  <a:lnTo>
                    <a:pt x="2352" y="672"/>
                  </a:lnTo>
                  <a:lnTo>
                    <a:pt x="2346" y="672"/>
                  </a:lnTo>
                  <a:lnTo>
                    <a:pt x="2340" y="666"/>
                  </a:lnTo>
                  <a:lnTo>
                    <a:pt x="2316" y="666"/>
                  </a:lnTo>
                  <a:lnTo>
                    <a:pt x="2304" y="672"/>
                  </a:lnTo>
                  <a:lnTo>
                    <a:pt x="2304" y="684"/>
                  </a:lnTo>
                  <a:lnTo>
                    <a:pt x="2298" y="696"/>
                  </a:lnTo>
                  <a:lnTo>
                    <a:pt x="2298" y="708"/>
                  </a:lnTo>
                  <a:lnTo>
                    <a:pt x="2304" y="720"/>
                  </a:lnTo>
                  <a:lnTo>
                    <a:pt x="2322" y="738"/>
                  </a:lnTo>
                  <a:lnTo>
                    <a:pt x="2334" y="744"/>
                  </a:lnTo>
                  <a:lnTo>
                    <a:pt x="2352" y="762"/>
                  </a:lnTo>
                  <a:lnTo>
                    <a:pt x="2364" y="768"/>
                  </a:lnTo>
                  <a:lnTo>
                    <a:pt x="2364" y="774"/>
                  </a:lnTo>
                  <a:lnTo>
                    <a:pt x="2358" y="780"/>
                  </a:lnTo>
                  <a:lnTo>
                    <a:pt x="2352" y="792"/>
                  </a:lnTo>
                  <a:lnTo>
                    <a:pt x="2340" y="804"/>
                  </a:lnTo>
                  <a:lnTo>
                    <a:pt x="2316" y="804"/>
                  </a:lnTo>
                  <a:lnTo>
                    <a:pt x="2316" y="810"/>
                  </a:lnTo>
                  <a:lnTo>
                    <a:pt x="2310" y="822"/>
                  </a:lnTo>
                  <a:lnTo>
                    <a:pt x="2310" y="828"/>
                  </a:lnTo>
                  <a:lnTo>
                    <a:pt x="2298" y="852"/>
                  </a:lnTo>
                  <a:lnTo>
                    <a:pt x="2286" y="858"/>
                  </a:lnTo>
                  <a:lnTo>
                    <a:pt x="2262" y="858"/>
                  </a:lnTo>
                  <a:lnTo>
                    <a:pt x="2244" y="882"/>
                  </a:lnTo>
                  <a:lnTo>
                    <a:pt x="2088" y="882"/>
                  </a:lnTo>
                  <a:lnTo>
                    <a:pt x="2070" y="894"/>
                  </a:lnTo>
                  <a:lnTo>
                    <a:pt x="2010" y="930"/>
                  </a:lnTo>
                  <a:lnTo>
                    <a:pt x="1992" y="942"/>
                  </a:lnTo>
                  <a:lnTo>
                    <a:pt x="1986" y="948"/>
                  </a:lnTo>
                  <a:lnTo>
                    <a:pt x="1968" y="948"/>
                  </a:lnTo>
                  <a:lnTo>
                    <a:pt x="1962" y="942"/>
                  </a:lnTo>
                  <a:lnTo>
                    <a:pt x="1956" y="942"/>
                  </a:lnTo>
                  <a:lnTo>
                    <a:pt x="1950" y="930"/>
                  </a:lnTo>
                  <a:lnTo>
                    <a:pt x="1950" y="924"/>
                  </a:lnTo>
                  <a:lnTo>
                    <a:pt x="1938" y="924"/>
                  </a:lnTo>
                  <a:lnTo>
                    <a:pt x="1926" y="930"/>
                  </a:lnTo>
                  <a:lnTo>
                    <a:pt x="1914" y="930"/>
                  </a:lnTo>
                  <a:lnTo>
                    <a:pt x="1908" y="936"/>
                  </a:lnTo>
                  <a:lnTo>
                    <a:pt x="1896" y="936"/>
                  </a:lnTo>
                  <a:lnTo>
                    <a:pt x="1890" y="930"/>
                  </a:lnTo>
                  <a:lnTo>
                    <a:pt x="1866" y="918"/>
                  </a:lnTo>
                  <a:lnTo>
                    <a:pt x="1848" y="912"/>
                  </a:lnTo>
                  <a:lnTo>
                    <a:pt x="1800" y="912"/>
                  </a:lnTo>
                  <a:lnTo>
                    <a:pt x="1776" y="906"/>
                  </a:lnTo>
                  <a:lnTo>
                    <a:pt x="1764" y="900"/>
                  </a:lnTo>
                  <a:lnTo>
                    <a:pt x="1758" y="888"/>
                  </a:lnTo>
                  <a:lnTo>
                    <a:pt x="1740" y="870"/>
                  </a:lnTo>
                  <a:lnTo>
                    <a:pt x="1728" y="870"/>
                  </a:lnTo>
                  <a:lnTo>
                    <a:pt x="1710" y="864"/>
                  </a:lnTo>
                  <a:lnTo>
                    <a:pt x="1656" y="864"/>
                  </a:lnTo>
                  <a:lnTo>
                    <a:pt x="1650" y="858"/>
                  </a:lnTo>
                  <a:lnTo>
                    <a:pt x="1644" y="858"/>
                  </a:lnTo>
                  <a:lnTo>
                    <a:pt x="1632" y="852"/>
                  </a:lnTo>
                  <a:lnTo>
                    <a:pt x="1620" y="852"/>
                  </a:lnTo>
                  <a:lnTo>
                    <a:pt x="1614" y="858"/>
                  </a:lnTo>
                  <a:lnTo>
                    <a:pt x="1602" y="864"/>
                  </a:lnTo>
                  <a:lnTo>
                    <a:pt x="1596" y="870"/>
                  </a:lnTo>
                  <a:lnTo>
                    <a:pt x="1560" y="864"/>
                  </a:lnTo>
                  <a:lnTo>
                    <a:pt x="1512" y="864"/>
                  </a:lnTo>
                  <a:lnTo>
                    <a:pt x="1458" y="858"/>
                  </a:lnTo>
                  <a:lnTo>
                    <a:pt x="1398" y="864"/>
                  </a:lnTo>
                  <a:lnTo>
                    <a:pt x="1386" y="858"/>
                  </a:lnTo>
                  <a:lnTo>
                    <a:pt x="1380" y="846"/>
                  </a:lnTo>
                  <a:lnTo>
                    <a:pt x="1368" y="840"/>
                  </a:lnTo>
                  <a:lnTo>
                    <a:pt x="1338" y="810"/>
                  </a:lnTo>
                  <a:lnTo>
                    <a:pt x="1332" y="798"/>
                  </a:lnTo>
                  <a:lnTo>
                    <a:pt x="1290" y="756"/>
                  </a:lnTo>
                  <a:lnTo>
                    <a:pt x="1278" y="732"/>
                  </a:lnTo>
                  <a:lnTo>
                    <a:pt x="1242" y="732"/>
                  </a:lnTo>
                  <a:lnTo>
                    <a:pt x="1236" y="726"/>
                  </a:lnTo>
                  <a:lnTo>
                    <a:pt x="1224" y="726"/>
                  </a:lnTo>
                  <a:lnTo>
                    <a:pt x="1200" y="714"/>
                  </a:lnTo>
                  <a:lnTo>
                    <a:pt x="1194" y="714"/>
                  </a:lnTo>
                  <a:lnTo>
                    <a:pt x="1188" y="708"/>
                  </a:lnTo>
                  <a:lnTo>
                    <a:pt x="1182" y="708"/>
                  </a:lnTo>
                  <a:lnTo>
                    <a:pt x="1176" y="696"/>
                  </a:lnTo>
                  <a:lnTo>
                    <a:pt x="1164" y="690"/>
                  </a:lnTo>
                  <a:lnTo>
                    <a:pt x="1158" y="690"/>
                  </a:lnTo>
                  <a:lnTo>
                    <a:pt x="1146" y="684"/>
                  </a:lnTo>
                  <a:lnTo>
                    <a:pt x="1140" y="684"/>
                  </a:lnTo>
                  <a:lnTo>
                    <a:pt x="1134" y="678"/>
                  </a:lnTo>
                  <a:lnTo>
                    <a:pt x="1038" y="678"/>
                  </a:lnTo>
                  <a:lnTo>
                    <a:pt x="1014" y="672"/>
                  </a:lnTo>
                  <a:lnTo>
                    <a:pt x="996" y="666"/>
                  </a:lnTo>
                  <a:lnTo>
                    <a:pt x="990" y="666"/>
                  </a:lnTo>
                  <a:lnTo>
                    <a:pt x="978" y="660"/>
                  </a:lnTo>
                  <a:lnTo>
                    <a:pt x="966" y="660"/>
                  </a:lnTo>
                  <a:lnTo>
                    <a:pt x="954" y="654"/>
                  </a:lnTo>
                  <a:lnTo>
                    <a:pt x="948" y="648"/>
                  </a:lnTo>
                  <a:lnTo>
                    <a:pt x="942" y="636"/>
                  </a:lnTo>
                  <a:lnTo>
                    <a:pt x="936" y="618"/>
                  </a:lnTo>
                  <a:lnTo>
                    <a:pt x="936" y="606"/>
                  </a:lnTo>
                  <a:lnTo>
                    <a:pt x="948" y="594"/>
                  </a:lnTo>
                  <a:lnTo>
                    <a:pt x="948" y="588"/>
                  </a:lnTo>
                  <a:lnTo>
                    <a:pt x="942" y="582"/>
                  </a:lnTo>
                  <a:lnTo>
                    <a:pt x="936" y="570"/>
                  </a:lnTo>
                  <a:lnTo>
                    <a:pt x="930" y="564"/>
                  </a:lnTo>
                  <a:lnTo>
                    <a:pt x="930" y="552"/>
                  </a:lnTo>
                  <a:lnTo>
                    <a:pt x="924" y="540"/>
                  </a:lnTo>
                  <a:lnTo>
                    <a:pt x="912" y="528"/>
                  </a:lnTo>
                  <a:lnTo>
                    <a:pt x="888" y="510"/>
                  </a:lnTo>
                  <a:lnTo>
                    <a:pt x="876" y="492"/>
                  </a:lnTo>
                  <a:lnTo>
                    <a:pt x="870" y="480"/>
                  </a:lnTo>
                  <a:lnTo>
                    <a:pt x="852" y="462"/>
                  </a:lnTo>
                  <a:lnTo>
                    <a:pt x="834" y="456"/>
                  </a:lnTo>
                  <a:lnTo>
                    <a:pt x="822" y="450"/>
                  </a:lnTo>
                  <a:lnTo>
                    <a:pt x="810" y="450"/>
                  </a:lnTo>
                  <a:lnTo>
                    <a:pt x="804" y="444"/>
                  </a:lnTo>
                  <a:lnTo>
                    <a:pt x="786" y="432"/>
                  </a:lnTo>
                  <a:lnTo>
                    <a:pt x="750" y="444"/>
                  </a:lnTo>
                  <a:lnTo>
                    <a:pt x="726" y="420"/>
                  </a:lnTo>
                  <a:lnTo>
                    <a:pt x="720" y="408"/>
                  </a:lnTo>
                  <a:lnTo>
                    <a:pt x="708" y="408"/>
                  </a:lnTo>
                  <a:lnTo>
                    <a:pt x="696" y="402"/>
                  </a:lnTo>
                  <a:lnTo>
                    <a:pt x="684" y="402"/>
                  </a:lnTo>
                  <a:lnTo>
                    <a:pt x="672" y="396"/>
                  </a:lnTo>
                  <a:lnTo>
                    <a:pt x="672" y="378"/>
                  </a:lnTo>
                  <a:lnTo>
                    <a:pt x="648" y="378"/>
                  </a:lnTo>
                  <a:lnTo>
                    <a:pt x="654" y="372"/>
                  </a:lnTo>
                  <a:lnTo>
                    <a:pt x="654" y="360"/>
                  </a:lnTo>
                  <a:lnTo>
                    <a:pt x="648" y="354"/>
                  </a:lnTo>
                  <a:lnTo>
                    <a:pt x="612" y="354"/>
                  </a:lnTo>
                  <a:lnTo>
                    <a:pt x="600" y="348"/>
                  </a:lnTo>
                  <a:lnTo>
                    <a:pt x="582" y="348"/>
                  </a:lnTo>
                  <a:lnTo>
                    <a:pt x="576" y="354"/>
                  </a:lnTo>
                  <a:lnTo>
                    <a:pt x="576" y="360"/>
                  </a:lnTo>
                  <a:lnTo>
                    <a:pt x="594" y="378"/>
                  </a:lnTo>
                  <a:lnTo>
                    <a:pt x="594" y="390"/>
                  </a:lnTo>
                  <a:lnTo>
                    <a:pt x="588" y="396"/>
                  </a:lnTo>
                  <a:lnTo>
                    <a:pt x="546" y="396"/>
                  </a:lnTo>
                  <a:lnTo>
                    <a:pt x="534" y="408"/>
                  </a:lnTo>
                  <a:lnTo>
                    <a:pt x="534" y="426"/>
                  </a:lnTo>
                  <a:lnTo>
                    <a:pt x="546" y="450"/>
                  </a:lnTo>
                  <a:lnTo>
                    <a:pt x="558" y="462"/>
                  </a:lnTo>
                  <a:lnTo>
                    <a:pt x="570" y="486"/>
                  </a:lnTo>
                  <a:lnTo>
                    <a:pt x="570" y="504"/>
                  </a:lnTo>
                  <a:lnTo>
                    <a:pt x="564" y="510"/>
                  </a:lnTo>
                  <a:lnTo>
                    <a:pt x="546" y="510"/>
                  </a:lnTo>
                  <a:lnTo>
                    <a:pt x="528" y="528"/>
                  </a:lnTo>
                  <a:lnTo>
                    <a:pt x="516" y="516"/>
                  </a:lnTo>
                  <a:lnTo>
                    <a:pt x="468" y="516"/>
                  </a:lnTo>
                  <a:lnTo>
                    <a:pt x="444" y="504"/>
                  </a:lnTo>
                  <a:lnTo>
                    <a:pt x="432" y="504"/>
                  </a:lnTo>
                  <a:lnTo>
                    <a:pt x="420" y="498"/>
                  </a:lnTo>
                  <a:lnTo>
                    <a:pt x="408" y="498"/>
                  </a:lnTo>
                  <a:lnTo>
                    <a:pt x="408" y="636"/>
                  </a:lnTo>
                  <a:lnTo>
                    <a:pt x="414" y="636"/>
                  </a:lnTo>
                  <a:lnTo>
                    <a:pt x="420" y="642"/>
                  </a:lnTo>
                  <a:lnTo>
                    <a:pt x="426" y="642"/>
                  </a:lnTo>
                  <a:lnTo>
                    <a:pt x="432" y="648"/>
                  </a:lnTo>
                  <a:lnTo>
                    <a:pt x="432" y="660"/>
                  </a:lnTo>
                  <a:lnTo>
                    <a:pt x="426" y="666"/>
                  </a:lnTo>
                  <a:lnTo>
                    <a:pt x="420" y="666"/>
                  </a:lnTo>
                  <a:lnTo>
                    <a:pt x="408" y="654"/>
                  </a:lnTo>
                  <a:lnTo>
                    <a:pt x="390" y="666"/>
                  </a:lnTo>
                  <a:lnTo>
                    <a:pt x="384" y="660"/>
                  </a:lnTo>
                  <a:lnTo>
                    <a:pt x="378" y="648"/>
                  </a:lnTo>
                  <a:lnTo>
                    <a:pt x="372" y="642"/>
                  </a:lnTo>
                  <a:lnTo>
                    <a:pt x="360" y="642"/>
                  </a:lnTo>
                  <a:lnTo>
                    <a:pt x="324" y="660"/>
                  </a:lnTo>
                  <a:lnTo>
                    <a:pt x="312" y="660"/>
                  </a:lnTo>
                  <a:lnTo>
                    <a:pt x="300" y="666"/>
                  </a:lnTo>
                  <a:lnTo>
                    <a:pt x="288" y="666"/>
                  </a:lnTo>
                  <a:lnTo>
                    <a:pt x="276" y="672"/>
                  </a:lnTo>
                  <a:lnTo>
                    <a:pt x="270" y="678"/>
                  </a:lnTo>
                  <a:lnTo>
                    <a:pt x="270" y="684"/>
                  </a:lnTo>
                  <a:lnTo>
                    <a:pt x="276" y="690"/>
                  </a:lnTo>
                  <a:lnTo>
                    <a:pt x="288" y="696"/>
                  </a:lnTo>
                  <a:lnTo>
                    <a:pt x="306" y="696"/>
                  </a:lnTo>
                  <a:lnTo>
                    <a:pt x="306" y="726"/>
                  </a:lnTo>
                  <a:lnTo>
                    <a:pt x="318" y="750"/>
                  </a:lnTo>
                  <a:lnTo>
                    <a:pt x="360" y="792"/>
                  </a:lnTo>
                  <a:lnTo>
                    <a:pt x="366" y="804"/>
                  </a:lnTo>
                  <a:lnTo>
                    <a:pt x="378" y="810"/>
                  </a:lnTo>
                  <a:lnTo>
                    <a:pt x="378" y="822"/>
                  </a:lnTo>
                  <a:lnTo>
                    <a:pt x="360" y="822"/>
                  </a:lnTo>
                  <a:lnTo>
                    <a:pt x="354" y="828"/>
                  </a:lnTo>
                  <a:lnTo>
                    <a:pt x="354" y="834"/>
                  </a:lnTo>
                  <a:lnTo>
                    <a:pt x="372" y="852"/>
                  </a:lnTo>
                  <a:lnTo>
                    <a:pt x="348" y="852"/>
                  </a:lnTo>
                  <a:lnTo>
                    <a:pt x="348" y="864"/>
                  </a:lnTo>
                  <a:lnTo>
                    <a:pt x="354" y="870"/>
                  </a:lnTo>
                  <a:lnTo>
                    <a:pt x="354" y="882"/>
                  </a:lnTo>
                  <a:lnTo>
                    <a:pt x="372" y="900"/>
                  </a:lnTo>
                  <a:lnTo>
                    <a:pt x="372" y="912"/>
                  </a:lnTo>
                  <a:lnTo>
                    <a:pt x="366" y="918"/>
                  </a:lnTo>
                  <a:lnTo>
                    <a:pt x="342" y="918"/>
                  </a:lnTo>
                  <a:lnTo>
                    <a:pt x="294" y="936"/>
                  </a:lnTo>
                  <a:lnTo>
                    <a:pt x="282" y="948"/>
                  </a:lnTo>
                  <a:lnTo>
                    <a:pt x="270" y="954"/>
                  </a:lnTo>
                  <a:lnTo>
                    <a:pt x="264" y="960"/>
                  </a:lnTo>
                  <a:lnTo>
                    <a:pt x="264" y="978"/>
                  </a:lnTo>
                  <a:lnTo>
                    <a:pt x="258" y="990"/>
                  </a:lnTo>
                  <a:lnTo>
                    <a:pt x="252" y="996"/>
                  </a:lnTo>
                  <a:lnTo>
                    <a:pt x="234" y="996"/>
                  </a:lnTo>
                  <a:lnTo>
                    <a:pt x="216" y="990"/>
                  </a:lnTo>
                  <a:lnTo>
                    <a:pt x="186" y="990"/>
                  </a:lnTo>
                  <a:lnTo>
                    <a:pt x="168" y="1008"/>
                  </a:lnTo>
                  <a:lnTo>
                    <a:pt x="162" y="1020"/>
                  </a:lnTo>
                  <a:lnTo>
                    <a:pt x="162" y="1044"/>
                  </a:lnTo>
                  <a:lnTo>
                    <a:pt x="156" y="1050"/>
                  </a:lnTo>
                  <a:lnTo>
                    <a:pt x="126" y="1044"/>
                  </a:lnTo>
                  <a:lnTo>
                    <a:pt x="114" y="1050"/>
                  </a:lnTo>
                  <a:lnTo>
                    <a:pt x="108" y="1044"/>
                  </a:lnTo>
                  <a:lnTo>
                    <a:pt x="102" y="1032"/>
                  </a:lnTo>
                  <a:lnTo>
                    <a:pt x="96" y="1026"/>
                  </a:lnTo>
                  <a:lnTo>
                    <a:pt x="84" y="1026"/>
                  </a:lnTo>
                  <a:lnTo>
                    <a:pt x="72" y="1038"/>
                  </a:lnTo>
                  <a:lnTo>
                    <a:pt x="48" y="1038"/>
                  </a:lnTo>
                  <a:lnTo>
                    <a:pt x="48" y="1056"/>
                  </a:lnTo>
                  <a:lnTo>
                    <a:pt x="36" y="1062"/>
                  </a:lnTo>
                  <a:lnTo>
                    <a:pt x="30" y="1068"/>
                  </a:lnTo>
                  <a:lnTo>
                    <a:pt x="18" y="1068"/>
                  </a:lnTo>
                  <a:lnTo>
                    <a:pt x="6" y="1074"/>
                  </a:lnTo>
                  <a:lnTo>
                    <a:pt x="0" y="1080"/>
                  </a:lnTo>
                  <a:lnTo>
                    <a:pt x="0" y="1086"/>
                  </a:lnTo>
                  <a:lnTo>
                    <a:pt x="12" y="1092"/>
                  </a:lnTo>
                  <a:lnTo>
                    <a:pt x="18" y="1104"/>
                  </a:lnTo>
                  <a:lnTo>
                    <a:pt x="18" y="1116"/>
                  </a:lnTo>
                  <a:lnTo>
                    <a:pt x="0" y="1116"/>
                  </a:lnTo>
                  <a:lnTo>
                    <a:pt x="0" y="1140"/>
                  </a:lnTo>
                  <a:lnTo>
                    <a:pt x="18" y="1140"/>
                  </a:lnTo>
                  <a:lnTo>
                    <a:pt x="18" y="1152"/>
                  </a:lnTo>
                  <a:lnTo>
                    <a:pt x="12" y="1164"/>
                  </a:lnTo>
                  <a:lnTo>
                    <a:pt x="12" y="1176"/>
                  </a:lnTo>
                  <a:lnTo>
                    <a:pt x="24" y="1188"/>
                  </a:lnTo>
                  <a:lnTo>
                    <a:pt x="36" y="1188"/>
                  </a:lnTo>
                  <a:lnTo>
                    <a:pt x="42" y="1182"/>
                  </a:lnTo>
                  <a:lnTo>
                    <a:pt x="66" y="1182"/>
                  </a:lnTo>
                  <a:lnTo>
                    <a:pt x="78" y="1188"/>
                  </a:lnTo>
                  <a:lnTo>
                    <a:pt x="84" y="1188"/>
                  </a:lnTo>
                  <a:lnTo>
                    <a:pt x="96" y="1194"/>
                  </a:lnTo>
                  <a:lnTo>
                    <a:pt x="102" y="1200"/>
                  </a:lnTo>
                  <a:lnTo>
                    <a:pt x="102" y="1242"/>
                  </a:lnTo>
                  <a:lnTo>
                    <a:pt x="114" y="1266"/>
                  </a:lnTo>
                  <a:lnTo>
                    <a:pt x="120" y="1272"/>
                  </a:lnTo>
                  <a:lnTo>
                    <a:pt x="126" y="1272"/>
                  </a:lnTo>
                  <a:lnTo>
                    <a:pt x="138" y="1284"/>
                  </a:lnTo>
                  <a:lnTo>
                    <a:pt x="132" y="1290"/>
                  </a:lnTo>
                  <a:lnTo>
                    <a:pt x="102" y="1290"/>
                  </a:lnTo>
                  <a:lnTo>
                    <a:pt x="96" y="1296"/>
                  </a:lnTo>
                  <a:lnTo>
                    <a:pt x="96" y="1308"/>
                  </a:lnTo>
                  <a:lnTo>
                    <a:pt x="108" y="1314"/>
                  </a:lnTo>
                  <a:lnTo>
                    <a:pt x="114" y="1320"/>
                  </a:lnTo>
                  <a:lnTo>
                    <a:pt x="162" y="1320"/>
                  </a:lnTo>
                  <a:lnTo>
                    <a:pt x="168" y="1332"/>
                  </a:lnTo>
                  <a:lnTo>
                    <a:pt x="180" y="1332"/>
                  </a:lnTo>
                  <a:lnTo>
                    <a:pt x="192" y="1338"/>
                  </a:lnTo>
                  <a:lnTo>
                    <a:pt x="204" y="1350"/>
                  </a:lnTo>
                  <a:lnTo>
                    <a:pt x="216" y="1374"/>
                  </a:lnTo>
                  <a:lnTo>
                    <a:pt x="216" y="1398"/>
                  </a:lnTo>
                  <a:lnTo>
                    <a:pt x="252" y="1410"/>
                  </a:lnTo>
                  <a:lnTo>
                    <a:pt x="264" y="1404"/>
                  </a:lnTo>
                  <a:lnTo>
                    <a:pt x="264" y="1410"/>
                  </a:lnTo>
                  <a:lnTo>
                    <a:pt x="270" y="1416"/>
                  </a:lnTo>
                  <a:lnTo>
                    <a:pt x="276" y="1428"/>
                  </a:lnTo>
                  <a:lnTo>
                    <a:pt x="288" y="1434"/>
                  </a:lnTo>
                  <a:lnTo>
                    <a:pt x="366" y="1434"/>
                  </a:lnTo>
                  <a:lnTo>
                    <a:pt x="378" y="1428"/>
                  </a:lnTo>
                  <a:lnTo>
                    <a:pt x="384" y="1416"/>
                  </a:lnTo>
                  <a:lnTo>
                    <a:pt x="402" y="1410"/>
                  </a:lnTo>
                  <a:lnTo>
                    <a:pt x="426" y="1398"/>
                  </a:lnTo>
                  <a:lnTo>
                    <a:pt x="438" y="1398"/>
                  </a:lnTo>
                  <a:lnTo>
                    <a:pt x="456" y="1410"/>
                  </a:lnTo>
                  <a:lnTo>
                    <a:pt x="480" y="1434"/>
                  </a:lnTo>
                  <a:lnTo>
                    <a:pt x="522" y="1434"/>
                  </a:lnTo>
                  <a:lnTo>
                    <a:pt x="522" y="1494"/>
                  </a:lnTo>
                  <a:lnTo>
                    <a:pt x="516" y="1500"/>
                  </a:lnTo>
                  <a:lnTo>
                    <a:pt x="498" y="1500"/>
                  </a:lnTo>
                  <a:lnTo>
                    <a:pt x="498" y="1506"/>
                  </a:lnTo>
                  <a:lnTo>
                    <a:pt x="504" y="1512"/>
                  </a:lnTo>
                  <a:lnTo>
                    <a:pt x="504" y="1536"/>
                  </a:lnTo>
                  <a:lnTo>
                    <a:pt x="498" y="1548"/>
                  </a:lnTo>
                  <a:lnTo>
                    <a:pt x="486" y="1554"/>
                  </a:lnTo>
                  <a:lnTo>
                    <a:pt x="456" y="1554"/>
                  </a:lnTo>
                  <a:lnTo>
                    <a:pt x="474" y="1578"/>
                  </a:lnTo>
                  <a:lnTo>
                    <a:pt x="456" y="1584"/>
                  </a:lnTo>
                  <a:lnTo>
                    <a:pt x="456" y="1608"/>
                  </a:lnTo>
                  <a:lnTo>
                    <a:pt x="480" y="1620"/>
                  </a:lnTo>
                  <a:lnTo>
                    <a:pt x="492" y="1620"/>
                  </a:lnTo>
                  <a:lnTo>
                    <a:pt x="498" y="1626"/>
                  </a:lnTo>
                  <a:lnTo>
                    <a:pt x="504" y="1638"/>
                  </a:lnTo>
                  <a:lnTo>
                    <a:pt x="522" y="1656"/>
                  </a:lnTo>
                  <a:lnTo>
                    <a:pt x="522" y="1668"/>
                  </a:lnTo>
                  <a:lnTo>
                    <a:pt x="510" y="1674"/>
                  </a:lnTo>
                  <a:lnTo>
                    <a:pt x="504" y="1680"/>
                  </a:lnTo>
                  <a:lnTo>
                    <a:pt x="498" y="1680"/>
                  </a:lnTo>
                  <a:lnTo>
                    <a:pt x="486" y="1698"/>
                  </a:lnTo>
                  <a:lnTo>
                    <a:pt x="474" y="1686"/>
                  </a:lnTo>
                  <a:lnTo>
                    <a:pt x="474" y="1668"/>
                  </a:lnTo>
                  <a:lnTo>
                    <a:pt x="462" y="1668"/>
                  </a:lnTo>
                  <a:lnTo>
                    <a:pt x="456" y="1674"/>
                  </a:lnTo>
                  <a:lnTo>
                    <a:pt x="450" y="1674"/>
                  </a:lnTo>
                  <a:lnTo>
                    <a:pt x="450" y="1692"/>
                  </a:lnTo>
                  <a:lnTo>
                    <a:pt x="456" y="1698"/>
                  </a:lnTo>
                  <a:lnTo>
                    <a:pt x="462" y="1710"/>
                  </a:lnTo>
                  <a:lnTo>
                    <a:pt x="474" y="1722"/>
                  </a:lnTo>
                  <a:lnTo>
                    <a:pt x="480" y="1722"/>
                  </a:lnTo>
                  <a:lnTo>
                    <a:pt x="480" y="1734"/>
                  </a:lnTo>
                  <a:lnTo>
                    <a:pt x="474" y="1740"/>
                  </a:lnTo>
                  <a:lnTo>
                    <a:pt x="474" y="1758"/>
                  </a:lnTo>
                  <a:lnTo>
                    <a:pt x="480" y="1764"/>
                  </a:lnTo>
                  <a:lnTo>
                    <a:pt x="510" y="1764"/>
                  </a:lnTo>
                  <a:lnTo>
                    <a:pt x="516" y="1776"/>
                  </a:lnTo>
                  <a:lnTo>
                    <a:pt x="528" y="1788"/>
                  </a:lnTo>
                  <a:lnTo>
                    <a:pt x="540" y="1794"/>
                  </a:lnTo>
                  <a:lnTo>
                    <a:pt x="552" y="1794"/>
                  </a:lnTo>
                  <a:lnTo>
                    <a:pt x="558" y="1800"/>
                  </a:lnTo>
                  <a:lnTo>
                    <a:pt x="564" y="1800"/>
                  </a:lnTo>
                  <a:lnTo>
                    <a:pt x="582" y="1818"/>
                  </a:lnTo>
                  <a:lnTo>
                    <a:pt x="600" y="1812"/>
                  </a:lnTo>
                  <a:lnTo>
                    <a:pt x="600" y="1830"/>
                  </a:lnTo>
                  <a:lnTo>
                    <a:pt x="612" y="1836"/>
                  </a:lnTo>
                  <a:lnTo>
                    <a:pt x="624" y="1836"/>
                  </a:lnTo>
                  <a:lnTo>
                    <a:pt x="666" y="1872"/>
                  </a:lnTo>
                  <a:lnTo>
                    <a:pt x="690" y="1854"/>
                  </a:lnTo>
                  <a:lnTo>
                    <a:pt x="696" y="1848"/>
                  </a:lnTo>
                  <a:lnTo>
                    <a:pt x="708" y="1842"/>
                  </a:lnTo>
                  <a:lnTo>
                    <a:pt x="720" y="1842"/>
                  </a:lnTo>
                  <a:lnTo>
                    <a:pt x="732" y="1848"/>
                  </a:lnTo>
                  <a:lnTo>
                    <a:pt x="744" y="1860"/>
                  </a:lnTo>
                  <a:lnTo>
                    <a:pt x="750" y="1872"/>
                  </a:lnTo>
                  <a:lnTo>
                    <a:pt x="762" y="1878"/>
                  </a:lnTo>
                  <a:lnTo>
                    <a:pt x="780" y="1896"/>
                  </a:lnTo>
                  <a:lnTo>
                    <a:pt x="822" y="1902"/>
                  </a:lnTo>
                  <a:lnTo>
                    <a:pt x="828" y="1914"/>
                  </a:lnTo>
                  <a:lnTo>
                    <a:pt x="834" y="1920"/>
                  </a:lnTo>
                  <a:lnTo>
                    <a:pt x="840" y="1932"/>
                  </a:lnTo>
                  <a:lnTo>
                    <a:pt x="846" y="1938"/>
                  </a:lnTo>
                  <a:lnTo>
                    <a:pt x="846" y="1950"/>
                  </a:lnTo>
                  <a:lnTo>
                    <a:pt x="858" y="1950"/>
                  </a:lnTo>
                  <a:lnTo>
                    <a:pt x="858" y="1944"/>
                  </a:lnTo>
                  <a:lnTo>
                    <a:pt x="864" y="1938"/>
                  </a:lnTo>
                  <a:lnTo>
                    <a:pt x="870" y="1926"/>
                  </a:lnTo>
                  <a:lnTo>
                    <a:pt x="882" y="1926"/>
                  </a:lnTo>
                  <a:lnTo>
                    <a:pt x="888" y="1932"/>
                  </a:lnTo>
                  <a:lnTo>
                    <a:pt x="894" y="1944"/>
                  </a:lnTo>
                  <a:lnTo>
                    <a:pt x="894" y="1962"/>
                  </a:lnTo>
                  <a:lnTo>
                    <a:pt x="924" y="1992"/>
                  </a:lnTo>
                  <a:lnTo>
                    <a:pt x="936" y="1998"/>
                  </a:lnTo>
                  <a:lnTo>
                    <a:pt x="942" y="1992"/>
                  </a:lnTo>
                  <a:lnTo>
                    <a:pt x="954" y="1986"/>
                  </a:lnTo>
                  <a:lnTo>
                    <a:pt x="960" y="1986"/>
                  </a:lnTo>
                  <a:lnTo>
                    <a:pt x="966" y="1992"/>
                  </a:lnTo>
                  <a:lnTo>
                    <a:pt x="966" y="1998"/>
                  </a:lnTo>
                  <a:lnTo>
                    <a:pt x="960" y="2004"/>
                  </a:lnTo>
                  <a:lnTo>
                    <a:pt x="960" y="2010"/>
                  </a:lnTo>
                  <a:lnTo>
                    <a:pt x="966" y="2010"/>
                  </a:lnTo>
                  <a:lnTo>
                    <a:pt x="972" y="2016"/>
                  </a:lnTo>
                  <a:lnTo>
                    <a:pt x="990" y="2022"/>
                  </a:lnTo>
                  <a:lnTo>
                    <a:pt x="1002" y="2022"/>
                  </a:lnTo>
                  <a:lnTo>
                    <a:pt x="1008" y="2016"/>
                  </a:lnTo>
                  <a:lnTo>
                    <a:pt x="1014" y="2016"/>
                  </a:lnTo>
                  <a:lnTo>
                    <a:pt x="1014" y="2034"/>
                  </a:lnTo>
                  <a:lnTo>
                    <a:pt x="1020" y="2040"/>
                  </a:lnTo>
                  <a:lnTo>
                    <a:pt x="1032" y="2040"/>
                  </a:lnTo>
                  <a:lnTo>
                    <a:pt x="1044" y="2028"/>
                  </a:lnTo>
                  <a:lnTo>
                    <a:pt x="1044" y="2022"/>
                  </a:lnTo>
                  <a:lnTo>
                    <a:pt x="1044" y="2034"/>
                  </a:lnTo>
                  <a:lnTo>
                    <a:pt x="1050" y="2040"/>
                  </a:lnTo>
                  <a:lnTo>
                    <a:pt x="1068" y="2040"/>
                  </a:lnTo>
                  <a:lnTo>
                    <a:pt x="1074" y="2034"/>
                  </a:lnTo>
                  <a:lnTo>
                    <a:pt x="1074" y="2028"/>
                  </a:lnTo>
                  <a:lnTo>
                    <a:pt x="1086" y="2034"/>
                  </a:lnTo>
                  <a:lnTo>
                    <a:pt x="1092" y="2040"/>
                  </a:lnTo>
                  <a:lnTo>
                    <a:pt x="1110" y="2046"/>
                  </a:lnTo>
                  <a:lnTo>
                    <a:pt x="1134" y="2058"/>
                  </a:lnTo>
                  <a:lnTo>
                    <a:pt x="1158" y="2058"/>
                  </a:lnTo>
                  <a:lnTo>
                    <a:pt x="1176" y="2040"/>
                  </a:lnTo>
                  <a:lnTo>
                    <a:pt x="1194" y="2034"/>
                  </a:lnTo>
                  <a:lnTo>
                    <a:pt x="1206" y="2028"/>
                  </a:lnTo>
                  <a:lnTo>
                    <a:pt x="1212" y="2028"/>
                  </a:lnTo>
                  <a:lnTo>
                    <a:pt x="1224" y="2034"/>
                  </a:lnTo>
                  <a:lnTo>
                    <a:pt x="1230" y="2040"/>
                  </a:lnTo>
                  <a:lnTo>
                    <a:pt x="1230" y="2088"/>
                  </a:lnTo>
                  <a:lnTo>
                    <a:pt x="1236" y="2094"/>
                  </a:lnTo>
                  <a:lnTo>
                    <a:pt x="1242" y="2094"/>
                  </a:lnTo>
                  <a:lnTo>
                    <a:pt x="1242" y="2088"/>
                  </a:lnTo>
                  <a:lnTo>
                    <a:pt x="1248" y="2082"/>
                  </a:lnTo>
                  <a:lnTo>
                    <a:pt x="1254" y="2070"/>
                  </a:lnTo>
                  <a:lnTo>
                    <a:pt x="1266" y="2052"/>
                  </a:lnTo>
                  <a:lnTo>
                    <a:pt x="1272" y="2040"/>
                  </a:lnTo>
                  <a:lnTo>
                    <a:pt x="1284" y="2028"/>
                  </a:lnTo>
                  <a:lnTo>
                    <a:pt x="1290" y="2016"/>
                  </a:lnTo>
                  <a:lnTo>
                    <a:pt x="1302" y="2016"/>
                  </a:lnTo>
                  <a:lnTo>
                    <a:pt x="1314" y="2022"/>
                  </a:lnTo>
                  <a:lnTo>
                    <a:pt x="1338" y="2022"/>
                  </a:lnTo>
                  <a:lnTo>
                    <a:pt x="1338" y="2046"/>
                  </a:lnTo>
                  <a:lnTo>
                    <a:pt x="1344" y="2046"/>
                  </a:lnTo>
                  <a:lnTo>
                    <a:pt x="1350" y="2040"/>
                  </a:lnTo>
                  <a:lnTo>
                    <a:pt x="1362" y="2034"/>
                  </a:lnTo>
                  <a:lnTo>
                    <a:pt x="1374" y="2034"/>
                  </a:lnTo>
                  <a:lnTo>
                    <a:pt x="1386" y="2028"/>
                  </a:lnTo>
                  <a:lnTo>
                    <a:pt x="1398" y="2028"/>
                  </a:lnTo>
                  <a:lnTo>
                    <a:pt x="1410" y="2034"/>
                  </a:lnTo>
                  <a:lnTo>
                    <a:pt x="1422" y="2046"/>
                  </a:lnTo>
                  <a:lnTo>
                    <a:pt x="1428" y="2058"/>
                  </a:lnTo>
                  <a:lnTo>
                    <a:pt x="1428" y="2064"/>
                  </a:lnTo>
                  <a:lnTo>
                    <a:pt x="1482" y="2064"/>
                  </a:lnTo>
                  <a:lnTo>
                    <a:pt x="1494" y="2052"/>
                  </a:lnTo>
                  <a:lnTo>
                    <a:pt x="1494" y="2034"/>
                  </a:lnTo>
                  <a:lnTo>
                    <a:pt x="1488" y="2022"/>
                  </a:lnTo>
                  <a:lnTo>
                    <a:pt x="1518" y="2022"/>
                  </a:lnTo>
                  <a:lnTo>
                    <a:pt x="1524" y="2016"/>
                  </a:lnTo>
                  <a:lnTo>
                    <a:pt x="1524" y="1992"/>
                  </a:lnTo>
                  <a:lnTo>
                    <a:pt x="1518" y="1986"/>
                  </a:lnTo>
                  <a:lnTo>
                    <a:pt x="1518" y="1980"/>
                  </a:lnTo>
                  <a:lnTo>
                    <a:pt x="1554" y="1980"/>
                  </a:lnTo>
                  <a:lnTo>
                    <a:pt x="1578" y="1956"/>
                  </a:lnTo>
                  <a:lnTo>
                    <a:pt x="1590" y="1950"/>
                  </a:lnTo>
                  <a:lnTo>
                    <a:pt x="1602" y="1938"/>
                  </a:lnTo>
                  <a:lnTo>
                    <a:pt x="1620" y="1938"/>
                  </a:lnTo>
                  <a:lnTo>
                    <a:pt x="1632" y="1944"/>
                  </a:lnTo>
                  <a:lnTo>
                    <a:pt x="1650" y="1956"/>
                  </a:lnTo>
                  <a:lnTo>
                    <a:pt x="1668" y="1956"/>
                  </a:lnTo>
                  <a:lnTo>
                    <a:pt x="1668" y="1932"/>
                  </a:lnTo>
                  <a:lnTo>
                    <a:pt x="1680" y="1920"/>
                  </a:lnTo>
                  <a:lnTo>
                    <a:pt x="1716" y="1938"/>
                  </a:lnTo>
                  <a:lnTo>
                    <a:pt x="1722" y="1944"/>
                  </a:lnTo>
                  <a:lnTo>
                    <a:pt x="1710" y="1956"/>
                  </a:lnTo>
                  <a:lnTo>
                    <a:pt x="1704" y="1956"/>
                  </a:lnTo>
                  <a:lnTo>
                    <a:pt x="1710" y="1962"/>
                  </a:lnTo>
                  <a:lnTo>
                    <a:pt x="1740" y="1962"/>
                  </a:lnTo>
                  <a:lnTo>
                    <a:pt x="1758" y="1992"/>
                  </a:lnTo>
                  <a:lnTo>
                    <a:pt x="1752" y="1992"/>
                  </a:lnTo>
                  <a:lnTo>
                    <a:pt x="1740" y="2004"/>
                  </a:lnTo>
                  <a:lnTo>
                    <a:pt x="1740" y="2010"/>
                  </a:lnTo>
                  <a:lnTo>
                    <a:pt x="1806" y="2010"/>
                  </a:lnTo>
                  <a:lnTo>
                    <a:pt x="1812" y="2016"/>
                  </a:lnTo>
                  <a:lnTo>
                    <a:pt x="1818" y="2016"/>
                  </a:lnTo>
                  <a:lnTo>
                    <a:pt x="1824" y="1998"/>
                  </a:lnTo>
                  <a:lnTo>
                    <a:pt x="1830" y="1998"/>
                  </a:lnTo>
                  <a:lnTo>
                    <a:pt x="1836" y="2004"/>
                  </a:lnTo>
                  <a:lnTo>
                    <a:pt x="1842" y="2016"/>
                  </a:lnTo>
                  <a:lnTo>
                    <a:pt x="1854" y="2022"/>
                  </a:lnTo>
                  <a:lnTo>
                    <a:pt x="1872" y="2058"/>
                  </a:lnTo>
                  <a:lnTo>
                    <a:pt x="1878" y="2064"/>
                  </a:lnTo>
                  <a:lnTo>
                    <a:pt x="1878" y="2070"/>
                  </a:lnTo>
                  <a:lnTo>
                    <a:pt x="1914" y="2070"/>
                  </a:lnTo>
                  <a:lnTo>
                    <a:pt x="1920" y="2076"/>
                  </a:lnTo>
                  <a:lnTo>
                    <a:pt x="1920" y="2106"/>
                  </a:lnTo>
                  <a:lnTo>
                    <a:pt x="1932" y="2130"/>
                  </a:lnTo>
                  <a:lnTo>
                    <a:pt x="1944" y="2190"/>
                  </a:lnTo>
                  <a:lnTo>
                    <a:pt x="1932" y="2190"/>
                  </a:lnTo>
                  <a:lnTo>
                    <a:pt x="1926" y="2196"/>
                  </a:lnTo>
                  <a:lnTo>
                    <a:pt x="1914" y="2196"/>
                  </a:lnTo>
                  <a:lnTo>
                    <a:pt x="1932" y="2214"/>
                  </a:lnTo>
                  <a:lnTo>
                    <a:pt x="1932" y="2220"/>
                  </a:lnTo>
                  <a:lnTo>
                    <a:pt x="1926" y="2232"/>
                  </a:lnTo>
                  <a:lnTo>
                    <a:pt x="1920" y="2238"/>
                  </a:lnTo>
                  <a:lnTo>
                    <a:pt x="1908" y="2238"/>
                  </a:lnTo>
                  <a:lnTo>
                    <a:pt x="1902" y="2232"/>
                  </a:lnTo>
                  <a:lnTo>
                    <a:pt x="1902" y="2268"/>
                  </a:lnTo>
                  <a:lnTo>
                    <a:pt x="1896" y="2274"/>
                  </a:lnTo>
                  <a:lnTo>
                    <a:pt x="1884" y="2274"/>
                  </a:lnTo>
                  <a:lnTo>
                    <a:pt x="1890" y="2304"/>
                  </a:lnTo>
                  <a:lnTo>
                    <a:pt x="1878" y="2304"/>
                  </a:lnTo>
                  <a:lnTo>
                    <a:pt x="1878" y="2322"/>
                  </a:lnTo>
                  <a:lnTo>
                    <a:pt x="1896" y="2340"/>
                  </a:lnTo>
                  <a:lnTo>
                    <a:pt x="1902" y="2352"/>
                  </a:lnTo>
                  <a:lnTo>
                    <a:pt x="1890" y="2370"/>
                  </a:lnTo>
                  <a:lnTo>
                    <a:pt x="1902" y="2364"/>
                  </a:lnTo>
                  <a:lnTo>
                    <a:pt x="1908" y="2358"/>
                  </a:lnTo>
                  <a:lnTo>
                    <a:pt x="1920" y="2358"/>
                  </a:lnTo>
                  <a:lnTo>
                    <a:pt x="1926" y="2352"/>
                  </a:lnTo>
                  <a:lnTo>
                    <a:pt x="1986" y="2352"/>
                  </a:lnTo>
                  <a:lnTo>
                    <a:pt x="1956" y="2376"/>
                  </a:lnTo>
                  <a:lnTo>
                    <a:pt x="1980" y="2394"/>
                  </a:lnTo>
                  <a:lnTo>
                    <a:pt x="1992" y="2436"/>
                  </a:lnTo>
                  <a:lnTo>
                    <a:pt x="2022" y="2436"/>
                  </a:lnTo>
                  <a:lnTo>
                    <a:pt x="2034" y="2442"/>
                  </a:lnTo>
                  <a:lnTo>
                    <a:pt x="2040" y="2448"/>
                  </a:lnTo>
                  <a:lnTo>
                    <a:pt x="2040" y="2454"/>
                  </a:lnTo>
                  <a:lnTo>
                    <a:pt x="2034" y="2460"/>
                  </a:lnTo>
                  <a:lnTo>
                    <a:pt x="2022" y="2460"/>
                  </a:lnTo>
                  <a:lnTo>
                    <a:pt x="2016" y="2466"/>
                  </a:lnTo>
                  <a:lnTo>
                    <a:pt x="2028" y="2478"/>
                  </a:lnTo>
                  <a:lnTo>
                    <a:pt x="2028" y="2490"/>
                  </a:lnTo>
                  <a:lnTo>
                    <a:pt x="2022" y="2496"/>
                  </a:lnTo>
                  <a:lnTo>
                    <a:pt x="2022" y="2502"/>
                  </a:lnTo>
                  <a:lnTo>
                    <a:pt x="2016" y="2514"/>
                  </a:lnTo>
                  <a:lnTo>
                    <a:pt x="2070" y="2520"/>
                  </a:lnTo>
                  <a:lnTo>
                    <a:pt x="2082" y="2550"/>
                  </a:lnTo>
                  <a:lnTo>
                    <a:pt x="2094" y="2550"/>
                  </a:lnTo>
                  <a:lnTo>
                    <a:pt x="2094" y="2568"/>
                  </a:lnTo>
                  <a:lnTo>
                    <a:pt x="2136" y="2568"/>
                  </a:lnTo>
                  <a:lnTo>
                    <a:pt x="2136" y="2562"/>
                  </a:lnTo>
                  <a:lnTo>
                    <a:pt x="2154" y="2544"/>
                  </a:lnTo>
                  <a:lnTo>
                    <a:pt x="2166" y="2544"/>
                  </a:lnTo>
                  <a:lnTo>
                    <a:pt x="2172" y="2550"/>
                  </a:lnTo>
                  <a:lnTo>
                    <a:pt x="2172" y="2592"/>
                  </a:lnTo>
                  <a:lnTo>
                    <a:pt x="2214" y="2592"/>
                  </a:lnTo>
                  <a:lnTo>
                    <a:pt x="2214" y="2556"/>
                  </a:lnTo>
                  <a:lnTo>
                    <a:pt x="2190" y="2532"/>
                  </a:lnTo>
                  <a:lnTo>
                    <a:pt x="2190" y="2490"/>
                  </a:lnTo>
                  <a:lnTo>
                    <a:pt x="2196" y="2484"/>
                  </a:lnTo>
                  <a:lnTo>
                    <a:pt x="2232" y="2490"/>
                  </a:lnTo>
                  <a:lnTo>
                    <a:pt x="2232" y="2472"/>
                  </a:lnTo>
                  <a:lnTo>
                    <a:pt x="2238" y="2460"/>
                  </a:lnTo>
                  <a:lnTo>
                    <a:pt x="2250" y="2460"/>
                  </a:lnTo>
                  <a:lnTo>
                    <a:pt x="2274" y="2484"/>
                  </a:lnTo>
                  <a:lnTo>
                    <a:pt x="2286" y="2484"/>
                  </a:lnTo>
                  <a:lnTo>
                    <a:pt x="2292" y="2478"/>
                  </a:lnTo>
                  <a:lnTo>
                    <a:pt x="2298" y="2466"/>
                  </a:lnTo>
                  <a:lnTo>
                    <a:pt x="2304" y="2460"/>
                  </a:lnTo>
                  <a:lnTo>
                    <a:pt x="2322" y="2478"/>
                  </a:lnTo>
                  <a:lnTo>
                    <a:pt x="2322" y="2460"/>
                  </a:lnTo>
                  <a:lnTo>
                    <a:pt x="2328" y="2460"/>
                  </a:lnTo>
                  <a:lnTo>
                    <a:pt x="2340" y="2478"/>
                  </a:lnTo>
                  <a:lnTo>
                    <a:pt x="2346" y="2484"/>
                  </a:lnTo>
                  <a:lnTo>
                    <a:pt x="2364" y="2484"/>
                  </a:lnTo>
                  <a:lnTo>
                    <a:pt x="2364" y="2472"/>
                  </a:lnTo>
                  <a:lnTo>
                    <a:pt x="2352" y="2460"/>
                  </a:lnTo>
                  <a:lnTo>
                    <a:pt x="2370" y="2460"/>
                  </a:lnTo>
                  <a:lnTo>
                    <a:pt x="2376" y="2466"/>
                  </a:lnTo>
                  <a:lnTo>
                    <a:pt x="2382" y="2460"/>
                  </a:lnTo>
                  <a:lnTo>
                    <a:pt x="2400" y="2460"/>
                  </a:lnTo>
                  <a:lnTo>
                    <a:pt x="2400" y="2454"/>
                  </a:lnTo>
                  <a:lnTo>
                    <a:pt x="2406" y="2442"/>
                  </a:lnTo>
                  <a:lnTo>
                    <a:pt x="2406" y="2430"/>
                  </a:lnTo>
                  <a:lnTo>
                    <a:pt x="2412" y="2424"/>
                  </a:lnTo>
                  <a:lnTo>
                    <a:pt x="2424" y="2418"/>
                  </a:lnTo>
                  <a:lnTo>
                    <a:pt x="2430" y="2412"/>
                  </a:lnTo>
                  <a:lnTo>
                    <a:pt x="2436" y="2412"/>
                  </a:lnTo>
                  <a:lnTo>
                    <a:pt x="2466" y="2448"/>
                  </a:lnTo>
                  <a:lnTo>
                    <a:pt x="2496" y="2442"/>
                  </a:lnTo>
                  <a:lnTo>
                    <a:pt x="2508" y="2454"/>
                  </a:lnTo>
                  <a:lnTo>
                    <a:pt x="2538" y="2454"/>
                  </a:lnTo>
                  <a:lnTo>
                    <a:pt x="2544" y="2460"/>
                  </a:lnTo>
                  <a:lnTo>
                    <a:pt x="2544" y="2466"/>
                  </a:lnTo>
                  <a:lnTo>
                    <a:pt x="2526" y="2484"/>
                  </a:lnTo>
                  <a:lnTo>
                    <a:pt x="2532" y="2502"/>
                  </a:lnTo>
                  <a:lnTo>
                    <a:pt x="2544" y="2508"/>
                  </a:lnTo>
                  <a:lnTo>
                    <a:pt x="2544" y="2526"/>
                  </a:lnTo>
                  <a:lnTo>
                    <a:pt x="2562" y="2526"/>
                  </a:lnTo>
                  <a:lnTo>
                    <a:pt x="2568" y="2532"/>
                  </a:lnTo>
                  <a:lnTo>
                    <a:pt x="2574" y="2544"/>
                  </a:lnTo>
                  <a:lnTo>
                    <a:pt x="2586" y="2550"/>
                  </a:lnTo>
                  <a:lnTo>
                    <a:pt x="2616" y="2550"/>
                  </a:lnTo>
                  <a:lnTo>
                    <a:pt x="2622" y="2556"/>
                  </a:lnTo>
                  <a:lnTo>
                    <a:pt x="2628" y="2556"/>
                  </a:lnTo>
                  <a:lnTo>
                    <a:pt x="2676" y="2526"/>
                  </a:lnTo>
                  <a:lnTo>
                    <a:pt x="2694" y="2538"/>
                  </a:lnTo>
                  <a:lnTo>
                    <a:pt x="2718" y="2538"/>
                  </a:lnTo>
                  <a:lnTo>
                    <a:pt x="2736" y="2544"/>
                  </a:lnTo>
                  <a:lnTo>
                    <a:pt x="2748" y="2544"/>
                  </a:lnTo>
                  <a:lnTo>
                    <a:pt x="2760" y="2550"/>
                  </a:lnTo>
                  <a:lnTo>
                    <a:pt x="2766" y="2556"/>
                  </a:lnTo>
                  <a:lnTo>
                    <a:pt x="2772" y="2568"/>
                  </a:lnTo>
                  <a:lnTo>
                    <a:pt x="2766" y="2580"/>
                  </a:lnTo>
                  <a:lnTo>
                    <a:pt x="2766" y="2604"/>
                  </a:lnTo>
                  <a:lnTo>
                    <a:pt x="2760" y="2616"/>
                  </a:lnTo>
                  <a:lnTo>
                    <a:pt x="2766" y="2628"/>
                  </a:lnTo>
                  <a:lnTo>
                    <a:pt x="2772" y="2634"/>
                  </a:lnTo>
                  <a:lnTo>
                    <a:pt x="2784" y="2640"/>
                  </a:lnTo>
                  <a:lnTo>
                    <a:pt x="2790" y="2652"/>
                  </a:lnTo>
                  <a:lnTo>
                    <a:pt x="2802" y="2658"/>
                  </a:lnTo>
                  <a:lnTo>
                    <a:pt x="2808" y="2664"/>
                  </a:lnTo>
                  <a:lnTo>
                    <a:pt x="2826" y="2664"/>
                  </a:lnTo>
                  <a:lnTo>
                    <a:pt x="2832" y="2640"/>
                  </a:lnTo>
                  <a:lnTo>
                    <a:pt x="2832" y="2634"/>
                  </a:lnTo>
                  <a:lnTo>
                    <a:pt x="2826" y="2628"/>
                  </a:lnTo>
                  <a:lnTo>
                    <a:pt x="2826" y="2586"/>
                  </a:lnTo>
                  <a:lnTo>
                    <a:pt x="2832" y="2568"/>
                  </a:lnTo>
                  <a:lnTo>
                    <a:pt x="2844" y="2556"/>
                  </a:lnTo>
                  <a:lnTo>
                    <a:pt x="2856" y="2550"/>
                  </a:lnTo>
                  <a:lnTo>
                    <a:pt x="2886" y="2550"/>
                  </a:lnTo>
                  <a:lnTo>
                    <a:pt x="2898" y="2544"/>
                  </a:lnTo>
                  <a:lnTo>
                    <a:pt x="2910" y="2544"/>
                  </a:lnTo>
                  <a:lnTo>
                    <a:pt x="2922" y="2538"/>
                  </a:lnTo>
                  <a:lnTo>
                    <a:pt x="2940" y="2538"/>
                  </a:lnTo>
                  <a:lnTo>
                    <a:pt x="2964" y="2532"/>
                  </a:lnTo>
                  <a:lnTo>
                    <a:pt x="2982" y="2526"/>
                  </a:lnTo>
                  <a:lnTo>
                    <a:pt x="3000" y="2508"/>
                  </a:lnTo>
                  <a:lnTo>
                    <a:pt x="3000" y="2466"/>
                  </a:lnTo>
                  <a:lnTo>
                    <a:pt x="3006" y="2454"/>
                  </a:lnTo>
                  <a:lnTo>
                    <a:pt x="3012" y="2448"/>
                  </a:lnTo>
                  <a:lnTo>
                    <a:pt x="3024" y="2460"/>
                  </a:lnTo>
                  <a:lnTo>
                    <a:pt x="3036" y="2484"/>
                  </a:lnTo>
                  <a:lnTo>
                    <a:pt x="3042" y="2490"/>
                  </a:lnTo>
                  <a:lnTo>
                    <a:pt x="3048" y="2490"/>
                  </a:lnTo>
                  <a:lnTo>
                    <a:pt x="3054" y="2484"/>
                  </a:lnTo>
                  <a:lnTo>
                    <a:pt x="3066" y="2478"/>
                  </a:lnTo>
                  <a:lnTo>
                    <a:pt x="3072" y="2466"/>
                  </a:lnTo>
                  <a:lnTo>
                    <a:pt x="3090" y="2448"/>
                  </a:lnTo>
                  <a:lnTo>
                    <a:pt x="3096" y="2436"/>
                  </a:lnTo>
                  <a:lnTo>
                    <a:pt x="3114" y="2454"/>
                  </a:lnTo>
                  <a:lnTo>
                    <a:pt x="3144" y="2442"/>
                  </a:lnTo>
                  <a:lnTo>
                    <a:pt x="3150" y="2442"/>
                  </a:lnTo>
                  <a:lnTo>
                    <a:pt x="3156" y="2448"/>
                  </a:lnTo>
                  <a:lnTo>
                    <a:pt x="3186" y="2448"/>
                  </a:lnTo>
                  <a:lnTo>
                    <a:pt x="3234" y="2424"/>
                  </a:lnTo>
                  <a:lnTo>
                    <a:pt x="3288" y="2370"/>
                  </a:lnTo>
                  <a:lnTo>
                    <a:pt x="3294" y="2358"/>
                  </a:lnTo>
                  <a:lnTo>
                    <a:pt x="3300" y="2352"/>
                  </a:lnTo>
                  <a:lnTo>
                    <a:pt x="3294" y="2340"/>
                  </a:lnTo>
                  <a:lnTo>
                    <a:pt x="3294" y="2334"/>
                  </a:lnTo>
                  <a:lnTo>
                    <a:pt x="3288" y="2322"/>
                  </a:lnTo>
                  <a:lnTo>
                    <a:pt x="3282" y="2316"/>
                  </a:lnTo>
                  <a:lnTo>
                    <a:pt x="3300" y="2316"/>
                  </a:lnTo>
                  <a:lnTo>
                    <a:pt x="3312" y="2286"/>
                  </a:lnTo>
                  <a:lnTo>
                    <a:pt x="3336" y="2286"/>
                  </a:lnTo>
                  <a:lnTo>
                    <a:pt x="3348" y="2250"/>
                  </a:lnTo>
                  <a:lnTo>
                    <a:pt x="3360" y="2250"/>
                  </a:lnTo>
                  <a:lnTo>
                    <a:pt x="3360" y="2208"/>
                  </a:lnTo>
                  <a:lnTo>
                    <a:pt x="3372" y="2208"/>
                  </a:lnTo>
                  <a:lnTo>
                    <a:pt x="3384" y="2196"/>
                  </a:lnTo>
                  <a:lnTo>
                    <a:pt x="3384" y="2172"/>
                  </a:lnTo>
                  <a:lnTo>
                    <a:pt x="3378" y="2160"/>
                  </a:lnTo>
                  <a:lnTo>
                    <a:pt x="3372" y="2154"/>
                  </a:lnTo>
                  <a:lnTo>
                    <a:pt x="3372" y="2142"/>
                  </a:lnTo>
                  <a:lnTo>
                    <a:pt x="3378" y="2136"/>
                  </a:lnTo>
                  <a:lnTo>
                    <a:pt x="3384" y="2136"/>
                  </a:lnTo>
                  <a:lnTo>
                    <a:pt x="3390" y="2130"/>
                  </a:lnTo>
                  <a:lnTo>
                    <a:pt x="3402" y="2124"/>
                  </a:lnTo>
                  <a:lnTo>
                    <a:pt x="3408" y="2118"/>
                  </a:lnTo>
                  <a:lnTo>
                    <a:pt x="3408" y="2094"/>
                  </a:lnTo>
                  <a:lnTo>
                    <a:pt x="3390" y="2076"/>
                  </a:lnTo>
                  <a:lnTo>
                    <a:pt x="3390" y="2064"/>
                  </a:lnTo>
                  <a:lnTo>
                    <a:pt x="3402" y="2058"/>
                  </a:lnTo>
                  <a:lnTo>
                    <a:pt x="3408" y="2052"/>
                  </a:lnTo>
                  <a:lnTo>
                    <a:pt x="3408" y="2016"/>
                  </a:lnTo>
                  <a:lnTo>
                    <a:pt x="3414" y="2016"/>
                  </a:lnTo>
                  <a:lnTo>
                    <a:pt x="3420" y="2010"/>
                  </a:lnTo>
                  <a:lnTo>
                    <a:pt x="3456" y="1992"/>
                  </a:lnTo>
                  <a:lnTo>
                    <a:pt x="3462" y="1980"/>
                  </a:lnTo>
                  <a:lnTo>
                    <a:pt x="3462" y="1962"/>
                  </a:lnTo>
                  <a:lnTo>
                    <a:pt x="3456" y="1956"/>
                  </a:lnTo>
                  <a:lnTo>
                    <a:pt x="3444" y="1956"/>
                  </a:lnTo>
                  <a:lnTo>
                    <a:pt x="3450" y="1956"/>
                  </a:lnTo>
                  <a:lnTo>
                    <a:pt x="3456" y="1950"/>
                  </a:lnTo>
                  <a:lnTo>
                    <a:pt x="3468" y="1950"/>
                  </a:lnTo>
                  <a:lnTo>
                    <a:pt x="3480" y="1944"/>
                  </a:lnTo>
                  <a:lnTo>
                    <a:pt x="3492" y="1932"/>
                  </a:lnTo>
                  <a:lnTo>
                    <a:pt x="3474" y="1914"/>
                  </a:lnTo>
                  <a:lnTo>
                    <a:pt x="3468" y="1914"/>
                  </a:lnTo>
                  <a:lnTo>
                    <a:pt x="3486" y="1896"/>
                  </a:lnTo>
                  <a:lnTo>
                    <a:pt x="3498" y="1872"/>
                  </a:lnTo>
                  <a:lnTo>
                    <a:pt x="3504" y="1866"/>
                  </a:lnTo>
                  <a:lnTo>
                    <a:pt x="3504" y="1854"/>
                  </a:lnTo>
                  <a:lnTo>
                    <a:pt x="3498" y="1848"/>
                  </a:lnTo>
                  <a:lnTo>
                    <a:pt x="3474" y="1842"/>
                  </a:lnTo>
                  <a:lnTo>
                    <a:pt x="3438" y="1848"/>
                  </a:lnTo>
                  <a:lnTo>
                    <a:pt x="3396" y="1854"/>
                  </a:lnTo>
                  <a:lnTo>
                    <a:pt x="3366" y="1860"/>
                  </a:lnTo>
                  <a:lnTo>
                    <a:pt x="3354" y="1866"/>
                  </a:lnTo>
                  <a:lnTo>
                    <a:pt x="3336" y="1848"/>
                  </a:lnTo>
                  <a:lnTo>
                    <a:pt x="3378" y="1848"/>
                  </a:lnTo>
                  <a:lnTo>
                    <a:pt x="3378" y="1836"/>
                  </a:lnTo>
                  <a:lnTo>
                    <a:pt x="3384" y="1824"/>
                  </a:lnTo>
                  <a:lnTo>
                    <a:pt x="3390" y="1818"/>
                  </a:lnTo>
                  <a:lnTo>
                    <a:pt x="3402" y="1812"/>
                  </a:lnTo>
                  <a:lnTo>
                    <a:pt x="3432" y="1812"/>
                  </a:lnTo>
                  <a:lnTo>
                    <a:pt x="3426" y="1800"/>
                  </a:lnTo>
                  <a:lnTo>
                    <a:pt x="3420" y="1794"/>
                  </a:lnTo>
                  <a:lnTo>
                    <a:pt x="3414" y="1782"/>
                  </a:lnTo>
                  <a:lnTo>
                    <a:pt x="3414" y="1776"/>
                  </a:lnTo>
                  <a:lnTo>
                    <a:pt x="3408" y="1770"/>
                  </a:lnTo>
                  <a:lnTo>
                    <a:pt x="3390" y="1770"/>
                  </a:lnTo>
                  <a:lnTo>
                    <a:pt x="3378" y="1764"/>
                  </a:lnTo>
                  <a:lnTo>
                    <a:pt x="3366" y="1764"/>
                  </a:lnTo>
                  <a:lnTo>
                    <a:pt x="3354" y="1746"/>
                  </a:lnTo>
                  <a:lnTo>
                    <a:pt x="3342" y="1746"/>
                  </a:lnTo>
                  <a:lnTo>
                    <a:pt x="3336" y="1734"/>
                  </a:lnTo>
                  <a:lnTo>
                    <a:pt x="3324" y="1728"/>
                  </a:lnTo>
                  <a:lnTo>
                    <a:pt x="3294" y="1728"/>
                  </a:lnTo>
                  <a:lnTo>
                    <a:pt x="3288" y="1734"/>
                  </a:lnTo>
                  <a:lnTo>
                    <a:pt x="3282" y="1734"/>
                  </a:lnTo>
                  <a:lnTo>
                    <a:pt x="3246" y="1686"/>
                  </a:lnTo>
                  <a:lnTo>
                    <a:pt x="3252" y="1698"/>
                  </a:lnTo>
                  <a:lnTo>
                    <a:pt x="3264" y="1704"/>
                  </a:lnTo>
                  <a:lnTo>
                    <a:pt x="3270" y="1710"/>
                  </a:lnTo>
                  <a:lnTo>
                    <a:pt x="3282" y="1716"/>
                  </a:lnTo>
                  <a:lnTo>
                    <a:pt x="3294" y="1716"/>
                  </a:lnTo>
                  <a:lnTo>
                    <a:pt x="3300" y="1710"/>
                  </a:lnTo>
                  <a:lnTo>
                    <a:pt x="3306" y="1710"/>
                  </a:lnTo>
                  <a:lnTo>
                    <a:pt x="3336" y="1716"/>
                  </a:lnTo>
                  <a:lnTo>
                    <a:pt x="3348" y="1734"/>
                  </a:lnTo>
                  <a:lnTo>
                    <a:pt x="3366" y="1728"/>
                  </a:lnTo>
                  <a:lnTo>
                    <a:pt x="3408" y="1740"/>
                  </a:lnTo>
                  <a:lnTo>
                    <a:pt x="3390" y="1716"/>
                  </a:lnTo>
                  <a:lnTo>
                    <a:pt x="3372" y="1710"/>
                  </a:lnTo>
                  <a:lnTo>
                    <a:pt x="3372" y="1692"/>
                  </a:lnTo>
                  <a:lnTo>
                    <a:pt x="3360" y="1680"/>
                  </a:lnTo>
                  <a:lnTo>
                    <a:pt x="3348" y="1674"/>
                  </a:lnTo>
                  <a:lnTo>
                    <a:pt x="3330" y="1674"/>
                  </a:lnTo>
                  <a:lnTo>
                    <a:pt x="3318" y="1662"/>
                  </a:lnTo>
                  <a:lnTo>
                    <a:pt x="3318" y="1650"/>
                  </a:lnTo>
                  <a:lnTo>
                    <a:pt x="3312" y="1644"/>
                  </a:lnTo>
                  <a:lnTo>
                    <a:pt x="3312" y="1632"/>
                  </a:lnTo>
                  <a:lnTo>
                    <a:pt x="3234" y="1530"/>
                  </a:lnTo>
                  <a:lnTo>
                    <a:pt x="3198" y="1524"/>
                  </a:lnTo>
                  <a:lnTo>
                    <a:pt x="3162" y="1494"/>
                  </a:lnTo>
                  <a:lnTo>
                    <a:pt x="3144" y="1500"/>
                  </a:lnTo>
                  <a:lnTo>
                    <a:pt x="3138" y="1488"/>
                  </a:lnTo>
                  <a:lnTo>
                    <a:pt x="3132" y="1482"/>
                  </a:lnTo>
                  <a:lnTo>
                    <a:pt x="3132" y="1470"/>
                  </a:lnTo>
                  <a:lnTo>
                    <a:pt x="3126" y="1464"/>
                  </a:lnTo>
                  <a:lnTo>
                    <a:pt x="3138" y="1452"/>
                  </a:lnTo>
                  <a:lnTo>
                    <a:pt x="3150" y="1446"/>
                  </a:lnTo>
                  <a:lnTo>
                    <a:pt x="3156" y="1434"/>
                  </a:lnTo>
                  <a:lnTo>
                    <a:pt x="3162" y="1428"/>
                  </a:lnTo>
                  <a:lnTo>
                    <a:pt x="3168" y="1416"/>
                  </a:lnTo>
                  <a:lnTo>
                    <a:pt x="3168" y="1410"/>
                  </a:lnTo>
                  <a:lnTo>
                    <a:pt x="3162" y="1398"/>
                  </a:lnTo>
                  <a:lnTo>
                    <a:pt x="3162" y="1392"/>
                  </a:lnTo>
                  <a:lnTo>
                    <a:pt x="3156" y="1380"/>
                  </a:lnTo>
                  <a:lnTo>
                    <a:pt x="3168" y="1386"/>
                  </a:lnTo>
                  <a:lnTo>
                    <a:pt x="3174" y="1392"/>
                  </a:lnTo>
                  <a:lnTo>
                    <a:pt x="3186" y="1398"/>
                  </a:lnTo>
                  <a:lnTo>
                    <a:pt x="3198" y="1386"/>
                  </a:lnTo>
                  <a:lnTo>
                    <a:pt x="3198" y="1368"/>
                  </a:lnTo>
                  <a:lnTo>
                    <a:pt x="3192" y="1356"/>
                  </a:lnTo>
                  <a:lnTo>
                    <a:pt x="3192" y="1344"/>
                  </a:lnTo>
                  <a:lnTo>
                    <a:pt x="3216" y="1344"/>
                  </a:lnTo>
                  <a:lnTo>
                    <a:pt x="3252" y="1320"/>
                  </a:lnTo>
                  <a:lnTo>
                    <a:pt x="3264" y="1320"/>
                  </a:lnTo>
                  <a:lnTo>
                    <a:pt x="3270" y="1326"/>
                  </a:lnTo>
                  <a:lnTo>
                    <a:pt x="3294" y="1326"/>
                  </a:lnTo>
                  <a:lnTo>
                    <a:pt x="3294" y="1320"/>
                  </a:lnTo>
                  <a:lnTo>
                    <a:pt x="3288" y="1314"/>
                  </a:lnTo>
                  <a:lnTo>
                    <a:pt x="3288" y="1308"/>
                  </a:lnTo>
                  <a:lnTo>
                    <a:pt x="3282" y="1302"/>
                  </a:lnTo>
                  <a:lnTo>
                    <a:pt x="3288" y="1278"/>
                  </a:lnTo>
                  <a:lnTo>
                    <a:pt x="3258" y="1278"/>
                  </a:lnTo>
                  <a:lnTo>
                    <a:pt x="3246" y="1266"/>
                  </a:lnTo>
                  <a:lnTo>
                    <a:pt x="3240" y="1278"/>
                  </a:lnTo>
                  <a:lnTo>
                    <a:pt x="3204" y="1278"/>
                  </a:lnTo>
                  <a:lnTo>
                    <a:pt x="3198" y="1272"/>
                  </a:lnTo>
                  <a:lnTo>
                    <a:pt x="3192" y="1260"/>
                  </a:lnTo>
                  <a:lnTo>
                    <a:pt x="3180" y="1254"/>
                  </a:lnTo>
                  <a:lnTo>
                    <a:pt x="3174" y="1248"/>
                  </a:lnTo>
                  <a:lnTo>
                    <a:pt x="3150" y="1248"/>
                  </a:lnTo>
                  <a:lnTo>
                    <a:pt x="3144" y="1260"/>
                  </a:lnTo>
                  <a:lnTo>
                    <a:pt x="3132" y="1266"/>
                  </a:lnTo>
                  <a:lnTo>
                    <a:pt x="3114" y="1284"/>
                  </a:lnTo>
                  <a:lnTo>
                    <a:pt x="3114" y="1296"/>
                  </a:lnTo>
                  <a:lnTo>
                    <a:pt x="3108" y="1302"/>
                  </a:lnTo>
                  <a:lnTo>
                    <a:pt x="3108" y="1308"/>
                  </a:lnTo>
                  <a:lnTo>
                    <a:pt x="3078" y="1308"/>
                  </a:lnTo>
                  <a:lnTo>
                    <a:pt x="3054" y="1296"/>
                  </a:lnTo>
                  <a:lnTo>
                    <a:pt x="3048" y="1290"/>
                  </a:lnTo>
                  <a:lnTo>
                    <a:pt x="3042" y="1278"/>
                  </a:lnTo>
                  <a:lnTo>
                    <a:pt x="3030" y="1242"/>
                  </a:lnTo>
                  <a:lnTo>
                    <a:pt x="3024" y="1230"/>
                  </a:lnTo>
                  <a:lnTo>
                    <a:pt x="3018" y="1224"/>
                  </a:lnTo>
                  <a:lnTo>
                    <a:pt x="3006" y="1224"/>
                  </a:lnTo>
                  <a:lnTo>
                    <a:pt x="3000" y="1230"/>
                  </a:lnTo>
                  <a:lnTo>
                    <a:pt x="3000" y="1242"/>
                  </a:lnTo>
                  <a:lnTo>
                    <a:pt x="2988" y="1224"/>
                  </a:lnTo>
                  <a:lnTo>
                    <a:pt x="2952" y="1224"/>
                  </a:lnTo>
                  <a:lnTo>
                    <a:pt x="2940" y="1218"/>
                  </a:lnTo>
                  <a:lnTo>
                    <a:pt x="2934" y="1212"/>
                  </a:lnTo>
                  <a:lnTo>
                    <a:pt x="2928" y="1200"/>
                  </a:lnTo>
                  <a:lnTo>
                    <a:pt x="2916" y="1194"/>
                  </a:lnTo>
                  <a:lnTo>
                    <a:pt x="2910" y="1182"/>
                  </a:lnTo>
                  <a:lnTo>
                    <a:pt x="2910" y="1140"/>
                  </a:lnTo>
                  <a:lnTo>
                    <a:pt x="2928" y="1140"/>
                  </a:lnTo>
                  <a:lnTo>
                    <a:pt x="2940" y="1152"/>
                  </a:lnTo>
                  <a:lnTo>
                    <a:pt x="2946" y="1152"/>
                  </a:lnTo>
                  <a:lnTo>
                    <a:pt x="2952" y="1146"/>
                  </a:lnTo>
                  <a:lnTo>
                    <a:pt x="2952" y="1140"/>
                  </a:lnTo>
                  <a:lnTo>
                    <a:pt x="2958" y="1134"/>
                  </a:lnTo>
                  <a:lnTo>
                    <a:pt x="2964" y="1134"/>
                  </a:lnTo>
                  <a:lnTo>
                    <a:pt x="2970" y="1140"/>
                  </a:lnTo>
                  <a:lnTo>
                    <a:pt x="2982" y="1140"/>
                  </a:lnTo>
                  <a:lnTo>
                    <a:pt x="2994" y="1134"/>
                  </a:lnTo>
                  <a:lnTo>
                    <a:pt x="3000" y="1128"/>
                  </a:lnTo>
                  <a:lnTo>
                    <a:pt x="3000" y="1116"/>
                  </a:lnTo>
                  <a:lnTo>
                    <a:pt x="2994" y="1110"/>
                  </a:lnTo>
                  <a:lnTo>
                    <a:pt x="2994" y="1086"/>
                  </a:lnTo>
                  <a:lnTo>
                    <a:pt x="3000" y="1074"/>
                  </a:lnTo>
                  <a:lnTo>
                    <a:pt x="3000" y="1068"/>
                  </a:lnTo>
                  <a:lnTo>
                    <a:pt x="3036" y="1068"/>
                  </a:lnTo>
                  <a:lnTo>
                    <a:pt x="3042" y="1062"/>
                  </a:lnTo>
                  <a:lnTo>
                    <a:pt x="3048" y="1050"/>
                  </a:lnTo>
                  <a:lnTo>
                    <a:pt x="3048" y="1038"/>
                  </a:lnTo>
                  <a:lnTo>
                    <a:pt x="3054" y="1032"/>
                  </a:lnTo>
                  <a:lnTo>
                    <a:pt x="3054" y="1026"/>
                  </a:lnTo>
                  <a:lnTo>
                    <a:pt x="3072" y="1014"/>
                  </a:lnTo>
                  <a:lnTo>
                    <a:pt x="3060" y="1002"/>
                  </a:lnTo>
                  <a:lnTo>
                    <a:pt x="3096" y="1014"/>
                  </a:lnTo>
                  <a:lnTo>
                    <a:pt x="3114" y="996"/>
                  </a:lnTo>
                  <a:lnTo>
                    <a:pt x="3126" y="1002"/>
                  </a:lnTo>
                  <a:lnTo>
                    <a:pt x="3132" y="1014"/>
                  </a:lnTo>
                  <a:lnTo>
                    <a:pt x="3144" y="1020"/>
                  </a:lnTo>
                  <a:lnTo>
                    <a:pt x="3156" y="1044"/>
                  </a:lnTo>
                  <a:lnTo>
                    <a:pt x="3156" y="1050"/>
                  </a:lnTo>
                  <a:lnTo>
                    <a:pt x="3144" y="1074"/>
                  </a:lnTo>
                  <a:lnTo>
                    <a:pt x="3126" y="1092"/>
                  </a:lnTo>
                  <a:lnTo>
                    <a:pt x="3126" y="1104"/>
                  </a:lnTo>
                  <a:lnTo>
                    <a:pt x="3132" y="1116"/>
                  </a:lnTo>
                  <a:lnTo>
                    <a:pt x="3144" y="1128"/>
                  </a:lnTo>
                  <a:lnTo>
                    <a:pt x="3150" y="1128"/>
                  </a:lnTo>
                  <a:lnTo>
                    <a:pt x="3162" y="1122"/>
                  </a:lnTo>
                  <a:lnTo>
                    <a:pt x="3168" y="1122"/>
                  </a:lnTo>
                  <a:lnTo>
                    <a:pt x="3162" y="1152"/>
                  </a:lnTo>
                  <a:lnTo>
                    <a:pt x="3144" y="1170"/>
                  </a:lnTo>
                  <a:lnTo>
                    <a:pt x="3144" y="1176"/>
                  </a:lnTo>
                  <a:lnTo>
                    <a:pt x="3150" y="1176"/>
                  </a:lnTo>
                  <a:lnTo>
                    <a:pt x="3162" y="1170"/>
                  </a:lnTo>
                  <a:lnTo>
                    <a:pt x="3168" y="1164"/>
                  </a:lnTo>
                  <a:lnTo>
                    <a:pt x="3180" y="1158"/>
                  </a:lnTo>
                  <a:lnTo>
                    <a:pt x="3186" y="1158"/>
                  </a:lnTo>
                  <a:lnTo>
                    <a:pt x="3198" y="1146"/>
                  </a:lnTo>
                  <a:lnTo>
                    <a:pt x="3198" y="1122"/>
                  </a:lnTo>
                  <a:lnTo>
                    <a:pt x="3204" y="1122"/>
                  </a:lnTo>
                  <a:lnTo>
                    <a:pt x="3210" y="1116"/>
                  </a:lnTo>
                  <a:lnTo>
                    <a:pt x="3258" y="1092"/>
                  </a:lnTo>
                  <a:lnTo>
                    <a:pt x="3264" y="1086"/>
                  </a:lnTo>
                  <a:lnTo>
                    <a:pt x="3306" y="1086"/>
                  </a:lnTo>
                  <a:lnTo>
                    <a:pt x="3312" y="1074"/>
                  </a:lnTo>
                  <a:lnTo>
                    <a:pt x="3312" y="1062"/>
                  </a:lnTo>
                  <a:lnTo>
                    <a:pt x="3318" y="1056"/>
                  </a:lnTo>
                  <a:lnTo>
                    <a:pt x="3324" y="1044"/>
                  </a:lnTo>
                  <a:lnTo>
                    <a:pt x="3360" y="1026"/>
                  </a:lnTo>
                  <a:lnTo>
                    <a:pt x="3372" y="1014"/>
                  </a:lnTo>
                  <a:lnTo>
                    <a:pt x="3390" y="978"/>
                  </a:lnTo>
                  <a:lnTo>
                    <a:pt x="3390" y="948"/>
                  </a:lnTo>
                  <a:lnTo>
                    <a:pt x="3396" y="942"/>
                  </a:lnTo>
                  <a:lnTo>
                    <a:pt x="3396" y="936"/>
                  </a:lnTo>
                  <a:lnTo>
                    <a:pt x="3408" y="936"/>
                  </a:lnTo>
                  <a:lnTo>
                    <a:pt x="3420" y="942"/>
                  </a:lnTo>
                  <a:lnTo>
                    <a:pt x="3432" y="954"/>
                  </a:lnTo>
                  <a:lnTo>
                    <a:pt x="3444" y="954"/>
                  </a:lnTo>
                  <a:lnTo>
                    <a:pt x="3456" y="960"/>
                  </a:lnTo>
                  <a:lnTo>
                    <a:pt x="3504" y="960"/>
                  </a:lnTo>
                  <a:lnTo>
                    <a:pt x="3504" y="948"/>
                  </a:lnTo>
                  <a:lnTo>
                    <a:pt x="3498" y="948"/>
                  </a:lnTo>
                  <a:lnTo>
                    <a:pt x="3474" y="924"/>
                  </a:lnTo>
                  <a:lnTo>
                    <a:pt x="3474" y="912"/>
                  </a:lnTo>
                  <a:lnTo>
                    <a:pt x="3480" y="906"/>
                  </a:lnTo>
                  <a:lnTo>
                    <a:pt x="3486" y="912"/>
                  </a:lnTo>
                  <a:lnTo>
                    <a:pt x="3510" y="912"/>
                  </a:lnTo>
                  <a:lnTo>
                    <a:pt x="3522" y="918"/>
                  </a:lnTo>
                  <a:lnTo>
                    <a:pt x="3534" y="912"/>
                  </a:lnTo>
                  <a:lnTo>
                    <a:pt x="3540" y="900"/>
                  </a:lnTo>
                  <a:lnTo>
                    <a:pt x="3540" y="894"/>
                  </a:lnTo>
                  <a:lnTo>
                    <a:pt x="3534" y="882"/>
                  </a:lnTo>
                  <a:lnTo>
                    <a:pt x="3558" y="882"/>
                  </a:lnTo>
                  <a:lnTo>
                    <a:pt x="3558" y="864"/>
                  </a:lnTo>
                  <a:lnTo>
                    <a:pt x="3552" y="852"/>
                  </a:lnTo>
                  <a:lnTo>
                    <a:pt x="3546" y="846"/>
                  </a:lnTo>
                  <a:lnTo>
                    <a:pt x="3546" y="840"/>
                  </a:lnTo>
                  <a:lnTo>
                    <a:pt x="3576" y="840"/>
                  </a:lnTo>
                  <a:lnTo>
                    <a:pt x="3594" y="864"/>
                  </a:lnTo>
                  <a:lnTo>
                    <a:pt x="3600" y="840"/>
                  </a:lnTo>
                  <a:lnTo>
                    <a:pt x="3630" y="846"/>
                  </a:lnTo>
                  <a:lnTo>
                    <a:pt x="3624" y="810"/>
                  </a:lnTo>
                  <a:lnTo>
                    <a:pt x="3618" y="798"/>
                  </a:lnTo>
                  <a:lnTo>
                    <a:pt x="3606" y="786"/>
                  </a:lnTo>
                  <a:lnTo>
                    <a:pt x="3606" y="774"/>
                  </a:lnTo>
                  <a:lnTo>
                    <a:pt x="3600" y="756"/>
                  </a:lnTo>
                  <a:lnTo>
                    <a:pt x="3588" y="744"/>
                  </a:lnTo>
                  <a:lnTo>
                    <a:pt x="3576" y="726"/>
                  </a:lnTo>
                  <a:lnTo>
                    <a:pt x="3564" y="720"/>
                  </a:lnTo>
                  <a:lnTo>
                    <a:pt x="3552" y="708"/>
                  </a:lnTo>
                  <a:lnTo>
                    <a:pt x="3546" y="708"/>
                  </a:lnTo>
                  <a:lnTo>
                    <a:pt x="3540" y="696"/>
                  </a:lnTo>
                  <a:lnTo>
                    <a:pt x="3540" y="684"/>
                  </a:lnTo>
                  <a:lnTo>
                    <a:pt x="3564" y="684"/>
                  </a:lnTo>
                  <a:lnTo>
                    <a:pt x="3564" y="672"/>
                  </a:lnTo>
                  <a:lnTo>
                    <a:pt x="3558" y="666"/>
                  </a:lnTo>
                  <a:lnTo>
                    <a:pt x="3564" y="660"/>
                  </a:lnTo>
                  <a:lnTo>
                    <a:pt x="3588" y="660"/>
                  </a:lnTo>
                  <a:lnTo>
                    <a:pt x="3600" y="666"/>
                  </a:lnTo>
                  <a:lnTo>
                    <a:pt x="3618" y="672"/>
                  </a:lnTo>
                  <a:lnTo>
                    <a:pt x="3630" y="672"/>
                  </a:lnTo>
                  <a:lnTo>
                    <a:pt x="3642" y="678"/>
                  </a:lnTo>
                  <a:lnTo>
                    <a:pt x="3648" y="678"/>
                  </a:lnTo>
                  <a:lnTo>
                    <a:pt x="3654" y="672"/>
                  </a:lnTo>
                  <a:lnTo>
                    <a:pt x="3654" y="660"/>
                  </a:lnTo>
                  <a:lnTo>
                    <a:pt x="3648" y="648"/>
                  </a:lnTo>
                  <a:lnTo>
                    <a:pt x="3648" y="630"/>
                  </a:lnTo>
                  <a:lnTo>
                    <a:pt x="3654" y="630"/>
                  </a:lnTo>
                  <a:lnTo>
                    <a:pt x="3660" y="62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51" name="Chile" descr="© INSCALE GmbH, 05.05.2010&#10;http://www.presentationload.com/">
              <a:extLst>
                <a:ext uri="{FF2B5EF4-FFF2-40B4-BE49-F238E27FC236}">
                  <a16:creationId xmlns:a16="http://schemas.microsoft.com/office/drawing/2014/main" id="{D107EBED-AE50-4CF6-A503-26780450BFC9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2103540" y="3468256"/>
              <a:ext cx="382556" cy="995441"/>
            </a:xfrm>
            <a:custGeom>
              <a:avLst/>
              <a:gdLst>
                <a:gd name="T0" fmla="*/ 2147483647 w 1158"/>
                <a:gd name="T1" fmla="*/ 2147483647 h 3030"/>
                <a:gd name="T2" fmla="*/ 2147483647 w 1158"/>
                <a:gd name="T3" fmla="*/ 2147483647 h 3030"/>
                <a:gd name="T4" fmla="*/ 2147483647 w 1158"/>
                <a:gd name="T5" fmla="*/ 2147483647 h 3030"/>
                <a:gd name="T6" fmla="*/ 2147483647 w 1158"/>
                <a:gd name="T7" fmla="*/ 2147483647 h 3030"/>
                <a:gd name="T8" fmla="*/ 2147483647 w 1158"/>
                <a:gd name="T9" fmla="*/ 2147483647 h 3030"/>
                <a:gd name="T10" fmla="*/ 2147483647 w 1158"/>
                <a:gd name="T11" fmla="*/ 2147483647 h 3030"/>
                <a:gd name="T12" fmla="*/ 2147483647 w 1158"/>
                <a:gd name="T13" fmla="*/ 2147483647 h 3030"/>
                <a:gd name="T14" fmla="*/ 2147483647 w 1158"/>
                <a:gd name="T15" fmla="*/ 2147483647 h 3030"/>
                <a:gd name="T16" fmla="*/ 2147483647 w 1158"/>
                <a:gd name="T17" fmla="*/ 2147483647 h 3030"/>
                <a:gd name="T18" fmla="*/ 2147483647 w 1158"/>
                <a:gd name="T19" fmla="*/ 2147483647 h 3030"/>
                <a:gd name="T20" fmla="*/ 2147483647 w 1158"/>
                <a:gd name="T21" fmla="*/ 2147483647 h 3030"/>
                <a:gd name="T22" fmla="*/ 2147483647 w 1158"/>
                <a:gd name="T23" fmla="*/ 2147483647 h 3030"/>
                <a:gd name="T24" fmla="*/ 2147483647 w 1158"/>
                <a:gd name="T25" fmla="*/ 2147483647 h 3030"/>
                <a:gd name="T26" fmla="*/ 2147483647 w 1158"/>
                <a:gd name="T27" fmla="*/ 2147483647 h 3030"/>
                <a:gd name="T28" fmla="*/ 2147483647 w 1158"/>
                <a:gd name="T29" fmla="*/ 2147483647 h 3030"/>
                <a:gd name="T30" fmla="*/ 2147483647 w 1158"/>
                <a:gd name="T31" fmla="*/ 2147483647 h 3030"/>
                <a:gd name="T32" fmla="*/ 2147483647 w 1158"/>
                <a:gd name="T33" fmla="*/ 2147483647 h 3030"/>
                <a:gd name="T34" fmla="*/ 2147483647 w 1158"/>
                <a:gd name="T35" fmla="*/ 2147483647 h 3030"/>
                <a:gd name="T36" fmla="*/ 2147483647 w 1158"/>
                <a:gd name="T37" fmla="*/ 2147483647 h 3030"/>
                <a:gd name="T38" fmla="*/ 2147483647 w 1158"/>
                <a:gd name="T39" fmla="*/ 2147483647 h 3030"/>
                <a:gd name="T40" fmla="*/ 2147483647 w 1158"/>
                <a:gd name="T41" fmla="*/ 2147483647 h 3030"/>
                <a:gd name="T42" fmla="*/ 2147483647 w 1158"/>
                <a:gd name="T43" fmla="*/ 2147483647 h 3030"/>
                <a:gd name="T44" fmla="*/ 2147483647 w 1158"/>
                <a:gd name="T45" fmla="*/ 2147483647 h 3030"/>
                <a:gd name="T46" fmla="*/ 2147483647 w 1158"/>
                <a:gd name="T47" fmla="*/ 2147483647 h 3030"/>
                <a:gd name="T48" fmla="*/ 2147483647 w 1158"/>
                <a:gd name="T49" fmla="*/ 2147483647 h 3030"/>
                <a:gd name="T50" fmla="*/ 2147483647 w 1158"/>
                <a:gd name="T51" fmla="*/ 2147483647 h 3030"/>
                <a:gd name="T52" fmla="*/ 2147483647 w 1158"/>
                <a:gd name="T53" fmla="*/ 2147483647 h 3030"/>
                <a:gd name="T54" fmla="*/ 2147483647 w 1158"/>
                <a:gd name="T55" fmla="*/ 2147483647 h 3030"/>
                <a:gd name="T56" fmla="*/ 2147483647 w 1158"/>
                <a:gd name="T57" fmla="*/ 2147483647 h 3030"/>
                <a:gd name="T58" fmla="*/ 2147483647 w 1158"/>
                <a:gd name="T59" fmla="*/ 2147483647 h 3030"/>
                <a:gd name="T60" fmla="*/ 2147483647 w 1158"/>
                <a:gd name="T61" fmla="*/ 2147483647 h 3030"/>
                <a:gd name="T62" fmla="*/ 2147483647 w 1158"/>
                <a:gd name="T63" fmla="*/ 2147483647 h 3030"/>
                <a:gd name="T64" fmla="*/ 2147483647 w 1158"/>
                <a:gd name="T65" fmla="*/ 2147483647 h 3030"/>
                <a:gd name="T66" fmla="*/ 2147483647 w 1158"/>
                <a:gd name="T67" fmla="*/ 2147483647 h 3030"/>
                <a:gd name="T68" fmla="*/ 2147483647 w 1158"/>
                <a:gd name="T69" fmla="*/ 2147483647 h 3030"/>
                <a:gd name="T70" fmla="*/ 2147483647 w 1158"/>
                <a:gd name="T71" fmla="*/ 2147483647 h 3030"/>
                <a:gd name="T72" fmla="*/ 2147483647 w 1158"/>
                <a:gd name="T73" fmla="*/ 2147483647 h 3030"/>
                <a:gd name="T74" fmla="*/ 2147483647 w 1158"/>
                <a:gd name="T75" fmla="*/ 2147483647 h 3030"/>
                <a:gd name="T76" fmla="*/ 2147483647 w 1158"/>
                <a:gd name="T77" fmla="*/ 2147483647 h 3030"/>
                <a:gd name="T78" fmla="*/ 0 w 1158"/>
                <a:gd name="T79" fmla="*/ 2147483647 h 3030"/>
                <a:gd name="T80" fmla="*/ 2147483647 w 1158"/>
                <a:gd name="T81" fmla="*/ 2147483647 h 3030"/>
                <a:gd name="T82" fmla="*/ 2147483647 w 1158"/>
                <a:gd name="T83" fmla="*/ 2147483647 h 3030"/>
                <a:gd name="T84" fmla="*/ 2147483647 w 1158"/>
                <a:gd name="T85" fmla="*/ 2147483647 h 3030"/>
                <a:gd name="T86" fmla="*/ 2147483647 w 1158"/>
                <a:gd name="T87" fmla="*/ 2147483647 h 3030"/>
                <a:gd name="T88" fmla="*/ 2147483647 w 1158"/>
                <a:gd name="T89" fmla="*/ 2147483647 h 3030"/>
                <a:gd name="T90" fmla="*/ 2147483647 w 1158"/>
                <a:gd name="T91" fmla="*/ 2147483647 h 3030"/>
                <a:gd name="T92" fmla="*/ 2147483647 w 1158"/>
                <a:gd name="T93" fmla="*/ 2147483647 h 3030"/>
                <a:gd name="T94" fmla="*/ 2147483647 w 1158"/>
                <a:gd name="T95" fmla="*/ 2147483647 h 3030"/>
                <a:gd name="T96" fmla="*/ 2147483647 w 1158"/>
                <a:gd name="T97" fmla="*/ 2147483647 h 3030"/>
                <a:gd name="T98" fmla="*/ 2147483647 w 1158"/>
                <a:gd name="T99" fmla="*/ 2147483647 h 3030"/>
                <a:gd name="T100" fmla="*/ 2147483647 w 1158"/>
                <a:gd name="T101" fmla="*/ 2147483647 h 3030"/>
                <a:gd name="T102" fmla="*/ 2147483647 w 1158"/>
                <a:gd name="T103" fmla="*/ 2147483647 h 3030"/>
                <a:gd name="T104" fmla="*/ 2147483647 w 1158"/>
                <a:gd name="T105" fmla="*/ 2147483647 h 3030"/>
                <a:gd name="T106" fmla="*/ 2147483647 w 1158"/>
                <a:gd name="T107" fmla="*/ 2147483647 h 3030"/>
                <a:gd name="T108" fmla="*/ 2147483647 w 1158"/>
                <a:gd name="T109" fmla="*/ 2147483647 h 3030"/>
                <a:gd name="T110" fmla="*/ 2147483647 w 1158"/>
                <a:gd name="T111" fmla="*/ 2147483647 h 3030"/>
                <a:gd name="T112" fmla="*/ 2147483647 w 1158"/>
                <a:gd name="T113" fmla="*/ 2147483647 h 3030"/>
                <a:gd name="T114" fmla="*/ 2147483647 w 1158"/>
                <a:gd name="T115" fmla="*/ 2147483647 h 3030"/>
                <a:gd name="T116" fmla="*/ 2147483647 w 1158"/>
                <a:gd name="T117" fmla="*/ 2147483647 h 3030"/>
                <a:gd name="T118" fmla="*/ 2147483647 w 1158"/>
                <a:gd name="T119" fmla="*/ 2147483647 h 3030"/>
                <a:gd name="T120" fmla="*/ 2147483647 w 1158"/>
                <a:gd name="T121" fmla="*/ 2147483647 h 3030"/>
                <a:gd name="T122" fmla="*/ 2147483647 w 1158"/>
                <a:gd name="T123" fmla="*/ 2147483647 h 303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58"/>
                <a:gd name="T187" fmla="*/ 0 h 3030"/>
                <a:gd name="T188" fmla="*/ 1158 w 1158"/>
                <a:gd name="T189" fmla="*/ 3030 h 303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58" h="3030">
                  <a:moveTo>
                    <a:pt x="1014" y="2910"/>
                  </a:moveTo>
                  <a:lnTo>
                    <a:pt x="984" y="2898"/>
                  </a:lnTo>
                  <a:lnTo>
                    <a:pt x="966" y="2880"/>
                  </a:lnTo>
                  <a:lnTo>
                    <a:pt x="948" y="2874"/>
                  </a:lnTo>
                  <a:lnTo>
                    <a:pt x="942" y="2862"/>
                  </a:lnTo>
                  <a:lnTo>
                    <a:pt x="936" y="2856"/>
                  </a:lnTo>
                  <a:lnTo>
                    <a:pt x="936" y="2850"/>
                  </a:lnTo>
                  <a:lnTo>
                    <a:pt x="906" y="2850"/>
                  </a:lnTo>
                  <a:lnTo>
                    <a:pt x="912" y="2832"/>
                  </a:lnTo>
                  <a:lnTo>
                    <a:pt x="870" y="2796"/>
                  </a:lnTo>
                  <a:lnTo>
                    <a:pt x="840" y="2802"/>
                  </a:lnTo>
                  <a:lnTo>
                    <a:pt x="828" y="2796"/>
                  </a:lnTo>
                  <a:lnTo>
                    <a:pt x="816" y="2808"/>
                  </a:lnTo>
                  <a:lnTo>
                    <a:pt x="792" y="2814"/>
                  </a:lnTo>
                  <a:lnTo>
                    <a:pt x="798" y="2832"/>
                  </a:lnTo>
                  <a:lnTo>
                    <a:pt x="780" y="2832"/>
                  </a:lnTo>
                  <a:lnTo>
                    <a:pt x="780" y="2862"/>
                  </a:lnTo>
                  <a:lnTo>
                    <a:pt x="786" y="2868"/>
                  </a:lnTo>
                  <a:lnTo>
                    <a:pt x="798" y="2868"/>
                  </a:lnTo>
                  <a:lnTo>
                    <a:pt x="810" y="2862"/>
                  </a:lnTo>
                  <a:lnTo>
                    <a:pt x="816" y="2856"/>
                  </a:lnTo>
                  <a:lnTo>
                    <a:pt x="828" y="2850"/>
                  </a:lnTo>
                  <a:lnTo>
                    <a:pt x="834" y="2844"/>
                  </a:lnTo>
                  <a:lnTo>
                    <a:pt x="858" y="2856"/>
                  </a:lnTo>
                  <a:lnTo>
                    <a:pt x="858" y="2874"/>
                  </a:lnTo>
                  <a:lnTo>
                    <a:pt x="846" y="2880"/>
                  </a:lnTo>
                  <a:lnTo>
                    <a:pt x="828" y="2898"/>
                  </a:lnTo>
                  <a:lnTo>
                    <a:pt x="822" y="2898"/>
                  </a:lnTo>
                  <a:lnTo>
                    <a:pt x="828" y="2904"/>
                  </a:lnTo>
                  <a:lnTo>
                    <a:pt x="882" y="2922"/>
                  </a:lnTo>
                  <a:lnTo>
                    <a:pt x="912" y="2928"/>
                  </a:lnTo>
                  <a:lnTo>
                    <a:pt x="924" y="2934"/>
                  </a:lnTo>
                  <a:lnTo>
                    <a:pt x="906" y="2958"/>
                  </a:lnTo>
                  <a:lnTo>
                    <a:pt x="906" y="2952"/>
                  </a:lnTo>
                  <a:lnTo>
                    <a:pt x="894" y="2940"/>
                  </a:lnTo>
                  <a:lnTo>
                    <a:pt x="876" y="2940"/>
                  </a:lnTo>
                  <a:lnTo>
                    <a:pt x="870" y="2946"/>
                  </a:lnTo>
                  <a:lnTo>
                    <a:pt x="870" y="2952"/>
                  </a:lnTo>
                  <a:lnTo>
                    <a:pt x="852" y="2928"/>
                  </a:lnTo>
                  <a:lnTo>
                    <a:pt x="834" y="2934"/>
                  </a:lnTo>
                  <a:lnTo>
                    <a:pt x="846" y="2946"/>
                  </a:lnTo>
                  <a:lnTo>
                    <a:pt x="816" y="2940"/>
                  </a:lnTo>
                  <a:lnTo>
                    <a:pt x="822" y="2946"/>
                  </a:lnTo>
                  <a:lnTo>
                    <a:pt x="828" y="2958"/>
                  </a:lnTo>
                  <a:lnTo>
                    <a:pt x="834" y="2964"/>
                  </a:lnTo>
                  <a:lnTo>
                    <a:pt x="894" y="2964"/>
                  </a:lnTo>
                  <a:lnTo>
                    <a:pt x="906" y="2970"/>
                  </a:lnTo>
                  <a:lnTo>
                    <a:pt x="1050" y="2970"/>
                  </a:lnTo>
                  <a:lnTo>
                    <a:pt x="1074" y="2982"/>
                  </a:lnTo>
                  <a:lnTo>
                    <a:pt x="1080" y="2988"/>
                  </a:lnTo>
                  <a:lnTo>
                    <a:pt x="1086" y="2988"/>
                  </a:lnTo>
                  <a:lnTo>
                    <a:pt x="1122" y="2970"/>
                  </a:lnTo>
                  <a:lnTo>
                    <a:pt x="1140" y="2976"/>
                  </a:lnTo>
                  <a:lnTo>
                    <a:pt x="1152" y="2976"/>
                  </a:lnTo>
                  <a:lnTo>
                    <a:pt x="1158" y="2952"/>
                  </a:lnTo>
                  <a:lnTo>
                    <a:pt x="1140" y="2952"/>
                  </a:lnTo>
                  <a:lnTo>
                    <a:pt x="1086" y="2940"/>
                  </a:lnTo>
                  <a:lnTo>
                    <a:pt x="1014" y="2910"/>
                  </a:lnTo>
                  <a:close/>
                  <a:moveTo>
                    <a:pt x="990" y="2988"/>
                  </a:moveTo>
                  <a:lnTo>
                    <a:pt x="1014" y="3000"/>
                  </a:lnTo>
                  <a:lnTo>
                    <a:pt x="1068" y="3006"/>
                  </a:lnTo>
                  <a:lnTo>
                    <a:pt x="1038" y="2982"/>
                  </a:lnTo>
                  <a:lnTo>
                    <a:pt x="990" y="2988"/>
                  </a:lnTo>
                  <a:close/>
                  <a:moveTo>
                    <a:pt x="960" y="2994"/>
                  </a:moveTo>
                  <a:lnTo>
                    <a:pt x="966" y="2982"/>
                  </a:lnTo>
                  <a:lnTo>
                    <a:pt x="888" y="2982"/>
                  </a:lnTo>
                  <a:lnTo>
                    <a:pt x="906" y="3012"/>
                  </a:lnTo>
                  <a:lnTo>
                    <a:pt x="936" y="3018"/>
                  </a:lnTo>
                  <a:lnTo>
                    <a:pt x="930" y="3006"/>
                  </a:lnTo>
                  <a:lnTo>
                    <a:pt x="936" y="3000"/>
                  </a:lnTo>
                  <a:lnTo>
                    <a:pt x="948" y="3012"/>
                  </a:lnTo>
                  <a:lnTo>
                    <a:pt x="996" y="3012"/>
                  </a:lnTo>
                  <a:lnTo>
                    <a:pt x="1008" y="3030"/>
                  </a:lnTo>
                  <a:lnTo>
                    <a:pt x="1026" y="3030"/>
                  </a:lnTo>
                  <a:lnTo>
                    <a:pt x="996" y="3000"/>
                  </a:lnTo>
                  <a:lnTo>
                    <a:pt x="960" y="2994"/>
                  </a:lnTo>
                  <a:close/>
                  <a:moveTo>
                    <a:pt x="804" y="2946"/>
                  </a:moveTo>
                  <a:lnTo>
                    <a:pt x="744" y="2940"/>
                  </a:lnTo>
                  <a:lnTo>
                    <a:pt x="750" y="2958"/>
                  </a:lnTo>
                  <a:lnTo>
                    <a:pt x="792" y="2958"/>
                  </a:lnTo>
                  <a:lnTo>
                    <a:pt x="804" y="2976"/>
                  </a:lnTo>
                  <a:lnTo>
                    <a:pt x="864" y="3000"/>
                  </a:lnTo>
                  <a:lnTo>
                    <a:pt x="828" y="2970"/>
                  </a:lnTo>
                  <a:lnTo>
                    <a:pt x="804" y="2946"/>
                  </a:lnTo>
                  <a:close/>
                  <a:moveTo>
                    <a:pt x="804" y="2880"/>
                  </a:moveTo>
                  <a:lnTo>
                    <a:pt x="786" y="2898"/>
                  </a:lnTo>
                  <a:lnTo>
                    <a:pt x="792" y="2928"/>
                  </a:lnTo>
                  <a:lnTo>
                    <a:pt x="816" y="2922"/>
                  </a:lnTo>
                  <a:lnTo>
                    <a:pt x="804" y="2880"/>
                  </a:lnTo>
                  <a:close/>
                  <a:moveTo>
                    <a:pt x="774" y="2928"/>
                  </a:moveTo>
                  <a:lnTo>
                    <a:pt x="768" y="2910"/>
                  </a:lnTo>
                  <a:lnTo>
                    <a:pt x="720" y="2898"/>
                  </a:lnTo>
                  <a:lnTo>
                    <a:pt x="708" y="2916"/>
                  </a:lnTo>
                  <a:lnTo>
                    <a:pt x="708" y="2934"/>
                  </a:lnTo>
                  <a:lnTo>
                    <a:pt x="744" y="2922"/>
                  </a:lnTo>
                  <a:lnTo>
                    <a:pt x="774" y="2928"/>
                  </a:lnTo>
                  <a:close/>
                  <a:moveTo>
                    <a:pt x="612" y="2772"/>
                  </a:moveTo>
                  <a:lnTo>
                    <a:pt x="606" y="2766"/>
                  </a:lnTo>
                  <a:lnTo>
                    <a:pt x="594" y="2766"/>
                  </a:lnTo>
                  <a:lnTo>
                    <a:pt x="588" y="2760"/>
                  </a:lnTo>
                  <a:lnTo>
                    <a:pt x="570" y="2760"/>
                  </a:lnTo>
                  <a:lnTo>
                    <a:pt x="570" y="2766"/>
                  </a:lnTo>
                  <a:lnTo>
                    <a:pt x="564" y="2778"/>
                  </a:lnTo>
                  <a:lnTo>
                    <a:pt x="564" y="2808"/>
                  </a:lnTo>
                  <a:lnTo>
                    <a:pt x="570" y="2808"/>
                  </a:lnTo>
                  <a:lnTo>
                    <a:pt x="576" y="2802"/>
                  </a:lnTo>
                  <a:lnTo>
                    <a:pt x="588" y="2802"/>
                  </a:lnTo>
                  <a:lnTo>
                    <a:pt x="594" y="2796"/>
                  </a:lnTo>
                  <a:lnTo>
                    <a:pt x="600" y="2820"/>
                  </a:lnTo>
                  <a:lnTo>
                    <a:pt x="630" y="2808"/>
                  </a:lnTo>
                  <a:lnTo>
                    <a:pt x="612" y="2790"/>
                  </a:lnTo>
                  <a:lnTo>
                    <a:pt x="618" y="2772"/>
                  </a:lnTo>
                  <a:lnTo>
                    <a:pt x="612" y="2772"/>
                  </a:lnTo>
                  <a:close/>
                  <a:moveTo>
                    <a:pt x="552" y="2826"/>
                  </a:moveTo>
                  <a:lnTo>
                    <a:pt x="516" y="2808"/>
                  </a:lnTo>
                  <a:lnTo>
                    <a:pt x="546" y="2832"/>
                  </a:lnTo>
                  <a:lnTo>
                    <a:pt x="588" y="2844"/>
                  </a:lnTo>
                  <a:lnTo>
                    <a:pt x="606" y="2850"/>
                  </a:lnTo>
                  <a:lnTo>
                    <a:pt x="588" y="2832"/>
                  </a:lnTo>
                  <a:lnTo>
                    <a:pt x="552" y="2826"/>
                  </a:lnTo>
                  <a:close/>
                  <a:moveTo>
                    <a:pt x="552" y="2748"/>
                  </a:moveTo>
                  <a:lnTo>
                    <a:pt x="534" y="2730"/>
                  </a:lnTo>
                  <a:lnTo>
                    <a:pt x="528" y="2766"/>
                  </a:lnTo>
                  <a:lnTo>
                    <a:pt x="504" y="2772"/>
                  </a:lnTo>
                  <a:lnTo>
                    <a:pt x="546" y="2784"/>
                  </a:lnTo>
                  <a:lnTo>
                    <a:pt x="552" y="2748"/>
                  </a:lnTo>
                  <a:close/>
                  <a:moveTo>
                    <a:pt x="444" y="2736"/>
                  </a:moveTo>
                  <a:lnTo>
                    <a:pt x="480" y="2772"/>
                  </a:lnTo>
                  <a:lnTo>
                    <a:pt x="492" y="2760"/>
                  </a:lnTo>
                  <a:lnTo>
                    <a:pt x="462" y="2724"/>
                  </a:lnTo>
                  <a:lnTo>
                    <a:pt x="444" y="2736"/>
                  </a:lnTo>
                  <a:close/>
                  <a:moveTo>
                    <a:pt x="516" y="2724"/>
                  </a:moveTo>
                  <a:lnTo>
                    <a:pt x="504" y="2718"/>
                  </a:lnTo>
                  <a:lnTo>
                    <a:pt x="492" y="2730"/>
                  </a:lnTo>
                  <a:lnTo>
                    <a:pt x="504" y="2748"/>
                  </a:lnTo>
                  <a:lnTo>
                    <a:pt x="516" y="2724"/>
                  </a:lnTo>
                  <a:close/>
                  <a:moveTo>
                    <a:pt x="456" y="2706"/>
                  </a:moveTo>
                  <a:lnTo>
                    <a:pt x="462" y="2676"/>
                  </a:lnTo>
                  <a:lnTo>
                    <a:pt x="456" y="2640"/>
                  </a:lnTo>
                  <a:lnTo>
                    <a:pt x="438" y="2634"/>
                  </a:lnTo>
                  <a:lnTo>
                    <a:pt x="438" y="2652"/>
                  </a:lnTo>
                  <a:lnTo>
                    <a:pt x="408" y="2646"/>
                  </a:lnTo>
                  <a:lnTo>
                    <a:pt x="432" y="2682"/>
                  </a:lnTo>
                  <a:lnTo>
                    <a:pt x="426" y="2724"/>
                  </a:lnTo>
                  <a:lnTo>
                    <a:pt x="456" y="2706"/>
                  </a:lnTo>
                  <a:close/>
                  <a:moveTo>
                    <a:pt x="366" y="2622"/>
                  </a:moveTo>
                  <a:lnTo>
                    <a:pt x="384" y="2628"/>
                  </a:lnTo>
                  <a:lnTo>
                    <a:pt x="390" y="2658"/>
                  </a:lnTo>
                  <a:lnTo>
                    <a:pt x="396" y="2628"/>
                  </a:lnTo>
                  <a:lnTo>
                    <a:pt x="402" y="2604"/>
                  </a:lnTo>
                  <a:lnTo>
                    <a:pt x="372" y="2598"/>
                  </a:lnTo>
                  <a:lnTo>
                    <a:pt x="366" y="2622"/>
                  </a:lnTo>
                  <a:close/>
                  <a:moveTo>
                    <a:pt x="372" y="2586"/>
                  </a:moveTo>
                  <a:lnTo>
                    <a:pt x="378" y="2586"/>
                  </a:lnTo>
                  <a:lnTo>
                    <a:pt x="378" y="2580"/>
                  </a:lnTo>
                  <a:lnTo>
                    <a:pt x="384" y="2574"/>
                  </a:lnTo>
                  <a:lnTo>
                    <a:pt x="414" y="2598"/>
                  </a:lnTo>
                  <a:lnTo>
                    <a:pt x="414" y="2574"/>
                  </a:lnTo>
                  <a:lnTo>
                    <a:pt x="384" y="2544"/>
                  </a:lnTo>
                  <a:lnTo>
                    <a:pt x="378" y="2532"/>
                  </a:lnTo>
                  <a:lnTo>
                    <a:pt x="372" y="2526"/>
                  </a:lnTo>
                  <a:lnTo>
                    <a:pt x="360" y="2502"/>
                  </a:lnTo>
                  <a:lnTo>
                    <a:pt x="360" y="2490"/>
                  </a:lnTo>
                  <a:lnTo>
                    <a:pt x="342" y="2454"/>
                  </a:lnTo>
                  <a:lnTo>
                    <a:pt x="330" y="2448"/>
                  </a:lnTo>
                  <a:lnTo>
                    <a:pt x="324" y="2442"/>
                  </a:lnTo>
                  <a:lnTo>
                    <a:pt x="318" y="2442"/>
                  </a:lnTo>
                  <a:lnTo>
                    <a:pt x="312" y="2448"/>
                  </a:lnTo>
                  <a:lnTo>
                    <a:pt x="312" y="2454"/>
                  </a:lnTo>
                  <a:lnTo>
                    <a:pt x="294" y="2448"/>
                  </a:lnTo>
                  <a:lnTo>
                    <a:pt x="288" y="2454"/>
                  </a:lnTo>
                  <a:lnTo>
                    <a:pt x="288" y="2466"/>
                  </a:lnTo>
                  <a:lnTo>
                    <a:pt x="282" y="2472"/>
                  </a:lnTo>
                  <a:lnTo>
                    <a:pt x="282" y="2490"/>
                  </a:lnTo>
                  <a:lnTo>
                    <a:pt x="330" y="2490"/>
                  </a:lnTo>
                  <a:lnTo>
                    <a:pt x="312" y="2532"/>
                  </a:lnTo>
                  <a:lnTo>
                    <a:pt x="324" y="2532"/>
                  </a:lnTo>
                  <a:lnTo>
                    <a:pt x="348" y="2508"/>
                  </a:lnTo>
                  <a:lnTo>
                    <a:pt x="342" y="2532"/>
                  </a:lnTo>
                  <a:lnTo>
                    <a:pt x="342" y="2538"/>
                  </a:lnTo>
                  <a:lnTo>
                    <a:pt x="348" y="2544"/>
                  </a:lnTo>
                  <a:lnTo>
                    <a:pt x="366" y="2580"/>
                  </a:lnTo>
                  <a:lnTo>
                    <a:pt x="366" y="2586"/>
                  </a:lnTo>
                  <a:lnTo>
                    <a:pt x="372" y="2586"/>
                  </a:lnTo>
                  <a:close/>
                  <a:moveTo>
                    <a:pt x="246" y="2082"/>
                  </a:moveTo>
                  <a:lnTo>
                    <a:pt x="246" y="2034"/>
                  </a:lnTo>
                  <a:lnTo>
                    <a:pt x="216" y="2004"/>
                  </a:lnTo>
                  <a:lnTo>
                    <a:pt x="234" y="1992"/>
                  </a:lnTo>
                  <a:lnTo>
                    <a:pt x="210" y="1968"/>
                  </a:lnTo>
                  <a:lnTo>
                    <a:pt x="174" y="1956"/>
                  </a:lnTo>
                  <a:lnTo>
                    <a:pt x="174" y="1986"/>
                  </a:lnTo>
                  <a:lnTo>
                    <a:pt x="180" y="1998"/>
                  </a:lnTo>
                  <a:lnTo>
                    <a:pt x="180" y="2004"/>
                  </a:lnTo>
                  <a:lnTo>
                    <a:pt x="192" y="2016"/>
                  </a:lnTo>
                  <a:lnTo>
                    <a:pt x="198" y="2028"/>
                  </a:lnTo>
                  <a:lnTo>
                    <a:pt x="204" y="2034"/>
                  </a:lnTo>
                  <a:lnTo>
                    <a:pt x="204" y="2046"/>
                  </a:lnTo>
                  <a:lnTo>
                    <a:pt x="198" y="2064"/>
                  </a:lnTo>
                  <a:lnTo>
                    <a:pt x="246" y="2082"/>
                  </a:lnTo>
                  <a:close/>
                  <a:moveTo>
                    <a:pt x="246" y="2178"/>
                  </a:moveTo>
                  <a:lnTo>
                    <a:pt x="258" y="2190"/>
                  </a:lnTo>
                  <a:lnTo>
                    <a:pt x="282" y="2190"/>
                  </a:lnTo>
                  <a:lnTo>
                    <a:pt x="294" y="2172"/>
                  </a:lnTo>
                  <a:lnTo>
                    <a:pt x="264" y="2178"/>
                  </a:lnTo>
                  <a:lnTo>
                    <a:pt x="246" y="2178"/>
                  </a:lnTo>
                  <a:close/>
                  <a:moveTo>
                    <a:pt x="282" y="2220"/>
                  </a:moveTo>
                  <a:lnTo>
                    <a:pt x="282" y="2238"/>
                  </a:lnTo>
                  <a:lnTo>
                    <a:pt x="306" y="2256"/>
                  </a:lnTo>
                  <a:lnTo>
                    <a:pt x="306" y="2232"/>
                  </a:lnTo>
                  <a:lnTo>
                    <a:pt x="294" y="2208"/>
                  </a:lnTo>
                  <a:lnTo>
                    <a:pt x="258" y="2208"/>
                  </a:lnTo>
                  <a:lnTo>
                    <a:pt x="282" y="2220"/>
                  </a:lnTo>
                  <a:close/>
                  <a:moveTo>
                    <a:pt x="318" y="2190"/>
                  </a:moveTo>
                  <a:lnTo>
                    <a:pt x="324" y="2184"/>
                  </a:lnTo>
                  <a:lnTo>
                    <a:pt x="336" y="2178"/>
                  </a:lnTo>
                  <a:lnTo>
                    <a:pt x="348" y="2166"/>
                  </a:lnTo>
                  <a:lnTo>
                    <a:pt x="336" y="2154"/>
                  </a:lnTo>
                  <a:lnTo>
                    <a:pt x="324" y="2154"/>
                  </a:lnTo>
                  <a:lnTo>
                    <a:pt x="312" y="2160"/>
                  </a:lnTo>
                  <a:lnTo>
                    <a:pt x="306" y="2166"/>
                  </a:lnTo>
                  <a:lnTo>
                    <a:pt x="306" y="2184"/>
                  </a:lnTo>
                  <a:lnTo>
                    <a:pt x="312" y="2190"/>
                  </a:lnTo>
                  <a:lnTo>
                    <a:pt x="318" y="2190"/>
                  </a:lnTo>
                  <a:close/>
                  <a:moveTo>
                    <a:pt x="252" y="2112"/>
                  </a:moveTo>
                  <a:lnTo>
                    <a:pt x="240" y="2118"/>
                  </a:lnTo>
                  <a:lnTo>
                    <a:pt x="240" y="2136"/>
                  </a:lnTo>
                  <a:lnTo>
                    <a:pt x="252" y="2136"/>
                  </a:lnTo>
                  <a:lnTo>
                    <a:pt x="264" y="2124"/>
                  </a:lnTo>
                  <a:lnTo>
                    <a:pt x="264" y="2106"/>
                  </a:lnTo>
                  <a:lnTo>
                    <a:pt x="258" y="2106"/>
                  </a:lnTo>
                  <a:lnTo>
                    <a:pt x="252" y="2112"/>
                  </a:lnTo>
                  <a:close/>
                  <a:moveTo>
                    <a:pt x="234" y="2154"/>
                  </a:moveTo>
                  <a:lnTo>
                    <a:pt x="216" y="2154"/>
                  </a:lnTo>
                  <a:lnTo>
                    <a:pt x="228" y="2178"/>
                  </a:lnTo>
                  <a:lnTo>
                    <a:pt x="234" y="2154"/>
                  </a:lnTo>
                  <a:close/>
                  <a:moveTo>
                    <a:pt x="714" y="2874"/>
                  </a:moveTo>
                  <a:lnTo>
                    <a:pt x="726" y="2874"/>
                  </a:lnTo>
                  <a:lnTo>
                    <a:pt x="726" y="2886"/>
                  </a:lnTo>
                  <a:lnTo>
                    <a:pt x="768" y="2886"/>
                  </a:lnTo>
                  <a:lnTo>
                    <a:pt x="774" y="2880"/>
                  </a:lnTo>
                  <a:lnTo>
                    <a:pt x="774" y="2874"/>
                  </a:lnTo>
                  <a:lnTo>
                    <a:pt x="744" y="2844"/>
                  </a:lnTo>
                  <a:lnTo>
                    <a:pt x="744" y="2808"/>
                  </a:lnTo>
                  <a:lnTo>
                    <a:pt x="786" y="2802"/>
                  </a:lnTo>
                  <a:lnTo>
                    <a:pt x="780" y="2790"/>
                  </a:lnTo>
                  <a:lnTo>
                    <a:pt x="804" y="2790"/>
                  </a:lnTo>
                  <a:lnTo>
                    <a:pt x="816" y="2772"/>
                  </a:lnTo>
                  <a:lnTo>
                    <a:pt x="792" y="2754"/>
                  </a:lnTo>
                  <a:lnTo>
                    <a:pt x="696" y="2754"/>
                  </a:lnTo>
                  <a:lnTo>
                    <a:pt x="684" y="2760"/>
                  </a:lnTo>
                  <a:lnTo>
                    <a:pt x="672" y="2760"/>
                  </a:lnTo>
                  <a:lnTo>
                    <a:pt x="654" y="2742"/>
                  </a:lnTo>
                  <a:lnTo>
                    <a:pt x="618" y="2724"/>
                  </a:lnTo>
                  <a:lnTo>
                    <a:pt x="606" y="2706"/>
                  </a:lnTo>
                  <a:lnTo>
                    <a:pt x="588" y="2682"/>
                  </a:lnTo>
                  <a:lnTo>
                    <a:pt x="588" y="2658"/>
                  </a:lnTo>
                  <a:lnTo>
                    <a:pt x="576" y="2646"/>
                  </a:lnTo>
                  <a:lnTo>
                    <a:pt x="564" y="2640"/>
                  </a:lnTo>
                  <a:lnTo>
                    <a:pt x="546" y="2640"/>
                  </a:lnTo>
                  <a:lnTo>
                    <a:pt x="534" y="2652"/>
                  </a:lnTo>
                  <a:lnTo>
                    <a:pt x="528" y="2652"/>
                  </a:lnTo>
                  <a:lnTo>
                    <a:pt x="516" y="2646"/>
                  </a:lnTo>
                  <a:lnTo>
                    <a:pt x="510" y="2640"/>
                  </a:lnTo>
                  <a:lnTo>
                    <a:pt x="510" y="2628"/>
                  </a:lnTo>
                  <a:lnTo>
                    <a:pt x="504" y="2622"/>
                  </a:lnTo>
                  <a:lnTo>
                    <a:pt x="504" y="2616"/>
                  </a:lnTo>
                  <a:lnTo>
                    <a:pt x="474" y="2610"/>
                  </a:lnTo>
                  <a:lnTo>
                    <a:pt x="474" y="2574"/>
                  </a:lnTo>
                  <a:lnTo>
                    <a:pt x="468" y="2568"/>
                  </a:lnTo>
                  <a:lnTo>
                    <a:pt x="462" y="2556"/>
                  </a:lnTo>
                  <a:lnTo>
                    <a:pt x="462" y="2544"/>
                  </a:lnTo>
                  <a:lnTo>
                    <a:pt x="474" y="2538"/>
                  </a:lnTo>
                  <a:lnTo>
                    <a:pt x="474" y="2514"/>
                  </a:lnTo>
                  <a:lnTo>
                    <a:pt x="480" y="2514"/>
                  </a:lnTo>
                  <a:lnTo>
                    <a:pt x="486" y="2508"/>
                  </a:lnTo>
                  <a:lnTo>
                    <a:pt x="492" y="2508"/>
                  </a:lnTo>
                  <a:lnTo>
                    <a:pt x="498" y="2502"/>
                  </a:lnTo>
                  <a:lnTo>
                    <a:pt x="498" y="2496"/>
                  </a:lnTo>
                  <a:lnTo>
                    <a:pt x="474" y="2472"/>
                  </a:lnTo>
                  <a:lnTo>
                    <a:pt x="480" y="2466"/>
                  </a:lnTo>
                  <a:lnTo>
                    <a:pt x="492" y="2460"/>
                  </a:lnTo>
                  <a:lnTo>
                    <a:pt x="498" y="2460"/>
                  </a:lnTo>
                  <a:lnTo>
                    <a:pt x="498" y="2454"/>
                  </a:lnTo>
                  <a:lnTo>
                    <a:pt x="474" y="2430"/>
                  </a:lnTo>
                  <a:lnTo>
                    <a:pt x="468" y="2430"/>
                  </a:lnTo>
                  <a:lnTo>
                    <a:pt x="474" y="2388"/>
                  </a:lnTo>
                  <a:lnTo>
                    <a:pt x="486" y="2382"/>
                  </a:lnTo>
                  <a:lnTo>
                    <a:pt x="474" y="2358"/>
                  </a:lnTo>
                  <a:lnTo>
                    <a:pt x="480" y="2322"/>
                  </a:lnTo>
                  <a:lnTo>
                    <a:pt x="456" y="2298"/>
                  </a:lnTo>
                  <a:lnTo>
                    <a:pt x="462" y="2274"/>
                  </a:lnTo>
                  <a:lnTo>
                    <a:pt x="438" y="2256"/>
                  </a:lnTo>
                  <a:lnTo>
                    <a:pt x="450" y="2244"/>
                  </a:lnTo>
                  <a:lnTo>
                    <a:pt x="456" y="2232"/>
                  </a:lnTo>
                  <a:lnTo>
                    <a:pt x="462" y="2226"/>
                  </a:lnTo>
                  <a:lnTo>
                    <a:pt x="438" y="2202"/>
                  </a:lnTo>
                  <a:lnTo>
                    <a:pt x="426" y="2202"/>
                  </a:lnTo>
                  <a:lnTo>
                    <a:pt x="420" y="2196"/>
                  </a:lnTo>
                  <a:lnTo>
                    <a:pt x="408" y="2190"/>
                  </a:lnTo>
                  <a:lnTo>
                    <a:pt x="402" y="2190"/>
                  </a:lnTo>
                  <a:lnTo>
                    <a:pt x="396" y="2184"/>
                  </a:lnTo>
                  <a:lnTo>
                    <a:pt x="414" y="2184"/>
                  </a:lnTo>
                  <a:lnTo>
                    <a:pt x="426" y="2178"/>
                  </a:lnTo>
                  <a:lnTo>
                    <a:pt x="438" y="2178"/>
                  </a:lnTo>
                  <a:lnTo>
                    <a:pt x="444" y="2172"/>
                  </a:lnTo>
                  <a:lnTo>
                    <a:pt x="444" y="2166"/>
                  </a:lnTo>
                  <a:lnTo>
                    <a:pt x="432" y="2160"/>
                  </a:lnTo>
                  <a:lnTo>
                    <a:pt x="402" y="2160"/>
                  </a:lnTo>
                  <a:lnTo>
                    <a:pt x="390" y="2148"/>
                  </a:lnTo>
                  <a:lnTo>
                    <a:pt x="390" y="2118"/>
                  </a:lnTo>
                  <a:lnTo>
                    <a:pt x="384" y="2106"/>
                  </a:lnTo>
                  <a:lnTo>
                    <a:pt x="384" y="2100"/>
                  </a:lnTo>
                  <a:lnTo>
                    <a:pt x="378" y="2094"/>
                  </a:lnTo>
                  <a:lnTo>
                    <a:pt x="366" y="2088"/>
                  </a:lnTo>
                  <a:lnTo>
                    <a:pt x="360" y="2088"/>
                  </a:lnTo>
                  <a:lnTo>
                    <a:pt x="366" y="2058"/>
                  </a:lnTo>
                  <a:lnTo>
                    <a:pt x="342" y="2046"/>
                  </a:lnTo>
                  <a:lnTo>
                    <a:pt x="336" y="2040"/>
                  </a:lnTo>
                  <a:lnTo>
                    <a:pt x="336" y="2028"/>
                  </a:lnTo>
                  <a:lnTo>
                    <a:pt x="330" y="2016"/>
                  </a:lnTo>
                  <a:lnTo>
                    <a:pt x="330" y="1998"/>
                  </a:lnTo>
                  <a:lnTo>
                    <a:pt x="324" y="1986"/>
                  </a:lnTo>
                  <a:lnTo>
                    <a:pt x="324" y="1974"/>
                  </a:lnTo>
                  <a:lnTo>
                    <a:pt x="330" y="1968"/>
                  </a:lnTo>
                  <a:lnTo>
                    <a:pt x="342" y="1962"/>
                  </a:lnTo>
                  <a:lnTo>
                    <a:pt x="348" y="1962"/>
                  </a:lnTo>
                  <a:lnTo>
                    <a:pt x="336" y="1950"/>
                  </a:lnTo>
                  <a:lnTo>
                    <a:pt x="324" y="1944"/>
                  </a:lnTo>
                  <a:lnTo>
                    <a:pt x="306" y="1926"/>
                  </a:lnTo>
                  <a:lnTo>
                    <a:pt x="300" y="1914"/>
                  </a:lnTo>
                  <a:lnTo>
                    <a:pt x="300" y="1890"/>
                  </a:lnTo>
                  <a:lnTo>
                    <a:pt x="294" y="1878"/>
                  </a:lnTo>
                  <a:lnTo>
                    <a:pt x="288" y="1872"/>
                  </a:lnTo>
                  <a:lnTo>
                    <a:pt x="288" y="1842"/>
                  </a:lnTo>
                  <a:lnTo>
                    <a:pt x="294" y="1836"/>
                  </a:lnTo>
                  <a:lnTo>
                    <a:pt x="294" y="1824"/>
                  </a:lnTo>
                  <a:lnTo>
                    <a:pt x="276" y="1812"/>
                  </a:lnTo>
                  <a:lnTo>
                    <a:pt x="276" y="1806"/>
                  </a:lnTo>
                  <a:lnTo>
                    <a:pt x="282" y="1794"/>
                  </a:lnTo>
                  <a:lnTo>
                    <a:pt x="282" y="1788"/>
                  </a:lnTo>
                  <a:lnTo>
                    <a:pt x="264" y="1770"/>
                  </a:lnTo>
                  <a:lnTo>
                    <a:pt x="282" y="1758"/>
                  </a:lnTo>
                  <a:lnTo>
                    <a:pt x="270" y="1716"/>
                  </a:lnTo>
                  <a:lnTo>
                    <a:pt x="276" y="1716"/>
                  </a:lnTo>
                  <a:lnTo>
                    <a:pt x="282" y="1710"/>
                  </a:lnTo>
                  <a:lnTo>
                    <a:pt x="294" y="1704"/>
                  </a:lnTo>
                  <a:lnTo>
                    <a:pt x="300" y="1692"/>
                  </a:lnTo>
                  <a:lnTo>
                    <a:pt x="300" y="1686"/>
                  </a:lnTo>
                  <a:lnTo>
                    <a:pt x="282" y="1668"/>
                  </a:lnTo>
                  <a:lnTo>
                    <a:pt x="276" y="1668"/>
                  </a:lnTo>
                  <a:lnTo>
                    <a:pt x="276" y="1650"/>
                  </a:lnTo>
                  <a:lnTo>
                    <a:pt x="246" y="1626"/>
                  </a:lnTo>
                  <a:lnTo>
                    <a:pt x="246" y="1578"/>
                  </a:lnTo>
                  <a:lnTo>
                    <a:pt x="240" y="1566"/>
                  </a:lnTo>
                  <a:lnTo>
                    <a:pt x="234" y="1548"/>
                  </a:lnTo>
                  <a:lnTo>
                    <a:pt x="234" y="1536"/>
                  </a:lnTo>
                  <a:lnTo>
                    <a:pt x="228" y="1530"/>
                  </a:lnTo>
                  <a:lnTo>
                    <a:pt x="228" y="1524"/>
                  </a:lnTo>
                  <a:lnTo>
                    <a:pt x="252" y="1518"/>
                  </a:lnTo>
                  <a:lnTo>
                    <a:pt x="258" y="1500"/>
                  </a:lnTo>
                  <a:lnTo>
                    <a:pt x="258" y="1494"/>
                  </a:lnTo>
                  <a:lnTo>
                    <a:pt x="264" y="1482"/>
                  </a:lnTo>
                  <a:lnTo>
                    <a:pt x="264" y="1470"/>
                  </a:lnTo>
                  <a:lnTo>
                    <a:pt x="258" y="1464"/>
                  </a:lnTo>
                  <a:lnTo>
                    <a:pt x="252" y="1452"/>
                  </a:lnTo>
                  <a:lnTo>
                    <a:pt x="246" y="1446"/>
                  </a:lnTo>
                  <a:lnTo>
                    <a:pt x="240" y="1434"/>
                  </a:lnTo>
                  <a:lnTo>
                    <a:pt x="234" y="1428"/>
                  </a:lnTo>
                  <a:lnTo>
                    <a:pt x="246" y="1428"/>
                  </a:lnTo>
                  <a:lnTo>
                    <a:pt x="246" y="1398"/>
                  </a:lnTo>
                  <a:lnTo>
                    <a:pt x="252" y="1380"/>
                  </a:lnTo>
                  <a:lnTo>
                    <a:pt x="252" y="1356"/>
                  </a:lnTo>
                  <a:lnTo>
                    <a:pt x="270" y="1338"/>
                  </a:lnTo>
                  <a:lnTo>
                    <a:pt x="270" y="1332"/>
                  </a:lnTo>
                  <a:lnTo>
                    <a:pt x="264" y="1320"/>
                  </a:lnTo>
                  <a:lnTo>
                    <a:pt x="258" y="1314"/>
                  </a:lnTo>
                  <a:lnTo>
                    <a:pt x="252" y="1302"/>
                  </a:lnTo>
                  <a:lnTo>
                    <a:pt x="246" y="1260"/>
                  </a:lnTo>
                  <a:lnTo>
                    <a:pt x="222" y="1260"/>
                  </a:lnTo>
                  <a:lnTo>
                    <a:pt x="210" y="1248"/>
                  </a:lnTo>
                  <a:lnTo>
                    <a:pt x="210" y="1236"/>
                  </a:lnTo>
                  <a:lnTo>
                    <a:pt x="216" y="1230"/>
                  </a:lnTo>
                  <a:lnTo>
                    <a:pt x="210" y="1218"/>
                  </a:lnTo>
                  <a:lnTo>
                    <a:pt x="198" y="1188"/>
                  </a:lnTo>
                  <a:lnTo>
                    <a:pt x="180" y="1170"/>
                  </a:lnTo>
                  <a:lnTo>
                    <a:pt x="180" y="1164"/>
                  </a:lnTo>
                  <a:lnTo>
                    <a:pt x="186" y="1158"/>
                  </a:lnTo>
                  <a:lnTo>
                    <a:pt x="186" y="1146"/>
                  </a:lnTo>
                  <a:lnTo>
                    <a:pt x="168" y="1128"/>
                  </a:lnTo>
                  <a:lnTo>
                    <a:pt x="156" y="1122"/>
                  </a:lnTo>
                  <a:lnTo>
                    <a:pt x="156" y="1116"/>
                  </a:lnTo>
                  <a:lnTo>
                    <a:pt x="150" y="1110"/>
                  </a:lnTo>
                  <a:lnTo>
                    <a:pt x="150" y="1086"/>
                  </a:lnTo>
                  <a:lnTo>
                    <a:pt x="156" y="1086"/>
                  </a:lnTo>
                  <a:lnTo>
                    <a:pt x="168" y="1080"/>
                  </a:lnTo>
                  <a:lnTo>
                    <a:pt x="162" y="1026"/>
                  </a:lnTo>
                  <a:lnTo>
                    <a:pt x="186" y="1026"/>
                  </a:lnTo>
                  <a:lnTo>
                    <a:pt x="186" y="1020"/>
                  </a:lnTo>
                  <a:lnTo>
                    <a:pt x="180" y="1008"/>
                  </a:lnTo>
                  <a:lnTo>
                    <a:pt x="168" y="972"/>
                  </a:lnTo>
                  <a:lnTo>
                    <a:pt x="156" y="948"/>
                  </a:lnTo>
                  <a:lnTo>
                    <a:pt x="156" y="936"/>
                  </a:lnTo>
                  <a:lnTo>
                    <a:pt x="168" y="924"/>
                  </a:lnTo>
                  <a:lnTo>
                    <a:pt x="168" y="858"/>
                  </a:lnTo>
                  <a:lnTo>
                    <a:pt x="174" y="852"/>
                  </a:lnTo>
                  <a:lnTo>
                    <a:pt x="180" y="840"/>
                  </a:lnTo>
                  <a:lnTo>
                    <a:pt x="192" y="828"/>
                  </a:lnTo>
                  <a:lnTo>
                    <a:pt x="192" y="816"/>
                  </a:lnTo>
                  <a:lnTo>
                    <a:pt x="198" y="804"/>
                  </a:lnTo>
                  <a:lnTo>
                    <a:pt x="198" y="792"/>
                  </a:lnTo>
                  <a:lnTo>
                    <a:pt x="204" y="774"/>
                  </a:lnTo>
                  <a:lnTo>
                    <a:pt x="204" y="762"/>
                  </a:lnTo>
                  <a:lnTo>
                    <a:pt x="222" y="762"/>
                  </a:lnTo>
                  <a:lnTo>
                    <a:pt x="228" y="756"/>
                  </a:lnTo>
                  <a:lnTo>
                    <a:pt x="240" y="750"/>
                  </a:lnTo>
                  <a:lnTo>
                    <a:pt x="240" y="738"/>
                  </a:lnTo>
                  <a:lnTo>
                    <a:pt x="234" y="726"/>
                  </a:lnTo>
                  <a:lnTo>
                    <a:pt x="210" y="714"/>
                  </a:lnTo>
                  <a:lnTo>
                    <a:pt x="204" y="708"/>
                  </a:lnTo>
                  <a:lnTo>
                    <a:pt x="198" y="708"/>
                  </a:lnTo>
                  <a:lnTo>
                    <a:pt x="204" y="708"/>
                  </a:lnTo>
                  <a:lnTo>
                    <a:pt x="216" y="696"/>
                  </a:lnTo>
                  <a:lnTo>
                    <a:pt x="222" y="684"/>
                  </a:lnTo>
                  <a:lnTo>
                    <a:pt x="228" y="678"/>
                  </a:lnTo>
                  <a:lnTo>
                    <a:pt x="222" y="666"/>
                  </a:lnTo>
                  <a:lnTo>
                    <a:pt x="210" y="654"/>
                  </a:lnTo>
                  <a:lnTo>
                    <a:pt x="198" y="648"/>
                  </a:lnTo>
                  <a:lnTo>
                    <a:pt x="192" y="642"/>
                  </a:lnTo>
                  <a:lnTo>
                    <a:pt x="192" y="624"/>
                  </a:lnTo>
                  <a:lnTo>
                    <a:pt x="216" y="600"/>
                  </a:lnTo>
                  <a:lnTo>
                    <a:pt x="216" y="594"/>
                  </a:lnTo>
                  <a:lnTo>
                    <a:pt x="204" y="594"/>
                  </a:lnTo>
                  <a:lnTo>
                    <a:pt x="192" y="588"/>
                  </a:lnTo>
                  <a:lnTo>
                    <a:pt x="186" y="582"/>
                  </a:lnTo>
                  <a:lnTo>
                    <a:pt x="186" y="576"/>
                  </a:lnTo>
                  <a:lnTo>
                    <a:pt x="192" y="570"/>
                  </a:lnTo>
                  <a:lnTo>
                    <a:pt x="198" y="558"/>
                  </a:lnTo>
                  <a:lnTo>
                    <a:pt x="210" y="552"/>
                  </a:lnTo>
                  <a:lnTo>
                    <a:pt x="222" y="540"/>
                  </a:lnTo>
                  <a:lnTo>
                    <a:pt x="240" y="534"/>
                  </a:lnTo>
                  <a:lnTo>
                    <a:pt x="252" y="528"/>
                  </a:lnTo>
                  <a:lnTo>
                    <a:pt x="258" y="522"/>
                  </a:lnTo>
                  <a:lnTo>
                    <a:pt x="264" y="522"/>
                  </a:lnTo>
                  <a:lnTo>
                    <a:pt x="276" y="438"/>
                  </a:lnTo>
                  <a:lnTo>
                    <a:pt x="264" y="420"/>
                  </a:lnTo>
                  <a:lnTo>
                    <a:pt x="222" y="420"/>
                  </a:lnTo>
                  <a:lnTo>
                    <a:pt x="216" y="408"/>
                  </a:lnTo>
                  <a:lnTo>
                    <a:pt x="216" y="384"/>
                  </a:lnTo>
                  <a:lnTo>
                    <a:pt x="192" y="360"/>
                  </a:lnTo>
                  <a:lnTo>
                    <a:pt x="192" y="294"/>
                  </a:lnTo>
                  <a:lnTo>
                    <a:pt x="186" y="288"/>
                  </a:lnTo>
                  <a:lnTo>
                    <a:pt x="174" y="282"/>
                  </a:lnTo>
                  <a:lnTo>
                    <a:pt x="168" y="276"/>
                  </a:lnTo>
                  <a:lnTo>
                    <a:pt x="156" y="270"/>
                  </a:lnTo>
                  <a:lnTo>
                    <a:pt x="150" y="264"/>
                  </a:lnTo>
                  <a:lnTo>
                    <a:pt x="144" y="264"/>
                  </a:lnTo>
                  <a:lnTo>
                    <a:pt x="144" y="240"/>
                  </a:lnTo>
                  <a:lnTo>
                    <a:pt x="138" y="234"/>
                  </a:lnTo>
                  <a:lnTo>
                    <a:pt x="132" y="222"/>
                  </a:lnTo>
                  <a:lnTo>
                    <a:pt x="132" y="210"/>
                  </a:lnTo>
                  <a:lnTo>
                    <a:pt x="138" y="204"/>
                  </a:lnTo>
                  <a:lnTo>
                    <a:pt x="144" y="192"/>
                  </a:lnTo>
                  <a:lnTo>
                    <a:pt x="150" y="186"/>
                  </a:lnTo>
                  <a:lnTo>
                    <a:pt x="132" y="168"/>
                  </a:lnTo>
                  <a:lnTo>
                    <a:pt x="144" y="156"/>
                  </a:lnTo>
                  <a:lnTo>
                    <a:pt x="150" y="144"/>
                  </a:lnTo>
                  <a:lnTo>
                    <a:pt x="150" y="138"/>
                  </a:lnTo>
                  <a:lnTo>
                    <a:pt x="144" y="126"/>
                  </a:lnTo>
                  <a:lnTo>
                    <a:pt x="120" y="114"/>
                  </a:lnTo>
                  <a:lnTo>
                    <a:pt x="114" y="114"/>
                  </a:lnTo>
                  <a:lnTo>
                    <a:pt x="102" y="108"/>
                  </a:lnTo>
                  <a:lnTo>
                    <a:pt x="90" y="30"/>
                  </a:lnTo>
                  <a:lnTo>
                    <a:pt x="66" y="30"/>
                  </a:lnTo>
                  <a:lnTo>
                    <a:pt x="48" y="0"/>
                  </a:lnTo>
                  <a:lnTo>
                    <a:pt x="36" y="6"/>
                  </a:lnTo>
                  <a:lnTo>
                    <a:pt x="42" y="18"/>
                  </a:lnTo>
                  <a:lnTo>
                    <a:pt x="42" y="36"/>
                  </a:lnTo>
                  <a:lnTo>
                    <a:pt x="36" y="42"/>
                  </a:lnTo>
                  <a:lnTo>
                    <a:pt x="0" y="66"/>
                  </a:lnTo>
                  <a:lnTo>
                    <a:pt x="0" y="108"/>
                  </a:lnTo>
                  <a:lnTo>
                    <a:pt x="24" y="156"/>
                  </a:lnTo>
                  <a:lnTo>
                    <a:pt x="30" y="174"/>
                  </a:lnTo>
                  <a:lnTo>
                    <a:pt x="36" y="228"/>
                  </a:lnTo>
                  <a:lnTo>
                    <a:pt x="36" y="282"/>
                  </a:lnTo>
                  <a:lnTo>
                    <a:pt x="48" y="318"/>
                  </a:lnTo>
                  <a:lnTo>
                    <a:pt x="48" y="360"/>
                  </a:lnTo>
                  <a:lnTo>
                    <a:pt x="54" y="384"/>
                  </a:lnTo>
                  <a:lnTo>
                    <a:pt x="54" y="432"/>
                  </a:lnTo>
                  <a:lnTo>
                    <a:pt x="30" y="444"/>
                  </a:lnTo>
                  <a:lnTo>
                    <a:pt x="36" y="474"/>
                  </a:lnTo>
                  <a:lnTo>
                    <a:pt x="54" y="486"/>
                  </a:lnTo>
                  <a:lnTo>
                    <a:pt x="48" y="582"/>
                  </a:lnTo>
                  <a:lnTo>
                    <a:pt x="72" y="624"/>
                  </a:lnTo>
                  <a:lnTo>
                    <a:pt x="54" y="642"/>
                  </a:lnTo>
                  <a:lnTo>
                    <a:pt x="60" y="702"/>
                  </a:lnTo>
                  <a:lnTo>
                    <a:pt x="66" y="708"/>
                  </a:lnTo>
                  <a:lnTo>
                    <a:pt x="78" y="732"/>
                  </a:lnTo>
                  <a:lnTo>
                    <a:pt x="78" y="744"/>
                  </a:lnTo>
                  <a:lnTo>
                    <a:pt x="72" y="756"/>
                  </a:lnTo>
                  <a:lnTo>
                    <a:pt x="66" y="762"/>
                  </a:lnTo>
                  <a:lnTo>
                    <a:pt x="60" y="762"/>
                  </a:lnTo>
                  <a:lnTo>
                    <a:pt x="60" y="792"/>
                  </a:lnTo>
                  <a:lnTo>
                    <a:pt x="72" y="810"/>
                  </a:lnTo>
                  <a:lnTo>
                    <a:pt x="60" y="822"/>
                  </a:lnTo>
                  <a:lnTo>
                    <a:pt x="48" y="846"/>
                  </a:lnTo>
                  <a:lnTo>
                    <a:pt x="48" y="852"/>
                  </a:lnTo>
                  <a:lnTo>
                    <a:pt x="60" y="852"/>
                  </a:lnTo>
                  <a:lnTo>
                    <a:pt x="60" y="864"/>
                  </a:lnTo>
                  <a:lnTo>
                    <a:pt x="66" y="870"/>
                  </a:lnTo>
                  <a:lnTo>
                    <a:pt x="66" y="888"/>
                  </a:lnTo>
                  <a:lnTo>
                    <a:pt x="54" y="900"/>
                  </a:lnTo>
                  <a:lnTo>
                    <a:pt x="54" y="906"/>
                  </a:lnTo>
                  <a:lnTo>
                    <a:pt x="48" y="912"/>
                  </a:lnTo>
                  <a:lnTo>
                    <a:pt x="48" y="936"/>
                  </a:lnTo>
                  <a:lnTo>
                    <a:pt x="54" y="948"/>
                  </a:lnTo>
                  <a:lnTo>
                    <a:pt x="60" y="954"/>
                  </a:lnTo>
                  <a:lnTo>
                    <a:pt x="66" y="954"/>
                  </a:lnTo>
                  <a:lnTo>
                    <a:pt x="78" y="966"/>
                  </a:lnTo>
                  <a:lnTo>
                    <a:pt x="78" y="1020"/>
                  </a:lnTo>
                  <a:lnTo>
                    <a:pt x="60" y="1020"/>
                  </a:lnTo>
                  <a:lnTo>
                    <a:pt x="60" y="1044"/>
                  </a:lnTo>
                  <a:lnTo>
                    <a:pt x="66" y="1056"/>
                  </a:lnTo>
                  <a:lnTo>
                    <a:pt x="90" y="1128"/>
                  </a:lnTo>
                  <a:lnTo>
                    <a:pt x="96" y="1140"/>
                  </a:lnTo>
                  <a:lnTo>
                    <a:pt x="102" y="1146"/>
                  </a:lnTo>
                  <a:lnTo>
                    <a:pt x="102" y="1164"/>
                  </a:lnTo>
                  <a:lnTo>
                    <a:pt x="108" y="1170"/>
                  </a:lnTo>
                  <a:lnTo>
                    <a:pt x="114" y="1182"/>
                  </a:lnTo>
                  <a:lnTo>
                    <a:pt x="120" y="1188"/>
                  </a:lnTo>
                  <a:lnTo>
                    <a:pt x="120" y="1236"/>
                  </a:lnTo>
                  <a:lnTo>
                    <a:pt x="114" y="1266"/>
                  </a:lnTo>
                  <a:lnTo>
                    <a:pt x="138" y="1290"/>
                  </a:lnTo>
                  <a:lnTo>
                    <a:pt x="138" y="1296"/>
                  </a:lnTo>
                  <a:lnTo>
                    <a:pt x="132" y="1302"/>
                  </a:lnTo>
                  <a:lnTo>
                    <a:pt x="126" y="1314"/>
                  </a:lnTo>
                  <a:lnTo>
                    <a:pt x="126" y="1326"/>
                  </a:lnTo>
                  <a:lnTo>
                    <a:pt x="120" y="1338"/>
                  </a:lnTo>
                  <a:lnTo>
                    <a:pt x="120" y="1416"/>
                  </a:lnTo>
                  <a:lnTo>
                    <a:pt x="102" y="1452"/>
                  </a:lnTo>
                  <a:lnTo>
                    <a:pt x="114" y="1464"/>
                  </a:lnTo>
                  <a:lnTo>
                    <a:pt x="114" y="1470"/>
                  </a:lnTo>
                  <a:lnTo>
                    <a:pt x="108" y="1476"/>
                  </a:lnTo>
                  <a:lnTo>
                    <a:pt x="108" y="1536"/>
                  </a:lnTo>
                  <a:lnTo>
                    <a:pt x="102" y="1554"/>
                  </a:lnTo>
                  <a:lnTo>
                    <a:pt x="102" y="1578"/>
                  </a:lnTo>
                  <a:lnTo>
                    <a:pt x="84" y="1584"/>
                  </a:lnTo>
                  <a:lnTo>
                    <a:pt x="84" y="1608"/>
                  </a:lnTo>
                  <a:lnTo>
                    <a:pt x="108" y="1650"/>
                  </a:lnTo>
                  <a:lnTo>
                    <a:pt x="108" y="1692"/>
                  </a:lnTo>
                  <a:lnTo>
                    <a:pt x="114" y="1704"/>
                  </a:lnTo>
                  <a:lnTo>
                    <a:pt x="144" y="1734"/>
                  </a:lnTo>
                  <a:lnTo>
                    <a:pt x="156" y="1758"/>
                  </a:lnTo>
                  <a:lnTo>
                    <a:pt x="156" y="1800"/>
                  </a:lnTo>
                  <a:lnTo>
                    <a:pt x="150" y="1812"/>
                  </a:lnTo>
                  <a:lnTo>
                    <a:pt x="150" y="1824"/>
                  </a:lnTo>
                  <a:lnTo>
                    <a:pt x="162" y="1836"/>
                  </a:lnTo>
                  <a:lnTo>
                    <a:pt x="162" y="1896"/>
                  </a:lnTo>
                  <a:lnTo>
                    <a:pt x="168" y="1908"/>
                  </a:lnTo>
                  <a:lnTo>
                    <a:pt x="174" y="1914"/>
                  </a:lnTo>
                  <a:lnTo>
                    <a:pt x="186" y="1920"/>
                  </a:lnTo>
                  <a:lnTo>
                    <a:pt x="192" y="1926"/>
                  </a:lnTo>
                  <a:lnTo>
                    <a:pt x="198" y="1926"/>
                  </a:lnTo>
                  <a:lnTo>
                    <a:pt x="192" y="1944"/>
                  </a:lnTo>
                  <a:lnTo>
                    <a:pt x="234" y="1944"/>
                  </a:lnTo>
                  <a:lnTo>
                    <a:pt x="234" y="1914"/>
                  </a:lnTo>
                  <a:lnTo>
                    <a:pt x="246" y="1926"/>
                  </a:lnTo>
                  <a:lnTo>
                    <a:pt x="258" y="1932"/>
                  </a:lnTo>
                  <a:lnTo>
                    <a:pt x="270" y="1932"/>
                  </a:lnTo>
                  <a:lnTo>
                    <a:pt x="276" y="1926"/>
                  </a:lnTo>
                  <a:lnTo>
                    <a:pt x="276" y="1914"/>
                  </a:lnTo>
                  <a:lnTo>
                    <a:pt x="288" y="1932"/>
                  </a:lnTo>
                  <a:lnTo>
                    <a:pt x="282" y="1938"/>
                  </a:lnTo>
                  <a:lnTo>
                    <a:pt x="270" y="1944"/>
                  </a:lnTo>
                  <a:lnTo>
                    <a:pt x="264" y="1956"/>
                  </a:lnTo>
                  <a:lnTo>
                    <a:pt x="258" y="1962"/>
                  </a:lnTo>
                  <a:lnTo>
                    <a:pt x="258" y="1968"/>
                  </a:lnTo>
                  <a:lnTo>
                    <a:pt x="288" y="1968"/>
                  </a:lnTo>
                  <a:lnTo>
                    <a:pt x="294" y="1974"/>
                  </a:lnTo>
                  <a:lnTo>
                    <a:pt x="294" y="1992"/>
                  </a:lnTo>
                  <a:lnTo>
                    <a:pt x="270" y="1986"/>
                  </a:lnTo>
                  <a:lnTo>
                    <a:pt x="288" y="2010"/>
                  </a:lnTo>
                  <a:lnTo>
                    <a:pt x="276" y="2022"/>
                  </a:lnTo>
                  <a:lnTo>
                    <a:pt x="294" y="2046"/>
                  </a:lnTo>
                  <a:lnTo>
                    <a:pt x="276" y="2064"/>
                  </a:lnTo>
                  <a:lnTo>
                    <a:pt x="270" y="2076"/>
                  </a:lnTo>
                  <a:lnTo>
                    <a:pt x="270" y="2082"/>
                  </a:lnTo>
                  <a:lnTo>
                    <a:pt x="276" y="2088"/>
                  </a:lnTo>
                  <a:lnTo>
                    <a:pt x="282" y="2088"/>
                  </a:lnTo>
                  <a:lnTo>
                    <a:pt x="306" y="2100"/>
                  </a:lnTo>
                  <a:lnTo>
                    <a:pt x="318" y="2100"/>
                  </a:lnTo>
                  <a:lnTo>
                    <a:pt x="300" y="2118"/>
                  </a:lnTo>
                  <a:lnTo>
                    <a:pt x="300" y="2130"/>
                  </a:lnTo>
                  <a:lnTo>
                    <a:pt x="312" y="2136"/>
                  </a:lnTo>
                  <a:lnTo>
                    <a:pt x="318" y="2142"/>
                  </a:lnTo>
                  <a:lnTo>
                    <a:pt x="330" y="2148"/>
                  </a:lnTo>
                  <a:lnTo>
                    <a:pt x="354" y="2148"/>
                  </a:lnTo>
                  <a:lnTo>
                    <a:pt x="360" y="2184"/>
                  </a:lnTo>
                  <a:lnTo>
                    <a:pt x="354" y="2184"/>
                  </a:lnTo>
                  <a:lnTo>
                    <a:pt x="324" y="2214"/>
                  </a:lnTo>
                  <a:lnTo>
                    <a:pt x="324" y="2220"/>
                  </a:lnTo>
                  <a:lnTo>
                    <a:pt x="330" y="2226"/>
                  </a:lnTo>
                  <a:lnTo>
                    <a:pt x="354" y="2226"/>
                  </a:lnTo>
                  <a:lnTo>
                    <a:pt x="366" y="2232"/>
                  </a:lnTo>
                  <a:lnTo>
                    <a:pt x="378" y="2244"/>
                  </a:lnTo>
                  <a:lnTo>
                    <a:pt x="348" y="2244"/>
                  </a:lnTo>
                  <a:lnTo>
                    <a:pt x="342" y="2238"/>
                  </a:lnTo>
                  <a:lnTo>
                    <a:pt x="330" y="2238"/>
                  </a:lnTo>
                  <a:lnTo>
                    <a:pt x="324" y="2244"/>
                  </a:lnTo>
                  <a:lnTo>
                    <a:pt x="324" y="2250"/>
                  </a:lnTo>
                  <a:lnTo>
                    <a:pt x="354" y="2256"/>
                  </a:lnTo>
                  <a:lnTo>
                    <a:pt x="330" y="2268"/>
                  </a:lnTo>
                  <a:lnTo>
                    <a:pt x="336" y="2292"/>
                  </a:lnTo>
                  <a:lnTo>
                    <a:pt x="348" y="2292"/>
                  </a:lnTo>
                  <a:lnTo>
                    <a:pt x="348" y="2316"/>
                  </a:lnTo>
                  <a:lnTo>
                    <a:pt x="336" y="2328"/>
                  </a:lnTo>
                  <a:lnTo>
                    <a:pt x="336" y="2322"/>
                  </a:lnTo>
                  <a:lnTo>
                    <a:pt x="330" y="2316"/>
                  </a:lnTo>
                  <a:lnTo>
                    <a:pt x="324" y="2304"/>
                  </a:lnTo>
                  <a:lnTo>
                    <a:pt x="324" y="2298"/>
                  </a:lnTo>
                  <a:lnTo>
                    <a:pt x="288" y="2298"/>
                  </a:lnTo>
                  <a:lnTo>
                    <a:pt x="306" y="2292"/>
                  </a:lnTo>
                  <a:lnTo>
                    <a:pt x="282" y="2268"/>
                  </a:lnTo>
                  <a:lnTo>
                    <a:pt x="276" y="2268"/>
                  </a:lnTo>
                  <a:lnTo>
                    <a:pt x="276" y="2280"/>
                  </a:lnTo>
                  <a:lnTo>
                    <a:pt x="270" y="2268"/>
                  </a:lnTo>
                  <a:lnTo>
                    <a:pt x="228" y="2280"/>
                  </a:lnTo>
                  <a:lnTo>
                    <a:pt x="264" y="2286"/>
                  </a:lnTo>
                  <a:lnTo>
                    <a:pt x="258" y="2292"/>
                  </a:lnTo>
                  <a:lnTo>
                    <a:pt x="252" y="2304"/>
                  </a:lnTo>
                  <a:lnTo>
                    <a:pt x="246" y="2310"/>
                  </a:lnTo>
                  <a:lnTo>
                    <a:pt x="234" y="2316"/>
                  </a:lnTo>
                  <a:lnTo>
                    <a:pt x="228" y="2328"/>
                  </a:lnTo>
                  <a:lnTo>
                    <a:pt x="222" y="2334"/>
                  </a:lnTo>
                  <a:lnTo>
                    <a:pt x="222" y="2340"/>
                  </a:lnTo>
                  <a:lnTo>
                    <a:pt x="228" y="2346"/>
                  </a:lnTo>
                  <a:lnTo>
                    <a:pt x="240" y="2352"/>
                  </a:lnTo>
                  <a:lnTo>
                    <a:pt x="252" y="2352"/>
                  </a:lnTo>
                  <a:lnTo>
                    <a:pt x="252" y="2346"/>
                  </a:lnTo>
                  <a:lnTo>
                    <a:pt x="240" y="2334"/>
                  </a:lnTo>
                  <a:lnTo>
                    <a:pt x="264" y="2328"/>
                  </a:lnTo>
                  <a:lnTo>
                    <a:pt x="282" y="2346"/>
                  </a:lnTo>
                  <a:lnTo>
                    <a:pt x="324" y="2346"/>
                  </a:lnTo>
                  <a:lnTo>
                    <a:pt x="336" y="2352"/>
                  </a:lnTo>
                  <a:lnTo>
                    <a:pt x="342" y="2364"/>
                  </a:lnTo>
                  <a:lnTo>
                    <a:pt x="354" y="2370"/>
                  </a:lnTo>
                  <a:lnTo>
                    <a:pt x="354" y="2376"/>
                  </a:lnTo>
                  <a:lnTo>
                    <a:pt x="336" y="2394"/>
                  </a:lnTo>
                  <a:lnTo>
                    <a:pt x="342" y="2406"/>
                  </a:lnTo>
                  <a:lnTo>
                    <a:pt x="360" y="2406"/>
                  </a:lnTo>
                  <a:lnTo>
                    <a:pt x="360" y="2418"/>
                  </a:lnTo>
                  <a:lnTo>
                    <a:pt x="378" y="2424"/>
                  </a:lnTo>
                  <a:lnTo>
                    <a:pt x="384" y="2406"/>
                  </a:lnTo>
                  <a:lnTo>
                    <a:pt x="402" y="2424"/>
                  </a:lnTo>
                  <a:lnTo>
                    <a:pt x="408" y="2424"/>
                  </a:lnTo>
                  <a:lnTo>
                    <a:pt x="420" y="2430"/>
                  </a:lnTo>
                  <a:lnTo>
                    <a:pt x="426" y="2436"/>
                  </a:lnTo>
                  <a:lnTo>
                    <a:pt x="426" y="2448"/>
                  </a:lnTo>
                  <a:lnTo>
                    <a:pt x="414" y="2460"/>
                  </a:lnTo>
                  <a:lnTo>
                    <a:pt x="408" y="2454"/>
                  </a:lnTo>
                  <a:lnTo>
                    <a:pt x="396" y="2454"/>
                  </a:lnTo>
                  <a:lnTo>
                    <a:pt x="384" y="2448"/>
                  </a:lnTo>
                  <a:lnTo>
                    <a:pt x="378" y="2442"/>
                  </a:lnTo>
                  <a:lnTo>
                    <a:pt x="366" y="2442"/>
                  </a:lnTo>
                  <a:lnTo>
                    <a:pt x="366" y="2454"/>
                  </a:lnTo>
                  <a:lnTo>
                    <a:pt x="372" y="2460"/>
                  </a:lnTo>
                  <a:lnTo>
                    <a:pt x="378" y="2460"/>
                  </a:lnTo>
                  <a:lnTo>
                    <a:pt x="390" y="2472"/>
                  </a:lnTo>
                  <a:lnTo>
                    <a:pt x="402" y="2496"/>
                  </a:lnTo>
                  <a:lnTo>
                    <a:pt x="402" y="2508"/>
                  </a:lnTo>
                  <a:lnTo>
                    <a:pt x="384" y="2508"/>
                  </a:lnTo>
                  <a:lnTo>
                    <a:pt x="396" y="2526"/>
                  </a:lnTo>
                  <a:lnTo>
                    <a:pt x="414" y="2562"/>
                  </a:lnTo>
                  <a:lnTo>
                    <a:pt x="426" y="2520"/>
                  </a:lnTo>
                  <a:lnTo>
                    <a:pt x="426" y="2550"/>
                  </a:lnTo>
                  <a:lnTo>
                    <a:pt x="444" y="2574"/>
                  </a:lnTo>
                  <a:lnTo>
                    <a:pt x="420" y="2574"/>
                  </a:lnTo>
                  <a:lnTo>
                    <a:pt x="426" y="2592"/>
                  </a:lnTo>
                  <a:lnTo>
                    <a:pt x="450" y="2592"/>
                  </a:lnTo>
                  <a:lnTo>
                    <a:pt x="432" y="2604"/>
                  </a:lnTo>
                  <a:lnTo>
                    <a:pt x="462" y="2616"/>
                  </a:lnTo>
                  <a:lnTo>
                    <a:pt x="444" y="2628"/>
                  </a:lnTo>
                  <a:lnTo>
                    <a:pt x="474" y="2640"/>
                  </a:lnTo>
                  <a:lnTo>
                    <a:pt x="462" y="2652"/>
                  </a:lnTo>
                  <a:lnTo>
                    <a:pt x="480" y="2658"/>
                  </a:lnTo>
                  <a:lnTo>
                    <a:pt x="480" y="2652"/>
                  </a:lnTo>
                  <a:lnTo>
                    <a:pt x="486" y="2640"/>
                  </a:lnTo>
                  <a:lnTo>
                    <a:pt x="486" y="2634"/>
                  </a:lnTo>
                  <a:lnTo>
                    <a:pt x="492" y="2634"/>
                  </a:lnTo>
                  <a:lnTo>
                    <a:pt x="498" y="2640"/>
                  </a:lnTo>
                  <a:lnTo>
                    <a:pt x="504" y="2652"/>
                  </a:lnTo>
                  <a:lnTo>
                    <a:pt x="498" y="2658"/>
                  </a:lnTo>
                  <a:lnTo>
                    <a:pt x="498" y="2664"/>
                  </a:lnTo>
                  <a:lnTo>
                    <a:pt x="492" y="2664"/>
                  </a:lnTo>
                  <a:lnTo>
                    <a:pt x="480" y="2676"/>
                  </a:lnTo>
                  <a:lnTo>
                    <a:pt x="480" y="2682"/>
                  </a:lnTo>
                  <a:lnTo>
                    <a:pt x="486" y="2688"/>
                  </a:lnTo>
                  <a:lnTo>
                    <a:pt x="516" y="2688"/>
                  </a:lnTo>
                  <a:lnTo>
                    <a:pt x="516" y="2700"/>
                  </a:lnTo>
                  <a:lnTo>
                    <a:pt x="540" y="2724"/>
                  </a:lnTo>
                  <a:lnTo>
                    <a:pt x="552" y="2730"/>
                  </a:lnTo>
                  <a:lnTo>
                    <a:pt x="558" y="2736"/>
                  </a:lnTo>
                  <a:lnTo>
                    <a:pt x="558" y="2700"/>
                  </a:lnTo>
                  <a:lnTo>
                    <a:pt x="564" y="2700"/>
                  </a:lnTo>
                  <a:lnTo>
                    <a:pt x="570" y="2706"/>
                  </a:lnTo>
                  <a:lnTo>
                    <a:pt x="582" y="2712"/>
                  </a:lnTo>
                  <a:lnTo>
                    <a:pt x="600" y="2718"/>
                  </a:lnTo>
                  <a:lnTo>
                    <a:pt x="624" y="2742"/>
                  </a:lnTo>
                  <a:lnTo>
                    <a:pt x="618" y="2748"/>
                  </a:lnTo>
                  <a:lnTo>
                    <a:pt x="618" y="2754"/>
                  </a:lnTo>
                  <a:lnTo>
                    <a:pt x="612" y="2760"/>
                  </a:lnTo>
                  <a:lnTo>
                    <a:pt x="630" y="2766"/>
                  </a:lnTo>
                  <a:lnTo>
                    <a:pt x="630" y="2790"/>
                  </a:lnTo>
                  <a:lnTo>
                    <a:pt x="684" y="2790"/>
                  </a:lnTo>
                  <a:lnTo>
                    <a:pt x="696" y="2802"/>
                  </a:lnTo>
                  <a:lnTo>
                    <a:pt x="666" y="2802"/>
                  </a:lnTo>
                  <a:lnTo>
                    <a:pt x="654" y="2814"/>
                  </a:lnTo>
                  <a:lnTo>
                    <a:pt x="630" y="2814"/>
                  </a:lnTo>
                  <a:lnTo>
                    <a:pt x="618" y="2832"/>
                  </a:lnTo>
                  <a:lnTo>
                    <a:pt x="648" y="2832"/>
                  </a:lnTo>
                  <a:lnTo>
                    <a:pt x="636" y="2850"/>
                  </a:lnTo>
                  <a:lnTo>
                    <a:pt x="666" y="2844"/>
                  </a:lnTo>
                  <a:lnTo>
                    <a:pt x="666" y="2826"/>
                  </a:lnTo>
                  <a:lnTo>
                    <a:pt x="690" y="2838"/>
                  </a:lnTo>
                  <a:lnTo>
                    <a:pt x="696" y="2826"/>
                  </a:lnTo>
                  <a:lnTo>
                    <a:pt x="702" y="2820"/>
                  </a:lnTo>
                  <a:lnTo>
                    <a:pt x="714" y="2814"/>
                  </a:lnTo>
                  <a:lnTo>
                    <a:pt x="720" y="2808"/>
                  </a:lnTo>
                  <a:lnTo>
                    <a:pt x="732" y="2808"/>
                  </a:lnTo>
                  <a:lnTo>
                    <a:pt x="732" y="2820"/>
                  </a:lnTo>
                  <a:lnTo>
                    <a:pt x="726" y="2832"/>
                  </a:lnTo>
                  <a:lnTo>
                    <a:pt x="702" y="2856"/>
                  </a:lnTo>
                  <a:lnTo>
                    <a:pt x="696" y="2850"/>
                  </a:lnTo>
                  <a:lnTo>
                    <a:pt x="678" y="2850"/>
                  </a:lnTo>
                  <a:lnTo>
                    <a:pt x="678" y="2868"/>
                  </a:lnTo>
                  <a:lnTo>
                    <a:pt x="642" y="2868"/>
                  </a:lnTo>
                  <a:lnTo>
                    <a:pt x="630" y="2880"/>
                  </a:lnTo>
                  <a:lnTo>
                    <a:pt x="642" y="2886"/>
                  </a:lnTo>
                  <a:lnTo>
                    <a:pt x="648" y="2916"/>
                  </a:lnTo>
                  <a:lnTo>
                    <a:pt x="678" y="2898"/>
                  </a:lnTo>
                  <a:lnTo>
                    <a:pt x="684" y="2910"/>
                  </a:lnTo>
                  <a:lnTo>
                    <a:pt x="684" y="2916"/>
                  </a:lnTo>
                  <a:lnTo>
                    <a:pt x="690" y="2916"/>
                  </a:lnTo>
                  <a:lnTo>
                    <a:pt x="696" y="2910"/>
                  </a:lnTo>
                  <a:lnTo>
                    <a:pt x="702" y="2898"/>
                  </a:lnTo>
                  <a:lnTo>
                    <a:pt x="702" y="2892"/>
                  </a:lnTo>
                  <a:lnTo>
                    <a:pt x="708" y="2880"/>
                  </a:lnTo>
                  <a:lnTo>
                    <a:pt x="714" y="287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52" name="Chad" descr="© INSCALE GmbH, 05.05.2010&#10;http://www.presentationload.com/">
              <a:extLst>
                <a:ext uri="{FF2B5EF4-FFF2-40B4-BE49-F238E27FC236}">
                  <a16:creationId xmlns:a16="http://schemas.microsoft.com/office/drawing/2014/main" id="{AB8B2121-BC52-4E17-9169-93B82615728B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047335" y="2380335"/>
              <a:ext cx="245560" cy="423865"/>
            </a:xfrm>
            <a:custGeom>
              <a:avLst/>
              <a:gdLst>
                <a:gd name="T0" fmla="*/ 2147483647 w 744"/>
                <a:gd name="T1" fmla="*/ 2147483647 h 1290"/>
                <a:gd name="T2" fmla="*/ 2147483647 w 744"/>
                <a:gd name="T3" fmla="*/ 0 h 1290"/>
                <a:gd name="T4" fmla="*/ 2147483647 w 744"/>
                <a:gd name="T5" fmla="*/ 2147483647 h 1290"/>
                <a:gd name="T6" fmla="*/ 2147483647 w 744"/>
                <a:gd name="T7" fmla="*/ 2147483647 h 1290"/>
                <a:gd name="T8" fmla="*/ 2147483647 w 744"/>
                <a:gd name="T9" fmla="*/ 2147483647 h 1290"/>
                <a:gd name="T10" fmla="*/ 2147483647 w 744"/>
                <a:gd name="T11" fmla="*/ 2147483647 h 1290"/>
                <a:gd name="T12" fmla="*/ 2147483647 w 744"/>
                <a:gd name="T13" fmla="*/ 2147483647 h 1290"/>
                <a:gd name="T14" fmla="*/ 2147483647 w 744"/>
                <a:gd name="T15" fmla="*/ 2147483647 h 1290"/>
                <a:gd name="T16" fmla="*/ 2147483647 w 744"/>
                <a:gd name="T17" fmla="*/ 2147483647 h 1290"/>
                <a:gd name="T18" fmla="*/ 0 w 744"/>
                <a:gd name="T19" fmla="*/ 2147483647 h 1290"/>
                <a:gd name="T20" fmla="*/ 2147483647 w 744"/>
                <a:gd name="T21" fmla="*/ 2147483647 h 1290"/>
                <a:gd name="T22" fmla="*/ 2147483647 w 744"/>
                <a:gd name="T23" fmla="*/ 2147483647 h 1290"/>
                <a:gd name="T24" fmla="*/ 2147483647 w 744"/>
                <a:gd name="T25" fmla="*/ 2147483647 h 1290"/>
                <a:gd name="T26" fmla="*/ 2147483647 w 744"/>
                <a:gd name="T27" fmla="*/ 2147483647 h 1290"/>
                <a:gd name="T28" fmla="*/ 2147483647 w 744"/>
                <a:gd name="T29" fmla="*/ 2147483647 h 1290"/>
                <a:gd name="T30" fmla="*/ 2147483647 w 744"/>
                <a:gd name="T31" fmla="*/ 2147483647 h 1290"/>
                <a:gd name="T32" fmla="*/ 2147483647 w 744"/>
                <a:gd name="T33" fmla="*/ 2147483647 h 1290"/>
                <a:gd name="T34" fmla="*/ 2147483647 w 744"/>
                <a:gd name="T35" fmla="*/ 2147483647 h 1290"/>
                <a:gd name="T36" fmla="*/ 2147483647 w 744"/>
                <a:gd name="T37" fmla="*/ 2147483647 h 1290"/>
                <a:gd name="T38" fmla="*/ 2147483647 w 744"/>
                <a:gd name="T39" fmla="*/ 2147483647 h 1290"/>
                <a:gd name="T40" fmla="*/ 2147483647 w 744"/>
                <a:gd name="T41" fmla="*/ 2147483647 h 1290"/>
                <a:gd name="T42" fmla="*/ 2147483647 w 744"/>
                <a:gd name="T43" fmla="*/ 2147483647 h 1290"/>
                <a:gd name="T44" fmla="*/ 2147483647 w 744"/>
                <a:gd name="T45" fmla="*/ 2147483647 h 1290"/>
                <a:gd name="T46" fmla="*/ 2147483647 w 744"/>
                <a:gd name="T47" fmla="*/ 2147483647 h 1290"/>
                <a:gd name="T48" fmla="*/ 2147483647 w 744"/>
                <a:gd name="T49" fmla="*/ 2147483647 h 1290"/>
                <a:gd name="T50" fmla="*/ 2147483647 w 744"/>
                <a:gd name="T51" fmla="*/ 2147483647 h 1290"/>
                <a:gd name="T52" fmla="*/ 2147483647 w 744"/>
                <a:gd name="T53" fmla="*/ 2147483647 h 1290"/>
                <a:gd name="T54" fmla="*/ 2147483647 w 744"/>
                <a:gd name="T55" fmla="*/ 2147483647 h 1290"/>
                <a:gd name="T56" fmla="*/ 2147483647 w 744"/>
                <a:gd name="T57" fmla="*/ 2147483647 h 1290"/>
                <a:gd name="T58" fmla="*/ 2147483647 w 744"/>
                <a:gd name="T59" fmla="*/ 2147483647 h 1290"/>
                <a:gd name="T60" fmla="*/ 2147483647 w 744"/>
                <a:gd name="T61" fmla="*/ 2147483647 h 1290"/>
                <a:gd name="T62" fmla="*/ 2147483647 w 744"/>
                <a:gd name="T63" fmla="*/ 2147483647 h 1290"/>
                <a:gd name="T64" fmla="*/ 2147483647 w 744"/>
                <a:gd name="T65" fmla="*/ 2147483647 h 1290"/>
                <a:gd name="T66" fmla="*/ 2147483647 w 744"/>
                <a:gd name="T67" fmla="*/ 2147483647 h 1290"/>
                <a:gd name="T68" fmla="*/ 2147483647 w 744"/>
                <a:gd name="T69" fmla="*/ 2147483647 h 1290"/>
                <a:gd name="T70" fmla="*/ 2147483647 w 744"/>
                <a:gd name="T71" fmla="*/ 2147483647 h 1290"/>
                <a:gd name="T72" fmla="*/ 2147483647 w 744"/>
                <a:gd name="T73" fmla="*/ 2147483647 h 1290"/>
                <a:gd name="T74" fmla="*/ 2147483647 w 744"/>
                <a:gd name="T75" fmla="*/ 2147483647 h 1290"/>
                <a:gd name="T76" fmla="*/ 2147483647 w 744"/>
                <a:gd name="T77" fmla="*/ 2147483647 h 1290"/>
                <a:gd name="T78" fmla="*/ 2147483647 w 744"/>
                <a:gd name="T79" fmla="*/ 2147483647 h 1290"/>
                <a:gd name="T80" fmla="*/ 2147483647 w 744"/>
                <a:gd name="T81" fmla="*/ 2147483647 h 1290"/>
                <a:gd name="T82" fmla="*/ 2147483647 w 744"/>
                <a:gd name="T83" fmla="*/ 2147483647 h 1290"/>
                <a:gd name="T84" fmla="*/ 2147483647 w 744"/>
                <a:gd name="T85" fmla="*/ 2147483647 h 1290"/>
                <a:gd name="T86" fmla="*/ 2147483647 w 744"/>
                <a:gd name="T87" fmla="*/ 2147483647 h 1290"/>
                <a:gd name="T88" fmla="*/ 2147483647 w 744"/>
                <a:gd name="T89" fmla="*/ 2147483647 h 1290"/>
                <a:gd name="T90" fmla="*/ 2147483647 w 744"/>
                <a:gd name="T91" fmla="*/ 2147483647 h 1290"/>
                <a:gd name="T92" fmla="*/ 2147483647 w 744"/>
                <a:gd name="T93" fmla="*/ 2147483647 h 129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744"/>
                <a:gd name="T142" fmla="*/ 0 h 1290"/>
                <a:gd name="T143" fmla="*/ 744 w 744"/>
                <a:gd name="T144" fmla="*/ 1290 h 1290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744" h="1290">
                  <a:moveTo>
                    <a:pt x="678" y="624"/>
                  </a:moveTo>
                  <a:lnTo>
                    <a:pt x="720" y="624"/>
                  </a:lnTo>
                  <a:lnTo>
                    <a:pt x="732" y="630"/>
                  </a:lnTo>
                  <a:lnTo>
                    <a:pt x="744" y="630"/>
                  </a:lnTo>
                  <a:lnTo>
                    <a:pt x="738" y="324"/>
                  </a:lnTo>
                  <a:lnTo>
                    <a:pt x="180" y="0"/>
                  </a:lnTo>
                  <a:lnTo>
                    <a:pt x="156" y="12"/>
                  </a:lnTo>
                  <a:lnTo>
                    <a:pt x="144" y="24"/>
                  </a:lnTo>
                  <a:lnTo>
                    <a:pt x="126" y="30"/>
                  </a:lnTo>
                  <a:lnTo>
                    <a:pt x="108" y="42"/>
                  </a:lnTo>
                  <a:lnTo>
                    <a:pt x="126" y="108"/>
                  </a:lnTo>
                  <a:lnTo>
                    <a:pt x="114" y="156"/>
                  </a:lnTo>
                  <a:lnTo>
                    <a:pt x="144" y="192"/>
                  </a:lnTo>
                  <a:lnTo>
                    <a:pt x="150" y="216"/>
                  </a:lnTo>
                  <a:lnTo>
                    <a:pt x="180" y="252"/>
                  </a:lnTo>
                  <a:lnTo>
                    <a:pt x="162" y="288"/>
                  </a:lnTo>
                  <a:lnTo>
                    <a:pt x="144" y="534"/>
                  </a:lnTo>
                  <a:lnTo>
                    <a:pt x="138" y="540"/>
                  </a:lnTo>
                  <a:lnTo>
                    <a:pt x="120" y="564"/>
                  </a:lnTo>
                  <a:lnTo>
                    <a:pt x="96" y="588"/>
                  </a:lnTo>
                  <a:lnTo>
                    <a:pt x="72" y="618"/>
                  </a:lnTo>
                  <a:lnTo>
                    <a:pt x="54" y="636"/>
                  </a:lnTo>
                  <a:lnTo>
                    <a:pt x="48" y="648"/>
                  </a:lnTo>
                  <a:lnTo>
                    <a:pt x="36" y="666"/>
                  </a:lnTo>
                  <a:lnTo>
                    <a:pt x="30" y="678"/>
                  </a:lnTo>
                  <a:lnTo>
                    <a:pt x="24" y="696"/>
                  </a:lnTo>
                  <a:lnTo>
                    <a:pt x="24" y="708"/>
                  </a:lnTo>
                  <a:lnTo>
                    <a:pt x="18" y="714"/>
                  </a:lnTo>
                  <a:lnTo>
                    <a:pt x="18" y="720"/>
                  </a:lnTo>
                  <a:lnTo>
                    <a:pt x="0" y="726"/>
                  </a:lnTo>
                  <a:lnTo>
                    <a:pt x="6" y="786"/>
                  </a:lnTo>
                  <a:lnTo>
                    <a:pt x="18" y="786"/>
                  </a:lnTo>
                  <a:lnTo>
                    <a:pt x="48" y="834"/>
                  </a:lnTo>
                  <a:lnTo>
                    <a:pt x="48" y="846"/>
                  </a:lnTo>
                  <a:lnTo>
                    <a:pt x="48" y="840"/>
                  </a:lnTo>
                  <a:lnTo>
                    <a:pt x="72" y="834"/>
                  </a:lnTo>
                  <a:lnTo>
                    <a:pt x="72" y="852"/>
                  </a:lnTo>
                  <a:lnTo>
                    <a:pt x="78" y="864"/>
                  </a:lnTo>
                  <a:lnTo>
                    <a:pt x="84" y="870"/>
                  </a:lnTo>
                  <a:lnTo>
                    <a:pt x="96" y="870"/>
                  </a:lnTo>
                  <a:lnTo>
                    <a:pt x="102" y="876"/>
                  </a:lnTo>
                  <a:lnTo>
                    <a:pt x="108" y="876"/>
                  </a:lnTo>
                  <a:lnTo>
                    <a:pt x="102" y="912"/>
                  </a:lnTo>
                  <a:lnTo>
                    <a:pt x="114" y="918"/>
                  </a:lnTo>
                  <a:lnTo>
                    <a:pt x="120" y="930"/>
                  </a:lnTo>
                  <a:lnTo>
                    <a:pt x="120" y="966"/>
                  </a:lnTo>
                  <a:lnTo>
                    <a:pt x="114" y="966"/>
                  </a:lnTo>
                  <a:lnTo>
                    <a:pt x="114" y="1002"/>
                  </a:lnTo>
                  <a:lnTo>
                    <a:pt x="120" y="1020"/>
                  </a:lnTo>
                  <a:lnTo>
                    <a:pt x="120" y="1038"/>
                  </a:lnTo>
                  <a:lnTo>
                    <a:pt x="126" y="1050"/>
                  </a:lnTo>
                  <a:lnTo>
                    <a:pt x="138" y="1056"/>
                  </a:lnTo>
                  <a:lnTo>
                    <a:pt x="144" y="1068"/>
                  </a:lnTo>
                  <a:lnTo>
                    <a:pt x="162" y="1086"/>
                  </a:lnTo>
                  <a:lnTo>
                    <a:pt x="66" y="1086"/>
                  </a:lnTo>
                  <a:lnTo>
                    <a:pt x="54" y="1092"/>
                  </a:lnTo>
                  <a:lnTo>
                    <a:pt x="48" y="1098"/>
                  </a:lnTo>
                  <a:lnTo>
                    <a:pt x="48" y="1110"/>
                  </a:lnTo>
                  <a:lnTo>
                    <a:pt x="60" y="1134"/>
                  </a:lnTo>
                  <a:lnTo>
                    <a:pt x="72" y="1146"/>
                  </a:lnTo>
                  <a:lnTo>
                    <a:pt x="78" y="1158"/>
                  </a:lnTo>
                  <a:lnTo>
                    <a:pt x="90" y="1170"/>
                  </a:lnTo>
                  <a:lnTo>
                    <a:pt x="108" y="1182"/>
                  </a:lnTo>
                  <a:lnTo>
                    <a:pt x="120" y="1188"/>
                  </a:lnTo>
                  <a:lnTo>
                    <a:pt x="132" y="1200"/>
                  </a:lnTo>
                  <a:lnTo>
                    <a:pt x="144" y="1224"/>
                  </a:lnTo>
                  <a:lnTo>
                    <a:pt x="144" y="1242"/>
                  </a:lnTo>
                  <a:lnTo>
                    <a:pt x="150" y="1254"/>
                  </a:lnTo>
                  <a:lnTo>
                    <a:pt x="156" y="1272"/>
                  </a:lnTo>
                  <a:lnTo>
                    <a:pt x="156" y="1284"/>
                  </a:lnTo>
                  <a:lnTo>
                    <a:pt x="162" y="1284"/>
                  </a:lnTo>
                  <a:lnTo>
                    <a:pt x="168" y="1290"/>
                  </a:lnTo>
                  <a:lnTo>
                    <a:pt x="186" y="1290"/>
                  </a:lnTo>
                  <a:lnTo>
                    <a:pt x="198" y="1284"/>
                  </a:lnTo>
                  <a:lnTo>
                    <a:pt x="216" y="1266"/>
                  </a:lnTo>
                  <a:lnTo>
                    <a:pt x="228" y="1260"/>
                  </a:lnTo>
                  <a:lnTo>
                    <a:pt x="234" y="1254"/>
                  </a:lnTo>
                  <a:lnTo>
                    <a:pt x="234" y="1278"/>
                  </a:lnTo>
                  <a:lnTo>
                    <a:pt x="240" y="1284"/>
                  </a:lnTo>
                  <a:lnTo>
                    <a:pt x="246" y="1284"/>
                  </a:lnTo>
                  <a:lnTo>
                    <a:pt x="258" y="1278"/>
                  </a:lnTo>
                  <a:lnTo>
                    <a:pt x="270" y="1266"/>
                  </a:lnTo>
                  <a:lnTo>
                    <a:pt x="276" y="1254"/>
                  </a:lnTo>
                  <a:lnTo>
                    <a:pt x="282" y="1248"/>
                  </a:lnTo>
                  <a:lnTo>
                    <a:pt x="372" y="1248"/>
                  </a:lnTo>
                  <a:lnTo>
                    <a:pt x="378" y="1242"/>
                  </a:lnTo>
                  <a:lnTo>
                    <a:pt x="384" y="1230"/>
                  </a:lnTo>
                  <a:lnTo>
                    <a:pt x="390" y="1224"/>
                  </a:lnTo>
                  <a:lnTo>
                    <a:pt x="396" y="1212"/>
                  </a:lnTo>
                  <a:lnTo>
                    <a:pt x="402" y="1206"/>
                  </a:lnTo>
                  <a:lnTo>
                    <a:pt x="402" y="1194"/>
                  </a:lnTo>
                  <a:lnTo>
                    <a:pt x="390" y="1182"/>
                  </a:lnTo>
                  <a:lnTo>
                    <a:pt x="384" y="1182"/>
                  </a:lnTo>
                  <a:lnTo>
                    <a:pt x="402" y="1170"/>
                  </a:lnTo>
                  <a:lnTo>
                    <a:pt x="420" y="1170"/>
                  </a:lnTo>
                  <a:lnTo>
                    <a:pt x="462" y="1164"/>
                  </a:lnTo>
                  <a:lnTo>
                    <a:pt x="510" y="1146"/>
                  </a:lnTo>
                  <a:lnTo>
                    <a:pt x="528" y="1134"/>
                  </a:lnTo>
                  <a:lnTo>
                    <a:pt x="552" y="1110"/>
                  </a:lnTo>
                  <a:lnTo>
                    <a:pt x="552" y="1092"/>
                  </a:lnTo>
                  <a:lnTo>
                    <a:pt x="588" y="1068"/>
                  </a:lnTo>
                  <a:lnTo>
                    <a:pt x="594" y="1038"/>
                  </a:lnTo>
                  <a:lnTo>
                    <a:pt x="648" y="1008"/>
                  </a:lnTo>
                  <a:lnTo>
                    <a:pt x="672" y="1008"/>
                  </a:lnTo>
                  <a:lnTo>
                    <a:pt x="672" y="996"/>
                  </a:lnTo>
                  <a:lnTo>
                    <a:pt x="684" y="996"/>
                  </a:lnTo>
                  <a:lnTo>
                    <a:pt x="684" y="990"/>
                  </a:lnTo>
                  <a:lnTo>
                    <a:pt x="678" y="984"/>
                  </a:lnTo>
                  <a:lnTo>
                    <a:pt x="666" y="966"/>
                  </a:lnTo>
                  <a:lnTo>
                    <a:pt x="654" y="960"/>
                  </a:lnTo>
                  <a:lnTo>
                    <a:pt x="648" y="960"/>
                  </a:lnTo>
                  <a:lnTo>
                    <a:pt x="642" y="936"/>
                  </a:lnTo>
                  <a:lnTo>
                    <a:pt x="660" y="930"/>
                  </a:lnTo>
                  <a:lnTo>
                    <a:pt x="642" y="918"/>
                  </a:lnTo>
                  <a:lnTo>
                    <a:pt x="642" y="876"/>
                  </a:lnTo>
                  <a:lnTo>
                    <a:pt x="636" y="870"/>
                  </a:lnTo>
                  <a:lnTo>
                    <a:pt x="624" y="870"/>
                  </a:lnTo>
                  <a:lnTo>
                    <a:pt x="618" y="876"/>
                  </a:lnTo>
                  <a:lnTo>
                    <a:pt x="606" y="876"/>
                  </a:lnTo>
                  <a:lnTo>
                    <a:pt x="600" y="870"/>
                  </a:lnTo>
                  <a:lnTo>
                    <a:pt x="600" y="852"/>
                  </a:lnTo>
                  <a:lnTo>
                    <a:pt x="606" y="840"/>
                  </a:lnTo>
                  <a:lnTo>
                    <a:pt x="618" y="834"/>
                  </a:lnTo>
                  <a:lnTo>
                    <a:pt x="630" y="822"/>
                  </a:lnTo>
                  <a:lnTo>
                    <a:pt x="630" y="810"/>
                  </a:lnTo>
                  <a:lnTo>
                    <a:pt x="618" y="786"/>
                  </a:lnTo>
                  <a:lnTo>
                    <a:pt x="612" y="780"/>
                  </a:lnTo>
                  <a:lnTo>
                    <a:pt x="630" y="762"/>
                  </a:lnTo>
                  <a:lnTo>
                    <a:pt x="648" y="750"/>
                  </a:lnTo>
                  <a:lnTo>
                    <a:pt x="642" y="732"/>
                  </a:lnTo>
                  <a:lnTo>
                    <a:pt x="636" y="708"/>
                  </a:lnTo>
                  <a:lnTo>
                    <a:pt x="648" y="708"/>
                  </a:lnTo>
                  <a:lnTo>
                    <a:pt x="648" y="690"/>
                  </a:lnTo>
                  <a:lnTo>
                    <a:pt x="660" y="678"/>
                  </a:lnTo>
                  <a:lnTo>
                    <a:pt x="672" y="672"/>
                  </a:lnTo>
                  <a:lnTo>
                    <a:pt x="678" y="666"/>
                  </a:lnTo>
                  <a:lnTo>
                    <a:pt x="678" y="660"/>
                  </a:lnTo>
                  <a:lnTo>
                    <a:pt x="672" y="654"/>
                  </a:lnTo>
                  <a:lnTo>
                    <a:pt x="672" y="642"/>
                  </a:lnTo>
                  <a:lnTo>
                    <a:pt x="666" y="636"/>
                  </a:lnTo>
                  <a:lnTo>
                    <a:pt x="678" y="62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53" name="Central African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2193AE69-4497-43D3-91C9-7D7356A3B295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070603" y="2711719"/>
              <a:ext cx="302427" cy="229915"/>
            </a:xfrm>
            <a:custGeom>
              <a:avLst/>
              <a:gdLst>
                <a:gd name="T0" fmla="*/ 2147483647 w 912"/>
                <a:gd name="T1" fmla="*/ 2147483647 h 702"/>
                <a:gd name="T2" fmla="*/ 2147483647 w 912"/>
                <a:gd name="T3" fmla="*/ 2147483647 h 702"/>
                <a:gd name="T4" fmla="*/ 2147483647 w 912"/>
                <a:gd name="T5" fmla="*/ 2147483647 h 702"/>
                <a:gd name="T6" fmla="*/ 2147483647 w 912"/>
                <a:gd name="T7" fmla="*/ 2147483647 h 702"/>
                <a:gd name="T8" fmla="*/ 2147483647 w 912"/>
                <a:gd name="T9" fmla="*/ 2147483647 h 702"/>
                <a:gd name="T10" fmla="*/ 2147483647 w 912"/>
                <a:gd name="T11" fmla="*/ 2147483647 h 702"/>
                <a:gd name="T12" fmla="*/ 2147483647 w 912"/>
                <a:gd name="T13" fmla="*/ 2147483647 h 702"/>
                <a:gd name="T14" fmla="*/ 2147483647 w 912"/>
                <a:gd name="T15" fmla="*/ 2147483647 h 702"/>
                <a:gd name="T16" fmla="*/ 2147483647 w 912"/>
                <a:gd name="T17" fmla="*/ 2147483647 h 702"/>
                <a:gd name="T18" fmla="*/ 2147483647 w 912"/>
                <a:gd name="T19" fmla="*/ 2147483647 h 702"/>
                <a:gd name="T20" fmla="*/ 2147483647 w 912"/>
                <a:gd name="T21" fmla="*/ 2147483647 h 702"/>
                <a:gd name="T22" fmla="*/ 2147483647 w 912"/>
                <a:gd name="T23" fmla="*/ 2147483647 h 702"/>
                <a:gd name="T24" fmla="*/ 2147483647 w 912"/>
                <a:gd name="T25" fmla="*/ 2147483647 h 702"/>
                <a:gd name="T26" fmla="*/ 2147483647 w 912"/>
                <a:gd name="T27" fmla="*/ 2147483647 h 702"/>
                <a:gd name="T28" fmla="*/ 2147483647 w 912"/>
                <a:gd name="T29" fmla="*/ 2147483647 h 702"/>
                <a:gd name="T30" fmla="*/ 2147483647 w 912"/>
                <a:gd name="T31" fmla="*/ 0 h 702"/>
                <a:gd name="T32" fmla="*/ 2147483647 w 912"/>
                <a:gd name="T33" fmla="*/ 2147483647 h 702"/>
                <a:gd name="T34" fmla="*/ 2147483647 w 912"/>
                <a:gd name="T35" fmla="*/ 2147483647 h 702"/>
                <a:gd name="T36" fmla="*/ 2147483647 w 912"/>
                <a:gd name="T37" fmla="*/ 2147483647 h 702"/>
                <a:gd name="T38" fmla="*/ 2147483647 w 912"/>
                <a:gd name="T39" fmla="*/ 2147483647 h 702"/>
                <a:gd name="T40" fmla="*/ 2147483647 w 912"/>
                <a:gd name="T41" fmla="*/ 2147483647 h 702"/>
                <a:gd name="T42" fmla="*/ 2147483647 w 912"/>
                <a:gd name="T43" fmla="*/ 2147483647 h 702"/>
                <a:gd name="T44" fmla="*/ 2147483647 w 912"/>
                <a:gd name="T45" fmla="*/ 2147483647 h 702"/>
                <a:gd name="T46" fmla="*/ 2147483647 w 912"/>
                <a:gd name="T47" fmla="*/ 2147483647 h 702"/>
                <a:gd name="T48" fmla="*/ 2147483647 w 912"/>
                <a:gd name="T49" fmla="*/ 2147483647 h 702"/>
                <a:gd name="T50" fmla="*/ 2147483647 w 912"/>
                <a:gd name="T51" fmla="*/ 2147483647 h 702"/>
                <a:gd name="T52" fmla="*/ 2147483647 w 912"/>
                <a:gd name="T53" fmla="*/ 2147483647 h 702"/>
                <a:gd name="T54" fmla="*/ 2147483647 w 912"/>
                <a:gd name="T55" fmla="*/ 2147483647 h 702"/>
                <a:gd name="T56" fmla="*/ 2147483647 w 912"/>
                <a:gd name="T57" fmla="*/ 2147483647 h 702"/>
                <a:gd name="T58" fmla="*/ 2147483647 w 912"/>
                <a:gd name="T59" fmla="*/ 2147483647 h 702"/>
                <a:gd name="T60" fmla="*/ 0 w 912"/>
                <a:gd name="T61" fmla="*/ 2147483647 h 702"/>
                <a:gd name="T62" fmla="*/ 2147483647 w 912"/>
                <a:gd name="T63" fmla="*/ 2147483647 h 702"/>
                <a:gd name="T64" fmla="*/ 2147483647 w 912"/>
                <a:gd name="T65" fmla="*/ 2147483647 h 702"/>
                <a:gd name="T66" fmla="*/ 2147483647 w 912"/>
                <a:gd name="T67" fmla="*/ 2147483647 h 702"/>
                <a:gd name="T68" fmla="*/ 2147483647 w 912"/>
                <a:gd name="T69" fmla="*/ 2147483647 h 702"/>
                <a:gd name="T70" fmla="*/ 2147483647 w 912"/>
                <a:gd name="T71" fmla="*/ 2147483647 h 702"/>
                <a:gd name="T72" fmla="*/ 2147483647 w 912"/>
                <a:gd name="T73" fmla="*/ 2147483647 h 702"/>
                <a:gd name="T74" fmla="*/ 2147483647 w 912"/>
                <a:gd name="T75" fmla="*/ 2147483647 h 702"/>
                <a:gd name="T76" fmla="*/ 2147483647 w 912"/>
                <a:gd name="T77" fmla="*/ 2147483647 h 702"/>
                <a:gd name="T78" fmla="*/ 2147483647 w 912"/>
                <a:gd name="T79" fmla="*/ 2147483647 h 702"/>
                <a:gd name="T80" fmla="*/ 2147483647 w 912"/>
                <a:gd name="T81" fmla="*/ 2147483647 h 702"/>
                <a:gd name="T82" fmla="*/ 2147483647 w 912"/>
                <a:gd name="T83" fmla="*/ 2147483647 h 702"/>
                <a:gd name="T84" fmla="*/ 2147483647 w 912"/>
                <a:gd name="T85" fmla="*/ 2147483647 h 702"/>
                <a:gd name="T86" fmla="*/ 2147483647 w 912"/>
                <a:gd name="T87" fmla="*/ 2147483647 h 702"/>
                <a:gd name="T88" fmla="*/ 2147483647 w 912"/>
                <a:gd name="T89" fmla="*/ 2147483647 h 702"/>
                <a:gd name="T90" fmla="*/ 2147483647 w 912"/>
                <a:gd name="T91" fmla="*/ 2147483647 h 702"/>
                <a:gd name="T92" fmla="*/ 2147483647 w 912"/>
                <a:gd name="T93" fmla="*/ 2147483647 h 702"/>
                <a:gd name="T94" fmla="*/ 2147483647 w 912"/>
                <a:gd name="T95" fmla="*/ 2147483647 h 702"/>
                <a:gd name="T96" fmla="*/ 2147483647 w 912"/>
                <a:gd name="T97" fmla="*/ 2147483647 h 702"/>
                <a:gd name="T98" fmla="*/ 2147483647 w 912"/>
                <a:gd name="T99" fmla="*/ 2147483647 h 702"/>
                <a:gd name="T100" fmla="*/ 2147483647 w 912"/>
                <a:gd name="T101" fmla="*/ 2147483647 h 702"/>
                <a:gd name="T102" fmla="*/ 2147483647 w 912"/>
                <a:gd name="T103" fmla="*/ 2147483647 h 702"/>
                <a:gd name="T104" fmla="*/ 2147483647 w 912"/>
                <a:gd name="T105" fmla="*/ 2147483647 h 702"/>
                <a:gd name="T106" fmla="*/ 2147483647 w 912"/>
                <a:gd name="T107" fmla="*/ 2147483647 h 702"/>
                <a:gd name="T108" fmla="*/ 2147483647 w 912"/>
                <a:gd name="T109" fmla="*/ 2147483647 h 702"/>
                <a:gd name="T110" fmla="*/ 2147483647 w 912"/>
                <a:gd name="T111" fmla="*/ 2147483647 h 702"/>
                <a:gd name="T112" fmla="*/ 2147483647 w 912"/>
                <a:gd name="T113" fmla="*/ 2147483647 h 702"/>
                <a:gd name="T114" fmla="*/ 2147483647 w 912"/>
                <a:gd name="T115" fmla="*/ 2147483647 h 702"/>
                <a:gd name="T116" fmla="*/ 2147483647 w 912"/>
                <a:gd name="T117" fmla="*/ 2147483647 h 702"/>
                <a:gd name="T118" fmla="*/ 2147483647 w 912"/>
                <a:gd name="T119" fmla="*/ 2147483647 h 702"/>
                <a:gd name="T120" fmla="*/ 2147483647 w 912"/>
                <a:gd name="T121" fmla="*/ 2147483647 h 70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912"/>
                <a:gd name="T184" fmla="*/ 0 h 702"/>
                <a:gd name="T185" fmla="*/ 912 w 912"/>
                <a:gd name="T186" fmla="*/ 702 h 70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912" h="702">
                  <a:moveTo>
                    <a:pt x="906" y="420"/>
                  </a:moveTo>
                  <a:lnTo>
                    <a:pt x="900" y="414"/>
                  </a:lnTo>
                  <a:lnTo>
                    <a:pt x="888" y="408"/>
                  </a:lnTo>
                  <a:lnTo>
                    <a:pt x="882" y="402"/>
                  </a:lnTo>
                  <a:lnTo>
                    <a:pt x="858" y="396"/>
                  </a:lnTo>
                  <a:lnTo>
                    <a:pt x="858" y="378"/>
                  </a:lnTo>
                  <a:lnTo>
                    <a:pt x="846" y="366"/>
                  </a:lnTo>
                  <a:lnTo>
                    <a:pt x="846" y="360"/>
                  </a:lnTo>
                  <a:lnTo>
                    <a:pt x="858" y="360"/>
                  </a:lnTo>
                  <a:lnTo>
                    <a:pt x="858" y="348"/>
                  </a:lnTo>
                  <a:lnTo>
                    <a:pt x="852" y="342"/>
                  </a:lnTo>
                  <a:lnTo>
                    <a:pt x="834" y="342"/>
                  </a:lnTo>
                  <a:lnTo>
                    <a:pt x="834" y="336"/>
                  </a:lnTo>
                  <a:lnTo>
                    <a:pt x="828" y="330"/>
                  </a:lnTo>
                  <a:lnTo>
                    <a:pt x="822" y="318"/>
                  </a:lnTo>
                  <a:lnTo>
                    <a:pt x="810" y="306"/>
                  </a:lnTo>
                  <a:lnTo>
                    <a:pt x="798" y="300"/>
                  </a:lnTo>
                  <a:lnTo>
                    <a:pt x="792" y="300"/>
                  </a:lnTo>
                  <a:lnTo>
                    <a:pt x="780" y="294"/>
                  </a:lnTo>
                  <a:lnTo>
                    <a:pt x="768" y="282"/>
                  </a:lnTo>
                  <a:lnTo>
                    <a:pt x="768" y="276"/>
                  </a:lnTo>
                  <a:lnTo>
                    <a:pt x="774" y="276"/>
                  </a:lnTo>
                  <a:lnTo>
                    <a:pt x="774" y="270"/>
                  </a:lnTo>
                  <a:lnTo>
                    <a:pt x="780" y="270"/>
                  </a:lnTo>
                  <a:lnTo>
                    <a:pt x="780" y="264"/>
                  </a:lnTo>
                  <a:lnTo>
                    <a:pt x="768" y="252"/>
                  </a:lnTo>
                  <a:lnTo>
                    <a:pt x="756" y="246"/>
                  </a:lnTo>
                  <a:lnTo>
                    <a:pt x="750" y="246"/>
                  </a:lnTo>
                  <a:lnTo>
                    <a:pt x="750" y="228"/>
                  </a:lnTo>
                  <a:lnTo>
                    <a:pt x="720" y="228"/>
                  </a:lnTo>
                  <a:lnTo>
                    <a:pt x="696" y="216"/>
                  </a:lnTo>
                  <a:lnTo>
                    <a:pt x="696" y="186"/>
                  </a:lnTo>
                  <a:lnTo>
                    <a:pt x="648" y="180"/>
                  </a:lnTo>
                  <a:lnTo>
                    <a:pt x="654" y="162"/>
                  </a:lnTo>
                  <a:lnTo>
                    <a:pt x="648" y="162"/>
                  </a:lnTo>
                  <a:lnTo>
                    <a:pt x="642" y="156"/>
                  </a:lnTo>
                  <a:lnTo>
                    <a:pt x="642" y="150"/>
                  </a:lnTo>
                  <a:lnTo>
                    <a:pt x="648" y="144"/>
                  </a:lnTo>
                  <a:lnTo>
                    <a:pt x="654" y="132"/>
                  </a:lnTo>
                  <a:lnTo>
                    <a:pt x="660" y="126"/>
                  </a:lnTo>
                  <a:lnTo>
                    <a:pt x="660" y="96"/>
                  </a:lnTo>
                  <a:lnTo>
                    <a:pt x="654" y="84"/>
                  </a:lnTo>
                  <a:lnTo>
                    <a:pt x="648" y="66"/>
                  </a:lnTo>
                  <a:lnTo>
                    <a:pt x="636" y="54"/>
                  </a:lnTo>
                  <a:lnTo>
                    <a:pt x="630" y="42"/>
                  </a:lnTo>
                  <a:lnTo>
                    <a:pt x="600" y="12"/>
                  </a:lnTo>
                  <a:lnTo>
                    <a:pt x="600" y="0"/>
                  </a:lnTo>
                  <a:lnTo>
                    <a:pt x="576" y="0"/>
                  </a:lnTo>
                  <a:lnTo>
                    <a:pt x="522" y="30"/>
                  </a:lnTo>
                  <a:lnTo>
                    <a:pt x="516" y="60"/>
                  </a:lnTo>
                  <a:lnTo>
                    <a:pt x="480" y="84"/>
                  </a:lnTo>
                  <a:lnTo>
                    <a:pt x="480" y="102"/>
                  </a:lnTo>
                  <a:lnTo>
                    <a:pt x="456" y="126"/>
                  </a:lnTo>
                  <a:lnTo>
                    <a:pt x="438" y="138"/>
                  </a:lnTo>
                  <a:lnTo>
                    <a:pt x="390" y="156"/>
                  </a:lnTo>
                  <a:lnTo>
                    <a:pt x="348" y="162"/>
                  </a:lnTo>
                  <a:lnTo>
                    <a:pt x="330" y="162"/>
                  </a:lnTo>
                  <a:lnTo>
                    <a:pt x="312" y="174"/>
                  </a:lnTo>
                  <a:lnTo>
                    <a:pt x="318" y="174"/>
                  </a:lnTo>
                  <a:lnTo>
                    <a:pt x="330" y="186"/>
                  </a:lnTo>
                  <a:lnTo>
                    <a:pt x="330" y="198"/>
                  </a:lnTo>
                  <a:lnTo>
                    <a:pt x="324" y="204"/>
                  </a:lnTo>
                  <a:lnTo>
                    <a:pt x="318" y="216"/>
                  </a:lnTo>
                  <a:lnTo>
                    <a:pt x="312" y="222"/>
                  </a:lnTo>
                  <a:lnTo>
                    <a:pt x="306" y="234"/>
                  </a:lnTo>
                  <a:lnTo>
                    <a:pt x="300" y="240"/>
                  </a:lnTo>
                  <a:lnTo>
                    <a:pt x="210" y="240"/>
                  </a:lnTo>
                  <a:lnTo>
                    <a:pt x="204" y="246"/>
                  </a:lnTo>
                  <a:lnTo>
                    <a:pt x="198" y="258"/>
                  </a:lnTo>
                  <a:lnTo>
                    <a:pt x="186" y="270"/>
                  </a:lnTo>
                  <a:lnTo>
                    <a:pt x="174" y="276"/>
                  </a:lnTo>
                  <a:lnTo>
                    <a:pt x="168" y="276"/>
                  </a:lnTo>
                  <a:lnTo>
                    <a:pt x="162" y="270"/>
                  </a:lnTo>
                  <a:lnTo>
                    <a:pt x="162" y="246"/>
                  </a:lnTo>
                  <a:lnTo>
                    <a:pt x="156" y="252"/>
                  </a:lnTo>
                  <a:lnTo>
                    <a:pt x="144" y="258"/>
                  </a:lnTo>
                  <a:lnTo>
                    <a:pt x="126" y="276"/>
                  </a:lnTo>
                  <a:lnTo>
                    <a:pt x="114" y="282"/>
                  </a:lnTo>
                  <a:lnTo>
                    <a:pt x="96" y="282"/>
                  </a:lnTo>
                  <a:lnTo>
                    <a:pt x="90" y="276"/>
                  </a:lnTo>
                  <a:lnTo>
                    <a:pt x="78" y="276"/>
                  </a:lnTo>
                  <a:lnTo>
                    <a:pt x="66" y="288"/>
                  </a:lnTo>
                  <a:lnTo>
                    <a:pt x="60" y="300"/>
                  </a:lnTo>
                  <a:lnTo>
                    <a:pt x="54" y="306"/>
                  </a:lnTo>
                  <a:lnTo>
                    <a:pt x="54" y="324"/>
                  </a:lnTo>
                  <a:lnTo>
                    <a:pt x="48" y="336"/>
                  </a:lnTo>
                  <a:lnTo>
                    <a:pt x="42" y="336"/>
                  </a:lnTo>
                  <a:lnTo>
                    <a:pt x="36" y="372"/>
                  </a:lnTo>
                  <a:lnTo>
                    <a:pt x="30" y="372"/>
                  </a:lnTo>
                  <a:lnTo>
                    <a:pt x="24" y="378"/>
                  </a:lnTo>
                  <a:lnTo>
                    <a:pt x="12" y="384"/>
                  </a:lnTo>
                  <a:lnTo>
                    <a:pt x="0" y="396"/>
                  </a:lnTo>
                  <a:lnTo>
                    <a:pt x="0" y="402"/>
                  </a:lnTo>
                  <a:lnTo>
                    <a:pt x="12" y="408"/>
                  </a:lnTo>
                  <a:lnTo>
                    <a:pt x="18" y="408"/>
                  </a:lnTo>
                  <a:lnTo>
                    <a:pt x="18" y="444"/>
                  </a:lnTo>
                  <a:lnTo>
                    <a:pt x="6" y="456"/>
                  </a:lnTo>
                  <a:lnTo>
                    <a:pt x="24" y="468"/>
                  </a:lnTo>
                  <a:lnTo>
                    <a:pt x="24" y="516"/>
                  </a:lnTo>
                  <a:lnTo>
                    <a:pt x="30" y="516"/>
                  </a:lnTo>
                  <a:lnTo>
                    <a:pt x="48" y="534"/>
                  </a:lnTo>
                  <a:lnTo>
                    <a:pt x="54" y="534"/>
                  </a:lnTo>
                  <a:lnTo>
                    <a:pt x="54" y="576"/>
                  </a:lnTo>
                  <a:lnTo>
                    <a:pt x="60" y="582"/>
                  </a:lnTo>
                  <a:lnTo>
                    <a:pt x="72" y="606"/>
                  </a:lnTo>
                  <a:lnTo>
                    <a:pt x="84" y="618"/>
                  </a:lnTo>
                  <a:lnTo>
                    <a:pt x="96" y="624"/>
                  </a:lnTo>
                  <a:lnTo>
                    <a:pt x="102" y="636"/>
                  </a:lnTo>
                  <a:lnTo>
                    <a:pt x="114" y="642"/>
                  </a:lnTo>
                  <a:lnTo>
                    <a:pt x="120" y="660"/>
                  </a:lnTo>
                  <a:lnTo>
                    <a:pt x="120" y="690"/>
                  </a:lnTo>
                  <a:lnTo>
                    <a:pt x="132" y="702"/>
                  </a:lnTo>
                  <a:lnTo>
                    <a:pt x="138" y="696"/>
                  </a:lnTo>
                  <a:lnTo>
                    <a:pt x="144" y="684"/>
                  </a:lnTo>
                  <a:lnTo>
                    <a:pt x="150" y="678"/>
                  </a:lnTo>
                  <a:lnTo>
                    <a:pt x="156" y="666"/>
                  </a:lnTo>
                  <a:lnTo>
                    <a:pt x="156" y="642"/>
                  </a:lnTo>
                  <a:lnTo>
                    <a:pt x="144" y="630"/>
                  </a:lnTo>
                  <a:lnTo>
                    <a:pt x="162" y="600"/>
                  </a:lnTo>
                  <a:lnTo>
                    <a:pt x="192" y="600"/>
                  </a:lnTo>
                  <a:lnTo>
                    <a:pt x="210" y="582"/>
                  </a:lnTo>
                  <a:lnTo>
                    <a:pt x="228" y="582"/>
                  </a:lnTo>
                  <a:lnTo>
                    <a:pt x="264" y="600"/>
                  </a:lnTo>
                  <a:lnTo>
                    <a:pt x="276" y="600"/>
                  </a:lnTo>
                  <a:lnTo>
                    <a:pt x="288" y="588"/>
                  </a:lnTo>
                  <a:lnTo>
                    <a:pt x="300" y="570"/>
                  </a:lnTo>
                  <a:lnTo>
                    <a:pt x="300" y="552"/>
                  </a:lnTo>
                  <a:lnTo>
                    <a:pt x="294" y="552"/>
                  </a:lnTo>
                  <a:lnTo>
                    <a:pt x="294" y="540"/>
                  </a:lnTo>
                  <a:lnTo>
                    <a:pt x="306" y="528"/>
                  </a:lnTo>
                  <a:lnTo>
                    <a:pt x="312" y="528"/>
                  </a:lnTo>
                  <a:lnTo>
                    <a:pt x="324" y="516"/>
                  </a:lnTo>
                  <a:lnTo>
                    <a:pt x="330" y="504"/>
                  </a:lnTo>
                  <a:lnTo>
                    <a:pt x="330" y="498"/>
                  </a:lnTo>
                  <a:lnTo>
                    <a:pt x="336" y="486"/>
                  </a:lnTo>
                  <a:lnTo>
                    <a:pt x="336" y="480"/>
                  </a:lnTo>
                  <a:lnTo>
                    <a:pt x="342" y="474"/>
                  </a:lnTo>
                  <a:lnTo>
                    <a:pt x="354" y="468"/>
                  </a:lnTo>
                  <a:lnTo>
                    <a:pt x="366" y="468"/>
                  </a:lnTo>
                  <a:lnTo>
                    <a:pt x="384" y="474"/>
                  </a:lnTo>
                  <a:lnTo>
                    <a:pt x="396" y="474"/>
                  </a:lnTo>
                  <a:lnTo>
                    <a:pt x="408" y="480"/>
                  </a:lnTo>
                  <a:lnTo>
                    <a:pt x="408" y="492"/>
                  </a:lnTo>
                  <a:lnTo>
                    <a:pt x="426" y="492"/>
                  </a:lnTo>
                  <a:lnTo>
                    <a:pt x="432" y="498"/>
                  </a:lnTo>
                  <a:lnTo>
                    <a:pt x="432" y="528"/>
                  </a:lnTo>
                  <a:lnTo>
                    <a:pt x="474" y="528"/>
                  </a:lnTo>
                  <a:lnTo>
                    <a:pt x="480" y="534"/>
                  </a:lnTo>
                  <a:lnTo>
                    <a:pt x="492" y="540"/>
                  </a:lnTo>
                  <a:lnTo>
                    <a:pt x="540" y="540"/>
                  </a:lnTo>
                  <a:lnTo>
                    <a:pt x="552" y="546"/>
                  </a:lnTo>
                  <a:lnTo>
                    <a:pt x="558" y="552"/>
                  </a:lnTo>
                  <a:lnTo>
                    <a:pt x="570" y="558"/>
                  </a:lnTo>
                  <a:lnTo>
                    <a:pt x="576" y="552"/>
                  </a:lnTo>
                  <a:lnTo>
                    <a:pt x="582" y="540"/>
                  </a:lnTo>
                  <a:lnTo>
                    <a:pt x="588" y="534"/>
                  </a:lnTo>
                  <a:lnTo>
                    <a:pt x="588" y="522"/>
                  </a:lnTo>
                  <a:lnTo>
                    <a:pt x="606" y="504"/>
                  </a:lnTo>
                  <a:lnTo>
                    <a:pt x="612" y="492"/>
                  </a:lnTo>
                  <a:lnTo>
                    <a:pt x="636" y="516"/>
                  </a:lnTo>
                  <a:lnTo>
                    <a:pt x="642" y="516"/>
                  </a:lnTo>
                  <a:lnTo>
                    <a:pt x="648" y="510"/>
                  </a:lnTo>
                  <a:lnTo>
                    <a:pt x="660" y="504"/>
                  </a:lnTo>
                  <a:lnTo>
                    <a:pt x="672" y="492"/>
                  </a:lnTo>
                  <a:lnTo>
                    <a:pt x="690" y="492"/>
                  </a:lnTo>
                  <a:lnTo>
                    <a:pt x="714" y="474"/>
                  </a:lnTo>
                  <a:lnTo>
                    <a:pt x="726" y="486"/>
                  </a:lnTo>
                  <a:lnTo>
                    <a:pt x="750" y="486"/>
                  </a:lnTo>
                  <a:lnTo>
                    <a:pt x="756" y="480"/>
                  </a:lnTo>
                  <a:lnTo>
                    <a:pt x="768" y="480"/>
                  </a:lnTo>
                  <a:lnTo>
                    <a:pt x="768" y="468"/>
                  </a:lnTo>
                  <a:lnTo>
                    <a:pt x="786" y="450"/>
                  </a:lnTo>
                  <a:lnTo>
                    <a:pt x="792" y="450"/>
                  </a:lnTo>
                  <a:lnTo>
                    <a:pt x="792" y="456"/>
                  </a:lnTo>
                  <a:lnTo>
                    <a:pt x="804" y="468"/>
                  </a:lnTo>
                  <a:lnTo>
                    <a:pt x="840" y="462"/>
                  </a:lnTo>
                  <a:lnTo>
                    <a:pt x="840" y="468"/>
                  </a:lnTo>
                  <a:lnTo>
                    <a:pt x="852" y="480"/>
                  </a:lnTo>
                  <a:lnTo>
                    <a:pt x="876" y="480"/>
                  </a:lnTo>
                  <a:lnTo>
                    <a:pt x="894" y="474"/>
                  </a:lnTo>
                  <a:lnTo>
                    <a:pt x="912" y="456"/>
                  </a:lnTo>
                  <a:lnTo>
                    <a:pt x="912" y="432"/>
                  </a:lnTo>
                  <a:lnTo>
                    <a:pt x="906" y="42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54" name="Canada" descr="© INSCALE GmbH, 05.05.2010&#10;http://www.presentationload.com/">
              <a:extLst>
                <a:ext uri="{FF2B5EF4-FFF2-40B4-BE49-F238E27FC236}">
                  <a16:creationId xmlns:a16="http://schemas.microsoft.com/office/drawing/2014/main" id="{992DA52E-5471-4E54-BDC6-737A539CA78C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1122596" y="944335"/>
              <a:ext cx="1841696" cy="947915"/>
            </a:xfrm>
            <a:custGeom>
              <a:avLst/>
              <a:gdLst>
                <a:gd name="T0" fmla="*/ 2147483647 w 5574"/>
                <a:gd name="T1" fmla="*/ 2147483647 h 2886"/>
                <a:gd name="T2" fmla="*/ 2147483647 w 5574"/>
                <a:gd name="T3" fmla="*/ 2147483647 h 2886"/>
                <a:gd name="T4" fmla="*/ 2147483647 w 5574"/>
                <a:gd name="T5" fmla="*/ 2147483647 h 2886"/>
                <a:gd name="T6" fmla="*/ 2147483647 w 5574"/>
                <a:gd name="T7" fmla="*/ 2147483647 h 2886"/>
                <a:gd name="T8" fmla="*/ 2147483647 w 5574"/>
                <a:gd name="T9" fmla="*/ 2147483647 h 2886"/>
                <a:gd name="T10" fmla="*/ 2147483647 w 5574"/>
                <a:gd name="T11" fmla="*/ 2147483647 h 2886"/>
                <a:gd name="T12" fmla="*/ 2147483647 w 5574"/>
                <a:gd name="T13" fmla="*/ 2147483647 h 2886"/>
                <a:gd name="T14" fmla="*/ 2147483647 w 5574"/>
                <a:gd name="T15" fmla="*/ 2147483647 h 2886"/>
                <a:gd name="T16" fmla="*/ 2147483647 w 5574"/>
                <a:gd name="T17" fmla="*/ 2147483647 h 2886"/>
                <a:gd name="T18" fmla="*/ 2147483647 w 5574"/>
                <a:gd name="T19" fmla="*/ 2147483647 h 2886"/>
                <a:gd name="T20" fmla="*/ 2147483647 w 5574"/>
                <a:gd name="T21" fmla="*/ 2147483647 h 2886"/>
                <a:gd name="T22" fmla="*/ 2147483647 w 5574"/>
                <a:gd name="T23" fmla="*/ 2147483647 h 2886"/>
                <a:gd name="T24" fmla="*/ 2147483647 w 5574"/>
                <a:gd name="T25" fmla="*/ 2147483647 h 2886"/>
                <a:gd name="T26" fmla="*/ 2147483647 w 5574"/>
                <a:gd name="T27" fmla="*/ 2147483647 h 2886"/>
                <a:gd name="T28" fmla="*/ 2147483647 w 5574"/>
                <a:gd name="T29" fmla="*/ 2147483647 h 2886"/>
                <a:gd name="T30" fmla="*/ 2147483647 w 5574"/>
                <a:gd name="T31" fmla="*/ 2147483647 h 2886"/>
                <a:gd name="T32" fmla="*/ 2147483647 w 5574"/>
                <a:gd name="T33" fmla="*/ 2147483647 h 2886"/>
                <a:gd name="T34" fmla="*/ 2147483647 w 5574"/>
                <a:gd name="T35" fmla="*/ 2147483647 h 2886"/>
                <a:gd name="T36" fmla="*/ 2147483647 w 5574"/>
                <a:gd name="T37" fmla="*/ 2147483647 h 2886"/>
                <a:gd name="T38" fmla="*/ 2147483647 w 5574"/>
                <a:gd name="T39" fmla="*/ 2147483647 h 2886"/>
                <a:gd name="T40" fmla="*/ 2147483647 w 5574"/>
                <a:gd name="T41" fmla="*/ 2147483647 h 2886"/>
                <a:gd name="T42" fmla="*/ 2147483647 w 5574"/>
                <a:gd name="T43" fmla="*/ 2147483647 h 2886"/>
                <a:gd name="T44" fmla="*/ 2147483647 w 5574"/>
                <a:gd name="T45" fmla="*/ 2147483647 h 2886"/>
                <a:gd name="T46" fmla="*/ 2147483647 w 5574"/>
                <a:gd name="T47" fmla="*/ 2147483647 h 2886"/>
                <a:gd name="T48" fmla="*/ 2147483647 w 5574"/>
                <a:gd name="T49" fmla="*/ 2147483647 h 2886"/>
                <a:gd name="T50" fmla="*/ 2147483647 w 5574"/>
                <a:gd name="T51" fmla="*/ 2147483647 h 2886"/>
                <a:gd name="T52" fmla="*/ 2147483647 w 5574"/>
                <a:gd name="T53" fmla="*/ 2147483647 h 2886"/>
                <a:gd name="T54" fmla="*/ 2147483647 w 5574"/>
                <a:gd name="T55" fmla="*/ 2147483647 h 2886"/>
                <a:gd name="T56" fmla="*/ 2147483647 w 5574"/>
                <a:gd name="T57" fmla="*/ 2147483647 h 2886"/>
                <a:gd name="T58" fmla="*/ 2147483647 w 5574"/>
                <a:gd name="T59" fmla="*/ 2147483647 h 2886"/>
                <a:gd name="T60" fmla="*/ 2147483647 w 5574"/>
                <a:gd name="T61" fmla="*/ 2147483647 h 2886"/>
                <a:gd name="T62" fmla="*/ 2147483647 w 5574"/>
                <a:gd name="T63" fmla="*/ 2147483647 h 2886"/>
                <a:gd name="T64" fmla="*/ 2147483647 w 5574"/>
                <a:gd name="T65" fmla="*/ 2147483647 h 2886"/>
                <a:gd name="T66" fmla="*/ 2147483647 w 5574"/>
                <a:gd name="T67" fmla="*/ 2147483647 h 2886"/>
                <a:gd name="T68" fmla="*/ 2147483647 w 5574"/>
                <a:gd name="T69" fmla="*/ 2147483647 h 2886"/>
                <a:gd name="T70" fmla="*/ 2147483647 w 5574"/>
                <a:gd name="T71" fmla="*/ 2147483647 h 2886"/>
                <a:gd name="T72" fmla="*/ 2147483647 w 5574"/>
                <a:gd name="T73" fmla="*/ 2147483647 h 2886"/>
                <a:gd name="T74" fmla="*/ 2147483647 w 5574"/>
                <a:gd name="T75" fmla="*/ 2147483647 h 2886"/>
                <a:gd name="T76" fmla="*/ 2147483647 w 5574"/>
                <a:gd name="T77" fmla="*/ 2147483647 h 2886"/>
                <a:gd name="T78" fmla="*/ 2147483647 w 5574"/>
                <a:gd name="T79" fmla="*/ 2147483647 h 2886"/>
                <a:gd name="T80" fmla="*/ 2147483647 w 5574"/>
                <a:gd name="T81" fmla="*/ 2147483647 h 2886"/>
                <a:gd name="T82" fmla="*/ 2147483647 w 5574"/>
                <a:gd name="T83" fmla="*/ 2147483647 h 2886"/>
                <a:gd name="T84" fmla="*/ 2147483647 w 5574"/>
                <a:gd name="T85" fmla="*/ 2147483647 h 2886"/>
                <a:gd name="T86" fmla="*/ 2147483647 w 5574"/>
                <a:gd name="T87" fmla="*/ 2147483647 h 2886"/>
                <a:gd name="T88" fmla="*/ 2147483647 w 5574"/>
                <a:gd name="T89" fmla="*/ 2147483647 h 2886"/>
                <a:gd name="T90" fmla="*/ 2147483647 w 5574"/>
                <a:gd name="T91" fmla="*/ 2147483647 h 2886"/>
                <a:gd name="T92" fmla="*/ 2147483647 w 5574"/>
                <a:gd name="T93" fmla="*/ 2147483647 h 2886"/>
                <a:gd name="T94" fmla="*/ 2147483647 w 5574"/>
                <a:gd name="T95" fmla="*/ 2147483647 h 2886"/>
                <a:gd name="T96" fmla="*/ 2147483647 w 5574"/>
                <a:gd name="T97" fmla="*/ 2147483647 h 2886"/>
                <a:gd name="T98" fmla="*/ 2147483647 w 5574"/>
                <a:gd name="T99" fmla="*/ 2147483647 h 2886"/>
                <a:gd name="T100" fmla="*/ 2147483647 w 5574"/>
                <a:gd name="T101" fmla="*/ 2147483647 h 2886"/>
                <a:gd name="T102" fmla="*/ 2147483647 w 5574"/>
                <a:gd name="T103" fmla="*/ 2147483647 h 2886"/>
                <a:gd name="T104" fmla="*/ 2147483647 w 5574"/>
                <a:gd name="T105" fmla="*/ 2147483647 h 2886"/>
                <a:gd name="T106" fmla="*/ 2147483647 w 5574"/>
                <a:gd name="T107" fmla="*/ 2147483647 h 2886"/>
                <a:gd name="T108" fmla="*/ 2147483647 w 5574"/>
                <a:gd name="T109" fmla="*/ 2147483647 h 2886"/>
                <a:gd name="T110" fmla="*/ 2147483647 w 5574"/>
                <a:gd name="T111" fmla="*/ 2147483647 h 2886"/>
                <a:gd name="T112" fmla="*/ 2147483647 w 5574"/>
                <a:gd name="T113" fmla="*/ 2147483647 h 2886"/>
                <a:gd name="T114" fmla="*/ 2147483647 w 5574"/>
                <a:gd name="T115" fmla="*/ 2147483647 h 2886"/>
                <a:gd name="T116" fmla="*/ 2147483647 w 5574"/>
                <a:gd name="T117" fmla="*/ 2147483647 h 2886"/>
                <a:gd name="T118" fmla="*/ 2147483647 w 5574"/>
                <a:gd name="T119" fmla="*/ 2147483647 h 2886"/>
                <a:gd name="T120" fmla="*/ 2147483647 w 5574"/>
                <a:gd name="T121" fmla="*/ 2147483647 h 2886"/>
                <a:gd name="T122" fmla="*/ 2147483647 w 5574"/>
                <a:gd name="T123" fmla="*/ 2147483647 h 2886"/>
                <a:gd name="T124" fmla="*/ 2147483647 w 5574"/>
                <a:gd name="T125" fmla="*/ 2147483647 h 288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5574"/>
                <a:gd name="T190" fmla="*/ 0 h 2886"/>
                <a:gd name="T191" fmla="*/ 5574 w 5574"/>
                <a:gd name="T192" fmla="*/ 2886 h 288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5574" h="2886">
                  <a:moveTo>
                    <a:pt x="3114" y="252"/>
                  </a:moveTo>
                  <a:lnTo>
                    <a:pt x="3138" y="252"/>
                  </a:lnTo>
                  <a:lnTo>
                    <a:pt x="3150" y="258"/>
                  </a:lnTo>
                  <a:lnTo>
                    <a:pt x="3168" y="258"/>
                  </a:lnTo>
                  <a:lnTo>
                    <a:pt x="3174" y="252"/>
                  </a:lnTo>
                  <a:lnTo>
                    <a:pt x="3174" y="246"/>
                  </a:lnTo>
                  <a:lnTo>
                    <a:pt x="3168" y="234"/>
                  </a:lnTo>
                  <a:lnTo>
                    <a:pt x="3156" y="228"/>
                  </a:lnTo>
                  <a:lnTo>
                    <a:pt x="3108" y="228"/>
                  </a:lnTo>
                  <a:lnTo>
                    <a:pt x="3066" y="234"/>
                  </a:lnTo>
                  <a:lnTo>
                    <a:pt x="3036" y="246"/>
                  </a:lnTo>
                  <a:lnTo>
                    <a:pt x="3018" y="246"/>
                  </a:lnTo>
                  <a:lnTo>
                    <a:pt x="3060" y="246"/>
                  </a:lnTo>
                  <a:lnTo>
                    <a:pt x="3096" y="252"/>
                  </a:lnTo>
                  <a:lnTo>
                    <a:pt x="3114" y="252"/>
                  </a:lnTo>
                  <a:close/>
                  <a:moveTo>
                    <a:pt x="2988" y="318"/>
                  </a:moveTo>
                  <a:lnTo>
                    <a:pt x="3036" y="318"/>
                  </a:lnTo>
                  <a:lnTo>
                    <a:pt x="3048" y="312"/>
                  </a:lnTo>
                  <a:lnTo>
                    <a:pt x="3060" y="312"/>
                  </a:lnTo>
                  <a:lnTo>
                    <a:pt x="3072" y="300"/>
                  </a:lnTo>
                  <a:lnTo>
                    <a:pt x="3072" y="294"/>
                  </a:lnTo>
                  <a:lnTo>
                    <a:pt x="3066" y="282"/>
                  </a:lnTo>
                  <a:lnTo>
                    <a:pt x="3138" y="270"/>
                  </a:lnTo>
                  <a:lnTo>
                    <a:pt x="3120" y="264"/>
                  </a:lnTo>
                  <a:lnTo>
                    <a:pt x="3054" y="264"/>
                  </a:lnTo>
                  <a:lnTo>
                    <a:pt x="3042" y="276"/>
                  </a:lnTo>
                  <a:lnTo>
                    <a:pt x="3030" y="276"/>
                  </a:lnTo>
                  <a:lnTo>
                    <a:pt x="2994" y="270"/>
                  </a:lnTo>
                  <a:lnTo>
                    <a:pt x="2958" y="270"/>
                  </a:lnTo>
                  <a:lnTo>
                    <a:pt x="2940" y="282"/>
                  </a:lnTo>
                  <a:lnTo>
                    <a:pt x="2940" y="294"/>
                  </a:lnTo>
                  <a:lnTo>
                    <a:pt x="2946" y="300"/>
                  </a:lnTo>
                  <a:lnTo>
                    <a:pt x="2970" y="312"/>
                  </a:lnTo>
                  <a:lnTo>
                    <a:pt x="2976" y="318"/>
                  </a:lnTo>
                  <a:lnTo>
                    <a:pt x="2988" y="318"/>
                  </a:lnTo>
                  <a:close/>
                  <a:moveTo>
                    <a:pt x="2682" y="384"/>
                  </a:moveTo>
                  <a:lnTo>
                    <a:pt x="2628" y="408"/>
                  </a:lnTo>
                  <a:lnTo>
                    <a:pt x="2634" y="408"/>
                  </a:lnTo>
                  <a:lnTo>
                    <a:pt x="2646" y="414"/>
                  </a:lnTo>
                  <a:lnTo>
                    <a:pt x="2652" y="414"/>
                  </a:lnTo>
                  <a:lnTo>
                    <a:pt x="2658" y="420"/>
                  </a:lnTo>
                  <a:lnTo>
                    <a:pt x="2658" y="426"/>
                  </a:lnTo>
                  <a:lnTo>
                    <a:pt x="2622" y="426"/>
                  </a:lnTo>
                  <a:lnTo>
                    <a:pt x="2586" y="432"/>
                  </a:lnTo>
                  <a:lnTo>
                    <a:pt x="2556" y="438"/>
                  </a:lnTo>
                  <a:lnTo>
                    <a:pt x="2544" y="438"/>
                  </a:lnTo>
                  <a:lnTo>
                    <a:pt x="2520" y="456"/>
                  </a:lnTo>
                  <a:lnTo>
                    <a:pt x="2580" y="450"/>
                  </a:lnTo>
                  <a:lnTo>
                    <a:pt x="2586" y="450"/>
                  </a:lnTo>
                  <a:lnTo>
                    <a:pt x="2592" y="456"/>
                  </a:lnTo>
                  <a:lnTo>
                    <a:pt x="2610" y="456"/>
                  </a:lnTo>
                  <a:lnTo>
                    <a:pt x="2628" y="462"/>
                  </a:lnTo>
                  <a:lnTo>
                    <a:pt x="2658" y="462"/>
                  </a:lnTo>
                  <a:lnTo>
                    <a:pt x="2694" y="450"/>
                  </a:lnTo>
                  <a:lnTo>
                    <a:pt x="2730" y="444"/>
                  </a:lnTo>
                  <a:lnTo>
                    <a:pt x="2742" y="438"/>
                  </a:lnTo>
                  <a:lnTo>
                    <a:pt x="2742" y="450"/>
                  </a:lnTo>
                  <a:lnTo>
                    <a:pt x="2760" y="450"/>
                  </a:lnTo>
                  <a:lnTo>
                    <a:pt x="2796" y="444"/>
                  </a:lnTo>
                  <a:lnTo>
                    <a:pt x="2856" y="444"/>
                  </a:lnTo>
                  <a:lnTo>
                    <a:pt x="2850" y="444"/>
                  </a:lnTo>
                  <a:lnTo>
                    <a:pt x="2844" y="450"/>
                  </a:lnTo>
                  <a:lnTo>
                    <a:pt x="2832" y="450"/>
                  </a:lnTo>
                  <a:lnTo>
                    <a:pt x="2790" y="456"/>
                  </a:lnTo>
                  <a:lnTo>
                    <a:pt x="2730" y="468"/>
                  </a:lnTo>
                  <a:lnTo>
                    <a:pt x="2706" y="468"/>
                  </a:lnTo>
                  <a:lnTo>
                    <a:pt x="2688" y="474"/>
                  </a:lnTo>
                  <a:lnTo>
                    <a:pt x="2670" y="474"/>
                  </a:lnTo>
                  <a:lnTo>
                    <a:pt x="2652" y="480"/>
                  </a:lnTo>
                  <a:lnTo>
                    <a:pt x="2646" y="486"/>
                  </a:lnTo>
                  <a:lnTo>
                    <a:pt x="2640" y="486"/>
                  </a:lnTo>
                  <a:lnTo>
                    <a:pt x="2658" y="486"/>
                  </a:lnTo>
                  <a:lnTo>
                    <a:pt x="2694" y="492"/>
                  </a:lnTo>
                  <a:lnTo>
                    <a:pt x="2760" y="498"/>
                  </a:lnTo>
                  <a:lnTo>
                    <a:pt x="2808" y="492"/>
                  </a:lnTo>
                  <a:lnTo>
                    <a:pt x="2850" y="480"/>
                  </a:lnTo>
                  <a:lnTo>
                    <a:pt x="2874" y="474"/>
                  </a:lnTo>
                  <a:lnTo>
                    <a:pt x="2886" y="468"/>
                  </a:lnTo>
                  <a:lnTo>
                    <a:pt x="2958" y="450"/>
                  </a:lnTo>
                  <a:lnTo>
                    <a:pt x="3000" y="450"/>
                  </a:lnTo>
                  <a:lnTo>
                    <a:pt x="3054" y="444"/>
                  </a:lnTo>
                  <a:lnTo>
                    <a:pt x="3096" y="438"/>
                  </a:lnTo>
                  <a:lnTo>
                    <a:pt x="3120" y="432"/>
                  </a:lnTo>
                  <a:lnTo>
                    <a:pt x="3138" y="420"/>
                  </a:lnTo>
                  <a:lnTo>
                    <a:pt x="3156" y="414"/>
                  </a:lnTo>
                  <a:lnTo>
                    <a:pt x="3168" y="408"/>
                  </a:lnTo>
                  <a:lnTo>
                    <a:pt x="3168" y="396"/>
                  </a:lnTo>
                  <a:lnTo>
                    <a:pt x="3156" y="384"/>
                  </a:lnTo>
                  <a:lnTo>
                    <a:pt x="3144" y="378"/>
                  </a:lnTo>
                  <a:lnTo>
                    <a:pt x="3120" y="378"/>
                  </a:lnTo>
                  <a:lnTo>
                    <a:pt x="3114" y="384"/>
                  </a:lnTo>
                  <a:lnTo>
                    <a:pt x="3108" y="384"/>
                  </a:lnTo>
                  <a:lnTo>
                    <a:pt x="3108" y="396"/>
                  </a:lnTo>
                  <a:lnTo>
                    <a:pt x="3072" y="396"/>
                  </a:lnTo>
                  <a:lnTo>
                    <a:pt x="3078" y="390"/>
                  </a:lnTo>
                  <a:lnTo>
                    <a:pt x="3078" y="378"/>
                  </a:lnTo>
                  <a:lnTo>
                    <a:pt x="3102" y="354"/>
                  </a:lnTo>
                  <a:lnTo>
                    <a:pt x="3102" y="342"/>
                  </a:lnTo>
                  <a:lnTo>
                    <a:pt x="3096" y="342"/>
                  </a:lnTo>
                  <a:lnTo>
                    <a:pt x="3054" y="348"/>
                  </a:lnTo>
                  <a:lnTo>
                    <a:pt x="2988" y="372"/>
                  </a:lnTo>
                  <a:lnTo>
                    <a:pt x="2976" y="378"/>
                  </a:lnTo>
                  <a:lnTo>
                    <a:pt x="3024" y="378"/>
                  </a:lnTo>
                  <a:lnTo>
                    <a:pt x="3018" y="408"/>
                  </a:lnTo>
                  <a:lnTo>
                    <a:pt x="2898" y="420"/>
                  </a:lnTo>
                  <a:lnTo>
                    <a:pt x="2898" y="414"/>
                  </a:lnTo>
                  <a:lnTo>
                    <a:pt x="2892" y="408"/>
                  </a:lnTo>
                  <a:lnTo>
                    <a:pt x="2892" y="372"/>
                  </a:lnTo>
                  <a:lnTo>
                    <a:pt x="2886" y="366"/>
                  </a:lnTo>
                  <a:lnTo>
                    <a:pt x="2874" y="366"/>
                  </a:lnTo>
                  <a:lnTo>
                    <a:pt x="2856" y="360"/>
                  </a:lnTo>
                  <a:lnTo>
                    <a:pt x="2814" y="360"/>
                  </a:lnTo>
                  <a:lnTo>
                    <a:pt x="2682" y="384"/>
                  </a:lnTo>
                  <a:close/>
                  <a:moveTo>
                    <a:pt x="2832" y="342"/>
                  </a:moveTo>
                  <a:lnTo>
                    <a:pt x="2844" y="330"/>
                  </a:lnTo>
                  <a:lnTo>
                    <a:pt x="2844" y="318"/>
                  </a:lnTo>
                  <a:lnTo>
                    <a:pt x="2838" y="312"/>
                  </a:lnTo>
                  <a:lnTo>
                    <a:pt x="2814" y="312"/>
                  </a:lnTo>
                  <a:lnTo>
                    <a:pt x="2802" y="318"/>
                  </a:lnTo>
                  <a:lnTo>
                    <a:pt x="2796" y="324"/>
                  </a:lnTo>
                  <a:lnTo>
                    <a:pt x="2796" y="330"/>
                  </a:lnTo>
                  <a:lnTo>
                    <a:pt x="2802" y="336"/>
                  </a:lnTo>
                  <a:lnTo>
                    <a:pt x="2814" y="336"/>
                  </a:lnTo>
                  <a:lnTo>
                    <a:pt x="2820" y="342"/>
                  </a:lnTo>
                  <a:lnTo>
                    <a:pt x="2832" y="342"/>
                  </a:lnTo>
                  <a:close/>
                  <a:moveTo>
                    <a:pt x="3012" y="564"/>
                  </a:moveTo>
                  <a:lnTo>
                    <a:pt x="2988" y="540"/>
                  </a:lnTo>
                  <a:lnTo>
                    <a:pt x="2958" y="540"/>
                  </a:lnTo>
                  <a:lnTo>
                    <a:pt x="2952" y="534"/>
                  </a:lnTo>
                  <a:lnTo>
                    <a:pt x="2946" y="534"/>
                  </a:lnTo>
                  <a:lnTo>
                    <a:pt x="2934" y="528"/>
                  </a:lnTo>
                  <a:lnTo>
                    <a:pt x="2916" y="528"/>
                  </a:lnTo>
                  <a:lnTo>
                    <a:pt x="2898" y="534"/>
                  </a:lnTo>
                  <a:lnTo>
                    <a:pt x="2892" y="540"/>
                  </a:lnTo>
                  <a:lnTo>
                    <a:pt x="2892" y="552"/>
                  </a:lnTo>
                  <a:lnTo>
                    <a:pt x="2928" y="570"/>
                  </a:lnTo>
                  <a:lnTo>
                    <a:pt x="2934" y="576"/>
                  </a:lnTo>
                  <a:lnTo>
                    <a:pt x="2946" y="582"/>
                  </a:lnTo>
                  <a:lnTo>
                    <a:pt x="3012" y="564"/>
                  </a:lnTo>
                  <a:close/>
                  <a:moveTo>
                    <a:pt x="2460" y="414"/>
                  </a:moveTo>
                  <a:lnTo>
                    <a:pt x="2442" y="420"/>
                  </a:lnTo>
                  <a:lnTo>
                    <a:pt x="2430" y="426"/>
                  </a:lnTo>
                  <a:lnTo>
                    <a:pt x="2430" y="438"/>
                  </a:lnTo>
                  <a:lnTo>
                    <a:pt x="2442" y="438"/>
                  </a:lnTo>
                  <a:lnTo>
                    <a:pt x="2472" y="432"/>
                  </a:lnTo>
                  <a:lnTo>
                    <a:pt x="2490" y="426"/>
                  </a:lnTo>
                  <a:lnTo>
                    <a:pt x="2502" y="420"/>
                  </a:lnTo>
                  <a:lnTo>
                    <a:pt x="2502" y="414"/>
                  </a:lnTo>
                  <a:lnTo>
                    <a:pt x="2496" y="408"/>
                  </a:lnTo>
                  <a:lnTo>
                    <a:pt x="2484" y="408"/>
                  </a:lnTo>
                  <a:lnTo>
                    <a:pt x="2460" y="414"/>
                  </a:lnTo>
                  <a:close/>
                  <a:moveTo>
                    <a:pt x="2970" y="858"/>
                  </a:moveTo>
                  <a:lnTo>
                    <a:pt x="2988" y="858"/>
                  </a:lnTo>
                  <a:lnTo>
                    <a:pt x="3006" y="864"/>
                  </a:lnTo>
                  <a:lnTo>
                    <a:pt x="3018" y="870"/>
                  </a:lnTo>
                  <a:lnTo>
                    <a:pt x="3036" y="876"/>
                  </a:lnTo>
                  <a:lnTo>
                    <a:pt x="3060" y="882"/>
                  </a:lnTo>
                  <a:lnTo>
                    <a:pt x="3096" y="882"/>
                  </a:lnTo>
                  <a:lnTo>
                    <a:pt x="3126" y="876"/>
                  </a:lnTo>
                  <a:lnTo>
                    <a:pt x="3138" y="876"/>
                  </a:lnTo>
                  <a:lnTo>
                    <a:pt x="3120" y="810"/>
                  </a:lnTo>
                  <a:lnTo>
                    <a:pt x="3018" y="792"/>
                  </a:lnTo>
                  <a:lnTo>
                    <a:pt x="2988" y="828"/>
                  </a:lnTo>
                  <a:lnTo>
                    <a:pt x="2958" y="828"/>
                  </a:lnTo>
                  <a:lnTo>
                    <a:pt x="2952" y="834"/>
                  </a:lnTo>
                  <a:lnTo>
                    <a:pt x="2952" y="846"/>
                  </a:lnTo>
                  <a:lnTo>
                    <a:pt x="2958" y="852"/>
                  </a:lnTo>
                  <a:lnTo>
                    <a:pt x="2970" y="858"/>
                  </a:lnTo>
                  <a:close/>
                  <a:moveTo>
                    <a:pt x="168" y="2034"/>
                  </a:moveTo>
                  <a:lnTo>
                    <a:pt x="168" y="2040"/>
                  </a:lnTo>
                  <a:lnTo>
                    <a:pt x="174" y="2046"/>
                  </a:lnTo>
                  <a:lnTo>
                    <a:pt x="192" y="2046"/>
                  </a:lnTo>
                  <a:lnTo>
                    <a:pt x="186" y="2070"/>
                  </a:lnTo>
                  <a:lnTo>
                    <a:pt x="216" y="2052"/>
                  </a:lnTo>
                  <a:lnTo>
                    <a:pt x="216" y="2028"/>
                  </a:lnTo>
                  <a:lnTo>
                    <a:pt x="174" y="2028"/>
                  </a:lnTo>
                  <a:lnTo>
                    <a:pt x="168" y="2034"/>
                  </a:lnTo>
                  <a:close/>
                  <a:moveTo>
                    <a:pt x="252" y="2298"/>
                  </a:moveTo>
                  <a:lnTo>
                    <a:pt x="252" y="2292"/>
                  </a:lnTo>
                  <a:lnTo>
                    <a:pt x="246" y="2286"/>
                  </a:lnTo>
                  <a:lnTo>
                    <a:pt x="246" y="2268"/>
                  </a:lnTo>
                  <a:lnTo>
                    <a:pt x="252" y="2256"/>
                  </a:lnTo>
                  <a:lnTo>
                    <a:pt x="252" y="2238"/>
                  </a:lnTo>
                  <a:lnTo>
                    <a:pt x="246" y="2226"/>
                  </a:lnTo>
                  <a:lnTo>
                    <a:pt x="228" y="2226"/>
                  </a:lnTo>
                  <a:lnTo>
                    <a:pt x="216" y="2220"/>
                  </a:lnTo>
                  <a:lnTo>
                    <a:pt x="204" y="2220"/>
                  </a:lnTo>
                  <a:lnTo>
                    <a:pt x="192" y="2214"/>
                  </a:lnTo>
                  <a:lnTo>
                    <a:pt x="186" y="2208"/>
                  </a:lnTo>
                  <a:lnTo>
                    <a:pt x="174" y="2202"/>
                  </a:lnTo>
                  <a:lnTo>
                    <a:pt x="150" y="2178"/>
                  </a:lnTo>
                  <a:lnTo>
                    <a:pt x="138" y="2172"/>
                  </a:lnTo>
                  <a:lnTo>
                    <a:pt x="126" y="2172"/>
                  </a:lnTo>
                  <a:lnTo>
                    <a:pt x="102" y="2184"/>
                  </a:lnTo>
                  <a:lnTo>
                    <a:pt x="96" y="2196"/>
                  </a:lnTo>
                  <a:lnTo>
                    <a:pt x="96" y="2202"/>
                  </a:lnTo>
                  <a:lnTo>
                    <a:pt x="108" y="2208"/>
                  </a:lnTo>
                  <a:lnTo>
                    <a:pt x="114" y="2214"/>
                  </a:lnTo>
                  <a:lnTo>
                    <a:pt x="120" y="2214"/>
                  </a:lnTo>
                  <a:lnTo>
                    <a:pt x="132" y="2202"/>
                  </a:lnTo>
                  <a:lnTo>
                    <a:pt x="144" y="2208"/>
                  </a:lnTo>
                  <a:lnTo>
                    <a:pt x="132" y="2220"/>
                  </a:lnTo>
                  <a:lnTo>
                    <a:pt x="120" y="2220"/>
                  </a:lnTo>
                  <a:lnTo>
                    <a:pt x="114" y="2226"/>
                  </a:lnTo>
                  <a:lnTo>
                    <a:pt x="102" y="2232"/>
                  </a:lnTo>
                  <a:lnTo>
                    <a:pt x="102" y="2244"/>
                  </a:lnTo>
                  <a:lnTo>
                    <a:pt x="108" y="2250"/>
                  </a:lnTo>
                  <a:lnTo>
                    <a:pt x="126" y="2250"/>
                  </a:lnTo>
                  <a:lnTo>
                    <a:pt x="138" y="2244"/>
                  </a:lnTo>
                  <a:lnTo>
                    <a:pt x="132" y="2262"/>
                  </a:lnTo>
                  <a:lnTo>
                    <a:pt x="150" y="2262"/>
                  </a:lnTo>
                  <a:lnTo>
                    <a:pt x="132" y="2280"/>
                  </a:lnTo>
                  <a:lnTo>
                    <a:pt x="168" y="2274"/>
                  </a:lnTo>
                  <a:lnTo>
                    <a:pt x="156" y="2280"/>
                  </a:lnTo>
                  <a:lnTo>
                    <a:pt x="144" y="2292"/>
                  </a:lnTo>
                  <a:lnTo>
                    <a:pt x="138" y="2292"/>
                  </a:lnTo>
                  <a:lnTo>
                    <a:pt x="138" y="2298"/>
                  </a:lnTo>
                  <a:lnTo>
                    <a:pt x="150" y="2298"/>
                  </a:lnTo>
                  <a:lnTo>
                    <a:pt x="162" y="2286"/>
                  </a:lnTo>
                  <a:lnTo>
                    <a:pt x="168" y="2286"/>
                  </a:lnTo>
                  <a:lnTo>
                    <a:pt x="174" y="2292"/>
                  </a:lnTo>
                  <a:lnTo>
                    <a:pt x="174" y="2304"/>
                  </a:lnTo>
                  <a:lnTo>
                    <a:pt x="162" y="2316"/>
                  </a:lnTo>
                  <a:lnTo>
                    <a:pt x="162" y="2328"/>
                  </a:lnTo>
                  <a:lnTo>
                    <a:pt x="210" y="2328"/>
                  </a:lnTo>
                  <a:lnTo>
                    <a:pt x="228" y="2316"/>
                  </a:lnTo>
                  <a:lnTo>
                    <a:pt x="210" y="2340"/>
                  </a:lnTo>
                  <a:lnTo>
                    <a:pt x="192" y="2340"/>
                  </a:lnTo>
                  <a:lnTo>
                    <a:pt x="186" y="2346"/>
                  </a:lnTo>
                  <a:lnTo>
                    <a:pt x="186" y="2352"/>
                  </a:lnTo>
                  <a:lnTo>
                    <a:pt x="210" y="2364"/>
                  </a:lnTo>
                  <a:lnTo>
                    <a:pt x="216" y="2364"/>
                  </a:lnTo>
                  <a:lnTo>
                    <a:pt x="228" y="2370"/>
                  </a:lnTo>
                  <a:lnTo>
                    <a:pt x="234" y="2376"/>
                  </a:lnTo>
                  <a:lnTo>
                    <a:pt x="246" y="2376"/>
                  </a:lnTo>
                  <a:lnTo>
                    <a:pt x="258" y="2382"/>
                  </a:lnTo>
                  <a:lnTo>
                    <a:pt x="270" y="2376"/>
                  </a:lnTo>
                  <a:lnTo>
                    <a:pt x="288" y="2358"/>
                  </a:lnTo>
                  <a:lnTo>
                    <a:pt x="294" y="2346"/>
                  </a:lnTo>
                  <a:lnTo>
                    <a:pt x="294" y="2340"/>
                  </a:lnTo>
                  <a:lnTo>
                    <a:pt x="288" y="2334"/>
                  </a:lnTo>
                  <a:lnTo>
                    <a:pt x="282" y="2322"/>
                  </a:lnTo>
                  <a:lnTo>
                    <a:pt x="270" y="2316"/>
                  </a:lnTo>
                  <a:lnTo>
                    <a:pt x="264" y="2304"/>
                  </a:lnTo>
                  <a:lnTo>
                    <a:pt x="252" y="2298"/>
                  </a:lnTo>
                  <a:close/>
                  <a:moveTo>
                    <a:pt x="2304" y="372"/>
                  </a:moveTo>
                  <a:lnTo>
                    <a:pt x="2316" y="372"/>
                  </a:lnTo>
                  <a:lnTo>
                    <a:pt x="2328" y="366"/>
                  </a:lnTo>
                  <a:lnTo>
                    <a:pt x="2376" y="366"/>
                  </a:lnTo>
                  <a:lnTo>
                    <a:pt x="2388" y="378"/>
                  </a:lnTo>
                  <a:lnTo>
                    <a:pt x="2388" y="390"/>
                  </a:lnTo>
                  <a:lnTo>
                    <a:pt x="2424" y="390"/>
                  </a:lnTo>
                  <a:lnTo>
                    <a:pt x="2442" y="384"/>
                  </a:lnTo>
                  <a:lnTo>
                    <a:pt x="2454" y="384"/>
                  </a:lnTo>
                  <a:lnTo>
                    <a:pt x="2466" y="390"/>
                  </a:lnTo>
                  <a:lnTo>
                    <a:pt x="2472" y="396"/>
                  </a:lnTo>
                  <a:lnTo>
                    <a:pt x="2490" y="396"/>
                  </a:lnTo>
                  <a:lnTo>
                    <a:pt x="2514" y="384"/>
                  </a:lnTo>
                  <a:lnTo>
                    <a:pt x="2520" y="372"/>
                  </a:lnTo>
                  <a:lnTo>
                    <a:pt x="2520" y="354"/>
                  </a:lnTo>
                  <a:lnTo>
                    <a:pt x="2550" y="354"/>
                  </a:lnTo>
                  <a:lnTo>
                    <a:pt x="2616" y="336"/>
                  </a:lnTo>
                  <a:lnTo>
                    <a:pt x="2580" y="366"/>
                  </a:lnTo>
                  <a:lnTo>
                    <a:pt x="2634" y="378"/>
                  </a:lnTo>
                  <a:lnTo>
                    <a:pt x="2688" y="354"/>
                  </a:lnTo>
                  <a:lnTo>
                    <a:pt x="2784" y="312"/>
                  </a:lnTo>
                  <a:lnTo>
                    <a:pt x="2778" y="312"/>
                  </a:lnTo>
                  <a:lnTo>
                    <a:pt x="2772" y="306"/>
                  </a:lnTo>
                  <a:lnTo>
                    <a:pt x="2754" y="300"/>
                  </a:lnTo>
                  <a:lnTo>
                    <a:pt x="2736" y="300"/>
                  </a:lnTo>
                  <a:lnTo>
                    <a:pt x="2724" y="294"/>
                  </a:lnTo>
                  <a:lnTo>
                    <a:pt x="2706" y="288"/>
                  </a:lnTo>
                  <a:lnTo>
                    <a:pt x="2676" y="288"/>
                  </a:lnTo>
                  <a:lnTo>
                    <a:pt x="2646" y="282"/>
                  </a:lnTo>
                  <a:lnTo>
                    <a:pt x="2604" y="282"/>
                  </a:lnTo>
                  <a:lnTo>
                    <a:pt x="2526" y="294"/>
                  </a:lnTo>
                  <a:lnTo>
                    <a:pt x="2526" y="318"/>
                  </a:lnTo>
                  <a:lnTo>
                    <a:pt x="2406" y="324"/>
                  </a:lnTo>
                  <a:lnTo>
                    <a:pt x="2400" y="324"/>
                  </a:lnTo>
                  <a:lnTo>
                    <a:pt x="2394" y="318"/>
                  </a:lnTo>
                  <a:lnTo>
                    <a:pt x="2334" y="318"/>
                  </a:lnTo>
                  <a:lnTo>
                    <a:pt x="2322" y="324"/>
                  </a:lnTo>
                  <a:lnTo>
                    <a:pt x="2310" y="324"/>
                  </a:lnTo>
                  <a:lnTo>
                    <a:pt x="2304" y="330"/>
                  </a:lnTo>
                  <a:lnTo>
                    <a:pt x="2304" y="372"/>
                  </a:lnTo>
                  <a:close/>
                  <a:moveTo>
                    <a:pt x="150" y="1980"/>
                  </a:moveTo>
                  <a:lnTo>
                    <a:pt x="162" y="2004"/>
                  </a:lnTo>
                  <a:lnTo>
                    <a:pt x="174" y="2010"/>
                  </a:lnTo>
                  <a:lnTo>
                    <a:pt x="186" y="1980"/>
                  </a:lnTo>
                  <a:lnTo>
                    <a:pt x="180" y="1974"/>
                  </a:lnTo>
                  <a:lnTo>
                    <a:pt x="174" y="1974"/>
                  </a:lnTo>
                  <a:lnTo>
                    <a:pt x="162" y="1968"/>
                  </a:lnTo>
                  <a:lnTo>
                    <a:pt x="156" y="1968"/>
                  </a:lnTo>
                  <a:lnTo>
                    <a:pt x="150" y="1974"/>
                  </a:lnTo>
                  <a:lnTo>
                    <a:pt x="150" y="1980"/>
                  </a:lnTo>
                  <a:close/>
                  <a:moveTo>
                    <a:pt x="126" y="1932"/>
                  </a:moveTo>
                  <a:lnTo>
                    <a:pt x="120" y="1932"/>
                  </a:lnTo>
                  <a:lnTo>
                    <a:pt x="108" y="1938"/>
                  </a:lnTo>
                  <a:lnTo>
                    <a:pt x="96" y="1938"/>
                  </a:lnTo>
                  <a:lnTo>
                    <a:pt x="84" y="1944"/>
                  </a:lnTo>
                  <a:lnTo>
                    <a:pt x="78" y="1944"/>
                  </a:lnTo>
                  <a:lnTo>
                    <a:pt x="78" y="1950"/>
                  </a:lnTo>
                  <a:lnTo>
                    <a:pt x="72" y="1962"/>
                  </a:lnTo>
                  <a:lnTo>
                    <a:pt x="66" y="1968"/>
                  </a:lnTo>
                  <a:lnTo>
                    <a:pt x="48" y="1968"/>
                  </a:lnTo>
                  <a:lnTo>
                    <a:pt x="42" y="1962"/>
                  </a:lnTo>
                  <a:lnTo>
                    <a:pt x="48" y="1956"/>
                  </a:lnTo>
                  <a:lnTo>
                    <a:pt x="60" y="1956"/>
                  </a:lnTo>
                  <a:lnTo>
                    <a:pt x="66" y="1950"/>
                  </a:lnTo>
                  <a:lnTo>
                    <a:pt x="72" y="1950"/>
                  </a:lnTo>
                  <a:lnTo>
                    <a:pt x="78" y="1944"/>
                  </a:lnTo>
                  <a:lnTo>
                    <a:pt x="84" y="1944"/>
                  </a:lnTo>
                  <a:lnTo>
                    <a:pt x="78" y="1938"/>
                  </a:lnTo>
                  <a:lnTo>
                    <a:pt x="54" y="1938"/>
                  </a:lnTo>
                  <a:lnTo>
                    <a:pt x="48" y="1944"/>
                  </a:lnTo>
                  <a:lnTo>
                    <a:pt x="48" y="1932"/>
                  </a:lnTo>
                  <a:lnTo>
                    <a:pt x="36" y="1932"/>
                  </a:lnTo>
                  <a:lnTo>
                    <a:pt x="24" y="1944"/>
                  </a:lnTo>
                  <a:lnTo>
                    <a:pt x="6" y="1980"/>
                  </a:lnTo>
                  <a:lnTo>
                    <a:pt x="6" y="2004"/>
                  </a:lnTo>
                  <a:lnTo>
                    <a:pt x="12" y="2004"/>
                  </a:lnTo>
                  <a:lnTo>
                    <a:pt x="12" y="2010"/>
                  </a:lnTo>
                  <a:lnTo>
                    <a:pt x="18" y="2016"/>
                  </a:lnTo>
                  <a:lnTo>
                    <a:pt x="0" y="2022"/>
                  </a:lnTo>
                  <a:lnTo>
                    <a:pt x="12" y="2076"/>
                  </a:lnTo>
                  <a:lnTo>
                    <a:pt x="12" y="2082"/>
                  </a:lnTo>
                  <a:lnTo>
                    <a:pt x="6" y="2082"/>
                  </a:lnTo>
                  <a:lnTo>
                    <a:pt x="12" y="2088"/>
                  </a:lnTo>
                  <a:lnTo>
                    <a:pt x="12" y="2094"/>
                  </a:lnTo>
                  <a:lnTo>
                    <a:pt x="30" y="2094"/>
                  </a:lnTo>
                  <a:lnTo>
                    <a:pt x="30" y="2070"/>
                  </a:lnTo>
                  <a:lnTo>
                    <a:pt x="24" y="2058"/>
                  </a:lnTo>
                  <a:lnTo>
                    <a:pt x="24" y="2040"/>
                  </a:lnTo>
                  <a:lnTo>
                    <a:pt x="36" y="2028"/>
                  </a:lnTo>
                  <a:lnTo>
                    <a:pt x="42" y="2028"/>
                  </a:lnTo>
                  <a:lnTo>
                    <a:pt x="48" y="2016"/>
                  </a:lnTo>
                  <a:lnTo>
                    <a:pt x="54" y="2010"/>
                  </a:lnTo>
                  <a:lnTo>
                    <a:pt x="54" y="1986"/>
                  </a:lnTo>
                  <a:lnTo>
                    <a:pt x="84" y="1956"/>
                  </a:lnTo>
                  <a:lnTo>
                    <a:pt x="108" y="1944"/>
                  </a:lnTo>
                  <a:lnTo>
                    <a:pt x="114" y="1944"/>
                  </a:lnTo>
                  <a:lnTo>
                    <a:pt x="126" y="1938"/>
                  </a:lnTo>
                  <a:lnTo>
                    <a:pt x="126" y="1932"/>
                  </a:lnTo>
                  <a:close/>
                  <a:moveTo>
                    <a:pt x="1896" y="678"/>
                  </a:moveTo>
                  <a:lnTo>
                    <a:pt x="1896" y="690"/>
                  </a:lnTo>
                  <a:lnTo>
                    <a:pt x="1884" y="702"/>
                  </a:lnTo>
                  <a:lnTo>
                    <a:pt x="1884" y="714"/>
                  </a:lnTo>
                  <a:lnTo>
                    <a:pt x="1902" y="714"/>
                  </a:lnTo>
                  <a:lnTo>
                    <a:pt x="1926" y="708"/>
                  </a:lnTo>
                  <a:lnTo>
                    <a:pt x="1944" y="708"/>
                  </a:lnTo>
                  <a:lnTo>
                    <a:pt x="1980" y="696"/>
                  </a:lnTo>
                  <a:lnTo>
                    <a:pt x="1986" y="690"/>
                  </a:lnTo>
                  <a:lnTo>
                    <a:pt x="1992" y="690"/>
                  </a:lnTo>
                  <a:lnTo>
                    <a:pt x="2034" y="702"/>
                  </a:lnTo>
                  <a:lnTo>
                    <a:pt x="2112" y="642"/>
                  </a:lnTo>
                  <a:lnTo>
                    <a:pt x="2244" y="600"/>
                  </a:lnTo>
                  <a:lnTo>
                    <a:pt x="2370" y="564"/>
                  </a:lnTo>
                  <a:lnTo>
                    <a:pt x="2466" y="546"/>
                  </a:lnTo>
                  <a:lnTo>
                    <a:pt x="2454" y="540"/>
                  </a:lnTo>
                  <a:lnTo>
                    <a:pt x="2448" y="528"/>
                  </a:lnTo>
                  <a:lnTo>
                    <a:pt x="2436" y="522"/>
                  </a:lnTo>
                  <a:lnTo>
                    <a:pt x="2424" y="510"/>
                  </a:lnTo>
                  <a:lnTo>
                    <a:pt x="2412" y="504"/>
                  </a:lnTo>
                  <a:lnTo>
                    <a:pt x="2400" y="492"/>
                  </a:lnTo>
                  <a:lnTo>
                    <a:pt x="2352" y="492"/>
                  </a:lnTo>
                  <a:lnTo>
                    <a:pt x="2340" y="498"/>
                  </a:lnTo>
                  <a:lnTo>
                    <a:pt x="2328" y="498"/>
                  </a:lnTo>
                  <a:lnTo>
                    <a:pt x="2262" y="504"/>
                  </a:lnTo>
                  <a:lnTo>
                    <a:pt x="2226" y="480"/>
                  </a:lnTo>
                  <a:lnTo>
                    <a:pt x="2142" y="486"/>
                  </a:lnTo>
                  <a:lnTo>
                    <a:pt x="2094" y="504"/>
                  </a:lnTo>
                  <a:lnTo>
                    <a:pt x="2076" y="522"/>
                  </a:lnTo>
                  <a:lnTo>
                    <a:pt x="2064" y="552"/>
                  </a:lnTo>
                  <a:lnTo>
                    <a:pt x="2010" y="564"/>
                  </a:lnTo>
                  <a:lnTo>
                    <a:pt x="1944" y="588"/>
                  </a:lnTo>
                  <a:lnTo>
                    <a:pt x="1962" y="600"/>
                  </a:lnTo>
                  <a:lnTo>
                    <a:pt x="1842" y="654"/>
                  </a:lnTo>
                  <a:lnTo>
                    <a:pt x="1854" y="654"/>
                  </a:lnTo>
                  <a:lnTo>
                    <a:pt x="1890" y="672"/>
                  </a:lnTo>
                  <a:lnTo>
                    <a:pt x="1896" y="678"/>
                  </a:lnTo>
                  <a:close/>
                  <a:moveTo>
                    <a:pt x="198" y="1968"/>
                  </a:moveTo>
                  <a:lnTo>
                    <a:pt x="192" y="1992"/>
                  </a:lnTo>
                  <a:lnTo>
                    <a:pt x="192" y="2010"/>
                  </a:lnTo>
                  <a:lnTo>
                    <a:pt x="216" y="1998"/>
                  </a:lnTo>
                  <a:lnTo>
                    <a:pt x="198" y="1968"/>
                  </a:lnTo>
                  <a:close/>
                  <a:moveTo>
                    <a:pt x="4182" y="600"/>
                  </a:moveTo>
                  <a:lnTo>
                    <a:pt x="4194" y="606"/>
                  </a:lnTo>
                  <a:lnTo>
                    <a:pt x="4206" y="600"/>
                  </a:lnTo>
                  <a:lnTo>
                    <a:pt x="4218" y="600"/>
                  </a:lnTo>
                  <a:lnTo>
                    <a:pt x="4242" y="588"/>
                  </a:lnTo>
                  <a:lnTo>
                    <a:pt x="4308" y="588"/>
                  </a:lnTo>
                  <a:lnTo>
                    <a:pt x="4314" y="594"/>
                  </a:lnTo>
                  <a:lnTo>
                    <a:pt x="4350" y="594"/>
                  </a:lnTo>
                  <a:lnTo>
                    <a:pt x="4356" y="588"/>
                  </a:lnTo>
                  <a:lnTo>
                    <a:pt x="4356" y="582"/>
                  </a:lnTo>
                  <a:lnTo>
                    <a:pt x="4344" y="558"/>
                  </a:lnTo>
                  <a:lnTo>
                    <a:pt x="4338" y="552"/>
                  </a:lnTo>
                  <a:lnTo>
                    <a:pt x="4326" y="546"/>
                  </a:lnTo>
                  <a:lnTo>
                    <a:pt x="4230" y="546"/>
                  </a:lnTo>
                  <a:lnTo>
                    <a:pt x="4224" y="540"/>
                  </a:lnTo>
                  <a:lnTo>
                    <a:pt x="4212" y="540"/>
                  </a:lnTo>
                  <a:lnTo>
                    <a:pt x="4200" y="534"/>
                  </a:lnTo>
                  <a:lnTo>
                    <a:pt x="4188" y="534"/>
                  </a:lnTo>
                  <a:lnTo>
                    <a:pt x="4176" y="540"/>
                  </a:lnTo>
                  <a:lnTo>
                    <a:pt x="4158" y="558"/>
                  </a:lnTo>
                  <a:lnTo>
                    <a:pt x="4158" y="564"/>
                  </a:lnTo>
                  <a:lnTo>
                    <a:pt x="4176" y="576"/>
                  </a:lnTo>
                  <a:lnTo>
                    <a:pt x="4170" y="582"/>
                  </a:lnTo>
                  <a:lnTo>
                    <a:pt x="4170" y="594"/>
                  </a:lnTo>
                  <a:lnTo>
                    <a:pt x="4176" y="594"/>
                  </a:lnTo>
                  <a:lnTo>
                    <a:pt x="4182" y="600"/>
                  </a:lnTo>
                  <a:close/>
                  <a:moveTo>
                    <a:pt x="3708" y="516"/>
                  </a:moveTo>
                  <a:lnTo>
                    <a:pt x="3678" y="516"/>
                  </a:lnTo>
                  <a:lnTo>
                    <a:pt x="3624" y="510"/>
                  </a:lnTo>
                  <a:lnTo>
                    <a:pt x="3564" y="504"/>
                  </a:lnTo>
                  <a:lnTo>
                    <a:pt x="3468" y="504"/>
                  </a:lnTo>
                  <a:lnTo>
                    <a:pt x="3468" y="516"/>
                  </a:lnTo>
                  <a:lnTo>
                    <a:pt x="3462" y="522"/>
                  </a:lnTo>
                  <a:lnTo>
                    <a:pt x="3426" y="540"/>
                  </a:lnTo>
                  <a:lnTo>
                    <a:pt x="3396" y="546"/>
                  </a:lnTo>
                  <a:lnTo>
                    <a:pt x="3378" y="552"/>
                  </a:lnTo>
                  <a:lnTo>
                    <a:pt x="3372" y="552"/>
                  </a:lnTo>
                  <a:lnTo>
                    <a:pt x="3372" y="558"/>
                  </a:lnTo>
                  <a:lnTo>
                    <a:pt x="3384" y="570"/>
                  </a:lnTo>
                  <a:lnTo>
                    <a:pt x="3390" y="582"/>
                  </a:lnTo>
                  <a:lnTo>
                    <a:pt x="3390" y="594"/>
                  </a:lnTo>
                  <a:lnTo>
                    <a:pt x="3372" y="618"/>
                  </a:lnTo>
                  <a:lnTo>
                    <a:pt x="3402" y="636"/>
                  </a:lnTo>
                  <a:lnTo>
                    <a:pt x="3480" y="606"/>
                  </a:lnTo>
                  <a:lnTo>
                    <a:pt x="3474" y="600"/>
                  </a:lnTo>
                  <a:lnTo>
                    <a:pt x="3468" y="600"/>
                  </a:lnTo>
                  <a:lnTo>
                    <a:pt x="3468" y="594"/>
                  </a:lnTo>
                  <a:lnTo>
                    <a:pt x="3474" y="588"/>
                  </a:lnTo>
                  <a:lnTo>
                    <a:pt x="3486" y="582"/>
                  </a:lnTo>
                  <a:lnTo>
                    <a:pt x="3522" y="582"/>
                  </a:lnTo>
                  <a:lnTo>
                    <a:pt x="3546" y="594"/>
                  </a:lnTo>
                  <a:lnTo>
                    <a:pt x="3552" y="600"/>
                  </a:lnTo>
                  <a:lnTo>
                    <a:pt x="3606" y="594"/>
                  </a:lnTo>
                  <a:lnTo>
                    <a:pt x="3600" y="570"/>
                  </a:lnTo>
                  <a:lnTo>
                    <a:pt x="3630" y="570"/>
                  </a:lnTo>
                  <a:lnTo>
                    <a:pt x="3648" y="564"/>
                  </a:lnTo>
                  <a:lnTo>
                    <a:pt x="3666" y="564"/>
                  </a:lnTo>
                  <a:lnTo>
                    <a:pt x="3690" y="552"/>
                  </a:lnTo>
                  <a:lnTo>
                    <a:pt x="3696" y="546"/>
                  </a:lnTo>
                  <a:lnTo>
                    <a:pt x="3702" y="534"/>
                  </a:lnTo>
                  <a:lnTo>
                    <a:pt x="3714" y="522"/>
                  </a:lnTo>
                  <a:lnTo>
                    <a:pt x="3720" y="522"/>
                  </a:lnTo>
                  <a:lnTo>
                    <a:pt x="3714" y="516"/>
                  </a:lnTo>
                  <a:lnTo>
                    <a:pt x="3708" y="516"/>
                  </a:lnTo>
                  <a:close/>
                  <a:moveTo>
                    <a:pt x="3792" y="150"/>
                  </a:moveTo>
                  <a:lnTo>
                    <a:pt x="3738" y="156"/>
                  </a:lnTo>
                  <a:lnTo>
                    <a:pt x="3756" y="180"/>
                  </a:lnTo>
                  <a:lnTo>
                    <a:pt x="3792" y="150"/>
                  </a:lnTo>
                  <a:close/>
                  <a:moveTo>
                    <a:pt x="3612" y="480"/>
                  </a:moveTo>
                  <a:lnTo>
                    <a:pt x="3636" y="468"/>
                  </a:lnTo>
                  <a:lnTo>
                    <a:pt x="3642" y="456"/>
                  </a:lnTo>
                  <a:lnTo>
                    <a:pt x="3654" y="450"/>
                  </a:lnTo>
                  <a:lnTo>
                    <a:pt x="3660" y="438"/>
                  </a:lnTo>
                  <a:lnTo>
                    <a:pt x="3660" y="432"/>
                  </a:lnTo>
                  <a:lnTo>
                    <a:pt x="3654" y="426"/>
                  </a:lnTo>
                  <a:lnTo>
                    <a:pt x="3642" y="426"/>
                  </a:lnTo>
                  <a:lnTo>
                    <a:pt x="3630" y="420"/>
                  </a:lnTo>
                  <a:lnTo>
                    <a:pt x="3588" y="420"/>
                  </a:lnTo>
                  <a:lnTo>
                    <a:pt x="3570" y="426"/>
                  </a:lnTo>
                  <a:lnTo>
                    <a:pt x="3552" y="426"/>
                  </a:lnTo>
                  <a:lnTo>
                    <a:pt x="3534" y="438"/>
                  </a:lnTo>
                  <a:lnTo>
                    <a:pt x="3516" y="444"/>
                  </a:lnTo>
                  <a:lnTo>
                    <a:pt x="3504" y="450"/>
                  </a:lnTo>
                  <a:lnTo>
                    <a:pt x="3504" y="462"/>
                  </a:lnTo>
                  <a:lnTo>
                    <a:pt x="3528" y="468"/>
                  </a:lnTo>
                  <a:lnTo>
                    <a:pt x="3600" y="480"/>
                  </a:lnTo>
                  <a:lnTo>
                    <a:pt x="3612" y="480"/>
                  </a:lnTo>
                  <a:close/>
                  <a:moveTo>
                    <a:pt x="3954" y="180"/>
                  </a:moveTo>
                  <a:lnTo>
                    <a:pt x="3900" y="192"/>
                  </a:lnTo>
                  <a:lnTo>
                    <a:pt x="3936" y="210"/>
                  </a:lnTo>
                  <a:lnTo>
                    <a:pt x="3924" y="216"/>
                  </a:lnTo>
                  <a:lnTo>
                    <a:pt x="3918" y="222"/>
                  </a:lnTo>
                  <a:lnTo>
                    <a:pt x="3918" y="228"/>
                  </a:lnTo>
                  <a:lnTo>
                    <a:pt x="3924" y="234"/>
                  </a:lnTo>
                  <a:lnTo>
                    <a:pt x="3936" y="240"/>
                  </a:lnTo>
                  <a:lnTo>
                    <a:pt x="3966" y="240"/>
                  </a:lnTo>
                  <a:lnTo>
                    <a:pt x="3942" y="252"/>
                  </a:lnTo>
                  <a:lnTo>
                    <a:pt x="3954" y="252"/>
                  </a:lnTo>
                  <a:lnTo>
                    <a:pt x="4002" y="276"/>
                  </a:lnTo>
                  <a:lnTo>
                    <a:pt x="4014" y="276"/>
                  </a:lnTo>
                  <a:lnTo>
                    <a:pt x="4026" y="270"/>
                  </a:lnTo>
                  <a:lnTo>
                    <a:pt x="4032" y="264"/>
                  </a:lnTo>
                  <a:lnTo>
                    <a:pt x="4044" y="258"/>
                  </a:lnTo>
                  <a:lnTo>
                    <a:pt x="4050" y="252"/>
                  </a:lnTo>
                  <a:lnTo>
                    <a:pt x="4074" y="246"/>
                  </a:lnTo>
                  <a:lnTo>
                    <a:pt x="4086" y="258"/>
                  </a:lnTo>
                  <a:lnTo>
                    <a:pt x="4092" y="270"/>
                  </a:lnTo>
                  <a:lnTo>
                    <a:pt x="4098" y="276"/>
                  </a:lnTo>
                  <a:lnTo>
                    <a:pt x="4104" y="270"/>
                  </a:lnTo>
                  <a:lnTo>
                    <a:pt x="4116" y="270"/>
                  </a:lnTo>
                  <a:lnTo>
                    <a:pt x="4128" y="264"/>
                  </a:lnTo>
                  <a:lnTo>
                    <a:pt x="4134" y="258"/>
                  </a:lnTo>
                  <a:lnTo>
                    <a:pt x="4146" y="258"/>
                  </a:lnTo>
                  <a:lnTo>
                    <a:pt x="4152" y="252"/>
                  </a:lnTo>
                  <a:lnTo>
                    <a:pt x="4158" y="252"/>
                  </a:lnTo>
                  <a:lnTo>
                    <a:pt x="4170" y="246"/>
                  </a:lnTo>
                  <a:lnTo>
                    <a:pt x="4176" y="234"/>
                  </a:lnTo>
                  <a:lnTo>
                    <a:pt x="4182" y="228"/>
                  </a:lnTo>
                  <a:lnTo>
                    <a:pt x="4194" y="246"/>
                  </a:lnTo>
                  <a:lnTo>
                    <a:pt x="4218" y="222"/>
                  </a:lnTo>
                  <a:lnTo>
                    <a:pt x="4218" y="216"/>
                  </a:lnTo>
                  <a:lnTo>
                    <a:pt x="4236" y="210"/>
                  </a:lnTo>
                  <a:lnTo>
                    <a:pt x="4326" y="210"/>
                  </a:lnTo>
                  <a:lnTo>
                    <a:pt x="4332" y="204"/>
                  </a:lnTo>
                  <a:lnTo>
                    <a:pt x="4332" y="192"/>
                  </a:lnTo>
                  <a:lnTo>
                    <a:pt x="4266" y="186"/>
                  </a:lnTo>
                  <a:lnTo>
                    <a:pt x="4302" y="174"/>
                  </a:lnTo>
                  <a:lnTo>
                    <a:pt x="4302" y="132"/>
                  </a:lnTo>
                  <a:lnTo>
                    <a:pt x="4278" y="132"/>
                  </a:lnTo>
                  <a:lnTo>
                    <a:pt x="4266" y="138"/>
                  </a:lnTo>
                  <a:lnTo>
                    <a:pt x="4260" y="144"/>
                  </a:lnTo>
                  <a:lnTo>
                    <a:pt x="4248" y="150"/>
                  </a:lnTo>
                  <a:lnTo>
                    <a:pt x="4242" y="126"/>
                  </a:lnTo>
                  <a:lnTo>
                    <a:pt x="4194" y="132"/>
                  </a:lnTo>
                  <a:lnTo>
                    <a:pt x="4194" y="120"/>
                  </a:lnTo>
                  <a:lnTo>
                    <a:pt x="4176" y="84"/>
                  </a:lnTo>
                  <a:lnTo>
                    <a:pt x="4140" y="84"/>
                  </a:lnTo>
                  <a:lnTo>
                    <a:pt x="4122" y="90"/>
                  </a:lnTo>
                  <a:lnTo>
                    <a:pt x="4110" y="96"/>
                  </a:lnTo>
                  <a:lnTo>
                    <a:pt x="4104" y="102"/>
                  </a:lnTo>
                  <a:lnTo>
                    <a:pt x="4098" y="102"/>
                  </a:lnTo>
                  <a:lnTo>
                    <a:pt x="4020" y="108"/>
                  </a:lnTo>
                  <a:lnTo>
                    <a:pt x="4044" y="126"/>
                  </a:lnTo>
                  <a:lnTo>
                    <a:pt x="3996" y="126"/>
                  </a:lnTo>
                  <a:lnTo>
                    <a:pt x="3984" y="132"/>
                  </a:lnTo>
                  <a:lnTo>
                    <a:pt x="3972" y="132"/>
                  </a:lnTo>
                  <a:lnTo>
                    <a:pt x="3966" y="138"/>
                  </a:lnTo>
                  <a:lnTo>
                    <a:pt x="3984" y="156"/>
                  </a:lnTo>
                  <a:lnTo>
                    <a:pt x="3972" y="156"/>
                  </a:lnTo>
                  <a:lnTo>
                    <a:pt x="3936" y="150"/>
                  </a:lnTo>
                  <a:lnTo>
                    <a:pt x="3906" y="156"/>
                  </a:lnTo>
                  <a:lnTo>
                    <a:pt x="3888" y="168"/>
                  </a:lnTo>
                  <a:lnTo>
                    <a:pt x="3888" y="174"/>
                  </a:lnTo>
                  <a:lnTo>
                    <a:pt x="3894" y="180"/>
                  </a:lnTo>
                  <a:lnTo>
                    <a:pt x="3954" y="180"/>
                  </a:lnTo>
                  <a:close/>
                  <a:moveTo>
                    <a:pt x="3972" y="294"/>
                  </a:moveTo>
                  <a:lnTo>
                    <a:pt x="3954" y="300"/>
                  </a:lnTo>
                  <a:lnTo>
                    <a:pt x="3942" y="306"/>
                  </a:lnTo>
                  <a:lnTo>
                    <a:pt x="3936" y="312"/>
                  </a:lnTo>
                  <a:lnTo>
                    <a:pt x="3936" y="318"/>
                  </a:lnTo>
                  <a:lnTo>
                    <a:pt x="3966" y="324"/>
                  </a:lnTo>
                  <a:lnTo>
                    <a:pt x="3972" y="324"/>
                  </a:lnTo>
                  <a:lnTo>
                    <a:pt x="3990" y="306"/>
                  </a:lnTo>
                  <a:lnTo>
                    <a:pt x="3990" y="300"/>
                  </a:lnTo>
                  <a:lnTo>
                    <a:pt x="3984" y="294"/>
                  </a:lnTo>
                  <a:lnTo>
                    <a:pt x="3972" y="294"/>
                  </a:lnTo>
                  <a:close/>
                  <a:moveTo>
                    <a:pt x="3738" y="336"/>
                  </a:moveTo>
                  <a:lnTo>
                    <a:pt x="3726" y="336"/>
                  </a:lnTo>
                  <a:lnTo>
                    <a:pt x="3720" y="330"/>
                  </a:lnTo>
                  <a:lnTo>
                    <a:pt x="3672" y="330"/>
                  </a:lnTo>
                  <a:lnTo>
                    <a:pt x="3636" y="336"/>
                  </a:lnTo>
                  <a:lnTo>
                    <a:pt x="3624" y="342"/>
                  </a:lnTo>
                  <a:lnTo>
                    <a:pt x="3642" y="360"/>
                  </a:lnTo>
                  <a:lnTo>
                    <a:pt x="3654" y="360"/>
                  </a:lnTo>
                  <a:lnTo>
                    <a:pt x="3660" y="378"/>
                  </a:lnTo>
                  <a:lnTo>
                    <a:pt x="3768" y="378"/>
                  </a:lnTo>
                  <a:lnTo>
                    <a:pt x="3768" y="390"/>
                  </a:lnTo>
                  <a:lnTo>
                    <a:pt x="3762" y="396"/>
                  </a:lnTo>
                  <a:lnTo>
                    <a:pt x="3762" y="408"/>
                  </a:lnTo>
                  <a:lnTo>
                    <a:pt x="3708" y="450"/>
                  </a:lnTo>
                  <a:lnTo>
                    <a:pt x="3732" y="456"/>
                  </a:lnTo>
                  <a:lnTo>
                    <a:pt x="3720" y="468"/>
                  </a:lnTo>
                  <a:lnTo>
                    <a:pt x="3714" y="468"/>
                  </a:lnTo>
                  <a:lnTo>
                    <a:pt x="3708" y="474"/>
                  </a:lnTo>
                  <a:lnTo>
                    <a:pt x="3708" y="480"/>
                  </a:lnTo>
                  <a:lnTo>
                    <a:pt x="3726" y="480"/>
                  </a:lnTo>
                  <a:lnTo>
                    <a:pt x="3738" y="474"/>
                  </a:lnTo>
                  <a:lnTo>
                    <a:pt x="3744" y="474"/>
                  </a:lnTo>
                  <a:lnTo>
                    <a:pt x="3756" y="468"/>
                  </a:lnTo>
                  <a:lnTo>
                    <a:pt x="3756" y="480"/>
                  </a:lnTo>
                  <a:lnTo>
                    <a:pt x="3792" y="480"/>
                  </a:lnTo>
                  <a:lnTo>
                    <a:pt x="3810" y="474"/>
                  </a:lnTo>
                  <a:lnTo>
                    <a:pt x="3822" y="468"/>
                  </a:lnTo>
                  <a:lnTo>
                    <a:pt x="3840" y="468"/>
                  </a:lnTo>
                  <a:lnTo>
                    <a:pt x="3846" y="462"/>
                  </a:lnTo>
                  <a:lnTo>
                    <a:pt x="3852" y="462"/>
                  </a:lnTo>
                  <a:lnTo>
                    <a:pt x="3858" y="486"/>
                  </a:lnTo>
                  <a:lnTo>
                    <a:pt x="3924" y="480"/>
                  </a:lnTo>
                  <a:lnTo>
                    <a:pt x="4002" y="498"/>
                  </a:lnTo>
                  <a:lnTo>
                    <a:pt x="4098" y="486"/>
                  </a:lnTo>
                  <a:lnTo>
                    <a:pt x="4128" y="468"/>
                  </a:lnTo>
                  <a:lnTo>
                    <a:pt x="4122" y="474"/>
                  </a:lnTo>
                  <a:lnTo>
                    <a:pt x="4122" y="486"/>
                  </a:lnTo>
                  <a:lnTo>
                    <a:pt x="4260" y="486"/>
                  </a:lnTo>
                  <a:lnTo>
                    <a:pt x="4272" y="468"/>
                  </a:lnTo>
                  <a:lnTo>
                    <a:pt x="4338" y="438"/>
                  </a:lnTo>
                  <a:lnTo>
                    <a:pt x="4320" y="432"/>
                  </a:lnTo>
                  <a:lnTo>
                    <a:pt x="4320" y="420"/>
                  </a:lnTo>
                  <a:lnTo>
                    <a:pt x="4314" y="420"/>
                  </a:lnTo>
                  <a:lnTo>
                    <a:pt x="4308" y="414"/>
                  </a:lnTo>
                  <a:lnTo>
                    <a:pt x="4290" y="414"/>
                  </a:lnTo>
                  <a:lnTo>
                    <a:pt x="4278" y="408"/>
                  </a:lnTo>
                  <a:lnTo>
                    <a:pt x="4260" y="408"/>
                  </a:lnTo>
                  <a:lnTo>
                    <a:pt x="4242" y="402"/>
                  </a:lnTo>
                  <a:lnTo>
                    <a:pt x="4206" y="402"/>
                  </a:lnTo>
                  <a:lnTo>
                    <a:pt x="4164" y="414"/>
                  </a:lnTo>
                  <a:lnTo>
                    <a:pt x="4116" y="420"/>
                  </a:lnTo>
                  <a:lnTo>
                    <a:pt x="4074" y="426"/>
                  </a:lnTo>
                  <a:lnTo>
                    <a:pt x="4038" y="438"/>
                  </a:lnTo>
                  <a:lnTo>
                    <a:pt x="4026" y="438"/>
                  </a:lnTo>
                  <a:lnTo>
                    <a:pt x="4014" y="432"/>
                  </a:lnTo>
                  <a:lnTo>
                    <a:pt x="4008" y="426"/>
                  </a:lnTo>
                  <a:lnTo>
                    <a:pt x="3996" y="420"/>
                  </a:lnTo>
                  <a:lnTo>
                    <a:pt x="3984" y="420"/>
                  </a:lnTo>
                  <a:lnTo>
                    <a:pt x="3972" y="426"/>
                  </a:lnTo>
                  <a:lnTo>
                    <a:pt x="3960" y="426"/>
                  </a:lnTo>
                  <a:lnTo>
                    <a:pt x="3948" y="432"/>
                  </a:lnTo>
                  <a:lnTo>
                    <a:pt x="3942" y="438"/>
                  </a:lnTo>
                  <a:lnTo>
                    <a:pt x="3936" y="438"/>
                  </a:lnTo>
                  <a:lnTo>
                    <a:pt x="3912" y="414"/>
                  </a:lnTo>
                  <a:lnTo>
                    <a:pt x="3894" y="426"/>
                  </a:lnTo>
                  <a:lnTo>
                    <a:pt x="3864" y="420"/>
                  </a:lnTo>
                  <a:lnTo>
                    <a:pt x="3894" y="408"/>
                  </a:lnTo>
                  <a:lnTo>
                    <a:pt x="3876" y="396"/>
                  </a:lnTo>
                  <a:lnTo>
                    <a:pt x="3822" y="408"/>
                  </a:lnTo>
                  <a:lnTo>
                    <a:pt x="3858" y="396"/>
                  </a:lnTo>
                  <a:lnTo>
                    <a:pt x="3858" y="390"/>
                  </a:lnTo>
                  <a:lnTo>
                    <a:pt x="3924" y="384"/>
                  </a:lnTo>
                  <a:lnTo>
                    <a:pt x="3888" y="372"/>
                  </a:lnTo>
                  <a:lnTo>
                    <a:pt x="3870" y="372"/>
                  </a:lnTo>
                  <a:lnTo>
                    <a:pt x="3876" y="366"/>
                  </a:lnTo>
                  <a:lnTo>
                    <a:pt x="3876" y="360"/>
                  </a:lnTo>
                  <a:lnTo>
                    <a:pt x="3870" y="354"/>
                  </a:lnTo>
                  <a:lnTo>
                    <a:pt x="3840" y="354"/>
                  </a:lnTo>
                  <a:lnTo>
                    <a:pt x="3822" y="360"/>
                  </a:lnTo>
                  <a:lnTo>
                    <a:pt x="3804" y="360"/>
                  </a:lnTo>
                  <a:lnTo>
                    <a:pt x="3786" y="366"/>
                  </a:lnTo>
                  <a:lnTo>
                    <a:pt x="3774" y="354"/>
                  </a:lnTo>
                  <a:lnTo>
                    <a:pt x="3762" y="348"/>
                  </a:lnTo>
                  <a:lnTo>
                    <a:pt x="3756" y="342"/>
                  </a:lnTo>
                  <a:lnTo>
                    <a:pt x="3744" y="336"/>
                  </a:lnTo>
                  <a:lnTo>
                    <a:pt x="3738" y="336"/>
                  </a:lnTo>
                  <a:close/>
                  <a:moveTo>
                    <a:pt x="3264" y="420"/>
                  </a:moveTo>
                  <a:lnTo>
                    <a:pt x="3282" y="420"/>
                  </a:lnTo>
                  <a:lnTo>
                    <a:pt x="3300" y="426"/>
                  </a:lnTo>
                  <a:lnTo>
                    <a:pt x="3318" y="426"/>
                  </a:lnTo>
                  <a:lnTo>
                    <a:pt x="3330" y="432"/>
                  </a:lnTo>
                  <a:lnTo>
                    <a:pt x="3342" y="432"/>
                  </a:lnTo>
                  <a:lnTo>
                    <a:pt x="3330" y="444"/>
                  </a:lnTo>
                  <a:lnTo>
                    <a:pt x="3324" y="444"/>
                  </a:lnTo>
                  <a:lnTo>
                    <a:pt x="3324" y="456"/>
                  </a:lnTo>
                  <a:lnTo>
                    <a:pt x="3438" y="456"/>
                  </a:lnTo>
                  <a:lnTo>
                    <a:pt x="3462" y="444"/>
                  </a:lnTo>
                  <a:lnTo>
                    <a:pt x="3462" y="432"/>
                  </a:lnTo>
                  <a:lnTo>
                    <a:pt x="3468" y="426"/>
                  </a:lnTo>
                  <a:lnTo>
                    <a:pt x="3480" y="426"/>
                  </a:lnTo>
                  <a:lnTo>
                    <a:pt x="3492" y="420"/>
                  </a:lnTo>
                  <a:lnTo>
                    <a:pt x="3504" y="420"/>
                  </a:lnTo>
                  <a:lnTo>
                    <a:pt x="3510" y="414"/>
                  </a:lnTo>
                  <a:lnTo>
                    <a:pt x="3510" y="408"/>
                  </a:lnTo>
                  <a:lnTo>
                    <a:pt x="3522" y="396"/>
                  </a:lnTo>
                  <a:lnTo>
                    <a:pt x="3534" y="390"/>
                  </a:lnTo>
                  <a:lnTo>
                    <a:pt x="3540" y="384"/>
                  </a:lnTo>
                  <a:lnTo>
                    <a:pt x="3552" y="378"/>
                  </a:lnTo>
                  <a:lnTo>
                    <a:pt x="3552" y="372"/>
                  </a:lnTo>
                  <a:lnTo>
                    <a:pt x="3546" y="366"/>
                  </a:lnTo>
                  <a:lnTo>
                    <a:pt x="3534" y="360"/>
                  </a:lnTo>
                  <a:lnTo>
                    <a:pt x="3510" y="360"/>
                  </a:lnTo>
                  <a:lnTo>
                    <a:pt x="3504" y="366"/>
                  </a:lnTo>
                  <a:lnTo>
                    <a:pt x="3492" y="366"/>
                  </a:lnTo>
                  <a:lnTo>
                    <a:pt x="3486" y="360"/>
                  </a:lnTo>
                  <a:lnTo>
                    <a:pt x="3474" y="360"/>
                  </a:lnTo>
                  <a:lnTo>
                    <a:pt x="3462" y="354"/>
                  </a:lnTo>
                  <a:lnTo>
                    <a:pt x="3450" y="354"/>
                  </a:lnTo>
                  <a:lnTo>
                    <a:pt x="3432" y="348"/>
                  </a:lnTo>
                  <a:lnTo>
                    <a:pt x="3426" y="354"/>
                  </a:lnTo>
                  <a:lnTo>
                    <a:pt x="3420" y="354"/>
                  </a:lnTo>
                  <a:lnTo>
                    <a:pt x="3414" y="366"/>
                  </a:lnTo>
                  <a:lnTo>
                    <a:pt x="3414" y="396"/>
                  </a:lnTo>
                  <a:lnTo>
                    <a:pt x="3396" y="378"/>
                  </a:lnTo>
                  <a:lnTo>
                    <a:pt x="3384" y="372"/>
                  </a:lnTo>
                  <a:lnTo>
                    <a:pt x="3366" y="372"/>
                  </a:lnTo>
                  <a:lnTo>
                    <a:pt x="3354" y="384"/>
                  </a:lnTo>
                  <a:lnTo>
                    <a:pt x="3348" y="396"/>
                  </a:lnTo>
                  <a:lnTo>
                    <a:pt x="3330" y="414"/>
                  </a:lnTo>
                  <a:lnTo>
                    <a:pt x="3324" y="414"/>
                  </a:lnTo>
                  <a:lnTo>
                    <a:pt x="3300" y="366"/>
                  </a:lnTo>
                  <a:lnTo>
                    <a:pt x="3288" y="360"/>
                  </a:lnTo>
                  <a:lnTo>
                    <a:pt x="3258" y="360"/>
                  </a:lnTo>
                  <a:lnTo>
                    <a:pt x="3246" y="366"/>
                  </a:lnTo>
                  <a:lnTo>
                    <a:pt x="3240" y="372"/>
                  </a:lnTo>
                  <a:lnTo>
                    <a:pt x="3240" y="396"/>
                  </a:lnTo>
                  <a:lnTo>
                    <a:pt x="3246" y="408"/>
                  </a:lnTo>
                  <a:lnTo>
                    <a:pt x="3258" y="414"/>
                  </a:lnTo>
                  <a:lnTo>
                    <a:pt x="3264" y="420"/>
                  </a:lnTo>
                  <a:close/>
                  <a:moveTo>
                    <a:pt x="3720" y="288"/>
                  </a:moveTo>
                  <a:lnTo>
                    <a:pt x="3726" y="288"/>
                  </a:lnTo>
                  <a:lnTo>
                    <a:pt x="3732" y="294"/>
                  </a:lnTo>
                  <a:lnTo>
                    <a:pt x="3738" y="306"/>
                  </a:lnTo>
                  <a:lnTo>
                    <a:pt x="3768" y="306"/>
                  </a:lnTo>
                  <a:lnTo>
                    <a:pt x="3780" y="300"/>
                  </a:lnTo>
                  <a:lnTo>
                    <a:pt x="3834" y="300"/>
                  </a:lnTo>
                  <a:lnTo>
                    <a:pt x="3834" y="294"/>
                  </a:lnTo>
                  <a:lnTo>
                    <a:pt x="3828" y="294"/>
                  </a:lnTo>
                  <a:lnTo>
                    <a:pt x="3822" y="288"/>
                  </a:lnTo>
                  <a:lnTo>
                    <a:pt x="3810" y="288"/>
                  </a:lnTo>
                  <a:lnTo>
                    <a:pt x="3804" y="282"/>
                  </a:lnTo>
                  <a:lnTo>
                    <a:pt x="3792" y="282"/>
                  </a:lnTo>
                  <a:lnTo>
                    <a:pt x="3804" y="270"/>
                  </a:lnTo>
                  <a:lnTo>
                    <a:pt x="3816" y="264"/>
                  </a:lnTo>
                  <a:lnTo>
                    <a:pt x="3822" y="264"/>
                  </a:lnTo>
                  <a:lnTo>
                    <a:pt x="3828" y="258"/>
                  </a:lnTo>
                  <a:lnTo>
                    <a:pt x="3822" y="258"/>
                  </a:lnTo>
                  <a:lnTo>
                    <a:pt x="3810" y="252"/>
                  </a:lnTo>
                  <a:lnTo>
                    <a:pt x="3738" y="228"/>
                  </a:lnTo>
                  <a:lnTo>
                    <a:pt x="3732" y="228"/>
                  </a:lnTo>
                  <a:lnTo>
                    <a:pt x="3726" y="234"/>
                  </a:lnTo>
                  <a:lnTo>
                    <a:pt x="3714" y="240"/>
                  </a:lnTo>
                  <a:lnTo>
                    <a:pt x="3702" y="240"/>
                  </a:lnTo>
                  <a:lnTo>
                    <a:pt x="3690" y="252"/>
                  </a:lnTo>
                  <a:lnTo>
                    <a:pt x="3690" y="258"/>
                  </a:lnTo>
                  <a:lnTo>
                    <a:pt x="3696" y="264"/>
                  </a:lnTo>
                  <a:lnTo>
                    <a:pt x="3702" y="276"/>
                  </a:lnTo>
                  <a:lnTo>
                    <a:pt x="3714" y="282"/>
                  </a:lnTo>
                  <a:lnTo>
                    <a:pt x="3720" y="288"/>
                  </a:lnTo>
                  <a:close/>
                  <a:moveTo>
                    <a:pt x="3288" y="504"/>
                  </a:moveTo>
                  <a:lnTo>
                    <a:pt x="3270" y="504"/>
                  </a:lnTo>
                  <a:lnTo>
                    <a:pt x="3234" y="510"/>
                  </a:lnTo>
                  <a:lnTo>
                    <a:pt x="3186" y="516"/>
                  </a:lnTo>
                  <a:lnTo>
                    <a:pt x="3144" y="528"/>
                  </a:lnTo>
                  <a:lnTo>
                    <a:pt x="3132" y="534"/>
                  </a:lnTo>
                  <a:lnTo>
                    <a:pt x="3126" y="540"/>
                  </a:lnTo>
                  <a:lnTo>
                    <a:pt x="3132" y="540"/>
                  </a:lnTo>
                  <a:lnTo>
                    <a:pt x="3150" y="558"/>
                  </a:lnTo>
                  <a:lnTo>
                    <a:pt x="3156" y="570"/>
                  </a:lnTo>
                  <a:lnTo>
                    <a:pt x="3156" y="576"/>
                  </a:lnTo>
                  <a:lnTo>
                    <a:pt x="3138" y="582"/>
                  </a:lnTo>
                  <a:lnTo>
                    <a:pt x="3120" y="570"/>
                  </a:lnTo>
                  <a:lnTo>
                    <a:pt x="3090" y="564"/>
                  </a:lnTo>
                  <a:lnTo>
                    <a:pt x="3048" y="570"/>
                  </a:lnTo>
                  <a:lnTo>
                    <a:pt x="3066" y="606"/>
                  </a:lnTo>
                  <a:lnTo>
                    <a:pt x="3072" y="612"/>
                  </a:lnTo>
                  <a:lnTo>
                    <a:pt x="3084" y="618"/>
                  </a:lnTo>
                  <a:lnTo>
                    <a:pt x="3102" y="624"/>
                  </a:lnTo>
                  <a:lnTo>
                    <a:pt x="3114" y="630"/>
                  </a:lnTo>
                  <a:lnTo>
                    <a:pt x="3120" y="642"/>
                  </a:lnTo>
                  <a:lnTo>
                    <a:pt x="3120" y="654"/>
                  </a:lnTo>
                  <a:lnTo>
                    <a:pt x="3126" y="666"/>
                  </a:lnTo>
                  <a:lnTo>
                    <a:pt x="3126" y="678"/>
                  </a:lnTo>
                  <a:lnTo>
                    <a:pt x="3144" y="678"/>
                  </a:lnTo>
                  <a:lnTo>
                    <a:pt x="3228" y="666"/>
                  </a:lnTo>
                  <a:lnTo>
                    <a:pt x="3264" y="660"/>
                  </a:lnTo>
                  <a:lnTo>
                    <a:pt x="3276" y="654"/>
                  </a:lnTo>
                  <a:lnTo>
                    <a:pt x="3282" y="642"/>
                  </a:lnTo>
                  <a:lnTo>
                    <a:pt x="3288" y="624"/>
                  </a:lnTo>
                  <a:lnTo>
                    <a:pt x="3300" y="600"/>
                  </a:lnTo>
                  <a:lnTo>
                    <a:pt x="3300" y="588"/>
                  </a:lnTo>
                  <a:lnTo>
                    <a:pt x="3228" y="576"/>
                  </a:lnTo>
                  <a:lnTo>
                    <a:pt x="3240" y="570"/>
                  </a:lnTo>
                  <a:lnTo>
                    <a:pt x="3348" y="534"/>
                  </a:lnTo>
                  <a:lnTo>
                    <a:pt x="3360" y="528"/>
                  </a:lnTo>
                  <a:lnTo>
                    <a:pt x="3354" y="522"/>
                  </a:lnTo>
                  <a:lnTo>
                    <a:pt x="3342" y="516"/>
                  </a:lnTo>
                  <a:lnTo>
                    <a:pt x="3324" y="510"/>
                  </a:lnTo>
                  <a:lnTo>
                    <a:pt x="3312" y="510"/>
                  </a:lnTo>
                  <a:lnTo>
                    <a:pt x="3300" y="504"/>
                  </a:lnTo>
                  <a:lnTo>
                    <a:pt x="3288" y="504"/>
                  </a:lnTo>
                  <a:close/>
                  <a:moveTo>
                    <a:pt x="2898" y="744"/>
                  </a:moveTo>
                  <a:lnTo>
                    <a:pt x="2880" y="738"/>
                  </a:lnTo>
                  <a:lnTo>
                    <a:pt x="2796" y="738"/>
                  </a:lnTo>
                  <a:lnTo>
                    <a:pt x="2874" y="696"/>
                  </a:lnTo>
                  <a:lnTo>
                    <a:pt x="2880" y="684"/>
                  </a:lnTo>
                  <a:lnTo>
                    <a:pt x="2886" y="654"/>
                  </a:lnTo>
                  <a:lnTo>
                    <a:pt x="2898" y="624"/>
                  </a:lnTo>
                  <a:lnTo>
                    <a:pt x="2898" y="588"/>
                  </a:lnTo>
                  <a:lnTo>
                    <a:pt x="2880" y="570"/>
                  </a:lnTo>
                  <a:lnTo>
                    <a:pt x="2850" y="570"/>
                  </a:lnTo>
                  <a:lnTo>
                    <a:pt x="2814" y="576"/>
                  </a:lnTo>
                  <a:lnTo>
                    <a:pt x="2796" y="582"/>
                  </a:lnTo>
                  <a:lnTo>
                    <a:pt x="2784" y="588"/>
                  </a:lnTo>
                  <a:lnTo>
                    <a:pt x="2784" y="594"/>
                  </a:lnTo>
                  <a:lnTo>
                    <a:pt x="2766" y="612"/>
                  </a:lnTo>
                  <a:lnTo>
                    <a:pt x="2760" y="630"/>
                  </a:lnTo>
                  <a:lnTo>
                    <a:pt x="2736" y="654"/>
                  </a:lnTo>
                  <a:lnTo>
                    <a:pt x="2718" y="666"/>
                  </a:lnTo>
                  <a:lnTo>
                    <a:pt x="2706" y="672"/>
                  </a:lnTo>
                  <a:lnTo>
                    <a:pt x="2700" y="672"/>
                  </a:lnTo>
                  <a:lnTo>
                    <a:pt x="2694" y="666"/>
                  </a:lnTo>
                  <a:lnTo>
                    <a:pt x="2694" y="660"/>
                  </a:lnTo>
                  <a:lnTo>
                    <a:pt x="2700" y="654"/>
                  </a:lnTo>
                  <a:lnTo>
                    <a:pt x="2706" y="642"/>
                  </a:lnTo>
                  <a:lnTo>
                    <a:pt x="2712" y="636"/>
                  </a:lnTo>
                  <a:lnTo>
                    <a:pt x="2718" y="624"/>
                  </a:lnTo>
                  <a:lnTo>
                    <a:pt x="2718" y="612"/>
                  </a:lnTo>
                  <a:lnTo>
                    <a:pt x="2724" y="606"/>
                  </a:lnTo>
                  <a:lnTo>
                    <a:pt x="2724" y="600"/>
                  </a:lnTo>
                  <a:lnTo>
                    <a:pt x="2706" y="594"/>
                  </a:lnTo>
                  <a:lnTo>
                    <a:pt x="2676" y="588"/>
                  </a:lnTo>
                  <a:lnTo>
                    <a:pt x="2628" y="588"/>
                  </a:lnTo>
                  <a:lnTo>
                    <a:pt x="2622" y="606"/>
                  </a:lnTo>
                  <a:lnTo>
                    <a:pt x="2610" y="612"/>
                  </a:lnTo>
                  <a:lnTo>
                    <a:pt x="2586" y="618"/>
                  </a:lnTo>
                  <a:lnTo>
                    <a:pt x="2550" y="624"/>
                  </a:lnTo>
                  <a:lnTo>
                    <a:pt x="2508" y="630"/>
                  </a:lnTo>
                  <a:lnTo>
                    <a:pt x="2490" y="630"/>
                  </a:lnTo>
                  <a:lnTo>
                    <a:pt x="2496" y="624"/>
                  </a:lnTo>
                  <a:lnTo>
                    <a:pt x="2508" y="618"/>
                  </a:lnTo>
                  <a:lnTo>
                    <a:pt x="2520" y="618"/>
                  </a:lnTo>
                  <a:lnTo>
                    <a:pt x="2538" y="612"/>
                  </a:lnTo>
                  <a:lnTo>
                    <a:pt x="2550" y="606"/>
                  </a:lnTo>
                  <a:lnTo>
                    <a:pt x="2586" y="594"/>
                  </a:lnTo>
                  <a:lnTo>
                    <a:pt x="2598" y="588"/>
                  </a:lnTo>
                  <a:lnTo>
                    <a:pt x="2604" y="588"/>
                  </a:lnTo>
                  <a:lnTo>
                    <a:pt x="2604" y="582"/>
                  </a:lnTo>
                  <a:lnTo>
                    <a:pt x="2592" y="576"/>
                  </a:lnTo>
                  <a:lnTo>
                    <a:pt x="2556" y="576"/>
                  </a:lnTo>
                  <a:lnTo>
                    <a:pt x="2496" y="594"/>
                  </a:lnTo>
                  <a:lnTo>
                    <a:pt x="2460" y="600"/>
                  </a:lnTo>
                  <a:lnTo>
                    <a:pt x="2466" y="594"/>
                  </a:lnTo>
                  <a:lnTo>
                    <a:pt x="2478" y="588"/>
                  </a:lnTo>
                  <a:lnTo>
                    <a:pt x="2490" y="576"/>
                  </a:lnTo>
                  <a:lnTo>
                    <a:pt x="2502" y="570"/>
                  </a:lnTo>
                  <a:lnTo>
                    <a:pt x="2514" y="558"/>
                  </a:lnTo>
                  <a:lnTo>
                    <a:pt x="2508" y="558"/>
                  </a:lnTo>
                  <a:lnTo>
                    <a:pt x="2508" y="552"/>
                  </a:lnTo>
                  <a:lnTo>
                    <a:pt x="2496" y="552"/>
                  </a:lnTo>
                  <a:lnTo>
                    <a:pt x="2346" y="600"/>
                  </a:lnTo>
                  <a:lnTo>
                    <a:pt x="2328" y="600"/>
                  </a:lnTo>
                  <a:lnTo>
                    <a:pt x="2244" y="624"/>
                  </a:lnTo>
                  <a:lnTo>
                    <a:pt x="2250" y="642"/>
                  </a:lnTo>
                  <a:lnTo>
                    <a:pt x="2190" y="660"/>
                  </a:lnTo>
                  <a:lnTo>
                    <a:pt x="2172" y="678"/>
                  </a:lnTo>
                  <a:lnTo>
                    <a:pt x="2202" y="690"/>
                  </a:lnTo>
                  <a:lnTo>
                    <a:pt x="2208" y="684"/>
                  </a:lnTo>
                  <a:lnTo>
                    <a:pt x="2220" y="678"/>
                  </a:lnTo>
                  <a:lnTo>
                    <a:pt x="2238" y="678"/>
                  </a:lnTo>
                  <a:lnTo>
                    <a:pt x="2244" y="684"/>
                  </a:lnTo>
                  <a:lnTo>
                    <a:pt x="2244" y="690"/>
                  </a:lnTo>
                  <a:lnTo>
                    <a:pt x="2238" y="696"/>
                  </a:lnTo>
                  <a:lnTo>
                    <a:pt x="2226" y="696"/>
                  </a:lnTo>
                  <a:lnTo>
                    <a:pt x="2208" y="702"/>
                  </a:lnTo>
                  <a:lnTo>
                    <a:pt x="2196" y="702"/>
                  </a:lnTo>
                  <a:lnTo>
                    <a:pt x="2160" y="720"/>
                  </a:lnTo>
                  <a:lnTo>
                    <a:pt x="2166" y="732"/>
                  </a:lnTo>
                  <a:lnTo>
                    <a:pt x="2196" y="732"/>
                  </a:lnTo>
                  <a:lnTo>
                    <a:pt x="2238" y="738"/>
                  </a:lnTo>
                  <a:lnTo>
                    <a:pt x="2322" y="738"/>
                  </a:lnTo>
                  <a:lnTo>
                    <a:pt x="2352" y="744"/>
                  </a:lnTo>
                  <a:lnTo>
                    <a:pt x="2352" y="750"/>
                  </a:lnTo>
                  <a:lnTo>
                    <a:pt x="2322" y="762"/>
                  </a:lnTo>
                  <a:lnTo>
                    <a:pt x="2280" y="762"/>
                  </a:lnTo>
                  <a:lnTo>
                    <a:pt x="2172" y="774"/>
                  </a:lnTo>
                  <a:lnTo>
                    <a:pt x="2136" y="774"/>
                  </a:lnTo>
                  <a:lnTo>
                    <a:pt x="2112" y="786"/>
                  </a:lnTo>
                  <a:lnTo>
                    <a:pt x="2106" y="792"/>
                  </a:lnTo>
                  <a:lnTo>
                    <a:pt x="2118" y="804"/>
                  </a:lnTo>
                  <a:lnTo>
                    <a:pt x="2130" y="810"/>
                  </a:lnTo>
                  <a:lnTo>
                    <a:pt x="2148" y="810"/>
                  </a:lnTo>
                  <a:lnTo>
                    <a:pt x="2160" y="816"/>
                  </a:lnTo>
                  <a:lnTo>
                    <a:pt x="2178" y="822"/>
                  </a:lnTo>
                  <a:lnTo>
                    <a:pt x="2190" y="828"/>
                  </a:lnTo>
                  <a:lnTo>
                    <a:pt x="2190" y="834"/>
                  </a:lnTo>
                  <a:lnTo>
                    <a:pt x="2184" y="840"/>
                  </a:lnTo>
                  <a:lnTo>
                    <a:pt x="2172" y="840"/>
                  </a:lnTo>
                  <a:lnTo>
                    <a:pt x="2154" y="858"/>
                  </a:lnTo>
                  <a:lnTo>
                    <a:pt x="2166" y="870"/>
                  </a:lnTo>
                  <a:lnTo>
                    <a:pt x="2322" y="870"/>
                  </a:lnTo>
                  <a:lnTo>
                    <a:pt x="2370" y="864"/>
                  </a:lnTo>
                  <a:lnTo>
                    <a:pt x="2436" y="858"/>
                  </a:lnTo>
                  <a:lnTo>
                    <a:pt x="2508" y="846"/>
                  </a:lnTo>
                  <a:lnTo>
                    <a:pt x="2574" y="840"/>
                  </a:lnTo>
                  <a:lnTo>
                    <a:pt x="2616" y="828"/>
                  </a:lnTo>
                  <a:lnTo>
                    <a:pt x="2652" y="828"/>
                  </a:lnTo>
                  <a:lnTo>
                    <a:pt x="2736" y="864"/>
                  </a:lnTo>
                  <a:lnTo>
                    <a:pt x="2778" y="876"/>
                  </a:lnTo>
                  <a:lnTo>
                    <a:pt x="2796" y="876"/>
                  </a:lnTo>
                  <a:lnTo>
                    <a:pt x="2814" y="870"/>
                  </a:lnTo>
                  <a:lnTo>
                    <a:pt x="2832" y="852"/>
                  </a:lnTo>
                  <a:lnTo>
                    <a:pt x="2838" y="840"/>
                  </a:lnTo>
                  <a:lnTo>
                    <a:pt x="2844" y="834"/>
                  </a:lnTo>
                  <a:lnTo>
                    <a:pt x="2844" y="822"/>
                  </a:lnTo>
                  <a:lnTo>
                    <a:pt x="2766" y="822"/>
                  </a:lnTo>
                  <a:lnTo>
                    <a:pt x="2802" y="798"/>
                  </a:lnTo>
                  <a:lnTo>
                    <a:pt x="2850" y="798"/>
                  </a:lnTo>
                  <a:lnTo>
                    <a:pt x="2898" y="792"/>
                  </a:lnTo>
                  <a:lnTo>
                    <a:pt x="2910" y="786"/>
                  </a:lnTo>
                  <a:lnTo>
                    <a:pt x="2916" y="786"/>
                  </a:lnTo>
                  <a:lnTo>
                    <a:pt x="2922" y="780"/>
                  </a:lnTo>
                  <a:lnTo>
                    <a:pt x="2916" y="768"/>
                  </a:lnTo>
                  <a:lnTo>
                    <a:pt x="2898" y="750"/>
                  </a:lnTo>
                  <a:lnTo>
                    <a:pt x="2898" y="744"/>
                  </a:lnTo>
                  <a:close/>
                  <a:moveTo>
                    <a:pt x="2868" y="882"/>
                  </a:moveTo>
                  <a:lnTo>
                    <a:pt x="2886" y="882"/>
                  </a:lnTo>
                  <a:lnTo>
                    <a:pt x="2904" y="876"/>
                  </a:lnTo>
                  <a:lnTo>
                    <a:pt x="2910" y="870"/>
                  </a:lnTo>
                  <a:lnTo>
                    <a:pt x="2910" y="864"/>
                  </a:lnTo>
                  <a:lnTo>
                    <a:pt x="2904" y="858"/>
                  </a:lnTo>
                  <a:lnTo>
                    <a:pt x="2880" y="858"/>
                  </a:lnTo>
                  <a:lnTo>
                    <a:pt x="2868" y="870"/>
                  </a:lnTo>
                  <a:lnTo>
                    <a:pt x="2868" y="882"/>
                  </a:lnTo>
                  <a:close/>
                  <a:moveTo>
                    <a:pt x="3276" y="330"/>
                  </a:moveTo>
                  <a:lnTo>
                    <a:pt x="3288" y="330"/>
                  </a:lnTo>
                  <a:lnTo>
                    <a:pt x="3294" y="324"/>
                  </a:lnTo>
                  <a:lnTo>
                    <a:pt x="3300" y="312"/>
                  </a:lnTo>
                  <a:lnTo>
                    <a:pt x="3300" y="306"/>
                  </a:lnTo>
                  <a:lnTo>
                    <a:pt x="3294" y="294"/>
                  </a:lnTo>
                  <a:lnTo>
                    <a:pt x="3288" y="288"/>
                  </a:lnTo>
                  <a:lnTo>
                    <a:pt x="3276" y="288"/>
                  </a:lnTo>
                  <a:lnTo>
                    <a:pt x="3270" y="300"/>
                  </a:lnTo>
                  <a:lnTo>
                    <a:pt x="3264" y="306"/>
                  </a:lnTo>
                  <a:lnTo>
                    <a:pt x="3264" y="324"/>
                  </a:lnTo>
                  <a:lnTo>
                    <a:pt x="3270" y="330"/>
                  </a:lnTo>
                  <a:lnTo>
                    <a:pt x="3276" y="330"/>
                  </a:lnTo>
                  <a:close/>
                  <a:moveTo>
                    <a:pt x="3462" y="228"/>
                  </a:moveTo>
                  <a:lnTo>
                    <a:pt x="3450" y="240"/>
                  </a:lnTo>
                  <a:lnTo>
                    <a:pt x="3450" y="252"/>
                  </a:lnTo>
                  <a:lnTo>
                    <a:pt x="3456" y="258"/>
                  </a:lnTo>
                  <a:lnTo>
                    <a:pt x="3528" y="258"/>
                  </a:lnTo>
                  <a:lnTo>
                    <a:pt x="3546" y="276"/>
                  </a:lnTo>
                  <a:lnTo>
                    <a:pt x="3558" y="282"/>
                  </a:lnTo>
                  <a:lnTo>
                    <a:pt x="3588" y="282"/>
                  </a:lnTo>
                  <a:lnTo>
                    <a:pt x="3612" y="270"/>
                  </a:lnTo>
                  <a:lnTo>
                    <a:pt x="3618" y="264"/>
                  </a:lnTo>
                  <a:lnTo>
                    <a:pt x="3606" y="252"/>
                  </a:lnTo>
                  <a:lnTo>
                    <a:pt x="3636" y="246"/>
                  </a:lnTo>
                  <a:lnTo>
                    <a:pt x="3594" y="210"/>
                  </a:lnTo>
                  <a:lnTo>
                    <a:pt x="3552" y="216"/>
                  </a:lnTo>
                  <a:lnTo>
                    <a:pt x="3534" y="198"/>
                  </a:lnTo>
                  <a:lnTo>
                    <a:pt x="3450" y="198"/>
                  </a:lnTo>
                  <a:lnTo>
                    <a:pt x="3438" y="204"/>
                  </a:lnTo>
                  <a:lnTo>
                    <a:pt x="3426" y="204"/>
                  </a:lnTo>
                  <a:lnTo>
                    <a:pt x="3420" y="210"/>
                  </a:lnTo>
                  <a:lnTo>
                    <a:pt x="3438" y="228"/>
                  </a:lnTo>
                  <a:lnTo>
                    <a:pt x="3462" y="228"/>
                  </a:lnTo>
                  <a:close/>
                  <a:moveTo>
                    <a:pt x="3432" y="1302"/>
                  </a:moveTo>
                  <a:lnTo>
                    <a:pt x="3408" y="1326"/>
                  </a:lnTo>
                  <a:lnTo>
                    <a:pt x="3408" y="1344"/>
                  </a:lnTo>
                  <a:lnTo>
                    <a:pt x="3438" y="1344"/>
                  </a:lnTo>
                  <a:lnTo>
                    <a:pt x="3462" y="1332"/>
                  </a:lnTo>
                  <a:lnTo>
                    <a:pt x="3468" y="1332"/>
                  </a:lnTo>
                  <a:lnTo>
                    <a:pt x="3480" y="1326"/>
                  </a:lnTo>
                  <a:lnTo>
                    <a:pt x="3486" y="1326"/>
                  </a:lnTo>
                  <a:lnTo>
                    <a:pt x="3504" y="1308"/>
                  </a:lnTo>
                  <a:lnTo>
                    <a:pt x="3516" y="1290"/>
                  </a:lnTo>
                  <a:lnTo>
                    <a:pt x="3516" y="1266"/>
                  </a:lnTo>
                  <a:lnTo>
                    <a:pt x="3510" y="1260"/>
                  </a:lnTo>
                  <a:lnTo>
                    <a:pt x="3498" y="1260"/>
                  </a:lnTo>
                  <a:lnTo>
                    <a:pt x="3480" y="1266"/>
                  </a:lnTo>
                  <a:lnTo>
                    <a:pt x="3432" y="1302"/>
                  </a:lnTo>
                  <a:close/>
                  <a:moveTo>
                    <a:pt x="4416" y="1392"/>
                  </a:moveTo>
                  <a:lnTo>
                    <a:pt x="4428" y="1380"/>
                  </a:lnTo>
                  <a:lnTo>
                    <a:pt x="4428" y="1374"/>
                  </a:lnTo>
                  <a:lnTo>
                    <a:pt x="4386" y="1374"/>
                  </a:lnTo>
                  <a:lnTo>
                    <a:pt x="4386" y="1380"/>
                  </a:lnTo>
                  <a:lnTo>
                    <a:pt x="4404" y="1398"/>
                  </a:lnTo>
                  <a:lnTo>
                    <a:pt x="4416" y="1392"/>
                  </a:lnTo>
                  <a:close/>
                  <a:moveTo>
                    <a:pt x="3120" y="2034"/>
                  </a:moveTo>
                  <a:lnTo>
                    <a:pt x="3132" y="2034"/>
                  </a:lnTo>
                  <a:lnTo>
                    <a:pt x="3138" y="2028"/>
                  </a:lnTo>
                  <a:lnTo>
                    <a:pt x="3132" y="2022"/>
                  </a:lnTo>
                  <a:lnTo>
                    <a:pt x="3120" y="2016"/>
                  </a:lnTo>
                  <a:lnTo>
                    <a:pt x="3114" y="2010"/>
                  </a:lnTo>
                  <a:lnTo>
                    <a:pt x="3108" y="2010"/>
                  </a:lnTo>
                  <a:lnTo>
                    <a:pt x="3090" y="2016"/>
                  </a:lnTo>
                  <a:lnTo>
                    <a:pt x="3078" y="2022"/>
                  </a:lnTo>
                  <a:lnTo>
                    <a:pt x="3072" y="2022"/>
                  </a:lnTo>
                  <a:lnTo>
                    <a:pt x="3072" y="2028"/>
                  </a:lnTo>
                  <a:lnTo>
                    <a:pt x="3078" y="2034"/>
                  </a:lnTo>
                  <a:lnTo>
                    <a:pt x="3120" y="2034"/>
                  </a:lnTo>
                  <a:close/>
                  <a:moveTo>
                    <a:pt x="4758" y="996"/>
                  </a:moveTo>
                  <a:lnTo>
                    <a:pt x="4746" y="996"/>
                  </a:lnTo>
                  <a:lnTo>
                    <a:pt x="4734" y="984"/>
                  </a:lnTo>
                  <a:lnTo>
                    <a:pt x="4704" y="1008"/>
                  </a:lnTo>
                  <a:lnTo>
                    <a:pt x="4704" y="978"/>
                  </a:lnTo>
                  <a:lnTo>
                    <a:pt x="4662" y="978"/>
                  </a:lnTo>
                  <a:lnTo>
                    <a:pt x="4668" y="978"/>
                  </a:lnTo>
                  <a:lnTo>
                    <a:pt x="4674" y="972"/>
                  </a:lnTo>
                  <a:lnTo>
                    <a:pt x="4686" y="972"/>
                  </a:lnTo>
                  <a:lnTo>
                    <a:pt x="4698" y="966"/>
                  </a:lnTo>
                  <a:lnTo>
                    <a:pt x="4704" y="954"/>
                  </a:lnTo>
                  <a:lnTo>
                    <a:pt x="4704" y="948"/>
                  </a:lnTo>
                  <a:lnTo>
                    <a:pt x="4698" y="942"/>
                  </a:lnTo>
                  <a:lnTo>
                    <a:pt x="4680" y="942"/>
                  </a:lnTo>
                  <a:lnTo>
                    <a:pt x="4668" y="936"/>
                  </a:lnTo>
                  <a:lnTo>
                    <a:pt x="4650" y="936"/>
                  </a:lnTo>
                  <a:lnTo>
                    <a:pt x="4632" y="930"/>
                  </a:lnTo>
                  <a:lnTo>
                    <a:pt x="4620" y="930"/>
                  </a:lnTo>
                  <a:lnTo>
                    <a:pt x="4614" y="918"/>
                  </a:lnTo>
                  <a:lnTo>
                    <a:pt x="4566" y="912"/>
                  </a:lnTo>
                  <a:lnTo>
                    <a:pt x="4500" y="870"/>
                  </a:lnTo>
                  <a:lnTo>
                    <a:pt x="4566" y="864"/>
                  </a:lnTo>
                  <a:lnTo>
                    <a:pt x="4536" y="840"/>
                  </a:lnTo>
                  <a:lnTo>
                    <a:pt x="4542" y="840"/>
                  </a:lnTo>
                  <a:lnTo>
                    <a:pt x="4548" y="834"/>
                  </a:lnTo>
                  <a:lnTo>
                    <a:pt x="4584" y="834"/>
                  </a:lnTo>
                  <a:lnTo>
                    <a:pt x="4596" y="840"/>
                  </a:lnTo>
                  <a:lnTo>
                    <a:pt x="4638" y="840"/>
                  </a:lnTo>
                  <a:lnTo>
                    <a:pt x="4638" y="834"/>
                  </a:lnTo>
                  <a:lnTo>
                    <a:pt x="4632" y="828"/>
                  </a:lnTo>
                  <a:lnTo>
                    <a:pt x="4614" y="822"/>
                  </a:lnTo>
                  <a:lnTo>
                    <a:pt x="4596" y="822"/>
                  </a:lnTo>
                  <a:lnTo>
                    <a:pt x="4578" y="816"/>
                  </a:lnTo>
                  <a:lnTo>
                    <a:pt x="4518" y="816"/>
                  </a:lnTo>
                  <a:lnTo>
                    <a:pt x="4536" y="816"/>
                  </a:lnTo>
                  <a:lnTo>
                    <a:pt x="4620" y="804"/>
                  </a:lnTo>
                  <a:lnTo>
                    <a:pt x="4638" y="798"/>
                  </a:lnTo>
                  <a:lnTo>
                    <a:pt x="4638" y="792"/>
                  </a:lnTo>
                  <a:lnTo>
                    <a:pt x="4632" y="792"/>
                  </a:lnTo>
                  <a:lnTo>
                    <a:pt x="4626" y="786"/>
                  </a:lnTo>
                  <a:lnTo>
                    <a:pt x="4608" y="786"/>
                  </a:lnTo>
                  <a:lnTo>
                    <a:pt x="4500" y="798"/>
                  </a:lnTo>
                  <a:lnTo>
                    <a:pt x="4560" y="762"/>
                  </a:lnTo>
                  <a:lnTo>
                    <a:pt x="4620" y="762"/>
                  </a:lnTo>
                  <a:lnTo>
                    <a:pt x="4626" y="756"/>
                  </a:lnTo>
                  <a:lnTo>
                    <a:pt x="4620" y="750"/>
                  </a:lnTo>
                  <a:lnTo>
                    <a:pt x="4584" y="738"/>
                  </a:lnTo>
                  <a:lnTo>
                    <a:pt x="4572" y="732"/>
                  </a:lnTo>
                  <a:lnTo>
                    <a:pt x="4554" y="732"/>
                  </a:lnTo>
                  <a:lnTo>
                    <a:pt x="4518" y="750"/>
                  </a:lnTo>
                  <a:lnTo>
                    <a:pt x="4500" y="744"/>
                  </a:lnTo>
                  <a:lnTo>
                    <a:pt x="4458" y="774"/>
                  </a:lnTo>
                  <a:lnTo>
                    <a:pt x="4464" y="756"/>
                  </a:lnTo>
                  <a:lnTo>
                    <a:pt x="4440" y="774"/>
                  </a:lnTo>
                  <a:lnTo>
                    <a:pt x="4464" y="744"/>
                  </a:lnTo>
                  <a:lnTo>
                    <a:pt x="4500" y="744"/>
                  </a:lnTo>
                  <a:lnTo>
                    <a:pt x="4506" y="738"/>
                  </a:lnTo>
                  <a:lnTo>
                    <a:pt x="4518" y="714"/>
                  </a:lnTo>
                  <a:lnTo>
                    <a:pt x="4518" y="708"/>
                  </a:lnTo>
                  <a:lnTo>
                    <a:pt x="4512" y="702"/>
                  </a:lnTo>
                  <a:lnTo>
                    <a:pt x="4506" y="708"/>
                  </a:lnTo>
                  <a:lnTo>
                    <a:pt x="4494" y="714"/>
                  </a:lnTo>
                  <a:lnTo>
                    <a:pt x="4488" y="726"/>
                  </a:lnTo>
                  <a:lnTo>
                    <a:pt x="4452" y="726"/>
                  </a:lnTo>
                  <a:lnTo>
                    <a:pt x="4428" y="738"/>
                  </a:lnTo>
                  <a:lnTo>
                    <a:pt x="4452" y="708"/>
                  </a:lnTo>
                  <a:lnTo>
                    <a:pt x="4482" y="708"/>
                  </a:lnTo>
                  <a:lnTo>
                    <a:pt x="4494" y="702"/>
                  </a:lnTo>
                  <a:lnTo>
                    <a:pt x="4500" y="702"/>
                  </a:lnTo>
                  <a:lnTo>
                    <a:pt x="4506" y="696"/>
                  </a:lnTo>
                  <a:lnTo>
                    <a:pt x="4506" y="690"/>
                  </a:lnTo>
                  <a:lnTo>
                    <a:pt x="4500" y="684"/>
                  </a:lnTo>
                  <a:lnTo>
                    <a:pt x="4458" y="684"/>
                  </a:lnTo>
                  <a:lnTo>
                    <a:pt x="4446" y="690"/>
                  </a:lnTo>
                  <a:lnTo>
                    <a:pt x="4428" y="696"/>
                  </a:lnTo>
                  <a:lnTo>
                    <a:pt x="4422" y="702"/>
                  </a:lnTo>
                  <a:lnTo>
                    <a:pt x="4416" y="702"/>
                  </a:lnTo>
                  <a:lnTo>
                    <a:pt x="4404" y="684"/>
                  </a:lnTo>
                  <a:lnTo>
                    <a:pt x="4380" y="702"/>
                  </a:lnTo>
                  <a:lnTo>
                    <a:pt x="4398" y="672"/>
                  </a:lnTo>
                  <a:lnTo>
                    <a:pt x="4344" y="696"/>
                  </a:lnTo>
                  <a:lnTo>
                    <a:pt x="4344" y="672"/>
                  </a:lnTo>
                  <a:lnTo>
                    <a:pt x="4350" y="672"/>
                  </a:lnTo>
                  <a:lnTo>
                    <a:pt x="4356" y="666"/>
                  </a:lnTo>
                  <a:lnTo>
                    <a:pt x="4368" y="666"/>
                  </a:lnTo>
                  <a:lnTo>
                    <a:pt x="4386" y="660"/>
                  </a:lnTo>
                  <a:lnTo>
                    <a:pt x="4392" y="660"/>
                  </a:lnTo>
                  <a:lnTo>
                    <a:pt x="4398" y="654"/>
                  </a:lnTo>
                  <a:lnTo>
                    <a:pt x="4356" y="654"/>
                  </a:lnTo>
                  <a:lnTo>
                    <a:pt x="4338" y="660"/>
                  </a:lnTo>
                  <a:lnTo>
                    <a:pt x="4326" y="660"/>
                  </a:lnTo>
                  <a:lnTo>
                    <a:pt x="4320" y="648"/>
                  </a:lnTo>
                  <a:lnTo>
                    <a:pt x="4332" y="648"/>
                  </a:lnTo>
                  <a:lnTo>
                    <a:pt x="4356" y="636"/>
                  </a:lnTo>
                  <a:lnTo>
                    <a:pt x="4368" y="636"/>
                  </a:lnTo>
                  <a:lnTo>
                    <a:pt x="4380" y="630"/>
                  </a:lnTo>
                  <a:lnTo>
                    <a:pt x="4386" y="624"/>
                  </a:lnTo>
                  <a:lnTo>
                    <a:pt x="4368" y="618"/>
                  </a:lnTo>
                  <a:lnTo>
                    <a:pt x="4326" y="612"/>
                  </a:lnTo>
                  <a:lnTo>
                    <a:pt x="4290" y="612"/>
                  </a:lnTo>
                  <a:lnTo>
                    <a:pt x="4266" y="606"/>
                  </a:lnTo>
                  <a:lnTo>
                    <a:pt x="4236" y="606"/>
                  </a:lnTo>
                  <a:lnTo>
                    <a:pt x="4230" y="612"/>
                  </a:lnTo>
                  <a:lnTo>
                    <a:pt x="4230" y="618"/>
                  </a:lnTo>
                  <a:lnTo>
                    <a:pt x="4236" y="624"/>
                  </a:lnTo>
                  <a:lnTo>
                    <a:pt x="4242" y="636"/>
                  </a:lnTo>
                  <a:lnTo>
                    <a:pt x="4206" y="630"/>
                  </a:lnTo>
                  <a:lnTo>
                    <a:pt x="4212" y="660"/>
                  </a:lnTo>
                  <a:lnTo>
                    <a:pt x="4194" y="636"/>
                  </a:lnTo>
                  <a:lnTo>
                    <a:pt x="4152" y="660"/>
                  </a:lnTo>
                  <a:lnTo>
                    <a:pt x="4158" y="654"/>
                  </a:lnTo>
                  <a:lnTo>
                    <a:pt x="4158" y="636"/>
                  </a:lnTo>
                  <a:lnTo>
                    <a:pt x="4152" y="630"/>
                  </a:lnTo>
                  <a:lnTo>
                    <a:pt x="4140" y="630"/>
                  </a:lnTo>
                  <a:lnTo>
                    <a:pt x="4122" y="636"/>
                  </a:lnTo>
                  <a:lnTo>
                    <a:pt x="4110" y="642"/>
                  </a:lnTo>
                  <a:lnTo>
                    <a:pt x="4098" y="642"/>
                  </a:lnTo>
                  <a:lnTo>
                    <a:pt x="4086" y="648"/>
                  </a:lnTo>
                  <a:lnTo>
                    <a:pt x="4080" y="654"/>
                  </a:lnTo>
                  <a:lnTo>
                    <a:pt x="4074" y="654"/>
                  </a:lnTo>
                  <a:lnTo>
                    <a:pt x="4092" y="618"/>
                  </a:lnTo>
                  <a:lnTo>
                    <a:pt x="4110" y="618"/>
                  </a:lnTo>
                  <a:lnTo>
                    <a:pt x="4122" y="612"/>
                  </a:lnTo>
                  <a:lnTo>
                    <a:pt x="4134" y="612"/>
                  </a:lnTo>
                  <a:lnTo>
                    <a:pt x="4146" y="606"/>
                  </a:lnTo>
                  <a:lnTo>
                    <a:pt x="4152" y="600"/>
                  </a:lnTo>
                  <a:lnTo>
                    <a:pt x="4152" y="594"/>
                  </a:lnTo>
                  <a:lnTo>
                    <a:pt x="4146" y="582"/>
                  </a:lnTo>
                  <a:lnTo>
                    <a:pt x="4134" y="570"/>
                  </a:lnTo>
                  <a:lnTo>
                    <a:pt x="4152" y="552"/>
                  </a:lnTo>
                  <a:lnTo>
                    <a:pt x="4152" y="540"/>
                  </a:lnTo>
                  <a:lnTo>
                    <a:pt x="4050" y="540"/>
                  </a:lnTo>
                  <a:lnTo>
                    <a:pt x="4026" y="558"/>
                  </a:lnTo>
                  <a:lnTo>
                    <a:pt x="3942" y="558"/>
                  </a:lnTo>
                  <a:lnTo>
                    <a:pt x="3948" y="576"/>
                  </a:lnTo>
                  <a:lnTo>
                    <a:pt x="3978" y="588"/>
                  </a:lnTo>
                  <a:lnTo>
                    <a:pt x="3936" y="576"/>
                  </a:lnTo>
                  <a:lnTo>
                    <a:pt x="3948" y="600"/>
                  </a:lnTo>
                  <a:lnTo>
                    <a:pt x="3936" y="594"/>
                  </a:lnTo>
                  <a:lnTo>
                    <a:pt x="3930" y="594"/>
                  </a:lnTo>
                  <a:lnTo>
                    <a:pt x="3918" y="588"/>
                  </a:lnTo>
                  <a:lnTo>
                    <a:pt x="3894" y="588"/>
                  </a:lnTo>
                  <a:lnTo>
                    <a:pt x="3882" y="594"/>
                  </a:lnTo>
                  <a:lnTo>
                    <a:pt x="3876" y="606"/>
                  </a:lnTo>
                  <a:lnTo>
                    <a:pt x="3882" y="612"/>
                  </a:lnTo>
                  <a:lnTo>
                    <a:pt x="3888" y="624"/>
                  </a:lnTo>
                  <a:lnTo>
                    <a:pt x="3894" y="630"/>
                  </a:lnTo>
                  <a:lnTo>
                    <a:pt x="3900" y="660"/>
                  </a:lnTo>
                  <a:lnTo>
                    <a:pt x="3894" y="660"/>
                  </a:lnTo>
                  <a:lnTo>
                    <a:pt x="3888" y="654"/>
                  </a:lnTo>
                  <a:lnTo>
                    <a:pt x="3864" y="642"/>
                  </a:lnTo>
                  <a:lnTo>
                    <a:pt x="3852" y="642"/>
                  </a:lnTo>
                  <a:lnTo>
                    <a:pt x="3828" y="666"/>
                  </a:lnTo>
                  <a:lnTo>
                    <a:pt x="3828" y="678"/>
                  </a:lnTo>
                  <a:lnTo>
                    <a:pt x="3846" y="678"/>
                  </a:lnTo>
                  <a:lnTo>
                    <a:pt x="3858" y="690"/>
                  </a:lnTo>
                  <a:lnTo>
                    <a:pt x="3810" y="714"/>
                  </a:lnTo>
                  <a:lnTo>
                    <a:pt x="3750" y="720"/>
                  </a:lnTo>
                  <a:lnTo>
                    <a:pt x="3762" y="720"/>
                  </a:lnTo>
                  <a:lnTo>
                    <a:pt x="3798" y="702"/>
                  </a:lnTo>
                  <a:lnTo>
                    <a:pt x="3810" y="690"/>
                  </a:lnTo>
                  <a:lnTo>
                    <a:pt x="3810" y="684"/>
                  </a:lnTo>
                  <a:lnTo>
                    <a:pt x="3804" y="684"/>
                  </a:lnTo>
                  <a:lnTo>
                    <a:pt x="3792" y="672"/>
                  </a:lnTo>
                  <a:lnTo>
                    <a:pt x="3786" y="672"/>
                  </a:lnTo>
                  <a:lnTo>
                    <a:pt x="3786" y="660"/>
                  </a:lnTo>
                  <a:lnTo>
                    <a:pt x="3804" y="642"/>
                  </a:lnTo>
                  <a:lnTo>
                    <a:pt x="3816" y="636"/>
                  </a:lnTo>
                  <a:lnTo>
                    <a:pt x="3828" y="636"/>
                  </a:lnTo>
                  <a:lnTo>
                    <a:pt x="3828" y="606"/>
                  </a:lnTo>
                  <a:lnTo>
                    <a:pt x="3840" y="600"/>
                  </a:lnTo>
                  <a:lnTo>
                    <a:pt x="3858" y="582"/>
                  </a:lnTo>
                  <a:lnTo>
                    <a:pt x="3876" y="576"/>
                  </a:lnTo>
                  <a:lnTo>
                    <a:pt x="3882" y="570"/>
                  </a:lnTo>
                  <a:lnTo>
                    <a:pt x="3894" y="564"/>
                  </a:lnTo>
                  <a:lnTo>
                    <a:pt x="3906" y="564"/>
                  </a:lnTo>
                  <a:lnTo>
                    <a:pt x="3918" y="558"/>
                  </a:lnTo>
                  <a:lnTo>
                    <a:pt x="3936" y="552"/>
                  </a:lnTo>
                  <a:lnTo>
                    <a:pt x="3954" y="552"/>
                  </a:lnTo>
                  <a:lnTo>
                    <a:pt x="3966" y="546"/>
                  </a:lnTo>
                  <a:lnTo>
                    <a:pt x="3972" y="540"/>
                  </a:lnTo>
                  <a:lnTo>
                    <a:pt x="3942" y="534"/>
                  </a:lnTo>
                  <a:lnTo>
                    <a:pt x="3852" y="534"/>
                  </a:lnTo>
                  <a:lnTo>
                    <a:pt x="3822" y="540"/>
                  </a:lnTo>
                  <a:lnTo>
                    <a:pt x="3786" y="558"/>
                  </a:lnTo>
                  <a:lnTo>
                    <a:pt x="3744" y="576"/>
                  </a:lnTo>
                  <a:lnTo>
                    <a:pt x="3720" y="594"/>
                  </a:lnTo>
                  <a:lnTo>
                    <a:pt x="3708" y="600"/>
                  </a:lnTo>
                  <a:lnTo>
                    <a:pt x="3702" y="600"/>
                  </a:lnTo>
                  <a:lnTo>
                    <a:pt x="3696" y="606"/>
                  </a:lnTo>
                  <a:lnTo>
                    <a:pt x="3684" y="606"/>
                  </a:lnTo>
                  <a:lnTo>
                    <a:pt x="3660" y="618"/>
                  </a:lnTo>
                  <a:lnTo>
                    <a:pt x="3654" y="618"/>
                  </a:lnTo>
                  <a:lnTo>
                    <a:pt x="3642" y="624"/>
                  </a:lnTo>
                  <a:lnTo>
                    <a:pt x="3630" y="636"/>
                  </a:lnTo>
                  <a:lnTo>
                    <a:pt x="3618" y="642"/>
                  </a:lnTo>
                  <a:lnTo>
                    <a:pt x="3600" y="660"/>
                  </a:lnTo>
                  <a:lnTo>
                    <a:pt x="3588" y="666"/>
                  </a:lnTo>
                  <a:lnTo>
                    <a:pt x="3582" y="678"/>
                  </a:lnTo>
                  <a:lnTo>
                    <a:pt x="3582" y="684"/>
                  </a:lnTo>
                  <a:lnTo>
                    <a:pt x="3588" y="690"/>
                  </a:lnTo>
                  <a:lnTo>
                    <a:pt x="3612" y="690"/>
                  </a:lnTo>
                  <a:lnTo>
                    <a:pt x="3648" y="696"/>
                  </a:lnTo>
                  <a:lnTo>
                    <a:pt x="3672" y="696"/>
                  </a:lnTo>
                  <a:lnTo>
                    <a:pt x="3684" y="708"/>
                  </a:lnTo>
                  <a:lnTo>
                    <a:pt x="3666" y="714"/>
                  </a:lnTo>
                  <a:lnTo>
                    <a:pt x="3594" y="726"/>
                  </a:lnTo>
                  <a:lnTo>
                    <a:pt x="3570" y="732"/>
                  </a:lnTo>
                  <a:lnTo>
                    <a:pt x="3576" y="738"/>
                  </a:lnTo>
                  <a:lnTo>
                    <a:pt x="3594" y="750"/>
                  </a:lnTo>
                  <a:lnTo>
                    <a:pt x="3630" y="762"/>
                  </a:lnTo>
                  <a:lnTo>
                    <a:pt x="3642" y="768"/>
                  </a:lnTo>
                  <a:lnTo>
                    <a:pt x="3648" y="768"/>
                  </a:lnTo>
                  <a:lnTo>
                    <a:pt x="3690" y="750"/>
                  </a:lnTo>
                  <a:lnTo>
                    <a:pt x="3690" y="762"/>
                  </a:lnTo>
                  <a:lnTo>
                    <a:pt x="3702" y="774"/>
                  </a:lnTo>
                  <a:lnTo>
                    <a:pt x="3744" y="774"/>
                  </a:lnTo>
                  <a:lnTo>
                    <a:pt x="3786" y="780"/>
                  </a:lnTo>
                  <a:lnTo>
                    <a:pt x="3834" y="786"/>
                  </a:lnTo>
                  <a:lnTo>
                    <a:pt x="3876" y="792"/>
                  </a:lnTo>
                  <a:lnTo>
                    <a:pt x="3894" y="792"/>
                  </a:lnTo>
                  <a:lnTo>
                    <a:pt x="3900" y="786"/>
                  </a:lnTo>
                  <a:lnTo>
                    <a:pt x="3894" y="780"/>
                  </a:lnTo>
                  <a:lnTo>
                    <a:pt x="3882" y="774"/>
                  </a:lnTo>
                  <a:lnTo>
                    <a:pt x="3876" y="768"/>
                  </a:lnTo>
                  <a:lnTo>
                    <a:pt x="3894" y="768"/>
                  </a:lnTo>
                  <a:lnTo>
                    <a:pt x="3930" y="774"/>
                  </a:lnTo>
                  <a:lnTo>
                    <a:pt x="3966" y="774"/>
                  </a:lnTo>
                  <a:lnTo>
                    <a:pt x="3990" y="780"/>
                  </a:lnTo>
                  <a:lnTo>
                    <a:pt x="4002" y="780"/>
                  </a:lnTo>
                  <a:lnTo>
                    <a:pt x="4020" y="786"/>
                  </a:lnTo>
                  <a:lnTo>
                    <a:pt x="4032" y="792"/>
                  </a:lnTo>
                  <a:lnTo>
                    <a:pt x="4050" y="792"/>
                  </a:lnTo>
                  <a:lnTo>
                    <a:pt x="4062" y="786"/>
                  </a:lnTo>
                  <a:lnTo>
                    <a:pt x="4062" y="774"/>
                  </a:lnTo>
                  <a:lnTo>
                    <a:pt x="4056" y="768"/>
                  </a:lnTo>
                  <a:lnTo>
                    <a:pt x="4050" y="756"/>
                  </a:lnTo>
                  <a:lnTo>
                    <a:pt x="4044" y="750"/>
                  </a:lnTo>
                  <a:lnTo>
                    <a:pt x="4092" y="738"/>
                  </a:lnTo>
                  <a:lnTo>
                    <a:pt x="4092" y="744"/>
                  </a:lnTo>
                  <a:lnTo>
                    <a:pt x="4098" y="750"/>
                  </a:lnTo>
                  <a:lnTo>
                    <a:pt x="4104" y="762"/>
                  </a:lnTo>
                  <a:lnTo>
                    <a:pt x="4104" y="768"/>
                  </a:lnTo>
                  <a:lnTo>
                    <a:pt x="4110" y="774"/>
                  </a:lnTo>
                  <a:lnTo>
                    <a:pt x="4116" y="774"/>
                  </a:lnTo>
                  <a:lnTo>
                    <a:pt x="4122" y="780"/>
                  </a:lnTo>
                  <a:lnTo>
                    <a:pt x="4134" y="786"/>
                  </a:lnTo>
                  <a:lnTo>
                    <a:pt x="4140" y="792"/>
                  </a:lnTo>
                  <a:lnTo>
                    <a:pt x="4170" y="786"/>
                  </a:lnTo>
                  <a:lnTo>
                    <a:pt x="4170" y="792"/>
                  </a:lnTo>
                  <a:lnTo>
                    <a:pt x="4164" y="798"/>
                  </a:lnTo>
                  <a:lnTo>
                    <a:pt x="4164" y="816"/>
                  </a:lnTo>
                  <a:lnTo>
                    <a:pt x="4170" y="816"/>
                  </a:lnTo>
                  <a:lnTo>
                    <a:pt x="4182" y="822"/>
                  </a:lnTo>
                  <a:lnTo>
                    <a:pt x="4200" y="822"/>
                  </a:lnTo>
                  <a:lnTo>
                    <a:pt x="4206" y="828"/>
                  </a:lnTo>
                  <a:lnTo>
                    <a:pt x="4212" y="828"/>
                  </a:lnTo>
                  <a:lnTo>
                    <a:pt x="4194" y="846"/>
                  </a:lnTo>
                  <a:lnTo>
                    <a:pt x="4194" y="858"/>
                  </a:lnTo>
                  <a:lnTo>
                    <a:pt x="4230" y="858"/>
                  </a:lnTo>
                  <a:lnTo>
                    <a:pt x="4224" y="882"/>
                  </a:lnTo>
                  <a:lnTo>
                    <a:pt x="4236" y="882"/>
                  </a:lnTo>
                  <a:lnTo>
                    <a:pt x="4248" y="888"/>
                  </a:lnTo>
                  <a:lnTo>
                    <a:pt x="4254" y="888"/>
                  </a:lnTo>
                  <a:lnTo>
                    <a:pt x="4278" y="900"/>
                  </a:lnTo>
                  <a:lnTo>
                    <a:pt x="4278" y="924"/>
                  </a:lnTo>
                  <a:lnTo>
                    <a:pt x="4266" y="948"/>
                  </a:lnTo>
                  <a:lnTo>
                    <a:pt x="4254" y="966"/>
                  </a:lnTo>
                  <a:lnTo>
                    <a:pt x="4248" y="978"/>
                  </a:lnTo>
                  <a:lnTo>
                    <a:pt x="4236" y="990"/>
                  </a:lnTo>
                  <a:lnTo>
                    <a:pt x="4218" y="996"/>
                  </a:lnTo>
                  <a:lnTo>
                    <a:pt x="4182" y="1014"/>
                  </a:lnTo>
                  <a:lnTo>
                    <a:pt x="4140" y="1026"/>
                  </a:lnTo>
                  <a:lnTo>
                    <a:pt x="4092" y="1050"/>
                  </a:lnTo>
                  <a:lnTo>
                    <a:pt x="4098" y="1056"/>
                  </a:lnTo>
                  <a:lnTo>
                    <a:pt x="4110" y="1062"/>
                  </a:lnTo>
                  <a:lnTo>
                    <a:pt x="4122" y="1074"/>
                  </a:lnTo>
                  <a:lnTo>
                    <a:pt x="4122" y="1080"/>
                  </a:lnTo>
                  <a:lnTo>
                    <a:pt x="4116" y="1086"/>
                  </a:lnTo>
                  <a:lnTo>
                    <a:pt x="4080" y="1098"/>
                  </a:lnTo>
                  <a:lnTo>
                    <a:pt x="4062" y="1098"/>
                  </a:lnTo>
                  <a:lnTo>
                    <a:pt x="3984" y="1110"/>
                  </a:lnTo>
                  <a:lnTo>
                    <a:pt x="3978" y="1128"/>
                  </a:lnTo>
                  <a:lnTo>
                    <a:pt x="3960" y="1110"/>
                  </a:lnTo>
                  <a:lnTo>
                    <a:pt x="3954" y="1110"/>
                  </a:lnTo>
                  <a:lnTo>
                    <a:pt x="3948" y="1104"/>
                  </a:lnTo>
                  <a:lnTo>
                    <a:pt x="3930" y="1104"/>
                  </a:lnTo>
                  <a:lnTo>
                    <a:pt x="3918" y="1098"/>
                  </a:lnTo>
                  <a:lnTo>
                    <a:pt x="3900" y="1098"/>
                  </a:lnTo>
                  <a:lnTo>
                    <a:pt x="3888" y="1104"/>
                  </a:lnTo>
                  <a:lnTo>
                    <a:pt x="3882" y="1110"/>
                  </a:lnTo>
                  <a:lnTo>
                    <a:pt x="3882" y="1122"/>
                  </a:lnTo>
                  <a:lnTo>
                    <a:pt x="3870" y="1122"/>
                  </a:lnTo>
                  <a:lnTo>
                    <a:pt x="3858" y="1128"/>
                  </a:lnTo>
                  <a:lnTo>
                    <a:pt x="3840" y="1134"/>
                  </a:lnTo>
                  <a:lnTo>
                    <a:pt x="3828" y="1140"/>
                  </a:lnTo>
                  <a:lnTo>
                    <a:pt x="3822" y="1146"/>
                  </a:lnTo>
                  <a:lnTo>
                    <a:pt x="3816" y="1158"/>
                  </a:lnTo>
                  <a:lnTo>
                    <a:pt x="3816" y="1170"/>
                  </a:lnTo>
                  <a:lnTo>
                    <a:pt x="3822" y="1182"/>
                  </a:lnTo>
                  <a:lnTo>
                    <a:pt x="3834" y="1188"/>
                  </a:lnTo>
                  <a:lnTo>
                    <a:pt x="3864" y="1188"/>
                  </a:lnTo>
                  <a:lnTo>
                    <a:pt x="3876" y="1182"/>
                  </a:lnTo>
                  <a:lnTo>
                    <a:pt x="3894" y="1182"/>
                  </a:lnTo>
                  <a:lnTo>
                    <a:pt x="3906" y="1176"/>
                  </a:lnTo>
                  <a:lnTo>
                    <a:pt x="3924" y="1170"/>
                  </a:lnTo>
                  <a:lnTo>
                    <a:pt x="3936" y="1164"/>
                  </a:lnTo>
                  <a:lnTo>
                    <a:pt x="3966" y="1164"/>
                  </a:lnTo>
                  <a:lnTo>
                    <a:pt x="3978" y="1176"/>
                  </a:lnTo>
                  <a:lnTo>
                    <a:pt x="3996" y="1176"/>
                  </a:lnTo>
                  <a:lnTo>
                    <a:pt x="4002" y="1170"/>
                  </a:lnTo>
                  <a:lnTo>
                    <a:pt x="4002" y="1152"/>
                  </a:lnTo>
                  <a:lnTo>
                    <a:pt x="4026" y="1128"/>
                  </a:lnTo>
                  <a:lnTo>
                    <a:pt x="4014" y="1140"/>
                  </a:lnTo>
                  <a:lnTo>
                    <a:pt x="4014" y="1146"/>
                  </a:lnTo>
                  <a:lnTo>
                    <a:pt x="4020" y="1152"/>
                  </a:lnTo>
                  <a:lnTo>
                    <a:pt x="4086" y="1152"/>
                  </a:lnTo>
                  <a:lnTo>
                    <a:pt x="4080" y="1158"/>
                  </a:lnTo>
                  <a:lnTo>
                    <a:pt x="4068" y="1164"/>
                  </a:lnTo>
                  <a:lnTo>
                    <a:pt x="4062" y="1170"/>
                  </a:lnTo>
                  <a:lnTo>
                    <a:pt x="4062" y="1176"/>
                  </a:lnTo>
                  <a:lnTo>
                    <a:pt x="4068" y="1182"/>
                  </a:lnTo>
                  <a:lnTo>
                    <a:pt x="4080" y="1182"/>
                  </a:lnTo>
                  <a:lnTo>
                    <a:pt x="4086" y="1188"/>
                  </a:lnTo>
                  <a:lnTo>
                    <a:pt x="4098" y="1188"/>
                  </a:lnTo>
                  <a:lnTo>
                    <a:pt x="4086" y="1200"/>
                  </a:lnTo>
                  <a:lnTo>
                    <a:pt x="4086" y="1206"/>
                  </a:lnTo>
                  <a:lnTo>
                    <a:pt x="4092" y="1212"/>
                  </a:lnTo>
                  <a:lnTo>
                    <a:pt x="4116" y="1224"/>
                  </a:lnTo>
                  <a:lnTo>
                    <a:pt x="4146" y="1224"/>
                  </a:lnTo>
                  <a:lnTo>
                    <a:pt x="4098" y="1242"/>
                  </a:lnTo>
                  <a:lnTo>
                    <a:pt x="4098" y="1248"/>
                  </a:lnTo>
                  <a:lnTo>
                    <a:pt x="4110" y="1260"/>
                  </a:lnTo>
                  <a:lnTo>
                    <a:pt x="4110" y="1266"/>
                  </a:lnTo>
                  <a:lnTo>
                    <a:pt x="4116" y="1272"/>
                  </a:lnTo>
                  <a:lnTo>
                    <a:pt x="4122" y="1266"/>
                  </a:lnTo>
                  <a:lnTo>
                    <a:pt x="4128" y="1266"/>
                  </a:lnTo>
                  <a:lnTo>
                    <a:pt x="4140" y="1260"/>
                  </a:lnTo>
                  <a:lnTo>
                    <a:pt x="4146" y="1272"/>
                  </a:lnTo>
                  <a:lnTo>
                    <a:pt x="4158" y="1284"/>
                  </a:lnTo>
                  <a:lnTo>
                    <a:pt x="4182" y="1284"/>
                  </a:lnTo>
                  <a:lnTo>
                    <a:pt x="4194" y="1290"/>
                  </a:lnTo>
                  <a:lnTo>
                    <a:pt x="4206" y="1290"/>
                  </a:lnTo>
                  <a:lnTo>
                    <a:pt x="4206" y="1308"/>
                  </a:lnTo>
                  <a:lnTo>
                    <a:pt x="4212" y="1314"/>
                  </a:lnTo>
                  <a:lnTo>
                    <a:pt x="4224" y="1320"/>
                  </a:lnTo>
                  <a:lnTo>
                    <a:pt x="4272" y="1320"/>
                  </a:lnTo>
                  <a:lnTo>
                    <a:pt x="4290" y="1326"/>
                  </a:lnTo>
                  <a:lnTo>
                    <a:pt x="4350" y="1356"/>
                  </a:lnTo>
                  <a:lnTo>
                    <a:pt x="4356" y="1362"/>
                  </a:lnTo>
                  <a:lnTo>
                    <a:pt x="4362" y="1362"/>
                  </a:lnTo>
                  <a:lnTo>
                    <a:pt x="4362" y="1356"/>
                  </a:lnTo>
                  <a:lnTo>
                    <a:pt x="4368" y="1350"/>
                  </a:lnTo>
                  <a:lnTo>
                    <a:pt x="4368" y="1320"/>
                  </a:lnTo>
                  <a:lnTo>
                    <a:pt x="4362" y="1308"/>
                  </a:lnTo>
                  <a:lnTo>
                    <a:pt x="4350" y="1296"/>
                  </a:lnTo>
                  <a:lnTo>
                    <a:pt x="4338" y="1290"/>
                  </a:lnTo>
                  <a:lnTo>
                    <a:pt x="4320" y="1272"/>
                  </a:lnTo>
                  <a:lnTo>
                    <a:pt x="4314" y="1272"/>
                  </a:lnTo>
                  <a:lnTo>
                    <a:pt x="4308" y="1260"/>
                  </a:lnTo>
                  <a:lnTo>
                    <a:pt x="4302" y="1254"/>
                  </a:lnTo>
                  <a:lnTo>
                    <a:pt x="4290" y="1230"/>
                  </a:lnTo>
                  <a:lnTo>
                    <a:pt x="4290" y="1224"/>
                  </a:lnTo>
                  <a:lnTo>
                    <a:pt x="4308" y="1224"/>
                  </a:lnTo>
                  <a:lnTo>
                    <a:pt x="4314" y="1230"/>
                  </a:lnTo>
                  <a:lnTo>
                    <a:pt x="4326" y="1236"/>
                  </a:lnTo>
                  <a:lnTo>
                    <a:pt x="4332" y="1242"/>
                  </a:lnTo>
                  <a:lnTo>
                    <a:pt x="4332" y="1212"/>
                  </a:lnTo>
                  <a:lnTo>
                    <a:pt x="4332" y="1218"/>
                  </a:lnTo>
                  <a:lnTo>
                    <a:pt x="4344" y="1230"/>
                  </a:lnTo>
                  <a:lnTo>
                    <a:pt x="4350" y="1242"/>
                  </a:lnTo>
                  <a:lnTo>
                    <a:pt x="4362" y="1254"/>
                  </a:lnTo>
                  <a:lnTo>
                    <a:pt x="4374" y="1254"/>
                  </a:lnTo>
                  <a:lnTo>
                    <a:pt x="4386" y="1248"/>
                  </a:lnTo>
                  <a:lnTo>
                    <a:pt x="4398" y="1248"/>
                  </a:lnTo>
                  <a:lnTo>
                    <a:pt x="4398" y="1272"/>
                  </a:lnTo>
                  <a:lnTo>
                    <a:pt x="4404" y="1278"/>
                  </a:lnTo>
                  <a:lnTo>
                    <a:pt x="4416" y="1278"/>
                  </a:lnTo>
                  <a:lnTo>
                    <a:pt x="4428" y="1290"/>
                  </a:lnTo>
                  <a:lnTo>
                    <a:pt x="4452" y="1272"/>
                  </a:lnTo>
                  <a:lnTo>
                    <a:pt x="4464" y="1284"/>
                  </a:lnTo>
                  <a:lnTo>
                    <a:pt x="4470" y="1284"/>
                  </a:lnTo>
                  <a:lnTo>
                    <a:pt x="4476" y="1278"/>
                  </a:lnTo>
                  <a:lnTo>
                    <a:pt x="4476" y="1260"/>
                  </a:lnTo>
                  <a:lnTo>
                    <a:pt x="4470" y="1254"/>
                  </a:lnTo>
                  <a:lnTo>
                    <a:pt x="4488" y="1212"/>
                  </a:lnTo>
                  <a:lnTo>
                    <a:pt x="4488" y="1236"/>
                  </a:lnTo>
                  <a:lnTo>
                    <a:pt x="4500" y="1248"/>
                  </a:lnTo>
                  <a:lnTo>
                    <a:pt x="4512" y="1236"/>
                  </a:lnTo>
                  <a:lnTo>
                    <a:pt x="4518" y="1218"/>
                  </a:lnTo>
                  <a:lnTo>
                    <a:pt x="4518" y="1206"/>
                  </a:lnTo>
                  <a:lnTo>
                    <a:pt x="4494" y="1182"/>
                  </a:lnTo>
                  <a:lnTo>
                    <a:pt x="4518" y="1176"/>
                  </a:lnTo>
                  <a:lnTo>
                    <a:pt x="4500" y="1164"/>
                  </a:lnTo>
                  <a:lnTo>
                    <a:pt x="4500" y="1146"/>
                  </a:lnTo>
                  <a:lnTo>
                    <a:pt x="4470" y="1146"/>
                  </a:lnTo>
                  <a:lnTo>
                    <a:pt x="4470" y="1134"/>
                  </a:lnTo>
                  <a:lnTo>
                    <a:pt x="4446" y="1134"/>
                  </a:lnTo>
                  <a:lnTo>
                    <a:pt x="4446" y="1080"/>
                  </a:lnTo>
                  <a:lnTo>
                    <a:pt x="4416" y="1086"/>
                  </a:lnTo>
                  <a:lnTo>
                    <a:pt x="4410" y="1080"/>
                  </a:lnTo>
                  <a:lnTo>
                    <a:pt x="4410" y="1056"/>
                  </a:lnTo>
                  <a:lnTo>
                    <a:pt x="4416" y="1050"/>
                  </a:lnTo>
                  <a:lnTo>
                    <a:pt x="4428" y="1050"/>
                  </a:lnTo>
                  <a:lnTo>
                    <a:pt x="4434" y="1056"/>
                  </a:lnTo>
                  <a:lnTo>
                    <a:pt x="4446" y="1062"/>
                  </a:lnTo>
                  <a:lnTo>
                    <a:pt x="4452" y="1068"/>
                  </a:lnTo>
                  <a:lnTo>
                    <a:pt x="4458" y="1068"/>
                  </a:lnTo>
                  <a:lnTo>
                    <a:pt x="4464" y="1062"/>
                  </a:lnTo>
                  <a:lnTo>
                    <a:pt x="4464" y="1026"/>
                  </a:lnTo>
                  <a:lnTo>
                    <a:pt x="4488" y="1032"/>
                  </a:lnTo>
                  <a:lnTo>
                    <a:pt x="4524" y="1014"/>
                  </a:lnTo>
                  <a:lnTo>
                    <a:pt x="4524" y="1026"/>
                  </a:lnTo>
                  <a:lnTo>
                    <a:pt x="4530" y="1038"/>
                  </a:lnTo>
                  <a:lnTo>
                    <a:pt x="4530" y="1044"/>
                  </a:lnTo>
                  <a:lnTo>
                    <a:pt x="4536" y="1050"/>
                  </a:lnTo>
                  <a:lnTo>
                    <a:pt x="4548" y="1044"/>
                  </a:lnTo>
                  <a:lnTo>
                    <a:pt x="4566" y="1044"/>
                  </a:lnTo>
                  <a:lnTo>
                    <a:pt x="4554" y="1062"/>
                  </a:lnTo>
                  <a:lnTo>
                    <a:pt x="4578" y="1062"/>
                  </a:lnTo>
                  <a:lnTo>
                    <a:pt x="4566" y="1092"/>
                  </a:lnTo>
                  <a:lnTo>
                    <a:pt x="4566" y="1098"/>
                  </a:lnTo>
                  <a:lnTo>
                    <a:pt x="4584" y="1116"/>
                  </a:lnTo>
                  <a:lnTo>
                    <a:pt x="4590" y="1128"/>
                  </a:lnTo>
                  <a:lnTo>
                    <a:pt x="4614" y="1140"/>
                  </a:lnTo>
                  <a:lnTo>
                    <a:pt x="4626" y="1134"/>
                  </a:lnTo>
                  <a:lnTo>
                    <a:pt x="4638" y="1122"/>
                  </a:lnTo>
                  <a:lnTo>
                    <a:pt x="4656" y="1086"/>
                  </a:lnTo>
                  <a:lnTo>
                    <a:pt x="4656" y="1080"/>
                  </a:lnTo>
                  <a:lnTo>
                    <a:pt x="4662" y="1068"/>
                  </a:lnTo>
                  <a:lnTo>
                    <a:pt x="4668" y="1074"/>
                  </a:lnTo>
                  <a:lnTo>
                    <a:pt x="4680" y="1080"/>
                  </a:lnTo>
                  <a:lnTo>
                    <a:pt x="4692" y="1080"/>
                  </a:lnTo>
                  <a:lnTo>
                    <a:pt x="4698" y="1086"/>
                  </a:lnTo>
                  <a:lnTo>
                    <a:pt x="4710" y="1080"/>
                  </a:lnTo>
                  <a:lnTo>
                    <a:pt x="4722" y="1068"/>
                  </a:lnTo>
                  <a:lnTo>
                    <a:pt x="4728" y="1056"/>
                  </a:lnTo>
                  <a:lnTo>
                    <a:pt x="4728" y="1038"/>
                  </a:lnTo>
                  <a:lnTo>
                    <a:pt x="4794" y="1038"/>
                  </a:lnTo>
                  <a:lnTo>
                    <a:pt x="4806" y="1026"/>
                  </a:lnTo>
                  <a:lnTo>
                    <a:pt x="4812" y="1014"/>
                  </a:lnTo>
                  <a:lnTo>
                    <a:pt x="4800" y="1002"/>
                  </a:lnTo>
                  <a:lnTo>
                    <a:pt x="4788" y="996"/>
                  </a:lnTo>
                  <a:lnTo>
                    <a:pt x="4758" y="996"/>
                  </a:lnTo>
                  <a:close/>
                  <a:moveTo>
                    <a:pt x="4476" y="1308"/>
                  </a:moveTo>
                  <a:lnTo>
                    <a:pt x="4446" y="1308"/>
                  </a:lnTo>
                  <a:lnTo>
                    <a:pt x="4440" y="1326"/>
                  </a:lnTo>
                  <a:lnTo>
                    <a:pt x="4476" y="1320"/>
                  </a:lnTo>
                  <a:lnTo>
                    <a:pt x="4476" y="1308"/>
                  </a:lnTo>
                  <a:close/>
                  <a:moveTo>
                    <a:pt x="4140" y="1290"/>
                  </a:moveTo>
                  <a:lnTo>
                    <a:pt x="4134" y="1290"/>
                  </a:lnTo>
                  <a:lnTo>
                    <a:pt x="4128" y="1296"/>
                  </a:lnTo>
                  <a:lnTo>
                    <a:pt x="4128" y="1308"/>
                  </a:lnTo>
                  <a:lnTo>
                    <a:pt x="4134" y="1314"/>
                  </a:lnTo>
                  <a:lnTo>
                    <a:pt x="4158" y="1314"/>
                  </a:lnTo>
                  <a:lnTo>
                    <a:pt x="4164" y="1308"/>
                  </a:lnTo>
                  <a:lnTo>
                    <a:pt x="4164" y="1296"/>
                  </a:lnTo>
                  <a:lnTo>
                    <a:pt x="4158" y="1290"/>
                  </a:lnTo>
                  <a:lnTo>
                    <a:pt x="4140" y="1290"/>
                  </a:lnTo>
                  <a:close/>
                  <a:moveTo>
                    <a:pt x="3834" y="1242"/>
                  </a:moveTo>
                  <a:lnTo>
                    <a:pt x="3840" y="1236"/>
                  </a:lnTo>
                  <a:lnTo>
                    <a:pt x="3834" y="1230"/>
                  </a:lnTo>
                  <a:lnTo>
                    <a:pt x="3828" y="1230"/>
                  </a:lnTo>
                  <a:lnTo>
                    <a:pt x="3822" y="1224"/>
                  </a:lnTo>
                  <a:lnTo>
                    <a:pt x="3810" y="1224"/>
                  </a:lnTo>
                  <a:lnTo>
                    <a:pt x="3810" y="1236"/>
                  </a:lnTo>
                  <a:lnTo>
                    <a:pt x="3816" y="1242"/>
                  </a:lnTo>
                  <a:lnTo>
                    <a:pt x="3816" y="1248"/>
                  </a:lnTo>
                  <a:lnTo>
                    <a:pt x="3828" y="1248"/>
                  </a:lnTo>
                  <a:lnTo>
                    <a:pt x="3834" y="1242"/>
                  </a:lnTo>
                  <a:close/>
                  <a:moveTo>
                    <a:pt x="4206" y="1452"/>
                  </a:moveTo>
                  <a:lnTo>
                    <a:pt x="4170" y="1452"/>
                  </a:lnTo>
                  <a:lnTo>
                    <a:pt x="4206" y="1476"/>
                  </a:lnTo>
                  <a:lnTo>
                    <a:pt x="4218" y="1470"/>
                  </a:lnTo>
                  <a:lnTo>
                    <a:pt x="4218" y="1458"/>
                  </a:lnTo>
                  <a:lnTo>
                    <a:pt x="4212" y="1458"/>
                  </a:lnTo>
                  <a:lnTo>
                    <a:pt x="4206" y="1452"/>
                  </a:lnTo>
                  <a:close/>
                  <a:moveTo>
                    <a:pt x="4170" y="870"/>
                  </a:moveTo>
                  <a:lnTo>
                    <a:pt x="4152" y="870"/>
                  </a:lnTo>
                  <a:lnTo>
                    <a:pt x="4152" y="876"/>
                  </a:lnTo>
                  <a:lnTo>
                    <a:pt x="4158" y="882"/>
                  </a:lnTo>
                  <a:lnTo>
                    <a:pt x="4164" y="882"/>
                  </a:lnTo>
                  <a:lnTo>
                    <a:pt x="4170" y="888"/>
                  </a:lnTo>
                  <a:lnTo>
                    <a:pt x="4182" y="882"/>
                  </a:lnTo>
                  <a:lnTo>
                    <a:pt x="4188" y="882"/>
                  </a:lnTo>
                  <a:lnTo>
                    <a:pt x="4194" y="876"/>
                  </a:lnTo>
                  <a:lnTo>
                    <a:pt x="4188" y="870"/>
                  </a:lnTo>
                  <a:lnTo>
                    <a:pt x="4170" y="870"/>
                  </a:lnTo>
                  <a:close/>
                  <a:moveTo>
                    <a:pt x="4170" y="936"/>
                  </a:moveTo>
                  <a:lnTo>
                    <a:pt x="4236" y="936"/>
                  </a:lnTo>
                  <a:lnTo>
                    <a:pt x="4236" y="918"/>
                  </a:lnTo>
                  <a:lnTo>
                    <a:pt x="4188" y="918"/>
                  </a:lnTo>
                  <a:lnTo>
                    <a:pt x="4170" y="936"/>
                  </a:lnTo>
                  <a:close/>
                  <a:moveTo>
                    <a:pt x="5574" y="36"/>
                  </a:moveTo>
                  <a:lnTo>
                    <a:pt x="5490" y="36"/>
                  </a:lnTo>
                  <a:lnTo>
                    <a:pt x="5496" y="24"/>
                  </a:lnTo>
                  <a:lnTo>
                    <a:pt x="5490" y="24"/>
                  </a:lnTo>
                  <a:lnTo>
                    <a:pt x="5484" y="18"/>
                  </a:lnTo>
                  <a:lnTo>
                    <a:pt x="5448" y="18"/>
                  </a:lnTo>
                  <a:lnTo>
                    <a:pt x="5430" y="12"/>
                  </a:lnTo>
                  <a:lnTo>
                    <a:pt x="5400" y="12"/>
                  </a:lnTo>
                  <a:lnTo>
                    <a:pt x="5364" y="18"/>
                  </a:lnTo>
                  <a:lnTo>
                    <a:pt x="5334" y="30"/>
                  </a:lnTo>
                  <a:lnTo>
                    <a:pt x="5304" y="36"/>
                  </a:lnTo>
                  <a:lnTo>
                    <a:pt x="5292" y="36"/>
                  </a:lnTo>
                  <a:lnTo>
                    <a:pt x="5346" y="12"/>
                  </a:lnTo>
                  <a:lnTo>
                    <a:pt x="5274" y="18"/>
                  </a:lnTo>
                  <a:lnTo>
                    <a:pt x="5268" y="18"/>
                  </a:lnTo>
                  <a:lnTo>
                    <a:pt x="5262" y="12"/>
                  </a:lnTo>
                  <a:lnTo>
                    <a:pt x="5250" y="12"/>
                  </a:lnTo>
                  <a:lnTo>
                    <a:pt x="5226" y="0"/>
                  </a:lnTo>
                  <a:lnTo>
                    <a:pt x="5196" y="0"/>
                  </a:lnTo>
                  <a:lnTo>
                    <a:pt x="5190" y="6"/>
                  </a:lnTo>
                  <a:lnTo>
                    <a:pt x="5184" y="18"/>
                  </a:lnTo>
                  <a:lnTo>
                    <a:pt x="5178" y="18"/>
                  </a:lnTo>
                  <a:lnTo>
                    <a:pt x="5172" y="12"/>
                  </a:lnTo>
                  <a:lnTo>
                    <a:pt x="5160" y="6"/>
                  </a:lnTo>
                  <a:lnTo>
                    <a:pt x="5148" y="6"/>
                  </a:lnTo>
                  <a:lnTo>
                    <a:pt x="5136" y="0"/>
                  </a:lnTo>
                  <a:lnTo>
                    <a:pt x="5124" y="0"/>
                  </a:lnTo>
                  <a:lnTo>
                    <a:pt x="5112" y="6"/>
                  </a:lnTo>
                  <a:lnTo>
                    <a:pt x="5106" y="12"/>
                  </a:lnTo>
                  <a:lnTo>
                    <a:pt x="5094" y="18"/>
                  </a:lnTo>
                  <a:lnTo>
                    <a:pt x="5088" y="24"/>
                  </a:lnTo>
                  <a:lnTo>
                    <a:pt x="5046" y="12"/>
                  </a:lnTo>
                  <a:lnTo>
                    <a:pt x="4938" y="6"/>
                  </a:lnTo>
                  <a:lnTo>
                    <a:pt x="4968" y="36"/>
                  </a:lnTo>
                  <a:lnTo>
                    <a:pt x="4902" y="12"/>
                  </a:lnTo>
                  <a:lnTo>
                    <a:pt x="4842" y="24"/>
                  </a:lnTo>
                  <a:lnTo>
                    <a:pt x="4830" y="24"/>
                  </a:lnTo>
                  <a:lnTo>
                    <a:pt x="4812" y="18"/>
                  </a:lnTo>
                  <a:lnTo>
                    <a:pt x="4746" y="18"/>
                  </a:lnTo>
                  <a:lnTo>
                    <a:pt x="4710" y="24"/>
                  </a:lnTo>
                  <a:lnTo>
                    <a:pt x="4686" y="36"/>
                  </a:lnTo>
                  <a:lnTo>
                    <a:pt x="4674" y="36"/>
                  </a:lnTo>
                  <a:lnTo>
                    <a:pt x="4764" y="60"/>
                  </a:lnTo>
                  <a:lnTo>
                    <a:pt x="4674" y="48"/>
                  </a:lnTo>
                  <a:lnTo>
                    <a:pt x="4662" y="48"/>
                  </a:lnTo>
                  <a:lnTo>
                    <a:pt x="4590" y="36"/>
                  </a:lnTo>
                  <a:lnTo>
                    <a:pt x="4542" y="36"/>
                  </a:lnTo>
                  <a:lnTo>
                    <a:pt x="4530" y="48"/>
                  </a:lnTo>
                  <a:lnTo>
                    <a:pt x="4530" y="60"/>
                  </a:lnTo>
                  <a:lnTo>
                    <a:pt x="4512" y="60"/>
                  </a:lnTo>
                  <a:lnTo>
                    <a:pt x="4482" y="54"/>
                  </a:lnTo>
                  <a:lnTo>
                    <a:pt x="4392" y="54"/>
                  </a:lnTo>
                  <a:lnTo>
                    <a:pt x="4350" y="60"/>
                  </a:lnTo>
                  <a:lnTo>
                    <a:pt x="4302" y="66"/>
                  </a:lnTo>
                  <a:lnTo>
                    <a:pt x="4260" y="66"/>
                  </a:lnTo>
                  <a:lnTo>
                    <a:pt x="4242" y="72"/>
                  </a:lnTo>
                  <a:lnTo>
                    <a:pt x="4260" y="72"/>
                  </a:lnTo>
                  <a:lnTo>
                    <a:pt x="4266" y="78"/>
                  </a:lnTo>
                  <a:lnTo>
                    <a:pt x="4278" y="78"/>
                  </a:lnTo>
                  <a:lnTo>
                    <a:pt x="4362" y="84"/>
                  </a:lnTo>
                  <a:lnTo>
                    <a:pt x="4278" y="96"/>
                  </a:lnTo>
                  <a:lnTo>
                    <a:pt x="4284" y="96"/>
                  </a:lnTo>
                  <a:lnTo>
                    <a:pt x="4290" y="102"/>
                  </a:lnTo>
                  <a:lnTo>
                    <a:pt x="4314" y="114"/>
                  </a:lnTo>
                  <a:lnTo>
                    <a:pt x="4338" y="114"/>
                  </a:lnTo>
                  <a:lnTo>
                    <a:pt x="4356" y="108"/>
                  </a:lnTo>
                  <a:lnTo>
                    <a:pt x="4392" y="108"/>
                  </a:lnTo>
                  <a:lnTo>
                    <a:pt x="4398" y="102"/>
                  </a:lnTo>
                  <a:lnTo>
                    <a:pt x="4410" y="102"/>
                  </a:lnTo>
                  <a:lnTo>
                    <a:pt x="4416" y="96"/>
                  </a:lnTo>
                  <a:lnTo>
                    <a:pt x="4440" y="96"/>
                  </a:lnTo>
                  <a:lnTo>
                    <a:pt x="4458" y="90"/>
                  </a:lnTo>
                  <a:lnTo>
                    <a:pt x="4500" y="90"/>
                  </a:lnTo>
                  <a:lnTo>
                    <a:pt x="4518" y="96"/>
                  </a:lnTo>
                  <a:lnTo>
                    <a:pt x="4536" y="96"/>
                  </a:lnTo>
                  <a:lnTo>
                    <a:pt x="4548" y="102"/>
                  </a:lnTo>
                  <a:lnTo>
                    <a:pt x="4560" y="102"/>
                  </a:lnTo>
                  <a:lnTo>
                    <a:pt x="4494" y="102"/>
                  </a:lnTo>
                  <a:lnTo>
                    <a:pt x="4482" y="108"/>
                  </a:lnTo>
                  <a:lnTo>
                    <a:pt x="4458" y="108"/>
                  </a:lnTo>
                  <a:lnTo>
                    <a:pt x="4446" y="114"/>
                  </a:lnTo>
                  <a:lnTo>
                    <a:pt x="4434" y="114"/>
                  </a:lnTo>
                  <a:lnTo>
                    <a:pt x="4422" y="120"/>
                  </a:lnTo>
                  <a:lnTo>
                    <a:pt x="4410" y="120"/>
                  </a:lnTo>
                  <a:lnTo>
                    <a:pt x="4404" y="126"/>
                  </a:lnTo>
                  <a:lnTo>
                    <a:pt x="4398" y="126"/>
                  </a:lnTo>
                  <a:lnTo>
                    <a:pt x="4434" y="126"/>
                  </a:lnTo>
                  <a:lnTo>
                    <a:pt x="4452" y="132"/>
                  </a:lnTo>
                  <a:lnTo>
                    <a:pt x="4488" y="132"/>
                  </a:lnTo>
                  <a:lnTo>
                    <a:pt x="4500" y="126"/>
                  </a:lnTo>
                  <a:lnTo>
                    <a:pt x="4506" y="126"/>
                  </a:lnTo>
                  <a:lnTo>
                    <a:pt x="4512" y="120"/>
                  </a:lnTo>
                  <a:lnTo>
                    <a:pt x="4638" y="120"/>
                  </a:lnTo>
                  <a:lnTo>
                    <a:pt x="4656" y="114"/>
                  </a:lnTo>
                  <a:lnTo>
                    <a:pt x="4680" y="114"/>
                  </a:lnTo>
                  <a:lnTo>
                    <a:pt x="4698" y="108"/>
                  </a:lnTo>
                  <a:lnTo>
                    <a:pt x="4710" y="108"/>
                  </a:lnTo>
                  <a:lnTo>
                    <a:pt x="4722" y="96"/>
                  </a:lnTo>
                  <a:lnTo>
                    <a:pt x="4734" y="96"/>
                  </a:lnTo>
                  <a:lnTo>
                    <a:pt x="4752" y="90"/>
                  </a:lnTo>
                  <a:lnTo>
                    <a:pt x="4770" y="90"/>
                  </a:lnTo>
                  <a:lnTo>
                    <a:pt x="4782" y="84"/>
                  </a:lnTo>
                  <a:lnTo>
                    <a:pt x="4830" y="84"/>
                  </a:lnTo>
                  <a:lnTo>
                    <a:pt x="4746" y="114"/>
                  </a:lnTo>
                  <a:lnTo>
                    <a:pt x="4782" y="114"/>
                  </a:lnTo>
                  <a:lnTo>
                    <a:pt x="4734" y="126"/>
                  </a:lnTo>
                  <a:lnTo>
                    <a:pt x="4716" y="126"/>
                  </a:lnTo>
                  <a:lnTo>
                    <a:pt x="4674" y="132"/>
                  </a:lnTo>
                  <a:lnTo>
                    <a:pt x="4620" y="132"/>
                  </a:lnTo>
                  <a:lnTo>
                    <a:pt x="4566" y="138"/>
                  </a:lnTo>
                  <a:lnTo>
                    <a:pt x="4536" y="138"/>
                  </a:lnTo>
                  <a:lnTo>
                    <a:pt x="4524" y="150"/>
                  </a:lnTo>
                  <a:lnTo>
                    <a:pt x="4524" y="156"/>
                  </a:lnTo>
                  <a:lnTo>
                    <a:pt x="4602" y="174"/>
                  </a:lnTo>
                  <a:lnTo>
                    <a:pt x="4596" y="174"/>
                  </a:lnTo>
                  <a:lnTo>
                    <a:pt x="4590" y="180"/>
                  </a:lnTo>
                  <a:lnTo>
                    <a:pt x="4578" y="180"/>
                  </a:lnTo>
                  <a:lnTo>
                    <a:pt x="4566" y="186"/>
                  </a:lnTo>
                  <a:lnTo>
                    <a:pt x="4542" y="186"/>
                  </a:lnTo>
                  <a:lnTo>
                    <a:pt x="4518" y="174"/>
                  </a:lnTo>
                  <a:lnTo>
                    <a:pt x="4500" y="162"/>
                  </a:lnTo>
                  <a:lnTo>
                    <a:pt x="4476" y="150"/>
                  </a:lnTo>
                  <a:lnTo>
                    <a:pt x="4470" y="144"/>
                  </a:lnTo>
                  <a:lnTo>
                    <a:pt x="4356" y="144"/>
                  </a:lnTo>
                  <a:lnTo>
                    <a:pt x="4350" y="150"/>
                  </a:lnTo>
                  <a:lnTo>
                    <a:pt x="4344" y="162"/>
                  </a:lnTo>
                  <a:lnTo>
                    <a:pt x="4338" y="168"/>
                  </a:lnTo>
                  <a:lnTo>
                    <a:pt x="4368" y="186"/>
                  </a:lnTo>
                  <a:lnTo>
                    <a:pt x="4386" y="204"/>
                  </a:lnTo>
                  <a:lnTo>
                    <a:pt x="4410" y="216"/>
                  </a:lnTo>
                  <a:lnTo>
                    <a:pt x="4458" y="216"/>
                  </a:lnTo>
                  <a:lnTo>
                    <a:pt x="4476" y="210"/>
                  </a:lnTo>
                  <a:lnTo>
                    <a:pt x="4488" y="210"/>
                  </a:lnTo>
                  <a:lnTo>
                    <a:pt x="4476" y="216"/>
                  </a:lnTo>
                  <a:lnTo>
                    <a:pt x="4470" y="228"/>
                  </a:lnTo>
                  <a:lnTo>
                    <a:pt x="4398" y="228"/>
                  </a:lnTo>
                  <a:lnTo>
                    <a:pt x="4380" y="222"/>
                  </a:lnTo>
                  <a:lnTo>
                    <a:pt x="4350" y="222"/>
                  </a:lnTo>
                  <a:lnTo>
                    <a:pt x="4314" y="228"/>
                  </a:lnTo>
                  <a:lnTo>
                    <a:pt x="4272" y="234"/>
                  </a:lnTo>
                  <a:lnTo>
                    <a:pt x="4230" y="234"/>
                  </a:lnTo>
                  <a:lnTo>
                    <a:pt x="4218" y="240"/>
                  </a:lnTo>
                  <a:lnTo>
                    <a:pt x="4200" y="246"/>
                  </a:lnTo>
                  <a:lnTo>
                    <a:pt x="4188" y="258"/>
                  </a:lnTo>
                  <a:lnTo>
                    <a:pt x="4176" y="264"/>
                  </a:lnTo>
                  <a:lnTo>
                    <a:pt x="4170" y="270"/>
                  </a:lnTo>
                  <a:lnTo>
                    <a:pt x="4164" y="270"/>
                  </a:lnTo>
                  <a:lnTo>
                    <a:pt x="4236" y="258"/>
                  </a:lnTo>
                  <a:lnTo>
                    <a:pt x="4236" y="276"/>
                  </a:lnTo>
                  <a:lnTo>
                    <a:pt x="4296" y="258"/>
                  </a:lnTo>
                  <a:lnTo>
                    <a:pt x="4224" y="288"/>
                  </a:lnTo>
                  <a:lnTo>
                    <a:pt x="4230" y="288"/>
                  </a:lnTo>
                  <a:lnTo>
                    <a:pt x="4236" y="294"/>
                  </a:lnTo>
                  <a:lnTo>
                    <a:pt x="4248" y="300"/>
                  </a:lnTo>
                  <a:lnTo>
                    <a:pt x="4278" y="300"/>
                  </a:lnTo>
                  <a:lnTo>
                    <a:pt x="4314" y="288"/>
                  </a:lnTo>
                  <a:lnTo>
                    <a:pt x="4326" y="288"/>
                  </a:lnTo>
                  <a:lnTo>
                    <a:pt x="4344" y="282"/>
                  </a:lnTo>
                  <a:lnTo>
                    <a:pt x="4350" y="276"/>
                  </a:lnTo>
                  <a:lnTo>
                    <a:pt x="4356" y="276"/>
                  </a:lnTo>
                  <a:lnTo>
                    <a:pt x="4254" y="312"/>
                  </a:lnTo>
                  <a:lnTo>
                    <a:pt x="4188" y="312"/>
                  </a:lnTo>
                  <a:lnTo>
                    <a:pt x="4176" y="288"/>
                  </a:lnTo>
                  <a:lnTo>
                    <a:pt x="4164" y="288"/>
                  </a:lnTo>
                  <a:lnTo>
                    <a:pt x="4146" y="282"/>
                  </a:lnTo>
                  <a:lnTo>
                    <a:pt x="4110" y="282"/>
                  </a:lnTo>
                  <a:lnTo>
                    <a:pt x="4104" y="288"/>
                  </a:lnTo>
                  <a:lnTo>
                    <a:pt x="4104" y="300"/>
                  </a:lnTo>
                  <a:lnTo>
                    <a:pt x="4110" y="312"/>
                  </a:lnTo>
                  <a:lnTo>
                    <a:pt x="4110" y="318"/>
                  </a:lnTo>
                  <a:lnTo>
                    <a:pt x="4116" y="324"/>
                  </a:lnTo>
                  <a:lnTo>
                    <a:pt x="4092" y="324"/>
                  </a:lnTo>
                  <a:lnTo>
                    <a:pt x="4074" y="330"/>
                  </a:lnTo>
                  <a:lnTo>
                    <a:pt x="4032" y="330"/>
                  </a:lnTo>
                  <a:lnTo>
                    <a:pt x="4020" y="336"/>
                  </a:lnTo>
                  <a:lnTo>
                    <a:pt x="4002" y="342"/>
                  </a:lnTo>
                  <a:lnTo>
                    <a:pt x="3990" y="348"/>
                  </a:lnTo>
                  <a:lnTo>
                    <a:pt x="3972" y="354"/>
                  </a:lnTo>
                  <a:lnTo>
                    <a:pt x="3936" y="354"/>
                  </a:lnTo>
                  <a:lnTo>
                    <a:pt x="3924" y="360"/>
                  </a:lnTo>
                  <a:lnTo>
                    <a:pt x="3918" y="360"/>
                  </a:lnTo>
                  <a:lnTo>
                    <a:pt x="3924" y="360"/>
                  </a:lnTo>
                  <a:lnTo>
                    <a:pt x="3936" y="366"/>
                  </a:lnTo>
                  <a:lnTo>
                    <a:pt x="3978" y="366"/>
                  </a:lnTo>
                  <a:lnTo>
                    <a:pt x="3990" y="360"/>
                  </a:lnTo>
                  <a:lnTo>
                    <a:pt x="3996" y="354"/>
                  </a:lnTo>
                  <a:lnTo>
                    <a:pt x="3984" y="372"/>
                  </a:lnTo>
                  <a:lnTo>
                    <a:pt x="4020" y="366"/>
                  </a:lnTo>
                  <a:lnTo>
                    <a:pt x="4044" y="354"/>
                  </a:lnTo>
                  <a:lnTo>
                    <a:pt x="4044" y="372"/>
                  </a:lnTo>
                  <a:lnTo>
                    <a:pt x="4074" y="366"/>
                  </a:lnTo>
                  <a:lnTo>
                    <a:pt x="4098" y="366"/>
                  </a:lnTo>
                  <a:lnTo>
                    <a:pt x="4098" y="372"/>
                  </a:lnTo>
                  <a:lnTo>
                    <a:pt x="4104" y="378"/>
                  </a:lnTo>
                  <a:lnTo>
                    <a:pt x="4122" y="378"/>
                  </a:lnTo>
                  <a:lnTo>
                    <a:pt x="4146" y="366"/>
                  </a:lnTo>
                  <a:lnTo>
                    <a:pt x="4152" y="366"/>
                  </a:lnTo>
                  <a:lnTo>
                    <a:pt x="4164" y="360"/>
                  </a:lnTo>
                  <a:lnTo>
                    <a:pt x="4170" y="372"/>
                  </a:lnTo>
                  <a:lnTo>
                    <a:pt x="4200" y="354"/>
                  </a:lnTo>
                  <a:lnTo>
                    <a:pt x="4206" y="360"/>
                  </a:lnTo>
                  <a:lnTo>
                    <a:pt x="4212" y="372"/>
                  </a:lnTo>
                  <a:lnTo>
                    <a:pt x="4224" y="372"/>
                  </a:lnTo>
                  <a:lnTo>
                    <a:pt x="4236" y="366"/>
                  </a:lnTo>
                  <a:lnTo>
                    <a:pt x="4242" y="360"/>
                  </a:lnTo>
                  <a:lnTo>
                    <a:pt x="4248" y="360"/>
                  </a:lnTo>
                  <a:lnTo>
                    <a:pt x="4254" y="366"/>
                  </a:lnTo>
                  <a:lnTo>
                    <a:pt x="4266" y="372"/>
                  </a:lnTo>
                  <a:lnTo>
                    <a:pt x="4284" y="372"/>
                  </a:lnTo>
                  <a:lnTo>
                    <a:pt x="4290" y="366"/>
                  </a:lnTo>
                  <a:lnTo>
                    <a:pt x="4290" y="360"/>
                  </a:lnTo>
                  <a:lnTo>
                    <a:pt x="4284" y="354"/>
                  </a:lnTo>
                  <a:lnTo>
                    <a:pt x="4338" y="372"/>
                  </a:lnTo>
                  <a:lnTo>
                    <a:pt x="4344" y="378"/>
                  </a:lnTo>
                  <a:lnTo>
                    <a:pt x="4350" y="390"/>
                  </a:lnTo>
                  <a:lnTo>
                    <a:pt x="4374" y="390"/>
                  </a:lnTo>
                  <a:lnTo>
                    <a:pt x="4410" y="378"/>
                  </a:lnTo>
                  <a:lnTo>
                    <a:pt x="4440" y="372"/>
                  </a:lnTo>
                  <a:lnTo>
                    <a:pt x="4476" y="372"/>
                  </a:lnTo>
                  <a:lnTo>
                    <a:pt x="4494" y="366"/>
                  </a:lnTo>
                  <a:lnTo>
                    <a:pt x="4506" y="360"/>
                  </a:lnTo>
                  <a:lnTo>
                    <a:pt x="4524" y="342"/>
                  </a:lnTo>
                  <a:lnTo>
                    <a:pt x="4464" y="342"/>
                  </a:lnTo>
                  <a:lnTo>
                    <a:pt x="4470" y="336"/>
                  </a:lnTo>
                  <a:lnTo>
                    <a:pt x="4470" y="330"/>
                  </a:lnTo>
                  <a:lnTo>
                    <a:pt x="4416" y="330"/>
                  </a:lnTo>
                  <a:lnTo>
                    <a:pt x="4362" y="318"/>
                  </a:lnTo>
                  <a:lnTo>
                    <a:pt x="4380" y="300"/>
                  </a:lnTo>
                  <a:lnTo>
                    <a:pt x="4440" y="318"/>
                  </a:lnTo>
                  <a:lnTo>
                    <a:pt x="4452" y="318"/>
                  </a:lnTo>
                  <a:lnTo>
                    <a:pt x="4488" y="312"/>
                  </a:lnTo>
                  <a:lnTo>
                    <a:pt x="4566" y="312"/>
                  </a:lnTo>
                  <a:lnTo>
                    <a:pt x="4578" y="300"/>
                  </a:lnTo>
                  <a:lnTo>
                    <a:pt x="4578" y="288"/>
                  </a:lnTo>
                  <a:lnTo>
                    <a:pt x="4584" y="288"/>
                  </a:lnTo>
                  <a:lnTo>
                    <a:pt x="4590" y="282"/>
                  </a:lnTo>
                  <a:lnTo>
                    <a:pt x="4608" y="282"/>
                  </a:lnTo>
                  <a:lnTo>
                    <a:pt x="4626" y="276"/>
                  </a:lnTo>
                  <a:lnTo>
                    <a:pt x="4662" y="276"/>
                  </a:lnTo>
                  <a:lnTo>
                    <a:pt x="4680" y="270"/>
                  </a:lnTo>
                  <a:lnTo>
                    <a:pt x="4710" y="270"/>
                  </a:lnTo>
                  <a:lnTo>
                    <a:pt x="4722" y="264"/>
                  </a:lnTo>
                  <a:lnTo>
                    <a:pt x="4728" y="264"/>
                  </a:lnTo>
                  <a:lnTo>
                    <a:pt x="4704" y="246"/>
                  </a:lnTo>
                  <a:lnTo>
                    <a:pt x="4746" y="246"/>
                  </a:lnTo>
                  <a:lnTo>
                    <a:pt x="4770" y="240"/>
                  </a:lnTo>
                  <a:lnTo>
                    <a:pt x="4782" y="234"/>
                  </a:lnTo>
                  <a:lnTo>
                    <a:pt x="4776" y="228"/>
                  </a:lnTo>
                  <a:lnTo>
                    <a:pt x="4770" y="228"/>
                  </a:lnTo>
                  <a:lnTo>
                    <a:pt x="4758" y="222"/>
                  </a:lnTo>
                  <a:lnTo>
                    <a:pt x="4746" y="222"/>
                  </a:lnTo>
                  <a:lnTo>
                    <a:pt x="4734" y="216"/>
                  </a:lnTo>
                  <a:lnTo>
                    <a:pt x="4686" y="216"/>
                  </a:lnTo>
                  <a:lnTo>
                    <a:pt x="4674" y="210"/>
                  </a:lnTo>
                  <a:lnTo>
                    <a:pt x="4662" y="210"/>
                  </a:lnTo>
                  <a:lnTo>
                    <a:pt x="4662" y="204"/>
                  </a:lnTo>
                  <a:lnTo>
                    <a:pt x="4674" y="198"/>
                  </a:lnTo>
                  <a:lnTo>
                    <a:pt x="4686" y="198"/>
                  </a:lnTo>
                  <a:lnTo>
                    <a:pt x="4704" y="192"/>
                  </a:lnTo>
                  <a:lnTo>
                    <a:pt x="4716" y="186"/>
                  </a:lnTo>
                  <a:lnTo>
                    <a:pt x="4764" y="186"/>
                  </a:lnTo>
                  <a:lnTo>
                    <a:pt x="4782" y="192"/>
                  </a:lnTo>
                  <a:lnTo>
                    <a:pt x="4860" y="192"/>
                  </a:lnTo>
                  <a:lnTo>
                    <a:pt x="4878" y="186"/>
                  </a:lnTo>
                  <a:lnTo>
                    <a:pt x="4902" y="186"/>
                  </a:lnTo>
                  <a:lnTo>
                    <a:pt x="4896" y="180"/>
                  </a:lnTo>
                  <a:lnTo>
                    <a:pt x="4878" y="180"/>
                  </a:lnTo>
                  <a:lnTo>
                    <a:pt x="4866" y="174"/>
                  </a:lnTo>
                  <a:lnTo>
                    <a:pt x="4872" y="168"/>
                  </a:lnTo>
                  <a:lnTo>
                    <a:pt x="4902" y="162"/>
                  </a:lnTo>
                  <a:lnTo>
                    <a:pt x="4944" y="168"/>
                  </a:lnTo>
                  <a:lnTo>
                    <a:pt x="4974" y="174"/>
                  </a:lnTo>
                  <a:lnTo>
                    <a:pt x="4986" y="174"/>
                  </a:lnTo>
                  <a:lnTo>
                    <a:pt x="4992" y="168"/>
                  </a:lnTo>
                  <a:lnTo>
                    <a:pt x="4992" y="150"/>
                  </a:lnTo>
                  <a:lnTo>
                    <a:pt x="5070" y="156"/>
                  </a:lnTo>
                  <a:lnTo>
                    <a:pt x="5070" y="132"/>
                  </a:lnTo>
                  <a:lnTo>
                    <a:pt x="5082" y="132"/>
                  </a:lnTo>
                  <a:lnTo>
                    <a:pt x="5094" y="138"/>
                  </a:lnTo>
                  <a:lnTo>
                    <a:pt x="5112" y="138"/>
                  </a:lnTo>
                  <a:lnTo>
                    <a:pt x="5136" y="126"/>
                  </a:lnTo>
                  <a:lnTo>
                    <a:pt x="5148" y="126"/>
                  </a:lnTo>
                  <a:lnTo>
                    <a:pt x="5154" y="120"/>
                  </a:lnTo>
                  <a:lnTo>
                    <a:pt x="5172" y="120"/>
                  </a:lnTo>
                  <a:lnTo>
                    <a:pt x="5208" y="114"/>
                  </a:lnTo>
                  <a:lnTo>
                    <a:pt x="5256" y="102"/>
                  </a:lnTo>
                  <a:lnTo>
                    <a:pt x="5298" y="96"/>
                  </a:lnTo>
                  <a:lnTo>
                    <a:pt x="5322" y="90"/>
                  </a:lnTo>
                  <a:lnTo>
                    <a:pt x="5340" y="90"/>
                  </a:lnTo>
                  <a:lnTo>
                    <a:pt x="5346" y="84"/>
                  </a:lnTo>
                  <a:lnTo>
                    <a:pt x="5238" y="84"/>
                  </a:lnTo>
                  <a:lnTo>
                    <a:pt x="5214" y="96"/>
                  </a:lnTo>
                  <a:lnTo>
                    <a:pt x="5142" y="96"/>
                  </a:lnTo>
                  <a:lnTo>
                    <a:pt x="5226" y="90"/>
                  </a:lnTo>
                  <a:lnTo>
                    <a:pt x="5220" y="78"/>
                  </a:lnTo>
                  <a:lnTo>
                    <a:pt x="5268" y="84"/>
                  </a:lnTo>
                  <a:lnTo>
                    <a:pt x="5274" y="78"/>
                  </a:lnTo>
                  <a:lnTo>
                    <a:pt x="5286" y="72"/>
                  </a:lnTo>
                  <a:lnTo>
                    <a:pt x="5358" y="72"/>
                  </a:lnTo>
                  <a:lnTo>
                    <a:pt x="5406" y="66"/>
                  </a:lnTo>
                  <a:lnTo>
                    <a:pt x="5454" y="66"/>
                  </a:lnTo>
                  <a:lnTo>
                    <a:pt x="5484" y="60"/>
                  </a:lnTo>
                  <a:lnTo>
                    <a:pt x="5496" y="60"/>
                  </a:lnTo>
                  <a:lnTo>
                    <a:pt x="5514" y="54"/>
                  </a:lnTo>
                  <a:lnTo>
                    <a:pt x="5532" y="54"/>
                  </a:lnTo>
                  <a:lnTo>
                    <a:pt x="5550" y="48"/>
                  </a:lnTo>
                  <a:lnTo>
                    <a:pt x="5562" y="42"/>
                  </a:lnTo>
                  <a:lnTo>
                    <a:pt x="5574" y="42"/>
                  </a:lnTo>
                  <a:lnTo>
                    <a:pt x="5574" y="36"/>
                  </a:lnTo>
                  <a:close/>
                  <a:moveTo>
                    <a:pt x="4032" y="966"/>
                  </a:moveTo>
                  <a:lnTo>
                    <a:pt x="4086" y="966"/>
                  </a:lnTo>
                  <a:lnTo>
                    <a:pt x="4134" y="942"/>
                  </a:lnTo>
                  <a:lnTo>
                    <a:pt x="4140" y="930"/>
                  </a:lnTo>
                  <a:lnTo>
                    <a:pt x="4134" y="918"/>
                  </a:lnTo>
                  <a:lnTo>
                    <a:pt x="4134" y="912"/>
                  </a:lnTo>
                  <a:lnTo>
                    <a:pt x="4122" y="906"/>
                  </a:lnTo>
                  <a:lnTo>
                    <a:pt x="4074" y="906"/>
                  </a:lnTo>
                  <a:lnTo>
                    <a:pt x="4062" y="912"/>
                  </a:lnTo>
                  <a:lnTo>
                    <a:pt x="4050" y="912"/>
                  </a:lnTo>
                  <a:lnTo>
                    <a:pt x="4026" y="924"/>
                  </a:lnTo>
                  <a:lnTo>
                    <a:pt x="4014" y="936"/>
                  </a:lnTo>
                  <a:lnTo>
                    <a:pt x="4002" y="942"/>
                  </a:lnTo>
                  <a:lnTo>
                    <a:pt x="4002" y="954"/>
                  </a:lnTo>
                  <a:lnTo>
                    <a:pt x="4014" y="960"/>
                  </a:lnTo>
                  <a:lnTo>
                    <a:pt x="4032" y="966"/>
                  </a:lnTo>
                  <a:close/>
                  <a:moveTo>
                    <a:pt x="4014" y="840"/>
                  </a:moveTo>
                  <a:lnTo>
                    <a:pt x="4002" y="840"/>
                  </a:lnTo>
                  <a:lnTo>
                    <a:pt x="3990" y="846"/>
                  </a:lnTo>
                  <a:lnTo>
                    <a:pt x="3984" y="852"/>
                  </a:lnTo>
                  <a:lnTo>
                    <a:pt x="3972" y="852"/>
                  </a:lnTo>
                  <a:lnTo>
                    <a:pt x="3990" y="852"/>
                  </a:lnTo>
                  <a:lnTo>
                    <a:pt x="4008" y="846"/>
                  </a:lnTo>
                  <a:lnTo>
                    <a:pt x="4026" y="846"/>
                  </a:lnTo>
                  <a:lnTo>
                    <a:pt x="4044" y="840"/>
                  </a:lnTo>
                  <a:lnTo>
                    <a:pt x="4050" y="834"/>
                  </a:lnTo>
                  <a:lnTo>
                    <a:pt x="4056" y="834"/>
                  </a:lnTo>
                  <a:lnTo>
                    <a:pt x="4068" y="822"/>
                  </a:lnTo>
                  <a:lnTo>
                    <a:pt x="4050" y="822"/>
                  </a:lnTo>
                  <a:lnTo>
                    <a:pt x="4044" y="828"/>
                  </a:lnTo>
                  <a:lnTo>
                    <a:pt x="4032" y="828"/>
                  </a:lnTo>
                  <a:lnTo>
                    <a:pt x="4020" y="834"/>
                  </a:lnTo>
                  <a:lnTo>
                    <a:pt x="4014" y="840"/>
                  </a:lnTo>
                  <a:close/>
                  <a:moveTo>
                    <a:pt x="4122" y="822"/>
                  </a:moveTo>
                  <a:lnTo>
                    <a:pt x="4104" y="822"/>
                  </a:lnTo>
                  <a:lnTo>
                    <a:pt x="4098" y="828"/>
                  </a:lnTo>
                  <a:lnTo>
                    <a:pt x="4098" y="840"/>
                  </a:lnTo>
                  <a:lnTo>
                    <a:pt x="4104" y="846"/>
                  </a:lnTo>
                  <a:lnTo>
                    <a:pt x="4110" y="840"/>
                  </a:lnTo>
                  <a:lnTo>
                    <a:pt x="4116" y="840"/>
                  </a:lnTo>
                  <a:lnTo>
                    <a:pt x="4128" y="828"/>
                  </a:lnTo>
                  <a:lnTo>
                    <a:pt x="4122" y="822"/>
                  </a:lnTo>
                  <a:close/>
                  <a:moveTo>
                    <a:pt x="3528" y="1062"/>
                  </a:moveTo>
                  <a:lnTo>
                    <a:pt x="3522" y="1062"/>
                  </a:lnTo>
                  <a:lnTo>
                    <a:pt x="3504" y="1080"/>
                  </a:lnTo>
                  <a:lnTo>
                    <a:pt x="3504" y="1086"/>
                  </a:lnTo>
                  <a:lnTo>
                    <a:pt x="3510" y="1092"/>
                  </a:lnTo>
                  <a:lnTo>
                    <a:pt x="3528" y="1092"/>
                  </a:lnTo>
                  <a:lnTo>
                    <a:pt x="3534" y="1086"/>
                  </a:lnTo>
                  <a:lnTo>
                    <a:pt x="3540" y="1074"/>
                  </a:lnTo>
                  <a:lnTo>
                    <a:pt x="3540" y="1068"/>
                  </a:lnTo>
                  <a:lnTo>
                    <a:pt x="3534" y="1062"/>
                  </a:lnTo>
                  <a:lnTo>
                    <a:pt x="3528" y="1062"/>
                  </a:lnTo>
                  <a:close/>
                  <a:moveTo>
                    <a:pt x="3588" y="1062"/>
                  </a:moveTo>
                  <a:lnTo>
                    <a:pt x="3582" y="1062"/>
                  </a:lnTo>
                  <a:lnTo>
                    <a:pt x="3576" y="1068"/>
                  </a:lnTo>
                  <a:lnTo>
                    <a:pt x="3576" y="1080"/>
                  </a:lnTo>
                  <a:lnTo>
                    <a:pt x="3582" y="1086"/>
                  </a:lnTo>
                  <a:lnTo>
                    <a:pt x="3594" y="1086"/>
                  </a:lnTo>
                  <a:lnTo>
                    <a:pt x="3600" y="1080"/>
                  </a:lnTo>
                  <a:lnTo>
                    <a:pt x="3600" y="1068"/>
                  </a:lnTo>
                  <a:lnTo>
                    <a:pt x="3588" y="1062"/>
                  </a:lnTo>
                  <a:close/>
                  <a:moveTo>
                    <a:pt x="3756" y="1242"/>
                  </a:moveTo>
                  <a:lnTo>
                    <a:pt x="3744" y="1248"/>
                  </a:lnTo>
                  <a:lnTo>
                    <a:pt x="3744" y="1260"/>
                  </a:lnTo>
                  <a:lnTo>
                    <a:pt x="3750" y="1266"/>
                  </a:lnTo>
                  <a:lnTo>
                    <a:pt x="3762" y="1272"/>
                  </a:lnTo>
                  <a:lnTo>
                    <a:pt x="3768" y="1272"/>
                  </a:lnTo>
                  <a:lnTo>
                    <a:pt x="3786" y="1254"/>
                  </a:lnTo>
                  <a:lnTo>
                    <a:pt x="3786" y="1242"/>
                  </a:lnTo>
                  <a:lnTo>
                    <a:pt x="3780" y="1236"/>
                  </a:lnTo>
                  <a:lnTo>
                    <a:pt x="3768" y="1236"/>
                  </a:lnTo>
                  <a:lnTo>
                    <a:pt x="3756" y="1242"/>
                  </a:lnTo>
                  <a:close/>
                  <a:moveTo>
                    <a:pt x="3984" y="2532"/>
                  </a:moveTo>
                  <a:lnTo>
                    <a:pt x="3948" y="2520"/>
                  </a:lnTo>
                  <a:lnTo>
                    <a:pt x="3942" y="2514"/>
                  </a:lnTo>
                  <a:lnTo>
                    <a:pt x="3936" y="2514"/>
                  </a:lnTo>
                  <a:lnTo>
                    <a:pt x="3924" y="2526"/>
                  </a:lnTo>
                  <a:lnTo>
                    <a:pt x="3930" y="2532"/>
                  </a:lnTo>
                  <a:lnTo>
                    <a:pt x="3942" y="2538"/>
                  </a:lnTo>
                  <a:lnTo>
                    <a:pt x="3948" y="2544"/>
                  </a:lnTo>
                  <a:lnTo>
                    <a:pt x="3954" y="2544"/>
                  </a:lnTo>
                  <a:lnTo>
                    <a:pt x="3960" y="2550"/>
                  </a:lnTo>
                  <a:lnTo>
                    <a:pt x="3996" y="2550"/>
                  </a:lnTo>
                  <a:lnTo>
                    <a:pt x="4008" y="2556"/>
                  </a:lnTo>
                  <a:lnTo>
                    <a:pt x="4020" y="2556"/>
                  </a:lnTo>
                  <a:lnTo>
                    <a:pt x="4038" y="2538"/>
                  </a:lnTo>
                  <a:lnTo>
                    <a:pt x="4008" y="2538"/>
                  </a:lnTo>
                  <a:lnTo>
                    <a:pt x="3984" y="2532"/>
                  </a:lnTo>
                  <a:close/>
                  <a:moveTo>
                    <a:pt x="4098" y="2280"/>
                  </a:moveTo>
                  <a:lnTo>
                    <a:pt x="4092" y="2280"/>
                  </a:lnTo>
                  <a:lnTo>
                    <a:pt x="4086" y="2274"/>
                  </a:lnTo>
                  <a:lnTo>
                    <a:pt x="4050" y="2274"/>
                  </a:lnTo>
                  <a:lnTo>
                    <a:pt x="4032" y="2268"/>
                  </a:lnTo>
                  <a:lnTo>
                    <a:pt x="3996" y="2268"/>
                  </a:lnTo>
                  <a:lnTo>
                    <a:pt x="4002" y="2274"/>
                  </a:lnTo>
                  <a:lnTo>
                    <a:pt x="4008" y="2274"/>
                  </a:lnTo>
                  <a:lnTo>
                    <a:pt x="4014" y="2280"/>
                  </a:lnTo>
                  <a:lnTo>
                    <a:pt x="4026" y="2286"/>
                  </a:lnTo>
                  <a:lnTo>
                    <a:pt x="4032" y="2286"/>
                  </a:lnTo>
                  <a:lnTo>
                    <a:pt x="4032" y="2304"/>
                  </a:lnTo>
                  <a:lnTo>
                    <a:pt x="4044" y="2304"/>
                  </a:lnTo>
                  <a:lnTo>
                    <a:pt x="4080" y="2310"/>
                  </a:lnTo>
                  <a:lnTo>
                    <a:pt x="4128" y="2316"/>
                  </a:lnTo>
                  <a:lnTo>
                    <a:pt x="4164" y="2316"/>
                  </a:lnTo>
                  <a:lnTo>
                    <a:pt x="4170" y="2310"/>
                  </a:lnTo>
                  <a:lnTo>
                    <a:pt x="4170" y="2304"/>
                  </a:lnTo>
                  <a:lnTo>
                    <a:pt x="4164" y="2304"/>
                  </a:lnTo>
                  <a:lnTo>
                    <a:pt x="4152" y="2292"/>
                  </a:lnTo>
                  <a:lnTo>
                    <a:pt x="4128" y="2286"/>
                  </a:lnTo>
                  <a:lnTo>
                    <a:pt x="4098" y="2280"/>
                  </a:lnTo>
                  <a:close/>
                  <a:moveTo>
                    <a:pt x="4194" y="2550"/>
                  </a:moveTo>
                  <a:lnTo>
                    <a:pt x="4164" y="2550"/>
                  </a:lnTo>
                  <a:lnTo>
                    <a:pt x="4152" y="2556"/>
                  </a:lnTo>
                  <a:lnTo>
                    <a:pt x="4146" y="2562"/>
                  </a:lnTo>
                  <a:lnTo>
                    <a:pt x="4182" y="2526"/>
                  </a:lnTo>
                  <a:lnTo>
                    <a:pt x="4176" y="2520"/>
                  </a:lnTo>
                  <a:lnTo>
                    <a:pt x="4152" y="2520"/>
                  </a:lnTo>
                  <a:lnTo>
                    <a:pt x="4140" y="2526"/>
                  </a:lnTo>
                  <a:lnTo>
                    <a:pt x="4128" y="2538"/>
                  </a:lnTo>
                  <a:lnTo>
                    <a:pt x="4104" y="2574"/>
                  </a:lnTo>
                  <a:lnTo>
                    <a:pt x="4164" y="2568"/>
                  </a:lnTo>
                  <a:lnTo>
                    <a:pt x="4176" y="2568"/>
                  </a:lnTo>
                  <a:lnTo>
                    <a:pt x="4182" y="2562"/>
                  </a:lnTo>
                  <a:lnTo>
                    <a:pt x="4194" y="2562"/>
                  </a:lnTo>
                  <a:lnTo>
                    <a:pt x="4200" y="2556"/>
                  </a:lnTo>
                  <a:lnTo>
                    <a:pt x="4200" y="2550"/>
                  </a:lnTo>
                  <a:lnTo>
                    <a:pt x="4194" y="2550"/>
                  </a:lnTo>
                  <a:close/>
                  <a:moveTo>
                    <a:pt x="4590" y="1962"/>
                  </a:moveTo>
                  <a:lnTo>
                    <a:pt x="4578" y="1974"/>
                  </a:lnTo>
                  <a:lnTo>
                    <a:pt x="4578" y="1980"/>
                  </a:lnTo>
                  <a:lnTo>
                    <a:pt x="4572" y="1986"/>
                  </a:lnTo>
                  <a:lnTo>
                    <a:pt x="4566" y="1986"/>
                  </a:lnTo>
                  <a:lnTo>
                    <a:pt x="4554" y="1974"/>
                  </a:lnTo>
                  <a:lnTo>
                    <a:pt x="4554" y="1962"/>
                  </a:lnTo>
                  <a:lnTo>
                    <a:pt x="4566" y="1962"/>
                  </a:lnTo>
                  <a:lnTo>
                    <a:pt x="4572" y="1956"/>
                  </a:lnTo>
                  <a:lnTo>
                    <a:pt x="4566" y="1932"/>
                  </a:lnTo>
                  <a:lnTo>
                    <a:pt x="4536" y="1926"/>
                  </a:lnTo>
                  <a:lnTo>
                    <a:pt x="4530" y="1926"/>
                  </a:lnTo>
                  <a:lnTo>
                    <a:pt x="4524" y="1932"/>
                  </a:lnTo>
                  <a:lnTo>
                    <a:pt x="4512" y="1938"/>
                  </a:lnTo>
                  <a:lnTo>
                    <a:pt x="4494" y="1944"/>
                  </a:lnTo>
                  <a:lnTo>
                    <a:pt x="4470" y="1956"/>
                  </a:lnTo>
                  <a:lnTo>
                    <a:pt x="4464" y="1962"/>
                  </a:lnTo>
                  <a:lnTo>
                    <a:pt x="4458" y="1962"/>
                  </a:lnTo>
                  <a:lnTo>
                    <a:pt x="4446" y="1968"/>
                  </a:lnTo>
                  <a:lnTo>
                    <a:pt x="4434" y="1968"/>
                  </a:lnTo>
                  <a:lnTo>
                    <a:pt x="4416" y="1974"/>
                  </a:lnTo>
                  <a:lnTo>
                    <a:pt x="4404" y="1974"/>
                  </a:lnTo>
                  <a:lnTo>
                    <a:pt x="4374" y="1998"/>
                  </a:lnTo>
                  <a:lnTo>
                    <a:pt x="4386" y="1974"/>
                  </a:lnTo>
                  <a:lnTo>
                    <a:pt x="4362" y="1956"/>
                  </a:lnTo>
                  <a:lnTo>
                    <a:pt x="4398" y="1968"/>
                  </a:lnTo>
                  <a:lnTo>
                    <a:pt x="4410" y="1956"/>
                  </a:lnTo>
                  <a:lnTo>
                    <a:pt x="4440" y="1950"/>
                  </a:lnTo>
                  <a:lnTo>
                    <a:pt x="4440" y="1932"/>
                  </a:lnTo>
                  <a:lnTo>
                    <a:pt x="4494" y="1932"/>
                  </a:lnTo>
                  <a:lnTo>
                    <a:pt x="4518" y="1920"/>
                  </a:lnTo>
                  <a:lnTo>
                    <a:pt x="4524" y="1914"/>
                  </a:lnTo>
                  <a:lnTo>
                    <a:pt x="4536" y="1908"/>
                  </a:lnTo>
                  <a:lnTo>
                    <a:pt x="4608" y="1908"/>
                  </a:lnTo>
                  <a:lnTo>
                    <a:pt x="4602" y="1902"/>
                  </a:lnTo>
                  <a:lnTo>
                    <a:pt x="4596" y="1902"/>
                  </a:lnTo>
                  <a:lnTo>
                    <a:pt x="4584" y="1896"/>
                  </a:lnTo>
                  <a:lnTo>
                    <a:pt x="4578" y="1890"/>
                  </a:lnTo>
                  <a:lnTo>
                    <a:pt x="4578" y="1866"/>
                  </a:lnTo>
                  <a:lnTo>
                    <a:pt x="4572" y="1866"/>
                  </a:lnTo>
                  <a:lnTo>
                    <a:pt x="4566" y="1872"/>
                  </a:lnTo>
                  <a:lnTo>
                    <a:pt x="4542" y="1872"/>
                  </a:lnTo>
                  <a:lnTo>
                    <a:pt x="4530" y="1878"/>
                  </a:lnTo>
                  <a:lnTo>
                    <a:pt x="4518" y="1878"/>
                  </a:lnTo>
                  <a:lnTo>
                    <a:pt x="4518" y="1866"/>
                  </a:lnTo>
                  <a:lnTo>
                    <a:pt x="4512" y="1860"/>
                  </a:lnTo>
                  <a:lnTo>
                    <a:pt x="4452" y="1878"/>
                  </a:lnTo>
                  <a:lnTo>
                    <a:pt x="4458" y="1848"/>
                  </a:lnTo>
                  <a:lnTo>
                    <a:pt x="4410" y="1860"/>
                  </a:lnTo>
                  <a:lnTo>
                    <a:pt x="4416" y="1854"/>
                  </a:lnTo>
                  <a:lnTo>
                    <a:pt x="4422" y="1842"/>
                  </a:lnTo>
                  <a:lnTo>
                    <a:pt x="4440" y="1824"/>
                  </a:lnTo>
                  <a:lnTo>
                    <a:pt x="4446" y="1812"/>
                  </a:lnTo>
                  <a:lnTo>
                    <a:pt x="4446" y="1800"/>
                  </a:lnTo>
                  <a:lnTo>
                    <a:pt x="4434" y="1800"/>
                  </a:lnTo>
                  <a:lnTo>
                    <a:pt x="4422" y="1794"/>
                  </a:lnTo>
                  <a:lnTo>
                    <a:pt x="4398" y="1794"/>
                  </a:lnTo>
                  <a:lnTo>
                    <a:pt x="4404" y="1770"/>
                  </a:lnTo>
                  <a:lnTo>
                    <a:pt x="4368" y="1770"/>
                  </a:lnTo>
                  <a:lnTo>
                    <a:pt x="4380" y="1752"/>
                  </a:lnTo>
                  <a:lnTo>
                    <a:pt x="4356" y="1728"/>
                  </a:lnTo>
                  <a:lnTo>
                    <a:pt x="4368" y="1728"/>
                  </a:lnTo>
                  <a:lnTo>
                    <a:pt x="4380" y="1734"/>
                  </a:lnTo>
                  <a:lnTo>
                    <a:pt x="4404" y="1734"/>
                  </a:lnTo>
                  <a:lnTo>
                    <a:pt x="4410" y="1728"/>
                  </a:lnTo>
                  <a:lnTo>
                    <a:pt x="4422" y="1722"/>
                  </a:lnTo>
                  <a:lnTo>
                    <a:pt x="4434" y="1710"/>
                  </a:lnTo>
                  <a:lnTo>
                    <a:pt x="4440" y="1710"/>
                  </a:lnTo>
                  <a:lnTo>
                    <a:pt x="4398" y="1686"/>
                  </a:lnTo>
                  <a:lnTo>
                    <a:pt x="4446" y="1656"/>
                  </a:lnTo>
                  <a:lnTo>
                    <a:pt x="4398" y="1632"/>
                  </a:lnTo>
                  <a:lnTo>
                    <a:pt x="4350" y="1638"/>
                  </a:lnTo>
                  <a:lnTo>
                    <a:pt x="4404" y="1614"/>
                  </a:lnTo>
                  <a:lnTo>
                    <a:pt x="4368" y="1608"/>
                  </a:lnTo>
                  <a:lnTo>
                    <a:pt x="4410" y="1584"/>
                  </a:lnTo>
                  <a:lnTo>
                    <a:pt x="4404" y="1560"/>
                  </a:lnTo>
                  <a:lnTo>
                    <a:pt x="4374" y="1560"/>
                  </a:lnTo>
                  <a:lnTo>
                    <a:pt x="4380" y="1554"/>
                  </a:lnTo>
                  <a:lnTo>
                    <a:pt x="4392" y="1530"/>
                  </a:lnTo>
                  <a:lnTo>
                    <a:pt x="4374" y="1494"/>
                  </a:lnTo>
                  <a:lnTo>
                    <a:pt x="4362" y="1494"/>
                  </a:lnTo>
                  <a:lnTo>
                    <a:pt x="4374" y="1470"/>
                  </a:lnTo>
                  <a:lnTo>
                    <a:pt x="4362" y="1476"/>
                  </a:lnTo>
                  <a:lnTo>
                    <a:pt x="4356" y="1482"/>
                  </a:lnTo>
                  <a:lnTo>
                    <a:pt x="4344" y="1488"/>
                  </a:lnTo>
                  <a:lnTo>
                    <a:pt x="4332" y="1500"/>
                  </a:lnTo>
                  <a:lnTo>
                    <a:pt x="4332" y="1518"/>
                  </a:lnTo>
                  <a:lnTo>
                    <a:pt x="4302" y="1506"/>
                  </a:lnTo>
                  <a:lnTo>
                    <a:pt x="4308" y="1542"/>
                  </a:lnTo>
                  <a:lnTo>
                    <a:pt x="4284" y="1542"/>
                  </a:lnTo>
                  <a:lnTo>
                    <a:pt x="4272" y="1560"/>
                  </a:lnTo>
                  <a:lnTo>
                    <a:pt x="4278" y="1572"/>
                  </a:lnTo>
                  <a:lnTo>
                    <a:pt x="4254" y="1572"/>
                  </a:lnTo>
                  <a:lnTo>
                    <a:pt x="4230" y="1614"/>
                  </a:lnTo>
                  <a:lnTo>
                    <a:pt x="4218" y="1614"/>
                  </a:lnTo>
                  <a:lnTo>
                    <a:pt x="4236" y="1578"/>
                  </a:lnTo>
                  <a:lnTo>
                    <a:pt x="4224" y="1566"/>
                  </a:lnTo>
                  <a:lnTo>
                    <a:pt x="4212" y="1566"/>
                  </a:lnTo>
                  <a:lnTo>
                    <a:pt x="4194" y="1584"/>
                  </a:lnTo>
                  <a:lnTo>
                    <a:pt x="4182" y="1590"/>
                  </a:lnTo>
                  <a:lnTo>
                    <a:pt x="4176" y="1596"/>
                  </a:lnTo>
                  <a:lnTo>
                    <a:pt x="4164" y="1602"/>
                  </a:lnTo>
                  <a:lnTo>
                    <a:pt x="4158" y="1608"/>
                  </a:lnTo>
                  <a:lnTo>
                    <a:pt x="4146" y="1614"/>
                  </a:lnTo>
                  <a:lnTo>
                    <a:pt x="4140" y="1620"/>
                  </a:lnTo>
                  <a:lnTo>
                    <a:pt x="4116" y="1632"/>
                  </a:lnTo>
                  <a:lnTo>
                    <a:pt x="4110" y="1638"/>
                  </a:lnTo>
                  <a:lnTo>
                    <a:pt x="4116" y="1614"/>
                  </a:lnTo>
                  <a:lnTo>
                    <a:pt x="4116" y="1596"/>
                  </a:lnTo>
                  <a:lnTo>
                    <a:pt x="4080" y="1632"/>
                  </a:lnTo>
                  <a:lnTo>
                    <a:pt x="4014" y="1644"/>
                  </a:lnTo>
                  <a:lnTo>
                    <a:pt x="4074" y="1626"/>
                  </a:lnTo>
                  <a:lnTo>
                    <a:pt x="4080" y="1620"/>
                  </a:lnTo>
                  <a:lnTo>
                    <a:pt x="4092" y="1596"/>
                  </a:lnTo>
                  <a:lnTo>
                    <a:pt x="4098" y="1590"/>
                  </a:lnTo>
                  <a:lnTo>
                    <a:pt x="4098" y="1578"/>
                  </a:lnTo>
                  <a:lnTo>
                    <a:pt x="4092" y="1572"/>
                  </a:lnTo>
                  <a:lnTo>
                    <a:pt x="4050" y="1572"/>
                  </a:lnTo>
                  <a:lnTo>
                    <a:pt x="4038" y="1578"/>
                  </a:lnTo>
                  <a:lnTo>
                    <a:pt x="4032" y="1578"/>
                  </a:lnTo>
                  <a:lnTo>
                    <a:pt x="4020" y="1584"/>
                  </a:lnTo>
                  <a:lnTo>
                    <a:pt x="4002" y="1584"/>
                  </a:lnTo>
                  <a:lnTo>
                    <a:pt x="4002" y="1578"/>
                  </a:lnTo>
                  <a:lnTo>
                    <a:pt x="4008" y="1572"/>
                  </a:lnTo>
                  <a:lnTo>
                    <a:pt x="4020" y="1566"/>
                  </a:lnTo>
                  <a:lnTo>
                    <a:pt x="4026" y="1560"/>
                  </a:lnTo>
                  <a:lnTo>
                    <a:pt x="4032" y="1560"/>
                  </a:lnTo>
                  <a:lnTo>
                    <a:pt x="4032" y="1572"/>
                  </a:lnTo>
                  <a:lnTo>
                    <a:pt x="4050" y="1560"/>
                  </a:lnTo>
                  <a:lnTo>
                    <a:pt x="4044" y="1536"/>
                  </a:lnTo>
                  <a:lnTo>
                    <a:pt x="4050" y="1530"/>
                  </a:lnTo>
                  <a:lnTo>
                    <a:pt x="4062" y="1524"/>
                  </a:lnTo>
                  <a:lnTo>
                    <a:pt x="4074" y="1512"/>
                  </a:lnTo>
                  <a:lnTo>
                    <a:pt x="4074" y="1506"/>
                  </a:lnTo>
                  <a:lnTo>
                    <a:pt x="4068" y="1500"/>
                  </a:lnTo>
                  <a:lnTo>
                    <a:pt x="4056" y="1494"/>
                  </a:lnTo>
                  <a:lnTo>
                    <a:pt x="4044" y="1494"/>
                  </a:lnTo>
                  <a:lnTo>
                    <a:pt x="4032" y="1488"/>
                  </a:lnTo>
                  <a:lnTo>
                    <a:pt x="4014" y="1488"/>
                  </a:lnTo>
                  <a:lnTo>
                    <a:pt x="4044" y="1488"/>
                  </a:lnTo>
                  <a:lnTo>
                    <a:pt x="4056" y="1482"/>
                  </a:lnTo>
                  <a:lnTo>
                    <a:pt x="4074" y="1482"/>
                  </a:lnTo>
                  <a:lnTo>
                    <a:pt x="4086" y="1470"/>
                  </a:lnTo>
                  <a:lnTo>
                    <a:pt x="4098" y="1446"/>
                  </a:lnTo>
                  <a:lnTo>
                    <a:pt x="4104" y="1440"/>
                  </a:lnTo>
                  <a:lnTo>
                    <a:pt x="4110" y="1440"/>
                  </a:lnTo>
                  <a:lnTo>
                    <a:pt x="4122" y="1434"/>
                  </a:lnTo>
                  <a:lnTo>
                    <a:pt x="4128" y="1434"/>
                  </a:lnTo>
                  <a:lnTo>
                    <a:pt x="4134" y="1428"/>
                  </a:lnTo>
                  <a:lnTo>
                    <a:pt x="4122" y="1416"/>
                  </a:lnTo>
                  <a:lnTo>
                    <a:pt x="4110" y="1422"/>
                  </a:lnTo>
                  <a:lnTo>
                    <a:pt x="4098" y="1434"/>
                  </a:lnTo>
                  <a:lnTo>
                    <a:pt x="4092" y="1404"/>
                  </a:lnTo>
                  <a:lnTo>
                    <a:pt x="4068" y="1404"/>
                  </a:lnTo>
                  <a:lnTo>
                    <a:pt x="4050" y="1410"/>
                  </a:lnTo>
                  <a:lnTo>
                    <a:pt x="4026" y="1410"/>
                  </a:lnTo>
                  <a:lnTo>
                    <a:pt x="4020" y="1404"/>
                  </a:lnTo>
                  <a:lnTo>
                    <a:pt x="4020" y="1386"/>
                  </a:lnTo>
                  <a:lnTo>
                    <a:pt x="4038" y="1368"/>
                  </a:lnTo>
                  <a:lnTo>
                    <a:pt x="4032" y="1362"/>
                  </a:lnTo>
                  <a:lnTo>
                    <a:pt x="4014" y="1362"/>
                  </a:lnTo>
                  <a:lnTo>
                    <a:pt x="4008" y="1368"/>
                  </a:lnTo>
                  <a:lnTo>
                    <a:pt x="4020" y="1344"/>
                  </a:lnTo>
                  <a:lnTo>
                    <a:pt x="3984" y="1350"/>
                  </a:lnTo>
                  <a:lnTo>
                    <a:pt x="3984" y="1326"/>
                  </a:lnTo>
                  <a:lnTo>
                    <a:pt x="3978" y="1314"/>
                  </a:lnTo>
                  <a:lnTo>
                    <a:pt x="3972" y="1308"/>
                  </a:lnTo>
                  <a:lnTo>
                    <a:pt x="3948" y="1308"/>
                  </a:lnTo>
                  <a:lnTo>
                    <a:pt x="3930" y="1314"/>
                  </a:lnTo>
                  <a:lnTo>
                    <a:pt x="3906" y="1326"/>
                  </a:lnTo>
                  <a:lnTo>
                    <a:pt x="3900" y="1332"/>
                  </a:lnTo>
                  <a:lnTo>
                    <a:pt x="3894" y="1332"/>
                  </a:lnTo>
                  <a:lnTo>
                    <a:pt x="3888" y="1326"/>
                  </a:lnTo>
                  <a:lnTo>
                    <a:pt x="3876" y="1320"/>
                  </a:lnTo>
                  <a:lnTo>
                    <a:pt x="3864" y="1320"/>
                  </a:lnTo>
                  <a:lnTo>
                    <a:pt x="3852" y="1326"/>
                  </a:lnTo>
                  <a:lnTo>
                    <a:pt x="3846" y="1326"/>
                  </a:lnTo>
                  <a:lnTo>
                    <a:pt x="3834" y="1332"/>
                  </a:lnTo>
                  <a:lnTo>
                    <a:pt x="3822" y="1326"/>
                  </a:lnTo>
                  <a:lnTo>
                    <a:pt x="3762" y="1302"/>
                  </a:lnTo>
                  <a:lnTo>
                    <a:pt x="3738" y="1302"/>
                  </a:lnTo>
                  <a:lnTo>
                    <a:pt x="3714" y="1314"/>
                  </a:lnTo>
                  <a:lnTo>
                    <a:pt x="3708" y="1326"/>
                  </a:lnTo>
                  <a:lnTo>
                    <a:pt x="3702" y="1326"/>
                  </a:lnTo>
                  <a:lnTo>
                    <a:pt x="3684" y="1344"/>
                  </a:lnTo>
                  <a:lnTo>
                    <a:pt x="3684" y="1350"/>
                  </a:lnTo>
                  <a:lnTo>
                    <a:pt x="3696" y="1356"/>
                  </a:lnTo>
                  <a:lnTo>
                    <a:pt x="3702" y="1362"/>
                  </a:lnTo>
                  <a:lnTo>
                    <a:pt x="3708" y="1374"/>
                  </a:lnTo>
                  <a:lnTo>
                    <a:pt x="3708" y="1380"/>
                  </a:lnTo>
                  <a:lnTo>
                    <a:pt x="3702" y="1386"/>
                  </a:lnTo>
                  <a:lnTo>
                    <a:pt x="3690" y="1392"/>
                  </a:lnTo>
                  <a:lnTo>
                    <a:pt x="3672" y="1410"/>
                  </a:lnTo>
                  <a:lnTo>
                    <a:pt x="3660" y="1416"/>
                  </a:lnTo>
                  <a:lnTo>
                    <a:pt x="3636" y="1422"/>
                  </a:lnTo>
                  <a:lnTo>
                    <a:pt x="3660" y="1440"/>
                  </a:lnTo>
                  <a:lnTo>
                    <a:pt x="3654" y="1446"/>
                  </a:lnTo>
                  <a:lnTo>
                    <a:pt x="3642" y="1446"/>
                  </a:lnTo>
                  <a:lnTo>
                    <a:pt x="3636" y="1452"/>
                  </a:lnTo>
                  <a:lnTo>
                    <a:pt x="3636" y="1470"/>
                  </a:lnTo>
                  <a:lnTo>
                    <a:pt x="3642" y="1482"/>
                  </a:lnTo>
                  <a:lnTo>
                    <a:pt x="3642" y="1488"/>
                  </a:lnTo>
                  <a:lnTo>
                    <a:pt x="3636" y="1500"/>
                  </a:lnTo>
                  <a:lnTo>
                    <a:pt x="3624" y="1506"/>
                  </a:lnTo>
                  <a:lnTo>
                    <a:pt x="3618" y="1512"/>
                  </a:lnTo>
                  <a:lnTo>
                    <a:pt x="3606" y="1512"/>
                  </a:lnTo>
                  <a:lnTo>
                    <a:pt x="3582" y="1524"/>
                  </a:lnTo>
                  <a:lnTo>
                    <a:pt x="3576" y="1536"/>
                  </a:lnTo>
                  <a:lnTo>
                    <a:pt x="3576" y="1548"/>
                  </a:lnTo>
                  <a:lnTo>
                    <a:pt x="3570" y="1548"/>
                  </a:lnTo>
                  <a:lnTo>
                    <a:pt x="3564" y="1554"/>
                  </a:lnTo>
                  <a:lnTo>
                    <a:pt x="3552" y="1554"/>
                  </a:lnTo>
                  <a:lnTo>
                    <a:pt x="3540" y="1560"/>
                  </a:lnTo>
                  <a:lnTo>
                    <a:pt x="3534" y="1566"/>
                  </a:lnTo>
                  <a:lnTo>
                    <a:pt x="3522" y="1572"/>
                  </a:lnTo>
                  <a:lnTo>
                    <a:pt x="3504" y="1590"/>
                  </a:lnTo>
                  <a:lnTo>
                    <a:pt x="3510" y="1596"/>
                  </a:lnTo>
                  <a:lnTo>
                    <a:pt x="3522" y="1602"/>
                  </a:lnTo>
                  <a:lnTo>
                    <a:pt x="3534" y="1614"/>
                  </a:lnTo>
                  <a:lnTo>
                    <a:pt x="3552" y="1620"/>
                  </a:lnTo>
                  <a:lnTo>
                    <a:pt x="3558" y="1632"/>
                  </a:lnTo>
                  <a:lnTo>
                    <a:pt x="3564" y="1638"/>
                  </a:lnTo>
                  <a:lnTo>
                    <a:pt x="3564" y="1662"/>
                  </a:lnTo>
                  <a:lnTo>
                    <a:pt x="3558" y="1698"/>
                  </a:lnTo>
                  <a:lnTo>
                    <a:pt x="3540" y="1746"/>
                  </a:lnTo>
                  <a:lnTo>
                    <a:pt x="3510" y="1776"/>
                  </a:lnTo>
                  <a:lnTo>
                    <a:pt x="3468" y="1800"/>
                  </a:lnTo>
                  <a:lnTo>
                    <a:pt x="3426" y="1830"/>
                  </a:lnTo>
                  <a:lnTo>
                    <a:pt x="3390" y="1854"/>
                  </a:lnTo>
                  <a:lnTo>
                    <a:pt x="3366" y="1860"/>
                  </a:lnTo>
                  <a:lnTo>
                    <a:pt x="3336" y="1860"/>
                  </a:lnTo>
                  <a:lnTo>
                    <a:pt x="3300" y="1866"/>
                  </a:lnTo>
                  <a:lnTo>
                    <a:pt x="3276" y="1872"/>
                  </a:lnTo>
                  <a:lnTo>
                    <a:pt x="3258" y="1878"/>
                  </a:lnTo>
                  <a:lnTo>
                    <a:pt x="3258" y="1902"/>
                  </a:lnTo>
                  <a:lnTo>
                    <a:pt x="3264" y="1914"/>
                  </a:lnTo>
                  <a:lnTo>
                    <a:pt x="3264" y="1926"/>
                  </a:lnTo>
                  <a:lnTo>
                    <a:pt x="3270" y="1938"/>
                  </a:lnTo>
                  <a:lnTo>
                    <a:pt x="3270" y="1950"/>
                  </a:lnTo>
                  <a:lnTo>
                    <a:pt x="3252" y="1968"/>
                  </a:lnTo>
                  <a:lnTo>
                    <a:pt x="3234" y="2004"/>
                  </a:lnTo>
                  <a:lnTo>
                    <a:pt x="3234" y="2076"/>
                  </a:lnTo>
                  <a:lnTo>
                    <a:pt x="3210" y="2088"/>
                  </a:lnTo>
                  <a:lnTo>
                    <a:pt x="3204" y="2094"/>
                  </a:lnTo>
                  <a:lnTo>
                    <a:pt x="3180" y="2106"/>
                  </a:lnTo>
                  <a:lnTo>
                    <a:pt x="3180" y="2142"/>
                  </a:lnTo>
                  <a:lnTo>
                    <a:pt x="3156" y="2166"/>
                  </a:lnTo>
                  <a:lnTo>
                    <a:pt x="3156" y="2154"/>
                  </a:lnTo>
                  <a:lnTo>
                    <a:pt x="3162" y="2148"/>
                  </a:lnTo>
                  <a:lnTo>
                    <a:pt x="3162" y="2142"/>
                  </a:lnTo>
                  <a:lnTo>
                    <a:pt x="3156" y="2130"/>
                  </a:lnTo>
                  <a:lnTo>
                    <a:pt x="3138" y="2130"/>
                  </a:lnTo>
                  <a:lnTo>
                    <a:pt x="3126" y="2136"/>
                  </a:lnTo>
                  <a:lnTo>
                    <a:pt x="3108" y="2154"/>
                  </a:lnTo>
                  <a:lnTo>
                    <a:pt x="3108" y="2166"/>
                  </a:lnTo>
                  <a:lnTo>
                    <a:pt x="3114" y="2178"/>
                  </a:lnTo>
                  <a:lnTo>
                    <a:pt x="3114" y="2190"/>
                  </a:lnTo>
                  <a:lnTo>
                    <a:pt x="3108" y="2196"/>
                  </a:lnTo>
                  <a:lnTo>
                    <a:pt x="3108" y="2178"/>
                  </a:lnTo>
                  <a:lnTo>
                    <a:pt x="3102" y="2166"/>
                  </a:lnTo>
                  <a:lnTo>
                    <a:pt x="3090" y="2154"/>
                  </a:lnTo>
                  <a:lnTo>
                    <a:pt x="3078" y="2154"/>
                  </a:lnTo>
                  <a:lnTo>
                    <a:pt x="3066" y="2160"/>
                  </a:lnTo>
                  <a:lnTo>
                    <a:pt x="3042" y="2160"/>
                  </a:lnTo>
                  <a:lnTo>
                    <a:pt x="3036" y="2166"/>
                  </a:lnTo>
                  <a:lnTo>
                    <a:pt x="3030" y="2166"/>
                  </a:lnTo>
                  <a:lnTo>
                    <a:pt x="3042" y="2160"/>
                  </a:lnTo>
                  <a:lnTo>
                    <a:pt x="3060" y="2142"/>
                  </a:lnTo>
                  <a:lnTo>
                    <a:pt x="3072" y="2136"/>
                  </a:lnTo>
                  <a:lnTo>
                    <a:pt x="3078" y="2124"/>
                  </a:lnTo>
                  <a:lnTo>
                    <a:pt x="3078" y="2118"/>
                  </a:lnTo>
                  <a:lnTo>
                    <a:pt x="3072" y="2106"/>
                  </a:lnTo>
                  <a:lnTo>
                    <a:pt x="3060" y="2100"/>
                  </a:lnTo>
                  <a:lnTo>
                    <a:pt x="3048" y="2088"/>
                  </a:lnTo>
                  <a:lnTo>
                    <a:pt x="3030" y="2088"/>
                  </a:lnTo>
                  <a:lnTo>
                    <a:pt x="3024" y="2082"/>
                  </a:lnTo>
                  <a:lnTo>
                    <a:pt x="3018" y="2082"/>
                  </a:lnTo>
                  <a:lnTo>
                    <a:pt x="3024" y="2082"/>
                  </a:lnTo>
                  <a:lnTo>
                    <a:pt x="3042" y="2064"/>
                  </a:lnTo>
                  <a:lnTo>
                    <a:pt x="3042" y="2058"/>
                  </a:lnTo>
                  <a:lnTo>
                    <a:pt x="3030" y="2034"/>
                  </a:lnTo>
                  <a:lnTo>
                    <a:pt x="3030" y="2028"/>
                  </a:lnTo>
                  <a:lnTo>
                    <a:pt x="3024" y="2016"/>
                  </a:lnTo>
                  <a:lnTo>
                    <a:pt x="3060" y="1992"/>
                  </a:lnTo>
                  <a:lnTo>
                    <a:pt x="3060" y="1968"/>
                  </a:lnTo>
                  <a:lnTo>
                    <a:pt x="3084" y="1956"/>
                  </a:lnTo>
                  <a:lnTo>
                    <a:pt x="3084" y="1914"/>
                  </a:lnTo>
                  <a:lnTo>
                    <a:pt x="3090" y="1914"/>
                  </a:lnTo>
                  <a:lnTo>
                    <a:pt x="3102" y="1902"/>
                  </a:lnTo>
                  <a:lnTo>
                    <a:pt x="3114" y="1896"/>
                  </a:lnTo>
                  <a:lnTo>
                    <a:pt x="3132" y="1878"/>
                  </a:lnTo>
                  <a:lnTo>
                    <a:pt x="3126" y="1866"/>
                  </a:lnTo>
                  <a:lnTo>
                    <a:pt x="3120" y="1860"/>
                  </a:lnTo>
                  <a:lnTo>
                    <a:pt x="3084" y="1848"/>
                  </a:lnTo>
                  <a:lnTo>
                    <a:pt x="2976" y="1848"/>
                  </a:lnTo>
                  <a:lnTo>
                    <a:pt x="2940" y="1860"/>
                  </a:lnTo>
                  <a:lnTo>
                    <a:pt x="2946" y="1848"/>
                  </a:lnTo>
                  <a:lnTo>
                    <a:pt x="2952" y="1842"/>
                  </a:lnTo>
                  <a:lnTo>
                    <a:pt x="2952" y="1830"/>
                  </a:lnTo>
                  <a:lnTo>
                    <a:pt x="2958" y="1824"/>
                  </a:lnTo>
                  <a:lnTo>
                    <a:pt x="2952" y="1818"/>
                  </a:lnTo>
                  <a:lnTo>
                    <a:pt x="2940" y="1812"/>
                  </a:lnTo>
                  <a:lnTo>
                    <a:pt x="2928" y="1812"/>
                  </a:lnTo>
                  <a:lnTo>
                    <a:pt x="2892" y="1800"/>
                  </a:lnTo>
                  <a:lnTo>
                    <a:pt x="2874" y="1800"/>
                  </a:lnTo>
                  <a:lnTo>
                    <a:pt x="2868" y="1794"/>
                  </a:lnTo>
                  <a:lnTo>
                    <a:pt x="2862" y="1794"/>
                  </a:lnTo>
                  <a:lnTo>
                    <a:pt x="2862" y="1770"/>
                  </a:lnTo>
                  <a:lnTo>
                    <a:pt x="2856" y="1752"/>
                  </a:lnTo>
                  <a:lnTo>
                    <a:pt x="2844" y="1740"/>
                  </a:lnTo>
                  <a:lnTo>
                    <a:pt x="2790" y="1722"/>
                  </a:lnTo>
                  <a:lnTo>
                    <a:pt x="2778" y="1722"/>
                  </a:lnTo>
                  <a:lnTo>
                    <a:pt x="2778" y="1716"/>
                  </a:lnTo>
                  <a:lnTo>
                    <a:pt x="2766" y="1704"/>
                  </a:lnTo>
                  <a:lnTo>
                    <a:pt x="2754" y="1704"/>
                  </a:lnTo>
                  <a:lnTo>
                    <a:pt x="2736" y="1698"/>
                  </a:lnTo>
                  <a:lnTo>
                    <a:pt x="2694" y="1698"/>
                  </a:lnTo>
                  <a:lnTo>
                    <a:pt x="2646" y="1704"/>
                  </a:lnTo>
                  <a:lnTo>
                    <a:pt x="2610" y="1716"/>
                  </a:lnTo>
                  <a:lnTo>
                    <a:pt x="2592" y="1716"/>
                  </a:lnTo>
                  <a:lnTo>
                    <a:pt x="2598" y="1716"/>
                  </a:lnTo>
                  <a:lnTo>
                    <a:pt x="2604" y="1710"/>
                  </a:lnTo>
                  <a:lnTo>
                    <a:pt x="2616" y="1710"/>
                  </a:lnTo>
                  <a:lnTo>
                    <a:pt x="2628" y="1704"/>
                  </a:lnTo>
                  <a:lnTo>
                    <a:pt x="2634" y="1692"/>
                  </a:lnTo>
                  <a:lnTo>
                    <a:pt x="2640" y="1686"/>
                  </a:lnTo>
                  <a:lnTo>
                    <a:pt x="2646" y="1662"/>
                  </a:lnTo>
                  <a:lnTo>
                    <a:pt x="2658" y="1632"/>
                  </a:lnTo>
                  <a:lnTo>
                    <a:pt x="2664" y="1602"/>
                  </a:lnTo>
                  <a:lnTo>
                    <a:pt x="2670" y="1590"/>
                  </a:lnTo>
                  <a:lnTo>
                    <a:pt x="2658" y="1590"/>
                  </a:lnTo>
                  <a:lnTo>
                    <a:pt x="2646" y="1584"/>
                  </a:lnTo>
                  <a:lnTo>
                    <a:pt x="2616" y="1584"/>
                  </a:lnTo>
                  <a:lnTo>
                    <a:pt x="2610" y="1590"/>
                  </a:lnTo>
                  <a:lnTo>
                    <a:pt x="2598" y="1596"/>
                  </a:lnTo>
                  <a:lnTo>
                    <a:pt x="2592" y="1602"/>
                  </a:lnTo>
                  <a:lnTo>
                    <a:pt x="2580" y="1608"/>
                  </a:lnTo>
                  <a:lnTo>
                    <a:pt x="2598" y="1578"/>
                  </a:lnTo>
                  <a:lnTo>
                    <a:pt x="2592" y="1560"/>
                  </a:lnTo>
                  <a:lnTo>
                    <a:pt x="2610" y="1542"/>
                  </a:lnTo>
                  <a:lnTo>
                    <a:pt x="2616" y="1530"/>
                  </a:lnTo>
                  <a:lnTo>
                    <a:pt x="2640" y="1506"/>
                  </a:lnTo>
                  <a:lnTo>
                    <a:pt x="2646" y="1494"/>
                  </a:lnTo>
                  <a:lnTo>
                    <a:pt x="2664" y="1476"/>
                  </a:lnTo>
                  <a:lnTo>
                    <a:pt x="2694" y="1452"/>
                  </a:lnTo>
                  <a:lnTo>
                    <a:pt x="2730" y="1428"/>
                  </a:lnTo>
                  <a:lnTo>
                    <a:pt x="2754" y="1410"/>
                  </a:lnTo>
                  <a:lnTo>
                    <a:pt x="2766" y="1404"/>
                  </a:lnTo>
                  <a:lnTo>
                    <a:pt x="2760" y="1392"/>
                  </a:lnTo>
                  <a:lnTo>
                    <a:pt x="2826" y="1368"/>
                  </a:lnTo>
                  <a:lnTo>
                    <a:pt x="2826" y="1350"/>
                  </a:lnTo>
                  <a:lnTo>
                    <a:pt x="2868" y="1344"/>
                  </a:lnTo>
                  <a:lnTo>
                    <a:pt x="2868" y="1326"/>
                  </a:lnTo>
                  <a:lnTo>
                    <a:pt x="2898" y="1320"/>
                  </a:lnTo>
                  <a:lnTo>
                    <a:pt x="2952" y="1284"/>
                  </a:lnTo>
                  <a:lnTo>
                    <a:pt x="3006" y="1284"/>
                  </a:lnTo>
                  <a:lnTo>
                    <a:pt x="3042" y="1278"/>
                  </a:lnTo>
                  <a:lnTo>
                    <a:pt x="3060" y="1266"/>
                  </a:lnTo>
                  <a:lnTo>
                    <a:pt x="3060" y="1254"/>
                  </a:lnTo>
                  <a:lnTo>
                    <a:pt x="3030" y="1224"/>
                  </a:lnTo>
                  <a:lnTo>
                    <a:pt x="2970" y="1230"/>
                  </a:lnTo>
                  <a:lnTo>
                    <a:pt x="2982" y="1218"/>
                  </a:lnTo>
                  <a:lnTo>
                    <a:pt x="2928" y="1194"/>
                  </a:lnTo>
                  <a:lnTo>
                    <a:pt x="2952" y="1188"/>
                  </a:lnTo>
                  <a:lnTo>
                    <a:pt x="3036" y="1212"/>
                  </a:lnTo>
                  <a:lnTo>
                    <a:pt x="3054" y="1230"/>
                  </a:lnTo>
                  <a:lnTo>
                    <a:pt x="3066" y="1236"/>
                  </a:lnTo>
                  <a:lnTo>
                    <a:pt x="3096" y="1236"/>
                  </a:lnTo>
                  <a:lnTo>
                    <a:pt x="3108" y="1230"/>
                  </a:lnTo>
                  <a:lnTo>
                    <a:pt x="3114" y="1218"/>
                  </a:lnTo>
                  <a:lnTo>
                    <a:pt x="3126" y="1206"/>
                  </a:lnTo>
                  <a:lnTo>
                    <a:pt x="3132" y="1194"/>
                  </a:lnTo>
                  <a:lnTo>
                    <a:pt x="3144" y="1188"/>
                  </a:lnTo>
                  <a:lnTo>
                    <a:pt x="3150" y="1182"/>
                  </a:lnTo>
                  <a:lnTo>
                    <a:pt x="3156" y="1182"/>
                  </a:lnTo>
                  <a:lnTo>
                    <a:pt x="3180" y="1194"/>
                  </a:lnTo>
                  <a:lnTo>
                    <a:pt x="3198" y="1200"/>
                  </a:lnTo>
                  <a:lnTo>
                    <a:pt x="3210" y="1200"/>
                  </a:lnTo>
                  <a:lnTo>
                    <a:pt x="3246" y="1182"/>
                  </a:lnTo>
                  <a:lnTo>
                    <a:pt x="3282" y="1170"/>
                  </a:lnTo>
                  <a:lnTo>
                    <a:pt x="3318" y="1152"/>
                  </a:lnTo>
                  <a:lnTo>
                    <a:pt x="3336" y="1146"/>
                  </a:lnTo>
                  <a:lnTo>
                    <a:pt x="3360" y="1134"/>
                  </a:lnTo>
                  <a:lnTo>
                    <a:pt x="3372" y="1122"/>
                  </a:lnTo>
                  <a:lnTo>
                    <a:pt x="3366" y="1116"/>
                  </a:lnTo>
                  <a:lnTo>
                    <a:pt x="3342" y="1110"/>
                  </a:lnTo>
                  <a:lnTo>
                    <a:pt x="3264" y="1110"/>
                  </a:lnTo>
                  <a:lnTo>
                    <a:pt x="3258" y="1086"/>
                  </a:lnTo>
                  <a:lnTo>
                    <a:pt x="3174" y="1056"/>
                  </a:lnTo>
                  <a:lnTo>
                    <a:pt x="3186" y="1056"/>
                  </a:lnTo>
                  <a:lnTo>
                    <a:pt x="3216" y="1050"/>
                  </a:lnTo>
                  <a:lnTo>
                    <a:pt x="3252" y="1050"/>
                  </a:lnTo>
                  <a:lnTo>
                    <a:pt x="3282" y="1056"/>
                  </a:lnTo>
                  <a:lnTo>
                    <a:pt x="3294" y="1062"/>
                  </a:lnTo>
                  <a:lnTo>
                    <a:pt x="3306" y="1074"/>
                  </a:lnTo>
                  <a:lnTo>
                    <a:pt x="3324" y="1086"/>
                  </a:lnTo>
                  <a:lnTo>
                    <a:pt x="3336" y="1098"/>
                  </a:lnTo>
                  <a:lnTo>
                    <a:pt x="3348" y="1104"/>
                  </a:lnTo>
                  <a:lnTo>
                    <a:pt x="3372" y="1098"/>
                  </a:lnTo>
                  <a:lnTo>
                    <a:pt x="3408" y="1080"/>
                  </a:lnTo>
                  <a:lnTo>
                    <a:pt x="3444" y="1068"/>
                  </a:lnTo>
                  <a:lnTo>
                    <a:pt x="3474" y="1050"/>
                  </a:lnTo>
                  <a:lnTo>
                    <a:pt x="3486" y="1044"/>
                  </a:lnTo>
                  <a:lnTo>
                    <a:pt x="3462" y="1032"/>
                  </a:lnTo>
                  <a:lnTo>
                    <a:pt x="3468" y="1026"/>
                  </a:lnTo>
                  <a:lnTo>
                    <a:pt x="3492" y="1014"/>
                  </a:lnTo>
                  <a:lnTo>
                    <a:pt x="3522" y="1014"/>
                  </a:lnTo>
                  <a:lnTo>
                    <a:pt x="3528" y="1020"/>
                  </a:lnTo>
                  <a:lnTo>
                    <a:pt x="3534" y="1032"/>
                  </a:lnTo>
                  <a:lnTo>
                    <a:pt x="3540" y="1038"/>
                  </a:lnTo>
                  <a:lnTo>
                    <a:pt x="3570" y="1050"/>
                  </a:lnTo>
                  <a:lnTo>
                    <a:pt x="3576" y="1026"/>
                  </a:lnTo>
                  <a:lnTo>
                    <a:pt x="3594" y="1044"/>
                  </a:lnTo>
                  <a:lnTo>
                    <a:pt x="3600" y="1038"/>
                  </a:lnTo>
                  <a:lnTo>
                    <a:pt x="3600" y="1026"/>
                  </a:lnTo>
                  <a:lnTo>
                    <a:pt x="3594" y="1014"/>
                  </a:lnTo>
                  <a:lnTo>
                    <a:pt x="3582" y="1002"/>
                  </a:lnTo>
                  <a:lnTo>
                    <a:pt x="3564" y="990"/>
                  </a:lnTo>
                  <a:lnTo>
                    <a:pt x="3606" y="984"/>
                  </a:lnTo>
                  <a:lnTo>
                    <a:pt x="3606" y="990"/>
                  </a:lnTo>
                  <a:lnTo>
                    <a:pt x="3612" y="996"/>
                  </a:lnTo>
                  <a:lnTo>
                    <a:pt x="3612" y="1008"/>
                  </a:lnTo>
                  <a:lnTo>
                    <a:pt x="3624" y="1032"/>
                  </a:lnTo>
                  <a:lnTo>
                    <a:pt x="3630" y="1038"/>
                  </a:lnTo>
                  <a:lnTo>
                    <a:pt x="3636" y="1038"/>
                  </a:lnTo>
                  <a:lnTo>
                    <a:pt x="3654" y="1032"/>
                  </a:lnTo>
                  <a:lnTo>
                    <a:pt x="3690" y="1026"/>
                  </a:lnTo>
                  <a:lnTo>
                    <a:pt x="3732" y="1008"/>
                  </a:lnTo>
                  <a:lnTo>
                    <a:pt x="3768" y="990"/>
                  </a:lnTo>
                  <a:lnTo>
                    <a:pt x="3798" y="972"/>
                  </a:lnTo>
                  <a:lnTo>
                    <a:pt x="3798" y="960"/>
                  </a:lnTo>
                  <a:lnTo>
                    <a:pt x="3786" y="942"/>
                  </a:lnTo>
                  <a:lnTo>
                    <a:pt x="3780" y="930"/>
                  </a:lnTo>
                  <a:lnTo>
                    <a:pt x="3774" y="912"/>
                  </a:lnTo>
                  <a:lnTo>
                    <a:pt x="3774" y="900"/>
                  </a:lnTo>
                  <a:lnTo>
                    <a:pt x="3780" y="894"/>
                  </a:lnTo>
                  <a:lnTo>
                    <a:pt x="3792" y="894"/>
                  </a:lnTo>
                  <a:lnTo>
                    <a:pt x="3804" y="888"/>
                  </a:lnTo>
                  <a:lnTo>
                    <a:pt x="3822" y="888"/>
                  </a:lnTo>
                  <a:lnTo>
                    <a:pt x="3840" y="882"/>
                  </a:lnTo>
                  <a:lnTo>
                    <a:pt x="3858" y="882"/>
                  </a:lnTo>
                  <a:lnTo>
                    <a:pt x="3864" y="876"/>
                  </a:lnTo>
                  <a:lnTo>
                    <a:pt x="3870" y="876"/>
                  </a:lnTo>
                  <a:lnTo>
                    <a:pt x="3870" y="858"/>
                  </a:lnTo>
                  <a:lnTo>
                    <a:pt x="3864" y="846"/>
                  </a:lnTo>
                  <a:lnTo>
                    <a:pt x="3864" y="840"/>
                  </a:lnTo>
                  <a:lnTo>
                    <a:pt x="3858" y="828"/>
                  </a:lnTo>
                  <a:lnTo>
                    <a:pt x="3840" y="804"/>
                  </a:lnTo>
                  <a:lnTo>
                    <a:pt x="3822" y="798"/>
                  </a:lnTo>
                  <a:lnTo>
                    <a:pt x="3786" y="792"/>
                  </a:lnTo>
                  <a:lnTo>
                    <a:pt x="3744" y="792"/>
                  </a:lnTo>
                  <a:lnTo>
                    <a:pt x="3708" y="804"/>
                  </a:lnTo>
                  <a:lnTo>
                    <a:pt x="3690" y="822"/>
                  </a:lnTo>
                  <a:lnTo>
                    <a:pt x="3690" y="840"/>
                  </a:lnTo>
                  <a:lnTo>
                    <a:pt x="3696" y="840"/>
                  </a:lnTo>
                  <a:lnTo>
                    <a:pt x="3702" y="846"/>
                  </a:lnTo>
                  <a:lnTo>
                    <a:pt x="3666" y="870"/>
                  </a:lnTo>
                  <a:lnTo>
                    <a:pt x="3642" y="870"/>
                  </a:lnTo>
                  <a:lnTo>
                    <a:pt x="3576" y="918"/>
                  </a:lnTo>
                  <a:lnTo>
                    <a:pt x="3552" y="930"/>
                  </a:lnTo>
                  <a:lnTo>
                    <a:pt x="3546" y="936"/>
                  </a:lnTo>
                  <a:lnTo>
                    <a:pt x="3540" y="948"/>
                  </a:lnTo>
                  <a:lnTo>
                    <a:pt x="3522" y="966"/>
                  </a:lnTo>
                  <a:lnTo>
                    <a:pt x="3492" y="966"/>
                  </a:lnTo>
                  <a:lnTo>
                    <a:pt x="3456" y="984"/>
                  </a:lnTo>
                  <a:lnTo>
                    <a:pt x="3456" y="972"/>
                  </a:lnTo>
                  <a:lnTo>
                    <a:pt x="3450" y="954"/>
                  </a:lnTo>
                  <a:lnTo>
                    <a:pt x="3450" y="918"/>
                  </a:lnTo>
                  <a:lnTo>
                    <a:pt x="3456" y="912"/>
                  </a:lnTo>
                  <a:lnTo>
                    <a:pt x="3480" y="900"/>
                  </a:lnTo>
                  <a:lnTo>
                    <a:pt x="3498" y="900"/>
                  </a:lnTo>
                  <a:lnTo>
                    <a:pt x="3510" y="894"/>
                  </a:lnTo>
                  <a:lnTo>
                    <a:pt x="3516" y="882"/>
                  </a:lnTo>
                  <a:lnTo>
                    <a:pt x="3516" y="870"/>
                  </a:lnTo>
                  <a:lnTo>
                    <a:pt x="3510" y="852"/>
                  </a:lnTo>
                  <a:lnTo>
                    <a:pt x="3504" y="846"/>
                  </a:lnTo>
                  <a:lnTo>
                    <a:pt x="3498" y="834"/>
                  </a:lnTo>
                  <a:lnTo>
                    <a:pt x="3486" y="834"/>
                  </a:lnTo>
                  <a:lnTo>
                    <a:pt x="3450" y="852"/>
                  </a:lnTo>
                  <a:lnTo>
                    <a:pt x="3432" y="858"/>
                  </a:lnTo>
                  <a:lnTo>
                    <a:pt x="3420" y="864"/>
                  </a:lnTo>
                  <a:lnTo>
                    <a:pt x="3414" y="870"/>
                  </a:lnTo>
                  <a:lnTo>
                    <a:pt x="3408" y="870"/>
                  </a:lnTo>
                  <a:lnTo>
                    <a:pt x="3378" y="900"/>
                  </a:lnTo>
                  <a:lnTo>
                    <a:pt x="3372" y="888"/>
                  </a:lnTo>
                  <a:lnTo>
                    <a:pt x="3396" y="858"/>
                  </a:lnTo>
                  <a:lnTo>
                    <a:pt x="3396" y="840"/>
                  </a:lnTo>
                  <a:lnTo>
                    <a:pt x="3438" y="822"/>
                  </a:lnTo>
                  <a:lnTo>
                    <a:pt x="3402" y="816"/>
                  </a:lnTo>
                  <a:lnTo>
                    <a:pt x="3408" y="804"/>
                  </a:lnTo>
                  <a:lnTo>
                    <a:pt x="3360" y="816"/>
                  </a:lnTo>
                  <a:lnTo>
                    <a:pt x="3336" y="804"/>
                  </a:lnTo>
                  <a:lnTo>
                    <a:pt x="3378" y="792"/>
                  </a:lnTo>
                  <a:lnTo>
                    <a:pt x="3378" y="774"/>
                  </a:lnTo>
                  <a:lnTo>
                    <a:pt x="3390" y="774"/>
                  </a:lnTo>
                  <a:lnTo>
                    <a:pt x="3396" y="780"/>
                  </a:lnTo>
                  <a:lnTo>
                    <a:pt x="3420" y="780"/>
                  </a:lnTo>
                  <a:lnTo>
                    <a:pt x="3426" y="774"/>
                  </a:lnTo>
                  <a:lnTo>
                    <a:pt x="3426" y="762"/>
                  </a:lnTo>
                  <a:lnTo>
                    <a:pt x="3420" y="756"/>
                  </a:lnTo>
                  <a:lnTo>
                    <a:pt x="3408" y="756"/>
                  </a:lnTo>
                  <a:lnTo>
                    <a:pt x="3396" y="744"/>
                  </a:lnTo>
                  <a:lnTo>
                    <a:pt x="3396" y="738"/>
                  </a:lnTo>
                  <a:lnTo>
                    <a:pt x="3420" y="690"/>
                  </a:lnTo>
                  <a:lnTo>
                    <a:pt x="3426" y="684"/>
                  </a:lnTo>
                  <a:lnTo>
                    <a:pt x="3426" y="672"/>
                  </a:lnTo>
                  <a:lnTo>
                    <a:pt x="3420" y="666"/>
                  </a:lnTo>
                  <a:lnTo>
                    <a:pt x="3414" y="666"/>
                  </a:lnTo>
                  <a:lnTo>
                    <a:pt x="3372" y="648"/>
                  </a:lnTo>
                  <a:lnTo>
                    <a:pt x="3348" y="660"/>
                  </a:lnTo>
                  <a:lnTo>
                    <a:pt x="3336" y="660"/>
                  </a:lnTo>
                  <a:lnTo>
                    <a:pt x="3318" y="666"/>
                  </a:lnTo>
                  <a:lnTo>
                    <a:pt x="3312" y="666"/>
                  </a:lnTo>
                  <a:lnTo>
                    <a:pt x="3306" y="672"/>
                  </a:lnTo>
                  <a:lnTo>
                    <a:pt x="3306" y="690"/>
                  </a:lnTo>
                  <a:lnTo>
                    <a:pt x="3240" y="690"/>
                  </a:lnTo>
                  <a:lnTo>
                    <a:pt x="3228" y="696"/>
                  </a:lnTo>
                  <a:lnTo>
                    <a:pt x="3222" y="702"/>
                  </a:lnTo>
                  <a:lnTo>
                    <a:pt x="3210" y="708"/>
                  </a:lnTo>
                  <a:lnTo>
                    <a:pt x="3198" y="720"/>
                  </a:lnTo>
                  <a:lnTo>
                    <a:pt x="3204" y="726"/>
                  </a:lnTo>
                  <a:lnTo>
                    <a:pt x="3216" y="732"/>
                  </a:lnTo>
                  <a:lnTo>
                    <a:pt x="3228" y="732"/>
                  </a:lnTo>
                  <a:lnTo>
                    <a:pt x="3234" y="738"/>
                  </a:lnTo>
                  <a:lnTo>
                    <a:pt x="3228" y="738"/>
                  </a:lnTo>
                  <a:lnTo>
                    <a:pt x="3222" y="744"/>
                  </a:lnTo>
                  <a:lnTo>
                    <a:pt x="3204" y="744"/>
                  </a:lnTo>
                  <a:lnTo>
                    <a:pt x="3180" y="756"/>
                  </a:lnTo>
                  <a:lnTo>
                    <a:pt x="3168" y="768"/>
                  </a:lnTo>
                  <a:lnTo>
                    <a:pt x="3168" y="774"/>
                  </a:lnTo>
                  <a:lnTo>
                    <a:pt x="3174" y="786"/>
                  </a:lnTo>
                  <a:lnTo>
                    <a:pt x="3186" y="798"/>
                  </a:lnTo>
                  <a:lnTo>
                    <a:pt x="3198" y="804"/>
                  </a:lnTo>
                  <a:lnTo>
                    <a:pt x="3204" y="810"/>
                  </a:lnTo>
                  <a:lnTo>
                    <a:pt x="3210" y="810"/>
                  </a:lnTo>
                  <a:lnTo>
                    <a:pt x="3234" y="798"/>
                  </a:lnTo>
                  <a:lnTo>
                    <a:pt x="3234" y="822"/>
                  </a:lnTo>
                  <a:lnTo>
                    <a:pt x="3240" y="828"/>
                  </a:lnTo>
                  <a:lnTo>
                    <a:pt x="3246" y="828"/>
                  </a:lnTo>
                  <a:lnTo>
                    <a:pt x="3258" y="822"/>
                  </a:lnTo>
                  <a:lnTo>
                    <a:pt x="3282" y="822"/>
                  </a:lnTo>
                  <a:lnTo>
                    <a:pt x="3276" y="828"/>
                  </a:lnTo>
                  <a:lnTo>
                    <a:pt x="3252" y="840"/>
                  </a:lnTo>
                  <a:lnTo>
                    <a:pt x="3246" y="840"/>
                  </a:lnTo>
                  <a:lnTo>
                    <a:pt x="3228" y="828"/>
                  </a:lnTo>
                  <a:lnTo>
                    <a:pt x="3222" y="846"/>
                  </a:lnTo>
                  <a:lnTo>
                    <a:pt x="3204" y="846"/>
                  </a:lnTo>
                  <a:lnTo>
                    <a:pt x="3192" y="852"/>
                  </a:lnTo>
                  <a:lnTo>
                    <a:pt x="3186" y="852"/>
                  </a:lnTo>
                  <a:lnTo>
                    <a:pt x="3180" y="858"/>
                  </a:lnTo>
                  <a:lnTo>
                    <a:pt x="3204" y="858"/>
                  </a:lnTo>
                  <a:lnTo>
                    <a:pt x="3228" y="846"/>
                  </a:lnTo>
                  <a:lnTo>
                    <a:pt x="3240" y="846"/>
                  </a:lnTo>
                  <a:lnTo>
                    <a:pt x="3240" y="852"/>
                  </a:lnTo>
                  <a:lnTo>
                    <a:pt x="3228" y="870"/>
                  </a:lnTo>
                  <a:lnTo>
                    <a:pt x="3210" y="882"/>
                  </a:lnTo>
                  <a:lnTo>
                    <a:pt x="3198" y="888"/>
                  </a:lnTo>
                  <a:lnTo>
                    <a:pt x="3180" y="894"/>
                  </a:lnTo>
                  <a:lnTo>
                    <a:pt x="3168" y="900"/>
                  </a:lnTo>
                  <a:lnTo>
                    <a:pt x="3162" y="906"/>
                  </a:lnTo>
                  <a:lnTo>
                    <a:pt x="3138" y="918"/>
                  </a:lnTo>
                  <a:lnTo>
                    <a:pt x="3132" y="924"/>
                  </a:lnTo>
                  <a:lnTo>
                    <a:pt x="3120" y="918"/>
                  </a:lnTo>
                  <a:lnTo>
                    <a:pt x="3114" y="918"/>
                  </a:lnTo>
                  <a:lnTo>
                    <a:pt x="3102" y="912"/>
                  </a:lnTo>
                  <a:lnTo>
                    <a:pt x="3090" y="912"/>
                  </a:lnTo>
                  <a:lnTo>
                    <a:pt x="3072" y="930"/>
                  </a:lnTo>
                  <a:lnTo>
                    <a:pt x="3060" y="936"/>
                  </a:lnTo>
                  <a:lnTo>
                    <a:pt x="3054" y="948"/>
                  </a:lnTo>
                  <a:lnTo>
                    <a:pt x="3054" y="972"/>
                  </a:lnTo>
                  <a:lnTo>
                    <a:pt x="3048" y="978"/>
                  </a:lnTo>
                  <a:lnTo>
                    <a:pt x="3042" y="966"/>
                  </a:lnTo>
                  <a:lnTo>
                    <a:pt x="3030" y="966"/>
                  </a:lnTo>
                  <a:lnTo>
                    <a:pt x="3018" y="960"/>
                  </a:lnTo>
                  <a:lnTo>
                    <a:pt x="3012" y="960"/>
                  </a:lnTo>
                  <a:lnTo>
                    <a:pt x="3006" y="954"/>
                  </a:lnTo>
                  <a:lnTo>
                    <a:pt x="3030" y="930"/>
                  </a:lnTo>
                  <a:lnTo>
                    <a:pt x="3042" y="924"/>
                  </a:lnTo>
                  <a:lnTo>
                    <a:pt x="3060" y="906"/>
                  </a:lnTo>
                  <a:lnTo>
                    <a:pt x="3072" y="900"/>
                  </a:lnTo>
                  <a:lnTo>
                    <a:pt x="3036" y="900"/>
                  </a:lnTo>
                  <a:lnTo>
                    <a:pt x="3030" y="888"/>
                  </a:lnTo>
                  <a:lnTo>
                    <a:pt x="3018" y="882"/>
                  </a:lnTo>
                  <a:lnTo>
                    <a:pt x="2994" y="882"/>
                  </a:lnTo>
                  <a:lnTo>
                    <a:pt x="2988" y="888"/>
                  </a:lnTo>
                  <a:lnTo>
                    <a:pt x="2946" y="888"/>
                  </a:lnTo>
                  <a:lnTo>
                    <a:pt x="2946" y="894"/>
                  </a:lnTo>
                  <a:lnTo>
                    <a:pt x="2940" y="906"/>
                  </a:lnTo>
                  <a:lnTo>
                    <a:pt x="2940" y="918"/>
                  </a:lnTo>
                  <a:lnTo>
                    <a:pt x="2946" y="918"/>
                  </a:lnTo>
                  <a:lnTo>
                    <a:pt x="2952" y="924"/>
                  </a:lnTo>
                  <a:lnTo>
                    <a:pt x="2964" y="924"/>
                  </a:lnTo>
                  <a:lnTo>
                    <a:pt x="2976" y="936"/>
                  </a:lnTo>
                  <a:lnTo>
                    <a:pt x="2982" y="936"/>
                  </a:lnTo>
                  <a:lnTo>
                    <a:pt x="2976" y="942"/>
                  </a:lnTo>
                  <a:lnTo>
                    <a:pt x="2958" y="942"/>
                  </a:lnTo>
                  <a:lnTo>
                    <a:pt x="2952" y="936"/>
                  </a:lnTo>
                  <a:lnTo>
                    <a:pt x="2940" y="930"/>
                  </a:lnTo>
                  <a:lnTo>
                    <a:pt x="2934" y="924"/>
                  </a:lnTo>
                  <a:lnTo>
                    <a:pt x="2916" y="912"/>
                  </a:lnTo>
                  <a:lnTo>
                    <a:pt x="2910" y="942"/>
                  </a:lnTo>
                  <a:lnTo>
                    <a:pt x="2904" y="942"/>
                  </a:lnTo>
                  <a:lnTo>
                    <a:pt x="2898" y="948"/>
                  </a:lnTo>
                  <a:lnTo>
                    <a:pt x="2862" y="948"/>
                  </a:lnTo>
                  <a:lnTo>
                    <a:pt x="2844" y="942"/>
                  </a:lnTo>
                  <a:lnTo>
                    <a:pt x="2826" y="942"/>
                  </a:lnTo>
                  <a:lnTo>
                    <a:pt x="2808" y="936"/>
                  </a:lnTo>
                  <a:lnTo>
                    <a:pt x="2718" y="936"/>
                  </a:lnTo>
                  <a:lnTo>
                    <a:pt x="2706" y="930"/>
                  </a:lnTo>
                  <a:lnTo>
                    <a:pt x="2700" y="918"/>
                  </a:lnTo>
                  <a:lnTo>
                    <a:pt x="2688" y="912"/>
                  </a:lnTo>
                  <a:lnTo>
                    <a:pt x="2628" y="918"/>
                  </a:lnTo>
                  <a:lnTo>
                    <a:pt x="2622" y="912"/>
                  </a:lnTo>
                  <a:lnTo>
                    <a:pt x="2616" y="900"/>
                  </a:lnTo>
                  <a:lnTo>
                    <a:pt x="2604" y="894"/>
                  </a:lnTo>
                  <a:lnTo>
                    <a:pt x="2598" y="894"/>
                  </a:lnTo>
                  <a:lnTo>
                    <a:pt x="2586" y="888"/>
                  </a:lnTo>
                  <a:lnTo>
                    <a:pt x="2568" y="888"/>
                  </a:lnTo>
                  <a:lnTo>
                    <a:pt x="2556" y="894"/>
                  </a:lnTo>
                  <a:lnTo>
                    <a:pt x="2538" y="900"/>
                  </a:lnTo>
                  <a:lnTo>
                    <a:pt x="2532" y="906"/>
                  </a:lnTo>
                  <a:lnTo>
                    <a:pt x="2526" y="906"/>
                  </a:lnTo>
                  <a:lnTo>
                    <a:pt x="2526" y="912"/>
                  </a:lnTo>
                  <a:lnTo>
                    <a:pt x="2484" y="912"/>
                  </a:lnTo>
                  <a:lnTo>
                    <a:pt x="2472" y="906"/>
                  </a:lnTo>
                  <a:lnTo>
                    <a:pt x="2442" y="906"/>
                  </a:lnTo>
                  <a:lnTo>
                    <a:pt x="2430" y="918"/>
                  </a:lnTo>
                  <a:lnTo>
                    <a:pt x="2430" y="930"/>
                  </a:lnTo>
                  <a:lnTo>
                    <a:pt x="2418" y="954"/>
                  </a:lnTo>
                  <a:lnTo>
                    <a:pt x="2412" y="960"/>
                  </a:lnTo>
                  <a:lnTo>
                    <a:pt x="2412" y="966"/>
                  </a:lnTo>
                  <a:lnTo>
                    <a:pt x="2400" y="996"/>
                  </a:lnTo>
                  <a:lnTo>
                    <a:pt x="2364" y="996"/>
                  </a:lnTo>
                  <a:lnTo>
                    <a:pt x="2358" y="1026"/>
                  </a:lnTo>
                  <a:lnTo>
                    <a:pt x="2334" y="978"/>
                  </a:lnTo>
                  <a:lnTo>
                    <a:pt x="2340" y="978"/>
                  </a:lnTo>
                  <a:lnTo>
                    <a:pt x="2352" y="984"/>
                  </a:lnTo>
                  <a:lnTo>
                    <a:pt x="2376" y="984"/>
                  </a:lnTo>
                  <a:lnTo>
                    <a:pt x="2388" y="972"/>
                  </a:lnTo>
                  <a:lnTo>
                    <a:pt x="2358" y="942"/>
                  </a:lnTo>
                  <a:lnTo>
                    <a:pt x="2340" y="942"/>
                  </a:lnTo>
                  <a:lnTo>
                    <a:pt x="2328" y="936"/>
                  </a:lnTo>
                  <a:lnTo>
                    <a:pt x="2316" y="936"/>
                  </a:lnTo>
                  <a:lnTo>
                    <a:pt x="2322" y="918"/>
                  </a:lnTo>
                  <a:lnTo>
                    <a:pt x="2304" y="924"/>
                  </a:lnTo>
                  <a:lnTo>
                    <a:pt x="2262" y="930"/>
                  </a:lnTo>
                  <a:lnTo>
                    <a:pt x="2208" y="936"/>
                  </a:lnTo>
                  <a:lnTo>
                    <a:pt x="2160" y="942"/>
                  </a:lnTo>
                  <a:lnTo>
                    <a:pt x="2112" y="942"/>
                  </a:lnTo>
                  <a:lnTo>
                    <a:pt x="2064" y="936"/>
                  </a:lnTo>
                  <a:lnTo>
                    <a:pt x="2034" y="930"/>
                  </a:lnTo>
                  <a:lnTo>
                    <a:pt x="2028" y="924"/>
                  </a:lnTo>
                  <a:lnTo>
                    <a:pt x="2052" y="918"/>
                  </a:lnTo>
                  <a:lnTo>
                    <a:pt x="2082" y="918"/>
                  </a:lnTo>
                  <a:lnTo>
                    <a:pt x="2118" y="912"/>
                  </a:lnTo>
                  <a:lnTo>
                    <a:pt x="2142" y="900"/>
                  </a:lnTo>
                  <a:lnTo>
                    <a:pt x="2142" y="888"/>
                  </a:lnTo>
                  <a:lnTo>
                    <a:pt x="2112" y="864"/>
                  </a:lnTo>
                  <a:lnTo>
                    <a:pt x="2082" y="852"/>
                  </a:lnTo>
                  <a:lnTo>
                    <a:pt x="2004" y="852"/>
                  </a:lnTo>
                  <a:lnTo>
                    <a:pt x="1968" y="840"/>
                  </a:lnTo>
                  <a:lnTo>
                    <a:pt x="1944" y="834"/>
                  </a:lnTo>
                  <a:lnTo>
                    <a:pt x="1938" y="828"/>
                  </a:lnTo>
                  <a:lnTo>
                    <a:pt x="1908" y="828"/>
                  </a:lnTo>
                  <a:lnTo>
                    <a:pt x="1896" y="822"/>
                  </a:lnTo>
                  <a:lnTo>
                    <a:pt x="1866" y="804"/>
                  </a:lnTo>
                  <a:lnTo>
                    <a:pt x="1836" y="792"/>
                  </a:lnTo>
                  <a:lnTo>
                    <a:pt x="1812" y="786"/>
                  </a:lnTo>
                  <a:lnTo>
                    <a:pt x="1800" y="792"/>
                  </a:lnTo>
                  <a:lnTo>
                    <a:pt x="1782" y="798"/>
                  </a:lnTo>
                  <a:lnTo>
                    <a:pt x="1770" y="804"/>
                  </a:lnTo>
                  <a:lnTo>
                    <a:pt x="1758" y="816"/>
                  </a:lnTo>
                  <a:lnTo>
                    <a:pt x="1734" y="828"/>
                  </a:lnTo>
                  <a:lnTo>
                    <a:pt x="1680" y="828"/>
                  </a:lnTo>
                  <a:lnTo>
                    <a:pt x="1710" y="810"/>
                  </a:lnTo>
                  <a:lnTo>
                    <a:pt x="1710" y="798"/>
                  </a:lnTo>
                  <a:lnTo>
                    <a:pt x="1734" y="768"/>
                  </a:lnTo>
                  <a:lnTo>
                    <a:pt x="1728" y="768"/>
                  </a:lnTo>
                  <a:lnTo>
                    <a:pt x="1722" y="774"/>
                  </a:lnTo>
                  <a:lnTo>
                    <a:pt x="1674" y="798"/>
                  </a:lnTo>
                  <a:lnTo>
                    <a:pt x="1650" y="822"/>
                  </a:lnTo>
                  <a:lnTo>
                    <a:pt x="1638" y="828"/>
                  </a:lnTo>
                  <a:lnTo>
                    <a:pt x="1620" y="834"/>
                  </a:lnTo>
                  <a:lnTo>
                    <a:pt x="1608" y="828"/>
                  </a:lnTo>
                  <a:lnTo>
                    <a:pt x="1602" y="816"/>
                  </a:lnTo>
                  <a:lnTo>
                    <a:pt x="1602" y="798"/>
                  </a:lnTo>
                  <a:lnTo>
                    <a:pt x="1614" y="774"/>
                  </a:lnTo>
                  <a:lnTo>
                    <a:pt x="1614" y="762"/>
                  </a:lnTo>
                  <a:lnTo>
                    <a:pt x="1608" y="750"/>
                  </a:lnTo>
                  <a:lnTo>
                    <a:pt x="1596" y="744"/>
                  </a:lnTo>
                  <a:lnTo>
                    <a:pt x="1590" y="738"/>
                  </a:lnTo>
                  <a:lnTo>
                    <a:pt x="1578" y="738"/>
                  </a:lnTo>
                  <a:lnTo>
                    <a:pt x="1572" y="744"/>
                  </a:lnTo>
                  <a:lnTo>
                    <a:pt x="1572" y="750"/>
                  </a:lnTo>
                  <a:lnTo>
                    <a:pt x="1578" y="762"/>
                  </a:lnTo>
                  <a:lnTo>
                    <a:pt x="1584" y="768"/>
                  </a:lnTo>
                  <a:lnTo>
                    <a:pt x="1542" y="768"/>
                  </a:lnTo>
                  <a:lnTo>
                    <a:pt x="1530" y="774"/>
                  </a:lnTo>
                  <a:lnTo>
                    <a:pt x="1512" y="780"/>
                  </a:lnTo>
                  <a:lnTo>
                    <a:pt x="1494" y="798"/>
                  </a:lnTo>
                  <a:lnTo>
                    <a:pt x="1446" y="798"/>
                  </a:lnTo>
                  <a:lnTo>
                    <a:pt x="1428" y="804"/>
                  </a:lnTo>
                  <a:lnTo>
                    <a:pt x="1416" y="804"/>
                  </a:lnTo>
                  <a:lnTo>
                    <a:pt x="1398" y="810"/>
                  </a:lnTo>
                  <a:lnTo>
                    <a:pt x="1380" y="810"/>
                  </a:lnTo>
                  <a:lnTo>
                    <a:pt x="1374" y="816"/>
                  </a:lnTo>
                  <a:lnTo>
                    <a:pt x="1368" y="816"/>
                  </a:lnTo>
                  <a:lnTo>
                    <a:pt x="1356" y="822"/>
                  </a:lnTo>
                  <a:lnTo>
                    <a:pt x="1350" y="828"/>
                  </a:lnTo>
                  <a:lnTo>
                    <a:pt x="1338" y="834"/>
                  </a:lnTo>
                  <a:lnTo>
                    <a:pt x="1314" y="816"/>
                  </a:lnTo>
                  <a:lnTo>
                    <a:pt x="1302" y="822"/>
                  </a:lnTo>
                  <a:lnTo>
                    <a:pt x="1296" y="828"/>
                  </a:lnTo>
                  <a:lnTo>
                    <a:pt x="1272" y="840"/>
                  </a:lnTo>
                  <a:lnTo>
                    <a:pt x="1260" y="840"/>
                  </a:lnTo>
                  <a:lnTo>
                    <a:pt x="1254" y="846"/>
                  </a:lnTo>
                  <a:lnTo>
                    <a:pt x="1242" y="846"/>
                  </a:lnTo>
                  <a:lnTo>
                    <a:pt x="1230" y="852"/>
                  </a:lnTo>
                  <a:lnTo>
                    <a:pt x="1224" y="858"/>
                  </a:lnTo>
                  <a:lnTo>
                    <a:pt x="1212" y="864"/>
                  </a:lnTo>
                  <a:lnTo>
                    <a:pt x="1176" y="864"/>
                  </a:lnTo>
                  <a:lnTo>
                    <a:pt x="1188" y="858"/>
                  </a:lnTo>
                  <a:lnTo>
                    <a:pt x="1194" y="846"/>
                  </a:lnTo>
                  <a:lnTo>
                    <a:pt x="1212" y="840"/>
                  </a:lnTo>
                  <a:lnTo>
                    <a:pt x="1236" y="828"/>
                  </a:lnTo>
                  <a:lnTo>
                    <a:pt x="1254" y="828"/>
                  </a:lnTo>
                  <a:lnTo>
                    <a:pt x="1266" y="822"/>
                  </a:lnTo>
                  <a:lnTo>
                    <a:pt x="1284" y="816"/>
                  </a:lnTo>
                  <a:lnTo>
                    <a:pt x="1290" y="810"/>
                  </a:lnTo>
                  <a:lnTo>
                    <a:pt x="1362" y="810"/>
                  </a:lnTo>
                  <a:lnTo>
                    <a:pt x="1386" y="798"/>
                  </a:lnTo>
                  <a:lnTo>
                    <a:pt x="1422" y="792"/>
                  </a:lnTo>
                  <a:lnTo>
                    <a:pt x="1458" y="780"/>
                  </a:lnTo>
                  <a:lnTo>
                    <a:pt x="1470" y="780"/>
                  </a:lnTo>
                  <a:lnTo>
                    <a:pt x="1476" y="774"/>
                  </a:lnTo>
                  <a:lnTo>
                    <a:pt x="1482" y="774"/>
                  </a:lnTo>
                  <a:lnTo>
                    <a:pt x="1476" y="768"/>
                  </a:lnTo>
                  <a:lnTo>
                    <a:pt x="1410" y="768"/>
                  </a:lnTo>
                  <a:lnTo>
                    <a:pt x="1398" y="774"/>
                  </a:lnTo>
                  <a:lnTo>
                    <a:pt x="1392" y="774"/>
                  </a:lnTo>
                  <a:lnTo>
                    <a:pt x="1380" y="780"/>
                  </a:lnTo>
                  <a:lnTo>
                    <a:pt x="1374" y="786"/>
                  </a:lnTo>
                  <a:lnTo>
                    <a:pt x="1368" y="786"/>
                  </a:lnTo>
                  <a:lnTo>
                    <a:pt x="1362" y="792"/>
                  </a:lnTo>
                  <a:lnTo>
                    <a:pt x="1278" y="792"/>
                  </a:lnTo>
                  <a:lnTo>
                    <a:pt x="1254" y="804"/>
                  </a:lnTo>
                  <a:lnTo>
                    <a:pt x="1248" y="810"/>
                  </a:lnTo>
                  <a:lnTo>
                    <a:pt x="1236" y="816"/>
                  </a:lnTo>
                  <a:lnTo>
                    <a:pt x="1230" y="822"/>
                  </a:lnTo>
                  <a:lnTo>
                    <a:pt x="1212" y="822"/>
                  </a:lnTo>
                  <a:lnTo>
                    <a:pt x="1158" y="846"/>
                  </a:lnTo>
                  <a:lnTo>
                    <a:pt x="1140" y="846"/>
                  </a:lnTo>
                  <a:lnTo>
                    <a:pt x="1128" y="858"/>
                  </a:lnTo>
                  <a:lnTo>
                    <a:pt x="1122" y="870"/>
                  </a:lnTo>
                  <a:lnTo>
                    <a:pt x="1122" y="876"/>
                  </a:lnTo>
                  <a:lnTo>
                    <a:pt x="1116" y="876"/>
                  </a:lnTo>
                  <a:lnTo>
                    <a:pt x="1110" y="870"/>
                  </a:lnTo>
                  <a:lnTo>
                    <a:pt x="1110" y="846"/>
                  </a:lnTo>
                  <a:lnTo>
                    <a:pt x="1116" y="846"/>
                  </a:lnTo>
                  <a:lnTo>
                    <a:pt x="1152" y="834"/>
                  </a:lnTo>
                  <a:lnTo>
                    <a:pt x="1176" y="822"/>
                  </a:lnTo>
                  <a:lnTo>
                    <a:pt x="1194" y="816"/>
                  </a:lnTo>
                  <a:lnTo>
                    <a:pt x="1188" y="810"/>
                  </a:lnTo>
                  <a:lnTo>
                    <a:pt x="1176" y="810"/>
                  </a:lnTo>
                  <a:lnTo>
                    <a:pt x="1164" y="804"/>
                  </a:lnTo>
                  <a:lnTo>
                    <a:pt x="1140" y="804"/>
                  </a:lnTo>
                  <a:lnTo>
                    <a:pt x="1122" y="822"/>
                  </a:lnTo>
                  <a:lnTo>
                    <a:pt x="1110" y="828"/>
                  </a:lnTo>
                  <a:lnTo>
                    <a:pt x="1092" y="828"/>
                  </a:lnTo>
                  <a:lnTo>
                    <a:pt x="1080" y="834"/>
                  </a:lnTo>
                  <a:lnTo>
                    <a:pt x="1068" y="834"/>
                  </a:lnTo>
                  <a:lnTo>
                    <a:pt x="1068" y="840"/>
                  </a:lnTo>
                  <a:lnTo>
                    <a:pt x="1062" y="846"/>
                  </a:lnTo>
                  <a:lnTo>
                    <a:pt x="1062" y="876"/>
                  </a:lnTo>
                  <a:lnTo>
                    <a:pt x="1038" y="858"/>
                  </a:lnTo>
                  <a:lnTo>
                    <a:pt x="972" y="852"/>
                  </a:lnTo>
                  <a:lnTo>
                    <a:pt x="960" y="846"/>
                  </a:lnTo>
                  <a:lnTo>
                    <a:pt x="948" y="834"/>
                  </a:lnTo>
                  <a:lnTo>
                    <a:pt x="936" y="834"/>
                  </a:lnTo>
                  <a:lnTo>
                    <a:pt x="936" y="828"/>
                  </a:lnTo>
                  <a:lnTo>
                    <a:pt x="942" y="822"/>
                  </a:lnTo>
                  <a:lnTo>
                    <a:pt x="942" y="810"/>
                  </a:lnTo>
                  <a:lnTo>
                    <a:pt x="948" y="804"/>
                  </a:lnTo>
                  <a:lnTo>
                    <a:pt x="834" y="804"/>
                  </a:lnTo>
                  <a:lnTo>
                    <a:pt x="852" y="804"/>
                  </a:lnTo>
                  <a:lnTo>
                    <a:pt x="78" y="1440"/>
                  </a:lnTo>
                  <a:lnTo>
                    <a:pt x="72" y="1446"/>
                  </a:lnTo>
                  <a:lnTo>
                    <a:pt x="60" y="1452"/>
                  </a:lnTo>
                  <a:lnTo>
                    <a:pt x="54" y="1464"/>
                  </a:lnTo>
                  <a:lnTo>
                    <a:pt x="54" y="1476"/>
                  </a:lnTo>
                  <a:lnTo>
                    <a:pt x="108" y="1476"/>
                  </a:lnTo>
                  <a:lnTo>
                    <a:pt x="120" y="1464"/>
                  </a:lnTo>
                  <a:lnTo>
                    <a:pt x="156" y="1464"/>
                  </a:lnTo>
                  <a:lnTo>
                    <a:pt x="132" y="1488"/>
                  </a:lnTo>
                  <a:lnTo>
                    <a:pt x="132" y="1494"/>
                  </a:lnTo>
                  <a:lnTo>
                    <a:pt x="138" y="1506"/>
                  </a:lnTo>
                  <a:lnTo>
                    <a:pt x="138" y="1524"/>
                  </a:lnTo>
                  <a:lnTo>
                    <a:pt x="144" y="1530"/>
                  </a:lnTo>
                  <a:lnTo>
                    <a:pt x="156" y="1536"/>
                  </a:lnTo>
                  <a:lnTo>
                    <a:pt x="162" y="1542"/>
                  </a:lnTo>
                  <a:lnTo>
                    <a:pt x="144" y="1560"/>
                  </a:lnTo>
                  <a:lnTo>
                    <a:pt x="144" y="1572"/>
                  </a:lnTo>
                  <a:lnTo>
                    <a:pt x="150" y="1572"/>
                  </a:lnTo>
                  <a:lnTo>
                    <a:pt x="156" y="1566"/>
                  </a:lnTo>
                  <a:lnTo>
                    <a:pt x="168" y="1560"/>
                  </a:lnTo>
                  <a:lnTo>
                    <a:pt x="174" y="1554"/>
                  </a:lnTo>
                  <a:lnTo>
                    <a:pt x="180" y="1554"/>
                  </a:lnTo>
                  <a:lnTo>
                    <a:pt x="186" y="1548"/>
                  </a:lnTo>
                  <a:lnTo>
                    <a:pt x="198" y="1548"/>
                  </a:lnTo>
                  <a:lnTo>
                    <a:pt x="210" y="1542"/>
                  </a:lnTo>
                  <a:lnTo>
                    <a:pt x="222" y="1542"/>
                  </a:lnTo>
                  <a:lnTo>
                    <a:pt x="234" y="1536"/>
                  </a:lnTo>
                  <a:lnTo>
                    <a:pt x="240" y="1530"/>
                  </a:lnTo>
                  <a:lnTo>
                    <a:pt x="258" y="1530"/>
                  </a:lnTo>
                  <a:lnTo>
                    <a:pt x="258" y="1518"/>
                  </a:lnTo>
                  <a:lnTo>
                    <a:pt x="264" y="1518"/>
                  </a:lnTo>
                  <a:lnTo>
                    <a:pt x="270" y="1512"/>
                  </a:lnTo>
                  <a:lnTo>
                    <a:pt x="282" y="1512"/>
                  </a:lnTo>
                  <a:lnTo>
                    <a:pt x="300" y="1506"/>
                  </a:lnTo>
                  <a:lnTo>
                    <a:pt x="312" y="1506"/>
                  </a:lnTo>
                  <a:lnTo>
                    <a:pt x="330" y="1512"/>
                  </a:lnTo>
                  <a:lnTo>
                    <a:pt x="336" y="1518"/>
                  </a:lnTo>
                  <a:lnTo>
                    <a:pt x="330" y="1524"/>
                  </a:lnTo>
                  <a:lnTo>
                    <a:pt x="324" y="1524"/>
                  </a:lnTo>
                  <a:lnTo>
                    <a:pt x="318" y="1530"/>
                  </a:lnTo>
                  <a:lnTo>
                    <a:pt x="318" y="1560"/>
                  </a:lnTo>
                  <a:lnTo>
                    <a:pt x="306" y="1572"/>
                  </a:lnTo>
                  <a:lnTo>
                    <a:pt x="324" y="1590"/>
                  </a:lnTo>
                  <a:lnTo>
                    <a:pt x="330" y="1602"/>
                  </a:lnTo>
                  <a:lnTo>
                    <a:pt x="330" y="1620"/>
                  </a:lnTo>
                  <a:lnTo>
                    <a:pt x="312" y="1656"/>
                  </a:lnTo>
                  <a:lnTo>
                    <a:pt x="312" y="1698"/>
                  </a:lnTo>
                  <a:lnTo>
                    <a:pt x="306" y="1704"/>
                  </a:lnTo>
                  <a:lnTo>
                    <a:pt x="300" y="1716"/>
                  </a:lnTo>
                  <a:lnTo>
                    <a:pt x="300" y="1728"/>
                  </a:lnTo>
                  <a:lnTo>
                    <a:pt x="294" y="1740"/>
                  </a:lnTo>
                  <a:lnTo>
                    <a:pt x="294" y="1746"/>
                  </a:lnTo>
                  <a:lnTo>
                    <a:pt x="300" y="1752"/>
                  </a:lnTo>
                  <a:lnTo>
                    <a:pt x="312" y="1758"/>
                  </a:lnTo>
                  <a:lnTo>
                    <a:pt x="318" y="1764"/>
                  </a:lnTo>
                  <a:lnTo>
                    <a:pt x="324" y="1764"/>
                  </a:lnTo>
                  <a:lnTo>
                    <a:pt x="330" y="1770"/>
                  </a:lnTo>
                  <a:lnTo>
                    <a:pt x="330" y="1776"/>
                  </a:lnTo>
                  <a:lnTo>
                    <a:pt x="348" y="1776"/>
                  </a:lnTo>
                  <a:lnTo>
                    <a:pt x="354" y="1782"/>
                  </a:lnTo>
                  <a:lnTo>
                    <a:pt x="354" y="1794"/>
                  </a:lnTo>
                  <a:lnTo>
                    <a:pt x="342" y="1800"/>
                  </a:lnTo>
                  <a:lnTo>
                    <a:pt x="330" y="1812"/>
                  </a:lnTo>
                  <a:lnTo>
                    <a:pt x="318" y="1818"/>
                  </a:lnTo>
                  <a:lnTo>
                    <a:pt x="318" y="1830"/>
                  </a:lnTo>
                  <a:lnTo>
                    <a:pt x="312" y="1842"/>
                  </a:lnTo>
                  <a:lnTo>
                    <a:pt x="294" y="1860"/>
                  </a:lnTo>
                  <a:lnTo>
                    <a:pt x="282" y="1866"/>
                  </a:lnTo>
                  <a:lnTo>
                    <a:pt x="270" y="1878"/>
                  </a:lnTo>
                  <a:lnTo>
                    <a:pt x="252" y="1884"/>
                  </a:lnTo>
                  <a:lnTo>
                    <a:pt x="234" y="1896"/>
                  </a:lnTo>
                  <a:lnTo>
                    <a:pt x="228" y="1902"/>
                  </a:lnTo>
                  <a:lnTo>
                    <a:pt x="222" y="1914"/>
                  </a:lnTo>
                  <a:lnTo>
                    <a:pt x="222" y="1926"/>
                  </a:lnTo>
                  <a:lnTo>
                    <a:pt x="216" y="1932"/>
                  </a:lnTo>
                  <a:lnTo>
                    <a:pt x="216" y="1944"/>
                  </a:lnTo>
                  <a:lnTo>
                    <a:pt x="204" y="1956"/>
                  </a:lnTo>
                  <a:lnTo>
                    <a:pt x="210" y="1962"/>
                  </a:lnTo>
                  <a:lnTo>
                    <a:pt x="216" y="1962"/>
                  </a:lnTo>
                  <a:lnTo>
                    <a:pt x="216" y="1974"/>
                  </a:lnTo>
                  <a:lnTo>
                    <a:pt x="228" y="1986"/>
                  </a:lnTo>
                  <a:lnTo>
                    <a:pt x="240" y="1980"/>
                  </a:lnTo>
                  <a:lnTo>
                    <a:pt x="246" y="1968"/>
                  </a:lnTo>
                  <a:lnTo>
                    <a:pt x="258" y="1962"/>
                  </a:lnTo>
                  <a:lnTo>
                    <a:pt x="276" y="1956"/>
                  </a:lnTo>
                  <a:lnTo>
                    <a:pt x="294" y="1938"/>
                  </a:lnTo>
                  <a:lnTo>
                    <a:pt x="306" y="1938"/>
                  </a:lnTo>
                  <a:lnTo>
                    <a:pt x="306" y="1944"/>
                  </a:lnTo>
                  <a:lnTo>
                    <a:pt x="300" y="1950"/>
                  </a:lnTo>
                  <a:lnTo>
                    <a:pt x="288" y="1956"/>
                  </a:lnTo>
                  <a:lnTo>
                    <a:pt x="282" y="1956"/>
                  </a:lnTo>
                  <a:lnTo>
                    <a:pt x="276" y="1962"/>
                  </a:lnTo>
                  <a:lnTo>
                    <a:pt x="276" y="1974"/>
                  </a:lnTo>
                  <a:lnTo>
                    <a:pt x="282" y="1986"/>
                  </a:lnTo>
                  <a:lnTo>
                    <a:pt x="294" y="1998"/>
                  </a:lnTo>
                  <a:lnTo>
                    <a:pt x="252" y="1992"/>
                  </a:lnTo>
                  <a:lnTo>
                    <a:pt x="246" y="1998"/>
                  </a:lnTo>
                  <a:lnTo>
                    <a:pt x="240" y="2010"/>
                  </a:lnTo>
                  <a:lnTo>
                    <a:pt x="234" y="2016"/>
                  </a:lnTo>
                  <a:lnTo>
                    <a:pt x="228" y="2028"/>
                  </a:lnTo>
                  <a:lnTo>
                    <a:pt x="228" y="2034"/>
                  </a:lnTo>
                  <a:lnTo>
                    <a:pt x="234" y="2034"/>
                  </a:lnTo>
                  <a:lnTo>
                    <a:pt x="240" y="2040"/>
                  </a:lnTo>
                  <a:lnTo>
                    <a:pt x="252" y="2040"/>
                  </a:lnTo>
                  <a:lnTo>
                    <a:pt x="258" y="2046"/>
                  </a:lnTo>
                  <a:lnTo>
                    <a:pt x="252" y="2052"/>
                  </a:lnTo>
                  <a:lnTo>
                    <a:pt x="252" y="2058"/>
                  </a:lnTo>
                  <a:lnTo>
                    <a:pt x="246" y="2070"/>
                  </a:lnTo>
                  <a:lnTo>
                    <a:pt x="246" y="2076"/>
                  </a:lnTo>
                  <a:lnTo>
                    <a:pt x="252" y="2070"/>
                  </a:lnTo>
                  <a:lnTo>
                    <a:pt x="288" y="2052"/>
                  </a:lnTo>
                  <a:lnTo>
                    <a:pt x="306" y="2034"/>
                  </a:lnTo>
                  <a:lnTo>
                    <a:pt x="318" y="2028"/>
                  </a:lnTo>
                  <a:lnTo>
                    <a:pt x="318" y="2040"/>
                  </a:lnTo>
                  <a:lnTo>
                    <a:pt x="288" y="2058"/>
                  </a:lnTo>
                  <a:lnTo>
                    <a:pt x="312" y="2064"/>
                  </a:lnTo>
                  <a:lnTo>
                    <a:pt x="312" y="2076"/>
                  </a:lnTo>
                  <a:lnTo>
                    <a:pt x="294" y="2094"/>
                  </a:lnTo>
                  <a:lnTo>
                    <a:pt x="276" y="2076"/>
                  </a:lnTo>
                  <a:lnTo>
                    <a:pt x="270" y="2076"/>
                  </a:lnTo>
                  <a:lnTo>
                    <a:pt x="264" y="2082"/>
                  </a:lnTo>
                  <a:lnTo>
                    <a:pt x="240" y="2094"/>
                  </a:lnTo>
                  <a:lnTo>
                    <a:pt x="228" y="2094"/>
                  </a:lnTo>
                  <a:lnTo>
                    <a:pt x="216" y="2106"/>
                  </a:lnTo>
                  <a:lnTo>
                    <a:pt x="210" y="2118"/>
                  </a:lnTo>
                  <a:lnTo>
                    <a:pt x="204" y="2124"/>
                  </a:lnTo>
                  <a:lnTo>
                    <a:pt x="210" y="2118"/>
                  </a:lnTo>
                  <a:lnTo>
                    <a:pt x="222" y="2118"/>
                  </a:lnTo>
                  <a:lnTo>
                    <a:pt x="228" y="2112"/>
                  </a:lnTo>
                  <a:lnTo>
                    <a:pt x="276" y="2112"/>
                  </a:lnTo>
                  <a:lnTo>
                    <a:pt x="270" y="2112"/>
                  </a:lnTo>
                  <a:lnTo>
                    <a:pt x="264" y="2118"/>
                  </a:lnTo>
                  <a:lnTo>
                    <a:pt x="252" y="2118"/>
                  </a:lnTo>
                  <a:lnTo>
                    <a:pt x="240" y="2124"/>
                  </a:lnTo>
                  <a:lnTo>
                    <a:pt x="228" y="2124"/>
                  </a:lnTo>
                  <a:lnTo>
                    <a:pt x="216" y="2130"/>
                  </a:lnTo>
                  <a:lnTo>
                    <a:pt x="210" y="2130"/>
                  </a:lnTo>
                  <a:lnTo>
                    <a:pt x="210" y="2148"/>
                  </a:lnTo>
                  <a:lnTo>
                    <a:pt x="204" y="2148"/>
                  </a:lnTo>
                  <a:lnTo>
                    <a:pt x="198" y="2142"/>
                  </a:lnTo>
                  <a:lnTo>
                    <a:pt x="174" y="2142"/>
                  </a:lnTo>
                  <a:lnTo>
                    <a:pt x="174" y="2154"/>
                  </a:lnTo>
                  <a:lnTo>
                    <a:pt x="180" y="2166"/>
                  </a:lnTo>
                  <a:lnTo>
                    <a:pt x="192" y="2172"/>
                  </a:lnTo>
                  <a:lnTo>
                    <a:pt x="198" y="2178"/>
                  </a:lnTo>
                  <a:lnTo>
                    <a:pt x="246" y="2160"/>
                  </a:lnTo>
                  <a:lnTo>
                    <a:pt x="264" y="2184"/>
                  </a:lnTo>
                  <a:lnTo>
                    <a:pt x="300" y="2166"/>
                  </a:lnTo>
                  <a:lnTo>
                    <a:pt x="294" y="2172"/>
                  </a:lnTo>
                  <a:lnTo>
                    <a:pt x="288" y="2184"/>
                  </a:lnTo>
                  <a:lnTo>
                    <a:pt x="276" y="2190"/>
                  </a:lnTo>
                  <a:lnTo>
                    <a:pt x="270" y="2196"/>
                  </a:lnTo>
                  <a:lnTo>
                    <a:pt x="264" y="2208"/>
                  </a:lnTo>
                  <a:lnTo>
                    <a:pt x="264" y="2214"/>
                  </a:lnTo>
                  <a:lnTo>
                    <a:pt x="276" y="2214"/>
                  </a:lnTo>
                  <a:lnTo>
                    <a:pt x="282" y="2208"/>
                  </a:lnTo>
                  <a:lnTo>
                    <a:pt x="300" y="2202"/>
                  </a:lnTo>
                  <a:lnTo>
                    <a:pt x="318" y="2184"/>
                  </a:lnTo>
                  <a:lnTo>
                    <a:pt x="330" y="2178"/>
                  </a:lnTo>
                  <a:lnTo>
                    <a:pt x="306" y="2202"/>
                  </a:lnTo>
                  <a:lnTo>
                    <a:pt x="300" y="2214"/>
                  </a:lnTo>
                  <a:lnTo>
                    <a:pt x="294" y="2220"/>
                  </a:lnTo>
                  <a:lnTo>
                    <a:pt x="300" y="2220"/>
                  </a:lnTo>
                  <a:lnTo>
                    <a:pt x="312" y="2214"/>
                  </a:lnTo>
                  <a:lnTo>
                    <a:pt x="324" y="2214"/>
                  </a:lnTo>
                  <a:lnTo>
                    <a:pt x="318" y="2220"/>
                  </a:lnTo>
                  <a:lnTo>
                    <a:pt x="306" y="2226"/>
                  </a:lnTo>
                  <a:lnTo>
                    <a:pt x="300" y="2238"/>
                  </a:lnTo>
                  <a:lnTo>
                    <a:pt x="282" y="2256"/>
                  </a:lnTo>
                  <a:lnTo>
                    <a:pt x="288" y="2262"/>
                  </a:lnTo>
                  <a:lnTo>
                    <a:pt x="294" y="2262"/>
                  </a:lnTo>
                  <a:lnTo>
                    <a:pt x="342" y="2238"/>
                  </a:lnTo>
                  <a:lnTo>
                    <a:pt x="348" y="2232"/>
                  </a:lnTo>
                  <a:lnTo>
                    <a:pt x="324" y="2256"/>
                  </a:lnTo>
                  <a:lnTo>
                    <a:pt x="318" y="2268"/>
                  </a:lnTo>
                  <a:lnTo>
                    <a:pt x="318" y="2274"/>
                  </a:lnTo>
                  <a:lnTo>
                    <a:pt x="330" y="2280"/>
                  </a:lnTo>
                  <a:lnTo>
                    <a:pt x="342" y="2280"/>
                  </a:lnTo>
                  <a:lnTo>
                    <a:pt x="354" y="2292"/>
                  </a:lnTo>
                  <a:lnTo>
                    <a:pt x="354" y="2298"/>
                  </a:lnTo>
                  <a:lnTo>
                    <a:pt x="348" y="2304"/>
                  </a:lnTo>
                  <a:lnTo>
                    <a:pt x="348" y="2340"/>
                  </a:lnTo>
                  <a:lnTo>
                    <a:pt x="2058" y="2340"/>
                  </a:lnTo>
                  <a:lnTo>
                    <a:pt x="2064" y="2328"/>
                  </a:lnTo>
                  <a:lnTo>
                    <a:pt x="2064" y="2322"/>
                  </a:lnTo>
                  <a:lnTo>
                    <a:pt x="2070" y="2310"/>
                  </a:lnTo>
                  <a:lnTo>
                    <a:pt x="2076" y="2304"/>
                  </a:lnTo>
                  <a:lnTo>
                    <a:pt x="2088" y="2298"/>
                  </a:lnTo>
                  <a:lnTo>
                    <a:pt x="2100" y="2310"/>
                  </a:lnTo>
                  <a:lnTo>
                    <a:pt x="2088" y="2322"/>
                  </a:lnTo>
                  <a:lnTo>
                    <a:pt x="2082" y="2334"/>
                  </a:lnTo>
                  <a:lnTo>
                    <a:pt x="2082" y="2346"/>
                  </a:lnTo>
                  <a:lnTo>
                    <a:pt x="2094" y="2352"/>
                  </a:lnTo>
                  <a:lnTo>
                    <a:pt x="2112" y="2358"/>
                  </a:lnTo>
                  <a:lnTo>
                    <a:pt x="2124" y="2358"/>
                  </a:lnTo>
                  <a:lnTo>
                    <a:pt x="2142" y="2376"/>
                  </a:lnTo>
                  <a:lnTo>
                    <a:pt x="2154" y="2376"/>
                  </a:lnTo>
                  <a:lnTo>
                    <a:pt x="2154" y="2370"/>
                  </a:lnTo>
                  <a:lnTo>
                    <a:pt x="2166" y="2358"/>
                  </a:lnTo>
                  <a:lnTo>
                    <a:pt x="2178" y="2358"/>
                  </a:lnTo>
                  <a:lnTo>
                    <a:pt x="2190" y="2364"/>
                  </a:lnTo>
                  <a:lnTo>
                    <a:pt x="2202" y="2376"/>
                  </a:lnTo>
                  <a:lnTo>
                    <a:pt x="2202" y="2382"/>
                  </a:lnTo>
                  <a:lnTo>
                    <a:pt x="2208" y="2388"/>
                  </a:lnTo>
                  <a:lnTo>
                    <a:pt x="2238" y="2388"/>
                  </a:lnTo>
                  <a:lnTo>
                    <a:pt x="2256" y="2406"/>
                  </a:lnTo>
                  <a:lnTo>
                    <a:pt x="2268" y="2406"/>
                  </a:lnTo>
                  <a:lnTo>
                    <a:pt x="2280" y="2394"/>
                  </a:lnTo>
                  <a:lnTo>
                    <a:pt x="2292" y="2388"/>
                  </a:lnTo>
                  <a:lnTo>
                    <a:pt x="2298" y="2382"/>
                  </a:lnTo>
                  <a:lnTo>
                    <a:pt x="2298" y="2400"/>
                  </a:lnTo>
                  <a:lnTo>
                    <a:pt x="2346" y="2394"/>
                  </a:lnTo>
                  <a:lnTo>
                    <a:pt x="2346" y="2400"/>
                  </a:lnTo>
                  <a:lnTo>
                    <a:pt x="2352" y="2400"/>
                  </a:lnTo>
                  <a:lnTo>
                    <a:pt x="2364" y="2406"/>
                  </a:lnTo>
                  <a:lnTo>
                    <a:pt x="2382" y="2406"/>
                  </a:lnTo>
                  <a:lnTo>
                    <a:pt x="2394" y="2394"/>
                  </a:lnTo>
                  <a:lnTo>
                    <a:pt x="2406" y="2388"/>
                  </a:lnTo>
                  <a:lnTo>
                    <a:pt x="2412" y="2376"/>
                  </a:lnTo>
                  <a:lnTo>
                    <a:pt x="2412" y="2370"/>
                  </a:lnTo>
                  <a:lnTo>
                    <a:pt x="2430" y="2370"/>
                  </a:lnTo>
                  <a:lnTo>
                    <a:pt x="2436" y="2376"/>
                  </a:lnTo>
                  <a:lnTo>
                    <a:pt x="2442" y="2376"/>
                  </a:lnTo>
                  <a:lnTo>
                    <a:pt x="2454" y="2364"/>
                  </a:lnTo>
                  <a:lnTo>
                    <a:pt x="2460" y="2352"/>
                  </a:lnTo>
                  <a:lnTo>
                    <a:pt x="2466" y="2346"/>
                  </a:lnTo>
                  <a:lnTo>
                    <a:pt x="2472" y="2346"/>
                  </a:lnTo>
                  <a:lnTo>
                    <a:pt x="2472" y="2352"/>
                  </a:lnTo>
                  <a:lnTo>
                    <a:pt x="2478" y="2358"/>
                  </a:lnTo>
                  <a:lnTo>
                    <a:pt x="2502" y="2352"/>
                  </a:lnTo>
                  <a:lnTo>
                    <a:pt x="2496" y="2346"/>
                  </a:lnTo>
                  <a:lnTo>
                    <a:pt x="2496" y="2334"/>
                  </a:lnTo>
                  <a:lnTo>
                    <a:pt x="2502" y="2328"/>
                  </a:lnTo>
                  <a:lnTo>
                    <a:pt x="2514" y="2322"/>
                  </a:lnTo>
                  <a:lnTo>
                    <a:pt x="2532" y="2340"/>
                  </a:lnTo>
                  <a:lnTo>
                    <a:pt x="2556" y="2340"/>
                  </a:lnTo>
                  <a:lnTo>
                    <a:pt x="2562" y="2346"/>
                  </a:lnTo>
                  <a:lnTo>
                    <a:pt x="2580" y="2346"/>
                  </a:lnTo>
                  <a:lnTo>
                    <a:pt x="2604" y="2358"/>
                  </a:lnTo>
                  <a:lnTo>
                    <a:pt x="2604" y="2370"/>
                  </a:lnTo>
                  <a:lnTo>
                    <a:pt x="2598" y="2382"/>
                  </a:lnTo>
                  <a:lnTo>
                    <a:pt x="2598" y="2388"/>
                  </a:lnTo>
                  <a:lnTo>
                    <a:pt x="2592" y="2400"/>
                  </a:lnTo>
                  <a:lnTo>
                    <a:pt x="2604" y="2412"/>
                  </a:lnTo>
                  <a:lnTo>
                    <a:pt x="2592" y="2436"/>
                  </a:lnTo>
                  <a:lnTo>
                    <a:pt x="2598" y="2436"/>
                  </a:lnTo>
                  <a:lnTo>
                    <a:pt x="2604" y="2430"/>
                  </a:lnTo>
                  <a:lnTo>
                    <a:pt x="2616" y="2424"/>
                  </a:lnTo>
                  <a:lnTo>
                    <a:pt x="2634" y="2418"/>
                  </a:lnTo>
                  <a:lnTo>
                    <a:pt x="2646" y="2412"/>
                  </a:lnTo>
                  <a:lnTo>
                    <a:pt x="2670" y="2412"/>
                  </a:lnTo>
                  <a:lnTo>
                    <a:pt x="2670" y="2424"/>
                  </a:lnTo>
                  <a:lnTo>
                    <a:pt x="2658" y="2430"/>
                  </a:lnTo>
                  <a:lnTo>
                    <a:pt x="2652" y="2436"/>
                  </a:lnTo>
                  <a:lnTo>
                    <a:pt x="2646" y="2436"/>
                  </a:lnTo>
                  <a:lnTo>
                    <a:pt x="2640" y="2442"/>
                  </a:lnTo>
                  <a:lnTo>
                    <a:pt x="2646" y="2448"/>
                  </a:lnTo>
                  <a:lnTo>
                    <a:pt x="2652" y="2448"/>
                  </a:lnTo>
                  <a:lnTo>
                    <a:pt x="2664" y="2460"/>
                  </a:lnTo>
                  <a:lnTo>
                    <a:pt x="2640" y="2484"/>
                  </a:lnTo>
                  <a:lnTo>
                    <a:pt x="2640" y="2490"/>
                  </a:lnTo>
                  <a:lnTo>
                    <a:pt x="2652" y="2490"/>
                  </a:lnTo>
                  <a:lnTo>
                    <a:pt x="2652" y="2502"/>
                  </a:lnTo>
                  <a:lnTo>
                    <a:pt x="2640" y="2514"/>
                  </a:lnTo>
                  <a:lnTo>
                    <a:pt x="2640" y="2526"/>
                  </a:lnTo>
                  <a:lnTo>
                    <a:pt x="2658" y="2526"/>
                  </a:lnTo>
                  <a:lnTo>
                    <a:pt x="2652" y="2544"/>
                  </a:lnTo>
                  <a:lnTo>
                    <a:pt x="2658" y="2544"/>
                  </a:lnTo>
                  <a:lnTo>
                    <a:pt x="2670" y="2550"/>
                  </a:lnTo>
                  <a:lnTo>
                    <a:pt x="2754" y="2550"/>
                  </a:lnTo>
                  <a:lnTo>
                    <a:pt x="2766" y="2556"/>
                  </a:lnTo>
                  <a:lnTo>
                    <a:pt x="2784" y="2568"/>
                  </a:lnTo>
                  <a:lnTo>
                    <a:pt x="2838" y="2568"/>
                  </a:lnTo>
                  <a:lnTo>
                    <a:pt x="2850" y="2574"/>
                  </a:lnTo>
                  <a:lnTo>
                    <a:pt x="2856" y="2580"/>
                  </a:lnTo>
                  <a:lnTo>
                    <a:pt x="2856" y="2610"/>
                  </a:lnTo>
                  <a:lnTo>
                    <a:pt x="2874" y="2610"/>
                  </a:lnTo>
                  <a:lnTo>
                    <a:pt x="2874" y="2628"/>
                  </a:lnTo>
                  <a:lnTo>
                    <a:pt x="2862" y="2640"/>
                  </a:lnTo>
                  <a:lnTo>
                    <a:pt x="2862" y="2652"/>
                  </a:lnTo>
                  <a:lnTo>
                    <a:pt x="2874" y="2664"/>
                  </a:lnTo>
                  <a:lnTo>
                    <a:pt x="2880" y="2664"/>
                  </a:lnTo>
                  <a:lnTo>
                    <a:pt x="2856" y="2658"/>
                  </a:lnTo>
                  <a:lnTo>
                    <a:pt x="2856" y="2670"/>
                  </a:lnTo>
                  <a:lnTo>
                    <a:pt x="2850" y="2676"/>
                  </a:lnTo>
                  <a:lnTo>
                    <a:pt x="2844" y="2688"/>
                  </a:lnTo>
                  <a:lnTo>
                    <a:pt x="2838" y="2694"/>
                  </a:lnTo>
                  <a:lnTo>
                    <a:pt x="2832" y="2688"/>
                  </a:lnTo>
                  <a:lnTo>
                    <a:pt x="2820" y="2682"/>
                  </a:lnTo>
                  <a:lnTo>
                    <a:pt x="2802" y="2670"/>
                  </a:lnTo>
                  <a:lnTo>
                    <a:pt x="2790" y="2664"/>
                  </a:lnTo>
                  <a:lnTo>
                    <a:pt x="2784" y="2652"/>
                  </a:lnTo>
                  <a:lnTo>
                    <a:pt x="2784" y="2628"/>
                  </a:lnTo>
                  <a:lnTo>
                    <a:pt x="2766" y="2622"/>
                  </a:lnTo>
                  <a:lnTo>
                    <a:pt x="2772" y="2640"/>
                  </a:lnTo>
                  <a:lnTo>
                    <a:pt x="2772" y="2646"/>
                  </a:lnTo>
                  <a:lnTo>
                    <a:pt x="2778" y="2652"/>
                  </a:lnTo>
                  <a:lnTo>
                    <a:pt x="2778" y="2664"/>
                  </a:lnTo>
                  <a:lnTo>
                    <a:pt x="2772" y="2676"/>
                  </a:lnTo>
                  <a:lnTo>
                    <a:pt x="2760" y="2688"/>
                  </a:lnTo>
                  <a:lnTo>
                    <a:pt x="2754" y="2700"/>
                  </a:lnTo>
                  <a:lnTo>
                    <a:pt x="2736" y="2706"/>
                  </a:lnTo>
                  <a:lnTo>
                    <a:pt x="2718" y="2724"/>
                  </a:lnTo>
                  <a:lnTo>
                    <a:pt x="2712" y="2742"/>
                  </a:lnTo>
                  <a:lnTo>
                    <a:pt x="2700" y="2760"/>
                  </a:lnTo>
                  <a:lnTo>
                    <a:pt x="2694" y="2778"/>
                  </a:lnTo>
                  <a:lnTo>
                    <a:pt x="2688" y="2784"/>
                  </a:lnTo>
                  <a:lnTo>
                    <a:pt x="2664" y="2796"/>
                  </a:lnTo>
                  <a:lnTo>
                    <a:pt x="2652" y="2796"/>
                  </a:lnTo>
                  <a:lnTo>
                    <a:pt x="2646" y="2790"/>
                  </a:lnTo>
                  <a:lnTo>
                    <a:pt x="2640" y="2802"/>
                  </a:lnTo>
                  <a:lnTo>
                    <a:pt x="2634" y="2808"/>
                  </a:lnTo>
                  <a:lnTo>
                    <a:pt x="2634" y="2832"/>
                  </a:lnTo>
                  <a:lnTo>
                    <a:pt x="2628" y="2838"/>
                  </a:lnTo>
                  <a:lnTo>
                    <a:pt x="2622" y="2838"/>
                  </a:lnTo>
                  <a:lnTo>
                    <a:pt x="2586" y="2856"/>
                  </a:lnTo>
                  <a:lnTo>
                    <a:pt x="2562" y="2880"/>
                  </a:lnTo>
                  <a:lnTo>
                    <a:pt x="2562" y="2886"/>
                  </a:lnTo>
                  <a:lnTo>
                    <a:pt x="2568" y="2886"/>
                  </a:lnTo>
                  <a:lnTo>
                    <a:pt x="2580" y="2880"/>
                  </a:lnTo>
                  <a:lnTo>
                    <a:pt x="2592" y="2880"/>
                  </a:lnTo>
                  <a:lnTo>
                    <a:pt x="2598" y="2886"/>
                  </a:lnTo>
                  <a:lnTo>
                    <a:pt x="2610" y="2880"/>
                  </a:lnTo>
                  <a:lnTo>
                    <a:pt x="2616" y="2868"/>
                  </a:lnTo>
                  <a:lnTo>
                    <a:pt x="2628" y="2862"/>
                  </a:lnTo>
                  <a:lnTo>
                    <a:pt x="2658" y="2862"/>
                  </a:lnTo>
                  <a:lnTo>
                    <a:pt x="2658" y="2856"/>
                  </a:lnTo>
                  <a:lnTo>
                    <a:pt x="2664" y="2844"/>
                  </a:lnTo>
                  <a:lnTo>
                    <a:pt x="2676" y="2838"/>
                  </a:lnTo>
                  <a:lnTo>
                    <a:pt x="2682" y="2832"/>
                  </a:lnTo>
                  <a:lnTo>
                    <a:pt x="2754" y="2832"/>
                  </a:lnTo>
                  <a:lnTo>
                    <a:pt x="2766" y="2838"/>
                  </a:lnTo>
                  <a:lnTo>
                    <a:pt x="2790" y="2820"/>
                  </a:lnTo>
                  <a:lnTo>
                    <a:pt x="2856" y="2820"/>
                  </a:lnTo>
                  <a:lnTo>
                    <a:pt x="2862" y="2814"/>
                  </a:lnTo>
                  <a:lnTo>
                    <a:pt x="2862" y="2790"/>
                  </a:lnTo>
                  <a:lnTo>
                    <a:pt x="2844" y="2796"/>
                  </a:lnTo>
                  <a:lnTo>
                    <a:pt x="2832" y="2796"/>
                  </a:lnTo>
                  <a:lnTo>
                    <a:pt x="2826" y="2790"/>
                  </a:lnTo>
                  <a:lnTo>
                    <a:pt x="2826" y="2784"/>
                  </a:lnTo>
                  <a:lnTo>
                    <a:pt x="2832" y="2772"/>
                  </a:lnTo>
                  <a:lnTo>
                    <a:pt x="2850" y="2754"/>
                  </a:lnTo>
                  <a:lnTo>
                    <a:pt x="2868" y="2742"/>
                  </a:lnTo>
                  <a:lnTo>
                    <a:pt x="2880" y="2736"/>
                  </a:lnTo>
                  <a:lnTo>
                    <a:pt x="2910" y="2736"/>
                  </a:lnTo>
                  <a:lnTo>
                    <a:pt x="2928" y="2730"/>
                  </a:lnTo>
                  <a:lnTo>
                    <a:pt x="2952" y="2730"/>
                  </a:lnTo>
                  <a:lnTo>
                    <a:pt x="2964" y="2724"/>
                  </a:lnTo>
                  <a:lnTo>
                    <a:pt x="2970" y="2724"/>
                  </a:lnTo>
                  <a:lnTo>
                    <a:pt x="2976" y="2718"/>
                  </a:lnTo>
                  <a:lnTo>
                    <a:pt x="2982" y="2718"/>
                  </a:lnTo>
                  <a:lnTo>
                    <a:pt x="2994" y="2724"/>
                  </a:lnTo>
                  <a:lnTo>
                    <a:pt x="3000" y="2724"/>
                  </a:lnTo>
                  <a:lnTo>
                    <a:pt x="3012" y="2730"/>
                  </a:lnTo>
                  <a:lnTo>
                    <a:pt x="3018" y="2736"/>
                  </a:lnTo>
                  <a:lnTo>
                    <a:pt x="3024" y="2736"/>
                  </a:lnTo>
                  <a:lnTo>
                    <a:pt x="3030" y="2730"/>
                  </a:lnTo>
                  <a:lnTo>
                    <a:pt x="3030" y="2712"/>
                  </a:lnTo>
                  <a:lnTo>
                    <a:pt x="3036" y="2706"/>
                  </a:lnTo>
                  <a:lnTo>
                    <a:pt x="3048" y="2700"/>
                  </a:lnTo>
                  <a:lnTo>
                    <a:pt x="3060" y="2700"/>
                  </a:lnTo>
                  <a:lnTo>
                    <a:pt x="3066" y="2706"/>
                  </a:lnTo>
                  <a:lnTo>
                    <a:pt x="3072" y="2706"/>
                  </a:lnTo>
                  <a:lnTo>
                    <a:pt x="3072" y="2700"/>
                  </a:lnTo>
                  <a:lnTo>
                    <a:pt x="3102" y="2700"/>
                  </a:lnTo>
                  <a:lnTo>
                    <a:pt x="3114" y="2688"/>
                  </a:lnTo>
                  <a:lnTo>
                    <a:pt x="3126" y="2682"/>
                  </a:lnTo>
                  <a:lnTo>
                    <a:pt x="3150" y="2658"/>
                  </a:lnTo>
                  <a:lnTo>
                    <a:pt x="3162" y="2652"/>
                  </a:lnTo>
                  <a:lnTo>
                    <a:pt x="3174" y="2640"/>
                  </a:lnTo>
                  <a:lnTo>
                    <a:pt x="3408" y="2640"/>
                  </a:lnTo>
                  <a:lnTo>
                    <a:pt x="3408" y="2634"/>
                  </a:lnTo>
                  <a:lnTo>
                    <a:pt x="3420" y="2622"/>
                  </a:lnTo>
                  <a:lnTo>
                    <a:pt x="3438" y="2622"/>
                  </a:lnTo>
                  <a:lnTo>
                    <a:pt x="3450" y="2616"/>
                  </a:lnTo>
                  <a:lnTo>
                    <a:pt x="3456" y="2616"/>
                  </a:lnTo>
                  <a:lnTo>
                    <a:pt x="3456" y="2610"/>
                  </a:lnTo>
                  <a:lnTo>
                    <a:pt x="3468" y="2598"/>
                  </a:lnTo>
                  <a:lnTo>
                    <a:pt x="3480" y="2592"/>
                  </a:lnTo>
                  <a:lnTo>
                    <a:pt x="3486" y="2586"/>
                  </a:lnTo>
                  <a:lnTo>
                    <a:pt x="3498" y="2586"/>
                  </a:lnTo>
                  <a:lnTo>
                    <a:pt x="3504" y="2592"/>
                  </a:lnTo>
                  <a:lnTo>
                    <a:pt x="3510" y="2592"/>
                  </a:lnTo>
                  <a:lnTo>
                    <a:pt x="3510" y="2568"/>
                  </a:lnTo>
                  <a:lnTo>
                    <a:pt x="3516" y="2556"/>
                  </a:lnTo>
                  <a:lnTo>
                    <a:pt x="3528" y="2544"/>
                  </a:lnTo>
                  <a:lnTo>
                    <a:pt x="3534" y="2544"/>
                  </a:lnTo>
                  <a:lnTo>
                    <a:pt x="3546" y="2532"/>
                  </a:lnTo>
                  <a:lnTo>
                    <a:pt x="3546" y="2508"/>
                  </a:lnTo>
                  <a:lnTo>
                    <a:pt x="3588" y="2484"/>
                  </a:lnTo>
                  <a:lnTo>
                    <a:pt x="3594" y="2472"/>
                  </a:lnTo>
                  <a:lnTo>
                    <a:pt x="3618" y="2448"/>
                  </a:lnTo>
                  <a:lnTo>
                    <a:pt x="3630" y="2448"/>
                  </a:lnTo>
                  <a:lnTo>
                    <a:pt x="3636" y="2454"/>
                  </a:lnTo>
                  <a:lnTo>
                    <a:pt x="3636" y="2460"/>
                  </a:lnTo>
                  <a:lnTo>
                    <a:pt x="3642" y="2466"/>
                  </a:lnTo>
                  <a:lnTo>
                    <a:pt x="3654" y="2466"/>
                  </a:lnTo>
                  <a:lnTo>
                    <a:pt x="3666" y="2460"/>
                  </a:lnTo>
                  <a:lnTo>
                    <a:pt x="3702" y="2460"/>
                  </a:lnTo>
                  <a:lnTo>
                    <a:pt x="3708" y="2466"/>
                  </a:lnTo>
                  <a:lnTo>
                    <a:pt x="3708" y="2472"/>
                  </a:lnTo>
                  <a:lnTo>
                    <a:pt x="3702" y="2496"/>
                  </a:lnTo>
                  <a:lnTo>
                    <a:pt x="3690" y="2520"/>
                  </a:lnTo>
                  <a:lnTo>
                    <a:pt x="3678" y="2550"/>
                  </a:lnTo>
                  <a:lnTo>
                    <a:pt x="3666" y="2574"/>
                  </a:lnTo>
                  <a:lnTo>
                    <a:pt x="3666" y="2586"/>
                  </a:lnTo>
                  <a:lnTo>
                    <a:pt x="3672" y="2592"/>
                  </a:lnTo>
                  <a:lnTo>
                    <a:pt x="3678" y="2592"/>
                  </a:lnTo>
                  <a:lnTo>
                    <a:pt x="3684" y="2598"/>
                  </a:lnTo>
                  <a:lnTo>
                    <a:pt x="3672" y="2610"/>
                  </a:lnTo>
                  <a:lnTo>
                    <a:pt x="3666" y="2622"/>
                  </a:lnTo>
                  <a:lnTo>
                    <a:pt x="3666" y="2628"/>
                  </a:lnTo>
                  <a:lnTo>
                    <a:pt x="3690" y="2628"/>
                  </a:lnTo>
                  <a:lnTo>
                    <a:pt x="3690" y="2634"/>
                  </a:lnTo>
                  <a:lnTo>
                    <a:pt x="3696" y="2640"/>
                  </a:lnTo>
                  <a:lnTo>
                    <a:pt x="3714" y="2640"/>
                  </a:lnTo>
                  <a:lnTo>
                    <a:pt x="3750" y="2622"/>
                  </a:lnTo>
                  <a:lnTo>
                    <a:pt x="3768" y="2604"/>
                  </a:lnTo>
                  <a:lnTo>
                    <a:pt x="3780" y="2622"/>
                  </a:lnTo>
                  <a:lnTo>
                    <a:pt x="3786" y="2622"/>
                  </a:lnTo>
                  <a:lnTo>
                    <a:pt x="3792" y="2616"/>
                  </a:lnTo>
                  <a:lnTo>
                    <a:pt x="3816" y="2604"/>
                  </a:lnTo>
                  <a:lnTo>
                    <a:pt x="3828" y="2604"/>
                  </a:lnTo>
                  <a:lnTo>
                    <a:pt x="3840" y="2592"/>
                  </a:lnTo>
                  <a:lnTo>
                    <a:pt x="3852" y="2592"/>
                  </a:lnTo>
                  <a:lnTo>
                    <a:pt x="3864" y="2580"/>
                  </a:lnTo>
                  <a:lnTo>
                    <a:pt x="3870" y="2580"/>
                  </a:lnTo>
                  <a:lnTo>
                    <a:pt x="3888" y="2586"/>
                  </a:lnTo>
                  <a:lnTo>
                    <a:pt x="3846" y="2616"/>
                  </a:lnTo>
                  <a:lnTo>
                    <a:pt x="3936" y="2610"/>
                  </a:lnTo>
                  <a:lnTo>
                    <a:pt x="3918" y="2610"/>
                  </a:lnTo>
                  <a:lnTo>
                    <a:pt x="3906" y="2616"/>
                  </a:lnTo>
                  <a:lnTo>
                    <a:pt x="3894" y="2616"/>
                  </a:lnTo>
                  <a:lnTo>
                    <a:pt x="3888" y="2622"/>
                  </a:lnTo>
                  <a:lnTo>
                    <a:pt x="3888" y="2634"/>
                  </a:lnTo>
                  <a:lnTo>
                    <a:pt x="3882" y="2640"/>
                  </a:lnTo>
                  <a:lnTo>
                    <a:pt x="3876" y="2640"/>
                  </a:lnTo>
                  <a:lnTo>
                    <a:pt x="3870" y="2634"/>
                  </a:lnTo>
                  <a:lnTo>
                    <a:pt x="3864" y="2634"/>
                  </a:lnTo>
                  <a:lnTo>
                    <a:pt x="3852" y="2628"/>
                  </a:lnTo>
                  <a:lnTo>
                    <a:pt x="3846" y="2628"/>
                  </a:lnTo>
                  <a:lnTo>
                    <a:pt x="3828" y="2634"/>
                  </a:lnTo>
                  <a:lnTo>
                    <a:pt x="3738" y="2688"/>
                  </a:lnTo>
                  <a:lnTo>
                    <a:pt x="3726" y="2700"/>
                  </a:lnTo>
                  <a:lnTo>
                    <a:pt x="3720" y="2712"/>
                  </a:lnTo>
                  <a:lnTo>
                    <a:pt x="3720" y="2748"/>
                  </a:lnTo>
                  <a:lnTo>
                    <a:pt x="3726" y="2748"/>
                  </a:lnTo>
                  <a:lnTo>
                    <a:pt x="3732" y="2742"/>
                  </a:lnTo>
                  <a:lnTo>
                    <a:pt x="3738" y="2742"/>
                  </a:lnTo>
                  <a:lnTo>
                    <a:pt x="3738" y="2754"/>
                  </a:lnTo>
                  <a:lnTo>
                    <a:pt x="3744" y="2760"/>
                  </a:lnTo>
                  <a:lnTo>
                    <a:pt x="3756" y="2760"/>
                  </a:lnTo>
                  <a:lnTo>
                    <a:pt x="3762" y="2754"/>
                  </a:lnTo>
                  <a:lnTo>
                    <a:pt x="3768" y="2742"/>
                  </a:lnTo>
                  <a:lnTo>
                    <a:pt x="3774" y="2736"/>
                  </a:lnTo>
                  <a:lnTo>
                    <a:pt x="3786" y="2736"/>
                  </a:lnTo>
                  <a:lnTo>
                    <a:pt x="3804" y="2730"/>
                  </a:lnTo>
                  <a:lnTo>
                    <a:pt x="3816" y="2724"/>
                  </a:lnTo>
                  <a:lnTo>
                    <a:pt x="3834" y="2718"/>
                  </a:lnTo>
                  <a:lnTo>
                    <a:pt x="3846" y="2706"/>
                  </a:lnTo>
                  <a:lnTo>
                    <a:pt x="3852" y="2694"/>
                  </a:lnTo>
                  <a:lnTo>
                    <a:pt x="3870" y="2676"/>
                  </a:lnTo>
                  <a:lnTo>
                    <a:pt x="3876" y="2664"/>
                  </a:lnTo>
                  <a:lnTo>
                    <a:pt x="3876" y="2670"/>
                  </a:lnTo>
                  <a:lnTo>
                    <a:pt x="3882" y="2682"/>
                  </a:lnTo>
                  <a:lnTo>
                    <a:pt x="3888" y="2688"/>
                  </a:lnTo>
                  <a:lnTo>
                    <a:pt x="3894" y="2688"/>
                  </a:lnTo>
                  <a:lnTo>
                    <a:pt x="3930" y="2676"/>
                  </a:lnTo>
                  <a:lnTo>
                    <a:pt x="3954" y="2664"/>
                  </a:lnTo>
                  <a:lnTo>
                    <a:pt x="3972" y="2658"/>
                  </a:lnTo>
                  <a:lnTo>
                    <a:pt x="3984" y="2652"/>
                  </a:lnTo>
                  <a:lnTo>
                    <a:pt x="4008" y="2646"/>
                  </a:lnTo>
                  <a:lnTo>
                    <a:pt x="4068" y="2634"/>
                  </a:lnTo>
                  <a:lnTo>
                    <a:pt x="4080" y="2628"/>
                  </a:lnTo>
                  <a:lnTo>
                    <a:pt x="4068" y="2616"/>
                  </a:lnTo>
                  <a:lnTo>
                    <a:pt x="4074" y="2598"/>
                  </a:lnTo>
                  <a:lnTo>
                    <a:pt x="4038" y="2604"/>
                  </a:lnTo>
                  <a:lnTo>
                    <a:pt x="4038" y="2580"/>
                  </a:lnTo>
                  <a:lnTo>
                    <a:pt x="4026" y="2586"/>
                  </a:lnTo>
                  <a:lnTo>
                    <a:pt x="4020" y="2586"/>
                  </a:lnTo>
                  <a:lnTo>
                    <a:pt x="4008" y="2592"/>
                  </a:lnTo>
                  <a:lnTo>
                    <a:pt x="4002" y="2598"/>
                  </a:lnTo>
                  <a:lnTo>
                    <a:pt x="3990" y="2598"/>
                  </a:lnTo>
                  <a:lnTo>
                    <a:pt x="3990" y="2580"/>
                  </a:lnTo>
                  <a:lnTo>
                    <a:pt x="3930" y="2580"/>
                  </a:lnTo>
                  <a:lnTo>
                    <a:pt x="3924" y="2574"/>
                  </a:lnTo>
                  <a:lnTo>
                    <a:pt x="3924" y="2568"/>
                  </a:lnTo>
                  <a:lnTo>
                    <a:pt x="3918" y="2562"/>
                  </a:lnTo>
                  <a:lnTo>
                    <a:pt x="3918" y="2556"/>
                  </a:lnTo>
                  <a:lnTo>
                    <a:pt x="3930" y="2556"/>
                  </a:lnTo>
                  <a:lnTo>
                    <a:pt x="3918" y="2544"/>
                  </a:lnTo>
                  <a:lnTo>
                    <a:pt x="3888" y="2544"/>
                  </a:lnTo>
                  <a:lnTo>
                    <a:pt x="3882" y="2532"/>
                  </a:lnTo>
                  <a:lnTo>
                    <a:pt x="3882" y="2526"/>
                  </a:lnTo>
                  <a:lnTo>
                    <a:pt x="3876" y="2514"/>
                  </a:lnTo>
                  <a:lnTo>
                    <a:pt x="3876" y="2502"/>
                  </a:lnTo>
                  <a:lnTo>
                    <a:pt x="3894" y="2484"/>
                  </a:lnTo>
                  <a:lnTo>
                    <a:pt x="3870" y="2484"/>
                  </a:lnTo>
                  <a:lnTo>
                    <a:pt x="3876" y="2478"/>
                  </a:lnTo>
                  <a:lnTo>
                    <a:pt x="3888" y="2472"/>
                  </a:lnTo>
                  <a:lnTo>
                    <a:pt x="3894" y="2460"/>
                  </a:lnTo>
                  <a:lnTo>
                    <a:pt x="3906" y="2454"/>
                  </a:lnTo>
                  <a:lnTo>
                    <a:pt x="3918" y="2442"/>
                  </a:lnTo>
                  <a:lnTo>
                    <a:pt x="3924" y="2430"/>
                  </a:lnTo>
                  <a:lnTo>
                    <a:pt x="3936" y="2424"/>
                  </a:lnTo>
                  <a:lnTo>
                    <a:pt x="3942" y="2412"/>
                  </a:lnTo>
                  <a:lnTo>
                    <a:pt x="3948" y="2406"/>
                  </a:lnTo>
                  <a:lnTo>
                    <a:pt x="3936" y="2400"/>
                  </a:lnTo>
                  <a:lnTo>
                    <a:pt x="3912" y="2430"/>
                  </a:lnTo>
                  <a:lnTo>
                    <a:pt x="3894" y="2418"/>
                  </a:lnTo>
                  <a:lnTo>
                    <a:pt x="3864" y="2436"/>
                  </a:lnTo>
                  <a:lnTo>
                    <a:pt x="3858" y="2418"/>
                  </a:lnTo>
                  <a:lnTo>
                    <a:pt x="3828" y="2406"/>
                  </a:lnTo>
                  <a:lnTo>
                    <a:pt x="3810" y="2412"/>
                  </a:lnTo>
                  <a:lnTo>
                    <a:pt x="3864" y="2394"/>
                  </a:lnTo>
                  <a:lnTo>
                    <a:pt x="3870" y="2400"/>
                  </a:lnTo>
                  <a:lnTo>
                    <a:pt x="3882" y="2406"/>
                  </a:lnTo>
                  <a:lnTo>
                    <a:pt x="3900" y="2406"/>
                  </a:lnTo>
                  <a:lnTo>
                    <a:pt x="3918" y="2388"/>
                  </a:lnTo>
                  <a:lnTo>
                    <a:pt x="3930" y="2382"/>
                  </a:lnTo>
                  <a:lnTo>
                    <a:pt x="3936" y="2376"/>
                  </a:lnTo>
                  <a:lnTo>
                    <a:pt x="3978" y="2376"/>
                  </a:lnTo>
                  <a:lnTo>
                    <a:pt x="3978" y="2364"/>
                  </a:lnTo>
                  <a:lnTo>
                    <a:pt x="3972" y="2358"/>
                  </a:lnTo>
                  <a:lnTo>
                    <a:pt x="3966" y="2346"/>
                  </a:lnTo>
                  <a:lnTo>
                    <a:pt x="3990" y="2346"/>
                  </a:lnTo>
                  <a:lnTo>
                    <a:pt x="3978" y="2334"/>
                  </a:lnTo>
                  <a:lnTo>
                    <a:pt x="3972" y="2322"/>
                  </a:lnTo>
                  <a:lnTo>
                    <a:pt x="3960" y="2316"/>
                  </a:lnTo>
                  <a:lnTo>
                    <a:pt x="3942" y="2310"/>
                  </a:lnTo>
                  <a:lnTo>
                    <a:pt x="3918" y="2310"/>
                  </a:lnTo>
                  <a:lnTo>
                    <a:pt x="3852" y="2316"/>
                  </a:lnTo>
                  <a:lnTo>
                    <a:pt x="3792" y="2334"/>
                  </a:lnTo>
                  <a:lnTo>
                    <a:pt x="3744" y="2352"/>
                  </a:lnTo>
                  <a:lnTo>
                    <a:pt x="3684" y="2376"/>
                  </a:lnTo>
                  <a:lnTo>
                    <a:pt x="3660" y="2388"/>
                  </a:lnTo>
                  <a:lnTo>
                    <a:pt x="3642" y="2400"/>
                  </a:lnTo>
                  <a:lnTo>
                    <a:pt x="3624" y="2418"/>
                  </a:lnTo>
                  <a:lnTo>
                    <a:pt x="3606" y="2430"/>
                  </a:lnTo>
                  <a:lnTo>
                    <a:pt x="3594" y="2442"/>
                  </a:lnTo>
                  <a:lnTo>
                    <a:pt x="3576" y="2454"/>
                  </a:lnTo>
                  <a:lnTo>
                    <a:pt x="3564" y="2466"/>
                  </a:lnTo>
                  <a:lnTo>
                    <a:pt x="3528" y="2484"/>
                  </a:lnTo>
                  <a:lnTo>
                    <a:pt x="3516" y="2484"/>
                  </a:lnTo>
                  <a:lnTo>
                    <a:pt x="3498" y="2490"/>
                  </a:lnTo>
                  <a:lnTo>
                    <a:pt x="3486" y="2490"/>
                  </a:lnTo>
                  <a:lnTo>
                    <a:pt x="3492" y="2490"/>
                  </a:lnTo>
                  <a:lnTo>
                    <a:pt x="3498" y="2484"/>
                  </a:lnTo>
                  <a:lnTo>
                    <a:pt x="3510" y="2478"/>
                  </a:lnTo>
                  <a:lnTo>
                    <a:pt x="3522" y="2466"/>
                  </a:lnTo>
                  <a:lnTo>
                    <a:pt x="3540" y="2460"/>
                  </a:lnTo>
                  <a:lnTo>
                    <a:pt x="3552" y="2448"/>
                  </a:lnTo>
                  <a:lnTo>
                    <a:pt x="3576" y="2436"/>
                  </a:lnTo>
                  <a:lnTo>
                    <a:pt x="3600" y="2412"/>
                  </a:lnTo>
                  <a:lnTo>
                    <a:pt x="3606" y="2400"/>
                  </a:lnTo>
                  <a:lnTo>
                    <a:pt x="3582" y="2388"/>
                  </a:lnTo>
                  <a:lnTo>
                    <a:pt x="3588" y="2388"/>
                  </a:lnTo>
                  <a:lnTo>
                    <a:pt x="3594" y="2394"/>
                  </a:lnTo>
                  <a:lnTo>
                    <a:pt x="3624" y="2394"/>
                  </a:lnTo>
                  <a:lnTo>
                    <a:pt x="3642" y="2382"/>
                  </a:lnTo>
                  <a:lnTo>
                    <a:pt x="3702" y="2334"/>
                  </a:lnTo>
                  <a:lnTo>
                    <a:pt x="3750" y="2310"/>
                  </a:lnTo>
                  <a:lnTo>
                    <a:pt x="3768" y="2304"/>
                  </a:lnTo>
                  <a:lnTo>
                    <a:pt x="3804" y="2304"/>
                  </a:lnTo>
                  <a:lnTo>
                    <a:pt x="3852" y="2256"/>
                  </a:lnTo>
                  <a:lnTo>
                    <a:pt x="3870" y="2244"/>
                  </a:lnTo>
                  <a:lnTo>
                    <a:pt x="3888" y="2238"/>
                  </a:lnTo>
                  <a:lnTo>
                    <a:pt x="3936" y="2232"/>
                  </a:lnTo>
                  <a:lnTo>
                    <a:pt x="3990" y="2232"/>
                  </a:lnTo>
                  <a:lnTo>
                    <a:pt x="4044" y="2226"/>
                  </a:lnTo>
                  <a:lnTo>
                    <a:pt x="4074" y="2226"/>
                  </a:lnTo>
                  <a:lnTo>
                    <a:pt x="4104" y="2232"/>
                  </a:lnTo>
                  <a:lnTo>
                    <a:pt x="4176" y="2244"/>
                  </a:lnTo>
                  <a:lnTo>
                    <a:pt x="4200" y="2250"/>
                  </a:lnTo>
                  <a:lnTo>
                    <a:pt x="4212" y="2244"/>
                  </a:lnTo>
                  <a:lnTo>
                    <a:pt x="4248" y="2232"/>
                  </a:lnTo>
                  <a:lnTo>
                    <a:pt x="4260" y="2226"/>
                  </a:lnTo>
                  <a:lnTo>
                    <a:pt x="4278" y="2226"/>
                  </a:lnTo>
                  <a:lnTo>
                    <a:pt x="4296" y="2220"/>
                  </a:lnTo>
                  <a:lnTo>
                    <a:pt x="4320" y="2214"/>
                  </a:lnTo>
                  <a:lnTo>
                    <a:pt x="4338" y="2208"/>
                  </a:lnTo>
                  <a:lnTo>
                    <a:pt x="4374" y="2172"/>
                  </a:lnTo>
                  <a:lnTo>
                    <a:pt x="4392" y="2166"/>
                  </a:lnTo>
                  <a:lnTo>
                    <a:pt x="4404" y="2154"/>
                  </a:lnTo>
                  <a:lnTo>
                    <a:pt x="4410" y="2154"/>
                  </a:lnTo>
                  <a:lnTo>
                    <a:pt x="4422" y="2148"/>
                  </a:lnTo>
                  <a:lnTo>
                    <a:pt x="4452" y="2148"/>
                  </a:lnTo>
                  <a:lnTo>
                    <a:pt x="4458" y="2142"/>
                  </a:lnTo>
                  <a:lnTo>
                    <a:pt x="4470" y="2136"/>
                  </a:lnTo>
                  <a:lnTo>
                    <a:pt x="4476" y="2130"/>
                  </a:lnTo>
                  <a:lnTo>
                    <a:pt x="4494" y="2130"/>
                  </a:lnTo>
                  <a:lnTo>
                    <a:pt x="4500" y="2136"/>
                  </a:lnTo>
                  <a:lnTo>
                    <a:pt x="4518" y="2136"/>
                  </a:lnTo>
                  <a:lnTo>
                    <a:pt x="4530" y="2130"/>
                  </a:lnTo>
                  <a:lnTo>
                    <a:pt x="4536" y="2130"/>
                  </a:lnTo>
                  <a:lnTo>
                    <a:pt x="4542" y="2124"/>
                  </a:lnTo>
                  <a:lnTo>
                    <a:pt x="4596" y="2106"/>
                  </a:lnTo>
                  <a:lnTo>
                    <a:pt x="4620" y="2094"/>
                  </a:lnTo>
                  <a:lnTo>
                    <a:pt x="4620" y="2088"/>
                  </a:lnTo>
                  <a:lnTo>
                    <a:pt x="4614" y="2076"/>
                  </a:lnTo>
                  <a:lnTo>
                    <a:pt x="4602" y="2070"/>
                  </a:lnTo>
                  <a:lnTo>
                    <a:pt x="4584" y="2052"/>
                  </a:lnTo>
                  <a:lnTo>
                    <a:pt x="4578" y="2052"/>
                  </a:lnTo>
                  <a:lnTo>
                    <a:pt x="4602" y="2052"/>
                  </a:lnTo>
                  <a:lnTo>
                    <a:pt x="4614" y="2046"/>
                  </a:lnTo>
                  <a:lnTo>
                    <a:pt x="4614" y="2028"/>
                  </a:lnTo>
                  <a:lnTo>
                    <a:pt x="4608" y="2022"/>
                  </a:lnTo>
                  <a:lnTo>
                    <a:pt x="4608" y="2010"/>
                  </a:lnTo>
                  <a:lnTo>
                    <a:pt x="4632" y="2010"/>
                  </a:lnTo>
                  <a:lnTo>
                    <a:pt x="4644" y="1998"/>
                  </a:lnTo>
                  <a:lnTo>
                    <a:pt x="4644" y="1992"/>
                  </a:lnTo>
                  <a:lnTo>
                    <a:pt x="4632" y="1980"/>
                  </a:lnTo>
                  <a:lnTo>
                    <a:pt x="4626" y="1968"/>
                  </a:lnTo>
                  <a:lnTo>
                    <a:pt x="4608" y="1962"/>
                  </a:lnTo>
                  <a:lnTo>
                    <a:pt x="4602" y="1956"/>
                  </a:lnTo>
                  <a:lnTo>
                    <a:pt x="4590" y="196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55" name="Cameroon" descr="© INSCALE GmbH, 05.05.2010&#10;http://www.presentationload.com/">
              <a:extLst>
                <a:ext uri="{FF2B5EF4-FFF2-40B4-BE49-F238E27FC236}">
                  <a16:creationId xmlns:a16="http://schemas.microsoft.com/office/drawing/2014/main" id="{76EA3158-951B-4B9C-946C-D6F22D8DA1DA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933604" y="2653921"/>
              <a:ext cx="180939" cy="304413"/>
            </a:xfrm>
            <a:custGeom>
              <a:avLst/>
              <a:gdLst>
                <a:gd name="T0" fmla="*/ 2147483647 w 546"/>
                <a:gd name="T1" fmla="*/ 0 h 924"/>
                <a:gd name="T2" fmla="*/ 2147483647 w 546"/>
                <a:gd name="T3" fmla="*/ 2147483647 h 924"/>
                <a:gd name="T4" fmla="*/ 2147483647 w 546"/>
                <a:gd name="T5" fmla="*/ 2147483647 h 924"/>
                <a:gd name="T6" fmla="*/ 2147483647 w 546"/>
                <a:gd name="T7" fmla="*/ 2147483647 h 924"/>
                <a:gd name="T8" fmla="*/ 2147483647 w 546"/>
                <a:gd name="T9" fmla="*/ 2147483647 h 924"/>
                <a:gd name="T10" fmla="*/ 2147483647 w 546"/>
                <a:gd name="T11" fmla="*/ 2147483647 h 924"/>
                <a:gd name="T12" fmla="*/ 2147483647 w 546"/>
                <a:gd name="T13" fmla="*/ 2147483647 h 924"/>
                <a:gd name="T14" fmla="*/ 2147483647 w 546"/>
                <a:gd name="T15" fmla="*/ 2147483647 h 924"/>
                <a:gd name="T16" fmla="*/ 2147483647 w 546"/>
                <a:gd name="T17" fmla="*/ 2147483647 h 924"/>
                <a:gd name="T18" fmla="*/ 2147483647 w 546"/>
                <a:gd name="T19" fmla="*/ 2147483647 h 924"/>
                <a:gd name="T20" fmla="*/ 2147483647 w 546"/>
                <a:gd name="T21" fmla="*/ 2147483647 h 924"/>
                <a:gd name="T22" fmla="*/ 2147483647 w 546"/>
                <a:gd name="T23" fmla="*/ 2147483647 h 924"/>
                <a:gd name="T24" fmla="*/ 2147483647 w 546"/>
                <a:gd name="T25" fmla="*/ 2147483647 h 924"/>
                <a:gd name="T26" fmla="*/ 2147483647 w 546"/>
                <a:gd name="T27" fmla="*/ 2147483647 h 924"/>
                <a:gd name="T28" fmla="*/ 2147483647 w 546"/>
                <a:gd name="T29" fmla="*/ 2147483647 h 924"/>
                <a:gd name="T30" fmla="*/ 2147483647 w 546"/>
                <a:gd name="T31" fmla="*/ 2147483647 h 924"/>
                <a:gd name="T32" fmla="*/ 2147483647 w 546"/>
                <a:gd name="T33" fmla="*/ 2147483647 h 924"/>
                <a:gd name="T34" fmla="*/ 2147483647 w 546"/>
                <a:gd name="T35" fmla="*/ 2147483647 h 924"/>
                <a:gd name="T36" fmla="*/ 2147483647 w 546"/>
                <a:gd name="T37" fmla="*/ 2147483647 h 924"/>
                <a:gd name="T38" fmla="*/ 2147483647 w 546"/>
                <a:gd name="T39" fmla="*/ 2147483647 h 924"/>
                <a:gd name="T40" fmla="*/ 2147483647 w 546"/>
                <a:gd name="T41" fmla="*/ 2147483647 h 924"/>
                <a:gd name="T42" fmla="*/ 2147483647 w 546"/>
                <a:gd name="T43" fmla="*/ 2147483647 h 924"/>
                <a:gd name="T44" fmla="*/ 2147483647 w 546"/>
                <a:gd name="T45" fmla="*/ 2147483647 h 924"/>
                <a:gd name="T46" fmla="*/ 2147483647 w 546"/>
                <a:gd name="T47" fmla="*/ 2147483647 h 924"/>
                <a:gd name="T48" fmla="*/ 2147483647 w 546"/>
                <a:gd name="T49" fmla="*/ 2147483647 h 924"/>
                <a:gd name="T50" fmla="*/ 2147483647 w 546"/>
                <a:gd name="T51" fmla="*/ 2147483647 h 924"/>
                <a:gd name="T52" fmla="*/ 2147483647 w 546"/>
                <a:gd name="T53" fmla="*/ 2147483647 h 924"/>
                <a:gd name="T54" fmla="*/ 2147483647 w 546"/>
                <a:gd name="T55" fmla="*/ 2147483647 h 924"/>
                <a:gd name="T56" fmla="*/ 2147483647 w 546"/>
                <a:gd name="T57" fmla="*/ 2147483647 h 924"/>
                <a:gd name="T58" fmla="*/ 2147483647 w 546"/>
                <a:gd name="T59" fmla="*/ 2147483647 h 924"/>
                <a:gd name="T60" fmla="*/ 2147483647 w 546"/>
                <a:gd name="T61" fmla="*/ 2147483647 h 924"/>
                <a:gd name="T62" fmla="*/ 2147483647 w 546"/>
                <a:gd name="T63" fmla="*/ 2147483647 h 924"/>
                <a:gd name="T64" fmla="*/ 2147483647 w 546"/>
                <a:gd name="T65" fmla="*/ 2147483647 h 924"/>
                <a:gd name="T66" fmla="*/ 2147483647 w 546"/>
                <a:gd name="T67" fmla="*/ 2147483647 h 924"/>
                <a:gd name="T68" fmla="*/ 2147483647 w 546"/>
                <a:gd name="T69" fmla="*/ 2147483647 h 924"/>
                <a:gd name="T70" fmla="*/ 2147483647 w 546"/>
                <a:gd name="T71" fmla="*/ 2147483647 h 924"/>
                <a:gd name="T72" fmla="*/ 2147483647 w 546"/>
                <a:gd name="T73" fmla="*/ 2147483647 h 924"/>
                <a:gd name="T74" fmla="*/ 2147483647 w 546"/>
                <a:gd name="T75" fmla="*/ 2147483647 h 924"/>
                <a:gd name="T76" fmla="*/ 2147483647 w 546"/>
                <a:gd name="T77" fmla="*/ 2147483647 h 924"/>
                <a:gd name="T78" fmla="*/ 2147483647 w 546"/>
                <a:gd name="T79" fmla="*/ 2147483647 h 924"/>
                <a:gd name="T80" fmla="*/ 2147483647 w 546"/>
                <a:gd name="T81" fmla="*/ 2147483647 h 924"/>
                <a:gd name="T82" fmla="*/ 2147483647 w 546"/>
                <a:gd name="T83" fmla="*/ 2147483647 h 924"/>
                <a:gd name="T84" fmla="*/ 2147483647 w 546"/>
                <a:gd name="T85" fmla="*/ 2147483647 h 924"/>
                <a:gd name="T86" fmla="*/ 2147483647 w 546"/>
                <a:gd name="T87" fmla="*/ 2147483647 h 924"/>
                <a:gd name="T88" fmla="*/ 2147483647 w 546"/>
                <a:gd name="T89" fmla="*/ 2147483647 h 924"/>
                <a:gd name="T90" fmla="*/ 2147483647 w 546"/>
                <a:gd name="T91" fmla="*/ 2147483647 h 924"/>
                <a:gd name="T92" fmla="*/ 2147483647 w 546"/>
                <a:gd name="T93" fmla="*/ 2147483647 h 924"/>
                <a:gd name="T94" fmla="*/ 2147483647 w 546"/>
                <a:gd name="T95" fmla="*/ 2147483647 h 924"/>
                <a:gd name="T96" fmla="*/ 2147483647 w 546"/>
                <a:gd name="T97" fmla="*/ 2147483647 h 924"/>
                <a:gd name="T98" fmla="*/ 2147483647 w 546"/>
                <a:gd name="T99" fmla="*/ 2147483647 h 924"/>
                <a:gd name="T100" fmla="*/ 2147483647 w 546"/>
                <a:gd name="T101" fmla="*/ 2147483647 h 924"/>
                <a:gd name="T102" fmla="*/ 2147483647 w 546"/>
                <a:gd name="T103" fmla="*/ 2147483647 h 924"/>
                <a:gd name="T104" fmla="*/ 2147483647 w 546"/>
                <a:gd name="T105" fmla="*/ 2147483647 h 924"/>
                <a:gd name="T106" fmla="*/ 2147483647 w 546"/>
                <a:gd name="T107" fmla="*/ 2147483647 h 924"/>
                <a:gd name="T108" fmla="*/ 2147483647 w 546"/>
                <a:gd name="T109" fmla="*/ 2147483647 h 924"/>
                <a:gd name="T110" fmla="*/ 2147483647 w 546"/>
                <a:gd name="T111" fmla="*/ 2147483647 h 92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6"/>
                <a:gd name="T169" fmla="*/ 0 h 924"/>
                <a:gd name="T170" fmla="*/ 546 w 546"/>
                <a:gd name="T171" fmla="*/ 924 h 92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6" h="924">
                  <a:moveTo>
                    <a:pt x="420" y="30"/>
                  </a:moveTo>
                  <a:lnTo>
                    <a:pt x="414" y="18"/>
                  </a:lnTo>
                  <a:lnTo>
                    <a:pt x="414" y="0"/>
                  </a:lnTo>
                  <a:lnTo>
                    <a:pt x="390" y="6"/>
                  </a:lnTo>
                  <a:lnTo>
                    <a:pt x="390" y="54"/>
                  </a:lnTo>
                  <a:lnTo>
                    <a:pt x="396" y="60"/>
                  </a:lnTo>
                  <a:lnTo>
                    <a:pt x="396" y="66"/>
                  </a:lnTo>
                  <a:lnTo>
                    <a:pt x="426" y="66"/>
                  </a:lnTo>
                  <a:lnTo>
                    <a:pt x="426" y="96"/>
                  </a:lnTo>
                  <a:lnTo>
                    <a:pt x="420" y="102"/>
                  </a:lnTo>
                  <a:lnTo>
                    <a:pt x="420" y="108"/>
                  </a:lnTo>
                  <a:lnTo>
                    <a:pt x="426" y="114"/>
                  </a:lnTo>
                  <a:lnTo>
                    <a:pt x="426" y="126"/>
                  </a:lnTo>
                  <a:lnTo>
                    <a:pt x="408" y="144"/>
                  </a:lnTo>
                  <a:lnTo>
                    <a:pt x="396" y="150"/>
                  </a:lnTo>
                  <a:lnTo>
                    <a:pt x="384" y="150"/>
                  </a:lnTo>
                  <a:lnTo>
                    <a:pt x="384" y="156"/>
                  </a:lnTo>
                  <a:lnTo>
                    <a:pt x="378" y="162"/>
                  </a:lnTo>
                  <a:lnTo>
                    <a:pt x="378" y="168"/>
                  </a:lnTo>
                  <a:lnTo>
                    <a:pt x="372" y="174"/>
                  </a:lnTo>
                  <a:lnTo>
                    <a:pt x="372" y="180"/>
                  </a:lnTo>
                  <a:lnTo>
                    <a:pt x="360" y="192"/>
                  </a:lnTo>
                  <a:lnTo>
                    <a:pt x="354" y="204"/>
                  </a:lnTo>
                  <a:lnTo>
                    <a:pt x="348" y="234"/>
                  </a:lnTo>
                  <a:lnTo>
                    <a:pt x="342" y="240"/>
                  </a:lnTo>
                  <a:lnTo>
                    <a:pt x="342" y="270"/>
                  </a:lnTo>
                  <a:lnTo>
                    <a:pt x="336" y="288"/>
                  </a:lnTo>
                  <a:lnTo>
                    <a:pt x="330" y="294"/>
                  </a:lnTo>
                  <a:lnTo>
                    <a:pt x="312" y="294"/>
                  </a:lnTo>
                  <a:lnTo>
                    <a:pt x="312" y="324"/>
                  </a:lnTo>
                  <a:lnTo>
                    <a:pt x="306" y="342"/>
                  </a:lnTo>
                  <a:lnTo>
                    <a:pt x="306" y="354"/>
                  </a:lnTo>
                  <a:lnTo>
                    <a:pt x="300" y="360"/>
                  </a:lnTo>
                  <a:lnTo>
                    <a:pt x="288" y="366"/>
                  </a:lnTo>
                  <a:lnTo>
                    <a:pt x="282" y="372"/>
                  </a:lnTo>
                  <a:lnTo>
                    <a:pt x="270" y="378"/>
                  </a:lnTo>
                  <a:lnTo>
                    <a:pt x="258" y="426"/>
                  </a:lnTo>
                  <a:lnTo>
                    <a:pt x="234" y="456"/>
                  </a:lnTo>
                  <a:lnTo>
                    <a:pt x="234" y="486"/>
                  </a:lnTo>
                  <a:lnTo>
                    <a:pt x="228" y="492"/>
                  </a:lnTo>
                  <a:lnTo>
                    <a:pt x="216" y="498"/>
                  </a:lnTo>
                  <a:lnTo>
                    <a:pt x="210" y="510"/>
                  </a:lnTo>
                  <a:lnTo>
                    <a:pt x="210" y="522"/>
                  </a:lnTo>
                  <a:lnTo>
                    <a:pt x="192" y="540"/>
                  </a:lnTo>
                  <a:lnTo>
                    <a:pt x="186" y="540"/>
                  </a:lnTo>
                  <a:lnTo>
                    <a:pt x="180" y="534"/>
                  </a:lnTo>
                  <a:lnTo>
                    <a:pt x="174" y="522"/>
                  </a:lnTo>
                  <a:lnTo>
                    <a:pt x="174" y="516"/>
                  </a:lnTo>
                  <a:lnTo>
                    <a:pt x="168" y="504"/>
                  </a:lnTo>
                  <a:lnTo>
                    <a:pt x="156" y="492"/>
                  </a:lnTo>
                  <a:lnTo>
                    <a:pt x="150" y="480"/>
                  </a:lnTo>
                  <a:lnTo>
                    <a:pt x="138" y="480"/>
                  </a:lnTo>
                  <a:lnTo>
                    <a:pt x="144" y="486"/>
                  </a:lnTo>
                  <a:lnTo>
                    <a:pt x="144" y="498"/>
                  </a:lnTo>
                  <a:lnTo>
                    <a:pt x="138" y="504"/>
                  </a:lnTo>
                  <a:lnTo>
                    <a:pt x="132" y="504"/>
                  </a:lnTo>
                  <a:lnTo>
                    <a:pt x="120" y="498"/>
                  </a:lnTo>
                  <a:lnTo>
                    <a:pt x="114" y="492"/>
                  </a:lnTo>
                  <a:lnTo>
                    <a:pt x="108" y="492"/>
                  </a:lnTo>
                  <a:lnTo>
                    <a:pt x="102" y="498"/>
                  </a:lnTo>
                  <a:lnTo>
                    <a:pt x="90" y="522"/>
                  </a:lnTo>
                  <a:lnTo>
                    <a:pt x="84" y="528"/>
                  </a:lnTo>
                  <a:lnTo>
                    <a:pt x="84" y="534"/>
                  </a:lnTo>
                  <a:lnTo>
                    <a:pt x="18" y="588"/>
                  </a:lnTo>
                  <a:lnTo>
                    <a:pt x="18" y="642"/>
                  </a:lnTo>
                  <a:lnTo>
                    <a:pt x="12" y="654"/>
                  </a:lnTo>
                  <a:lnTo>
                    <a:pt x="12" y="666"/>
                  </a:lnTo>
                  <a:lnTo>
                    <a:pt x="6" y="672"/>
                  </a:lnTo>
                  <a:lnTo>
                    <a:pt x="6" y="678"/>
                  </a:lnTo>
                  <a:lnTo>
                    <a:pt x="0" y="690"/>
                  </a:lnTo>
                  <a:lnTo>
                    <a:pt x="24" y="684"/>
                  </a:lnTo>
                  <a:lnTo>
                    <a:pt x="24" y="708"/>
                  </a:lnTo>
                  <a:lnTo>
                    <a:pt x="36" y="732"/>
                  </a:lnTo>
                  <a:lnTo>
                    <a:pt x="60" y="744"/>
                  </a:lnTo>
                  <a:lnTo>
                    <a:pt x="66" y="750"/>
                  </a:lnTo>
                  <a:lnTo>
                    <a:pt x="84" y="726"/>
                  </a:lnTo>
                  <a:lnTo>
                    <a:pt x="66" y="756"/>
                  </a:lnTo>
                  <a:lnTo>
                    <a:pt x="84" y="786"/>
                  </a:lnTo>
                  <a:lnTo>
                    <a:pt x="102" y="792"/>
                  </a:lnTo>
                  <a:lnTo>
                    <a:pt x="102" y="840"/>
                  </a:lnTo>
                  <a:lnTo>
                    <a:pt x="90" y="840"/>
                  </a:lnTo>
                  <a:lnTo>
                    <a:pt x="90" y="870"/>
                  </a:lnTo>
                  <a:lnTo>
                    <a:pt x="102" y="882"/>
                  </a:lnTo>
                  <a:lnTo>
                    <a:pt x="198" y="882"/>
                  </a:lnTo>
                  <a:lnTo>
                    <a:pt x="216" y="864"/>
                  </a:lnTo>
                  <a:lnTo>
                    <a:pt x="228" y="882"/>
                  </a:lnTo>
                  <a:lnTo>
                    <a:pt x="258" y="882"/>
                  </a:lnTo>
                  <a:lnTo>
                    <a:pt x="270" y="870"/>
                  </a:lnTo>
                  <a:lnTo>
                    <a:pt x="276" y="870"/>
                  </a:lnTo>
                  <a:lnTo>
                    <a:pt x="288" y="876"/>
                  </a:lnTo>
                  <a:lnTo>
                    <a:pt x="294" y="876"/>
                  </a:lnTo>
                  <a:lnTo>
                    <a:pt x="342" y="870"/>
                  </a:lnTo>
                  <a:lnTo>
                    <a:pt x="342" y="888"/>
                  </a:lnTo>
                  <a:lnTo>
                    <a:pt x="372" y="888"/>
                  </a:lnTo>
                  <a:lnTo>
                    <a:pt x="390" y="882"/>
                  </a:lnTo>
                  <a:lnTo>
                    <a:pt x="438" y="882"/>
                  </a:lnTo>
                  <a:lnTo>
                    <a:pt x="450" y="888"/>
                  </a:lnTo>
                  <a:lnTo>
                    <a:pt x="456" y="894"/>
                  </a:lnTo>
                  <a:lnTo>
                    <a:pt x="468" y="894"/>
                  </a:lnTo>
                  <a:lnTo>
                    <a:pt x="474" y="900"/>
                  </a:lnTo>
                  <a:lnTo>
                    <a:pt x="510" y="900"/>
                  </a:lnTo>
                  <a:lnTo>
                    <a:pt x="534" y="924"/>
                  </a:lnTo>
                  <a:lnTo>
                    <a:pt x="540" y="882"/>
                  </a:lnTo>
                  <a:lnTo>
                    <a:pt x="546" y="876"/>
                  </a:lnTo>
                  <a:lnTo>
                    <a:pt x="534" y="864"/>
                  </a:lnTo>
                  <a:lnTo>
                    <a:pt x="534" y="834"/>
                  </a:lnTo>
                  <a:lnTo>
                    <a:pt x="528" y="816"/>
                  </a:lnTo>
                  <a:lnTo>
                    <a:pt x="516" y="810"/>
                  </a:lnTo>
                  <a:lnTo>
                    <a:pt x="510" y="798"/>
                  </a:lnTo>
                  <a:lnTo>
                    <a:pt x="498" y="792"/>
                  </a:lnTo>
                  <a:lnTo>
                    <a:pt x="486" y="780"/>
                  </a:lnTo>
                  <a:lnTo>
                    <a:pt x="474" y="756"/>
                  </a:lnTo>
                  <a:lnTo>
                    <a:pt x="468" y="750"/>
                  </a:lnTo>
                  <a:lnTo>
                    <a:pt x="468" y="708"/>
                  </a:lnTo>
                  <a:lnTo>
                    <a:pt x="462" y="708"/>
                  </a:lnTo>
                  <a:lnTo>
                    <a:pt x="444" y="690"/>
                  </a:lnTo>
                  <a:lnTo>
                    <a:pt x="438" y="690"/>
                  </a:lnTo>
                  <a:lnTo>
                    <a:pt x="438" y="642"/>
                  </a:lnTo>
                  <a:lnTo>
                    <a:pt x="420" y="630"/>
                  </a:lnTo>
                  <a:lnTo>
                    <a:pt x="432" y="618"/>
                  </a:lnTo>
                  <a:lnTo>
                    <a:pt x="432" y="582"/>
                  </a:lnTo>
                  <a:lnTo>
                    <a:pt x="426" y="582"/>
                  </a:lnTo>
                  <a:lnTo>
                    <a:pt x="414" y="576"/>
                  </a:lnTo>
                  <a:lnTo>
                    <a:pt x="414" y="570"/>
                  </a:lnTo>
                  <a:lnTo>
                    <a:pt x="426" y="558"/>
                  </a:lnTo>
                  <a:lnTo>
                    <a:pt x="438" y="552"/>
                  </a:lnTo>
                  <a:lnTo>
                    <a:pt x="444" y="546"/>
                  </a:lnTo>
                  <a:lnTo>
                    <a:pt x="450" y="546"/>
                  </a:lnTo>
                  <a:lnTo>
                    <a:pt x="456" y="510"/>
                  </a:lnTo>
                  <a:lnTo>
                    <a:pt x="462" y="510"/>
                  </a:lnTo>
                  <a:lnTo>
                    <a:pt x="468" y="498"/>
                  </a:lnTo>
                  <a:lnTo>
                    <a:pt x="468" y="480"/>
                  </a:lnTo>
                  <a:lnTo>
                    <a:pt x="474" y="474"/>
                  </a:lnTo>
                  <a:lnTo>
                    <a:pt x="480" y="462"/>
                  </a:lnTo>
                  <a:lnTo>
                    <a:pt x="492" y="450"/>
                  </a:lnTo>
                  <a:lnTo>
                    <a:pt x="498" y="450"/>
                  </a:lnTo>
                  <a:lnTo>
                    <a:pt x="498" y="438"/>
                  </a:lnTo>
                  <a:lnTo>
                    <a:pt x="492" y="420"/>
                  </a:lnTo>
                  <a:lnTo>
                    <a:pt x="486" y="408"/>
                  </a:lnTo>
                  <a:lnTo>
                    <a:pt x="486" y="390"/>
                  </a:lnTo>
                  <a:lnTo>
                    <a:pt x="474" y="366"/>
                  </a:lnTo>
                  <a:lnTo>
                    <a:pt x="462" y="354"/>
                  </a:lnTo>
                  <a:lnTo>
                    <a:pt x="450" y="348"/>
                  </a:lnTo>
                  <a:lnTo>
                    <a:pt x="432" y="336"/>
                  </a:lnTo>
                  <a:lnTo>
                    <a:pt x="420" y="324"/>
                  </a:lnTo>
                  <a:lnTo>
                    <a:pt x="414" y="312"/>
                  </a:lnTo>
                  <a:lnTo>
                    <a:pt x="402" y="300"/>
                  </a:lnTo>
                  <a:lnTo>
                    <a:pt x="390" y="276"/>
                  </a:lnTo>
                  <a:lnTo>
                    <a:pt x="390" y="264"/>
                  </a:lnTo>
                  <a:lnTo>
                    <a:pt x="396" y="258"/>
                  </a:lnTo>
                  <a:lnTo>
                    <a:pt x="408" y="252"/>
                  </a:lnTo>
                  <a:lnTo>
                    <a:pt x="504" y="252"/>
                  </a:lnTo>
                  <a:lnTo>
                    <a:pt x="486" y="234"/>
                  </a:lnTo>
                  <a:lnTo>
                    <a:pt x="480" y="222"/>
                  </a:lnTo>
                  <a:lnTo>
                    <a:pt x="468" y="216"/>
                  </a:lnTo>
                  <a:lnTo>
                    <a:pt x="462" y="204"/>
                  </a:lnTo>
                  <a:lnTo>
                    <a:pt x="462" y="186"/>
                  </a:lnTo>
                  <a:lnTo>
                    <a:pt x="456" y="168"/>
                  </a:lnTo>
                  <a:lnTo>
                    <a:pt x="456" y="132"/>
                  </a:lnTo>
                  <a:lnTo>
                    <a:pt x="462" y="132"/>
                  </a:lnTo>
                  <a:lnTo>
                    <a:pt x="462" y="96"/>
                  </a:lnTo>
                  <a:lnTo>
                    <a:pt x="456" y="84"/>
                  </a:lnTo>
                  <a:lnTo>
                    <a:pt x="444" y="78"/>
                  </a:lnTo>
                  <a:lnTo>
                    <a:pt x="450" y="42"/>
                  </a:lnTo>
                  <a:lnTo>
                    <a:pt x="444" y="42"/>
                  </a:lnTo>
                  <a:lnTo>
                    <a:pt x="438" y="36"/>
                  </a:lnTo>
                  <a:lnTo>
                    <a:pt x="426" y="36"/>
                  </a:lnTo>
                  <a:lnTo>
                    <a:pt x="420" y="3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56" name="Cambodia" descr="© INSCALE GmbH, 05.05.2010&#10;http://www.presentationload.com/">
              <a:extLst>
                <a:ext uri="{FF2B5EF4-FFF2-40B4-BE49-F238E27FC236}">
                  <a16:creationId xmlns:a16="http://schemas.microsoft.com/office/drawing/2014/main" id="{EEF9C331-24F0-4DE0-95E9-B54973782F92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6125543" y="2616671"/>
              <a:ext cx="125364" cy="110462"/>
            </a:xfrm>
            <a:custGeom>
              <a:avLst/>
              <a:gdLst>
                <a:gd name="T0" fmla="*/ 2147483647 w 378"/>
                <a:gd name="T1" fmla="*/ 2147483647 h 336"/>
                <a:gd name="T2" fmla="*/ 2147483647 w 378"/>
                <a:gd name="T3" fmla="*/ 2147483647 h 336"/>
                <a:gd name="T4" fmla="*/ 2147483647 w 378"/>
                <a:gd name="T5" fmla="*/ 2147483647 h 336"/>
                <a:gd name="T6" fmla="*/ 2147483647 w 378"/>
                <a:gd name="T7" fmla="*/ 2147483647 h 336"/>
                <a:gd name="T8" fmla="*/ 2147483647 w 378"/>
                <a:gd name="T9" fmla="*/ 2147483647 h 336"/>
                <a:gd name="T10" fmla="*/ 2147483647 w 378"/>
                <a:gd name="T11" fmla="*/ 2147483647 h 336"/>
                <a:gd name="T12" fmla="*/ 2147483647 w 378"/>
                <a:gd name="T13" fmla="*/ 2147483647 h 336"/>
                <a:gd name="T14" fmla="*/ 2147483647 w 378"/>
                <a:gd name="T15" fmla="*/ 2147483647 h 336"/>
                <a:gd name="T16" fmla="*/ 2147483647 w 378"/>
                <a:gd name="T17" fmla="*/ 2147483647 h 336"/>
                <a:gd name="T18" fmla="*/ 2147483647 w 378"/>
                <a:gd name="T19" fmla="*/ 2147483647 h 336"/>
                <a:gd name="T20" fmla="*/ 2147483647 w 378"/>
                <a:gd name="T21" fmla="*/ 2147483647 h 336"/>
                <a:gd name="T22" fmla="*/ 2147483647 w 378"/>
                <a:gd name="T23" fmla="*/ 2147483647 h 336"/>
                <a:gd name="T24" fmla="*/ 2147483647 w 378"/>
                <a:gd name="T25" fmla="*/ 2147483647 h 336"/>
                <a:gd name="T26" fmla="*/ 2147483647 w 378"/>
                <a:gd name="T27" fmla="*/ 2147483647 h 336"/>
                <a:gd name="T28" fmla="*/ 0 w 378"/>
                <a:gd name="T29" fmla="*/ 2147483647 h 336"/>
                <a:gd name="T30" fmla="*/ 2147483647 w 378"/>
                <a:gd name="T31" fmla="*/ 2147483647 h 336"/>
                <a:gd name="T32" fmla="*/ 2147483647 w 378"/>
                <a:gd name="T33" fmla="*/ 2147483647 h 336"/>
                <a:gd name="T34" fmla="*/ 2147483647 w 378"/>
                <a:gd name="T35" fmla="*/ 2147483647 h 336"/>
                <a:gd name="T36" fmla="*/ 2147483647 w 378"/>
                <a:gd name="T37" fmla="*/ 2147483647 h 336"/>
                <a:gd name="T38" fmla="*/ 2147483647 w 378"/>
                <a:gd name="T39" fmla="*/ 2147483647 h 336"/>
                <a:gd name="T40" fmla="*/ 2147483647 w 378"/>
                <a:gd name="T41" fmla="*/ 2147483647 h 336"/>
                <a:gd name="T42" fmla="*/ 2147483647 w 378"/>
                <a:gd name="T43" fmla="*/ 2147483647 h 336"/>
                <a:gd name="T44" fmla="*/ 2147483647 w 378"/>
                <a:gd name="T45" fmla="*/ 2147483647 h 336"/>
                <a:gd name="T46" fmla="*/ 2147483647 w 378"/>
                <a:gd name="T47" fmla="*/ 2147483647 h 336"/>
                <a:gd name="T48" fmla="*/ 2147483647 w 378"/>
                <a:gd name="T49" fmla="*/ 2147483647 h 336"/>
                <a:gd name="T50" fmla="*/ 2147483647 w 378"/>
                <a:gd name="T51" fmla="*/ 2147483647 h 336"/>
                <a:gd name="T52" fmla="*/ 2147483647 w 378"/>
                <a:gd name="T53" fmla="*/ 2147483647 h 336"/>
                <a:gd name="T54" fmla="*/ 2147483647 w 378"/>
                <a:gd name="T55" fmla="*/ 2147483647 h 336"/>
                <a:gd name="T56" fmla="*/ 2147483647 w 378"/>
                <a:gd name="T57" fmla="*/ 2147483647 h 336"/>
                <a:gd name="T58" fmla="*/ 2147483647 w 378"/>
                <a:gd name="T59" fmla="*/ 2147483647 h 336"/>
                <a:gd name="T60" fmla="*/ 2147483647 w 378"/>
                <a:gd name="T61" fmla="*/ 2147483647 h 336"/>
                <a:gd name="T62" fmla="*/ 2147483647 w 378"/>
                <a:gd name="T63" fmla="*/ 2147483647 h 336"/>
                <a:gd name="T64" fmla="*/ 2147483647 w 378"/>
                <a:gd name="T65" fmla="*/ 2147483647 h 336"/>
                <a:gd name="T66" fmla="*/ 2147483647 w 378"/>
                <a:gd name="T67" fmla="*/ 2147483647 h 336"/>
                <a:gd name="T68" fmla="*/ 2147483647 w 378"/>
                <a:gd name="T69" fmla="*/ 2147483647 h 336"/>
                <a:gd name="T70" fmla="*/ 2147483647 w 378"/>
                <a:gd name="T71" fmla="*/ 2147483647 h 336"/>
                <a:gd name="T72" fmla="*/ 2147483647 w 378"/>
                <a:gd name="T73" fmla="*/ 2147483647 h 336"/>
                <a:gd name="T74" fmla="*/ 2147483647 w 378"/>
                <a:gd name="T75" fmla="*/ 2147483647 h 336"/>
                <a:gd name="T76" fmla="*/ 2147483647 w 378"/>
                <a:gd name="T77" fmla="*/ 2147483647 h 336"/>
                <a:gd name="T78" fmla="*/ 2147483647 w 378"/>
                <a:gd name="T79" fmla="*/ 2147483647 h 336"/>
                <a:gd name="T80" fmla="*/ 2147483647 w 378"/>
                <a:gd name="T81" fmla="*/ 2147483647 h 336"/>
                <a:gd name="T82" fmla="*/ 2147483647 w 378"/>
                <a:gd name="T83" fmla="*/ 2147483647 h 336"/>
                <a:gd name="T84" fmla="*/ 2147483647 w 378"/>
                <a:gd name="T85" fmla="*/ 2147483647 h 336"/>
                <a:gd name="T86" fmla="*/ 2147483647 w 378"/>
                <a:gd name="T87" fmla="*/ 2147483647 h 336"/>
                <a:gd name="T88" fmla="*/ 2147483647 w 378"/>
                <a:gd name="T89" fmla="*/ 2147483647 h 336"/>
                <a:gd name="T90" fmla="*/ 2147483647 w 378"/>
                <a:gd name="T91" fmla="*/ 2147483647 h 336"/>
                <a:gd name="T92" fmla="*/ 2147483647 w 378"/>
                <a:gd name="T93" fmla="*/ 2147483647 h 336"/>
                <a:gd name="T94" fmla="*/ 2147483647 w 378"/>
                <a:gd name="T95" fmla="*/ 0 h 3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378"/>
                <a:gd name="T145" fmla="*/ 0 h 336"/>
                <a:gd name="T146" fmla="*/ 378 w 378"/>
                <a:gd name="T147" fmla="*/ 336 h 3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378" h="336">
                  <a:moveTo>
                    <a:pt x="324" y="0"/>
                  </a:moveTo>
                  <a:lnTo>
                    <a:pt x="312" y="12"/>
                  </a:lnTo>
                  <a:lnTo>
                    <a:pt x="276" y="0"/>
                  </a:lnTo>
                  <a:lnTo>
                    <a:pt x="264" y="12"/>
                  </a:lnTo>
                  <a:lnTo>
                    <a:pt x="246" y="24"/>
                  </a:lnTo>
                  <a:lnTo>
                    <a:pt x="258" y="36"/>
                  </a:lnTo>
                  <a:lnTo>
                    <a:pt x="258" y="48"/>
                  </a:lnTo>
                  <a:lnTo>
                    <a:pt x="252" y="54"/>
                  </a:lnTo>
                  <a:lnTo>
                    <a:pt x="240" y="54"/>
                  </a:lnTo>
                  <a:lnTo>
                    <a:pt x="228" y="42"/>
                  </a:lnTo>
                  <a:lnTo>
                    <a:pt x="228" y="36"/>
                  </a:lnTo>
                  <a:lnTo>
                    <a:pt x="222" y="36"/>
                  </a:lnTo>
                  <a:lnTo>
                    <a:pt x="216" y="30"/>
                  </a:lnTo>
                  <a:lnTo>
                    <a:pt x="192" y="30"/>
                  </a:lnTo>
                  <a:lnTo>
                    <a:pt x="192" y="18"/>
                  </a:lnTo>
                  <a:lnTo>
                    <a:pt x="186" y="18"/>
                  </a:lnTo>
                  <a:lnTo>
                    <a:pt x="186" y="24"/>
                  </a:lnTo>
                  <a:lnTo>
                    <a:pt x="180" y="18"/>
                  </a:lnTo>
                  <a:lnTo>
                    <a:pt x="168" y="12"/>
                  </a:lnTo>
                  <a:lnTo>
                    <a:pt x="138" y="12"/>
                  </a:lnTo>
                  <a:lnTo>
                    <a:pt x="126" y="18"/>
                  </a:lnTo>
                  <a:lnTo>
                    <a:pt x="114" y="18"/>
                  </a:lnTo>
                  <a:lnTo>
                    <a:pt x="108" y="12"/>
                  </a:lnTo>
                  <a:lnTo>
                    <a:pt x="72" y="12"/>
                  </a:lnTo>
                  <a:lnTo>
                    <a:pt x="54" y="18"/>
                  </a:lnTo>
                  <a:lnTo>
                    <a:pt x="42" y="24"/>
                  </a:lnTo>
                  <a:lnTo>
                    <a:pt x="36" y="30"/>
                  </a:lnTo>
                  <a:lnTo>
                    <a:pt x="30" y="42"/>
                  </a:lnTo>
                  <a:lnTo>
                    <a:pt x="30" y="48"/>
                  </a:lnTo>
                  <a:lnTo>
                    <a:pt x="0" y="78"/>
                  </a:lnTo>
                  <a:lnTo>
                    <a:pt x="6" y="114"/>
                  </a:lnTo>
                  <a:lnTo>
                    <a:pt x="18" y="126"/>
                  </a:lnTo>
                  <a:lnTo>
                    <a:pt x="18" y="156"/>
                  </a:lnTo>
                  <a:lnTo>
                    <a:pt x="30" y="168"/>
                  </a:lnTo>
                  <a:lnTo>
                    <a:pt x="30" y="198"/>
                  </a:lnTo>
                  <a:lnTo>
                    <a:pt x="42" y="210"/>
                  </a:lnTo>
                  <a:lnTo>
                    <a:pt x="48" y="222"/>
                  </a:lnTo>
                  <a:lnTo>
                    <a:pt x="54" y="228"/>
                  </a:lnTo>
                  <a:lnTo>
                    <a:pt x="54" y="234"/>
                  </a:lnTo>
                  <a:lnTo>
                    <a:pt x="42" y="246"/>
                  </a:lnTo>
                  <a:lnTo>
                    <a:pt x="54" y="270"/>
                  </a:lnTo>
                  <a:lnTo>
                    <a:pt x="60" y="276"/>
                  </a:lnTo>
                  <a:lnTo>
                    <a:pt x="72" y="282"/>
                  </a:lnTo>
                  <a:lnTo>
                    <a:pt x="78" y="282"/>
                  </a:lnTo>
                  <a:lnTo>
                    <a:pt x="90" y="270"/>
                  </a:lnTo>
                  <a:lnTo>
                    <a:pt x="90" y="264"/>
                  </a:lnTo>
                  <a:lnTo>
                    <a:pt x="90" y="288"/>
                  </a:lnTo>
                  <a:lnTo>
                    <a:pt x="96" y="300"/>
                  </a:lnTo>
                  <a:lnTo>
                    <a:pt x="102" y="306"/>
                  </a:lnTo>
                  <a:lnTo>
                    <a:pt x="114" y="306"/>
                  </a:lnTo>
                  <a:lnTo>
                    <a:pt x="120" y="300"/>
                  </a:lnTo>
                  <a:lnTo>
                    <a:pt x="132" y="300"/>
                  </a:lnTo>
                  <a:lnTo>
                    <a:pt x="138" y="306"/>
                  </a:lnTo>
                  <a:lnTo>
                    <a:pt x="138" y="312"/>
                  </a:lnTo>
                  <a:lnTo>
                    <a:pt x="150" y="336"/>
                  </a:lnTo>
                  <a:lnTo>
                    <a:pt x="168" y="336"/>
                  </a:lnTo>
                  <a:lnTo>
                    <a:pt x="180" y="324"/>
                  </a:lnTo>
                  <a:lnTo>
                    <a:pt x="192" y="318"/>
                  </a:lnTo>
                  <a:lnTo>
                    <a:pt x="210" y="318"/>
                  </a:lnTo>
                  <a:lnTo>
                    <a:pt x="222" y="312"/>
                  </a:lnTo>
                  <a:lnTo>
                    <a:pt x="222" y="306"/>
                  </a:lnTo>
                  <a:lnTo>
                    <a:pt x="216" y="300"/>
                  </a:lnTo>
                  <a:lnTo>
                    <a:pt x="210" y="300"/>
                  </a:lnTo>
                  <a:lnTo>
                    <a:pt x="204" y="294"/>
                  </a:lnTo>
                  <a:lnTo>
                    <a:pt x="240" y="294"/>
                  </a:lnTo>
                  <a:lnTo>
                    <a:pt x="240" y="288"/>
                  </a:lnTo>
                  <a:lnTo>
                    <a:pt x="246" y="282"/>
                  </a:lnTo>
                  <a:lnTo>
                    <a:pt x="258" y="282"/>
                  </a:lnTo>
                  <a:lnTo>
                    <a:pt x="270" y="288"/>
                  </a:lnTo>
                  <a:lnTo>
                    <a:pt x="276" y="294"/>
                  </a:lnTo>
                  <a:lnTo>
                    <a:pt x="288" y="300"/>
                  </a:lnTo>
                  <a:lnTo>
                    <a:pt x="294" y="306"/>
                  </a:lnTo>
                  <a:lnTo>
                    <a:pt x="294" y="294"/>
                  </a:lnTo>
                  <a:lnTo>
                    <a:pt x="276" y="276"/>
                  </a:lnTo>
                  <a:lnTo>
                    <a:pt x="264" y="252"/>
                  </a:lnTo>
                  <a:lnTo>
                    <a:pt x="264" y="228"/>
                  </a:lnTo>
                  <a:lnTo>
                    <a:pt x="306" y="228"/>
                  </a:lnTo>
                  <a:lnTo>
                    <a:pt x="306" y="204"/>
                  </a:lnTo>
                  <a:lnTo>
                    <a:pt x="336" y="204"/>
                  </a:lnTo>
                  <a:lnTo>
                    <a:pt x="336" y="186"/>
                  </a:lnTo>
                  <a:lnTo>
                    <a:pt x="342" y="180"/>
                  </a:lnTo>
                  <a:lnTo>
                    <a:pt x="360" y="180"/>
                  </a:lnTo>
                  <a:lnTo>
                    <a:pt x="372" y="186"/>
                  </a:lnTo>
                  <a:lnTo>
                    <a:pt x="372" y="156"/>
                  </a:lnTo>
                  <a:lnTo>
                    <a:pt x="366" y="150"/>
                  </a:lnTo>
                  <a:lnTo>
                    <a:pt x="366" y="120"/>
                  </a:lnTo>
                  <a:lnTo>
                    <a:pt x="360" y="114"/>
                  </a:lnTo>
                  <a:lnTo>
                    <a:pt x="360" y="102"/>
                  </a:lnTo>
                  <a:lnTo>
                    <a:pt x="366" y="102"/>
                  </a:lnTo>
                  <a:lnTo>
                    <a:pt x="378" y="90"/>
                  </a:lnTo>
                  <a:lnTo>
                    <a:pt x="378" y="84"/>
                  </a:lnTo>
                  <a:lnTo>
                    <a:pt x="366" y="60"/>
                  </a:lnTo>
                  <a:lnTo>
                    <a:pt x="354" y="48"/>
                  </a:lnTo>
                  <a:lnTo>
                    <a:pt x="348" y="48"/>
                  </a:lnTo>
                  <a:lnTo>
                    <a:pt x="348" y="6"/>
                  </a:lnTo>
                  <a:lnTo>
                    <a:pt x="324" y="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57" name="Brazil" descr="© INSCALE GmbH, 05.05.2010&#10;http://www.presentationload.com/">
              <a:extLst>
                <a:ext uri="{FF2B5EF4-FFF2-40B4-BE49-F238E27FC236}">
                  <a16:creationId xmlns:a16="http://schemas.microsoft.com/office/drawing/2014/main" id="{E14C3DF7-B714-4565-B9A8-BBDB7638D109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1996269" y="2862002"/>
              <a:ext cx="920201" cy="1033973"/>
            </a:xfrm>
            <a:custGeom>
              <a:avLst/>
              <a:gdLst>
                <a:gd name="T0" fmla="*/ 2147483647 w 2784"/>
                <a:gd name="T1" fmla="*/ 2147483647 h 3150"/>
                <a:gd name="T2" fmla="*/ 2147483647 w 2784"/>
                <a:gd name="T3" fmla="*/ 2147483647 h 3150"/>
                <a:gd name="T4" fmla="*/ 2147483647 w 2784"/>
                <a:gd name="T5" fmla="*/ 2147483647 h 3150"/>
                <a:gd name="T6" fmla="*/ 2147483647 w 2784"/>
                <a:gd name="T7" fmla="*/ 2147483647 h 3150"/>
                <a:gd name="T8" fmla="*/ 2147483647 w 2784"/>
                <a:gd name="T9" fmla="*/ 2147483647 h 3150"/>
                <a:gd name="T10" fmla="*/ 2147483647 w 2784"/>
                <a:gd name="T11" fmla="*/ 2147483647 h 3150"/>
                <a:gd name="T12" fmla="*/ 2147483647 w 2784"/>
                <a:gd name="T13" fmla="*/ 2147483647 h 3150"/>
                <a:gd name="T14" fmla="*/ 2147483647 w 2784"/>
                <a:gd name="T15" fmla="*/ 2147483647 h 3150"/>
                <a:gd name="T16" fmla="*/ 2147483647 w 2784"/>
                <a:gd name="T17" fmla="*/ 2147483647 h 3150"/>
                <a:gd name="T18" fmla="*/ 2147483647 w 2784"/>
                <a:gd name="T19" fmla="*/ 2147483647 h 3150"/>
                <a:gd name="T20" fmla="*/ 2147483647 w 2784"/>
                <a:gd name="T21" fmla="*/ 2147483647 h 3150"/>
                <a:gd name="T22" fmla="*/ 2147483647 w 2784"/>
                <a:gd name="T23" fmla="*/ 2147483647 h 3150"/>
                <a:gd name="T24" fmla="*/ 2147483647 w 2784"/>
                <a:gd name="T25" fmla="*/ 2147483647 h 3150"/>
                <a:gd name="T26" fmla="*/ 2147483647 w 2784"/>
                <a:gd name="T27" fmla="*/ 2147483647 h 3150"/>
                <a:gd name="T28" fmla="*/ 2147483647 w 2784"/>
                <a:gd name="T29" fmla="*/ 2147483647 h 3150"/>
                <a:gd name="T30" fmla="*/ 2147483647 w 2784"/>
                <a:gd name="T31" fmla="*/ 2147483647 h 3150"/>
                <a:gd name="T32" fmla="*/ 2147483647 w 2784"/>
                <a:gd name="T33" fmla="*/ 2147483647 h 3150"/>
                <a:gd name="T34" fmla="*/ 2147483647 w 2784"/>
                <a:gd name="T35" fmla="*/ 2147483647 h 3150"/>
                <a:gd name="T36" fmla="*/ 2147483647 w 2784"/>
                <a:gd name="T37" fmla="*/ 2147483647 h 3150"/>
                <a:gd name="T38" fmla="*/ 2147483647 w 2784"/>
                <a:gd name="T39" fmla="*/ 2147483647 h 3150"/>
                <a:gd name="T40" fmla="*/ 2147483647 w 2784"/>
                <a:gd name="T41" fmla="*/ 2147483647 h 3150"/>
                <a:gd name="T42" fmla="*/ 2147483647 w 2784"/>
                <a:gd name="T43" fmla="*/ 2147483647 h 3150"/>
                <a:gd name="T44" fmla="*/ 2147483647 w 2784"/>
                <a:gd name="T45" fmla="*/ 2147483647 h 3150"/>
                <a:gd name="T46" fmla="*/ 2147483647 w 2784"/>
                <a:gd name="T47" fmla="*/ 2147483647 h 3150"/>
                <a:gd name="T48" fmla="*/ 2147483647 w 2784"/>
                <a:gd name="T49" fmla="*/ 2147483647 h 3150"/>
                <a:gd name="T50" fmla="*/ 2147483647 w 2784"/>
                <a:gd name="T51" fmla="*/ 2147483647 h 3150"/>
                <a:gd name="T52" fmla="*/ 2147483647 w 2784"/>
                <a:gd name="T53" fmla="*/ 2147483647 h 3150"/>
                <a:gd name="T54" fmla="*/ 2147483647 w 2784"/>
                <a:gd name="T55" fmla="*/ 2147483647 h 3150"/>
                <a:gd name="T56" fmla="*/ 2147483647 w 2784"/>
                <a:gd name="T57" fmla="*/ 2147483647 h 3150"/>
                <a:gd name="T58" fmla="*/ 2147483647 w 2784"/>
                <a:gd name="T59" fmla="*/ 2147483647 h 3150"/>
                <a:gd name="T60" fmla="*/ 2147483647 w 2784"/>
                <a:gd name="T61" fmla="*/ 2147483647 h 3150"/>
                <a:gd name="T62" fmla="*/ 2147483647 w 2784"/>
                <a:gd name="T63" fmla="*/ 2147483647 h 3150"/>
                <a:gd name="T64" fmla="*/ 2147483647 w 2784"/>
                <a:gd name="T65" fmla="*/ 2147483647 h 3150"/>
                <a:gd name="T66" fmla="*/ 2147483647 w 2784"/>
                <a:gd name="T67" fmla="*/ 2147483647 h 3150"/>
                <a:gd name="T68" fmla="*/ 2147483647 w 2784"/>
                <a:gd name="T69" fmla="*/ 2147483647 h 3150"/>
                <a:gd name="T70" fmla="*/ 2147483647 w 2784"/>
                <a:gd name="T71" fmla="*/ 2147483647 h 3150"/>
                <a:gd name="T72" fmla="*/ 2147483647 w 2784"/>
                <a:gd name="T73" fmla="*/ 2147483647 h 3150"/>
                <a:gd name="T74" fmla="*/ 2147483647 w 2784"/>
                <a:gd name="T75" fmla="*/ 2147483647 h 3150"/>
                <a:gd name="T76" fmla="*/ 2147483647 w 2784"/>
                <a:gd name="T77" fmla="*/ 2147483647 h 3150"/>
                <a:gd name="T78" fmla="*/ 2147483647 w 2784"/>
                <a:gd name="T79" fmla="*/ 2147483647 h 3150"/>
                <a:gd name="T80" fmla="*/ 2147483647 w 2784"/>
                <a:gd name="T81" fmla="*/ 2147483647 h 3150"/>
                <a:gd name="T82" fmla="*/ 2147483647 w 2784"/>
                <a:gd name="T83" fmla="*/ 2147483647 h 3150"/>
                <a:gd name="T84" fmla="*/ 2147483647 w 2784"/>
                <a:gd name="T85" fmla="*/ 2147483647 h 3150"/>
                <a:gd name="T86" fmla="*/ 2147483647 w 2784"/>
                <a:gd name="T87" fmla="*/ 2147483647 h 3150"/>
                <a:gd name="T88" fmla="*/ 2147483647 w 2784"/>
                <a:gd name="T89" fmla="*/ 2147483647 h 3150"/>
                <a:gd name="T90" fmla="*/ 2147483647 w 2784"/>
                <a:gd name="T91" fmla="*/ 2147483647 h 3150"/>
                <a:gd name="T92" fmla="*/ 2147483647 w 2784"/>
                <a:gd name="T93" fmla="*/ 2147483647 h 3150"/>
                <a:gd name="T94" fmla="*/ 2147483647 w 2784"/>
                <a:gd name="T95" fmla="*/ 2147483647 h 3150"/>
                <a:gd name="T96" fmla="*/ 2147483647 w 2784"/>
                <a:gd name="T97" fmla="*/ 2147483647 h 3150"/>
                <a:gd name="T98" fmla="*/ 2147483647 w 2784"/>
                <a:gd name="T99" fmla="*/ 2147483647 h 3150"/>
                <a:gd name="T100" fmla="*/ 2147483647 w 2784"/>
                <a:gd name="T101" fmla="*/ 2147483647 h 3150"/>
                <a:gd name="T102" fmla="*/ 2147483647 w 2784"/>
                <a:gd name="T103" fmla="*/ 2147483647 h 3150"/>
                <a:gd name="T104" fmla="*/ 2147483647 w 2784"/>
                <a:gd name="T105" fmla="*/ 2147483647 h 3150"/>
                <a:gd name="T106" fmla="*/ 2147483647 w 2784"/>
                <a:gd name="T107" fmla="*/ 2147483647 h 3150"/>
                <a:gd name="T108" fmla="*/ 2147483647 w 2784"/>
                <a:gd name="T109" fmla="*/ 2147483647 h 3150"/>
                <a:gd name="T110" fmla="*/ 2147483647 w 2784"/>
                <a:gd name="T111" fmla="*/ 2147483647 h 3150"/>
                <a:gd name="T112" fmla="*/ 2147483647 w 2784"/>
                <a:gd name="T113" fmla="*/ 2147483647 h 3150"/>
                <a:gd name="T114" fmla="*/ 2147483647 w 2784"/>
                <a:gd name="T115" fmla="*/ 2147483647 h 3150"/>
                <a:gd name="T116" fmla="*/ 2147483647 w 2784"/>
                <a:gd name="T117" fmla="*/ 2147483647 h 3150"/>
                <a:gd name="T118" fmla="*/ 2147483647 w 2784"/>
                <a:gd name="T119" fmla="*/ 2147483647 h 315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784"/>
                <a:gd name="T181" fmla="*/ 0 h 3150"/>
                <a:gd name="T182" fmla="*/ 2784 w 2784"/>
                <a:gd name="T183" fmla="*/ 3150 h 315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784" h="3150">
                  <a:moveTo>
                    <a:pt x="1716" y="450"/>
                  </a:moveTo>
                  <a:lnTo>
                    <a:pt x="1710" y="450"/>
                  </a:lnTo>
                  <a:lnTo>
                    <a:pt x="1698" y="444"/>
                  </a:lnTo>
                  <a:lnTo>
                    <a:pt x="1680" y="444"/>
                  </a:lnTo>
                  <a:lnTo>
                    <a:pt x="1662" y="438"/>
                  </a:lnTo>
                  <a:lnTo>
                    <a:pt x="1650" y="438"/>
                  </a:lnTo>
                  <a:lnTo>
                    <a:pt x="1644" y="444"/>
                  </a:lnTo>
                  <a:lnTo>
                    <a:pt x="1644" y="450"/>
                  </a:lnTo>
                  <a:lnTo>
                    <a:pt x="1650" y="462"/>
                  </a:lnTo>
                  <a:lnTo>
                    <a:pt x="1650" y="468"/>
                  </a:lnTo>
                  <a:lnTo>
                    <a:pt x="1656" y="480"/>
                  </a:lnTo>
                  <a:lnTo>
                    <a:pt x="1638" y="480"/>
                  </a:lnTo>
                  <a:lnTo>
                    <a:pt x="1638" y="504"/>
                  </a:lnTo>
                  <a:lnTo>
                    <a:pt x="1656" y="516"/>
                  </a:lnTo>
                  <a:lnTo>
                    <a:pt x="1644" y="528"/>
                  </a:lnTo>
                  <a:lnTo>
                    <a:pt x="1644" y="540"/>
                  </a:lnTo>
                  <a:lnTo>
                    <a:pt x="1656" y="564"/>
                  </a:lnTo>
                  <a:lnTo>
                    <a:pt x="1668" y="570"/>
                  </a:lnTo>
                  <a:lnTo>
                    <a:pt x="1674" y="576"/>
                  </a:lnTo>
                  <a:lnTo>
                    <a:pt x="1686" y="576"/>
                  </a:lnTo>
                  <a:lnTo>
                    <a:pt x="1698" y="570"/>
                  </a:lnTo>
                  <a:lnTo>
                    <a:pt x="1710" y="570"/>
                  </a:lnTo>
                  <a:lnTo>
                    <a:pt x="1716" y="564"/>
                  </a:lnTo>
                  <a:lnTo>
                    <a:pt x="1716" y="558"/>
                  </a:lnTo>
                  <a:lnTo>
                    <a:pt x="1728" y="558"/>
                  </a:lnTo>
                  <a:lnTo>
                    <a:pt x="1740" y="552"/>
                  </a:lnTo>
                  <a:lnTo>
                    <a:pt x="1758" y="552"/>
                  </a:lnTo>
                  <a:lnTo>
                    <a:pt x="1770" y="546"/>
                  </a:lnTo>
                  <a:lnTo>
                    <a:pt x="1776" y="534"/>
                  </a:lnTo>
                  <a:lnTo>
                    <a:pt x="1788" y="492"/>
                  </a:lnTo>
                  <a:lnTo>
                    <a:pt x="1794" y="480"/>
                  </a:lnTo>
                  <a:lnTo>
                    <a:pt x="1794" y="474"/>
                  </a:lnTo>
                  <a:lnTo>
                    <a:pt x="1800" y="462"/>
                  </a:lnTo>
                  <a:lnTo>
                    <a:pt x="1800" y="444"/>
                  </a:lnTo>
                  <a:lnTo>
                    <a:pt x="1794" y="438"/>
                  </a:lnTo>
                  <a:lnTo>
                    <a:pt x="1752" y="438"/>
                  </a:lnTo>
                  <a:lnTo>
                    <a:pt x="1740" y="444"/>
                  </a:lnTo>
                  <a:lnTo>
                    <a:pt x="1734" y="444"/>
                  </a:lnTo>
                  <a:lnTo>
                    <a:pt x="1722" y="450"/>
                  </a:lnTo>
                  <a:lnTo>
                    <a:pt x="1716" y="450"/>
                  </a:lnTo>
                  <a:close/>
                  <a:moveTo>
                    <a:pt x="1716" y="438"/>
                  </a:moveTo>
                  <a:lnTo>
                    <a:pt x="1740" y="432"/>
                  </a:lnTo>
                  <a:lnTo>
                    <a:pt x="1722" y="414"/>
                  </a:lnTo>
                  <a:lnTo>
                    <a:pt x="1698" y="438"/>
                  </a:lnTo>
                  <a:lnTo>
                    <a:pt x="1716" y="438"/>
                  </a:lnTo>
                  <a:close/>
                  <a:moveTo>
                    <a:pt x="1686" y="408"/>
                  </a:moveTo>
                  <a:lnTo>
                    <a:pt x="1662" y="408"/>
                  </a:lnTo>
                  <a:lnTo>
                    <a:pt x="1662" y="426"/>
                  </a:lnTo>
                  <a:lnTo>
                    <a:pt x="1698" y="426"/>
                  </a:lnTo>
                  <a:lnTo>
                    <a:pt x="1716" y="402"/>
                  </a:lnTo>
                  <a:lnTo>
                    <a:pt x="1698" y="384"/>
                  </a:lnTo>
                  <a:lnTo>
                    <a:pt x="1686" y="408"/>
                  </a:lnTo>
                  <a:close/>
                  <a:moveTo>
                    <a:pt x="1572" y="492"/>
                  </a:moveTo>
                  <a:lnTo>
                    <a:pt x="1572" y="510"/>
                  </a:lnTo>
                  <a:lnTo>
                    <a:pt x="1554" y="546"/>
                  </a:lnTo>
                  <a:lnTo>
                    <a:pt x="1584" y="528"/>
                  </a:lnTo>
                  <a:lnTo>
                    <a:pt x="1590" y="516"/>
                  </a:lnTo>
                  <a:lnTo>
                    <a:pt x="1596" y="510"/>
                  </a:lnTo>
                  <a:lnTo>
                    <a:pt x="1608" y="486"/>
                  </a:lnTo>
                  <a:lnTo>
                    <a:pt x="1608" y="480"/>
                  </a:lnTo>
                  <a:lnTo>
                    <a:pt x="1602" y="474"/>
                  </a:lnTo>
                  <a:lnTo>
                    <a:pt x="1596" y="474"/>
                  </a:lnTo>
                  <a:lnTo>
                    <a:pt x="1584" y="480"/>
                  </a:lnTo>
                  <a:lnTo>
                    <a:pt x="1572" y="492"/>
                  </a:lnTo>
                  <a:close/>
                  <a:moveTo>
                    <a:pt x="1632" y="426"/>
                  </a:moveTo>
                  <a:lnTo>
                    <a:pt x="1608" y="450"/>
                  </a:lnTo>
                  <a:lnTo>
                    <a:pt x="1626" y="456"/>
                  </a:lnTo>
                  <a:lnTo>
                    <a:pt x="1644" y="432"/>
                  </a:lnTo>
                  <a:lnTo>
                    <a:pt x="1632" y="426"/>
                  </a:lnTo>
                  <a:close/>
                  <a:moveTo>
                    <a:pt x="2778" y="1002"/>
                  </a:moveTo>
                  <a:lnTo>
                    <a:pt x="2778" y="984"/>
                  </a:lnTo>
                  <a:lnTo>
                    <a:pt x="2772" y="972"/>
                  </a:lnTo>
                  <a:lnTo>
                    <a:pt x="2760" y="954"/>
                  </a:lnTo>
                  <a:lnTo>
                    <a:pt x="2754" y="936"/>
                  </a:lnTo>
                  <a:lnTo>
                    <a:pt x="2754" y="870"/>
                  </a:lnTo>
                  <a:lnTo>
                    <a:pt x="2724" y="840"/>
                  </a:lnTo>
                  <a:lnTo>
                    <a:pt x="2694" y="834"/>
                  </a:lnTo>
                  <a:lnTo>
                    <a:pt x="2646" y="840"/>
                  </a:lnTo>
                  <a:lnTo>
                    <a:pt x="2628" y="822"/>
                  </a:lnTo>
                  <a:lnTo>
                    <a:pt x="2610" y="822"/>
                  </a:lnTo>
                  <a:lnTo>
                    <a:pt x="2592" y="798"/>
                  </a:lnTo>
                  <a:lnTo>
                    <a:pt x="2568" y="798"/>
                  </a:lnTo>
                  <a:lnTo>
                    <a:pt x="2538" y="768"/>
                  </a:lnTo>
                  <a:lnTo>
                    <a:pt x="2526" y="750"/>
                  </a:lnTo>
                  <a:lnTo>
                    <a:pt x="2490" y="714"/>
                  </a:lnTo>
                  <a:lnTo>
                    <a:pt x="2418" y="666"/>
                  </a:lnTo>
                  <a:lnTo>
                    <a:pt x="2394" y="660"/>
                  </a:lnTo>
                  <a:lnTo>
                    <a:pt x="2316" y="660"/>
                  </a:lnTo>
                  <a:lnTo>
                    <a:pt x="2316" y="672"/>
                  </a:lnTo>
                  <a:lnTo>
                    <a:pt x="2310" y="672"/>
                  </a:lnTo>
                  <a:lnTo>
                    <a:pt x="2298" y="660"/>
                  </a:lnTo>
                  <a:lnTo>
                    <a:pt x="2286" y="654"/>
                  </a:lnTo>
                  <a:lnTo>
                    <a:pt x="2274" y="654"/>
                  </a:lnTo>
                  <a:lnTo>
                    <a:pt x="2262" y="648"/>
                  </a:lnTo>
                  <a:lnTo>
                    <a:pt x="2232" y="648"/>
                  </a:lnTo>
                  <a:lnTo>
                    <a:pt x="2226" y="642"/>
                  </a:lnTo>
                  <a:lnTo>
                    <a:pt x="2214" y="636"/>
                  </a:lnTo>
                  <a:lnTo>
                    <a:pt x="2196" y="630"/>
                  </a:lnTo>
                  <a:lnTo>
                    <a:pt x="2184" y="624"/>
                  </a:lnTo>
                  <a:lnTo>
                    <a:pt x="2166" y="618"/>
                  </a:lnTo>
                  <a:lnTo>
                    <a:pt x="2154" y="618"/>
                  </a:lnTo>
                  <a:lnTo>
                    <a:pt x="2142" y="624"/>
                  </a:lnTo>
                  <a:lnTo>
                    <a:pt x="2112" y="654"/>
                  </a:lnTo>
                  <a:lnTo>
                    <a:pt x="2106" y="666"/>
                  </a:lnTo>
                  <a:lnTo>
                    <a:pt x="2088" y="642"/>
                  </a:lnTo>
                  <a:lnTo>
                    <a:pt x="2088" y="678"/>
                  </a:lnTo>
                  <a:lnTo>
                    <a:pt x="2058" y="702"/>
                  </a:lnTo>
                  <a:lnTo>
                    <a:pt x="2076" y="636"/>
                  </a:lnTo>
                  <a:lnTo>
                    <a:pt x="2082" y="636"/>
                  </a:lnTo>
                  <a:lnTo>
                    <a:pt x="2094" y="624"/>
                  </a:lnTo>
                  <a:lnTo>
                    <a:pt x="2094" y="606"/>
                  </a:lnTo>
                  <a:lnTo>
                    <a:pt x="2088" y="600"/>
                  </a:lnTo>
                  <a:lnTo>
                    <a:pt x="2082" y="600"/>
                  </a:lnTo>
                  <a:lnTo>
                    <a:pt x="2064" y="618"/>
                  </a:lnTo>
                  <a:lnTo>
                    <a:pt x="2076" y="582"/>
                  </a:lnTo>
                  <a:lnTo>
                    <a:pt x="2070" y="582"/>
                  </a:lnTo>
                  <a:lnTo>
                    <a:pt x="2064" y="576"/>
                  </a:lnTo>
                  <a:lnTo>
                    <a:pt x="2064" y="570"/>
                  </a:lnTo>
                  <a:lnTo>
                    <a:pt x="2040" y="546"/>
                  </a:lnTo>
                  <a:lnTo>
                    <a:pt x="2034" y="546"/>
                  </a:lnTo>
                  <a:lnTo>
                    <a:pt x="2022" y="564"/>
                  </a:lnTo>
                  <a:lnTo>
                    <a:pt x="2016" y="552"/>
                  </a:lnTo>
                  <a:lnTo>
                    <a:pt x="2004" y="546"/>
                  </a:lnTo>
                  <a:lnTo>
                    <a:pt x="1998" y="534"/>
                  </a:lnTo>
                  <a:lnTo>
                    <a:pt x="1986" y="528"/>
                  </a:lnTo>
                  <a:lnTo>
                    <a:pt x="1980" y="522"/>
                  </a:lnTo>
                  <a:lnTo>
                    <a:pt x="1968" y="516"/>
                  </a:lnTo>
                  <a:lnTo>
                    <a:pt x="1944" y="516"/>
                  </a:lnTo>
                  <a:lnTo>
                    <a:pt x="1932" y="510"/>
                  </a:lnTo>
                  <a:lnTo>
                    <a:pt x="1926" y="510"/>
                  </a:lnTo>
                  <a:lnTo>
                    <a:pt x="1914" y="498"/>
                  </a:lnTo>
                  <a:lnTo>
                    <a:pt x="1902" y="492"/>
                  </a:lnTo>
                  <a:lnTo>
                    <a:pt x="1896" y="480"/>
                  </a:lnTo>
                  <a:lnTo>
                    <a:pt x="1884" y="474"/>
                  </a:lnTo>
                  <a:lnTo>
                    <a:pt x="1878" y="486"/>
                  </a:lnTo>
                  <a:lnTo>
                    <a:pt x="1824" y="486"/>
                  </a:lnTo>
                  <a:lnTo>
                    <a:pt x="1812" y="498"/>
                  </a:lnTo>
                  <a:lnTo>
                    <a:pt x="1806" y="510"/>
                  </a:lnTo>
                  <a:lnTo>
                    <a:pt x="1806" y="522"/>
                  </a:lnTo>
                  <a:lnTo>
                    <a:pt x="1800" y="528"/>
                  </a:lnTo>
                  <a:lnTo>
                    <a:pt x="1800" y="534"/>
                  </a:lnTo>
                  <a:lnTo>
                    <a:pt x="1812" y="552"/>
                  </a:lnTo>
                  <a:lnTo>
                    <a:pt x="1776" y="552"/>
                  </a:lnTo>
                  <a:lnTo>
                    <a:pt x="1770" y="564"/>
                  </a:lnTo>
                  <a:lnTo>
                    <a:pt x="1758" y="576"/>
                  </a:lnTo>
                  <a:lnTo>
                    <a:pt x="1752" y="588"/>
                  </a:lnTo>
                  <a:lnTo>
                    <a:pt x="1752" y="594"/>
                  </a:lnTo>
                  <a:lnTo>
                    <a:pt x="1746" y="600"/>
                  </a:lnTo>
                  <a:lnTo>
                    <a:pt x="1746" y="612"/>
                  </a:lnTo>
                  <a:lnTo>
                    <a:pt x="1740" y="624"/>
                  </a:lnTo>
                  <a:lnTo>
                    <a:pt x="1728" y="636"/>
                  </a:lnTo>
                  <a:lnTo>
                    <a:pt x="1722" y="636"/>
                  </a:lnTo>
                  <a:lnTo>
                    <a:pt x="1728" y="630"/>
                  </a:lnTo>
                  <a:lnTo>
                    <a:pt x="1728" y="618"/>
                  </a:lnTo>
                  <a:lnTo>
                    <a:pt x="1734" y="606"/>
                  </a:lnTo>
                  <a:lnTo>
                    <a:pt x="1734" y="600"/>
                  </a:lnTo>
                  <a:lnTo>
                    <a:pt x="1740" y="588"/>
                  </a:lnTo>
                  <a:lnTo>
                    <a:pt x="1740" y="582"/>
                  </a:lnTo>
                  <a:lnTo>
                    <a:pt x="1734" y="576"/>
                  </a:lnTo>
                  <a:lnTo>
                    <a:pt x="1728" y="576"/>
                  </a:lnTo>
                  <a:lnTo>
                    <a:pt x="1722" y="582"/>
                  </a:lnTo>
                  <a:lnTo>
                    <a:pt x="1716" y="582"/>
                  </a:lnTo>
                  <a:lnTo>
                    <a:pt x="1704" y="594"/>
                  </a:lnTo>
                  <a:lnTo>
                    <a:pt x="1692" y="588"/>
                  </a:lnTo>
                  <a:lnTo>
                    <a:pt x="1656" y="588"/>
                  </a:lnTo>
                  <a:lnTo>
                    <a:pt x="1644" y="582"/>
                  </a:lnTo>
                  <a:lnTo>
                    <a:pt x="1632" y="570"/>
                  </a:lnTo>
                  <a:lnTo>
                    <a:pt x="1632" y="522"/>
                  </a:lnTo>
                  <a:lnTo>
                    <a:pt x="1626" y="516"/>
                  </a:lnTo>
                  <a:lnTo>
                    <a:pt x="1626" y="504"/>
                  </a:lnTo>
                  <a:lnTo>
                    <a:pt x="1620" y="504"/>
                  </a:lnTo>
                  <a:lnTo>
                    <a:pt x="1614" y="510"/>
                  </a:lnTo>
                  <a:lnTo>
                    <a:pt x="1602" y="516"/>
                  </a:lnTo>
                  <a:lnTo>
                    <a:pt x="1596" y="522"/>
                  </a:lnTo>
                  <a:lnTo>
                    <a:pt x="1590" y="534"/>
                  </a:lnTo>
                  <a:lnTo>
                    <a:pt x="1584" y="540"/>
                  </a:lnTo>
                  <a:lnTo>
                    <a:pt x="1560" y="552"/>
                  </a:lnTo>
                  <a:lnTo>
                    <a:pt x="1554" y="558"/>
                  </a:lnTo>
                  <a:lnTo>
                    <a:pt x="1512" y="558"/>
                  </a:lnTo>
                  <a:lnTo>
                    <a:pt x="1500" y="552"/>
                  </a:lnTo>
                  <a:lnTo>
                    <a:pt x="1542" y="540"/>
                  </a:lnTo>
                  <a:lnTo>
                    <a:pt x="1548" y="528"/>
                  </a:lnTo>
                  <a:lnTo>
                    <a:pt x="1566" y="510"/>
                  </a:lnTo>
                  <a:lnTo>
                    <a:pt x="1566" y="492"/>
                  </a:lnTo>
                  <a:lnTo>
                    <a:pt x="1572" y="486"/>
                  </a:lnTo>
                  <a:lnTo>
                    <a:pt x="1590" y="450"/>
                  </a:lnTo>
                  <a:lnTo>
                    <a:pt x="1626" y="414"/>
                  </a:lnTo>
                  <a:lnTo>
                    <a:pt x="1638" y="408"/>
                  </a:lnTo>
                  <a:lnTo>
                    <a:pt x="1656" y="390"/>
                  </a:lnTo>
                  <a:lnTo>
                    <a:pt x="1656" y="378"/>
                  </a:lnTo>
                  <a:lnTo>
                    <a:pt x="1662" y="366"/>
                  </a:lnTo>
                  <a:lnTo>
                    <a:pt x="1674" y="354"/>
                  </a:lnTo>
                  <a:lnTo>
                    <a:pt x="1686" y="348"/>
                  </a:lnTo>
                  <a:lnTo>
                    <a:pt x="1692" y="342"/>
                  </a:lnTo>
                  <a:lnTo>
                    <a:pt x="1704" y="336"/>
                  </a:lnTo>
                  <a:lnTo>
                    <a:pt x="1680" y="330"/>
                  </a:lnTo>
                  <a:lnTo>
                    <a:pt x="1698" y="312"/>
                  </a:lnTo>
                  <a:lnTo>
                    <a:pt x="1698" y="294"/>
                  </a:lnTo>
                  <a:lnTo>
                    <a:pt x="1692" y="288"/>
                  </a:lnTo>
                  <a:lnTo>
                    <a:pt x="1680" y="282"/>
                  </a:lnTo>
                  <a:lnTo>
                    <a:pt x="1662" y="282"/>
                  </a:lnTo>
                  <a:lnTo>
                    <a:pt x="1650" y="276"/>
                  </a:lnTo>
                  <a:lnTo>
                    <a:pt x="1644" y="270"/>
                  </a:lnTo>
                  <a:lnTo>
                    <a:pt x="1638" y="252"/>
                  </a:lnTo>
                  <a:lnTo>
                    <a:pt x="1632" y="216"/>
                  </a:lnTo>
                  <a:lnTo>
                    <a:pt x="1626" y="168"/>
                  </a:lnTo>
                  <a:lnTo>
                    <a:pt x="1620" y="138"/>
                  </a:lnTo>
                  <a:lnTo>
                    <a:pt x="1614" y="114"/>
                  </a:lnTo>
                  <a:lnTo>
                    <a:pt x="1608" y="96"/>
                  </a:lnTo>
                  <a:lnTo>
                    <a:pt x="1602" y="84"/>
                  </a:lnTo>
                  <a:lnTo>
                    <a:pt x="1590" y="78"/>
                  </a:lnTo>
                  <a:lnTo>
                    <a:pt x="1584" y="78"/>
                  </a:lnTo>
                  <a:lnTo>
                    <a:pt x="1584" y="90"/>
                  </a:lnTo>
                  <a:lnTo>
                    <a:pt x="1590" y="96"/>
                  </a:lnTo>
                  <a:lnTo>
                    <a:pt x="1590" y="108"/>
                  </a:lnTo>
                  <a:lnTo>
                    <a:pt x="1572" y="108"/>
                  </a:lnTo>
                  <a:lnTo>
                    <a:pt x="1572" y="102"/>
                  </a:lnTo>
                  <a:lnTo>
                    <a:pt x="1566" y="108"/>
                  </a:lnTo>
                  <a:lnTo>
                    <a:pt x="1560" y="120"/>
                  </a:lnTo>
                  <a:lnTo>
                    <a:pt x="1560" y="126"/>
                  </a:lnTo>
                  <a:lnTo>
                    <a:pt x="1554" y="132"/>
                  </a:lnTo>
                  <a:lnTo>
                    <a:pt x="1548" y="144"/>
                  </a:lnTo>
                  <a:lnTo>
                    <a:pt x="1536" y="156"/>
                  </a:lnTo>
                  <a:lnTo>
                    <a:pt x="1518" y="192"/>
                  </a:lnTo>
                  <a:lnTo>
                    <a:pt x="1518" y="210"/>
                  </a:lnTo>
                  <a:lnTo>
                    <a:pt x="1494" y="246"/>
                  </a:lnTo>
                  <a:lnTo>
                    <a:pt x="1488" y="246"/>
                  </a:lnTo>
                  <a:lnTo>
                    <a:pt x="1482" y="252"/>
                  </a:lnTo>
                  <a:lnTo>
                    <a:pt x="1464" y="252"/>
                  </a:lnTo>
                  <a:lnTo>
                    <a:pt x="1452" y="240"/>
                  </a:lnTo>
                  <a:lnTo>
                    <a:pt x="1446" y="246"/>
                  </a:lnTo>
                  <a:lnTo>
                    <a:pt x="1434" y="246"/>
                  </a:lnTo>
                  <a:lnTo>
                    <a:pt x="1428" y="240"/>
                  </a:lnTo>
                  <a:lnTo>
                    <a:pt x="1416" y="240"/>
                  </a:lnTo>
                  <a:lnTo>
                    <a:pt x="1410" y="246"/>
                  </a:lnTo>
                  <a:lnTo>
                    <a:pt x="1410" y="252"/>
                  </a:lnTo>
                  <a:lnTo>
                    <a:pt x="1404" y="258"/>
                  </a:lnTo>
                  <a:lnTo>
                    <a:pt x="1380" y="258"/>
                  </a:lnTo>
                  <a:lnTo>
                    <a:pt x="1368" y="246"/>
                  </a:lnTo>
                  <a:lnTo>
                    <a:pt x="1368" y="240"/>
                  </a:lnTo>
                  <a:lnTo>
                    <a:pt x="1350" y="234"/>
                  </a:lnTo>
                  <a:lnTo>
                    <a:pt x="1344" y="228"/>
                  </a:lnTo>
                  <a:lnTo>
                    <a:pt x="1338" y="216"/>
                  </a:lnTo>
                  <a:lnTo>
                    <a:pt x="1332" y="216"/>
                  </a:lnTo>
                  <a:lnTo>
                    <a:pt x="1320" y="222"/>
                  </a:lnTo>
                  <a:lnTo>
                    <a:pt x="1314" y="228"/>
                  </a:lnTo>
                  <a:lnTo>
                    <a:pt x="1302" y="234"/>
                  </a:lnTo>
                  <a:lnTo>
                    <a:pt x="1278" y="234"/>
                  </a:lnTo>
                  <a:lnTo>
                    <a:pt x="1278" y="222"/>
                  </a:lnTo>
                  <a:lnTo>
                    <a:pt x="1272" y="222"/>
                  </a:lnTo>
                  <a:lnTo>
                    <a:pt x="1260" y="228"/>
                  </a:lnTo>
                  <a:lnTo>
                    <a:pt x="1260" y="252"/>
                  </a:lnTo>
                  <a:lnTo>
                    <a:pt x="1272" y="264"/>
                  </a:lnTo>
                  <a:lnTo>
                    <a:pt x="1272" y="270"/>
                  </a:lnTo>
                  <a:lnTo>
                    <a:pt x="1278" y="276"/>
                  </a:lnTo>
                  <a:lnTo>
                    <a:pt x="1272" y="282"/>
                  </a:lnTo>
                  <a:lnTo>
                    <a:pt x="1254" y="282"/>
                  </a:lnTo>
                  <a:lnTo>
                    <a:pt x="1230" y="270"/>
                  </a:lnTo>
                  <a:lnTo>
                    <a:pt x="1224" y="270"/>
                  </a:lnTo>
                  <a:lnTo>
                    <a:pt x="1212" y="264"/>
                  </a:lnTo>
                  <a:lnTo>
                    <a:pt x="1212" y="270"/>
                  </a:lnTo>
                  <a:lnTo>
                    <a:pt x="1206" y="276"/>
                  </a:lnTo>
                  <a:lnTo>
                    <a:pt x="1200" y="276"/>
                  </a:lnTo>
                  <a:lnTo>
                    <a:pt x="1188" y="264"/>
                  </a:lnTo>
                  <a:lnTo>
                    <a:pt x="1176" y="264"/>
                  </a:lnTo>
                  <a:lnTo>
                    <a:pt x="1158" y="282"/>
                  </a:lnTo>
                  <a:lnTo>
                    <a:pt x="1158" y="288"/>
                  </a:lnTo>
                  <a:lnTo>
                    <a:pt x="1128" y="288"/>
                  </a:lnTo>
                  <a:lnTo>
                    <a:pt x="1122" y="300"/>
                  </a:lnTo>
                  <a:lnTo>
                    <a:pt x="1104" y="300"/>
                  </a:lnTo>
                  <a:lnTo>
                    <a:pt x="1092" y="312"/>
                  </a:lnTo>
                  <a:lnTo>
                    <a:pt x="1092" y="324"/>
                  </a:lnTo>
                  <a:lnTo>
                    <a:pt x="1086" y="330"/>
                  </a:lnTo>
                  <a:lnTo>
                    <a:pt x="1050" y="330"/>
                  </a:lnTo>
                  <a:lnTo>
                    <a:pt x="1044" y="318"/>
                  </a:lnTo>
                  <a:lnTo>
                    <a:pt x="1032" y="318"/>
                  </a:lnTo>
                  <a:lnTo>
                    <a:pt x="1002" y="282"/>
                  </a:lnTo>
                  <a:lnTo>
                    <a:pt x="1002" y="252"/>
                  </a:lnTo>
                  <a:lnTo>
                    <a:pt x="978" y="228"/>
                  </a:lnTo>
                  <a:lnTo>
                    <a:pt x="972" y="216"/>
                  </a:lnTo>
                  <a:lnTo>
                    <a:pt x="972" y="210"/>
                  </a:lnTo>
                  <a:lnTo>
                    <a:pt x="978" y="198"/>
                  </a:lnTo>
                  <a:lnTo>
                    <a:pt x="978" y="192"/>
                  </a:lnTo>
                  <a:lnTo>
                    <a:pt x="984" y="180"/>
                  </a:lnTo>
                  <a:lnTo>
                    <a:pt x="996" y="138"/>
                  </a:lnTo>
                  <a:lnTo>
                    <a:pt x="1008" y="126"/>
                  </a:lnTo>
                  <a:lnTo>
                    <a:pt x="1014" y="114"/>
                  </a:lnTo>
                  <a:lnTo>
                    <a:pt x="1014" y="102"/>
                  </a:lnTo>
                  <a:lnTo>
                    <a:pt x="1008" y="102"/>
                  </a:lnTo>
                  <a:lnTo>
                    <a:pt x="1002" y="96"/>
                  </a:lnTo>
                  <a:lnTo>
                    <a:pt x="1002" y="66"/>
                  </a:lnTo>
                  <a:lnTo>
                    <a:pt x="996" y="66"/>
                  </a:lnTo>
                  <a:lnTo>
                    <a:pt x="984" y="72"/>
                  </a:lnTo>
                  <a:lnTo>
                    <a:pt x="978" y="72"/>
                  </a:lnTo>
                  <a:lnTo>
                    <a:pt x="972" y="66"/>
                  </a:lnTo>
                  <a:lnTo>
                    <a:pt x="972" y="60"/>
                  </a:lnTo>
                  <a:lnTo>
                    <a:pt x="978" y="54"/>
                  </a:lnTo>
                  <a:lnTo>
                    <a:pt x="984" y="42"/>
                  </a:lnTo>
                  <a:lnTo>
                    <a:pt x="984" y="24"/>
                  </a:lnTo>
                  <a:lnTo>
                    <a:pt x="978" y="12"/>
                  </a:lnTo>
                  <a:lnTo>
                    <a:pt x="966" y="0"/>
                  </a:lnTo>
                  <a:lnTo>
                    <a:pt x="960" y="12"/>
                  </a:lnTo>
                  <a:lnTo>
                    <a:pt x="936" y="6"/>
                  </a:lnTo>
                  <a:lnTo>
                    <a:pt x="936" y="42"/>
                  </a:lnTo>
                  <a:lnTo>
                    <a:pt x="930" y="48"/>
                  </a:lnTo>
                  <a:lnTo>
                    <a:pt x="918" y="48"/>
                  </a:lnTo>
                  <a:lnTo>
                    <a:pt x="918" y="60"/>
                  </a:lnTo>
                  <a:lnTo>
                    <a:pt x="894" y="60"/>
                  </a:lnTo>
                  <a:lnTo>
                    <a:pt x="882" y="66"/>
                  </a:lnTo>
                  <a:lnTo>
                    <a:pt x="858" y="90"/>
                  </a:lnTo>
                  <a:lnTo>
                    <a:pt x="846" y="96"/>
                  </a:lnTo>
                  <a:lnTo>
                    <a:pt x="828" y="96"/>
                  </a:lnTo>
                  <a:lnTo>
                    <a:pt x="822" y="90"/>
                  </a:lnTo>
                  <a:lnTo>
                    <a:pt x="804" y="90"/>
                  </a:lnTo>
                  <a:lnTo>
                    <a:pt x="798" y="96"/>
                  </a:lnTo>
                  <a:lnTo>
                    <a:pt x="798" y="108"/>
                  </a:lnTo>
                  <a:lnTo>
                    <a:pt x="792" y="120"/>
                  </a:lnTo>
                  <a:lnTo>
                    <a:pt x="792" y="138"/>
                  </a:lnTo>
                  <a:lnTo>
                    <a:pt x="786" y="144"/>
                  </a:lnTo>
                  <a:lnTo>
                    <a:pt x="774" y="138"/>
                  </a:lnTo>
                  <a:lnTo>
                    <a:pt x="762" y="126"/>
                  </a:lnTo>
                  <a:lnTo>
                    <a:pt x="756" y="114"/>
                  </a:lnTo>
                  <a:lnTo>
                    <a:pt x="750" y="108"/>
                  </a:lnTo>
                  <a:lnTo>
                    <a:pt x="738" y="108"/>
                  </a:lnTo>
                  <a:lnTo>
                    <a:pt x="732" y="114"/>
                  </a:lnTo>
                  <a:lnTo>
                    <a:pt x="720" y="108"/>
                  </a:lnTo>
                  <a:lnTo>
                    <a:pt x="708" y="114"/>
                  </a:lnTo>
                  <a:lnTo>
                    <a:pt x="696" y="114"/>
                  </a:lnTo>
                  <a:lnTo>
                    <a:pt x="696" y="96"/>
                  </a:lnTo>
                  <a:lnTo>
                    <a:pt x="690" y="90"/>
                  </a:lnTo>
                  <a:lnTo>
                    <a:pt x="648" y="90"/>
                  </a:lnTo>
                  <a:lnTo>
                    <a:pt x="648" y="84"/>
                  </a:lnTo>
                  <a:lnTo>
                    <a:pt x="642" y="78"/>
                  </a:lnTo>
                  <a:lnTo>
                    <a:pt x="642" y="108"/>
                  </a:lnTo>
                  <a:lnTo>
                    <a:pt x="660" y="126"/>
                  </a:lnTo>
                  <a:lnTo>
                    <a:pt x="672" y="132"/>
                  </a:lnTo>
                  <a:lnTo>
                    <a:pt x="678" y="138"/>
                  </a:lnTo>
                  <a:lnTo>
                    <a:pt x="678" y="168"/>
                  </a:lnTo>
                  <a:lnTo>
                    <a:pt x="672" y="174"/>
                  </a:lnTo>
                  <a:lnTo>
                    <a:pt x="684" y="186"/>
                  </a:lnTo>
                  <a:lnTo>
                    <a:pt x="690" y="198"/>
                  </a:lnTo>
                  <a:lnTo>
                    <a:pt x="690" y="228"/>
                  </a:lnTo>
                  <a:lnTo>
                    <a:pt x="738" y="234"/>
                  </a:lnTo>
                  <a:lnTo>
                    <a:pt x="744" y="240"/>
                  </a:lnTo>
                  <a:lnTo>
                    <a:pt x="744" y="246"/>
                  </a:lnTo>
                  <a:lnTo>
                    <a:pt x="738" y="258"/>
                  </a:lnTo>
                  <a:lnTo>
                    <a:pt x="732" y="264"/>
                  </a:lnTo>
                  <a:lnTo>
                    <a:pt x="690" y="264"/>
                  </a:lnTo>
                  <a:lnTo>
                    <a:pt x="690" y="294"/>
                  </a:lnTo>
                  <a:lnTo>
                    <a:pt x="684" y="306"/>
                  </a:lnTo>
                  <a:lnTo>
                    <a:pt x="648" y="324"/>
                  </a:lnTo>
                  <a:lnTo>
                    <a:pt x="642" y="330"/>
                  </a:lnTo>
                  <a:lnTo>
                    <a:pt x="624" y="330"/>
                  </a:lnTo>
                  <a:lnTo>
                    <a:pt x="612" y="342"/>
                  </a:lnTo>
                  <a:lnTo>
                    <a:pt x="600" y="366"/>
                  </a:lnTo>
                  <a:lnTo>
                    <a:pt x="588" y="378"/>
                  </a:lnTo>
                  <a:lnTo>
                    <a:pt x="582" y="378"/>
                  </a:lnTo>
                  <a:lnTo>
                    <a:pt x="582" y="354"/>
                  </a:lnTo>
                  <a:lnTo>
                    <a:pt x="576" y="348"/>
                  </a:lnTo>
                  <a:lnTo>
                    <a:pt x="570" y="354"/>
                  </a:lnTo>
                  <a:lnTo>
                    <a:pt x="558" y="360"/>
                  </a:lnTo>
                  <a:lnTo>
                    <a:pt x="552" y="366"/>
                  </a:lnTo>
                  <a:lnTo>
                    <a:pt x="540" y="372"/>
                  </a:lnTo>
                  <a:lnTo>
                    <a:pt x="534" y="372"/>
                  </a:lnTo>
                  <a:lnTo>
                    <a:pt x="522" y="366"/>
                  </a:lnTo>
                  <a:lnTo>
                    <a:pt x="516" y="366"/>
                  </a:lnTo>
                  <a:lnTo>
                    <a:pt x="504" y="354"/>
                  </a:lnTo>
                  <a:lnTo>
                    <a:pt x="504" y="348"/>
                  </a:lnTo>
                  <a:lnTo>
                    <a:pt x="498" y="336"/>
                  </a:lnTo>
                  <a:lnTo>
                    <a:pt x="492" y="330"/>
                  </a:lnTo>
                  <a:lnTo>
                    <a:pt x="468" y="330"/>
                  </a:lnTo>
                  <a:lnTo>
                    <a:pt x="468" y="300"/>
                  </a:lnTo>
                  <a:lnTo>
                    <a:pt x="462" y="288"/>
                  </a:lnTo>
                  <a:lnTo>
                    <a:pt x="462" y="276"/>
                  </a:lnTo>
                  <a:lnTo>
                    <a:pt x="456" y="270"/>
                  </a:lnTo>
                  <a:lnTo>
                    <a:pt x="456" y="258"/>
                  </a:lnTo>
                  <a:lnTo>
                    <a:pt x="450" y="258"/>
                  </a:lnTo>
                  <a:lnTo>
                    <a:pt x="420" y="288"/>
                  </a:lnTo>
                  <a:lnTo>
                    <a:pt x="396" y="264"/>
                  </a:lnTo>
                  <a:lnTo>
                    <a:pt x="390" y="264"/>
                  </a:lnTo>
                  <a:lnTo>
                    <a:pt x="384" y="270"/>
                  </a:lnTo>
                  <a:lnTo>
                    <a:pt x="384" y="288"/>
                  </a:lnTo>
                  <a:lnTo>
                    <a:pt x="318" y="294"/>
                  </a:lnTo>
                  <a:lnTo>
                    <a:pt x="306" y="282"/>
                  </a:lnTo>
                  <a:lnTo>
                    <a:pt x="288" y="282"/>
                  </a:lnTo>
                  <a:lnTo>
                    <a:pt x="282" y="288"/>
                  </a:lnTo>
                  <a:lnTo>
                    <a:pt x="276" y="300"/>
                  </a:lnTo>
                  <a:lnTo>
                    <a:pt x="276" y="312"/>
                  </a:lnTo>
                  <a:lnTo>
                    <a:pt x="282" y="324"/>
                  </a:lnTo>
                  <a:lnTo>
                    <a:pt x="282" y="336"/>
                  </a:lnTo>
                  <a:lnTo>
                    <a:pt x="306" y="348"/>
                  </a:lnTo>
                  <a:lnTo>
                    <a:pt x="318" y="342"/>
                  </a:lnTo>
                  <a:lnTo>
                    <a:pt x="330" y="354"/>
                  </a:lnTo>
                  <a:lnTo>
                    <a:pt x="330" y="360"/>
                  </a:lnTo>
                  <a:lnTo>
                    <a:pt x="336" y="366"/>
                  </a:lnTo>
                  <a:lnTo>
                    <a:pt x="336" y="372"/>
                  </a:lnTo>
                  <a:lnTo>
                    <a:pt x="330" y="378"/>
                  </a:lnTo>
                  <a:lnTo>
                    <a:pt x="300" y="378"/>
                  </a:lnTo>
                  <a:lnTo>
                    <a:pt x="294" y="372"/>
                  </a:lnTo>
                  <a:lnTo>
                    <a:pt x="264" y="378"/>
                  </a:lnTo>
                  <a:lnTo>
                    <a:pt x="258" y="444"/>
                  </a:lnTo>
                  <a:lnTo>
                    <a:pt x="264" y="444"/>
                  </a:lnTo>
                  <a:lnTo>
                    <a:pt x="276" y="456"/>
                  </a:lnTo>
                  <a:lnTo>
                    <a:pt x="288" y="462"/>
                  </a:lnTo>
                  <a:lnTo>
                    <a:pt x="294" y="468"/>
                  </a:lnTo>
                  <a:lnTo>
                    <a:pt x="294" y="492"/>
                  </a:lnTo>
                  <a:lnTo>
                    <a:pt x="300" y="498"/>
                  </a:lnTo>
                  <a:lnTo>
                    <a:pt x="300" y="504"/>
                  </a:lnTo>
                  <a:lnTo>
                    <a:pt x="312" y="516"/>
                  </a:lnTo>
                  <a:lnTo>
                    <a:pt x="318" y="528"/>
                  </a:lnTo>
                  <a:lnTo>
                    <a:pt x="318" y="540"/>
                  </a:lnTo>
                  <a:lnTo>
                    <a:pt x="312" y="552"/>
                  </a:lnTo>
                  <a:lnTo>
                    <a:pt x="300" y="564"/>
                  </a:lnTo>
                  <a:lnTo>
                    <a:pt x="306" y="612"/>
                  </a:lnTo>
                  <a:lnTo>
                    <a:pt x="288" y="660"/>
                  </a:lnTo>
                  <a:lnTo>
                    <a:pt x="282" y="732"/>
                  </a:lnTo>
                  <a:lnTo>
                    <a:pt x="282" y="762"/>
                  </a:lnTo>
                  <a:lnTo>
                    <a:pt x="276" y="774"/>
                  </a:lnTo>
                  <a:lnTo>
                    <a:pt x="270" y="780"/>
                  </a:lnTo>
                  <a:lnTo>
                    <a:pt x="252" y="780"/>
                  </a:lnTo>
                  <a:lnTo>
                    <a:pt x="252" y="774"/>
                  </a:lnTo>
                  <a:lnTo>
                    <a:pt x="240" y="762"/>
                  </a:lnTo>
                  <a:lnTo>
                    <a:pt x="222" y="762"/>
                  </a:lnTo>
                  <a:lnTo>
                    <a:pt x="216" y="768"/>
                  </a:lnTo>
                  <a:lnTo>
                    <a:pt x="210" y="780"/>
                  </a:lnTo>
                  <a:lnTo>
                    <a:pt x="204" y="786"/>
                  </a:lnTo>
                  <a:lnTo>
                    <a:pt x="174" y="780"/>
                  </a:lnTo>
                  <a:lnTo>
                    <a:pt x="168" y="792"/>
                  </a:lnTo>
                  <a:lnTo>
                    <a:pt x="138" y="792"/>
                  </a:lnTo>
                  <a:lnTo>
                    <a:pt x="126" y="798"/>
                  </a:lnTo>
                  <a:lnTo>
                    <a:pt x="120" y="804"/>
                  </a:lnTo>
                  <a:lnTo>
                    <a:pt x="108" y="810"/>
                  </a:lnTo>
                  <a:lnTo>
                    <a:pt x="96" y="822"/>
                  </a:lnTo>
                  <a:lnTo>
                    <a:pt x="96" y="828"/>
                  </a:lnTo>
                  <a:lnTo>
                    <a:pt x="90" y="834"/>
                  </a:lnTo>
                  <a:lnTo>
                    <a:pt x="90" y="840"/>
                  </a:lnTo>
                  <a:lnTo>
                    <a:pt x="66" y="840"/>
                  </a:lnTo>
                  <a:lnTo>
                    <a:pt x="66" y="894"/>
                  </a:lnTo>
                  <a:lnTo>
                    <a:pt x="48" y="912"/>
                  </a:lnTo>
                  <a:lnTo>
                    <a:pt x="48" y="924"/>
                  </a:lnTo>
                  <a:lnTo>
                    <a:pt x="54" y="930"/>
                  </a:lnTo>
                  <a:lnTo>
                    <a:pt x="54" y="948"/>
                  </a:lnTo>
                  <a:lnTo>
                    <a:pt x="60" y="954"/>
                  </a:lnTo>
                  <a:lnTo>
                    <a:pt x="54" y="954"/>
                  </a:lnTo>
                  <a:lnTo>
                    <a:pt x="48" y="948"/>
                  </a:lnTo>
                  <a:lnTo>
                    <a:pt x="18" y="978"/>
                  </a:lnTo>
                  <a:lnTo>
                    <a:pt x="12" y="990"/>
                  </a:lnTo>
                  <a:lnTo>
                    <a:pt x="12" y="1014"/>
                  </a:lnTo>
                  <a:lnTo>
                    <a:pt x="18" y="1020"/>
                  </a:lnTo>
                  <a:lnTo>
                    <a:pt x="6" y="1026"/>
                  </a:lnTo>
                  <a:lnTo>
                    <a:pt x="0" y="1032"/>
                  </a:lnTo>
                  <a:lnTo>
                    <a:pt x="0" y="1044"/>
                  </a:lnTo>
                  <a:lnTo>
                    <a:pt x="6" y="1050"/>
                  </a:lnTo>
                  <a:lnTo>
                    <a:pt x="18" y="1056"/>
                  </a:lnTo>
                  <a:lnTo>
                    <a:pt x="24" y="1080"/>
                  </a:lnTo>
                  <a:lnTo>
                    <a:pt x="24" y="1086"/>
                  </a:lnTo>
                  <a:lnTo>
                    <a:pt x="30" y="1092"/>
                  </a:lnTo>
                  <a:lnTo>
                    <a:pt x="42" y="1116"/>
                  </a:lnTo>
                  <a:lnTo>
                    <a:pt x="54" y="1128"/>
                  </a:lnTo>
                  <a:lnTo>
                    <a:pt x="66" y="1134"/>
                  </a:lnTo>
                  <a:lnTo>
                    <a:pt x="90" y="1158"/>
                  </a:lnTo>
                  <a:lnTo>
                    <a:pt x="84" y="1164"/>
                  </a:lnTo>
                  <a:lnTo>
                    <a:pt x="78" y="1176"/>
                  </a:lnTo>
                  <a:lnTo>
                    <a:pt x="66" y="1182"/>
                  </a:lnTo>
                  <a:lnTo>
                    <a:pt x="60" y="1188"/>
                  </a:lnTo>
                  <a:lnTo>
                    <a:pt x="102" y="1188"/>
                  </a:lnTo>
                  <a:lnTo>
                    <a:pt x="114" y="1194"/>
                  </a:lnTo>
                  <a:lnTo>
                    <a:pt x="120" y="1194"/>
                  </a:lnTo>
                  <a:lnTo>
                    <a:pt x="126" y="1200"/>
                  </a:lnTo>
                  <a:lnTo>
                    <a:pt x="126" y="1212"/>
                  </a:lnTo>
                  <a:lnTo>
                    <a:pt x="132" y="1224"/>
                  </a:lnTo>
                  <a:lnTo>
                    <a:pt x="138" y="1230"/>
                  </a:lnTo>
                  <a:lnTo>
                    <a:pt x="138" y="1236"/>
                  </a:lnTo>
                  <a:lnTo>
                    <a:pt x="198" y="1230"/>
                  </a:lnTo>
                  <a:lnTo>
                    <a:pt x="252" y="1182"/>
                  </a:lnTo>
                  <a:lnTo>
                    <a:pt x="252" y="1194"/>
                  </a:lnTo>
                  <a:lnTo>
                    <a:pt x="258" y="1206"/>
                  </a:lnTo>
                  <a:lnTo>
                    <a:pt x="258" y="1224"/>
                  </a:lnTo>
                  <a:lnTo>
                    <a:pt x="252" y="1230"/>
                  </a:lnTo>
                  <a:lnTo>
                    <a:pt x="252" y="1242"/>
                  </a:lnTo>
                  <a:lnTo>
                    <a:pt x="246" y="1254"/>
                  </a:lnTo>
                  <a:lnTo>
                    <a:pt x="246" y="1266"/>
                  </a:lnTo>
                  <a:lnTo>
                    <a:pt x="252" y="1284"/>
                  </a:lnTo>
                  <a:lnTo>
                    <a:pt x="252" y="1314"/>
                  </a:lnTo>
                  <a:lnTo>
                    <a:pt x="264" y="1308"/>
                  </a:lnTo>
                  <a:lnTo>
                    <a:pt x="264" y="1314"/>
                  </a:lnTo>
                  <a:lnTo>
                    <a:pt x="270" y="1320"/>
                  </a:lnTo>
                  <a:lnTo>
                    <a:pt x="282" y="1320"/>
                  </a:lnTo>
                  <a:lnTo>
                    <a:pt x="282" y="1314"/>
                  </a:lnTo>
                  <a:lnTo>
                    <a:pt x="288" y="1314"/>
                  </a:lnTo>
                  <a:lnTo>
                    <a:pt x="294" y="1308"/>
                  </a:lnTo>
                  <a:lnTo>
                    <a:pt x="324" y="1308"/>
                  </a:lnTo>
                  <a:lnTo>
                    <a:pt x="336" y="1314"/>
                  </a:lnTo>
                  <a:lnTo>
                    <a:pt x="366" y="1314"/>
                  </a:lnTo>
                  <a:lnTo>
                    <a:pt x="372" y="1320"/>
                  </a:lnTo>
                  <a:lnTo>
                    <a:pt x="372" y="1326"/>
                  </a:lnTo>
                  <a:lnTo>
                    <a:pt x="390" y="1326"/>
                  </a:lnTo>
                  <a:lnTo>
                    <a:pt x="414" y="1314"/>
                  </a:lnTo>
                  <a:lnTo>
                    <a:pt x="420" y="1308"/>
                  </a:lnTo>
                  <a:lnTo>
                    <a:pt x="432" y="1290"/>
                  </a:lnTo>
                  <a:lnTo>
                    <a:pt x="468" y="1290"/>
                  </a:lnTo>
                  <a:lnTo>
                    <a:pt x="474" y="1260"/>
                  </a:lnTo>
                  <a:lnTo>
                    <a:pt x="510" y="1260"/>
                  </a:lnTo>
                  <a:lnTo>
                    <a:pt x="510" y="1254"/>
                  </a:lnTo>
                  <a:lnTo>
                    <a:pt x="516" y="1248"/>
                  </a:lnTo>
                  <a:lnTo>
                    <a:pt x="522" y="1236"/>
                  </a:lnTo>
                  <a:lnTo>
                    <a:pt x="528" y="1230"/>
                  </a:lnTo>
                  <a:lnTo>
                    <a:pt x="540" y="1224"/>
                  </a:lnTo>
                  <a:lnTo>
                    <a:pt x="576" y="1224"/>
                  </a:lnTo>
                  <a:lnTo>
                    <a:pt x="588" y="1212"/>
                  </a:lnTo>
                  <a:lnTo>
                    <a:pt x="600" y="1224"/>
                  </a:lnTo>
                  <a:lnTo>
                    <a:pt x="606" y="1224"/>
                  </a:lnTo>
                  <a:lnTo>
                    <a:pt x="606" y="1218"/>
                  </a:lnTo>
                  <a:lnTo>
                    <a:pt x="618" y="1212"/>
                  </a:lnTo>
                  <a:lnTo>
                    <a:pt x="630" y="1212"/>
                  </a:lnTo>
                  <a:lnTo>
                    <a:pt x="630" y="1242"/>
                  </a:lnTo>
                  <a:lnTo>
                    <a:pt x="624" y="1248"/>
                  </a:lnTo>
                  <a:lnTo>
                    <a:pt x="624" y="1254"/>
                  </a:lnTo>
                  <a:lnTo>
                    <a:pt x="618" y="1260"/>
                  </a:lnTo>
                  <a:lnTo>
                    <a:pt x="618" y="1290"/>
                  </a:lnTo>
                  <a:lnTo>
                    <a:pt x="624" y="1296"/>
                  </a:lnTo>
                  <a:lnTo>
                    <a:pt x="630" y="1308"/>
                  </a:lnTo>
                  <a:lnTo>
                    <a:pt x="630" y="1326"/>
                  </a:lnTo>
                  <a:lnTo>
                    <a:pt x="624" y="1332"/>
                  </a:lnTo>
                  <a:lnTo>
                    <a:pt x="624" y="1344"/>
                  </a:lnTo>
                  <a:lnTo>
                    <a:pt x="636" y="1356"/>
                  </a:lnTo>
                  <a:lnTo>
                    <a:pt x="648" y="1362"/>
                  </a:lnTo>
                  <a:lnTo>
                    <a:pt x="654" y="1368"/>
                  </a:lnTo>
                  <a:lnTo>
                    <a:pt x="660" y="1398"/>
                  </a:lnTo>
                  <a:lnTo>
                    <a:pt x="684" y="1398"/>
                  </a:lnTo>
                  <a:lnTo>
                    <a:pt x="690" y="1404"/>
                  </a:lnTo>
                  <a:lnTo>
                    <a:pt x="690" y="1410"/>
                  </a:lnTo>
                  <a:lnTo>
                    <a:pt x="696" y="1422"/>
                  </a:lnTo>
                  <a:lnTo>
                    <a:pt x="696" y="1428"/>
                  </a:lnTo>
                  <a:lnTo>
                    <a:pt x="702" y="1434"/>
                  </a:lnTo>
                  <a:lnTo>
                    <a:pt x="714" y="1440"/>
                  </a:lnTo>
                  <a:lnTo>
                    <a:pt x="744" y="1440"/>
                  </a:lnTo>
                  <a:lnTo>
                    <a:pt x="750" y="1434"/>
                  </a:lnTo>
                  <a:lnTo>
                    <a:pt x="756" y="1446"/>
                  </a:lnTo>
                  <a:lnTo>
                    <a:pt x="768" y="1452"/>
                  </a:lnTo>
                  <a:lnTo>
                    <a:pt x="780" y="1452"/>
                  </a:lnTo>
                  <a:lnTo>
                    <a:pt x="786" y="1446"/>
                  </a:lnTo>
                  <a:lnTo>
                    <a:pt x="798" y="1446"/>
                  </a:lnTo>
                  <a:lnTo>
                    <a:pt x="798" y="1452"/>
                  </a:lnTo>
                  <a:lnTo>
                    <a:pt x="804" y="1464"/>
                  </a:lnTo>
                  <a:lnTo>
                    <a:pt x="816" y="1470"/>
                  </a:lnTo>
                  <a:lnTo>
                    <a:pt x="828" y="1482"/>
                  </a:lnTo>
                  <a:lnTo>
                    <a:pt x="840" y="1488"/>
                  </a:lnTo>
                  <a:lnTo>
                    <a:pt x="864" y="1488"/>
                  </a:lnTo>
                  <a:lnTo>
                    <a:pt x="864" y="1494"/>
                  </a:lnTo>
                  <a:lnTo>
                    <a:pt x="876" y="1506"/>
                  </a:lnTo>
                  <a:lnTo>
                    <a:pt x="888" y="1512"/>
                  </a:lnTo>
                  <a:lnTo>
                    <a:pt x="894" y="1518"/>
                  </a:lnTo>
                  <a:lnTo>
                    <a:pt x="954" y="1518"/>
                  </a:lnTo>
                  <a:lnTo>
                    <a:pt x="978" y="1530"/>
                  </a:lnTo>
                  <a:lnTo>
                    <a:pt x="984" y="1542"/>
                  </a:lnTo>
                  <a:lnTo>
                    <a:pt x="990" y="1548"/>
                  </a:lnTo>
                  <a:lnTo>
                    <a:pt x="990" y="1578"/>
                  </a:lnTo>
                  <a:lnTo>
                    <a:pt x="996" y="1590"/>
                  </a:lnTo>
                  <a:lnTo>
                    <a:pt x="1002" y="1596"/>
                  </a:lnTo>
                  <a:lnTo>
                    <a:pt x="1008" y="1608"/>
                  </a:lnTo>
                  <a:lnTo>
                    <a:pt x="1008" y="1638"/>
                  </a:lnTo>
                  <a:lnTo>
                    <a:pt x="990" y="1638"/>
                  </a:lnTo>
                  <a:lnTo>
                    <a:pt x="990" y="1644"/>
                  </a:lnTo>
                  <a:lnTo>
                    <a:pt x="996" y="1650"/>
                  </a:lnTo>
                  <a:lnTo>
                    <a:pt x="1002" y="1662"/>
                  </a:lnTo>
                  <a:lnTo>
                    <a:pt x="1014" y="1668"/>
                  </a:lnTo>
                  <a:lnTo>
                    <a:pt x="1020" y="1674"/>
                  </a:lnTo>
                  <a:lnTo>
                    <a:pt x="1014" y="1686"/>
                  </a:lnTo>
                  <a:lnTo>
                    <a:pt x="1014" y="1728"/>
                  </a:lnTo>
                  <a:lnTo>
                    <a:pt x="1020" y="1734"/>
                  </a:lnTo>
                  <a:lnTo>
                    <a:pt x="1050" y="1740"/>
                  </a:lnTo>
                  <a:lnTo>
                    <a:pt x="1098" y="1746"/>
                  </a:lnTo>
                  <a:lnTo>
                    <a:pt x="1158" y="1746"/>
                  </a:lnTo>
                  <a:lnTo>
                    <a:pt x="1158" y="1752"/>
                  </a:lnTo>
                  <a:lnTo>
                    <a:pt x="1152" y="1758"/>
                  </a:lnTo>
                  <a:lnTo>
                    <a:pt x="1152" y="1770"/>
                  </a:lnTo>
                  <a:lnTo>
                    <a:pt x="1146" y="1788"/>
                  </a:lnTo>
                  <a:lnTo>
                    <a:pt x="1146" y="1800"/>
                  </a:lnTo>
                  <a:lnTo>
                    <a:pt x="1152" y="1812"/>
                  </a:lnTo>
                  <a:lnTo>
                    <a:pt x="1164" y="1818"/>
                  </a:lnTo>
                  <a:lnTo>
                    <a:pt x="1170" y="1824"/>
                  </a:lnTo>
                  <a:lnTo>
                    <a:pt x="1194" y="1836"/>
                  </a:lnTo>
                  <a:lnTo>
                    <a:pt x="1206" y="1848"/>
                  </a:lnTo>
                  <a:lnTo>
                    <a:pt x="1212" y="1860"/>
                  </a:lnTo>
                  <a:lnTo>
                    <a:pt x="1224" y="1896"/>
                  </a:lnTo>
                  <a:lnTo>
                    <a:pt x="1224" y="1908"/>
                  </a:lnTo>
                  <a:lnTo>
                    <a:pt x="1218" y="1920"/>
                  </a:lnTo>
                  <a:lnTo>
                    <a:pt x="1218" y="1944"/>
                  </a:lnTo>
                  <a:lnTo>
                    <a:pt x="1212" y="1950"/>
                  </a:lnTo>
                  <a:lnTo>
                    <a:pt x="1212" y="1956"/>
                  </a:lnTo>
                  <a:lnTo>
                    <a:pt x="1218" y="1968"/>
                  </a:lnTo>
                  <a:lnTo>
                    <a:pt x="1212" y="1980"/>
                  </a:lnTo>
                  <a:lnTo>
                    <a:pt x="1206" y="1986"/>
                  </a:lnTo>
                  <a:lnTo>
                    <a:pt x="1200" y="1998"/>
                  </a:lnTo>
                  <a:lnTo>
                    <a:pt x="1200" y="2022"/>
                  </a:lnTo>
                  <a:lnTo>
                    <a:pt x="1206" y="2028"/>
                  </a:lnTo>
                  <a:lnTo>
                    <a:pt x="1218" y="2034"/>
                  </a:lnTo>
                  <a:lnTo>
                    <a:pt x="1212" y="2040"/>
                  </a:lnTo>
                  <a:lnTo>
                    <a:pt x="1200" y="2046"/>
                  </a:lnTo>
                  <a:lnTo>
                    <a:pt x="1194" y="2052"/>
                  </a:lnTo>
                  <a:lnTo>
                    <a:pt x="1194" y="2064"/>
                  </a:lnTo>
                  <a:lnTo>
                    <a:pt x="1200" y="2070"/>
                  </a:lnTo>
                  <a:lnTo>
                    <a:pt x="1212" y="2076"/>
                  </a:lnTo>
                  <a:lnTo>
                    <a:pt x="1212" y="2112"/>
                  </a:lnTo>
                  <a:lnTo>
                    <a:pt x="1224" y="2112"/>
                  </a:lnTo>
                  <a:lnTo>
                    <a:pt x="1224" y="2130"/>
                  </a:lnTo>
                  <a:lnTo>
                    <a:pt x="1218" y="2142"/>
                  </a:lnTo>
                  <a:lnTo>
                    <a:pt x="1218" y="2184"/>
                  </a:lnTo>
                  <a:lnTo>
                    <a:pt x="1224" y="2196"/>
                  </a:lnTo>
                  <a:lnTo>
                    <a:pt x="1230" y="2202"/>
                  </a:lnTo>
                  <a:lnTo>
                    <a:pt x="1266" y="2214"/>
                  </a:lnTo>
                  <a:lnTo>
                    <a:pt x="1308" y="2220"/>
                  </a:lnTo>
                  <a:lnTo>
                    <a:pt x="1380" y="2220"/>
                  </a:lnTo>
                  <a:lnTo>
                    <a:pt x="1392" y="2226"/>
                  </a:lnTo>
                  <a:lnTo>
                    <a:pt x="1398" y="2232"/>
                  </a:lnTo>
                  <a:lnTo>
                    <a:pt x="1398" y="2256"/>
                  </a:lnTo>
                  <a:lnTo>
                    <a:pt x="1404" y="2274"/>
                  </a:lnTo>
                  <a:lnTo>
                    <a:pt x="1404" y="2298"/>
                  </a:lnTo>
                  <a:lnTo>
                    <a:pt x="1410" y="2316"/>
                  </a:lnTo>
                  <a:lnTo>
                    <a:pt x="1410" y="2334"/>
                  </a:lnTo>
                  <a:lnTo>
                    <a:pt x="1422" y="2358"/>
                  </a:lnTo>
                  <a:lnTo>
                    <a:pt x="1434" y="2364"/>
                  </a:lnTo>
                  <a:lnTo>
                    <a:pt x="1446" y="2364"/>
                  </a:lnTo>
                  <a:lnTo>
                    <a:pt x="1464" y="2346"/>
                  </a:lnTo>
                  <a:lnTo>
                    <a:pt x="1476" y="2346"/>
                  </a:lnTo>
                  <a:lnTo>
                    <a:pt x="1488" y="2352"/>
                  </a:lnTo>
                  <a:lnTo>
                    <a:pt x="1500" y="2364"/>
                  </a:lnTo>
                  <a:lnTo>
                    <a:pt x="1506" y="2376"/>
                  </a:lnTo>
                  <a:lnTo>
                    <a:pt x="1506" y="2394"/>
                  </a:lnTo>
                  <a:lnTo>
                    <a:pt x="1500" y="2412"/>
                  </a:lnTo>
                  <a:lnTo>
                    <a:pt x="1500" y="2442"/>
                  </a:lnTo>
                  <a:lnTo>
                    <a:pt x="1494" y="2448"/>
                  </a:lnTo>
                  <a:lnTo>
                    <a:pt x="1494" y="2454"/>
                  </a:lnTo>
                  <a:lnTo>
                    <a:pt x="1488" y="2466"/>
                  </a:lnTo>
                  <a:lnTo>
                    <a:pt x="1488" y="2478"/>
                  </a:lnTo>
                  <a:lnTo>
                    <a:pt x="1494" y="2496"/>
                  </a:lnTo>
                  <a:lnTo>
                    <a:pt x="1506" y="2490"/>
                  </a:lnTo>
                  <a:lnTo>
                    <a:pt x="1512" y="2484"/>
                  </a:lnTo>
                  <a:lnTo>
                    <a:pt x="1530" y="2484"/>
                  </a:lnTo>
                  <a:lnTo>
                    <a:pt x="1536" y="2490"/>
                  </a:lnTo>
                  <a:lnTo>
                    <a:pt x="1548" y="2514"/>
                  </a:lnTo>
                  <a:lnTo>
                    <a:pt x="1548" y="2526"/>
                  </a:lnTo>
                  <a:lnTo>
                    <a:pt x="1554" y="2526"/>
                  </a:lnTo>
                  <a:lnTo>
                    <a:pt x="1560" y="2532"/>
                  </a:lnTo>
                  <a:lnTo>
                    <a:pt x="1560" y="2562"/>
                  </a:lnTo>
                  <a:lnTo>
                    <a:pt x="1566" y="2580"/>
                  </a:lnTo>
                  <a:lnTo>
                    <a:pt x="1566" y="2616"/>
                  </a:lnTo>
                  <a:lnTo>
                    <a:pt x="1512" y="2634"/>
                  </a:lnTo>
                  <a:lnTo>
                    <a:pt x="1506" y="2640"/>
                  </a:lnTo>
                  <a:lnTo>
                    <a:pt x="1500" y="2652"/>
                  </a:lnTo>
                  <a:lnTo>
                    <a:pt x="1500" y="2670"/>
                  </a:lnTo>
                  <a:lnTo>
                    <a:pt x="1464" y="2670"/>
                  </a:lnTo>
                  <a:lnTo>
                    <a:pt x="1464" y="2688"/>
                  </a:lnTo>
                  <a:lnTo>
                    <a:pt x="1458" y="2694"/>
                  </a:lnTo>
                  <a:lnTo>
                    <a:pt x="1452" y="2718"/>
                  </a:lnTo>
                  <a:lnTo>
                    <a:pt x="1428" y="2724"/>
                  </a:lnTo>
                  <a:lnTo>
                    <a:pt x="1428" y="2736"/>
                  </a:lnTo>
                  <a:lnTo>
                    <a:pt x="1422" y="2748"/>
                  </a:lnTo>
                  <a:lnTo>
                    <a:pt x="1422" y="2760"/>
                  </a:lnTo>
                  <a:lnTo>
                    <a:pt x="1404" y="2778"/>
                  </a:lnTo>
                  <a:lnTo>
                    <a:pt x="1392" y="2778"/>
                  </a:lnTo>
                  <a:lnTo>
                    <a:pt x="1392" y="2802"/>
                  </a:lnTo>
                  <a:lnTo>
                    <a:pt x="1386" y="2808"/>
                  </a:lnTo>
                  <a:lnTo>
                    <a:pt x="1380" y="2820"/>
                  </a:lnTo>
                  <a:lnTo>
                    <a:pt x="1374" y="2826"/>
                  </a:lnTo>
                  <a:lnTo>
                    <a:pt x="1356" y="2826"/>
                  </a:lnTo>
                  <a:lnTo>
                    <a:pt x="1350" y="2832"/>
                  </a:lnTo>
                  <a:lnTo>
                    <a:pt x="1350" y="2844"/>
                  </a:lnTo>
                  <a:lnTo>
                    <a:pt x="1344" y="2856"/>
                  </a:lnTo>
                  <a:lnTo>
                    <a:pt x="1344" y="2868"/>
                  </a:lnTo>
                  <a:lnTo>
                    <a:pt x="1368" y="2868"/>
                  </a:lnTo>
                  <a:lnTo>
                    <a:pt x="1374" y="2862"/>
                  </a:lnTo>
                  <a:lnTo>
                    <a:pt x="1386" y="2856"/>
                  </a:lnTo>
                  <a:lnTo>
                    <a:pt x="1398" y="2856"/>
                  </a:lnTo>
                  <a:lnTo>
                    <a:pt x="1404" y="2862"/>
                  </a:lnTo>
                  <a:lnTo>
                    <a:pt x="1428" y="2874"/>
                  </a:lnTo>
                  <a:lnTo>
                    <a:pt x="1434" y="2886"/>
                  </a:lnTo>
                  <a:lnTo>
                    <a:pt x="1446" y="2892"/>
                  </a:lnTo>
                  <a:lnTo>
                    <a:pt x="1452" y="2898"/>
                  </a:lnTo>
                  <a:lnTo>
                    <a:pt x="1458" y="2910"/>
                  </a:lnTo>
                  <a:lnTo>
                    <a:pt x="1470" y="2922"/>
                  </a:lnTo>
                  <a:lnTo>
                    <a:pt x="1470" y="2934"/>
                  </a:lnTo>
                  <a:lnTo>
                    <a:pt x="1482" y="2934"/>
                  </a:lnTo>
                  <a:lnTo>
                    <a:pt x="1482" y="2928"/>
                  </a:lnTo>
                  <a:lnTo>
                    <a:pt x="1494" y="2916"/>
                  </a:lnTo>
                  <a:lnTo>
                    <a:pt x="1500" y="2916"/>
                  </a:lnTo>
                  <a:lnTo>
                    <a:pt x="1512" y="2922"/>
                  </a:lnTo>
                  <a:lnTo>
                    <a:pt x="1518" y="2934"/>
                  </a:lnTo>
                  <a:lnTo>
                    <a:pt x="1536" y="2952"/>
                  </a:lnTo>
                  <a:lnTo>
                    <a:pt x="1554" y="2952"/>
                  </a:lnTo>
                  <a:lnTo>
                    <a:pt x="1572" y="2970"/>
                  </a:lnTo>
                  <a:lnTo>
                    <a:pt x="1578" y="2970"/>
                  </a:lnTo>
                  <a:lnTo>
                    <a:pt x="1578" y="2982"/>
                  </a:lnTo>
                  <a:lnTo>
                    <a:pt x="1584" y="2988"/>
                  </a:lnTo>
                  <a:lnTo>
                    <a:pt x="1596" y="2994"/>
                  </a:lnTo>
                  <a:lnTo>
                    <a:pt x="1614" y="3000"/>
                  </a:lnTo>
                  <a:lnTo>
                    <a:pt x="1626" y="3000"/>
                  </a:lnTo>
                  <a:lnTo>
                    <a:pt x="1632" y="3012"/>
                  </a:lnTo>
                  <a:lnTo>
                    <a:pt x="1638" y="3018"/>
                  </a:lnTo>
                  <a:lnTo>
                    <a:pt x="1644" y="3030"/>
                  </a:lnTo>
                  <a:lnTo>
                    <a:pt x="1662" y="3048"/>
                  </a:lnTo>
                  <a:lnTo>
                    <a:pt x="1668" y="3048"/>
                  </a:lnTo>
                  <a:lnTo>
                    <a:pt x="1680" y="3054"/>
                  </a:lnTo>
                  <a:lnTo>
                    <a:pt x="1686" y="3054"/>
                  </a:lnTo>
                  <a:lnTo>
                    <a:pt x="1686" y="3066"/>
                  </a:lnTo>
                  <a:lnTo>
                    <a:pt x="1674" y="3090"/>
                  </a:lnTo>
                  <a:lnTo>
                    <a:pt x="1668" y="3096"/>
                  </a:lnTo>
                  <a:lnTo>
                    <a:pt x="1668" y="3120"/>
                  </a:lnTo>
                  <a:lnTo>
                    <a:pt x="1674" y="3120"/>
                  </a:lnTo>
                  <a:lnTo>
                    <a:pt x="1674" y="3150"/>
                  </a:lnTo>
                  <a:lnTo>
                    <a:pt x="1692" y="3150"/>
                  </a:lnTo>
                  <a:lnTo>
                    <a:pt x="1692" y="3144"/>
                  </a:lnTo>
                  <a:lnTo>
                    <a:pt x="1698" y="3132"/>
                  </a:lnTo>
                  <a:lnTo>
                    <a:pt x="1710" y="3126"/>
                  </a:lnTo>
                  <a:lnTo>
                    <a:pt x="1716" y="3114"/>
                  </a:lnTo>
                  <a:lnTo>
                    <a:pt x="1728" y="3102"/>
                  </a:lnTo>
                  <a:lnTo>
                    <a:pt x="1734" y="3090"/>
                  </a:lnTo>
                  <a:lnTo>
                    <a:pt x="1734" y="3060"/>
                  </a:lnTo>
                  <a:lnTo>
                    <a:pt x="1728" y="3054"/>
                  </a:lnTo>
                  <a:lnTo>
                    <a:pt x="1728" y="3048"/>
                  </a:lnTo>
                  <a:lnTo>
                    <a:pt x="1746" y="3018"/>
                  </a:lnTo>
                  <a:lnTo>
                    <a:pt x="1734" y="3012"/>
                  </a:lnTo>
                  <a:lnTo>
                    <a:pt x="1728" y="3000"/>
                  </a:lnTo>
                  <a:lnTo>
                    <a:pt x="1728" y="2988"/>
                  </a:lnTo>
                  <a:lnTo>
                    <a:pt x="1740" y="2976"/>
                  </a:lnTo>
                  <a:lnTo>
                    <a:pt x="1746" y="2976"/>
                  </a:lnTo>
                  <a:lnTo>
                    <a:pt x="1746" y="2952"/>
                  </a:lnTo>
                  <a:lnTo>
                    <a:pt x="1764" y="2952"/>
                  </a:lnTo>
                  <a:lnTo>
                    <a:pt x="1776" y="2940"/>
                  </a:lnTo>
                  <a:lnTo>
                    <a:pt x="1776" y="2904"/>
                  </a:lnTo>
                  <a:lnTo>
                    <a:pt x="1782" y="2898"/>
                  </a:lnTo>
                  <a:lnTo>
                    <a:pt x="1788" y="2886"/>
                  </a:lnTo>
                  <a:lnTo>
                    <a:pt x="1800" y="2874"/>
                  </a:lnTo>
                  <a:lnTo>
                    <a:pt x="1812" y="2868"/>
                  </a:lnTo>
                  <a:lnTo>
                    <a:pt x="1818" y="2862"/>
                  </a:lnTo>
                  <a:lnTo>
                    <a:pt x="1824" y="2862"/>
                  </a:lnTo>
                  <a:lnTo>
                    <a:pt x="1824" y="2898"/>
                  </a:lnTo>
                  <a:lnTo>
                    <a:pt x="1818" y="2904"/>
                  </a:lnTo>
                  <a:lnTo>
                    <a:pt x="1818" y="2910"/>
                  </a:lnTo>
                  <a:lnTo>
                    <a:pt x="1812" y="2916"/>
                  </a:lnTo>
                  <a:lnTo>
                    <a:pt x="1812" y="2934"/>
                  </a:lnTo>
                  <a:lnTo>
                    <a:pt x="1800" y="2940"/>
                  </a:lnTo>
                  <a:lnTo>
                    <a:pt x="1800" y="2952"/>
                  </a:lnTo>
                  <a:lnTo>
                    <a:pt x="1776" y="2982"/>
                  </a:lnTo>
                  <a:lnTo>
                    <a:pt x="1746" y="3006"/>
                  </a:lnTo>
                  <a:lnTo>
                    <a:pt x="1752" y="3012"/>
                  </a:lnTo>
                  <a:lnTo>
                    <a:pt x="1770" y="3012"/>
                  </a:lnTo>
                  <a:lnTo>
                    <a:pt x="1770" y="2994"/>
                  </a:lnTo>
                  <a:lnTo>
                    <a:pt x="1776" y="2988"/>
                  </a:lnTo>
                  <a:lnTo>
                    <a:pt x="1788" y="2988"/>
                  </a:lnTo>
                  <a:lnTo>
                    <a:pt x="1794" y="2982"/>
                  </a:lnTo>
                  <a:lnTo>
                    <a:pt x="1800" y="2982"/>
                  </a:lnTo>
                  <a:lnTo>
                    <a:pt x="1812" y="2964"/>
                  </a:lnTo>
                  <a:lnTo>
                    <a:pt x="1824" y="2940"/>
                  </a:lnTo>
                  <a:lnTo>
                    <a:pt x="1848" y="2880"/>
                  </a:lnTo>
                  <a:lnTo>
                    <a:pt x="1860" y="2832"/>
                  </a:lnTo>
                  <a:lnTo>
                    <a:pt x="1872" y="2808"/>
                  </a:lnTo>
                  <a:lnTo>
                    <a:pt x="1878" y="2790"/>
                  </a:lnTo>
                  <a:lnTo>
                    <a:pt x="1884" y="2778"/>
                  </a:lnTo>
                  <a:lnTo>
                    <a:pt x="1896" y="2772"/>
                  </a:lnTo>
                  <a:lnTo>
                    <a:pt x="1902" y="2760"/>
                  </a:lnTo>
                  <a:lnTo>
                    <a:pt x="1926" y="2736"/>
                  </a:lnTo>
                  <a:lnTo>
                    <a:pt x="1926" y="2724"/>
                  </a:lnTo>
                  <a:lnTo>
                    <a:pt x="1920" y="2718"/>
                  </a:lnTo>
                  <a:lnTo>
                    <a:pt x="1938" y="2706"/>
                  </a:lnTo>
                  <a:lnTo>
                    <a:pt x="1932" y="2670"/>
                  </a:lnTo>
                  <a:lnTo>
                    <a:pt x="1938" y="2646"/>
                  </a:lnTo>
                  <a:lnTo>
                    <a:pt x="1926" y="2640"/>
                  </a:lnTo>
                  <a:lnTo>
                    <a:pt x="1932" y="2634"/>
                  </a:lnTo>
                  <a:lnTo>
                    <a:pt x="1938" y="2622"/>
                  </a:lnTo>
                  <a:lnTo>
                    <a:pt x="1938" y="2610"/>
                  </a:lnTo>
                  <a:lnTo>
                    <a:pt x="1932" y="2604"/>
                  </a:lnTo>
                  <a:lnTo>
                    <a:pt x="1920" y="2598"/>
                  </a:lnTo>
                  <a:lnTo>
                    <a:pt x="1914" y="2592"/>
                  </a:lnTo>
                  <a:lnTo>
                    <a:pt x="1914" y="2556"/>
                  </a:lnTo>
                  <a:lnTo>
                    <a:pt x="1896" y="2544"/>
                  </a:lnTo>
                  <a:lnTo>
                    <a:pt x="1920" y="2544"/>
                  </a:lnTo>
                  <a:lnTo>
                    <a:pt x="1914" y="2520"/>
                  </a:lnTo>
                  <a:lnTo>
                    <a:pt x="1902" y="2508"/>
                  </a:lnTo>
                  <a:lnTo>
                    <a:pt x="1908" y="2508"/>
                  </a:lnTo>
                  <a:lnTo>
                    <a:pt x="1920" y="2502"/>
                  </a:lnTo>
                  <a:lnTo>
                    <a:pt x="1920" y="2490"/>
                  </a:lnTo>
                  <a:lnTo>
                    <a:pt x="1914" y="2490"/>
                  </a:lnTo>
                  <a:lnTo>
                    <a:pt x="1902" y="2484"/>
                  </a:lnTo>
                  <a:lnTo>
                    <a:pt x="1896" y="2478"/>
                  </a:lnTo>
                  <a:lnTo>
                    <a:pt x="1920" y="2460"/>
                  </a:lnTo>
                  <a:lnTo>
                    <a:pt x="1932" y="2472"/>
                  </a:lnTo>
                  <a:lnTo>
                    <a:pt x="1944" y="2478"/>
                  </a:lnTo>
                  <a:lnTo>
                    <a:pt x="1950" y="2478"/>
                  </a:lnTo>
                  <a:lnTo>
                    <a:pt x="1950" y="2448"/>
                  </a:lnTo>
                  <a:lnTo>
                    <a:pt x="1962" y="2424"/>
                  </a:lnTo>
                  <a:lnTo>
                    <a:pt x="1974" y="2418"/>
                  </a:lnTo>
                  <a:lnTo>
                    <a:pt x="1980" y="2418"/>
                  </a:lnTo>
                  <a:lnTo>
                    <a:pt x="2004" y="2406"/>
                  </a:lnTo>
                  <a:lnTo>
                    <a:pt x="2010" y="2394"/>
                  </a:lnTo>
                  <a:lnTo>
                    <a:pt x="2010" y="2382"/>
                  </a:lnTo>
                  <a:lnTo>
                    <a:pt x="2016" y="2376"/>
                  </a:lnTo>
                  <a:lnTo>
                    <a:pt x="2028" y="2376"/>
                  </a:lnTo>
                  <a:lnTo>
                    <a:pt x="2034" y="2370"/>
                  </a:lnTo>
                  <a:lnTo>
                    <a:pt x="2046" y="2370"/>
                  </a:lnTo>
                  <a:lnTo>
                    <a:pt x="2046" y="2358"/>
                  </a:lnTo>
                  <a:lnTo>
                    <a:pt x="2070" y="2358"/>
                  </a:lnTo>
                  <a:lnTo>
                    <a:pt x="2070" y="2340"/>
                  </a:lnTo>
                  <a:lnTo>
                    <a:pt x="2118" y="2340"/>
                  </a:lnTo>
                  <a:lnTo>
                    <a:pt x="2124" y="2358"/>
                  </a:lnTo>
                  <a:lnTo>
                    <a:pt x="2136" y="2352"/>
                  </a:lnTo>
                  <a:lnTo>
                    <a:pt x="2118" y="2334"/>
                  </a:lnTo>
                  <a:lnTo>
                    <a:pt x="2136" y="2316"/>
                  </a:lnTo>
                  <a:lnTo>
                    <a:pt x="2142" y="2316"/>
                  </a:lnTo>
                  <a:lnTo>
                    <a:pt x="2154" y="2310"/>
                  </a:lnTo>
                  <a:lnTo>
                    <a:pt x="2178" y="2310"/>
                  </a:lnTo>
                  <a:lnTo>
                    <a:pt x="2160" y="2292"/>
                  </a:lnTo>
                  <a:lnTo>
                    <a:pt x="2172" y="2286"/>
                  </a:lnTo>
                  <a:lnTo>
                    <a:pt x="2178" y="2280"/>
                  </a:lnTo>
                  <a:lnTo>
                    <a:pt x="2190" y="2280"/>
                  </a:lnTo>
                  <a:lnTo>
                    <a:pt x="2190" y="2304"/>
                  </a:lnTo>
                  <a:lnTo>
                    <a:pt x="2196" y="2304"/>
                  </a:lnTo>
                  <a:lnTo>
                    <a:pt x="2196" y="2298"/>
                  </a:lnTo>
                  <a:lnTo>
                    <a:pt x="2202" y="2286"/>
                  </a:lnTo>
                  <a:lnTo>
                    <a:pt x="2208" y="2280"/>
                  </a:lnTo>
                  <a:lnTo>
                    <a:pt x="2244" y="2286"/>
                  </a:lnTo>
                  <a:lnTo>
                    <a:pt x="2244" y="2280"/>
                  </a:lnTo>
                  <a:lnTo>
                    <a:pt x="2250" y="2274"/>
                  </a:lnTo>
                  <a:lnTo>
                    <a:pt x="2250" y="2268"/>
                  </a:lnTo>
                  <a:lnTo>
                    <a:pt x="2256" y="2262"/>
                  </a:lnTo>
                  <a:lnTo>
                    <a:pt x="2268" y="2256"/>
                  </a:lnTo>
                  <a:lnTo>
                    <a:pt x="2274" y="2256"/>
                  </a:lnTo>
                  <a:lnTo>
                    <a:pt x="2280" y="2262"/>
                  </a:lnTo>
                  <a:lnTo>
                    <a:pt x="2280" y="2286"/>
                  </a:lnTo>
                  <a:lnTo>
                    <a:pt x="2346" y="2280"/>
                  </a:lnTo>
                  <a:lnTo>
                    <a:pt x="2352" y="2262"/>
                  </a:lnTo>
                  <a:lnTo>
                    <a:pt x="2346" y="2250"/>
                  </a:lnTo>
                  <a:lnTo>
                    <a:pt x="2352" y="2244"/>
                  </a:lnTo>
                  <a:lnTo>
                    <a:pt x="2358" y="2232"/>
                  </a:lnTo>
                  <a:lnTo>
                    <a:pt x="2370" y="2220"/>
                  </a:lnTo>
                  <a:lnTo>
                    <a:pt x="2406" y="2202"/>
                  </a:lnTo>
                  <a:lnTo>
                    <a:pt x="2418" y="2202"/>
                  </a:lnTo>
                  <a:lnTo>
                    <a:pt x="2412" y="2190"/>
                  </a:lnTo>
                  <a:lnTo>
                    <a:pt x="2412" y="2112"/>
                  </a:lnTo>
                  <a:lnTo>
                    <a:pt x="2442" y="2082"/>
                  </a:lnTo>
                  <a:lnTo>
                    <a:pt x="2442" y="2058"/>
                  </a:lnTo>
                  <a:lnTo>
                    <a:pt x="2460" y="2052"/>
                  </a:lnTo>
                  <a:lnTo>
                    <a:pt x="2460" y="2022"/>
                  </a:lnTo>
                  <a:lnTo>
                    <a:pt x="2466" y="2022"/>
                  </a:lnTo>
                  <a:lnTo>
                    <a:pt x="2472" y="2016"/>
                  </a:lnTo>
                  <a:lnTo>
                    <a:pt x="2478" y="2016"/>
                  </a:lnTo>
                  <a:lnTo>
                    <a:pt x="2478" y="2010"/>
                  </a:lnTo>
                  <a:lnTo>
                    <a:pt x="2484" y="2004"/>
                  </a:lnTo>
                  <a:lnTo>
                    <a:pt x="2484" y="1956"/>
                  </a:lnTo>
                  <a:lnTo>
                    <a:pt x="2478" y="1944"/>
                  </a:lnTo>
                  <a:lnTo>
                    <a:pt x="2478" y="1926"/>
                  </a:lnTo>
                  <a:lnTo>
                    <a:pt x="2472" y="1908"/>
                  </a:lnTo>
                  <a:lnTo>
                    <a:pt x="2484" y="1884"/>
                  </a:lnTo>
                  <a:lnTo>
                    <a:pt x="2514" y="1854"/>
                  </a:lnTo>
                  <a:lnTo>
                    <a:pt x="2514" y="1848"/>
                  </a:lnTo>
                  <a:lnTo>
                    <a:pt x="2508" y="1836"/>
                  </a:lnTo>
                  <a:lnTo>
                    <a:pt x="2508" y="1830"/>
                  </a:lnTo>
                  <a:lnTo>
                    <a:pt x="2502" y="1818"/>
                  </a:lnTo>
                  <a:lnTo>
                    <a:pt x="2508" y="1764"/>
                  </a:lnTo>
                  <a:lnTo>
                    <a:pt x="2508" y="1758"/>
                  </a:lnTo>
                  <a:lnTo>
                    <a:pt x="2514" y="1752"/>
                  </a:lnTo>
                  <a:lnTo>
                    <a:pt x="2514" y="1722"/>
                  </a:lnTo>
                  <a:lnTo>
                    <a:pt x="2520" y="1710"/>
                  </a:lnTo>
                  <a:lnTo>
                    <a:pt x="2520" y="1680"/>
                  </a:lnTo>
                  <a:lnTo>
                    <a:pt x="2508" y="1644"/>
                  </a:lnTo>
                  <a:lnTo>
                    <a:pt x="2502" y="1608"/>
                  </a:lnTo>
                  <a:lnTo>
                    <a:pt x="2502" y="1596"/>
                  </a:lnTo>
                  <a:lnTo>
                    <a:pt x="2508" y="1560"/>
                  </a:lnTo>
                  <a:lnTo>
                    <a:pt x="2508" y="1548"/>
                  </a:lnTo>
                  <a:lnTo>
                    <a:pt x="2502" y="1536"/>
                  </a:lnTo>
                  <a:lnTo>
                    <a:pt x="2502" y="1500"/>
                  </a:lnTo>
                  <a:lnTo>
                    <a:pt x="2508" y="1488"/>
                  </a:lnTo>
                  <a:lnTo>
                    <a:pt x="2520" y="1476"/>
                  </a:lnTo>
                  <a:lnTo>
                    <a:pt x="2508" y="1458"/>
                  </a:lnTo>
                  <a:lnTo>
                    <a:pt x="2520" y="1446"/>
                  </a:lnTo>
                  <a:lnTo>
                    <a:pt x="2532" y="1446"/>
                  </a:lnTo>
                  <a:lnTo>
                    <a:pt x="2532" y="1452"/>
                  </a:lnTo>
                  <a:lnTo>
                    <a:pt x="2538" y="1464"/>
                  </a:lnTo>
                  <a:lnTo>
                    <a:pt x="2544" y="1470"/>
                  </a:lnTo>
                  <a:lnTo>
                    <a:pt x="2556" y="1464"/>
                  </a:lnTo>
                  <a:lnTo>
                    <a:pt x="2562" y="1452"/>
                  </a:lnTo>
                  <a:lnTo>
                    <a:pt x="2574" y="1446"/>
                  </a:lnTo>
                  <a:lnTo>
                    <a:pt x="2580" y="1434"/>
                  </a:lnTo>
                  <a:lnTo>
                    <a:pt x="2586" y="1428"/>
                  </a:lnTo>
                  <a:lnTo>
                    <a:pt x="2592" y="1416"/>
                  </a:lnTo>
                  <a:lnTo>
                    <a:pt x="2592" y="1404"/>
                  </a:lnTo>
                  <a:lnTo>
                    <a:pt x="2598" y="1386"/>
                  </a:lnTo>
                  <a:lnTo>
                    <a:pt x="2598" y="1374"/>
                  </a:lnTo>
                  <a:lnTo>
                    <a:pt x="2604" y="1356"/>
                  </a:lnTo>
                  <a:lnTo>
                    <a:pt x="2604" y="1344"/>
                  </a:lnTo>
                  <a:lnTo>
                    <a:pt x="2610" y="1338"/>
                  </a:lnTo>
                  <a:lnTo>
                    <a:pt x="2616" y="1338"/>
                  </a:lnTo>
                  <a:lnTo>
                    <a:pt x="2628" y="1326"/>
                  </a:lnTo>
                  <a:lnTo>
                    <a:pt x="2634" y="1314"/>
                  </a:lnTo>
                  <a:lnTo>
                    <a:pt x="2640" y="1308"/>
                  </a:lnTo>
                  <a:lnTo>
                    <a:pt x="2640" y="1296"/>
                  </a:lnTo>
                  <a:lnTo>
                    <a:pt x="2652" y="1290"/>
                  </a:lnTo>
                  <a:lnTo>
                    <a:pt x="2658" y="1284"/>
                  </a:lnTo>
                  <a:lnTo>
                    <a:pt x="2670" y="1284"/>
                  </a:lnTo>
                  <a:lnTo>
                    <a:pt x="2682" y="1272"/>
                  </a:lnTo>
                  <a:lnTo>
                    <a:pt x="2682" y="1254"/>
                  </a:lnTo>
                  <a:lnTo>
                    <a:pt x="2688" y="1254"/>
                  </a:lnTo>
                  <a:lnTo>
                    <a:pt x="2724" y="1218"/>
                  </a:lnTo>
                  <a:lnTo>
                    <a:pt x="2736" y="1188"/>
                  </a:lnTo>
                  <a:lnTo>
                    <a:pt x="2754" y="1158"/>
                  </a:lnTo>
                  <a:lnTo>
                    <a:pt x="2760" y="1134"/>
                  </a:lnTo>
                  <a:lnTo>
                    <a:pt x="2766" y="1122"/>
                  </a:lnTo>
                  <a:lnTo>
                    <a:pt x="2772" y="1116"/>
                  </a:lnTo>
                  <a:lnTo>
                    <a:pt x="2778" y="1104"/>
                  </a:lnTo>
                  <a:lnTo>
                    <a:pt x="2784" y="1098"/>
                  </a:lnTo>
                  <a:lnTo>
                    <a:pt x="2784" y="1080"/>
                  </a:lnTo>
                  <a:lnTo>
                    <a:pt x="2778" y="1068"/>
                  </a:lnTo>
                  <a:lnTo>
                    <a:pt x="2778" y="100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58" name="Burundi" descr="© INSCALE GmbH, 05.05.2010&#10;http://www.presentationload.com/">
              <a:extLst>
                <a:ext uri="{FF2B5EF4-FFF2-40B4-BE49-F238E27FC236}">
                  <a16:creationId xmlns:a16="http://schemas.microsoft.com/office/drawing/2014/main" id="{ACCB5F50-7C81-4B89-B5A1-8D1A155B77EF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414383" y="3066225"/>
              <a:ext cx="43943" cy="55232"/>
            </a:xfrm>
            <a:custGeom>
              <a:avLst/>
              <a:gdLst>
                <a:gd name="T0" fmla="*/ 2147483647 w 132"/>
                <a:gd name="T1" fmla="*/ 2147483647 h 168"/>
                <a:gd name="T2" fmla="*/ 2147483647 w 132"/>
                <a:gd name="T3" fmla="*/ 2147483647 h 168"/>
                <a:gd name="T4" fmla="*/ 2147483647 w 132"/>
                <a:gd name="T5" fmla="*/ 2147483647 h 168"/>
                <a:gd name="T6" fmla="*/ 2147483647 w 132"/>
                <a:gd name="T7" fmla="*/ 2147483647 h 168"/>
                <a:gd name="T8" fmla="*/ 2147483647 w 132"/>
                <a:gd name="T9" fmla="*/ 2147483647 h 168"/>
                <a:gd name="T10" fmla="*/ 2147483647 w 132"/>
                <a:gd name="T11" fmla="*/ 2147483647 h 168"/>
                <a:gd name="T12" fmla="*/ 2147483647 w 132"/>
                <a:gd name="T13" fmla="*/ 2147483647 h 168"/>
                <a:gd name="T14" fmla="*/ 2147483647 w 132"/>
                <a:gd name="T15" fmla="*/ 2147483647 h 168"/>
                <a:gd name="T16" fmla="*/ 2147483647 w 132"/>
                <a:gd name="T17" fmla="*/ 2147483647 h 168"/>
                <a:gd name="T18" fmla="*/ 2147483647 w 132"/>
                <a:gd name="T19" fmla="*/ 2147483647 h 168"/>
                <a:gd name="T20" fmla="*/ 2147483647 w 132"/>
                <a:gd name="T21" fmla="*/ 2147483647 h 168"/>
                <a:gd name="T22" fmla="*/ 2147483647 w 132"/>
                <a:gd name="T23" fmla="*/ 2147483647 h 168"/>
                <a:gd name="T24" fmla="*/ 2147483647 w 132"/>
                <a:gd name="T25" fmla="*/ 2147483647 h 168"/>
                <a:gd name="T26" fmla="*/ 2147483647 w 132"/>
                <a:gd name="T27" fmla="*/ 2147483647 h 168"/>
                <a:gd name="T28" fmla="*/ 2147483647 w 132"/>
                <a:gd name="T29" fmla="*/ 2147483647 h 168"/>
                <a:gd name="T30" fmla="*/ 2147483647 w 132"/>
                <a:gd name="T31" fmla="*/ 2147483647 h 168"/>
                <a:gd name="T32" fmla="*/ 2147483647 w 132"/>
                <a:gd name="T33" fmla="*/ 2147483647 h 168"/>
                <a:gd name="T34" fmla="*/ 2147483647 w 132"/>
                <a:gd name="T35" fmla="*/ 2147483647 h 168"/>
                <a:gd name="T36" fmla="*/ 2147483647 w 132"/>
                <a:gd name="T37" fmla="*/ 2147483647 h 168"/>
                <a:gd name="T38" fmla="*/ 2147483647 w 132"/>
                <a:gd name="T39" fmla="*/ 2147483647 h 168"/>
                <a:gd name="T40" fmla="*/ 2147483647 w 132"/>
                <a:gd name="T41" fmla="*/ 2147483647 h 168"/>
                <a:gd name="T42" fmla="*/ 2147483647 w 132"/>
                <a:gd name="T43" fmla="*/ 2147483647 h 168"/>
                <a:gd name="T44" fmla="*/ 2147483647 w 132"/>
                <a:gd name="T45" fmla="*/ 2147483647 h 168"/>
                <a:gd name="T46" fmla="*/ 2147483647 w 132"/>
                <a:gd name="T47" fmla="*/ 0 h 168"/>
                <a:gd name="T48" fmla="*/ 2147483647 w 132"/>
                <a:gd name="T49" fmla="*/ 0 h 168"/>
                <a:gd name="T50" fmla="*/ 2147483647 w 132"/>
                <a:gd name="T51" fmla="*/ 0 h 168"/>
                <a:gd name="T52" fmla="*/ 2147483647 w 132"/>
                <a:gd name="T53" fmla="*/ 2147483647 h 168"/>
                <a:gd name="T54" fmla="*/ 2147483647 w 132"/>
                <a:gd name="T55" fmla="*/ 2147483647 h 168"/>
                <a:gd name="T56" fmla="*/ 2147483647 w 132"/>
                <a:gd name="T57" fmla="*/ 2147483647 h 168"/>
                <a:gd name="T58" fmla="*/ 2147483647 w 132"/>
                <a:gd name="T59" fmla="*/ 2147483647 h 168"/>
                <a:gd name="T60" fmla="*/ 2147483647 w 132"/>
                <a:gd name="T61" fmla="*/ 2147483647 h 168"/>
                <a:gd name="T62" fmla="*/ 2147483647 w 132"/>
                <a:gd name="T63" fmla="*/ 2147483647 h 168"/>
                <a:gd name="T64" fmla="*/ 0 w 132"/>
                <a:gd name="T65" fmla="*/ 2147483647 h 168"/>
                <a:gd name="T66" fmla="*/ 2147483647 w 132"/>
                <a:gd name="T67" fmla="*/ 2147483647 h 168"/>
                <a:gd name="T68" fmla="*/ 2147483647 w 132"/>
                <a:gd name="T69" fmla="*/ 2147483647 h 168"/>
                <a:gd name="T70" fmla="*/ 2147483647 w 132"/>
                <a:gd name="T71" fmla="*/ 2147483647 h 168"/>
                <a:gd name="T72" fmla="*/ 2147483647 w 132"/>
                <a:gd name="T73" fmla="*/ 2147483647 h 168"/>
                <a:gd name="T74" fmla="*/ 2147483647 w 132"/>
                <a:gd name="T75" fmla="*/ 2147483647 h 16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2"/>
                <a:gd name="T115" fmla="*/ 0 h 168"/>
                <a:gd name="T116" fmla="*/ 132 w 132"/>
                <a:gd name="T117" fmla="*/ 168 h 16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2" h="168">
                  <a:moveTo>
                    <a:pt x="36" y="72"/>
                  </a:moveTo>
                  <a:lnTo>
                    <a:pt x="36" y="96"/>
                  </a:lnTo>
                  <a:lnTo>
                    <a:pt x="30" y="102"/>
                  </a:lnTo>
                  <a:lnTo>
                    <a:pt x="30" y="138"/>
                  </a:lnTo>
                  <a:lnTo>
                    <a:pt x="36" y="156"/>
                  </a:lnTo>
                  <a:lnTo>
                    <a:pt x="42" y="168"/>
                  </a:lnTo>
                  <a:lnTo>
                    <a:pt x="54" y="168"/>
                  </a:lnTo>
                  <a:lnTo>
                    <a:pt x="60" y="162"/>
                  </a:lnTo>
                  <a:lnTo>
                    <a:pt x="72" y="156"/>
                  </a:lnTo>
                  <a:lnTo>
                    <a:pt x="84" y="144"/>
                  </a:lnTo>
                  <a:lnTo>
                    <a:pt x="90" y="132"/>
                  </a:lnTo>
                  <a:lnTo>
                    <a:pt x="90" y="114"/>
                  </a:lnTo>
                  <a:lnTo>
                    <a:pt x="96" y="102"/>
                  </a:lnTo>
                  <a:lnTo>
                    <a:pt x="114" y="84"/>
                  </a:lnTo>
                  <a:lnTo>
                    <a:pt x="126" y="84"/>
                  </a:lnTo>
                  <a:lnTo>
                    <a:pt x="120" y="72"/>
                  </a:lnTo>
                  <a:lnTo>
                    <a:pt x="132" y="66"/>
                  </a:lnTo>
                  <a:lnTo>
                    <a:pt x="132" y="48"/>
                  </a:lnTo>
                  <a:lnTo>
                    <a:pt x="114" y="48"/>
                  </a:lnTo>
                  <a:lnTo>
                    <a:pt x="108" y="42"/>
                  </a:lnTo>
                  <a:lnTo>
                    <a:pt x="102" y="42"/>
                  </a:lnTo>
                  <a:lnTo>
                    <a:pt x="102" y="24"/>
                  </a:lnTo>
                  <a:lnTo>
                    <a:pt x="108" y="12"/>
                  </a:lnTo>
                  <a:lnTo>
                    <a:pt x="108" y="0"/>
                  </a:lnTo>
                  <a:lnTo>
                    <a:pt x="120" y="0"/>
                  </a:lnTo>
                  <a:lnTo>
                    <a:pt x="66" y="0"/>
                  </a:lnTo>
                  <a:lnTo>
                    <a:pt x="60" y="24"/>
                  </a:lnTo>
                  <a:lnTo>
                    <a:pt x="48" y="30"/>
                  </a:lnTo>
                  <a:lnTo>
                    <a:pt x="42" y="36"/>
                  </a:lnTo>
                  <a:lnTo>
                    <a:pt x="30" y="36"/>
                  </a:lnTo>
                  <a:lnTo>
                    <a:pt x="24" y="30"/>
                  </a:lnTo>
                  <a:lnTo>
                    <a:pt x="18" y="18"/>
                  </a:lnTo>
                  <a:lnTo>
                    <a:pt x="0" y="18"/>
                  </a:lnTo>
                  <a:lnTo>
                    <a:pt x="12" y="48"/>
                  </a:lnTo>
                  <a:lnTo>
                    <a:pt x="18" y="54"/>
                  </a:lnTo>
                  <a:lnTo>
                    <a:pt x="30" y="60"/>
                  </a:lnTo>
                  <a:lnTo>
                    <a:pt x="36" y="66"/>
                  </a:lnTo>
                  <a:lnTo>
                    <a:pt x="36" y="7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59" name="Bulgaria" descr="© INSCALE GmbH, 05.05.2010&#10;http://www.presentationload.com/">
              <a:extLst>
                <a:ext uri="{FF2B5EF4-FFF2-40B4-BE49-F238E27FC236}">
                  <a16:creationId xmlns:a16="http://schemas.microsoft.com/office/drawing/2014/main" id="{4E709FF5-A947-4ACF-A965-BCD5AD1DA3D9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232152" y="1834447"/>
              <a:ext cx="130534" cy="74498"/>
            </a:xfrm>
            <a:custGeom>
              <a:avLst/>
              <a:gdLst>
                <a:gd name="T0" fmla="*/ 2147483647 w 396"/>
                <a:gd name="T1" fmla="*/ 2147483647 h 228"/>
                <a:gd name="T2" fmla="*/ 2147483647 w 396"/>
                <a:gd name="T3" fmla="*/ 2147483647 h 228"/>
                <a:gd name="T4" fmla="*/ 2147483647 w 396"/>
                <a:gd name="T5" fmla="*/ 2147483647 h 228"/>
                <a:gd name="T6" fmla="*/ 2147483647 w 396"/>
                <a:gd name="T7" fmla="*/ 2147483647 h 228"/>
                <a:gd name="T8" fmla="*/ 2147483647 w 396"/>
                <a:gd name="T9" fmla="*/ 2147483647 h 228"/>
                <a:gd name="T10" fmla="*/ 2147483647 w 396"/>
                <a:gd name="T11" fmla="*/ 2147483647 h 228"/>
                <a:gd name="T12" fmla="*/ 2147483647 w 396"/>
                <a:gd name="T13" fmla="*/ 2147483647 h 228"/>
                <a:gd name="T14" fmla="*/ 2147483647 w 396"/>
                <a:gd name="T15" fmla="*/ 0 h 228"/>
                <a:gd name="T16" fmla="*/ 2147483647 w 396"/>
                <a:gd name="T17" fmla="*/ 2147483647 h 228"/>
                <a:gd name="T18" fmla="*/ 2147483647 w 396"/>
                <a:gd name="T19" fmla="*/ 2147483647 h 228"/>
                <a:gd name="T20" fmla="*/ 2147483647 w 396"/>
                <a:gd name="T21" fmla="*/ 2147483647 h 228"/>
                <a:gd name="T22" fmla="*/ 2147483647 w 396"/>
                <a:gd name="T23" fmla="*/ 2147483647 h 228"/>
                <a:gd name="T24" fmla="*/ 2147483647 w 396"/>
                <a:gd name="T25" fmla="*/ 2147483647 h 228"/>
                <a:gd name="T26" fmla="*/ 2147483647 w 396"/>
                <a:gd name="T27" fmla="*/ 2147483647 h 228"/>
                <a:gd name="T28" fmla="*/ 2147483647 w 396"/>
                <a:gd name="T29" fmla="*/ 2147483647 h 228"/>
                <a:gd name="T30" fmla="*/ 2147483647 w 396"/>
                <a:gd name="T31" fmla="*/ 2147483647 h 228"/>
                <a:gd name="T32" fmla="*/ 2147483647 w 396"/>
                <a:gd name="T33" fmla="*/ 2147483647 h 228"/>
                <a:gd name="T34" fmla="*/ 2147483647 w 396"/>
                <a:gd name="T35" fmla="*/ 2147483647 h 228"/>
                <a:gd name="T36" fmla="*/ 2147483647 w 396"/>
                <a:gd name="T37" fmla="*/ 2147483647 h 228"/>
                <a:gd name="T38" fmla="*/ 2147483647 w 396"/>
                <a:gd name="T39" fmla="*/ 2147483647 h 228"/>
                <a:gd name="T40" fmla="*/ 2147483647 w 396"/>
                <a:gd name="T41" fmla="*/ 2147483647 h 228"/>
                <a:gd name="T42" fmla="*/ 2147483647 w 396"/>
                <a:gd name="T43" fmla="*/ 0 h 228"/>
                <a:gd name="T44" fmla="*/ 0 w 396"/>
                <a:gd name="T45" fmla="*/ 2147483647 h 228"/>
                <a:gd name="T46" fmla="*/ 2147483647 w 396"/>
                <a:gd name="T47" fmla="*/ 2147483647 h 228"/>
                <a:gd name="T48" fmla="*/ 2147483647 w 396"/>
                <a:gd name="T49" fmla="*/ 2147483647 h 228"/>
                <a:gd name="T50" fmla="*/ 2147483647 w 396"/>
                <a:gd name="T51" fmla="*/ 2147483647 h 228"/>
                <a:gd name="T52" fmla="*/ 2147483647 w 396"/>
                <a:gd name="T53" fmla="*/ 2147483647 h 228"/>
                <a:gd name="T54" fmla="*/ 2147483647 w 396"/>
                <a:gd name="T55" fmla="*/ 2147483647 h 228"/>
                <a:gd name="T56" fmla="*/ 0 w 396"/>
                <a:gd name="T57" fmla="*/ 2147483647 h 228"/>
                <a:gd name="T58" fmla="*/ 2147483647 w 396"/>
                <a:gd name="T59" fmla="*/ 2147483647 h 228"/>
                <a:gd name="T60" fmla="*/ 2147483647 w 396"/>
                <a:gd name="T61" fmla="*/ 2147483647 h 228"/>
                <a:gd name="T62" fmla="*/ 2147483647 w 396"/>
                <a:gd name="T63" fmla="*/ 2147483647 h 228"/>
                <a:gd name="T64" fmla="*/ 2147483647 w 396"/>
                <a:gd name="T65" fmla="*/ 2147483647 h 228"/>
                <a:gd name="T66" fmla="*/ 2147483647 w 396"/>
                <a:gd name="T67" fmla="*/ 2147483647 h 228"/>
                <a:gd name="T68" fmla="*/ 2147483647 w 396"/>
                <a:gd name="T69" fmla="*/ 2147483647 h 228"/>
                <a:gd name="T70" fmla="*/ 2147483647 w 396"/>
                <a:gd name="T71" fmla="*/ 2147483647 h 228"/>
                <a:gd name="T72" fmla="*/ 2147483647 w 396"/>
                <a:gd name="T73" fmla="*/ 2147483647 h 228"/>
                <a:gd name="T74" fmla="*/ 2147483647 w 396"/>
                <a:gd name="T75" fmla="*/ 2147483647 h 228"/>
                <a:gd name="T76" fmla="*/ 2147483647 w 396"/>
                <a:gd name="T77" fmla="*/ 2147483647 h 228"/>
                <a:gd name="T78" fmla="*/ 2147483647 w 396"/>
                <a:gd name="T79" fmla="*/ 2147483647 h 228"/>
                <a:gd name="T80" fmla="*/ 2147483647 w 396"/>
                <a:gd name="T81" fmla="*/ 2147483647 h 228"/>
                <a:gd name="T82" fmla="*/ 2147483647 w 396"/>
                <a:gd name="T83" fmla="*/ 2147483647 h 228"/>
                <a:gd name="T84" fmla="*/ 2147483647 w 396"/>
                <a:gd name="T85" fmla="*/ 2147483647 h 228"/>
                <a:gd name="T86" fmla="*/ 2147483647 w 396"/>
                <a:gd name="T87" fmla="*/ 2147483647 h 228"/>
                <a:gd name="T88" fmla="*/ 2147483647 w 396"/>
                <a:gd name="T89" fmla="*/ 2147483647 h 228"/>
                <a:gd name="T90" fmla="*/ 2147483647 w 396"/>
                <a:gd name="T91" fmla="*/ 2147483647 h 228"/>
                <a:gd name="T92" fmla="*/ 2147483647 w 396"/>
                <a:gd name="T93" fmla="*/ 2147483647 h 22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96"/>
                <a:gd name="T142" fmla="*/ 0 h 228"/>
                <a:gd name="T143" fmla="*/ 396 w 396"/>
                <a:gd name="T144" fmla="*/ 228 h 228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96" h="228">
                  <a:moveTo>
                    <a:pt x="372" y="168"/>
                  </a:moveTo>
                  <a:lnTo>
                    <a:pt x="336" y="126"/>
                  </a:lnTo>
                  <a:lnTo>
                    <a:pt x="354" y="108"/>
                  </a:lnTo>
                  <a:lnTo>
                    <a:pt x="354" y="78"/>
                  </a:lnTo>
                  <a:lnTo>
                    <a:pt x="360" y="72"/>
                  </a:lnTo>
                  <a:lnTo>
                    <a:pt x="372" y="66"/>
                  </a:lnTo>
                  <a:lnTo>
                    <a:pt x="396" y="66"/>
                  </a:lnTo>
                  <a:lnTo>
                    <a:pt x="396" y="48"/>
                  </a:lnTo>
                  <a:lnTo>
                    <a:pt x="390" y="36"/>
                  </a:lnTo>
                  <a:lnTo>
                    <a:pt x="372" y="36"/>
                  </a:lnTo>
                  <a:lnTo>
                    <a:pt x="348" y="12"/>
                  </a:lnTo>
                  <a:lnTo>
                    <a:pt x="324" y="12"/>
                  </a:lnTo>
                  <a:lnTo>
                    <a:pt x="312" y="6"/>
                  </a:lnTo>
                  <a:lnTo>
                    <a:pt x="300" y="6"/>
                  </a:lnTo>
                  <a:lnTo>
                    <a:pt x="288" y="0"/>
                  </a:lnTo>
                  <a:lnTo>
                    <a:pt x="282" y="0"/>
                  </a:lnTo>
                  <a:lnTo>
                    <a:pt x="282" y="12"/>
                  </a:lnTo>
                  <a:lnTo>
                    <a:pt x="252" y="6"/>
                  </a:lnTo>
                  <a:lnTo>
                    <a:pt x="252" y="12"/>
                  </a:lnTo>
                  <a:lnTo>
                    <a:pt x="246" y="12"/>
                  </a:lnTo>
                  <a:lnTo>
                    <a:pt x="234" y="18"/>
                  </a:lnTo>
                  <a:lnTo>
                    <a:pt x="228" y="18"/>
                  </a:lnTo>
                  <a:lnTo>
                    <a:pt x="222" y="24"/>
                  </a:lnTo>
                  <a:lnTo>
                    <a:pt x="222" y="36"/>
                  </a:lnTo>
                  <a:lnTo>
                    <a:pt x="216" y="42"/>
                  </a:lnTo>
                  <a:lnTo>
                    <a:pt x="198" y="42"/>
                  </a:lnTo>
                  <a:lnTo>
                    <a:pt x="186" y="36"/>
                  </a:lnTo>
                  <a:lnTo>
                    <a:pt x="180" y="30"/>
                  </a:lnTo>
                  <a:lnTo>
                    <a:pt x="156" y="30"/>
                  </a:lnTo>
                  <a:lnTo>
                    <a:pt x="138" y="24"/>
                  </a:lnTo>
                  <a:lnTo>
                    <a:pt x="138" y="30"/>
                  </a:lnTo>
                  <a:lnTo>
                    <a:pt x="132" y="36"/>
                  </a:lnTo>
                  <a:lnTo>
                    <a:pt x="108" y="36"/>
                  </a:lnTo>
                  <a:lnTo>
                    <a:pt x="102" y="30"/>
                  </a:lnTo>
                  <a:lnTo>
                    <a:pt x="90" y="30"/>
                  </a:lnTo>
                  <a:lnTo>
                    <a:pt x="66" y="18"/>
                  </a:lnTo>
                  <a:lnTo>
                    <a:pt x="54" y="30"/>
                  </a:lnTo>
                  <a:lnTo>
                    <a:pt x="36" y="30"/>
                  </a:lnTo>
                  <a:lnTo>
                    <a:pt x="30" y="24"/>
                  </a:lnTo>
                  <a:lnTo>
                    <a:pt x="36" y="18"/>
                  </a:lnTo>
                  <a:lnTo>
                    <a:pt x="36" y="12"/>
                  </a:lnTo>
                  <a:lnTo>
                    <a:pt x="42" y="6"/>
                  </a:lnTo>
                  <a:lnTo>
                    <a:pt x="36" y="0"/>
                  </a:lnTo>
                  <a:lnTo>
                    <a:pt x="12" y="0"/>
                  </a:lnTo>
                  <a:lnTo>
                    <a:pt x="12" y="12"/>
                  </a:lnTo>
                  <a:lnTo>
                    <a:pt x="0" y="24"/>
                  </a:lnTo>
                  <a:lnTo>
                    <a:pt x="0" y="42"/>
                  </a:lnTo>
                  <a:lnTo>
                    <a:pt x="18" y="48"/>
                  </a:lnTo>
                  <a:lnTo>
                    <a:pt x="12" y="60"/>
                  </a:lnTo>
                  <a:lnTo>
                    <a:pt x="30" y="66"/>
                  </a:lnTo>
                  <a:lnTo>
                    <a:pt x="36" y="72"/>
                  </a:lnTo>
                  <a:lnTo>
                    <a:pt x="36" y="96"/>
                  </a:lnTo>
                  <a:lnTo>
                    <a:pt x="30" y="102"/>
                  </a:lnTo>
                  <a:lnTo>
                    <a:pt x="6" y="102"/>
                  </a:lnTo>
                  <a:lnTo>
                    <a:pt x="6" y="108"/>
                  </a:lnTo>
                  <a:lnTo>
                    <a:pt x="12" y="114"/>
                  </a:lnTo>
                  <a:lnTo>
                    <a:pt x="12" y="138"/>
                  </a:lnTo>
                  <a:lnTo>
                    <a:pt x="0" y="138"/>
                  </a:lnTo>
                  <a:lnTo>
                    <a:pt x="12" y="156"/>
                  </a:lnTo>
                  <a:lnTo>
                    <a:pt x="18" y="156"/>
                  </a:lnTo>
                  <a:lnTo>
                    <a:pt x="18" y="168"/>
                  </a:lnTo>
                  <a:lnTo>
                    <a:pt x="36" y="180"/>
                  </a:lnTo>
                  <a:lnTo>
                    <a:pt x="42" y="186"/>
                  </a:lnTo>
                  <a:lnTo>
                    <a:pt x="48" y="198"/>
                  </a:lnTo>
                  <a:lnTo>
                    <a:pt x="48" y="210"/>
                  </a:lnTo>
                  <a:lnTo>
                    <a:pt x="42" y="222"/>
                  </a:lnTo>
                  <a:lnTo>
                    <a:pt x="48" y="222"/>
                  </a:lnTo>
                  <a:lnTo>
                    <a:pt x="54" y="228"/>
                  </a:lnTo>
                  <a:lnTo>
                    <a:pt x="66" y="228"/>
                  </a:lnTo>
                  <a:lnTo>
                    <a:pt x="78" y="222"/>
                  </a:lnTo>
                  <a:lnTo>
                    <a:pt x="84" y="216"/>
                  </a:lnTo>
                  <a:lnTo>
                    <a:pt x="108" y="222"/>
                  </a:lnTo>
                  <a:lnTo>
                    <a:pt x="114" y="204"/>
                  </a:lnTo>
                  <a:lnTo>
                    <a:pt x="144" y="198"/>
                  </a:lnTo>
                  <a:lnTo>
                    <a:pt x="144" y="204"/>
                  </a:lnTo>
                  <a:lnTo>
                    <a:pt x="162" y="222"/>
                  </a:lnTo>
                  <a:lnTo>
                    <a:pt x="174" y="222"/>
                  </a:lnTo>
                  <a:lnTo>
                    <a:pt x="180" y="216"/>
                  </a:lnTo>
                  <a:lnTo>
                    <a:pt x="192" y="228"/>
                  </a:lnTo>
                  <a:lnTo>
                    <a:pt x="204" y="228"/>
                  </a:lnTo>
                  <a:lnTo>
                    <a:pt x="216" y="216"/>
                  </a:lnTo>
                  <a:lnTo>
                    <a:pt x="228" y="228"/>
                  </a:lnTo>
                  <a:lnTo>
                    <a:pt x="246" y="228"/>
                  </a:lnTo>
                  <a:lnTo>
                    <a:pt x="252" y="222"/>
                  </a:lnTo>
                  <a:lnTo>
                    <a:pt x="252" y="204"/>
                  </a:lnTo>
                  <a:lnTo>
                    <a:pt x="246" y="198"/>
                  </a:lnTo>
                  <a:lnTo>
                    <a:pt x="264" y="192"/>
                  </a:lnTo>
                  <a:lnTo>
                    <a:pt x="282" y="168"/>
                  </a:lnTo>
                  <a:lnTo>
                    <a:pt x="312" y="174"/>
                  </a:lnTo>
                  <a:lnTo>
                    <a:pt x="324" y="156"/>
                  </a:lnTo>
                  <a:lnTo>
                    <a:pt x="336" y="174"/>
                  </a:lnTo>
                  <a:lnTo>
                    <a:pt x="348" y="174"/>
                  </a:lnTo>
                  <a:lnTo>
                    <a:pt x="360" y="180"/>
                  </a:lnTo>
                  <a:lnTo>
                    <a:pt x="372" y="180"/>
                  </a:lnTo>
                  <a:lnTo>
                    <a:pt x="372" y="16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60" name="Burkina Faso" descr="© INSCALE GmbH, 05.05.2010&#10;http://www.presentationload.com/">
              <a:extLst>
                <a:ext uri="{FF2B5EF4-FFF2-40B4-BE49-F238E27FC236}">
                  <a16:creationId xmlns:a16="http://schemas.microsoft.com/office/drawing/2014/main" id="{65BE0991-F649-430D-9EE4-88DEDA0CBC7B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602744" y="2603827"/>
              <a:ext cx="188693" cy="147710"/>
            </a:xfrm>
            <a:custGeom>
              <a:avLst/>
              <a:gdLst>
                <a:gd name="T0" fmla="*/ 2147483647 w 570"/>
                <a:gd name="T1" fmla="*/ 2147483647 h 450"/>
                <a:gd name="T2" fmla="*/ 2147483647 w 570"/>
                <a:gd name="T3" fmla="*/ 2147483647 h 450"/>
                <a:gd name="T4" fmla="*/ 2147483647 w 570"/>
                <a:gd name="T5" fmla="*/ 2147483647 h 450"/>
                <a:gd name="T6" fmla="*/ 2147483647 w 570"/>
                <a:gd name="T7" fmla="*/ 2147483647 h 450"/>
                <a:gd name="T8" fmla="*/ 2147483647 w 570"/>
                <a:gd name="T9" fmla="*/ 2147483647 h 450"/>
                <a:gd name="T10" fmla="*/ 2147483647 w 570"/>
                <a:gd name="T11" fmla="*/ 2147483647 h 450"/>
                <a:gd name="T12" fmla="*/ 2147483647 w 570"/>
                <a:gd name="T13" fmla="*/ 2147483647 h 450"/>
                <a:gd name="T14" fmla="*/ 2147483647 w 570"/>
                <a:gd name="T15" fmla="*/ 2147483647 h 450"/>
                <a:gd name="T16" fmla="*/ 2147483647 w 570"/>
                <a:gd name="T17" fmla="*/ 2147483647 h 450"/>
                <a:gd name="T18" fmla="*/ 2147483647 w 570"/>
                <a:gd name="T19" fmla="*/ 2147483647 h 450"/>
                <a:gd name="T20" fmla="*/ 2147483647 w 570"/>
                <a:gd name="T21" fmla="*/ 2147483647 h 450"/>
                <a:gd name="T22" fmla="*/ 2147483647 w 570"/>
                <a:gd name="T23" fmla="*/ 2147483647 h 450"/>
                <a:gd name="T24" fmla="*/ 2147483647 w 570"/>
                <a:gd name="T25" fmla="*/ 2147483647 h 450"/>
                <a:gd name="T26" fmla="*/ 2147483647 w 570"/>
                <a:gd name="T27" fmla="*/ 2147483647 h 450"/>
                <a:gd name="T28" fmla="*/ 2147483647 w 570"/>
                <a:gd name="T29" fmla="*/ 2147483647 h 450"/>
                <a:gd name="T30" fmla="*/ 2147483647 w 570"/>
                <a:gd name="T31" fmla="*/ 2147483647 h 450"/>
                <a:gd name="T32" fmla="*/ 2147483647 w 570"/>
                <a:gd name="T33" fmla="*/ 2147483647 h 450"/>
                <a:gd name="T34" fmla="*/ 2147483647 w 570"/>
                <a:gd name="T35" fmla="*/ 2147483647 h 450"/>
                <a:gd name="T36" fmla="*/ 2147483647 w 570"/>
                <a:gd name="T37" fmla="*/ 2147483647 h 450"/>
                <a:gd name="T38" fmla="*/ 2147483647 w 570"/>
                <a:gd name="T39" fmla="*/ 2147483647 h 450"/>
                <a:gd name="T40" fmla="*/ 2147483647 w 570"/>
                <a:gd name="T41" fmla="*/ 2147483647 h 450"/>
                <a:gd name="T42" fmla="*/ 2147483647 w 570"/>
                <a:gd name="T43" fmla="*/ 2147483647 h 450"/>
                <a:gd name="T44" fmla="*/ 2147483647 w 570"/>
                <a:gd name="T45" fmla="*/ 2147483647 h 450"/>
                <a:gd name="T46" fmla="*/ 2147483647 w 570"/>
                <a:gd name="T47" fmla="*/ 2147483647 h 450"/>
                <a:gd name="T48" fmla="*/ 2147483647 w 570"/>
                <a:gd name="T49" fmla="*/ 2147483647 h 450"/>
                <a:gd name="T50" fmla="*/ 2147483647 w 570"/>
                <a:gd name="T51" fmla="*/ 2147483647 h 450"/>
                <a:gd name="T52" fmla="*/ 2147483647 w 570"/>
                <a:gd name="T53" fmla="*/ 2147483647 h 450"/>
                <a:gd name="T54" fmla="*/ 2147483647 w 570"/>
                <a:gd name="T55" fmla="*/ 2147483647 h 450"/>
                <a:gd name="T56" fmla="*/ 2147483647 w 570"/>
                <a:gd name="T57" fmla="*/ 2147483647 h 450"/>
                <a:gd name="T58" fmla="*/ 2147483647 w 570"/>
                <a:gd name="T59" fmla="*/ 2147483647 h 450"/>
                <a:gd name="T60" fmla="*/ 2147483647 w 570"/>
                <a:gd name="T61" fmla="*/ 2147483647 h 450"/>
                <a:gd name="T62" fmla="*/ 2147483647 w 570"/>
                <a:gd name="T63" fmla="*/ 2147483647 h 450"/>
                <a:gd name="T64" fmla="*/ 2147483647 w 570"/>
                <a:gd name="T65" fmla="*/ 2147483647 h 450"/>
                <a:gd name="T66" fmla="*/ 2147483647 w 570"/>
                <a:gd name="T67" fmla="*/ 0 h 450"/>
                <a:gd name="T68" fmla="*/ 2147483647 w 570"/>
                <a:gd name="T69" fmla="*/ 2147483647 h 450"/>
                <a:gd name="T70" fmla="*/ 2147483647 w 570"/>
                <a:gd name="T71" fmla="*/ 2147483647 h 450"/>
                <a:gd name="T72" fmla="*/ 2147483647 w 570"/>
                <a:gd name="T73" fmla="*/ 2147483647 h 450"/>
                <a:gd name="T74" fmla="*/ 2147483647 w 570"/>
                <a:gd name="T75" fmla="*/ 2147483647 h 450"/>
                <a:gd name="T76" fmla="*/ 2147483647 w 570"/>
                <a:gd name="T77" fmla="*/ 2147483647 h 450"/>
                <a:gd name="T78" fmla="*/ 2147483647 w 570"/>
                <a:gd name="T79" fmla="*/ 2147483647 h 450"/>
                <a:gd name="T80" fmla="*/ 2147483647 w 570"/>
                <a:gd name="T81" fmla="*/ 2147483647 h 450"/>
                <a:gd name="T82" fmla="*/ 2147483647 w 570"/>
                <a:gd name="T83" fmla="*/ 2147483647 h 450"/>
                <a:gd name="T84" fmla="*/ 2147483647 w 570"/>
                <a:gd name="T85" fmla="*/ 2147483647 h 450"/>
                <a:gd name="T86" fmla="*/ 2147483647 w 570"/>
                <a:gd name="T87" fmla="*/ 2147483647 h 450"/>
                <a:gd name="T88" fmla="*/ 2147483647 w 570"/>
                <a:gd name="T89" fmla="*/ 2147483647 h 450"/>
                <a:gd name="T90" fmla="*/ 2147483647 w 570"/>
                <a:gd name="T91" fmla="*/ 2147483647 h 450"/>
                <a:gd name="T92" fmla="*/ 2147483647 w 570"/>
                <a:gd name="T93" fmla="*/ 2147483647 h 450"/>
                <a:gd name="T94" fmla="*/ 2147483647 w 570"/>
                <a:gd name="T95" fmla="*/ 2147483647 h 450"/>
                <a:gd name="T96" fmla="*/ 2147483647 w 570"/>
                <a:gd name="T97" fmla="*/ 2147483647 h 450"/>
                <a:gd name="T98" fmla="*/ 2147483647 w 570"/>
                <a:gd name="T99" fmla="*/ 2147483647 h 450"/>
                <a:gd name="T100" fmla="*/ 2147483647 w 570"/>
                <a:gd name="T101" fmla="*/ 2147483647 h 450"/>
                <a:gd name="T102" fmla="*/ 2147483647 w 570"/>
                <a:gd name="T103" fmla="*/ 2147483647 h 45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70"/>
                <a:gd name="T157" fmla="*/ 0 h 450"/>
                <a:gd name="T158" fmla="*/ 570 w 570"/>
                <a:gd name="T159" fmla="*/ 450 h 45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70" h="450">
                  <a:moveTo>
                    <a:pt x="0" y="312"/>
                  </a:moveTo>
                  <a:lnTo>
                    <a:pt x="6" y="366"/>
                  </a:lnTo>
                  <a:lnTo>
                    <a:pt x="6" y="390"/>
                  </a:lnTo>
                  <a:lnTo>
                    <a:pt x="30" y="384"/>
                  </a:lnTo>
                  <a:lnTo>
                    <a:pt x="30" y="390"/>
                  </a:lnTo>
                  <a:lnTo>
                    <a:pt x="36" y="396"/>
                  </a:lnTo>
                  <a:lnTo>
                    <a:pt x="36" y="408"/>
                  </a:lnTo>
                  <a:lnTo>
                    <a:pt x="42" y="420"/>
                  </a:lnTo>
                  <a:lnTo>
                    <a:pt x="54" y="426"/>
                  </a:lnTo>
                  <a:lnTo>
                    <a:pt x="60" y="432"/>
                  </a:lnTo>
                  <a:lnTo>
                    <a:pt x="72" y="432"/>
                  </a:lnTo>
                  <a:lnTo>
                    <a:pt x="78" y="438"/>
                  </a:lnTo>
                  <a:lnTo>
                    <a:pt x="90" y="438"/>
                  </a:lnTo>
                  <a:lnTo>
                    <a:pt x="96" y="432"/>
                  </a:lnTo>
                  <a:lnTo>
                    <a:pt x="96" y="426"/>
                  </a:lnTo>
                  <a:lnTo>
                    <a:pt x="120" y="414"/>
                  </a:lnTo>
                  <a:lnTo>
                    <a:pt x="150" y="414"/>
                  </a:lnTo>
                  <a:lnTo>
                    <a:pt x="168" y="420"/>
                  </a:lnTo>
                  <a:lnTo>
                    <a:pt x="186" y="438"/>
                  </a:lnTo>
                  <a:lnTo>
                    <a:pt x="186" y="450"/>
                  </a:lnTo>
                  <a:lnTo>
                    <a:pt x="204" y="444"/>
                  </a:lnTo>
                  <a:lnTo>
                    <a:pt x="198" y="450"/>
                  </a:lnTo>
                  <a:lnTo>
                    <a:pt x="198" y="396"/>
                  </a:lnTo>
                  <a:lnTo>
                    <a:pt x="192" y="366"/>
                  </a:lnTo>
                  <a:lnTo>
                    <a:pt x="186" y="366"/>
                  </a:lnTo>
                  <a:lnTo>
                    <a:pt x="186" y="348"/>
                  </a:lnTo>
                  <a:lnTo>
                    <a:pt x="192" y="336"/>
                  </a:lnTo>
                  <a:lnTo>
                    <a:pt x="198" y="330"/>
                  </a:lnTo>
                  <a:lnTo>
                    <a:pt x="354" y="330"/>
                  </a:lnTo>
                  <a:lnTo>
                    <a:pt x="378" y="318"/>
                  </a:lnTo>
                  <a:lnTo>
                    <a:pt x="396" y="324"/>
                  </a:lnTo>
                  <a:lnTo>
                    <a:pt x="414" y="324"/>
                  </a:lnTo>
                  <a:lnTo>
                    <a:pt x="438" y="330"/>
                  </a:lnTo>
                  <a:lnTo>
                    <a:pt x="456" y="330"/>
                  </a:lnTo>
                  <a:lnTo>
                    <a:pt x="462" y="318"/>
                  </a:lnTo>
                  <a:lnTo>
                    <a:pt x="474" y="318"/>
                  </a:lnTo>
                  <a:lnTo>
                    <a:pt x="480" y="306"/>
                  </a:lnTo>
                  <a:lnTo>
                    <a:pt x="498" y="288"/>
                  </a:lnTo>
                  <a:lnTo>
                    <a:pt x="528" y="288"/>
                  </a:lnTo>
                  <a:lnTo>
                    <a:pt x="534" y="294"/>
                  </a:lnTo>
                  <a:lnTo>
                    <a:pt x="534" y="282"/>
                  </a:lnTo>
                  <a:lnTo>
                    <a:pt x="540" y="282"/>
                  </a:lnTo>
                  <a:lnTo>
                    <a:pt x="546" y="276"/>
                  </a:lnTo>
                  <a:lnTo>
                    <a:pt x="558" y="276"/>
                  </a:lnTo>
                  <a:lnTo>
                    <a:pt x="564" y="258"/>
                  </a:lnTo>
                  <a:lnTo>
                    <a:pt x="570" y="252"/>
                  </a:lnTo>
                  <a:lnTo>
                    <a:pt x="564" y="252"/>
                  </a:lnTo>
                  <a:lnTo>
                    <a:pt x="540" y="216"/>
                  </a:lnTo>
                  <a:lnTo>
                    <a:pt x="564" y="210"/>
                  </a:lnTo>
                  <a:lnTo>
                    <a:pt x="558" y="198"/>
                  </a:lnTo>
                  <a:lnTo>
                    <a:pt x="546" y="186"/>
                  </a:lnTo>
                  <a:lnTo>
                    <a:pt x="534" y="186"/>
                  </a:lnTo>
                  <a:lnTo>
                    <a:pt x="522" y="198"/>
                  </a:lnTo>
                  <a:lnTo>
                    <a:pt x="504" y="198"/>
                  </a:lnTo>
                  <a:lnTo>
                    <a:pt x="498" y="186"/>
                  </a:lnTo>
                  <a:lnTo>
                    <a:pt x="486" y="180"/>
                  </a:lnTo>
                  <a:lnTo>
                    <a:pt x="462" y="156"/>
                  </a:lnTo>
                  <a:lnTo>
                    <a:pt x="462" y="150"/>
                  </a:lnTo>
                  <a:lnTo>
                    <a:pt x="480" y="132"/>
                  </a:lnTo>
                  <a:lnTo>
                    <a:pt x="468" y="132"/>
                  </a:lnTo>
                  <a:lnTo>
                    <a:pt x="468" y="114"/>
                  </a:lnTo>
                  <a:lnTo>
                    <a:pt x="444" y="114"/>
                  </a:lnTo>
                  <a:lnTo>
                    <a:pt x="432" y="108"/>
                  </a:lnTo>
                  <a:lnTo>
                    <a:pt x="420" y="84"/>
                  </a:lnTo>
                  <a:lnTo>
                    <a:pt x="420" y="60"/>
                  </a:lnTo>
                  <a:lnTo>
                    <a:pt x="414" y="48"/>
                  </a:lnTo>
                  <a:lnTo>
                    <a:pt x="414" y="12"/>
                  </a:lnTo>
                  <a:lnTo>
                    <a:pt x="390" y="0"/>
                  </a:lnTo>
                  <a:lnTo>
                    <a:pt x="342" y="0"/>
                  </a:lnTo>
                  <a:lnTo>
                    <a:pt x="324" y="18"/>
                  </a:lnTo>
                  <a:lnTo>
                    <a:pt x="300" y="18"/>
                  </a:lnTo>
                  <a:lnTo>
                    <a:pt x="282" y="42"/>
                  </a:lnTo>
                  <a:lnTo>
                    <a:pt x="258" y="42"/>
                  </a:lnTo>
                  <a:lnTo>
                    <a:pt x="258" y="60"/>
                  </a:lnTo>
                  <a:lnTo>
                    <a:pt x="252" y="66"/>
                  </a:lnTo>
                  <a:lnTo>
                    <a:pt x="252" y="72"/>
                  </a:lnTo>
                  <a:lnTo>
                    <a:pt x="240" y="72"/>
                  </a:lnTo>
                  <a:lnTo>
                    <a:pt x="228" y="60"/>
                  </a:lnTo>
                  <a:lnTo>
                    <a:pt x="222" y="60"/>
                  </a:lnTo>
                  <a:lnTo>
                    <a:pt x="216" y="66"/>
                  </a:lnTo>
                  <a:lnTo>
                    <a:pt x="210" y="78"/>
                  </a:lnTo>
                  <a:lnTo>
                    <a:pt x="198" y="84"/>
                  </a:lnTo>
                  <a:lnTo>
                    <a:pt x="192" y="96"/>
                  </a:lnTo>
                  <a:lnTo>
                    <a:pt x="186" y="102"/>
                  </a:lnTo>
                  <a:lnTo>
                    <a:pt x="186" y="108"/>
                  </a:lnTo>
                  <a:lnTo>
                    <a:pt x="168" y="108"/>
                  </a:lnTo>
                  <a:lnTo>
                    <a:pt x="168" y="144"/>
                  </a:lnTo>
                  <a:lnTo>
                    <a:pt x="144" y="150"/>
                  </a:lnTo>
                  <a:lnTo>
                    <a:pt x="114" y="120"/>
                  </a:lnTo>
                  <a:lnTo>
                    <a:pt x="96" y="150"/>
                  </a:lnTo>
                  <a:lnTo>
                    <a:pt x="102" y="156"/>
                  </a:lnTo>
                  <a:lnTo>
                    <a:pt x="102" y="186"/>
                  </a:lnTo>
                  <a:lnTo>
                    <a:pt x="84" y="186"/>
                  </a:lnTo>
                  <a:lnTo>
                    <a:pt x="84" y="216"/>
                  </a:lnTo>
                  <a:lnTo>
                    <a:pt x="78" y="222"/>
                  </a:lnTo>
                  <a:lnTo>
                    <a:pt x="72" y="222"/>
                  </a:lnTo>
                  <a:lnTo>
                    <a:pt x="78" y="228"/>
                  </a:lnTo>
                  <a:lnTo>
                    <a:pt x="78" y="240"/>
                  </a:lnTo>
                  <a:lnTo>
                    <a:pt x="42" y="240"/>
                  </a:lnTo>
                  <a:lnTo>
                    <a:pt x="36" y="246"/>
                  </a:lnTo>
                  <a:lnTo>
                    <a:pt x="30" y="246"/>
                  </a:lnTo>
                  <a:lnTo>
                    <a:pt x="12" y="258"/>
                  </a:lnTo>
                  <a:lnTo>
                    <a:pt x="36" y="288"/>
                  </a:lnTo>
                  <a:lnTo>
                    <a:pt x="24" y="312"/>
                  </a:lnTo>
                  <a:lnTo>
                    <a:pt x="0" y="31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61" name="Brunei" descr="© INSCALE GmbH, 05.05.2010&#10;http://www.presentationload.com/">
              <a:extLst>
                <a:ext uri="{FF2B5EF4-FFF2-40B4-BE49-F238E27FC236}">
                  <a16:creationId xmlns:a16="http://schemas.microsoft.com/office/drawing/2014/main" id="{0ACD85D2-2B87-4491-BFCE-F1A511147155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6417625" y="2856028"/>
              <a:ext cx="37104" cy="34794"/>
            </a:xfrm>
            <a:custGeom>
              <a:avLst/>
              <a:gdLst/>
              <a:ahLst/>
              <a:cxnLst/>
              <a:rect l="l" t="t" r="r" b="b"/>
              <a:pathLst>
                <a:path w="37104" h="35043">
                  <a:moveTo>
                    <a:pt x="17188" y="0"/>
                  </a:moveTo>
                  <a:lnTo>
                    <a:pt x="19166" y="0"/>
                  </a:lnTo>
                  <a:lnTo>
                    <a:pt x="25100" y="1985"/>
                  </a:lnTo>
                  <a:lnTo>
                    <a:pt x="29056" y="1985"/>
                  </a:lnTo>
                  <a:lnTo>
                    <a:pt x="33506" y="3473"/>
                  </a:lnTo>
                  <a:cubicBezTo>
                    <a:pt x="36384" y="5627"/>
                    <a:pt x="37104" y="8809"/>
                    <a:pt x="37104" y="12160"/>
                  </a:cubicBezTo>
                  <a:cubicBezTo>
                    <a:pt x="37104" y="24798"/>
                    <a:pt x="26859" y="35043"/>
                    <a:pt x="14221" y="35043"/>
                  </a:cubicBezTo>
                  <a:lnTo>
                    <a:pt x="0" y="29153"/>
                  </a:lnTo>
                  <a:lnTo>
                    <a:pt x="11254" y="17861"/>
                  </a:lnTo>
                  <a:lnTo>
                    <a:pt x="11254" y="9923"/>
                  </a:lnTo>
                  <a:lnTo>
                    <a:pt x="13232" y="5954"/>
                  </a:lnTo>
                  <a:lnTo>
                    <a:pt x="13232" y="1985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62" name="Bosnia and Herzegovina" descr="© INSCALE GmbH, 05.05.2010&#10;http://www.presentationload.com/">
              <a:extLst>
                <a:ext uri="{FF2B5EF4-FFF2-40B4-BE49-F238E27FC236}">
                  <a16:creationId xmlns:a16="http://schemas.microsoft.com/office/drawing/2014/main" id="{B1CFBEA3-E0C2-47A2-B819-A4053D2B75DC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084816" y="1804908"/>
              <a:ext cx="87885" cy="77067"/>
            </a:xfrm>
            <a:custGeom>
              <a:avLst/>
              <a:gdLst>
                <a:gd name="T0" fmla="*/ 2147483647 w 264"/>
                <a:gd name="T1" fmla="*/ 2147483647 h 234"/>
                <a:gd name="T2" fmla="*/ 2147483647 w 264"/>
                <a:gd name="T3" fmla="*/ 2147483647 h 234"/>
                <a:gd name="T4" fmla="*/ 2147483647 w 264"/>
                <a:gd name="T5" fmla="*/ 2147483647 h 234"/>
                <a:gd name="T6" fmla="*/ 2147483647 w 264"/>
                <a:gd name="T7" fmla="*/ 2147483647 h 234"/>
                <a:gd name="T8" fmla="*/ 2147483647 w 264"/>
                <a:gd name="T9" fmla="*/ 2147483647 h 234"/>
                <a:gd name="T10" fmla="*/ 2147483647 w 264"/>
                <a:gd name="T11" fmla="*/ 2147483647 h 234"/>
                <a:gd name="T12" fmla="*/ 2147483647 w 264"/>
                <a:gd name="T13" fmla="*/ 2147483647 h 234"/>
                <a:gd name="T14" fmla="*/ 2147483647 w 264"/>
                <a:gd name="T15" fmla="*/ 2147483647 h 234"/>
                <a:gd name="T16" fmla="*/ 2147483647 w 264"/>
                <a:gd name="T17" fmla="*/ 2147483647 h 234"/>
                <a:gd name="T18" fmla="*/ 2147483647 w 264"/>
                <a:gd name="T19" fmla="*/ 2147483647 h 234"/>
                <a:gd name="T20" fmla="*/ 2147483647 w 264"/>
                <a:gd name="T21" fmla="*/ 2147483647 h 234"/>
                <a:gd name="T22" fmla="*/ 2147483647 w 264"/>
                <a:gd name="T23" fmla="*/ 2147483647 h 234"/>
                <a:gd name="T24" fmla="*/ 2147483647 w 264"/>
                <a:gd name="T25" fmla="*/ 2147483647 h 234"/>
                <a:gd name="T26" fmla="*/ 2147483647 w 264"/>
                <a:gd name="T27" fmla="*/ 2147483647 h 234"/>
                <a:gd name="T28" fmla="*/ 2147483647 w 264"/>
                <a:gd name="T29" fmla="*/ 2147483647 h 234"/>
                <a:gd name="T30" fmla="*/ 2147483647 w 264"/>
                <a:gd name="T31" fmla="*/ 2147483647 h 234"/>
                <a:gd name="T32" fmla="*/ 2147483647 w 264"/>
                <a:gd name="T33" fmla="*/ 2147483647 h 234"/>
                <a:gd name="T34" fmla="*/ 2147483647 w 264"/>
                <a:gd name="T35" fmla="*/ 2147483647 h 234"/>
                <a:gd name="T36" fmla="*/ 2147483647 w 264"/>
                <a:gd name="T37" fmla="*/ 2147483647 h 234"/>
                <a:gd name="T38" fmla="*/ 2147483647 w 264"/>
                <a:gd name="T39" fmla="*/ 0 h 234"/>
                <a:gd name="T40" fmla="*/ 2147483647 w 264"/>
                <a:gd name="T41" fmla="*/ 0 h 234"/>
                <a:gd name="T42" fmla="*/ 2147483647 w 264"/>
                <a:gd name="T43" fmla="*/ 2147483647 h 234"/>
                <a:gd name="T44" fmla="*/ 0 w 264"/>
                <a:gd name="T45" fmla="*/ 2147483647 h 234"/>
                <a:gd name="T46" fmla="*/ 2147483647 w 264"/>
                <a:gd name="T47" fmla="*/ 2147483647 h 234"/>
                <a:gd name="T48" fmla="*/ 2147483647 w 264"/>
                <a:gd name="T49" fmla="*/ 2147483647 h 234"/>
                <a:gd name="T50" fmla="*/ 2147483647 w 264"/>
                <a:gd name="T51" fmla="*/ 2147483647 h 234"/>
                <a:gd name="T52" fmla="*/ 2147483647 w 264"/>
                <a:gd name="T53" fmla="*/ 2147483647 h 234"/>
                <a:gd name="T54" fmla="*/ 2147483647 w 264"/>
                <a:gd name="T55" fmla="*/ 2147483647 h 234"/>
                <a:gd name="T56" fmla="*/ 2147483647 w 264"/>
                <a:gd name="T57" fmla="*/ 2147483647 h 234"/>
                <a:gd name="T58" fmla="*/ 2147483647 w 264"/>
                <a:gd name="T59" fmla="*/ 2147483647 h 234"/>
                <a:gd name="T60" fmla="*/ 2147483647 w 264"/>
                <a:gd name="T61" fmla="*/ 2147483647 h 234"/>
                <a:gd name="T62" fmla="*/ 2147483647 w 264"/>
                <a:gd name="T63" fmla="*/ 2147483647 h 234"/>
                <a:gd name="T64" fmla="*/ 2147483647 w 264"/>
                <a:gd name="T65" fmla="*/ 2147483647 h 234"/>
                <a:gd name="T66" fmla="*/ 2147483647 w 264"/>
                <a:gd name="T67" fmla="*/ 2147483647 h 234"/>
                <a:gd name="T68" fmla="*/ 2147483647 w 264"/>
                <a:gd name="T69" fmla="*/ 2147483647 h 234"/>
                <a:gd name="T70" fmla="*/ 2147483647 w 264"/>
                <a:gd name="T71" fmla="*/ 2147483647 h 234"/>
                <a:gd name="T72" fmla="*/ 2147483647 w 264"/>
                <a:gd name="T73" fmla="*/ 2147483647 h 234"/>
                <a:gd name="T74" fmla="*/ 2147483647 w 264"/>
                <a:gd name="T75" fmla="*/ 2147483647 h 234"/>
                <a:gd name="T76" fmla="*/ 2147483647 w 264"/>
                <a:gd name="T77" fmla="*/ 2147483647 h 234"/>
                <a:gd name="T78" fmla="*/ 2147483647 w 264"/>
                <a:gd name="T79" fmla="*/ 2147483647 h 234"/>
                <a:gd name="T80" fmla="*/ 2147483647 w 264"/>
                <a:gd name="T81" fmla="*/ 2147483647 h 234"/>
                <a:gd name="T82" fmla="*/ 2147483647 w 264"/>
                <a:gd name="T83" fmla="*/ 2147483647 h 234"/>
                <a:gd name="T84" fmla="*/ 2147483647 w 264"/>
                <a:gd name="T85" fmla="*/ 2147483647 h 234"/>
                <a:gd name="T86" fmla="*/ 2147483647 w 264"/>
                <a:gd name="T87" fmla="*/ 2147483647 h 234"/>
                <a:gd name="T88" fmla="*/ 2147483647 w 264"/>
                <a:gd name="T89" fmla="*/ 2147483647 h 234"/>
                <a:gd name="T90" fmla="*/ 2147483647 w 264"/>
                <a:gd name="T91" fmla="*/ 2147483647 h 234"/>
                <a:gd name="T92" fmla="*/ 2147483647 w 264"/>
                <a:gd name="T93" fmla="*/ 2147483647 h 234"/>
                <a:gd name="T94" fmla="*/ 2147483647 w 264"/>
                <a:gd name="T95" fmla="*/ 2147483647 h 234"/>
                <a:gd name="T96" fmla="*/ 2147483647 w 264"/>
                <a:gd name="T97" fmla="*/ 2147483647 h 234"/>
                <a:gd name="T98" fmla="*/ 2147483647 w 264"/>
                <a:gd name="T99" fmla="*/ 2147483647 h 234"/>
                <a:gd name="T100" fmla="*/ 2147483647 w 264"/>
                <a:gd name="T101" fmla="*/ 2147483647 h 234"/>
                <a:gd name="T102" fmla="*/ 2147483647 w 264"/>
                <a:gd name="T103" fmla="*/ 2147483647 h 234"/>
                <a:gd name="T104" fmla="*/ 2147483647 w 264"/>
                <a:gd name="T105" fmla="*/ 2147483647 h 234"/>
                <a:gd name="T106" fmla="*/ 2147483647 w 264"/>
                <a:gd name="T107" fmla="*/ 2147483647 h 234"/>
                <a:gd name="T108" fmla="*/ 2147483647 w 264"/>
                <a:gd name="T109" fmla="*/ 2147483647 h 234"/>
                <a:gd name="T110" fmla="*/ 2147483647 w 264"/>
                <a:gd name="T111" fmla="*/ 2147483647 h 234"/>
                <a:gd name="T112" fmla="*/ 2147483647 w 264"/>
                <a:gd name="T113" fmla="*/ 2147483647 h 234"/>
                <a:gd name="T114" fmla="*/ 2147483647 w 264"/>
                <a:gd name="T115" fmla="*/ 2147483647 h 234"/>
                <a:gd name="T116" fmla="*/ 2147483647 w 264"/>
                <a:gd name="T117" fmla="*/ 2147483647 h 234"/>
                <a:gd name="T118" fmla="*/ 2147483647 w 264"/>
                <a:gd name="T119" fmla="*/ 2147483647 h 234"/>
                <a:gd name="T120" fmla="*/ 2147483647 w 264"/>
                <a:gd name="T121" fmla="*/ 2147483647 h 234"/>
                <a:gd name="T122" fmla="*/ 2147483647 w 264"/>
                <a:gd name="T123" fmla="*/ 2147483647 h 234"/>
                <a:gd name="T124" fmla="*/ 2147483647 w 264"/>
                <a:gd name="T125" fmla="*/ 2147483647 h 23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64"/>
                <a:gd name="T190" fmla="*/ 0 h 234"/>
                <a:gd name="T191" fmla="*/ 264 w 264"/>
                <a:gd name="T192" fmla="*/ 234 h 23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64" h="234">
                  <a:moveTo>
                    <a:pt x="246" y="78"/>
                  </a:moveTo>
                  <a:lnTo>
                    <a:pt x="228" y="78"/>
                  </a:lnTo>
                  <a:lnTo>
                    <a:pt x="228" y="60"/>
                  </a:lnTo>
                  <a:lnTo>
                    <a:pt x="246" y="42"/>
                  </a:lnTo>
                  <a:lnTo>
                    <a:pt x="246" y="30"/>
                  </a:lnTo>
                  <a:lnTo>
                    <a:pt x="234" y="30"/>
                  </a:lnTo>
                  <a:lnTo>
                    <a:pt x="222" y="36"/>
                  </a:lnTo>
                  <a:lnTo>
                    <a:pt x="216" y="36"/>
                  </a:lnTo>
                  <a:lnTo>
                    <a:pt x="216" y="30"/>
                  </a:lnTo>
                  <a:lnTo>
                    <a:pt x="204" y="30"/>
                  </a:lnTo>
                  <a:lnTo>
                    <a:pt x="192" y="12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120" y="6"/>
                  </a:lnTo>
                  <a:lnTo>
                    <a:pt x="108" y="12"/>
                  </a:lnTo>
                  <a:lnTo>
                    <a:pt x="90" y="6"/>
                  </a:lnTo>
                  <a:lnTo>
                    <a:pt x="66" y="6"/>
                  </a:lnTo>
                  <a:lnTo>
                    <a:pt x="42" y="12"/>
                  </a:lnTo>
                  <a:lnTo>
                    <a:pt x="30" y="6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8" y="24"/>
                  </a:lnTo>
                  <a:lnTo>
                    <a:pt x="0" y="30"/>
                  </a:lnTo>
                  <a:lnTo>
                    <a:pt x="12" y="42"/>
                  </a:lnTo>
                  <a:lnTo>
                    <a:pt x="30" y="48"/>
                  </a:lnTo>
                  <a:lnTo>
                    <a:pt x="30" y="60"/>
                  </a:lnTo>
                  <a:lnTo>
                    <a:pt x="36" y="60"/>
                  </a:lnTo>
                  <a:lnTo>
                    <a:pt x="42" y="66"/>
                  </a:lnTo>
                  <a:lnTo>
                    <a:pt x="42" y="84"/>
                  </a:lnTo>
                  <a:lnTo>
                    <a:pt x="60" y="90"/>
                  </a:lnTo>
                  <a:lnTo>
                    <a:pt x="72" y="120"/>
                  </a:lnTo>
                  <a:lnTo>
                    <a:pt x="84" y="132"/>
                  </a:lnTo>
                  <a:lnTo>
                    <a:pt x="96" y="138"/>
                  </a:lnTo>
                  <a:lnTo>
                    <a:pt x="114" y="150"/>
                  </a:lnTo>
                  <a:lnTo>
                    <a:pt x="126" y="156"/>
                  </a:lnTo>
                  <a:lnTo>
                    <a:pt x="132" y="168"/>
                  </a:lnTo>
                  <a:lnTo>
                    <a:pt x="132" y="174"/>
                  </a:lnTo>
                  <a:lnTo>
                    <a:pt x="126" y="180"/>
                  </a:lnTo>
                  <a:lnTo>
                    <a:pt x="138" y="180"/>
                  </a:lnTo>
                  <a:lnTo>
                    <a:pt x="156" y="198"/>
                  </a:lnTo>
                  <a:lnTo>
                    <a:pt x="162" y="210"/>
                  </a:lnTo>
                  <a:lnTo>
                    <a:pt x="174" y="216"/>
                  </a:lnTo>
                  <a:lnTo>
                    <a:pt x="192" y="234"/>
                  </a:lnTo>
                  <a:lnTo>
                    <a:pt x="210" y="204"/>
                  </a:lnTo>
                  <a:lnTo>
                    <a:pt x="198" y="198"/>
                  </a:lnTo>
                  <a:lnTo>
                    <a:pt x="192" y="198"/>
                  </a:lnTo>
                  <a:lnTo>
                    <a:pt x="186" y="192"/>
                  </a:lnTo>
                  <a:lnTo>
                    <a:pt x="186" y="186"/>
                  </a:lnTo>
                  <a:lnTo>
                    <a:pt x="192" y="180"/>
                  </a:lnTo>
                  <a:lnTo>
                    <a:pt x="198" y="180"/>
                  </a:lnTo>
                  <a:lnTo>
                    <a:pt x="204" y="168"/>
                  </a:lnTo>
                  <a:lnTo>
                    <a:pt x="204" y="162"/>
                  </a:lnTo>
                  <a:lnTo>
                    <a:pt x="210" y="156"/>
                  </a:lnTo>
                  <a:lnTo>
                    <a:pt x="228" y="156"/>
                  </a:lnTo>
                  <a:lnTo>
                    <a:pt x="228" y="132"/>
                  </a:lnTo>
                  <a:lnTo>
                    <a:pt x="258" y="132"/>
                  </a:lnTo>
                  <a:lnTo>
                    <a:pt x="258" y="126"/>
                  </a:lnTo>
                  <a:lnTo>
                    <a:pt x="252" y="114"/>
                  </a:lnTo>
                  <a:lnTo>
                    <a:pt x="240" y="102"/>
                  </a:lnTo>
                  <a:lnTo>
                    <a:pt x="264" y="96"/>
                  </a:lnTo>
                  <a:lnTo>
                    <a:pt x="258" y="84"/>
                  </a:lnTo>
                  <a:lnTo>
                    <a:pt x="252" y="78"/>
                  </a:lnTo>
                  <a:lnTo>
                    <a:pt x="246" y="7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63" name="Botswana" descr="© INSCALE GmbH, 05.05.2010&#10;http://www.presentationload.com/">
              <a:extLst>
                <a:ext uri="{FF2B5EF4-FFF2-40B4-BE49-F238E27FC236}">
                  <a16:creationId xmlns:a16="http://schemas.microsoft.com/office/drawing/2014/main" id="{923942EC-EAC0-4537-94F7-CF69BD65B1E6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195965" y="3472108"/>
              <a:ext cx="214542" cy="240190"/>
            </a:xfrm>
            <a:custGeom>
              <a:avLst/>
              <a:gdLst>
                <a:gd name="T0" fmla="*/ 2147483647 w 648"/>
                <a:gd name="T1" fmla="*/ 2147483647 h 732"/>
                <a:gd name="T2" fmla="*/ 2147483647 w 648"/>
                <a:gd name="T3" fmla="*/ 2147483647 h 732"/>
                <a:gd name="T4" fmla="*/ 2147483647 w 648"/>
                <a:gd name="T5" fmla="*/ 2147483647 h 732"/>
                <a:gd name="T6" fmla="*/ 2147483647 w 648"/>
                <a:gd name="T7" fmla="*/ 2147483647 h 732"/>
                <a:gd name="T8" fmla="*/ 2147483647 w 648"/>
                <a:gd name="T9" fmla="*/ 2147483647 h 732"/>
                <a:gd name="T10" fmla="*/ 2147483647 w 648"/>
                <a:gd name="T11" fmla="*/ 2147483647 h 732"/>
                <a:gd name="T12" fmla="*/ 2147483647 w 648"/>
                <a:gd name="T13" fmla="*/ 2147483647 h 732"/>
                <a:gd name="T14" fmla="*/ 2147483647 w 648"/>
                <a:gd name="T15" fmla="*/ 2147483647 h 732"/>
                <a:gd name="T16" fmla="*/ 2147483647 w 648"/>
                <a:gd name="T17" fmla="*/ 2147483647 h 732"/>
                <a:gd name="T18" fmla="*/ 2147483647 w 648"/>
                <a:gd name="T19" fmla="*/ 2147483647 h 732"/>
                <a:gd name="T20" fmla="*/ 2147483647 w 648"/>
                <a:gd name="T21" fmla="*/ 2147483647 h 732"/>
                <a:gd name="T22" fmla="*/ 2147483647 w 648"/>
                <a:gd name="T23" fmla="*/ 2147483647 h 732"/>
                <a:gd name="T24" fmla="*/ 2147483647 w 648"/>
                <a:gd name="T25" fmla="*/ 2147483647 h 732"/>
                <a:gd name="T26" fmla="*/ 2147483647 w 648"/>
                <a:gd name="T27" fmla="*/ 2147483647 h 732"/>
                <a:gd name="T28" fmla="*/ 2147483647 w 648"/>
                <a:gd name="T29" fmla="*/ 2147483647 h 732"/>
                <a:gd name="T30" fmla="*/ 2147483647 w 648"/>
                <a:gd name="T31" fmla="*/ 2147483647 h 732"/>
                <a:gd name="T32" fmla="*/ 2147483647 w 648"/>
                <a:gd name="T33" fmla="*/ 2147483647 h 732"/>
                <a:gd name="T34" fmla="*/ 2147483647 w 648"/>
                <a:gd name="T35" fmla="*/ 2147483647 h 732"/>
                <a:gd name="T36" fmla="*/ 2147483647 w 648"/>
                <a:gd name="T37" fmla="*/ 2147483647 h 732"/>
                <a:gd name="T38" fmla="*/ 2147483647 w 648"/>
                <a:gd name="T39" fmla="*/ 2147483647 h 732"/>
                <a:gd name="T40" fmla="*/ 2147483647 w 648"/>
                <a:gd name="T41" fmla="*/ 2147483647 h 732"/>
                <a:gd name="T42" fmla="*/ 2147483647 w 648"/>
                <a:gd name="T43" fmla="*/ 2147483647 h 732"/>
                <a:gd name="T44" fmla="*/ 2147483647 w 648"/>
                <a:gd name="T45" fmla="*/ 2147483647 h 732"/>
                <a:gd name="T46" fmla="*/ 2147483647 w 648"/>
                <a:gd name="T47" fmla="*/ 2147483647 h 732"/>
                <a:gd name="T48" fmla="*/ 2147483647 w 648"/>
                <a:gd name="T49" fmla="*/ 2147483647 h 732"/>
                <a:gd name="T50" fmla="*/ 2147483647 w 648"/>
                <a:gd name="T51" fmla="*/ 2147483647 h 732"/>
                <a:gd name="T52" fmla="*/ 2147483647 w 648"/>
                <a:gd name="T53" fmla="*/ 2147483647 h 732"/>
                <a:gd name="T54" fmla="*/ 2147483647 w 648"/>
                <a:gd name="T55" fmla="*/ 2147483647 h 732"/>
                <a:gd name="T56" fmla="*/ 2147483647 w 648"/>
                <a:gd name="T57" fmla="*/ 2147483647 h 732"/>
                <a:gd name="T58" fmla="*/ 2147483647 w 648"/>
                <a:gd name="T59" fmla="*/ 2147483647 h 732"/>
                <a:gd name="T60" fmla="*/ 2147483647 w 648"/>
                <a:gd name="T61" fmla="*/ 2147483647 h 732"/>
                <a:gd name="T62" fmla="*/ 2147483647 w 648"/>
                <a:gd name="T63" fmla="*/ 2147483647 h 732"/>
                <a:gd name="T64" fmla="*/ 2147483647 w 648"/>
                <a:gd name="T65" fmla="*/ 2147483647 h 732"/>
                <a:gd name="T66" fmla="*/ 2147483647 w 648"/>
                <a:gd name="T67" fmla="*/ 2147483647 h 732"/>
                <a:gd name="T68" fmla="*/ 2147483647 w 648"/>
                <a:gd name="T69" fmla="*/ 2147483647 h 732"/>
                <a:gd name="T70" fmla="*/ 2147483647 w 648"/>
                <a:gd name="T71" fmla="*/ 2147483647 h 732"/>
                <a:gd name="T72" fmla="*/ 2147483647 w 648"/>
                <a:gd name="T73" fmla="*/ 2147483647 h 732"/>
                <a:gd name="T74" fmla="*/ 2147483647 w 648"/>
                <a:gd name="T75" fmla="*/ 2147483647 h 732"/>
                <a:gd name="T76" fmla="*/ 2147483647 w 648"/>
                <a:gd name="T77" fmla="*/ 2147483647 h 732"/>
                <a:gd name="T78" fmla="*/ 2147483647 w 648"/>
                <a:gd name="T79" fmla="*/ 2147483647 h 732"/>
                <a:gd name="T80" fmla="*/ 2147483647 w 648"/>
                <a:gd name="T81" fmla="*/ 2147483647 h 732"/>
                <a:gd name="T82" fmla="*/ 2147483647 w 648"/>
                <a:gd name="T83" fmla="*/ 2147483647 h 732"/>
                <a:gd name="T84" fmla="*/ 2147483647 w 648"/>
                <a:gd name="T85" fmla="*/ 2147483647 h 732"/>
                <a:gd name="T86" fmla="*/ 2147483647 w 648"/>
                <a:gd name="T87" fmla="*/ 2147483647 h 732"/>
                <a:gd name="T88" fmla="*/ 2147483647 w 648"/>
                <a:gd name="T89" fmla="*/ 2147483647 h 732"/>
                <a:gd name="T90" fmla="*/ 2147483647 w 648"/>
                <a:gd name="T91" fmla="*/ 2147483647 h 732"/>
                <a:gd name="T92" fmla="*/ 2147483647 w 648"/>
                <a:gd name="T93" fmla="*/ 2147483647 h 732"/>
                <a:gd name="T94" fmla="*/ 2147483647 w 648"/>
                <a:gd name="T95" fmla="*/ 0 h 732"/>
                <a:gd name="T96" fmla="*/ 2147483647 w 648"/>
                <a:gd name="T97" fmla="*/ 2147483647 h 732"/>
                <a:gd name="T98" fmla="*/ 2147483647 w 648"/>
                <a:gd name="T99" fmla="*/ 2147483647 h 732"/>
                <a:gd name="T100" fmla="*/ 2147483647 w 648"/>
                <a:gd name="T101" fmla="*/ 2147483647 h 732"/>
                <a:gd name="T102" fmla="*/ 2147483647 w 648"/>
                <a:gd name="T103" fmla="*/ 2147483647 h 732"/>
                <a:gd name="T104" fmla="*/ 2147483647 w 648"/>
                <a:gd name="T105" fmla="*/ 2147483647 h 732"/>
                <a:gd name="T106" fmla="*/ 2147483647 w 648"/>
                <a:gd name="T107" fmla="*/ 2147483647 h 732"/>
                <a:gd name="T108" fmla="*/ 2147483647 w 648"/>
                <a:gd name="T109" fmla="*/ 2147483647 h 732"/>
                <a:gd name="T110" fmla="*/ 2147483647 w 648"/>
                <a:gd name="T111" fmla="*/ 2147483647 h 732"/>
                <a:gd name="T112" fmla="*/ 2147483647 w 648"/>
                <a:gd name="T113" fmla="*/ 2147483647 h 732"/>
                <a:gd name="T114" fmla="*/ 0 w 648"/>
                <a:gd name="T115" fmla="*/ 2147483647 h 73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48"/>
                <a:gd name="T175" fmla="*/ 0 h 732"/>
                <a:gd name="T176" fmla="*/ 648 w 648"/>
                <a:gd name="T177" fmla="*/ 732 h 732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48" h="732">
                  <a:moveTo>
                    <a:pt x="0" y="570"/>
                  </a:moveTo>
                  <a:lnTo>
                    <a:pt x="12" y="576"/>
                  </a:lnTo>
                  <a:lnTo>
                    <a:pt x="18" y="582"/>
                  </a:lnTo>
                  <a:lnTo>
                    <a:pt x="30" y="588"/>
                  </a:lnTo>
                  <a:lnTo>
                    <a:pt x="36" y="594"/>
                  </a:lnTo>
                  <a:lnTo>
                    <a:pt x="42" y="612"/>
                  </a:lnTo>
                  <a:lnTo>
                    <a:pt x="48" y="624"/>
                  </a:lnTo>
                  <a:lnTo>
                    <a:pt x="48" y="642"/>
                  </a:lnTo>
                  <a:lnTo>
                    <a:pt x="54" y="648"/>
                  </a:lnTo>
                  <a:lnTo>
                    <a:pt x="54" y="672"/>
                  </a:lnTo>
                  <a:lnTo>
                    <a:pt x="48" y="684"/>
                  </a:lnTo>
                  <a:lnTo>
                    <a:pt x="48" y="690"/>
                  </a:lnTo>
                  <a:lnTo>
                    <a:pt x="42" y="702"/>
                  </a:lnTo>
                  <a:lnTo>
                    <a:pt x="42" y="732"/>
                  </a:lnTo>
                  <a:lnTo>
                    <a:pt x="120" y="732"/>
                  </a:lnTo>
                  <a:lnTo>
                    <a:pt x="120" y="714"/>
                  </a:lnTo>
                  <a:lnTo>
                    <a:pt x="144" y="714"/>
                  </a:lnTo>
                  <a:lnTo>
                    <a:pt x="144" y="708"/>
                  </a:lnTo>
                  <a:lnTo>
                    <a:pt x="150" y="702"/>
                  </a:lnTo>
                  <a:lnTo>
                    <a:pt x="156" y="690"/>
                  </a:lnTo>
                  <a:lnTo>
                    <a:pt x="162" y="684"/>
                  </a:lnTo>
                  <a:lnTo>
                    <a:pt x="168" y="684"/>
                  </a:lnTo>
                  <a:lnTo>
                    <a:pt x="174" y="678"/>
                  </a:lnTo>
                  <a:lnTo>
                    <a:pt x="186" y="678"/>
                  </a:lnTo>
                  <a:lnTo>
                    <a:pt x="186" y="654"/>
                  </a:lnTo>
                  <a:lnTo>
                    <a:pt x="192" y="642"/>
                  </a:lnTo>
                  <a:lnTo>
                    <a:pt x="192" y="630"/>
                  </a:lnTo>
                  <a:lnTo>
                    <a:pt x="198" y="618"/>
                  </a:lnTo>
                  <a:lnTo>
                    <a:pt x="204" y="612"/>
                  </a:lnTo>
                  <a:lnTo>
                    <a:pt x="216" y="606"/>
                  </a:lnTo>
                  <a:lnTo>
                    <a:pt x="228" y="606"/>
                  </a:lnTo>
                  <a:lnTo>
                    <a:pt x="240" y="612"/>
                  </a:lnTo>
                  <a:lnTo>
                    <a:pt x="246" y="618"/>
                  </a:lnTo>
                  <a:lnTo>
                    <a:pt x="258" y="624"/>
                  </a:lnTo>
                  <a:lnTo>
                    <a:pt x="270" y="636"/>
                  </a:lnTo>
                  <a:lnTo>
                    <a:pt x="300" y="636"/>
                  </a:lnTo>
                  <a:lnTo>
                    <a:pt x="306" y="642"/>
                  </a:lnTo>
                  <a:lnTo>
                    <a:pt x="318" y="648"/>
                  </a:lnTo>
                  <a:lnTo>
                    <a:pt x="324" y="654"/>
                  </a:lnTo>
                  <a:lnTo>
                    <a:pt x="336" y="654"/>
                  </a:lnTo>
                  <a:lnTo>
                    <a:pt x="348" y="648"/>
                  </a:lnTo>
                  <a:lnTo>
                    <a:pt x="354" y="642"/>
                  </a:lnTo>
                  <a:lnTo>
                    <a:pt x="360" y="648"/>
                  </a:lnTo>
                  <a:lnTo>
                    <a:pt x="372" y="648"/>
                  </a:lnTo>
                  <a:lnTo>
                    <a:pt x="384" y="642"/>
                  </a:lnTo>
                  <a:lnTo>
                    <a:pt x="390" y="636"/>
                  </a:lnTo>
                  <a:lnTo>
                    <a:pt x="396" y="624"/>
                  </a:lnTo>
                  <a:lnTo>
                    <a:pt x="402" y="606"/>
                  </a:lnTo>
                  <a:lnTo>
                    <a:pt x="408" y="594"/>
                  </a:lnTo>
                  <a:lnTo>
                    <a:pt x="408" y="582"/>
                  </a:lnTo>
                  <a:lnTo>
                    <a:pt x="426" y="564"/>
                  </a:lnTo>
                  <a:lnTo>
                    <a:pt x="444" y="558"/>
                  </a:lnTo>
                  <a:lnTo>
                    <a:pt x="456" y="552"/>
                  </a:lnTo>
                  <a:lnTo>
                    <a:pt x="462" y="546"/>
                  </a:lnTo>
                  <a:lnTo>
                    <a:pt x="468" y="534"/>
                  </a:lnTo>
                  <a:lnTo>
                    <a:pt x="480" y="528"/>
                  </a:lnTo>
                  <a:lnTo>
                    <a:pt x="480" y="492"/>
                  </a:lnTo>
                  <a:lnTo>
                    <a:pt x="492" y="468"/>
                  </a:lnTo>
                  <a:lnTo>
                    <a:pt x="504" y="462"/>
                  </a:lnTo>
                  <a:lnTo>
                    <a:pt x="510" y="462"/>
                  </a:lnTo>
                  <a:lnTo>
                    <a:pt x="522" y="456"/>
                  </a:lnTo>
                  <a:lnTo>
                    <a:pt x="564" y="414"/>
                  </a:lnTo>
                  <a:lnTo>
                    <a:pt x="576" y="390"/>
                  </a:lnTo>
                  <a:lnTo>
                    <a:pt x="582" y="384"/>
                  </a:lnTo>
                  <a:lnTo>
                    <a:pt x="594" y="384"/>
                  </a:lnTo>
                  <a:lnTo>
                    <a:pt x="606" y="378"/>
                  </a:lnTo>
                  <a:lnTo>
                    <a:pt x="618" y="378"/>
                  </a:lnTo>
                  <a:lnTo>
                    <a:pt x="630" y="354"/>
                  </a:lnTo>
                  <a:lnTo>
                    <a:pt x="648" y="354"/>
                  </a:lnTo>
                  <a:lnTo>
                    <a:pt x="648" y="348"/>
                  </a:lnTo>
                  <a:lnTo>
                    <a:pt x="642" y="336"/>
                  </a:lnTo>
                  <a:lnTo>
                    <a:pt x="624" y="318"/>
                  </a:lnTo>
                  <a:lnTo>
                    <a:pt x="606" y="312"/>
                  </a:lnTo>
                  <a:lnTo>
                    <a:pt x="594" y="312"/>
                  </a:lnTo>
                  <a:lnTo>
                    <a:pt x="576" y="306"/>
                  </a:lnTo>
                  <a:lnTo>
                    <a:pt x="564" y="306"/>
                  </a:lnTo>
                  <a:lnTo>
                    <a:pt x="564" y="276"/>
                  </a:lnTo>
                  <a:lnTo>
                    <a:pt x="546" y="276"/>
                  </a:lnTo>
                  <a:lnTo>
                    <a:pt x="546" y="246"/>
                  </a:lnTo>
                  <a:lnTo>
                    <a:pt x="552" y="240"/>
                  </a:lnTo>
                  <a:lnTo>
                    <a:pt x="546" y="216"/>
                  </a:lnTo>
                  <a:lnTo>
                    <a:pt x="516" y="216"/>
                  </a:lnTo>
                  <a:lnTo>
                    <a:pt x="516" y="186"/>
                  </a:lnTo>
                  <a:lnTo>
                    <a:pt x="510" y="180"/>
                  </a:lnTo>
                  <a:lnTo>
                    <a:pt x="480" y="180"/>
                  </a:lnTo>
                  <a:lnTo>
                    <a:pt x="462" y="162"/>
                  </a:lnTo>
                  <a:lnTo>
                    <a:pt x="450" y="156"/>
                  </a:lnTo>
                  <a:lnTo>
                    <a:pt x="432" y="120"/>
                  </a:lnTo>
                  <a:lnTo>
                    <a:pt x="432" y="96"/>
                  </a:lnTo>
                  <a:lnTo>
                    <a:pt x="426" y="90"/>
                  </a:lnTo>
                  <a:lnTo>
                    <a:pt x="414" y="66"/>
                  </a:lnTo>
                  <a:lnTo>
                    <a:pt x="408" y="60"/>
                  </a:lnTo>
                  <a:lnTo>
                    <a:pt x="396" y="60"/>
                  </a:lnTo>
                  <a:lnTo>
                    <a:pt x="396" y="30"/>
                  </a:lnTo>
                  <a:lnTo>
                    <a:pt x="384" y="18"/>
                  </a:lnTo>
                  <a:lnTo>
                    <a:pt x="378" y="0"/>
                  </a:lnTo>
                  <a:lnTo>
                    <a:pt x="342" y="6"/>
                  </a:lnTo>
                  <a:lnTo>
                    <a:pt x="330" y="18"/>
                  </a:lnTo>
                  <a:lnTo>
                    <a:pt x="306" y="18"/>
                  </a:lnTo>
                  <a:lnTo>
                    <a:pt x="264" y="60"/>
                  </a:lnTo>
                  <a:lnTo>
                    <a:pt x="258" y="60"/>
                  </a:lnTo>
                  <a:lnTo>
                    <a:pt x="258" y="42"/>
                  </a:lnTo>
                  <a:lnTo>
                    <a:pt x="252" y="42"/>
                  </a:lnTo>
                  <a:lnTo>
                    <a:pt x="252" y="24"/>
                  </a:lnTo>
                  <a:lnTo>
                    <a:pt x="246" y="18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168" y="36"/>
                  </a:lnTo>
                  <a:lnTo>
                    <a:pt x="132" y="36"/>
                  </a:lnTo>
                  <a:lnTo>
                    <a:pt x="114" y="42"/>
                  </a:lnTo>
                  <a:lnTo>
                    <a:pt x="78" y="42"/>
                  </a:lnTo>
                  <a:lnTo>
                    <a:pt x="78" y="216"/>
                  </a:lnTo>
                  <a:lnTo>
                    <a:pt x="72" y="222"/>
                  </a:lnTo>
                  <a:lnTo>
                    <a:pt x="78" y="348"/>
                  </a:lnTo>
                  <a:lnTo>
                    <a:pt x="6" y="348"/>
                  </a:lnTo>
                  <a:lnTo>
                    <a:pt x="0" y="57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64" name="Bolivia" descr="© INSCALE GmbH, 05.05.2010&#10;http://www.presentationload.com/">
              <a:extLst>
                <a:ext uri="{FF2B5EF4-FFF2-40B4-BE49-F238E27FC236}">
                  <a16:creationId xmlns:a16="http://schemas.microsoft.com/office/drawing/2014/main" id="{B6784E48-E030-47A4-84F5-EBA94822A7D3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106126" y="3258890"/>
              <a:ext cx="294673" cy="348083"/>
            </a:xfrm>
            <a:custGeom>
              <a:avLst/>
              <a:gdLst>
                <a:gd name="T0" fmla="*/ 2147483647 w 894"/>
                <a:gd name="T1" fmla="*/ 2147483647 h 1056"/>
                <a:gd name="T2" fmla="*/ 2147483647 w 894"/>
                <a:gd name="T3" fmla="*/ 2147483647 h 1056"/>
                <a:gd name="T4" fmla="*/ 2147483647 w 894"/>
                <a:gd name="T5" fmla="*/ 2147483647 h 1056"/>
                <a:gd name="T6" fmla="*/ 2147483647 w 894"/>
                <a:gd name="T7" fmla="*/ 2147483647 h 1056"/>
                <a:gd name="T8" fmla="*/ 2147483647 w 894"/>
                <a:gd name="T9" fmla="*/ 2147483647 h 1056"/>
                <a:gd name="T10" fmla="*/ 2147483647 w 894"/>
                <a:gd name="T11" fmla="*/ 2147483647 h 1056"/>
                <a:gd name="T12" fmla="*/ 2147483647 w 894"/>
                <a:gd name="T13" fmla="*/ 2147483647 h 1056"/>
                <a:gd name="T14" fmla="*/ 2147483647 w 894"/>
                <a:gd name="T15" fmla="*/ 2147483647 h 1056"/>
                <a:gd name="T16" fmla="*/ 2147483647 w 894"/>
                <a:gd name="T17" fmla="*/ 2147483647 h 1056"/>
                <a:gd name="T18" fmla="*/ 2147483647 w 894"/>
                <a:gd name="T19" fmla="*/ 2147483647 h 1056"/>
                <a:gd name="T20" fmla="*/ 2147483647 w 894"/>
                <a:gd name="T21" fmla="*/ 2147483647 h 1056"/>
                <a:gd name="T22" fmla="*/ 2147483647 w 894"/>
                <a:gd name="T23" fmla="*/ 2147483647 h 1056"/>
                <a:gd name="T24" fmla="*/ 2147483647 w 894"/>
                <a:gd name="T25" fmla="*/ 2147483647 h 1056"/>
                <a:gd name="T26" fmla="*/ 2147483647 w 894"/>
                <a:gd name="T27" fmla="*/ 2147483647 h 1056"/>
                <a:gd name="T28" fmla="*/ 2147483647 w 894"/>
                <a:gd name="T29" fmla="*/ 2147483647 h 1056"/>
                <a:gd name="T30" fmla="*/ 2147483647 w 894"/>
                <a:gd name="T31" fmla="*/ 2147483647 h 1056"/>
                <a:gd name="T32" fmla="*/ 2147483647 w 894"/>
                <a:gd name="T33" fmla="*/ 2147483647 h 1056"/>
                <a:gd name="T34" fmla="*/ 2147483647 w 894"/>
                <a:gd name="T35" fmla="*/ 2147483647 h 1056"/>
                <a:gd name="T36" fmla="*/ 2147483647 w 894"/>
                <a:gd name="T37" fmla="*/ 2147483647 h 1056"/>
                <a:gd name="T38" fmla="*/ 2147483647 w 894"/>
                <a:gd name="T39" fmla="*/ 2147483647 h 1056"/>
                <a:gd name="T40" fmla="*/ 2147483647 w 894"/>
                <a:gd name="T41" fmla="*/ 2147483647 h 1056"/>
                <a:gd name="T42" fmla="*/ 2147483647 w 894"/>
                <a:gd name="T43" fmla="*/ 2147483647 h 1056"/>
                <a:gd name="T44" fmla="*/ 2147483647 w 894"/>
                <a:gd name="T45" fmla="*/ 2147483647 h 1056"/>
                <a:gd name="T46" fmla="*/ 2147483647 w 894"/>
                <a:gd name="T47" fmla="*/ 2147483647 h 1056"/>
                <a:gd name="T48" fmla="*/ 0 w 894"/>
                <a:gd name="T49" fmla="*/ 2147483647 h 1056"/>
                <a:gd name="T50" fmla="*/ 2147483647 w 894"/>
                <a:gd name="T51" fmla="*/ 2147483647 h 1056"/>
                <a:gd name="T52" fmla="*/ 2147483647 w 894"/>
                <a:gd name="T53" fmla="*/ 2147483647 h 1056"/>
                <a:gd name="T54" fmla="*/ 2147483647 w 894"/>
                <a:gd name="T55" fmla="*/ 2147483647 h 1056"/>
                <a:gd name="T56" fmla="*/ 2147483647 w 894"/>
                <a:gd name="T57" fmla="*/ 2147483647 h 1056"/>
                <a:gd name="T58" fmla="*/ 2147483647 w 894"/>
                <a:gd name="T59" fmla="*/ 2147483647 h 1056"/>
                <a:gd name="T60" fmla="*/ 2147483647 w 894"/>
                <a:gd name="T61" fmla="*/ 2147483647 h 1056"/>
                <a:gd name="T62" fmla="*/ 2147483647 w 894"/>
                <a:gd name="T63" fmla="*/ 2147483647 h 1056"/>
                <a:gd name="T64" fmla="*/ 2147483647 w 894"/>
                <a:gd name="T65" fmla="*/ 2147483647 h 1056"/>
                <a:gd name="T66" fmla="*/ 2147483647 w 894"/>
                <a:gd name="T67" fmla="*/ 2147483647 h 1056"/>
                <a:gd name="T68" fmla="*/ 2147483647 w 894"/>
                <a:gd name="T69" fmla="*/ 2147483647 h 1056"/>
                <a:gd name="T70" fmla="*/ 2147483647 w 894"/>
                <a:gd name="T71" fmla="*/ 2147483647 h 1056"/>
                <a:gd name="T72" fmla="*/ 2147483647 w 894"/>
                <a:gd name="T73" fmla="*/ 2147483647 h 1056"/>
                <a:gd name="T74" fmla="*/ 2147483647 w 894"/>
                <a:gd name="T75" fmla="*/ 2147483647 h 1056"/>
                <a:gd name="T76" fmla="*/ 2147483647 w 894"/>
                <a:gd name="T77" fmla="*/ 2147483647 h 1056"/>
                <a:gd name="T78" fmla="*/ 2147483647 w 894"/>
                <a:gd name="T79" fmla="*/ 2147483647 h 1056"/>
                <a:gd name="T80" fmla="*/ 2147483647 w 894"/>
                <a:gd name="T81" fmla="*/ 2147483647 h 1056"/>
                <a:gd name="T82" fmla="*/ 2147483647 w 894"/>
                <a:gd name="T83" fmla="*/ 2147483647 h 1056"/>
                <a:gd name="T84" fmla="*/ 2147483647 w 894"/>
                <a:gd name="T85" fmla="*/ 2147483647 h 1056"/>
                <a:gd name="T86" fmla="*/ 2147483647 w 894"/>
                <a:gd name="T87" fmla="*/ 2147483647 h 1056"/>
                <a:gd name="T88" fmla="*/ 2147483647 w 894"/>
                <a:gd name="T89" fmla="*/ 2147483647 h 1056"/>
                <a:gd name="T90" fmla="*/ 2147483647 w 894"/>
                <a:gd name="T91" fmla="*/ 2147483647 h 1056"/>
                <a:gd name="T92" fmla="*/ 2147483647 w 894"/>
                <a:gd name="T93" fmla="*/ 2147483647 h 1056"/>
                <a:gd name="T94" fmla="*/ 2147483647 w 894"/>
                <a:gd name="T95" fmla="*/ 2147483647 h 1056"/>
                <a:gd name="T96" fmla="*/ 2147483647 w 894"/>
                <a:gd name="T97" fmla="*/ 2147483647 h 1056"/>
                <a:gd name="T98" fmla="*/ 2147483647 w 894"/>
                <a:gd name="T99" fmla="*/ 2147483647 h 1056"/>
                <a:gd name="T100" fmla="*/ 2147483647 w 894"/>
                <a:gd name="T101" fmla="*/ 2147483647 h 105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94"/>
                <a:gd name="T154" fmla="*/ 0 h 1056"/>
                <a:gd name="T155" fmla="*/ 894 w 894"/>
                <a:gd name="T156" fmla="*/ 1056 h 105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94" h="1056">
                  <a:moveTo>
                    <a:pt x="882" y="744"/>
                  </a:moveTo>
                  <a:lnTo>
                    <a:pt x="882" y="738"/>
                  </a:lnTo>
                  <a:lnTo>
                    <a:pt x="888" y="732"/>
                  </a:lnTo>
                  <a:lnTo>
                    <a:pt x="888" y="708"/>
                  </a:lnTo>
                  <a:lnTo>
                    <a:pt x="894" y="696"/>
                  </a:lnTo>
                  <a:lnTo>
                    <a:pt x="894" y="684"/>
                  </a:lnTo>
                  <a:lnTo>
                    <a:pt x="882" y="648"/>
                  </a:lnTo>
                  <a:lnTo>
                    <a:pt x="876" y="636"/>
                  </a:lnTo>
                  <a:lnTo>
                    <a:pt x="864" y="624"/>
                  </a:lnTo>
                  <a:lnTo>
                    <a:pt x="840" y="612"/>
                  </a:lnTo>
                  <a:lnTo>
                    <a:pt x="834" y="606"/>
                  </a:lnTo>
                  <a:lnTo>
                    <a:pt x="822" y="600"/>
                  </a:lnTo>
                  <a:lnTo>
                    <a:pt x="816" y="588"/>
                  </a:lnTo>
                  <a:lnTo>
                    <a:pt x="816" y="576"/>
                  </a:lnTo>
                  <a:lnTo>
                    <a:pt x="822" y="558"/>
                  </a:lnTo>
                  <a:lnTo>
                    <a:pt x="822" y="546"/>
                  </a:lnTo>
                  <a:lnTo>
                    <a:pt x="828" y="540"/>
                  </a:lnTo>
                  <a:lnTo>
                    <a:pt x="828" y="534"/>
                  </a:lnTo>
                  <a:lnTo>
                    <a:pt x="768" y="534"/>
                  </a:lnTo>
                  <a:lnTo>
                    <a:pt x="720" y="528"/>
                  </a:lnTo>
                  <a:lnTo>
                    <a:pt x="690" y="522"/>
                  </a:lnTo>
                  <a:lnTo>
                    <a:pt x="684" y="516"/>
                  </a:lnTo>
                  <a:lnTo>
                    <a:pt x="684" y="474"/>
                  </a:lnTo>
                  <a:lnTo>
                    <a:pt x="690" y="462"/>
                  </a:lnTo>
                  <a:lnTo>
                    <a:pt x="684" y="456"/>
                  </a:lnTo>
                  <a:lnTo>
                    <a:pt x="672" y="450"/>
                  </a:lnTo>
                  <a:lnTo>
                    <a:pt x="666" y="438"/>
                  </a:lnTo>
                  <a:lnTo>
                    <a:pt x="660" y="432"/>
                  </a:lnTo>
                  <a:lnTo>
                    <a:pt x="660" y="426"/>
                  </a:lnTo>
                  <a:lnTo>
                    <a:pt x="678" y="426"/>
                  </a:lnTo>
                  <a:lnTo>
                    <a:pt x="678" y="396"/>
                  </a:lnTo>
                  <a:lnTo>
                    <a:pt x="672" y="384"/>
                  </a:lnTo>
                  <a:lnTo>
                    <a:pt x="666" y="378"/>
                  </a:lnTo>
                  <a:lnTo>
                    <a:pt x="660" y="366"/>
                  </a:lnTo>
                  <a:lnTo>
                    <a:pt x="660" y="336"/>
                  </a:lnTo>
                  <a:lnTo>
                    <a:pt x="654" y="330"/>
                  </a:lnTo>
                  <a:lnTo>
                    <a:pt x="648" y="318"/>
                  </a:lnTo>
                  <a:lnTo>
                    <a:pt x="624" y="306"/>
                  </a:lnTo>
                  <a:lnTo>
                    <a:pt x="564" y="306"/>
                  </a:lnTo>
                  <a:lnTo>
                    <a:pt x="558" y="300"/>
                  </a:lnTo>
                  <a:lnTo>
                    <a:pt x="546" y="294"/>
                  </a:lnTo>
                  <a:lnTo>
                    <a:pt x="534" y="282"/>
                  </a:lnTo>
                  <a:lnTo>
                    <a:pt x="534" y="276"/>
                  </a:lnTo>
                  <a:lnTo>
                    <a:pt x="510" y="276"/>
                  </a:lnTo>
                  <a:lnTo>
                    <a:pt x="498" y="270"/>
                  </a:lnTo>
                  <a:lnTo>
                    <a:pt x="486" y="258"/>
                  </a:lnTo>
                  <a:lnTo>
                    <a:pt x="474" y="252"/>
                  </a:lnTo>
                  <a:lnTo>
                    <a:pt x="468" y="240"/>
                  </a:lnTo>
                  <a:lnTo>
                    <a:pt x="468" y="234"/>
                  </a:lnTo>
                  <a:lnTo>
                    <a:pt x="456" y="234"/>
                  </a:lnTo>
                  <a:lnTo>
                    <a:pt x="450" y="240"/>
                  </a:lnTo>
                  <a:lnTo>
                    <a:pt x="438" y="240"/>
                  </a:lnTo>
                  <a:lnTo>
                    <a:pt x="426" y="234"/>
                  </a:lnTo>
                  <a:lnTo>
                    <a:pt x="420" y="222"/>
                  </a:lnTo>
                  <a:lnTo>
                    <a:pt x="414" y="228"/>
                  </a:lnTo>
                  <a:lnTo>
                    <a:pt x="384" y="228"/>
                  </a:lnTo>
                  <a:lnTo>
                    <a:pt x="372" y="222"/>
                  </a:lnTo>
                  <a:lnTo>
                    <a:pt x="366" y="216"/>
                  </a:lnTo>
                  <a:lnTo>
                    <a:pt x="366" y="210"/>
                  </a:lnTo>
                  <a:lnTo>
                    <a:pt x="360" y="198"/>
                  </a:lnTo>
                  <a:lnTo>
                    <a:pt x="360" y="192"/>
                  </a:lnTo>
                  <a:lnTo>
                    <a:pt x="354" y="186"/>
                  </a:lnTo>
                  <a:lnTo>
                    <a:pt x="330" y="186"/>
                  </a:lnTo>
                  <a:lnTo>
                    <a:pt x="324" y="156"/>
                  </a:lnTo>
                  <a:lnTo>
                    <a:pt x="318" y="150"/>
                  </a:lnTo>
                  <a:lnTo>
                    <a:pt x="306" y="144"/>
                  </a:lnTo>
                  <a:lnTo>
                    <a:pt x="294" y="132"/>
                  </a:lnTo>
                  <a:lnTo>
                    <a:pt x="294" y="120"/>
                  </a:lnTo>
                  <a:lnTo>
                    <a:pt x="300" y="114"/>
                  </a:lnTo>
                  <a:lnTo>
                    <a:pt x="300" y="96"/>
                  </a:lnTo>
                  <a:lnTo>
                    <a:pt x="294" y="84"/>
                  </a:lnTo>
                  <a:lnTo>
                    <a:pt x="288" y="78"/>
                  </a:lnTo>
                  <a:lnTo>
                    <a:pt x="288" y="48"/>
                  </a:lnTo>
                  <a:lnTo>
                    <a:pt x="294" y="42"/>
                  </a:lnTo>
                  <a:lnTo>
                    <a:pt x="294" y="36"/>
                  </a:lnTo>
                  <a:lnTo>
                    <a:pt x="300" y="30"/>
                  </a:lnTo>
                  <a:lnTo>
                    <a:pt x="300" y="0"/>
                  </a:lnTo>
                  <a:lnTo>
                    <a:pt x="288" y="0"/>
                  </a:lnTo>
                  <a:lnTo>
                    <a:pt x="276" y="6"/>
                  </a:lnTo>
                  <a:lnTo>
                    <a:pt x="276" y="12"/>
                  </a:lnTo>
                  <a:lnTo>
                    <a:pt x="270" y="12"/>
                  </a:lnTo>
                  <a:lnTo>
                    <a:pt x="258" y="0"/>
                  </a:lnTo>
                  <a:lnTo>
                    <a:pt x="246" y="12"/>
                  </a:lnTo>
                  <a:lnTo>
                    <a:pt x="210" y="12"/>
                  </a:lnTo>
                  <a:lnTo>
                    <a:pt x="198" y="18"/>
                  </a:lnTo>
                  <a:lnTo>
                    <a:pt x="192" y="24"/>
                  </a:lnTo>
                  <a:lnTo>
                    <a:pt x="186" y="36"/>
                  </a:lnTo>
                  <a:lnTo>
                    <a:pt x="180" y="42"/>
                  </a:lnTo>
                  <a:lnTo>
                    <a:pt x="180" y="48"/>
                  </a:lnTo>
                  <a:lnTo>
                    <a:pt x="144" y="48"/>
                  </a:lnTo>
                  <a:lnTo>
                    <a:pt x="138" y="78"/>
                  </a:lnTo>
                  <a:lnTo>
                    <a:pt x="102" y="78"/>
                  </a:lnTo>
                  <a:lnTo>
                    <a:pt x="90" y="96"/>
                  </a:lnTo>
                  <a:lnTo>
                    <a:pt x="84" y="102"/>
                  </a:lnTo>
                  <a:lnTo>
                    <a:pt x="60" y="114"/>
                  </a:lnTo>
                  <a:lnTo>
                    <a:pt x="42" y="114"/>
                  </a:lnTo>
                  <a:lnTo>
                    <a:pt x="42" y="108"/>
                  </a:lnTo>
                  <a:lnTo>
                    <a:pt x="36" y="102"/>
                  </a:lnTo>
                  <a:lnTo>
                    <a:pt x="12" y="102"/>
                  </a:lnTo>
                  <a:lnTo>
                    <a:pt x="0" y="96"/>
                  </a:lnTo>
                  <a:lnTo>
                    <a:pt x="0" y="114"/>
                  </a:lnTo>
                  <a:lnTo>
                    <a:pt x="6" y="132"/>
                  </a:lnTo>
                  <a:lnTo>
                    <a:pt x="18" y="144"/>
                  </a:lnTo>
                  <a:lnTo>
                    <a:pt x="30" y="162"/>
                  </a:lnTo>
                  <a:lnTo>
                    <a:pt x="42" y="174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66" y="228"/>
                  </a:lnTo>
                  <a:lnTo>
                    <a:pt x="60" y="234"/>
                  </a:lnTo>
                  <a:lnTo>
                    <a:pt x="54" y="246"/>
                  </a:lnTo>
                  <a:lnTo>
                    <a:pt x="48" y="252"/>
                  </a:lnTo>
                  <a:lnTo>
                    <a:pt x="60" y="300"/>
                  </a:lnTo>
                  <a:lnTo>
                    <a:pt x="42" y="330"/>
                  </a:lnTo>
                  <a:lnTo>
                    <a:pt x="48" y="330"/>
                  </a:lnTo>
                  <a:lnTo>
                    <a:pt x="60" y="342"/>
                  </a:lnTo>
                  <a:lnTo>
                    <a:pt x="66" y="354"/>
                  </a:lnTo>
                  <a:lnTo>
                    <a:pt x="66" y="360"/>
                  </a:lnTo>
                  <a:lnTo>
                    <a:pt x="60" y="372"/>
                  </a:lnTo>
                  <a:lnTo>
                    <a:pt x="48" y="384"/>
                  </a:lnTo>
                  <a:lnTo>
                    <a:pt x="36" y="408"/>
                  </a:lnTo>
                  <a:lnTo>
                    <a:pt x="42" y="426"/>
                  </a:lnTo>
                  <a:lnTo>
                    <a:pt x="48" y="438"/>
                  </a:lnTo>
                  <a:lnTo>
                    <a:pt x="54" y="444"/>
                  </a:lnTo>
                  <a:lnTo>
                    <a:pt x="54" y="450"/>
                  </a:lnTo>
                  <a:lnTo>
                    <a:pt x="42" y="468"/>
                  </a:lnTo>
                  <a:lnTo>
                    <a:pt x="54" y="480"/>
                  </a:lnTo>
                  <a:lnTo>
                    <a:pt x="78" y="498"/>
                  </a:lnTo>
                  <a:lnTo>
                    <a:pt x="78" y="516"/>
                  </a:lnTo>
                  <a:lnTo>
                    <a:pt x="102" y="528"/>
                  </a:lnTo>
                  <a:lnTo>
                    <a:pt x="90" y="558"/>
                  </a:lnTo>
                  <a:lnTo>
                    <a:pt x="78" y="546"/>
                  </a:lnTo>
                  <a:lnTo>
                    <a:pt x="78" y="558"/>
                  </a:lnTo>
                  <a:lnTo>
                    <a:pt x="66" y="582"/>
                  </a:lnTo>
                  <a:lnTo>
                    <a:pt x="54" y="588"/>
                  </a:lnTo>
                  <a:lnTo>
                    <a:pt x="36" y="606"/>
                  </a:lnTo>
                  <a:lnTo>
                    <a:pt x="48" y="630"/>
                  </a:lnTo>
                  <a:lnTo>
                    <a:pt x="42" y="636"/>
                  </a:lnTo>
                  <a:lnTo>
                    <a:pt x="60" y="666"/>
                  </a:lnTo>
                  <a:lnTo>
                    <a:pt x="84" y="666"/>
                  </a:lnTo>
                  <a:lnTo>
                    <a:pt x="96" y="744"/>
                  </a:lnTo>
                  <a:lnTo>
                    <a:pt x="108" y="750"/>
                  </a:lnTo>
                  <a:lnTo>
                    <a:pt x="114" y="750"/>
                  </a:lnTo>
                  <a:lnTo>
                    <a:pt x="138" y="762"/>
                  </a:lnTo>
                  <a:lnTo>
                    <a:pt x="144" y="774"/>
                  </a:lnTo>
                  <a:lnTo>
                    <a:pt x="144" y="780"/>
                  </a:lnTo>
                  <a:lnTo>
                    <a:pt x="138" y="792"/>
                  </a:lnTo>
                  <a:lnTo>
                    <a:pt x="126" y="804"/>
                  </a:lnTo>
                  <a:lnTo>
                    <a:pt x="144" y="822"/>
                  </a:lnTo>
                  <a:lnTo>
                    <a:pt x="138" y="828"/>
                  </a:lnTo>
                  <a:lnTo>
                    <a:pt x="132" y="840"/>
                  </a:lnTo>
                  <a:lnTo>
                    <a:pt x="126" y="846"/>
                  </a:lnTo>
                  <a:lnTo>
                    <a:pt x="126" y="858"/>
                  </a:lnTo>
                  <a:lnTo>
                    <a:pt x="132" y="870"/>
                  </a:lnTo>
                  <a:lnTo>
                    <a:pt x="138" y="876"/>
                  </a:lnTo>
                  <a:lnTo>
                    <a:pt x="138" y="900"/>
                  </a:lnTo>
                  <a:lnTo>
                    <a:pt x="144" y="900"/>
                  </a:lnTo>
                  <a:lnTo>
                    <a:pt x="150" y="906"/>
                  </a:lnTo>
                  <a:lnTo>
                    <a:pt x="162" y="912"/>
                  </a:lnTo>
                  <a:lnTo>
                    <a:pt x="168" y="918"/>
                  </a:lnTo>
                  <a:lnTo>
                    <a:pt x="180" y="924"/>
                  </a:lnTo>
                  <a:lnTo>
                    <a:pt x="186" y="930"/>
                  </a:lnTo>
                  <a:lnTo>
                    <a:pt x="186" y="996"/>
                  </a:lnTo>
                  <a:lnTo>
                    <a:pt x="210" y="1020"/>
                  </a:lnTo>
                  <a:lnTo>
                    <a:pt x="210" y="1044"/>
                  </a:lnTo>
                  <a:lnTo>
                    <a:pt x="216" y="1056"/>
                  </a:lnTo>
                  <a:lnTo>
                    <a:pt x="270" y="1056"/>
                  </a:lnTo>
                  <a:lnTo>
                    <a:pt x="270" y="1026"/>
                  </a:lnTo>
                  <a:lnTo>
                    <a:pt x="282" y="1026"/>
                  </a:lnTo>
                  <a:lnTo>
                    <a:pt x="282" y="1008"/>
                  </a:lnTo>
                  <a:lnTo>
                    <a:pt x="306" y="1002"/>
                  </a:lnTo>
                  <a:lnTo>
                    <a:pt x="318" y="978"/>
                  </a:lnTo>
                  <a:lnTo>
                    <a:pt x="324" y="984"/>
                  </a:lnTo>
                  <a:lnTo>
                    <a:pt x="348" y="996"/>
                  </a:lnTo>
                  <a:lnTo>
                    <a:pt x="360" y="996"/>
                  </a:lnTo>
                  <a:lnTo>
                    <a:pt x="378" y="1002"/>
                  </a:lnTo>
                  <a:lnTo>
                    <a:pt x="432" y="1002"/>
                  </a:lnTo>
                  <a:lnTo>
                    <a:pt x="462" y="1050"/>
                  </a:lnTo>
                  <a:lnTo>
                    <a:pt x="474" y="996"/>
                  </a:lnTo>
                  <a:lnTo>
                    <a:pt x="546" y="990"/>
                  </a:lnTo>
                  <a:lnTo>
                    <a:pt x="582" y="1014"/>
                  </a:lnTo>
                  <a:lnTo>
                    <a:pt x="582" y="996"/>
                  </a:lnTo>
                  <a:lnTo>
                    <a:pt x="594" y="924"/>
                  </a:lnTo>
                  <a:lnTo>
                    <a:pt x="594" y="900"/>
                  </a:lnTo>
                  <a:lnTo>
                    <a:pt x="588" y="894"/>
                  </a:lnTo>
                  <a:lnTo>
                    <a:pt x="588" y="888"/>
                  </a:lnTo>
                  <a:lnTo>
                    <a:pt x="576" y="864"/>
                  </a:lnTo>
                  <a:lnTo>
                    <a:pt x="576" y="852"/>
                  </a:lnTo>
                  <a:lnTo>
                    <a:pt x="582" y="846"/>
                  </a:lnTo>
                  <a:lnTo>
                    <a:pt x="594" y="840"/>
                  </a:lnTo>
                  <a:lnTo>
                    <a:pt x="606" y="828"/>
                  </a:lnTo>
                  <a:lnTo>
                    <a:pt x="612" y="798"/>
                  </a:lnTo>
                  <a:lnTo>
                    <a:pt x="714" y="780"/>
                  </a:lnTo>
                  <a:lnTo>
                    <a:pt x="792" y="768"/>
                  </a:lnTo>
                  <a:lnTo>
                    <a:pt x="846" y="810"/>
                  </a:lnTo>
                  <a:lnTo>
                    <a:pt x="864" y="846"/>
                  </a:lnTo>
                  <a:lnTo>
                    <a:pt x="864" y="840"/>
                  </a:lnTo>
                  <a:lnTo>
                    <a:pt x="870" y="834"/>
                  </a:lnTo>
                  <a:lnTo>
                    <a:pt x="882" y="828"/>
                  </a:lnTo>
                  <a:lnTo>
                    <a:pt x="888" y="822"/>
                  </a:lnTo>
                  <a:lnTo>
                    <a:pt x="876" y="816"/>
                  </a:lnTo>
                  <a:lnTo>
                    <a:pt x="870" y="810"/>
                  </a:lnTo>
                  <a:lnTo>
                    <a:pt x="870" y="786"/>
                  </a:lnTo>
                  <a:lnTo>
                    <a:pt x="876" y="774"/>
                  </a:lnTo>
                  <a:lnTo>
                    <a:pt x="882" y="768"/>
                  </a:lnTo>
                  <a:lnTo>
                    <a:pt x="888" y="756"/>
                  </a:lnTo>
                  <a:lnTo>
                    <a:pt x="882" y="74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65" name="Bhutan" descr="© INSCALE GmbH, 05.05.2010&#10;http://www.presentationload.com/">
              <a:extLst>
                <a:ext uri="{FF2B5EF4-FFF2-40B4-BE49-F238E27FC236}">
                  <a16:creationId xmlns:a16="http://schemas.microsoft.com/office/drawing/2014/main" id="{E54C7478-C19F-4D2A-A940-292571DFEA77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5762375" y="2251891"/>
              <a:ext cx="77545" cy="43671"/>
            </a:xfrm>
            <a:custGeom>
              <a:avLst/>
              <a:gdLst>
                <a:gd name="T0" fmla="*/ 2147483647 w 234"/>
                <a:gd name="T1" fmla="*/ 2147483647 h 132"/>
                <a:gd name="T2" fmla="*/ 2147483647 w 234"/>
                <a:gd name="T3" fmla="*/ 2147483647 h 132"/>
                <a:gd name="T4" fmla="*/ 2147483647 w 234"/>
                <a:gd name="T5" fmla="*/ 2147483647 h 132"/>
                <a:gd name="T6" fmla="*/ 2147483647 w 234"/>
                <a:gd name="T7" fmla="*/ 2147483647 h 132"/>
                <a:gd name="T8" fmla="*/ 2147483647 w 234"/>
                <a:gd name="T9" fmla="*/ 2147483647 h 132"/>
                <a:gd name="T10" fmla="*/ 2147483647 w 234"/>
                <a:gd name="T11" fmla="*/ 2147483647 h 132"/>
                <a:gd name="T12" fmla="*/ 2147483647 w 234"/>
                <a:gd name="T13" fmla="*/ 2147483647 h 132"/>
                <a:gd name="T14" fmla="*/ 2147483647 w 234"/>
                <a:gd name="T15" fmla="*/ 2147483647 h 132"/>
                <a:gd name="T16" fmla="*/ 2147483647 w 234"/>
                <a:gd name="T17" fmla="*/ 2147483647 h 132"/>
                <a:gd name="T18" fmla="*/ 2147483647 w 234"/>
                <a:gd name="T19" fmla="*/ 2147483647 h 132"/>
                <a:gd name="T20" fmla="*/ 2147483647 w 234"/>
                <a:gd name="T21" fmla="*/ 2147483647 h 132"/>
                <a:gd name="T22" fmla="*/ 2147483647 w 234"/>
                <a:gd name="T23" fmla="*/ 2147483647 h 132"/>
                <a:gd name="T24" fmla="*/ 2147483647 w 234"/>
                <a:gd name="T25" fmla="*/ 2147483647 h 132"/>
                <a:gd name="T26" fmla="*/ 2147483647 w 234"/>
                <a:gd name="T27" fmla="*/ 2147483647 h 132"/>
                <a:gd name="T28" fmla="*/ 2147483647 w 234"/>
                <a:gd name="T29" fmla="*/ 2147483647 h 132"/>
                <a:gd name="T30" fmla="*/ 2147483647 w 234"/>
                <a:gd name="T31" fmla="*/ 2147483647 h 132"/>
                <a:gd name="T32" fmla="*/ 2147483647 w 234"/>
                <a:gd name="T33" fmla="*/ 2147483647 h 132"/>
                <a:gd name="T34" fmla="*/ 2147483647 w 234"/>
                <a:gd name="T35" fmla="*/ 2147483647 h 132"/>
                <a:gd name="T36" fmla="*/ 2147483647 w 234"/>
                <a:gd name="T37" fmla="*/ 2147483647 h 132"/>
                <a:gd name="T38" fmla="*/ 2147483647 w 234"/>
                <a:gd name="T39" fmla="*/ 2147483647 h 132"/>
                <a:gd name="T40" fmla="*/ 2147483647 w 234"/>
                <a:gd name="T41" fmla="*/ 2147483647 h 132"/>
                <a:gd name="T42" fmla="*/ 2147483647 w 234"/>
                <a:gd name="T43" fmla="*/ 2147483647 h 132"/>
                <a:gd name="T44" fmla="*/ 2147483647 w 234"/>
                <a:gd name="T45" fmla="*/ 2147483647 h 132"/>
                <a:gd name="T46" fmla="*/ 2147483647 w 234"/>
                <a:gd name="T47" fmla="*/ 2147483647 h 132"/>
                <a:gd name="T48" fmla="*/ 2147483647 w 234"/>
                <a:gd name="T49" fmla="*/ 2147483647 h 132"/>
                <a:gd name="T50" fmla="*/ 2147483647 w 234"/>
                <a:gd name="T51" fmla="*/ 2147483647 h 132"/>
                <a:gd name="T52" fmla="*/ 2147483647 w 234"/>
                <a:gd name="T53" fmla="*/ 2147483647 h 132"/>
                <a:gd name="T54" fmla="*/ 2147483647 w 234"/>
                <a:gd name="T55" fmla="*/ 2147483647 h 132"/>
                <a:gd name="T56" fmla="*/ 2147483647 w 234"/>
                <a:gd name="T57" fmla="*/ 2147483647 h 132"/>
                <a:gd name="T58" fmla="*/ 2147483647 w 234"/>
                <a:gd name="T59" fmla="*/ 0 h 132"/>
                <a:gd name="T60" fmla="*/ 2147483647 w 234"/>
                <a:gd name="T61" fmla="*/ 0 h 132"/>
                <a:gd name="T62" fmla="*/ 2147483647 w 234"/>
                <a:gd name="T63" fmla="*/ 2147483647 h 132"/>
                <a:gd name="T64" fmla="*/ 2147483647 w 234"/>
                <a:gd name="T65" fmla="*/ 2147483647 h 132"/>
                <a:gd name="T66" fmla="*/ 2147483647 w 234"/>
                <a:gd name="T67" fmla="*/ 2147483647 h 132"/>
                <a:gd name="T68" fmla="*/ 2147483647 w 234"/>
                <a:gd name="T69" fmla="*/ 2147483647 h 132"/>
                <a:gd name="T70" fmla="*/ 2147483647 w 234"/>
                <a:gd name="T71" fmla="*/ 2147483647 h 132"/>
                <a:gd name="T72" fmla="*/ 2147483647 w 234"/>
                <a:gd name="T73" fmla="*/ 2147483647 h 132"/>
                <a:gd name="T74" fmla="*/ 2147483647 w 234"/>
                <a:gd name="T75" fmla="*/ 2147483647 h 132"/>
                <a:gd name="T76" fmla="*/ 0 w 234"/>
                <a:gd name="T77" fmla="*/ 2147483647 h 132"/>
                <a:gd name="T78" fmla="*/ 0 w 234"/>
                <a:gd name="T79" fmla="*/ 2147483647 h 132"/>
                <a:gd name="T80" fmla="*/ 2147483647 w 234"/>
                <a:gd name="T81" fmla="*/ 2147483647 h 132"/>
                <a:gd name="T82" fmla="*/ 2147483647 w 234"/>
                <a:gd name="T83" fmla="*/ 2147483647 h 132"/>
                <a:gd name="T84" fmla="*/ 2147483647 w 234"/>
                <a:gd name="T85" fmla="*/ 2147483647 h 132"/>
                <a:gd name="T86" fmla="*/ 2147483647 w 234"/>
                <a:gd name="T87" fmla="*/ 2147483647 h 132"/>
                <a:gd name="T88" fmla="*/ 2147483647 w 234"/>
                <a:gd name="T89" fmla="*/ 2147483647 h 132"/>
                <a:gd name="T90" fmla="*/ 2147483647 w 234"/>
                <a:gd name="T91" fmla="*/ 2147483647 h 132"/>
                <a:gd name="T92" fmla="*/ 2147483647 w 234"/>
                <a:gd name="T93" fmla="*/ 2147483647 h 13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234"/>
                <a:gd name="T142" fmla="*/ 0 h 132"/>
                <a:gd name="T143" fmla="*/ 234 w 234"/>
                <a:gd name="T144" fmla="*/ 132 h 13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234" h="132">
                  <a:moveTo>
                    <a:pt x="78" y="132"/>
                  </a:moveTo>
                  <a:lnTo>
                    <a:pt x="90" y="132"/>
                  </a:lnTo>
                  <a:lnTo>
                    <a:pt x="102" y="126"/>
                  </a:lnTo>
                  <a:lnTo>
                    <a:pt x="108" y="120"/>
                  </a:lnTo>
                  <a:lnTo>
                    <a:pt x="126" y="120"/>
                  </a:lnTo>
                  <a:lnTo>
                    <a:pt x="138" y="126"/>
                  </a:lnTo>
                  <a:lnTo>
                    <a:pt x="168" y="126"/>
                  </a:lnTo>
                  <a:lnTo>
                    <a:pt x="180" y="120"/>
                  </a:lnTo>
                  <a:lnTo>
                    <a:pt x="192" y="120"/>
                  </a:lnTo>
                  <a:lnTo>
                    <a:pt x="198" y="126"/>
                  </a:lnTo>
                  <a:lnTo>
                    <a:pt x="210" y="126"/>
                  </a:lnTo>
                  <a:lnTo>
                    <a:pt x="234" y="114"/>
                  </a:lnTo>
                  <a:lnTo>
                    <a:pt x="234" y="108"/>
                  </a:lnTo>
                  <a:lnTo>
                    <a:pt x="222" y="96"/>
                  </a:lnTo>
                  <a:lnTo>
                    <a:pt x="222" y="72"/>
                  </a:lnTo>
                  <a:lnTo>
                    <a:pt x="198" y="72"/>
                  </a:lnTo>
                  <a:lnTo>
                    <a:pt x="192" y="66"/>
                  </a:lnTo>
                  <a:lnTo>
                    <a:pt x="192" y="42"/>
                  </a:lnTo>
                  <a:lnTo>
                    <a:pt x="186" y="30"/>
                  </a:lnTo>
                  <a:lnTo>
                    <a:pt x="174" y="18"/>
                  </a:lnTo>
                  <a:lnTo>
                    <a:pt x="162" y="12"/>
                  </a:lnTo>
                  <a:lnTo>
                    <a:pt x="150" y="12"/>
                  </a:lnTo>
                  <a:lnTo>
                    <a:pt x="138" y="18"/>
                  </a:lnTo>
                  <a:lnTo>
                    <a:pt x="126" y="18"/>
                  </a:lnTo>
                  <a:lnTo>
                    <a:pt x="114" y="24"/>
                  </a:lnTo>
                  <a:lnTo>
                    <a:pt x="108" y="30"/>
                  </a:lnTo>
                  <a:lnTo>
                    <a:pt x="102" y="30"/>
                  </a:lnTo>
                  <a:lnTo>
                    <a:pt x="102" y="6"/>
                  </a:lnTo>
                  <a:lnTo>
                    <a:pt x="78" y="6"/>
                  </a:lnTo>
                  <a:lnTo>
                    <a:pt x="66" y="0"/>
                  </a:lnTo>
                  <a:lnTo>
                    <a:pt x="54" y="0"/>
                  </a:lnTo>
                  <a:lnTo>
                    <a:pt x="48" y="12"/>
                  </a:lnTo>
                  <a:lnTo>
                    <a:pt x="36" y="24"/>
                  </a:lnTo>
                  <a:lnTo>
                    <a:pt x="30" y="36"/>
                  </a:lnTo>
                  <a:lnTo>
                    <a:pt x="18" y="54"/>
                  </a:lnTo>
                  <a:lnTo>
                    <a:pt x="12" y="66"/>
                  </a:lnTo>
                  <a:lnTo>
                    <a:pt x="6" y="72"/>
                  </a:lnTo>
                  <a:lnTo>
                    <a:pt x="6" y="78"/>
                  </a:lnTo>
                  <a:lnTo>
                    <a:pt x="0" y="78"/>
                  </a:lnTo>
                  <a:lnTo>
                    <a:pt x="0" y="90"/>
                  </a:lnTo>
                  <a:lnTo>
                    <a:pt x="18" y="108"/>
                  </a:lnTo>
                  <a:lnTo>
                    <a:pt x="42" y="120"/>
                  </a:lnTo>
                  <a:lnTo>
                    <a:pt x="54" y="120"/>
                  </a:lnTo>
                  <a:lnTo>
                    <a:pt x="54" y="114"/>
                  </a:lnTo>
                  <a:lnTo>
                    <a:pt x="54" y="120"/>
                  </a:lnTo>
                  <a:lnTo>
                    <a:pt x="66" y="132"/>
                  </a:lnTo>
                  <a:lnTo>
                    <a:pt x="78" y="13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66" name="Benin" descr="© INSCALE GmbH, 05.05.2010&#10;http://www.presentationload.com/">
              <a:extLst>
                <a:ext uri="{FF2B5EF4-FFF2-40B4-BE49-F238E27FC236}">
                  <a16:creationId xmlns:a16="http://schemas.microsoft.com/office/drawing/2014/main" id="{27E26C5A-F7AF-45BE-B3C3-E2464219C3DA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751371" y="2674469"/>
              <a:ext cx="73668" cy="163125"/>
            </a:xfrm>
            <a:custGeom>
              <a:avLst/>
              <a:gdLst>
                <a:gd name="T0" fmla="*/ 2147483647 w 222"/>
                <a:gd name="T1" fmla="*/ 2147483647 h 498"/>
                <a:gd name="T2" fmla="*/ 2147483647 w 222"/>
                <a:gd name="T3" fmla="*/ 2147483647 h 498"/>
                <a:gd name="T4" fmla="*/ 2147483647 w 222"/>
                <a:gd name="T5" fmla="*/ 2147483647 h 498"/>
                <a:gd name="T6" fmla="*/ 2147483647 w 222"/>
                <a:gd name="T7" fmla="*/ 2147483647 h 498"/>
                <a:gd name="T8" fmla="*/ 2147483647 w 222"/>
                <a:gd name="T9" fmla="*/ 2147483647 h 498"/>
                <a:gd name="T10" fmla="*/ 2147483647 w 222"/>
                <a:gd name="T11" fmla="*/ 2147483647 h 498"/>
                <a:gd name="T12" fmla="*/ 2147483647 w 222"/>
                <a:gd name="T13" fmla="*/ 2147483647 h 498"/>
                <a:gd name="T14" fmla="*/ 2147483647 w 222"/>
                <a:gd name="T15" fmla="*/ 2147483647 h 498"/>
                <a:gd name="T16" fmla="*/ 2147483647 w 222"/>
                <a:gd name="T17" fmla="*/ 2147483647 h 498"/>
                <a:gd name="T18" fmla="*/ 2147483647 w 222"/>
                <a:gd name="T19" fmla="*/ 2147483647 h 498"/>
                <a:gd name="T20" fmla="*/ 2147483647 w 222"/>
                <a:gd name="T21" fmla="*/ 2147483647 h 498"/>
                <a:gd name="T22" fmla="*/ 2147483647 w 222"/>
                <a:gd name="T23" fmla="*/ 2147483647 h 498"/>
                <a:gd name="T24" fmla="*/ 2147483647 w 222"/>
                <a:gd name="T25" fmla="*/ 2147483647 h 498"/>
                <a:gd name="T26" fmla="*/ 2147483647 w 222"/>
                <a:gd name="T27" fmla="*/ 2147483647 h 498"/>
                <a:gd name="T28" fmla="*/ 2147483647 w 222"/>
                <a:gd name="T29" fmla="*/ 2147483647 h 498"/>
                <a:gd name="T30" fmla="*/ 2147483647 w 222"/>
                <a:gd name="T31" fmla="*/ 2147483647 h 498"/>
                <a:gd name="T32" fmla="*/ 2147483647 w 222"/>
                <a:gd name="T33" fmla="*/ 2147483647 h 498"/>
                <a:gd name="T34" fmla="*/ 2147483647 w 222"/>
                <a:gd name="T35" fmla="*/ 2147483647 h 498"/>
                <a:gd name="T36" fmla="*/ 2147483647 w 222"/>
                <a:gd name="T37" fmla="*/ 2147483647 h 498"/>
                <a:gd name="T38" fmla="*/ 2147483647 w 222"/>
                <a:gd name="T39" fmla="*/ 2147483647 h 498"/>
                <a:gd name="T40" fmla="*/ 2147483647 w 222"/>
                <a:gd name="T41" fmla="*/ 2147483647 h 498"/>
                <a:gd name="T42" fmla="*/ 2147483647 w 222"/>
                <a:gd name="T43" fmla="*/ 2147483647 h 498"/>
                <a:gd name="T44" fmla="*/ 2147483647 w 222"/>
                <a:gd name="T45" fmla="*/ 2147483647 h 498"/>
                <a:gd name="T46" fmla="*/ 0 w 222"/>
                <a:gd name="T47" fmla="*/ 2147483647 h 498"/>
                <a:gd name="T48" fmla="*/ 2147483647 w 222"/>
                <a:gd name="T49" fmla="*/ 2147483647 h 498"/>
                <a:gd name="T50" fmla="*/ 2147483647 w 222"/>
                <a:gd name="T51" fmla="*/ 2147483647 h 498"/>
                <a:gd name="T52" fmla="*/ 2147483647 w 222"/>
                <a:gd name="T53" fmla="*/ 2147483647 h 498"/>
                <a:gd name="T54" fmla="*/ 2147483647 w 222"/>
                <a:gd name="T55" fmla="*/ 2147483647 h 498"/>
                <a:gd name="T56" fmla="*/ 2147483647 w 222"/>
                <a:gd name="T57" fmla="*/ 2147483647 h 498"/>
                <a:gd name="T58" fmla="*/ 2147483647 w 222"/>
                <a:gd name="T59" fmla="*/ 2147483647 h 498"/>
                <a:gd name="T60" fmla="*/ 2147483647 w 222"/>
                <a:gd name="T61" fmla="*/ 2147483647 h 498"/>
                <a:gd name="T62" fmla="*/ 2147483647 w 222"/>
                <a:gd name="T63" fmla="*/ 2147483647 h 498"/>
                <a:gd name="T64" fmla="*/ 2147483647 w 222"/>
                <a:gd name="T65" fmla="*/ 2147483647 h 498"/>
                <a:gd name="T66" fmla="*/ 2147483647 w 222"/>
                <a:gd name="T67" fmla="*/ 2147483647 h 498"/>
                <a:gd name="T68" fmla="*/ 2147483647 w 222"/>
                <a:gd name="T69" fmla="*/ 2147483647 h 4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22"/>
                <a:gd name="T106" fmla="*/ 0 h 498"/>
                <a:gd name="T107" fmla="*/ 222 w 222"/>
                <a:gd name="T108" fmla="*/ 498 h 4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22" h="498">
                  <a:moveTo>
                    <a:pt x="138" y="372"/>
                  </a:moveTo>
                  <a:lnTo>
                    <a:pt x="144" y="342"/>
                  </a:lnTo>
                  <a:lnTo>
                    <a:pt x="138" y="306"/>
                  </a:lnTo>
                  <a:lnTo>
                    <a:pt x="144" y="276"/>
                  </a:lnTo>
                  <a:lnTo>
                    <a:pt x="162" y="276"/>
                  </a:lnTo>
                  <a:lnTo>
                    <a:pt x="174" y="252"/>
                  </a:lnTo>
                  <a:lnTo>
                    <a:pt x="174" y="222"/>
                  </a:lnTo>
                  <a:lnTo>
                    <a:pt x="180" y="216"/>
                  </a:lnTo>
                  <a:lnTo>
                    <a:pt x="186" y="204"/>
                  </a:lnTo>
                  <a:lnTo>
                    <a:pt x="198" y="198"/>
                  </a:lnTo>
                  <a:lnTo>
                    <a:pt x="198" y="156"/>
                  </a:lnTo>
                  <a:lnTo>
                    <a:pt x="210" y="150"/>
                  </a:lnTo>
                  <a:lnTo>
                    <a:pt x="216" y="150"/>
                  </a:lnTo>
                  <a:lnTo>
                    <a:pt x="222" y="144"/>
                  </a:lnTo>
                  <a:lnTo>
                    <a:pt x="222" y="132"/>
                  </a:lnTo>
                  <a:lnTo>
                    <a:pt x="216" y="126"/>
                  </a:lnTo>
                  <a:lnTo>
                    <a:pt x="216" y="114"/>
                  </a:lnTo>
                  <a:lnTo>
                    <a:pt x="210" y="102"/>
                  </a:lnTo>
                  <a:lnTo>
                    <a:pt x="204" y="96"/>
                  </a:lnTo>
                  <a:lnTo>
                    <a:pt x="192" y="72"/>
                  </a:lnTo>
                  <a:lnTo>
                    <a:pt x="198" y="66"/>
                  </a:lnTo>
                  <a:lnTo>
                    <a:pt x="198" y="60"/>
                  </a:lnTo>
                  <a:lnTo>
                    <a:pt x="204" y="48"/>
                  </a:lnTo>
                  <a:lnTo>
                    <a:pt x="198" y="42"/>
                  </a:lnTo>
                  <a:lnTo>
                    <a:pt x="186" y="36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30"/>
                  </a:lnTo>
                  <a:lnTo>
                    <a:pt x="162" y="24"/>
                  </a:lnTo>
                  <a:lnTo>
                    <a:pt x="156" y="12"/>
                  </a:lnTo>
                  <a:lnTo>
                    <a:pt x="144" y="0"/>
                  </a:lnTo>
                  <a:lnTo>
                    <a:pt x="114" y="12"/>
                  </a:lnTo>
                  <a:lnTo>
                    <a:pt x="114" y="36"/>
                  </a:lnTo>
                  <a:lnTo>
                    <a:pt x="120" y="36"/>
                  </a:lnTo>
                  <a:lnTo>
                    <a:pt x="114" y="42"/>
                  </a:lnTo>
                  <a:lnTo>
                    <a:pt x="108" y="60"/>
                  </a:lnTo>
                  <a:lnTo>
                    <a:pt x="96" y="60"/>
                  </a:lnTo>
                  <a:lnTo>
                    <a:pt x="90" y="66"/>
                  </a:lnTo>
                  <a:lnTo>
                    <a:pt x="84" y="66"/>
                  </a:lnTo>
                  <a:lnTo>
                    <a:pt x="84" y="78"/>
                  </a:lnTo>
                  <a:lnTo>
                    <a:pt x="78" y="72"/>
                  </a:lnTo>
                  <a:lnTo>
                    <a:pt x="48" y="72"/>
                  </a:lnTo>
                  <a:lnTo>
                    <a:pt x="30" y="90"/>
                  </a:lnTo>
                  <a:lnTo>
                    <a:pt x="24" y="102"/>
                  </a:lnTo>
                  <a:lnTo>
                    <a:pt x="12" y="102"/>
                  </a:lnTo>
                  <a:lnTo>
                    <a:pt x="6" y="114"/>
                  </a:lnTo>
                  <a:lnTo>
                    <a:pt x="0" y="132"/>
                  </a:lnTo>
                  <a:lnTo>
                    <a:pt x="0" y="162"/>
                  </a:lnTo>
                  <a:lnTo>
                    <a:pt x="12" y="168"/>
                  </a:lnTo>
                  <a:lnTo>
                    <a:pt x="42" y="198"/>
                  </a:lnTo>
                  <a:lnTo>
                    <a:pt x="42" y="240"/>
                  </a:lnTo>
                  <a:lnTo>
                    <a:pt x="54" y="252"/>
                  </a:lnTo>
                  <a:lnTo>
                    <a:pt x="60" y="264"/>
                  </a:lnTo>
                  <a:lnTo>
                    <a:pt x="60" y="294"/>
                  </a:lnTo>
                  <a:lnTo>
                    <a:pt x="66" y="306"/>
                  </a:lnTo>
                  <a:lnTo>
                    <a:pt x="54" y="318"/>
                  </a:lnTo>
                  <a:lnTo>
                    <a:pt x="54" y="378"/>
                  </a:lnTo>
                  <a:lnTo>
                    <a:pt x="66" y="390"/>
                  </a:lnTo>
                  <a:lnTo>
                    <a:pt x="54" y="396"/>
                  </a:lnTo>
                  <a:lnTo>
                    <a:pt x="60" y="462"/>
                  </a:lnTo>
                  <a:lnTo>
                    <a:pt x="60" y="468"/>
                  </a:lnTo>
                  <a:lnTo>
                    <a:pt x="72" y="480"/>
                  </a:lnTo>
                  <a:lnTo>
                    <a:pt x="72" y="492"/>
                  </a:lnTo>
                  <a:lnTo>
                    <a:pt x="84" y="492"/>
                  </a:lnTo>
                  <a:lnTo>
                    <a:pt x="96" y="498"/>
                  </a:lnTo>
                  <a:lnTo>
                    <a:pt x="108" y="498"/>
                  </a:lnTo>
                  <a:lnTo>
                    <a:pt x="120" y="474"/>
                  </a:lnTo>
                  <a:lnTo>
                    <a:pt x="126" y="480"/>
                  </a:lnTo>
                  <a:lnTo>
                    <a:pt x="138" y="486"/>
                  </a:lnTo>
                  <a:lnTo>
                    <a:pt x="138" y="37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67" name="Belgium" descr="© INSCALE GmbH, 05.05.2010&#10;http://www.presentationload.com/">
              <a:extLst>
                <a:ext uri="{FF2B5EF4-FFF2-40B4-BE49-F238E27FC236}">
                  <a16:creationId xmlns:a16="http://schemas.microsoft.com/office/drawing/2014/main" id="{BB512B26-C5DF-4C63-957A-B827B8AFC361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821162" y="1646920"/>
              <a:ext cx="73668" cy="50094"/>
            </a:xfrm>
            <a:custGeom>
              <a:avLst/>
              <a:gdLst>
                <a:gd name="T0" fmla="*/ 0 w 222"/>
                <a:gd name="T1" fmla="*/ 2147483647 h 150"/>
                <a:gd name="T2" fmla="*/ 2147483647 w 222"/>
                <a:gd name="T3" fmla="*/ 2147483647 h 150"/>
                <a:gd name="T4" fmla="*/ 2147483647 w 222"/>
                <a:gd name="T5" fmla="*/ 2147483647 h 150"/>
                <a:gd name="T6" fmla="*/ 2147483647 w 222"/>
                <a:gd name="T7" fmla="*/ 2147483647 h 150"/>
                <a:gd name="T8" fmla="*/ 2147483647 w 222"/>
                <a:gd name="T9" fmla="*/ 2147483647 h 150"/>
                <a:gd name="T10" fmla="*/ 2147483647 w 222"/>
                <a:gd name="T11" fmla="*/ 2147483647 h 150"/>
                <a:gd name="T12" fmla="*/ 2147483647 w 222"/>
                <a:gd name="T13" fmla="*/ 2147483647 h 150"/>
                <a:gd name="T14" fmla="*/ 2147483647 w 222"/>
                <a:gd name="T15" fmla="*/ 2147483647 h 150"/>
                <a:gd name="T16" fmla="*/ 2147483647 w 222"/>
                <a:gd name="T17" fmla="*/ 2147483647 h 150"/>
                <a:gd name="T18" fmla="*/ 2147483647 w 222"/>
                <a:gd name="T19" fmla="*/ 2147483647 h 150"/>
                <a:gd name="T20" fmla="*/ 2147483647 w 222"/>
                <a:gd name="T21" fmla="*/ 2147483647 h 150"/>
                <a:gd name="T22" fmla="*/ 2147483647 w 222"/>
                <a:gd name="T23" fmla="*/ 2147483647 h 150"/>
                <a:gd name="T24" fmla="*/ 2147483647 w 222"/>
                <a:gd name="T25" fmla="*/ 2147483647 h 150"/>
                <a:gd name="T26" fmla="*/ 2147483647 w 222"/>
                <a:gd name="T27" fmla="*/ 2147483647 h 150"/>
                <a:gd name="T28" fmla="*/ 2147483647 w 222"/>
                <a:gd name="T29" fmla="*/ 2147483647 h 150"/>
                <a:gd name="T30" fmla="*/ 2147483647 w 222"/>
                <a:gd name="T31" fmla="*/ 2147483647 h 150"/>
                <a:gd name="T32" fmla="*/ 2147483647 w 222"/>
                <a:gd name="T33" fmla="*/ 2147483647 h 150"/>
                <a:gd name="T34" fmla="*/ 2147483647 w 222"/>
                <a:gd name="T35" fmla="*/ 2147483647 h 150"/>
                <a:gd name="T36" fmla="*/ 2147483647 w 222"/>
                <a:gd name="T37" fmla="*/ 2147483647 h 150"/>
                <a:gd name="T38" fmla="*/ 2147483647 w 222"/>
                <a:gd name="T39" fmla="*/ 2147483647 h 150"/>
                <a:gd name="T40" fmla="*/ 2147483647 w 222"/>
                <a:gd name="T41" fmla="*/ 2147483647 h 150"/>
                <a:gd name="T42" fmla="*/ 2147483647 w 222"/>
                <a:gd name="T43" fmla="*/ 2147483647 h 150"/>
                <a:gd name="T44" fmla="*/ 2147483647 w 222"/>
                <a:gd name="T45" fmla="*/ 2147483647 h 150"/>
                <a:gd name="T46" fmla="*/ 2147483647 w 222"/>
                <a:gd name="T47" fmla="*/ 2147483647 h 150"/>
                <a:gd name="T48" fmla="*/ 2147483647 w 222"/>
                <a:gd name="T49" fmla="*/ 2147483647 h 150"/>
                <a:gd name="T50" fmla="*/ 2147483647 w 222"/>
                <a:gd name="T51" fmla="*/ 2147483647 h 150"/>
                <a:gd name="T52" fmla="*/ 2147483647 w 222"/>
                <a:gd name="T53" fmla="*/ 2147483647 h 150"/>
                <a:gd name="T54" fmla="*/ 2147483647 w 222"/>
                <a:gd name="T55" fmla="*/ 2147483647 h 150"/>
                <a:gd name="T56" fmla="*/ 2147483647 w 222"/>
                <a:gd name="T57" fmla="*/ 2147483647 h 150"/>
                <a:gd name="T58" fmla="*/ 2147483647 w 222"/>
                <a:gd name="T59" fmla="*/ 2147483647 h 150"/>
                <a:gd name="T60" fmla="*/ 2147483647 w 222"/>
                <a:gd name="T61" fmla="*/ 2147483647 h 150"/>
                <a:gd name="T62" fmla="*/ 2147483647 w 222"/>
                <a:gd name="T63" fmla="*/ 2147483647 h 150"/>
                <a:gd name="T64" fmla="*/ 2147483647 w 222"/>
                <a:gd name="T65" fmla="*/ 2147483647 h 150"/>
                <a:gd name="T66" fmla="*/ 2147483647 w 222"/>
                <a:gd name="T67" fmla="*/ 2147483647 h 150"/>
                <a:gd name="T68" fmla="*/ 2147483647 w 222"/>
                <a:gd name="T69" fmla="*/ 2147483647 h 150"/>
                <a:gd name="T70" fmla="*/ 2147483647 w 222"/>
                <a:gd name="T71" fmla="*/ 2147483647 h 150"/>
                <a:gd name="T72" fmla="*/ 2147483647 w 222"/>
                <a:gd name="T73" fmla="*/ 2147483647 h 150"/>
                <a:gd name="T74" fmla="*/ 2147483647 w 222"/>
                <a:gd name="T75" fmla="*/ 2147483647 h 150"/>
                <a:gd name="T76" fmla="*/ 2147483647 w 222"/>
                <a:gd name="T77" fmla="*/ 2147483647 h 150"/>
                <a:gd name="T78" fmla="*/ 2147483647 w 222"/>
                <a:gd name="T79" fmla="*/ 2147483647 h 150"/>
                <a:gd name="T80" fmla="*/ 2147483647 w 222"/>
                <a:gd name="T81" fmla="*/ 0 h 150"/>
                <a:gd name="T82" fmla="*/ 2147483647 w 222"/>
                <a:gd name="T83" fmla="*/ 0 h 150"/>
                <a:gd name="T84" fmla="*/ 2147483647 w 222"/>
                <a:gd name="T85" fmla="*/ 2147483647 h 150"/>
                <a:gd name="T86" fmla="*/ 2147483647 w 222"/>
                <a:gd name="T87" fmla="*/ 0 h 150"/>
                <a:gd name="T88" fmla="*/ 2147483647 w 222"/>
                <a:gd name="T89" fmla="*/ 2147483647 h 150"/>
                <a:gd name="T90" fmla="*/ 2147483647 w 222"/>
                <a:gd name="T91" fmla="*/ 2147483647 h 150"/>
                <a:gd name="T92" fmla="*/ 2147483647 w 222"/>
                <a:gd name="T93" fmla="*/ 2147483647 h 150"/>
                <a:gd name="T94" fmla="*/ 2147483647 w 222"/>
                <a:gd name="T95" fmla="*/ 2147483647 h 150"/>
                <a:gd name="T96" fmla="*/ 2147483647 w 222"/>
                <a:gd name="T97" fmla="*/ 2147483647 h 150"/>
                <a:gd name="T98" fmla="*/ 2147483647 w 222"/>
                <a:gd name="T99" fmla="*/ 2147483647 h 150"/>
                <a:gd name="T100" fmla="*/ 2147483647 w 222"/>
                <a:gd name="T101" fmla="*/ 2147483647 h 150"/>
                <a:gd name="T102" fmla="*/ 0 w 222"/>
                <a:gd name="T103" fmla="*/ 2147483647 h 150"/>
                <a:gd name="T104" fmla="*/ 0 w 222"/>
                <a:gd name="T105" fmla="*/ 2147483647 h 15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22"/>
                <a:gd name="T160" fmla="*/ 0 h 150"/>
                <a:gd name="T161" fmla="*/ 222 w 222"/>
                <a:gd name="T162" fmla="*/ 150 h 15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22" h="150">
                  <a:moveTo>
                    <a:pt x="0" y="42"/>
                  </a:moveTo>
                  <a:lnTo>
                    <a:pt x="6" y="60"/>
                  </a:lnTo>
                  <a:lnTo>
                    <a:pt x="30" y="66"/>
                  </a:lnTo>
                  <a:lnTo>
                    <a:pt x="42" y="78"/>
                  </a:lnTo>
                  <a:lnTo>
                    <a:pt x="66" y="78"/>
                  </a:lnTo>
                  <a:lnTo>
                    <a:pt x="78" y="84"/>
                  </a:lnTo>
                  <a:lnTo>
                    <a:pt x="84" y="90"/>
                  </a:lnTo>
                  <a:lnTo>
                    <a:pt x="84" y="114"/>
                  </a:lnTo>
                  <a:lnTo>
                    <a:pt x="108" y="114"/>
                  </a:lnTo>
                  <a:lnTo>
                    <a:pt x="120" y="102"/>
                  </a:lnTo>
                  <a:lnTo>
                    <a:pt x="120" y="126"/>
                  </a:lnTo>
                  <a:lnTo>
                    <a:pt x="132" y="126"/>
                  </a:lnTo>
                  <a:lnTo>
                    <a:pt x="144" y="132"/>
                  </a:lnTo>
                  <a:lnTo>
                    <a:pt x="150" y="132"/>
                  </a:lnTo>
                  <a:lnTo>
                    <a:pt x="162" y="144"/>
                  </a:lnTo>
                  <a:lnTo>
                    <a:pt x="180" y="144"/>
                  </a:lnTo>
                  <a:lnTo>
                    <a:pt x="192" y="150"/>
                  </a:lnTo>
                  <a:lnTo>
                    <a:pt x="192" y="144"/>
                  </a:lnTo>
                  <a:lnTo>
                    <a:pt x="186" y="132"/>
                  </a:lnTo>
                  <a:lnTo>
                    <a:pt x="174" y="120"/>
                  </a:lnTo>
                  <a:lnTo>
                    <a:pt x="174" y="114"/>
                  </a:lnTo>
                  <a:lnTo>
                    <a:pt x="180" y="114"/>
                  </a:lnTo>
                  <a:lnTo>
                    <a:pt x="192" y="108"/>
                  </a:lnTo>
                  <a:lnTo>
                    <a:pt x="198" y="102"/>
                  </a:lnTo>
                  <a:lnTo>
                    <a:pt x="204" y="102"/>
                  </a:lnTo>
                  <a:lnTo>
                    <a:pt x="204" y="96"/>
                  </a:lnTo>
                  <a:lnTo>
                    <a:pt x="210" y="90"/>
                  </a:lnTo>
                  <a:lnTo>
                    <a:pt x="222" y="90"/>
                  </a:lnTo>
                  <a:lnTo>
                    <a:pt x="216" y="84"/>
                  </a:lnTo>
                  <a:lnTo>
                    <a:pt x="216" y="66"/>
                  </a:lnTo>
                  <a:lnTo>
                    <a:pt x="204" y="54"/>
                  </a:lnTo>
                  <a:lnTo>
                    <a:pt x="180" y="54"/>
                  </a:lnTo>
                  <a:lnTo>
                    <a:pt x="180" y="42"/>
                  </a:lnTo>
                  <a:lnTo>
                    <a:pt x="186" y="36"/>
                  </a:lnTo>
                  <a:lnTo>
                    <a:pt x="186" y="18"/>
                  </a:lnTo>
                  <a:lnTo>
                    <a:pt x="180" y="12"/>
                  </a:lnTo>
                  <a:lnTo>
                    <a:pt x="174" y="12"/>
                  </a:lnTo>
                  <a:lnTo>
                    <a:pt x="162" y="18"/>
                  </a:lnTo>
                  <a:lnTo>
                    <a:pt x="150" y="18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108" y="0"/>
                  </a:lnTo>
                  <a:lnTo>
                    <a:pt x="108" y="6"/>
                  </a:lnTo>
                  <a:lnTo>
                    <a:pt x="96" y="0"/>
                  </a:lnTo>
                  <a:lnTo>
                    <a:pt x="96" y="12"/>
                  </a:lnTo>
                  <a:lnTo>
                    <a:pt x="78" y="6"/>
                  </a:lnTo>
                  <a:lnTo>
                    <a:pt x="72" y="18"/>
                  </a:lnTo>
                  <a:lnTo>
                    <a:pt x="66" y="12"/>
                  </a:lnTo>
                  <a:lnTo>
                    <a:pt x="42" y="12"/>
                  </a:lnTo>
                  <a:lnTo>
                    <a:pt x="36" y="6"/>
                  </a:lnTo>
                  <a:lnTo>
                    <a:pt x="24" y="6"/>
                  </a:lnTo>
                  <a:lnTo>
                    <a:pt x="0" y="24"/>
                  </a:lnTo>
                  <a:lnTo>
                    <a:pt x="0" y="4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68" name="Belize" descr="© INSCALE GmbH, 05.05.2010&#10;http://www.presentationload.com/">
              <a:extLst>
                <a:ext uri="{FF2B5EF4-FFF2-40B4-BE49-F238E27FC236}">
                  <a16:creationId xmlns:a16="http://schemas.microsoft.com/office/drawing/2014/main" id="{74E79D5F-D460-4E23-B755-6C11E00A0414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657658" y="2512630"/>
              <a:ext cx="36187" cy="69360"/>
            </a:xfrm>
            <a:custGeom>
              <a:avLst/>
              <a:gdLst>
                <a:gd name="T0" fmla="*/ 2147483647 w 108"/>
                <a:gd name="T1" fmla="*/ 2147483647 h 210"/>
                <a:gd name="T2" fmla="*/ 2147483647 w 108"/>
                <a:gd name="T3" fmla="*/ 2147483647 h 210"/>
                <a:gd name="T4" fmla="*/ 2147483647 w 108"/>
                <a:gd name="T5" fmla="*/ 2147483647 h 210"/>
                <a:gd name="T6" fmla="*/ 2147483647 w 108"/>
                <a:gd name="T7" fmla="*/ 2147483647 h 210"/>
                <a:gd name="T8" fmla="*/ 2147483647 w 108"/>
                <a:gd name="T9" fmla="*/ 2147483647 h 210"/>
                <a:gd name="T10" fmla="*/ 2147483647 w 108"/>
                <a:gd name="T11" fmla="*/ 0 h 210"/>
                <a:gd name="T12" fmla="*/ 2147483647 w 108"/>
                <a:gd name="T13" fmla="*/ 2147483647 h 210"/>
                <a:gd name="T14" fmla="*/ 2147483647 w 108"/>
                <a:gd name="T15" fmla="*/ 2147483647 h 210"/>
                <a:gd name="T16" fmla="*/ 2147483647 w 108"/>
                <a:gd name="T17" fmla="*/ 2147483647 h 210"/>
                <a:gd name="T18" fmla="*/ 2147483647 w 108"/>
                <a:gd name="T19" fmla="*/ 2147483647 h 210"/>
                <a:gd name="T20" fmla="*/ 2147483647 w 108"/>
                <a:gd name="T21" fmla="*/ 2147483647 h 210"/>
                <a:gd name="T22" fmla="*/ 2147483647 w 108"/>
                <a:gd name="T23" fmla="*/ 2147483647 h 210"/>
                <a:gd name="T24" fmla="*/ 2147483647 w 108"/>
                <a:gd name="T25" fmla="*/ 2147483647 h 210"/>
                <a:gd name="T26" fmla="*/ 2147483647 w 108"/>
                <a:gd name="T27" fmla="*/ 2147483647 h 210"/>
                <a:gd name="T28" fmla="*/ 2147483647 w 108"/>
                <a:gd name="T29" fmla="*/ 2147483647 h 210"/>
                <a:gd name="T30" fmla="*/ 2147483647 w 108"/>
                <a:gd name="T31" fmla="*/ 2147483647 h 210"/>
                <a:gd name="T32" fmla="*/ 2147483647 w 108"/>
                <a:gd name="T33" fmla="*/ 2147483647 h 210"/>
                <a:gd name="T34" fmla="*/ 2147483647 w 108"/>
                <a:gd name="T35" fmla="*/ 2147483647 h 210"/>
                <a:gd name="T36" fmla="*/ 0 w 108"/>
                <a:gd name="T37" fmla="*/ 2147483647 h 210"/>
                <a:gd name="T38" fmla="*/ 2147483647 w 108"/>
                <a:gd name="T39" fmla="*/ 2147483647 h 210"/>
                <a:gd name="T40" fmla="*/ 2147483647 w 108"/>
                <a:gd name="T41" fmla="*/ 2147483647 h 210"/>
                <a:gd name="T42" fmla="*/ 2147483647 w 108"/>
                <a:gd name="T43" fmla="*/ 2147483647 h 210"/>
                <a:gd name="T44" fmla="*/ 2147483647 w 108"/>
                <a:gd name="T45" fmla="*/ 2147483647 h 210"/>
                <a:gd name="T46" fmla="*/ 2147483647 w 108"/>
                <a:gd name="T47" fmla="*/ 2147483647 h 210"/>
                <a:gd name="T48" fmla="*/ 2147483647 w 108"/>
                <a:gd name="T49" fmla="*/ 2147483647 h 210"/>
                <a:gd name="T50" fmla="*/ 2147483647 w 108"/>
                <a:gd name="T51" fmla="*/ 2147483647 h 210"/>
                <a:gd name="T52" fmla="*/ 2147483647 w 108"/>
                <a:gd name="T53" fmla="*/ 2147483647 h 210"/>
                <a:gd name="T54" fmla="*/ 2147483647 w 108"/>
                <a:gd name="T55" fmla="*/ 2147483647 h 21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08"/>
                <a:gd name="T85" fmla="*/ 0 h 210"/>
                <a:gd name="T86" fmla="*/ 108 w 108"/>
                <a:gd name="T87" fmla="*/ 210 h 210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08" h="210">
                  <a:moveTo>
                    <a:pt x="108" y="30"/>
                  </a:moveTo>
                  <a:lnTo>
                    <a:pt x="108" y="24"/>
                  </a:lnTo>
                  <a:lnTo>
                    <a:pt x="102" y="24"/>
                  </a:lnTo>
                  <a:lnTo>
                    <a:pt x="90" y="18"/>
                  </a:lnTo>
                  <a:lnTo>
                    <a:pt x="84" y="12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2" y="12"/>
                  </a:lnTo>
                  <a:lnTo>
                    <a:pt x="72" y="24"/>
                  </a:lnTo>
                  <a:lnTo>
                    <a:pt x="66" y="36"/>
                  </a:lnTo>
                  <a:lnTo>
                    <a:pt x="54" y="42"/>
                  </a:lnTo>
                  <a:lnTo>
                    <a:pt x="48" y="48"/>
                  </a:lnTo>
                  <a:lnTo>
                    <a:pt x="42" y="48"/>
                  </a:lnTo>
                  <a:lnTo>
                    <a:pt x="42" y="42"/>
                  </a:lnTo>
                  <a:lnTo>
                    <a:pt x="36" y="36"/>
                  </a:lnTo>
                  <a:lnTo>
                    <a:pt x="30" y="36"/>
                  </a:lnTo>
                  <a:lnTo>
                    <a:pt x="30" y="42"/>
                  </a:lnTo>
                  <a:lnTo>
                    <a:pt x="24" y="54"/>
                  </a:lnTo>
                  <a:lnTo>
                    <a:pt x="0" y="210"/>
                  </a:lnTo>
                  <a:lnTo>
                    <a:pt x="30" y="210"/>
                  </a:lnTo>
                  <a:lnTo>
                    <a:pt x="42" y="168"/>
                  </a:lnTo>
                  <a:lnTo>
                    <a:pt x="60" y="174"/>
                  </a:lnTo>
                  <a:lnTo>
                    <a:pt x="84" y="150"/>
                  </a:lnTo>
                  <a:lnTo>
                    <a:pt x="84" y="90"/>
                  </a:lnTo>
                  <a:lnTo>
                    <a:pt x="90" y="78"/>
                  </a:lnTo>
                  <a:lnTo>
                    <a:pt x="96" y="60"/>
                  </a:lnTo>
                  <a:lnTo>
                    <a:pt x="108" y="36"/>
                  </a:lnTo>
                  <a:lnTo>
                    <a:pt x="108" y="3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69" name="Belarus" descr="© INSCALE GmbH, 05.05.2010&#10;http://www.presentationload.com/">
              <a:extLst>
                <a:ext uri="{FF2B5EF4-FFF2-40B4-BE49-F238E27FC236}">
                  <a16:creationId xmlns:a16="http://schemas.microsoft.com/office/drawing/2014/main" id="{452D6B8A-C399-4DD0-A197-AFC180612B90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233444" y="1527468"/>
              <a:ext cx="188693" cy="122022"/>
            </a:xfrm>
            <a:custGeom>
              <a:avLst/>
              <a:gdLst>
                <a:gd name="T0" fmla="*/ 2147483647 w 570"/>
                <a:gd name="T1" fmla="*/ 2147483647 h 372"/>
                <a:gd name="T2" fmla="*/ 2147483647 w 570"/>
                <a:gd name="T3" fmla="*/ 2147483647 h 372"/>
                <a:gd name="T4" fmla="*/ 2147483647 w 570"/>
                <a:gd name="T5" fmla="*/ 2147483647 h 372"/>
                <a:gd name="T6" fmla="*/ 2147483647 w 570"/>
                <a:gd name="T7" fmla="*/ 2147483647 h 372"/>
                <a:gd name="T8" fmla="*/ 2147483647 w 570"/>
                <a:gd name="T9" fmla="*/ 2147483647 h 372"/>
                <a:gd name="T10" fmla="*/ 2147483647 w 570"/>
                <a:gd name="T11" fmla="*/ 2147483647 h 372"/>
                <a:gd name="T12" fmla="*/ 2147483647 w 570"/>
                <a:gd name="T13" fmla="*/ 2147483647 h 372"/>
                <a:gd name="T14" fmla="*/ 2147483647 w 570"/>
                <a:gd name="T15" fmla="*/ 2147483647 h 372"/>
                <a:gd name="T16" fmla="*/ 2147483647 w 570"/>
                <a:gd name="T17" fmla="*/ 2147483647 h 372"/>
                <a:gd name="T18" fmla="*/ 2147483647 w 570"/>
                <a:gd name="T19" fmla="*/ 2147483647 h 372"/>
                <a:gd name="T20" fmla="*/ 2147483647 w 570"/>
                <a:gd name="T21" fmla="*/ 2147483647 h 372"/>
                <a:gd name="T22" fmla="*/ 2147483647 w 570"/>
                <a:gd name="T23" fmla="*/ 2147483647 h 372"/>
                <a:gd name="T24" fmla="*/ 2147483647 w 570"/>
                <a:gd name="T25" fmla="*/ 2147483647 h 372"/>
                <a:gd name="T26" fmla="*/ 2147483647 w 570"/>
                <a:gd name="T27" fmla="*/ 2147483647 h 372"/>
                <a:gd name="T28" fmla="*/ 2147483647 w 570"/>
                <a:gd name="T29" fmla="*/ 2147483647 h 372"/>
                <a:gd name="T30" fmla="*/ 2147483647 w 570"/>
                <a:gd name="T31" fmla="*/ 2147483647 h 372"/>
                <a:gd name="T32" fmla="*/ 2147483647 w 570"/>
                <a:gd name="T33" fmla="*/ 2147483647 h 372"/>
                <a:gd name="T34" fmla="*/ 2147483647 w 570"/>
                <a:gd name="T35" fmla="*/ 2147483647 h 372"/>
                <a:gd name="T36" fmla="*/ 2147483647 w 570"/>
                <a:gd name="T37" fmla="*/ 2147483647 h 372"/>
                <a:gd name="T38" fmla="*/ 2147483647 w 570"/>
                <a:gd name="T39" fmla="*/ 2147483647 h 372"/>
                <a:gd name="T40" fmla="*/ 2147483647 w 570"/>
                <a:gd name="T41" fmla="*/ 2147483647 h 372"/>
                <a:gd name="T42" fmla="*/ 2147483647 w 570"/>
                <a:gd name="T43" fmla="*/ 2147483647 h 372"/>
                <a:gd name="T44" fmla="*/ 2147483647 w 570"/>
                <a:gd name="T45" fmla="*/ 2147483647 h 372"/>
                <a:gd name="T46" fmla="*/ 2147483647 w 570"/>
                <a:gd name="T47" fmla="*/ 2147483647 h 372"/>
                <a:gd name="T48" fmla="*/ 2147483647 w 570"/>
                <a:gd name="T49" fmla="*/ 2147483647 h 372"/>
                <a:gd name="T50" fmla="*/ 2147483647 w 570"/>
                <a:gd name="T51" fmla="*/ 2147483647 h 372"/>
                <a:gd name="T52" fmla="*/ 2147483647 w 570"/>
                <a:gd name="T53" fmla="*/ 2147483647 h 372"/>
                <a:gd name="T54" fmla="*/ 2147483647 w 570"/>
                <a:gd name="T55" fmla="*/ 2147483647 h 372"/>
                <a:gd name="T56" fmla="*/ 2147483647 w 570"/>
                <a:gd name="T57" fmla="*/ 0 h 372"/>
                <a:gd name="T58" fmla="*/ 2147483647 w 570"/>
                <a:gd name="T59" fmla="*/ 2147483647 h 372"/>
                <a:gd name="T60" fmla="*/ 2147483647 w 570"/>
                <a:gd name="T61" fmla="*/ 2147483647 h 372"/>
                <a:gd name="T62" fmla="*/ 2147483647 w 570"/>
                <a:gd name="T63" fmla="*/ 2147483647 h 372"/>
                <a:gd name="T64" fmla="*/ 2147483647 w 570"/>
                <a:gd name="T65" fmla="*/ 2147483647 h 372"/>
                <a:gd name="T66" fmla="*/ 2147483647 w 570"/>
                <a:gd name="T67" fmla="*/ 2147483647 h 372"/>
                <a:gd name="T68" fmla="*/ 2147483647 w 570"/>
                <a:gd name="T69" fmla="*/ 2147483647 h 372"/>
                <a:gd name="T70" fmla="*/ 2147483647 w 570"/>
                <a:gd name="T71" fmla="*/ 2147483647 h 372"/>
                <a:gd name="T72" fmla="*/ 2147483647 w 570"/>
                <a:gd name="T73" fmla="*/ 2147483647 h 372"/>
                <a:gd name="T74" fmla="*/ 2147483647 w 570"/>
                <a:gd name="T75" fmla="*/ 2147483647 h 372"/>
                <a:gd name="T76" fmla="*/ 2147483647 w 570"/>
                <a:gd name="T77" fmla="*/ 2147483647 h 372"/>
                <a:gd name="T78" fmla="*/ 2147483647 w 570"/>
                <a:gd name="T79" fmla="*/ 2147483647 h 372"/>
                <a:gd name="T80" fmla="*/ 2147483647 w 570"/>
                <a:gd name="T81" fmla="*/ 2147483647 h 372"/>
                <a:gd name="T82" fmla="*/ 2147483647 w 570"/>
                <a:gd name="T83" fmla="*/ 2147483647 h 372"/>
                <a:gd name="T84" fmla="*/ 2147483647 w 570"/>
                <a:gd name="T85" fmla="*/ 2147483647 h 372"/>
                <a:gd name="T86" fmla="*/ 2147483647 w 570"/>
                <a:gd name="T87" fmla="*/ 2147483647 h 372"/>
                <a:gd name="T88" fmla="*/ 2147483647 w 570"/>
                <a:gd name="T89" fmla="*/ 2147483647 h 372"/>
                <a:gd name="T90" fmla="*/ 2147483647 w 570"/>
                <a:gd name="T91" fmla="*/ 2147483647 h 372"/>
                <a:gd name="T92" fmla="*/ 2147483647 w 570"/>
                <a:gd name="T93" fmla="*/ 2147483647 h 372"/>
                <a:gd name="T94" fmla="*/ 2147483647 w 570"/>
                <a:gd name="T95" fmla="*/ 2147483647 h 372"/>
                <a:gd name="T96" fmla="*/ 2147483647 w 570"/>
                <a:gd name="T97" fmla="*/ 2147483647 h 37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70"/>
                <a:gd name="T148" fmla="*/ 0 h 372"/>
                <a:gd name="T149" fmla="*/ 570 w 570"/>
                <a:gd name="T150" fmla="*/ 372 h 37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70" h="372">
                  <a:moveTo>
                    <a:pt x="24" y="312"/>
                  </a:moveTo>
                  <a:lnTo>
                    <a:pt x="24" y="342"/>
                  </a:lnTo>
                  <a:lnTo>
                    <a:pt x="30" y="354"/>
                  </a:lnTo>
                  <a:lnTo>
                    <a:pt x="36" y="360"/>
                  </a:lnTo>
                  <a:lnTo>
                    <a:pt x="48" y="360"/>
                  </a:lnTo>
                  <a:lnTo>
                    <a:pt x="60" y="354"/>
                  </a:lnTo>
                  <a:lnTo>
                    <a:pt x="72" y="342"/>
                  </a:lnTo>
                  <a:lnTo>
                    <a:pt x="72" y="336"/>
                  </a:lnTo>
                  <a:lnTo>
                    <a:pt x="108" y="336"/>
                  </a:lnTo>
                  <a:lnTo>
                    <a:pt x="120" y="330"/>
                  </a:lnTo>
                  <a:lnTo>
                    <a:pt x="126" y="324"/>
                  </a:lnTo>
                  <a:lnTo>
                    <a:pt x="174" y="324"/>
                  </a:lnTo>
                  <a:lnTo>
                    <a:pt x="174" y="330"/>
                  </a:lnTo>
                  <a:lnTo>
                    <a:pt x="180" y="336"/>
                  </a:lnTo>
                  <a:lnTo>
                    <a:pt x="216" y="336"/>
                  </a:lnTo>
                  <a:lnTo>
                    <a:pt x="240" y="342"/>
                  </a:lnTo>
                  <a:lnTo>
                    <a:pt x="258" y="354"/>
                  </a:lnTo>
                  <a:lnTo>
                    <a:pt x="264" y="348"/>
                  </a:lnTo>
                  <a:lnTo>
                    <a:pt x="282" y="360"/>
                  </a:lnTo>
                  <a:lnTo>
                    <a:pt x="294" y="348"/>
                  </a:lnTo>
                  <a:lnTo>
                    <a:pt x="300" y="360"/>
                  </a:lnTo>
                  <a:lnTo>
                    <a:pt x="318" y="354"/>
                  </a:lnTo>
                  <a:lnTo>
                    <a:pt x="324" y="360"/>
                  </a:lnTo>
                  <a:lnTo>
                    <a:pt x="336" y="354"/>
                  </a:lnTo>
                  <a:lnTo>
                    <a:pt x="348" y="366"/>
                  </a:lnTo>
                  <a:lnTo>
                    <a:pt x="348" y="360"/>
                  </a:lnTo>
                  <a:lnTo>
                    <a:pt x="354" y="354"/>
                  </a:lnTo>
                  <a:lnTo>
                    <a:pt x="372" y="354"/>
                  </a:lnTo>
                  <a:lnTo>
                    <a:pt x="378" y="360"/>
                  </a:lnTo>
                  <a:lnTo>
                    <a:pt x="378" y="372"/>
                  </a:lnTo>
                  <a:lnTo>
                    <a:pt x="384" y="372"/>
                  </a:lnTo>
                  <a:lnTo>
                    <a:pt x="396" y="366"/>
                  </a:lnTo>
                  <a:lnTo>
                    <a:pt x="420" y="366"/>
                  </a:lnTo>
                  <a:lnTo>
                    <a:pt x="426" y="372"/>
                  </a:lnTo>
                  <a:lnTo>
                    <a:pt x="444" y="372"/>
                  </a:lnTo>
                  <a:lnTo>
                    <a:pt x="450" y="366"/>
                  </a:lnTo>
                  <a:lnTo>
                    <a:pt x="450" y="354"/>
                  </a:lnTo>
                  <a:lnTo>
                    <a:pt x="444" y="348"/>
                  </a:lnTo>
                  <a:lnTo>
                    <a:pt x="450" y="336"/>
                  </a:lnTo>
                  <a:lnTo>
                    <a:pt x="456" y="330"/>
                  </a:lnTo>
                  <a:lnTo>
                    <a:pt x="468" y="324"/>
                  </a:lnTo>
                  <a:lnTo>
                    <a:pt x="474" y="312"/>
                  </a:lnTo>
                  <a:lnTo>
                    <a:pt x="498" y="312"/>
                  </a:lnTo>
                  <a:lnTo>
                    <a:pt x="516" y="318"/>
                  </a:lnTo>
                  <a:lnTo>
                    <a:pt x="516" y="300"/>
                  </a:lnTo>
                  <a:lnTo>
                    <a:pt x="510" y="288"/>
                  </a:lnTo>
                  <a:lnTo>
                    <a:pt x="504" y="282"/>
                  </a:lnTo>
                  <a:lnTo>
                    <a:pt x="504" y="264"/>
                  </a:lnTo>
                  <a:lnTo>
                    <a:pt x="480" y="240"/>
                  </a:lnTo>
                  <a:lnTo>
                    <a:pt x="480" y="234"/>
                  </a:lnTo>
                  <a:lnTo>
                    <a:pt x="486" y="228"/>
                  </a:lnTo>
                  <a:lnTo>
                    <a:pt x="510" y="228"/>
                  </a:lnTo>
                  <a:lnTo>
                    <a:pt x="510" y="234"/>
                  </a:lnTo>
                  <a:lnTo>
                    <a:pt x="516" y="234"/>
                  </a:lnTo>
                  <a:lnTo>
                    <a:pt x="522" y="240"/>
                  </a:lnTo>
                  <a:lnTo>
                    <a:pt x="528" y="240"/>
                  </a:lnTo>
                  <a:lnTo>
                    <a:pt x="552" y="228"/>
                  </a:lnTo>
                  <a:lnTo>
                    <a:pt x="558" y="216"/>
                  </a:lnTo>
                  <a:lnTo>
                    <a:pt x="570" y="210"/>
                  </a:lnTo>
                  <a:lnTo>
                    <a:pt x="546" y="198"/>
                  </a:lnTo>
                  <a:lnTo>
                    <a:pt x="552" y="192"/>
                  </a:lnTo>
                  <a:lnTo>
                    <a:pt x="552" y="186"/>
                  </a:lnTo>
                  <a:lnTo>
                    <a:pt x="546" y="186"/>
                  </a:lnTo>
                  <a:lnTo>
                    <a:pt x="540" y="180"/>
                  </a:lnTo>
                  <a:lnTo>
                    <a:pt x="504" y="180"/>
                  </a:lnTo>
                  <a:lnTo>
                    <a:pt x="504" y="156"/>
                  </a:lnTo>
                  <a:lnTo>
                    <a:pt x="474" y="144"/>
                  </a:lnTo>
                  <a:lnTo>
                    <a:pt x="474" y="132"/>
                  </a:lnTo>
                  <a:lnTo>
                    <a:pt x="456" y="114"/>
                  </a:lnTo>
                  <a:lnTo>
                    <a:pt x="444" y="108"/>
                  </a:lnTo>
                  <a:lnTo>
                    <a:pt x="438" y="102"/>
                  </a:lnTo>
                  <a:lnTo>
                    <a:pt x="444" y="84"/>
                  </a:lnTo>
                  <a:lnTo>
                    <a:pt x="432" y="66"/>
                  </a:lnTo>
                  <a:lnTo>
                    <a:pt x="438" y="60"/>
                  </a:lnTo>
                  <a:lnTo>
                    <a:pt x="438" y="48"/>
                  </a:lnTo>
                  <a:lnTo>
                    <a:pt x="432" y="42"/>
                  </a:lnTo>
                  <a:lnTo>
                    <a:pt x="396" y="24"/>
                  </a:lnTo>
                  <a:lnTo>
                    <a:pt x="390" y="18"/>
                  </a:lnTo>
                  <a:lnTo>
                    <a:pt x="384" y="18"/>
                  </a:lnTo>
                  <a:lnTo>
                    <a:pt x="354" y="36"/>
                  </a:lnTo>
                  <a:lnTo>
                    <a:pt x="348" y="18"/>
                  </a:lnTo>
                  <a:lnTo>
                    <a:pt x="312" y="12"/>
                  </a:lnTo>
                  <a:lnTo>
                    <a:pt x="300" y="18"/>
                  </a:lnTo>
                  <a:lnTo>
                    <a:pt x="300" y="12"/>
                  </a:lnTo>
                  <a:lnTo>
                    <a:pt x="294" y="6"/>
                  </a:lnTo>
                  <a:lnTo>
                    <a:pt x="276" y="6"/>
                  </a:lnTo>
                  <a:lnTo>
                    <a:pt x="270" y="0"/>
                  </a:lnTo>
                  <a:lnTo>
                    <a:pt x="258" y="0"/>
                  </a:lnTo>
                  <a:lnTo>
                    <a:pt x="252" y="6"/>
                  </a:lnTo>
                  <a:lnTo>
                    <a:pt x="246" y="18"/>
                  </a:lnTo>
                  <a:lnTo>
                    <a:pt x="240" y="24"/>
                  </a:lnTo>
                  <a:lnTo>
                    <a:pt x="234" y="24"/>
                  </a:lnTo>
                  <a:lnTo>
                    <a:pt x="228" y="30"/>
                  </a:lnTo>
                  <a:lnTo>
                    <a:pt x="222" y="24"/>
                  </a:lnTo>
                  <a:lnTo>
                    <a:pt x="198" y="24"/>
                  </a:lnTo>
                  <a:lnTo>
                    <a:pt x="192" y="30"/>
                  </a:lnTo>
                  <a:lnTo>
                    <a:pt x="180" y="36"/>
                  </a:lnTo>
                  <a:lnTo>
                    <a:pt x="174" y="42"/>
                  </a:lnTo>
                  <a:lnTo>
                    <a:pt x="174" y="54"/>
                  </a:lnTo>
                  <a:lnTo>
                    <a:pt x="192" y="72"/>
                  </a:lnTo>
                  <a:lnTo>
                    <a:pt x="186" y="78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56" y="72"/>
                  </a:lnTo>
                  <a:lnTo>
                    <a:pt x="162" y="90"/>
                  </a:lnTo>
                  <a:lnTo>
                    <a:pt x="144" y="90"/>
                  </a:lnTo>
                  <a:lnTo>
                    <a:pt x="138" y="96"/>
                  </a:lnTo>
                  <a:lnTo>
                    <a:pt x="138" y="102"/>
                  </a:lnTo>
                  <a:lnTo>
                    <a:pt x="144" y="114"/>
                  </a:lnTo>
                  <a:lnTo>
                    <a:pt x="144" y="120"/>
                  </a:lnTo>
                  <a:lnTo>
                    <a:pt x="132" y="120"/>
                  </a:lnTo>
                  <a:lnTo>
                    <a:pt x="132" y="126"/>
                  </a:lnTo>
                  <a:lnTo>
                    <a:pt x="138" y="132"/>
                  </a:lnTo>
                  <a:lnTo>
                    <a:pt x="138" y="144"/>
                  </a:lnTo>
                  <a:lnTo>
                    <a:pt x="144" y="150"/>
                  </a:lnTo>
                  <a:lnTo>
                    <a:pt x="144" y="156"/>
                  </a:lnTo>
                  <a:lnTo>
                    <a:pt x="132" y="156"/>
                  </a:lnTo>
                  <a:lnTo>
                    <a:pt x="138" y="150"/>
                  </a:lnTo>
                  <a:lnTo>
                    <a:pt x="138" y="144"/>
                  </a:lnTo>
                  <a:lnTo>
                    <a:pt x="120" y="144"/>
                  </a:lnTo>
                  <a:lnTo>
                    <a:pt x="108" y="150"/>
                  </a:lnTo>
                  <a:lnTo>
                    <a:pt x="102" y="156"/>
                  </a:lnTo>
                  <a:lnTo>
                    <a:pt x="96" y="168"/>
                  </a:lnTo>
                  <a:lnTo>
                    <a:pt x="84" y="156"/>
                  </a:lnTo>
                  <a:lnTo>
                    <a:pt x="84" y="174"/>
                  </a:lnTo>
                  <a:lnTo>
                    <a:pt x="54" y="174"/>
                  </a:lnTo>
                  <a:lnTo>
                    <a:pt x="54" y="168"/>
                  </a:lnTo>
                  <a:lnTo>
                    <a:pt x="48" y="162"/>
                  </a:lnTo>
                  <a:lnTo>
                    <a:pt x="42" y="162"/>
                  </a:lnTo>
                  <a:lnTo>
                    <a:pt x="30" y="168"/>
                  </a:lnTo>
                  <a:lnTo>
                    <a:pt x="18" y="168"/>
                  </a:lnTo>
                  <a:lnTo>
                    <a:pt x="12" y="174"/>
                  </a:lnTo>
                  <a:lnTo>
                    <a:pt x="6" y="174"/>
                  </a:lnTo>
                  <a:lnTo>
                    <a:pt x="12" y="186"/>
                  </a:lnTo>
                  <a:lnTo>
                    <a:pt x="18" y="192"/>
                  </a:lnTo>
                  <a:lnTo>
                    <a:pt x="18" y="204"/>
                  </a:lnTo>
                  <a:lnTo>
                    <a:pt x="24" y="210"/>
                  </a:lnTo>
                  <a:lnTo>
                    <a:pt x="36" y="234"/>
                  </a:lnTo>
                  <a:lnTo>
                    <a:pt x="42" y="240"/>
                  </a:lnTo>
                  <a:lnTo>
                    <a:pt x="42" y="246"/>
                  </a:lnTo>
                  <a:lnTo>
                    <a:pt x="36" y="252"/>
                  </a:lnTo>
                  <a:lnTo>
                    <a:pt x="36" y="264"/>
                  </a:lnTo>
                  <a:lnTo>
                    <a:pt x="12" y="270"/>
                  </a:lnTo>
                  <a:lnTo>
                    <a:pt x="12" y="288"/>
                  </a:lnTo>
                  <a:lnTo>
                    <a:pt x="0" y="288"/>
                  </a:lnTo>
                  <a:lnTo>
                    <a:pt x="0" y="294"/>
                  </a:lnTo>
                  <a:lnTo>
                    <a:pt x="6" y="300"/>
                  </a:lnTo>
                  <a:lnTo>
                    <a:pt x="12" y="300"/>
                  </a:lnTo>
                  <a:lnTo>
                    <a:pt x="24" y="31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70" name="Bangladesh" descr="© INSCALE GmbH, 05.05.2010&#10;http://www.presentationload.com/">
              <a:extLst>
                <a:ext uri="{FF2B5EF4-FFF2-40B4-BE49-F238E27FC236}">
                  <a16:creationId xmlns:a16="http://schemas.microsoft.com/office/drawing/2014/main" id="{7F88A44A-AC63-49CB-A2CC-9C1953546961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5752034" y="2299415"/>
              <a:ext cx="124073" cy="140005"/>
            </a:xfrm>
            <a:custGeom>
              <a:avLst/>
              <a:gdLst>
                <a:gd name="T0" fmla="*/ 2147483647 w 372"/>
                <a:gd name="T1" fmla="*/ 2147483647 h 426"/>
                <a:gd name="T2" fmla="*/ 2147483647 w 372"/>
                <a:gd name="T3" fmla="*/ 2147483647 h 426"/>
                <a:gd name="T4" fmla="*/ 2147483647 w 372"/>
                <a:gd name="T5" fmla="*/ 2147483647 h 426"/>
                <a:gd name="T6" fmla="*/ 2147483647 w 372"/>
                <a:gd name="T7" fmla="*/ 2147483647 h 426"/>
                <a:gd name="T8" fmla="*/ 2147483647 w 372"/>
                <a:gd name="T9" fmla="*/ 2147483647 h 426"/>
                <a:gd name="T10" fmla="*/ 2147483647 w 372"/>
                <a:gd name="T11" fmla="*/ 2147483647 h 426"/>
                <a:gd name="T12" fmla="*/ 2147483647 w 372"/>
                <a:gd name="T13" fmla="*/ 2147483647 h 426"/>
                <a:gd name="T14" fmla="*/ 2147483647 w 372"/>
                <a:gd name="T15" fmla="*/ 2147483647 h 426"/>
                <a:gd name="T16" fmla="*/ 2147483647 w 372"/>
                <a:gd name="T17" fmla="*/ 2147483647 h 426"/>
                <a:gd name="T18" fmla="*/ 2147483647 w 372"/>
                <a:gd name="T19" fmla="*/ 2147483647 h 426"/>
                <a:gd name="T20" fmla="*/ 2147483647 w 372"/>
                <a:gd name="T21" fmla="*/ 2147483647 h 426"/>
                <a:gd name="T22" fmla="*/ 2147483647 w 372"/>
                <a:gd name="T23" fmla="*/ 2147483647 h 426"/>
                <a:gd name="T24" fmla="*/ 2147483647 w 372"/>
                <a:gd name="T25" fmla="*/ 2147483647 h 426"/>
                <a:gd name="T26" fmla="*/ 2147483647 w 372"/>
                <a:gd name="T27" fmla="*/ 2147483647 h 426"/>
                <a:gd name="T28" fmla="*/ 2147483647 w 372"/>
                <a:gd name="T29" fmla="*/ 2147483647 h 426"/>
                <a:gd name="T30" fmla="*/ 2147483647 w 372"/>
                <a:gd name="T31" fmla="*/ 2147483647 h 426"/>
                <a:gd name="T32" fmla="*/ 2147483647 w 372"/>
                <a:gd name="T33" fmla="*/ 2147483647 h 426"/>
                <a:gd name="T34" fmla="*/ 2147483647 w 372"/>
                <a:gd name="T35" fmla="*/ 2147483647 h 426"/>
                <a:gd name="T36" fmla="*/ 2147483647 w 372"/>
                <a:gd name="T37" fmla="*/ 2147483647 h 426"/>
                <a:gd name="T38" fmla="*/ 2147483647 w 372"/>
                <a:gd name="T39" fmla="*/ 2147483647 h 426"/>
                <a:gd name="T40" fmla="*/ 2147483647 w 372"/>
                <a:gd name="T41" fmla="*/ 2147483647 h 426"/>
                <a:gd name="T42" fmla="*/ 2147483647 w 372"/>
                <a:gd name="T43" fmla="*/ 2147483647 h 426"/>
                <a:gd name="T44" fmla="*/ 2147483647 w 372"/>
                <a:gd name="T45" fmla="*/ 2147483647 h 426"/>
                <a:gd name="T46" fmla="*/ 2147483647 w 372"/>
                <a:gd name="T47" fmla="*/ 2147483647 h 426"/>
                <a:gd name="T48" fmla="*/ 2147483647 w 372"/>
                <a:gd name="T49" fmla="*/ 2147483647 h 426"/>
                <a:gd name="T50" fmla="*/ 2147483647 w 372"/>
                <a:gd name="T51" fmla="*/ 2147483647 h 426"/>
                <a:gd name="T52" fmla="*/ 2147483647 w 372"/>
                <a:gd name="T53" fmla="*/ 2147483647 h 426"/>
                <a:gd name="T54" fmla="*/ 2147483647 w 372"/>
                <a:gd name="T55" fmla="*/ 2147483647 h 426"/>
                <a:gd name="T56" fmla="*/ 2147483647 w 372"/>
                <a:gd name="T57" fmla="*/ 2147483647 h 426"/>
                <a:gd name="T58" fmla="*/ 2147483647 w 372"/>
                <a:gd name="T59" fmla="*/ 2147483647 h 426"/>
                <a:gd name="T60" fmla="*/ 2147483647 w 372"/>
                <a:gd name="T61" fmla="*/ 2147483647 h 426"/>
                <a:gd name="T62" fmla="*/ 2147483647 w 372"/>
                <a:gd name="T63" fmla="*/ 2147483647 h 426"/>
                <a:gd name="T64" fmla="*/ 2147483647 w 372"/>
                <a:gd name="T65" fmla="*/ 2147483647 h 426"/>
                <a:gd name="T66" fmla="*/ 2147483647 w 372"/>
                <a:gd name="T67" fmla="*/ 2147483647 h 426"/>
                <a:gd name="T68" fmla="*/ 2147483647 w 372"/>
                <a:gd name="T69" fmla="*/ 2147483647 h 426"/>
                <a:gd name="T70" fmla="*/ 2147483647 w 372"/>
                <a:gd name="T71" fmla="*/ 2147483647 h 426"/>
                <a:gd name="T72" fmla="*/ 2147483647 w 372"/>
                <a:gd name="T73" fmla="*/ 2147483647 h 426"/>
                <a:gd name="T74" fmla="*/ 2147483647 w 372"/>
                <a:gd name="T75" fmla="*/ 2147483647 h 426"/>
                <a:gd name="T76" fmla="*/ 2147483647 w 372"/>
                <a:gd name="T77" fmla="*/ 2147483647 h 426"/>
                <a:gd name="T78" fmla="*/ 2147483647 w 372"/>
                <a:gd name="T79" fmla="*/ 2147483647 h 426"/>
                <a:gd name="T80" fmla="*/ 2147483647 w 372"/>
                <a:gd name="T81" fmla="*/ 2147483647 h 426"/>
                <a:gd name="T82" fmla="*/ 2147483647 w 372"/>
                <a:gd name="T83" fmla="*/ 2147483647 h 426"/>
                <a:gd name="T84" fmla="*/ 2147483647 w 372"/>
                <a:gd name="T85" fmla="*/ 0 h 426"/>
                <a:gd name="T86" fmla="*/ 2147483647 w 372"/>
                <a:gd name="T87" fmla="*/ 2147483647 h 426"/>
                <a:gd name="T88" fmla="*/ 0 w 372"/>
                <a:gd name="T89" fmla="*/ 2147483647 h 426"/>
                <a:gd name="T90" fmla="*/ 2147483647 w 372"/>
                <a:gd name="T91" fmla="*/ 2147483647 h 426"/>
                <a:gd name="T92" fmla="*/ 2147483647 w 372"/>
                <a:gd name="T93" fmla="*/ 2147483647 h 426"/>
                <a:gd name="T94" fmla="*/ 2147483647 w 372"/>
                <a:gd name="T95" fmla="*/ 2147483647 h 426"/>
                <a:gd name="T96" fmla="*/ 2147483647 w 372"/>
                <a:gd name="T97" fmla="*/ 2147483647 h 426"/>
                <a:gd name="T98" fmla="*/ 2147483647 w 372"/>
                <a:gd name="T99" fmla="*/ 2147483647 h 426"/>
                <a:gd name="T100" fmla="*/ 2147483647 w 372"/>
                <a:gd name="T101" fmla="*/ 2147483647 h 426"/>
                <a:gd name="T102" fmla="*/ 2147483647 w 372"/>
                <a:gd name="T103" fmla="*/ 2147483647 h 426"/>
                <a:gd name="T104" fmla="*/ 2147483647 w 372"/>
                <a:gd name="T105" fmla="*/ 2147483647 h 426"/>
                <a:gd name="T106" fmla="*/ 2147483647 w 372"/>
                <a:gd name="T107" fmla="*/ 2147483647 h 426"/>
                <a:gd name="T108" fmla="*/ 2147483647 w 372"/>
                <a:gd name="T109" fmla="*/ 2147483647 h 426"/>
                <a:gd name="T110" fmla="*/ 2147483647 w 372"/>
                <a:gd name="T111" fmla="*/ 2147483647 h 426"/>
                <a:gd name="T112" fmla="*/ 2147483647 w 372"/>
                <a:gd name="T113" fmla="*/ 2147483647 h 426"/>
                <a:gd name="T114" fmla="*/ 2147483647 w 372"/>
                <a:gd name="T115" fmla="*/ 2147483647 h 42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72"/>
                <a:gd name="T175" fmla="*/ 0 h 426"/>
                <a:gd name="T176" fmla="*/ 372 w 372"/>
                <a:gd name="T177" fmla="*/ 426 h 42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72" h="426">
                  <a:moveTo>
                    <a:pt x="132" y="414"/>
                  </a:moveTo>
                  <a:lnTo>
                    <a:pt x="138" y="354"/>
                  </a:lnTo>
                  <a:lnTo>
                    <a:pt x="144" y="354"/>
                  </a:lnTo>
                  <a:lnTo>
                    <a:pt x="150" y="360"/>
                  </a:lnTo>
                  <a:lnTo>
                    <a:pt x="162" y="360"/>
                  </a:lnTo>
                  <a:lnTo>
                    <a:pt x="174" y="366"/>
                  </a:lnTo>
                  <a:lnTo>
                    <a:pt x="192" y="372"/>
                  </a:lnTo>
                  <a:lnTo>
                    <a:pt x="216" y="372"/>
                  </a:lnTo>
                  <a:lnTo>
                    <a:pt x="210" y="366"/>
                  </a:lnTo>
                  <a:lnTo>
                    <a:pt x="210" y="348"/>
                  </a:lnTo>
                  <a:lnTo>
                    <a:pt x="204" y="342"/>
                  </a:lnTo>
                  <a:lnTo>
                    <a:pt x="222" y="342"/>
                  </a:lnTo>
                  <a:lnTo>
                    <a:pt x="258" y="360"/>
                  </a:lnTo>
                  <a:lnTo>
                    <a:pt x="270" y="360"/>
                  </a:lnTo>
                  <a:lnTo>
                    <a:pt x="282" y="348"/>
                  </a:lnTo>
                  <a:lnTo>
                    <a:pt x="282" y="336"/>
                  </a:lnTo>
                  <a:lnTo>
                    <a:pt x="270" y="300"/>
                  </a:lnTo>
                  <a:lnTo>
                    <a:pt x="318" y="354"/>
                  </a:lnTo>
                  <a:lnTo>
                    <a:pt x="318" y="360"/>
                  </a:lnTo>
                  <a:lnTo>
                    <a:pt x="312" y="366"/>
                  </a:lnTo>
                  <a:lnTo>
                    <a:pt x="312" y="390"/>
                  </a:lnTo>
                  <a:lnTo>
                    <a:pt x="306" y="402"/>
                  </a:lnTo>
                  <a:lnTo>
                    <a:pt x="306" y="414"/>
                  </a:lnTo>
                  <a:lnTo>
                    <a:pt x="312" y="420"/>
                  </a:lnTo>
                  <a:lnTo>
                    <a:pt x="324" y="420"/>
                  </a:lnTo>
                  <a:lnTo>
                    <a:pt x="330" y="426"/>
                  </a:lnTo>
                  <a:lnTo>
                    <a:pt x="336" y="414"/>
                  </a:lnTo>
                  <a:lnTo>
                    <a:pt x="336" y="408"/>
                  </a:lnTo>
                  <a:lnTo>
                    <a:pt x="372" y="414"/>
                  </a:lnTo>
                  <a:lnTo>
                    <a:pt x="360" y="354"/>
                  </a:lnTo>
                  <a:lnTo>
                    <a:pt x="360" y="348"/>
                  </a:lnTo>
                  <a:lnTo>
                    <a:pt x="354" y="342"/>
                  </a:lnTo>
                  <a:lnTo>
                    <a:pt x="348" y="330"/>
                  </a:lnTo>
                  <a:lnTo>
                    <a:pt x="342" y="312"/>
                  </a:lnTo>
                  <a:lnTo>
                    <a:pt x="336" y="300"/>
                  </a:lnTo>
                  <a:lnTo>
                    <a:pt x="336" y="288"/>
                  </a:lnTo>
                  <a:lnTo>
                    <a:pt x="330" y="276"/>
                  </a:lnTo>
                  <a:lnTo>
                    <a:pt x="330" y="270"/>
                  </a:lnTo>
                  <a:lnTo>
                    <a:pt x="324" y="258"/>
                  </a:lnTo>
                  <a:lnTo>
                    <a:pt x="324" y="240"/>
                  </a:lnTo>
                  <a:lnTo>
                    <a:pt x="318" y="234"/>
                  </a:lnTo>
                  <a:lnTo>
                    <a:pt x="306" y="228"/>
                  </a:lnTo>
                  <a:lnTo>
                    <a:pt x="288" y="228"/>
                  </a:lnTo>
                  <a:lnTo>
                    <a:pt x="288" y="252"/>
                  </a:lnTo>
                  <a:lnTo>
                    <a:pt x="282" y="288"/>
                  </a:lnTo>
                  <a:lnTo>
                    <a:pt x="264" y="264"/>
                  </a:lnTo>
                  <a:lnTo>
                    <a:pt x="258" y="264"/>
                  </a:lnTo>
                  <a:lnTo>
                    <a:pt x="240" y="246"/>
                  </a:lnTo>
                  <a:lnTo>
                    <a:pt x="234" y="234"/>
                  </a:lnTo>
                  <a:lnTo>
                    <a:pt x="234" y="216"/>
                  </a:lnTo>
                  <a:lnTo>
                    <a:pt x="240" y="204"/>
                  </a:lnTo>
                  <a:lnTo>
                    <a:pt x="252" y="192"/>
                  </a:lnTo>
                  <a:lnTo>
                    <a:pt x="258" y="192"/>
                  </a:lnTo>
                  <a:lnTo>
                    <a:pt x="270" y="186"/>
                  </a:lnTo>
                  <a:lnTo>
                    <a:pt x="276" y="186"/>
                  </a:lnTo>
                  <a:lnTo>
                    <a:pt x="282" y="180"/>
                  </a:lnTo>
                  <a:lnTo>
                    <a:pt x="288" y="168"/>
                  </a:lnTo>
                  <a:lnTo>
                    <a:pt x="294" y="150"/>
                  </a:lnTo>
                  <a:lnTo>
                    <a:pt x="294" y="138"/>
                  </a:lnTo>
                  <a:lnTo>
                    <a:pt x="300" y="138"/>
                  </a:lnTo>
                  <a:lnTo>
                    <a:pt x="306" y="132"/>
                  </a:lnTo>
                  <a:lnTo>
                    <a:pt x="306" y="126"/>
                  </a:lnTo>
                  <a:lnTo>
                    <a:pt x="282" y="102"/>
                  </a:lnTo>
                  <a:lnTo>
                    <a:pt x="276" y="102"/>
                  </a:lnTo>
                  <a:lnTo>
                    <a:pt x="228" y="114"/>
                  </a:lnTo>
                  <a:lnTo>
                    <a:pt x="210" y="114"/>
                  </a:lnTo>
                  <a:lnTo>
                    <a:pt x="198" y="108"/>
                  </a:lnTo>
                  <a:lnTo>
                    <a:pt x="138" y="108"/>
                  </a:lnTo>
                  <a:lnTo>
                    <a:pt x="132" y="102"/>
                  </a:lnTo>
                  <a:lnTo>
                    <a:pt x="126" y="102"/>
                  </a:lnTo>
                  <a:lnTo>
                    <a:pt x="126" y="66"/>
                  </a:lnTo>
                  <a:lnTo>
                    <a:pt x="120" y="66"/>
                  </a:lnTo>
                  <a:lnTo>
                    <a:pt x="120" y="36"/>
                  </a:lnTo>
                  <a:lnTo>
                    <a:pt x="114" y="30"/>
                  </a:lnTo>
                  <a:lnTo>
                    <a:pt x="108" y="30"/>
                  </a:lnTo>
                  <a:lnTo>
                    <a:pt x="102" y="24"/>
                  </a:lnTo>
                  <a:lnTo>
                    <a:pt x="96" y="42"/>
                  </a:lnTo>
                  <a:lnTo>
                    <a:pt x="90" y="36"/>
                  </a:lnTo>
                  <a:lnTo>
                    <a:pt x="78" y="36"/>
                  </a:lnTo>
                  <a:lnTo>
                    <a:pt x="72" y="30"/>
                  </a:lnTo>
                  <a:lnTo>
                    <a:pt x="66" y="18"/>
                  </a:lnTo>
                  <a:lnTo>
                    <a:pt x="66" y="12"/>
                  </a:lnTo>
                  <a:lnTo>
                    <a:pt x="60" y="0"/>
                  </a:lnTo>
                  <a:lnTo>
                    <a:pt x="42" y="6"/>
                  </a:lnTo>
                  <a:lnTo>
                    <a:pt x="48" y="12"/>
                  </a:lnTo>
                  <a:lnTo>
                    <a:pt x="24" y="0"/>
                  </a:lnTo>
                  <a:lnTo>
                    <a:pt x="6" y="0"/>
                  </a:lnTo>
                  <a:lnTo>
                    <a:pt x="18" y="18"/>
                  </a:lnTo>
                  <a:lnTo>
                    <a:pt x="6" y="30"/>
                  </a:lnTo>
                  <a:lnTo>
                    <a:pt x="0" y="42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8" y="66"/>
                  </a:lnTo>
                  <a:lnTo>
                    <a:pt x="30" y="78"/>
                  </a:lnTo>
                  <a:lnTo>
                    <a:pt x="36" y="78"/>
                  </a:lnTo>
                  <a:lnTo>
                    <a:pt x="66" y="96"/>
                  </a:lnTo>
                  <a:lnTo>
                    <a:pt x="66" y="108"/>
                  </a:lnTo>
                  <a:lnTo>
                    <a:pt x="30" y="108"/>
                  </a:lnTo>
                  <a:lnTo>
                    <a:pt x="30" y="138"/>
                  </a:lnTo>
                  <a:lnTo>
                    <a:pt x="24" y="138"/>
                  </a:lnTo>
                  <a:lnTo>
                    <a:pt x="12" y="150"/>
                  </a:lnTo>
                  <a:lnTo>
                    <a:pt x="24" y="162"/>
                  </a:lnTo>
                  <a:lnTo>
                    <a:pt x="36" y="168"/>
                  </a:lnTo>
                  <a:lnTo>
                    <a:pt x="54" y="168"/>
                  </a:lnTo>
                  <a:lnTo>
                    <a:pt x="66" y="174"/>
                  </a:lnTo>
                  <a:lnTo>
                    <a:pt x="72" y="180"/>
                  </a:lnTo>
                  <a:lnTo>
                    <a:pt x="72" y="186"/>
                  </a:lnTo>
                  <a:lnTo>
                    <a:pt x="66" y="204"/>
                  </a:lnTo>
                  <a:lnTo>
                    <a:pt x="60" y="210"/>
                  </a:lnTo>
                  <a:lnTo>
                    <a:pt x="54" y="222"/>
                  </a:lnTo>
                  <a:lnTo>
                    <a:pt x="66" y="252"/>
                  </a:lnTo>
                  <a:lnTo>
                    <a:pt x="96" y="276"/>
                  </a:lnTo>
                  <a:lnTo>
                    <a:pt x="96" y="306"/>
                  </a:lnTo>
                  <a:lnTo>
                    <a:pt x="114" y="348"/>
                  </a:lnTo>
                  <a:lnTo>
                    <a:pt x="108" y="378"/>
                  </a:lnTo>
                  <a:lnTo>
                    <a:pt x="132" y="41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71" name="Bahrain" descr="© INSCALE GmbH, 05.05.2010&#10;http://www.presentationload.com/">
              <a:extLst>
                <a:ext uri="{FF2B5EF4-FFF2-40B4-BE49-F238E27FC236}">
                  <a16:creationId xmlns:a16="http://schemas.microsoft.com/office/drawing/2014/main" id="{D852AF01-8BE7-4F12-BB66-4508CEF88518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896453" y="2304552"/>
              <a:ext cx="9047" cy="17982"/>
            </a:xfrm>
            <a:custGeom>
              <a:avLst/>
              <a:gdLst>
                <a:gd name="T0" fmla="*/ 2147483647 w 15"/>
                <a:gd name="T1" fmla="*/ 0 h 28"/>
                <a:gd name="T2" fmla="*/ 2147483647 w 15"/>
                <a:gd name="T3" fmla="*/ 2147483647 h 28"/>
                <a:gd name="T4" fmla="*/ 2147483647 w 15"/>
                <a:gd name="T5" fmla="*/ 2147483647 h 28"/>
                <a:gd name="T6" fmla="*/ 2032697641 w 15"/>
                <a:gd name="T7" fmla="*/ 2147483647 h 28"/>
                <a:gd name="T8" fmla="*/ 813299296 w 15"/>
                <a:gd name="T9" fmla="*/ 2147483647 h 28"/>
                <a:gd name="T10" fmla="*/ 2147483647 w 15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"/>
                <a:gd name="T19" fmla="*/ 0 h 28"/>
                <a:gd name="T20" fmla="*/ 15 w 15"/>
                <a:gd name="T21" fmla="*/ 28 h 2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" h="28">
                  <a:moveTo>
                    <a:pt x="9" y="0"/>
                  </a:moveTo>
                  <a:cubicBezTo>
                    <a:pt x="14" y="0"/>
                    <a:pt x="15" y="10"/>
                    <a:pt x="14" y="14"/>
                  </a:cubicBezTo>
                  <a:cubicBezTo>
                    <a:pt x="13" y="18"/>
                    <a:pt x="15" y="28"/>
                    <a:pt x="9" y="28"/>
                  </a:cubicBezTo>
                  <a:cubicBezTo>
                    <a:pt x="4" y="27"/>
                    <a:pt x="5" y="21"/>
                    <a:pt x="5" y="18"/>
                  </a:cubicBezTo>
                  <a:cubicBezTo>
                    <a:pt x="5" y="14"/>
                    <a:pt x="0" y="14"/>
                    <a:pt x="2" y="8"/>
                  </a:cubicBez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72" name="Azerbaijan" descr="© INSCALE GmbH, 05.05.2010&#10;http://www.presentationload.com/">
              <a:extLst>
                <a:ext uri="{FF2B5EF4-FFF2-40B4-BE49-F238E27FC236}">
                  <a16:creationId xmlns:a16="http://schemas.microsoft.com/office/drawing/2014/main" id="{103CB33D-E0E2-4C2C-8454-7368FA8D0995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4723269" y="1893533"/>
              <a:ext cx="118902" cy="95048"/>
            </a:xfrm>
            <a:custGeom>
              <a:avLst/>
              <a:gdLst>
                <a:gd name="T0" fmla="*/ 2147483647 w 360"/>
                <a:gd name="T1" fmla="*/ 2147483647 h 288"/>
                <a:gd name="T2" fmla="*/ 2147483647 w 360"/>
                <a:gd name="T3" fmla="*/ 2147483647 h 288"/>
                <a:gd name="T4" fmla="*/ 2147483647 w 360"/>
                <a:gd name="T5" fmla="*/ 2147483647 h 288"/>
                <a:gd name="T6" fmla="*/ 2147483647 w 360"/>
                <a:gd name="T7" fmla="*/ 2147483647 h 288"/>
                <a:gd name="T8" fmla="*/ 2147483647 w 360"/>
                <a:gd name="T9" fmla="*/ 2147483647 h 288"/>
                <a:gd name="T10" fmla="*/ 2147483647 w 360"/>
                <a:gd name="T11" fmla="*/ 2147483647 h 288"/>
                <a:gd name="T12" fmla="*/ 2147483647 w 360"/>
                <a:gd name="T13" fmla="*/ 2147483647 h 288"/>
                <a:gd name="T14" fmla="*/ 2147483647 w 360"/>
                <a:gd name="T15" fmla="*/ 2147483647 h 288"/>
                <a:gd name="T16" fmla="*/ 2147483647 w 360"/>
                <a:gd name="T17" fmla="*/ 2147483647 h 288"/>
                <a:gd name="T18" fmla="*/ 2147483647 w 360"/>
                <a:gd name="T19" fmla="*/ 2147483647 h 288"/>
                <a:gd name="T20" fmla="*/ 2147483647 w 360"/>
                <a:gd name="T21" fmla="*/ 2147483647 h 288"/>
                <a:gd name="T22" fmla="*/ 2147483647 w 360"/>
                <a:gd name="T23" fmla="*/ 2147483647 h 288"/>
                <a:gd name="T24" fmla="*/ 2147483647 w 360"/>
                <a:gd name="T25" fmla="*/ 2147483647 h 288"/>
                <a:gd name="T26" fmla="*/ 2147483647 w 360"/>
                <a:gd name="T27" fmla="*/ 0 h 288"/>
                <a:gd name="T28" fmla="*/ 2147483647 w 360"/>
                <a:gd name="T29" fmla="*/ 2147483647 h 288"/>
                <a:gd name="T30" fmla="*/ 2147483647 w 360"/>
                <a:gd name="T31" fmla="*/ 2147483647 h 288"/>
                <a:gd name="T32" fmla="*/ 2147483647 w 360"/>
                <a:gd name="T33" fmla="*/ 2147483647 h 288"/>
                <a:gd name="T34" fmla="*/ 2147483647 w 360"/>
                <a:gd name="T35" fmla="*/ 2147483647 h 288"/>
                <a:gd name="T36" fmla="*/ 2147483647 w 360"/>
                <a:gd name="T37" fmla="*/ 2147483647 h 288"/>
                <a:gd name="T38" fmla="*/ 2147483647 w 360"/>
                <a:gd name="T39" fmla="*/ 0 h 288"/>
                <a:gd name="T40" fmla="*/ 2147483647 w 360"/>
                <a:gd name="T41" fmla="*/ 2147483647 h 288"/>
                <a:gd name="T42" fmla="*/ 2147483647 w 360"/>
                <a:gd name="T43" fmla="*/ 2147483647 h 288"/>
                <a:gd name="T44" fmla="*/ 2147483647 w 360"/>
                <a:gd name="T45" fmla="*/ 2147483647 h 288"/>
                <a:gd name="T46" fmla="*/ 2147483647 w 360"/>
                <a:gd name="T47" fmla="*/ 2147483647 h 288"/>
                <a:gd name="T48" fmla="*/ 2147483647 w 360"/>
                <a:gd name="T49" fmla="*/ 2147483647 h 288"/>
                <a:gd name="T50" fmla="*/ 2147483647 w 360"/>
                <a:gd name="T51" fmla="*/ 2147483647 h 288"/>
                <a:gd name="T52" fmla="*/ 2147483647 w 360"/>
                <a:gd name="T53" fmla="*/ 2147483647 h 288"/>
                <a:gd name="T54" fmla="*/ 0 w 360"/>
                <a:gd name="T55" fmla="*/ 2147483647 h 288"/>
                <a:gd name="T56" fmla="*/ 2147483647 w 360"/>
                <a:gd name="T57" fmla="*/ 2147483647 h 288"/>
                <a:gd name="T58" fmla="*/ 2147483647 w 360"/>
                <a:gd name="T59" fmla="*/ 2147483647 h 288"/>
                <a:gd name="T60" fmla="*/ 2147483647 w 360"/>
                <a:gd name="T61" fmla="*/ 2147483647 h 288"/>
                <a:gd name="T62" fmla="*/ 2147483647 w 360"/>
                <a:gd name="T63" fmla="*/ 2147483647 h 288"/>
                <a:gd name="T64" fmla="*/ 2147483647 w 360"/>
                <a:gd name="T65" fmla="*/ 2147483647 h 288"/>
                <a:gd name="T66" fmla="*/ 2147483647 w 360"/>
                <a:gd name="T67" fmla="*/ 2147483647 h 288"/>
                <a:gd name="T68" fmla="*/ 2147483647 w 360"/>
                <a:gd name="T69" fmla="*/ 2147483647 h 288"/>
                <a:gd name="T70" fmla="*/ 2147483647 w 360"/>
                <a:gd name="T71" fmla="*/ 2147483647 h 288"/>
                <a:gd name="T72" fmla="*/ 2147483647 w 360"/>
                <a:gd name="T73" fmla="*/ 2147483647 h 288"/>
                <a:gd name="T74" fmla="*/ 2147483647 w 360"/>
                <a:gd name="T75" fmla="*/ 2147483647 h 288"/>
                <a:gd name="T76" fmla="*/ 2147483647 w 360"/>
                <a:gd name="T77" fmla="*/ 2147483647 h 288"/>
                <a:gd name="T78" fmla="*/ 2147483647 w 360"/>
                <a:gd name="T79" fmla="*/ 2147483647 h 288"/>
                <a:gd name="T80" fmla="*/ 2147483647 w 360"/>
                <a:gd name="T81" fmla="*/ 2147483647 h 288"/>
                <a:gd name="T82" fmla="*/ 2147483647 w 360"/>
                <a:gd name="T83" fmla="*/ 2147483647 h 288"/>
                <a:gd name="T84" fmla="*/ 2147483647 w 360"/>
                <a:gd name="T85" fmla="*/ 2147483647 h 288"/>
                <a:gd name="T86" fmla="*/ 2147483647 w 360"/>
                <a:gd name="T87" fmla="*/ 2147483647 h 288"/>
                <a:gd name="T88" fmla="*/ 2147483647 w 360"/>
                <a:gd name="T89" fmla="*/ 2147483647 h 288"/>
                <a:gd name="T90" fmla="*/ 2147483647 w 360"/>
                <a:gd name="T91" fmla="*/ 2147483647 h 288"/>
                <a:gd name="T92" fmla="*/ 2147483647 w 360"/>
                <a:gd name="T93" fmla="*/ 2147483647 h 288"/>
                <a:gd name="T94" fmla="*/ 2147483647 w 360"/>
                <a:gd name="T95" fmla="*/ 2147483647 h 288"/>
                <a:gd name="T96" fmla="*/ 2147483647 w 360"/>
                <a:gd name="T97" fmla="*/ 2147483647 h 288"/>
                <a:gd name="T98" fmla="*/ 2147483647 w 360"/>
                <a:gd name="T99" fmla="*/ 2147483647 h 288"/>
                <a:gd name="T100" fmla="*/ 2147483647 w 360"/>
                <a:gd name="T101" fmla="*/ 2147483647 h 288"/>
                <a:gd name="T102" fmla="*/ 2147483647 w 360"/>
                <a:gd name="T103" fmla="*/ 2147483647 h 288"/>
                <a:gd name="T104" fmla="*/ 2147483647 w 360"/>
                <a:gd name="T105" fmla="*/ 2147483647 h 288"/>
                <a:gd name="T106" fmla="*/ 2147483647 w 360"/>
                <a:gd name="T107" fmla="*/ 2147483647 h 288"/>
                <a:gd name="T108" fmla="*/ 2147483647 w 360"/>
                <a:gd name="T109" fmla="*/ 2147483647 h 288"/>
                <a:gd name="T110" fmla="*/ 2147483647 w 360"/>
                <a:gd name="T111" fmla="*/ 2147483647 h 288"/>
                <a:gd name="T112" fmla="*/ 2147483647 w 360"/>
                <a:gd name="T113" fmla="*/ 2147483647 h 288"/>
                <a:gd name="T114" fmla="*/ 2147483647 w 360"/>
                <a:gd name="T115" fmla="*/ 2147483647 h 288"/>
                <a:gd name="T116" fmla="*/ 2147483647 w 360"/>
                <a:gd name="T117" fmla="*/ 2147483647 h 288"/>
                <a:gd name="T118" fmla="*/ 2147483647 w 360"/>
                <a:gd name="T119" fmla="*/ 2147483647 h 288"/>
                <a:gd name="T120" fmla="*/ 2147483647 w 360"/>
                <a:gd name="T121" fmla="*/ 2147483647 h 28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60"/>
                <a:gd name="T184" fmla="*/ 0 h 288"/>
                <a:gd name="T185" fmla="*/ 360 w 360"/>
                <a:gd name="T186" fmla="*/ 288 h 28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60" h="288">
                  <a:moveTo>
                    <a:pt x="66" y="186"/>
                  </a:moveTo>
                  <a:lnTo>
                    <a:pt x="36" y="186"/>
                  </a:lnTo>
                  <a:lnTo>
                    <a:pt x="24" y="174"/>
                  </a:lnTo>
                  <a:lnTo>
                    <a:pt x="6" y="174"/>
                  </a:lnTo>
                  <a:lnTo>
                    <a:pt x="12" y="186"/>
                  </a:lnTo>
                  <a:lnTo>
                    <a:pt x="12" y="192"/>
                  </a:lnTo>
                  <a:lnTo>
                    <a:pt x="18" y="204"/>
                  </a:lnTo>
                  <a:lnTo>
                    <a:pt x="36" y="222"/>
                  </a:lnTo>
                  <a:lnTo>
                    <a:pt x="48" y="228"/>
                  </a:lnTo>
                  <a:lnTo>
                    <a:pt x="84" y="240"/>
                  </a:lnTo>
                  <a:lnTo>
                    <a:pt x="90" y="240"/>
                  </a:lnTo>
                  <a:lnTo>
                    <a:pt x="84" y="234"/>
                  </a:lnTo>
                  <a:lnTo>
                    <a:pt x="84" y="222"/>
                  </a:lnTo>
                  <a:lnTo>
                    <a:pt x="78" y="216"/>
                  </a:lnTo>
                  <a:lnTo>
                    <a:pt x="78" y="204"/>
                  </a:lnTo>
                  <a:lnTo>
                    <a:pt x="72" y="198"/>
                  </a:lnTo>
                  <a:lnTo>
                    <a:pt x="72" y="186"/>
                  </a:lnTo>
                  <a:lnTo>
                    <a:pt x="66" y="186"/>
                  </a:lnTo>
                  <a:close/>
                  <a:moveTo>
                    <a:pt x="354" y="108"/>
                  </a:moveTo>
                  <a:lnTo>
                    <a:pt x="348" y="102"/>
                  </a:lnTo>
                  <a:lnTo>
                    <a:pt x="330" y="102"/>
                  </a:lnTo>
                  <a:lnTo>
                    <a:pt x="318" y="108"/>
                  </a:lnTo>
                  <a:lnTo>
                    <a:pt x="306" y="108"/>
                  </a:lnTo>
                  <a:lnTo>
                    <a:pt x="288" y="90"/>
                  </a:lnTo>
                  <a:lnTo>
                    <a:pt x="288" y="84"/>
                  </a:lnTo>
                  <a:lnTo>
                    <a:pt x="264" y="54"/>
                  </a:lnTo>
                  <a:lnTo>
                    <a:pt x="264" y="42"/>
                  </a:lnTo>
                  <a:lnTo>
                    <a:pt x="216" y="0"/>
                  </a:lnTo>
                  <a:lnTo>
                    <a:pt x="216" y="30"/>
                  </a:lnTo>
                  <a:lnTo>
                    <a:pt x="210" y="36"/>
                  </a:lnTo>
                  <a:lnTo>
                    <a:pt x="192" y="36"/>
                  </a:lnTo>
                  <a:lnTo>
                    <a:pt x="192" y="48"/>
                  </a:lnTo>
                  <a:lnTo>
                    <a:pt x="186" y="54"/>
                  </a:lnTo>
                  <a:lnTo>
                    <a:pt x="162" y="54"/>
                  </a:lnTo>
                  <a:lnTo>
                    <a:pt x="156" y="48"/>
                  </a:lnTo>
                  <a:lnTo>
                    <a:pt x="144" y="42"/>
                  </a:lnTo>
                  <a:lnTo>
                    <a:pt x="138" y="30"/>
                  </a:lnTo>
                  <a:lnTo>
                    <a:pt x="120" y="12"/>
                  </a:lnTo>
                  <a:lnTo>
                    <a:pt x="84" y="0"/>
                  </a:lnTo>
                  <a:lnTo>
                    <a:pt x="72" y="0"/>
                  </a:lnTo>
                  <a:lnTo>
                    <a:pt x="60" y="12"/>
                  </a:lnTo>
                  <a:lnTo>
                    <a:pt x="78" y="30"/>
                  </a:lnTo>
                  <a:lnTo>
                    <a:pt x="84" y="30"/>
                  </a:lnTo>
                  <a:lnTo>
                    <a:pt x="90" y="36"/>
                  </a:lnTo>
                  <a:lnTo>
                    <a:pt x="96" y="48"/>
                  </a:lnTo>
                  <a:lnTo>
                    <a:pt x="102" y="54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84" y="54"/>
                  </a:lnTo>
                  <a:lnTo>
                    <a:pt x="72" y="54"/>
                  </a:lnTo>
                  <a:lnTo>
                    <a:pt x="60" y="60"/>
                  </a:lnTo>
                  <a:lnTo>
                    <a:pt x="42" y="42"/>
                  </a:lnTo>
                  <a:lnTo>
                    <a:pt x="42" y="36"/>
                  </a:lnTo>
                  <a:lnTo>
                    <a:pt x="36" y="30"/>
                  </a:lnTo>
                  <a:lnTo>
                    <a:pt x="12" y="30"/>
                  </a:lnTo>
                  <a:lnTo>
                    <a:pt x="0" y="42"/>
                  </a:lnTo>
                  <a:lnTo>
                    <a:pt x="0" y="48"/>
                  </a:lnTo>
                  <a:lnTo>
                    <a:pt x="6" y="48"/>
                  </a:lnTo>
                  <a:lnTo>
                    <a:pt x="12" y="54"/>
                  </a:lnTo>
                  <a:lnTo>
                    <a:pt x="12" y="66"/>
                  </a:lnTo>
                  <a:lnTo>
                    <a:pt x="30" y="66"/>
                  </a:lnTo>
                  <a:lnTo>
                    <a:pt x="36" y="72"/>
                  </a:lnTo>
                  <a:lnTo>
                    <a:pt x="36" y="96"/>
                  </a:lnTo>
                  <a:lnTo>
                    <a:pt x="30" y="102"/>
                  </a:lnTo>
                  <a:lnTo>
                    <a:pt x="36" y="102"/>
                  </a:lnTo>
                  <a:lnTo>
                    <a:pt x="42" y="108"/>
                  </a:lnTo>
                  <a:lnTo>
                    <a:pt x="66" y="120"/>
                  </a:lnTo>
                  <a:lnTo>
                    <a:pt x="72" y="126"/>
                  </a:lnTo>
                  <a:lnTo>
                    <a:pt x="72" y="132"/>
                  </a:lnTo>
                  <a:lnTo>
                    <a:pt x="54" y="150"/>
                  </a:lnTo>
                  <a:lnTo>
                    <a:pt x="42" y="150"/>
                  </a:lnTo>
                  <a:lnTo>
                    <a:pt x="72" y="162"/>
                  </a:lnTo>
                  <a:lnTo>
                    <a:pt x="84" y="180"/>
                  </a:lnTo>
                  <a:lnTo>
                    <a:pt x="114" y="186"/>
                  </a:lnTo>
                  <a:lnTo>
                    <a:pt x="114" y="198"/>
                  </a:lnTo>
                  <a:lnTo>
                    <a:pt x="120" y="210"/>
                  </a:lnTo>
                  <a:lnTo>
                    <a:pt x="120" y="240"/>
                  </a:lnTo>
                  <a:lnTo>
                    <a:pt x="132" y="240"/>
                  </a:lnTo>
                  <a:lnTo>
                    <a:pt x="138" y="228"/>
                  </a:lnTo>
                  <a:lnTo>
                    <a:pt x="144" y="222"/>
                  </a:lnTo>
                  <a:lnTo>
                    <a:pt x="144" y="216"/>
                  </a:lnTo>
                  <a:lnTo>
                    <a:pt x="156" y="204"/>
                  </a:lnTo>
                  <a:lnTo>
                    <a:pt x="174" y="192"/>
                  </a:lnTo>
                  <a:lnTo>
                    <a:pt x="186" y="186"/>
                  </a:lnTo>
                  <a:lnTo>
                    <a:pt x="198" y="174"/>
                  </a:lnTo>
                  <a:lnTo>
                    <a:pt x="210" y="168"/>
                  </a:lnTo>
                  <a:lnTo>
                    <a:pt x="222" y="168"/>
                  </a:lnTo>
                  <a:lnTo>
                    <a:pt x="228" y="180"/>
                  </a:lnTo>
                  <a:lnTo>
                    <a:pt x="234" y="186"/>
                  </a:lnTo>
                  <a:lnTo>
                    <a:pt x="234" y="204"/>
                  </a:lnTo>
                  <a:lnTo>
                    <a:pt x="228" y="210"/>
                  </a:lnTo>
                  <a:lnTo>
                    <a:pt x="228" y="222"/>
                  </a:lnTo>
                  <a:lnTo>
                    <a:pt x="234" y="222"/>
                  </a:lnTo>
                  <a:lnTo>
                    <a:pt x="240" y="228"/>
                  </a:lnTo>
                  <a:lnTo>
                    <a:pt x="240" y="234"/>
                  </a:lnTo>
                  <a:lnTo>
                    <a:pt x="234" y="240"/>
                  </a:lnTo>
                  <a:lnTo>
                    <a:pt x="222" y="240"/>
                  </a:lnTo>
                  <a:lnTo>
                    <a:pt x="222" y="246"/>
                  </a:lnTo>
                  <a:lnTo>
                    <a:pt x="234" y="258"/>
                  </a:lnTo>
                  <a:lnTo>
                    <a:pt x="246" y="264"/>
                  </a:lnTo>
                  <a:lnTo>
                    <a:pt x="252" y="270"/>
                  </a:lnTo>
                  <a:lnTo>
                    <a:pt x="258" y="270"/>
                  </a:lnTo>
                  <a:lnTo>
                    <a:pt x="264" y="276"/>
                  </a:lnTo>
                  <a:lnTo>
                    <a:pt x="264" y="282"/>
                  </a:lnTo>
                  <a:lnTo>
                    <a:pt x="282" y="282"/>
                  </a:lnTo>
                  <a:lnTo>
                    <a:pt x="282" y="288"/>
                  </a:lnTo>
                  <a:lnTo>
                    <a:pt x="288" y="282"/>
                  </a:lnTo>
                  <a:lnTo>
                    <a:pt x="288" y="258"/>
                  </a:lnTo>
                  <a:lnTo>
                    <a:pt x="282" y="252"/>
                  </a:lnTo>
                  <a:lnTo>
                    <a:pt x="276" y="252"/>
                  </a:lnTo>
                  <a:lnTo>
                    <a:pt x="270" y="246"/>
                  </a:lnTo>
                  <a:lnTo>
                    <a:pt x="288" y="240"/>
                  </a:lnTo>
                  <a:lnTo>
                    <a:pt x="288" y="210"/>
                  </a:lnTo>
                  <a:lnTo>
                    <a:pt x="300" y="222"/>
                  </a:lnTo>
                  <a:lnTo>
                    <a:pt x="306" y="222"/>
                  </a:lnTo>
                  <a:lnTo>
                    <a:pt x="318" y="210"/>
                  </a:lnTo>
                  <a:lnTo>
                    <a:pt x="300" y="192"/>
                  </a:lnTo>
                  <a:lnTo>
                    <a:pt x="300" y="138"/>
                  </a:lnTo>
                  <a:lnTo>
                    <a:pt x="318" y="138"/>
                  </a:lnTo>
                  <a:lnTo>
                    <a:pt x="330" y="126"/>
                  </a:lnTo>
                  <a:lnTo>
                    <a:pt x="360" y="132"/>
                  </a:lnTo>
                  <a:lnTo>
                    <a:pt x="360" y="120"/>
                  </a:lnTo>
                  <a:lnTo>
                    <a:pt x="354" y="10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73" name="Austria" descr="© INSCALE GmbH, 05.05.2010&#10;http://www.presentationload.com/">
              <a:extLst>
                <a:ext uri="{FF2B5EF4-FFF2-40B4-BE49-F238E27FC236}">
                  <a16:creationId xmlns:a16="http://schemas.microsoft.com/office/drawing/2014/main" id="{523A1099-2BE0-476B-A6A5-552965B15FDC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959451" y="1708574"/>
              <a:ext cx="151212" cy="66790"/>
            </a:xfrm>
            <a:custGeom>
              <a:avLst/>
              <a:gdLst>
                <a:gd name="T0" fmla="*/ 2147483647 w 456"/>
                <a:gd name="T1" fmla="*/ 2147483647 h 204"/>
                <a:gd name="T2" fmla="*/ 2147483647 w 456"/>
                <a:gd name="T3" fmla="*/ 2147483647 h 204"/>
                <a:gd name="T4" fmla="*/ 2147483647 w 456"/>
                <a:gd name="T5" fmla="*/ 2147483647 h 204"/>
                <a:gd name="T6" fmla="*/ 2147483647 w 456"/>
                <a:gd name="T7" fmla="*/ 2147483647 h 204"/>
                <a:gd name="T8" fmla="*/ 2147483647 w 456"/>
                <a:gd name="T9" fmla="*/ 2147483647 h 204"/>
                <a:gd name="T10" fmla="*/ 2147483647 w 456"/>
                <a:gd name="T11" fmla="*/ 2147483647 h 204"/>
                <a:gd name="T12" fmla="*/ 2147483647 w 456"/>
                <a:gd name="T13" fmla="*/ 2147483647 h 204"/>
                <a:gd name="T14" fmla="*/ 2147483647 w 456"/>
                <a:gd name="T15" fmla="*/ 0 h 204"/>
                <a:gd name="T16" fmla="*/ 2147483647 w 456"/>
                <a:gd name="T17" fmla="*/ 2147483647 h 204"/>
                <a:gd name="T18" fmla="*/ 2147483647 w 456"/>
                <a:gd name="T19" fmla="*/ 2147483647 h 204"/>
                <a:gd name="T20" fmla="*/ 2147483647 w 456"/>
                <a:gd name="T21" fmla="*/ 2147483647 h 204"/>
                <a:gd name="T22" fmla="*/ 2147483647 w 456"/>
                <a:gd name="T23" fmla="*/ 2147483647 h 204"/>
                <a:gd name="T24" fmla="*/ 2147483647 w 456"/>
                <a:gd name="T25" fmla="*/ 2147483647 h 204"/>
                <a:gd name="T26" fmla="*/ 2147483647 w 456"/>
                <a:gd name="T27" fmla="*/ 2147483647 h 204"/>
                <a:gd name="T28" fmla="*/ 2147483647 w 456"/>
                <a:gd name="T29" fmla="*/ 2147483647 h 204"/>
                <a:gd name="T30" fmla="*/ 2147483647 w 456"/>
                <a:gd name="T31" fmla="*/ 2147483647 h 204"/>
                <a:gd name="T32" fmla="*/ 2147483647 w 456"/>
                <a:gd name="T33" fmla="*/ 2147483647 h 204"/>
                <a:gd name="T34" fmla="*/ 2147483647 w 456"/>
                <a:gd name="T35" fmla="*/ 2147483647 h 204"/>
                <a:gd name="T36" fmla="*/ 2147483647 w 456"/>
                <a:gd name="T37" fmla="*/ 2147483647 h 204"/>
                <a:gd name="T38" fmla="*/ 2147483647 w 456"/>
                <a:gd name="T39" fmla="*/ 2147483647 h 204"/>
                <a:gd name="T40" fmla="*/ 2147483647 w 456"/>
                <a:gd name="T41" fmla="*/ 2147483647 h 204"/>
                <a:gd name="T42" fmla="*/ 2147483647 w 456"/>
                <a:gd name="T43" fmla="*/ 2147483647 h 204"/>
                <a:gd name="T44" fmla="*/ 2147483647 w 456"/>
                <a:gd name="T45" fmla="*/ 2147483647 h 204"/>
                <a:gd name="T46" fmla="*/ 2147483647 w 456"/>
                <a:gd name="T47" fmla="*/ 2147483647 h 204"/>
                <a:gd name="T48" fmla="*/ 2147483647 w 456"/>
                <a:gd name="T49" fmla="*/ 2147483647 h 204"/>
                <a:gd name="T50" fmla="*/ 2147483647 w 456"/>
                <a:gd name="T51" fmla="*/ 2147483647 h 204"/>
                <a:gd name="T52" fmla="*/ 2147483647 w 456"/>
                <a:gd name="T53" fmla="*/ 2147483647 h 204"/>
                <a:gd name="T54" fmla="*/ 0 w 456"/>
                <a:gd name="T55" fmla="*/ 2147483647 h 204"/>
                <a:gd name="T56" fmla="*/ 2147483647 w 456"/>
                <a:gd name="T57" fmla="*/ 2147483647 h 204"/>
                <a:gd name="T58" fmla="*/ 2147483647 w 456"/>
                <a:gd name="T59" fmla="*/ 2147483647 h 204"/>
                <a:gd name="T60" fmla="*/ 2147483647 w 456"/>
                <a:gd name="T61" fmla="*/ 2147483647 h 204"/>
                <a:gd name="T62" fmla="*/ 2147483647 w 456"/>
                <a:gd name="T63" fmla="*/ 2147483647 h 204"/>
                <a:gd name="T64" fmla="*/ 2147483647 w 456"/>
                <a:gd name="T65" fmla="*/ 2147483647 h 204"/>
                <a:gd name="T66" fmla="*/ 2147483647 w 456"/>
                <a:gd name="T67" fmla="*/ 2147483647 h 204"/>
                <a:gd name="T68" fmla="*/ 2147483647 w 456"/>
                <a:gd name="T69" fmla="*/ 2147483647 h 204"/>
                <a:gd name="T70" fmla="*/ 2147483647 w 456"/>
                <a:gd name="T71" fmla="*/ 2147483647 h 204"/>
                <a:gd name="T72" fmla="*/ 2147483647 w 456"/>
                <a:gd name="T73" fmla="*/ 2147483647 h 204"/>
                <a:gd name="T74" fmla="*/ 2147483647 w 456"/>
                <a:gd name="T75" fmla="*/ 2147483647 h 204"/>
                <a:gd name="T76" fmla="*/ 2147483647 w 456"/>
                <a:gd name="T77" fmla="*/ 2147483647 h 204"/>
                <a:gd name="T78" fmla="*/ 2147483647 w 456"/>
                <a:gd name="T79" fmla="*/ 2147483647 h 204"/>
                <a:gd name="T80" fmla="*/ 2147483647 w 456"/>
                <a:gd name="T81" fmla="*/ 2147483647 h 204"/>
                <a:gd name="T82" fmla="*/ 2147483647 w 456"/>
                <a:gd name="T83" fmla="*/ 2147483647 h 204"/>
                <a:gd name="T84" fmla="*/ 2147483647 w 456"/>
                <a:gd name="T85" fmla="*/ 2147483647 h 204"/>
                <a:gd name="T86" fmla="*/ 2147483647 w 456"/>
                <a:gd name="T87" fmla="*/ 2147483647 h 204"/>
                <a:gd name="T88" fmla="*/ 2147483647 w 456"/>
                <a:gd name="T89" fmla="*/ 2147483647 h 204"/>
                <a:gd name="T90" fmla="*/ 2147483647 w 456"/>
                <a:gd name="T91" fmla="*/ 2147483647 h 20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56"/>
                <a:gd name="T139" fmla="*/ 0 h 204"/>
                <a:gd name="T140" fmla="*/ 456 w 456"/>
                <a:gd name="T141" fmla="*/ 204 h 20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56" h="204">
                  <a:moveTo>
                    <a:pt x="456" y="102"/>
                  </a:moveTo>
                  <a:lnTo>
                    <a:pt x="456" y="60"/>
                  </a:lnTo>
                  <a:lnTo>
                    <a:pt x="450" y="60"/>
                  </a:lnTo>
                  <a:lnTo>
                    <a:pt x="450" y="48"/>
                  </a:lnTo>
                  <a:lnTo>
                    <a:pt x="456" y="24"/>
                  </a:lnTo>
                  <a:lnTo>
                    <a:pt x="444" y="18"/>
                  </a:lnTo>
                  <a:lnTo>
                    <a:pt x="438" y="18"/>
                  </a:lnTo>
                  <a:lnTo>
                    <a:pt x="432" y="12"/>
                  </a:lnTo>
                  <a:lnTo>
                    <a:pt x="420" y="12"/>
                  </a:lnTo>
                  <a:lnTo>
                    <a:pt x="414" y="18"/>
                  </a:lnTo>
                  <a:lnTo>
                    <a:pt x="402" y="24"/>
                  </a:lnTo>
                  <a:lnTo>
                    <a:pt x="390" y="12"/>
                  </a:lnTo>
                  <a:lnTo>
                    <a:pt x="378" y="18"/>
                  </a:lnTo>
                  <a:lnTo>
                    <a:pt x="366" y="6"/>
                  </a:lnTo>
                  <a:lnTo>
                    <a:pt x="354" y="0"/>
                  </a:lnTo>
                  <a:lnTo>
                    <a:pt x="336" y="0"/>
                  </a:lnTo>
                  <a:lnTo>
                    <a:pt x="330" y="6"/>
                  </a:lnTo>
                  <a:lnTo>
                    <a:pt x="324" y="18"/>
                  </a:lnTo>
                  <a:lnTo>
                    <a:pt x="318" y="18"/>
                  </a:lnTo>
                  <a:lnTo>
                    <a:pt x="318" y="36"/>
                  </a:lnTo>
                  <a:lnTo>
                    <a:pt x="306" y="30"/>
                  </a:lnTo>
                  <a:lnTo>
                    <a:pt x="300" y="30"/>
                  </a:lnTo>
                  <a:lnTo>
                    <a:pt x="288" y="36"/>
                  </a:lnTo>
                  <a:lnTo>
                    <a:pt x="276" y="36"/>
                  </a:lnTo>
                  <a:lnTo>
                    <a:pt x="258" y="18"/>
                  </a:lnTo>
                  <a:lnTo>
                    <a:pt x="252" y="36"/>
                  </a:lnTo>
                  <a:lnTo>
                    <a:pt x="234" y="36"/>
                  </a:lnTo>
                  <a:lnTo>
                    <a:pt x="240" y="48"/>
                  </a:lnTo>
                  <a:lnTo>
                    <a:pt x="240" y="66"/>
                  </a:lnTo>
                  <a:lnTo>
                    <a:pt x="234" y="66"/>
                  </a:lnTo>
                  <a:lnTo>
                    <a:pt x="228" y="60"/>
                  </a:lnTo>
                  <a:lnTo>
                    <a:pt x="210" y="60"/>
                  </a:lnTo>
                  <a:lnTo>
                    <a:pt x="204" y="66"/>
                  </a:lnTo>
                  <a:lnTo>
                    <a:pt x="204" y="72"/>
                  </a:lnTo>
                  <a:lnTo>
                    <a:pt x="198" y="78"/>
                  </a:lnTo>
                  <a:lnTo>
                    <a:pt x="198" y="84"/>
                  </a:lnTo>
                  <a:lnTo>
                    <a:pt x="210" y="84"/>
                  </a:lnTo>
                  <a:lnTo>
                    <a:pt x="210" y="126"/>
                  </a:lnTo>
                  <a:lnTo>
                    <a:pt x="204" y="126"/>
                  </a:lnTo>
                  <a:lnTo>
                    <a:pt x="192" y="114"/>
                  </a:lnTo>
                  <a:lnTo>
                    <a:pt x="174" y="108"/>
                  </a:lnTo>
                  <a:lnTo>
                    <a:pt x="162" y="102"/>
                  </a:lnTo>
                  <a:lnTo>
                    <a:pt x="144" y="114"/>
                  </a:lnTo>
                  <a:lnTo>
                    <a:pt x="126" y="114"/>
                  </a:lnTo>
                  <a:lnTo>
                    <a:pt x="108" y="126"/>
                  </a:lnTo>
                  <a:lnTo>
                    <a:pt x="102" y="132"/>
                  </a:lnTo>
                  <a:lnTo>
                    <a:pt x="84" y="132"/>
                  </a:lnTo>
                  <a:lnTo>
                    <a:pt x="66" y="114"/>
                  </a:lnTo>
                  <a:lnTo>
                    <a:pt x="48" y="114"/>
                  </a:lnTo>
                  <a:lnTo>
                    <a:pt x="48" y="126"/>
                  </a:lnTo>
                  <a:lnTo>
                    <a:pt x="42" y="132"/>
                  </a:lnTo>
                  <a:lnTo>
                    <a:pt x="30" y="132"/>
                  </a:lnTo>
                  <a:lnTo>
                    <a:pt x="30" y="126"/>
                  </a:lnTo>
                  <a:lnTo>
                    <a:pt x="24" y="120"/>
                  </a:lnTo>
                  <a:lnTo>
                    <a:pt x="0" y="120"/>
                  </a:lnTo>
                  <a:lnTo>
                    <a:pt x="0" y="156"/>
                  </a:lnTo>
                  <a:lnTo>
                    <a:pt x="18" y="156"/>
                  </a:lnTo>
                  <a:lnTo>
                    <a:pt x="18" y="174"/>
                  </a:lnTo>
                  <a:lnTo>
                    <a:pt x="24" y="174"/>
                  </a:lnTo>
                  <a:lnTo>
                    <a:pt x="42" y="156"/>
                  </a:lnTo>
                  <a:lnTo>
                    <a:pt x="48" y="156"/>
                  </a:lnTo>
                  <a:lnTo>
                    <a:pt x="60" y="168"/>
                  </a:lnTo>
                  <a:lnTo>
                    <a:pt x="60" y="174"/>
                  </a:lnTo>
                  <a:lnTo>
                    <a:pt x="72" y="174"/>
                  </a:lnTo>
                  <a:lnTo>
                    <a:pt x="84" y="180"/>
                  </a:lnTo>
                  <a:lnTo>
                    <a:pt x="96" y="162"/>
                  </a:lnTo>
                  <a:lnTo>
                    <a:pt x="138" y="162"/>
                  </a:lnTo>
                  <a:lnTo>
                    <a:pt x="138" y="156"/>
                  </a:lnTo>
                  <a:lnTo>
                    <a:pt x="144" y="150"/>
                  </a:lnTo>
                  <a:lnTo>
                    <a:pt x="162" y="150"/>
                  </a:lnTo>
                  <a:lnTo>
                    <a:pt x="168" y="156"/>
                  </a:lnTo>
                  <a:lnTo>
                    <a:pt x="168" y="174"/>
                  </a:lnTo>
                  <a:lnTo>
                    <a:pt x="180" y="174"/>
                  </a:lnTo>
                  <a:lnTo>
                    <a:pt x="186" y="192"/>
                  </a:lnTo>
                  <a:lnTo>
                    <a:pt x="240" y="192"/>
                  </a:lnTo>
                  <a:lnTo>
                    <a:pt x="240" y="204"/>
                  </a:lnTo>
                  <a:lnTo>
                    <a:pt x="258" y="204"/>
                  </a:lnTo>
                  <a:lnTo>
                    <a:pt x="264" y="198"/>
                  </a:lnTo>
                  <a:lnTo>
                    <a:pt x="282" y="198"/>
                  </a:lnTo>
                  <a:lnTo>
                    <a:pt x="288" y="204"/>
                  </a:lnTo>
                  <a:lnTo>
                    <a:pt x="318" y="204"/>
                  </a:lnTo>
                  <a:lnTo>
                    <a:pt x="318" y="192"/>
                  </a:lnTo>
                  <a:lnTo>
                    <a:pt x="366" y="192"/>
                  </a:lnTo>
                  <a:lnTo>
                    <a:pt x="378" y="186"/>
                  </a:lnTo>
                  <a:lnTo>
                    <a:pt x="402" y="192"/>
                  </a:lnTo>
                  <a:lnTo>
                    <a:pt x="414" y="156"/>
                  </a:lnTo>
                  <a:lnTo>
                    <a:pt x="432" y="156"/>
                  </a:lnTo>
                  <a:lnTo>
                    <a:pt x="432" y="132"/>
                  </a:lnTo>
                  <a:lnTo>
                    <a:pt x="444" y="114"/>
                  </a:lnTo>
                  <a:lnTo>
                    <a:pt x="432" y="114"/>
                  </a:lnTo>
                  <a:lnTo>
                    <a:pt x="438" y="102"/>
                  </a:lnTo>
                  <a:lnTo>
                    <a:pt x="456" y="10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74" name="Australia" descr="© INSCALE GmbH, 05.05.2010&#10;http://www.presentationload.com/">
              <a:extLst>
                <a:ext uri="{FF2B5EF4-FFF2-40B4-BE49-F238E27FC236}">
                  <a16:creationId xmlns:a16="http://schemas.microsoft.com/office/drawing/2014/main" id="{488AD769-F87B-49CD-9E49-B17FA953300F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6292264" y="3283294"/>
              <a:ext cx="938296" cy="874702"/>
            </a:xfrm>
            <a:custGeom>
              <a:avLst/>
              <a:gdLst>
                <a:gd name="T0" fmla="*/ 2147483647 w 2838"/>
                <a:gd name="T1" fmla="*/ 2147483647 h 2664"/>
                <a:gd name="T2" fmla="*/ 2147483647 w 2838"/>
                <a:gd name="T3" fmla="*/ 2147483647 h 2664"/>
                <a:gd name="T4" fmla="*/ 2147483647 w 2838"/>
                <a:gd name="T5" fmla="*/ 2147483647 h 2664"/>
                <a:gd name="T6" fmla="*/ 2147483647 w 2838"/>
                <a:gd name="T7" fmla="*/ 2147483647 h 2664"/>
                <a:gd name="T8" fmla="*/ 2147483647 w 2838"/>
                <a:gd name="T9" fmla="*/ 2147483647 h 2664"/>
                <a:gd name="T10" fmla="*/ 2147483647 w 2838"/>
                <a:gd name="T11" fmla="*/ 2147483647 h 2664"/>
                <a:gd name="T12" fmla="*/ 2147483647 w 2838"/>
                <a:gd name="T13" fmla="*/ 2147483647 h 2664"/>
                <a:gd name="T14" fmla="*/ 2147483647 w 2838"/>
                <a:gd name="T15" fmla="*/ 2147483647 h 2664"/>
                <a:gd name="T16" fmla="*/ 2147483647 w 2838"/>
                <a:gd name="T17" fmla="*/ 2147483647 h 2664"/>
                <a:gd name="T18" fmla="*/ 2147483647 w 2838"/>
                <a:gd name="T19" fmla="*/ 2147483647 h 2664"/>
                <a:gd name="T20" fmla="*/ 2147483647 w 2838"/>
                <a:gd name="T21" fmla="*/ 2147483647 h 2664"/>
                <a:gd name="T22" fmla="*/ 2147483647 w 2838"/>
                <a:gd name="T23" fmla="*/ 2147483647 h 2664"/>
                <a:gd name="T24" fmla="*/ 2147483647 w 2838"/>
                <a:gd name="T25" fmla="*/ 2147483647 h 2664"/>
                <a:gd name="T26" fmla="*/ 2147483647 w 2838"/>
                <a:gd name="T27" fmla="*/ 2147483647 h 2664"/>
                <a:gd name="T28" fmla="*/ 2147483647 w 2838"/>
                <a:gd name="T29" fmla="*/ 2147483647 h 2664"/>
                <a:gd name="T30" fmla="*/ 2147483647 w 2838"/>
                <a:gd name="T31" fmla="*/ 2147483647 h 2664"/>
                <a:gd name="T32" fmla="*/ 2147483647 w 2838"/>
                <a:gd name="T33" fmla="*/ 2147483647 h 2664"/>
                <a:gd name="T34" fmla="*/ 2147483647 w 2838"/>
                <a:gd name="T35" fmla="*/ 2147483647 h 2664"/>
                <a:gd name="T36" fmla="*/ 2147483647 w 2838"/>
                <a:gd name="T37" fmla="*/ 2147483647 h 2664"/>
                <a:gd name="T38" fmla="*/ 2147483647 w 2838"/>
                <a:gd name="T39" fmla="*/ 2147483647 h 2664"/>
                <a:gd name="T40" fmla="*/ 2147483647 w 2838"/>
                <a:gd name="T41" fmla="*/ 2147483647 h 2664"/>
                <a:gd name="T42" fmla="*/ 2147483647 w 2838"/>
                <a:gd name="T43" fmla="*/ 2147483647 h 2664"/>
                <a:gd name="T44" fmla="*/ 2147483647 w 2838"/>
                <a:gd name="T45" fmla="*/ 2147483647 h 2664"/>
                <a:gd name="T46" fmla="*/ 2147483647 w 2838"/>
                <a:gd name="T47" fmla="*/ 2147483647 h 2664"/>
                <a:gd name="T48" fmla="*/ 2147483647 w 2838"/>
                <a:gd name="T49" fmla="*/ 2147483647 h 2664"/>
                <a:gd name="T50" fmla="*/ 2147483647 w 2838"/>
                <a:gd name="T51" fmla="*/ 2147483647 h 2664"/>
                <a:gd name="T52" fmla="*/ 2147483647 w 2838"/>
                <a:gd name="T53" fmla="*/ 2147483647 h 2664"/>
                <a:gd name="T54" fmla="*/ 2147483647 w 2838"/>
                <a:gd name="T55" fmla="*/ 2147483647 h 2664"/>
                <a:gd name="T56" fmla="*/ 2147483647 w 2838"/>
                <a:gd name="T57" fmla="*/ 2147483647 h 2664"/>
                <a:gd name="T58" fmla="*/ 2147483647 w 2838"/>
                <a:gd name="T59" fmla="*/ 2147483647 h 2664"/>
                <a:gd name="T60" fmla="*/ 2147483647 w 2838"/>
                <a:gd name="T61" fmla="*/ 2147483647 h 2664"/>
                <a:gd name="T62" fmla="*/ 2147483647 w 2838"/>
                <a:gd name="T63" fmla="*/ 2147483647 h 2664"/>
                <a:gd name="T64" fmla="*/ 2147483647 w 2838"/>
                <a:gd name="T65" fmla="*/ 2147483647 h 2664"/>
                <a:gd name="T66" fmla="*/ 2147483647 w 2838"/>
                <a:gd name="T67" fmla="*/ 2147483647 h 2664"/>
                <a:gd name="T68" fmla="*/ 2147483647 w 2838"/>
                <a:gd name="T69" fmla="*/ 2147483647 h 2664"/>
                <a:gd name="T70" fmla="*/ 2147483647 w 2838"/>
                <a:gd name="T71" fmla="*/ 2147483647 h 2664"/>
                <a:gd name="T72" fmla="*/ 2147483647 w 2838"/>
                <a:gd name="T73" fmla="*/ 2147483647 h 2664"/>
                <a:gd name="T74" fmla="*/ 2147483647 w 2838"/>
                <a:gd name="T75" fmla="*/ 2147483647 h 2664"/>
                <a:gd name="T76" fmla="*/ 2147483647 w 2838"/>
                <a:gd name="T77" fmla="*/ 2147483647 h 2664"/>
                <a:gd name="T78" fmla="*/ 2147483647 w 2838"/>
                <a:gd name="T79" fmla="*/ 2147483647 h 2664"/>
                <a:gd name="T80" fmla="*/ 2147483647 w 2838"/>
                <a:gd name="T81" fmla="*/ 2147483647 h 2664"/>
                <a:gd name="T82" fmla="*/ 2147483647 w 2838"/>
                <a:gd name="T83" fmla="*/ 2147483647 h 2664"/>
                <a:gd name="T84" fmla="*/ 2147483647 w 2838"/>
                <a:gd name="T85" fmla="*/ 2147483647 h 2664"/>
                <a:gd name="T86" fmla="*/ 2147483647 w 2838"/>
                <a:gd name="T87" fmla="*/ 2147483647 h 2664"/>
                <a:gd name="T88" fmla="*/ 2147483647 w 2838"/>
                <a:gd name="T89" fmla="*/ 2147483647 h 2664"/>
                <a:gd name="T90" fmla="*/ 2147483647 w 2838"/>
                <a:gd name="T91" fmla="*/ 2147483647 h 2664"/>
                <a:gd name="T92" fmla="*/ 2147483647 w 2838"/>
                <a:gd name="T93" fmla="*/ 2147483647 h 2664"/>
                <a:gd name="T94" fmla="*/ 2147483647 w 2838"/>
                <a:gd name="T95" fmla="*/ 2147483647 h 2664"/>
                <a:gd name="T96" fmla="*/ 2147483647 w 2838"/>
                <a:gd name="T97" fmla="*/ 2147483647 h 2664"/>
                <a:gd name="T98" fmla="*/ 2147483647 w 2838"/>
                <a:gd name="T99" fmla="*/ 2147483647 h 2664"/>
                <a:gd name="T100" fmla="*/ 2147483647 w 2838"/>
                <a:gd name="T101" fmla="*/ 2147483647 h 2664"/>
                <a:gd name="T102" fmla="*/ 2147483647 w 2838"/>
                <a:gd name="T103" fmla="*/ 2147483647 h 2664"/>
                <a:gd name="T104" fmla="*/ 2147483647 w 2838"/>
                <a:gd name="T105" fmla="*/ 2147483647 h 2664"/>
                <a:gd name="T106" fmla="*/ 2147483647 w 2838"/>
                <a:gd name="T107" fmla="*/ 2147483647 h 2664"/>
                <a:gd name="T108" fmla="*/ 2147483647 w 2838"/>
                <a:gd name="T109" fmla="*/ 2147483647 h 2664"/>
                <a:gd name="T110" fmla="*/ 2147483647 w 2838"/>
                <a:gd name="T111" fmla="*/ 2147483647 h 2664"/>
                <a:gd name="T112" fmla="*/ 2147483647 w 2838"/>
                <a:gd name="T113" fmla="*/ 2147483647 h 2664"/>
                <a:gd name="T114" fmla="*/ 2147483647 w 2838"/>
                <a:gd name="T115" fmla="*/ 2147483647 h 2664"/>
                <a:gd name="T116" fmla="*/ 2147483647 w 2838"/>
                <a:gd name="T117" fmla="*/ 2147483647 h 26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838"/>
                <a:gd name="T178" fmla="*/ 0 h 2664"/>
                <a:gd name="T179" fmla="*/ 2838 w 2838"/>
                <a:gd name="T180" fmla="*/ 2664 h 26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838" h="2664">
                  <a:moveTo>
                    <a:pt x="1530" y="66"/>
                  </a:moveTo>
                  <a:lnTo>
                    <a:pt x="1524" y="60"/>
                  </a:lnTo>
                  <a:lnTo>
                    <a:pt x="1518" y="60"/>
                  </a:lnTo>
                  <a:lnTo>
                    <a:pt x="1506" y="66"/>
                  </a:lnTo>
                  <a:lnTo>
                    <a:pt x="1500" y="72"/>
                  </a:lnTo>
                  <a:lnTo>
                    <a:pt x="1494" y="84"/>
                  </a:lnTo>
                  <a:lnTo>
                    <a:pt x="1494" y="102"/>
                  </a:lnTo>
                  <a:lnTo>
                    <a:pt x="1506" y="102"/>
                  </a:lnTo>
                  <a:lnTo>
                    <a:pt x="1512" y="90"/>
                  </a:lnTo>
                  <a:lnTo>
                    <a:pt x="1524" y="78"/>
                  </a:lnTo>
                  <a:lnTo>
                    <a:pt x="1530" y="66"/>
                  </a:lnTo>
                  <a:close/>
                  <a:moveTo>
                    <a:pt x="1476" y="2016"/>
                  </a:moveTo>
                  <a:lnTo>
                    <a:pt x="1464" y="2016"/>
                  </a:lnTo>
                  <a:lnTo>
                    <a:pt x="1440" y="2028"/>
                  </a:lnTo>
                  <a:lnTo>
                    <a:pt x="1440" y="2034"/>
                  </a:lnTo>
                  <a:lnTo>
                    <a:pt x="1452" y="2046"/>
                  </a:lnTo>
                  <a:lnTo>
                    <a:pt x="1452" y="2052"/>
                  </a:lnTo>
                  <a:lnTo>
                    <a:pt x="1470" y="2052"/>
                  </a:lnTo>
                  <a:lnTo>
                    <a:pt x="1482" y="2046"/>
                  </a:lnTo>
                  <a:lnTo>
                    <a:pt x="1488" y="2040"/>
                  </a:lnTo>
                  <a:lnTo>
                    <a:pt x="1506" y="2040"/>
                  </a:lnTo>
                  <a:lnTo>
                    <a:pt x="1512" y="2034"/>
                  </a:lnTo>
                  <a:lnTo>
                    <a:pt x="1530" y="2034"/>
                  </a:lnTo>
                  <a:lnTo>
                    <a:pt x="1536" y="2028"/>
                  </a:lnTo>
                  <a:lnTo>
                    <a:pt x="1512" y="2028"/>
                  </a:lnTo>
                  <a:lnTo>
                    <a:pt x="1500" y="2016"/>
                  </a:lnTo>
                  <a:lnTo>
                    <a:pt x="1476" y="2016"/>
                  </a:lnTo>
                  <a:close/>
                  <a:moveTo>
                    <a:pt x="2802" y="1164"/>
                  </a:moveTo>
                  <a:lnTo>
                    <a:pt x="2802" y="1134"/>
                  </a:lnTo>
                  <a:lnTo>
                    <a:pt x="2796" y="1116"/>
                  </a:lnTo>
                  <a:lnTo>
                    <a:pt x="2796" y="1092"/>
                  </a:lnTo>
                  <a:lnTo>
                    <a:pt x="2790" y="1086"/>
                  </a:lnTo>
                  <a:lnTo>
                    <a:pt x="2778" y="1086"/>
                  </a:lnTo>
                  <a:lnTo>
                    <a:pt x="2772" y="1080"/>
                  </a:lnTo>
                  <a:lnTo>
                    <a:pt x="2760" y="1080"/>
                  </a:lnTo>
                  <a:lnTo>
                    <a:pt x="2760" y="1062"/>
                  </a:lnTo>
                  <a:lnTo>
                    <a:pt x="2742" y="1050"/>
                  </a:lnTo>
                  <a:lnTo>
                    <a:pt x="2742" y="1014"/>
                  </a:lnTo>
                  <a:lnTo>
                    <a:pt x="2736" y="1008"/>
                  </a:lnTo>
                  <a:lnTo>
                    <a:pt x="2724" y="1002"/>
                  </a:lnTo>
                  <a:lnTo>
                    <a:pt x="2718" y="996"/>
                  </a:lnTo>
                  <a:lnTo>
                    <a:pt x="2706" y="996"/>
                  </a:lnTo>
                  <a:lnTo>
                    <a:pt x="2712" y="996"/>
                  </a:lnTo>
                  <a:lnTo>
                    <a:pt x="2718" y="990"/>
                  </a:lnTo>
                  <a:lnTo>
                    <a:pt x="2730" y="990"/>
                  </a:lnTo>
                  <a:lnTo>
                    <a:pt x="2742" y="984"/>
                  </a:lnTo>
                  <a:lnTo>
                    <a:pt x="2760" y="966"/>
                  </a:lnTo>
                  <a:lnTo>
                    <a:pt x="2754" y="954"/>
                  </a:lnTo>
                  <a:lnTo>
                    <a:pt x="2736" y="936"/>
                  </a:lnTo>
                  <a:lnTo>
                    <a:pt x="2730" y="936"/>
                  </a:lnTo>
                  <a:lnTo>
                    <a:pt x="2730" y="930"/>
                  </a:lnTo>
                  <a:lnTo>
                    <a:pt x="2712" y="912"/>
                  </a:lnTo>
                  <a:lnTo>
                    <a:pt x="2700" y="906"/>
                  </a:lnTo>
                  <a:lnTo>
                    <a:pt x="2694" y="912"/>
                  </a:lnTo>
                  <a:lnTo>
                    <a:pt x="2694" y="936"/>
                  </a:lnTo>
                  <a:lnTo>
                    <a:pt x="2670" y="930"/>
                  </a:lnTo>
                  <a:lnTo>
                    <a:pt x="2670" y="924"/>
                  </a:lnTo>
                  <a:lnTo>
                    <a:pt x="2676" y="918"/>
                  </a:lnTo>
                  <a:lnTo>
                    <a:pt x="2676" y="906"/>
                  </a:lnTo>
                  <a:lnTo>
                    <a:pt x="2682" y="894"/>
                  </a:lnTo>
                  <a:lnTo>
                    <a:pt x="2688" y="876"/>
                  </a:lnTo>
                  <a:lnTo>
                    <a:pt x="2688" y="858"/>
                  </a:lnTo>
                  <a:lnTo>
                    <a:pt x="2682" y="852"/>
                  </a:lnTo>
                  <a:lnTo>
                    <a:pt x="2676" y="840"/>
                  </a:lnTo>
                  <a:lnTo>
                    <a:pt x="2670" y="840"/>
                  </a:lnTo>
                  <a:lnTo>
                    <a:pt x="2652" y="822"/>
                  </a:lnTo>
                  <a:lnTo>
                    <a:pt x="2652" y="816"/>
                  </a:lnTo>
                  <a:lnTo>
                    <a:pt x="2658" y="804"/>
                  </a:lnTo>
                  <a:lnTo>
                    <a:pt x="2658" y="792"/>
                  </a:lnTo>
                  <a:lnTo>
                    <a:pt x="2664" y="774"/>
                  </a:lnTo>
                  <a:lnTo>
                    <a:pt x="2664" y="762"/>
                  </a:lnTo>
                  <a:lnTo>
                    <a:pt x="2652" y="750"/>
                  </a:lnTo>
                  <a:lnTo>
                    <a:pt x="2628" y="732"/>
                  </a:lnTo>
                  <a:lnTo>
                    <a:pt x="2598" y="720"/>
                  </a:lnTo>
                  <a:lnTo>
                    <a:pt x="2580" y="708"/>
                  </a:lnTo>
                  <a:lnTo>
                    <a:pt x="2568" y="702"/>
                  </a:lnTo>
                  <a:lnTo>
                    <a:pt x="2556" y="708"/>
                  </a:lnTo>
                  <a:lnTo>
                    <a:pt x="2550" y="696"/>
                  </a:lnTo>
                  <a:lnTo>
                    <a:pt x="2538" y="684"/>
                  </a:lnTo>
                  <a:lnTo>
                    <a:pt x="2532" y="672"/>
                  </a:lnTo>
                  <a:lnTo>
                    <a:pt x="2520" y="660"/>
                  </a:lnTo>
                  <a:lnTo>
                    <a:pt x="2514" y="642"/>
                  </a:lnTo>
                  <a:lnTo>
                    <a:pt x="2514" y="594"/>
                  </a:lnTo>
                  <a:lnTo>
                    <a:pt x="2520" y="576"/>
                  </a:lnTo>
                  <a:lnTo>
                    <a:pt x="2526" y="564"/>
                  </a:lnTo>
                  <a:lnTo>
                    <a:pt x="2526" y="546"/>
                  </a:lnTo>
                  <a:lnTo>
                    <a:pt x="2520" y="504"/>
                  </a:lnTo>
                  <a:lnTo>
                    <a:pt x="2502" y="462"/>
                  </a:lnTo>
                  <a:lnTo>
                    <a:pt x="2490" y="426"/>
                  </a:lnTo>
                  <a:lnTo>
                    <a:pt x="2490" y="402"/>
                  </a:lnTo>
                  <a:lnTo>
                    <a:pt x="2496" y="390"/>
                  </a:lnTo>
                  <a:lnTo>
                    <a:pt x="2502" y="384"/>
                  </a:lnTo>
                  <a:lnTo>
                    <a:pt x="2502" y="324"/>
                  </a:lnTo>
                  <a:lnTo>
                    <a:pt x="2496" y="312"/>
                  </a:lnTo>
                  <a:lnTo>
                    <a:pt x="2496" y="300"/>
                  </a:lnTo>
                  <a:lnTo>
                    <a:pt x="2472" y="294"/>
                  </a:lnTo>
                  <a:lnTo>
                    <a:pt x="2460" y="288"/>
                  </a:lnTo>
                  <a:lnTo>
                    <a:pt x="2454" y="276"/>
                  </a:lnTo>
                  <a:lnTo>
                    <a:pt x="2442" y="270"/>
                  </a:lnTo>
                  <a:lnTo>
                    <a:pt x="2424" y="270"/>
                  </a:lnTo>
                  <a:lnTo>
                    <a:pt x="2418" y="282"/>
                  </a:lnTo>
                  <a:lnTo>
                    <a:pt x="2412" y="288"/>
                  </a:lnTo>
                  <a:lnTo>
                    <a:pt x="2412" y="282"/>
                  </a:lnTo>
                  <a:lnTo>
                    <a:pt x="2406" y="276"/>
                  </a:lnTo>
                  <a:lnTo>
                    <a:pt x="2400" y="264"/>
                  </a:lnTo>
                  <a:lnTo>
                    <a:pt x="2400" y="228"/>
                  </a:lnTo>
                  <a:lnTo>
                    <a:pt x="2406" y="216"/>
                  </a:lnTo>
                  <a:lnTo>
                    <a:pt x="2406" y="204"/>
                  </a:lnTo>
                  <a:lnTo>
                    <a:pt x="2388" y="180"/>
                  </a:lnTo>
                  <a:lnTo>
                    <a:pt x="2394" y="96"/>
                  </a:lnTo>
                  <a:lnTo>
                    <a:pt x="2382" y="90"/>
                  </a:lnTo>
                  <a:lnTo>
                    <a:pt x="2364" y="72"/>
                  </a:lnTo>
                  <a:lnTo>
                    <a:pt x="2364" y="66"/>
                  </a:lnTo>
                  <a:lnTo>
                    <a:pt x="2370" y="48"/>
                  </a:lnTo>
                  <a:lnTo>
                    <a:pt x="2370" y="24"/>
                  </a:lnTo>
                  <a:lnTo>
                    <a:pt x="2364" y="18"/>
                  </a:lnTo>
                  <a:lnTo>
                    <a:pt x="2346" y="18"/>
                  </a:lnTo>
                  <a:lnTo>
                    <a:pt x="2346" y="0"/>
                  </a:lnTo>
                  <a:lnTo>
                    <a:pt x="2316" y="12"/>
                  </a:lnTo>
                  <a:lnTo>
                    <a:pt x="2310" y="30"/>
                  </a:lnTo>
                  <a:lnTo>
                    <a:pt x="2298" y="36"/>
                  </a:lnTo>
                  <a:lnTo>
                    <a:pt x="2292" y="42"/>
                  </a:lnTo>
                  <a:lnTo>
                    <a:pt x="2280" y="48"/>
                  </a:lnTo>
                  <a:lnTo>
                    <a:pt x="2280" y="66"/>
                  </a:lnTo>
                  <a:lnTo>
                    <a:pt x="2286" y="78"/>
                  </a:lnTo>
                  <a:lnTo>
                    <a:pt x="2286" y="90"/>
                  </a:lnTo>
                  <a:lnTo>
                    <a:pt x="2292" y="102"/>
                  </a:lnTo>
                  <a:lnTo>
                    <a:pt x="2292" y="114"/>
                  </a:lnTo>
                  <a:lnTo>
                    <a:pt x="2286" y="126"/>
                  </a:lnTo>
                  <a:lnTo>
                    <a:pt x="2274" y="138"/>
                  </a:lnTo>
                  <a:lnTo>
                    <a:pt x="2268" y="150"/>
                  </a:lnTo>
                  <a:lnTo>
                    <a:pt x="2238" y="180"/>
                  </a:lnTo>
                  <a:lnTo>
                    <a:pt x="2256" y="192"/>
                  </a:lnTo>
                  <a:lnTo>
                    <a:pt x="2256" y="198"/>
                  </a:lnTo>
                  <a:lnTo>
                    <a:pt x="2250" y="204"/>
                  </a:lnTo>
                  <a:lnTo>
                    <a:pt x="2238" y="228"/>
                  </a:lnTo>
                  <a:lnTo>
                    <a:pt x="2232" y="234"/>
                  </a:lnTo>
                  <a:lnTo>
                    <a:pt x="2232" y="264"/>
                  </a:lnTo>
                  <a:lnTo>
                    <a:pt x="2238" y="276"/>
                  </a:lnTo>
                  <a:lnTo>
                    <a:pt x="2238" y="288"/>
                  </a:lnTo>
                  <a:lnTo>
                    <a:pt x="2232" y="300"/>
                  </a:lnTo>
                  <a:lnTo>
                    <a:pt x="2214" y="408"/>
                  </a:lnTo>
                  <a:lnTo>
                    <a:pt x="2208" y="432"/>
                  </a:lnTo>
                  <a:lnTo>
                    <a:pt x="2202" y="438"/>
                  </a:lnTo>
                  <a:lnTo>
                    <a:pt x="2190" y="462"/>
                  </a:lnTo>
                  <a:lnTo>
                    <a:pt x="2178" y="474"/>
                  </a:lnTo>
                  <a:lnTo>
                    <a:pt x="2172" y="486"/>
                  </a:lnTo>
                  <a:lnTo>
                    <a:pt x="2166" y="492"/>
                  </a:lnTo>
                  <a:lnTo>
                    <a:pt x="2166" y="516"/>
                  </a:lnTo>
                  <a:lnTo>
                    <a:pt x="2160" y="534"/>
                  </a:lnTo>
                  <a:lnTo>
                    <a:pt x="2154" y="546"/>
                  </a:lnTo>
                  <a:lnTo>
                    <a:pt x="2142" y="552"/>
                  </a:lnTo>
                  <a:lnTo>
                    <a:pt x="2088" y="570"/>
                  </a:lnTo>
                  <a:lnTo>
                    <a:pt x="2076" y="570"/>
                  </a:lnTo>
                  <a:lnTo>
                    <a:pt x="2064" y="576"/>
                  </a:lnTo>
                  <a:lnTo>
                    <a:pt x="2058" y="576"/>
                  </a:lnTo>
                  <a:lnTo>
                    <a:pt x="2058" y="570"/>
                  </a:lnTo>
                  <a:lnTo>
                    <a:pt x="2052" y="564"/>
                  </a:lnTo>
                  <a:lnTo>
                    <a:pt x="2028" y="516"/>
                  </a:lnTo>
                  <a:lnTo>
                    <a:pt x="2022" y="510"/>
                  </a:lnTo>
                  <a:lnTo>
                    <a:pt x="1998" y="492"/>
                  </a:lnTo>
                  <a:lnTo>
                    <a:pt x="1956" y="474"/>
                  </a:lnTo>
                  <a:lnTo>
                    <a:pt x="1920" y="462"/>
                  </a:lnTo>
                  <a:lnTo>
                    <a:pt x="1908" y="456"/>
                  </a:lnTo>
                  <a:lnTo>
                    <a:pt x="1896" y="438"/>
                  </a:lnTo>
                  <a:lnTo>
                    <a:pt x="1884" y="426"/>
                  </a:lnTo>
                  <a:lnTo>
                    <a:pt x="1872" y="402"/>
                  </a:lnTo>
                  <a:lnTo>
                    <a:pt x="1866" y="396"/>
                  </a:lnTo>
                  <a:lnTo>
                    <a:pt x="1830" y="396"/>
                  </a:lnTo>
                  <a:lnTo>
                    <a:pt x="1806" y="348"/>
                  </a:lnTo>
                  <a:lnTo>
                    <a:pt x="1824" y="330"/>
                  </a:lnTo>
                  <a:lnTo>
                    <a:pt x="1824" y="306"/>
                  </a:lnTo>
                  <a:lnTo>
                    <a:pt x="1830" y="294"/>
                  </a:lnTo>
                  <a:lnTo>
                    <a:pt x="1836" y="288"/>
                  </a:lnTo>
                  <a:lnTo>
                    <a:pt x="1848" y="282"/>
                  </a:lnTo>
                  <a:lnTo>
                    <a:pt x="1854" y="276"/>
                  </a:lnTo>
                  <a:lnTo>
                    <a:pt x="1848" y="228"/>
                  </a:lnTo>
                  <a:lnTo>
                    <a:pt x="1866" y="210"/>
                  </a:lnTo>
                  <a:lnTo>
                    <a:pt x="1872" y="216"/>
                  </a:lnTo>
                  <a:lnTo>
                    <a:pt x="1884" y="216"/>
                  </a:lnTo>
                  <a:lnTo>
                    <a:pt x="1890" y="222"/>
                  </a:lnTo>
                  <a:lnTo>
                    <a:pt x="1896" y="222"/>
                  </a:lnTo>
                  <a:lnTo>
                    <a:pt x="1902" y="216"/>
                  </a:lnTo>
                  <a:lnTo>
                    <a:pt x="1908" y="204"/>
                  </a:lnTo>
                  <a:lnTo>
                    <a:pt x="1908" y="180"/>
                  </a:lnTo>
                  <a:lnTo>
                    <a:pt x="1944" y="144"/>
                  </a:lnTo>
                  <a:lnTo>
                    <a:pt x="1938" y="132"/>
                  </a:lnTo>
                  <a:lnTo>
                    <a:pt x="1914" y="108"/>
                  </a:lnTo>
                  <a:lnTo>
                    <a:pt x="1890" y="108"/>
                  </a:lnTo>
                  <a:lnTo>
                    <a:pt x="1872" y="114"/>
                  </a:lnTo>
                  <a:lnTo>
                    <a:pt x="1848" y="126"/>
                  </a:lnTo>
                  <a:lnTo>
                    <a:pt x="1842" y="138"/>
                  </a:lnTo>
                  <a:lnTo>
                    <a:pt x="1842" y="120"/>
                  </a:lnTo>
                  <a:lnTo>
                    <a:pt x="1812" y="126"/>
                  </a:lnTo>
                  <a:lnTo>
                    <a:pt x="1794" y="138"/>
                  </a:lnTo>
                  <a:lnTo>
                    <a:pt x="1788" y="120"/>
                  </a:lnTo>
                  <a:lnTo>
                    <a:pt x="1752" y="114"/>
                  </a:lnTo>
                  <a:lnTo>
                    <a:pt x="1746" y="108"/>
                  </a:lnTo>
                  <a:lnTo>
                    <a:pt x="1734" y="102"/>
                  </a:lnTo>
                  <a:lnTo>
                    <a:pt x="1728" y="96"/>
                  </a:lnTo>
                  <a:lnTo>
                    <a:pt x="1716" y="90"/>
                  </a:lnTo>
                  <a:lnTo>
                    <a:pt x="1674" y="90"/>
                  </a:lnTo>
                  <a:lnTo>
                    <a:pt x="1662" y="84"/>
                  </a:lnTo>
                  <a:lnTo>
                    <a:pt x="1650" y="84"/>
                  </a:lnTo>
                  <a:lnTo>
                    <a:pt x="1650" y="78"/>
                  </a:lnTo>
                  <a:lnTo>
                    <a:pt x="1644" y="72"/>
                  </a:lnTo>
                  <a:lnTo>
                    <a:pt x="1632" y="48"/>
                  </a:lnTo>
                  <a:lnTo>
                    <a:pt x="1626" y="42"/>
                  </a:lnTo>
                  <a:lnTo>
                    <a:pt x="1620" y="42"/>
                  </a:lnTo>
                  <a:lnTo>
                    <a:pt x="1620" y="54"/>
                  </a:lnTo>
                  <a:lnTo>
                    <a:pt x="1614" y="60"/>
                  </a:lnTo>
                  <a:lnTo>
                    <a:pt x="1602" y="54"/>
                  </a:lnTo>
                  <a:lnTo>
                    <a:pt x="1596" y="54"/>
                  </a:lnTo>
                  <a:lnTo>
                    <a:pt x="1584" y="48"/>
                  </a:lnTo>
                  <a:lnTo>
                    <a:pt x="1566" y="48"/>
                  </a:lnTo>
                  <a:lnTo>
                    <a:pt x="1566" y="60"/>
                  </a:lnTo>
                  <a:lnTo>
                    <a:pt x="1572" y="66"/>
                  </a:lnTo>
                  <a:lnTo>
                    <a:pt x="1554" y="66"/>
                  </a:lnTo>
                  <a:lnTo>
                    <a:pt x="1548" y="72"/>
                  </a:lnTo>
                  <a:lnTo>
                    <a:pt x="1548" y="78"/>
                  </a:lnTo>
                  <a:lnTo>
                    <a:pt x="1554" y="84"/>
                  </a:lnTo>
                  <a:lnTo>
                    <a:pt x="1566" y="84"/>
                  </a:lnTo>
                  <a:lnTo>
                    <a:pt x="1590" y="96"/>
                  </a:lnTo>
                  <a:lnTo>
                    <a:pt x="1596" y="96"/>
                  </a:lnTo>
                  <a:lnTo>
                    <a:pt x="1608" y="90"/>
                  </a:lnTo>
                  <a:lnTo>
                    <a:pt x="1614" y="84"/>
                  </a:lnTo>
                  <a:lnTo>
                    <a:pt x="1644" y="102"/>
                  </a:lnTo>
                  <a:lnTo>
                    <a:pt x="1638" y="102"/>
                  </a:lnTo>
                  <a:lnTo>
                    <a:pt x="1632" y="108"/>
                  </a:lnTo>
                  <a:lnTo>
                    <a:pt x="1596" y="126"/>
                  </a:lnTo>
                  <a:lnTo>
                    <a:pt x="1572" y="126"/>
                  </a:lnTo>
                  <a:lnTo>
                    <a:pt x="1554" y="132"/>
                  </a:lnTo>
                  <a:lnTo>
                    <a:pt x="1512" y="132"/>
                  </a:lnTo>
                  <a:lnTo>
                    <a:pt x="1500" y="138"/>
                  </a:lnTo>
                  <a:lnTo>
                    <a:pt x="1482" y="144"/>
                  </a:lnTo>
                  <a:lnTo>
                    <a:pt x="1470" y="156"/>
                  </a:lnTo>
                  <a:lnTo>
                    <a:pt x="1452" y="162"/>
                  </a:lnTo>
                  <a:lnTo>
                    <a:pt x="1440" y="168"/>
                  </a:lnTo>
                  <a:lnTo>
                    <a:pt x="1434" y="174"/>
                  </a:lnTo>
                  <a:lnTo>
                    <a:pt x="1428" y="174"/>
                  </a:lnTo>
                  <a:lnTo>
                    <a:pt x="1428" y="186"/>
                  </a:lnTo>
                  <a:lnTo>
                    <a:pt x="1422" y="204"/>
                  </a:lnTo>
                  <a:lnTo>
                    <a:pt x="1422" y="228"/>
                  </a:lnTo>
                  <a:lnTo>
                    <a:pt x="1428" y="234"/>
                  </a:lnTo>
                  <a:lnTo>
                    <a:pt x="1440" y="240"/>
                  </a:lnTo>
                  <a:lnTo>
                    <a:pt x="1446" y="246"/>
                  </a:lnTo>
                  <a:lnTo>
                    <a:pt x="1452" y="246"/>
                  </a:lnTo>
                  <a:lnTo>
                    <a:pt x="1398" y="246"/>
                  </a:lnTo>
                  <a:lnTo>
                    <a:pt x="1368" y="282"/>
                  </a:lnTo>
                  <a:lnTo>
                    <a:pt x="1368" y="312"/>
                  </a:lnTo>
                  <a:lnTo>
                    <a:pt x="1362" y="324"/>
                  </a:lnTo>
                  <a:lnTo>
                    <a:pt x="1362" y="330"/>
                  </a:lnTo>
                  <a:lnTo>
                    <a:pt x="1368" y="336"/>
                  </a:lnTo>
                  <a:lnTo>
                    <a:pt x="1380" y="336"/>
                  </a:lnTo>
                  <a:lnTo>
                    <a:pt x="1404" y="348"/>
                  </a:lnTo>
                  <a:lnTo>
                    <a:pt x="1410" y="354"/>
                  </a:lnTo>
                  <a:lnTo>
                    <a:pt x="1410" y="390"/>
                  </a:lnTo>
                  <a:lnTo>
                    <a:pt x="1386" y="366"/>
                  </a:lnTo>
                  <a:lnTo>
                    <a:pt x="1356" y="366"/>
                  </a:lnTo>
                  <a:lnTo>
                    <a:pt x="1344" y="390"/>
                  </a:lnTo>
                  <a:lnTo>
                    <a:pt x="1308" y="354"/>
                  </a:lnTo>
                  <a:lnTo>
                    <a:pt x="1302" y="384"/>
                  </a:lnTo>
                  <a:lnTo>
                    <a:pt x="1278" y="396"/>
                  </a:lnTo>
                  <a:lnTo>
                    <a:pt x="1284" y="420"/>
                  </a:lnTo>
                  <a:lnTo>
                    <a:pt x="1254" y="414"/>
                  </a:lnTo>
                  <a:lnTo>
                    <a:pt x="1284" y="354"/>
                  </a:lnTo>
                  <a:lnTo>
                    <a:pt x="1278" y="348"/>
                  </a:lnTo>
                  <a:lnTo>
                    <a:pt x="1272" y="336"/>
                  </a:lnTo>
                  <a:lnTo>
                    <a:pt x="1272" y="324"/>
                  </a:lnTo>
                  <a:lnTo>
                    <a:pt x="1266" y="318"/>
                  </a:lnTo>
                  <a:lnTo>
                    <a:pt x="1254" y="312"/>
                  </a:lnTo>
                  <a:lnTo>
                    <a:pt x="1236" y="312"/>
                  </a:lnTo>
                  <a:lnTo>
                    <a:pt x="1224" y="282"/>
                  </a:lnTo>
                  <a:lnTo>
                    <a:pt x="1224" y="276"/>
                  </a:lnTo>
                  <a:lnTo>
                    <a:pt x="1230" y="270"/>
                  </a:lnTo>
                  <a:lnTo>
                    <a:pt x="1230" y="258"/>
                  </a:lnTo>
                  <a:lnTo>
                    <a:pt x="1224" y="246"/>
                  </a:lnTo>
                  <a:lnTo>
                    <a:pt x="1218" y="240"/>
                  </a:lnTo>
                  <a:lnTo>
                    <a:pt x="1206" y="234"/>
                  </a:lnTo>
                  <a:lnTo>
                    <a:pt x="1194" y="240"/>
                  </a:lnTo>
                  <a:lnTo>
                    <a:pt x="1188" y="246"/>
                  </a:lnTo>
                  <a:lnTo>
                    <a:pt x="1176" y="252"/>
                  </a:lnTo>
                  <a:lnTo>
                    <a:pt x="1176" y="264"/>
                  </a:lnTo>
                  <a:lnTo>
                    <a:pt x="1182" y="270"/>
                  </a:lnTo>
                  <a:lnTo>
                    <a:pt x="1182" y="282"/>
                  </a:lnTo>
                  <a:lnTo>
                    <a:pt x="1146" y="276"/>
                  </a:lnTo>
                  <a:lnTo>
                    <a:pt x="1152" y="306"/>
                  </a:lnTo>
                  <a:lnTo>
                    <a:pt x="1134" y="300"/>
                  </a:lnTo>
                  <a:lnTo>
                    <a:pt x="1116" y="306"/>
                  </a:lnTo>
                  <a:lnTo>
                    <a:pt x="1122" y="312"/>
                  </a:lnTo>
                  <a:lnTo>
                    <a:pt x="1122" y="330"/>
                  </a:lnTo>
                  <a:lnTo>
                    <a:pt x="1116" y="342"/>
                  </a:lnTo>
                  <a:lnTo>
                    <a:pt x="1110" y="348"/>
                  </a:lnTo>
                  <a:lnTo>
                    <a:pt x="1098" y="354"/>
                  </a:lnTo>
                  <a:lnTo>
                    <a:pt x="1092" y="360"/>
                  </a:lnTo>
                  <a:lnTo>
                    <a:pt x="1104" y="324"/>
                  </a:lnTo>
                  <a:lnTo>
                    <a:pt x="1080" y="348"/>
                  </a:lnTo>
                  <a:lnTo>
                    <a:pt x="1062" y="348"/>
                  </a:lnTo>
                  <a:lnTo>
                    <a:pt x="1056" y="360"/>
                  </a:lnTo>
                  <a:lnTo>
                    <a:pt x="1050" y="366"/>
                  </a:lnTo>
                  <a:lnTo>
                    <a:pt x="1050" y="378"/>
                  </a:lnTo>
                  <a:lnTo>
                    <a:pt x="1056" y="390"/>
                  </a:lnTo>
                  <a:lnTo>
                    <a:pt x="1056" y="396"/>
                  </a:lnTo>
                  <a:lnTo>
                    <a:pt x="1062" y="408"/>
                  </a:lnTo>
                  <a:lnTo>
                    <a:pt x="1014" y="384"/>
                  </a:lnTo>
                  <a:lnTo>
                    <a:pt x="1008" y="420"/>
                  </a:lnTo>
                  <a:lnTo>
                    <a:pt x="996" y="426"/>
                  </a:lnTo>
                  <a:lnTo>
                    <a:pt x="1008" y="450"/>
                  </a:lnTo>
                  <a:lnTo>
                    <a:pt x="1032" y="450"/>
                  </a:lnTo>
                  <a:lnTo>
                    <a:pt x="1026" y="468"/>
                  </a:lnTo>
                  <a:lnTo>
                    <a:pt x="954" y="474"/>
                  </a:lnTo>
                  <a:lnTo>
                    <a:pt x="948" y="468"/>
                  </a:lnTo>
                  <a:lnTo>
                    <a:pt x="936" y="462"/>
                  </a:lnTo>
                  <a:lnTo>
                    <a:pt x="930" y="462"/>
                  </a:lnTo>
                  <a:lnTo>
                    <a:pt x="918" y="468"/>
                  </a:lnTo>
                  <a:lnTo>
                    <a:pt x="912" y="474"/>
                  </a:lnTo>
                  <a:lnTo>
                    <a:pt x="918" y="486"/>
                  </a:lnTo>
                  <a:lnTo>
                    <a:pt x="918" y="492"/>
                  </a:lnTo>
                  <a:lnTo>
                    <a:pt x="924" y="504"/>
                  </a:lnTo>
                  <a:lnTo>
                    <a:pt x="930" y="510"/>
                  </a:lnTo>
                  <a:lnTo>
                    <a:pt x="930" y="540"/>
                  </a:lnTo>
                  <a:lnTo>
                    <a:pt x="924" y="564"/>
                  </a:lnTo>
                  <a:lnTo>
                    <a:pt x="930" y="600"/>
                  </a:lnTo>
                  <a:lnTo>
                    <a:pt x="912" y="600"/>
                  </a:lnTo>
                  <a:lnTo>
                    <a:pt x="906" y="522"/>
                  </a:lnTo>
                  <a:lnTo>
                    <a:pt x="888" y="510"/>
                  </a:lnTo>
                  <a:lnTo>
                    <a:pt x="888" y="480"/>
                  </a:lnTo>
                  <a:lnTo>
                    <a:pt x="870" y="480"/>
                  </a:lnTo>
                  <a:lnTo>
                    <a:pt x="852" y="504"/>
                  </a:lnTo>
                  <a:lnTo>
                    <a:pt x="822" y="534"/>
                  </a:lnTo>
                  <a:lnTo>
                    <a:pt x="804" y="546"/>
                  </a:lnTo>
                  <a:lnTo>
                    <a:pt x="792" y="558"/>
                  </a:lnTo>
                  <a:lnTo>
                    <a:pt x="786" y="570"/>
                  </a:lnTo>
                  <a:lnTo>
                    <a:pt x="786" y="600"/>
                  </a:lnTo>
                  <a:lnTo>
                    <a:pt x="792" y="606"/>
                  </a:lnTo>
                  <a:lnTo>
                    <a:pt x="792" y="618"/>
                  </a:lnTo>
                  <a:lnTo>
                    <a:pt x="798" y="618"/>
                  </a:lnTo>
                  <a:lnTo>
                    <a:pt x="816" y="636"/>
                  </a:lnTo>
                  <a:lnTo>
                    <a:pt x="810" y="648"/>
                  </a:lnTo>
                  <a:lnTo>
                    <a:pt x="792" y="654"/>
                  </a:lnTo>
                  <a:lnTo>
                    <a:pt x="774" y="666"/>
                  </a:lnTo>
                  <a:lnTo>
                    <a:pt x="750" y="678"/>
                  </a:lnTo>
                  <a:lnTo>
                    <a:pt x="750" y="696"/>
                  </a:lnTo>
                  <a:lnTo>
                    <a:pt x="720" y="726"/>
                  </a:lnTo>
                  <a:lnTo>
                    <a:pt x="702" y="732"/>
                  </a:lnTo>
                  <a:lnTo>
                    <a:pt x="690" y="744"/>
                  </a:lnTo>
                  <a:lnTo>
                    <a:pt x="666" y="756"/>
                  </a:lnTo>
                  <a:lnTo>
                    <a:pt x="630" y="762"/>
                  </a:lnTo>
                  <a:lnTo>
                    <a:pt x="600" y="768"/>
                  </a:lnTo>
                  <a:lnTo>
                    <a:pt x="588" y="768"/>
                  </a:lnTo>
                  <a:lnTo>
                    <a:pt x="534" y="762"/>
                  </a:lnTo>
                  <a:lnTo>
                    <a:pt x="492" y="780"/>
                  </a:lnTo>
                  <a:lnTo>
                    <a:pt x="438" y="786"/>
                  </a:lnTo>
                  <a:lnTo>
                    <a:pt x="432" y="798"/>
                  </a:lnTo>
                  <a:lnTo>
                    <a:pt x="414" y="798"/>
                  </a:lnTo>
                  <a:lnTo>
                    <a:pt x="402" y="804"/>
                  </a:lnTo>
                  <a:lnTo>
                    <a:pt x="396" y="810"/>
                  </a:lnTo>
                  <a:lnTo>
                    <a:pt x="384" y="816"/>
                  </a:lnTo>
                  <a:lnTo>
                    <a:pt x="372" y="828"/>
                  </a:lnTo>
                  <a:lnTo>
                    <a:pt x="342" y="828"/>
                  </a:lnTo>
                  <a:lnTo>
                    <a:pt x="324" y="834"/>
                  </a:lnTo>
                  <a:lnTo>
                    <a:pt x="312" y="840"/>
                  </a:lnTo>
                  <a:lnTo>
                    <a:pt x="306" y="852"/>
                  </a:lnTo>
                  <a:lnTo>
                    <a:pt x="294" y="858"/>
                  </a:lnTo>
                  <a:lnTo>
                    <a:pt x="288" y="870"/>
                  </a:lnTo>
                  <a:lnTo>
                    <a:pt x="282" y="876"/>
                  </a:lnTo>
                  <a:lnTo>
                    <a:pt x="282" y="882"/>
                  </a:lnTo>
                  <a:lnTo>
                    <a:pt x="276" y="882"/>
                  </a:lnTo>
                  <a:lnTo>
                    <a:pt x="270" y="888"/>
                  </a:lnTo>
                  <a:lnTo>
                    <a:pt x="252" y="888"/>
                  </a:lnTo>
                  <a:lnTo>
                    <a:pt x="240" y="894"/>
                  </a:lnTo>
                  <a:lnTo>
                    <a:pt x="228" y="894"/>
                  </a:lnTo>
                  <a:lnTo>
                    <a:pt x="216" y="900"/>
                  </a:lnTo>
                  <a:lnTo>
                    <a:pt x="210" y="906"/>
                  </a:lnTo>
                  <a:lnTo>
                    <a:pt x="198" y="912"/>
                  </a:lnTo>
                  <a:lnTo>
                    <a:pt x="192" y="930"/>
                  </a:lnTo>
                  <a:lnTo>
                    <a:pt x="150" y="972"/>
                  </a:lnTo>
                  <a:lnTo>
                    <a:pt x="150" y="978"/>
                  </a:lnTo>
                  <a:lnTo>
                    <a:pt x="162" y="912"/>
                  </a:lnTo>
                  <a:lnTo>
                    <a:pt x="144" y="918"/>
                  </a:lnTo>
                  <a:lnTo>
                    <a:pt x="120" y="978"/>
                  </a:lnTo>
                  <a:lnTo>
                    <a:pt x="90" y="1038"/>
                  </a:lnTo>
                  <a:lnTo>
                    <a:pt x="90" y="1056"/>
                  </a:lnTo>
                  <a:lnTo>
                    <a:pt x="96" y="1062"/>
                  </a:lnTo>
                  <a:lnTo>
                    <a:pt x="108" y="1068"/>
                  </a:lnTo>
                  <a:lnTo>
                    <a:pt x="114" y="1068"/>
                  </a:lnTo>
                  <a:lnTo>
                    <a:pt x="108" y="1080"/>
                  </a:lnTo>
                  <a:lnTo>
                    <a:pt x="96" y="1086"/>
                  </a:lnTo>
                  <a:lnTo>
                    <a:pt x="90" y="1098"/>
                  </a:lnTo>
                  <a:lnTo>
                    <a:pt x="66" y="1122"/>
                  </a:lnTo>
                  <a:lnTo>
                    <a:pt x="66" y="1134"/>
                  </a:lnTo>
                  <a:lnTo>
                    <a:pt x="72" y="1152"/>
                  </a:lnTo>
                  <a:lnTo>
                    <a:pt x="72" y="1164"/>
                  </a:lnTo>
                  <a:lnTo>
                    <a:pt x="84" y="1188"/>
                  </a:lnTo>
                  <a:lnTo>
                    <a:pt x="84" y="1200"/>
                  </a:lnTo>
                  <a:lnTo>
                    <a:pt x="102" y="1236"/>
                  </a:lnTo>
                  <a:lnTo>
                    <a:pt x="108" y="1254"/>
                  </a:lnTo>
                  <a:lnTo>
                    <a:pt x="114" y="1266"/>
                  </a:lnTo>
                  <a:lnTo>
                    <a:pt x="114" y="1278"/>
                  </a:lnTo>
                  <a:lnTo>
                    <a:pt x="108" y="1278"/>
                  </a:lnTo>
                  <a:lnTo>
                    <a:pt x="96" y="1266"/>
                  </a:lnTo>
                  <a:lnTo>
                    <a:pt x="90" y="1254"/>
                  </a:lnTo>
                  <a:lnTo>
                    <a:pt x="72" y="1236"/>
                  </a:lnTo>
                  <a:lnTo>
                    <a:pt x="66" y="1224"/>
                  </a:lnTo>
                  <a:lnTo>
                    <a:pt x="48" y="1218"/>
                  </a:lnTo>
                  <a:lnTo>
                    <a:pt x="66" y="1266"/>
                  </a:lnTo>
                  <a:lnTo>
                    <a:pt x="30" y="1236"/>
                  </a:lnTo>
                  <a:lnTo>
                    <a:pt x="30" y="1290"/>
                  </a:lnTo>
                  <a:lnTo>
                    <a:pt x="60" y="1350"/>
                  </a:lnTo>
                  <a:lnTo>
                    <a:pt x="66" y="1356"/>
                  </a:lnTo>
                  <a:lnTo>
                    <a:pt x="66" y="1368"/>
                  </a:lnTo>
                  <a:lnTo>
                    <a:pt x="60" y="1374"/>
                  </a:lnTo>
                  <a:lnTo>
                    <a:pt x="54" y="1386"/>
                  </a:lnTo>
                  <a:lnTo>
                    <a:pt x="54" y="1398"/>
                  </a:lnTo>
                  <a:lnTo>
                    <a:pt x="48" y="1410"/>
                  </a:lnTo>
                  <a:lnTo>
                    <a:pt x="54" y="1416"/>
                  </a:lnTo>
                  <a:lnTo>
                    <a:pt x="60" y="1428"/>
                  </a:lnTo>
                  <a:lnTo>
                    <a:pt x="78" y="1446"/>
                  </a:lnTo>
                  <a:lnTo>
                    <a:pt x="84" y="1458"/>
                  </a:lnTo>
                  <a:lnTo>
                    <a:pt x="90" y="1464"/>
                  </a:lnTo>
                  <a:lnTo>
                    <a:pt x="96" y="1476"/>
                  </a:lnTo>
                  <a:lnTo>
                    <a:pt x="96" y="1506"/>
                  </a:lnTo>
                  <a:lnTo>
                    <a:pt x="90" y="1518"/>
                  </a:lnTo>
                  <a:lnTo>
                    <a:pt x="84" y="1524"/>
                  </a:lnTo>
                  <a:lnTo>
                    <a:pt x="90" y="1542"/>
                  </a:lnTo>
                  <a:lnTo>
                    <a:pt x="90" y="1554"/>
                  </a:lnTo>
                  <a:lnTo>
                    <a:pt x="96" y="1572"/>
                  </a:lnTo>
                  <a:lnTo>
                    <a:pt x="96" y="1590"/>
                  </a:lnTo>
                  <a:lnTo>
                    <a:pt x="102" y="1596"/>
                  </a:lnTo>
                  <a:lnTo>
                    <a:pt x="102" y="1602"/>
                  </a:lnTo>
                  <a:lnTo>
                    <a:pt x="96" y="1602"/>
                  </a:lnTo>
                  <a:lnTo>
                    <a:pt x="78" y="1620"/>
                  </a:lnTo>
                  <a:lnTo>
                    <a:pt x="84" y="1626"/>
                  </a:lnTo>
                  <a:lnTo>
                    <a:pt x="84" y="1638"/>
                  </a:lnTo>
                  <a:lnTo>
                    <a:pt x="90" y="1650"/>
                  </a:lnTo>
                  <a:lnTo>
                    <a:pt x="90" y="1662"/>
                  </a:lnTo>
                  <a:lnTo>
                    <a:pt x="96" y="1668"/>
                  </a:lnTo>
                  <a:lnTo>
                    <a:pt x="96" y="1674"/>
                  </a:lnTo>
                  <a:lnTo>
                    <a:pt x="102" y="1674"/>
                  </a:lnTo>
                  <a:lnTo>
                    <a:pt x="108" y="1680"/>
                  </a:lnTo>
                  <a:lnTo>
                    <a:pt x="126" y="1716"/>
                  </a:lnTo>
                  <a:lnTo>
                    <a:pt x="126" y="1728"/>
                  </a:lnTo>
                  <a:lnTo>
                    <a:pt x="108" y="1764"/>
                  </a:lnTo>
                  <a:lnTo>
                    <a:pt x="90" y="1782"/>
                  </a:lnTo>
                  <a:lnTo>
                    <a:pt x="90" y="1824"/>
                  </a:lnTo>
                  <a:lnTo>
                    <a:pt x="84" y="1842"/>
                  </a:lnTo>
                  <a:lnTo>
                    <a:pt x="60" y="1866"/>
                  </a:lnTo>
                  <a:lnTo>
                    <a:pt x="42" y="1866"/>
                  </a:lnTo>
                  <a:lnTo>
                    <a:pt x="30" y="1872"/>
                  </a:lnTo>
                  <a:lnTo>
                    <a:pt x="18" y="1866"/>
                  </a:lnTo>
                  <a:lnTo>
                    <a:pt x="6" y="1866"/>
                  </a:lnTo>
                  <a:lnTo>
                    <a:pt x="0" y="1920"/>
                  </a:lnTo>
                  <a:lnTo>
                    <a:pt x="12" y="1920"/>
                  </a:lnTo>
                  <a:lnTo>
                    <a:pt x="24" y="1926"/>
                  </a:lnTo>
                  <a:lnTo>
                    <a:pt x="42" y="1926"/>
                  </a:lnTo>
                  <a:lnTo>
                    <a:pt x="54" y="1932"/>
                  </a:lnTo>
                  <a:lnTo>
                    <a:pt x="72" y="1950"/>
                  </a:lnTo>
                  <a:lnTo>
                    <a:pt x="78" y="1962"/>
                  </a:lnTo>
                  <a:lnTo>
                    <a:pt x="108" y="1956"/>
                  </a:lnTo>
                  <a:lnTo>
                    <a:pt x="114" y="1968"/>
                  </a:lnTo>
                  <a:lnTo>
                    <a:pt x="138" y="1980"/>
                  </a:lnTo>
                  <a:lnTo>
                    <a:pt x="174" y="1980"/>
                  </a:lnTo>
                  <a:lnTo>
                    <a:pt x="210" y="1968"/>
                  </a:lnTo>
                  <a:lnTo>
                    <a:pt x="234" y="1968"/>
                  </a:lnTo>
                  <a:lnTo>
                    <a:pt x="234" y="1950"/>
                  </a:lnTo>
                  <a:lnTo>
                    <a:pt x="228" y="1944"/>
                  </a:lnTo>
                  <a:lnTo>
                    <a:pt x="264" y="1950"/>
                  </a:lnTo>
                  <a:lnTo>
                    <a:pt x="276" y="1932"/>
                  </a:lnTo>
                  <a:lnTo>
                    <a:pt x="318" y="1926"/>
                  </a:lnTo>
                  <a:lnTo>
                    <a:pt x="354" y="1890"/>
                  </a:lnTo>
                  <a:lnTo>
                    <a:pt x="366" y="1884"/>
                  </a:lnTo>
                  <a:lnTo>
                    <a:pt x="372" y="1884"/>
                  </a:lnTo>
                  <a:lnTo>
                    <a:pt x="420" y="1908"/>
                  </a:lnTo>
                  <a:lnTo>
                    <a:pt x="426" y="1902"/>
                  </a:lnTo>
                  <a:lnTo>
                    <a:pt x="474" y="1878"/>
                  </a:lnTo>
                  <a:lnTo>
                    <a:pt x="480" y="1872"/>
                  </a:lnTo>
                  <a:lnTo>
                    <a:pt x="486" y="1872"/>
                  </a:lnTo>
                  <a:lnTo>
                    <a:pt x="498" y="1878"/>
                  </a:lnTo>
                  <a:lnTo>
                    <a:pt x="504" y="1884"/>
                  </a:lnTo>
                  <a:lnTo>
                    <a:pt x="516" y="1884"/>
                  </a:lnTo>
                  <a:lnTo>
                    <a:pt x="528" y="1890"/>
                  </a:lnTo>
                  <a:lnTo>
                    <a:pt x="534" y="1890"/>
                  </a:lnTo>
                  <a:lnTo>
                    <a:pt x="552" y="1884"/>
                  </a:lnTo>
                  <a:lnTo>
                    <a:pt x="576" y="1872"/>
                  </a:lnTo>
                  <a:lnTo>
                    <a:pt x="582" y="1872"/>
                  </a:lnTo>
                  <a:lnTo>
                    <a:pt x="594" y="1878"/>
                  </a:lnTo>
                  <a:lnTo>
                    <a:pt x="606" y="1878"/>
                  </a:lnTo>
                  <a:lnTo>
                    <a:pt x="624" y="1884"/>
                  </a:lnTo>
                  <a:lnTo>
                    <a:pt x="636" y="1884"/>
                  </a:lnTo>
                  <a:lnTo>
                    <a:pt x="648" y="1878"/>
                  </a:lnTo>
                  <a:lnTo>
                    <a:pt x="654" y="1872"/>
                  </a:lnTo>
                  <a:lnTo>
                    <a:pt x="654" y="1848"/>
                  </a:lnTo>
                  <a:lnTo>
                    <a:pt x="666" y="1848"/>
                  </a:lnTo>
                  <a:lnTo>
                    <a:pt x="672" y="1842"/>
                  </a:lnTo>
                  <a:lnTo>
                    <a:pt x="678" y="1842"/>
                  </a:lnTo>
                  <a:lnTo>
                    <a:pt x="684" y="1836"/>
                  </a:lnTo>
                  <a:lnTo>
                    <a:pt x="690" y="1824"/>
                  </a:lnTo>
                  <a:lnTo>
                    <a:pt x="702" y="1788"/>
                  </a:lnTo>
                  <a:lnTo>
                    <a:pt x="714" y="1776"/>
                  </a:lnTo>
                  <a:lnTo>
                    <a:pt x="726" y="1770"/>
                  </a:lnTo>
                  <a:lnTo>
                    <a:pt x="744" y="1764"/>
                  </a:lnTo>
                  <a:lnTo>
                    <a:pt x="756" y="1764"/>
                  </a:lnTo>
                  <a:lnTo>
                    <a:pt x="774" y="1770"/>
                  </a:lnTo>
                  <a:lnTo>
                    <a:pt x="798" y="1770"/>
                  </a:lnTo>
                  <a:lnTo>
                    <a:pt x="822" y="1758"/>
                  </a:lnTo>
                  <a:lnTo>
                    <a:pt x="840" y="1752"/>
                  </a:lnTo>
                  <a:lnTo>
                    <a:pt x="858" y="1740"/>
                  </a:lnTo>
                  <a:lnTo>
                    <a:pt x="876" y="1734"/>
                  </a:lnTo>
                  <a:lnTo>
                    <a:pt x="912" y="1734"/>
                  </a:lnTo>
                  <a:lnTo>
                    <a:pt x="918" y="1740"/>
                  </a:lnTo>
                  <a:lnTo>
                    <a:pt x="930" y="1740"/>
                  </a:lnTo>
                  <a:lnTo>
                    <a:pt x="942" y="1746"/>
                  </a:lnTo>
                  <a:lnTo>
                    <a:pt x="972" y="1740"/>
                  </a:lnTo>
                  <a:lnTo>
                    <a:pt x="1044" y="1704"/>
                  </a:lnTo>
                  <a:lnTo>
                    <a:pt x="1074" y="1692"/>
                  </a:lnTo>
                  <a:lnTo>
                    <a:pt x="1098" y="1686"/>
                  </a:lnTo>
                  <a:lnTo>
                    <a:pt x="1140" y="1680"/>
                  </a:lnTo>
                  <a:lnTo>
                    <a:pt x="1176" y="1674"/>
                  </a:lnTo>
                  <a:lnTo>
                    <a:pt x="1224" y="1674"/>
                  </a:lnTo>
                  <a:lnTo>
                    <a:pt x="1236" y="1662"/>
                  </a:lnTo>
                  <a:lnTo>
                    <a:pt x="1254" y="1680"/>
                  </a:lnTo>
                  <a:lnTo>
                    <a:pt x="1266" y="1686"/>
                  </a:lnTo>
                  <a:lnTo>
                    <a:pt x="1278" y="1698"/>
                  </a:lnTo>
                  <a:lnTo>
                    <a:pt x="1302" y="1710"/>
                  </a:lnTo>
                  <a:lnTo>
                    <a:pt x="1320" y="1716"/>
                  </a:lnTo>
                  <a:lnTo>
                    <a:pt x="1332" y="1716"/>
                  </a:lnTo>
                  <a:lnTo>
                    <a:pt x="1338" y="1710"/>
                  </a:lnTo>
                  <a:lnTo>
                    <a:pt x="1338" y="1716"/>
                  </a:lnTo>
                  <a:lnTo>
                    <a:pt x="1344" y="1722"/>
                  </a:lnTo>
                  <a:lnTo>
                    <a:pt x="1350" y="1734"/>
                  </a:lnTo>
                  <a:lnTo>
                    <a:pt x="1356" y="1740"/>
                  </a:lnTo>
                  <a:lnTo>
                    <a:pt x="1374" y="1740"/>
                  </a:lnTo>
                  <a:lnTo>
                    <a:pt x="1380" y="1734"/>
                  </a:lnTo>
                  <a:lnTo>
                    <a:pt x="1380" y="1752"/>
                  </a:lnTo>
                  <a:lnTo>
                    <a:pt x="1392" y="1752"/>
                  </a:lnTo>
                  <a:lnTo>
                    <a:pt x="1398" y="1758"/>
                  </a:lnTo>
                  <a:lnTo>
                    <a:pt x="1398" y="1770"/>
                  </a:lnTo>
                  <a:lnTo>
                    <a:pt x="1386" y="1794"/>
                  </a:lnTo>
                  <a:lnTo>
                    <a:pt x="1380" y="1800"/>
                  </a:lnTo>
                  <a:lnTo>
                    <a:pt x="1374" y="1812"/>
                  </a:lnTo>
                  <a:lnTo>
                    <a:pt x="1392" y="1842"/>
                  </a:lnTo>
                  <a:lnTo>
                    <a:pt x="1410" y="1830"/>
                  </a:lnTo>
                  <a:lnTo>
                    <a:pt x="1428" y="1866"/>
                  </a:lnTo>
                  <a:lnTo>
                    <a:pt x="1428" y="1872"/>
                  </a:lnTo>
                  <a:lnTo>
                    <a:pt x="1434" y="1878"/>
                  </a:lnTo>
                  <a:lnTo>
                    <a:pt x="1434" y="1902"/>
                  </a:lnTo>
                  <a:lnTo>
                    <a:pt x="1440" y="1914"/>
                  </a:lnTo>
                  <a:lnTo>
                    <a:pt x="1440" y="1926"/>
                  </a:lnTo>
                  <a:lnTo>
                    <a:pt x="1422" y="1926"/>
                  </a:lnTo>
                  <a:lnTo>
                    <a:pt x="1410" y="1920"/>
                  </a:lnTo>
                  <a:lnTo>
                    <a:pt x="1404" y="1920"/>
                  </a:lnTo>
                  <a:lnTo>
                    <a:pt x="1410" y="1956"/>
                  </a:lnTo>
                  <a:lnTo>
                    <a:pt x="1446" y="1956"/>
                  </a:lnTo>
                  <a:lnTo>
                    <a:pt x="1452" y="1962"/>
                  </a:lnTo>
                  <a:lnTo>
                    <a:pt x="1452" y="1968"/>
                  </a:lnTo>
                  <a:lnTo>
                    <a:pt x="1470" y="1968"/>
                  </a:lnTo>
                  <a:lnTo>
                    <a:pt x="1470" y="1956"/>
                  </a:lnTo>
                  <a:lnTo>
                    <a:pt x="1464" y="1938"/>
                  </a:lnTo>
                  <a:lnTo>
                    <a:pt x="1464" y="1926"/>
                  </a:lnTo>
                  <a:lnTo>
                    <a:pt x="1470" y="1914"/>
                  </a:lnTo>
                  <a:lnTo>
                    <a:pt x="1476" y="1908"/>
                  </a:lnTo>
                  <a:lnTo>
                    <a:pt x="1500" y="1896"/>
                  </a:lnTo>
                  <a:lnTo>
                    <a:pt x="1512" y="1896"/>
                  </a:lnTo>
                  <a:lnTo>
                    <a:pt x="1518" y="1890"/>
                  </a:lnTo>
                  <a:lnTo>
                    <a:pt x="1530" y="1884"/>
                  </a:lnTo>
                  <a:lnTo>
                    <a:pt x="1542" y="1872"/>
                  </a:lnTo>
                  <a:lnTo>
                    <a:pt x="1548" y="1860"/>
                  </a:lnTo>
                  <a:lnTo>
                    <a:pt x="1566" y="1842"/>
                  </a:lnTo>
                  <a:lnTo>
                    <a:pt x="1566" y="1836"/>
                  </a:lnTo>
                  <a:lnTo>
                    <a:pt x="1590" y="1842"/>
                  </a:lnTo>
                  <a:lnTo>
                    <a:pt x="1608" y="1788"/>
                  </a:lnTo>
                  <a:lnTo>
                    <a:pt x="1638" y="1788"/>
                  </a:lnTo>
                  <a:lnTo>
                    <a:pt x="1650" y="1782"/>
                  </a:lnTo>
                  <a:lnTo>
                    <a:pt x="1662" y="1770"/>
                  </a:lnTo>
                  <a:lnTo>
                    <a:pt x="1668" y="1752"/>
                  </a:lnTo>
                  <a:lnTo>
                    <a:pt x="1668" y="1740"/>
                  </a:lnTo>
                  <a:lnTo>
                    <a:pt x="1668" y="1746"/>
                  </a:lnTo>
                  <a:lnTo>
                    <a:pt x="1674" y="1752"/>
                  </a:lnTo>
                  <a:lnTo>
                    <a:pt x="1674" y="1764"/>
                  </a:lnTo>
                  <a:lnTo>
                    <a:pt x="1680" y="1776"/>
                  </a:lnTo>
                  <a:lnTo>
                    <a:pt x="1680" y="1782"/>
                  </a:lnTo>
                  <a:lnTo>
                    <a:pt x="1668" y="1794"/>
                  </a:lnTo>
                  <a:lnTo>
                    <a:pt x="1662" y="1806"/>
                  </a:lnTo>
                  <a:lnTo>
                    <a:pt x="1650" y="1812"/>
                  </a:lnTo>
                  <a:lnTo>
                    <a:pt x="1644" y="1818"/>
                  </a:lnTo>
                  <a:lnTo>
                    <a:pt x="1620" y="1818"/>
                  </a:lnTo>
                  <a:lnTo>
                    <a:pt x="1614" y="1830"/>
                  </a:lnTo>
                  <a:lnTo>
                    <a:pt x="1632" y="1866"/>
                  </a:lnTo>
                  <a:lnTo>
                    <a:pt x="1620" y="1866"/>
                  </a:lnTo>
                  <a:lnTo>
                    <a:pt x="1614" y="1872"/>
                  </a:lnTo>
                  <a:lnTo>
                    <a:pt x="1602" y="1878"/>
                  </a:lnTo>
                  <a:lnTo>
                    <a:pt x="1566" y="1914"/>
                  </a:lnTo>
                  <a:lnTo>
                    <a:pt x="1566" y="1926"/>
                  </a:lnTo>
                  <a:lnTo>
                    <a:pt x="1560" y="1932"/>
                  </a:lnTo>
                  <a:lnTo>
                    <a:pt x="1554" y="1944"/>
                  </a:lnTo>
                  <a:lnTo>
                    <a:pt x="1542" y="1956"/>
                  </a:lnTo>
                  <a:lnTo>
                    <a:pt x="1518" y="1968"/>
                  </a:lnTo>
                  <a:lnTo>
                    <a:pt x="1512" y="1974"/>
                  </a:lnTo>
                  <a:lnTo>
                    <a:pt x="1512" y="1980"/>
                  </a:lnTo>
                  <a:lnTo>
                    <a:pt x="1518" y="1986"/>
                  </a:lnTo>
                  <a:lnTo>
                    <a:pt x="1548" y="1986"/>
                  </a:lnTo>
                  <a:lnTo>
                    <a:pt x="1560" y="1980"/>
                  </a:lnTo>
                  <a:lnTo>
                    <a:pt x="1572" y="1980"/>
                  </a:lnTo>
                  <a:lnTo>
                    <a:pt x="1584" y="1968"/>
                  </a:lnTo>
                  <a:lnTo>
                    <a:pt x="1602" y="1932"/>
                  </a:lnTo>
                  <a:lnTo>
                    <a:pt x="1608" y="1926"/>
                  </a:lnTo>
                  <a:lnTo>
                    <a:pt x="1614" y="1914"/>
                  </a:lnTo>
                  <a:lnTo>
                    <a:pt x="1626" y="1908"/>
                  </a:lnTo>
                  <a:lnTo>
                    <a:pt x="1632" y="1902"/>
                  </a:lnTo>
                  <a:lnTo>
                    <a:pt x="1632" y="1920"/>
                  </a:lnTo>
                  <a:lnTo>
                    <a:pt x="1638" y="1932"/>
                  </a:lnTo>
                  <a:lnTo>
                    <a:pt x="1638" y="1956"/>
                  </a:lnTo>
                  <a:lnTo>
                    <a:pt x="1626" y="1968"/>
                  </a:lnTo>
                  <a:lnTo>
                    <a:pt x="1614" y="1974"/>
                  </a:lnTo>
                  <a:lnTo>
                    <a:pt x="1602" y="1986"/>
                  </a:lnTo>
                  <a:lnTo>
                    <a:pt x="1602" y="2004"/>
                  </a:lnTo>
                  <a:lnTo>
                    <a:pt x="1608" y="2010"/>
                  </a:lnTo>
                  <a:lnTo>
                    <a:pt x="1614" y="2010"/>
                  </a:lnTo>
                  <a:lnTo>
                    <a:pt x="1632" y="2016"/>
                  </a:lnTo>
                  <a:lnTo>
                    <a:pt x="1662" y="2016"/>
                  </a:lnTo>
                  <a:lnTo>
                    <a:pt x="1668" y="2028"/>
                  </a:lnTo>
                  <a:lnTo>
                    <a:pt x="1644" y="2052"/>
                  </a:lnTo>
                  <a:lnTo>
                    <a:pt x="1644" y="2058"/>
                  </a:lnTo>
                  <a:lnTo>
                    <a:pt x="1650" y="2064"/>
                  </a:lnTo>
                  <a:lnTo>
                    <a:pt x="1668" y="2100"/>
                  </a:lnTo>
                  <a:lnTo>
                    <a:pt x="1674" y="2106"/>
                  </a:lnTo>
                  <a:lnTo>
                    <a:pt x="1674" y="2118"/>
                  </a:lnTo>
                  <a:lnTo>
                    <a:pt x="1626" y="2166"/>
                  </a:lnTo>
                  <a:lnTo>
                    <a:pt x="1626" y="2178"/>
                  </a:lnTo>
                  <a:lnTo>
                    <a:pt x="1638" y="2190"/>
                  </a:lnTo>
                  <a:lnTo>
                    <a:pt x="1644" y="2202"/>
                  </a:lnTo>
                  <a:lnTo>
                    <a:pt x="1668" y="2214"/>
                  </a:lnTo>
                  <a:lnTo>
                    <a:pt x="1680" y="2226"/>
                  </a:lnTo>
                  <a:lnTo>
                    <a:pt x="1692" y="2232"/>
                  </a:lnTo>
                  <a:lnTo>
                    <a:pt x="1716" y="2256"/>
                  </a:lnTo>
                  <a:lnTo>
                    <a:pt x="1728" y="2262"/>
                  </a:lnTo>
                  <a:lnTo>
                    <a:pt x="1800" y="2262"/>
                  </a:lnTo>
                  <a:lnTo>
                    <a:pt x="1824" y="2286"/>
                  </a:lnTo>
                  <a:lnTo>
                    <a:pt x="1842" y="2292"/>
                  </a:lnTo>
                  <a:lnTo>
                    <a:pt x="1872" y="2286"/>
                  </a:lnTo>
                  <a:lnTo>
                    <a:pt x="1902" y="2274"/>
                  </a:lnTo>
                  <a:lnTo>
                    <a:pt x="1932" y="2256"/>
                  </a:lnTo>
                  <a:lnTo>
                    <a:pt x="1944" y="2250"/>
                  </a:lnTo>
                  <a:lnTo>
                    <a:pt x="1944" y="2226"/>
                  </a:lnTo>
                  <a:lnTo>
                    <a:pt x="1956" y="2214"/>
                  </a:lnTo>
                  <a:lnTo>
                    <a:pt x="1962" y="2214"/>
                  </a:lnTo>
                  <a:lnTo>
                    <a:pt x="1974" y="2226"/>
                  </a:lnTo>
                  <a:lnTo>
                    <a:pt x="1974" y="2256"/>
                  </a:lnTo>
                  <a:lnTo>
                    <a:pt x="1992" y="2256"/>
                  </a:lnTo>
                  <a:lnTo>
                    <a:pt x="1980" y="2280"/>
                  </a:lnTo>
                  <a:lnTo>
                    <a:pt x="1998" y="2280"/>
                  </a:lnTo>
                  <a:lnTo>
                    <a:pt x="1998" y="2292"/>
                  </a:lnTo>
                  <a:lnTo>
                    <a:pt x="2004" y="2298"/>
                  </a:lnTo>
                  <a:lnTo>
                    <a:pt x="2010" y="2310"/>
                  </a:lnTo>
                  <a:lnTo>
                    <a:pt x="2016" y="2316"/>
                  </a:lnTo>
                  <a:lnTo>
                    <a:pt x="2028" y="2316"/>
                  </a:lnTo>
                  <a:lnTo>
                    <a:pt x="2040" y="2304"/>
                  </a:lnTo>
                  <a:lnTo>
                    <a:pt x="2046" y="2304"/>
                  </a:lnTo>
                  <a:lnTo>
                    <a:pt x="2052" y="2298"/>
                  </a:lnTo>
                  <a:lnTo>
                    <a:pt x="2070" y="2292"/>
                  </a:lnTo>
                  <a:lnTo>
                    <a:pt x="2082" y="2286"/>
                  </a:lnTo>
                  <a:lnTo>
                    <a:pt x="2088" y="2280"/>
                  </a:lnTo>
                  <a:lnTo>
                    <a:pt x="2100" y="2274"/>
                  </a:lnTo>
                  <a:lnTo>
                    <a:pt x="2124" y="2250"/>
                  </a:lnTo>
                  <a:lnTo>
                    <a:pt x="2136" y="2244"/>
                  </a:lnTo>
                  <a:lnTo>
                    <a:pt x="2148" y="2232"/>
                  </a:lnTo>
                  <a:lnTo>
                    <a:pt x="2160" y="2226"/>
                  </a:lnTo>
                  <a:lnTo>
                    <a:pt x="2154" y="2214"/>
                  </a:lnTo>
                  <a:lnTo>
                    <a:pt x="2190" y="2202"/>
                  </a:lnTo>
                  <a:lnTo>
                    <a:pt x="2202" y="2214"/>
                  </a:lnTo>
                  <a:lnTo>
                    <a:pt x="2220" y="2214"/>
                  </a:lnTo>
                  <a:lnTo>
                    <a:pt x="2256" y="2208"/>
                  </a:lnTo>
                  <a:lnTo>
                    <a:pt x="2298" y="2196"/>
                  </a:lnTo>
                  <a:lnTo>
                    <a:pt x="2316" y="2178"/>
                  </a:lnTo>
                  <a:lnTo>
                    <a:pt x="2328" y="2148"/>
                  </a:lnTo>
                  <a:lnTo>
                    <a:pt x="2334" y="2118"/>
                  </a:lnTo>
                  <a:lnTo>
                    <a:pt x="2340" y="2100"/>
                  </a:lnTo>
                  <a:lnTo>
                    <a:pt x="2346" y="2088"/>
                  </a:lnTo>
                  <a:lnTo>
                    <a:pt x="2376" y="2058"/>
                  </a:lnTo>
                  <a:lnTo>
                    <a:pt x="2382" y="2058"/>
                  </a:lnTo>
                  <a:lnTo>
                    <a:pt x="2382" y="2034"/>
                  </a:lnTo>
                  <a:lnTo>
                    <a:pt x="2388" y="2034"/>
                  </a:lnTo>
                  <a:lnTo>
                    <a:pt x="2394" y="2028"/>
                  </a:lnTo>
                  <a:lnTo>
                    <a:pt x="2406" y="2022"/>
                  </a:lnTo>
                  <a:lnTo>
                    <a:pt x="2418" y="2010"/>
                  </a:lnTo>
                  <a:lnTo>
                    <a:pt x="2424" y="1998"/>
                  </a:lnTo>
                  <a:lnTo>
                    <a:pt x="2442" y="1980"/>
                  </a:lnTo>
                  <a:lnTo>
                    <a:pt x="2442" y="1956"/>
                  </a:lnTo>
                  <a:lnTo>
                    <a:pt x="2448" y="1944"/>
                  </a:lnTo>
                  <a:lnTo>
                    <a:pt x="2454" y="1926"/>
                  </a:lnTo>
                  <a:lnTo>
                    <a:pt x="2460" y="1914"/>
                  </a:lnTo>
                  <a:lnTo>
                    <a:pt x="2490" y="1884"/>
                  </a:lnTo>
                  <a:lnTo>
                    <a:pt x="2502" y="1866"/>
                  </a:lnTo>
                  <a:lnTo>
                    <a:pt x="2526" y="1842"/>
                  </a:lnTo>
                  <a:lnTo>
                    <a:pt x="2538" y="1836"/>
                  </a:lnTo>
                  <a:lnTo>
                    <a:pt x="2550" y="1824"/>
                  </a:lnTo>
                  <a:lnTo>
                    <a:pt x="2556" y="1812"/>
                  </a:lnTo>
                  <a:lnTo>
                    <a:pt x="2556" y="1800"/>
                  </a:lnTo>
                  <a:lnTo>
                    <a:pt x="2562" y="1788"/>
                  </a:lnTo>
                  <a:lnTo>
                    <a:pt x="2562" y="1782"/>
                  </a:lnTo>
                  <a:lnTo>
                    <a:pt x="2586" y="1782"/>
                  </a:lnTo>
                  <a:lnTo>
                    <a:pt x="2610" y="1770"/>
                  </a:lnTo>
                  <a:lnTo>
                    <a:pt x="2622" y="1752"/>
                  </a:lnTo>
                  <a:lnTo>
                    <a:pt x="2646" y="1728"/>
                  </a:lnTo>
                  <a:lnTo>
                    <a:pt x="2670" y="1698"/>
                  </a:lnTo>
                  <a:lnTo>
                    <a:pt x="2688" y="1674"/>
                  </a:lnTo>
                  <a:lnTo>
                    <a:pt x="2700" y="1662"/>
                  </a:lnTo>
                  <a:lnTo>
                    <a:pt x="2700" y="1656"/>
                  </a:lnTo>
                  <a:lnTo>
                    <a:pt x="2706" y="1638"/>
                  </a:lnTo>
                  <a:lnTo>
                    <a:pt x="2706" y="1614"/>
                  </a:lnTo>
                  <a:lnTo>
                    <a:pt x="2712" y="1596"/>
                  </a:lnTo>
                  <a:lnTo>
                    <a:pt x="2718" y="1590"/>
                  </a:lnTo>
                  <a:lnTo>
                    <a:pt x="2730" y="1572"/>
                  </a:lnTo>
                  <a:lnTo>
                    <a:pt x="2754" y="1542"/>
                  </a:lnTo>
                  <a:lnTo>
                    <a:pt x="2772" y="1494"/>
                  </a:lnTo>
                  <a:lnTo>
                    <a:pt x="2796" y="1458"/>
                  </a:lnTo>
                  <a:lnTo>
                    <a:pt x="2808" y="1428"/>
                  </a:lnTo>
                  <a:lnTo>
                    <a:pt x="2814" y="1416"/>
                  </a:lnTo>
                  <a:lnTo>
                    <a:pt x="2814" y="1386"/>
                  </a:lnTo>
                  <a:lnTo>
                    <a:pt x="2802" y="1362"/>
                  </a:lnTo>
                  <a:lnTo>
                    <a:pt x="2820" y="1308"/>
                  </a:lnTo>
                  <a:lnTo>
                    <a:pt x="2832" y="1290"/>
                  </a:lnTo>
                  <a:lnTo>
                    <a:pt x="2838" y="1266"/>
                  </a:lnTo>
                  <a:lnTo>
                    <a:pt x="2838" y="1224"/>
                  </a:lnTo>
                  <a:lnTo>
                    <a:pt x="2832" y="1194"/>
                  </a:lnTo>
                  <a:lnTo>
                    <a:pt x="2832" y="1176"/>
                  </a:lnTo>
                  <a:lnTo>
                    <a:pt x="2802" y="1164"/>
                  </a:lnTo>
                  <a:close/>
                  <a:moveTo>
                    <a:pt x="2016" y="2436"/>
                  </a:moveTo>
                  <a:lnTo>
                    <a:pt x="2022" y="2442"/>
                  </a:lnTo>
                  <a:lnTo>
                    <a:pt x="2028" y="2442"/>
                  </a:lnTo>
                  <a:lnTo>
                    <a:pt x="2040" y="2436"/>
                  </a:lnTo>
                  <a:lnTo>
                    <a:pt x="2046" y="2430"/>
                  </a:lnTo>
                  <a:lnTo>
                    <a:pt x="2034" y="2418"/>
                  </a:lnTo>
                  <a:lnTo>
                    <a:pt x="2016" y="2436"/>
                  </a:lnTo>
                  <a:close/>
                  <a:moveTo>
                    <a:pt x="1992" y="2454"/>
                  </a:moveTo>
                  <a:lnTo>
                    <a:pt x="1974" y="2454"/>
                  </a:lnTo>
                  <a:lnTo>
                    <a:pt x="1962" y="2466"/>
                  </a:lnTo>
                  <a:lnTo>
                    <a:pt x="1962" y="2472"/>
                  </a:lnTo>
                  <a:lnTo>
                    <a:pt x="1962" y="2460"/>
                  </a:lnTo>
                  <a:lnTo>
                    <a:pt x="1938" y="2460"/>
                  </a:lnTo>
                  <a:lnTo>
                    <a:pt x="1926" y="2466"/>
                  </a:lnTo>
                  <a:lnTo>
                    <a:pt x="1914" y="2466"/>
                  </a:lnTo>
                  <a:lnTo>
                    <a:pt x="1908" y="2478"/>
                  </a:lnTo>
                  <a:lnTo>
                    <a:pt x="1890" y="2460"/>
                  </a:lnTo>
                  <a:lnTo>
                    <a:pt x="1854" y="2460"/>
                  </a:lnTo>
                  <a:lnTo>
                    <a:pt x="1830" y="2430"/>
                  </a:lnTo>
                  <a:lnTo>
                    <a:pt x="1824" y="2436"/>
                  </a:lnTo>
                  <a:lnTo>
                    <a:pt x="1818" y="2436"/>
                  </a:lnTo>
                  <a:lnTo>
                    <a:pt x="1812" y="2442"/>
                  </a:lnTo>
                  <a:lnTo>
                    <a:pt x="1806" y="2442"/>
                  </a:lnTo>
                  <a:lnTo>
                    <a:pt x="1776" y="2412"/>
                  </a:lnTo>
                  <a:lnTo>
                    <a:pt x="1776" y="2424"/>
                  </a:lnTo>
                  <a:lnTo>
                    <a:pt x="1782" y="2448"/>
                  </a:lnTo>
                  <a:lnTo>
                    <a:pt x="1782" y="2472"/>
                  </a:lnTo>
                  <a:lnTo>
                    <a:pt x="1776" y="2478"/>
                  </a:lnTo>
                  <a:lnTo>
                    <a:pt x="1776" y="2484"/>
                  </a:lnTo>
                  <a:lnTo>
                    <a:pt x="1770" y="2490"/>
                  </a:lnTo>
                  <a:lnTo>
                    <a:pt x="1770" y="2502"/>
                  </a:lnTo>
                  <a:lnTo>
                    <a:pt x="1776" y="2514"/>
                  </a:lnTo>
                  <a:lnTo>
                    <a:pt x="1776" y="2532"/>
                  </a:lnTo>
                  <a:lnTo>
                    <a:pt x="1764" y="2538"/>
                  </a:lnTo>
                  <a:lnTo>
                    <a:pt x="1758" y="2544"/>
                  </a:lnTo>
                  <a:lnTo>
                    <a:pt x="1752" y="2544"/>
                  </a:lnTo>
                  <a:lnTo>
                    <a:pt x="1740" y="2532"/>
                  </a:lnTo>
                  <a:lnTo>
                    <a:pt x="1740" y="2538"/>
                  </a:lnTo>
                  <a:lnTo>
                    <a:pt x="1734" y="2544"/>
                  </a:lnTo>
                  <a:lnTo>
                    <a:pt x="1734" y="2556"/>
                  </a:lnTo>
                  <a:lnTo>
                    <a:pt x="1728" y="2574"/>
                  </a:lnTo>
                  <a:lnTo>
                    <a:pt x="1728" y="2586"/>
                  </a:lnTo>
                  <a:lnTo>
                    <a:pt x="1740" y="2610"/>
                  </a:lnTo>
                  <a:lnTo>
                    <a:pt x="1740" y="2616"/>
                  </a:lnTo>
                  <a:lnTo>
                    <a:pt x="1746" y="2628"/>
                  </a:lnTo>
                  <a:lnTo>
                    <a:pt x="1770" y="2628"/>
                  </a:lnTo>
                  <a:lnTo>
                    <a:pt x="1752" y="2640"/>
                  </a:lnTo>
                  <a:lnTo>
                    <a:pt x="1758" y="2664"/>
                  </a:lnTo>
                  <a:lnTo>
                    <a:pt x="1770" y="2658"/>
                  </a:lnTo>
                  <a:lnTo>
                    <a:pt x="1776" y="2658"/>
                  </a:lnTo>
                  <a:lnTo>
                    <a:pt x="1782" y="2652"/>
                  </a:lnTo>
                  <a:lnTo>
                    <a:pt x="1794" y="2652"/>
                  </a:lnTo>
                  <a:lnTo>
                    <a:pt x="1800" y="2658"/>
                  </a:lnTo>
                  <a:lnTo>
                    <a:pt x="1818" y="2658"/>
                  </a:lnTo>
                  <a:lnTo>
                    <a:pt x="1830" y="2652"/>
                  </a:lnTo>
                  <a:lnTo>
                    <a:pt x="1836" y="2646"/>
                  </a:lnTo>
                  <a:lnTo>
                    <a:pt x="1842" y="2634"/>
                  </a:lnTo>
                  <a:lnTo>
                    <a:pt x="1854" y="2634"/>
                  </a:lnTo>
                  <a:lnTo>
                    <a:pt x="1860" y="2640"/>
                  </a:lnTo>
                  <a:lnTo>
                    <a:pt x="1860" y="2646"/>
                  </a:lnTo>
                  <a:lnTo>
                    <a:pt x="1848" y="2658"/>
                  </a:lnTo>
                  <a:lnTo>
                    <a:pt x="1866" y="2664"/>
                  </a:lnTo>
                  <a:lnTo>
                    <a:pt x="1884" y="2646"/>
                  </a:lnTo>
                  <a:lnTo>
                    <a:pt x="1890" y="2634"/>
                  </a:lnTo>
                  <a:lnTo>
                    <a:pt x="1902" y="2628"/>
                  </a:lnTo>
                  <a:lnTo>
                    <a:pt x="1908" y="2616"/>
                  </a:lnTo>
                  <a:lnTo>
                    <a:pt x="1920" y="2604"/>
                  </a:lnTo>
                  <a:lnTo>
                    <a:pt x="1914" y="2604"/>
                  </a:lnTo>
                  <a:lnTo>
                    <a:pt x="1902" y="2592"/>
                  </a:lnTo>
                  <a:lnTo>
                    <a:pt x="1920" y="2562"/>
                  </a:lnTo>
                  <a:lnTo>
                    <a:pt x="1950" y="2562"/>
                  </a:lnTo>
                  <a:lnTo>
                    <a:pt x="1962" y="2538"/>
                  </a:lnTo>
                  <a:lnTo>
                    <a:pt x="1962" y="2514"/>
                  </a:lnTo>
                  <a:lnTo>
                    <a:pt x="1968" y="2502"/>
                  </a:lnTo>
                  <a:lnTo>
                    <a:pt x="1980" y="2496"/>
                  </a:lnTo>
                  <a:lnTo>
                    <a:pt x="1986" y="2484"/>
                  </a:lnTo>
                  <a:lnTo>
                    <a:pt x="1992" y="2478"/>
                  </a:lnTo>
                  <a:lnTo>
                    <a:pt x="1998" y="2466"/>
                  </a:lnTo>
                  <a:lnTo>
                    <a:pt x="1998" y="2460"/>
                  </a:lnTo>
                  <a:lnTo>
                    <a:pt x="1992" y="2454"/>
                  </a:lnTo>
                  <a:close/>
                  <a:moveTo>
                    <a:pt x="1902" y="246"/>
                  </a:moveTo>
                  <a:lnTo>
                    <a:pt x="1890" y="258"/>
                  </a:lnTo>
                  <a:lnTo>
                    <a:pt x="1890" y="270"/>
                  </a:lnTo>
                  <a:lnTo>
                    <a:pt x="1884" y="282"/>
                  </a:lnTo>
                  <a:lnTo>
                    <a:pt x="1884" y="294"/>
                  </a:lnTo>
                  <a:lnTo>
                    <a:pt x="1896" y="300"/>
                  </a:lnTo>
                  <a:lnTo>
                    <a:pt x="1920" y="300"/>
                  </a:lnTo>
                  <a:lnTo>
                    <a:pt x="1926" y="294"/>
                  </a:lnTo>
                  <a:lnTo>
                    <a:pt x="1932" y="294"/>
                  </a:lnTo>
                  <a:lnTo>
                    <a:pt x="1926" y="282"/>
                  </a:lnTo>
                  <a:lnTo>
                    <a:pt x="1932" y="252"/>
                  </a:lnTo>
                  <a:lnTo>
                    <a:pt x="1920" y="252"/>
                  </a:lnTo>
                  <a:lnTo>
                    <a:pt x="1908" y="246"/>
                  </a:lnTo>
                  <a:lnTo>
                    <a:pt x="1902" y="246"/>
                  </a:lnTo>
                  <a:close/>
                  <a:moveTo>
                    <a:pt x="1770" y="2334"/>
                  </a:moveTo>
                  <a:lnTo>
                    <a:pt x="1758" y="2376"/>
                  </a:lnTo>
                  <a:lnTo>
                    <a:pt x="1812" y="2328"/>
                  </a:lnTo>
                  <a:lnTo>
                    <a:pt x="1770" y="2334"/>
                  </a:lnTo>
                  <a:close/>
                  <a:moveTo>
                    <a:pt x="2034" y="2400"/>
                  </a:moveTo>
                  <a:lnTo>
                    <a:pt x="2016" y="2358"/>
                  </a:lnTo>
                  <a:lnTo>
                    <a:pt x="1998" y="2376"/>
                  </a:lnTo>
                  <a:lnTo>
                    <a:pt x="1998" y="2394"/>
                  </a:lnTo>
                  <a:lnTo>
                    <a:pt x="2010" y="2406"/>
                  </a:lnTo>
                  <a:lnTo>
                    <a:pt x="2028" y="2406"/>
                  </a:lnTo>
                  <a:lnTo>
                    <a:pt x="2034" y="240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75" name="Armenia" descr="© INSCALE GmbH, 05.05.2010&#10;http://www.presentationload.com/">
              <a:extLst>
                <a:ext uri="{FF2B5EF4-FFF2-40B4-BE49-F238E27FC236}">
                  <a16:creationId xmlns:a16="http://schemas.microsoft.com/office/drawing/2014/main" id="{AC067B97-AB2D-4805-B211-7A7D3B68D5A5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689666" y="1907659"/>
              <a:ext cx="73668" cy="69360"/>
            </a:xfrm>
            <a:custGeom>
              <a:avLst/>
              <a:gdLst>
                <a:gd name="T0" fmla="*/ 2147483647 w 222"/>
                <a:gd name="T1" fmla="*/ 2147483647 h 210"/>
                <a:gd name="T2" fmla="*/ 2147483647 w 222"/>
                <a:gd name="T3" fmla="*/ 2147483647 h 210"/>
                <a:gd name="T4" fmla="*/ 2147483647 w 222"/>
                <a:gd name="T5" fmla="*/ 2147483647 h 210"/>
                <a:gd name="T6" fmla="*/ 2147483647 w 222"/>
                <a:gd name="T7" fmla="*/ 2147483647 h 210"/>
                <a:gd name="T8" fmla="*/ 2147483647 w 222"/>
                <a:gd name="T9" fmla="*/ 2147483647 h 210"/>
                <a:gd name="T10" fmla="*/ 2147483647 w 222"/>
                <a:gd name="T11" fmla="*/ 2147483647 h 210"/>
                <a:gd name="T12" fmla="*/ 2147483647 w 222"/>
                <a:gd name="T13" fmla="*/ 2147483647 h 210"/>
                <a:gd name="T14" fmla="*/ 2147483647 w 222"/>
                <a:gd name="T15" fmla="*/ 2147483647 h 210"/>
                <a:gd name="T16" fmla="*/ 2147483647 w 222"/>
                <a:gd name="T17" fmla="*/ 2147483647 h 210"/>
                <a:gd name="T18" fmla="*/ 2147483647 w 222"/>
                <a:gd name="T19" fmla="*/ 2147483647 h 210"/>
                <a:gd name="T20" fmla="*/ 2147483647 w 222"/>
                <a:gd name="T21" fmla="*/ 2147483647 h 210"/>
                <a:gd name="T22" fmla="*/ 2147483647 w 222"/>
                <a:gd name="T23" fmla="*/ 2147483647 h 210"/>
                <a:gd name="T24" fmla="*/ 2147483647 w 222"/>
                <a:gd name="T25" fmla="*/ 2147483647 h 210"/>
                <a:gd name="T26" fmla="*/ 2147483647 w 222"/>
                <a:gd name="T27" fmla="*/ 2147483647 h 210"/>
                <a:gd name="T28" fmla="*/ 2147483647 w 222"/>
                <a:gd name="T29" fmla="*/ 2147483647 h 210"/>
                <a:gd name="T30" fmla="*/ 2147483647 w 222"/>
                <a:gd name="T31" fmla="*/ 2147483647 h 210"/>
                <a:gd name="T32" fmla="*/ 2147483647 w 222"/>
                <a:gd name="T33" fmla="*/ 2147483647 h 210"/>
                <a:gd name="T34" fmla="*/ 2147483647 w 222"/>
                <a:gd name="T35" fmla="*/ 2147483647 h 210"/>
                <a:gd name="T36" fmla="*/ 2147483647 w 222"/>
                <a:gd name="T37" fmla="*/ 2147483647 h 210"/>
                <a:gd name="T38" fmla="*/ 2147483647 w 222"/>
                <a:gd name="T39" fmla="*/ 0 h 210"/>
                <a:gd name="T40" fmla="*/ 2147483647 w 222"/>
                <a:gd name="T41" fmla="*/ 0 h 210"/>
                <a:gd name="T42" fmla="*/ 2147483647 w 222"/>
                <a:gd name="T43" fmla="*/ 2147483647 h 210"/>
                <a:gd name="T44" fmla="*/ 2147483647 w 222"/>
                <a:gd name="T45" fmla="*/ 2147483647 h 210"/>
                <a:gd name="T46" fmla="*/ 2147483647 w 222"/>
                <a:gd name="T47" fmla="*/ 2147483647 h 210"/>
                <a:gd name="T48" fmla="*/ 0 w 222"/>
                <a:gd name="T49" fmla="*/ 2147483647 h 210"/>
                <a:gd name="T50" fmla="*/ 2147483647 w 222"/>
                <a:gd name="T51" fmla="*/ 2147483647 h 210"/>
                <a:gd name="T52" fmla="*/ 2147483647 w 222"/>
                <a:gd name="T53" fmla="*/ 2147483647 h 210"/>
                <a:gd name="T54" fmla="*/ 2147483647 w 222"/>
                <a:gd name="T55" fmla="*/ 2147483647 h 210"/>
                <a:gd name="T56" fmla="*/ 2147483647 w 222"/>
                <a:gd name="T57" fmla="*/ 2147483647 h 210"/>
                <a:gd name="T58" fmla="*/ 2147483647 w 222"/>
                <a:gd name="T59" fmla="*/ 2147483647 h 210"/>
                <a:gd name="T60" fmla="*/ 2147483647 w 222"/>
                <a:gd name="T61" fmla="*/ 2147483647 h 210"/>
                <a:gd name="T62" fmla="*/ 2147483647 w 222"/>
                <a:gd name="T63" fmla="*/ 2147483647 h 210"/>
                <a:gd name="T64" fmla="*/ 2147483647 w 222"/>
                <a:gd name="T65" fmla="*/ 2147483647 h 210"/>
                <a:gd name="T66" fmla="*/ 2147483647 w 222"/>
                <a:gd name="T67" fmla="*/ 2147483647 h 210"/>
                <a:gd name="T68" fmla="*/ 2147483647 w 222"/>
                <a:gd name="T69" fmla="*/ 2147483647 h 210"/>
                <a:gd name="T70" fmla="*/ 2147483647 w 222"/>
                <a:gd name="T71" fmla="*/ 2147483647 h 210"/>
                <a:gd name="T72" fmla="*/ 2147483647 w 222"/>
                <a:gd name="T73" fmla="*/ 2147483647 h 210"/>
                <a:gd name="T74" fmla="*/ 2147483647 w 222"/>
                <a:gd name="T75" fmla="*/ 2147483647 h 210"/>
                <a:gd name="T76" fmla="*/ 2147483647 w 222"/>
                <a:gd name="T77" fmla="*/ 2147483647 h 210"/>
                <a:gd name="T78" fmla="*/ 2147483647 w 222"/>
                <a:gd name="T79" fmla="*/ 2147483647 h 210"/>
                <a:gd name="T80" fmla="*/ 2147483647 w 222"/>
                <a:gd name="T81" fmla="*/ 2147483647 h 210"/>
                <a:gd name="T82" fmla="*/ 2147483647 w 222"/>
                <a:gd name="T83" fmla="*/ 2147483647 h 210"/>
                <a:gd name="T84" fmla="*/ 2147483647 w 222"/>
                <a:gd name="T85" fmla="*/ 2147483647 h 210"/>
                <a:gd name="T86" fmla="*/ 2147483647 w 222"/>
                <a:gd name="T87" fmla="*/ 2147483647 h 210"/>
                <a:gd name="T88" fmla="*/ 2147483647 w 222"/>
                <a:gd name="T89" fmla="*/ 2147483647 h 210"/>
                <a:gd name="T90" fmla="*/ 2147483647 w 222"/>
                <a:gd name="T91" fmla="*/ 2147483647 h 210"/>
                <a:gd name="T92" fmla="*/ 2147483647 w 222"/>
                <a:gd name="T93" fmla="*/ 2147483647 h 210"/>
                <a:gd name="T94" fmla="*/ 2147483647 w 222"/>
                <a:gd name="T95" fmla="*/ 2147483647 h 210"/>
                <a:gd name="T96" fmla="*/ 2147483647 w 222"/>
                <a:gd name="T97" fmla="*/ 2147483647 h 210"/>
                <a:gd name="T98" fmla="*/ 2147483647 w 222"/>
                <a:gd name="T99" fmla="*/ 2147483647 h 210"/>
                <a:gd name="T100" fmla="*/ 2147483647 w 222"/>
                <a:gd name="T101" fmla="*/ 2147483647 h 210"/>
                <a:gd name="T102" fmla="*/ 2147483647 w 222"/>
                <a:gd name="T103" fmla="*/ 2147483647 h 210"/>
                <a:gd name="T104" fmla="*/ 2147483647 w 222"/>
                <a:gd name="T105" fmla="*/ 2147483647 h 210"/>
                <a:gd name="T106" fmla="*/ 2147483647 w 222"/>
                <a:gd name="T107" fmla="*/ 2147483647 h 21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22"/>
                <a:gd name="T163" fmla="*/ 0 h 210"/>
                <a:gd name="T164" fmla="*/ 222 w 222"/>
                <a:gd name="T165" fmla="*/ 210 h 21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22" h="210">
                  <a:moveTo>
                    <a:pt x="222" y="168"/>
                  </a:moveTo>
                  <a:lnTo>
                    <a:pt x="216" y="156"/>
                  </a:lnTo>
                  <a:lnTo>
                    <a:pt x="216" y="144"/>
                  </a:lnTo>
                  <a:lnTo>
                    <a:pt x="186" y="138"/>
                  </a:lnTo>
                  <a:lnTo>
                    <a:pt x="174" y="120"/>
                  </a:lnTo>
                  <a:lnTo>
                    <a:pt x="144" y="108"/>
                  </a:lnTo>
                  <a:lnTo>
                    <a:pt x="156" y="108"/>
                  </a:lnTo>
                  <a:lnTo>
                    <a:pt x="174" y="90"/>
                  </a:lnTo>
                  <a:lnTo>
                    <a:pt x="174" y="84"/>
                  </a:lnTo>
                  <a:lnTo>
                    <a:pt x="168" y="78"/>
                  </a:lnTo>
                  <a:lnTo>
                    <a:pt x="144" y="66"/>
                  </a:lnTo>
                  <a:lnTo>
                    <a:pt x="138" y="60"/>
                  </a:lnTo>
                  <a:lnTo>
                    <a:pt x="132" y="60"/>
                  </a:lnTo>
                  <a:lnTo>
                    <a:pt x="138" y="54"/>
                  </a:lnTo>
                  <a:lnTo>
                    <a:pt x="138" y="30"/>
                  </a:lnTo>
                  <a:lnTo>
                    <a:pt x="132" y="24"/>
                  </a:lnTo>
                  <a:lnTo>
                    <a:pt x="114" y="24"/>
                  </a:lnTo>
                  <a:lnTo>
                    <a:pt x="114" y="12"/>
                  </a:lnTo>
                  <a:lnTo>
                    <a:pt x="102" y="6"/>
                  </a:lnTo>
                  <a:lnTo>
                    <a:pt x="96" y="0"/>
                  </a:lnTo>
                  <a:lnTo>
                    <a:pt x="84" y="0"/>
                  </a:lnTo>
                  <a:lnTo>
                    <a:pt x="84" y="18"/>
                  </a:lnTo>
                  <a:lnTo>
                    <a:pt x="30" y="12"/>
                  </a:lnTo>
                  <a:lnTo>
                    <a:pt x="24" y="18"/>
                  </a:lnTo>
                  <a:lnTo>
                    <a:pt x="0" y="24"/>
                  </a:lnTo>
                  <a:lnTo>
                    <a:pt x="6" y="30"/>
                  </a:lnTo>
                  <a:lnTo>
                    <a:pt x="6" y="42"/>
                  </a:lnTo>
                  <a:lnTo>
                    <a:pt x="18" y="78"/>
                  </a:lnTo>
                  <a:lnTo>
                    <a:pt x="18" y="90"/>
                  </a:lnTo>
                  <a:lnTo>
                    <a:pt x="24" y="102"/>
                  </a:lnTo>
                  <a:lnTo>
                    <a:pt x="30" y="108"/>
                  </a:lnTo>
                  <a:lnTo>
                    <a:pt x="42" y="114"/>
                  </a:lnTo>
                  <a:lnTo>
                    <a:pt x="54" y="114"/>
                  </a:lnTo>
                  <a:lnTo>
                    <a:pt x="66" y="108"/>
                  </a:lnTo>
                  <a:lnTo>
                    <a:pt x="72" y="108"/>
                  </a:lnTo>
                  <a:lnTo>
                    <a:pt x="72" y="114"/>
                  </a:lnTo>
                  <a:lnTo>
                    <a:pt x="78" y="120"/>
                  </a:lnTo>
                  <a:lnTo>
                    <a:pt x="78" y="132"/>
                  </a:lnTo>
                  <a:lnTo>
                    <a:pt x="84" y="144"/>
                  </a:lnTo>
                  <a:lnTo>
                    <a:pt x="84" y="150"/>
                  </a:lnTo>
                  <a:lnTo>
                    <a:pt x="90" y="156"/>
                  </a:lnTo>
                  <a:lnTo>
                    <a:pt x="108" y="132"/>
                  </a:lnTo>
                  <a:lnTo>
                    <a:pt x="126" y="132"/>
                  </a:lnTo>
                  <a:lnTo>
                    <a:pt x="138" y="144"/>
                  </a:lnTo>
                  <a:lnTo>
                    <a:pt x="174" y="144"/>
                  </a:lnTo>
                  <a:lnTo>
                    <a:pt x="174" y="156"/>
                  </a:lnTo>
                  <a:lnTo>
                    <a:pt x="180" y="162"/>
                  </a:lnTo>
                  <a:lnTo>
                    <a:pt x="180" y="174"/>
                  </a:lnTo>
                  <a:lnTo>
                    <a:pt x="186" y="186"/>
                  </a:lnTo>
                  <a:lnTo>
                    <a:pt x="186" y="198"/>
                  </a:lnTo>
                  <a:lnTo>
                    <a:pt x="192" y="204"/>
                  </a:lnTo>
                  <a:lnTo>
                    <a:pt x="192" y="210"/>
                  </a:lnTo>
                  <a:lnTo>
                    <a:pt x="222" y="210"/>
                  </a:lnTo>
                  <a:lnTo>
                    <a:pt x="222" y="16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76" name="Argentina" descr="© INSCALE GmbH, 05.05.2010&#10;http://www.presentationload.com/">
              <a:extLst>
                <a:ext uri="{FF2B5EF4-FFF2-40B4-BE49-F238E27FC236}">
                  <a16:creationId xmlns:a16="http://schemas.microsoft.com/office/drawing/2014/main" id="{D1F1851B-7A26-404F-A672-6BD4109A5D9D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2153945" y="3581284"/>
              <a:ext cx="360585" cy="801490"/>
            </a:xfrm>
            <a:custGeom>
              <a:avLst/>
              <a:gdLst>
                <a:gd name="T0" fmla="*/ 2147483647 w 1092"/>
                <a:gd name="T1" fmla="*/ 2147483647 h 2442"/>
                <a:gd name="T2" fmla="*/ 2147483647 w 1092"/>
                <a:gd name="T3" fmla="*/ 2147483647 h 2442"/>
                <a:gd name="T4" fmla="*/ 2147483647 w 1092"/>
                <a:gd name="T5" fmla="*/ 2147483647 h 2442"/>
                <a:gd name="T6" fmla="*/ 2147483647 w 1092"/>
                <a:gd name="T7" fmla="*/ 2147483647 h 2442"/>
                <a:gd name="T8" fmla="*/ 2147483647 w 1092"/>
                <a:gd name="T9" fmla="*/ 2147483647 h 2442"/>
                <a:gd name="T10" fmla="*/ 2147483647 w 1092"/>
                <a:gd name="T11" fmla="*/ 2147483647 h 2442"/>
                <a:gd name="T12" fmla="*/ 2147483647 w 1092"/>
                <a:gd name="T13" fmla="*/ 2147483647 h 2442"/>
                <a:gd name="T14" fmla="*/ 2147483647 w 1092"/>
                <a:gd name="T15" fmla="*/ 2147483647 h 2442"/>
                <a:gd name="T16" fmla="*/ 2147483647 w 1092"/>
                <a:gd name="T17" fmla="*/ 2147483647 h 2442"/>
                <a:gd name="T18" fmla="*/ 2147483647 w 1092"/>
                <a:gd name="T19" fmla="*/ 2147483647 h 2442"/>
                <a:gd name="T20" fmla="*/ 2147483647 w 1092"/>
                <a:gd name="T21" fmla="*/ 0 h 2442"/>
                <a:gd name="T22" fmla="*/ 2147483647 w 1092"/>
                <a:gd name="T23" fmla="*/ 2147483647 h 2442"/>
                <a:gd name="T24" fmla="*/ 2147483647 w 1092"/>
                <a:gd name="T25" fmla="*/ 2147483647 h 2442"/>
                <a:gd name="T26" fmla="*/ 2147483647 w 1092"/>
                <a:gd name="T27" fmla="*/ 2147483647 h 2442"/>
                <a:gd name="T28" fmla="*/ 2147483647 w 1092"/>
                <a:gd name="T29" fmla="*/ 2147483647 h 2442"/>
                <a:gd name="T30" fmla="*/ 2147483647 w 1092"/>
                <a:gd name="T31" fmla="*/ 2147483647 h 2442"/>
                <a:gd name="T32" fmla="*/ 2147483647 w 1092"/>
                <a:gd name="T33" fmla="*/ 2147483647 h 2442"/>
                <a:gd name="T34" fmla="*/ 2147483647 w 1092"/>
                <a:gd name="T35" fmla="*/ 2147483647 h 2442"/>
                <a:gd name="T36" fmla="*/ 2147483647 w 1092"/>
                <a:gd name="T37" fmla="*/ 2147483647 h 2442"/>
                <a:gd name="T38" fmla="*/ 2147483647 w 1092"/>
                <a:gd name="T39" fmla="*/ 2147483647 h 2442"/>
                <a:gd name="T40" fmla="*/ 2147483647 w 1092"/>
                <a:gd name="T41" fmla="*/ 2147483647 h 2442"/>
                <a:gd name="T42" fmla="*/ 2147483647 w 1092"/>
                <a:gd name="T43" fmla="*/ 2147483647 h 2442"/>
                <a:gd name="T44" fmla="*/ 2147483647 w 1092"/>
                <a:gd name="T45" fmla="*/ 2147483647 h 2442"/>
                <a:gd name="T46" fmla="*/ 2147483647 w 1092"/>
                <a:gd name="T47" fmla="*/ 2147483647 h 2442"/>
                <a:gd name="T48" fmla="*/ 2147483647 w 1092"/>
                <a:gd name="T49" fmla="*/ 2147483647 h 2442"/>
                <a:gd name="T50" fmla="*/ 2147483647 w 1092"/>
                <a:gd name="T51" fmla="*/ 2147483647 h 2442"/>
                <a:gd name="T52" fmla="*/ 2147483647 w 1092"/>
                <a:gd name="T53" fmla="*/ 2147483647 h 2442"/>
                <a:gd name="T54" fmla="*/ 2147483647 w 1092"/>
                <a:gd name="T55" fmla="*/ 2147483647 h 2442"/>
                <a:gd name="T56" fmla="*/ 2147483647 w 1092"/>
                <a:gd name="T57" fmla="*/ 2147483647 h 2442"/>
                <a:gd name="T58" fmla="*/ 2147483647 w 1092"/>
                <a:gd name="T59" fmla="*/ 2147483647 h 2442"/>
                <a:gd name="T60" fmla="*/ 2147483647 w 1092"/>
                <a:gd name="T61" fmla="*/ 2147483647 h 2442"/>
                <a:gd name="T62" fmla="*/ 2147483647 w 1092"/>
                <a:gd name="T63" fmla="*/ 2147483647 h 2442"/>
                <a:gd name="T64" fmla="*/ 2147483647 w 1092"/>
                <a:gd name="T65" fmla="*/ 2147483647 h 2442"/>
                <a:gd name="T66" fmla="*/ 2147483647 w 1092"/>
                <a:gd name="T67" fmla="*/ 2147483647 h 2442"/>
                <a:gd name="T68" fmla="*/ 2147483647 w 1092"/>
                <a:gd name="T69" fmla="*/ 2147483647 h 2442"/>
                <a:gd name="T70" fmla="*/ 2147483647 w 1092"/>
                <a:gd name="T71" fmla="*/ 2147483647 h 2442"/>
                <a:gd name="T72" fmla="*/ 2147483647 w 1092"/>
                <a:gd name="T73" fmla="*/ 2147483647 h 2442"/>
                <a:gd name="T74" fmla="*/ 2147483647 w 1092"/>
                <a:gd name="T75" fmla="*/ 2147483647 h 2442"/>
                <a:gd name="T76" fmla="*/ 2147483647 w 1092"/>
                <a:gd name="T77" fmla="*/ 2147483647 h 2442"/>
                <a:gd name="T78" fmla="*/ 2147483647 w 1092"/>
                <a:gd name="T79" fmla="*/ 2147483647 h 2442"/>
                <a:gd name="T80" fmla="*/ 2147483647 w 1092"/>
                <a:gd name="T81" fmla="*/ 2147483647 h 2442"/>
                <a:gd name="T82" fmla="*/ 2147483647 w 1092"/>
                <a:gd name="T83" fmla="*/ 2147483647 h 2442"/>
                <a:gd name="T84" fmla="*/ 2147483647 w 1092"/>
                <a:gd name="T85" fmla="*/ 2147483647 h 2442"/>
                <a:gd name="T86" fmla="*/ 2147483647 w 1092"/>
                <a:gd name="T87" fmla="*/ 2147483647 h 2442"/>
                <a:gd name="T88" fmla="*/ 2147483647 w 1092"/>
                <a:gd name="T89" fmla="*/ 2147483647 h 2442"/>
                <a:gd name="T90" fmla="*/ 2147483647 w 1092"/>
                <a:gd name="T91" fmla="*/ 2147483647 h 2442"/>
                <a:gd name="T92" fmla="*/ 2147483647 w 1092"/>
                <a:gd name="T93" fmla="*/ 2147483647 h 2442"/>
                <a:gd name="T94" fmla="*/ 2147483647 w 1092"/>
                <a:gd name="T95" fmla="*/ 2147483647 h 2442"/>
                <a:gd name="T96" fmla="*/ 2147483647 w 1092"/>
                <a:gd name="T97" fmla="*/ 2147483647 h 2442"/>
                <a:gd name="T98" fmla="*/ 2147483647 w 1092"/>
                <a:gd name="T99" fmla="*/ 2147483647 h 2442"/>
                <a:gd name="T100" fmla="*/ 2147483647 w 1092"/>
                <a:gd name="T101" fmla="*/ 2147483647 h 2442"/>
                <a:gd name="T102" fmla="*/ 2147483647 w 1092"/>
                <a:gd name="T103" fmla="*/ 2147483647 h 2442"/>
                <a:gd name="T104" fmla="*/ 2147483647 w 1092"/>
                <a:gd name="T105" fmla="*/ 2147483647 h 2442"/>
                <a:gd name="T106" fmla="*/ 2147483647 w 1092"/>
                <a:gd name="T107" fmla="*/ 2147483647 h 2442"/>
                <a:gd name="T108" fmla="*/ 2147483647 w 1092"/>
                <a:gd name="T109" fmla="*/ 2147483647 h 2442"/>
                <a:gd name="T110" fmla="*/ 2147483647 w 1092"/>
                <a:gd name="T111" fmla="*/ 2147483647 h 2442"/>
                <a:gd name="T112" fmla="*/ 2147483647 w 1092"/>
                <a:gd name="T113" fmla="*/ 2147483647 h 244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92"/>
                <a:gd name="T172" fmla="*/ 0 h 2442"/>
                <a:gd name="T173" fmla="*/ 1092 w 1092"/>
                <a:gd name="T174" fmla="*/ 2442 h 244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92" h="2442">
                  <a:moveTo>
                    <a:pt x="954" y="534"/>
                  </a:moveTo>
                  <a:lnTo>
                    <a:pt x="978" y="528"/>
                  </a:lnTo>
                  <a:lnTo>
                    <a:pt x="984" y="504"/>
                  </a:lnTo>
                  <a:lnTo>
                    <a:pt x="990" y="498"/>
                  </a:lnTo>
                  <a:lnTo>
                    <a:pt x="990" y="480"/>
                  </a:lnTo>
                  <a:lnTo>
                    <a:pt x="1026" y="480"/>
                  </a:lnTo>
                  <a:lnTo>
                    <a:pt x="1026" y="462"/>
                  </a:lnTo>
                  <a:lnTo>
                    <a:pt x="1032" y="450"/>
                  </a:lnTo>
                  <a:lnTo>
                    <a:pt x="1038" y="444"/>
                  </a:lnTo>
                  <a:lnTo>
                    <a:pt x="1092" y="426"/>
                  </a:lnTo>
                  <a:lnTo>
                    <a:pt x="1092" y="390"/>
                  </a:lnTo>
                  <a:lnTo>
                    <a:pt x="1086" y="372"/>
                  </a:lnTo>
                  <a:lnTo>
                    <a:pt x="1086" y="342"/>
                  </a:lnTo>
                  <a:lnTo>
                    <a:pt x="1080" y="336"/>
                  </a:lnTo>
                  <a:lnTo>
                    <a:pt x="1074" y="336"/>
                  </a:lnTo>
                  <a:lnTo>
                    <a:pt x="1074" y="324"/>
                  </a:lnTo>
                  <a:lnTo>
                    <a:pt x="1062" y="300"/>
                  </a:lnTo>
                  <a:lnTo>
                    <a:pt x="1056" y="294"/>
                  </a:lnTo>
                  <a:lnTo>
                    <a:pt x="1038" y="294"/>
                  </a:lnTo>
                  <a:lnTo>
                    <a:pt x="1032" y="300"/>
                  </a:lnTo>
                  <a:lnTo>
                    <a:pt x="1020" y="306"/>
                  </a:lnTo>
                  <a:lnTo>
                    <a:pt x="1020" y="384"/>
                  </a:lnTo>
                  <a:lnTo>
                    <a:pt x="1008" y="390"/>
                  </a:lnTo>
                  <a:lnTo>
                    <a:pt x="1002" y="402"/>
                  </a:lnTo>
                  <a:lnTo>
                    <a:pt x="990" y="408"/>
                  </a:lnTo>
                  <a:lnTo>
                    <a:pt x="984" y="414"/>
                  </a:lnTo>
                  <a:lnTo>
                    <a:pt x="978" y="414"/>
                  </a:lnTo>
                  <a:lnTo>
                    <a:pt x="966" y="426"/>
                  </a:lnTo>
                  <a:lnTo>
                    <a:pt x="954" y="450"/>
                  </a:lnTo>
                  <a:lnTo>
                    <a:pt x="948" y="456"/>
                  </a:lnTo>
                  <a:lnTo>
                    <a:pt x="948" y="450"/>
                  </a:lnTo>
                  <a:lnTo>
                    <a:pt x="942" y="444"/>
                  </a:lnTo>
                  <a:lnTo>
                    <a:pt x="930" y="444"/>
                  </a:lnTo>
                  <a:lnTo>
                    <a:pt x="924" y="450"/>
                  </a:lnTo>
                  <a:lnTo>
                    <a:pt x="924" y="468"/>
                  </a:lnTo>
                  <a:lnTo>
                    <a:pt x="912" y="450"/>
                  </a:lnTo>
                  <a:lnTo>
                    <a:pt x="852" y="450"/>
                  </a:lnTo>
                  <a:lnTo>
                    <a:pt x="834" y="444"/>
                  </a:lnTo>
                  <a:lnTo>
                    <a:pt x="822" y="438"/>
                  </a:lnTo>
                  <a:lnTo>
                    <a:pt x="816" y="432"/>
                  </a:lnTo>
                  <a:lnTo>
                    <a:pt x="804" y="426"/>
                  </a:lnTo>
                  <a:lnTo>
                    <a:pt x="798" y="426"/>
                  </a:lnTo>
                  <a:lnTo>
                    <a:pt x="786" y="432"/>
                  </a:lnTo>
                  <a:lnTo>
                    <a:pt x="762" y="432"/>
                  </a:lnTo>
                  <a:lnTo>
                    <a:pt x="756" y="426"/>
                  </a:lnTo>
                  <a:lnTo>
                    <a:pt x="756" y="414"/>
                  </a:lnTo>
                  <a:lnTo>
                    <a:pt x="762" y="402"/>
                  </a:lnTo>
                  <a:lnTo>
                    <a:pt x="768" y="396"/>
                  </a:lnTo>
                  <a:lnTo>
                    <a:pt x="774" y="384"/>
                  </a:lnTo>
                  <a:lnTo>
                    <a:pt x="780" y="378"/>
                  </a:lnTo>
                  <a:lnTo>
                    <a:pt x="780" y="342"/>
                  </a:lnTo>
                  <a:lnTo>
                    <a:pt x="798" y="342"/>
                  </a:lnTo>
                  <a:lnTo>
                    <a:pt x="804" y="336"/>
                  </a:lnTo>
                  <a:lnTo>
                    <a:pt x="804" y="330"/>
                  </a:lnTo>
                  <a:lnTo>
                    <a:pt x="798" y="318"/>
                  </a:lnTo>
                  <a:lnTo>
                    <a:pt x="792" y="312"/>
                  </a:lnTo>
                  <a:lnTo>
                    <a:pt x="798" y="300"/>
                  </a:lnTo>
                  <a:lnTo>
                    <a:pt x="804" y="294"/>
                  </a:lnTo>
                  <a:lnTo>
                    <a:pt x="804" y="282"/>
                  </a:lnTo>
                  <a:lnTo>
                    <a:pt x="810" y="276"/>
                  </a:lnTo>
                  <a:lnTo>
                    <a:pt x="804" y="270"/>
                  </a:lnTo>
                  <a:lnTo>
                    <a:pt x="792" y="264"/>
                  </a:lnTo>
                  <a:lnTo>
                    <a:pt x="774" y="258"/>
                  </a:lnTo>
                  <a:lnTo>
                    <a:pt x="762" y="252"/>
                  </a:lnTo>
                  <a:lnTo>
                    <a:pt x="750" y="252"/>
                  </a:lnTo>
                  <a:lnTo>
                    <a:pt x="744" y="246"/>
                  </a:lnTo>
                  <a:lnTo>
                    <a:pt x="708" y="228"/>
                  </a:lnTo>
                  <a:lnTo>
                    <a:pt x="690" y="216"/>
                  </a:lnTo>
                  <a:lnTo>
                    <a:pt x="678" y="210"/>
                  </a:lnTo>
                  <a:lnTo>
                    <a:pt x="672" y="204"/>
                  </a:lnTo>
                  <a:lnTo>
                    <a:pt x="666" y="204"/>
                  </a:lnTo>
                  <a:lnTo>
                    <a:pt x="660" y="198"/>
                  </a:lnTo>
                  <a:lnTo>
                    <a:pt x="648" y="192"/>
                  </a:lnTo>
                  <a:lnTo>
                    <a:pt x="642" y="186"/>
                  </a:lnTo>
                  <a:lnTo>
                    <a:pt x="630" y="180"/>
                  </a:lnTo>
                  <a:lnTo>
                    <a:pt x="600" y="180"/>
                  </a:lnTo>
                  <a:lnTo>
                    <a:pt x="564" y="162"/>
                  </a:lnTo>
                  <a:lnTo>
                    <a:pt x="558" y="156"/>
                  </a:lnTo>
                  <a:lnTo>
                    <a:pt x="552" y="156"/>
                  </a:lnTo>
                  <a:lnTo>
                    <a:pt x="546" y="138"/>
                  </a:lnTo>
                  <a:lnTo>
                    <a:pt x="534" y="132"/>
                  </a:lnTo>
                  <a:lnTo>
                    <a:pt x="516" y="114"/>
                  </a:lnTo>
                  <a:lnTo>
                    <a:pt x="492" y="102"/>
                  </a:lnTo>
                  <a:lnTo>
                    <a:pt x="486" y="96"/>
                  </a:lnTo>
                  <a:lnTo>
                    <a:pt x="480" y="84"/>
                  </a:lnTo>
                  <a:lnTo>
                    <a:pt x="468" y="78"/>
                  </a:lnTo>
                  <a:lnTo>
                    <a:pt x="462" y="66"/>
                  </a:lnTo>
                  <a:lnTo>
                    <a:pt x="456" y="60"/>
                  </a:lnTo>
                  <a:lnTo>
                    <a:pt x="456" y="54"/>
                  </a:lnTo>
                  <a:lnTo>
                    <a:pt x="438" y="36"/>
                  </a:lnTo>
                  <a:lnTo>
                    <a:pt x="402" y="12"/>
                  </a:lnTo>
                  <a:lnTo>
                    <a:pt x="330" y="18"/>
                  </a:lnTo>
                  <a:lnTo>
                    <a:pt x="318" y="72"/>
                  </a:lnTo>
                  <a:lnTo>
                    <a:pt x="288" y="24"/>
                  </a:lnTo>
                  <a:lnTo>
                    <a:pt x="234" y="24"/>
                  </a:lnTo>
                  <a:lnTo>
                    <a:pt x="216" y="18"/>
                  </a:lnTo>
                  <a:lnTo>
                    <a:pt x="204" y="18"/>
                  </a:lnTo>
                  <a:lnTo>
                    <a:pt x="180" y="6"/>
                  </a:lnTo>
                  <a:lnTo>
                    <a:pt x="174" y="0"/>
                  </a:lnTo>
                  <a:lnTo>
                    <a:pt x="162" y="24"/>
                  </a:lnTo>
                  <a:lnTo>
                    <a:pt x="138" y="30"/>
                  </a:lnTo>
                  <a:lnTo>
                    <a:pt x="138" y="48"/>
                  </a:lnTo>
                  <a:lnTo>
                    <a:pt x="126" y="48"/>
                  </a:lnTo>
                  <a:lnTo>
                    <a:pt x="126" y="78"/>
                  </a:lnTo>
                  <a:lnTo>
                    <a:pt x="114" y="78"/>
                  </a:lnTo>
                  <a:lnTo>
                    <a:pt x="126" y="96"/>
                  </a:lnTo>
                  <a:lnTo>
                    <a:pt x="114" y="180"/>
                  </a:lnTo>
                  <a:lnTo>
                    <a:pt x="108" y="180"/>
                  </a:lnTo>
                  <a:lnTo>
                    <a:pt x="102" y="186"/>
                  </a:lnTo>
                  <a:lnTo>
                    <a:pt x="90" y="192"/>
                  </a:lnTo>
                  <a:lnTo>
                    <a:pt x="72" y="198"/>
                  </a:lnTo>
                  <a:lnTo>
                    <a:pt x="60" y="210"/>
                  </a:lnTo>
                  <a:lnTo>
                    <a:pt x="48" y="216"/>
                  </a:lnTo>
                  <a:lnTo>
                    <a:pt x="42" y="228"/>
                  </a:lnTo>
                  <a:lnTo>
                    <a:pt x="36" y="234"/>
                  </a:lnTo>
                  <a:lnTo>
                    <a:pt x="36" y="240"/>
                  </a:lnTo>
                  <a:lnTo>
                    <a:pt x="42" y="246"/>
                  </a:lnTo>
                  <a:lnTo>
                    <a:pt x="54" y="252"/>
                  </a:lnTo>
                  <a:lnTo>
                    <a:pt x="66" y="252"/>
                  </a:lnTo>
                  <a:lnTo>
                    <a:pt x="66" y="258"/>
                  </a:lnTo>
                  <a:lnTo>
                    <a:pt x="42" y="282"/>
                  </a:lnTo>
                  <a:lnTo>
                    <a:pt x="42" y="300"/>
                  </a:lnTo>
                  <a:lnTo>
                    <a:pt x="48" y="306"/>
                  </a:lnTo>
                  <a:lnTo>
                    <a:pt x="60" y="312"/>
                  </a:lnTo>
                  <a:lnTo>
                    <a:pt x="72" y="324"/>
                  </a:lnTo>
                  <a:lnTo>
                    <a:pt x="78" y="336"/>
                  </a:lnTo>
                  <a:lnTo>
                    <a:pt x="72" y="342"/>
                  </a:lnTo>
                  <a:lnTo>
                    <a:pt x="66" y="354"/>
                  </a:lnTo>
                  <a:lnTo>
                    <a:pt x="54" y="366"/>
                  </a:lnTo>
                  <a:lnTo>
                    <a:pt x="48" y="366"/>
                  </a:lnTo>
                  <a:lnTo>
                    <a:pt x="54" y="366"/>
                  </a:lnTo>
                  <a:lnTo>
                    <a:pt x="60" y="372"/>
                  </a:lnTo>
                  <a:lnTo>
                    <a:pt x="84" y="384"/>
                  </a:lnTo>
                  <a:lnTo>
                    <a:pt x="90" y="396"/>
                  </a:lnTo>
                  <a:lnTo>
                    <a:pt x="90" y="408"/>
                  </a:lnTo>
                  <a:lnTo>
                    <a:pt x="78" y="414"/>
                  </a:lnTo>
                  <a:lnTo>
                    <a:pt x="72" y="420"/>
                  </a:lnTo>
                  <a:lnTo>
                    <a:pt x="54" y="420"/>
                  </a:lnTo>
                  <a:lnTo>
                    <a:pt x="54" y="432"/>
                  </a:lnTo>
                  <a:lnTo>
                    <a:pt x="48" y="450"/>
                  </a:lnTo>
                  <a:lnTo>
                    <a:pt x="48" y="462"/>
                  </a:lnTo>
                  <a:lnTo>
                    <a:pt x="42" y="474"/>
                  </a:lnTo>
                  <a:lnTo>
                    <a:pt x="42" y="486"/>
                  </a:lnTo>
                  <a:lnTo>
                    <a:pt x="30" y="498"/>
                  </a:lnTo>
                  <a:lnTo>
                    <a:pt x="24" y="510"/>
                  </a:lnTo>
                  <a:lnTo>
                    <a:pt x="18" y="516"/>
                  </a:lnTo>
                  <a:lnTo>
                    <a:pt x="18" y="582"/>
                  </a:lnTo>
                  <a:lnTo>
                    <a:pt x="6" y="594"/>
                  </a:lnTo>
                  <a:lnTo>
                    <a:pt x="6" y="606"/>
                  </a:lnTo>
                  <a:lnTo>
                    <a:pt x="18" y="630"/>
                  </a:lnTo>
                  <a:lnTo>
                    <a:pt x="30" y="666"/>
                  </a:lnTo>
                  <a:lnTo>
                    <a:pt x="36" y="678"/>
                  </a:lnTo>
                  <a:lnTo>
                    <a:pt x="36" y="684"/>
                  </a:lnTo>
                  <a:lnTo>
                    <a:pt x="12" y="684"/>
                  </a:lnTo>
                  <a:lnTo>
                    <a:pt x="18" y="738"/>
                  </a:lnTo>
                  <a:lnTo>
                    <a:pt x="6" y="744"/>
                  </a:lnTo>
                  <a:lnTo>
                    <a:pt x="0" y="744"/>
                  </a:lnTo>
                  <a:lnTo>
                    <a:pt x="0" y="768"/>
                  </a:lnTo>
                  <a:lnTo>
                    <a:pt x="6" y="774"/>
                  </a:lnTo>
                  <a:lnTo>
                    <a:pt x="6" y="780"/>
                  </a:lnTo>
                  <a:lnTo>
                    <a:pt x="18" y="786"/>
                  </a:lnTo>
                  <a:lnTo>
                    <a:pt x="36" y="804"/>
                  </a:lnTo>
                  <a:lnTo>
                    <a:pt x="36" y="816"/>
                  </a:lnTo>
                  <a:lnTo>
                    <a:pt x="30" y="822"/>
                  </a:lnTo>
                  <a:lnTo>
                    <a:pt x="30" y="828"/>
                  </a:lnTo>
                  <a:lnTo>
                    <a:pt x="48" y="846"/>
                  </a:lnTo>
                  <a:lnTo>
                    <a:pt x="60" y="876"/>
                  </a:lnTo>
                  <a:lnTo>
                    <a:pt x="66" y="888"/>
                  </a:lnTo>
                  <a:lnTo>
                    <a:pt x="60" y="894"/>
                  </a:lnTo>
                  <a:lnTo>
                    <a:pt x="60" y="906"/>
                  </a:lnTo>
                  <a:lnTo>
                    <a:pt x="72" y="918"/>
                  </a:lnTo>
                  <a:lnTo>
                    <a:pt x="96" y="918"/>
                  </a:lnTo>
                  <a:lnTo>
                    <a:pt x="102" y="960"/>
                  </a:lnTo>
                  <a:lnTo>
                    <a:pt x="108" y="972"/>
                  </a:lnTo>
                  <a:lnTo>
                    <a:pt x="114" y="978"/>
                  </a:lnTo>
                  <a:lnTo>
                    <a:pt x="120" y="990"/>
                  </a:lnTo>
                  <a:lnTo>
                    <a:pt x="120" y="996"/>
                  </a:lnTo>
                  <a:lnTo>
                    <a:pt x="102" y="1014"/>
                  </a:lnTo>
                  <a:lnTo>
                    <a:pt x="102" y="1038"/>
                  </a:lnTo>
                  <a:lnTo>
                    <a:pt x="96" y="1056"/>
                  </a:lnTo>
                  <a:lnTo>
                    <a:pt x="96" y="1086"/>
                  </a:lnTo>
                  <a:lnTo>
                    <a:pt x="84" y="1086"/>
                  </a:lnTo>
                  <a:lnTo>
                    <a:pt x="90" y="1092"/>
                  </a:lnTo>
                  <a:lnTo>
                    <a:pt x="96" y="1104"/>
                  </a:lnTo>
                  <a:lnTo>
                    <a:pt x="102" y="1110"/>
                  </a:lnTo>
                  <a:lnTo>
                    <a:pt x="108" y="1122"/>
                  </a:lnTo>
                  <a:lnTo>
                    <a:pt x="114" y="1128"/>
                  </a:lnTo>
                  <a:lnTo>
                    <a:pt x="114" y="1140"/>
                  </a:lnTo>
                  <a:lnTo>
                    <a:pt x="108" y="1152"/>
                  </a:lnTo>
                  <a:lnTo>
                    <a:pt x="108" y="1158"/>
                  </a:lnTo>
                  <a:lnTo>
                    <a:pt x="102" y="1176"/>
                  </a:lnTo>
                  <a:lnTo>
                    <a:pt x="78" y="1182"/>
                  </a:lnTo>
                  <a:lnTo>
                    <a:pt x="78" y="1188"/>
                  </a:lnTo>
                  <a:lnTo>
                    <a:pt x="84" y="1194"/>
                  </a:lnTo>
                  <a:lnTo>
                    <a:pt x="84" y="1206"/>
                  </a:lnTo>
                  <a:lnTo>
                    <a:pt x="90" y="1224"/>
                  </a:lnTo>
                  <a:lnTo>
                    <a:pt x="96" y="1236"/>
                  </a:lnTo>
                  <a:lnTo>
                    <a:pt x="96" y="1284"/>
                  </a:lnTo>
                  <a:lnTo>
                    <a:pt x="126" y="1308"/>
                  </a:lnTo>
                  <a:lnTo>
                    <a:pt x="126" y="1326"/>
                  </a:lnTo>
                  <a:lnTo>
                    <a:pt x="132" y="1326"/>
                  </a:lnTo>
                  <a:lnTo>
                    <a:pt x="150" y="1344"/>
                  </a:lnTo>
                  <a:lnTo>
                    <a:pt x="150" y="1350"/>
                  </a:lnTo>
                  <a:lnTo>
                    <a:pt x="144" y="1362"/>
                  </a:lnTo>
                  <a:lnTo>
                    <a:pt x="132" y="1368"/>
                  </a:lnTo>
                  <a:lnTo>
                    <a:pt x="126" y="1374"/>
                  </a:lnTo>
                  <a:lnTo>
                    <a:pt x="120" y="1374"/>
                  </a:lnTo>
                  <a:lnTo>
                    <a:pt x="132" y="1416"/>
                  </a:lnTo>
                  <a:lnTo>
                    <a:pt x="114" y="1428"/>
                  </a:lnTo>
                  <a:lnTo>
                    <a:pt x="132" y="1446"/>
                  </a:lnTo>
                  <a:lnTo>
                    <a:pt x="132" y="1452"/>
                  </a:lnTo>
                  <a:lnTo>
                    <a:pt x="126" y="1464"/>
                  </a:lnTo>
                  <a:lnTo>
                    <a:pt x="126" y="1470"/>
                  </a:lnTo>
                  <a:lnTo>
                    <a:pt x="144" y="1482"/>
                  </a:lnTo>
                  <a:lnTo>
                    <a:pt x="144" y="1494"/>
                  </a:lnTo>
                  <a:lnTo>
                    <a:pt x="138" y="1500"/>
                  </a:lnTo>
                  <a:lnTo>
                    <a:pt x="138" y="1530"/>
                  </a:lnTo>
                  <a:lnTo>
                    <a:pt x="144" y="1536"/>
                  </a:lnTo>
                  <a:lnTo>
                    <a:pt x="150" y="1548"/>
                  </a:lnTo>
                  <a:lnTo>
                    <a:pt x="150" y="1572"/>
                  </a:lnTo>
                  <a:lnTo>
                    <a:pt x="156" y="1584"/>
                  </a:lnTo>
                  <a:lnTo>
                    <a:pt x="174" y="1602"/>
                  </a:lnTo>
                  <a:lnTo>
                    <a:pt x="186" y="1608"/>
                  </a:lnTo>
                  <a:lnTo>
                    <a:pt x="198" y="1620"/>
                  </a:lnTo>
                  <a:lnTo>
                    <a:pt x="192" y="1620"/>
                  </a:lnTo>
                  <a:lnTo>
                    <a:pt x="180" y="1626"/>
                  </a:lnTo>
                  <a:lnTo>
                    <a:pt x="174" y="1632"/>
                  </a:lnTo>
                  <a:lnTo>
                    <a:pt x="174" y="1644"/>
                  </a:lnTo>
                  <a:lnTo>
                    <a:pt x="180" y="1656"/>
                  </a:lnTo>
                  <a:lnTo>
                    <a:pt x="180" y="1674"/>
                  </a:lnTo>
                  <a:lnTo>
                    <a:pt x="186" y="1686"/>
                  </a:lnTo>
                  <a:lnTo>
                    <a:pt x="186" y="1698"/>
                  </a:lnTo>
                  <a:lnTo>
                    <a:pt x="192" y="1704"/>
                  </a:lnTo>
                  <a:lnTo>
                    <a:pt x="216" y="1716"/>
                  </a:lnTo>
                  <a:lnTo>
                    <a:pt x="210" y="1746"/>
                  </a:lnTo>
                  <a:lnTo>
                    <a:pt x="216" y="1746"/>
                  </a:lnTo>
                  <a:lnTo>
                    <a:pt x="228" y="1752"/>
                  </a:lnTo>
                  <a:lnTo>
                    <a:pt x="234" y="1758"/>
                  </a:lnTo>
                  <a:lnTo>
                    <a:pt x="234" y="1764"/>
                  </a:lnTo>
                  <a:lnTo>
                    <a:pt x="240" y="1776"/>
                  </a:lnTo>
                  <a:lnTo>
                    <a:pt x="240" y="1806"/>
                  </a:lnTo>
                  <a:lnTo>
                    <a:pt x="252" y="1818"/>
                  </a:lnTo>
                  <a:lnTo>
                    <a:pt x="282" y="1818"/>
                  </a:lnTo>
                  <a:lnTo>
                    <a:pt x="294" y="1824"/>
                  </a:lnTo>
                  <a:lnTo>
                    <a:pt x="294" y="1830"/>
                  </a:lnTo>
                  <a:lnTo>
                    <a:pt x="288" y="1836"/>
                  </a:lnTo>
                  <a:lnTo>
                    <a:pt x="276" y="1836"/>
                  </a:lnTo>
                  <a:lnTo>
                    <a:pt x="264" y="1842"/>
                  </a:lnTo>
                  <a:lnTo>
                    <a:pt x="246" y="1842"/>
                  </a:lnTo>
                  <a:lnTo>
                    <a:pt x="252" y="1848"/>
                  </a:lnTo>
                  <a:lnTo>
                    <a:pt x="258" y="1848"/>
                  </a:lnTo>
                  <a:lnTo>
                    <a:pt x="270" y="1854"/>
                  </a:lnTo>
                  <a:lnTo>
                    <a:pt x="276" y="1860"/>
                  </a:lnTo>
                  <a:lnTo>
                    <a:pt x="288" y="1860"/>
                  </a:lnTo>
                  <a:lnTo>
                    <a:pt x="312" y="1884"/>
                  </a:lnTo>
                  <a:lnTo>
                    <a:pt x="306" y="1890"/>
                  </a:lnTo>
                  <a:lnTo>
                    <a:pt x="300" y="1902"/>
                  </a:lnTo>
                  <a:lnTo>
                    <a:pt x="288" y="1914"/>
                  </a:lnTo>
                  <a:lnTo>
                    <a:pt x="312" y="1932"/>
                  </a:lnTo>
                  <a:lnTo>
                    <a:pt x="306" y="1956"/>
                  </a:lnTo>
                  <a:lnTo>
                    <a:pt x="330" y="1980"/>
                  </a:lnTo>
                  <a:lnTo>
                    <a:pt x="324" y="2016"/>
                  </a:lnTo>
                  <a:lnTo>
                    <a:pt x="336" y="2040"/>
                  </a:lnTo>
                  <a:lnTo>
                    <a:pt x="324" y="2046"/>
                  </a:lnTo>
                  <a:lnTo>
                    <a:pt x="318" y="2088"/>
                  </a:lnTo>
                  <a:lnTo>
                    <a:pt x="324" y="2088"/>
                  </a:lnTo>
                  <a:lnTo>
                    <a:pt x="348" y="2112"/>
                  </a:lnTo>
                  <a:lnTo>
                    <a:pt x="348" y="2118"/>
                  </a:lnTo>
                  <a:lnTo>
                    <a:pt x="342" y="2118"/>
                  </a:lnTo>
                  <a:lnTo>
                    <a:pt x="330" y="2124"/>
                  </a:lnTo>
                  <a:lnTo>
                    <a:pt x="324" y="2130"/>
                  </a:lnTo>
                  <a:lnTo>
                    <a:pt x="348" y="2154"/>
                  </a:lnTo>
                  <a:lnTo>
                    <a:pt x="348" y="2160"/>
                  </a:lnTo>
                  <a:lnTo>
                    <a:pt x="342" y="2166"/>
                  </a:lnTo>
                  <a:lnTo>
                    <a:pt x="336" y="2166"/>
                  </a:lnTo>
                  <a:lnTo>
                    <a:pt x="330" y="2172"/>
                  </a:lnTo>
                  <a:lnTo>
                    <a:pt x="324" y="2172"/>
                  </a:lnTo>
                  <a:lnTo>
                    <a:pt x="324" y="2196"/>
                  </a:lnTo>
                  <a:lnTo>
                    <a:pt x="312" y="2202"/>
                  </a:lnTo>
                  <a:lnTo>
                    <a:pt x="312" y="2214"/>
                  </a:lnTo>
                  <a:lnTo>
                    <a:pt x="318" y="2226"/>
                  </a:lnTo>
                  <a:lnTo>
                    <a:pt x="324" y="2232"/>
                  </a:lnTo>
                  <a:lnTo>
                    <a:pt x="324" y="2268"/>
                  </a:lnTo>
                  <a:lnTo>
                    <a:pt x="354" y="2274"/>
                  </a:lnTo>
                  <a:lnTo>
                    <a:pt x="354" y="2280"/>
                  </a:lnTo>
                  <a:lnTo>
                    <a:pt x="360" y="2286"/>
                  </a:lnTo>
                  <a:lnTo>
                    <a:pt x="360" y="2298"/>
                  </a:lnTo>
                  <a:lnTo>
                    <a:pt x="366" y="2304"/>
                  </a:lnTo>
                  <a:lnTo>
                    <a:pt x="378" y="2310"/>
                  </a:lnTo>
                  <a:lnTo>
                    <a:pt x="384" y="2310"/>
                  </a:lnTo>
                  <a:lnTo>
                    <a:pt x="396" y="2298"/>
                  </a:lnTo>
                  <a:lnTo>
                    <a:pt x="414" y="2298"/>
                  </a:lnTo>
                  <a:lnTo>
                    <a:pt x="426" y="2304"/>
                  </a:lnTo>
                  <a:lnTo>
                    <a:pt x="438" y="2316"/>
                  </a:lnTo>
                  <a:lnTo>
                    <a:pt x="438" y="2340"/>
                  </a:lnTo>
                  <a:lnTo>
                    <a:pt x="456" y="2364"/>
                  </a:lnTo>
                  <a:lnTo>
                    <a:pt x="468" y="2382"/>
                  </a:lnTo>
                  <a:lnTo>
                    <a:pt x="504" y="2400"/>
                  </a:lnTo>
                  <a:lnTo>
                    <a:pt x="522" y="2418"/>
                  </a:lnTo>
                  <a:lnTo>
                    <a:pt x="534" y="2418"/>
                  </a:lnTo>
                  <a:lnTo>
                    <a:pt x="546" y="2412"/>
                  </a:lnTo>
                  <a:lnTo>
                    <a:pt x="642" y="2412"/>
                  </a:lnTo>
                  <a:lnTo>
                    <a:pt x="666" y="2430"/>
                  </a:lnTo>
                  <a:lnTo>
                    <a:pt x="660" y="2442"/>
                  </a:lnTo>
                  <a:lnTo>
                    <a:pt x="666" y="2424"/>
                  </a:lnTo>
                  <a:lnTo>
                    <a:pt x="672" y="2418"/>
                  </a:lnTo>
                  <a:lnTo>
                    <a:pt x="684" y="2418"/>
                  </a:lnTo>
                  <a:lnTo>
                    <a:pt x="690" y="2424"/>
                  </a:lnTo>
                  <a:lnTo>
                    <a:pt x="702" y="2424"/>
                  </a:lnTo>
                  <a:lnTo>
                    <a:pt x="714" y="2430"/>
                  </a:lnTo>
                  <a:lnTo>
                    <a:pt x="720" y="2436"/>
                  </a:lnTo>
                  <a:lnTo>
                    <a:pt x="678" y="2382"/>
                  </a:lnTo>
                  <a:lnTo>
                    <a:pt x="660" y="2382"/>
                  </a:lnTo>
                  <a:lnTo>
                    <a:pt x="666" y="2370"/>
                  </a:lnTo>
                  <a:lnTo>
                    <a:pt x="630" y="2340"/>
                  </a:lnTo>
                  <a:lnTo>
                    <a:pt x="630" y="2310"/>
                  </a:lnTo>
                  <a:lnTo>
                    <a:pt x="618" y="2298"/>
                  </a:lnTo>
                  <a:lnTo>
                    <a:pt x="624" y="2286"/>
                  </a:lnTo>
                  <a:lnTo>
                    <a:pt x="630" y="2286"/>
                  </a:lnTo>
                  <a:lnTo>
                    <a:pt x="642" y="2274"/>
                  </a:lnTo>
                  <a:lnTo>
                    <a:pt x="642" y="2268"/>
                  </a:lnTo>
                  <a:lnTo>
                    <a:pt x="636" y="2268"/>
                  </a:lnTo>
                  <a:lnTo>
                    <a:pt x="624" y="2262"/>
                  </a:lnTo>
                  <a:lnTo>
                    <a:pt x="606" y="2262"/>
                  </a:lnTo>
                  <a:lnTo>
                    <a:pt x="618" y="2250"/>
                  </a:lnTo>
                  <a:lnTo>
                    <a:pt x="618" y="2232"/>
                  </a:lnTo>
                  <a:lnTo>
                    <a:pt x="636" y="2256"/>
                  </a:lnTo>
                  <a:lnTo>
                    <a:pt x="648" y="2262"/>
                  </a:lnTo>
                  <a:lnTo>
                    <a:pt x="666" y="2262"/>
                  </a:lnTo>
                  <a:lnTo>
                    <a:pt x="672" y="2256"/>
                  </a:lnTo>
                  <a:lnTo>
                    <a:pt x="678" y="2244"/>
                  </a:lnTo>
                  <a:lnTo>
                    <a:pt x="678" y="2226"/>
                  </a:lnTo>
                  <a:lnTo>
                    <a:pt x="672" y="2208"/>
                  </a:lnTo>
                  <a:lnTo>
                    <a:pt x="666" y="2196"/>
                  </a:lnTo>
                  <a:lnTo>
                    <a:pt x="666" y="2178"/>
                  </a:lnTo>
                  <a:lnTo>
                    <a:pt x="678" y="2154"/>
                  </a:lnTo>
                  <a:lnTo>
                    <a:pt x="690" y="2142"/>
                  </a:lnTo>
                  <a:lnTo>
                    <a:pt x="708" y="2130"/>
                  </a:lnTo>
                  <a:lnTo>
                    <a:pt x="738" y="2100"/>
                  </a:lnTo>
                  <a:lnTo>
                    <a:pt x="726" y="2088"/>
                  </a:lnTo>
                  <a:lnTo>
                    <a:pt x="702" y="2088"/>
                  </a:lnTo>
                  <a:lnTo>
                    <a:pt x="726" y="2082"/>
                  </a:lnTo>
                  <a:lnTo>
                    <a:pt x="726" y="2064"/>
                  </a:lnTo>
                  <a:lnTo>
                    <a:pt x="714" y="2040"/>
                  </a:lnTo>
                  <a:lnTo>
                    <a:pt x="708" y="2034"/>
                  </a:lnTo>
                  <a:lnTo>
                    <a:pt x="696" y="2028"/>
                  </a:lnTo>
                  <a:lnTo>
                    <a:pt x="690" y="2028"/>
                  </a:lnTo>
                  <a:lnTo>
                    <a:pt x="684" y="2034"/>
                  </a:lnTo>
                  <a:lnTo>
                    <a:pt x="672" y="2016"/>
                  </a:lnTo>
                  <a:lnTo>
                    <a:pt x="642" y="2016"/>
                  </a:lnTo>
                  <a:lnTo>
                    <a:pt x="636" y="2010"/>
                  </a:lnTo>
                  <a:lnTo>
                    <a:pt x="624" y="2004"/>
                  </a:lnTo>
                  <a:lnTo>
                    <a:pt x="606" y="1992"/>
                  </a:lnTo>
                  <a:lnTo>
                    <a:pt x="582" y="1968"/>
                  </a:lnTo>
                  <a:lnTo>
                    <a:pt x="570" y="1950"/>
                  </a:lnTo>
                  <a:lnTo>
                    <a:pt x="564" y="1938"/>
                  </a:lnTo>
                  <a:lnTo>
                    <a:pt x="564" y="1926"/>
                  </a:lnTo>
                  <a:lnTo>
                    <a:pt x="570" y="1914"/>
                  </a:lnTo>
                  <a:lnTo>
                    <a:pt x="570" y="1908"/>
                  </a:lnTo>
                  <a:lnTo>
                    <a:pt x="576" y="1908"/>
                  </a:lnTo>
                  <a:lnTo>
                    <a:pt x="582" y="1902"/>
                  </a:lnTo>
                  <a:lnTo>
                    <a:pt x="594" y="1878"/>
                  </a:lnTo>
                  <a:lnTo>
                    <a:pt x="606" y="1878"/>
                  </a:lnTo>
                  <a:lnTo>
                    <a:pt x="612" y="1860"/>
                  </a:lnTo>
                  <a:lnTo>
                    <a:pt x="666" y="1860"/>
                  </a:lnTo>
                  <a:lnTo>
                    <a:pt x="654" y="1848"/>
                  </a:lnTo>
                  <a:lnTo>
                    <a:pt x="654" y="1824"/>
                  </a:lnTo>
                  <a:lnTo>
                    <a:pt x="666" y="1824"/>
                  </a:lnTo>
                  <a:lnTo>
                    <a:pt x="666" y="1794"/>
                  </a:lnTo>
                  <a:lnTo>
                    <a:pt x="660" y="1788"/>
                  </a:lnTo>
                  <a:lnTo>
                    <a:pt x="654" y="1776"/>
                  </a:lnTo>
                  <a:lnTo>
                    <a:pt x="642" y="1764"/>
                  </a:lnTo>
                  <a:lnTo>
                    <a:pt x="642" y="1746"/>
                  </a:lnTo>
                  <a:lnTo>
                    <a:pt x="648" y="1728"/>
                  </a:lnTo>
                  <a:lnTo>
                    <a:pt x="654" y="1716"/>
                  </a:lnTo>
                  <a:lnTo>
                    <a:pt x="666" y="1710"/>
                  </a:lnTo>
                  <a:lnTo>
                    <a:pt x="672" y="1704"/>
                  </a:lnTo>
                  <a:lnTo>
                    <a:pt x="684" y="1704"/>
                  </a:lnTo>
                  <a:lnTo>
                    <a:pt x="684" y="1692"/>
                  </a:lnTo>
                  <a:lnTo>
                    <a:pt x="660" y="1692"/>
                  </a:lnTo>
                  <a:lnTo>
                    <a:pt x="648" y="1686"/>
                  </a:lnTo>
                  <a:lnTo>
                    <a:pt x="642" y="1680"/>
                  </a:lnTo>
                  <a:lnTo>
                    <a:pt x="642" y="1674"/>
                  </a:lnTo>
                  <a:lnTo>
                    <a:pt x="654" y="1668"/>
                  </a:lnTo>
                  <a:lnTo>
                    <a:pt x="666" y="1668"/>
                  </a:lnTo>
                  <a:lnTo>
                    <a:pt x="702" y="1686"/>
                  </a:lnTo>
                  <a:lnTo>
                    <a:pt x="708" y="1692"/>
                  </a:lnTo>
                  <a:lnTo>
                    <a:pt x="714" y="1692"/>
                  </a:lnTo>
                  <a:lnTo>
                    <a:pt x="720" y="1686"/>
                  </a:lnTo>
                  <a:lnTo>
                    <a:pt x="732" y="1680"/>
                  </a:lnTo>
                  <a:lnTo>
                    <a:pt x="732" y="1656"/>
                  </a:lnTo>
                  <a:lnTo>
                    <a:pt x="726" y="1644"/>
                  </a:lnTo>
                  <a:lnTo>
                    <a:pt x="708" y="1626"/>
                  </a:lnTo>
                  <a:lnTo>
                    <a:pt x="696" y="1626"/>
                  </a:lnTo>
                  <a:lnTo>
                    <a:pt x="690" y="1632"/>
                  </a:lnTo>
                  <a:lnTo>
                    <a:pt x="690" y="1650"/>
                  </a:lnTo>
                  <a:lnTo>
                    <a:pt x="684" y="1656"/>
                  </a:lnTo>
                  <a:lnTo>
                    <a:pt x="666" y="1656"/>
                  </a:lnTo>
                  <a:lnTo>
                    <a:pt x="654" y="1650"/>
                  </a:lnTo>
                  <a:lnTo>
                    <a:pt x="648" y="1644"/>
                  </a:lnTo>
                  <a:lnTo>
                    <a:pt x="648" y="1638"/>
                  </a:lnTo>
                  <a:lnTo>
                    <a:pt x="612" y="1638"/>
                  </a:lnTo>
                  <a:lnTo>
                    <a:pt x="606" y="1632"/>
                  </a:lnTo>
                  <a:lnTo>
                    <a:pt x="606" y="1572"/>
                  </a:lnTo>
                  <a:lnTo>
                    <a:pt x="600" y="1566"/>
                  </a:lnTo>
                  <a:lnTo>
                    <a:pt x="594" y="1554"/>
                  </a:lnTo>
                  <a:lnTo>
                    <a:pt x="588" y="1536"/>
                  </a:lnTo>
                  <a:lnTo>
                    <a:pt x="588" y="1524"/>
                  </a:lnTo>
                  <a:lnTo>
                    <a:pt x="594" y="1518"/>
                  </a:lnTo>
                  <a:lnTo>
                    <a:pt x="600" y="1518"/>
                  </a:lnTo>
                  <a:lnTo>
                    <a:pt x="606" y="1524"/>
                  </a:lnTo>
                  <a:lnTo>
                    <a:pt x="618" y="1524"/>
                  </a:lnTo>
                  <a:lnTo>
                    <a:pt x="624" y="1530"/>
                  </a:lnTo>
                  <a:lnTo>
                    <a:pt x="636" y="1536"/>
                  </a:lnTo>
                  <a:lnTo>
                    <a:pt x="672" y="1548"/>
                  </a:lnTo>
                  <a:lnTo>
                    <a:pt x="690" y="1560"/>
                  </a:lnTo>
                  <a:lnTo>
                    <a:pt x="708" y="1560"/>
                  </a:lnTo>
                  <a:lnTo>
                    <a:pt x="726" y="1554"/>
                  </a:lnTo>
                  <a:lnTo>
                    <a:pt x="738" y="1542"/>
                  </a:lnTo>
                  <a:lnTo>
                    <a:pt x="750" y="1536"/>
                  </a:lnTo>
                  <a:lnTo>
                    <a:pt x="768" y="1530"/>
                  </a:lnTo>
                  <a:lnTo>
                    <a:pt x="774" y="1524"/>
                  </a:lnTo>
                  <a:lnTo>
                    <a:pt x="774" y="1512"/>
                  </a:lnTo>
                  <a:lnTo>
                    <a:pt x="762" y="1506"/>
                  </a:lnTo>
                  <a:lnTo>
                    <a:pt x="750" y="1494"/>
                  </a:lnTo>
                  <a:lnTo>
                    <a:pt x="738" y="1488"/>
                  </a:lnTo>
                  <a:lnTo>
                    <a:pt x="738" y="1464"/>
                  </a:lnTo>
                  <a:lnTo>
                    <a:pt x="744" y="1452"/>
                  </a:lnTo>
                  <a:lnTo>
                    <a:pt x="750" y="1446"/>
                  </a:lnTo>
                  <a:lnTo>
                    <a:pt x="750" y="1434"/>
                  </a:lnTo>
                  <a:lnTo>
                    <a:pt x="756" y="1422"/>
                  </a:lnTo>
                  <a:lnTo>
                    <a:pt x="744" y="1410"/>
                  </a:lnTo>
                  <a:lnTo>
                    <a:pt x="726" y="1410"/>
                  </a:lnTo>
                  <a:lnTo>
                    <a:pt x="720" y="1386"/>
                  </a:lnTo>
                  <a:lnTo>
                    <a:pt x="714" y="1380"/>
                  </a:lnTo>
                  <a:lnTo>
                    <a:pt x="714" y="1368"/>
                  </a:lnTo>
                  <a:lnTo>
                    <a:pt x="720" y="1362"/>
                  </a:lnTo>
                  <a:lnTo>
                    <a:pt x="726" y="1362"/>
                  </a:lnTo>
                  <a:lnTo>
                    <a:pt x="732" y="1374"/>
                  </a:lnTo>
                  <a:lnTo>
                    <a:pt x="738" y="1380"/>
                  </a:lnTo>
                  <a:lnTo>
                    <a:pt x="738" y="1386"/>
                  </a:lnTo>
                  <a:lnTo>
                    <a:pt x="744" y="1398"/>
                  </a:lnTo>
                  <a:lnTo>
                    <a:pt x="756" y="1398"/>
                  </a:lnTo>
                  <a:lnTo>
                    <a:pt x="750" y="1380"/>
                  </a:lnTo>
                  <a:lnTo>
                    <a:pt x="828" y="1386"/>
                  </a:lnTo>
                  <a:lnTo>
                    <a:pt x="834" y="1380"/>
                  </a:lnTo>
                  <a:lnTo>
                    <a:pt x="840" y="1380"/>
                  </a:lnTo>
                  <a:lnTo>
                    <a:pt x="846" y="1374"/>
                  </a:lnTo>
                  <a:lnTo>
                    <a:pt x="864" y="1368"/>
                  </a:lnTo>
                  <a:lnTo>
                    <a:pt x="894" y="1362"/>
                  </a:lnTo>
                  <a:lnTo>
                    <a:pt x="930" y="1350"/>
                  </a:lnTo>
                  <a:lnTo>
                    <a:pt x="972" y="1338"/>
                  </a:lnTo>
                  <a:lnTo>
                    <a:pt x="1002" y="1326"/>
                  </a:lnTo>
                  <a:lnTo>
                    <a:pt x="1014" y="1320"/>
                  </a:lnTo>
                  <a:lnTo>
                    <a:pt x="1014" y="1284"/>
                  </a:lnTo>
                  <a:lnTo>
                    <a:pt x="1032" y="1272"/>
                  </a:lnTo>
                  <a:lnTo>
                    <a:pt x="1044" y="1218"/>
                  </a:lnTo>
                  <a:lnTo>
                    <a:pt x="1038" y="1194"/>
                  </a:lnTo>
                  <a:lnTo>
                    <a:pt x="1038" y="1170"/>
                  </a:lnTo>
                  <a:lnTo>
                    <a:pt x="1032" y="1170"/>
                  </a:lnTo>
                  <a:lnTo>
                    <a:pt x="1026" y="1164"/>
                  </a:lnTo>
                  <a:lnTo>
                    <a:pt x="1002" y="1152"/>
                  </a:lnTo>
                  <a:lnTo>
                    <a:pt x="990" y="1152"/>
                  </a:lnTo>
                  <a:lnTo>
                    <a:pt x="984" y="1146"/>
                  </a:lnTo>
                  <a:lnTo>
                    <a:pt x="978" y="1146"/>
                  </a:lnTo>
                  <a:lnTo>
                    <a:pt x="972" y="1140"/>
                  </a:lnTo>
                  <a:lnTo>
                    <a:pt x="990" y="1122"/>
                  </a:lnTo>
                  <a:lnTo>
                    <a:pt x="990" y="1092"/>
                  </a:lnTo>
                  <a:lnTo>
                    <a:pt x="984" y="1080"/>
                  </a:lnTo>
                  <a:lnTo>
                    <a:pt x="978" y="1074"/>
                  </a:lnTo>
                  <a:lnTo>
                    <a:pt x="954" y="1062"/>
                  </a:lnTo>
                  <a:lnTo>
                    <a:pt x="918" y="1050"/>
                  </a:lnTo>
                  <a:lnTo>
                    <a:pt x="906" y="1044"/>
                  </a:lnTo>
                  <a:lnTo>
                    <a:pt x="888" y="1032"/>
                  </a:lnTo>
                  <a:lnTo>
                    <a:pt x="876" y="1020"/>
                  </a:lnTo>
                  <a:lnTo>
                    <a:pt x="876" y="1002"/>
                  </a:lnTo>
                  <a:lnTo>
                    <a:pt x="882" y="990"/>
                  </a:lnTo>
                  <a:lnTo>
                    <a:pt x="888" y="990"/>
                  </a:lnTo>
                  <a:lnTo>
                    <a:pt x="888" y="984"/>
                  </a:lnTo>
                  <a:lnTo>
                    <a:pt x="858" y="948"/>
                  </a:lnTo>
                  <a:lnTo>
                    <a:pt x="858" y="900"/>
                  </a:lnTo>
                  <a:lnTo>
                    <a:pt x="882" y="900"/>
                  </a:lnTo>
                  <a:lnTo>
                    <a:pt x="888" y="894"/>
                  </a:lnTo>
                  <a:lnTo>
                    <a:pt x="894" y="894"/>
                  </a:lnTo>
                  <a:lnTo>
                    <a:pt x="894" y="888"/>
                  </a:lnTo>
                  <a:lnTo>
                    <a:pt x="888" y="876"/>
                  </a:lnTo>
                  <a:lnTo>
                    <a:pt x="876" y="870"/>
                  </a:lnTo>
                  <a:lnTo>
                    <a:pt x="870" y="858"/>
                  </a:lnTo>
                  <a:lnTo>
                    <a:pt x="864" y="852"/>
                  </a:lnTo>
                  <a:lnTo>
                    <a:pt x="876" y="834"/>
                  </a:lnTo>
                  <a:lnTo>
                    <a:pt x="864" y="822"/>
                  </a:lnTo>
                  <a:lnTo>
                    <a:pt x="858" y="810"/>
                  </a:lnTo>
                  <a:lnTo>
                    <a:pt x="852" y="804"/>
                  </a:lnTo>
                  <a:lnTo>
                    <a:pt x="864" y="792"/>
                  </a:lnTo>
                  <a:lnTo>
                    <a:pt x="882" y="792"/>
                  </a:lnTo>
                  <a:lnTo>
                    <a:pt x="858" y="774"/>
                  </a:lnTo>
                  <a:lnTo>
                    <a:pt x="858" y="738"/>
                  </a:lnTo>
                  <a:lnTo>
                    <a:pt x="882" y="726"/>
                  </a:lnTo>
                  <a:lnTo>
                    <a:pt x="876" y="726"/>
                  </a:lnTo>
                  <a:lnTo>
                    <a:pt x="852" y="702"/>
                  </a:lnTo>
                  <a:lnTo>
                    <a:pt x="852" y="696"/>
                  </a:lnTo>
                  <a:lnTo>
                    <a:pt x="870" y="678"/>
                  </a:lnTo>
                  <a:lnTo>
                    <a:pt x="870" y="666"/>
                  </a:lnTo>
                  <a:lnTo>
                    <a:pt x="876" y="654"/>
                  </a:lnTo>
                  <a:lnTo>
                    <a:pt x="876" y="642"/>
                  </a:lnTo>
                  <a:lnTo>
                    <a:pt x="882" y="636"/>
                  </a:lnTo>
                  <a:lnTo>
                    <a:pt x="900" y="636"/>
                  </a:lnTo>
                  <a:lnTo>
                    <a:pt x="906" y="630"/>
                  </a:lnTo>
                  <a:lnTo>
                    <a:pt x="912" y="618"/>
                  </a:lnTo>
                  <a:lnTo>
                    <a:pt x="918" y="612"/>
                  </a:lnTo>
                  <a:lnTo>
                    <a:pt x="918" y="588"/>
                  </a:lnTo>
                  <a:lnTo>
                    <a:pt x="930" y="588"/>
                  </a:lnTo>
                  <a:lnTo>
                    <a:pt x="948" y="570"/>
                  </a:lnTo>
                  <a:lnTo>
                    <a:pt x="948" y="558"/>
                  </a:lnTo>
                  <a:lnTo>
                    <a:pt x="954" y="546"/>
                  </a:lnTo>
                  <a:lnTo>
                    <a:pt x="954" y="534"/>
                  </a:lnTo>
                  <a:close/>
                  <a:moveTo>
                    <a:pt x="930" y="1020"/>
                  </a:moveTo>
                  <a:lnTo>
                    <a:pt x="942" y="1020"/>
                  </a:lnTo>
                  <a:lnTo>
                    <a:pt x="930" y="1014"/>
                  </a:lnTo>
                  <a:lnTo>
                    <a:pt x="930" y="102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77" name="Angola" descr="© INSCALE GmbH, 05.05.2010&#10;http://www.presentationload.com/">
              <a:extLst>
                <a:ext uri="{FF2B5EF4-FFF2-40B4-BE49-F238E27FC236}">
                  <a16:creationId xmlns:a16="http://schemas.microsoft.com/office/drawing/2014/main" id="{0CF482B8-88D4-49F6-95E4-D8027598C2B7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4005979" y="3115030"/>
              <a:ext cx="293379" cy="363497"/>
            </a:xfrm>
            <a:custGeom>
              <a:avLst/>
              <a:gdLst>
                <a:gd name="T0" fmla="*/ 2147483647 w 888"/>
                <a:gd name="T1" fmla="*/ 2147483647 h 1104"/>
                <a:gd name="T2" fmla="*/ 2147483647 w 888"/>
                <a:gd name="T3" fmla="*/ 2147483647 h 1104"/>
                <a:gd name="T4" fmla="*/ 2147483647 w 888"/>
                <a:gd name="T5" fmla="*/ 2147483647 h 1104"/>
                <a:gd name="T6" fmla="*/ 2147483647 w 888"/>
                <a:gd name="T7" fmla="*/ 0 h 1104"/>
                <a:gd name="T8" fmla="*/ 2147483647 w 888"/>
                <a:gd name="T9" fmla="*/ 2147483647 h 1104"/>
                <a:gd name="T10" fmla="*/ 2147483647 w 888"/>
                <a:gd name="T11" fmla="*/ 2147483647 h 1104"/>
                <a:gd name="T12" fmla="*/ 2147483647 w 888"/>
                <a:gd name="T13" fmla="*/ 2147483647 h 1104"/>
                <a:gd name="T14" fmla="*/ 2147483647 w 888"/>
                <a:gd name="T15" fmla="*/ 2147483647 h 1104"/>
                <a:gd name="T16" fmla="*/ 2147483647 w 888"/>
                <a:gd name="T17" fmla="*/ 2147483647 h 1104"/>
                <a:gd name="T18" fmla="*/ 2147483647 w 888"/>
                <a:gd name="T19" fmla="*/ 2147483647 h 1104"/>
                <a:gd name="T20" fmla="*/ 2147483647 w 888"/>
                <a:gd name="T21" fmla="*/ 2147483647 h 1104"/>
                <a:gd name="T22" fmla="*/ 2147483647 w 888"/>
                <a:gd name="T23" fmla="*/ 2147483647 h 1104"/>
                <a:gd name="T24" fmla="*/ 2147483647 w 888"/>
                <a:gd name="T25" fmla="*/ 2147483647 h 1104"/>
                <a:gd name="T26" fmla="*/ 2147483647 w 888"/>
                <a:gd name="T27" fmla="*/ 2147483647 h 1104"/>
                <a:gd name="T28" fmla="*/ 2147483647 w 888"/>
                <a:gd name="T29" fmla="*/ 2147483647 h 1104"/>
                <a:gd name="T30" fmla="*/ 2147483647 w 888"/>
                <a:gd name="T31" fmla="*/ 2147483647 h 1104"/>
                <a:gd name="T32" fmla="*/ 2147483647 w 888"/>
                <a:gd name="T33" fmla="*/ 2147483647 h 1104"/>
                <a:gd name="T34" fmla="*/ 2147483647 w 888"/>
                <a:gd name="T35" fmla="*/ 2147483647 h 1104"/>
                <a:gd name="T36" fmla="*/ 2147483647 w 888"/>
                <a:gd name="T37" fmla="*/ 2147483647 h 1104"/>
                <a:gd name="T38" fmla="*/ 2147483647 w 888"/>
                <a:gd name="T39" fmla="*/ 2147483647 h 1104"/>
                <a:gd name="T40" fmla="*/ 2147483647 w 888"/>
                <a:gd name="T41" fmla="*/ 2147483647 h 1104"/>
                <a:gd name="T42" fmla="*/ 2147483647 w 888"/>
                <a:gd name="T43" fmla="*/ 2147483647 h 1104"/>
                <a:gd name="T44" fmla="*/ 2147483647 w 888"/>
                <a:gd name="T45" fmla="*/ 2147483647 h 1104"/>
                <a:gd name="T46" fmla="*/ 2147483647 w 888"/>
                <a:gd name="T47" fmla="*/ 2147483647 h 1104"/>
                <a:gd name="T48" fmla="*/ 2147483647 w 888"/>
                <a:gd name="T49" fmla="*/ 2147483647 h 1104"/>
                <a:gd name="T50" fmla="*/ 2147483647 w 888"/>
                <a:gd name="T51" fmla="*/ 2147483647 h 1104"/>
                <a:gd name="T52" fmla="*/ 2147483647 w 888"/>
                <a:gd name="T53" fmla="*/ 2147483647 h 1104"/>
                <a:gd name="T54" fmla="*/ 2147483647 w 888"/>
                <a:gd name="T55" fmla="*/ 2147483647 h 1104"/>
                <a:gd name="T56" fmla="*/ 2147483647 w 888"/>
                <a:gd name="T57" fmla="*/ 2147483647 h 1104"/>
                <a:gd name="T58" fmla="*/ 2147483647 w 888"/>
                <a:gd name="T59" fmla="*/ 2147483647 h 1104"/>
                <a:gd name="T60" fmla="*/ 2147483647 w 888"/>
                <a:gd name="T61" fmla="*/ 2147483647 h 1104"/>
                <a:gd name="T62" fmla="*/ 2147483647 w 888"/>
                <a:gd name="T63" fmla="*/ 2147483647 h 1104"/>
                <a:gd name="T64" fmla="*/ 2147483647 w 888"/>
                <a:gd name="T65" fmla="*/ 2147483647 h 1104"/>
                <a:gd name="T66" fmla="*/ 2147483647 w 888"/>
                <a:gd name="T67" fmla="*/ 2147483647 h 1104"/>
                <a:gd name="T68" fmla="*/ 2147483647 w 888"/>
                <a:gd name="T69" fmla="*/ 2147483647 h 1104"/>
                <a:gd name="T70" fmla="*/ 2147483647 w 888"/>
                <a:gd name="T71" fmla="*/ 2147483647 h 1104"/>
                <a:gd name="T72" fmla="*/ 2147483647 w 888"/>
                <a:gd name="T73" fmla="*/ 2147483647 h 1104"/>
                <a:gd name="T74" fmla="*/ 0 w 888"/>
                <a:gd name="T75" fmla="*/ 2147483647 h 1104"/>
                <a:gd name="T76" fmla="*/ 2147483647 w 888"/>
                <a:gd name="T77" fmla="*/ 2147483647 h 1104"/>
                <a:gd name="T78" fmla="*/ 2147483647 w 888"/>
                <a:gd name="T79" fmla="*/ 2147483647 h 1104"/>
                <a:gd name="T80" fmla="*/ 2147483647 w 888"/>
                <a:gd name="T81" fmla="*/ 2147483647 h 1104"/>
                <a:gd name="T82" fmla="*/ 2147483647 w 888"/>
                <a:gd name="T83" fmla="*/ 2147483647 h 1104"/>
                <a:gd name="T84" fmla="*/ 2147483647 w 888"/>
                <a:gd name="T85" fmla="*/ 2147483647 h 1104"/>
                <a:gd name="T86" fmla="*/ 2147483647 w 888"/>
                <a:gd name="T87" fmla="*/ 2147483647 h 1104"/>
                <a:gd name="T88" fmla="*/ 2147483647 w 888"/>
                <a:gd name="T89" fmla="*/ 2147483647 h 1104"/>
                <a:gd name="T90" fmla="*/ 2147483647 w 888"/>
                <a:gd name="T91" fmla="*/ 2147483647 h 1104"/>
                <a:gd name="T92" fmla="*/ 2147483647 w 888"/>
                <a:gd name="T93" fmla="*/ 2147483647 h 1104"/>
                <a:gd name="T94" fmla="*/ 2147483647 w 888"/>
                <a:gd name="T95" fmla="*/ 2147483647 h 110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888"/>
                <a:gd name="T145" fmla="*/ 0 h 1104"/>
                <a:gd name="T146" fmla="*/ 888 w 888"/>
                <a:gd name="T147" fmla="*/ 1104 h 110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888" h="1104">
                  <a:moveTo>
                    <a:pt x="42" y="114"/>
                  </a:moveTo>
                  <a:lnTo>
                    <a:pt x="42" y="120"/>
                  </a:lnTo>
                  <a:lnTo>
                    <a:pt x="48" y="120"/>
                  </a:lnTo>
                  <a:lnTo>
                    <a:pt x="54" y="114"/>
                  </a:lnTo>
                  <a:lnTo>
                    <a:pt x="66" y="108"/>
                  </a:lnTo>
                  <a:lnTo>
                    <a:pt x="72" y="102"/>
                  </a:lnTo>
                  <a:lnTo>
                    <a:pt x="72" y="96"/>
                  </a:lnTo>
                  <a:lnTo>
                    <a:pt x="66" y="84"/>
                  </a:lnTo>
                  <a:lnTo>
                    <a:pt x="66" y="78"/>
                  </a:lnTo>
                  <a:lnTo>
                    <a:pt x="60" y="66"/>
                  </a:lnTo>
                  <a:lnTo>
                    <a:pt x="96" y="36"/>
                  </a:lnTo>
                  <a:lnTo>
                    <a:pt x="102" y="24"/>
                  </a:lnTo>
                  <a:lnTo>
                    <a:pt x="102" y="18"/>
                  </a:lnTo>
                  <a:lnTo>
                    <a:pt x="96" y="12"/>
                  </a:lnTo>
                  <a:lnTo>
                    <a:pt x="96" y="6"/>
                  </a:lnTo>
                  <a:lnTo>
                    <a:pt x="90" y="0"/>
                  </a:lnTo>
                  <a:lnTo>
                    <a:pt x="84" y="6"/>
                  </a:lnTo>
                  <a:lnTo>
                    <a:pt x="72" y="12"/>
                  </a:lnTo>
                  <a:lnTo>
                    <a:pt x="66" y="18"/>
                  </a:lnTo>
                  <a:lnTo>
                    <a:pt x="54" y="24"/>
                  </a:lnTo>
                  <a:lnTo>
                    <a:pt x="54" y="42"/>
                  </a:lnTo>
                  <a:lnTo>
                    <a:pt x="36" y="42"/>
                  </a:lnTo>
                  <a:lnTo>
                    <a:pt x="36" y="60"/>
                  </a:lnTo>
                  <a:lnTo>
                    <a:pt x="42" y="114"/>
                  </a:lnTo>
                  <a:close/>
                  <a:moveTo>
                    <a:pt x="876" y="546"/>
                  </a:moveTo>
                  <a:lnTo>
                    <a:pt x="852" y="546"/>
                  </a:lnTo>
                  <a:lnTo>
                    <a:pt x="840" y="534"/>
                  </a:lnTo>
                  <a:lnTo>
                    <a:pt x="828" y="534"/>
                  </a:lnTo>
                  <a:lnTo>
                    <a:pt x="828" y="546"/>
                  </a:lnTo>
                  <a:lnTo>
                    <a:pt x="804" y="552"/>
                  </a:lnTo>
                  <a:lnTo>
                    <a:pt x="774" y="546"/>
                  </a:lnTo>
                  <a:lnTo>
                    <a:pt x="768" y="564"/>
                  </a:lnTo>
                  <a:lnTo>
                    <a:pt x="762" y="558"/>
                  </a:lnTo>
                  <a:lnTo>
                    <a:pt x="756" y="558"/>
                  </a:lnTo>
                  <a:lnTo>
                    <a:pt x="750" y="552"/>
                  </a:lnTo>
                  <a:lnTo>
                    <a:pt x="750" y="528"/>
                  </a:lnTo>
                  <a:lnTo>
                    <a:pt x="756" y="522"/>
                  </a:lnTo>
                  <a:lnTo>
                    <a:pt x="756" y="510"/>
                  </a:lnTo>
                  <a:lnTo>
                    <a:pt x="762" y="498"/>
                  </a:lnTo>
                  <a:lnTo>
                    <a:pt x="762" y="480"/>
                  </a:lnTo>
                  <a:lnTo>
                    <a:pt x="756" y="474"/>
                  </a:lnTo>
                  <a:lnTo>
                    <a:pt x="744" y="450"/>
                  </a:lnTo>
                  <a:lnTo>
                    <a:pt x="732" y="432"/>
                  </a:lnTo>
                  <a:lnTo>
                    <a:pt x="726" y="414"/>
                  </a:lnTo>
                  <a:lnTo>
                    <a:pt x="726" y="402"/>
                  </a:lnTo>
                  <a:lnTo>
                    <a:pt x="732" y="396"/>
                  </a:lnTo>
                  <a:lnTo>
                    <a:pt x="732" y="384"/>
                  </a:lnTo>
                  <a:lnTo>
                    <a:pt x="726" y="360"/>
                  </a:lnTo>
                  <a:lnTo>
                    <a:pt x="732" y="354"/>
                  </a:lnTo>
                  <a:lnTo>
                    <a:pt x="738" y="342"/>
                  </a:lnTo>
                  <a:lnTo>
                    <a:pt x="738" y="330"/>
                  </a:lnTo>
                  <a:lnTo>
                    <a:pt x="732" y="318"/>
                  </a:lnTo>
                  <a:lnTo>
                    <a:pt x="720" y="306"/>
                  </a:lnTo>
                  <a:lnTo>
                    <a:pt x="714" y="288"/>
                  </a:lnTo>
                  <a:lnTo>
                    <a:pt x="726" y="270"/>
                  </a:lnTo>
                  <a:lnTo>
                    <a:pt x="726" y="246"/>
                  </a:lnTo>
                  <a:lnTo>
                    <a:pt x="636" y="246"/>
                  </a:lnTo>
                  <a:lnTo>
                    <a:pt x="636" y="222"/>
                  </a:lnTo>
                  <a:lnTo>
                    <a:pt x="624" y="216"/>
                  </a:lnTo>
                  <a:lnTo>
                    <a:pt x="612" y="216"/>
                  </a:lnTo>
                  <a:lnTo>
                    <a:pt x="612" y="222"/>
                  </a:lnTo>
                  <a:lnTo>
                    <a:pt x="564" y="222"/>
                  </a:lnTo>
                  <a:lnTo>
                    <a:pt x="558" y="228"/>
                  </a:lnTo>
                  <a:lnTo>
                    <a:pt x="558" y="234"/>
                  </a:lnTo>
                  <a:lnTo>
                    <a:pt x="564" y="240"/>
                  </a:lnTo>
                  <a:lnTo>
                    <a:pt x="570" y="252"/>
                  </a:lnTo>
                  <a:lnTo>
                    <a:pt x="570" y="264"/>
                  </a:lnTo>
                  <a:lnTo>
                    <a:pt x="558" y="264"/>
                  </a:lnTo>
                  <a:lnTo>
                    <a:pt x="558" y="270"/>
                  </a:lnTo>
                  <a:lnTo>
                    <a:pt x="552" y="276"/>
                  </a:lnTo>
                  <a:lnTo>
                    <a:pt x="552" y="294"/>
                  </a:lnTo>
                  <a:lnTo>
                    <a:pt x="510" y="300"/>
                  </a:lnTo>
                  <a:lnTo>
                    <a:pt x="504" y="294"/>
                  </a:lnTo>
                  <a:lnTo>
                    <a:pt x="492" y="300"/>
                  </a:lnTo>
                  <a:lnTo>
                    <a:pt x="468" y="300"/>
                  </a:lnTo>
                  <a:lnTo>
                    <a:pt x="462" y="312"/>
                  </a:lnTo>
                  <a:lnTo>
                    <a:pt x="450" y="306"/>
                  </a:lnTo>
                  <a:lnTo>
                    <a:pt x="420" y="306"/>
                  </a:lnTo>
                  <a:lnTo>
                    <a:pt x="408" y="282"/>
                  </a:lnTo>
                  <a:lnTo>
                    <a:pt x="402" y="276"/>
                  </a:lnTo>
                  <a:lnTo>
                    <a:pt x="402" y="264"/>
                  </a:lnTo>
                  <a:lnTo>
                    <a:pt x="390" y="252"/>
                  </a:lnTo>
                  <a:lnTo>
                    <a:pt x="384" y="252"/>
                  </a:lnTo>
                  <a:lnTo>
                    <a:pt x="378" y="246"/>
                  </a:lnTo>
                  <a:lnTo>
                    <a:pt x="378" y="240"/>
                  </a:lnTo>
                  <a:lnTo>
                    <a:pt x="384" y="234"/>
                  </a:lnTo>
                  <a:lnTo>
                    <a:pt x="384" y="210"/>
                  </a:lnTo>
                  <a:lnTo>
                    <a:pt x="366" y="192"/>
                  </a:lnTo>
                  <a:lnTo>
                    <a:pt x="366" y="150"/>
                  </a:lnTo>
                  <a:lnTo>
                    <a:pt x="354" y="138"/>
                  </a:lnTo>
                  <a:lnTo>
                    <a:pt x="348" y="126"/>
                  </a:lnTo>
                  <a:lnTo>
                    <a:pt x="342" y="120"/>
                  </a:lnTo>
                  <a:lnTo>
                    <a:pt x="324" y="120"/>
                  </a:lnTo>
                  <a:lnTo>
                    <a:pt x="318" y="126"/>
                  </a:lnTo>
                  <a:lnTo>
                    <a:pt x="294" y="126"/>
                  </a:lnTo>
                  <a:lnTo>
                    <a:pt x="276" y="132"/>
                  </a:lnTo>
                  <a:lnTo>
                    <a:pt x="246" y="132"/>
                  </a:lnTo>
                  <a:lnTo>
                    <a:pt x="234" y="126"/>
                  </a:lnTo>
                  <a:lnTo>
                    <a:pt x="222" y="126"/>
                  </a:lnTo>
                  <a:lnTo>
                    <a:pt x="210" y="132"/>
                  </a:lnTo>
                  <a:lnTo>
                    <a:pt x="180" y="132"/>
                  </a:lnTo>
                  <a:lnTo>
                    <a:pt x="168" y="126"/>
                  </a:lnTo>
                  <a:lnTo>
                    <a:pt x="144" y="132"/>
                  </a:lnTo>
                  <a:lnTo>
                    <a:pt x="132" y="126"/>
                  </a:lnTo>
                  <a:lnTo>
                    <a:pt x="126" y="132"/>
                  </a:lnTo>
                  <a:lnTo>
                    <a:pt x="102" y="126"/>
                  </a:lnTo>
                  <a:lnTo>
                    <a:pt x="54" y="150"/>
                  </a:lnTo>
                  <a:lnTo>
                    <a:pt x="48" y="156"/>
                  </a:lnTo>
                  <a:lnTo>
                    <a:pt x="54" y="168"/>
                  </a:lnTo>
                  <a:lnTo>
                    <a:pt x="60" y="174"/>
                  </a:lnTo>
                  <a:lnTo>
                    <a:pt x="66" y="186"/>
                  </a:lnTo>
                  <a:lnTo>
                    <a:pt x="90" y="210"/>
                  </a:lnTo>
                  <a:lnTo>
                    <a:pt x="84" y="234"/>
                  </a:lnTo>
                  <a:lnTo>
                    <a:pt x="90" y="246"/>
                  </a:lnTo>
                  <a:lnTo>
                    <a:pt x="108" y="270"/>
                  </a:lnTo>
                  <a:lnTo>
                    <a:pt x="120" y="300"/>
                  </a:lnTo>
                  <a:lnTo>
                    <a:pt x="126" y="330"/>
                  </a:lnTo>
                  <a:lnTo>
                    <a:pt x="120" y="354"/>
                  </a:lnTo>
                  <a:lnTo>
                    <a:pt x="108" y="378"/>
                  </a:lnTo>
                  <a:lnTo>
                    <a:pt x="102" y="384"/>
                  </a:lnTo>
                  <a:lnTo>
                    <a:pt x="102" y="408"/>
                  </a:lnTo>
                  <a:lnTo>
                    <a:pt x="114" y="408"/>
                  </a:lnTo>
                  <a:lnTo>
                    <a:pt x="114" y="438"/>
                  </a:lnTo>
                  <a:lnTo>
                    <a:pt x="126" y="474"/>
                  </a:lnTo>
                  <a:lnTo>
                    <a:pt x="150" y="510"/>
                  </a:lnTo>
                  <a:lnTo>
                    <a:pt x="162" y="552"/>
                  </a:lnTo>
                  <a:lnTo>
                    <a:pt x="162" y="582"/>
                  </a:lnTo>
                  <a:lnTo>
                    <a:pt x="156" y="594"/>
                  </a:lnTo>
                  <a:lnTo>
                    <a:pt x="150" y="612"/>
                  </a:lnTo>
                  <a:lnTo>
                    <a:pt x="144" y="618"/>
                  </a:lnTo>
                  <a:lnTo>
                    <a:pt x="138" y="630"/>
                  </a:lnTo>
                  <a:lnTo>
                    <a:pt x="144" y="642"/>
                  </a:lnTo>
                  <a:lnTo>
                    <a:pt x="144" y="660"/>
                  </a:lnTo>
                  <a:lnTo>
                    <a:pt x="138" y="666"/>
                  </a:lnTo>
                  <a:lnTo>
                    <a:pt x="126" y="672"/>
                  </a:lnTo>
                  <a:lnTo>
                    <a:pt x="108" y="672"/>
                  </a:lnTo>
                  <a:lnTo>
                    <a:pt x="96" y="690"/>
                  </a:lnTo>
                  <a:lnTo>
                    <a:pt x="102" y="714"/>
                  </a:lnTo>
                  <a:lnTo>
                    <a:pt x="78" y="714"/>
                  </a:lnTo>
                  <a:lnTo>
                    <a:pt x="66" y="720"/>
                  </a:lnTo>
                  <a:lnTo>
                    <a:pt x="66" y="750"/>
                  </a:lnTo>
                  <a:lnTo>
                    <a:pt x="60" y="762"/>
                  </a:lnTo>
                  <a:lnTo>
                    <a:pt x="60" y="774"/>
                  </a:lnTo>
                  <a:lnTo>
                    <a:pt x="48" y="786"/>
                  </a:lnTo>
                  <a:lnTo>
                    <a:pt x="48" y="858"/>
                  </a:lnTo>
                  <a:lnTo>
                    <a:pt x="36" y="864"/>
                  </a:lnTo>
                  <a:lnTo>
                    <a:pt x="30" y="870"/>
                  </a:lnTo>
                  <a:lnTo>
                    <a:pt x="30" y="912"/>
                  </a:lnTo>
                  <a:lnTo>
                    <a:pt x="6" y="930"/>
                  </a:lnTo>
                  <a:lnTo>
                    <a:pt x="6" y="966"/>
                  </a:lnTo>
                  <a:lnTo>
                    <a:pt x="18" y="984"/>
                  </a:lnTo>
                  <a:lnTo>
                    <a:pt x="0" y="1002"/>
                  </a:lnTo>
                  <a:lnTo>
                    <a:pt x="0" y="1044"/>
                  </a:lnTo>
                  <a:lnTo>
                    <a:pt x="18" y="1044"/>
                  </a:lnTo>
                  <a:lnTo>
                    <a:pt x="36" y="1038"/>
                  </a:lnTo>
                  <a:lnTo>
                    <a:pt x="42" y="1044"/>
                  </a:lnTo>
                  <a:lnTo>
                    <a:pt x="72" y="1044"/>
                  </a:lnTo>
                  <a:lnTo>
                    <a:pt x="90" y="1026"/>
                  </a:lnTo>
                  <a:lnTo>
                    <a:pt x="90" y="1020"/>
                  </a:lnTo>
                  <a:lnTo>
                    <a:pt x="120" y="1020"/>
                  </a:lnTo>
                  <a:lnTo>
                    <a:pt x="126" y="1026"/>
                  </a:lnTo>
                  <a:lnTo>
                    <a:pt x="132" y="1038"/>
                  </a:lnTo>
                  <a:lnTo>
                    <a:pt x="156" y="1050"/>
                  </a:lnTo>
                  <a:lnTo>
                    <a:pt x="168" y="1050"/>
                  </a:lnTo>
                  <a:lnTo>
                    <a:pt x="174" y="1056"/>
                  </a:lnTo>
                  <a:lnTo>
                    <a:pt x="480" y="1056"/>
                  </a:lnTo>
                  <a:lnTo>
                    <a:pt x="480" y="1062"/>
                  </a:lnTo>
                  <a:lnTo>
                    <a:pt x="504" y="1086"/>
                  </a:lnTo>
                  <a:lnTo>
                    <a:pt x="540" y="1086"/>
                  </a:lnTo>
                  <a:lnTo>
                    <a:pt x="546" y="1098"/>
                  </a:lnTo>
                  <a:lnTo>
                    <a:pt x="618" y="1092"/>
                  </a:lnTo>
                  <a:lnTo>
                    <a:pt x="624" y="1104"/>
                  </a:lnTo>
                  <a:lnTo>
                    <a:pt x="696" y="1104"/>
                  </a:lnTo>
                  <a:lnTo>
                    <a:pt x="732" y="1098"/>
                  </a:lnTo>
                  <a:lnTo>
                    <a:pt x="780" y="1092"/>
                  </a:lnTo>
                  <a:lnTo>
                    <a:pt x="816" y="1080"/>
                  </a:lnTo>
                  <a:lnTo>
                    <a:pt x="828" y="1074"/>
                  </a:lnTo>
                  <a:lnTo>
                    <a:pt x="738" y="984"/>
                  </a:lnTo>
                  <a:lnTo>
                    <a:pt x="738" y="966"/>
                  </a:lnTo>
                  <a:lnTo>
                    <a:pt x="732" y="954"/>
                  </a:lnTo>
                  <a:lnTo>
                    <a:pt x="732" y="702"/>
                  </a:lnTo>
                  <a:lnTo>
                    <a:pt x="858" y="708"/>
                  </a:lnTo>
                  <a:lnTo>
                    <a:pt x="864" y="708"/>
                  </a:lnTo>
                  <a:lnTo>
                    <a:pt x="876" y="696"/>
                  </a:lnTo>
                  <a:lnTo>
                    <a:pt x="876" y="672"/>
                  </a:lnTo>
                  <a:lnTo>
                    <a:pt x="870" y="666"/>
                  </a:lnTo>
                  <a:lnTo>
                    <a:pt x="870" y="660"/>
                  </a:lnTo>
                  <a:lnTo>
                    <a:pt x="888" y="654"/>
                  </a:lnTo>
                  <a:lnTo>
                    <a:pt x="876" y="642"/>
                  </a:lnTo>
                  <a:lnTo>
                    <a:pt x="876" y="588"/>
                  </a:lnTo>
                  <a:lnTo>
                    <a:pt x="882" y="588"/>
                  </a:lnTo>
                  <a:lnTo>
                    <a:pt x="888" y="582"/>
                  </a:lnTo>
                  <a:lnTo>
                    <a:pt x="888" y="564"/>
                  </a:lnTo>
                  <a:lnTo>
                    <a:pt x="876" y="552"/>
                  </a:lnTo>
                  <a:lnTo>
                    <a:pt x="876" y="54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78" name="Andorra" descr="© INSCALE GmbH, 05.05.2010&#10;http://www.presentationload.com/">
              <a:extLst>
                <a:ext uri="{FF2B5EF4-FFF2-40B4-BE49-F238E27FC236}">
                  <a16:creationId xmlns:a16="http://schemas.microsoft.com/office/drawing/2014/main" id="{B9680568-EEA2-4A68-9B7A-7B73426A8022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783682" y="1874262"/>
              <a:ext cx="10339" cy="5138"/>
            </a:xfrm>
            <a:custGeom>
              <a:avLst/>
              <a:gdLst>
                <a:gd name="T0" fmla="*/ 2147483647 w 30"/>
                <a:gd name="T1" fmla="*/ 2147483647 h 18"/>
                <a:gd name="T2" fmla="*/ 2147483647 w 30"/>
                <a:gd name="T3" fmla="*/ 2147483647 h 18"/>
                <a:gd name="T4" fmla="*/ 2147483647 w 30"/>
                <a:gd name="T5" fmla="*/ 2147483647 h 18"/>
                <a:gd name="T6" fmla="*/ 2147483647 w 30"/>
                <a:gd name="T7" fmla="*/ 0 h 18"/>
                <a:gd name="T8" fmla="*/ 0 w 30"/>
                <a:gd name="T9" fmla="*/ 0 h 18"/>
                <a:gd name="T10" fmla="*/ 2147483647 w 30"/>
                <a:gd name="T11" fmla="*/ 2147483647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0"/>
                <a:gd name="T19" fmla="*/ 0 h 18"/>
                <a:gd name="T20" fmla="*/ 30 w 30"/>
                <a:gd name="T21" fmla="*/ 18 h 1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0" h="18">
                  <a:moveTo>
                    <a:pt x="6" y="18"/>
                  </a:moveTo>
                  <a:lnTo>
                    <a:pt x="18" y="12"/>
                  </a:lnTo>
                  <a:lnTo>
                    <a:pt x="30" y="12"/>
                  </a:lnTo>
                  <a:lnTo>
                    <a:pt x="30" y="0"/>
                  </a:lnTo>
                  <a:lnTo>
                    <a:pt x="0" y="0"/>
                  </a:lnTo>
                  <a:lnTo>
                    <a:pt x="6" y="1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79" name="Albania" descr="© INSCALE GmbH, 05.05.2010&#10;http://www.presentationload.com/">
              <a:extLst>
                <a:ext uri="{FF2B5EF4-FFF2-40B4-BE49-F238E27FC236}">
                  <a16:creationId xmlns:a16="http://schemas.microsoft.com/office/drawing/2014/main" id="{662F2D47-9020-4C25-A68B-67A66B81FF08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159773" y="1874263"/>
              <a:ext cx="47820" cy="80920"/>
            </a:xfrm>
            <a:custGeom>
              <a:avLst/>
              <a:gdLst>
                <a:gd name="T0" fmla="*/ 2147483647 w 144"/>
                <a:gd name="T1" fmla="*/ 2147483647 h 246"/>
                <a:gd name="T2" fmla="*/ 2147483647 w 144"/>
                <a:gd name="T3" fmla="*/ 2147483647 h 246"/>
                <a:gd name="T4" fmla="*/ 2147483647 w 144"/>
                <a:gd name="T5" fmla="*/ 2147483647 h 246"/>
                <a:gd name="T6" fmla="*/ 2147483647 w 144"/>
                <a:gd name="T7" fmla="*/ 2147483647 h 246"/>
                <a:gd name="T8" fmla="*/ 2147483647 w 144"/>
                <a:gd name="T9" fmla="*/ 2147483647 h 246"/>
                <a:gd name="T10" fmla="*/ 2147483647 w 144"/>
                <a:gd name="T11" fmla="*/ 2147483647 h 246"/>
                <a:gd name="T12" fmla="*/ 2147483647 w 144"/>
                <a:gd name="T13" fmla="*/ 2147483647 h 246"/>
                <a:gd name="T14" fmla="*/ 2147483647 w 144"/>
                <a:gd name="T15" fmla="*/ 2147483647 h 246"/>
                <a:gd name="T16" fmla="*/ 2147483647 w 144"/>
                <a:gd name="T17" fmla="*/ 2147483647 h 246"/>
                <a:gd name="T18" fmla="*/ 2147483647 w 144"/>
                <a:gd name="T19" fmla="*/ 2147483647 h 246"/>
                <a:gd name="T20" fmla="*/ 2147483647 w 144"/>
                <a:gd name="T21" fmla="*/ 2147483647 h 246"/>
                <a:gd name="T22" fmla="*/ 2147483647 w 144"/>
                <a:gd name="T23" fmla="*/ 2147483647 h 246"/>
                <a:gd name="T24" fmla="*/ 2147483647 w 144"/>
                <a:gd name="T25" fmla="*/ 2147483647 h 246"/>
                <a:gd name="T26" fmla="*/ 2147483647 w 144"/>
                <a:gd name="T27" fmla="*/ 2147483647 h 246"/>
                <a:gd name="T28" fmla="*/ 2147483647 w 144"/>
                <a:gd name="T29" fmla="*/ 2147483647 h 246"/>
                <a:gd name="T30" fmla="*/ 2147483647 w 144"/>
                <a:gd name="T31" fmla="*/ 2147483647 h 246"/>
                <a:gd name="T32" fmla="*/ 2147483647 w 144"/>
                <a:gd name="T33" fmla="*/ 2147483647 h 246"/>
                <a:gd name="T34" fmla="*/ 2147483647 w 144"/>
                <a:gd name="T35" fmla="*/ 2147483647 h 246"/>
                <a:gd name="T36" fmla="*/ 2147483647 w 144"/>
                <a:gd name="T37" fmla="*/ 2147483647 h 246"/>
                <a:gd name="T38" fmla="*/ 2147483647 w 144"/>
                <a:gd name="T39" fmla="*/ 0 h 246"/>
                <a:gd name="T40" fmla="*/ 2147483647 w 144"/>
                <a:gd name="T41" fmla="*/ 2147483647 h 246"/>
                <a:gd name="T42" fmla="*/ 2147483647 w 144"/>
                <a:gd name="T43" fmla="*/ 2147483647 h 246"/>
                <a:gd name="T44" fmla="*/ 0 w 144"/>
                <a:gd name="T45" fmla="*/ 2147483647 h 246"/>
                <a:gd name="T46" fmla="*/ 2147483647 w 144"/>
                <a:gd name="T47" fmla="*/ 2147483647 h 246"/>
                <a:gd name="T48" fmla="*/ 2147483647 w 144"/>
                <a:gd name="T49" fmla="*/ 2147483647 h 246"/>
                <a:gd name="T50" fmla="*/ 2147483647 w 144"/>
                <a:gd name="T51" fmla="*/ 2147483647 h 246"/>
                <a:gd name="T52" fmla="*/ 2147483647 w 144"/>
                <a:gd name="T53" fmla="*/ 2147483647 h 246"/>
                <a:gd name="T54" fmla="*/ 2147483647 w 144"/>
                <a:gd name="T55" fmla="*/ 2147483647 h 246"/>
                <a:gd name="T56" fmla="*/ 2147483647 w 144"/>
                <a:gd name="T57" fmla="*/ 2147483647 h 246"/>
                <a:gd name="T58" fmla="*/ 2147483647 w 144"/>
                <a:gd name="T59" fmla="*/ 2147483647 h 246"/>
                <a:gd name="T60" fmla="*/ 2147483647 w 144"/>
                <a:gd name="T61" fmla="*/ 2147483647 h 246"/>
                <a:gd name="T62" fmla="*/ 2147483647 w 144"/>
                <a:gd name="T63" fmla="*/ 2147483647 h 246"/>
                <a:gd name="T64" fmla="*/ 2147483647 w 144"/>
                <a:gd name="T65" fmla="*/ 2147483647 h 246"/>
                <a:gd name="T66" fmla="*/ 2147483647 w 144"/>
                <a:gd name="T67" fmla="*/ 2147483647 h 246"/>
                <a:gd name="T68" fmla="*/ 2147483647 w 144"/>
                <a:gd name="T69" fmla="*/ 2147483647 h 246"/>
                <a:gd name="T70" fmla="*/ 2147483647 w 144"/>
                <a:gd name="T71" fmla="*/ 2147483647 h 246"/>
                <a:gd name="T72" fmla="*/ 2147483647 w 144"/>
                <a:gd name="T73" fmla="*/ 2147483647 h 246"/>
                <a:gd name="T74" fmla="*/ 2147483647 w 144"/>
                <a:gd name="T75" fmla="*/ 2147483647 h 246"/>
                <a:gd name="T76" fmla="*/ 2147483647 w 144"/>
                <a:gd name="T77" fmla="*/ 2147483647 h 246"/>
                <a:gd name="T78" fmla="*/ 2147483647 w 144"/>
                <a:gd name="T79" fmla="*/ 2147483647 h 246"/>
                <a:gd name="T80" fmla="*/ 2147483647 w 144"/>
                <a:gd name="T81" fmla="*/ 2147483647 h 246"/>
                <a:gd name="T82" fmla="*/ 2147483647 w 144"/>
                <a:gd name="T83" fmla="*/ 2147483647 h 246"/>
                <a:gd name="T84" fmla="*/ 2147483647 w 144"/>
                <a:gd name="T85" fmla="*/ 2147483647 h 246"/>
                <a:gd name="T86" fmla="*/ 2147483647 w 144"/>
                <a:gd name="T87" fmla="*/ 2147483647 h 246"/>
                <a:gd name="T88" fmla="*/ 2147483647 w 144"/>
                <a:gd name="T89" fmla="*/ 2147483647 h 24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44"/>
                <a:gd name="T136" fmla="*/ 0 h 246"/>
                <a:gd name="T137" fmla="*/ 144 w 144"/>
                <a:gd name="T138" fmla="*/ 246 h 24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44" h="246">
                  <a:moveTo>
                    <a:pt x="96" y="210"/>
                  </a:moveTo>
                  <a:lnTo>
                    <a:pt x="96" y="204"/>
                  </a:lnTo>
                  <a:lnTo>
                    <a:pt x="108" y="204"/>
                  </a:lnTo>
                  <a:lnTo>
                    <a:pt x="120" y="198"/>
                  </a:lnTo>
                  <a:lnTo>
                    <a:pt x="120" y="174"/>
                  </a:lnTo>
                  <a:lnTo>
                    <a:pt x="138" y="174"/>
                  </a:lnTo>
                  <a:lnTo>
                    <a:pt x="144" y="168"/>
                  </a:lnTo>
                  <a:lnTo>
                    <a:pt x="144" y="138"/>
                  </a:lnTo>
                  <a:lnTo>
                    <a:pt x="120" y="144"/>
                  </a:lnTo>
                  <a:lnTo>
                    <a:pt x="120" y="126"/>
                  </a:lnTo>
                  <a:lnTo>
                    <a:pt x="114" y="126"/>
                  </a:lnTo>
                  <a:lnTo>
                    <a:pt x="108" y="120"/>
                  </a:lnTo>
                  <a:lnTo>
                    <a:pt x="108" y="96"/>
                  </a:lnTo>
                  <a:lnTo>
                    <a:pt x="102" y="84"/>
                  </a:lnTo>
                  <a:lnTo>
                    <a:pt x="102" y="42"/>
                  </a:lnTo>
                  <a:lnTo>
                    <a:pt x="96" y="24"/>
                  </a:lnTo>
                  <a:lnTo>
                    <a:pt x="84" y="24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36" y="0"/>
                  </a:lnTo>
                  <a:lnTo>
                    <a:pt x="36" y="18"/>
                  </a:lnTo>
                  <a:lnTo>
                    <a:pt x="24" y="24"/>
                  </a:lnTo>
                  <a:lnTo>
                    <a:pt x="0" y="24"/>
                  </a:lnTo>
                  <a:lnTo>
                    <a:pt x="18" y="36"/>
                  </a:lnTo>
                  <a:lnTo>
                    <a:pt x="24" y="30"/>
                  </a:lnTo>
                  <a:lnTo>
                    <a:pt x="30" y="48"/>
                  </a:lnTo>
                  <a:lnTo>
                    <a:pt x="18" y="60"/>
                  </a:lnTo>
                  <a:lnTo>
                    <a:pt x="24" y="66"/>
                  </a:lnTo>
                  <a:lnTo>
                    <a:pt x="48" y="66"/>
                  </a:lnTo>
                  <a:lnTo>
                    <a:pt x="48" y="84"/>
                  </a:lnTo>
                  <a:lnTo>
                    <a:pt x="42" y="96"/>
                  </a:lnTo>
                  <a:lnTo>
                    <a:pt x="42" y="114"/>
                  </a:lnTo>
                  <a:lnTo>
                    <a:pt x="36" y="132"/>
                  </a:lnTo>
                  <a:lnTo>
                    <a:pt x="36" y="156"/>
                  </a:lnTo>
                  <a:lnTo>
                    <a:pt x="24" y="180"/>
                  </a:lnTo>
                  <a:lnTo>
                    <a:pt x="24" y="186"/>
                  </a:lnTo>
                  <a:lnTo>
                    <a:pt x="42" y="204"/>
                  </a:lnTo>
                  <a:lnTo>
                    <a:pt x="54" y="210"/>
                  </a:lnTo>
                  <a:lnTo>
                    <a:pt x="60" y="216"/>
                  </a:lnTo>
                  <a:lnTo>
                    <a:pt x="60" y="234"/>
                  </a:lnTo>
                  <a:lnTo>
                    <a:pt x="66" y="240"/>
                  </a:lnTo>
                  <a:lnTo>
                    <a:pt x="84" y="240"/>
                  </a:lnTo>
                  <a:lnTo>
                    <a:pt x="90" y="246"/>
                  </a:lnTo>
                  <a:lnTo>
                    <a:pt x="96" y="246"/>
                  </a:lnTo>
                  <a:lnTo>
                    <a:pt x="96" y="21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80" name="Algeria" descr="© INSCALE GmbH, 05.05.2010&#10;http://www.presentationload.com/">
              <a:extLst>
                <a:ext uri="{FF2B5EF4-FFF2-40B4-BE49-F238E27FC236}">
                  <a16:creationId xmlns:a16="http://schemas.microsoft.com/office/drawing/2014/main" id="{B5521F30-E9DF-49E0-ABD1-A4D0B1BACB09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525199" y="2018119"/>
              <a:ext cx="488533" cy="480381"/>
            </a:xfrm>
            <a:custGeom>
              <a:avLst/>
              <a:gdLst>
                <a:gd name="T0" fmla="*/ 2147483647 w 1476"/>
                <a:gd name="T1" fmla="*/ 2147483647 h 1464"/>
                <a:gd name="T2" fmla="*/ 2147483647 w 1476"/>
                <a:gd name="T3" fmla="*/ 2147483647 h 1464"/>
                <a:gd name="T4" fmla="*/ 2147483647 w 1476"/>
                <a:gd name="T5" fmla="*/ 2147483647 h 1464"/>
                <a:gd name="T6" fmla="*/ 2147483647 w 1476"/>
                <a:gd name="T7" fmla="*/ 2147483647 h 1464"/>
                <a:gd name="T8" fmla="*/ 2147483647 w 1476"/>
                <a:gd name="T9" fmla="*/ 2147483647 h 1464"/>
                <a:gd name="T10" fmla="*/ 2147483647 w 1476"/>
                <a:gd name="T11" fmla="*/ 2147483647 h 1464"/>
                <a:gd name="T12" fmla="*/ 2147483647 w 1476"/>
                <a:gd name="T13" fmla="*/ 2147483647 h 1464"/>
                <a:gd name="T14" fmla="*/ 2147483647 w 1476"/>
                <a:gd name="T15" fmla="*/ 2147483647 h 1464"/>
                <a:gd name="T16" fmla="*/ 2147483647 w 1476"/>
                <a:gd name="T17" fmla="*/ 2147483647 h 1464"/>
                <a:gd name="T18" fmla="*/ 2147483647 w 1476"/>
                <a:gd name="T19" fmla="*/ 2147483647 h 1464"/>
                <a:gd name="T20" fmla="*/ 2147483647 w 1476"/>
                <a:gd name="T21" fmla="*/ 2147483647 h 1464"/>
                <a:gd name="T22" fmla="*/ 2147483647 w 1476"/>
                <a:gd name="T23" fmla="*/ 2147483647 h 1464"/>
                <a:gd name="T24" fmla="*/ 2147483647 w 1476"/>
                <a:gd name="T25" fmla="*/ 2147483647 h 1464"/>
                <a:gd name="T26" fmla="*/ 2147483647 w 1476"/>
                <a:gd name="T27" fmla="*/ 2147483647 h 1464"/>
                <a:gd name="T28" fmla="*/ 2147483647 w 1476"/>
                <a:gd name="T29" fmla="*/ 2147483647 h 1464"/>
                <a:gd name="T30" fmla="*/ 2147483647 w 1476"/>
                <a:gd name="T31" fmla="*/ 2147483647 h 1464"/>
                <a:gd name="T32" fmla="*/ 2147483647 w 1476"/>
                <a:gd name="T33" fmla="*/ 2147483647 h 1464"/>
                <a:gd name="T34" fmla="*/ 2147483647 w 1476"/>
                <a:gd name="T35" fmla="*/ 2147483647 h 1464"/>
                <a:gd name="T36" fmla="*/ 2147483647 w 1476"/>
                <a:gd name="T37" fmla="*/ 2147483647 h 1464"/>
                <a:gd name="T38" fmla="*/ 2147483647 w 1476"/>
                <a:gd name="T39" fmla="*/ 2147483647 h 1464"/>
                <a:gd name="T40" fmla="*/ 2147483647 w 1476"/>
                <a:gd name="T41" fmla="*/ 2147483647 h 1464"/>
                <a:gd name="T42" fmla="*/ 2147483647 w 1476"/>
                <a:gd name="T43" fmla="*/ 2147483647 h 1464"/>
                <a:gd name="T44" fmla="*/ 2147483647 w 1476"/>
                <a:gd name="T45" fmla="*/ 2147483647 h 1464"/>
                <a:gd name="T46" fmla="*/ 2147483647 w 1476"/>
                <a:gd name="T47" fmla="*/ 2147483647 h 1464"/>
                <a:gd name="T48" fmla="*/ 2147483647 w 1476"/>
                <a:gd name="T49" fmla="*/ 2147483647 h 1464"/>
                <a:gd name="T50" fmla="*/ 2147483647 w 1476"/>
                <a:gd name="T51" fmla="*/ 2147483647 h 1464"/>
                <a:gd name="T52" fmla="*/ 2147483647 w 1476"/>
                <a:gd name="T53" fmla="*/ 2147483647 h 1464"/>
                <a:gd name="T54" fmla="*/ 2147483647 w 1476"/>
                <a:gd name="T55" fmla="*/ 2147483647 h 1464"/>
                <a:gd name="T56" fmla="*/ 2147483647 w 1476"/>
                <a:gd name="T57" fmla="*/ 2147483647 h 1464"/>
                <a:gd name="T58" fmla="*/ 2147483647 w 1476"/>
                <a:gd name="T59" fmla="*/ 2147483647 h 1464"/>
                <a:gd name="T60" fmla="*/ 2147483647 w 1476"/>
                <a:gd name="T61" fmla="*/ 2147483647 h 1464"/>
                <a:gd name="T62" fmla="*/ 2147483647 w 1476"/>
                <a:gd name="T63" fmla="*/ 2147483647 h 1464"/>
                <a:gd name="T64" fmla="*/ 2147483647 w 1476"/>
                <a:gd name="T65" fmla="*/ 2147483647 h 1464"/>
                <a:gd name="T66" fmla="*/ 2147483647 w 1476"/>
                <a:gd name="T67" fmla="*/ 2147483647 h 1464"/>
                <a:gd name="T68" fmla="*/ 2147483647 w 1476"/>
                <a:gd name="T69" fmla="*/ 2147483647 h 1464"/>
                <a:gd name="T70" fmla="*/ 2147483647 w 1476"/>
                <a:gd name="T71" fmla="*/ 2147483647 h 1464"/>
                <a:gd name="T72" fmla="*/ 2147483647 w 1476"/>
                <a:gd name="T73" fmla="*/ 2147483647 h 1464"/>
                <a:gd name="T74" fmla="*/ 2147483647 w 1476"/>
                <a:gd name="T75" fmla="*/ 2147483647 h 1464"/>
                <a:gd name="T76" fmla="*/ 2147483647 w 1476"/>
                <a:gd name="T77" fmla="*/ 2147483647 h 1464"/>
                <a:gd name="T78" fmla="*/ 2147483647 w 1476"/>
                <a:gd name="T79" fmla="*/ 2147483647 h 1464"/>
                <a:gd name="T80" fmla="*/ 2147483647 w 1476"/>
                <a:gd name="T81" fmla="*/ 2147483647 h 1464"/>
                <a:gd name="T82" fmla="*/ 2147483647 w 1476"/>
                <a:gd name="T83" fmla="*/ 2147483647 h 1464"/>
                <a:gd name="T84" fmla="*/ 2147483647 w 1476"/>
                <a:gd name="T85" fmla="*/ 2147483647 h 1464"/>
                <a:gd name="T86" fmla="*/ 2147483647 w 1476"/>
                <a:gd name="T87" fmla="*/ 2147483647 h 1464"/>
                <a:gd name="T88" fmla="*/ 2147483647 w 1476"/>
                <a:gd name="T89" fmla="*/ 2147483647 h 1464"/>
                <a:gd name="T90" fmla="*/ 2147483647 w 1476"/>
                <a:gd name="T91" fmla="*/ 2147483647 h 1464"/>
                <a:gd name="T92" fmla="*/ 2147483647 w 1476"/>
                <a:gd name="T93" fmla="*/ 2147483647 h 1464"/>
                <a:gd name="T94" fmla="*/ 2147483647 w 1476"/>
                <a:gd name="T95" fmla="*/ 2147483647 h 1464"/>
                <a:gd name="T96" fmla="*/ 2147483647 w 1476"/>
                <a:gd name="T97" fmla="*/ 2147483647 h 1464"/>
                <a:gd name="T98" fmla="*/ 2147483647 w 1476"/>
                <a:gd name="T99" fmla="*/ 2147483647 h 1464"/>
                <a:gd name="T100" fmla="*/ 2147483647 w 1476"/>
                <a:gd name="T101" fmla="*/ 2147483647 h 1464"/>
                <a:gd name="T102" fmla="*/ 2147483647 w 1476"/>
                <a:gd name="T103" fmla="*/ 2147483647 h 1464"/>
                <a:gd name="T104" fmla="*/ 2147483647 w 1476"/>
                <a:gd name="T105" fmla="*/ 2147483647 h 146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476"/>
                <a:gd name="T160" fmla="*/ 0 h 1464"/>
                <a:gd name="T161" fmla="*/ 1476 w 1476"/>
                <a:gd name="T162" fmla="*/ 1464 h 146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476" h="1464">
                  <a:moveTo>
                    <a:pt x="360" y="534"/>
                  </a:moveTo>
                  <a:lnTo>
                    <a:pt x="318" y="534"/>
                  </a:lnTo>
                  <a:lnTo>
                    <a:pt x="312" y="546"/>
                  </a:lnTo>
                  <a:lnTo>
                    <a:pt x="306" y="552"/>
                  </a:lnTo>
                  <a:lnTo>
                    <a:pt x="294" y="576"/>
                  </a:lnTo>
                  <a:lnTo>
                    <a:pt x="282" y="588"/>
                  </a:lnTo>
                  <a:lnTo>
                    <a:pt x="258" y="588"/>
                  </a:lnTo>
                  <a:lnTo>
                    <a:pt x="246" y="582"/>
                  </a:lnTo>
                  <a:lnTo>
                    <a:pt x="234" y="582"/>
                  </a:lnTo>
                  <a:lnTo>
                    <a:pt x="228" y="594"/>
                  </a:lnTo>
                  <a:lnTo>
                    <a:pt x="204" y="600"/>
                  </a:lnTo>
                  <a:lnTo>
                    <a:pt x="204" y="606"/>
                  </a:lnTo>
                  <a:lnTo>
                    <a:pt x="198" y="618"/>
                  </a:lnTo>
                  <a:lnTo>
                    <a:pt x="186" y="618"/>
                  </a:lnTo>
                  <a:lnTo>
                    <a:pt x="180" y="612"/>
                  </a:lnTo>
                  <a:lnTo>
                    <a:pt x="168" y="606"/>
                  </a:lnTo>
                  <a:lnTo>
                    <a:pt x="138" y="624"/>
                  </a:lnTo>
                  <a:lnTo>
                    <a:pt x="120" y="624"/>
                  </a:lnTo>
                  <a:lnTo>
                    <a:pt x="120" y="630"/>
                  </a:lnTo>
                  <a:lnTo>
                    <a:pt x="90" y="660"/>
                  </a:lnTo>
                  <a:lnTo>
                    <a:pt x="78" y="666"/>
                  </a:lnTo>
                  <a:lnTo>
                    <a:pt x="72" y="672"/>
                  </a:lnTo>
                  <a:lnTo>
                    <a:pt x="60" y="678"/>
                  </a:lnTo>
                  <a:lnTo>
                    <a:pt x="54" y="708"/>
                  </a:lnTo>
                  <a:lnTo>
                    <a:pt x="54" y="768"/>
                  </a:lnTo>
                  <a:lnTo>
                    <a:pt x="0" y="768"/>
                  </a:lnTo>
                  <a:lnTo>
                    <a:pt x="54" y="768"/>
                  </a:lnTo>
                  <a:lnTo>
                    <a:pt x="54" y="804"/>
                  </a:lnTo>
                  <a:lnTo>
                    <a:pt x="312" y="984"/>
                  </a:lnTo>
                  <a:lnTo>
                    <a:pt x="720" y="1296"/>
                  </a:lnTo>
                  <a:lnTo>
                    <a:pt x="720" y="1320"/>
                  </a:lnTo>
                  <a:lnTo>
                    <a:pt x="744" y="1320"/>
                  </a:lnTo>
                  <a:lnTo>
                    <a:pt x="750" y="1326"/>
                  </a:lnTo>
                  <a:lnTo>
                    <a:pt x="750" y="1344"/>
                  </a:lnTo>
                  <a:lnTo>
                    <a:pt x="762" y="1356"/>
                  </a:lnTo>
                  <a:lnTo>
                    <a:pt x="798" y="1356"/>
                  </a:lnTo>
                  <a:lnTo>
                    <a:pt x="804" y="1386"/>
                  </a:lnTo>
                  <a:lnTo>
                    <a:pt x="810" y="1386"/>
                  </a:lnTo>
                  <a:lnTo>
                    <a:pt x="816" y="1380"/>
                  </a:lnTo>
                  <a:lnTo>
                    <a:pt x="846" y="1380"/>
                  </a:lnTo>
                  <a:lnTo>
                    <a:pt x="858" y="1386"/>
                  </a:lnTo>
                  <a:lnTo>
                    <a:pt x="870" y="1410"/>
                  </a:lnTo>
                  <a:lnTo>
                    <a:pt x="870" y="1428"/>
                  </a:lnTo>
                  <a:lnTo>
                    <a:pt x="852" y="1446"/>
                  </a:lnTo>
                  <a:lnTo>
                    <a:pt x="852" y="1452"/>
                  </a:lnTo>
                  <a:lnTo>
                    <a:pt x="858" y="1458"/>
                  </a:lnTo>
                  <a:lnTo>
                    <a:pt x="870" y="1464"/>
                  </a:lnTo>
                  <a:lnTo>
                    <a:pt x="900" y="1464"/>
                  </a:lnTo>
                  <a:lnTo>
                    <a:pt x="906" y="1458"/>
                  </a:lnTo>
                  <a:lnTo>
                    <a:pt x="924" y="1458"/>
                  </a:lnTo>
                  <a:lnTo>
                    <a:pt x="954" y="1452"/>
                  </a:lnTo>
                  <a:lnTo>
                    <a:pt x="984" y="1440"/>
                  </a:lnTo>
                  <a:lnTo>
                    <a:pt x="1020" y="1434"/>
                  </a:lnTo>
                  <a:lnTo>
                    <a:pt x="1038" y="1434"/>
                  </a:lnTo>
                  <a:lnTo>
                    <a:pt x="1062" y="1416"/>
                  </a:lnTo>
                  <a:lnTo>
                    <a:pt x="1098" y="1386"/>
                  </a:lnTo>
                  <a:lnTo>
                    <a:pt x="1128" y="1350"/>
                  </a:lnTo>
                  <a:lnTo>
                    <a:pt x="1158" y="1326"/>
                  </a:lnTo>
                  <a:lnTo>
                    <a:pt x="1182" y="1314"/>
                  </a:lnTo>
                  <a:lnTo>
                    <a:pt x="1224" y="1284"/>
                  </a:lnTo>
                  <a:lnTo>
                    <a:pt x="1272" y="1248"/>
                  </a:lnTo>
                  <a:lnTo>
                    <a:pt x="1332" y="1206"/>
                  </a:lnTo>
                  <a:lnTo>
                    <a:pt x="1386" y="1170"/>
                  </a:lnTo>
                  <a:lnTo>
                    <a:pt x="1434" y="1134"/>
                  </a:lnTo>
                  <a:lnTo>
                    <a:pt x="1464" y="1110"/>
                  </a:lnTo>
                  <a:lnTo>
                    <a:pt x="1476" y="1104"/>
                  </a:lnTo>
                  <a:lnTo>
                    <a:pt x="1476" y="1098"/>
                  </a:lnTo>
                  <a:lnTo>
                    <a:pt x="1470" y="1092"/>
                  </a:lnTo>
                  <a:lnTo>
                    <a:pt x="1464" y="1080"/>
                  </a:lnTo>
                  <a:lnTo>
                    <a:pt x="1458" y="1062"/>
                  </a:lnTo>
                  <a:lnTo>
                    <a:pt x="1452" y="1050"/>
                  </a:lnTo>
                  <a:lnTo>
                    <a:pt x="1452" y="1044"/>
                  </a:lnTo>
                  <a:lnTo>
                    <a:pt x="1440" y="1032"/>
                  </a:lnTo>
                  <a:lnTo>
                    <a:pt x="1428" y="1032"/>
                  </a:lnTo>
                  <a:lnTo>
                    <a:pt x="1392" y="1014"/>
                  </a:lnTo>
                  <a:lnTo>
                    <a:pt x="1386" y="1014"/>
                  </a:lnTo>
                  <a:lnTo>
                    <a:pt x="1362" y="1026"/>
                  </a:lnTo>
                  <a:lnTo>
                    <a:pt x="1338" y="1002"/>
                  </a:lnTo>
                  <a:lnTo>
                    <a:pt x="1338" y="960"/>
                  </a:lnTo>
                  <a:lnTo>
                    <a:pt x="1332" y="954"/>
                  </a:lnTo>
                  <a:lnTo>
                    <a:pt x="1326" y="942"/>
                  </a:lnTo>
                  <a:lnTo>
                    <a:pt x="1314" y="930"/>
                  </a:lnTo>
                  <a:lnTo>
                    <a:pt x="1308" y="912"/>
                  </a:lnTo>
                  <a:lnTo>
                    <a:pt x="1296" y="900"/>
                  </a:lnTo>
                  <a:lnTo>
                    <a:pt x="1290" y="888"/>
                  </a:lnTo>
                  <a:lnTo>
                    <a:pt x="1290" y="882"/>
                  </a:lnTo>
                  <a:lnTo>
                    <a:pt x="1296" y="876"/>
                  </a:lnTo>
                  <a:lnTo>
                    <a:pt x="1308" y="876"/>
                  </a:lnTo>
                  <a:lnTo>
                    <a:pt x="1320" y="870"/>
                  </a:lnTo>
                  <a:lnTo>
                    <a:pt x="1326" y="864"/>
                  </a:lnTo>
                  <a:lnTo>
                    <a:pt x="1332" y="852"/>
                  </a:lnTo>
                  <a:lnTo>
                    <a:pt x="1332" y="840"/>
                  </a:lnTo>
                  <a:lnTo>
                    <a:pt x="1326" y="834"/>
                  </a:lnTo>
                  <a:lnTo>
                    <a:pt x="1326" y="828"/>
                  </a:lnTo>
                  <a:lnTo>
                    <a:pt x="1320" y="774"/>
                  </a:lnTo>
                  <a:lnTo>
                    <a:pt x="1332" y="750"/>
                  </a:lnTo>
                  <a:lnTo>
                    <a:pt x="1326" y="732"/>
                  </a:lnTo>
                  <a:lnTo>
                    <a:pt x="1326" y="726"/>
                  </a:lnTo>
                  <a:lnTo>
                    <a:pt x="1332" y="720"/>
                  </a:lnTo>
                  <a:lnTo>
                    <a:pt x="1332" y="690"/>
                  </a:lnTo>
                  <a:lnTo>
                    <a:pt x="1338" y="678"/>
                  </a:lnTo>
                  <a:lnTo>
                    <a:pt x="1338" y="672"/>
                  </a:lnTo>
                  <a:lnTo>
                    <a:pt x="1326" y="648"/>
                  </a:lnTo>
                  <a:lnTo>
                    <a:pt x="1302" y="588"/>
                  </a:lnTo>
                  <a:lnTo>
                    <a:pt x="1290" y="570"/>
                  </a:lnTo>
                  <a:lnTo>
                    <a:pt x="1296" y="564"/>
                  </a:lnTo>
                  <a:lnTo>
                    <a:pt x="1308" y="558"/>
                  </a:lnTo>
                  <a:lnTo>
                    <a:pt x="1296" y="528"/>
                  </a:lnTo>
                  <a:lnTo>
                    <a:pt x="1284" y="480"/>
                  </a:lnTo>
                  <a:lnTo>
                    <a:pt x="1278" y="438"/>
                  </a:lnTo>
                  <a:lnTo>
                    <a:pt x="1272" y="414"/>
                  </a:lnTo>
                  <a:lnTo>
                    <a:pt x="1266" y="408"/>
                  </a:lnTo>
                  <a:lnTo>
                    <a:pt x="1260" y="396"/>
                  </a:lnTo>
                  <a:lnTo>
                    <a:pt x="1236" y="384"/>
                  </a:lnTo>
                  <a:lnTo>
                    <a:pt x="1230" y="378"/>
                  </a:lnTo>
                  <a:lnTo>
                    <a:pt x="1224" y="378"/>
                  </a:lnTo>
                  <a:lnTo>
                    <a:pt x="1224" y="336"/>
                  </a:lnTo>
                  <a:lnTo>
                    <a:pt x="1212" y="324"/>
                  </a:lnTo>
                  <a:lnTo>
                    <a:pt x="1194" y="318"/>
                  </a:lnTo>
                  <a:lnTo>
                    <a:pt x="1182" y="318"/>
                  </a:lnTo>
                  <a:lnTo>
                    <a:pt x="1182" y="288"/>
                  </a:lnTo>
                  <a:lnTo>
                    <a:pt x="1170" y="288"/>
                  </a:lnTo>
                  <a:lnTo>
                    <a:pt x="1170" y="246"/>
                  </a:lnTo>
                  <a:lnTo>
                    <a:pt x="1194" y="222"/>
                  </a:lnTo>
                  <a:lnTo>
                    <a:pt x="1218" y="204"/>
                  </a:lnTo>
                  <a:lnTo>
                    <a:pt x="1218" y="198"/>
                  </a:lnTo>
                  <a:lnTo>
                    <a:pt x="1224" y="192"/>
                  </a:lnTo>
                  <a:lnTo>
                    <a:pt x="1224" y="180"/>
                  </a:lnTo>
                  <a:lnTo>
                    <a:pt x="1230" y="168"/>
                  </a:lnTo>
                  <a:lnTo>
                    <a:pt x="1230" y="126"/>
                  </a:lnTo>
                  <a:lnTo>
                    <a:pt x="1224" y="114"/>
                  </a:lnTo>
                  <a:lnTo>
                    <a:pt x="1224" y="78"/>
                  </a:lnTo>
                  <a:lnTo>
                    <a:pt x="1230" y="66"/>
                  </a:lnTo>
                  <a:lnTo>
                    <a:pt x="1230" y="54"/>
                  </a:lnTo>
                  <a:lnTo>
                    <a:pt x="1212" y="48"/>
                  </a:lnTo>
                  <a:lnTo>
                    <a:pt x="1254" y="30"/>
                  </a:lnTo>
                  <a:lnTo>
                    <a:pt x="1254" y="18"/>
                  </a:lnTo>
                  <a:lnTo>
                    <a:pt x="1242" y="18"/>
                  </a:lnTo>
                  <a:lnTo>
                    <a:pt x="1236" y="12"/>
                  </a:lnTo>
                  <a:lnTo>
                    <a:pt x="1224" y="12"/>
                  </a:lnTo>
                  <a:lnTo>
                    <a:pt x="1206" y="24"/>
                  </a:lnTo>
                  <a:lnTo>
                    <a:pt x="1170" y="6"/>
                  </a:lnTo>
                  <a:lnTo>
                    <a:pt x="1152" y="6"/>
                  </a:lnTo>
                  <a:lnTo>
                    <a:pt x="1152" y="18"/>
                  </a:lnTo>
                  <a:lnTo>
                    <a:pt x="1116" y="18"/>
                  </a:lnTo>
                  <a:lnTo>
                    <a:pt x="1092" y="0"/>
                  </a:lnTo>
                  <a:lnTo>
                    <a:pt x="1086" y="30"/>
                  </a:lnTo>
                  <a:lnTo>
                    <a:pt x="1056" y="18"/>
                  </a:lnTo>
                  <a:lnTo>
                    <a:pt x="1026" y="42"/>
                  </a:lnTo>
                  <a:lnTo>
                    <a:pt x="1002" y="30"/>
                  </a:lnTo>
                  <a:lnTo>
                    <a:pt x="984" y="30"/>
                  </a:lnTo>
                  <a:lnTo>
                    <a:pt x="966" y="24"/>
                  </a:lnTo>
                  <a:lnTo>
                    <a:pt x="948" y="24"/>
                  </a:lnTo>
                  <a:lnTo>
                    <a:pt x="924" y="30"/>
                  </a:lnTo>
                  <a:lnTo>
                    <a:pt x="906" y="30"/>
                  </a:lnTo>
                  <a:lnTo>
                    <a:pt x="900" y="36"/>
                  </a:lnTo>
                  <a:lnTo>
                    <a:pt x="888" y="36"/>
                  </a:lnTo>
                  <a:lnTo>
                    <a:pt x="876" y="42"/>
                  </a:lnTo>
                  <a:lnTo>
                    <a:pt x="816" y="42"/>
                  </a:lnTo>
                  <a:lnTo>
                    <a:pt x="810" y="48"/>
                  </a:lnTo>
                  <a:lnTo>
                    <a:pt x="750" y="48"/>
                  </a:lnTo>
                  <a:lnTo>
                    <a:pt x="744" y="54"/>
                  </a:lnTo>
                  <a:lnTo>
                    <a:pt x="726" y="54"/>
                  </a:lnTo>
                  <a:lnTo>
                    <a:pt x="714" y="60"/>
                  </a:lnTo>
                  <a:lnTo>
                    <a:pt x="696" y="66"/>
                  </a:lnTo>
                  <a:lnTo>
                    <a:pt x="684" y="78"/>
                  </a:lnTo>
                  <a:lnTo>
                    <a:pt x="678" y="90"/>
                  </a:lnTo>
                  <a:lnTo>
                    <a:pt x="666" y="102"/>
                  </a:lnTo>
                  <a:lnTo>
                    <a:pt x="666" y="108"/>
                  </a:lnTo>
                  <a:lnTo>
                    <a:pt x="636" y="108"/>
                  </a:lnTo>
                  <a:lnTo>
                    <a:pt x="624" y="114"/>
                  </a:lnTo>
                  <a:lnTo>
                    <a:pt x="606" y="114"/>
                  </a:lnTo>
                  <a:lnTo>
                    <a:pt x="594" y="120"/>
                  </a:lnTo>
                  <a:lnTo>
                    <a:pt x="588" y="126"/>
                  </a:lnTo>
                  <a:lnTo>
                    <a:pt x="588" y="132"/>
                  </a:lnTo>
                  <a:lnTo>
                    <a:pt x="558" y="162"/>
                  </a:lnTo>
                  <a:lnTo>
                    <a:pt x="546" y="168"/>
                  </a:lnTo>
                  <a:lnTo>
                    <a:pt x="522" y="168"/>
                  </a:lnTo>
                  <a:lnTo>
                    <a:pt x="528" y="174"/>
                  </a:lnTo>
                  <a:lnTo>
                    <a:pt x="534" y="186"/>
                  </a:lnTo>
                  <a:lnTo>
                    <a:pt x="546" y="192"/>
                  </a:lnTo>
                  <a:lnTo>
                    <a:pt x="540" y="198"/>
                  </a:lnTo>
                  <a:lnTo>
                    <a:pt x="540" y="210"/>
                  </a:lnTo>
                  <a:lnTo>
                    <a:pt x="552" y="210"/>
                  </a:lnTo>
                  <a:lnTo>
                    <a:pt x="546" y="276"/>
                  </a:lnTo>
                  <a:lnTo>
                    <a:pt x="558" y="294"/>
                  </a:lnTo>
                  <a:lnTo>
                    <a:pt x="546" y="324"/>
                  </a:lnTo>
                  <a:lnTo>
                    <a:pt x="564" y="324"/>
                  </a:lnTo>
                  <a:lnTo>
                    <a:pt x="564" y="354"/>
                  </a:lnTo>
                  <a:lnTo>
                    <a:pt x="588" y="372"/>
                  </a:lnTo>
                  <a:lnTo>
                    <a:pt x="570" y="390"/>
                  </a:lnTo>
                  <a:lnTo>
                    <a:pt x="570" y="402"/>
                  </a:lnTo>
                  <a:lnTo>
                    <a:pt x="516" y="408"/>
                  </a:lnTo>
                  <a:lnTo>
                    <a:pt x="504" y="402"/>
                  </a:lnTo>
                  <a:lnTo>
                    <a:pt x="486" y="402"/>
                  </a:lnTo>
                  <a:lnTo>
                    <a:pt x="486" y="408"/>
                  </a:lnTo>
                  <a:lnTo>
                    <a:pt x="480" y="414"/>
                  </a:lnTo>
                  <a:lnTo>
                    <a:pt x="474" y="408"/>
                  </a:lnTo>
                  <a:lnTo>
                    <a:pt x="462" y="408"/>
                  </a:lnTo>
                  <a:lnTo>
                    <a:pt x="462" y="414"/>
                  </a:lnTo>
                  <a:lnTo>
                    <a:pt x="456" y="420"/>
                  </a:lnTo>
                  <a:lnTo>
                    <a:pt x="456" y="432"/>
                  </a:lnTo>
                  <a:lnTo>
                    <a:pt x="432" y="432"/>
                  </a:lnTo>
                  <a:lnTo>
                    <a:pt x="420" y="438"/>
                  </a:lnTo>
                  <a:lnTo>
                    <a:pt x="396" y="438"/>
                  </a:lnTo>
                  <a:lnTo>
                    <a:pt x="390" y="444"/>
                  </a:lnTo>
                  <a:lnTo>
                    <a:pt x="390" y="456"/>
                  </a:lnTo>
                  <a:lnTo>
                    <a:pt x="396" y="462"/>
                  </a:lnTo>
                  <a:lnTo>
                    <a:pt x="402" y="474"/>
                  </a:lnTo>
                  <a:lnTo>
                    <a:pt x="414" y="492"/>
                  </a:lnTo>
                  <a:lnTo>
                    <a:pt x="390" y="504"/>
                  </a:lnTo>
                  <a:lnTo>
                    <a:pt x="390" y="510"/>
                  </a:lnTo>
                  <a:lnTo>
                    <a:pt x="378" y="522"/>
                  </a:lnTo>
                  <a:lnTo>
                    <a:pt x="366" y="528"/>
                  </a:lnTo>
                  <a:lnTo>
                    <a:pt x="360" y="53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81" name="Afghan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E88DDCED-93E1-47BD-8136-F7BF4A1D9286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5090316" y="1982154"/>
              <a:ext cx="299842" cy="242760"/>
            </a:xfrm>
            <a:custGeom>
              <a:avLst/>
              <a:gdLst>
                <a:gd name="T0" fmla="*/ 2147483647 w 906"/>
                <a:gd name="T1" fmla="*/ 2147483647 h 738"/>
                <a:gd name="T2" fmla="*/ 2147483647 w 906"/>
                <a:gd name="T3" fmla="*/ 2147483647 h 738"/>
                <a:gd name="T4" fmla="*/ 2147483647 w 906"/>
                <a:gd name="T5" fmla="*/ 2147483647 h 738"/>
                <a:gd name="T6" fmla="*/ 2147483647 w 906"/>
                <a:gd name="T7" fmla="*/ 2147483647 h 738"/>
                <a:gd name="T8" fmla="*/ 2147483647 w 906"/>
                <a:gd name="T9" fmla="*/ 2147483647 h 738"/>
                <a:gd name="T10" fmla="*/ 2147483647 w 906"/>
                <a:gd name="T11" fmla="*/ 0 h 738"/>
                <a:gd name="T12" fmla="*/ 2147483647 w 906"/>
                <a:gd name="T13" fmla="*/ 2147483647 h 738"/>
                <a:gd name="T14" fmla="*/ 2147483647 w 906"/>
                <a:gd name="T15" fmla="*/ 2147483647 h 738"/>
                <a:gd name="T16" fmla="*/ 2147483647 w 906"/>
                <a:gd name="T17" fmla="*/ 2147483647 h 738"/>
                <a:gd name="T18" fmla="*/ 2147483647 w 906"/>
                <a:gd name="T19" fmla="*/ 2147483647 h 738"/>
                <a:gd name="T20" fmla="*/ 2147483647 w 906"/>
                <a:gd name="T21" fmla="*/ 2147483647 h 738"/>
                <a:gd name="T22" fmla="*/ 2147483647 w 906"/>
                <a:gd name="T23" fmla="*/ 2147483647 h 738"/>
                <a:gd name="T24" fmla="*/ 2147483647 w 906"/>
                <a:gd name="T25" fmla="*/ 2147483647 h 738"/>
                <a:gd name="T26" fmla="*/ 2147483647 w 906"/>
                <a:gd name="T27" fmla="*/ 2147483647 h 738"/>
                <a:gd name="T28" fmla="*/ 2147483647 w 906"/>
                <a:gd name="T29" fmla="*/ 2147483647 h 738"/>
                <a:gd name="T30" fmla="*/ 2147483647 w 906"/>
                <a:gd name="T31" fmla="*/ 2147483647 h 738"/>
                <a:gd name="T32" fmla="*/ 2147483647 w 906"/>
                <a:gd name="T33" fmla="*/ 2147483647 h 738"/>
                <a:gd name="T34" fmla="*/ 2147483647 w 906"/>
                <a:gd name="T35" fmla="*/ 2147483647 h 738"/>
                <a:gd name="T36" fmla="*/ 2147483647 w 906"/>
                <a:gd name="T37" fmla="*/ 2147483647 h 738"/>
                <a:gd name="T38" fmla="*/ 2147483647 w 906"/>
                <a:gd name="T39" fmla="*/ 2147483647 h 738"/>
                <a:gd name="T40" fmla="*/ 2147483647 w 906"/>
                <a:gd name="T41" fmla="*/ 2147483647 h 738"/>
                <a:gd name="T42" fmla="*/ 2147483647 w 906"/>
                <a:gd name="T43" fmla="*/ 2147483647 h 738"/>
                <a:gd name="T44" fmla="*/ 2147483647 w 906"/>
                <a:gd name="T45" fmla="*/ 2147483647 h 738"/>
                <a:gd name="T46" fmla="*/ 0 w 906"/>
                <a:gd name="T47" fmla="*/ 2147483647 h 738"/>
                <a:gd name="T48" fmla="*/ 2147483647 w 906"/>
                <a:gd name="T49" fmla="*/ 2147483647 h 738"/>
                <a:gd name="T50" fmla="*/ 2147483647 w 906"/>
                <a:gd name="T51" fmla="*/ 2147483647 h 738"/>
                <a:gd name="T52" fmla="*/ 2147483647 w 906"/>
                <a:gd name="T53" fmla="*/ 2147483647 h 738"/>
                <a:gd name="T54" fmla="*/ 2147483647 w 906"/>
                <a:gd name="T55" fmla="*/ 2147483647 h 738"/>
                <a:gd name="T56" fmla="*/ 2147483647 w 906"/>
                <a:gd name="T57" fmla="*/ 2147483647 h 738"/>
                <a:gd name="T58" fmla="*/ 2147483647 w 906"/>
                <a:gd name="T59" fmla="*/ 2147483647 h 738"/>
                <a:gd name="T60" fmla="*/ 2147483647 w 906"/>
                <a:gd name="T61" fmla="*/ 2147483647 h 738"/>
                <a:gd name="T62" fmla="*/ 2147483647 w 906"/>
                <a:gd name="T63" fmla="*/ 2147483647 h 738"/>
                <a:gd name="T64" fmla="*/ 2147483647 w 906"/>
                <a:gd name="T65" fmla="*/ 2147483647 h 738"/>
                <a:gd name="T66" fmla="*/ 2147483647 w 906"/>
                <a:gd name="T67" fmla="*/ 2147483647 h 738"/>
                <a:gd name="T68" fmla="*/ 2147483647 w 906"/>
                <a:gd name="T69" fmla="*/ 2147483647 h 738"/>
                <a:gd name="T70" fmla="*/ 2147483647 w 906"/>
                <a:gd name="T71" fmla="*/ 2147483647 h 738"/>
                <a:gd name="T72" fmla="*/ 2147483647 w 906"/>
                <a:gd name="T73" fmla="*/ 2147483647 h 738"/>
                <a:gd name="T74" fmla="*/ 2147483647 w 906"/>
                <a:gd name="T75" fmla="*/ 2147483647 h 738"/>
                <a:gd name="T76" fmla="*/ 2147483647 w 906"/>
                <a:gd name="T77" fmla="*/ 2147483647 h 738"/>
                <a:gd name="T78" fmla="*/ 2147483647 w 906"/>
                <a:gd name="T79" fmla="*/ 2147483647 h 738"/>
                <a:gd name="T80" fmla="*/ 2147483647 w 906"/>
                <a:gd name="T81" fmla="*/ 2147483647 h 738"/>
                <a:gd name="T82" fmla="*/ 2147483647 w 906"/>
                <a:gd name="T83" fmla="*/ 2147483647 h 738"/>
                <a:gd name="T84" fmla="*/ 2147483647 w 906"/>
                <a:gd name="T85" fmla="*/ 2147483647 h 738"/>
                <a:gd name="T86" fmla="*/ 2147483647 w 906"/>
                <a:gd name="T87" fmla="*/ 2147483647 h 738"/>
                <a:gd name="T88" fmla="*/ 2147483647 w 906"/>
                <a:gd name="T89" fmla="*/ 2147483647 h 738"/>
                <a:gd name="T90" fmla="*/ 2147483647 w 906"/>
                <a:gd name="T91" fmla="*/ 2147483647 h 738"/>
                <a:gd name="T92" fmla="*/ 2147483647 w 906"/>
                <a:gd name="T93" fmla="*/ 2147483647 h 738"/>
                <a:gd name="T94" fmla="*/ 2147483647 w 906"/>
                <a:gd name="T95" fmla="*/ 2147483647 h 738"/>
                <a:gd name="T96" fmla="*/ 2147483647 w 906"/>
                <a:gd name="T97" fmla="*/ 2147483647 h 738"/>
                <a:gd name="T98" fmla="*/ 2147483647 w 906"/>
                <a:gd name="T99" fmla="*/ 2147483647 h 738"/>
                <a:gd name="T100" fmla="*/ 2147483647 w 906"/>
                <a:gd name="T101" fmla="*/ 2147483647 h 738"/>
                <a:gd name="T102" fmla="*/ 2147483647 w 906"/>
                <a:gd name="T103" fmla="*/ 2147483647 h 738"/>
                <a:gd name="T104" fmla="*/ 2147483647 w 906"/>
                <a:gd name="T105" fmla="*/ 2147483647 h 738"/>
                <a:gd name="T106" fmla="*/ 2147483647 w 906"/>
                <a:gd name="T107" fmla="*/ 2147483647 h 738"/>
                <a:gd name="T108" fmla="*/ 2147483647 w 906"/>
                <a:gd name="T109" fmla="*/ 2147483647 h 73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906"/>
                <a:gd name="T166" fmla="*/ 0 h 738"/>
                <a:gd name="T167" fmla="*/ 906 w 906"/>
                <a:gd name="T168" fmla="*/ 738 h 73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906" h="738">
                  <a:moveTo>
                    <a:pt x="894" y="108"/>
                  </a:moveTo>
                  <a:lnTo>
                    <a:pt x="894" y="96"/>
                  </a:lnTo>
                  <a:lnTo>
                    <a:pt x="906" y="96"/>
                  </a:lnTo>
                  <a:lnTo>
                    <a:pt x="900" y="90"/>
                  </a:lnTo>
                  <a:lnTo>
                    <a:pt x="876" y="90"/>
                  </a:lnTo>
                  <a:lnTo>
                    <a:pt x="840" y="102"/>
                  </a:lnTo>
                  <a:lnTo>
                    <a:pt x="840" y="84"/>
                  </a:lnTo>
                  <a:lnTo>
                    <a:pt x="816" y="84"/>
                  </a:lnTo>
                  <a:lnTo>
                    <a:pt x="792" y="96"/>
                  </a:lnTo>
                  <a:lnTo>
                    <a:pt x="786" y="102"/>
                  </a:lnTo>
                  <a:lnTo>
                    <a:pt x="780" y="114"/>
                  </a:lnTo>
                  <a:lnTo>
                    <a:pt x="774" y="120"/>
                  </a:lnTo>
                  <a:lnTo>
                    <a:pt x="756" y="120"/>
                  </a:lnTo>
                  <a:lnTo>
                    <a:pt x="750" y="126"/>
                  </a:lnTo>
                  <a:lnTo>
                    <a:pt x="744" y="138"/>
                  </a:lnTo>
                  <a:lnTo>
                    <a:pt x="732" y="144"/>
                  </a:lnTo>
                  <a:lnTo>
                    <a:pt x="726" y="150"/>
                  </a:lnTo>
                  <a:lnTo>
                    <a:pt x="720" y="150"/>
                  </a:lnTo>
                  <a:lnTo>
                    <a:pt x="690" y="120"/>
                  </a:lnTo>
                  <a:lnTo>
                    <a:pt x="690" y="114"/>
                  </a:lnTo>
                  <a:lnTo>
                    <a:pt x="678" y="48"/>
                  </a:lnTo>
                  <a:lnTo>
                    <a:pt x="660" y="48"/>
                  </a:lnTo>
                  <a:lnTo>
                    <a:pt x="660" y="18"/>
                  </a:lnTo>
                  <a:lnTo>
                    <a:pt x="642" y="0"/>
                  </a:lnTo>
                  <a:lnTo>
                    <a:pt x="624" y="0"/>
                  </a:lnTo>
                  <a:lnTo>
                    <a:pt x="618" y="6"/>
                  </a:lnTo>
                  <a:lnTo>
                    <a:pt x="618" y="30"/>
                  </a:lnTo>
                  <a:lnTo>
                    <a:pt x="612" y="36"/>
                  </a:lnTo>
                  <a:lnTo>
                    <a:pt x="606" y="36"/>
                  </a:lnTo>
                  <a:lnTo>
                    <a:pt x="594" y="48"/>
                  </a:lnTo>
                  <a:lnTo>
                    <a:pt x="594" y="54"/>
                  </a:lnTo>
                  <a:lnTo>
                    <a:pt x="600" y="60"/>
                  </a:lnTo>
                  <a:lnTo>
                    <a:pt x="606" y="60"/>
                  </a:lnTo>
                  <a:lnTo>
                    <a:pt x="600" y="84"/>
                  </a:lnTo>
                  <a:lnTo>
                    <a:pt x="588" y="72"/>
                  </a:lnTo>
                  <a:lnTo>
                    <a:pt x="570" y="72"/>
                  </a:lnTo>
                  <a:lnTo>
                    <a:pt x="558" y="78"/>
                  </a:lnTo>
                  <a:lnTo>
                    <a:pt x="546" y="90"/>
                  </a:lnTo>
                  <a:lnTo>
                    <a:pt x="546" y="120"/>
                  </a:lnTo>
                  <a:lnTo>
                    <a:pt x="540" y="120"/>
                  </a:lnTo>
                  <a:lnTo>
                    <a:pt x="534" y="114"/>
                  </a:lnTo>
                  <a:lnTo>
                    <a:pt x="528" y="102"/>
                  </a:lnTo>
                  <a:lnTo>
                    <a:pt x="522" y="96"/>
                  </a:lnTo>
                  <a:lnTo>
                    <a:pt x="510" y="96"/>
                  </a:lnTo>
                  <a:lnTo>
                    <a:pt x="504" y="102"/>
                  </a:lnTo>
                  <a:lnTo>
                    <a:pt x="492" y="108"/>
                  </a:lnTo>
                  <a:lnTo>
                    <a:pt x="474" y="126"/>
                  </a:lnTo>
                  <a:lnTo>
                    <a:pt x="468" y="126"/>
                  </a:lnTo>
                  <a:lnTo>
                    <a:pt x="456" y="114"/>
                  </a:lnTo>
                  <a:lnTo>
                    <a:pt x="444" y="108"/>
                  </a:lnTo>
                  <a:lnTo>
                    <a:pt x="438" y="102"/>
                  </a:lnTo>
                  <a:lnTo>
                    <a:pt x="426" y="102"/>
                  </a:lnTo>
                  <a:lnTo>
                    <a:pt x="414" y="108"/>
                  </a:lnTo>
                  <a:lnTo>
                    <a:pt x="396" y="84"/>
                  </a:lnTo>
                  <a:lnTo>
                    <a:pt x="384" y="96"/>
                  </a:lnTo>
                  <a:lnTo>
                    <a:pt x="342" y="96"/>
                  </a:lnTo>
                  <a:lnTo>
                    <a:pt x="330" y="90"/>
                  </a:lnTo>
                  <a:lnTo>
                    <a:pt x="324" y="84"/>
                  </a:lnTo>
                  <a:lnTo>
                    <a:pt x="312" y="78"/>
                  </a:lnTo>
                  <a:lnTo>
                    <a:pt x="300" y="78"/>
                  </a:lnTo>
                  <a:lnTo>
                    <a:pt x="300" y="102"/>
                  </a:lnTo>
                  <a:lnTo>
                    <a:pt x="264" y="102"/>
                  </a:lnTo>
                  <a:lnTo>
                    <a:pt x="252" y="108"/>
                  </a:lnTo>
                  <a:lnTo>
                    <a:pt x="246" y="120"/>
                  </a:lnTo>
                  <a:lnTo>
                    <a:pt x="246" y="180"/>
                  </a:lnTo>
                  <a:lnTo>
                    <a:pt x="234" y="180"/>
                  </a:lnTo>
                  <a:lnTo>
                    <a:pt x="222" y="186"/>
                  </a:lnTo>
                  <a:lnTo>
                    <a:pt x="216" y="198"/>
                  </a:lnTo>
                  <a:lnTo>
                    <a:pt x="180" y="216"/>
                  </a:lnTo>
                  <a:lnTo>
                    <a:pt x="168" y="216"/>
                  </a:lnTo>
                  <a:lnTo>
                    <a:pt x="168" y="228"/>
                  </a:lnTo>
                  <a:lnTo>
                    <a:pt x="156" y="252"/>
                  </a:lnTo>
                  <a:lnTo>
                    <a:pt x="150" y="258"/>
                  </a:lnTo>
                  <a:lnTo>
                    <a:pt x="138" y="264"/>
                  </a:lnTo>
                  <a:lnTo>
                    <a:pt x="114" y="264"/>
                  </a:lnTo>
                  <a:lnTo>
                    <a:pt x="90" y="240"/>
                  </a:lnTo>
                  <a:lnTo>
                    <a:pt x="84" y="240"/>
                  </a:lnTo>
                  <a:lnTo>
                    <a:pt x="78" y="246"/>
                  </a:lnTo>
                  <a:lnTo>
                    <a:pt x="66" y="246"/>
                  </a:lnTo>
                  <a:lnTo>
                    <a:pt x="60" y="240"/>
                  </a:lnTo>
                  <a:lnTo>
                    <a:pt x="48" y="240"/>
                  </a:lnTo>
                  <a:lnTo>
                    <a:pt x="42" y="234"/>
                  </a:lnTo>
                  <a:lnTo>
                    <a:pt x="36" y="240"/>
                  </a:lnTo>
                  <a:lnTo>
                    <a:pt x="30" y="252"/>
                  </a:lnTo>
                  <a:lnTo>
                    <a:pt x="30" y="258"/>
                  </a:lnTo>
                  <a:lnTo>
                    <a:pt x="36" y="270"/>
                  </a:lnTo>
                  <a:lnTo>
                    <a:pt x="36" y="294"/>
                  </a:lnTo>
                  <a:lnTo>
                    <a:pt x="42" y="300"/>
                  </a:lnTo>
                  <a:lnTo>
                    <a:pt x="42" y="306"/>
                  </a:lnTo>
                  <a:lnTo>
                    <a:pt x="18" y="312"/>
                  </a:lnTo>
                  <a:lnTo>
                    <a:pt x="30" y="330"/>
                  </a:lnTo>
                  <a:lnTo>
                    <a:pt x="24" y="330"/>
                  </a:lnTo>
                  <a:lnTo>
                    <a:pt x="18" y="336"/>
                  </a:lnTo>
                  <a:lnTo>
                    <a:pt x="6" y="342"/>
                  </a:lnTo>
                  <a:lnTo>
                    <a:pt x="0" y="348"/>
                  </a:lnTo>
                  <a:lnTo>
                    <a:pt x="0" y="354"/>
                  </a:lnTo>
                  <a:lnTo>
                    <a:pt x="12" y="366"/>
                  </a:lnTo>
                  <a:lnTo>
                    <a:pt x="12" y="396"/>
                  </a:lnTo>
                  <a:lnTo>
                    <a:pt x="36" y="396"/>
                  </a:lnTo>
                  <a:lnTo>
                    <a:pt x="42" y="402"/>
                  </a:lnTo>
                  <a:lnTo>
                    <a:pt x="42" y="408"/>
                  </a:lnTo>
                  <a:lnTo>
                    <a:pt x="24" y="426"/>
                  </a:lnTo>
                  <a:lnTo>
                    <a:pt x="18" y="438"/>
                  </a:lnTo>
                  <a:lnTo>
                    <a:pt x="30" y="462"/>
                  </a:lnTo>
                  <a:lnTo>
                    <a:pt x="42" y="480"/>
                  </a:lnTo>
                  <a:lnTo>
                    <a:pt x="54" y="504"/>
                  </a:lnTo>
                  <a:lnTo>
                    <a:pt x="60" y="510"/>
                  </a:lnTo>
                  <a:lnTo>
                    <a:pt x="60" y="564"/>
                  </a:lnTo>
                  <a:lnTo>
                    <a:pt x="66" y="570"/>
                  </a:lnTo>
                  <a:lnTo>
                    <a:pt x="72" y="570"/>
                  </a:lnTo>
                  <a:lnTo>
                    <a:pt x="84" y="576"/>
                  </a:lnTo>
                  <a:lnTo>
                    <a:pt x="120" y="576"/>
                  </a:lnTo>
                  <a:lnTo>
                    <a:pt x="126" y="582"/>
                  </a:lnTo>
                  <a:lnTo>
                    <a:pt x="138" y="606"/>
                  </a:lnTo>
                  <a:lnTo>
                    <a:pt x="114" y="654"/>
                  </a:lnTo>
                  <a:lnTo>
                    <a:pt x="108" y="660"/>
                  </a:lnTo>
                  <a:lnTo>
                    <a:pt x="102" y="672"/>
                  </a:lnTo>
                  <a:lnTo>
                    <a:pt x="84" y="690"/>
                  </a:lnTo>
                  <a:lnTo>
                    <a:pt x="84" y="702"/>
                  </a:lnTo>
                  <a:lnTo>
                    <a:pt x="120" y="702"/>
                  </a:lnTo>
                  <a:lnTo>
                    <a:pt x="132" y="708"/>
                  </a:lnTo>
                  <a:lnTo>
                    <a:pt x="150" y="720"/>
                  </a:lnTo>
                  <a:lnTo>
                    <a:pt x="168" y="726"/>
                  </a:lnTo>
                  <a:lnTo>
                    <a:pt x="192" y="738"/>
                  </a:lnTo>
                  <a:lnTo>
                    <a:pt x="210" y="738"/>
                  </a:lnTo>
                  <a:lnTo>
                    <a:pt x="228" y="732"/>
                  </a:lnTo>
                  <a:lnTo>
                    <a:pt x="234" y="732"/>
                  </a:lnTo>
                  <a:lnTo>
                    <a:pt x="240" y="726"/>
                  </a:lnTo>
                  <a:lnTo>
                    <a:pt x="294" y="726"/>
                  </a:lnTo>
                  <a:lnTo>
                    <a:pt x="294" y="732"/>
                  </a:lnTo>
                  <a:lnTo>
                    <a:pt x="318" y="732"/>
                  </a:lnTo>
                  <a:lnTo>
                    <a:pt x="324" y="726"/>
                  </a:lnTo>
                  <a:lnTo>
                    <a:pt x="348" y="726"/>
                  </a:lnTo>
                  <a:lnTo>
                    <a:pt x="366" y="720"/>
                  </a:lnTo>
                  <a:lnTo>
                    <a:pt x="396" y="720"/>
                  </a:lnTo>
                  <a:lnTo>
                    <a:pt x="444" y="696"/>
                  </a:lnTo>
                  <a:lnTo>
                    <a:pt x="450" y="696"/>
                  </a:lnTo>
                  <a:lnTo>
                    <a:pt x="456" y="690"/>
                  </a:lnTo>
                  <a:lnTo>
                    <a:pt x="456" y="660"/>
                  </a:lnTo>
                  <a:lnTo>
                    <a:pt x="450" y="654"/>
                  </a:lnTo>
                  <a:lnTo>
                    <a:pt x="450" y="636"/>
                  </a:lnTo>
                  <a:lnTo>
                    <a:pt x="444" y="624"/>
                  </a:lnTo>
                  <a:lnTo>
                    <a:pt x="444" y="606"/>
                  </a:lnTo>
                  <a:lnTo>
                    <a:pt x="450" y="594"/>
                  </a:lnTo>
                  <a:lnTo>
                    <a:pt x="462" y="588"/>
                  </a:lnTo>
                  <a:lnTo>
                    <a:pt x="468" y="576"/>
                  </a:lnTo>
                  <a:lnTo>
                    <a:pt x="486" y="576"/>
                  </a:lnTo>
                  <a:lnTo>
                    <a:pt x="486" y="588"/>
                  </a:lnTo>
                  <a:lnTo>
                    <a:pt x="528" y="588"/>
                  </a:lnTo>
                  <a:lnTo>
                    <a:pt x="534" y="582"/>
                  </a:lnTo>
                  <a:lnTo>
                    <a:pt x="534" y="576"/>
                  </a:lnTo>
                  <a:lnTo>
                    <a:pt x="528" y="570"/>
                  </a:lnTo>
                  <a:lnTo>
                    <a:pt x="522" y="570"/>
                  </a:lnTo>
                  <a:lnTo>
                    <a:pt x="522" y="564"/>
                  </a:lnTo>
                  <a:lnTo>
                    <a:pt x="528" y="558"/>
                  </a:lnTo>
                  <a:lnTo>
                    <a:pt x="534" y="558"/>
                  </a:lnTo>
                  <a:lnTo>
                    <a:pt x="546" y="552"/>
                  </a:lnTo>
                  <a:lnTo>
                    <a:pt x="552" y="546"/>
                  </a:lnTo>
                  <a:lnTo>
                    <a:pt x="564" y="540"/>
                  </a:lnTo>
                  <a:lnTo>
                    <a:pt x="594" y="540"/>
                  </a:lnTo>
                  <a:lnTo>
                    <a:pt x="594" y="552"/>
                  </a:lnTo>
                  <a:lnTo>
                    <a:pt x="600" y="558"/>
                  </a:lnTo>
                  <a:lnTo>
                    <a:pt x="612" y="558"/>
                  </a:lnTo>
                  <a:lnTo>
                    <a:pt x="624" y="552"/>
                  </a:lnTo>
                  <a:lnTo>
                    <a:pt x="630" y="540"/>
                  </a:lnTo>
                  <a:lnTo>
                    <a:pt x="636" y="534"/>
                  </a:lnTo>
                  <a:lnTo>
                    <a:pt x="636" y="528"/>
                  </a:lnTo>
                  <a:lnTo>
                    <a:pt x="630" y="522"/>
                  </a:lnTo>
                  <a:lnTo>
                    <a:pt x="630" y="510"/>
                  </a:lnTo>
                  <a:lnTo>
                    <a:pt x="624" y="498"/>
                  </a:lnTo>
                  <a:lnTo>
                    <a:pt x="624" y="480"/>
                  </a:lnTo>
                  <a:lnTo>
                    <a:pt x="630" y="474"/>
                  </a:lnTo>
                  <a:lnTo>
                    <a:pt x="636" y="474"/>
                  </a:lnTo>
                  <a:lnTo>
                    <a:pt x="636" y="438"/>
                  </a:lnTo>
                  <a:lnTo>
                    <a:pt x="642" y="432"/>
                  </a:lnTo>
                  <a:lnTo>
                    <a:pt x="660" y="432"/>
                  </a:lnTo>
                  <a:lnTo>
                    <a:pt x="690" y="414"/>
                  </a:lnTo>
                  <a:lnTo>
                    <a:pt x="684" y="414"/>
                  </a:lnTo>
                  <a:lnTo>
                    <a:pt x="672" y="408"/>
                  </a:lnTo>
                  <a:lnTo>
                    <a:pt x="672" y="402"/>
                  </a:lnTo>
                  <a:lnTo>
                    <a:pt x="666" y="396"/>
                  </a:lnTo>
                  <a:lnTo>
                    <a:pt x="666" y="390"/>
                  </a:lnTo>
                  <a:lnTo>
                    <a:pt x="654" y="384"/>
                  </a:lnTo>
                  <a:lnTo>
                    <a:pt x="642" y="372"/>
                  </a:lnTo>
                  <a:lnTo>
                    <a:pt x="642" y="360"/>
                  </a:lnTo>
                  <a:lnTo>
                    <a:pt x="660" y="360"/>
                  </a:lnTo>
                  <a:lnTo>
                    <a:pt x="666" y="366"/>
                  </a:lnTo>
                  <a:lnTo>
                    <a:pt x="684" y="372"/>
                  </a:lnTo>
                  <a:lnTo>
                    <a:pt x="690" y="372"/>
                  </a:lnTo>
                  <a:lnTo>
                    <a:pt x="696" y="366"/>
                  </a:lnTo>
                  <a:lnTo>
                    <a:pt x="714" y="366"/>
                  </a:lnTo>
                  <a:lnTo>
                    <a:pt x="714" y="336"/>
                  </a:lnTo>
                  <a:lnTo>
                    <a:pt x="708" y="330"/>
                  </a:lnTo>
                  <a:lnTo>
                    <a:pt x="708" y="318"/>
                  </a:lnTo>
                  <a:lnTo>
                    <a:pt x="714" y="306"/>
                  </a:lnTo>
                  <a:lnTo>
                    <a:pt x="738" y="282"/>
                  </a:lnTo>
                  <a:lnTo>
                    <a:pt x="738" y="276"/>
                  </a:lnTo>
                  <a:lnTo>
                    <a:pt x="732" y="264"/>
                  </a:lnTo>
                  <a:lnTo>
                    <a:pt x="726" y="258"/>
                  </a:lnTo>
                  <a:lnTo>
                    <a:pt x="726" y="228"/>
                  </a:lnTo>
                  <a:lnTo>
                    <a:pt x="696" y="198"/>
                  </a:lnTo>
                  <a:lnTo>
                    <a:pt x="696" y="192"/>
                  </a:lnTo>
                  <a:lnTo>
                    <a:pt x="702" y="186"/>
                  </a:lnTo>
                  <a:lnTo>
                    <a:pt x="708" y="174"/>
                  </a:lnTo>
                  <a:lnTo>
                    <a:pt x="714" y="168"/>
                  </a:lnTo>
                  <a:lnTo>
                    <a:pt x="738" y="156"/>
                  </a:lnTo>
                  <a:lnTo>
                    <a:pt x="744" y="150"/>
                  </a:lnTo>
                  <a:lnTo>
                    <a:pt x="768" y="138"/>
                  </a:lnTo>
                  <a:lnTo>
                    <a:pt x="774" y="138"/>
                  </a:lnTo>
                  <a:lnTo>
                    <a:pt x="780" y="132"/>
                  </a:lnTo>
                  <a:lnTo>
                    <a:pt x="822" y="132"/>
                  </a:lnTo>
                  <a:lnTo>
                    <a:pt x="828" y="126"/>
                  </a:lnTo>
                  <a:lnTo>
                    <a:pt x="852" y="126"/>
                  </a:lnTo>
                  <a:lnTo>
                    <a:pt x="864" y="132"/>
                  </a:lnTo>
                  <a:lnTo>
                    <a:pt x="876" y="132"/>
                  </a:lnTo>
                  <a:lnTo>
                    <a:pt x="882" y="126"/>
                  </a:lnTo>
                  <a:lnTo>
                    <a:pt x="894" y="126"/>
                  </a:lnTo>
                  <a:lnTo>
                    <a:pt x="900" y="120"/>
                  </a:lnTo>
                  <a:lnTo>
                    <a:pt x="894" y="114"/>
                  </a:lnTo>
                  <a:lnTo>
                    <a:pt x="894" y="10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</p:grpSp>
      <p:sp>
        <p:nvSpPr>
          <p:cNvPr id="182" name="FRQ_Logo">
            <a:extLst>
              <a:ext uri="{FF2B5EF4-FFF2-40B4-BE49-F238E27FC236}">
                <a16:creationId xmlns:a16="http://schemas.microsoft.com/office/drawing/2014/main" id="{4DA84B43-D00D-4443-AC06-B1A8E104193A}"/>
              </a:ext>
            </a:extLst>
          </p:cNvPr>
          <p:cNvSpPr>
            <a:spLocks noChangeAspect="1"/>
          </p:cNvSpPr>
          <p:nvPr userDrawn="1"/>
        </p:nvSpPr>
        <p:spPr>
          <a:xfrm>
            <a:off x="7653773" y="4833046"/>
            <a:ext cx="1058818" cy="184740"/>
          </a:xfrm>
          <a:custGeom>
            <a:avLst/>
            <a:gdLst/>
            <a:ahLst/>
            <a:cxnLst/>
            <a:rect l="l" t="t" r="r" b="b"/>
            <a:pathLst>
              <a:path w="7337697" h="1272363">
                <a:moveTo>
                  <a:pt x="2716345" y="1190847"/>
                </a:moveTo>
                <a:lnTo>
                  <a:pt x="2922093" y="1190847"/>
                </a:lnTo>
                <a:lnTo>
                  <a:pt x="2784437" y="1272363"/>
                </a:lnTo>
                <a:lnTo>
                  <a:pt x="2767791" y="1272363"/>
                </a:lnTo>
                <a:close/>
                <a:moveTo>
                  <a:pt x="6349715" y="996069"/>
                </a:moveTo>
                <a:lnTo>
                  <a:pt x="6675164" y="996069"/>
                </a:lnTo>
                <a:lnTo>
                  <a:pt x="6675164" y="1137337"/>
                </a:lnTo>
                <a:lnTo>
                  <a:pt x="6349715" y="1137337"/>
                </a:lnTo>
                <a:close/>
                <a:moveTo>
                  <a:pt x="5776176" y="996069"/>
                </a:moveTo>
                <a:lnTo>
                  <a:pt x="6101618" y="996069"/>
                </a:lnTo>
                <a:lnTo>
                  <a:pt x="6101618" y="1137337"/>
                </a:lnTo>
                <a:lnTo>
                  <a:pt x="5776176" y="1137337"/>
                </a:lnTo>
                <a:close/>
                <a:moveTo>
                  <a:pt x="5200758" y="996069"/>
                </a:moveTo>
                <a:lnTo>
                  <a:pt x="5553174" y="996069"/>
                </a:lnTo>
                <a:lnTo>
                  <a:pt x="5553174" y="1137337"/>
                </a:lnTo>
                <a:lnTo>
                  <a:pt x="5259505" y="1137337"/>
                </a:lnTo>
                <a:close/>
                <a:moveTo>
                  <a:pt x="4709215" y="996069"/>
                </a:moveTo>
                <a:lnTo>
                  <a:pt x="5002679" y="996069"/>
                </a:lnTo>
                <a:lnTo>
                  <a:pt x="5002679" y="1137337"/>
                </a:lnTo>
                <a:lnTo>
                  <a:pt x="4709215" y="1137337"/>
                </a:lnTo>
                <a:close/>
                <a:moveTo>
                  <a:pt x="4020058" y="996069"/>
                </a:moveTo>
                <a:lnTo>
                  <a:pt x="4602020" y="996069"/>
                </a:lnTo>
                <a:lnTo>
                  <a:pt x="4602020" y="1137337"/>
                </a:lnTo>
                <a:lnTo>
                  <a:pt x="4020058" y="1137337"/>
                </a:lnTo>
                <a:close/>
                <a:moveTo>
                  <a:pt x="3174710" y="996069"/>
                </a:moveTo>
                <a:lnTo>
                  <a:pt x="3880010" y="996069"/>
                </a:lnTo>
                <a:cubicBezTo>
                  <a:pt x="3820003" y="1081537"/>
                  <a:pt x="3720293" y="1137337"/>
                  <a:pt x="3607462" y="1137337"/>
                </a:cubicBezTo>
                <a:lnTo>
                  <a:pt x="3447250" y="1137337"/>
                </a:lnTo>
                <a:cubicBezTo>
                  <a:pt x="3334427" y="1137337"/>
                  <a:pt x="3234709" y="1081537"/>
                  <a:pt x="3174710" y="996069"/>
                </a:cubicBezTo>
                <a:close/>
                <a:moveTo>
                  <a:pt x="2253225" y="996069"/>
                </a:moveTo>
                <a:lnTo>
                  <a:pt x="2902944" y="996069"/>
                </a:lnTo>
                <a:cubicBezTo>
                  <a:pt x="2901657" y="998515"/>
                  <a:pt x="2900095" y="1000777"/>
                  <a:pt x="2898533" y="1003025"/>
                </a:cubicBezTo>
                <a:lnTo>
                  <a:pt x="3011229" y="1137337"/>
                </a:lnTo>
                <a:lnTo>
                  <a:pt x="2394281" y="1137337"/>
                </a:lnTo>
                <a:cubicBezTo>
                  <a:pt x="2340651" y="1103535"/>
                  <a:pt x="2292718" y="1055319"/>
                  <a:pt x="2253225" y="996069"/>
                </a:cubicBezTo>
                <a:close/>
                <a:moveTo>
                  <a:pt x="1484095" y="996069"/>
                </a:moveTo>
                <a:lnTo>
                  <a:pt x="2063233" y="996069"/>
                </a:lnTo>
                <a:lnTo>
                  <a:pt x="2063233" y="1137337"/>
                </a:lnTo>
                <a:lnTo>
                  <a:pt x="1484095" y="1137337"/>
                </a:lnTo>
                <a:close/>
                <a:moveTo>
                  <a:pt x="1102018" y="996069"/>
                </a:moveTo>
                <a:lnTo>
                  <a:pt x="1399525" y="996069"/>
                </a:lnTo>
                <a:lnTo>
                  <a:pt x="1467101" y="1137337"/>
                </a:lnTo>
                <a:lnTo>
                  <a:pt x="1164392" y="1137337"/>
                </a:lnTo>
                <a:close/>
                <a:moveTo>
                  <a:pt x="641090" y="996069"/>
                </a:moveTo>
                <a:lnTo>
                  <a:pt x="952975" y="996069"/>
                </a:lnTo>
                <a:lnTo>
                  <a:pt x="952975" y="1137337"/>
                </a:lnTo>
                <a:lnTo>
                  <a:pt x="641090" y="1137337"/>
                </a:lnTo>
                <a:close/>
                <a:moveTo>
                  <a:pt x="0" y="996069"/>
                </a:moveTo>
                <a:lnTo>
                  <a:pt x="326361" y="996069"/>
                </a:lnTo>
                <a:lnTo>
                  <a:pt x="326361" y="1137337"/>
                </a:lnTo>
                <a:lnTo>
                  <a:pt x="321512" y="1137337"/>
                </a:lnTo>
                <a:lnTo>
                  <a:pt x="4849" y="1137337"/>
                </a:lnTo>
                <a:lnTo>
                  <a:pt x="0" y="1137337"/>
                </a:lnTo>
                <a:close/>
                <a:moveTo>
                  <a:pt x="6719915" y="996069"/>
                </a:moveTo>
                <a:lnTo>
                  <a:pt x="7252753" y="996069"/>
                </a:lnTo>
                <a:cubicBezTo>
                  <a:pt x="7215211" y="1043317"/>
                  <a:pt x="7165836" y="1080844"/>
                  <a:pt x="7109273" y="1105337"/>
                </a:cubicBezTo>
                <a:cubicBezTo>
                  <a:pt x="7046906" y="1127172"/>
                  <a:pt x="6976120" y="1140348"/>
                  <a:pt x="6897064" y="1137337"/>
                </a:cubicBezTo>
                <a:cubicBezTo>
                  <a:pt x="6834329" y="1134941"/>
                  <a:pt x="6775030" y="1119927"/>
                  <a:pt x="6719915" y="1096063"/>
                </a:cubicBezTo>
                <a:close/>
                <a:moveTo>
                  <a:pt x="2173137" y="830811"/>
                </a:moveTo>
                <a:lnTo>
                  <a:pt x="2519157" y="830811"/>
                </a:lnTo>
                <a:cubicBezTo>
                  <a:pt x="2536977" y="849514"/>
                  <a:pt x="2557059" y="859863"/>
                  <a:pt x="2578237" y="859863"/>
                </a:cubicBezTo>
                <a:cubicBezTo>
                  <a:pt x="2599421" y="859863"/>
                  <a:pt x="2619504" y="849514"/>
                  <a:pt x="2637324" y="830811"/>
                </a:cubicBezTo>
                <a:lnTo>
                  <a:pt x="2982855" y="830811"/>
                </a:lnTo>
                <a:cubicBezTo>
                  <a:pt x="2970110" y="870911"/>
                  <a:pt x="2953916" y="908552"/>
                  <a:pt x="2934725" y="943125"/>
                </a:cubicBezTo>
                <a:lnTo>
                  <a:pt x="2221169" y="943125"/>
                </a:lnTo>
                <a:cubicBezTo>
                  <a:pt x="2202366" y="908389"/>
                  <a:pt x="2186236" y="870756"/>
                  <a:pt x="2173137" y="830811"/>
                </a:cubicBezTo>
                <a:close/>
                <a:moveTo>
                  <a:pt x="6719915" y="830811"/>
                </a:moveTo>
                <a:lnTo>
                  <a:pt x="6819838" y="830811"/>
                </a:lnTo>
                <a:lnTo>
                  <a:pt x="6837022" y="845591"/>
                </a:lnTo>
                <a:cubicBezTo>
                  <a:pt x="6856214" y="867893"/>
                  <a:pt x="6884799" y="881783"/>
                  <a:pt x="6916644" y="881783"/>
                </a:cubicBezTo>
                <a:cubicBezTo>
                  <a:pt x="6955168" y="881783"/>
                  <a:pt x="6988921" y="861453"/>
                  <a:pt x="7007307" y="830811"/>
                </a:cubicBezTo>
                <a:lnTo>
                  <a:pt x="7330918" y="830811"/>
                </a:lnTo>
                <a:cubicBezTo>
                  <a:pt x="7323524" y="871053"/>
                  <a:pt x="7309352" y="909004"/>
                  <a:pt x="7288937" y="943125"/>
                </a:cubicBezTo>
                <a:lnTo>
                  <a:pt x="6719915" y="943125"/>
                </a:lnTo>
                <a:close/>
                <a:moveTo>
                  <a:pt x="6349715" y="830804"/>
                </a:moveTo>
                <a:lnTo>
                  <a:pt x="6675164" y="830804"/>
                </a:lnTo>
                <a:lnTo>
                  <a:pt x="6675164" y="943125"/>
                </a:lnTo>
                <a:lnTo>
                  <a:pt x="6349715" y="943125"/>
                </a:lnTo>
                <a:close/>
                <a:moveTo>
                  <a:pt x="5776176" y="830804"/>
                </a:moveTo>
                <a:lnTo>
                  <a:pt x="6101618" y="830804"/>
                </a:lnTo>
                <a:lnTo>
                  <a:pt x="6101618" y="943125"/>
                </a:lnTo>
                <a:lnTo>
                  <a:pt x="5776176" y="943125"/>
                </a:lnTo>
                <a:close/>
                <a:moveTo>
                  <a:pt x="5132036" y="830804"/>
                </a:moveTo>
                <a:lnTo>
                  <a:pt x="5553174" y="830804"/>
                </a:lnTo>
                <a:lnTo>
                  <a:pt x="5553174" y="943125"/>
                </a:lnTo>
                <a:lnTo>
                  <a:pt x="5178746" y="943125"/>
                </a:lnTo>
                <a:close/>
                <a:moveTo>
                  <a:pt x="4709215" y="830804"/>
                </a:moveTo>
                <a:lnTo>
                  <a:pt x="5002679" y="830804"/>
                </a:lnTo>
                <a:lnTo>
                  <a:pt x="5002679" y="943125"/>
                </a:lnTo>
                <a:lnTo>
                  <a:pt x="4709215" y="943125"/>
                </a:lnTo>
                <a:close/>
                <a:moveTo>
                  <a:pt x="4020058" y="830804"/>
                </a:moveTo>
                <a:lnTo>
                  <a:pt x="4334927" y="830804"/>
                </a:lnTo>
                <a:lnTo>
                  <a:pt x="4334927" y="871972"/>
                </a:lnTo>
                <a:lnTo>
                  <a:pt x="4602020" y="871972"/>
                </a:lnTo>
                <a:lnTo>
                  <a:pt x="4602020" y="943125"/>
                </a:lnTo>
                <a:lnTo>
                  <a:pt x="4020058" y="943125"/>
                </a:lnTo>
                <a:close/>
                <a:moveTo>
                  <a:pt x="3115665" y="830804"/>
                </a:moveTo>
                <a:lnTo>
                  <a:pt x="3446904" y="830804"/>
                </a:lnTo>
                <a:cubicBezTo>
                  <a:pt x="3461875" y="859771"/>
                  <a:pt x="3492313" y="879373"/>
                  <a:pt x="3527360" y="879373"/>
                </a:cubicBezTo>
                <a:cubicBezTo>
                  <a:pt x="3562406" y="879373"/>
                  <a:pt x="3592837" y="859771"/>
                  <a:pt x="3607808" y="830804"/>
                </a:cubicBezTo>
                <a:lnTo>
                  <a:pt x="3939054" y="830804"/>
                </a:lnTo>
                <a:cubicBezTo>
                  <a:pt x="3936495" y="870678"/>
                  <a:pt x="3926486" y="908566"/>
                  <a:pt x="3910348" y="943125"/>
                </a:cubicBezTo>
                <a:lnTo>
                  <a:pt x="3144371" y="943125"/>
                </a:lnTo>
                <a:cubicBezTo>
                  <a:pt x="3128226" y="908566"/>
                  <a:pt x="3118217" y="870678"/>
                  <a:pt x="3115665" y="830804"/>
                </a:cubicBezTo>
                <a:close/>
                <a:moveTo>
                  <a:pt x="1484095" y="830804"/>
                </a:moveTo>
                <a:lnTo>
                  <a:pt x="1797436" y="830804"/>
                </a:lnTo>
                <a:lnTo>
                  <a:pt x="1797436" y="871972"/>
                </a:lnTo>
                <a:lnTo>
                  <a:pt x="2063233" y="871972"/>
                </a:lnTo>
                <a:lnTo>
                  <a:pt x="2063233" y="943125"/>
                </a:lnTo>
                <a:lnTo>
                  <a:pt x="1484095" y="943125"/>
                </a:lnTo>
                <a:close/>
                <a:moveTo>
                  <a:pt x="1029062" y="830804"/>
                </a:moveTo>
                <a:lnTo>
                  <a:pt x="1320468" y="830804"/>
                </a:lnTo>
                <a:lnTo>
                  <a:pt x="1374205" y="943125"/>
                </a:lnTo>
                <a:lnTo>
                  <a:pt x="1078649" y="943125"/>
                </a:lnTo>
                <a:close/>
                <a:moveTo>
                  <a:pt x="641090" y="830804"/>
                </a:moveTo>
                <a:lnTo>
                  <a:pt x="952975" y="830804"/>
                </a:lnTo>
                <a:lnTo>
                  <a:pt x="952975" y="943125"/>
                </a:lnTo>
                <a:lnTo>
                  <a:pt x="641090" y="943125"/>
                </a:lnTo>
                <a:close/>
                <a:moveTo>
                  <a:pt x="0" y="830804"/>
                </a:moveTo>
                <a:lnTo>
                  <a:pt x="326361" y="830804"/>
                </a:lnTo>
                <a:lnTo>
                  <a:pt x="326361" y="943125"/>
                </a:lnTo>
                <a:lnTo>
                  <a:pt x="0" y="943125"/>
                </a:lnTo>
                <a:close/>
                <a:moveTo>
                  <a:pt x="6719915" y="744863"/>
                </a:moveTo>
                <a:lnTo>
                  <a:pt x="6758284" y="777859"/>
                </a:lnTo>
                <a:lnTo>
                  <a:pt x="6719915" y="777859"/>
                </a:lnTo>
                <a:close/>
                <a:moveTo>
                  <a:pt x="0" y="693897"/>
                </a:moveTo>
                <a:lnTo>
                  <a:pt x="565721" y="693897"/>
                </a:lnTo>
                <a:lnTo>
                  <a:pt x="565721" y="708381"/>
                </a:lnTo>
                <a:lnTo>
                  <a:pt x="560872" y="708381"/>
                </a:lnTo>
                <a:lnTo>
                  <a:pt x="326361" y="708381"/>
                </a:lnTo>
                <a:lnTo>
                  <a:pt x="326361" y="777866"/>
                </a:lnTo>
                <a:lnTo>
                  <a:pt x="0" y="777866"/>
                </a:lnTo>
                <a:close/>
                <a:moveTo>
                  <a:pt x="6982609" y="693890"/>
                </a:moveTo>
                <a:lnTo>
                  <a:pt x="7330834" y="693890"/>
                </a:lnTo>
                <a:cubicBezTo>
                  <a:pt x="7335577" y="715711"/>
                  <a:pt x="7337697" y="738310"/>
                  <a:pt x="7337697" y="761403"/>
                </a:cubicBezTo>
                <a:lnTo>
                  <a:pt x="7337068" y="777859"/>
                </a:lnTo>
                <a:lnTo>
                  <a:pt x="7022950" y="777859"/>
                </a:lnTo>
                <a:cubicBezTo>
                  <a:pt x="7023141" y="777223"/>
                  <a:pt x="7023141" y="776587"/>
                  <a:pt x="7023141" y="775944"/>
                </a:cubicBezTo>
                <a:cubicBezTo>
                  <a:pt x="7023141" y="742480"/>
                  <a:pt x="7007519" y="712643"/>
                  <a:pt x="6982609" y="693890"/>
                </a:cubicBezTo>
                <a:close/>
                <a:moveTo>
                  <a:pt x="6349715" y="693890"/>
                </a:moveTo>
                <a:lnTo>
                  <a:pt x="6675164" y="693890"/>
                </a:lnTo>
                <a:lnTo>
                  <a:pt x="6675164" y="777859"/>
                </a:lnTo>
                <a:lnTo>
                  <a:pt x="6349715" y="777859"/>
                </a:lnTo>
                <a:close/>
                <a:moveTo>
                  <a:pt x="5776176" y="693890"/>
                </a:moveTo>
                <a:lnTo>
                  <a:pt x="6101618" y="693890"/>
                </a:lnTo>
                <a:lnTo>
                  <a:pt x="6101618" y="777859"/>
                </a:lnTo>
                <a:lnTo>
                  <a:pt x="5776176" y="777859"/>
                </a:lnTo>
                <a:close/>
                <a:moveTo>
                  <a:pt x="5075097" y="693890"/>
                </a:moveTo>
                <a:lnTo>
                  <a:pt x="5553174" y="693890"/>
                </a:lnTo>
                <a:lnTo>
                  <a:pt x="5553174" y="777859"/>
                </a:lnTo>
                <a:lnTo>
                  <a:pt x="5110017" y="777859"/>
                </a:lnTo>
                <a:close/>
                <a:moveTo>
                  <a:pt x="4709215" y="693890"/>
                </a:moveTo>
                <a:lnTo>
                  <a:pt x="5002679" y="693890"/>
                </a:lnTo>
                <a:lnTo>
                  <a:pt x="5002679" y="777859"/>
                </a:lnTo>
                <a:lnTo>
                  <a:pt x="4709215" y="777859"/>
                </a:lnTo>
                <a:close/>
                <a:moveTo>
                  <a:pt x="4020058" y="693890"/>
                </a:moveTo>
                <a:lnTo>
                  <a:pt x="4334927" y="693890"/>
                </a:lnTo>
                <a:lnTo>
                  <a:pt x="4334927" y="777859"/>
                </a:lnTo>
                <a:lnTo>
                  <a:pt x="4020058" y="777859"/>
                </a:lnTo>
                <a:close/>
                <a:moveTo>
                  <a:pt x="3618772" y="693890"/>
                </a:moveTo>
                <a:lnTo>
                  <a:pt x="3940284" y="693890"/>
                </a:lnTo>
                <a:lnTo>
                  <a:pt x="3940284" y="777859"/>
                </a:lnTo>
                <a:lnTo>
                  <a:pt x="3618772" y="777859"/>
                </a:lnTo>
                <a:close/>
                <a:moveTo>
                  <a:pt x="3114435" y="693890"/>
                </a:moveTo>
                <a:lnTo>
                  <a:pt x="3435940" y="693890"/>
                </a:lnTo>
                <a:lnTo>
                  <a:pt x="3435940" y="777859"/>
                </a:lnTo>
                <a:lnTo>
                  <a:pt x="3114435" y="777859"/>
                </a:lnTo>
                <a:close/>
                <a:moveTo>
                  <a:pt x="2701889" y="693890"/>
                </a:moveTo>
                <a:lnTo>
                  <a:pt x="3015442" y="693890"/>
                </a:lnTo>
                <a:cubicBezTo>
                  <a:pt x="3011314" y="722702"/>
                  <a:pt x="3005723" y="750786"/>
                  <a:pt x="2998300" y="777859"/>
                </a:cubicBezTo>
                <a:lnTo>
                  <a:pt x="2673169" y="777859"/>
                </a:lnTo>
                <a:cubicBezTo>
                  <a:pt x="2685143" y="753988"/>
                  <a:pt x="2695061" y="725629"/>
                  <a:pt x="2701889" y="693890"/>
                </a:cubicBezTo>
                <a:close/>
                <a:moveTo>
                  <a:pt x="2141265" y="693890"/>
                </a:moveTo>
                <a:lnTo>
                  <a:pt x="2454591" y="693890"/>
                </a:lnTo>
                <a:cubicBezTo>
                  <a:pt x="2461412" y="725629"/>
                  <a:pt x="2471337" y="753988"/>
                  <a:pt x="2483311" y="777859"/>
                </a:cubicBezTo>
                <a:lnTo>
                  <a:pt x="2157904" y="777859"/>
                </a:lnTo>
                <a:cubicBezTo>
                  <a:pt x="2150737" y="750751"/>
                  <a:pt x="2145159" y="722702"/>
                  <a:pt x="2141265" y="693890"/>
                </a:cubicBezTo>
                <a:close/>
                <a:moveTo>
                  <a:pt x="1484095" y="693890"/>
                </a:moveTo>
                <a:lnTo>
                  <a:pt x="1797436" y="693890"/>
                </a:lnTo>
                <a:lnTo>
                  <a:pt x="1797436" y="777859"/>
                </a:lnTo>
                <a:lnTo>
                  <a:pt x="1484095" y="777859"/>
                </a:lnTo>
                <a:close/>
                <a:moveTo>
                  <a:pt x="968618" y="693890"/>
                </a:moveTo>
                <a:lnTo>
                  <a:pt x="1260561" y="693890"/>
                </a:lnTo>
                <a:cubicBezTo>
                  <a:pt x="1259565" y="694993"/>
                  <a:pt x="1258427" y="695919"/>
                  <a:pt x="1257274" y="696845"/>
                </a:cubicBezTo>
                <a:lnTo>
                  <a:pt x="1256384" y="696845"/>
                </a:lnTo>
                <a:lnTo>
                  <a:pt x="1256652" y="697403"/>
                </a:lnTo>
                <a:cubicBezTo>
                  <a:pt x="1256419" y="697651"/>
                  <a:pt x="1256157" y="697863"/>
                  <a:pt x="1255896" y="698075"/>
                </a:cubicBezTo>
                <a:lnTo>
                  <a:pt x="1256970" y="698075"/>
                </a:lnTo>
                <a:lnTo>
                  <a:pt x="1295141" y="777859"/>
                </a:lnTo>
                <a:lnTo>
                  <a:pt x="1005686" y="777859"/>
                </a:lnTo>
                <a:close/>
                <a:moveTo>
                  <a:pt x="641090" y="693890"/>
                </a:moveTo>
                <a:lnTo>
                  <a:pt x="952975" y="693890"/>
                </a:lnTo>
                <a:lnTo>
                  <a:pt x="952975" y="777859"/>
                </a:lnTo>
                <a:lnTo>
                  <a:pt x="641090" y="777859"/>
                </a:lnTo>
                <a:close/>
                <a:moveTo>
                  <a:pt x="6835121" y="566025"/>
                </a:moveTo>
                <a:lnTo>
                  <a:pt x="7281162" y="566025"/>
                </a:lnTo>
                <a:cubicBezTo>
                  <a:pt x="7296317" y="589147"/>
                  <a:pt x="7308390" y="614290"/>
                  <a:pt x="7317007" y="640946"/>
                </a:cubicBezTo>
                <a:lnTo>
                  <a:pt x="6920871" y="640946"/>
                </a:lnTo>
                <a:lnTo>
                  <a:pt x="6867078" y="594681"/>
                </a:lnTo>
                <a:lnTo>
                  <a:pt x="6867078" y="593331"/>
                </a:lnTo>
                <a:close/>
                <a:moveTo>
                  <a:pt x="6349715" y="566025"/>
                </a:moveTo>
                <a:lnTo>
                  <a:pt x="6675164" y="566025"/>
                </a:lnTo>
                <a:lnTo>
                  <a:pt x="6675164" y="640946"/>
                </a:lnTo>
                <a:lnTo>
                  <a:pt x="6349715" y="640946"/>
                </a:lnTo>
                <a:close/>
                <a:moveTo>
                  <a:pt x="5776176" y="566025"/>
                </a:moveTo>
                <a:lnTo>
                  <a:pt x="6101618" y="566025"/>
                </a:lnTo>
                <a:lnTo>
                  <a:pt x="6101618" y="640946"/>
                </a:lnTo>
                <a:lnTo>
                  <a:pt x="5776176" y="640946"/>
                </a:lnTo>
                <a:close/>
                <a:moveTo>
                  <a:pt x="5021927" y="566025"/>
                </a:moveTo>
                <a:lnTo>
                  <a:pt x="5553174" y="566025"/>
                </a:lnTo>
                <a:lnTo>
                  <a:pt x="5553174" y="640946"/>
                </a:lnTo>
                <a:lnTo>
                  <a:pt x="5053086" y="640946"/>
                </a:lnTo>
                <a:close/>
                <a:moveTo>
                  <a:pt x="4709215" y="566025"/>
                </a:moveTo>
                <a:lnTo>
                  <a:pt x="5002679" y="566025"/>
                </a:lnTo>
                <a:lnTo>
                  <a:pt x="5002679" y="640946"/>
                </a:lnTo>
                <a:lnTo>
                  <a:pt x="4709215" y="640946"/>
                </a:lnTo>
                <a:close/>
                <a:moveTo>
                  <a:pt x="4667874" y="566025"/>
                </a:moveTo>
                <a:lnTo>
                  <a:pt x="4668058" y="566025"/>
                </a:lnTo>
                <a:lnTo>
                  <a:pt x="4668058" y="576161"/>
                </a:lnTo>
                <a:cubicBezTo>
                  <a:pt x="4667781" y="574055"/>
                  <a:pt x="4667774" y="571948"/>
                  <a:pt x="4667774" y="569835"/>
                </a:cubicBezTo>
                <a:close/>
                <a:moveTo>
                  <a:pt x="4020058" y="566025"/>
                </a:moveTo>
                <a:lnTo>
                  <a:pt x="4587920" y="566025"/>
                </a:lnTo>
                <a:lnTo>
                  <a:pt x="4587920" y="637426"/>
                </a:lnTo>
                <a:lnTo>
                  <a:pt x="4334927" y="637426"/>
                </a:lnTo>
                <a:lnTo>
                  <a:pt x="4334927" y="640946"/>
                </a:lnTo>
                <a:lnTo>
                  <a:pt x="4020058" y="640946"/>
                </a:lnTo>
                <a:close/>
                <a:moveTo>
                  <a:pt x="3618772" y="566025"/>
                </a:moveTo>
                <a:lnTo>
                  <a:pt x="3940284" y="566025"/>
                </a:lnTo>
                <a:lnTo>
                  <a:pt x="3940284" y="640946"/>
                </a:lnTo>
                <a:lnTo>
                  <a:pt x="3618772" y="640946"/>
                </a:lnTo>
                <a:close/>
                <a:moveTo>
                  <a:pt x="3114435" y="566025"/>
                </a:moveTo>
                <a:lnTo>
                  <a:pt x="3435940" y="566025"/>
                </a:lnTo>
                <a:lnTo>
                  <a:pt x="3435940" y="640946"/>
                </a:lnTo>
                <a:lnTo>
                  <a:pt x="3114435" y="640946"/>
                </a:lnTo>
                <a:close/>
                <a:moveTo>
                  <a:pt x="2717886" y="566025"/>
                </a:moveTo>
                <a:lnTo>
                  <a:pt x="3024214" y="566025"/>
                </a:lnTo>
                <a:cubicBezTo>
                  <a:pt x="3024313" y="567297"/>
                  <a:pt x="3024313" y="568563"/>
                  <a:pt x="3024313" y="569835"/>
                </a:cubicBezTo>
                <a:cubicBezTo>
                  <a:pt x="3024313" y="593890"/>
                  <a:pt x="3023338" y="617626"/>
                  <a:pt x="3021175" y="640946"/>
                </a:cubicBezTo>
                <a:lnTo>
                  <a:pt x="2711778" y="640946"/>
                </a:lnTo>
                <a:cubicBezTo>
                  <a:pt x="2715793" y="617146"/>
                  <a:pt x="2717836" y="592009"/>
                  <a:pt x="2717886" y="566025"/>
                </a:cubicBezTo>
                <a:close/>
                <a:moveTo>
                  <a:pt x="2132266" y="566025"/>
                </a:moveTo>
                <a:lnTo>
                  <a:pt x="2438595" y="566025"/>
                </a:lnTo>
                <a:cubicBezTo>
                  <a:pt x="2438644" y="592009"/>
                  <a:pt x="2440687" y="617146"/>
                  <a:pt x="2444702" y="640946"/>
                </a:cubicBezTo>
                <a:lnTo>
                  <a:pt x="2135348" y="640946"/>
                </a:lnTo>
                <a:cubicBezTo>
                  <a:pt x="2133143" y="617626"/>
                  <a:pt x="2132167" y="593890"/>
                  <a:pt x="2132167" y="569835"/>
                </a:cubicBezTo>
                <a:close/>
                <a:moveTo>
                  <a:pt x="2128766" y="566025"/>
                </a:moveTo>
                <a:lnTo>
                  <a:pt x="2128950" y="566025"/>
                </a:lnTo>
                <a:lnTo>
                  <a:pt x="2128950" y="576161"/>
                </a:lnTo>
                <a:cubicBezTo>
                  <a:pt x="2128674" y="574055"/>
                  <a:pt x="2128667" y="571948"/>
                  <a:pt x="2128667" y="569835"/>
                </a:cubicBezTo>
                <a:close/>
                <a:moveTo>
                  <a:pt x="1484095" y="566025"/>
                </a:moveTo>
                <a:lnTo>
                  <a:pt x="2049201" y="566025"/>
                </a:lnTo>
                <a:lnTo>
                  <a:pt x="2049201" y="637426"/>
                </a:lnTo>
                <a:lnTo>
                  <a:pt x="1797436" y="637426"/>
                </a:lnTo>
                <a:lnTo>
                  <a:pt x="1797436" y="640946"/>
                </a:lnTo>
                <a:lnTo>
                  <a:pt x="1484095" y="640946"/>
                </a:lnTo>
                <a:close/>
                <a:moveTo>
                  <a:pt x="641090" y="566025"/>
                </a:moveTo>
                <a:lnTo>
                  <a:pt x="1365150" y="566025"/>
                </a:lnTo>
                <a:cubicBezTo>
                  <a:pt x="1351302" y="593133"/>
                  <a:pt x="1334139" y="618262"/>
                  <a:pt x="1314142" y="640946"/>
                </a:cubicBezTo>
                <a:lnTo>
                  <a:pt x="641090" y="640946"/>
                </a:lnTo>
                <a:close/>
                <a:moveTo>
                  <a:pt x="0" y="566025"/>
                </a:moveTo>
                <a:lnTo>
                  <a:pt x="565721" y="566025"/>
                </a:lnTo>
                <a:lnTo>
                  <a:pt x="565721" y="640946"/>
                </a:lnTo>
                <a:lnTo>
                  <a:pt x="0" y="640946"/>
                </a:lnTo>
                <a:close/>
                <a:moveTo>
                  <a:pt x="6756545" y="457464"/>
                </a:moveTo>
                <a:lnTo>
                  <a:pt x="7182151" y="457464"/>
                </a:lnTo>
                <a:lnTo>
                  <a:pt x="7182858" y="458037"/>
                </a:lnTo>
                <a:lnTo>
                  <a:pt x="7180292" y="458037"/>
                </a:lnTo>
                <a:cubicBezTo>
                  <a:pt x="7202805" y="474090"/>
                  <a:pt x="7223460" y="492511"/>
                  <a:pt x="7241676" y="513080"/>
                </a:cubicBezTo>
                <a:lnTo>
                  <a:pt x="6789754" y="513080"/>
                </a:lnTo>
                <a:cubicBezTo>
                  <a:pt x="6776719" y="495854"/>
                  <a:pt x="6765614" y="477207"/>
                  <a:pt x="6756545" y="457464"/>
                </a:cubicBezTo>
                <a:close/>
                <a:moveTo>
                  <a:pt x="6349715" y="457464"/>
                </a:moveTo>
                <a:lnTo>
                  <a:pt x="6675164" y="457464"/>
                </a:lnTo>
                <a:lnTo>
                  <a:pt x="6675164" y="513080"/>
                </a:lnTo>
                <a:lnTo>
                  <a:pt x="6349715" y="513080"/>
                </a:lnTo>
                <a:close/>
                <a:moveTo>
                  <a:pt x="5776176" y="457464"/>
                </a:moveTo>
                <a:lnTo>
                  <a:pt x="6101618" y="457464"/>
                </a:lnTo>
                <a:lnTo>
                  <a:pt x="6101618" y="513080"/>
                </a:lnTo>
                <a:lnTo>
                  <a:pt x="5776176" y="513080"/>
                </a:lnTo>
                <a:close/>
                <a:moveTo>
                  <a:pt x="5257250" y="457464"/>
                </a:moveTo>
                <a:lnTo>
                  <a:pt x="5553174" y="457464"/>
                </a:lnTo>
                <a:lnTo>
                  <a:pt x="5553174" y="513080"/>
                </a:lnTo>
                <a:lnTo>
                  <a:pt x="5257250" y="513080"/>
                </a:lnTo>
                <a:close/>
                <a:moveTo>
                  <a:pt x="4709215" y="457464"/>
                </a:moveTo>
                <a:lnTo>
                  <a:pt x="5227173" y="457464"/>
                </a:lnTo>
                <a:lnTo>
                  <a:pt x="5252917" y="513080"/>
                </a:lnTo>
                <a:lnTo>
                  <a:pt x="4709215" y="513080"/>
                </a:lnTo>
                <a:close/>
                <a:moveTo>
                  <a:pt x="4020058" y="457464"/>
                </a:moveTo>
                <a:lnTo>
                  <a:pt x="4334927" y="457464"/>
                </a:lnTo>
                <a:lnTo>
                  <a:pt x="4334927" y="460928"/>
                </a:lnTo>
                <a:lnTo>
                  <a:pt x="4587920" y="460928"/>
                </a:lnTo>
                <a:lnTo>
                  <a:pt x="4587920" y="513080"/>
                </a:lnTo>
                <a:lnTo>
                  <a:pt x="4020058" y="513080"/>
                </a:lnTo>
                <a:close/>
                <a:moveTo>
                  <a:pt x="3618772" y="457464"/>
                </a:moveTo>
                <a:lnTo>
                  <a:pt x="3940284" y="457464"/>
                </a:lnTo>
                <a:lnTo>
                  <a:pt x="3940284" y="513080"/>
                </a:lnTo>
                <a:lnTo>
                  <a:pt x="3618772" y="513080"/>
                </a:lnTo>
                <a:close/>
                <a:moveTo>
                  <a:pt x="3114435" y="457464"/>
                </a:moveTo>
                <a:lnTo>
                  <a:pt x="3435940" y="457464"/>
                </a:lnTo>
                <a:lnTo>
                  <a:pt x="3435940" y="513080"/>
                </a:lnTo>
                <a:lnTo>
                  <a:pt x="3114435" y="513080"/>
                </a:lnTo>
                <a:close/>
                <a:moveTo>
                  <a:pt x="2711460" y="457464"/>
                </a:moveTo>
                <a:lnTo>
                  <a:pt x="3016785" y="457464"/>
                </a:lnTo>
                <a:cubicBezTo>
                  <a:pt x="3019464" y="475708"/>
                  <a:pt x="3021274" y="494264"/>
                  <a:pt x="3022292" y="513080"/>
                </a:cubicBezTo>
                <a:lnTo>
                  <a:pt x="2716896" y="513080"/>
                </a:lnTo>
                <a:cubicBezTo>
                  <a:pt x="2716550" y="493889"/>
                  <a:pt x="2714712" y="475277"/>
                  <a:pt x="2711460" y="457464"/>
                </a:cubicBezTo>
                <a:close/>
                <a:moveTo>
                  <a:pt x="2139695" y="457464"/>
                </a:moveTo>
                <a:lnTo>
                  <a:pt x="2445020" y="457464"/>
                </a:lnTo>
                <a:cubicBezTo>
                  <a:pt x="2441769" y="475277"/>
                  <a:pt x="2439924" y="493889"/>
                  <a:pt x="2439577" y="513080"/>
                </a:cubicBezTo>
                <a:lnTo>
                  <a:pt x="2134189" y="513080"/>
                </a:lnTo>
                <a:cubicBezTo>
                  <a:pt x="2135207" y="494264"/>
                  <a:pt x="2137016" y="475708"/>
                  <a:pt x="2139695" y="457464"/>
                </a:cubicBezTo>
                <a:close/>
                <a:moveTo>
                  <a:pt x="1484095" y="457464"/>
                </a:moveTo>
                <a:lnTo>
                  <a:pt x="1797436" y="457464"/>
                </a:lnTo>
                <a:lnTo>
                  <a:pt x="1797436" y="460928"/>
                </a:lnTo>
                <a:lnTo>
                  <a:pt x="2049201" y="460928"/>
                </a:lnTo>
                <a:lnTo>
                  <a:pt x="2049201" y="513080"/>
                </a:lnTo>
                <a:lnTo>
                  <a:pt x="1484095" y="513080"/>
                </a:lnTo>
                <a:close/>
                <a:moveTo>
                  <a:pt x="1108069" y="457464"/>
                </a:moveTo>
                <a:lnTo>
                  <a:pt x="1405088" y="457464"/>
                </a:lnTo>
                <a:cubicBezTo>
                  <a:pt x="1401362" y="476578"/>
                  <a:pt x="1395983" y="495140"/>
                  <a:pt x="1389261" y="513080"/>
                </a:cubicBezTo>
                <a:lnTo>
                  <a:pt x="1035049" y="513080"/>
                </a:lnTo>
                <a:cubicBezTo>
                  <a:pt x="1065352" y="503410"/>
                  <a:pt x="1090920" y="483441"/>
                  <a:pt x="1108069" y="457464"/>
                </a:cubicBezTo>
                <a:close/>
                <a:moveTo>
                  <a:pt x="641090" y="457464"/>
                </a:moveTo>
                <a:lnTo>
                  <a:pt x="953766" y="457464"/>
                </a:lnTo>
                <a:lnTo>
                  <a:pt x="953766" y="513080"/>
                </a:lnTo>
                <a:lnTo>
                  <a:pt x="641090" y="513080"/>
                </a:lnTo>
                <a:close/>
                <a:moveTo>
                  <a:pt x="0" y="457464"/>
                </a:moveTo>
                <a:lnTo>
                  <a:pt x="565721" y="457464"/>
                </a:lnTo>
                <a:lnTo>
                  <a:pt x="565721" y="513080"/>
                </a:lnTo>
                <a:lnTo>
                  <a:pt x="0" y="513080"/>
                </a:lnTo>
                <a:close/>
                <a:moveTo>
                  <a:pt x="6726468" y="363974"/>
                </a:moveTo>
                <a:lnTo>
                  <a:pt x="7067984" y="363974"/>
                </a:lnTo>
                <a:cubicBezTo>
                  <a:pt x="7070607" y="367140"/>
                  <a:pt x="7073887" y="369523"/>
                  <a:pt x="7077308" y="371714"/>
                </a:cubicBezTo>
                <a:lnTo>
                  <a:pt x="7117416" y="404513"/>
                </a:lnTo>
                <a:lnTo>
                  <a:pt x="6736209" y="404513"/>
                </a:lnTo>
                <a:cubicBezTo>
                  <a:pt x="6731614" y="391450"/>
                  <a:pt x="6728334" y="377899"/>
                  <a:pt x="6726468" y="363974"/>
                </a:cubicBezTo>
                <a:close/>
                <a:moveTo>
                  <a:pt x="6349715" y="363974"/>
                </a:moveTo>
                <a:lnTo>
                  <a:pt x="6675164" y="363974"/>
                </a:lnTo>
                <a:lnTo>
                  <a:pt x="6675164" y="404513"/>
                </a:lnTo>
                <a:lnTo>
                  <a:pt x="6349715" y="404513"/>
                </a:lnTo>
                <a:close/>
                <a:moveTo>
                  <a:pt x="5776176" y="363974"/>
                </a:moveTo>
                <a:lnTo>
                  <a:pt x="6101618" y="363974"/>
                </a:lnTo>
                <a:lnTo>
                  <a:pt x="6101618" y="404513"/>
                </a:lnTo>
                <a:lnTo>
                  <a:pt x="5776176" y="404513"/>
                </a:lnTo>
                <a:close/>
                <a:moveTo>
                  <a:pt x="5257250" y="363974"/>
                </a:moveTo>
                <a:lnTo>
                  <a:pt x="5553174" y="363974"/>
                </a:lnTo>
                <a:lnTo>
                  <a:pt x="5553174" y="404513"/>
                </a:lnTo>
                <a:lnTo>
                  <a:pt x="5257250" y="404513"/>
                </a:lnTo>
                <a:close/>
                <a:moveTo>
                  <a:pt x="4709215" y="363974"/>
                </a:moveTo>
                <a:lnTo>
                  <a:pt x="5183906" y="363974"/>
                </a:lnTo>
                <a:lnTo>
                  <a:pt x="5202666" y="404513"/>
                </a:lnTo>
                <a:lnTo>
                  <a:pt x="4709215" y="404513"/>
                </a:lnTo>
                <a:close/>
                <a:moveTo>
                  <a:pt x="4020058" y="363974"/>
                </a:moveTo>
                <a:lnTo>
                  <a:pt x="4334927" y="363974"/>
                </a:lnTo>
                <a:lnTo>
                  <a:pt x="4334927" y="404513"/>
                </a:lnTo>
                <a:lnTo>
                  <a:pt x="4020058" y="404513"/>
                </a:lnTo>
                <a:close/>
                <a:moveTo>
                  <a:pt x="3618772" y="363974"/>
                </a:moveTo>
                <a:lnTo>
                  <a:pt x="3940284" y="363974"/>
                </a:lnTo>
                <a:lnTo>
                  <a:pt x="3940284" y="404513"/>
                </a:lnTo>
                <a:lnTo>
                  <a:pt x="3618772" y="404513"/>
                </a:lnTo>
                <a:close/>
                <a:moveTo>
                  <a:pt x="3114435" y="363974"/>
                </a:moveTo>
                <a:lnTo>
                  <a:pt x="3435940" y="363974"/>
                </a:lnTo>
                <a:lnTo>
                  <a:pt x="3435940" y="404513"/>
                </a:lnTo>
                <a:lnTo>
                  <a:pt x="3114435" y="404513"/>
                </a:lnTo>
                <a:close/>
                <a:moveTo>
                  <a:pt x="2690127" y="363974"/>
                </a:moveTo>
                <a:lnTo>
                  <a:pt x="2999106" y="363974"/>
                </a:lnTo>
                <a:cubicBezTo>
                  <a:pt x="3002732" y="377220"/>
                  <a:pt x="3005758" y="390750"/>
                  <a:pt x="3008161" y="404513"/>
                </a:cubicBezTo>
                <a:lnTo>
                  <a:pt x="2701338" y="404513"/>
                </a:lnTo>
                <a:cubicBezTo>
                  <a:pt x="2698602" y="390170"/>
                  <a:pt x="2694672" y="376662"/>
                  <a:pt x="2690127" y="363974"/>
                </a:cubicBezTo>
                <a:close/>
                <a:moveTo>
                  <a:pt x="2157374" y="363974"/>
                </a:moveTo>
                <a:lnTo>
                  <a:pt x="2466353" y="363974"/>
                </a:lnTo>
                <a:cubicBezTo>
                  <a:pt x="2461808" y="376662"/>
                  <a:pt x="2457878" y="390170"/>
                  <a:pt x="2455142" y="404513"/>
                </a:cubicBezTo>
                <a:lnTo>
                  <a:pt x="2148326" y="404513"/>
                </a:lnTo>
                <a:cubicBezTo>
                  <a:pt x="2150722" y="390750"/>
                  <a:pt x="2153748" y="377220"/>
                  <a:pt x="2157374" y="363974"/>
                </a:cubicBezTo>
                <a:close/>
                <a:moveTo>
                  <a:pt x="1484095" y="363974"/>
                </a:moveTo>
                <a:lnTo>
                  <a:pt x="1797436" y="363974"/>
                </a:lnTo>
                <a:lnTo>
                  <a:pt x="1797436" y="404513"/>
                </a:lnTo>
                <a:lnTo>
                  <a:pt x="1484095" y="404513"/>
                </a:lnTo>
                <a:close/>
                <a:moveTo>
                  <a:pt x="1130314" y="363974"/>
                </a:moveTo>
                <a:lnTo>
                  <a:pt x="1414659" y="363974"/>
                </a:lnTo>
                <a:cubicBezTo>
                  <a:pt x="1414821" y="365614"/>
                  <a:pt x="1414828" y="367254"/>
                  <a:pt x="1414828" y="368901"/>
                </a:cubicBezTo>
                <a:lnTo>
                  <a:pt x="1412771" y="404513"/>
                </a:lnTo>
                <a:lnTo>
                  <a:pt x="1129282" y="404513"/>
                </a:lnTo>
                <a:cubicBezTo>
                  <a:pt x="1131077" y="396320"/>
                  <a:pt x="1131855" y="387830"/>
                  <a:pt x="1131855" y="379157"/>
                </a:cubicBezTo>
                <a:close/>
                <a:moveTo>
                  <a:pt x="641090" y="363974"/>
                </a:moveTo>
                <a:lnTo>
                  <a:pt x="953766" y="363974"/>
                </a:lnTo>
                <a:lnTo>
                  <a:pt x="953766" y="404513"/>
                </a:lnTo>
                <a:lnTo>
                  <a:pt x="641090" y="404513"/>
                </a:lnTo>
                <a:close/>
                <a:moveTo>
                  <a:pt x="0" y="363974"/>
                </a:moveTo>
                <a:lnTo>
                  <a:pt x="326170" y="363974"/>
                </a:lnTo>
                <a:lnTo>
                  <a:pt x="326170" y="404513"/>
                </a:lnTo>
                <a:lnTo>
                  <a:pt x="0" y="404513"/>
                </a:lnTo>
                <a:close/>
                <a:moveTo>
                  <a:pt x="0" y="284062"/>
                </a:moveTo>
                <a:lnTo>
                  <a:pt x="326170" y="284062"/>
                </a:lnTo>
                <a:lnTo>
                  <a:pt x="326170" y="311029"/>
                </a:lnTo>
                <a:lnTo>
                  <a:pt x="0" y="311029"/>
                </a:lnTo>
                <a:close/>
                <a:moveTo>
                  <a:pt x="7297165" y="284055"/>
                </a:moveTo>
                <a:lnTo>
                  <a:pt x="7297434" y="284055"/>
                </a:lnTo>
                <a:lnTo>
                  <a:pt x="7297434" y="284288"/>
                </a:lnTo>
                <a:close/>
                <a:moveTo>
                  <a:pt x="6720749" y="284055"/>
                </a:moveTo>
                <a:lnTo>
                  <a:pt x="7028873" y="284055"/>
                </a:lnTo>
                <a:cubicBezTo>
                  <a:pt x="7028895" y="293400"/>
                  <a:pt x="7030195" y="302455"/>
                  <a:pt x="7032690" y="311029"/>
                </a:cubicBezTo>
                <a:lnTo>
                  <a:pt x="6720693" y="311029"/>
                </a:lnTo>
                <a:cubicBezTo>
                  <a:pt x="6719993" y="306724"/>
                  <a:pt x="6719915" y="302391"/>
                  <a:pt x="6719915" y="298037"/>
                </a:cubicBezTo>
                <a:close/>
                <a:moveTo>
                  <a:pt x="6349715" y="284055"/>
                </a:moveTo>
                <a:lnTo>
                  <a:pt x="6675164" y="284055"/>
                </a:lnTo>
                <a:lnTo>
                  <a:pt x="6675164" y="311029"/>
                </a:lnTo>
                <a:lnTo>
                  <a:pt x="6349715" y="311029"/>
                </a:lnTo>
                <a:close/>
                <a:moveTo>
                  <a:pt x="5776176" y="284055"/>
                </a:moveTo>
                <a:lnTo>
                  <a:pt x="6101618" y="284055"/>
                </a:lnTo>
                <a:lnTo>
                  <a:pt x="6101618" y="311029"/>
                </a:lnTo>
                <a:lnTo>
                  <a:pt x="5776176" y="311029"/>
                </a:lnTo>
                <a:close/>
                <a:moveTo>
                  <a:pt x="5257250" y="284055"/>
                </a:moveTo>
                <a:lnTo>
                  <a:pt x="5553174" y="284055"/>
                </a:lnTo>
                <a:lnTo>
                  <a:pt x="5553174" y="311029"/>
                </a:lnTo>
                <a:lnTo>
                  <a:pt x="5257250" y="311029"/>
                </a:lnTo>
                <a:close/>
                <a:moveTo>
                  <a:pt x="4709215" y="284055"/>
                </a:moveTo>
                <a:lnTo>
                  <a:pt x="5146922" y="284055"/>
                </a:lnTo>
                <a:lnTo>
                  <a:pt x="5159406" y="311029"/>
                </a:lnTo>
                <a:lnTo>
                  <a:pt x="4709215" y="311029"/>
                </a:lnTo>
                <a:close/>
                <a:moveTo>
                  <a:pt x="4020058" y="284055"/>
                </a:moveTo>
                <a:lnTo>
                  <a:pt x="4334927" y="284055"/>
                </a:lnTo>
                <a:lnTo>
                  <a:pt x="4334927" y="311029"/>
                </a:lnTo>
                <a:lnTo>
                  <a:pt x="4020058" y="311029"/>
                </a:lnTo>
                <a:close/>
                <a:moveTo>
                  <a:pt x="3618772" y="284055"/>
                </a:moveTo>
                <a:lnTo>
                  <a:pt x="3940284" y="284055"/>
                </a:lnTo>
                <a:lnTo>
                  <a:pt x="3940284" y="311029"/>
                </a:lnTo>
                <a:lnTo>
                  <a:pt x="3618772" y="311029"/>
                </a:lnTo>
                <a:close/>
                <a:moveTo>
                  <a:pt x="3114435" y="284055"/>
                </a:moveTo>
                <a:lnTo>
                  <a:pt x="3435940" y="284055"/>
                </a:lnTo>
                <a:lnTo>
                  <a:pt x="3435940" y="311029"/>
                </a:lnTo>
                <a:lnTo>
                  <a:pt x="3114435" y="311029"/>
                </a:lnTo>
                <a:close/>
                <a:moveTo>
                  <a:pt x="2649553" y="284055"/>
                </a:moveTo>
                <a:lnTo>
                  <a:pt x="2974451" y="284055"/>
                </a:lnTo>
                <a:cubicBezTo>
                  <a:pt x="2978020" y="292834"/>
                  <a:pt x="2981166" y="301840"/>
                  <a:pt x="2983965" y="311029"/>
                </a:cubicBezTo>
                <a:lnTo>
                  <a:pt x="2667253" y="311029"/>
                </a:lnTo>
                <a:cubicBezTo>
                  <a:pt x="2661767" y="301041"/>
                  <a:pt x="2655907" y="291972"/>
                  <a:pt x="2649553" y="284055"/>
                </a:cubicBezTo>
                <a:close/>
                <a:moveTo>
                  <a:pt x="2182030" y="284055"/>
                </a:moveTo>
                <a:lnTo>
                  <a:pt x="2506921" y="284055"/>
                </a:lnTo>
                <a:cubicBezTo>
                  <a:pt x="2500566" y="291972"/>
                  <a:pt x="2494713" y="301041"/>
                  <a:pt x="2489228" y="311029"/>
                </a:cubicBezTo>
                <a:lnTo>
                  <a:pt x="2172515" y="311029"/>
                </a:lnTo>
                <a:cubicBezTo>
                  <a:pt x="2175314" y="301840"/>
                  <a:pt x="2178460" y="292834"/>
                  <a:pt x="2182030" y="284055"/>
                </a:cubicBezTo>
                <a:close/>
                <a:moveTo>
                  <a:pt x="1484095" y="284055"/>
                </a:moveTo>
                <a:lnTo>
                  <a:pt x="1797436" y="284055"/>
                </a:lnTo>
                <a:lnTo>
                  <a:pt x="1797436" y="311029"/>
                </a:lnTo>
                <a:lnTo>
                  <a:pt x="1484095" y="311029"/>
                </a:lnTo>
                <a:close/>
                <a:moveTo>
                  <a:pt x="1094475" y="284055"/>
                </a:moveTo>
                <a:lnTo>
                  <a:pt x="1406183" y="284055"/>
                </a:lnTo>
                <a:cubicBezTo>
                  <a:pt x="1408078" y="292940"/>
                  <a:pt x="1409619" y="301932"/>
                  <a:pt x="1410849" y="311029"/>
                </a:cubicBezTo>
                <a:lnTo>
                  <a:pt x="1113632" y="311029"/>
                </a:lnTo>
                <a:cubicBezTo>
                  <a:pt x="1108818" y="300956"/>
                  <a:pt x="1102308" y="291908"/>
                  <a:pt x="1094475" y="284055"/>
                </a:cubicBezTo>
                <a:close/>
                <a:moveTo>
                  <a:pt x="641090" y="284055"/>
                </a:moveTo>
                <a:lnTo>
                  <a:pt x="953766" y="284055"/>
                </a:lnTo>
                <a:lnTo>
                  <a:pt x="953766" y="311029"/>
                </a:lnTo>
                <a:lnTo>
                  <a:pt x="641090" y="311029"/>
                </a:lnTo>
                <a:close/>
                <a:moveTo>
                  <a:pt x="7265038" y="281609"/>
                </a:moveTo>
                <a:lnTo>
                  <a:pt x="7296254" y="281609"/>
                </a:lnTo>
                <a:lnTo>
                  <a:pt x="7296254" y="313708"/>
                </a:lnTo>
                <a:lnTo>
                  <a:pt x="7277090" y="313708"/>
                </a:lnTo>
                <a:close/>
                <a:moveTo>
                  <a:pt x="7209386" y="208215"/>
                </a:moveTo>
                <a:lnTo>
                  <a:pt x="7297434" y="208215"/>
                </a:lnTo>
                <a:lnTo>
                  <a:pt x="7297434" y="226254"/>
                </a:lnTo>
                <a:lnTo>
                  <a:pt x="7297434" y="231111"/>
                </a:lnTo>
                <a:lnTo>
                  <a:pt x="7235611" y="231111"/>
                </a:lnTo>
                <a:lnTo>
                  <a:pt x="7214497" y="212958"/>
                </a:lnTo>
                <a:close/>
                <a:moveTo>
                  <a:pt x="6731119" y="208215"/>
                </a:moveTo>
                <a:lnTo>
                  <a:pt x="7060082" y="208215"/>
                </a:lnTo>
                <a:cubicBezTo>
                  <a:pt x="7053296" y="214923"/>
                  <a:pt x="7047429" y="222550"/>
                  <a:pt x="7043081" y="231111"/>
                </a:cubicBezTo>
                <a:lnTo>
                  <a:pt x="6726645" y="231111"/>
                </a:lnTo>
                <a:cubicBezTo>
                  <a:pt x="6727429" y="223300"/>
                  <a:pt x="6729083" y="215694"/>
                  <a:pt x="6731119" y="208215"/>
                </a:cubicBezTo>
                <a:close/>
                <a:moveTo>
                  <a:pt x="6349715" y="208215"/>
                </a:moveTo>
                <a:lnTo>
                  <a:pt x="6675164" y="208215"/>
                </a:lnTo>
                <a:lnTo>
                  <a:pt x="6675164" y="231111"/>
                </a:lnTo>
                <a:lnTo>
                  <a:pt x="6349715" y="231111"/>
                </a:lnTo>
                <a:close/>
                <a:moveTo>
                  <a:pt x="5605002" y="208215"/>
                </a:moveTo>
                <a:lnTo>
                  <a:pt x="5605559" y="208215"/>
                </a:lnTo>
                <a:lnTo>
                  <a:pt x="5610734" y="208215"/>
                </a:lnTo>
                <a:lnTo>
                  <a:pt x="6286422" y="208215"/>
                </a:lnTo>
                <a:lnTo>
                  <a:pt x="6286422" y="231111"/>
                </a:lnTo>
                <a:lnTo>
                  <a:pt x="5610734" y="231111"/>
                </a:lnTo>
                <a:lnTo>
                  <a:pt x="5605559" y="231111"/>
                </a:lnTo>
                <a:lnTo>
                  <a:pt x="5605002" y="231111"/>
                </a:lnTo>
                <a:close/>
                <a:moveTo>
                  <a:pt x="5257250" y="208215"/>
                </a:moveTo>
                <a:lnTo>
                  <a:pt x="5553174" y="208215"/>
                </a:lnTo>
                <a:lnTo>
                  <a:pt x="5553174" y="231111"/>
                </a:lnTo>
                <a:lnTo>
                  <a:pt x="5257250" y="231111"/>
                </a:lnTo>
                <a:close/>
                <a:moveTo>
                  <a:pt x="4709215" y="208215"/>
                </a:moveTo>
                <a:lnTo>
                  <a:pt x="5111819" y="208215"/>
                </a:lnTo>
                <a:lnTo>
                  <a:pt x="5122415" y="231111"/>
                </a:lnTo>
                <a:lnTo>
                  <a:pt x="4709215" y="231111"/>
                </a:lnTo>
                <a:close/>
                <a:moveTo>
                  <a:pt x="4020058" y="208215"/>
                </a:moveTo>
                <a:lnTo>
                  <a:pt x="4602020" y="208215"/>
                </a:lnTo>
                <a:lnTo>
                  <a:pt x="4602020" y="231111"/>
                </a:lnTo>
                <a:lnTo>
                  <a:pt x="4020058" y="231111"/>
                </a:lnTo>
                <a:close/>
                <a:moveTo>
                  <a:pt x="3618772" y="208215"/>
                </a:moveTo>
                <a:lnTo>
                  <a:pt x="3940284" y="208215"/>
                </a:lnTo>
                <a:lnTo>
                  <a:pt x="3940284" y="231111"/>
                </a:lnTo>
                <a:lnTo>
                  <a:pt x="3618772" y="231111"/>
                </a:lnTo>
                <a:close/>
                <a:moveTo>
                  <a:pt x="3114435" y="208215"/>
                </a:moveTo>
                <a:lnTo>
                  <a:pt x="3435940" y="208215"/>
                </a:lnTo>
                <a:lnTo>
                  <a:pt x="3435940" y="231111"/>
                </a:lnTo>
                <a:lnTo>
                  <a:pt x="3114435" y="231111"/>
                </a:lnTo>
                <a:close/>
                <a:moveTo>
                  <a:pt x="2215224" y="208215"/>
                </a:moveTo>
                <a:lnTo>
                  <a:pt x="2941256" y="208215"/>
                </a:lnTo>
                <a:cubicBezTo>
                  <a:pt x="2945377" y="215609"/>
                  <a:pt x="2949116" y="223264"/>
                  <a:pt x="2952580" y="231111"/>
                </a:cubicBezTo>
                <a:lnTo>
                  <a:pt x="2203900" y="231111"/>
                </a:lnTo>
                <a:cubicBezTo>
                  <a:pt x="2207364" y="223264"/>
                  <a:pt x="2211103" y="215609"/>
                  <a:pt x="2215224" y="208215"/>
                </a:cubicBezTo>
                <a:close/>
                <a:moveTo>
                  <a:pt x="1484095" y="208215"/>
                </a:moveTo>
                <a:lnTo>
                  <a:pt x="2063233" y="208215"/>
                </a:lnTo>
                <a:lnTo>
                  <a:pt x="2063233" y="231111"/>
                </a:lnTo>
                <a:lnTo>
                  <a:pt x="1484095" y="231111"/>
                </a:lnTo>
                <a:close/>
                <a:moveTo>
                  <a:pt x="641090" y="208215"/>
                </a:moveTo>
                <a:lnTo>
                  <a:pt x="1382793" y="208215"/>
                </a:lnTo>
                <a:cubicBezTo>
                  <a:pt x="1386094" y="215680"/>
                  <a:pt x="1388999" y="223321"/>
                  <a:pt x="1391579" y="231111"/>
                </a:cubicBezTo>
                <a:lnTo>
                  <a:pt x="641090" y="231111"/>
                </a:lnTo>
                <a:close/>
                <a:moveTo>
                  <a:pt x="0" y="208215"/>
                </a:moveTo>
                <a:lnTo>
                  <a:pt x="565721" y="208215"/>
                </a:lnTo>
                <a:lnTo>
                  <a:pt x="565721" y="231111"/>
                </a:lnTo>
                <a:lnTo>
                  <a:pt x="0" y="231111"/>
                </a:lnTo>
                <a:close/>
                <a:moveTo>
                  <a:pt x="6759684" y="131463"/>
                </a:moveTo>
                <a:lnTo>
                  <a:pt x="7297434" y="131463"/>
                </a:lnTo>
                <a:lnTo>
                  <a:pt x="7297434" y="155264"/>
                </a:lnTo>
                <a:lnTo>
                  <a:pt x="6749243" y="155264"/>
                </a:lnTo>
                <a:close/>
                <a:moveTo>
                  <a:pt x="6349715" y="131463"/>
                </a:moveTo>
                <a:lnTo>
                  <a:pt x="6675164" y="131463"/>
                </a:lnTo>
                <a:lnTo>
                  <a:pt x="6675164" y="155264"/>
                </a:lnTo>
                <a:lnTo>
                  <a:pt x="6349715" y="155264"/>
                </a:lnTo>
                <a:close/>
                <a:moveTo>
                  <a:pt x="5605002" y="131463"/>
                </a:moveTo>
                <a:lnTo>
                  <a:pt x="5605559" y="131463"/>
                </a:lnTo>
                <a:lnTo>
                  <a:pt x="5610734" y="131463"/>
                </a:lnTo>
                <a:lnTo>
                  <a:pt x="6286422" y="131463"/>
                </a:lnTo>
                <a:lnTo>
                  <a:pt x="6286422" y="155264"/>
                </a:lnTo>
                <a:lnTo>
                  <a:pt x="5610734" y="155264"/>
                </a:lnTo>
                <a:lnTo>
                  <a:pt x="5605559" y="155264"/>
                </a:lnTo>
                <a:lnTo>
                  <a:pt x="5605002" y="155264"/>
                </a:lnTo>
                <a:close/>
                <a:moveTo>
                  <a:pt x="5257250" y="131463"/>
                </a:moveTo>
                <a:lnTo>
                  <a:pt x="5553174" y="131463"/>
                </a:lnTo>
                <a:lnTo>
                  <a:pt x="5553174" y="155264"/>
                </a:lnTo>
                <a:lnTo>
                  <a:pt x="5257250" y="155264"/>
                </a:lnTo>
                <a:close/>
                <a:moveTo>
                  <a:pt x="4709215" y="131463"/>
                </a:moveTo>
                <a:lnTo>
                  <a:pt x="5076299" y="131463"/>
                </a:lnTo>
                <a:lnTo>
                  <a:pt x="5087312" y="155264"/>
                </a:lnTo>
                <a:lnTo>
                  <a:pt x="4709215" y="155264"/>
                </a:lnTo>
                <a:close/>
                <a:moveTo>
                  <a:pt x="4020058" y="131463"/>
                </a:moveTo>
                <a:lnTo>
                  <a:pt x="4602020" y="131463"/>
                </a:lnTo>
                <a:lnTo>
                  <a:pt x="4602020" y="155264"/>
                </a:lnTo>
                <a:lnTo>
                  <a:pt x="4020058" y="155264"/>
                </a:lnTo>
                <a:close/>
                <a:moveTo>
                  <a:pt x="3618772" y="131463"/>
                </a:moveTo>
                <a:lnTo>
                  <a:pt x="3940284" y="131463"/>
                </a:lnTo>
                <a:lnTo>
                  <a:pt x="3940284" y="155264"/>
                </a:lnTo>
                <a:lnTo>
                  <a:pt x="3618772" y="155264"/>
                </a:lnTo>
                <a:close/>
                <a:moveTo>
                  <a:pt x="3114435" y="131463"/>
                </a:moveTo>
                <a:lnTo>
                  <a:pt x="3435940" y="131463"/>
                </a:lnTo>
                <a:lnTo>
                  <a:pt x="3435940" y="155264"/>
                </a:lnTo>
                <a:lnTo>
                  <a:pt x="3114435" y="155264"/>
                </a:lnTo>
                <a:close/>
                <a:moveTo>
                  <a:pt x="2261482" y="131463"/>
                </a:moveTo>
                <a:lnTo>
                  <a:pt x="2894999" y="131463"/>
                </a:lnTo>
                <a:cubicBezTo>
                  <a:pt x="2900717" y="139105"/>
                  <a:pt x="2906089" y="147085"/>
                  <a:pt x="2911313" y="155264"/>
                </a:cubicBezTo>
                <a:lnTo>
                  <a:pt x="2245167" y="155264"/>
                </a:lnTo>
                <a:cubicBezTo>
                  <a:pt x="2250391" y="147085"/>
                  <a:pt x="2255763" y="139105"/>
                  <a:pt x="2261482" y="131463"/>
                </a:cubicBezTo>
                <a:close/>
                <a:moveTo>
                  <a:pt x="1484095" y="131463"/>
                </a:moveTo>
                <a:lnTo>
                  <a:pt x="2063233" y="131463"/>
                </a:lnTo>
                <a:lnTo>
                  <a:pt x="2063233" y="155264"/>
                </a:lnTo>
                <a:lnTo>
                  <a:pt x="1484095" y="155264"/>
                </a:lnTo>
                <a:close/>
                <a:moveTo>
                  <a:pt x="641090" y="131463"/>
                </a:moveTo>
                <a:lnTo>
                  <a:pt x="1340275" y="131463"/>
                </a:lnTo>
                <a:cubicBezTo>
                  <a:pt x="1346432" y="138829"/>
                  <a:pt x="1351585" y="146894"/>
                  <a:pt x="1356243" y="155264"/>
                </a:cubicBezTo>
                <a:lnTo>
                  <a:pt x="641090" y="155264"/>
                </a:lnTo>
                <a:close/>
                <a:moveTo>
                  <a:pt x="0" y="131463"/>
                </a:moveTo>
                <a:lnTo>
                  <a:pt x="565721" y="131463"/>
                </a:lnTo>
                <a:lnTo>
                  <a:pt x="565721" y="155264"/>
                </a:lnTo>
                <a:lnTo>
                  <a:pt x="0" y="155264"/>
                </a:lnTo>
                <a:close/>
                <a:moveTo>
                  <a:pt x="6805100" y="62402"/>
                </a:moveTo>
                <a:lnTo>
                  <a:pt x="7297434" y="62402"/>
                </a:lnTo>
                <a:lnTo>
                  <a:pt x="7297434" y="78512"/>
                </a:lnTo>
                <a:lnTo>
                  <a:pt x="6793090" y="78512"/>
                </a:lnTo>
                <a:close/>
                <a:moveTo>
                  <a:pt x="6349715" y="62402"/>
                </a:moveTo>
                <a:lnTo>
                  <a:pt x="6675164" y="62402"/>
                </a:lnTo>
                <a:lnTo>
                  <a:pt x="6675164" y="78512"/>
                </a:lnTo>
                <a:lnTo>
                  <a:pt x="6349715" y="78512"/>
                </a:lnTo>
                <a:close/>
                <a:moveTo>
                  <a:pt x="5605002" y="62402"/>
                </a:moveTo>
                <a:lnTo>
                  <a:pt x="5605559" y="62402"/>
                </a:lnTo>
                <a:lnTo>
                  <a:pt x="5610734" y="62402"/>
                </a:lnTo>
                <a:lnTo>
                  <a:pt x="6286422" y="62402"/>
                </a:lnTo>
                <a:lnTo>
                  <a:pt x="6286422" y="78512"/>
                </a:lnTo>
                <a:lnTo>
                  <a:pt x="5610734" y="78512"/>
                </a:lnTo>
                <a:lnTo>
                  <a:pt x="5605559" y="78512"/>
                </a:lnTo>
                <a:lnTo>
                  <a:pt x="5605002" y="78512"/>
                </a:lnTo>
                <a:close/>
                <a:moveTo>
                  <a:pt x="5257250" y="62402"/>
                </a:moveTo>
                <a:lnTo>
                  <a:pt x="5553174" y="62402"/>
                </a:lnTo>
                <a:lnTo>
                  <a:pt x="5553174" y="78512"/>
                </a:lnTo>
                <a:lnTo>
                  <a:pt x="5257250" y="78512"/>
                </a:lnTo>
                <a:close/>
                <a:moveTo>
                  <a:pt x="4709215" y="62402"/>
                </a:moveTo>
                <a:lnTo>
                  <a:pt x="5044335" y="62402"/>
                </a:lnTo>
                <a:lnTo>
                  <a:pt x="5051792" y="78512"/>
                </a:lnTo>
                <a:lnTo>
                  <a:pt x="4709215" y="78512"/>
                </a:lnTo>
                <a:close/>
                <a:moveTo>
                  <a:pt x="4020058" y="62402"/>
                </a:moveTo>
                <a:lnTo>
                  <a:pt x="4602020" y="62402"/>
                </a:lnTo>
                <a:lnTo>
                  <a:pt x="4602020" y="78512"/>
                </a:lnTo>
                <a:lnTo>
                  <a:pt x="4020058" y="78512"/>
                </a:lnTo>
                <a:close/>
                <a:moveTo>
                  <a:pt x="3618772" y="62402"/>
                </a:moveTo>
                <a:lnTo>
                  <a:pt x="3940284" y="62402"/>
                </a:lnTo>
                <a:lnTo>
                  <a:pt x="3940284" y="78512"/>
                </a:lnTo>
                <a:lnTo>
                  <a:pt x="3618772" y="78512"/>
                </a:lnTo>
                <a:close/>
                <a:moveTo>
                  <a:pt x="3114435" y="62402"/>
                </a:moveTo>
                <a:lnTo>
                  <a:pt x="3435940" y="62402"/>
                </a:lnTo>
                <a:lnTo>
                  <a:pt x="3435940" y="78512"/>
                </a:lnTo>
                <a:lnTo>
                  <a:pt x="3114435" y="78512"/>
                </a:lnTo>
                <a:close/>
                <a:moveTo>
                  <a:pt x="2319537" y="62402"/>
                </a:moveTo>
                <a:lnTo>
                  <a:pt x="2836943" y="62402"/>
                </a:lnTo>
                <a:cubicBezTo>
                  <a:pt x="2842273" y="67464"/>
                  <a:pt x="2847398" y="72808"/>
                  <a:pt x="2852191" y="78512"/>
                </a:cubicBezTo>
                <a:lnTo>
                  <a:pt x="2304290" y="78512"/>
                </a:lnTo>
                <a:cubicBezTo>
                  <a:pt x="2309082" y="72808"/>
                  <a:pt x="2314207" y="67464"/>
                  <a:pt x="2319537" y="62402"/>
                </a:cubicBezTo>
                <a:close/>
                <a:moveTo>
                  <a:pt x="1484095" y="62402"/>
                </a:moveTo>
                <a:lnTo>
                  <a:pt x="2063233" y="62402"/>
                </a:lnTo>
                <a:lnTo>
                  <a:pt x="2063233" y="78512"/>
                </a:lnTo>
                <a:lnTo>
                  <a:pt x="1484095" y="78512"/>
                </a:lnTo>
                <a:close/>
                <a:moveTo>
                  <a:pt x="641090" y="62402"/>
                </a:moveTo>
                <a:lnTo>
                  <a:pt x="1281824" y="62402"/>
                </a:lnTo>
                <a:cubicBezTo>
                  <a:pt x="1287443" y="67322"/>
                  <a:pt x="1292745" y="72581"/>
                  <a:pt x="1297333" y="78512"/>
                </a:cubicBezTo>
                <a:lnTo>
                  <a:pt x="641090" y="78512"/>
                </a:lnTo>
                <a:close/>
                <a:moveTo>
                  <a:pt x="0" y="62402"/>
                </a:moveTo>
                <a:lnTo>
                  <a:pt x="565721" y="62402"/>
                </a:lnTo>
                <a:lnTo>
                  <a:pt x="565721" y="78512"/>
                </a:lnTo>
                <a:lnTo>
                  <a:pt x="0" y="78512"/>
                </a:lnTo>
                <a:close/>
                <a:moveTo>
                  <a:pt x="6897049" y="0"/>
                </a:moveTo>
                <a:lnTo>
                  <a:pt x="6935531" y="0"/>
                </a:lnTo>
                <a:cubicBezTo>
                  <a:pt x="6947824" y="0"/>
                  <a:pt x="6959989" y="551"/>
                  <a:pt x="6971992" y="1831"/>
                </a:cubicBezTo>
                <a:lnTo>
                  <a:pt x="6971992" y="0"/>
                </a:lnTo>
                <a:lnTo>
                  <a:pt x="7297434" y="0"/>
                </a:lnTo>
                <a:lnTo>
                  <a:pt x="7297434" y="9458"/>
                </a:lnTo>
                <a:lnTo>
                  <a:pt x="6859218" y="9458"/>
                </a:lnTo>
                <a:cubicBezTo>
                  <a:pt x="6861621" y="6956"/>
                  <a:pt x="6864336" y="4828"/>
                  <a:pt x="6867078" y="2736"/>
                </a:cubicBezTo>
                <a:lnTo>
                  <a:pt x="6867078" y="1732"/>
                </a:lnTo>
                <a:close/>
                <a:moveTo>
                  <a:pt x="6349715" y="0"/>
                </a:moveTo>
                <a:lnTo>
                  <a:pt x="6675164" y="0"/>
                </a:lnTo>
                <a:lnTo>
                  <a:pt x="6675164" y="9458"/>
                </a:lnTo>
                <a:lnTo>
                  <a:pt x="6349715" y="9458"/>
                </a:lnTo>
                <a:close/>
                <a:moveTo>
                  <a:pt x="5605002" y="0"/>
                </a:moveTo>
                <a:lnTo>
                  <a:pt x="5605559" y="0"/>
                </a:lnTo>
                <a:lnTo>
                  <a:pt x="5610734" y="0"/>
                </a:lnTo>
                <a:lnTo>
                  <a:pt x="6286422" y="0"/>
                </a:lnTo>
                <a:lnTo>
                  <a:pt x="6286422" y="9458"/>
                </a:lnTo>
                <a:lnTo>
                  <a:pt x="5610734" y="9458"/>
                </a:lnTo>
                <a:lnTo>
                  <a:pt x="5605559" y="9458"/>
                </a:lnTo>
                <a:lnTo>
                  <a:pt x="5605002" y="9458"/>
                </a:lnTo>
                <a:close/>
                <a:moveTo>
                  <a:pt x="5257250" y="0"/>
                </a:moveTo>
                <a:lnTo>
                  <a:pt x="5553174" y="0"/>
                </a:lnTo>
                <a:lnTo>
                  <a:pt x="5553174" y="9458"/>
                </a:lnTo>
                <a:lnTo>
                  <a:pt x="5257250" y="9458"/>
                </a:lnTo>
                <a:close/>
                <a:moveTo>
                  <a:pt x="4709215" y="0"/>
                </a:moveTo>
                <a:lnTo>
                  <a:pt x="5015452" y="0"/>
                </a:lnTo>
                <a:lnTo>
                  <a:pt x="5019835" y="9458"/>
                </a:lnTo>
                <a:lnTo>
                  <a:pt x="4709215" y="9458"/>
                </a:lnTo>
                <a:close/>
                <a:moveTo>
                  <a:pt x="4020058" y="0"/>
                </a:moveTo>
                <a:lnTo>
                  <a:pt x="4602020" y="0"/>
                </a:lnTo>
                <a:lnTo>
                  <a:pt x="4602020" y="9458"/>
                </a:lnTo>
                <a:lnTo>
                  <a:pt x="4020058" y="9458"/>
                </a:lnTo>
                <a:close/>
                <a:moveTo>
                  <a:pt x="3618772" y="0"/>
                </a:moveTo>
                <a:lnTo>
                  <a:pt x="3940284" y="0"/>
                </a:lnTo>
                <a:lnTo>
                  <a:pt x="3940284" y="9458"/>
                </a:lnTo>
                <a:lnTo>
                  <a:pt x="3618772" y="9458"/>
                </a:lnTo>
                <a:close/>
                <a:moveTo>
                  <a:pt x="3114435" y="0"/>
                </a:moveTo>
                <a:lnTo>
                  <a:pt x="3435940" y="0"/>
                </a:lnTo>
                <a:lnTo>
                  <a:pt x="3435940" y="9458"/>
                </a:lnTo>
                <a:lnTo>
                  <a:pt x="3114435" y="9458"/>
                </a:lnTo>
                <a:close/>
                <a:moveTo>
                  <a:pt x="2397738" y="0"/>
                </a:moveTo>
                <a:lnTo>
                  <a:pt x="2758743" y="0"/>
                </a:lnTo>
                <a:lnTo>
                  <a:pt x="2772732" y="9458"/>
                </a:lnTo>
                <a:lnTo>
                  <a:pt x="2383749" y="9458"/>
                </a:lnTo>
                <a:close/>
                <a:moveTo>
                  <a:pt x="1484095" y="0"/>
                </a:moveTo>
                <a:lnTo>
                  <a:pt x="2063233" y="0"/>
                </a:lnTo>
                <a:lnTo>
                  <a:pt x="2063233" y="9458"/>
                </a:lnTo>
                <a:lnTo>
                  <a:pt x="1484095" y="9458"/>
                </a:lnTo>
                <a:close/>
                <a:moveTo>
                  <a:pt x="641090" y="0"/>
                </a:moveTo>
                <a:lnTo>
                  <a:pt x="1196639" y="0"/>
                </a:lnTo>
                <a:lnTo>
                  <a:pt x="1211413" y="9458"/>
                </a:lnTo>
                <a:lnTo>
                  <a:pt x="641090" y="9458"/>
                </a:lnTo>
                <a:close/>
                <a:moveTo>
                  <a:pt x="0" y="0"/>
                </a:moveTo>
                <a:lnTo>
                  <a:pt x="565721" y="0"/>
                </a:lnTo>
                <a:lnTo>
                  <a:pt x="565721" y="9458"/>
                </a:lnTo>
                <a:lnTo>
                  <a:pt x="0" y="945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90000" bIns="90000" rtlCol="0" anchor="t" anchorCtr="0"/>
          <a:lstStyle/>
          <a:p>
            <a:pPr algn="ctr" defTabSz="457200"/>
            <a:endParaRPr lang="en-GB" sz="1800" noProof="0" dirty="0">
              <a:solidFill>
                <a:srgbClr val="F0A51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76100577"/>
      </p:ext>
    </p:extLst>
  </p:cSld>
  <p:clrMapOvr>
    <a:masterClrMapping/>
  </p:clrMapOvr>
  <p:transition spd="slow">
    <p:fade/>
  </p:transition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World Map | Americas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4" name="Gruppieren 183">
            <a:extLst>
              <a:ext uri="{FF2B5EF4-FFF2-40B4-BE49-F238E27FC236}">
                <a16:creationId xmlns:a16="http://schemas.microsoft.com/office/drawing/2014/main" id="{207D1960-887C-4EA1-9043-399BC7415FA4}"/>
              </a:ext>
            </a:extLst>
          </p:cNvPr>
          <p:cNvGrpSpPr/>
          <p:nvPr userDrawn="1"/>
        </p:nvGrpSpPr>
        <p:grpSpPr>
          <a:xfrm>
            <a:off x="935139" y="942443"/>
            <a:ext cx="7273725" cy="3548979"/>
            <a:chOff x="388503" y="936625"/>
            <a:chExt cx="7273725" cy="3527072"/>
          </a:xfrm>
          <a:solidFill>
            <a:schemeClr val="accent2">
              <a:lumMod val="20000"/>
              <a:lumOff val="80000"/>
              <a:alpha val="60000"/>
            </a:schemeClr>
          </a:solidFill>
        </p:grpSpPr>
        <p:sp>
          <p:nvSpPr>
            <p:cNvPr id="185" name="Zimbabwe" descr="© INSCALE GmbH, 05.05.2010&#10;http://www.presentationload.com/">
              <a:extLst>
                <a:ext uri="{FF2B5EF4-FFF2-40B4-BE49-F238E27FC236}">
                  <a16:creationId xmlns:a16="http://schemas.microsoft.com/office/drawing/2014/main" id="{307ED0FD-7704-404B-9778-17B0321FE9A3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321331" y="3415591"/>
              <a:ext cx="182231" cy="181107"/>
            </a:xfrm>
            <a:custGeom>
              <a:avLst/>
              <a:gdLst>
                <a:gd name="T0" fmla="*/ 2147483647 w 552"/>
                <a:gd name="T1" fmla="*/ 2147483647 h 552"/>
                <a:gd name="T2" fmla="*/ 2147483647 w 552"/>
                <a:gd name="T3" fmla="*/ 2147483647 h 552"/>
                <a:gd name="T4" fmla="*/ 2147483647 w 552"/>
                <a:gd name="T5" fmla="*/ 2147483647 h 552"/>
                <a:gd name="T6" fmla="*/ 2147483647 w 552"/>
                <a:gd name="T7" fmla="*/ 2147483647 h 552"/>
                <a:gd name="T8" fmla="*/ 2147483647 w 552"/>
                <a:gd name="T9" fmla="*/ 2147483647 h 552"/>
                <a:gd name="T10" fmla="*/ 2147483647 w 552"/>
                <a:gd name="T11" fmla="*/ 2147483647 h 552"/>
                <a:gd name="T12" fmla="*/ 2147483647 w 552"/>
                <a:gd name="T13" fmla="*/ 2147483647 h 552"/>
                <a:gd name="T14" fmla="*/ 2147483647 w 552"/>
                <a:gd name="T15" fmla="*/ 2147483647 h 552"/>
                <a:gd name="T16" fmla="*/ 2147483647 w 552"/>
                <a:gd name="T17" fmla="*/ 2147483647 h 552"/>
                <a:gd name="T18" fmla="*/ 2147483647 w 552"/>
                <a:gd name="T19" fmla="*/ 2147483647 h 552"/>
                <a:gd name="T20" fmla="*/ 2147483647 w 552"/>
                <a:gd name="T21" fmla="*/ 2147483647 h 552"/>
                <a:gd name="T22" fmla="*/ 2147483647 w 552"/>
                <a:gd name="T23" fmla="*/ 2147483647 h 552"/>
                <a:gd name="T24" fmla="*/ 2147483647 w 552"/>
                <a:gd name="T25" fmla="*/ 2147483647 h 552"/>
                <a:gd name="T26" fmla="*/ 2147483647 w 552"/>
                <a:gd name="T27" fmla="*/ 2147483647 h 552"/>
                <a:gd name="T28" fmla="*/ 2147483647 w 552"/>
                <a:gd name="T29" fmla="*/ 2147483647 h 552"/>
                <a:gd name="T30" fmla="*/ 2147483647 w 552"/>
                <a:gd name="T31" fmla="*/ 2147483647 h 552"/>
                <a:gd name="T32" fmla="*/ 2147483647 w 552"/>
                <a:gd name="T33" fmla="*/ 2147483647 h 552"/>
                <a:gd name="T34" fmla="*/ 2147483647 w 552"/>
                <a:gd name="T35" fmla="*/ 2147483647 h 552"/>
                <a:gd name="T36" fmla="*/ 2147483647 w 552"/>
                <a:gd name="T37" fmla="*/ 2147483647 h 552"/>
                <a:gd name="T38" fmla="*/ 2147483647 w 552"/>
                <a:gd name="T39" fmla="*/ 2147483647 h 552"/>
                <a:gd name="T40" fmla="*/ 2147483647 w 552"/>
                <a:gd name="T41" fmla="*/ 2147483647 h 552"/>
                <a:gd name="T42" fmla="*/ 2147483647 w 552"/>
                <a:gd name="T43" fmla="*/ 2147483647 h 552"/>
                <a:gd name="T44" fmla="*/ 2147483647 w 552"/>
                <a:gd name="T45" fmla="*/ 2147483647 h 552"/>
                <a:gd name="T46" fmla="*/ 2147483647 w 552"/>
                <a:gd name="T47" fmla="*/ 2147483647 h 552"/>
                <a:gd name="T48" fmla="*/ 2147483647 w 552"/>
                <a:gd name="T49" fmla="*/ 2147483647 h 552"/>
                <a:gd name="T50" fmla="*/ 2147483647 w 552"/>
                <a:gd name="T51" fmla="*/ 2147483647 h 552"/>
                <a:gd name="T52" fmla="*/ 2147483647 w 552"/>
                <a:gd name="T53" fmla="*/ 2147483647 h 552"/>
                <a:gd name="T54" fmla="*/ 2147483647 w 552"/>
                <a:gd name="T55" fmla="*/ 2147483647 h 552"/>
                <a:gd name="T56" fmla="*/ 2147483647 w 552"/>
                <a:gd name="T57" fmla="*/ 2147483647 h 552"/>
                <a:gd name="T58" fmla="*/ 2147483647 w 552"/>
                <a:gd name="T59" fmla="*/ 2147483647 h 552"/>
                <a:gd name="T60" fmla="*/ 2147483647 w 552"/>
                <a:gd name="T61" fmla="*/ 2147483647 h 552"/>
                <a:gd name="T62" fmla="*/ 2147483647 w 552"/>
                <a:gd name="T63" fmla="*/ 2147483647 h 552"/>
                <a:gd name="T64" fmla="*/ 2147483647 w 552"/>
                <a:gd name="T65" fmla="*/ 2147483647 h 552"/>
                <a:gd name="T66" fmla="*/ 2147483647 w 552"/>
                <a:gd name="T67" fmla="*/ 2147483647 h 552"/>
                <a:gd name="T68" fmla="*/ 2147483647 w 552"/>
                <a:gd name="T69" fmla="*/ 2147483647 h 552"/>
                <a:gd name="T70" fmla="*/ 2147483647 w 552"/>
                <a:gd name="T71" fmla="*/ 2147483647 h 552"/>
                <a:gd name="T72" fmla="*/ 2147483647 w 552"/>
                <a:gd name="T73" fmla="*/ 2147483647 h 552"/>
                <a:gd name="T74" fmla="*/ 2147483647 w 552"/>
                <a:gd name="T75" fmla="*/ 0 h 552"/>
                <a:gd name="T76" fmla="*/ 2147483647 w 552"/>
                <a:gd name="T77" fmla="*/ 2147483647 h 552"/>
                <a:gd name="T78" fmla="*/ 2147483647 w 552"/>
                <a:gd name="T79" fmla="*/ 2147483647 h 552"/>
                <a:gd name="T80" fmla="*/ 2147483647 w 552"/>
                <a:gd name="T81" fmla="*/ 2147483647 h 552"/>
                <a:gd name="T82" fmla="*/ 2147483647 w 552"/>
                <a:gd name="T83" fmla="*/ 2147483647 h 552"/>
                <a:gd name="T84" fmla="*/ 2147483647 w 552"/>
                <a:gd name="T85" fmla="*/ 2147483647 h 552"/>
                <a:gd name="T86" fmla="*/ 2147483647 w 552"/>
                <a:gd name="T87" fmla="*/ 2147483647 h 552"/>
                <a:gd name="T88" fmla="*/ 2147483647 w 552"/>
                <a:gd name="T89" fmla="*/ 2147483647 h 552"/>
                <a:gd name="T90" fmla="*/ 2147483647 w 552"/>
                <a:gd name="T91" fmla="*/ 2147483647 h 552"/>
                <a:gd name="T92" fmla="*/ 2147483647 w 552"/>
                <a:gd name="T93" fmla="*/ 2147483647 h 552"/>
                <a:gd name="T94" fmla="*/ 2147483647 w 552"/>
                <a:gd name="T95" fmla="*/ 2147483647 h 552"/>
                <a:gd name="T96" fmla="*/ 2147483647 w 552"/>
                <a:gd name="T97" fmla="*/ 2147483647 h 552"/>
                <a:gd name="T98" fmla="*/ 2147483647 w 552"/>
                <a:gd name="T99" fmla="*/ 2147483647 h 552"/>
                <a:gd name="T100" fmla="*/ 2147483647 w 552"/>
                <a:gd name="T101" fmla="*/ 2147483647 h 552"/>
                <a:gd name="T102" fmla="*/ 2147483647 w 552"/>
                <a:gd name="T103" fmla="*/ 2147483647 h 55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52"/>
                <a:gd name="T157" fmla="*/ 0 h 552"/>
                <a:gd name="T158" fmla="*/ 552 w 552"/>
                <a:gd name="T159" fmla="*/ 552 h 55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52" h="552">
                  <a:moveTo>
                    <a:pt x="18" y="204"/>
                  </a:moveTo>
                  <a:lnTo>
                    <a:pt x="18" y="234"/>
                  </a:lnTo>
                  <a:lnTo>
                    <a:pt x="30" y="234"/>
                  </a:lnTo>
                  <a:lnTo>
                    <a:pt x="36" y="240"/>
                  </a:lnTo>
                  <a:lnTo>
                    <a:pt x="48" y="264"/>
                  </a:lnTo>
                  <a:lnTo>
                    <a:pt x="54" y="270"/>
                  </a:lnTo>
                  <a:lnTo>
                    <a:pt x="54" y="294"/>
                  </a:lnTo>
                  <a:lnTo>
                    <a:pt x="72" y="330"/>
                  </a:lnTo>
                  <a:lnTo>
                    <a:pt x="84" y="336"/>
                  </a:lnTo>
                  <a:lnTo>
                    <a:pt x="102" y="354"/>
                  </a:lnTo>
                  <a:lnTo>
                    <a:pt x="132" y="354"/>
                  </a:lnTo>
                  <a:lnTo>
                    <a:pt x="138" y="360"/>
                  </a:lnTo>
                  <a:lnTo>
                    <a:pt x="138" y="390"/>
                  </a:lnTo>
                  <a:lnTo>
                    <a:pt x="168" y="390"/>
                  </a:lnTo>
                  <a:lnTo>
                    <a:pt x="174" y="414"/>
                  </a:lnTo>
                  <a:lnTo>
                    <a:pt x="168" y="420"/>
                  </a:lnTo>
                  <a:lnTo>
                    <a:pt x="168" y="450"/>
                  </a:lnTo>
                  <a:lnTo>
                    <a:pt x="186" y="450"/>
                  </a:lnTo>
                  <a:lnTo>
                    <a:pt x="186" y="480"/>
                  </a:lnTo>
                  <a:lnTo>
                    <a:pt x="198" y="480"/>
                  </a:lnTo>
                  <a:lnTo>
                    <a:pt x="216" y="486"/>
                  </a:lnTo>
                  <a:lnTo>
                    <a:pt x="228" y="486"/>
                  </a:lnTo>
                  <a:lnTo>
                    <a:pt x="246" y="492"/>
                  </a:lnTo>
                  <a:lnTo>
                    <a:pt x="264" y="510"/>
                  </a:lnTo>
                  <a:lnTo>
                    <a:pt x="270" y="522"/>
                  </a:lnTo>
                  <a:lnTo>
                    <a:pt x="270" y="528"/>
                  </a:lnTo>
                  <a:lnTo>
                    <a:pt x="252" y="528"/>
                  </a:lnTo>
                  <a:lnTo>
                    <a:pt x="312" y="528"/>
                  </a:lnTo>
                  <a:lnTo>
                    <a:pt x="324" y="534"/>
                  </a:lnTo>
                  <a:lnTo>
                    <a:pt x="330" y="534"/>
                  </a:lnTo>
                  <a:lnTo>
                    <a:pt x="342" y="540"/>
                  </a:lnTo>
                  <a:lnTo>
                    <a:pt x="402" y="540"/>
                  </a:lnTo>
                  <a:lnTo>
                    <a:pt x="420" y="552"/>
                  </a:lnTo>
                  <a:lnTo>
                    <a:pt x="486" y="468"/>
                  </a:lnTo>
                  <a:lnTo>
                    <a:pt x="504" y="462"/>
                  </a:lnTo>
                  <a:lnTo>
                    <a:pt x="492" y="444"/>
                  </a:lnTo>
                  <a:lnTo>
                    <a:pt x="504" y="432"/>
                  </a:lnTo>
                  <a:lnTo>
                    <a:pt x="504" y="402"/>
                  </a:lnTo>
                  <a:lnTo>
                    <a:pt x="516" y="396"/>
                  </a:lnTo>
                  <a:lnTo>
                    <a:pt x="528" y="384"/>
                  </a:lnTo>
                  <a:lnTo>
                    <a:pt x="528" y="372"/>
                  </a:lnTo>
                  <a:lnTo>
                    <a:pt x="540" y="360"/>
                  </a:lnTo>
                  <a:lnTo>
                    <a:pt x="546" y="348"/>
                  </a:lnTo>
                  <a:lnTo>
                    <a:pt x="546" y="342"/>
                  </a:lnTo>
                  <a:lnTo>
                    <a:pt x="522" y="318"/>
                  </a:lnTo>
                  <a:lnTo>
                    <a:pt x="522" y="306"/>
                  </a:lnTo>
                  <a:lnTo>
                    <a:pt x="540" y="288"/>
                  </a:lnTo>
                  <a:lnTo>
                    <a:pt x="522" y="264"/>
                  </a:lnTo>
                  <a:lnTo>
                    <a:pt x="540" y="252"/>
                  </a:lnTo>
                  <a:lnTo>
                    <a:pt x="540" y="240"/>
                  </a:lnTo>
                  <a:lnTo>
                    <a:pt x="546" y="240"/>
                  </a:lnTo>
                  <a:lnTo>
                    <a:pt x="546" y="234"/>
                  </a:lnTo>
                  <a:lnTo>
                    <a:pt x="552" y="228"/>
                  </a:lnTo>
                  <a:lnTo>
                    <a:pt x="552" y="216"/>
                  </a:lnTo>
                  <a:lnTo>
                    <a:pt x="540" y="192"/>
                  </a:lnTo>
                  <a:lnTo>
                    <a:pt x="540" y="180"/>
                  </a:lnTo>
                  <a:lnTo>
                    <a:pt x="546" y="174"/>
                  </a:lnTo>
                  <a:lnTo>
                    <a:pt x="546" y="168"/>
                  </a:lnTo>
                  <a:lnTo>
                    <a:pt x="552" y="162"/>
                  </a:lnTo>
                  <a:lnTo>
                    <a:pt x="540" y="150"/>
                  </a:lnTo>
                  <a:lnTo>
                    <a:pt x="552" y="138"/>
                  </a:lnTo>
                  <a:lnTo>
                    <a:pt x="540" y="120"/>
                  </a:lnTo>
                  <a:lnTo>
                    <a:pt x="546" y="114"/>
                  </a:lnTo>
                  <a:lnTo>
                    <a:pt x="552" y="102"/>
                  </a:lnTo>
                  <a:lnTo>
                    <a:pt x="552" y="96"/>
                  </a:lnTo>
                  <a:lnTo>
                    <a:pt x="540" y="84"/>
                  </a:lnTo>
                  <a:lnTo>
                    <a:pt x="528" y="84"/>
                  </a:lnTo>
                  <a:lnTo>
                    <a:pt x="510" y="66"/>
                  </a:lnTo>
                  <a:lnTo>
                    <a:pt x="498" y="66"/>
                  </a:lnTo>
                  <a:lnTo>
                    <a:pt x="486" y="72"/>
                  </a:lnTo>
                  <a:lnTo>
                    <a:pt x="480" y="72"/>
                  </a:lnTo>
                  <a:lnTo>
                    <a:pt x="462" y="48"/>
                  </a:lnTo>
                  <a:lnTo>
                    <a:pt x="444" y="48"/>
                  </a:lnTo>
                  <a:lnTo>
                    <a:pt x="432" y="30"/>
                  </a:lnTo>
                  <a:lnTo>
                    <a:pt x="372" y="30"/>
                  </a:lnTo>
                  <a:lnTo>
                    <a:pt x="366" y="0"/>
                  </a:lnTo>
                  <a:lnTo>
                    <a:pt x="330" y="0"/>
                  </a:lnTo>
                  <a:lnTo>
                    <a:pt x="294" y="12"/>
                  </a:lnTo>
                  <a:lnTo>
                    <a:pt x="282" y="24"/>
                  </a:lnTo>
                  <a:lnTo>
                    <a:pt x="258" y="36"/>
                  </a:lnTo>
                  <a:lnTo>
                    <a:pt x="258" y="72"/>
                  </a:lnTo>
                  <a:lnTo>
                    <a:pt x="252" y="78"/>
                  </a:lnTo>
                  <a:lnTo>
                    <a:pt x="240" y="78"/>
                  </a:lnTo>
                  <a:lnTo>
                    <a:pt x="228" y="84"/>
                  </a:lnTo>
                  <a:lnTo>
                    <a:pt x="210" y="90"/>
                  </a:lnTo>
                  <a:lnTo>
                    <a:pt x="198" y="96"/>
                  </a:lnTo>
                  <a:lnTo>
                    <a:pt x="192" y="102"/>
                  </a:lnTo>
                  <a:lnTo>
                    <a:pt x="180" y="126"/>
                  </a:lnTo>
                  <a:lnTo>
                    <a:pt x="174" y="132"/>
                  </a:lnTo>
                  <a:lnTo>
                    <a:pt x="174" y="138"/>
                  </a:lnTo>
                  <a:lnTo>
                    <a:pt x="168" y="144"/>
                  </a:lnTo>
                  <a:lnTo>
                    <a:pt x="162" y="156"/>
                  </a:lnTo>
                  <a:lnTo>
                    <a:pt x="132" y="186"/>
                  </a:lnTo>
                  <a:lnTo>
                    <a:pt x="108" y="198"/>
                  </a:lnTo>
                  <a:lnTo>
                    <a:pt x="90" y="198"/>
                  </a:lnTo>
                  <a:lnTo>
                    <a:pt x="90" y="192"/>
                  </a:lnTo>
                  <a:lnTo>
                    <a:pt x="78" y="180"/>
                  </a:lnTo>
                  <a:lnTo>
                    <a:pt x="66" y="180"/>
                  </a:lnTo>
                  <a:lnTo>
                    <a:pt x="66" y="192"/>
                  </a:lnTo>
                  <a:lnTo>
                    <a:pt x="54" y="192"/>
                  </a:lnTo>
                  <a:lnTo>
                    <a:pt x="42" y="180"/>
                  </a:lnTo>
                  <a:lnTo>
                    <a:pt x="42" y="174"/>
                  </a:lnTo>
                  <a:lnTo>
                    <a:pt x="0" y="174"/>
                  </a:lnTo>
                  <a:lnTo>
                    <a:pt x="6" y="192"/>
                  </a:lnTo>
                  <a:lnTo>
                    <a:pt x="18" y="20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86" name="Yemen" descr="© INSCALE GmbH, 05.05.2010&#10;http://www.presentationload.com/">
              <a:extLst>
                <a:ext uri="{FF2B5EF4-FFF2-40B4-BE49-F238E27FC236}">
                  <a16:creationId xmlns:a16="http://schemas.microsoft.com/office/drawing/2014/main" id="{BD9AC40E-1A5A-4FD1-97C2-0C7DF6A80C5A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727148" y="2498501"/>
              <a:ext cx="241682" cy="164408"/>
            </a:xfrm>
            <a:custGeom>
              <a:avLst/>
              <a:gdLst>
                <a:gd name="T0" fmla="*/ 2147483647 w 732"/>
                <a:gd name="T1" fmla="*/ 2147483647 h 498"/>
                <a:gd name="T2" fmla="*/ 2147483647 w 732"/>
                <a:gd name="T3" fmla="*/ 2147483647 h 498"/>
                <a:gd name="T4" fmla="*/ 2147483647 w 732"/>
                <a:gd name="T5" fmla="*/ 2147483647 h 498"/>
                <a:gd name="T6" fmla="*/ 2147483647 w 732"/>
                <a:gd name="T7" fmla="*/ 2147483647 h 498"/>
                <a:gd name="T8" fmla="*/ 2147483647 w 732"/>
                <a:gd name="T9" fmla="*/ 2147483647 h 498"/>
                <a:gd name="T10" fmla="*/ 2147483647 w 732"/>
                <a:gd name="T11" fmla="*/ 2147483647 h 498"/>
                <a:gd name="T12" fmla="*/ 2147483647 w 732"/>
                <a:gd name="T13" fmla="*/ 2147483647 h 498"/>
                <a:gd name="T14" fmla="*/ 2147483647 w 732"/>
                <a:gd name="T15" fmla="*/ 2147483647 h 498"/>
                <a:gd name="T16" fmla="*/ 2147483647 w 732"/>
                <a:gd name="T17" fmla="*/ 2147483647 h 498"/>
                <a:gd name="T18" fmla="*/ 2147483647 w 732"/>
                <a:gd name="T19" fmla="*/ 2147483647 h 498"/>
                <a:gd name="T20" fmla="*/ 2147483647 w 732"/>
                <a:gd name="T21" fmla="*/ 2147483647 h 498"/>
                <a:gd name="T22" fmla="*/ 2147483647 w 732"/>
                <a:gd name="T23" fmla="*/ 2147483647 h 498"/>
                <a:gd name="T24" fmla="*/ 2147483647 w 732"/>
                <a:gd name="T25" fmla="*/ 2147483647 h 498"/>
                <a:gd name="T26" fmla="*/ 2147483647 w 732"/>
                <a:gd name="T27" fmla="*/ 2147483647 h 498"/>
                <a:gd name="T28" fmla="*/ 2147483647 w 732"/>
                <a:gd name="T29" fmla="*/ 2147483647 h 498"/>
                <a:gd name="T30" fmla="*/ 0 w 732"/>
                <a:gd name="T31" fmla="*/ 2147483647 h 498"/>
                <a:gd name="T32" fmla="*/ 2147483647 w 732"/>
                <a:gd name="T33" fmla="*/ 2147483647 h 498"/>
                <a:gd name="T34" fmla="*/ 2147483647 w 732"/>
                <a:gd name="T35" fmla="*/ 2147483647 h 498"/>
                <a:gd name="T36" fmla="*/ 2147483647 w 732"/>
                <a:gd name="T37" fmla="*/ 2147483647 h 498"/>
                <a:gd name="T38" fmla="*/ 2147483647 w 732"/>
                <a:gd name="T39" fmla="*/ 2147483647 h 498"/>
                <a:gd name="T40" fmla="*/ 2147483647 w 732"/>
                <a:gd name="T41" fmla="*/ 2147483647 h 498"/>
                <a:gd name="T42" fmla="*/ 2147483647 w 732"/>
                <a:gd name="T43" fmla="*/ 2147483647 h 498"/>
                <a:gd name="T44" fmla="*/ 2147483647 w 732"/>
                <a:gd name="T45" fmla="*/ 2147483647 h 498"/>
                <a:gd name="T46" fmla="*/ 2147483647 w 732"/>
                <a:gd name="T47" fmla="*/ 2147483647 h 498"/>
                <a:gd name="T48" fmla="*/ 2147483647 w 732"/>
                <a:gd name="T49" fmla="*/ 2147483647 h 498"/>
                <a:gd name="T50" fmla="*/ 2147483647 w 732"/>
                <a:gd name="T51" fmla="*/ 2147483647 h 498"/>
                <a:gd name="T52" fmla="*/ 2147483647 w 732"/>
                <a:gd name="T53" fmla="*/ 2147483647 h 498"/>
                <a:gd name="T54" fmla="*/ 2147483647 w 732"/>
                <a:gd name="T55" fmla="*/ 2147483647 h 498"/>
                <a:gd name="T56" fmla="*/ 2147483647 w 732"/>
                <a:gd name="T57" fmla="*/ 2147483647 h 498"/>
                <a:gd name="T58" fmla="*/ 2147483647 w 732"/>
                <a:gd name="T59" fmla="*/ 2147483647 h 498"/>
                <a:gd name="T60" fmla="*/ 2147483647 w 732"/>
                <a:gd name="T61" fmla="*/ 2147483647 h 498"/>
                <a:gd name="T62" fmla="*/ 2147483647 w 732"/>
                <a:gd name="T63" fmla="*/ 2147483647 h 498"/>
                <a:gd name="T64" fmla="*/ 2147483647 w 732"/>
                <a:gd name="T65" fmla="*/ 2147483647 h 498"/>
                <a:gd name="T66" fmla="*/ 2147483647 w 732"/>
                <a:gd name="T67" fmla="*/ 2147483647 h 498"/>
                <a:gd name="T68" fmla="*/ 2147483647 w 732"/>
                <a:gd name="T69" fmla="*/ 2147483647 h 498"/>
                <a:gd name="T70" fmla="*/ 2147483647 w 732"/>
                <a:gd name="T71" fmla="*/ 2147483647 h 498"/>
                <a:gd name="T72" fmla="*/ 2147483647 w 732"/>
                <a:gd name="T73" fmla="*/ 2147483647 h 498"/>
                <a:gd name="T74" fmla="*/ 2147483647 w 732"/>
                <a:gd name="T75" fmla="*/ 2147483647 h 498"/>
                <a:gd name="T76" fmla="*/ 2147483647 w 732"/>
                <a:gd name="T77" fmla="*/ 0 h 498"/>
                <a:gd name="T78" fmla="*/ 2147483647 w 732"/>
                <a:gd name="T79" fmla="*/ 2147483647 h 498"/>
                <a:gd name="T80" fmla="*/ 2147483647 w 732"/>
                <a:gd name="T81" fmla="*/ 2147483647 h 49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732"/>
                <a:gd name="T124" fmla="*/ 0 h 498"/>
                <a:gd name="T125" fmla="*/ 732 w 732"/>
                <a:gd name="T126" fmla="*/ 498 h 49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732" h="498">
                  <a:moveTo>
                    <a:pt x="468" y="24"/>
                  </a:moveTo>
                  <a:lnTo>
                    <a:pt x="450" y="30"/>
                  </a:lnTo>
                  <a:lnTo>
                    <a:pt x="420" y="36"/>
                  </a:lnTo>
                  <a:lnTo>
                    <a:pt x="390" y="54"/>
                  </a:lnTo>
                  <a:lnTo>
                    <a:pt x="372" y="72"/>
                  </a:lnTo>
                  <a:lnTo>
                    <a:pt x="366" y="84"/>
                  </a:lnTo>
                  <a:lnTo>
                    <a:pt x="354" y="96"/>
                  </a:lnTo>
                  <a:lnTo>
                    <a:pt x="348" y="108"/>
                  </a:lnTo>
                  <a:lnTo>
                    <a:pt x="342" y="114"/>
                  </a:lnTo>
                  <a:lnTo>
                    <a:pt x="336" y="126"/>
                  </a:lnTo>
                  <a:lnTo>
                    <a:pt x="336" y="144"/>
                  </a:lnTo>
                  <a:lnTo>
                    <a:pt x="330" y="150"/>
                  </a:lnTo>
                  <a:lnTo>
                    <a:pt x="324" y="162"/>
                  </a:lnTo>
                  <a:lnTo>
                    <a:pt x="312" y="162"/>
                  </a:lnTo>
                  <a:lnTo>
                    <a:pt x="300" y="156"/>
                  </a:lnTo>
                  <a:lnTo>
                    <a:pt x="294" y="144"/>
                  </a:lnTo>
                  <a:lnTo>
                    <a:pt x="288" y="138"/>
                  </a:lnTo>
                  <a:lnTo>
                    <a:pt x="210" y="138"/>
                  </a:lnTo>
                  <a:lnTo>
                    <a:pt x="204" y="132"/>
                  </a:lnTo>
                  <a:lnTo>
                    <a:pt x="192" y="126"/>
                  </a:lnTo>
                  <a:lnTo>
                    <a:pt x="102" y="126"/>
                  </a:lnTo>
                  <a:lnTo>
                    <a:pt x="96" y="132"/>
                  </a:lnTo>
                  <a:lnTo>
                    <a:pt x="72" y="138"/>
                  </a:lnTo>
                  <a:lnTo>
                    <a:pt x="54" y="120"/>
                  </a:lnTo>
                  <a:lnTo>
                    <a:pt x="48" y="120"/>
                  </a:lnTo>
                  <a:lnTo>
                    <a:pt x="42" y="126"/>
                  </a:lnTo>
                  <a:lnTo>
                    <a:pt x="36" y="138"/>
                  </a:lnTo>
                  <a:lnTo>
                    <a:pt x="36" y="186"/>
                  </a:lnTo>
                  <a:lnTo>
                    <a:pt x="30" y="192"/>
                  </a:lnTo>
                  <a:lnTo>
                    <a:pt x="24" y="204"/>
                  </a:lnTo>
                  <a:lnTo>
                    <a:pt x="12" y="216"/>
                  </a:lnTo>
                  <a:lnTo>
                    <a:pt x="0" y="252"/>
                  </a:lnTo>
                  <a:lnTo>
                    <a:pt x="0" y="258"/>
                  </a:lnTo>
                  <a:lnTo>
                    <a:pt x="18" y="276"/>
                  </a:lnTo>
                  <a:lnTo>
                    <a:pt x="24" y="288"/>
                  </a:lnTo>
                  <a:lnTo>
                    <a:pt x="36" y="294"/>
                  </a:lnTo>
                  <a:lnTo>
                    <a:pt x="24" y="408"/>
                  </a:lnTo>
                  <a:lnTo>
                    <a:pt x="54" y="444"/>
                  </a:lnTo>
                  <a:lnTo>
                    <a:pt x="54" y="456"/>
                  </a:lnTo>
                  <a:lnTo>
                    <a:pt x="60" y="468"/>
                  </a:lnTo>
                  <a:lnTo>
                    <a:pt x="78" y="486"/>
                  </a:lnTo>
                  <a:lnTo>
                    <a:pt x="90" y="492"/>
                  </a:lnTo>
                  <a:lnTo>
                    <a:pt x="114" y="498"/>
                  </a:lnTo>
                  <a:lnTo>
                    <a:pt x="132" y="498"/>
                  </a:lnTo>
                  <a:lnTo>
                    <a:pt x="150" y="492"/>
                  </a:lnTo>
                  <a:lnTo>
                    <a:pt x="162" y="486"/>
                  </a:lnTo>
                  <a:lnTo>
                    <a:pt x="168" y="480"/>
                  </a:lnTo>
                  <a:lnTo>
                    <a:pt x="186" y="444"/>
                  </a:lnTo>
                  <a:lnTo>
                    <a:pt x="198" y="432"/>
                  </a:lnTo>
                  <a:lnTo>
                    <a:pt x="210" y="432"/>
                  </a:lnTo>
                  <a:lnTo>
                    <a:pt x="228" y="438"/>
                  </a:lnTo>
                  <a:lnTo>
                    <a:pt x="270" y="438"/>
                  </a:lnTo>
                  <a:lnTo>
                    <a:pt x="324" y="432"/>
                  </a:lnTo>
                  <a:lnTo>
                    <a:pt x="366" y="426"/>
                  </a:lnTo>
                  <a:lnTo>
                    <a:pt x="390" y="414"/>
                  </a:lnTo>
                  <a:lnTo>
                    <a:pt x="402" y="402"/>
                  </a:lnTo>
                  <a:lnTo>
                    <a:pt x="414" y="384"/>
                  </a:lnTo>
                  <a:lnTo>
                    <a:pt x="426" y="372"/>
                  </a:lnTo>
                  <a:lnTo>
                    <a:pt x="450" y="360"/>
                  </a:lnTo>
                  <a:lnTo>
                    <a:pt x="462" y="348"/>
                  </a:lnTo>
                  <a:lnTo>
                    <a:pt x="474" y="342"/>
                  </a:lnTo>
                  <a:lnTo>
                    <a:pt x="486" y="330"/>
                  </a:lnTo>
                  <a:lnTo>
                    <a:pt x="504" y="324"/>
                  </a:lnTo>
                  <a:lnTo>
                    <a:pt x="528" y="312"/>
                  </a:lnTo>
                  <a:lnTo>
                    <a:pt x="546" y="306"/>
                  </a:lnTo>
                  <a:lnTo>
                    <a:pt x="558" y="294"/>
                  </a:lnTo>
                  <a:lnTo>
                    <a:pt x="594" y="276"/>
                  </a:lnTo>
                  <a:lnTo>
                    <a:pt x="666" y="276"/>
                  </a:lnTo>
                  <a:lnTo>
                    <a:pt x="666" y="270"/>
                  </a:lnTo>
                  <a:lnTo>
                    <a:pt x="672" y="264"/>
                  </a:lnTo>
                  <a:lnTo>
                    <a:pt x="684" y="240"/>
                  </a:lnTo>
                  <a:lnTo>
                    <a:pt x="690" y="222"/>
                  </a:lnTo>
                  <a:lnTo>
                    <a:pt x="702" y="210"/>
                  </a:lnTo>
                  <a:lnTo>
                    <a:pt x="708" y="198"/>
                  </a:lnTo>
                  <a:lnTo>
                    <a:pt x="720" y="192"/>
                  </a:lnTo>
                  <a:lnTo>
                    <a:pt x="720" y="186"/>
                  </a:lnTo>
                  <a:lnTo>
                    <a:pt x="732" y="186"/>
                  </a:lnTo>
                  <a:lnTo>
                    <a:pt x="648" y="0"/>
                  </a:lnTo>
                  <a:lnTo>
                    <a:pt x="630" y="0"/>
                  </a:lnTo>
                  <a:lnTo>
                    <a:pt x="588" y="6"/>
                  </a:lnTo>
                  <a:lnTo>
                    <a:pt x="540" y="18"/>
                  </a:lnTo>
                  <a:lnTo>
                    <a:pt x="492" y="24"/>
                  </a:lnTo>
                  <a:lnTo>
                    <a:pt x="468" y="2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87" name="Vietnam" descr="© INSCALE GmbH, 05.05.2010&#10;http://www.presentationload.com/">
              <a:extLst>
                <a:ext uri="{FF2B5EF4-FFF2-40B4-BE49-F238E27FC236}">
                  <a16:creationId xmlns:a16="http://schemas.microsoft.com/office/drawing/2014/main" id="{A6C0CA72-CB61-4965-93A7-B7062A2DB0B6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6091941" y="2382903"/>
              <a:ext cx="200325" cy="391755"/>
            </a:xfrm>
            <a:custGeom>
              <a:avLst/>
              <a:gdLst>
                <a:gd name="T0" fmla="*/ 2147483647 w 606"/>
                <a:gd name="T1" fmla="*/ 2147483647 h 1194"/>
                <a:gd name="T2" fmla="*/ 2147483647 w 606"/>
                <a:gd name="T3" fmla="*/ 2147483647 h 1194"/>
                <a:gd name="T4" fmla="*/ 2147483647 w 606"/>
                <a:gd name="T5" fmla="*/ 2147483647 h 1194"/>
                <a:gd name="T6" fmla="*/ 2147483647 w 606"/>
                <a:gd name="T7" fmla="*/ 2147483647 h 1194"/>
                <a:gd name="T8" fmla="*/ 2147483647 w 606"/>
                <a:gd name="T9" fmla="*/ 2147483647 h 1194"/>
                <a:gd name="T10" fmla="*/ 2147483647 w 606"/>
                <a:gd name="T11" fmla="*/ 2147483647 h 1194"/>
                <a:gd name="T12" fmla="*/ 2147483647 w 606"/>
                <a:gd name="T13" fmla="*/ 2147483647 h 1194"/>
                <a:gd name="T14" fmla="*/ 2147483647 w 606"/>
                <a:gd name="T15" fmla="*/ 2147483647 h 1194"/>
                <a:gd name="T16" fmla="*/ 2147483647 w 606"/>
                <a:gd name="T17" fmla="*/ 2147483647 h 1194"/>
                <a:gd name="T18" fmla="*/ 2147483647 w 606"/>
                <a:gd name="T19" fmla="*/ 2147483647 h 1194"/>
                <a:gd name="T20" fmla="*/ 2147483647 w 606"/>
                <a:gd name="T21" fmla="*/ 2147483647 h 1194"/>
                <a:gd name="T22" fmla="*/ 2147483647 w 606"/>
                <a:gd name="T23" fmla="*/ 2147483647 h 1194"/>
                <a:gd name="T24" fmla="*/ 2147483647 w 606"/>
                <a:gd name="T25" fmla="*/ 2147483647 h 1194"/>
                <a:gd name="T26" fmla="*/ 2147483647 w 606"/>
                <a:gd name="T27" fmla="*/ 2147483647 h 1194"/>
                <a:gd name="T28" fmla="*/ 2147483647 w 606"/>
                <a:gd name="T29" fmla="*/ 2147483647 h 1194"/>
                <a:gd name="T30" fmla="*/ 2147483647 w 606"/>
                <a:gd name="T31" fmla="*/ 2147483647 h 1194"/>
                <a:gd name="T32" fmla="*/ 2147483647 w 606"/>
                <a:gd name="T33" fmla="*/ 2147483647 h 1194"/>
                <a:gd name="T34" fmla="*/ 2147483647 w 606"/>
                <a:gd name="T35" fmla="*/ 2147483647 h 1194"/>
                <a:gd name="T36" fmla="*/ 2147483647 w 606"/>
                <a:gd name="T37" fmla="*/ 2147483647 h 1194"/>
                <a:gd name="T38" fmla="*/ 2147483647 w 606"/>
                <a:gd name="T39" fmla="*/ 2147483647 h 1194"/>
                <a:gd name="T40" fmla="*/ 2147483647 w 606"/>
                <a:gd name="T41" fmla="*/ 2147483647 h 1194"/>
                <a:gd name="T42" fmla="*/ 2147483647 w 606"/>
                <a:gd name="T43" fmla="*/ 2147483647 h 1194"/>
                <a:gd name="T44" fmla="*/ 2147483647 w 606"/>
                <a:gd name="T45" fmla="*/ 2147483647 h 1194"/>
                <a:gd name="T46" fmla="*/ 2147483647 w 606"/>
                <a:gd name="T47" fmla="*/ 2147483647 h 1194"/>
                <a:gd name="T48" fmla="*/ 2147483647 w 606"/>
                <a:gd name="T49" fmla="*/ 2147483647 h 1194"/>
                <a:gd name="T50" fmla="*/ 2147483647 w 606"/>
                <a:gd name="T51" fmla="*/ 2147483647 h 1194"/>
                <a:gd name="T52" fmla="*/ 2147483647 w 606"/>
                <a:gd name="T53" fmla="*/ 2147483647 h 1194"/>
                <a:gd name="T54" fmla="*/ 2147483647 w 606"/>
                <a:gd name="T55" fmla="*/ 2147483647 h 1194"/>
                <a:gd name="T56" fmla="*/ 2147483647 w 606"/>
                <a:gd name="T57" fmla="*/ 2147483647 h 1194"/>
                <a:gd name="T58" fmla="*/ 2147483647 w 606"/>
                <a:gd name="T59" fmla="*/ 2147483647 h 1194"/>
                <a:gd name="T60" fmla="*/ 2147483647 w 606"/>
                <a:gd name="T61" fmla="*/ 2147483647 h 1194"/>
                <a:gd name="T62" fmla="*/ 2147483647 w 606"/>
                <a:gd name="T63" fmla="*/ 2147483647 h 1194"/>
                <a:gd name="T64" fmla="*/ 2147483647 w 606"/>
                <a:gd name="T65" fmla="*/ 2147483647 h 1194"/>
                <a:gd name="T66" fmla="*/ 2147483647 w 606"/>
                <a:gd name="T67" fmla="*/ 2147483647 h 1194"/>
                <a:gd name="T68" fmla="*/ 2147483647 w 606"/>
                <a:gd name="T69" fmla="*/ 2147483647 h 1194"/>
                <a:gd name="T70" fmla="*/ 2147483647 w 606"/>
                <a:gd name="T71" fmla="*/ 2147483647 h 1194"/>
                <a:gd name="T72" fmla="*/ 2147483647 w 606"/>
                <a:gd name="T73" fmla="*/ 2147483647 h 1194"/>
                <a:gd name="T74" fmla="*/ 2147483647 w 606"/>
                <a:gd name="T75" fmla="*/ 2147483647 h 1194"/>
                <a:gd name="T76" fmla="*/ 2147483647 w 606"/>
                <a:gd name="T77" fmla="*/ 2147483647 h 1194"/>
                <a:gd name="T78" fmla="*/ 2147483647 w 606"/>
                <a:gd name="T79" fmla="*/ 2147483647 h 1194"/>
                <a:gd name="T80" fmla="*/ 2147483647 w 606"/>
                <a:gd name="T81" fmla="*/ 2147483647 h 1194"/>
                <a:gd name="T82" fmla="*/ 2147483647 w 606"/>
                <a:gd name="T83" fmla="*/ 2147483647 h 1194"/>
                <a:gd name="T84" fmla="*/ 2147483647 w 606"/>
                <a:gd name="T85" fmla="*/ 2147483647 h 1194"/>
                <a:gd name="T86" fmla="*/ 2147483647 w 606"/>
                <a:gd name="T87" fmla="*/ 2147483647 h 1194"/>
                <a:gd name="T88" fmla="*/ 2147483647 w 606"/>
                <a:gd name="T89" fmla="*/ 2147483647 h 1194"/>
                <a:gd name="T90" fmla="*/ 2147483647 w 606"/>
                <a:gd name="T91" fmla="*/ 2147483647 h 1194"/>
                <a:gd name="T92" fmla="*/ 2147483647 w 606"/>
                <a:gd name="T93" fmla="*/ 2147483647 h 1194"/>
                <a:gd name="T94" fmla="*/ 2147483647 w 606"/>
                <a:gd name="T95" fmla="*/ 2147483647 h 1194"/>
                <a:gd name="T96" fmla="*/ 2147483647 w 606"/>
                <a:gd name="T97" fmla="*/ 2147483647 h 1194"/>
                <a:gd name="T98" fmla="*/ 2147483647 w 606"/>
                <a:gd name="T99" fmla="*/ 2147483647 h 1194"/>
                <a:gd name="T100" fmla="*/ 2147483647 w 606"/>
                <a:gd name="T101" fmla="*/ 2147483647 h 1194"/>
                <a:gd name="T102" fmla="*/ 2147483647 w 606"/>
                <a:gd name="T103" fmla="*/ 2147483647 h 1194"/>
                <a:gd name="T104" fmla="*/ 2147483647 w 606"/>
                <a:gd name="T105" fmla="*/ 2147483647 h 1194"/>
                <a:gd name="T106" fmla="*/ 2147483647 w 606"/>
                <a:gd name="T107" fmla="*/ 2147483647 h 1194"/>
                <a:gd name="T108" fmla="*/ 2147483647 w 606"/>
                <a:gd name="T109" fmla="*/ 2147483647 h 1194"/>
                <a:gd name="T110" fmla="*/ 2147483647 w 606"/>
                <a:gd name="T111" fmla="*/ 2147483647 h 1194"/>
                <a:gd name="T112" fmla="*/ 2147483647 w 606"/>
                <a:gd name="T113" fmla="*/ 2147483647 h 1194"/>
                <a:gd name="T114" fmla="*/ 2147483647 w 606"/>
                <a:gd name="T115" fmla="*/ 2147483647 h 1194"/>
                <a:gd name="T116" fmla="*/ 2147483647 w 606"/>
                <a:gd name="T117" fmla="*/ 2147483647 h 1194"/>
                <a:gd name="T118" fmla="*/ 2147483647 w 606"/>
                <a:gd name="T119" fmla="*/ 2147483647 h 1194"/>
                <a:gd name="T120" fmla="*/ 2147483647 w 606"/>
                <a:gd name="T121" fmla="*/ 2147483647 h 1194"/>
                <a:gd name="T122" fmla="*/ 2147483647 w 606"/>
                <a:gd name="T123" fmla="*/ 2147483647 h 119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606"/>
                <a:gd name="T187" fmla="*/ 0 h 1194"/>
                <a:gd name="T188" fmla="*/ 606 w 606"/>
                <a:gd name="T189" fmla="*/ 1194 h 119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606" h="1194">
                  <a:moveTo>
                    <a:pt x="6" y="48"/>
                  </a:moveTo>
                  <a:lnTo>
                    <a:pt x="0" y="60"/>
                  </a:lnTo>
                  <a:lnTo>
                    <a:pt x="0" y="72"/>
                  </a:lnTo>
                  <a:lnTo>
                    <a:pt x="12" y="96"/>
                  </a:lnTo>
                  <a:lnTo>
                    <a:pt x="18" y="102"/>
                  </a:lnTo>
                  <a:lnTo>
                    <a:pt x="24" y="114"/>
                  </a:lnTo>
                  <a:lnTo>
                    <a:pt x="36" y="120"/>
                  </a:lnTo>
                  <a:lnTo>
                    <a:pt x="42" y="132"/>
                  </a:lnTo>
                  <a:lnTo>
                    <a:pt x="48" y="126"/>
                  </a:lnTo>
                  <a:lnTo>
                    <a:pt x="54" y="126"/>
                  </a:lnTo>
                  <a:lnTo>
                    <a:pt x="54" y="156"/>
                  </a:lnTo>
                  <a:lnTo>
                    <a:pt x="66" y="180"/>
                  </a:lnTo>
                  <a:lnTo>
                    <a:pt x="84" y="198"/>
                  </a:lnTo>
                  <a:lnTo>
                    <a:pt x="90" y="210"/>
                  </a:lnTo>
                  <a:lnTo>
                    <a:pt x="108" y="210"/>
                  </a:lnTo>
                  <a:lnTo>
                    <a:pt x="108" y="216"/>
                  </a:lnTo>
                  <a:lnTo>
                    <a:pt x="120" y="228"/>
                  </a:lnTo>
                  <a:lnTo>
                    <a:pt x="126" y="222"/>
                  </a:lnTo>
                  <a:lnTo>
                    <a:pt x="132" y="210"/>
                  </a:lnTo>
                  <a:lnTo>
                    <a:pt x="132" y="204"/>
                  </a:lnTo>
                  <a:lnTo>
                    <a:pt x="138" y="192"/>
                  </a:lnTo>
                  <a:lnTo>
                    <a:pt x="150" y="192"/>
                  </a:lnTo>
                  <a:lnTo>
                    <a:pt x="162" y="198"/>
                  </a:lnTo>
                  <a:lnTo>
                    <a:pt x="186" y="222"/>
                  </a:lnTo>
                  <a:lnTo>
                    <a:pt x="180" y="222"/>
                  </a:lnTo>
                  <a:lnTo>
                    <a:pt x="174" y="228"/>
                  </a:lnTo>
                  <a:lnTo>
                    <a:pt x="174" y="234"/>
                  </a:lnTo>
                  <a:lnTo>
                    <a:pt x="198" y="246"/>
                  </a:lnTo>
                  <a:lnTo>
                    <a:pt x="216" y="252"/>
                  </a:lnTo>
                  <a:lnTo>
                    <a:pt x="228" y="258"/>
                  </a:lnTo>
                  <a:lnTo>
                    <a:pt x="228" y="270"/>
                  </a:lnTo>
                  <a:lnTo>
                    <a:pt x="222" y="282"/>
                  </a:lnTo>
                  <a:lnTo>
                    <a:pt x="210" y="288"/>
                  </a:lnTo>
                  <a:lnTo>
                    <a:pt x="204" y="300"/>
                  </a:lnTo>
                  <a:lnTo>
                    <a:pt x="198" y="306"/>
                  </a:lnTo>
                  <a:lnTo>
                    <a:pt x="180" y="306"/>
                  </a:lnTo>
                  <a:lnTo>
                    <a:pt x="174" y="300"/>
                  </a:lnTo>
                  <a:lnTo>
                    <a:pt x="150" y="300"/>
                  </a:lnTo>
                  <a:lnTo>
                    <a:pt x="156" y="306"/>
                  </a:lnTo>
                  <a:lnTo>
                    <a:pt x="156" y="324"/>
                  </a:lnTo>
                  <a:lnTo>
                    <a:pt x="168" y="330"/>
                  </a:lnTo>
                  <a:lnTo>
                    <a:pt x="174" y="336"/>
                  </a:lnTo>
                  <a:lnTo>
                    <a:pt x="210" y="354"/>
                  </a:lnTo>
                  <a:lnTo>
                    <a:pt x="222" y="366"/>
                  </a:lnTo>
                  <a:lnTo>
                    <a:pt x="234" y="372"/>
                  </a:lnTo>
                  <a:lnTo>
                    <a:pt x="240" y="378"/>
                  </a:lnTo>
                  <a:lnTo>
                    <a:pt x="252" y="378"/>
                  </a:lnTo>
                  <a:lnTo>
                    <a:pt x="252" y="408"/>
                  </a:lnTo>
                  <a:lnTo>
                    <a:pt x="258" y="414"/>
                  </a:lnTo>
                  <a:lnTo>
                    <a:pt x="270" y="414"/>
                  </a:lnTo>
                  <a:lnTo>
                    <a:pt x="282" y="420"/>
                  </a:lnTo>
                  <a:lnTo>
                    <a:pt x="288" y="426"/>
                  </a:lnTo>
                  <a:lnTo>
                    <a:pt x="294" y="426"/>
                  </a:lnTo>
                  <a:lnTo>
                    <a:pt x="294" y="450"/>
                  </a:lnTo>
                  <a:lnTo>
                    <a:pt x="306" y="474"/>
                  </a:lnTo>
                  <a:lnTo>
                    <a:pt x="324" y="486"/>
                  </a:lnTo>
                  <a:lnTo>
                    <a:pt x="342" y="504"/>
                  </a:lnTo>
                  <a:lnTo>
                    <a:pt x="348" y="522"/>
                  </a:lnTo>
                  <a:lnTo>
                    <a:pt x="366" y="522"/>
                  </a:lnTo>
                  <a:lnTo>
                    <a:pt x="366" y="528"/>
                  </a:lnTo>
                  <a:lnTo>
                    <a:pt x="372" y="534"/>
                  </a:lnTo>
                  <a:lnTo>
                    <a:pt x="384" y="558"/>
                  </a:lnTo>
                  <a:lnTo>
                    <a:pt x="396" y="570"/>
                  </a:lnTo>
                  <a:lnTo>
                    <a:pt x="408" y="570"/>
                  </a:lnTo>
                  <a:lnTo>
                    <a:pt x="414" y="576"/>
                  </a:lnTo>
                  <a:lnTo>
                    <a:pt x="426" y="582"/>
                  </a:lnTo>
                  <a:lnTo>
                    <a:pt x="432" y="588"/>
                  </a:lnTo>
                  <a:lnTo>
                    <a:pt x="432" y="600"/>
                  </a:lnTo>
                  <a:lnTo>
                    <a:pt x="426" y="606"/>
                  </a:lnTo>
                  <a:lnTo>
                    <a:pt x="420" y="606"/>
                  </a:lnTo>
                  <a:lnTo>
                    <a:pt x="414" y="612"/>
                  </a:lnTo>
                  <a:lnTo>
                    <a:pt x="408" y="612"/>
                  </a:lnTo>
                  <a:lnTo>
                    <a:pt x="432" y="636"/>
                  </a:lnTo>
                  <a:lnTo>
                    <a:pt x="456" y="648"/>
                  </a:lnTo>
                  <a:lnTo>
                    <a:pt x="462" y="654"/>
                  </a:lnTo>
                  <a:lnTo>
                    <a:pt x="468" y="654"/>
                  </a:lnTo>
                  <a:lnTo>
                    <a:pt x="450" y="690"/>
                  </a:lnTo>
                  <a:lnTo>
                    <a:pt x="456" y="690"/>
                  </a:lnTo>
                  <a:lnTo>
                    <a:pt x="468" y="702"/>
                  </a:lnTo>
                  <a:lnTo>
                    <a:pt x="468" y="708"/>
                  </a:lnTo>
                  <a:lnTo>
                    <a:pt x="456" y="720"/>
                  </a:lnTo>
                  <a:lnTo>
                    <a:pt x="450" y="720"/>
                  </a:lnTo>
                  <a:lnTo>
                    <a:pt x="450" y="762"/>
                  </a:lnTo>
                  <a:lnTo>
                    <a:pt x="456" y="762"/>
                  </a:lnTo>
                  <a:lnTo>
                    <a:pt x="468" y="774"/>
                  </a:lnTo>
                  <a:lnTo>
                    <a:pt x="480" y="798"/>
                  </a:lnTo>
                  <a:lnTo>
                    <a:pt x="480" y="804"/>
                  </a:lnTo>
                  <a:lnTo>
                    <a:pt x="468" y="816"/>
                  </a:lnTo>
                  <a:lnTo>
                    <a:pt x="462" y="816"/>
                  </a:lnTo>
                  <a:lnTo>
                    <a:pt x="462" y="828"/>
                  </a:lnTo>
                  <a:lnTo>
                    <a:pt x="468" y="834"/>
                  </a:lnTo>
                  <a:lnTo>
                    <a:pt x="468" y="864"/>
                  </a:lnTo>
                  <a:lnTo>
                    <a:pt x="474" y="870"/>
                  </a:lnTo>
                  <a:lnTo>
                    <a:pt x="474" y="900"/>
                  </a:lnTo>
                  <a:lnTo>
                    <a:pt x="462" y="894"/>
                  </a:lnTo>
                  <a:lnTo>
                    <a:pt x="444" y="894"/>
                  </a:lnTo>
                  <a:lnTo>
                    <a:pt x="438" y="900"/>
                  </a:lnTo>
                  <a:lnTo>
                    <a:pt x="438" y="918"/>
                  </a:lnTo>
                  <a:lnTo>
                    <a:pt x="408" y="918"/>
                  </a:lnTo>
                  <a:lnTo>
                    <a:pt x="408" y="942"/>
                  </a:lnTo>
                  <a:lnTo>
                    <a:pt x="366" y="942"/>
                  </a:lnTo>
                  <a:lnTo>
                    <a:pt x="366" y="966"/>
                  </a:lnTo>
                  <a:lnTo>
                    <a:pt x="378" y="990"/>
                  </a:lnTo>
                  <a:lnTo>
                    <a:pt x="396" y="1008"/>
                  </a:lnTo>
                  <a:lnTo>
                    <a:pt x="396" y="1020"/>
                  </a:lnTo>
                  <a:lnTo>
                    <a:pt x="390" y="1014"/>
                  </a:lnTo>
                  <a:lnTo>
                    <a:pt x="378" y="1008"/>
                  </a:lnTo>
                  <a:lnTo>
                    <a:pt x="372" y="1002"/>
                  </a:lnTo>
                  <a:lnTo>
                    <a:pt x="360" y="996"/>
                  </a:lnTo>
                  <a:lnTo>
                    <a:pt x="348" y="996"/>
                  </a:lnTo>
                  <a:lnTo>
                    <a:pt x="342" y="1002"/>
                  </a:lnTo>
                  <a:lnTo>
                    <a:pt x="342" y="1008"/>
                  </a:lnTo>
                  <a:lnTo>
                    <a:pt x="306" y="1008"/>
                  </a:lnTo>
                  <a:lnTo>
                    <a:pt x="312" y="1014"/>
                  </a:lnTo>
                  <a:lnTo>
                    <a:pt x="318" y="1014"/>
                  </a:lnTo>
                  <a:lnTo>
                    <a:pt x="324" y="1020"/>
                  </a:lnTo>
                  <a:lnTo>
                    <a:pt x="324" y="1026"/>
                  </a:lnTo>
                  <a:lnTo>
                    <a:pt x="312" y="1032"/>
                  </a:lnTo>
                  <a:lnTo>
                    <a:pt x="294" y="1032"/>
                  </a:lnTo>
                  <a:lnTo>
                    <a:pt x="276" y="1038"/>
                  </a:lnTo>
                  <a:lnTo>
                    <a:pt x="270" y="1050"/>
                  </a:lnTo>
                  <a:lnTo>
                    <a:pt x="270" y="1056"/>
                  </a:lnTo>
                  <a:lnTo>
                    <a:pt x="288" y="1074"/>
                  </a:lnTo>
                  <a:lnTo>
                    <a:pt x="300" y="1080"/>
                  </a:lnTo>
                  <a:lnTo>
                    <a:pt x="306" y="1086"/>
                  </a:lnTo>
                  <a:lnTo>
                    <a:pt x="312" y="1086"/>
                  </a:lnTo>
                  <a:lnTo>
                    <a:pt x="294" y="1104"/>
                  </a:lnTo>
                  <a:lnTo>
                    <a:pt x="294" y="1110"/>
                  </a:lnTo>
                  <a:lnTo>
                    <a:pt x="300" y="1116"/>
                  </a:lnTo>
                  <a:lnTo>
                    <a:pt x="300" y="1128"/>
                  </a:lnTo>
                  <a:lnTo>
                    <a:pt x="306" y="1140"/>
                  </a:lnTo>
                  <a:lnTo>
                    <a:pt x="306" y="1152"/>
                  </a:lnTo>
                  <a:lnTo>
                    <a:pt x="312" y="1158"/>
                  </a:lnTo>
                  <a:lnTo>
                    <a:pt x="294" y="1176"/>
                  </a:lnTo>
                  <a:lnTo>
                    <a:pt x="294" y="1188"/>
                  </a:lnTo>
                  <a:lnTo>
                    <a:pt x="306" y="1194"/>
                  </a:lnTo>
                  <a:lnTo>
                    <a:pt x="318" y="1194"/>
                  </a:lnTo>
                  <a:lnTo>
                    <a:pt x="330" y="1188"/>
                  </a:lnTo>
                  <a:lnTo>
                    <a:pt x="354" y="1164"/>
                  </a:lnTo>
                  <a:lnTo>
                    <a:pt x="366" y="1158"/>
                  </a:lnTo>
                  <a:lnTo>
                    <a:pt x="378" y="1158"/>
                  </a:lnTo>
                  <a:lnTo>
                    <a:pt x="384" y="1134"/>
                  </a:lnTo>
                  <a:lnTo>
                    <a:pt x="384" y="1110"/>
                  </a:lnTo>
                  <a:lnTo>
                    <a:pt x="396" y="1110"/>
                  </a:lnTo>
                  <a:lnTo>
                    <a:pt x="402" y="1116"/>
                  </a:lnTo>
                  <a:lnTo>
                    <a:pt x="414" y="1116"/>
                  </a:lnTo>
                  <a:lnTo>
                    <a:pt x="426" y="1104"/>
                  </a:lnTo>
                  <a:lnTo>
                    <a:pt x="426" y="1092"/>
                  </a:lnTo>
                  <a:lnTo>
                    <a:pt x="420" y="1086"/>
                  </a:lnTo>
                  <a:lnTo>
                    <a:pt x="414" y="1074"/>
                  </a:lnTo>
                  <a:lnTo>
                    <a:pt x="408" y="1068"/>
                  </a:lnTo>
                  <a:lnTo>
                    <a:pt x="408" y="1062"/>
                  </a:lnTo>
                  <a:lnTo>
                    <a:pt x="414" y="1056"/>
                  </a:lnTo>
                  <a:lnTo>
                    <a:pt x="426" y="1056"/>
                  </a:lnTo>
                  <a:lnTo>
                    <a:pt x="438" y="1050"/>
                  </a:lnTo>
                  <a:lnTo>
                    <a:pt x="444" y="1044"/>
                  </a:lnTo>
                  <a:lnTo>
                    <a:pt x="450" y="1044"/>
                  </a:lnTo>
                  <a:lnTo>
                    <a:pt x="456" y="1050"/>
                  </a:lnTo>
                  <a:lnTo>
                    <a:pt x="468" y="1050"/>
                  </a:lnTo>
                  <a:lnTo>
                    <a:pt x="480" y="1044"/>
                  </a:lnTo>
                  <a:lnTo>
                    <a:pt x="498" y="1038"/>
                  </a:lnTo>
                  <a:lnTo>
                    <a:pt x="546" y="1014"/>
                  </a:lnTo>
                  <a:lnTo>
                    <a:pt x="582" y="978"/>
                  </a:lnTo>
                  <a:lnTo>
                    <a:pt x="588" y="960"/>
                  </a:lnTo>
                  <a:lnTo>
                    <a:pt x="594" y="936"/>
                  </a:lnTo>
                  <a:lnTo>
                    <a:pt x="606" y="876"/>
                  </a:lnTo>
                  <a:lnTo>
                    <a:pt x="606" y="846"/>
                  </a:lnTo>
                  <a:lnTo>
                    <a:pt x="600" y="834"/>
                  </a:lnTo>
                  <a:lnTo>
                    <a:pt x="576" y="810"/>
                  </a:lnTo>
                  <a:lnTo>
                    <a:pt x="594" y="804"/>
                  </a:lnTo>
                  <a:lnTo>
                    <a:pt x="594" y="774"/>
                  </a:lnTo>
                  <a:lnTo>
                    <a:pt x="588" y="756"/>
                  </a:lnTo>
                  <a:lnTo>
                    <a:pt x="588" y="744"/>
                  </a:lnTo>
                  <a:lnTo>
                    <a:pt x="570" y="708"/>
                  </a:lnTo>
                  <a:lnTo>
                    <a:pt x="564" y="690"/>
                  </a:lnTo>
                  <a:lnTo>
                    <a:pt x="558" y="684"/>
                  </a:lnTo>
                  <a:lnTo>
                    <a:pt x="552" y="672"/>
                  </a:lnTo>
                  <a:lnTo>
                    <a:pt x="558" y="666"/>
                  </a:lnTo>
                  <a:lnTo>
                    <a:pt x="558" y="642"/>
                  </a:lnTo>
                  <a:lnTo>
                    <a:pt x="522" y="606"/>
                  </a:lnTo>
                  <a:lnTo>
                    <a:pt x="486" y="576"/>
                  </a:lnTo>
                  <a:lnTo>
                    <a:pt x="456" y="552"/>
                  </a:lnTo>
                  <a:lnTo>
                    <a:pt x="432" y="534"/>
                  </a:lnTo>
                  <a:lnTo>
                    <a:pt x="420" y="528"/>
                  </a:lnTo>
                  <a:lnTo>
                    <a:pt x="402" y="516"/>
                  </a:lnTo>
                  <a:lnTo>
                    <a:pt x="390" y="510"/>
                  </a:lnTo>
                  <a:lnTo>
                    <a:pt x="384" y="504"/>
                  </a:lnTo>
                  <a:lnTo>
                    <a:pt x="384" y="468"/>
                  </a:lnTo>
                  <a:lnTo>
                    <a:pt x="336" y="420"/>
                  </a:lnTo>
                  <a:lnTo>
                    <a:pt x="306" y="384"/>
                  </a:lnTo>
                  <a:lnTo>
                    <a:pt x="288" y="354"/>
                  </a:lnTo>
                  <a:lnTo>
                    <a:pt x="282" y="336"/>
                  </a:lnTo>
                  <a:lnTo>
                    <a:pt x="282" y="318"/>
                  </a:lnTo>
                  <a:lnTo>
                    <a:pt x="276" y="306"/>
                  </a:lnTo>
                  <a:lnTo>
                    <a:pt x="276" y="282"/>
                  </a:lnTo>
                  <a:lnTo>
                    <a:pt x="282" y="276"/>
                  </a:lnTo>
                  <a:lnTo>
                    <a:pt x="294" y="252"/>
                  </a:lnTo>
                  <a:lnTo>
                    <a:pt x="294" y="240"/>
                  </a:lnTo>
                  <a:lnTo>
                    <a:pt x="300" y="240"/>
                  </a:lnTo>
                  <a:lnTo>
                    <a:pt x="312" y="228"/>
                  </a:lnTo>
                  <a:lnTo>
                    <a:pt x="324" y="222"/>
                  </a:lnTo>
                  <a:lnTo>
                    <a:pt x="336" y="210"/>
                  </a:lnTo>
                  <a:lnTo>
                    <a:pt x="336" y="204"/>
                  </a:lnTo>
                  <a:lnTo>
                    <a:pt x="342" y="198"/>
                  </a:lnTo>
                  <a:lnTo>
                    <a:pt x="372" y="198"/>
                  </a:lnTo>
                  <a:lnTo>
                    <a:pt x="384" y="186"/>
                  </a:lnTo>
                  <a:lnTo>
                    <a:pt x="390" y="174"/>
                  </a:lnTo>
                  <a:lnTo>
                    <a:pt x="390" y="156"/>
                  </a:lnTo>
                  <a:lnTo>
                    <a:pt x="396" y="144"/>
                  </a:lnTo>
                  <a:lnTo>
                    <a:pt x="390" y="144"/>
                  </a:lnTo>
                  <a:lnTo>
                    <a:pt x="384" y="138"/>
                  </a:lnTo>
                  <a:lnTo>
                    <a:pt x="354" y="138"/>
                  </a:lnTo>
                  <a:lnTo>
                    <a:pt x="342" y="132"/>
                  </a:lnTo>
                  <a:lnTo>
                    <a:pt x="336" y="120"/>
                  </a:lnTo>
                  <a:lnTo>
                    <a:pt x="330" y="114"/>
                  </a:lnTo>
                  <a:lnTo>
                    <a:pt x="312" y="114"/>
                  </a:lnTo>
                  <a:lnTo>
                    <a:pt x="312" y="96"/>
                  </a:lnTo>
                  <a:lnTo>
                    <a:pt x="300" y="90"/>
                  </a:lnTo>
                  <a:lnTo>
                    <a:pt x="294" y="72"/>
                  </a:lnTo>
                  <a:lnTo>
                    <a:pt x="312" y="54"/>
                  </a:lnTo>
                  <a:lnTo>
                    <a:pt x="312" y="48"/>
                  </a:lnTo>
                  <a:lnTo>
                    <a:pt x="306" y="42"/>
                  </a:lnTo>
                  <a:lnTo>
                    <a:pt x="276" y="42"/>
                  </a:lnTo>
                  <a:lnTo>
                    <a:pt x="264" y="30"/>
                  </a:lnTo>
                  <a:lnTo>
                    <a:pt x="234" y="36"/>
                  </a:lnTo>
                  <a:lnTo>
                    <a:pt x="204" y="0"/>
                  </a:lnTo>
                  <a:lnTo>
                    <a:pt x="198" y="0"/>
                  </a:lnTo>
                  <a:lnTo>
                    <a:pt x="192" y="6"/>
                  </a:lnTo>
                  <a:lnTo>
                    <a:pt x="180" y="12"/>
                  </a:lnTo>
                  <a:lnTo>
                    <a:pt x="174" y="18"/>
                  </a:lnTo>
                  <a:lnTo>
                    <a:pt x="174" y="30"/>
                  </a:lnTo>
                  <a:lnTo>
                    <a:pt x="168" y="42"/>
                  </a:lnTo>
                  <a:lnTo>
                    <a:pt x="168" y="48"/>
                  </a:lnTo>
                  <a:lnTo>
                    <a:pt x="150" y="48"/>
                  </a:lnTo>
                  <a:lnTo>
                    <a:pt x="144" y="54"/>
                  </a:lnTo>
                  <a:lnTo>
                    <a:pt x="138" y="48"/>
                  </a:lnTo>
                  <a:lnTo>
                    <a:pt x="120" y="48"/>
                  </a:lnTo>
                  <a:lnTo>
                    <a:pt x="132" y="60"/>
                  </a:lnTo>
                  <a:lnTo>
                    <a:pt x="132" y="72"/>
                  </a:lnTo>
                  <a:lnTo>
                    <a:pt x="114" y="72"/>
                  </a:lnTo>
                  <a:lnTo>
                    <a:pt x="108" y="66"/>
                  </a:lnTo>
                  <a:lnTo>
                    <a:pt x="96" y="48"/>
                  </a:lnTo>
                  <a:lnTo>
                    <a:pt x="90" y="48"/>
                  </a:lnTo>
                  <a:lnTo>
                    <a:pt x="90" y="66"/>
                  </a:lnTo>
                  <a:lnTo>
                    <a:pt x="72" y="48"/>
                  </a:lnTo>
                  <a:lnTo>
                    <a:pt x="66" y="54"/>
                  </a:lnTo>
                  <a:lnTo>
                    <a:pt x="60" y="66"/>
                  </a:lnTo>
                  <a:lnTo>
                    <a:pt x="54" y="72"/>
                  </a:lnTo>
                  <a:lnTo>
                    <a:pt x="42" y="72"/>
                  </a:lnTo>
                  <a:lnTo>
                    <a:pt x="18" y="48"/>
                  </a:lnTo>
                  <a:lnTo>
                    <a:pt x="6" y="4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88" name="USA (Alaska)" descr="© INSCALE GmbH, 05.05.2010&#10;http://www.presentationload.com/">
              <a:extLst>
                <a:ext uri="{FF2B5EF4-FFF2-40B4-BE49-F238E27FC236}">
                  <a16:creationId xmlns:a16="http://schemas.microsoft.com/office/drawing/2014/main" id="{68A70780-9775-4BA8-8F56-CBEE8458BC28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388503" y="1172965"/>
              <a:ext cx="1015839" cy="436710"/>
            </a:xfrm>
            <a:custGeom>
              <a:avLst/>
              <a:gdLst>
                <a:gd name="T0" fmla="*/ 2147483647 w 3072"/>
                <a:gd name="T1" fmla="*/ 2147483647 h 1332"/>
                <a:gd name="T2" fmla="*/ 2147483647 w 3072"/>
                <a:gd name="T3" fmla="*/ 2147483647 h 1332"/>
                <a:gd name="T4" fmla="*/ 2147483647 w 3072"/>
                <a:gd name="T5" fmla="*/ 2147483647 h 1332"/>
                <a:gd name="T6" fmla="*/ 2147483647 w 3072"/>
                <a:gd name="T7" fmla="*/ 2147483647 h 1332"/>
                <a:gd name="T8" fmla="*/ 2147483647 w 3072"/>
                <a:gd name="T9" fmla="*/ 2147483647 h 1332"/>
                <a:gd name="T10" fmla="*/ 2147483647 w 3072"/>
                <a:gd name="T11" fmla="*/ 2147483647 h 1332"/>
                <a:gd name="T12" fmla="*/ 2147483647 w 3072"/>
                <a:gd name="T13" fmla="*/ 2147483647 h 1332"/>
                <a:gd name="T14" fmla="*/ 2147483647 w 3072"/>
                <a:gd name="T15" fmla="*/ 2147483647 h 1332"/>
                <a:gd name="T16" fmla="*/ 2147483647 w 3072"/>
                <a:gd name="T17" fmla="*/ 2147483647 h 1332"/>
                <a:gd name="T18" fmla="*/ 2147483647 w 3072"/>
                <a:gd name="T19" fmla="*/ 2147483647 h 1332"/>
                <a:gd name="T20" fmla="*/ 2147483647 w 3072"/>
                <a:gd name="T21" fmla="*/ 2147483647 h 1332"/>
                <a:gd name="T22" fmla="*/ 2147483647 w 3072"/>
                <a:gd name="T23" fmla="*/ 0 h 1332"/>
                <a:gd name="T24" fmla="*/ 2147483647 w 3072"/>
                <a:gd name="T25" fmla="*/ 2147483647 h 1332"/>
                <a:gd name="T26" fmla="*/ 2147483647 w 3072"/>
                <a:gd name="T27" fmla="*/ 2147483647 h 1332"/>
                <a:gd name="T28" fmla="*/ 2147483647 w 3072"/>
                <a:gd name="T29" fmla="*/ 2147483647 h 1332"/>
                <a:gd name="T30" fmla="*/ 2147483647 w 3072"/>
                <a:gd name="T31" fmla="*/ 2147483647 h 1332"/>
                <a:gd name="T32" fmla="*/ 2147483647 w 3072"/>
                <a:gd name="T33" fmla="*/ 2147483647 h 1332"/>
                <a:gd name="T34" fmla="*/ 2147483647 w 3072"/>
                <a:gd name="T35" fmla="*/ 2147483647 h 1332"/>
                <a:gd name="T36" fmla="*/ 2147483647 w 3072"/>
                <a:gd name="T37" fmla="*/ 2147483647 h 1332"/>
                <a:gd name="T38" fmla="*/ 2147483647 w 3072"/>
                <a:gd name="T39" fmla="*/ 2147483647 h 1332"/>
                <a:gd name="T40" fmla="*/ 2147483647 w 3072"/>
                <a:gd name="T41" fmla="*/ 2147483647 h 1332"/>
                <a:gd name="T42" fmla="*/ 2147483647 w 3072"/>
                <a:gd name="T43" fmla="*/ 2147483647 h 1332"/>
                <a:gd name="T44" fmla="*/ 2147483647 w 3072"/>
                <a:gd name="T45" fmla="*/ 2147483647 h 1332"/>
                <a:gd name="T46" fmla="*/ 2147483647 w 3072"/>
                <a:gd name="T47" fmla="*/ 2147483647 h 1332"/>
                <a:gd name="T48" fmla="*/ 2147483647 w 3072"/>
                <a:gd name="T49" fmla="*/ 2147483647 h 1332"/>
                <a:gd name="T50" fmla="*/ 2147483647 w 3072"/>
                <a:gd name="T51" fmla="*/ 2147483647 h 1332"/>
                <a:gd name="T52" fmla="*/ 2147483647 w 3072"/>
                <a:gd name="T53" fmla="*/ 2147483647 h 1332"/>
                <a:gd name="T54" fmla="*/ 2147483647 w 3072"/>
                <a:gd name="T55" fmla="*/ 2147483647 h 1332"/>
                <a:gd name="T56" fmla="*/ 2147483647 w 3072"/>
                <a:gd name="T57" fmla="*/ 2147483647 h 1332"/>
                <a:gd name="T58" fmla="*/ 2147483647 w 3072"/>
                <a:gd name="T59" fmla="*/ 2147483647 h 1332"/>
                <a:gd name="T60" fmla="*/ 2147483647 w 3072"/>
                <a:gd name="T61" fmla="*/ 2147483647 h 1332"/>
                <a:gd name="T62" fmla="*/ 2147483647 w 3072"/>
                <a:gd name="T63" fmla="*/ 2147483647 h 1332"/>
                <a:gd name="T64" fmla="*/ 2147483647 w 3072"/>
                <a:gd name="T65" fmla="*/ 2147483647 h 1332"/>
                <a:gd name="T66" fmla="*/ 2147483647 w 3072"/>
                <a:gd name="T67" fmla="*/ 2147483647 h 1332"/>
                <a:gd name="T68" fmla="*/ 2147483647 w 3072"/>
                <a:gd name="T69" fmla="*/ 2147483647 h 1332"/>
                <a:gd name="T70" fmla="*/ 2147483647 w 3072"/>
                <a:gd name="T71" fmla="*/ 2147483647 h 1332"/>
                <a:gd name="T72" fmla="*/ 2147483647 w 3072"/>
                <a:gd name="T73" fmla="*/ 2147483647 h 1332"/>
                <a:gd name="T74" fmla="*/ 2147483647 w 3072"/>
                <a:gd name="T75" fmla="*/ 2147483647 h 1332"/>
                <a:gd name="T76" fmla="*/ 2147483647 w 3072"/>
                <a:gd name="T77" fmla="*/ 2147483647 h 1332"/>
                <a:gd name="T78" fmla="*/ 2147483647 w 3072"/>
                <a:gd name="T79" fmla="*/ 2147483647 h 1332"/>
                <a:gd name="T80" fmla="*/ 2147483647 w 3072"/>
                <a:gd name="T81" fmla="*/ 2147483647 h 1332"/>
                <a:gd name="T82" fmla="*/ 2147483647 w 3072"/>
                <a:gd name="T83" fmla="*/ 2147483647 h 1332"/>
                <a:gd name="T84" fmla="*/ 2147483647 w 3072"/>
                <a:gd name="T85" fmla="*/ 2147483647 h 1332"/>
                <a:gd name="T86" fmla="*/ 2147483647 w 3072"/>
                <a:gd name="T87" fmla="*/ 2147483647 h 1332"/>
                <a:gd name="T88" fmla="*/ 2147483647 w 3072"/>
                <a:gd name="T89" fmla="*/ 2147483647 h 1332"/>
                <a:gd name="T90" fmla="*/ 2147483647 w 3072"/>
                <a:gd name="T91" fmla="*/ 2147483647 h 1332"/>
                <a:gd name="T92" fmla="*/ 2147483647 w 3072"/>
                <a:gd name="T93" fmla="*/ 2147483647 h 1332"/>
                <a:gd name="T94" fmla="*/ 2147483647 w 3072"/>
                <a:gd name="T95" fmla="*/ 2147483647 h 1332"/>
                <a:gd name="T96" fmla="*/ 2147483647 w 3072"/>
                <a:gd name="T97" fmla="*/ 2147483647 h 1332"/>
                <a:gd name="T98" fmla="*/ 2147483647 w 3072"/>
                <a:gd name="T99" fmla="*/ 2147483647 h 1332"/>
                <a:gd name="T100" fmla="*/ 2147483647 w 3072"/>
                <a:gd name="T101" fmla="*/ 2147483647 h 1332"/>
                <a:gd name="T102" fmla="*/ 2147483647 w 3072"/>
                <a:gd name="T103" fmla="*/ 2147483647 h 1332"/>
                <a:gd name="T104" fmla="*/ 2147483647 w 3072"/>
                <a:gd name="T105" fmla="*/ 2147483647 h 1332"/>
                <a:gd name="T106" fmla="*/ 2147483647 w 3072"/>
                <a:gd name="T107" fmla="*/ 2147483647 h 1332"/>
                <a:gd name="T108" fmla="*/ 2147483647 w 3072"/>
                <a:gd name="T109" fmla="*/ 2147483647 h 1332"/>
                <a:gd name="T110" fmla="*/ 2147483647 w 3072"/>
                <a:gd name="T111" fmla="*/ 2147483647 h 1332"/>
                <a:gd name="T112" fmla="*/ 2147483647 w 3072"/>
                <a:gd name="T113" fmla="*/ 2147483647 h 1332"/>
                <a:gd name="T114" fmla="*/ 2147483647 w 3072"/>
                <a:gd name="T115" fmla="*/ 2147483647 h 1332"/>
                <a:gd name="T116" fmla="*/ 2147483647 w 3072"/>
                <a:gd name="T117" fmla="*/ 2147483647 h 1332"/>
                <a:gd name="T118" fmla="*/ 2147483647 w 3072"/>
                <a:gd name="T119" fmla="*/ 2147483647 h 1332"/>
                <a:gd name="T120" fmla="*/ 2147483647 w 3072"/>
                <a:gd name="T121" fmla="*/ 2147483647 h 133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072"/>
                <a:gd name="T184" fmla="*/ 0 h 1332"/>
                <a:gd name="T185" fmla="*/ 3072 w 3072"/>
                <a:gd name="T186" fmla="*/ 1332 h 133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072" h="1332">
                  <a:moveTo>
                    <a:pt x="2454" y="930"/>
                  </a:moveTo>
                  <a:lnTo>
                    <a:pt x="2418" y="966"/>
                  </a:lnTo>
                  <a:lnTo>
                    <a:pt x="2400" y="1002"/>
                  </a:lnTo>
                  <a:lnTo>
                    <a:pt x="2412" y="1002"/>
                  </a:lnTo>
                  <a:lnTo>
                    <a:pt x="2448" y="984"/>
                  </a:lnTo>
                  <a:lnTo>
                    <a:pt x="2460" y="972"/>
                  </a:lnTo>
                  <a:lnTo>
                    <a:pt x="2460" y="954"/>
                  </a:lnTo>
                  <a:lnTo>
                    <a:pt x="2472" y="942"/>
                  </a:lnTo>
                  <a:lnTo>
                    <a:pt x="2460" y="930"/>
                  </a:lnTo>
                  <a:lnTo>
                    <a:pt x="2454" y="930"/>
                  </a:lnTo>
                  <a:close/>
                  <a:moveTo>
                    <a:pt x="2400" y="930"/>
                  </a:moveTo>
                  <a:lnTo>
                    <a:pt x="2388" y="930"/>
                  </a:lnTo>
                  <a:lnTo>
                    <a:pt x="2376" y="936"/>
                  </a:lnTo>
                  <a:lnTo>
                    <a:pt x="2364" y="948"/>
                  </a:lnTo>
                  <a:lnTo>
                    <a:pt x="2364" y="954"/>
                  </a:lnTo>
                  <a:lnTo>
                    <a:pt x="2370" y="966"/>
                  </a:lnTo>
                  <a:lnTo>
                    <a:pt x="2376" y="972"/>
                  </a:lnTo>
                  <a:lnTo>
                    <a:pt x="2406" y="972"/>
                  </a:lnTo>
                  <a:lnTo>
                    <a:pt x="2412" y="960"/>
                  </a:lnTo>
                  <a:lnTo>
                    <a:pt x="2418" y="954"/>
                  </a:lnTo>
                  <a:lnTo>
                    <a:pt x="2418" y="942"/>
                  </a:lnTo>
                  <a:lnTo>
                    <a:pt x="2406" y="936"/>
                  </a:lnTo>
                  <a:lnTo>
                    <a:pt x="2400" y="930"/>
                  </a:lnTo>
                  <a:close/>
                  <a:moveTo>
                    <a:pt x="2316" y="1188"/>
                  </a:moveTo>
                  <a:lnTo>
                    <a:pt x="2328" y="1188"/>
                  </a:lnTo>
                  <a:lnTo>
                    <a:pt x="2340" y="1152"/>
                  </a:lnTo>
                  <a:lnTo>
                    <a:pt x="2322" y="1158"/>
                  </a:lnTo>
                  <a:lnTo>
                    <a:pt x="2316" y="1188"/>
                  </a:lnTo>
                  <a:close/>
                  <a:moveTo>
                    <a:pt x="2388" y="1074"/>
                  </a:moveTo>
                  <a:lnTo>
                    <a:pt x="2370" y="1086"/>
                  </a:lnTo>
                  <a:lnTo>
                    <a:pt x="2382" y="1098"/>
                  </a:lnTo>
                  <a:lnTo>
                    <a:pt x="2388" y="1098"/>
                  </a:lnTo>
                  <a:lnTo>
                    <a:pt x="2382" y="1104"/>
                  </a:lnTo>
                  <a:lnTo>
                    <a:pt x="2376" y="1104"/>
                  </a:lnTo>
                  <a:lnTo>
                    <a:pt x="2364" y="1116"/>
                  </a:lnTo>
                  <a:lnTo>
                    <a:pt x="2358" y="1116"/>
                  </a:lnTo>
                  <a:lnTo>
                    <a:pt x="2352" y="1122"/>
                  </a:lnTo>
                  <a:lnTo>
                    <a:pt x="2352" y="1152"/>
                  </a:lnTo>
                  <a:lnTo>
                    <a:pt x="2358" y="1164"/>
                  </a:lnTo>
                  <a:lnTo>
                    <a:pt x="2358" y="1188"/>
                  </a:lnTo>
                  <a:lnTo>
                    <a:pt x="2370" y="1182"/>
                  </a:lnTo>
                  <a:lnTo>
                    <a:pt x="2376" y="1170"/>
                  </a:lnTo>
                  <a:lnTo>
                    <a:pt x="2388" y="1164"/>
                  </a:lnTo>
                  <a:lnTo>
                    <a:pt x="2394" y="1158"/>
                  </a:lnTo>
                  <a:lnTo>
                    <a:pt x="2394" y="1146"/>
                  </a:lnTo>
                  <a:lnTo>
                    <a:pt x="2382" y="1134"/>
                  </a:lnTo>
                  <a:lnTo>
                    <a:pt x="2394" y="1134"/>
                  </a:lnTo>
                  <a:lnTo>
                    <a:pt x="2412" y="1116"/>
                  </a:lnTo>
                  <a:lnTo>
                    <a:pt x="2412" y="1098"/>
                  </a:lnTo>
                  <a:lnTo>
                    <a:pt x="2388" y="1074"/>
                  </a:lnTo>
                  <a:close/>
                  <a:moveTo>
                    <a:pt x="2562" y="1080"/>
                  </a:moveTo>
                  <a:lnTo>
                    <a:pt x="2550" y="1080"/>
                  </a:lnTo>
                  <a:lnTo>
                    <a:pt x="2550" y="1074"/>
                  </a:lnTo>
                  <a:lnTo>
                    <a:pt x="2544" y="1068"/>
                  </a:lnTo>
                  <a:lnTo>
                    <a:pt x="2538" y="1068"/>
                  </a:lnTo>
                  <a:lnTo>
                    <a:pt x="2532" y="1062"/>
                  </a:lnTo>
                  <a:lnTo>
                    <a:pt x="2520" y="1056"/>
                  </a:lnTo>
                  <a:lnTo>
                    <a:pt x="2514" y="1050"/>
                  </a:lnTo>
                  <a:lnTo>
                    <a:pt x="2514" y="1044"/>
                  </a:lnTo>
                  <a:lnTo>
                    <a:pt x="2520" y="1032"/>
                  </a:lnTo>
                  <a:lnTo>
                    <a:pt x="2520" y="1020"/>
                  </a:lnTo>
                  <a:lnTo>
                    <a:pt x="2526" y="1008"/>
                  </a:lnTo>
                  <a:lnTo>
                    <a:pt x="2532" y="1002"/>
                  </a:lnTo>
                  <a:lnTo>
                    <a:pt x="2532" y="960"/>
                  </a:lnTo>
                  <a:lnTo>
                    <a:pt x="2550" y="924"/>
                  </a:lnTo>
                  <a:lnTo>
                    <a:pt x="2550" y="906"/>
                  </a:lnTo>
                  <a:lnTo>
                    <a:pt x="2544" y="894"/>
                  </a:lnTo>
                  <a:lnTo>
                    <a:pt x="2526" y="876"/>
                  </a:lnTo>
                  <a:lnTo>
                    <a:pt x="2538" y="864"/>
                  </a:lnTo>
                  <a:lnTo>
                    <a:pt x="2538" y="834"/>
                  </a:lnTo>
                  <a:lnTo>
                    <a:pt x="2544" y="828"/>
                  </a:lnTo>
                  <a:lnTo>
                    <a:pt x="2550" y="828"/>
                  </a:lnTo>
                  <a:lnTo>
                    <a:pt x="2556" y="822"/>
                  </a:lnTo>
                  <a:lnTo>
                    <a:pt x="2550" y="816"/>
                  </a:lnTo>
                  <a:lnTo>
                    <a:pt x="2532" y="810"/>
                  </a:lnTo>
                  <a:lnTo>
                    <a:pt x="2520" y="810"/>
                  </a:lnTo>
                  <a:lnTo>
                    <a:pt x="2502" y="816"/>
                  </a:lnTo>
                  <a:lnTo>
                    <a:pt x="2490" y="816"/>
                  </a:lnTo>
                  <a:lnTo>
                    <a:pt x="2484" y="822"/>
                  </a:lnTo>
                  <a:lnTo>
                    <a:pt x="2478" y="822"/>
                  </a:lnTo>
                  <a:lnTo>
                    <a:pt x="2478" y="834"/>
                  </a:lnTo>
                  <a:lnTo>
                    <a:pt x="2460" y="834"/>
                  </a:lnTo>
                  <a:lnTo>
                    <a:pt x="2454" y="840"/>
                  </a:lnTo>
                  <a:lnTo>
                    <a:pt x="2442" y="846"/>
                  </a:lnTo>
                  <a:lnTo>
                    <a:pt x="2430" y="846"/>
                  </a:lnTo>
                  <a:lnTo>
                    <a:pt x="2418" y="852"/>
                  </a:lnTo>
                  <a:lnTo>
                    <a:pt x="2406" y="852"/>
                  </a:lnTo>
                  <a:lnTo>
                    <a:pt x="2400" y="858"/>
                  </a:lnTo>
                  <a:lnTo>
                    <a:pt x="2394" y="858"/>
                  </a:lnTo>
                  <a:lnTo>
                    <a:pt x="2388" y="864"/>
                  </a:lnTo>
                  <a:lnTo>
                    <a:pt x="2376" y="870"/>
                  </a:lnTo>
                  <a:lnTo>
                    <a:pt x="2370" y="876"/>
                  </a:lnTo>
                  <a:lnTo>
                    <a:pt x="2364" y="876"/>
                  </a:lnTo>
                  <a:lnTo>
                    <a:pt x="2364" y="864"/>
                  </a:lnTo>
                  <a:lnTo>
                    <a:pt x="2382" y="846"/>
                  </a:lnTo>
                  <a:lnTo>
                    <a:pt x="2376" y="840"/>
                  </a:lnTo>
                  <a:lnTo>
                    <a:pt x="2364" y="834"/>
                  </a:lnTo>
                  <a:lnTo>
                    <a:pt x="2358" y="828"/>
                  </a:lnTo>
                  <a:lnTo>
                    <a:pt x="2358" y="810"/>
                  </a:lnTo>
                  <a:lnTo>
                    <a:pt x="2352" y="798"/>
                  </a:lnTo>
                  <a:lnTo>
                    <a:pt x="2352" y="792"/>
                  </a:lnTo>
                  <a:lnTo>
                    <a:pt x="2376" y="768"/>
                  </a:lnTo>
                  <a:lnTo>
                    <a:pt x="2340" y="768"/>
                  </a:lnTo>
                  <a:lnTo>
                    <a:pt x="2328" y="780"/>
                  </a:lnTo>
                  <a:lnTo>
                    <a:pt x="2274" y="780"/>
                  </a:lnTo>
                  <a:lnTo>
                    <a:pt x="2274" y="768"/>
                  </a:lnTo>
                  <a:lnTo>
                    <a:pt x="2280" y="756"/>
                  </a:lnTo>
                  <a:lnTo>
                    <a:pt x="2292" y="750"/>
                  </a:lnTo>
                  <a:lnTo>
                    <a:pt x="2298" y="744"/>
                  </a:lnTo>
                  <a:lnTo>
                    <a:pt x="3072" y="108"/>
                  </a:lnTo>
                  <a:lnTo>
                    <a:pt x="3054" y="108"/>
                  </a:lnTo>
                  <a:lnTo>
                    <a:pt x="3054" y="102"/>
                  </a:lnTo>
                  <a:lnTo>
                    <a:pt x="3048" y="90"/>
                  </a:lnTo>
                  <a:lnTo>
                    <a:pt x="3036" y="84"/>
                  </a:lnTo>
                  <a:lnTo>
                    <a:pt x="3030" y="78"/>
                  </a:lnTo>
                  <a:lnTo>
                    <a:pt x="3012" y="78"/>
                  </a:lnTo>
                  <a:lnTo>
                    <a:pt x="2988" y="84"/>
                  </a:lnTo>
                  <a:lnTo>
                    <a:pt x="2964" y="84"/>
                  </a:lnTo>
                  <a:lnTo>
                    <a:pt x="2928" y="96"/>
                  </a:lnTo>
                  <a:lnTo>
                    <a:pt x="2916" y="96"/>
                  </a:lnTo>
                  <a:lnTo>
                    <a:pt x="2892" y="84"/>
                  </a:lnTo>
                  <a:lnTo>
                    <a:pt x="2886" y="78"/>
                  </a:lnTo>
                  <a:lnTo>
                    <a:pt x="2874" y="72"/>
                  </a:lnTo>
                  <a:lnTo>
                    <a:pt x="2784" y="72"/>
                  </a:lnTo>
                  <a:lnTo>
                    <a:pt x="2772" y="66"/>
                  </a:lnTo>
                  <a:lnTo>
                    <a:pt x="2766" y="60"/>
                  </a:lnTo>
                  <a:lnTo>
                    <a:pt x="2748" y="60"/>
                  </a:lnTo>
                  <a:lnTo>
                    <a:pt x="2736" y="54"/>
                  </a:lnTo>
                  <a:lnTo>
                    <a:pt x="2598" y="54"/>
                  </a:lnTo>
                  <a:lnTo>
                    <a:pt x="2598" y="42"/>
                  </a:lnTo>
                  <a:lnTo>
                    <a:pt x="2604" y="36"/>
                  </a:lnTo>
                  <a:lnTo>
                    <a:pt x="2592" y="36"/>
                  </a:lnTo>
                  <a:lnTo>
                    <a:pt x="2574" y="30"/>
                  </a:lnTo>
                  <a:lnTo>
                    <a:pt x="2562" y="30"/>
                  </a:lnTo>
                  <a:lnTo>
                    <a:pt x="2550" y="24"/>
                  </a:lnTo>
                  <a:lnTo>
                    <a:pt x="2532" y="24"/>
                  </a:lnTo>
                  <a:lnTo>
                    <a:pt x="2520" y="30"/>
                  </a:lnTo>
                  <a:lnTo>
                    <a:pt x="2496" y="30"/>
                  </a:lnTo>
                  <a:lnTo>
                    <a:pt x="2490" y="36"/>
                  </a:lnTo>
                  <a:lnTo>
                    <a:pt x="2484" y="36"/>
                  </a:lnTo>
                  <a:lnTo>
                    <a:pt x="2514" y="0"/>
                  </a:lnTo>
                  <a:lnTo>
                    <a:pt x="2430" y="36"/>
                  </a:lnTo>
                  <a:lnTo>
                    <a:pt x="2460" y="0"/>
                  </a:lnTo>
                  <a:lnTo>
                    <a:pt x="2430" y="0"/>
                  </a:lnTo>
                  <a:lnTo>
                    <a:pt x="2418" y="6"/>
                  </a:lnTo>
                  <a:lnTo>
                    <a:pt x="2412" y="12"/>
                  </a:lnTo>
                  <a:lnTo>
                    <a:pt x="2358" y="30"/>
                  </a:lnTo>
                  <a:lnTo>
                    <a:pt x="2232" y="30"/>
                  </a:lnTo>
                  <a:lnTo>
                    <a:pt x="2214" y="36"/>
                  </a:lnTo>
                  <a:lnTo>
                    <a:pt x="2208" y="42"/>
                  </a:lnTo>
                  <a:lnTo>
                    <a:pt x="2184" y="54"/>
                  </a:lnTo>
                  <a:lnTo>
                    <a:pt x="2172" y="54"/>
                  </a:lnTo>
                  <a:lnTo>
                    <a:pt x="2166" y="60"/>
                  </a:lnTo>
                  <a:lnTo>
                    <a:pt x="2046" y="60"/>
                  </a:lnTo>
                  <a:lnTo>
                    <a:pt x="2004" y="72"/>
                  </a:lnTo>
                  <a:lnTo>
                    <a:pt x="1956" y="102"/>
                  </a:lnTo>
                  <a:lnTo>
                    <a:pt x="1902" y="132"/>
                  </a:lnTo>
                  <a:lnTo>
                    <a:pt x="1854" y="144"/>
                  </a:lnTo>
                  <a:lnTo>
                    <a:pt x="1758" y="156"/>
                  </a:lnTo>
                  <a:lnTo>
                    <a:pt x="1722" y="162"/>
                  </a:lnTo>
                  <a:lnTo>
                    <a:pt x="1704" y="162"/>
                  </a:lnTo>
                  <a:lnTo>
                    <a:pt x="1698" y="168"/>
                  </a:lnTo>
                  <a:lnTo>
                    <a:pt x="1644" y="186"/>
                  </a:lnTo>
                  <a:lnTo>
                    <a:pt x="1632" y="192"/>
                  </a:lnTo>
                  <a:lnTo>
                    <a:pt x="1620" y="192"/>
                  </a:lnTo>
                  <a:lnTo>
                    <a:pt x="1620" y="198"/>
                  </a:lnTo>
                  <a:lnTo>
                    <a:pt x="1626" y="204"/>
                  </a:lnTo>
                  <a:lnTo>
                    <a:pt x="1638" y="210"/>
                  </a:lnTo>
                  <a:lnTo>
                    <a:pt x="1650" y="222"/>
                  </a:lnTo>
                  <a:lnTo>
                    <a:pt x="1656" y="222"/>
                  </a:lnTo>
                  <a:lnTo>
                    <a:pt x="1662" y="234"/>
                  </a:lnTo>
                  <a:lnTo>
                    <a:pt x="1662" y="240"/>
                  </a:lnTo>
                  <a:lnTo>
                    <a:pt x="1668" y="252"/>
                  </a:lnTo>
                  <a:lnTo>
                    <a:pt x="1668" y="264"/>
                  </a:lnTo>
                  <a:lnTo>
                    <a:pt x="1662" y="264"/>
                  </a:lnTo>
                  <a:lnTo>
                    <a:pt x="1650" y="270"/>
                  </a:lnTo>
                  <a:lnTo>
                    <a:pt x="1644" y="282"/>
                  </a:lnTo>
                  <a:lnTo>
                    <a:pt x="1734" y="282"/>
                  </a:lnTo>
                  <a:lnTo>
                    <a:pt x="1704" y="318"/>
                  </a:lnTo>
                  <a:lnTo>
                    <a:pt x="1770" y="318"/>
                  </a:lnTo>
                  <a:lnTo>
                    <a:pt x="1764" y="336"/>
                  </a:lnTo>
                  <a:lnTo>
                    <a:pt x="1710" y="336"/>
                  </a:lnTo>
                  <a:lnTo>
                    <a:pt x="1698" y="348"/>
                  </a:lnTo>
                  <a:lnTo>
                    <a:pt x="1632" y="348"/>
                  </a:lnTo>
                  <a:lnTo>
                    <a:pt x="1614" y="354"/>
                  </a:lnTo>
                  <a:lnTo>
                    <a:pt x="1560" y="354"/>
                  </a:lnTo>
                  <a:lnTo>
                    <a:pt x="1554" y="348"/>
                  </a:lnTo>
                  <a:lnTo>
                    <a:pt x="1548" y="348"/>
                  </a:lnTo>
                  <a:lnTo>
                    <a:pt x="1554" y="342"/>
                  </a:lnTo>
                  <a:lnTo>
                    <a:pt x="1560" y="342"/>
                  </a:lnTo>
                  <a:lnTo>
                    <a:pt x="1572" y="330"/>
                  </a:lnTo>
                  <a:lnTo>
                    <a:pt x="1566" y="324"/>
                  </a:lnTo>
                  <a:lnTo>
                    <a:pt x="1458" y="324"/>
                  </a:lnTo>
                  <a:lnTo>
                    <a:pt x="1452" y="330"/>
                  </a:lnTo>
                  <a:lnTo>
                    <a:pt x="1452" y="348"/>
                  </a:lnTo>
                  <a:lnTo>
                    <a:pt x="1434" y="348"/>
                  </a:lnTo>
                  <a:lnTo>
                    <a:pt x="1422" y="354"/>
                  </a:lnTo>
                  <a:lnTo>
                    <a:pt x="1404" y="354"/>
                  </a:lnTo>
                  <a:lnTo>
                    <a:pt x="1386" y="360"/>
                  </a:lnTo>
                  <a:lnTo>
                    <a:pt x="1338" y="360"/>
                  </a:lnTo>
                  <a:lnTo>
                    <a:pt x="1308" y="366"/>
                  </a:lnTo>
                  <a:lnTo>
                    <a:pt x="1254" y="384"/>
                  </a:lnTo>
                  <a:lnTo>
                    <a:pt x="1254" y="390"/>
                  </a:lnTo>
                  <a:lnTo>
                    <a:pt x="1272" y="396"/>
                  </a:lnTo>
                  <a:lnTo>
                    <a:pt x="1284" y="402"/>
                  </a:lnTo>
                  <a:lnTo>
                    <a:pt x="1314" y="402"/>
                  </a:lnTo>
                  <a:lnTo>
                    <a:pt x="1272" y="420"/>
                  </a:lnTo>
                  <a:lnTo>
                    <a:pt x="1260" y="462"/>
                  </a:lnTo>
                  <a:lnTo>
                    <a:pt x="1272" y="462"/>
                  </a:lnTo>
                  <a:lnTo>
                    <a:pt x="1290" y="468"/>
                  </a:lnTo>
                  <a:lnTo>
                    <a:pt x="1338" y="468"/>
                  </a:lnTo>
                  <a:lnTo>
                    <a:pt x="1350" y="462"/>
                  </a:lnTo>
                  <a:lnTo>
                    <a:pt x="1362" y="462"/>
                  </a:lnTo>
                  <a:lnTo>
                    <a:pt x="1410" y="474"/>
                  </a:lnTo>
                  <a:lnTo>
                    <a:pt x="1422" y="456"/>
                  </a:lnTo>
                  <a:lnTo>
                    <a:pt x="1434" y="474"/>
                  </a:lnTo>
                  <a:lnTo>
                    <a:pt x="1446" y="468"/>
                  </a:lnTo>
                  <a:lnTo>
                    <a:pt x="1452" y="462"/>
                  </a:lnTo>
                  <a:lnTo>
                    <a:pt x="1476" y="450"/>
                  </a:lnTo>
                  <a:lnTo>
                    <a:pt x="1482" y="444"/>
                  </a:lnTo>
                  <a:lnTo>
                    <a:pt x="1494" y="444"/>
                  </a:lnTo>
                  <a:lnTo>
                    <a:pt x="1506" y="450"/>
                  </a:lnTo>
                  <a:lnTo>
                    <a:pt x="1524" y="450"/>
                  </a:lnTo>
                  <a:lnTo>
                    <a:pt x="1536" y="444"/>
                  </a:lnTo>
                  <a:lnTo>
                    <a:pt x="1542" y="438"/>
                  </a:lnTo>
                  <a:lnTo>
                    <a:pt x="1554" y="432"/>
                  </a:lnTo>
                  <a:lnTo>
                    <a:pt x="1560" y="432"/>
                  </a:lnTo>
                  <a:lnTo>
                    <a:pt x="1566" y="426"/>
                  </a:lnTo>
                  <a:lnTo>
                    <a:pt x="1566" y="450"/>
                  </a:lnTo>
                  <a:lnTo>
                    <a:pt x="1560" y="462"/>
                  </a:lnTo>
                  <a:lnTo>
                    <a:pt x="1554" y="468"/>
                  </a:lnTo>
                  <a:lnTo>
                    <a:pt x="1500" y="468"/>
                  </a:lnTo>
                  <a:lnTo>
                    <a:pt x="1506" y="498"/>
                  </a:lnTo>
                  <a:lnTo>
                    <a:pt x="1494" y="504"/>
                  </a:lnTo>
                  <a:lnTo>
                    <a:pt x="1488" y="516"/>
                  </a:lnTo>
                  <a:lnTo>
                    <a:pt x="1476" y="522"/>
                  </a:lnTo>
                  <a:lnTo>
                    <a:pt x="1464" y="534"/>
                  </a:lnTo>
                  <a:lnTo>
                    <a:pt x="1446" y="540"/>
                  </a:lnTo>
                  <a:lnTo>
                    <a:pt x="1380" y="540"/>
                  </a:lnTo>
                  <a:lnTo>
                    <a:pt x="1362" y="522"/>
                  </a:lnTo>
                  <a:lnTo>
                    <a:pt x="1344" y="534"/>
                  </a:lnTo>
                  <a:lnTo>
                    <a:pt x="1344" y="546"/>
                  </a:lnTo>
                  <a:lnTo>
                    <a:pt x="1338" y="546"/>
                  </a:lnTo>
                  <a:lnTo>
                    <a:pt x="1332" y="552"/>
                  </a:lnTo>
                  <a:lnTo>
                    <a:pt x="1320" y="558"/>
                  </a:lnTo>
                  <a:lnTo>
                    <a:pt x="1302" y="564"/>
                  </a:lnTo>
                  <a:lnTo>
                    <a:pt x="1290" y="570"/>
                  </a:lnTo>
                  <a:lnTo>
                    <a:pt x="1266" y="570"/>
                  </a:lnTo>
                  <a:lnTo>
                    <a:pt x="1242" y="558"/>
                  </a:lnTo>
                  <a:lnTo>
                    <a:pt x="1236" y="558"/>
                  </a:lnTo>
                  <a:lnTo>
                    <a:pt x="1140" y="606"/>
                  </a:lnTo>
                  <a:lnTo>
                    <a:pt x="1122" y="624"/>
                  </a:lnTo>
                  <a:lnTo>
                    <a:pt x="1116" y="606"/>
                  </a:lnTo>
                  <a:lnTo>
                    <a:pt x="1080" y="624"/>
                  </a:lnTo>
                  <a:lnTo>
                    <a:pt x="1068" y="624"/>
                  </a:lnTo>
                  <a:lnTo>
                    <a:pt x="1044" y="636"/>
                  </a:lnTo>
                  <a:lnTo>
                    <a:pt x="1020" y="660"/>
                  </a:lnTo>
                  <a:lnTo>
                    <a:pt x="990" y="648"/>
                  </a:lnTo>
                  <a:lnTo>
                    <a:pt x="990" y="672"/>
                  </a:lnTo>
                  <a:lnTo>
                    <a:pt x="984" y="666"/>
                  </a:lnTo>
                  <a:lnTo>
                    <a:pt x="972" y="666"/>
                  </a:lnTo>
                  <a:lnTo>
                    <a:pt x="966" y="672"/>
                  </a:lnTo>
                  <a:lnTo>
                    <a:pt x="966" y="690"/>
                  </a:lnTo>
                  <a:lnTo>
                    <a:pt x="954" y="708"/>
                  </a:lnTo>
                  <a:lnTo>
                    <a:pt x="1014" y="684"/>
                  </a:lnTo>
                  <a:lnTo>
                    <a:pt x="990" y="702"/>
                  </a:lnTo>
                  <a:lnTo>
                    <a:pt x="990" y="714"/>
                  </a:lnTo>
                  <a:lnTo>
                    <a:pt x="972" y="726"/>
                  </a:lnTo>
                  <a:lnTo>
                    <a:pt x="1026" y="726"/>
                  </a:lnTo>
                  <a:lnTo>
                    <a:pt x="1032" y="732"/>
                  </a:lnTo>
                  <a:lnTo>
                    <a:pt x="1032" y="738"/>
                  </a:lnTo>
                  <a:lnTo>
                    <a:pt x="1020" y="744"/>
                  </a:lnTo>
                  <a:lnTo>
                    <a:pt x="984" y="744"/>
                  </a:lnTo>
                  <a:lnTo>
                    <a:pt x="960" y="750"/>
                  </a:lnTo>
                  <a:lnTo>
                    <a:pt x="972" y="738"/>
                  </a:lnTo>
                  <a:lnTo>
                    <a:pt x="960" y="732"/>
                  </a:lnTo>
                  <a:lnTo>
                    <a:pt x="954" y="732"/>
                  </a:lnTo>
                  <a:lnTo>
                    <a:pt x="948" y="738"/>
                  </a:lnTo>
                  <a:lnTo>
                    <a:pt x="936" y="744"/>
                  </a:lnTo>
                  <a:lnTo>
                    <a:pt x="930" y="750"/>
                  </a:lnTo>
                  <a:lnTo>
                    <a:pt x="924" y="750"/>
                  </a:lnTo>
                  <a:lnTo>
                    <a:pt x="918" y="756"/>
                  </a:lnTo>
                  <a:lnTo>
                    <a:pt x="924" y="756"/>
                  </a:lnTo>
                  <a:lnTo>
                    <a:pt x="930" y="762"/>
                  </a:lnTo>
                  <a:lnTo>
                    <a:pt x="930" y="768"/>
                  </a:lnTo>
                  <a:lnTo>
                    <a:pt x="924" y="774"/>
                  </a:lnTo>
                  <a:lnTo>
                    <a:pt x="924" y="780"/>
                  </a:lnTo>
                  <a:lnTo>
                    <a:pt x="918" y="792"/>
                  </a:lnTo>
                  <a:lnTo>
                    <a:pt x="918" y="804"/>
                  </a:lnTo>
                  <a:lnTo>
                    <a:pt x="990" y="804"/>
                  </a:lnTo>
                  <a:lnTo>
                    <a:pt x="1038" y="774"/>
                  </a:lnTo>
                  <a:lnTo>
                    <a:pt x="1104" y="750"/>
                  </a:lnTo>
                  <a:lnTo>
                    <a:pt x="1098" y="750"/>
                  </a:lnTo>
                  <a:lnTo>
                    <a:pt x="1092" y="756"/>
                  </a:lnTo>
                  <a:lnTo>
                    <a:pt x="1080" y="762"/>
                  </a:lnTo>
                  <a:lnTo>
                    <a:pt x="1062" y="768"/>
                  </a:lnTo>
                  <a:lnTo>
                    <a:pt x="1050" y="780"/>
                  </a:lnTo>
                  <a:lnTo>
                    <a:pt x="1038" y="786"/>
                  </a:lnTo>
                  <a:lnTo>
                    <a:pt x="1026" y="798"/>
                  </a:lnTo>
                  <a:lnTo>
                    <a:pt x="1026" y="816"/>
                  </a:lnTo>
                  <a:lnTo>
                    <a:pt x="1020" y="828"/>
                  </a:lnTo>
                  <a:lnTo>
                    <a:pt x="990" y="828"/>
                  </a:lnTo>
                  <a:lnTo>
                    <a:pt x="978" y="834"/>
                  </a:lnTo>
                  <a:lnTo>
                    <a:pt x="972" y="852"/>
                  </a:lnTo>
                  <a:lnTo>
                    <a:pt x="966" y="864"/>
                  </a:lnTo>
                  <a:lnTo>
                    <a:pt x="954" y="870"/>
                  </a:lnTo>
                  <a:lnTo>
                    <a:pt x="942" y="882"/>
                  </a:lnTo>
                  <a:lnTo>
                    <a:pt x="930" y="888"/>
                  </a:lnTo>
                  <a:lnTo>
                    <a:pt x="924" y="894"/>
                  </a:lnTo>
                  <a:lnTo>
                    <a:pt x="978" y="888"/>
                  </a:lnTo>
                  <a:lnTo>
                    <a:pt x="972" y="906"/>
                  </a:lnTo>
                  <a:lnTo>
                    <a:pt x="978" y="894"/>
                  </a:lnTo>
                  <a:lnTo>
                    <a:pt x="990" y="888"/>
                  </a:lnTo>
                  <a:lnTo>
                    <a:pt x="1002" y="876"/>
                  </a:lnTo>
                  <a:lnTo>
                    <a:pt x="1026" y="864"/>
                  </a:lnTo>
                  <a:lnTo>
                    <a:pt x="1038" y="864"/>
                  </a:lnTo>
                  <a:lnTo>
                    <a:pt x="1050" y="870"/>
                  </a:lnTo>
                  <a:lnTo>
                    <a:pt x="1056" y="870"/>
                  </a:lnTo>
                  <a:lnTo>
                    <a:pt x="1056" y="876"/>
                  </a:lnTo>
                  <a:lnTo>
                    <a:pt x="1050" y="876"/>
                  </a:lnTo>
                  <a:lnTo>
                    <a:pt x="1074" y="870"/>
                  </a:lnTo>
                  <a:lnTo>
                    <a:pt x="1068" y="876"/>
                  </a:lnTo>
                  <a:lnTo>
                    <a:pt x="1068" y="906"/>
                  </a:lnTo>
                  <a:lnTo>
                    <a:pt x="1074" y="912"/>
                  </a:lnTo>
                  <a:lnTo>
                    <a:pt x="1092" y="912"/>
                  </a:lnTo>
                  <a:lnTo>
                    <a:pt x="1098" y="900"/>
                  </a:lnTo>
                  <a:lnTo>
                    <a:pt x="1110" y="894"/>
                  </a:lnTo>
                  <a:lnTo>
                    <a:pt x="1116" y="888"/>
                  </a:lnTo>
                  <a:lnTo>
                    <a:pt x="1122" y="876"/>
                  </a:lnTo>
                  <a:lnTo>
                    <a:pt x="1164" y="858"/>
                  </a:lnTo>
                  <a:lnTo>
                    <a:pt x="1176" y="870"/>
                  </a:lnTo>
                  <a:lnTo>
                    <a:pt x="1146" y="870"/>
                  </a:lnTo>
                  <a:lnTo>
                    <a:pt x="1140" y="876"/>
                  </a:lnTo>
                  <a:lnTo>
                    <a:pt x="1140" y="882"/>
                  </a:lnTo>
                  <a:lnTo>
                    <a:pt x="1134" y="888"/>
                  </a:lnTo>
                  <a:lnTo>
                    <a:pt x="1134" y="894"/>
                  </a:lnTo>
                  <a:lnTo>
                    <a:pt x="1152" y="894"/>
                  </a:lnTo>
                  <a:lnTo>
                    <a:pt x="1164" y="888"/>
                  </a:lnTo>
                  <a:lnTo>
                    <a:pt x="1182" y="888"/>
                  </a:lnTo>
                  <a:lnTo>
                    <a:pt x="1200" y="882"/>
                  </a:lnTo>
                  <a:lnTo>
                    <a:pt x="1218" y="882"/>
                  </a:lnTo>
                  <a:lnTo>
                    <a:pt x="1224" y="876"/>
                  </a:lnTo>
                  <a:lnTo>
                    <a:pt x="1230" y="876"/>
                  </a:lnTo>
                  <a:lnTo>
                    <a:pt x="1272" y="858"/>
                  </a:lnTo>
                  <a:lnTo>
                    <a:pt x="1224" y="882"/>
                  </a:lnTo>
                  <a:lnTo>
                    <a:pt x="1224" y="894"/>
                  </a:lnTo>
                  <a:lnTo>
                    <a:pt x="1212" y="894"/>
                  </a:lnTo>
                  <a:lnTo>
                    <a:pt x="1200" y="900"/>
                  </a:lnTo>
                  <a:lnTo>
                    <a:pt x="1188" y="900"/>
                  </a:lnTo>
                  <a:lnTo>
                    <a:pt x="1176" y="906"/>
                  </a:lnTo>
                  <a:lnTo>
                    <a:pt x="1170" y="912"/>
                  </a:lnTo>
                  <a:lnTo>
                    <a:pt x="1158" y="918"/>
                  </a:lnTo>
                  <a:lnTo>
                    <a:pt x="1152" y="930"/>
                  </a:lnTo>
                  <a:lnTo>
                    <a:pt x="1122" y="930"/>
                  </a:lnTo>
                  <a:lnTo>
                    <a:pt x="1086" y="960"/>
                  </a:lnTo>
                  <a:lnTo>
                    <a:pt x="1086" y="978"/>
                  </a:lnTo>
                  <a:lnTo>
                    <a:pt x="1038" y="978"/>
                  </a:lnTo>
                  <a:lnTo>
                    <a:pt x="1032" y="984"/>
                  </a:lnTo>
                  <a:lnTo>
                    <a:pt x="1020" y="984"/>
                  </a:lnTo>
                  <a:lnTo>
                    <a:pt x="1002" y="990"/>
                  </a:lnTo>
                  <a:lnTo>
                    <a:pt x="990" y="996"/>
                  </a:lnTo>
                  <a:lnTo>
                    <a:pt x="978" y="996"/>
                  </a:lnTo>
                  <a:lnTo>
                    <a:pt x="966" y="1008"/>
                  </a:lnTo>
                  <a:lnTo>
                    <a:pt x="966" y="1020"/>
                  </a:lnTo>
                  <a:lnTo>
                    <a:pt x="960" y="1026"/>
                  </a:lnTo>
                  <a:lnTo>
                    <a:pt x="960" y="1038"/>
                  </a:lnTo>
                  <a:lnTo>
                    <a:pt x="876" y="1038"/>
                  </a:lnTo>
                  <a:lnTo>
                    <a:pt x="858" y="1044"/>
                  </a:lnTo>
                  <a:lnTo>
                    <a:pt x="828" y="1062"/>
                  </a:lnTo>
                  <a:lnTo>
                    <a:pt x="804" y="1080"/>
                  </a:lnTo>
                  <a:lnTo>
                    <a:pt x="780" y="1092"/>
                  </a:lnTo>
                  <a:lnTo>
                    <a:pt x="774" y="1098"/>
                  </a:lnTo>
                  <a:lnTo>
                    <a:pt x="750" y="1104"/>
                  </a:lnTo>
                  <a:lnTo>
                    <a:pt x="738" y="1122"/>
                  </a:lnTo>
                  <a:lnTo>
                    <a:pt x="732" y="1104"/>
                  </a:lnTo>
                  <a:lnTo>
                    <a:pt x="672" y="1104"/>
                  </a:lnTo>
                  <a:lnTo>
                    <a:pt x="648" y="1116"/>
                  </a:lnTo>
                  <a:lnTo>
                    <a:pt x="630" y="1122"/>
                  </a:lnTo>
                  <a:lnTo>
                    <a:pt x="624" y="1128"/>
                  </a:lnTo>
                  <a:lnTo>
                    <a:pt x="606" y="1128"/>
                  </a:lnTo>
                  <a:lnTo>
                    <a:pt x="606" y="1140"/>
                  </a:lnTo>
                  <a:lnTo>
                    <a:pt x="576" y="1146"/>
                  </a:lnTo>
                  <a:lnTo>
                    <a:pt x="564" y="1152"/>
                  </a:lnTo>
                  <a:lnTo>
                    <a:pt x="540" y="1152"/>
                  </a:lnTo>
                  <a:lnTo>
                    <a:pt x="516" y="1170"/>
                  </a:lnTo>
                  <a:lnTo>
                    <a:pt x="522" y="1182"/>
                  </a:lnTo>
                  <a:lnTo>
                    <a:pt x="540" y="1164"/>
                  </a:lnTo>
                  <a:lnTo>
                    <a:pt x="558" y="1176"/>
                  </a:lnTo>
                  <a:lnTo>
                    <a:pt x="582" y="1158"/>
                  </a:lnTo>
                  <a:lnTo>
                    <a:pt x="582" y="1170"/>
                  </a:lnTo>
                  <a:lnTo>
                    <a:pt x="594" y="1170"/>
                  </a:lnTo>
                  <a:lnTo>
                    <a:pt x="606" y="1164"/>
                  </a:lnTo>
                  <a:lnTo>
                    <a:pt x="618" y="1164"/>
                  </a:lnTo>
                  <a:lnTo>
                    <a:pt x="642" y="1140"/>
                  </a:lnTo>
                  <a:lnTo>
                    <a:pt x="654" y="1134"/>
                  </a:lnTo>
                  <a:lnTo>
                    <a:pt x="666" y="1122"/>
                  </a:lnTo>
                  <a:lnTo>
                    <a:pt x="684" y="1122"/>
                  </a:lnTo>
                  <a:lnTo>
                    <a:pt x="684" y="1134"/>
                  </a:lnTo>
                  <a:lnTo>
                    <a:pt x="690" y="1140"/>
                  </a:lnTo>
                  <a:lnTo>
                    <a:pt x="708" y="1140"/>
                  </a:lnTo>
                  <a:lnTo>
                    <a:pt x="732" y="1128"/>
                  </a:lnTo>
                  <a:lnTo>
                    <a:pt x="744" y="1128"/>
                  </a:lnTo>
                  <a:lnTo>
                    <a:pt x="756" y="1122"/>
                  </a:lnTo>
                  <a:lnTo>
                    <a:pt x="762" y="1116"/>
                  </a:lnTo>
                  <a:lnTo>
                    <a:pt x="768" y="1116"/>
                  </a:lnTo>
                  <a:lnTo>
                    <a:pt x="804" y="1128"/>
                  </a:lnTo>
                  <a:lnTo>
                    <a:pt x="822" y="1110"/>
                  </a:lnTo>
                  <a:lnTo>
                    <a:pt x="834" y="1110"/>
                  </a:lnTo>
                  <a:lnTo>
                    <a:pt x="852" y="1104"/>
                  </a:lnTo>
                  <a:lnTo>
                    <a:pt x="870" y="1104"/>
                  </a:lnTo>
                  <a:lnTo>
                    <a:pt x="894" y="1092"/>
                  </a:lnTo>
                  <a:lnTo>
                    <a:pt x="918" y="1068"/>
                  </a:lnTo>
                  <a:lnTo>
                    <a:pt x="942" y="1056"/>
                  </a:lnTo>
                  <a:lnTo>
                    <a:pt x="972" y="1056"/>
                  </a:lnTo>
                  <a:lnTo>
                    <a:pt x="978" y="1044"/>
                  </a:lnTo>
                  <a:lnTo>
                    <a:pt x="1014" y="1044"/>
                  </a:lnTo>
                  <a:lnTo>
                    <a:pt x="1026" y="1038"/>
                  </a:lnTo>
                  <a:lnTo>
                    <a:pt x="1032" y="1038"/>
                  </a:lnTo>
                  <a:lnTo>
                    <a:pt x="1038" y="1032"/>
                  </a:lnTo>
                  <a:lnTo>
                    <a:pt x="1050" y="1032"/>
                  </a:lnTo>
                  <a:lnTo>
                    <a:pt x="1086" y="1020"/>
                  </a:lnTo>
                  <a:lnTo>
                    <a:pt x="1110" y="1008"/>
                  </a:lnTo>
                  <a:lnTo>
                    <a:pt x="1122" y="996"/>
                  </a:lnTo>
                  <a:lnTo>
                    <a:pt x="1134" y="990"/>
                  </a:lnTo>
                  <a:lnTo>
                    <a:pt x="1140" y="984"/>
                  </a:lnTo>
                  <a:lnTo>
                    <a:pt x="1206" y="972"/>
                  </a:lnTo>
                  <a:lnTo>
                    <a:pt x="1260" y="942"/>
                  </a:lnTo>
                  <a:lnTo>
                    <a:pt x="1296" y="942"/>
                  </a:lnTo>
                  <a:lnTo>
                    <a:pt x="1314" y="936"/>
                  </a:lnTo>
                  <a:lnTo>
                    <a:pt x="1326" y="936"/>
                  </a:lnTo>
                  <a:lnTo>
                    <a:pt x="1338" y="930"/>
                  </a:lnTo>
                  <a:lnTo>
                    <a:pt x="1368" y="900"/>
                  </a:lnTo>
                  <a:lnTo>
                    <a:pt x="1380" y="900"/>
                  </a:lnTo>
                  <a:lnTo>
                    <a:pt x="1404" y="888"/>
                  </a:lnTo>
                  <a:lnTo>
                    <a:pt x="1416" y="888"/>
                  </a:lnTo>
                  <a:lnTo>
                    <a:pt x="1428" y="882"/>
                  </a:lnTo>
                  <a:lnTo>
                    <a:pt x="1434" y="876"/>
                  </a:lnTo>
                  <a:lnTo>
                    <a:pt x="1434" y="864"/>
                  </a:lnTo>
                  <a:lnTo>
                    <a:pt x="1422" y="864"/>
                  </a:lnTo>
                  <a:lnTo>
                    <a:pt x="1428" y="858"/>
                  </a:lnTo>
                  <a:lnTo>
                    <a:pt x="1452" y="846"/>
                  </a:lnTo>
                  <a:lnTo>
                    <a:pt x="1458" y="840"/>
                  </a:lnTo>
                  <a:lnTo>
                    <a:pt x="1470" y="834"/>
                  </a:lnTo>
                  <a:lnTo>
                    <a:pt x="1476" y="828"/>
                  </a:lnTo>
                  <a:lnTo>
                    <a:pt x="1488" y="828"/>
                  </a:lnTo>
                  <a:lnTo>
                    <a:pt x="1500" y="822"/>
                  </a:lnTo>
                  <a:lnTo>
                    <a:pt x="1512" y="822"/>
                  </a:lnTo>
                  <a:lnTo>
                    <a:pt x="1518" y="816"/>
                  </a:lnTo>
                  <a:lnTo>
                    <a:pt x="1524" y="816"/>
                  </a:lnTo>
                  <a:lnTo>
                    <a:pt x="1596" y="786"/>
                  </a:lnTo>
                  <a:lnTo>
                    <a:pt x="1590" y="768"/>
                  </a:lnTo>
                  <a:lnTo>
                    <a:pt x="1602" y="768"/>
                  </a:lnTo>
                  <a:lnTo>
                    <a:pt x="1608" y="774"/>
                  </a:lnTo>
                  <a:lnTo>
                    <a:pt x="1626" y="774"/>
                  </a:lnTo>
                  <a:lnTo>
                    <a:pt x="1638" y="762"/>
                  </a:lnTo>
                  <a:lnTo>
                    <a:pt x="1650" y="762"/>
                  </a:lnTo>
                  <a:lnTo>
                    <a:pt x="1674" y="750"/>
                  </a:lnTo>
                  <a:lnTo>
                    <a:pt x="1680" y="744"/>
                  </a:lnTo>
                  <a:lnTo>
                    <a:pt x="1704" y="732"/>
                  </a:lnTo>
                  <a:lnTo>
                    <a:pt x="1740" y="720"/>
                  </a:lnTo>
                  <a:lnTo>
                    <a:pt x="1770" y="708"/>
                  </a:lnTo>
                  <a:lnTo>
                    <a:pt x="1794" y="702"/>
                  </a:lnTo>
                  <a:lnTo>
                    <a:pt x="1812" y="702"/>
                  </a:lnTo>
                  <a:lnTo>
                    <a:pt x="1818" y="708"/>
                  </a:lnTo>
                  <a:lnTo>
                    <a:pt x="1842" y="720"/>
                  </a:lnTo>
                  <a:lnTo>
                    <a:pt x="1848" y="726"/>
                  </a:lnTo>
                  <a:lnTo>
                    <a:pt x="1812" y="726"/>
                  </a:lnTo>
                  <a:lnTo>
                    <a:pt x="1794" y="714"/>
                  </a:lnTo>
                  <a:lnTo>
                    <a:pt x="1758" y="738"/>
                  </a:lnTo>
                  <a:lnTo>
                    <a:pt x="1728" y="738"/>
                  </a:lnTo>
                  <a:lnTo>
                    <a:pt x="1722" y="744"/>
                  </a:lnTo>
                  <a:lnTo>
                    <a:pt x="1710" y="750"/>
                  </a:lnTo>
                  <a:lnTo>
                    <a:pt x="1704" y="762"/>
                  </a:lnTo>
                  <a:lnTo>
                    <a:pt x="1692" y="768"/>
                  </a:lnTo>
                  <a:lnTo>
                    <a:pt x="1686" y="774"/>
                  </a:lnTo>
                  <a:lnTo>
                    <a:pt x="1680" y="774"/>
                  </a:lnTo>
                  <a:lnTo>
                    <a:pt x="1668" y="780"/>
                  </a:lnTo>
                  <a:lnTo>
                    <a:pt x="1656" y="780"/>
                  </a:lnTo>
                  <a:lnTo>
                    <a:pt x="1638" y="786"/>
                  </a:lnTo>
                  <a:lnTo>
                    <a:pt x="1614" y="798"/>
                  </a:lnTo>
                  <a:lnTo>
                    <a:pt x="1614" y="804"/>
                  </a:lnTo>
                  <a:lnTo>
                    <a:pt x="1620" y="810"/>
                  </a:lnTo>
                  <a:lnTo>
                    <a:pt x="1632" y="816"/>
                  </a:lnTo>
                  <a:lnTo>
                    <a:pt x="1650" y="816"/>
                  </a:lnTo>
                  <a:lnTo>
                    <a:pt x="1644" y="816"/>
                  </a:lnTo>
                  <a:lnTo>
                    <a:pt x="1638" y="822"/>
                  </a:lnTo>
                  <a:lnTo>
                    <a:pt x="1632" y="822"/>
                  </a:lnTo>
                  <a:lnTo>
                    <a:pt x="1620" y="828"/>
                  </a:lnTo>
                  <a:lnTo>
                    <a:pt x="1572" y="828"/>
                  </a:lnTo>
                  <a:lnTo>
                    <a:pt x="1566" y="834"/>
                  </a:lnTo>
                  <a:lnTo>
                    <a:pt x="1560" y="834"/>
                  </a:lnTo>
                  <a:lnTo>
                    <a:pt x="1560" y="846"/>
                  </a:lnTo>
                  <a:lnTo>
                    <a:pt x="1572" y="858"/>
                  </a:lnTo>
                  <a:lnTo>
                    <a:pt x="1584" y="858"/>
                  </a:lnTo>
                  <a:lnTo>
                    <a:pt x="1596" y="852"/>
                  </a:lnTo>
                  <a:lnTo>
                    <a:pt x="1638" y="834"/>
                  </a:lnTo>
                  <a:lnTo>
                    <a:pt x="1680" y="810"/>
                  </a:lnTo>
                  <a:lnTo>
                    <a:pt x="1722" y="798"/>
                  </a:lnTo>
                  <a:lnTo>
                    <a:pt x="1788" y="798"/>
                  </a:lnTo>
                  <a:lnTo>
                    <a:pt x="1818" y="792"/>
                  </a:lnTo>
                  <a:lnTo>
                    <a:pt x="1824" y="786"/>
                  </a:lnTo>
                  <a:lnTo>
                    <a:pt x="1848" y="774"/>
                  </a:lnTo>
                  <a:lnTo>
                    <a:pt x="1854" y="762"/>
                  </a:lnTo>
                  <a:lnTo>
                    <a:pt x="1866" y="756"/>
                  </a:lnTo>
                  <a:lnTo>
                    <a:pt x="1872" y="750"/>
                  </a:lnTo>
                  <a:lnTo>
                    <a:pt x="1866" y="738"/>
                  </a:lnTo>
                  <a:lnTo>
                    <a:pt x="1878" y="732"/>
                  </a:lnTo>
                  <a:lnTo>
                    <a:pt x="1908" y="720"/>
                  </a:lnTo>
                  <a:lnTo>
                    <a:pt x="1944" y="714"/>
                  </a:lnTo>
                  <a:lnTo>
                    <a:pt x="1962" y="708"/>
                  </a:lnTo>
                  <a:lnTo>
                    <a:pt x="1968" y="708"/>
                  </a:lnTo>
                  <a:lnTo>
                    <a:pt x="1980" y="720"/>
                  </a:lnTo>
                  <a:lnTo>
                    <a:pt x="1980" y="726"/>
                  </a:lnTo>
                  <a:lnTo>
                    <a:pt x="2046" y="702"/>
                  </a:lnTo>
                  <a:lnTo>
                    <a:pt x="2004" y="738"/>
                  </a:lnTo>
                  <a:lnTo>
                    <a:pt x="2022" y="744"/>
                  </a:lnTo>
                  <a:lnTo>
                    <a:pt x="2022" y="762"/>
                  </a:lnTo>
                  <a:lnTo>
                    <a:pt x="2028" y="762"/>
                  </a:lnTo>
                  <a:lnTo>
                    <a:pt x="2034" y="756"/>
                  </a:lnTo>
                  <a:lnTo>
                    <a:pt x="2094" y="726"/>
                  </a:lnTo>
                  <a:lnTo>
                    <a:pt x="2082" y="732"/>
                  </a:lnTo>
                  <a:lnTo>
                    <a:pt x="2076" y="744"/>
                  </a:lnTo>
                  <a:lnTo>
                    <a:pt x="2064" y="750"/>
                  </a:lnTo>
                  <a:lnTo>
                    <a:pt x="2058" y="762"/>
                  </a:lnTo>
                  <a:lnTo>
                    <a:pt x="2046" y="774"/>
                  </a:lnTo>
                  <a:lnTo>
                    <a:pt x="2052" y="780"/>
                  </a:lnTo>
                  <a:lnTo>
                    <a:pt x="2064" y="780"/>
                  </a:lnTo>
                  <a:lnTo>
                    <a:pt x="2076" y="786"/>
                  </a:lnTo>
                  <a:lnTo>
                    <a:pt x="2106" y="786"/>
                  </a:lnTo>
                  <a:lnTo>
                    <a:pt x="2208" y="798"/>
                  </a:lnTo>
                  <a:lnTo>
                    <a:pt x="2238" y="780"/>
                  </a:lnTo>
                  <a:lnTo>
                    <a:pt x="2232" y="786"/>
                  </a:lnTo>
                  <a:lnTo>
                    <a:pt x="2232" y="810"/>
                  </a:lnTo>
                  <a:lnTo>
                    <a:pt x="2298" y="810"/>
                  </a:lnTo>
                  <a:lnTo>
                    <a:pt x="2334" y="804"/>
                  </a:lnTo>
                  <a:lnTo>
                    <a:pt x="2328" y="804"/>
                  </a:lnTo>
                  <a:lnTo>
                    <a:pt x="2322" y="810"/>
                  </a:lnTo>
                  <a:lnTo>
                    <a:pt x="2310" y="810"/>
                  </a:lnTo>
                  <a:lnTo>
                    <a:pt x="2286" y="822"/>
                  </a:lnTo>
                  <a:lnTo>
                    <a:pt x="2280" y="828"/>
                  </a:lnTo>
                  <a:lnTo>
                    <a:pt x="2280" y="834"/>
                  </a:lnTo>
                  <a:lnTo>
                    <a:pt x="2292" y="846"/>
                  </a:lnTo>
                  <a:lnTo>
                    <a:pt x="2304" y="852"/>
                  </a:lnTo>
                  <a:lnTo>
                    <a:pt x="2310" y="858"/>
                  </a:lnTo>
                  <a:lnTo>
                    <a:pt x="2310" y="882"/>
                  </a:lnTo>
                  <a:lnTo>
                    <a:pt x="2316" y="888"/>
                  </a:lnTo>
                  <a:lnTo>
                    <a:pt x="2316" y="900"/>
                  </a:lnTo>
                  <a:lnTo>
                    <a:pt x="2322" y="912"/>
                  </a:lnTo>
                  <a:lnTo>
                    <a:pt x="2358" y="912"/>
                  </a:lnTo>
                  <a:lnTo>
                    <a:pt x="2370" y="906"/>
                  </a:lnTo>
                  <a:lnTo>
                    <a:pt x="2388" y="906"/>
                  </a:lnTo>
                  <a:lnTo>
                    <a:pt x="2382" y="876"/>
                  </a:lnTo>
                  <a:lnTo>
                    <a:pt x="2400" y="870"/>
                  </a:lnTo>
                  <a:lnTo>
                    <a:pt x="2412" y="888"/>
                  </a:lnTo>
                  <a:lnTo>
                    <a:pt x="2442" y="876"/>
                  </a:lnTo>
                  <a:lnTo>
                    <a:pt x="2430" y="888"/>
                  </a:lnTo>
                  <a:lnTo>
                    <a:pt x="2430" y="900"/>
                  </a:lnTo>
                  <a:lnTo>
                    <a:pt x="2424" y="906"/>
                  </a:lnTo>
                  <a:lnTo>
                    <a:pt x="2424" y="912"/>
                  </a:lnTo>
                  <a:lnTo>
                    <a:pt x="2430" y="918"/>
                  </a:lnTo>
                  <a:lnTo>
                    <a:pt x="2436" y="918"/>
                  </a:lnTo>
                  <a:lnTo>
                    <a:pt x="2448" y="912"/>
                  </a:lnTo>
                  <a:lnTo>
                    <a:pt x="2454" y="906"/>
                  </a:lnTo>
                  <a:lnTo>
                    <a:pt x="2460" y="894"/>
                  </a:lnTo>
                  <a:lnTo>
                    <a:pt x="2466" y="888"/>
                  </a:lnTo>
                  <a:lnTo>
                    <a:pt x="2472" y="876"/>
                  </a:lnTo>
                  <a:lnTo>
                    <a:pt x="2502" y="834"/>
                  </a:lnTo>
                  <a:lnTo>
                    <a:pt x="2478" y="900"/>
                  </a:lnTo>
                  <a:lnTo>
                    <a:pt x="2484" y="924"/>
                  </a:lnTo>
                  <a:lnTo>
                    <a:pt x="2520" y="912"/>
                  </a:lnTo>
                  <a:lnTo>
                    <a:pt x="2496" y="936"/>
                  </a:lnTo>
                  <a:lnTo>
                    <a:pt x="2520" y="954"/>
                  </a:lnTo>
                  <a:lnTo>
                    <a:pt x="2502" y="954"/>
                  </a:lnTo>
                  <a:lnTo>
                    <a:pt x="2502" y="972"/>
                  </a:lnTo>
                  <a:lnTo>
                    <a:pt x="2472" y="990"/>
                  </a:lnTo>
                  <a:lnTo>
                    <a:pt x="2454" y="1002"/>
                  </a:lnTo>
                  <a:lnTo>
                    <a:pt x="2484" y="1020"/>
                  </a:lnTo>
                  <a:lnTo>
                    <a:pt x="2478" y="1050"/>
                  </a:lnTo>
                  <a:lnTo>
                    <a:pt x="2460" y="1068"/>
                  </a:lnTo>
                  <a:lnTo>
                    <a:pt x="2478" y="1080"/>
                  </a:lnTo>
                  <a:lnTo>
                    <a:pt x="2460" y="1098"/>
                  </a:lnTo>
                  <a:lnTo>
                    <a:pt x="2490" y="1098"/>
                  </a:lnTo>
                  <a:lnTo>
                    <a:pt x="2526" y="1086"/>
                  </a:lnTo>
                  <a:lnTo>
                    <a:pt x="2496" y="1122"/>
                  </a:lnTo>
                  <a:lnTo>
                    <a:pt x="2478" y="1140"/>
                  </a:lnTo>
                  <a:lnTo>
                    <a:pt x="2502" y="1146"/>
                  </a:lnTo>
                  <a:lnTo>
                    <a:pt x="2454" y="1164"/>
                  </a:lnTo>
                  <a:lnTo>
                    <a:pt x="2436" y="1176"/>
                  </a:lnTo>
                  <a:lnTo>
                    <a:pt x="2454" y="1188"/>
                  </a:lnTo>
                  <a:lnTo>
                    <a:pt x="2454" y="1200"/>
                  </a:lnTo>
                  <a:lnTo>
                    <a:pt x="2472" y="1188"/>
                  </a:lnTo>
                  <a:lnTo>
                    <a:pt x="2490" y="1182"/>
                  </a:lnTo>
                  <a:lnTo>
                    <a:pt x="2502" y="1170"/>
                  </a:lnTo>
                  <a:lnTo>
                    <a:pt x="2514" y="1164"/>
                  </a:lnTo>
                  <a:lnTo>
                    <a:pt x="2532" y="1146"/>
                  </a:lnTo>
                  <a:lnTo>
                    <a:pt x="2538" y="1134"/>
                  </a:lnTo>
                  <a:lnTo>
                    <a:pt x="2538" y="1122"/>
                  </a:lnTo>
                  <a:lnTo>
                    <a:pt x="2550" y="1116"/>
                  </a:lnTo>
                  <a:lnTo>
                    <a:pt x="2562" y="1104"/>
                  </a:lnTo>
                  <a:lnTo>
                    <a:pt x="2574" y="1098"/>
                  </a:lnTo>
                  <a:lnTo>
                    <a:pt x="2574" y="1086"/>
                  </a:lnTo>
                  <a:lnTo>
                    <a:pt x="2568" y="1080"/>
                  </a:lnTo>
                  <a:lnTo>
                    <a:pt x="2562" y="1080"/>
                  </a:lnTo>
                  <a:close/>
                  <a:moveTo>
                    <a:pt x="2394" y="1056"/>
                  </a:moveTo>
                  <a:lnTo>
                    <a:pt x="2400" y="1062"/>
                  </a:lnTo>
                  <a:lnTo>
                    <a:pt x="2418" y="1062"/>
                  </a:lnTo>
                  <a:lnTo>
                    <a:pt x="2436" y="1044"/>
                  </a:lnTo>
                  <a:lnTo>
                    <a:pt x="2460" y="1038"/>
                  </a:lnTo>
                  <a:lnTo>
                    <a:pt x="2454" y="1020"/>
                  </a:lnTo>
                  <a:lnTo>
                    <a:pt x="2430" y="1020"/>
                  </a:lnTo>
                  <a:lnTo>
                    <a:pt x="2418" y="1026"/>
                  </a:lnTo>
                  <a:lnTo>
                    <a:pt x="2412" y="1032"/>
                  </a:lnTo>
                  <a:lnTo>
                    <a:pt x="2406" y="1044"/>
                  </a:lnTo>
                  <a:lnTo>
                    <a:pt x="2394" y="1050"/>
                  </a:lnTo>
                  <a:lnTo>
                    <a:pt x="2394" y="1056"/>
                  </a:lnTo>
                  <a:close/>
                  <a:moveTo>
                    <a:pt x="2376" y="984"/>
                  </a:moveTo>
                  <a:lnTo>
                    <a:pt x="2358" y="984"/>
                  </a:lnTo>
                  <a:lnTo>
                    <a:pt x="2346" y="990"/>
                  </a:lnTo>
                  <a:lnTo>
                    <a:pt x="2334" y="1002"/>
                  </a:lnTo>
                  <a:lnTo>
                    <a:pt x="2334" y="1014"/>
                  </a:lnTo>
                  <a:lnTo>
                    <a:pt x="2322" y="1026"/>
                  </a:lnTo>
                  <a:lnTo>
                    <a:pt x="2322" y="1044"/>
                  </a:lnTo>
                  <a:lnTo>
                    <a:pt x="2310" y="1056"/>
                  </a:lnTo>
                  <a:lnTo>
                    <a:pt x="2310" y="1074"/>
                  </a:lnTo>
                  <a:lnTo>
                    <a:pt x="2316" y="1080"/>
                  </a:lnTo>
                  <a:lnTo>
                    <a:pt x="2322" y="1074"/>
                  </a:lnTo>
                  <a:lnTo>
                    <a:pt x="2328" y="1062"/>
                  </a:lnTo>
                  <a:lnTo>
                    <a:pt x="2340" y="1050"/>
                  </a:lnTo>
                  <a:lnTo>
                    <a:pt x="2352" y="1044"/>
                  </a:lnTo>
                  <a:lnTo>
                    <a:pt x="2376" y="1020"/>
                  </a:lnTo>
                  <a:lnTo>
                    <a:pt x="2382" y="1008"/>
                  </a:lnTo>
                  <a:lnTo>
                    <a:pt x="2382" y="990"/>
                  </a:lnTo>
                  <a:lnTo>
                    <a:pt x="2376" y="984"/>
                  </a:lnTo>
                  <a:close/>
                  <a:moveTo>
                    <a:pt x="786" y="810"/>
                  </a:moveTo>
                  <a:lnTo>
                    <a:pt x="798" y="810"/>
                  </a:lnTo>
                  <a:lnTo>
                    <a:pt x="834" y="798"/>
                  </a:lnTo>
                  <a:lnTo>
                    <a:pt x="858" y="786"/>
                  </a:lnTo>
                  <a:lnTo>
                    <a:pt x="864" y="780"/>
                  </a:lnTo>
                  <a:lnTo>
                    <a:pt x="870" y="780"/>
                  </a:lnTo>
                  <a:lnTo>
                    <a:pt x="864" y="774"/>
                  </a:lnTo>
                  <a:lnTo>
                    <a:pt x="828" y="762"/>
                  </a:lnTo>
                  <a:lnTo>
                    <a:pt x="810" y="762"/>
                  </a:lnTo>
                  <a:lnTo>
                    <a:pt x="798" y="768"/>
                  </a:lnTo>
                  <a:lnTo>
                    <a:pt x="792" y="774"/>
                  </a:lnTo>
                  <a:lnTo>
                    <a:pt x="786" y="768"/>
                  </a:lnTo>
                  <a:lnTo>
                    <a:pt x="774" y="768"/>
                  </a:lnTo>
                  <a:lnTo>
                    <a:pt x="768" y="774"/>
                  </a:lnTo>
                  <a:lnTo>
                    <a:pt x="768" y="804"/>
                  </a:lnTo>
                  <a:lnTo>
                    <a:pt x="774" y="810"/>
                  </a:lnTo>
                  <a:lnTo>
                    <a:pt x="786" y="810"/>
                  </a:lnTo>
                  <a:close/>
                  <a:moveTo>
                    <a:pt x="0" y="1332"/>
                  </a:moveTo>
                  <a:lnTo>
                    <a:pt x="60" y="1320"/>
                  </a:lnTo>
                  <a:lnTo>
                    <a:pt x="72" y="1302"/>
                  </a:lnTo>
                  <a:lnTo>
                    <a:pt x="132" y="1296"/>
                  </a:lnTo>
                  <a:lnTo>
                    <a:pt x="114" y="1272"/>
                  </a:lnTo>
                  <a:lnTo>
                    <a:pt x="0" y="1332"/>
                  </a:lnTo>
                  <a:close/>
                  <a:moveTo>
                    <a:pt x="1362" y="954"/>
                  </a:moveTo>
                  <a:lnTo>
                    <a:pt x="1350" y="954"/>
                  </a:lnTo>
                  <a:lnTo>
                    <a:pt x="1338" y="960"/>
                  </a:lnTo>
                  <a:lnTo>
                    <a:pt x="1332" y="954"/>
                  </a:lnTo>
                  <a:lnTo>
                    <a:pt x="1314" y="954"/>
                  </a:lnTo>
                  <a:lnTo>
                    <a:pt x="1314" y="978"/>
                  </a:lnTo>
                  <a:lnTo>
                    <a:pt x="1290" y="996"/>
                  </a:lnTo>
                  <a:lnTo>
                    <a:pt x="1290" y="972"/>
                  </a:lnTo>
                  <a:lnTo>
                    <a:pt x="1278" y="966"/>
                  </a:lnTo>
                  <a:lnTo>
                    <a:pt x="1272" y="966"/>
                  </a:lnTo>
                  <a:lnTo>
                    <a:pt x="1248" y="978"/>
                  </a:lnTo>
                  <a:lnTo>
                    <a:pt x="1242" y="978"/>
                  </a:lnTo>
                  <a:lnTo>
                    <a:pt x="1230" y="990"/>
                  </a:lnTo>
                  <a:lnTo>
                    <a:pt x="1224" y="1002"/>
                  </a:lnTo>
                  <a:lnTo>
                    <a:pt x="1218" y="1008"/>
                  </a:lnTo>
                  <a:lnTo>
                    <a:pt x="1218" y="1014"/>
                  </a:lnTo>
                  <a:lnTo>
                    <a:pt x="1224" y="1014"/>
                  </a:lnTo>
                  <a:lnTo>
                    <a:pt x="1230" y="1020"/>
                  </a:lnTo>
                  <a:lnTo>
                    <a:pt x="1278" y="1020"/>
                  </a:lnTo>
                  <a:lnTo>
                    <a:pt x="1296" y="1014"/>
                  </a:lnTo>
                  <a:lnTo>
                    <a:pt x="1308" y="1014"/>
                  </a:lnTo>
                  <a:lnTo>
                    <a:pt x="1320" y="1008"/>
                  </a:lnTo>
                  <a:lnTo>
                    <a:pt x="1320" y="996"/>
                  </a:lnTo>
                  <a:lnTo>
                    <a:pt x="1350" y="990"/>
                  </a:lnTo>
                  <a:lnTo>
                    <a:pt x="1350" y="984"/>
                  </a:lnTo>
                  <a:lnTo>
                    <a:pt x="1386" y="978"/>
                  </a:lnTo>
                  <a:lnTo>
                    <a:pt x="1398" y="954"/>
                  </a:lnTo>
                  <a:lnTo>
                    <a:pt x="1380" y="960"/>
                  </a:lnTo>
                  <a:lnTo>
                    <a:pt x="1374" y="954"/>
                  </a:lnTo>
                  <a:lnTo>
                    <a:pt x="1362" y="954"/>
                  </a:lnTo>
                  <a:close/>
                  <a:moveTo>
                    <a:pt x="162" y="1290"/>
                  </a:moveTo>
                  <a:lnTo>
                    <a:pt x="204" y="1290"/>
                  </a:lnTo>
                  <a:lnTo>
                    <a:pt x="240" y="1260"/>
                  </a:lnTo>
                  <a:lnTo>
                    <a:pt x="228" y="1242"/>
                  </a:lnTo>
                  <a:lnTo>
                    <a:pt x="162" y="1290"/>
                  </a:lnTo>
                  <a:close/>
                  <a:moveTo>
                    <a:pt x="2466" y="1140"/>
                  </a:moveTo>
                  <a:lnTo>
                    <a:pt x="2472" y="1128"/>
                  </a:lnTo>
                  <a:lnTo>
                    <a:pt x="2454" y="1110"/>
                  </a:lnTo>
                  <a:lnTo>
                    <a:pt x="2448" y="1110"/>
                  </a:lnTo>
                  <a:lnTo>
                    <a:pt x="2436" y="1122"/>
                  </a:lnTo>
                  <a:lnTo>
                    <a:pt x="2430" y="1134"/>
                  </a:lnTo>
                  <a:lnTo>
                    <a:pt x="2424" y="1152"/>
                  </a:lnTo>
                  <a:lnTo>
                    <a:pt x="2418" y="1164"/>
                  </a:lnTo>
                  <a:lnTo>
                    <a:pt x="2418" y="1176"/>
                  </a:lnTo>
                  <a:lnTo>
                    <a:pt x="2436" y="1158"/>
                  </a:lnTo>
                  <a:lnTo>
                    <a:pt x="2454" y="1158"/>
                  </a:lnTo>
                  <a:lnTo>
                    <a:pt x="2460" y="1152"/>
                  </a:lnTo>
                  <a:lnTo>
                    <a:pt x="2466" y="1140"/>
                  </a:lnTo>
                  <a:close/>
                  <a:moveTo>
                    <a:pt x="1428" y="912"/>
                  </a:moveTo>
                  <a:lnTo>
                    <a:pt x="1404" y="924"/>
                  </a:lnTo>
                  <a:lnTo>
                    <a:pt x="1386" y="942"/>
                  </a:lnTo>
                  <a:lnTo>
                    <a:pt x="1386" y="948"/>
                  </a:lnTo>
                  <a:lnTo>
                    <a:pt x="1398" y="954"/>
                  </a:lnTo>
                  <a:lnTo>
                    <a:pt x="1410" y="954"/>
                  </a:lnTo>
                  <a:lnTo>
                    <a:pt x="1422" y="948"/>
                  </a:lnTo>
                  <a:lnTo>
                    <a:pt x="1428" y="948"/>
                  </a:lnTo>
                  <a:lnTo>
                    <a:pt x="1440" y="942"/>
                  </a:lnTo>
                  <a:lnTo>
                    <a:pt x="1446" y="930"/>
                  </a:lnTo>
                  <a:lnTo>
                    <a:pt x="1470" y="930"/>
                  </a:lnTo>
                  <a:lnTo>
                    <a:pt x="1470" y="924"/>
                  </a:lnTo>
                  <a:lnTo>
                    <a:pt x="1458" y="912"/>
                  </a:lnTo>
                  <a:lnTo>
                    <a:pt x="1452" y="912"/>
                  </a:lnTo>
                  <a:lnTo>
                    <a:pt x="1440" y="906"/>
                  </a:lnTo>
                  <a:lnTo>
                    <a:pt x="1428" y="912"/>
                  </a:lnTo>
                  <a:close/>
                  <a:moveTo>
                    <a:pt x="498" y="1164"/>
                  </a:moveTo>
                  <a:lnTo>
                    <a:pt x="486" y="1164"/>
                  </a:lnTo>
                  <a:lnTo>
                    <a:pt x="474" y="1170"/>
                  </a:lnTo>
                  <a:lnTo>
                    <a:pt x="462" y="1170"/>
                  </a:lnTo>
                  <a:lnTo>
                    <a:pt x="450" y="1176"/>
                  </a:lnTo>
                  <a:lnTo>
                    <a:pt x="444" y="1182"/>
                  </a:lnTo>
                  <a:lnTo>
                    <a:pt x="432" y="1182"/>
                  </a:lnTo>
                  <a:lnTo>
                    <a:pt x="426" y="1188"/>
                  </a:lnTo>
                  <a:lnTo>
                    <a:pt x="414" y="1188"/>
                  </a:lnTo>
                  <a:lnTo>
                    <a:pt x="390" y="1200"/>
                  </a:lnTo>
                  <a:lnTo>
                    <a:pt x="384" y="1206"/>
                  </a:lnTo>
                  <a:lnTo>
                    <a:pt x="384" y="1218"/>
                  </a:lnTo>
                  <a:lnTo>
                    <a:pt x="402" y="1218"/>
                  </a:lnTo>
                  <a:lnTo>
                    <a:pt x="420" y="1212"/>
                  </a:lnTo>
                  <a:lnTo>
                    <a:pt x="432" y="1206"/>
                  </a:lnTo>
                  <a:lnTo>
                    <a:pt x="504" y="1206"/>
                  </a:lnTo>
                  <a:lnTo>
                    <a:pt x="510" y="1200"/>
                  </a:lnTo>
                  <a:lnTo>
                    <a:pt x="510" y="1176"/>
                  </a:lnTo>
                  <a:lnTo>
                    <a:pt x="498" y="1164"/>
                  </a:lnTo>
                  <a:close/>
                  <a:moveTo>
                    <a:pt x="330" y="1242"/>
                  </a:moveTo>
                  <a:lnTo>
                    <a:pt x="330" y="1224"/>
                  </a:lnTo>
                  <a:lnTo>
                    <a:pt x="276" y="1242"/>
                  </a:lnTo>
                  <a:lnTo>
                    <a:pt x="330" y="124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89" name="Uruguay" descr="© INSCALE GmbH, 05.05.2010&#10;http://www.presentationload.com/">
              <a:extLst>
                <a:ext uri="{FF2B5EF4-FFF2-40B4-BE49-F238E27FC236}">
                  <a16:creationId xmlns:a16="http://schemas.microsoft.com/office/drawing/2014/main" id="{1C7D576F-2B8F-4BB2-BA12-DFF60E591D76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434400" y="3799639"/>
              <a:ext cx="121487" cy="125875"/>
            </a:xfrm>
            <a:custGeom>
              <a:avLst/>
              <a:gdLst>
                <a:gd name="T0" fmla="*/ 2147483647 w 366"/>
                <a:gd name="T1" fmla="*/ 2147483647 h 384"/>
                <a:gd name="T2" fmla="*/ 2147483647 w 366"/>
                <a:gd name="T3" fmla="*/ 2147483647 h 384"/>
                <a:gd name="T4" fmla="*/ 2147483647 w 366"/>
                <a:gd name="T5" fmla="*/ 2147483647 h 384"/>
                <a:gd name="T6" fmla="*/ 2147483647 w 366"/>
                <a:gd name="T7" fmla="*/ 2147483647 h 384"/>
                <a:gd name="T8" fmla="*/ 2147483647 w 366"/>
                <a:gd name="T9" fmla="*/ 2147483647 h 384"/>
                <a:gd name="T10" fmla="*/ 2147483647 w 366"/>
                <a:gd name="T11" fmla="*/ 2147483647 h 384"/>
                <a:gd name="T12" fmla="*/ 2147483647 w 366"/>
                <a:gd name="T13" fmla="*/ 2147483647 h 384"/>
                <a:gd name="T14" fmla="*/ 2147483647 w 366"/>
                <a:gd name="T15" fmla="*/ 2147483647 h 384"/>
                <a:gd name="T16" fmla="*/ 2147483647 w 366"/>
                <a:gd name="T17" fmla="*/ 2147483647 h 384"/>
                <a:gd name="T18" fmla="*/ 2147483647 w 366"/>
                <a:gd name="T19" fmla="*/ 2147483647 h 384"/>
                <a:gd name="T20" fmla="*/ 2147483647 w 366"/>
                <a:gd name="T21" fmla="*/ 2147483647 h 384"/>
                <a:gd name="T22" fmla="*/ 2147483647 w 366"/>
                <a:gd name="T23" fmla="*/ 2147483647 h 384"/>
                <a:gd name="T24" fmla="*/ 2147483647 w 366"/>
                <a:gd name="T25" fmla="*/ 2147483647 h 384"/>
                <a:gd name="T26" fmla="*/ 2147483647 w 366"/>
                <a:gd name="T27" fmla="*/ 2147483647 h 384"/>
                <a:gd name="T28" fmla="*/ 2147483647 w 366"/>
                <a:gd name="T29" fmla="*/ 2147483647 h 384"/>
                <a:gd name="T30" fmla="*/ 2147483647 w 366"/>
                <a:gd name="T31" fmla="*/ 2147483647 h 384"/>
                <a:gd name="T32" fmla="*/ 2147483647 w 366"/>
                <a:gd name="T33" fmla="*/ 2147483647 h 384"/>
                <a:gd name="T34" fmla="*/ 2147483647 w 366"/>
                <a:gd name="T35" fmla="*/ 2147483647 h 384"/>
                <a:gd name="T36" fmla="*/ 2147483647 w 366"/>
                <a:gd name="T37" fmla="*/ 2147483647 h 384"/>
                <a:gd name="T38" fmla="*/ 2147483647 w 366"/>
                <a:gd name="T39" fmla="*/ 2147483647 h 384"/>
                <a:gd name="T40" fmla="*/ 2147483647 w 366"/>
                <a:gd name="T41" fmla="*/ 2147483647 h 384"/>
                <a:gd name="T42" fmla="*/ 2147483647 w 366"/>
                <a:gd name="T43" fmla="*/ 2147483647 h 384"/>
                <a:gd name="T44" fmla="*/ 2147483647 w 366"/>
                <a:gd name="T45" fmla="*/ 0 h 384"/>
                <a:gd name="T46" fmla="*/ 2147483647 w 366"/>
                <a:gd name="T47" fmla="*/ 2147483647 h 384"/>
                <a:gd name="T48" fmla="*/ 2147483647 w 366"/>
                <a:gd name="T49" fmla="*/ 2147483647 h 384"/>
                <a:gd name="T50" fmla="*/ 0 w 366"/>
                <a:gd name="T51" fmla="*/ 2147483647 h 384"/>
                <a:gd name="T52" fmla="*/ 2147483647 w 366"/>
                <a:gd name="T53" fmla="*/ 2147483647 h 384"/>
                <a:gd name="T54" fmla="*/ 2147483647 w 366"/>
                <a:gd name="T55" fmla="*/ 2147483647 h 384"/>
                <a:gd name="T56" fmla="*/ 2147483647 w 366"/>
                <a:gd name="T57" fmla="*/ 2147483647 h 384"/>
                <a:gd name="T58" fmla="*/ 2147483647 w 366"/>
                <a:gd name="T59" fmla="*/ 2147483647 h 384"/>
                <a:gd name="T60" fmla="*/ 2147483647 w 366"/>
                <a:gd name="T61" fmla="*/ 2147483647 h 384"/>
                <a:gd name="T62" fmla="*/ 2147483647 w 366"/>
                <a:gd name="T63" fmla="*/ 2147483647 h 384"/>
                <a:gd name="T64" fmla="*/ 2147483647 w 366"/>
                <a:gd name="T65" fmla="*/ 2147483647 h 384"/>
                <a:gd name="T66" fmla="*/ 2147483647 w 366"/>
                <a:gd name="T67" fmla="*/ 2147483647 h 384"/>
                <a:gd name="T68" fmla="*/ 2147483647 w 366"/>
                <a:gd name="T69" fmla="*/ 2147483647 h 384"/>
                <a:gd name="T70" fmla="*/ 2147483647 w 366"/>
                <a:gd name="T71" fmla="*/ 2147483647 h 384"/>
                <a:gd name="T72" fmla="*/ 2147483647 w 366"/>
                <a:gd name="T73" fmla="*/ 2147483647 h 384"/>
                <a:gd name="T74" fmla="*/ 2147483647 w 366"/>
                <a:gd name="T75" fmla="*/ 2147483647 h 384"/>
                <a:gd name="T76" fmla="*/ 2147483647 w 366"/>
                <a:gd name="T77" fmla="*/ 2147483647 h 38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366"/>
                <a:gd name="T118" fmla="*/ 0 h 384"/>
                <a:gd name="T119" fmla="*/ 366 w 366"/>
                <a:gd name="T120" fmla="*/ 384 h 38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366" h="384">
                  <a:moveTo>
                    <a:pt x="138" y="372"/>
                  </a:moveTo>
                  <a:lnTo>
                    <a:pt x="174" y="372"/>
                  </a:lnTo>
                  <a:lnTo>
                    <a:pt x="198" y="378"/>
                  </a:lnTo>
                  <a:lnTo>
                    <a:pt x="228" y="378"/>
                  </a:lnTo>
                  <a:lnTo>
                    <a:pt x="288" y="384"/>
                  </a:lnTo>
                  <a:lnTo>
                    <a:pt x="330" y="366"/>
                  </a:lnTo>
                  <a:lnTo>
                    <a:pt x="342" y="354"/>
                  </a:lnTo>
                  <a:lnTo>
                    <a:pt x="360" y="300"/>
                  </a:lnTo>
                  <a:lnTo>
                    <a:pt x="366" y="294"/>
                  </a:lnTo>
                  <a:lnTo>
                    <a:pt x="348" y="294"/>
                  </a:lnTo>
                  <a:lnTo>
                    <a:pt x="348" y="264"/>
                  </a:lnTo>
                  <a:lnTo>
                    <a:pt x="342" y="264"/>
                  </a:lnTo>
                  <a:lnTo>
                    <a:pt x="342" y="240"/>
                  </a:lnTo>
                  <a:lnTo>
                    <a:pt x="348" y="234"/>
                  </a:lnTo>
                  <a:lnTo>
                    <a:pt x="360" y="210"/>
                  </a:lnTo>
                  <a:lnTo>
                    <a:pt x="360" y="198"/>
                  </a:lnTo>
                  <a:lnTo>
                    <a:pt x="354" y="198"/>
                  </a:lnTo>
                  <a:lnTo>
                    <a:pt x="342" y="192"/>
                  </a:lnTo>
                  <a:lnTo>
                    <a:pt x="336" y="192"/>
                  </a:lnTo>
                  <a:lnTo>
                    <a:pt x="318" y="174"/>
                  </a:lnTo>
                  <a:lnTo>
                    <a:pt x="312" y="162"/>
                  </a:lnTo>
                  <a:lnTo>
                    <a:pt x="306" y="156"/>
                  </a:lnTo>
                  <a:lnTo>
                    <a:pt x="300" y="144"/>
                  </a:lnTo>
                  <a:lnTo>
                    <a:pt x="288" y="144"/>
                  </a:lnTo>
                  <a:lnTo>
                    <a:pt x="270" y="138"/>
                  </a:lnTo>
                  <a:lnTo>
                    <a:pt x="258" y="132"/>
                  </a:lnTo>
                  <a:lnTo>
                    <a:pt x="252" y="126"/>
                  </a:lnTo>
                  <a:lnTo>
                    <a:pt x="252" y="114"/>
                  </a:lnTo>
                  <a:lnTo>
                    <a:pt x="246" y="114"/>
                  </a:lnTo>
                  <a:lnTo>
                    <a:pt x="228" y="96"/>
                  </a:lnTo>
                  <a:lnTo>
                    <a:pt x="210" y="96"/>
                  </a:lnTo>
                  <a:lnTo>
                    <a:pt x="192" y="78"/>
                  </a:lnTo>
                  <a:lnTo>
                    <a:pt x="186" y="66"/>
                  </a:lnTo>
                  <a:lnTo>
                    <a:pt x="174" y="60"/>
                  </a:lnTo>
                  <a:lnTo>
                    <a:pt x="168" y="60"/>
                  </a:lnTo>
                  <a:lnTo>
                    <a:pt x="156" y="72"/>
                  </a:lnTo>
                  <a:lnTo>
                    <a:pt x="156" y="78"/>
                  </a:lnTo>
                  <a:lnTo>
                    <a:pt x="144" y="78"/>
                  </a:lnTo>
                  <a:lnTo>
                    <a:pt x="144" y="66"/>
                  </a:lnTo>
                  <a:lnTo>
                    <a:pt x="132" y="54"/>
                  </a:lnTo>
                  <a:lnTo>
                    <a:pt x="126" y="42"/>
                  </a:lnTo>
                  <a:lnTo>
                    <a:pt x="120" y="36"/>
                  </a:lnTo>
                  <a:lnTo>
                    <a:pt x="108" y="30"/>
                  </a:lnTo>
                  <a:lnTo>
                    <a:pt x="102" y="18"/>
                  </a:lnTo>
                  <a:lnTo>
                    <a:pt x="78" y="6"/>
                  </a:lnTo>
                  <a:lnTo>
                    <a:pt x="72" y="0"/>
                  </a:lnTo>
                  <a:lnTo>
                    <a:pt x="60" y="0"/>
                  </a:lnTo>
                  <a:lnTo>
                    <a:pt x="48" y="6"/>
                  </a:lnTo>
                  <a:lnTo>
                    <a:pt x="42" y="12"/>
                  </a:lnTo>
                  <a:lnTo>
                    <a:pt x="18" y="12"/>
                  </a:lnTo>
                  <a:lnTo>
                    <a:pt x="0" y="30"/>
                  </a:lnTo>
                  <a:lnTo>
                    <a:pt x="0" y="36"/>
                  </a:lnTo>
                  <a:lnTo>
                    <a:pt x="24" y="60"/>
                  </a:lnTo>
                  <a:lnTo>
                    <a:pt x="30" y="60"/>
                  </a:lnTo>
                  <a:lnTo>
                    <a:pt x="6" y="72"/>
                  </a:lnTo>
                  <a:lnTo>
                    <a:pt x="6" y="108"/>
                  </a:lnTo>
                  <a:lnTo>
                    <a:pt x="30" y="126"/>
                  </a:lnTo>
                  <a:lnTo>
                    <a:pt x="12" y="126"/>
                  </a:lnTo>
                  <a:lnTo>
                    <a:pt x="0" y="138"/>
                  </a:lnTo>
                  <a:lnTo>
                    <a:pt x="6" y="144"/>
                  </a:lnTo>
                  <a:lnTo>
                    <a:pt x="12" y="156"/>
                  </a:lnTo>
                  <a:lnTo>
                    <a:pt x="24" y="168"/>
                  </a:lnTo>
                  <a:lnTo>
                    <a:pt x="12" y="186"/>
                  </a:lnTo>
                  <a:lnTo>
                    <a:pt x="18" y="192"/>
                  </a:lnTo>
                  <a:lnTo>
                    <a:pt x="24" y="204"/>
                  </a:lnTo>
                  <a:lnTo>
                    <a:pt x="36" y="210"/>
                  </a:lnTo>
                  <a:lnTo>
                    <a:pt x="42" y="222"/>
                  </a:lnTo>
                  <a:lnTo>
                    <a:pt x="42" y="228"/>
                  </a:lnTo>
                  <a:lnTo>
                    <a:pt x="36" y="228"/>
                  </a:lnTo>
                  <a:lnTo>
                    <a:pt x="30" y="234"/>
                  </a:lnTo>
                  <a:lnTo>
                    <a:pt x="6" y="234"/>
                  </a:lnTo>
                  <a:lnTo>
                    <a:pt x="6" y="282"/>
                  </a:lnTo>
                  <a:lnTo>
                    <a:pt x="36" y="318"/>
                  </a:lnTo>
                  <a:lnTo>
                    <a:pt x="42" y="318"/>
                  </a:lnTo>
                  <a:lnTo>
                    <a:pt x="54" y="324"/>
                  </a:lnTo>
                  <a:lnTo>
                    <a:pt x="78" y="348"/>
                  </a:lnTo>
                  <a:lnTo>
                    <a:pt x="90" y="354"/>
                  </a:lnTo>
                  <a:lnTo>
                    <a:pt x="126" y="354"/>
                  </a:lnTo>
                  <a:lnTo>
                    <a:pt x="138" y="37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90" name="United Kingdom" descr="© INSCALE GmbH, 05.05.2010&#10;http://www.presentationload.com/">
              <a:extLst>
                <a:ext uri="{FF2B5EF4-FFF2-40B4-BE49-F238E27FC236}">
                  <a16:creationId xmlns:a16="http://schemas.microsoft.com/office/drawing/2014/main" id="{D38A847B-4447-480C-8123-C848A073C928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3610499" y="1414438"/>
              <a:ext cx="191278" cy="271017"/>
            </a:xfrm>
            <a:custGeom>
              <a:avLst/>
              <a:gdLst>
                <a:gd name="T0" fmla="*/ 2147483647 w 576"/>
                <a:gd name="T1" fmla="*/ 2147483647 h 822"/>
                <a:gd name="T2" fmla="*/ 2147483647 w 576"/>
                <a:gd name="T3" fmla="*/ 2147483647 h 822"/>
                <a:gd name="T4" fmla="*/ 2147483647 w 576"/>
                <a:gd name="T5" fmla="*/ 2147483647 h 822"/>
                <a:gd name="T6" fmla="*/ 2147483647 w 576"/>
                <a:gd name="T7" fmla="*/ 2147483647 h 822"/>
                <a:gd name="T8" fmla="*/ 2147483647 w 576"/>
                <a:gd name="T9" fmla="*/ 2147483647 h 822"/>
                <a:gd name="T10" fmla="*/ 2147483647 w 576"/>
                <a:gd name="T11" fmla="*/ 2147483647 h 822"/>
                <a:gd name="T12" fmla="*/ 2147483647 w 576"/>
                <a:gd name="T13" fmla="*/ 2147483647 h 822"/>
                <a:gd name="T14" fmla="*/ 2147483647 w 576"/>
                <a:gd name="T15" fmla="*/ 0 h 822"/>
                <a:gd name="T16" fmla="*/ 2147483647 w 576"/>
                <a:gd name="T17" fmla="*/ 0 h 822"/>
                <a:gd name="T18" fmla="*/ 2147483647 w 576"/>
                <a:gd name="T19" fmla="*/ 2147483647 h 822"/>
                <a:gd name="T20" fmla="*/ 2147483647 w 576"/>
                <a:gd name="T21" fmla="*/ 2147483647 h 822"/>
                <a:gd name="T22" fmla="*/ 2147483647 w 576"/>
                <a:gd name="T23" fmla="*/ 2147483647 h 822"/>
                <a:gd name="T24" fmla="*/ 2147483647 w 576"/>
                <a:gd name="T25" fmla="*/ 2147483647 h 822"/>
                <a:gd name="T26" fmla="*/ 2147483647 w 576"/>
                <a:gd name="T27" fmla="*/ 2147483647 h 822"/>
                <a:gd name="T28" fmla="*/ 2147483647 w 576"/>
                <a:gd name="T29" fmla="*/ 2147483647 h 822"/>
                <a:gd name="T30" fmla="*/ 2147483647 w 576"/>
                <a:gd name="T31" fmla="*/ 2147483647 h 822"/>
                <a:gd name="T32" fmla="*/ 2147483647 w 576"/>
                <a:gd name="T33" fmla="*/ 2147483647 h 822"/>
                <a:gd name="T34" fmla="*/ 2147483647 w 576"/>
                <a:gd name="T35" fmla="*/ 2147483647 h 822"/>
                <a:gd name="T36" fmla="*/ 2147483647 w 576"/>
                <a:gd name="T37" fmla="*/ 2147483647 h 822"/>
                <a:gd name="T38" fmla="*/ 2147483647 w 576"/>
                <a:gd name="T39" fmla="*/ 2147483647 h 822"/>
                <a:gd name="T40" fmla="*/ 2147483647 w 576"/>
                <a:gd name="T41" fmla="*/ 2147483647 h 822"/>
                <a:gd name="T42" fmla="*/ 2147483647 w 576"/>
                <a:gd name="T43" fmla="*/ 2147483647 h 822"/>
                <a:gd name="T44" fmla="*/ 2147483647 w 576"/>
                <a:gd name="T45" fmla="*/ 2147483647 h 822"/>
                <a:gd name="T46" fmla="*/ 2147483647 w 576"/>
                <a:gd name="T47" fmla="*/ 2147483647 h 822"/>
                <a:gd name="T48" fmla="*/ 2147483647 w 576"/>
                <a:gd name="T49" fmla="*/ 2147483647 h 822"/>
                <a:gd name="T50" fmla="*/ 2147483647 w 576"/>
                <a:gd name="T51" fmla="*/ 2147483647 h 822"/>
                <a:gd name="T52" fmla="*/ 2147483647 w 576"/>
                <a:gd name="T53" fmla="*/ 2147483647 h 822"/>
                <a:gd name="T54" fmla="*/ 2147483647 w 576"/>
                <a:gd name="T55" fmla="*/ 2147483647 h 822"/>
                <a:gd name="T56" fmla="*/ 2147483647 w 576"/>
                <a:gd name="T57" fmla="*/ 2147483647 h 822"/>
                <a:gd name="T58" fmla="*/ 2147483647 w 576"/>
                <a:gd name="T59" fmla="*/ 2147483647 h 822"/>
                <a:gd name="T60" fmla="*/ 2147483647 w 576"/>
                <a:gd name="T61" fmla="*/ 2147483647 h 822"/>
                <a:gd name="T62" fmla="*/ 2147483647 w 576"/>
                <a:gd name="T63" fmla="*/ 2147483647 h 822"/>
                <a:gd name="T64" fmla="*/ 2147483647 w 576"/>
                <a:gd name="T65" fmla="*/ 2147483647 h 822"/>
                <a:gd name="T66" fmla="*/ 2147483647 w 576"/>
                <a:gd name="T67" fmla="*/ 2147483647 h 822"/>
                <a:gd name="T68" fmla="*/ 2147483647 w 576"/>
                <a:gd name="T69" fmla="*/ 2147483647 h 822"/>
                <a:gd name="T70" fmla="*/ 2147483647 w 576"/>
                <a:gd name="T71" fmla="*/ 2147483647 h 822"/>
                <a:gd name="T72" fmla="*/ 2147483647 w 576"/>
                <a:gd name="T73" fmla="*/ 2147483647 h 822"/>
                <a:gd name="T74" fmla="*/ 2147483647 w 576"/>
                <a:gd name="T75" fmla="*/ 2147483647 h 822"/>
                <a:gd name="T76" fmla="*/ 2147483647 w 576"/>
                <a:gd name="T77" fmla="*/ 2147483647 h 822"/>
                <a:gd name="T78" fmla="*/ 2147483647 w 576"/>
                <a:gd name="T79" fmla="*/ 2147483647 h 822"/>
                <a:gd name="T80" fmla="*/ 2147483647 w 576"/>
                <a:gd name="T81" fmla="*/ 2147483647 h 822"/>
                <a:gd name="T82" fmla="*/ 2147483647 w 576"/>
                <a:gd name="T83" fmla="*/ 2147483647 h 822"/>
                <a:gd name="T84" fmla="*/ 2147483647 w 576"/>
                <a:gd name="T85" fmla="*/ 2147483647 h 822"/>
                <a:gd name="T86" fmla="*/ 2147483647 w 576"/>
                <a:gd name="T87" fmla="*/ 2147483647 h 822"/>
                <a:gd name="T88" fmla="*/ 2147483647 w 576"/>
                <a:gd name="T89" fmla="*/ 2147483647 h 822"/>
                <a:gd name="T90" fmla="*/ 2147483647 w 576"/>
                <a:gd name="T91" fmla="*/ 2147483647 h 822"/>
                <a:gd name="T92" fmla="*/ 2147483647 w 576"/>
                <a:gd name="T93" fmla="*/ 2147483647 h 822"/>
                <a:gd name="T94" fmla="*/ 2147483647 w 576"/>
                <a:gd name="T95" fmla="*/ 2147483647 h 822"/>
                <a:gd name="T96" fmla="*/ 2147483647 w 576"/>
                <a:gd name="T97" fmla="*/ 2147483647 h 822"/>
                <a:gd name="T98" fmla="*/ 2147483647 w 576"/>
                <a:gd name="T99" fmla="*/ 2147483647 h 822"/>
                <a:gd name="T100" fmla="*/ 2147483647 w 576"/>
                <a:gd name="T101" fmla="*/ 2147483647 h 822"/>
                <a:gd name="T102" fmla="*/ 2147483647 w 576"/>
                <a:gd name="T103" fmla="*/ 2147483647 h 822"/>
                <a:gd name="T104" fmla="*/ 2147483647 w 576"/>
                <a:gd name="T105" fmla="*/ 2147483647 h 822"/>
                <a:gd name="T106" fmla="*/ 2147483647 w 576"/>
                <a:gd name="T107" fmla="*/ 2147483647 h 822"/>
                <a:gd name="T108" fmla="*/ 2147483647 w 576"/>
                <a:gd name="T109" fmla="*/ 2147483647 h 822"/>
                <a:gd name="T110" fmla="*/ 2147483647 w 576"/>
                <a:gd name="T111" fmla="*/ 2147483647 h 822"/>
                <a:gd name="T112" fmla="*/ 2147483647 w 576"/>
                <a:gd name="T113" fmla="*/ 2147483647 h 822"/>
                <a:gd name="T114" fmla="*/ 2147483647 w 576"/>
                <a:gd name="T115" fmla="*/ 2147483647 h 822"/>
                <a:gd name="T116" fmla="*/ 2147483647 w 576"/>
                <a:gd name="T117" fmla="*/ 2147483647 h 822"/>
                <a:gd name="T118" fmla="*/ 2147483647 w 576"/>
                <a:gd name="T119" fmla="*/ 2147483647 h 822"/>
                <a:gd name="T120" fmla="*/ 2147483647 w 576"/>
                <a:gd name="T121" fmla="*/ 2147483647 h 822"/>
                <a:gd name="T122" fmla="*/ 2147483647 w 576"/>
                <a:gd name="T123" fmla="*/ 2147483647 h 82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576"/>
                <a:gd name="T187" fmla="*/ 0 h 822"/>
                <a:gd name="T188" fmla="*/ 576 w 576"/>
                <a:gd name="T189" fmla="*/ 822 h 82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576" h="822">
                  <a:moveTo>
                    <a:pt x="162" y="378"/>
                  </a:moveTo>
                  <a:lnTo>
                    <a:pt x="156" y="378"/>
                  </a:lnTo>
                  <a:lnTo>
                    <a:pt x="150" y="384"/>
                  </a:lnTo>
                  <a:lnTo>
                    <a:pt x="150" y="396"/>
                  </a:lnTo>
                  <a:lnTo>
                    <a:pt x="144" y="414"/>
                  </a:lnTo>
                  <a:lnTo>
                    <a:pt x="156" y="402"/>
                  </a:lnTo>
                  <a:lnTo>
                    <a:pt x="162" y="390"/>
                  </a:lnTo>
                  <a:lnTo>
                    <a:pt x="162" y="378"/>
                  </a:lnTo>
                  <a:close/>
                  <a:moveTo>
                    <a:pt x="132" y="312"/>
                  </a:moveTo>
                  <a:lnTo>
                    <a:pt x="126" y="312"/>
                  </a:lnTo>
                  <a:lnTo>
                    <a:pt x="126" y="336"/>
                  </a:lnTo>
                  <a:lnTo>
                    <a:pt x="132" y="336"/>
                  </a:lnTo>
                  <a:lnTo>
                    <a:pt x="138" y="330"/>
                  </a:lnTo>
                  <a:lnTo>
                    <a:pt x="150" y="330"/>
                  </a:lnTo>
                  <a:lnTo>
                    <a:pt x="144" y="318"/>
                  </a:lnTo>
                  <a:lnTo>
                    <a:pt x="138" y="312"/>
                  </a:lnTo>
                  <a:lnTo>
                    <a:pt x="132" y="312"/>
                  </a:lnTo>
                  <a:close/>
                  <a:moveTo>
                    <a:pt x="114" y="390"/>
                  </a:moveTo>
                  <a:lnTo>
                    <a:pt x="126" y="390"/>
                  </a:lnTo>
                  <a:lnTo>
                    <a:pt x="138" y="384"/>
                  </a:lnTo>
                  <a:lnTo>
                    <a:pt x="138" y="372"/>
                  </a:lnTo>
                  <a:lnTo>
                    <a:pt x="132" y="366"/>
                  </a:lnTo>
                  <a:lnTo>
                    <a:pt x="120" y="366"/>
                  </a:lnTo>
                  <a:lnTo>
                    <a:pt x="114" y="372"/>
                  </a:lnTo>
                  <a:lnTo>
                    <a:pt x="108" y="384"/>
                  </a:lnTo>
                  <a:lnTo>
                    <a:pt x="108" y="390"/>
                  </a:lnTo>
                  <a:lnTo>
                    <a:pt x="114" y="390"/>
                  </a:lnTo>
                  <a:close/>
                  <a:moveTo>
                    <a:pt x="330" y="120"/>
                  </a:moveTo>
                  <a:lnTo>
                    <a:pt x="324" y="120"/>
                  </a:lnTo>
                  <a:lnTo>
                    <a:pt x="318" y="126"/>
                  </a:lnTo>
                  <a:lnTo>
                    <a:pt x="318" y="138"/>
                  </a:lnTo>
                  <a:lnTo>
                    <a:pt x="330" y="138"/>
                  </a:lnTo>
                  <a:lnTo>
                    <a:pt x="336" y="126"/>
                  </a:lnTo>
                  <a:lnTo>
                    <a:pt x="330" y="120"/>
                  </a:lnTo>
                  <a:close/>
                  <a:moveTo>
                    <a:pt x="138" y="258"/>
                  </a:moveTo>
                  <a:lnTo>
                    <a:pt x="138" y="234"/>
                  </a:lnTo>
                  <a:lnTo>
                    <a:pt x="126" y="234"/>
                  </a:lnTo>
                  <a:lnTo>
                    <a:pt x="120" y="240"/>
                  </a:lnTo>
                  <a:lnTo>
                    <a:pt x="120" y="246"/>
                  </a:lnTo>
                  <a:lnTo>
                    <a:pt x="126" y="252"/>
                  </a:lnTo>
                  <a:lnTo>
                    <a:pt x="108" y="252"/>
                  </a:lnTo>
                  <a:lnTo>
                    <a:pt x="108" y="258"/>
                  </a:lnTo>
                  <a:lnTo>
                    <a:pt x="114" y="264"/>
                  </a:lnTo>
                  <a:lnTo>
                    <a:pt x="120" y="264"/>
                  </a:lnTo>
                  <a:lnTo>
                    <a:pt x="126" y="270"/>
                  </a:lnTo>
                  <a:lnTo>
                    <a:pt x="150" y="270"/>
                  </a:lnTo>
                  <a:lnTo>
                    <a:pt x="138" y="258"/>
                  </a:lnTo>
                  <a:close/>
                  <a:moveTo>
                    <a:pt x="474" y="0"/>
                  </a:moveTo>
                  <a:lnTo>
                    <a:pt x="468" y="0"/>
                  </a:lnTo>
                  <a:lnTo>
                    <a:pt x="456" y="12"/>
                  </a:lnTo>
                  <a:lnTo>
                    <a:pt x="474" y="12"/>
                  </a:lnTo>
                  <a:lnTo>
                    <a:pt x="474" y="6"/>
                  </a:lnTo>
                  <a:lnTo>
                    <a:pt x="480" y="0"/>
                  </a:lnTo>
                  <a:lnTo>
                    <a:pt x="474" y="0"/>
                  </a:lnTo>
                  <a:close/>
                  <a:moveTo>
                    <a:pt x="432" y="48"/>
                  </a:moveTo>
                  <a:lnTo>
                    <a:pt x="432" y="66"/>
                  </a:lnTo>
                  <a:lnTo>
                    <a:pt x="438" y="66"/>
                  </a:lnTo>
                  <a:lnTo>
                    <a:pt x="444" y="60"/>
                  </a:lnTo>
                  <a:lnTo>
                    <a:pt x="450" y="48"/>
                  </a:lnTo>
                  <a:lnTo>
                    <a:pt x="450" y="24"/>
                  </a:lnTo>
                  <a:lnTo>
                    <a:pt x="438" y="12"/>
                  </a:lnTo>
                  <a:lnTo>
                    <a:pt x="432" y="24"/>
                  </a:lnTo>
                  <a:lnTo>
                    <a:pt x="426" y="30"/>
                  </a:lnTo>
                  <a:lnTo>
                    <a:pt x="420" y="30"/>
                  </a:lnTo>
                  <a:lnTo>
                    <a:pt x="420" y="42"/>
                  </a:lnTo>
                  <a:lnTo>
                    <a:pt x="426" y="42"/>
                  </a:lnTo>
                  <a:lnTo>
                    <a:pt x="432" y="48"/>
                  </a:lnTo>
                  <a:close/>
                  <a:moveTo>
                    <a:pt x="342" y="138"/>
                  </a:moveTo>
                  <a:lnTo>
                    <a:pt x="342" y="150"/>
                  </a:lnTo>
                  <a:lnTo>
                    <a:pt x="354" y="138"/>
                  </a:lnTo>
                  <a:lnTo>
                    <a:pt x="342" y="138"/>
                  </a:lnTo>
                  <a:close/>
                  <a:moveTo>
                    <a:pt x="192" y="402"/>
                  </a:moveTo>
                  <a:lnTo>
                    <a:pt x="192" y="390"/>
                  </a:lnTo>
                  <a:lnTo>
                    <a:pt x="186" y="384"/>
                  </a:lnTo>
                  <a:lnTo>
                    <a:pt x="186" y="378"/>
                  </a:lnTo>
                  <a:lnTo>
                    <a:pt x="174" y="390"/>
                  </a:lnTo>
                  <a:lnTo>
                    <a:pt x="174" y="396"/>
                  </a:lnTo>
                  <a:lnTo>
                    <a:pt x="180" y="402"/>
                  </a:lnTo>
                  <a:lnTo>
                    <a:pt x="192" y="402"/>
                  </a:lnTo>
                  <a:close/>
                  <a:moveTo>
                    <a:pt x="504" y="588"/>
                  </a:moveTo>
                  <a:lnTo>
                    <a:pt x="498" y="594"/>
                  </a:lnTo>
                  <a:lnTo>
                    <a:pt x="498" y="600"/>
                  </a:lnTo>
                  <a:lnTo>
                    <a:pt x="480" y="600"/>
                  </a:lnTo>
                  <a:lnTo>
                    <a:pt x="480" y="588"/>
                  </a:lnTo>
                  <a:lnTo>
                    <a:pt x="486" y="576"/>
                  </a:lnTo>
                  <a:lnTo>
                    <a:pt x="498" y="564"/>
                  </a:lnTo>
                  <a:lnTo>
                    <a:pt x="492" y="558"/>
                  </a:lnTo>
                  <a:lnTo>
                    <a:pt x="456" y="540"/>
                  </a:lnTo>
                  <a:lnTo>
                    <a:pt x="450" y="540"/>
                  </a:lnTo>
                  <a:lnTo>
                    <a:pt x="444" y="534"/>
                  </a:lnTo>
                  <a:lnTo>
                    <a:pt x="450" y="534"/>
                  </a:lnTo>
                  <a:lnTo>
                    <a:pt x="456" y="528"/>
                  </a:lnTo>
                  <a:lnTo>
                    <a:pt x="480" y="528"/>
                  </a:lnTo>
                  <a:lnTo>
                    <a:pt x="468" y="516"/>
                  </a:lnTo>
                  <a:lnTo>
                    <a:pt x="468" y="510"/>
                  </a:lnTo>
                  <a:lnTo>
                    <a:pt x="456" y="498"/>
                  </a:lnTo>
                  <a:lnTo>
                    <a:pt x="450" y="486"/>
                  </a:lnTo>
                  <a:lnTo>
                    <a:pt x="432" y="468"/>
                  </a:lnTo>
                  <a:lnTo>
                    <a:pt x="420" y="468"/>
                  </a:lnTo>
                  <a:lnTo>
                    <a:pt x="414" y="456"/>
                  </a:lnTo>
                  <a:lnTo>
                    <a:pt x="402" y="450"/>
                  </a:lnTo>
                  <a:lnTo>
                    <a:pt x="390" y="438"/>
                  </a:lnTo>
                  <a:lnTo>
                    <a:pt x="390" y="414"/>
                  </a:lnTo>
                  <a:lnTo>
                    <a:pt x="396" y="402"/>
                  </a:lnTo>
                  <a:lnTo>
                    <a:pt x="396" y="390"/>
                  </a:lnTo>
                  <a:lnTo>
                    <a:pt x="384" y="390"/>
                  </a:lnTo>
                  <a:lnTo>
                    <a:pt x="378" y="384"/>
                  </a:lnTo>
                  <a:lnTo>
                    <a:pt x="372" y="372"/>
                  </a:lnTo>
                  <a:lnTo>
                    <a:pt x="360" y="360"/>
                  </a:lnTo>
                  <a:lnTo>
                    <a:pt x="342" y="354"/>
                  </a:lnTo>
                  <a:lnTo>
                    <a:pt x="324" y="354"/>
                  </a:lnTo>
                  <a:lnTo>
                    <a:pt x="306" y="360"/>
                  </a:lnTo>
                  <a:lnTo>
                    <a:pt x="294" y="366"/>
                  </a:lnTo>
                  <a:lnTo>
                    <a:pt x="288" y="366"/>
                  </a:lnTo>
                  <a:lnTo>
                    <a:pt x="270" y="348"/>
                  </a:lnTo>
                  <a:lnTo>
                    <a:pt x="282" y="348"/>
                  </a:lnTo>
                  <a:lnTo>
                    <a:pt x="294" y="354"/>
                  </a:lnTo>
                  <a:lnTo>
                    <a:pt x="306" y="354"/>
                  </a:lnTo>
                  <a:lnTo>
                    <a:pt x="330" y="342"/>
                  </a:lnTo>
                  <a:lnTo>
                    <a:pt x="336" y="336"/>
                  </a:lnTo>
                  <a:lnTo>
                    <a:pt x="330" y="336"/>
                  </a:lnTo>
                  <a:lnTo>
                    <a:pt x="324" y="330"/>
                  </a:lnTo>
                  <a:lnTo>
                    <a:pt x="306" y="330"/>
                  </a:lnTo>
                  <a:lnTo>
                    <a:pt x="330" y="324"/>
                  </a:lnTo>
                  <a:lnTo>
                    <a:pt x="336" y="318"/>
                  </a:lnTo>
                  <a:lnTo>
                    <a:pt x="348" y="312"/>
                  </a:lnTo>
                  <a:lnTo>
                    <a:pt x="360" y="300"/>
                  </a:lnTo>
                  <a:lnTo>
                    <a:pt x="360" y="288"/>
                  </a:lnTo>
                  <a:lnTo>
                    <a:pt x="366" y="276"/>
                  </a:lnTo>
                  <a:lnTo>
                    <a:pt x="372" y="270"/>
                  </a:lnTo>
                  <a:lnTo>
                    <a:pt x="378" y="258"/>
                  </a:lnTo>
                  <a:lnTo>
                    <a:pt x="384" y="252"/>
                  </a:lnTo>
                  <a:lnTo>
                    <a:pt x="396" y="246"/>
                  </a:lnTo>
                  <a:lnTo>
                    <a:pt x="402" y="246"/>
                  </a:lnTo>
                  <a:lnTo>
                    <a:pt x="402" y="240"/>
                  </a:lnTo>
                  <a:lnTo>
                    <a:pt x="396" y="234"/>
                  </a:lnTo>
                  <a:lnTo>
                    <a:pt x="318" y="234"/>
                  </a:lnTo>
                  <a:lnTo>
                    <a:pt x="318" y="228"/>
                  </a:lnTo>
                  <a:lnTo>
                    <a:pt x="288" y="228"/>
                  </a:lnTo>
                  <a:lnTo>
                    <a:pt x="276" y="234"/>
                  </a:lnTo>
                  <a:lnTo>
                    <a:pt x="264" y="234"/>
                  </a:lnTo>
                  <a:lnTo>
                    <a:pt x="258" y="240"/>
                  </a:lnTo>
                  <a:lnTo>
                    <a:pt x="252" y="240"/>
                  </a:lnTo>
                  <a:lnTo>
                    <a:pt x="264" y="228"/>
                  </a:lnTo>
                  <a:lnTo>
                    <a:pt x="252" y="216"/>
                  </a:lnTo>
                  <a:lnTo>
                    <a:pt x="270" y="210"/>
                  </a:lnTo>
                  <a:lnTo>
                    <a:pt x="300" y="192"/>
                  </a:lnTo>
                  <a:lnTo>
                    <a:pt x="312" y="186"/>
                  </a:lnTo>
                  <a:lnTo>
                    <a:pt x="324" y="162"/>
                  </a:lnTo>
                  <a:lnTo>
                    <a:pt x="318" y="156"/>
                  </a:lnTo>
                  <a:lnTo>
                    <a:pt x="288" y="156"/>
                  </a:lnTo>
                  <a:lnTo>
                    <a:pt x="276" y="162"/>
                  </a:lnTo>
                  <a:lnTo>
                    <a:pt x="258" y="168"/>
                  </a:lnTo>
                  <a:lnTo>
                    <a:pt x="240" y="168"/>
                  </a:lnTo>
                  <a:lnTo>
                    <a:pt x="228" y="162"/>
                  </a:lnTo>
                  <a:lnTo>
                    <a:pt x="216" y="162"/>
                  </a:lnTo>
                  <a:lnTo>
                    <a:pt x="210" y="168"/>
                  </a:lnTo>
                  <a:lnTo>
                    <a:pt x="210" y="174"/>
                  </a:lnTo>
                  <a:lnTo>
                    <a:pt x="216" y="180"/>
                  </a:lnTo>
                  <a:lnTo>
                    <a:pt x="204" y="180"/>
                  </a:lnTo>
                  <a:lnTo>
                    <a:pt x="192" y="192"/>
                  </a:lnTo>
                  <a:lnTo>
                    <a:pt x="192" y="210"/>
                  </a:lnTo>
                  <a:lnTo>
                    <a:pt x="198" y="216"/>
                  </a:lnTo>
                  <a:lnTo>
                    <a:pt x="156" y="222"/>
                  </a:lnTo>
                  <a:lnTo>
                    <a:pt x="156" y="234"/>
                  </a:lnTo>
                  <a:lnTo>
                    <a:pt x="168" y="240"/>
                  </a:lnTo>
                  <a:lnTo>
                    <a:pt x="180" y="264"/>
                  </a:lnTo>
                  <a:lnTo>
                    <a:pt x="162" y="282"/>
                  </a:lnTo>
                  <a:lnTo>
                    <a:pt x="162" y="294"/>
                  </a:lnTo>
                  <a:lnTo>
                    <a:pt x="144" y="300"/>
                  </a:lnTo>
                  <a:lnTo>
                    <a:pt x="156" y="312"/>
                  </a:lnTo>
                  <a:lnTo>
                    <a:pt x="168" y="312"/>
                  </a:lnTo>
                  <a:lnTo>
                    <a:pt x="180" y="306"/>
                  </a:lnTo>
                  <a:lnTo>
                    <a:pt x="186" y="300"/>
                  </a:lnTo>
                  <a:lnTo>
                    <a:pt x="186" y="318"/>
                  </a:lnTo>
                  <a:lnTo>
                    <a:pt x="180" y="318"/>
                  </a:lnTo>
                  <a:lnTo>
                    <a:pt x="168" y="330"/>
                  </a:lnTo>
                  <a:lnTo>
                    <a:pt x="156" y="336"/>
                  </a:lnTo>
                  <a:lnTo>
                    <a:pt x="156" y="360"/>
                  </a:lnTo>
                  <a:lnTo>
                    <a:pt x="162" y="372"/>
                  </a:lnTo>
                  <a:lnTo>
                    <a:pt x="168" y="366"/>
                  </a:lnTo>
                  <a:lnTo>
                    <a:pt x="198" y="366"/>
                  </a:lnTo>
                  <a:lnTo>
                    <a:pt x="210" y="360"/>
                  </a:lnTo>
                  <a:lnTo>
                    <a:pt x="216" y="354"/>
                  </a:lnTo>
                  <a:lnTo>
                    <a:pt x="198" y="372"/>
                  </a:lnTo>
                  <a:lnTo>
                    <a:pt x="210" y="402"/>
                  </a:lnTo>
                  <a:lnTo>
                    <a:pt x="204" y="408"/>
                  </a:lnTo>
                  <a:lnTo>
                    <a:pt x="198" y="420"/>
                  </a:lnTo>
                  <a:lnTo>
                    <a:pt x="186" y="426"/>
                  </a:lnTo>
                  <a:lnTo>
                    <a:pt x="180" y="438"/>
                  </a:lnTo>
                  <a:lnTo>
                    <a:pt x="180" y="450"/>
                  </a:lnTo>
                  <a:lnTo>
                    <a:pt x="186" y="456"/>
                  </a:lnTo>
                  <a:lnTo>
                    <a:pt x="204" y="456"/>
                  </a:lnTo>
                  <a:lnTo>
                    <a:pt x="216" y="450"/>
                  </a:lnTo>
                  <a:lnTo>
                    <a:pt x="240" y="450"/>
                  </a:lnTo>
                  <a:lnTo>
                    <a:pt x="252" y="444"/>
                  </a:lnTo>
                  <a:lnTo>
                    <a:pt x="258" y="438"/>
                  </a:lnTo>
                  <a:lnTo>
                    <a:pt x="270" y="432"/>
                  </a:lnTo>
                  <a:lnTo>
                    <a:pt x="300" y="438"/>
                  </a:lnTo>
                  <a:lnTo>
                    <a:pt x="288" y="444"/>
                  </a:lnTo>
                  <a:lnTo>
                    <a:pt x="264" y="468"/>
                  </a:lnTo>
                  <a:lnTo>
                    <a:pt x="264" y="474"/>
                  </a:lnTo>
                  <a:lnTo>
                    <a:pt x="282" y="492"/>
                  </a:lnTo>
                  <a:lnTo>
                    <a:pt x="294" y="492"/>
                  </a:lnTo>
                  <a:lnTo>
                    <a:pt x="300" y="498"/>
                  </a:lnTo>
                  <a:lnTo>
                    <a:pt x="306" y="498"/>
                  </a:lnTo>
                  <a:lnTo>
                    <a:pt x="312" y="516"/>
                  </a:lnTo>
                  <a:lnTo>
                    <a:pt x="294" y="534"/>
                  </a:lnTo>
                  <a:lnTo>
                    <a:pt x="294" y="564"/>
                  </a:lnTo>
                  <a:lnTo>
                    <a:pt x="222" y="564"/>
                  </a:lnTo>
                  <a:lnTo>
                    <a:pt x="216" y="558"/>
                  </a:lnTo>
                  <a:lnTo>
                    <a:pt x="198" y="558"/>
                  </a:lnTo>
                  <a:lnTo>
                    <a:pt x="192" y="564"/>
                  </a:lnTo>
                  <a:lnTo>
                    <a:pt x="210" y="582"/>
                  </a:lnTo>
                  <a:lnTo>
                    <a:pt x="186" y="600"/>
                  </a:lnTo>
                  <a:lnTo>
                    <a:pt x="228" y="594"/>
                  </a:lnTo>
                  <a:lnTo>
                    <a:pt x="228" y="618"/>
                  </a:lnTo>
                  <a:lnTo>
                    <a:pt x="216" y="642"/>
                  </a:lnTo>
                  <a:lnTo>
                    <a:pt x="210" y="648"/>
                  </a:lnTo>
                  <a:lnTo>
                    <a:pt x="198" y="654"/>
                  </a:lnTo>
                  <a:lnTo>
                    <a:pt x="180" y="660"/>
                  </a:lnTo>
                  <a:lnTo>
                    <a:pt x="168" y="666"/>
                  </a:lnTo>
                  <a:lnTo>
                    <a:pt x="162" y="666"/>
                  </a:lnTo>
                  <a:lnTo>
                    <a:pt x="162" y="690"/>
                  </a:lnTo>
                  <a:lnTo>
                    <a:pt x="168" y="696"/>
                  </a:lnTo>
                  <a:lnTo>
                    <a:pt x="174" y="696"/>
                  </a:lnTo>
                  <a:lnTo>
                    <a:pt x="180" y="690"/>
                  </a:lnTo>
                  <a:lnTo>
                    <a:pt x="192" y="684"/>
                  </a:lnTo>
                  <a:lnTo>
                    <a:pt x="198" y="678"/>
                  </a:lnTo>
                  <a:lnTo>
                    <a:pt x="204" y="684"/>
                  </a:lnTo>
                  <a:lnTo>
                    <a:pt x="204" y="690"/>
                  </a:lnTo>
                  <a:lnTo>
                    <a:pt x="210" y="696"/>
                  </a:lnTo>
                  <a:lnTo>
                    <a:pt x="234" y="696"/>
                  </a:lnTo>
                  <a:lnTo>
                    <a:pt x="240" y="702"/>
                  </a:lnTo>
                  <a:lnTo>
                    <a:pt x="252" y="708"/>
                  </a:lnTo>
                  <a:lnTo>
                    <a:pt x="258" y="708"/>
                  </a:lnTo>
                  <a:lnTo>
                    <a:pt x="276" y="702"/>
                  </a:lnTo>
                  <a:lnTo>
                    <a:pt x="288" y="696"/>
                  </a:lnTo>
                  <a:lnTo>
                    <a:pt x="294" y="690"/>
                  </a:lnTo>
                  <a:lnTo>
                    <a:pt x="318" y="690"/>
                  </a:lnTo>
                  <a:lnTo>
                    <a:pt x="312" y="696"/>
                  </a:lnTo>
                  <a:lnTo>
                    <a:pt x="300" y="702"/>
                  </a:lnTo>
                  <a:lnTo>
                    <a:pt x="294" y="714"/>
                  </a:lnTo>
                  <a:lnTo>
                    <a:pt x="282" y="720"/>
                  </a:lnTo>
                  <a:lnTo>
                    <a:pt x="276" y="726"/>
                  </a:lnTo>
                  <a:lnTo>
                    <a:pt x="210" y="726"/>
                  </a:lnTo>
                  <a:lnTo>
                    <a:pt x="210" y="738"/>
                  </a:lnTo>
                  <a:lnTo>
                    <a:pt x="198" y="738"/>
                  </a:lnTo>
                  <a:lnTo>
                    <a:pt x="186" y="744"/>
                  </a:lnTo>
                  <a:lnTo>
                    <a:pt x="180" y="750"/>
                  </a:lnTo>
                  <a:lnTo>
                    <a:pt x="180" y="768"/>
                  </a:lnTo>
                  <a:lnTo>
                    <a:pt x="174" y="774"/>
                  </a:lnTo>
                  <a:lnTo>
                    <a:pt x="144" y="774"/>
                  </a:lnTo>
                  <a:lnTo>
                    <a:pt x="144" y="780"/>
                  </a:lnTo>
                  <a:lnTo>
                    <a:pt x="138" y="786"/>
                  </a:lnTo>
                  <a:lnTo>
                    <a:pt x="138" y="792"/>
                  </a:lnTo>
                  <a:lnTo>
                    <a:pt x="126" y="804"/>
                  </a:lnTo>
                  <a:lnTo>
                    <a:pt x="114" y="810"/>
                  </a:lnTo>
                  <a:lnTo>
                    <a:pt x="108" y="810"/>
                  </a:lnTo>
                  <a:lnTo>
                    <a:pt x="108" y="816"/>
                  </a:lnTo>
                  <a:lnTo>
                    <a:pt x="114" y="816"/>
                  </a:lnTo>
                  <a:lnTo>
                    <a:pt x="120" y="822"/>
                  </a:lnTo>
                  <a:lnTo>
                    <a:pt x="150" y="822"/>
                  </a:lnTo>
                  <a:lnTo>
                    <a:pt x="156" y="810"/>
                  </a:lnTo>
                  <a:lnTo>
                    <a:pt x="174" y="792"/>
                  </a:lnTo>
                  <a:lnTo>
                    <a:pt x="210" y="792"/>
                  </a:lnTo>
                  <a:lnTo>
                    <a:pt x="216" y="798"/>
                  </a:lnTo>
                  <a:lnTo>
                    <a:pt x="228" y="804"/>
                  </a:lnTo>
                  <a:lnTo>
                    <a:pt x="240" y="804"/>
                  </a:lnTo>
                  <a:lnTo>
                    <a:pt x="246" y="792"/>
                  </a:lnTo>
                  <a:lnTo>
                    <a:pt x="252" y="786"/>
                  </a:lnTo>
                  <a:lnTo>
                    <a:pt x="258" y="774"/>
                  </a:lnTo>
                  <a:lnTo>
                    <a:pt x="270" y="762"/>
                  </a:lnTo>
                  <a:lnTo>
                    <a:pt x="288" y="762"/>
                  </a:lnTo>
                  <a:lnTo>
                    <a:pt x="300" y="774"/>
                  </a:lnTo>
                  <a:lnTo>
                    <a:pt x="330" y="774"/>
                  </a:lnTo>
                  <a:lnTo>
                    <a:pt x="354" y="762"/>
                  </a:lnTo>
                  <a:lnTo>
                    <a:pt x="360" y="762"/>
                  </a:lnTo>
                  <a:lnTo>
                    <a:pt x="366" y="768"/>
                  </a:lnTo>
                  <a:lnTo>
                    <a:pt x="378" y="768"/>
                  </a:lnTo>
                  <a:lnTo>
                    <a:pt x="390" y="774"/>
                  </a:lnTo>
                  <a:lnTo>
                    <a:pt x="396" y="774"/>
                  </a:lnTo>
                  <a:lnTo>
                    <a:pt x="396" y="768"/>
                  </a:lnTo>
                  <a:lnTo>
                    <a:pt x="390" y="762"/>
                  </a:lnTo>
                  <a:lnTo>
                    <a:pt x="390" y="750"/>
                  </a:lnTo>
                  <a:lnTo>
                    <a:pt x="396" y="750"/>
                  </a:lnTo>
                  <a:lnTo>
                    <a:pt x="408" y="756"/>
                  </a:lnTo>
                  <a:lnTo>
                    <a:pt x="414" y="762"/>
                  </a:lnTo>
                  <a:lnTo>
                    <a:pt x="426" y="756"/>
                  </a:lnTo>
                  <a:lnTo>
                    <a:pt x="498" y="756"/>
                  </a:lnTo>
                  <a:lnTo>
                    <a:pt x="522" y="750"/>
                  </a:lnTo>
                  <a:lnTo>
                    <a:pt x="534" y="744"/>
                  </a:lnTo>
                  <a:lnTo>
                    <a:pt x="540" y="732"/>
                  </a:lnTo>
                  <a:lnTo>
                    <a:pt x="546" y="726"/>
                  </a:lnTo>
                  <a:lnTo>
                    <a:pt x="552" y="714"/>
                  </a:lnTo>
                  <a:lnTo>
                    <a:pt x="498" y="708"/>
                  </a:lnTo>
                  <a:lnTo>
                    <a:pt x="522" y="702"/>
                  </a:lnTo>
                  <a:lnTo>
                    <a:pt x="516" y="684"/>
                  </a:lnTo>
                  <a:lnTo>
                    <a:pt x="528" y="672"/>
                  </a:lnTo>
                  <a:lnTo>
                    <a:pt x="540" y="666"/>
                  </a:lnTo>
                  <a:lnTo>
                    <a:pt x="546" y="666"/>
                  </a:lnTo>
                  <a:lnTo>
                    <a:pt x="558" y="660"/>
                  </a:lnTo>
                  <a:lnTo>
                    <a:pt x="564" y="654"/>
                  </a:lnTo>
                  <a:lnTo>
                    <a:pt x="576" y="618"/>
                  </a:lnTo>
                  <a:lnTo>
                    <a:pt x="570" y="606"/>
                  </a:lnTo>
                  <a:lnTo>
                    <a:pt x="564" y="600"/>
                  </a:lnTo>
                  <a:lnTo>
                    <a:pt x="552" y="594"/>
                  </a:lnTo>
                  <a:lnTo>
                    <a:pt x="540" y="594"/>
                  </a:lnTo>
                  <a:lnTo>
                    <a:pt x="528" y="588"/>
                  </a:lnTo>
                  <a:lnTo>
                    <a:pt x="504" y="588"/>
                  </a:lnTo>
                  <a:close/>
                  <a:moveTo>
                    <a:pt x="222" y="486"/>
                  </a:moveTo>
                  <a:lnTo>
                    <a:pt x="216" y="480"/>
                  </a:lnTo>
                  <a:lnTo>
                    <a:pt x="204" y="480"/>
                  </a:lnTo>
                  <a:lnTo>
                    <a:pt x="204" y="486"/>
                  </a:lnTo>
                  <a:lnTo>
                    <a:pt x="198" y="498"/>
                  </a:lnTo>
                  <a:lnTo>
                    <a:pt x="192" y="504"/>
                  </a:lnTo>
                  <a:lnTo>
                    <a:pt x="210" y="504"/>
                  </a:lnTo>
                  <a:lnTo>
                    <a:pt x="222" y="492"/>
                  </a:lnTo>
                  <a:lnTo>
                    <a:pt x="222" y="486"/>
                  </a:lnTo>
                  <a:close/>
                  <a:moveTo>
                    <a:pt x="126" y="504"/>
                  </a:moveTo>
                  <a:lnTo>
                    <a:pt x="132" y="498"/>
                  </a:lnTo>
                  <a:lnTo>
                    <a:pt x="132" y="492"/>
                  </a:lnTo>
                  <a:lnTo>
                    <a:pt x="144" y="492"/>
                  </a:lnTo>
                  <a:lnTo>
                    <a:pt x="150" y="480"/>
                  </a:lnTo>
                  <a:lnTo>
                    <a:pt x="156" y="474"/>
                  </a:lnTo>
                  <a:lnTo>
                    <a:pt x="156" y="462"/>
                  </a:lnTo>
                  <a:lnTo>
                    <a:pt x="138" y="444"/>
                  </a:lnTo>
                  <a:lnTo>
                    <a:pt x="138" y="432"/>
                  </a:lnTo>
                  <a:lnTo>
                    <a:pt x="132" y="438"/>
                  </a:lnTo>
                  <a:lnTo>
                    <a:pt x="126" y="426"/>
                  </a:lnTo>
                  <a:lnTo>
                    <a:pt x="120" y="420"/>
                  </a:lnTo>
                  <a:lnTo>
                    <a:pt x="78" y="420"/>
                  </a:lnTo>
                  <a:lnTo>
                    <a:pt x="72" y="426"/>
                  </a:lnTo>
                  <a:lnTo>
                    <a:pt x="30" y="450"/>
                  </a:lnTo>
                  <a:lnTo>
                    <a:pt x="30" y="462"/>
                  </a:lnTo>
                  <a:lnTo>
                    <a:pt x="24" y="462"/>
                  </a:lnTo>
                  <a:lnTo>
                    <a:pt x="18" y="468"/>
                  </a:lnTo>
                  <a:lnTo>
                    <a:pt x="12" y="468"/>
                  </a:lnTo>
                  <a:lnTo>
                    <a:pt x="0" y="480"/>
                  </a:lnTo>
                  <a:lnTo>
                    <a:pt x="6" y="486"/>
                  </a:lnTo>
                  <a:lnTo>
                    <a:pt x="30" y="498"/>
                  </a:lnTo>
                  <a:lnTo>
                    <a:pt x="42" y="498"/>
                  </a:lnTo>
                  <a:lnTo>
                    <a:pt x="66" y="474"/>
                  </a:lnTo>
                  <a:lnTo>
                    <a:pt x="84" y="498"/>
                  </a:lnTo>
                  <a:lnTo>
                    <a:pt x="120" y="504"/>
                  </a:lnTo>
                  <a:lnTo>
                    <a:pt x="126" y="504"/>
                  </a:lnTo>
                  <a:close/>
                  <a:moveTo>
                    <a:pt x="78" y="228"/>
                  </a:moveTo>
                  <a:lnTo>
                    <a:pt x="72" y="228"/>
                  </a:lnTo>
                  <a:lnTo>
                    <a:pt x="66" y="234"/>
                  </a:lnTo>
                  <a:lnTo>
                    <a:pt x="66" y="240"/>
                  </a:lnTo>
                  <a:lnTo>
                    <a:pt x="84" y="240"/>
                  </a:lnTo>
                  <a:lnTo>
                    <a:pt x="84" y="228"/>
                  </a:lnTo>
                  <a:lnTo>
                    <a:pt x="78" y="228"/>
                  </a:lnTo>
                  <a:close/>
                  <a:moveTo>
                    <a:pt x="108" y="210"/>
                  </a:moveTo>
                  <a:lnTo>
                    <a:pt x="126" y="210"/>
                  </a:lnTo>
                  <a:lnTo>
                    <a:pt x="132" y="204"/>
                  </a:lnTo>
                  <a:lnTo>
                    <a:pt x="132" y="198"/>
                  </a:lnTo>
                  <a:lnTo>
                    <a:pt x="138" y="186"/>
                  </a:lnTo>
                  <a:lnTo>
                    <a:pt x="150" y="174"/>
                  </a:lnTo>
                  <a:lnTo>
                    <a:pt x="150" y="168"/>
                  </a:lnTo>
                  <a:lnTo>
                    <a:pt x="138" y="174"/>
                  </a:lnTo>
                  <a:lnTo>
                    <a:pt x="132" y="174"/>
                  </a:lnTo>
                  <a:lnTo>
                    <a:pt x="114" y="192"/>
                  </a:lnTo>
                  <a:lnTo>
                    <a:pt x="108" y="186"/>
                  </a:lnTo>
                  <a:lnTo>
                    <a:pt x="96" y="186"/>
                  </a:lnTo>
                  <a:lnTo>
                    <a:pt x="90" y="192"/>
                  </a:lnTo>
                  <a:lnTo>
                    <a:pt x="90" y="210"/>
                  </a:lnTo>
                  <a:lnTo>
                    <a:pt x="96" y="216"/>
                  </a:lnTo>
                  <a:lnTo>
                    <a:pt x="96" y="228"/>
                  </a:lnTo>
                  <a:lnTo>
                    <a:pt x="108" y="210"/>
                  </a:lnTo>
                  <a:close/>
                  <a:moveTo>
                    <a:pt x="72" y="252"/>
                  </a:moveTo>
                  <a:lnTo>
                    <a:pt x="60" y="282"/>
                  </a:lnTo>
                  <a:lnTo>
                    <a:pt x="78" y="258"/>
                  </a:lnTo>
                  <a:lnTo>
                    <a:pt x="72" y="25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91" name="United Arab Emirates" descr="© INSCALE GmbH, 05.05.2010&#10;http://www.presentationload.com/">
              <a:extLst>
                <a:ext uri="{FF2B5EF4-FFF2-40B4-BE49-F238E27FC236}">
                  <a16:creationId xmlns:a16="http://schemas.microsoft.com/office/drawing/2014/main" id="{AF1CD190-696F-4FC6-9A57-739E6B9D2D36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922303" y="2299414"/>
              <a:ext cx="111148" cy="105325"/>
            </a:xfrm>
            <a:custGeom>
              <a:avLst/>
              <a:gdLst>
                <a:gd name="T0" fmla="*/ 2147483647 w 336"/>
                <a:gd name="T1" fmla="*/ 2147483647 h 318"/>
                <a:gd name="T2" fmla="*/ 2147483647 w 336"/>
                <a:gd name="T3" fmla="*/ 2147483647 h 318"/>
                <a:gd name="T4" fmla="*/ 2147483647 w 336"/>
                <a:gd name="T5" fmla="*/ 2147483647 h 318"/>
                <a:gd name="T6" fmla="*/ 2147483647 w 336"/>
                <a:gd name="T7" fmla="*/ 2147483647 h 318"/>
                <a:gd name="T8" fmla="*/ 2147483647 w 336"/>
                <a:gd name="T9" fmla="*/ 2147483647 h 318"/>
                <a:gd name="T10" fmla="*/ 2147483647 w 336"/>
                <a:gd name="T11" fmla="*/ 0 h 318"/>
                <a:gd name="T12" fmla="*/ 2147483647 w 336"/>
                <a:gd name="T13" fmla="*/ 2147483647 h 318"/>
                <a:gd name="T14" fmla="*/ 2147483647 w 336"/>
                <a:gd name="T15" fmla="*/ 2147483647 h 318"/>
                <a:gd name="T16" fmla="*/ 2147483647 w 336"/>
                <a:gd name="T17" fmla="*/ 2147483647 h 318"/>
                <a:gd name="T18" fmla="*/ 2147483647 w 336"/>
                <a:gd name="T19" fmla="*/ 2147483647 h 318"/>
                <a:gd name="T20" fmla="*/ 2147483647 w 336"/>
                <a:gd name="T21" fmla="*/ 2147483647 h 318"/>
                <a:gd name="T22" fmla="*/ 2147483647 w 336"/>
                <a:gd name="T23" fmla="*/ 2147483647 h 318"/>
                <a:gd name="T24" fmla="*/ 2147483647 w 336"/>
                <a:gd name="T25" fmla="*/ 2147483647 h 318"/>
                <a:gd name="T26" fmla="*/ 2147483647 w 336"/>
                <a:gd name="T27" fmla="*/ 2147483647 h 318"/>
                <a:gd name="T28" fmla="*/ 2147483647 w 336"/>
                <a:gd name="T29" fmla="*/ 2147483647 h 318"/>
                <a:gd name="T30" fmla="*/ 2147483647 w 336"/>
                <a:gd name="T31" fmla="*/ 2147483647 h 318"/>
                <a:gd name="T32" fmla="*/ 2147483647 w 336"/>
                <a:gd name="T33" fmla="*/ 2147483647 h 318"/>
                <a:gd name="T34" fmla="*/ 2147483647 w 336"/>
                <a:gd name="T35" fmla="*/ 2147483647 h 318"/>
                <a:gd name="T36" fmla="*/ 0 w 336"/>
                <a:gd name="T37" fmla="*/ 2147483647 h 318"/>
                <a:gd name="T38" fmla="*/ 2147483647 w 336"/>
                <a:gd name="T39" fmla="*/ 2147483647 h 318"/>
                <a:gd name="T40" fmla="*/ 2147483647 w 336"/>
                <a:gd name="T41" fmla="*/ 2147483647 h 318"/>
                <a:gd name="T42" fmla="*/ 2147483647 w 336"/>
                <a:gd name="T43" fmla="*/ 2147483647 h 318"/>
                <a:gd name="T44" fmla="*/ 2147483647 w 336"/>
                <a:gd name="T45" fmla="*/ 2147483647 h 318"/>
                <a:gd name="T46" fmla="*/ 2147483647 w 336"/>
                <a:gd name="T47" fmla="*/ 2147483647 h 318"/>
                <a:gd name="T48" fmla="*/ 2147483647 w 336"/>
                <a:gd name="T49" fmla="*/ 2147483647 h 318"/>
                <a:gd name="T50" fmla="*/ 2147483647 w 336"/>
                <a:gd name="T51" fmla="*/ 2147483647 h 318"/>
                <a:gd name="T52" fmla="*/ 2147483647 w 336"/>
                <a:gd name="T53" fmla="*/ 2147483647 h 318"/>
                <a:gd name="T54" fmla="*/ 2147483647 w 336"/>
                <a:gd name="T55" fmla="*/ 2147483647 h 318"/>
                <a:gd name="T56" fmla="*/ 2147483647 w 336"/>
                <a:gd name="T57" fmla="*/ 2147483647 h 318"/>
                <a:gd name="T58" fmla="*/ 2147483647 w 336"/>
                <a:gd name="T59" fmla="*/ 2147483647 h 318"/>
                <a:gd name="T60" fmla="*/ 2147483647 w 336"/>
                <a:gd name="T61" fmla="*/ 2147483647 h 318"/>
                <a:gd name="T62" fmla="*/ 2147483647 w 336"/>
                <a:gd name="T63" fmla="*/ 2147483647 h 318"/>
                <a:gd name="T64" fmla="*/ 2147483647 w 336"/>
                <a:gd name="T65" fmla="*/ 2147483647 h 318"/>
                <a:gd name="T66" fmla="*/ 2147483647 w 336"/>
                <a:gd name="T67" fmla="*/ 2147483647 h 318"/>
                <a:gd name="T68" fmla="*/ 2147483647 w 336"/>
                <a:gd name="T69" fmla="*/ 2147483647 h 31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36"/>
                <a:gd name="T106" fmla="*/ 0 h 318"/>
                <a:gd name="T107" fmla="*/ 336 w 336"/>
                <a:gd name="T108" fmla="*/ 318 h 31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36" h="318">
                  <a:moveTo>
                    <a:pt x="300" y="120"/>
                  </a:moveTo>
                  <a:lnTo>
                    <a:pt x="306" y="120"/>
                  </a:lnTo>
                  <a:lnTo>
                    <a:pt x="306" y="126"/>
                  </a:lnTo>
                  <a:lnTo>
                    <a:pt x="312" y="138"/>
                  </a:lnTo>
                  <a:lnTo>
                    <a:pt x="336" y="132"/>
                  </a:lnTo>
                  <a:lnTo>
                    <a:pt x="330" y="120"/>
                  </a:lnTo>
                  <a:lnTo>
                    <a:pt x="324" y="102"/>
                  </a:lnTo>
                  <a:lnTo>
                    <a:pt x="324" y="60"/>
                  </a:lnTo>
                  <a:lnTo>
                    <a:pt x="330" y="42"/>
                  </a:lnTo>
                  <a:lnTo>
                    <a:pt x="330" y="6"/>
                  </a:lnTo>
                  <a:lnTo>
                    <a:pt x="324" y="0"/>
                  </a:lnTo>
                  <a:lnTo>
                    <a:pt x="318" y="0"/>
                  </a:lnTo>
                  <a:lnTo>
                    <a:pt x="312" y="6"/>
                  </a:lnTo>
                  <a:lnTo>
                    <a:pt x="306" y="18"/>
                  </a:lnTo>
                  <a:lnTo>
                    <a:pt x="300" y="36"/>
                  </a:lnTo>
                  <a:lnTo>
                    <a:pt x="288" y="60"/>
                  </a:lnTo>
                  <a:lnTo>
                    <a:pt x="282" y="66"/>
                  </a:lnTo>
                  <a:lnTo>
                    <a:pt x="282" y="72"/>
                  </a:lnTo>
                  <a:lnTo>
                    <a:pt x="276" y="72"/>
                  </a:lnTo>
                  <a:lnTo>
                    <a:pt x="264" y="78"/>
                  </a:lnTo>
                  <a:lnTo>
                    <a:pt x="234" y="108"/>
                  </a:lnTo>
                  <a:lnTo>
                    <a:pt x="228" y="120"/>
                  </a:lnTo>
                  <a:lnTo>
                    <a:pt x="216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8" y="168"/>
                  </a:lnTo>
                  <a:lnTo>
                    <a:pt x="192" y="180"/>
                  </a:lnTo>
                  <a:lnTo>
                    <a:pt x="192" y="186"/>
                  </a:lnTo>
                  <a:lnTo>
                    <a:pt x="186" y="192"/>
                  </a:lnTo>
                  <a:lnTo>
                    <a:pt x="150" y="192"/>
                  </a:lnTo>
                  <a:lnTo>
                    <a:pt x="132" y="186"/>
                  </a:lnTo>
                  <a:lnTo>
                    <a:pt x="90" y="186"/>
                  </a:lnTo>
                  <a:lnTo>
                    <a:pt x="72" y="192"/>
                  </a:lnTo>
                  <a:lnTo>
                    <a:pt x="48" y="204"/>
                  </a:lnTo>
                  <a:lnTo>
                    <a:pt x="24" y="204"/>
                  </a:lnTo>
                  <a:lnTo>
                    <a:pt x="12" y="192"/>
                  </a:lnTo>
                  <a:lnTo>
                    <a:pt x="0" y="186"/>
                  </a:lnTo>
                  <a:lnTo>
                    <a:pt x="0" y="198"/>
                  </a:lnTo>
                  <a:lnTo>
                    <a:pt x="18" y="216"/>
                  </a:lnTo>
                  <a:lnTo>
                    <a:pt x="30" y="240"/>
                  </a:lnTo>
                  <a:lnTo>
                    <a:pt x="54" y="264"/>
                  </a:lnTo>
                  <a:lnTo>
                    <a:pt x="60" y="276"/>
                  </a:lnTo>
                  <a:lnTo>
                    <a:pt x="72" y="282"/>
                  </a:lnTo>
                  <a:lnTo>
                    <a:pt x="78" y="294"/>
                  </a:lnTo>
                  <a:lnTo>
                    <a:pt x="96" y="294"/>
                  </a:lnTo>
                  <a:lnTo>
                    <a:pt x="132" y="300"/>
                  </a:lnTo>
                  <a:lnTo>
                    <a:pt x="228" y="312"/>
                  </a:lnTo>
                  <a:lnTo>
                    <a:pt x="270" y="318"/>
                  </a:lnTo>
                  <a:lnTo>
                    <a:pt x="264" y="306"/>
                  </a:lnTo>
                  <a:lnTo>
                    <a:pt x="258" y="300"/>
                  </a:lnTo>
                  <a:lnTo>
                    <a:pt x="252" y="288"/>
                  </a:lnTo>
                  <a:lnTo>
                    <a:pt x="252" y="276"/>
                  </a:lnTo>
                  <a:lnTo>
                    <a:pt x="258" y="270"/>
                  </a:lnTo>
                  <a:lnTo>
                    <a:pt x="264" y="258"/>
                  </a:lnTo>
                  <a:lnTo>
                    <a:pt x="270" y="252"/>
                  </a:lnTo>
                  <a:lnTo>
                    <a:pt x="276" y="240"/>
                  </a:lnTo>
                  <a:lnTo>
                    <a:pt x="276" y="228"/>
                  </a:lnTo>
                  <a:lnTo>
                    <a:pt x="282" y="216"/>
                  </a:lnTo>
                  <a:lnTo>
                    <a:pt x="282" y="204"/>
                  </a:lnTo>
                  <a:lnTo>
                    <a:pt x="288" y="198"/>
                  </a:lnTo>
                  <a:lnTo>
                    <a:pt x="288" y="192"/>
                  </a:lnTo>
                  <a:lnTo>
                    <a:pt x="300" y="192"/>
                  </a:lnTo>
                  <a:lnTo>
                    <a:pt x="300" y="198"/>
                  </a:lnTo>
                  <a:lnTo>
                    <a:pt x="306" y="198"/>
                  </a:lnTo>
                  <a:lnTo>
                    <a:pt x="306" y="192"/>
                  </a:lnTo>
                  <a:lnTo>
                    <a:pt x="288" y="174"/>
                  </a:lnTo>
                  <a:lnTo>
                    <a:pt x="288" y="144"/>
                  </a:lnTo>
                  <a:lnTo>
                    <a:pt x="294" y="132"/>
                  </a:lnTo>
                  <a:lnTo>
                    <a:pt x="294" y="126"/>
                  </a:lnTo>
                  <a:lnTo>
                    <a:pt x="300" y="12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92" name="Ukraine" descr="© INSCALE GmbH, 05.05.2010&#10;http://www.presentationload.com/">
              <a:extLst>
                <a:ext uri="{FF2B5EF4-FFF2-40B4-BE49-F238E27FC236}">
                  <a16:creationId xmlns:a16="http://schemas.microsoft.com/office/drawing/2014/main" id="{529CCE18-D850-4314-8AAA-43175590E084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219229" y="1623799"/>
              <a:ext cx="369633" cy="205510"/>
            </a:xfrm>
            <a:custGeom>
              <a:avLst/>
              <a:gdLst>
                <a:gd name="T0" fmla="*/ 2147483647 w 1116"/>
                <a:gd name="T1" fmla="*/ 2147483647 h 624"/>
                <a:gd name="T2" fmla="*/ 2147483647 w 1116"/>
                <a:gd name="T3" fmla="*/ 2147483647 h 624"/>
                <a:gd name="T4" fmla="*/ 2147483647 w 1116"/>
                <a:gd name="T5" fmla="*/ 2147483647 h 624"/>
                <a:gd name="T6" fmla="*/ 2147483647 w 1116"/>
                <a:gd name="T7" fmla="*/ 2147483647 h 624"/>
                <a:gd name="T8" fmla="*/ 2147483647 w 1116"/>
                <a:gd name="T9" fmla="*/ 2147483647 h 624"/>
                <a:gd name="T10" fmla="*/ 2147483647 w 1116"/>
                <a:gd name="T11" fmla="*/ 2147483647 h 624"/>
                <a:gd name="T12" fmla="*/ 2147483647 w 1116"/>
                <a:gd name="T13" fmla="*/ 2147483647 h 624"/>
                <a:gd name="T14" fmla="*/ 2147483647 w 1116"/>
                <a:gd name="T15" fmla="*/ 2147483647 h 624"/>
                <a:gd name="T16" fmla="*/ 2147483647 w 1116"/>
                <a:gd name="T17" fmla="*/ 2147483647 h 624"/>
                <a:gd name="T18" fmla="*/ 2147483647 w 1116"/>
                <a:gd name="T19" fmla="*/ 2147483647 h 624"/>
                <a:gd name="T20" fmla="*/ 2147483647 w 1116"/>
                <a:gd name="T21" fmla="*/ 2147483647 h 624"/>
                <a:gd name="T22" fmla="*/ 2147483647 w 1116"/>
                <a:gd name="T23" fmla="*/ 2147483647 h 624"/>
                <a:gd name="T24" fmla="*/ 2147483647 w 1116"/>
                <a:gd name="T25" fmla="*/ 2147483647 h 624"/>
                <a:gd name="T26" fmla="*/ 2147483647 w 1116"/>
                <a:gd name="T27" fmla="*/ 2147483647 h 624"/>
                <a:gd name="T28" fmla="*/ 2147483647 w 1116"/>
                <a:gd name="T29" fmla="*/ 2147483647 h 624"/>
                <a:gd name="T30" fmla="*/ 2147483647 w 1116"/>
                <a:gd name="T31" fmla="*/ 2147483647 h 624"/>
                <a:gd name="T32" fmla="*/ 2147483647 w 1116"/>
                <a:gd name="T33" fmla="*/ 2147483647 h 624"/>
                <a:gd name="T34" fmla="*/ 2147483647 w 1116"/>
                <a:gd name="T35" fmla="*/ 2147483647 h 624"/>
                <a:gd name="T36" fmla="*/ 2147483647 w 1116"/>
                <a:gd name="T37" fmla="*/ 2147483647 h 624"/>
                <a:gd name="T38" fmla="*/ 2147483647 w 1116"/>
                <a:gd name="T39" fmla="*/ 2147483647 h 624"/>
                <a:gd name="T40" fmla="*/ 2147483647 w 1116"/>
                <a:gd name="T41" fmla="*/ 2147483647 h 624"/>
                <a:gd name="T42" fmla="*/ 2147483647 w 1116"/>
                <a:gd name="T43" fmla="*/ 2147483647 h 624"/>
                <a:gd name="T44" fmla="*/ 2147483647 w 1116"/>
                <a:gd name="T45" fmla="*/ 2147483647 h 624"/>
                <a:gd name="T46" fmla="*/ 2147483647 w 1116"/>
                <a:gd name="T47" fmla="*/ 2147483647 h 624"/>
                <a:gd name="T48" fmla="*/ 2147483647 w 1116"/>
                <a:gd name="T49" fmla="*/ 2147483647 h 624"/>
                <a:gd name="T50" fmla="*/ 2147483647 w 1116"/>
                <a:gd name="T51" fmla="*/ 2147483647 h 624"/>
                <a:gd name="T52" fmla="*/ 2147483647 w 1116"/>
                <a:gd name="T53" fmla="*/ 2147483647 h 624"/>
                <a:gd name="T54" fmla="*/ 2147483647 w 1116"/>
                <a:gd name="T55" fmla="*/ 2147483647 h 624"/>
                <a:gd name="T56" fmla="*/ 2147483647 w 1116"/>
                <a:gd name="T57" fmla="*/ 2147483647 h 624"/>
                <a:gd name="T58" fmla="*/ 2147483647 w 1116"/>
                <a:gd name="T59" fmla="*/ 2147483647 h 624"/>
                <a:gd name="T60" fmla="*/ 2147483647 w 1116"/>
                <a:gd name="T61" fmla="*/ 2147483647 h 624"/>
                <a:gd name="T62" fmla="*/ 2147483647 w 1116"/>
                <a:gd name="T63" fmla="*/ 2147483647 h 624"/>
                <a:gd name="T64" fmla="*/ 2147483647 w 1116"/>
                <a:gd name="T65" fmla="*/ 2147483647 h 624"/>
                <a:gd name="T66" fmla="*/ 2147483647 w 1116"/>
                <a:gd name="T67" fmla="*/ 2147483647 h 624"/>
                <a:gd name="T68" fmla="*/ 2147483647 w 1116"/>
                <a:gd name="T69" fmla="*/ 2147483647 h 624"/>
                <a:gd name="T70" fmla="*/ 2147483647 w 1116"/>
                <a:gd name="T71" fmla="*/ 2147483647 h 624"/>
                <a:gd name="T72" fmla="*/ 2147483647 w 1116"/>
                <a:gd name="T73" fmla="*/ 2147483647 h 624"/>
                <a:gd name="T74" fmla="*/ 2147483647 w 1116"/>
                <a:gd name="T75" fmla="*/ 2147483647 h 624"/>
                <a:gd name="T76" fmla="*/ 2147483647 w 1116"/>
                <a:gd name="T77" fmla="*/ 2147483647 h 624"/>
                <a:gd name="T78" fmla="*/ 2147483647 w 1116"/>
                <a:gd name="T79" fmla="*/ 2147483647 h 624"/>
                <a:gd name="T80" fmla="*/ 2147483647 w 1116"/>
                <a:gd name="T81" fmla="*/ 2147483647 h 624"/>
                <a:gd name="T82" fmla="*/ 2147483647 w 1116"/>
                <a:gd name="T83" fmla="*/ 2147483647 h 624"/>
                <a:gd name="T84" fmla="*/ 2147483647 w 1116"/>
                <a:gd name="T85" fmla="*/ 2147483647 h 624"/>
                <a:gd name="T86" fmla="*/ 2147483647 w 1116"/>
                <a:gd name="T87" fmla="*/ 2147483647 h 624"/>
                <a:gd name="T88" fmla="*/ 2147483647 w 1116"/>
                <a:gd name="T89" fmla="*/ 0 h 624"/>
                <a:gd name="T90" fmla="*/ 2147483647 w 1116"/>
                <a:gd name="T91" fmla="*/ 2147483647 h 624"/>
                <a:gd name="T92" fmla="*/ 2147483647 w 1116"/>
                <a:gd name="T93" fmla="*/ 2147483647 h 624"/>
                <a:gd name="T94" fmla="*/ 2147483647 w 1116"/>
                <a:gd name="T95" fmla="*/ 2147483647 h 624"/>
                <a:gd name="T96" fmla="*/ 2147483647 w 1116"/>
                <a:gd name="T97" fmla="*/ 2147483647 h 624"/>
                <a:gd name="T98" fmla="*/ 2147483647 w 1116"/>
                <a:gd name="T99" fmla="*/ 2147483647 h 624"/>
                <a:gd name="T100" fmla="*/ 2147483647 w 1116"/>
                <a:gd name="T101" fmla="*/ 2147483647 h 624"/>
                <a:gd name="T102" fmla="*/ 2147483647 w 1116"/>
                <a:gd name="T103" fmla="*/ 2147483647 h 624"/>
                <a:gd name="T104" fmla="*/ 2147483647 w 1116"/>
                <a:gd name="T105" fmla="*/ 2147483647 h 624"/>
                <a:gd name="T106" fmla="*/ 2147483647 w 1116"/>
                <a:gd name="T107" fmla="*/ 2147483647 h 624"/>
                <a:gd name="T108" fmla="*/ 2147483647 w 1116"/>
                <a:gd name="T109" fmla="*/ 2147483647 h 624"/>
                <a:gd name="T110" fmla="*/ 2147483647 w 1116"/>
                <a:gd name="T111" fmla="*/ 2147483647 h 624"/>
                <a:gd name="T112" fmla="*/ 2147483647 w 1116"/>
                <a:gd name="T113" fmla="*/ 2147483647 h 624"/>
                <a:gd name="T114" fmla="*/ 2147483647 w 1116"/>
                <a:gd name="T115" fmla="*/ 2147483647 h 624"/>
                <a:gd name="T116" fmla="*/ 2147483647 w 1116"/>
                <a:gd name="T117" fmla="*/ 2147483647 h 6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16"/>
                <a:gd name="T178" fmla="*/ 0 h 624"/>
                <a:gd name="T179" fmla="*/ 1116 w 1116"/>
                <a:gd name="T180" fmla="*/ 624 h 6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16" h="624">
                  <a:moveTo>
                    <a:pt x="24" y="324"/>
                  </a:moveTo>
                  <a:lnTo>
                    <a:pt x="30" y="324"/>
                  </a:lnTo>
                  <a:lnTo>
                    <a:pt x="36" y="330"/>
                  </a:lnTo>
                  <a:lnTo>
                    <a:pt x="48" y="330"/>
                  </a:lnTo>
                  <a:lnTo>
                    <a:pt x="54" y="336"/>
                  </a:lnTo>
                  <a:lnTo>
                    <a:pt x="78" y="336"/>
                  </a:lnTo>
                  <a:lnTo>
                    <a:pt x="84" y="342"/>
                  </a:lnTo>
                  <a:lnTo>
                    <a:pt x="108" y="342"/>
                  </a:lnTo>
                  <a:lnTo>
                    <a:pt x="114" y="348"/>
                  </a:lnTo>
                  <a:lnTo>
                    <a:pt x="126" y="342"/>
                  </a:lnTo>
                  <a:lnTo>
                    <a:pt x="132" y="342"/>
                  </a:lnTo>
                  <a:lnTo>
                    <a:pt x="144" y="336"/>
                  </a:lnTo>
                  <a:lnTo>
                    <a:pt x="150" y="336"/>
                  </a:lnTo>
                  <a:lnTo>
                    <a:pt x="174" y="360"/>
                  </a:lnTo>
                  <a:lnTo>
                    <a:pt x="186" y="360"/>
                  </a:lnTo>
                  <a:lnTo>
                    <a:pt x="198" y="348"/>
                  </a:lnTo>
                  <a:lnTo>
                    <a:pt x="198" y="342"/>
                  </a:lnTo>
                  <a:lnTo>
                    <a:pt x="222" y="348"/>
                  </a:lnTo>
                  <a:lnTo>
                    <a:pt x="228" y="336"/>
                  </a:lnTo>
                  <a:lnTo>
                    <a:pt x="234" y="342"/>
                  </a:lnTo>
                  <a:lnTo>
                    <a:pt x="252" y="342"/>
                  </a:lnTo>
                  <a:lnTo>
                    <a:pt x="258" y="336"/>
                  </a:lnTo>
                  <a:lnTo>
                    <a:pt x="258" y="330"/>
                  </a:lnTo>
                  <a:lnTo>
                    <a:pt x="270" y="318"/>
                  </a:lnTo>
                  <a:lnTo>
                    <a:pt x="282" y="318"/>
                  </a:lnTo>
                  <a:lnTo>
                    <a:pt x="288" y="306"/>
                  </a:lnTo>
                  <a:lnTo>
                    <a:pt x="294" y="306"/>
                  </a:lnTo>
                  <a:lnTo>
                    <a:pt x="306" y="312"/>
                  </a:lnTo>
                  <a:lnTo>
                    <a:pt x="318" y="312"/>
                  </a:lnTo>
                  <a:lnTo>
                    <a:pt x="318" y="306"/>
                  </a:lnTo>
                  <a:lnTo>
                    <a:pt x="324" y="306"/>
                  </a:lnTo>
                  <a:lnTo>
                    <a:pt x="336" y="300"/>
                  </a:lnTo>
                  <a:lnTo>
                    <a:pt x="342" y="300"/>
                  </a:lnTo>
                  <a:lnTo>
                    <a:pt x="354" y="312"/>
                  </a:lnTo>
                  <a:lnTo>
                    <a:pt x="360" y="312"/>
                  </a:lnTo>
                  <a:lnTo>
                    <a:pt x="360" y="318"/>
                  </a:lnTo>
                  <a:lnTo>
                    <a:pt x="402" y="318"/>
                  </a:lnTo>
                  <a:lnTo>
                    <a:pt x="408" y="324"/>
                  </a:lnTo>
                  <a:lnTo>
                    <a:pt x="408" y="336"/>
                  </a:lnTo>
                  <a:lnTo>
                    <a:pt x="426" y="336"/>
                  </a:lnTo>
                  <a:lnTo>
                    <a:pt x="438" y="342"/>
                  </a:lnTo>
                  <a:lnTo>
                    <a:pt x="444" y="348"/>
                  </a:lnTo>
                  <a:lnTo>
                    <a:pt x="450" y="360"/>
                  </a:lnTo>
                  <a:lnTo>
                    <a:pt x="444" y="366"/>
                  </a:lnTo>
                  <a:lnTo>
                    <a:pt x="444" y="390"/>
                  </a:lnTo>
                  <a:lnTo>
                    <a:pt x="456" y="384"/>
                  </a:lnTo>
                  <a:lnTo>
                    <a:pt x="462" y="384"/>
                  </a:lnTo>
                  <a:lnTo>
                    <a:pt x="468" y="390"/>
                  </a:lnTo>
                  <a:lnTo>
                    <a:pt x="462" y="396"/>
                  </a:lnTo>
                  <a:lnTo>
                    <a:pt x="462" y="414"/>
                  </a:lnTo>
                  <a:lnTo>
                    <a:pt x="474" y="414"/>
                  </a:lnTo>
                  <a:lnTo>
                    <a:pt x="480" y="420"/>
                  </a:lnTo>
                  <a:lnTo>
                    <a:pt x="492" y="420"/>
                  </a:lnTo>
                  <a:lnTo>
                    <a:pt x="498" y="426"/>
                  </a:lnTo>
                  <a:lnTo>
                    <a:pt x="498" y="456"/>
                  </a:lnTo>
                  <a:lnTo>
                    <a:pt x="492" y="456"/>
                  </a:lnTo>
                  <a:lnTo>
                    <a:pt x="480" y="462"/>
                  </a:lnTo>
                  <a:lnTo>
                    <a:pt x="462" y="462"/>
                  </a:lnTo>
                  <a:lnTo>
                    <a:pt x="456" y="456"/>
                  </a:lnTo>
                  <a:lnTo>
                    <a:pt x="438" y="456"/>
                  </a:lnTo>
                  <a:lnTo>
                    <a:pt x="432" y="462"/>
                  </a:lnTo>
                  <a:lnTo>
                    <a:pt x="432" y="468"/>
                  </a:lnTo>
                  <a:lnTo>
                    <a:pt x="438" y="468"/>
                  </a:lnTo>
                  <a:lnTo>
                    <a:pt x="450" y="474"/>
                  </a:lnTo>
                  <a:lnTo>
                    <a:pt x="456" y="480"/>
                  </a:lnTo>
                  <a:lnTo>
                    <a:pt x="438" y="492"/>
                  </a:lnTo>
                  <a:lnTo>
                    <a:pt x="432" y="498"/>
                  </a:lnTo>
                  <a:lnTo>
                    <a:pt x="420" y="504"/>
                  </a:lnTo>
                  <a:lnTo>
                    <a:pt x="414" y="504"/>
                  </a:lnTo>
                  <a:lnTo>
                    <a:pt x="414" y="516"/>
                  </a:lnTo>
                  <a:lnTo>
                    <a:pt x="420" y="522"/>
                  </a:lnTo>
                  <a:lnTo>
                    <a:pt x="420" y="534"/>
                  </a:lnTo>
                  <a:lnTo>
                    <a:pt x="396" y="540"/>
                  </a:lnTo>
                  <a:lnTo>
                    <a:pt x="390" y="528"/>
                  </a:lnTo>
                  <a:lnTo>
                    <a:pt x="390" y="516"/>
                  </a:lnTo>
                  <a:lnTo>
                    <a:pt x="390" y="528"/>
                  </a:lnTo>
                  <a:lnTo>
                    <a:pt x="396" y="540"/>
                  </a:lnTo>
                  <a:lnTo>
                    <a:pt x="396" y="546"/>
                  </a:lnTo>
                  <a:lnTo>
                    <a:pt x="408" y="552"/>
                  </a:lnTo>
                  <a:lnTo>
                    <a:pt x="438" y="552"/>
                  </a:lnTo>
                  <a:lnTo>
                    <a:pt x="444" y="546"/>
                  </a:lnTo>
                  <a:lnTo>
                    <a:pt x="450" y="546"/>
                  </a:lnTo>
                  <a:lnTo>
                    <a:pt x="456" y="540"/>
                  </a:lnTo>
                  <a:lnTo>
                    <a:pt x="474" y="540"/>
                  </a:lnTo>
                  <a:lnTo>
                    <a:pt x="480" y="534"/>
                  </a:lnTo>
                  <a:lnTo>
                    <a:pt x="486" y="534"/>
                  </a:lnTo>
                  <a:lnTo>
                    <a:pt x="480" y="528"/>
                  </a:lnTo>
                  <a:lnTo>
                    <a:pt x="486" y="528"/>
                  </a:lnTo>
                  <a:lnTo>
                    <a:pt x="492" y="522"/>
                  </a:lnTo>
                  <a:lnTo>
                    <a:pt x="510" y="516"/>
                  </a:lnTo>
                  <a:lnTo>
                    <a:pt x="522" y="510"/>
                  </a:lnTo>
                  <a:lnTo>
                    <a:pt x="528" y="504"/>
                  </a:lnTo>
                  <a:lnTo>
                    <a:pt x="534" y="492"/>
                  </a:lnTo>
                  <a:lnTo>
                    <a:pt x="540" y="486"/>
                  </a:lnTo>
                  <a:lnTo>
                    <a:pt x="546" y="474"/>
                  </a:lnTo>
                  <a:lnTo>
                    <a:pt x="552" y="468"/>
                  </a:lnTo>
                  <a:lnTo>
                    <a:pt x="552" y="462"/>
                  </a:lnTo>
                  <a:lnTo>
                    <a:pt x="582" y="450"/>
                  </a:lnTo>
                  <a:lnTo>
                    <a:pt x="600" y="438"/>
                  </a:lnTo>
                  <a:lnTo>
                    <a:pt x="612" y="444"/>
                  </a:lnTo>
                  <a:lnTo>
                    <a:pt x="624" y="444"/>
                  </a:lnTo>
                  <a:lnTo>
                    <a:pt x="636" y="450"/>
                  </a:lnTo>
                  <a:lnTo>
                    <a:pt x="654" y="450"/>
                  </a:lnTo>
                  <a:lnTo>
                    <a:pt x="666" y="438"/>
                  </a:lnTo>
                  <a:lnTo>
                    <a:pt x="648" y="462"/>
                  </a:lnTo>
                  <a:lnTo>
                    <a:pt x="624" y="462"/>
                  </a:lnTo>
                  <a:lnTo>
                    <a:pt x="630" y="468"/>
                  </a:lnTo>
                  <a:lnTo>
                    <a:pt x="642" y="474"/>
                  </a:lnTo>
                  <a:lnTo>
                    <a:pt x="654" y="486"/>
                  </a:lnTo>
                  <a:lnTo>
                    <a:pt x="726" y="486"/>
                  </a:lnTo>
                  <a:lnTo>
                    <a:pt x="738" y="504"/>
                  </a:lnTo>
                  <a:lnTo>
                    <a:pt x="726" y="510"/>
                  </a:lnTo>
                  <a:lnTo>
                    <a:pt x="720" y="516"/>
                  </a:lnTo>
                  <a:lnTo>
                    <a:pt x="684" y="534"/>
                  </a:lnTo>
                  <a:lnTo>
                    <a:pt x="678" y="540"/>
                  </a:lnTo>
                  <a:lnTo>
                    <a:pt x="678" y="546"/>
                  </a:lnTo>
                  <a:lnTo>
                    <a:pt x="684" y="546"/>
                  </a:lnTo>
                  <a:lnTo>
                    <a:pt x="690" y="552"/>
                  </a:lnTo>
                  <a:lnTo>
                    <a:pt x="720" y="552"/>
                  </a:lnTo>
                  <a:lnTo>
                    <a:pt x="732" y="558"/>
                  </a:lnTo>
                  <a:lnTo>
                    <a:pt x="744" y="570"/>
                  </a:lnTo>
                  <a:lnTo>
                    <a:pt x="744" y="594"/>
                  </a:lnTo>
                  <a:lnTo>
                    <a:pt x="738" y="606"/>
                  </a:lnTo>
                  <a:lnTo>
                    <a:pt x="738" y="618"/>
                  </a:lnTo>
                  <a:lnTo>
                    <a:pt x="756" y="618"/>
                  </a:lnTo>
                  <a:lnTo>
                    <a:pt x="768" y="624"/>
                  </a:lnTo>
                  <a:lnTo>
                    <a:pt x="780" y="624"/>
                  </a:lnTo>
                  <a:lnTo>
                    <a:pt x="780" y="618"/>
                  </a:lnTo>
                  <a:lnTo>
                    <a:pt x="792" y="606"/>
                  </a:lnTo>
                  <a:lnTo>
                    <a:pt x="804" y="600"/>
                  </a:lnTo>
                  <a:lnTo>
                    <a:pt x="810" y="594"/>
                  </a:lnTo>
                  <a:lnTo>
                    <a:pt x="840" y="594"/>
                  </a:lnTo>
                  <a:lnTo>
                    <a:pt x="858" y="576"/>
                  </a:lnTo>
                  <a:lnTo>
                    <a:pt x="858" y="570"/>
                  </a:lnTo>
                  <a:lnTo>
                    <a:pt x="864" y="564"/>
                  </a:lnTo>
                  <a:lnTo>
                    <a:pt x="870" y="564"/>
                  </a:lnTo>
                  <a:lnTo>
                    <a:pt x="882" y="576"/>
                  </a:lnTo>
                  <a:lnTo>
                    <a:pt x="918" y="570"/>
                  </a:lnTo>
                  <a:lnTo>
                    <a:pt x="918" y="552"/>
                  </a:lnTo>
                  <a:lnTo>
                    <a:pt x="930" y="540"/>
                  </a:lnTo>
                  <a:lnTo>
                    <a:pt x="900" y="540"/>
                  </a:lnTo>
                  <a:lnTo>
                    <a:pt x="894" y="546"/>
                  </a:lnTo>
                  <a:lnTo>
                    <a:pt x="882" y="552"/>
                  </a:lnTo>
                  <a:lnTo>
                    <a:pt x="852" y="552"/>
                  </a:lnTo>
                  <a:lnTo>
                    <a:pt x="846" y="546"/>
                  </a:lnTo>
                  <a:lnTo>
                    <a:pt x="834" y="540"/>
                  </a:lnTo>
                  <a:lnTo>
                    <a:pt x="828" y="534"/>
                  </a:lnTo>
                  <a:lnTo>
                    <a:pt x="828" y="522"/>
                  </a:lnTo>
                  <a:lnTo>
                    <a:pt x="822" y="516"/>
                  </a:lnTo>
                  <a:lnTo>
                    <a:pt x="810" y="516"/>
                  </a:lnTo>
                  <a:lnTo>
                    <a:pt x="786" y="498"/>
                  </a:lnTo>
                  <a:lnTo>
                    <a:pt x="750" y="492"/>
                  </a:lnTo>
                  <a:lnTo>
                    <a:pt x="744" y="480"/>
                  </a:lnTo>
                  <a:lnTo>
                    <a:pt x="810" y="480"/>
                  </a:lnTo>
                  <a:lnTo>
                    <a:pt x="822" y="474"/>
                  </a:lnTo>
                  <a:lnTo>
                    <a:pt x="834" y="462"/>
                  </a:lnTo>
                  <a:lnTo>
                    <a:pt x="846" y="468"/>
                  </a:lnTo>
                  <a:lnTo>
                    <a:pt x="852" y="462"/>
                  </a:lnTo>
                  <a:lnTo>
                    <a:pt x="864" y="456"/>
                  </a:lnTo>
                  <a:lnTo>
                    <a:pt x="870" y="450"/>
                  </a:lnTo>
                  <a:lnTo>
                    <a:pt x="882" y="444"/>
                  </a:lnTo>
                  <a:lnTo>
                    <a:pt x="906" y="444"/>
                  </a:lnTo>
                  <a:lnTo>
                    <a:pt x="918" y="438"/>
                  </a:lnTo>
                  <a:lnTo>
                    <a:pt x="930" y="438"/>
                  </a:lnTo>
                  <a:lnTo>
                    <a:pt x="978" y="408"/>
                  </a:lnTo>
                  <a:lnTo>
                    <a:pt x="1014" y="408"/>
                  </a:lnTo>
                  <a:lnTo>
                    <a:pt x="1014" y="372"/>
                  </a:lnTo>
                  <a:lnTo>
                    <a:pt x="1032" y="372"/>
                  </a:lnTo>
                  <a:lnTo>
                    <a:pt x="1038" y="366"/>
                  </a:lnTo>
                  <a:lnTo>
                    <a:pt x="1038" y="360"/>
                  </a:lnTo>
                  <a:lnTo>
                    <a:pt x="1050" y="348"/>
                  </a:lnTo>
                  <a:lnTo>
                    <a:pt x="1080" y="348"/>
                  </a:lnTo>
                  <a:lnTo>
                    <a:pt x="1092" y="342"/>
                  </a:lnTo>
                  <a:lnTo>
                    <a:pt x="1104" y="342"/>
                  </a:lnTo>
                  <a:lnTo>
                    <a:pt x="1116" y="330"/>
                  </a:lnTo>
                  <a:lnTo>
                    <a:pt x="1116" y="324"/>
                  </a:lnTo>
                  <a:lnTo>
                    <a:pt x="1110" y="312"/>
                  </a:lnTo>
                  <a:lnTo>
                    <a:pt x="1110" y="300"/>
                  </a:lnTo>
                  <a:lnTo>
                    <a:pt x="1098" y="294"/>
                  </a:lnTo>
                  <a:lnTo>
                    <a:pt x="1086" y="282"/>
                  </a:lnTo>
                  <a:lnTo>
                    <a:pt x="1092" y="276"/>
                  </a:lnTo>
                  <a:lnTo>
                    <a:pt x="1110" y="276"/>
                  </a:lnTo>
                  <a:lnTo>
                    <a:pt x="1116" y="270"/>
                  </a:lnTo>
                  <a:lnTo>
                    <a:pt x="1110" y="264"/>
                  </a:lnTo>
                  <a:lnTo>
                    <a:pt x="1104" y="264"/>
                  </a:lnTo>
                  <a:lnTo>
                    <a:pt x="1098" y="258"/>
                  </a:lnTo>
                  <a:lnTo>
                    <a:pt x="1092" y="258"/>
                  </a:lnTo>
                  <a:lnTo>
                    <a:pt x="1110" y="246"/>
                  </a:lnTo>
                  <a:lnTo>
                    <a:pt x="1110" y="222"/>
                  </a:lnTo>
                  <a:lnTo>
                    <a:pt x="1104" y="216"/>
                  </a:lnTo>
                  <a:lnTo>
                    <a:pt x="1080" y="216"/>
                  </a:lnTo>
                  <a:lnTo>
                    <a:pt x="1062" y="204"/>
                  </a:lnTo>
                  <a:lnTo>
                    <a:pt x="1056" y="198"/>
                  </a:lnTo>
                  <a:lnTo>
                    <a:pt x="1056" y="192"/>
                  </a:lnTo>
                  <a:lnTo>
                    <a:pt x="1014" y="192"/>
                  </a:lnTo>
                  <a:lnTo>
                    <a:pt x="1002" y="186"/>
                  </a:lnTo>
                  <a:lnTo>
                    <a:pt x="996" y="180"/>
                  </a:lnTo>
                  <a:lnTo>
                    <a:pt x="978" y="180"/>
                  </a:lnTo>
                  <a:lnTo>
                    <a:pt x="966" y="186"/>
                  </a:lnTo>
                  <a:lnTo>
                    <a:pt x="942" y="162"/>
                  </a:lnTo>
                  <a:lnTo>
                    <a:pt x="936" y="150"/>
                  </a:lnTo>
                  <a:lnTo>
                    <a:pt x="924" y="150"/>
                  </a:lnTo>
                  <a:lnTo>
                    <a:pt x="918" y="156"/>
                  </a:lnTo>
                  <a:lnTo>
                    <a:pt x="918" y="162"/>
                  </a:lnTo>
                  <a:lnTo>
                    <a:pt x="912" y="156"/>
                  </a:lnTo>
                  <a:lnTo>
                    <a:pt x="864" y="156"/>
                  </a:lnTo>
                  <a:lnTo>
                    <a:pt x="858" y="150"/>
                  </a:lnTo>
                  <a:lnTo>
                    <a:pt x="846" y="150"/>
                  </a:lnTo>
                  <a:lnTo>
                    <a:pt x="840" y="144"/>
                  </a:lnTo>
                  <a:lnTo>
                    <a:pt x="816" y="150"/>
                  </a:lnTo>
                  <a:lnTo>
                    <a:pt x="810" y="150"/>
                  </a:lnTo>
                  <a:lnTo>
                    <a:pt x="798" y="102"/>
                  </a:lnTo>
                  <a:lnTo>
                    <a:pt x="756" y="84"/>
                  </a:lnTo>
                  <a:lnTo>
                    <a:pt x="720" y="84"/>
                  </a:lnTo>
                  <a:lnTo>
                    <a:pt x="720" y="66"/>
                  </a:lnTo>
                  <a:lnTo>
                    <a:pt x="714" y="48"/>
                  </a:lnTo>
                  <a:lnTo>
                    <a:pt x="720" y="48"/>
                  </a:lnTo>
                  <a:lnTo>
                    <a:pt x="726" y="42"/>
                  </a:lnTo>
                  <a:lnTo>
                    <a:pt x="726" y="30"/>
                  </a:lnTo>
                  <a:lnTo>
                    <a:pt x="720" y="30"/>
                  </a:lnTo>
                  <a:lnTo>
                    <a:pt x="708" y="24"/>
                  </a:lnTo>
                  <a:lnTo>
                    <a:pt x="702" y="18"/>
                  </a:lnTo>
                  <a:lnTo>
                    <a:pt x="696" y="18"/>
                  </a:lnTo>
                  <a:lnTo>
                    <a:pt x="690" y="0"/>
                  </a:lnTo>
                  <a:lnTo>
                    <a:pt x="642" y="0"/>
                  </a:lnTo>
                  <a:lnTo>
                    <a:pt x="630" y="6"/>
                  </a:lnTo>
                  <a:lnTo>
                    <a:pt x="600" y="6"/>
                  </a:lnTo>
                  <a:lnTo>
                    <a:pt x="600" y="18"/>
                  </a:lnTo>
                  <a:lnTo>
                    <a:pt x="594" y="24"/>
                  </a:lnTo>
                  <a:lnTo>
                    <a:pt x="558" y="24"/>
                  </a:lnTo>
                  <a:lnTo>
                    <a:pt x="546" y="18"/>
                  </a:lnTo>
                  <a:lnTo>
                    <a:pt x="516" y="18"/>
                  </a:lnTo>
                  <a:lnTo>
                    <a:pt x="510" y="30"/>
                  </a:lnTo>
                  <a:lnTo>
                    <a:pt x="498" y="36"/>
                  </a:lnTo>
                  <a:lnTo>
                    <a:pt x="492" y="42"/>
                  </a:lnTo>
                  <a:lnTo>
                    <a:pt x="486" y="54"/>
                  </a:lnTo>
                  <a:lnTo>
                    <a:pt x="492" y="60"/>
                  </a:lnTo>
                  <a:lnTo>
                    <a:pt x="492" y="72"/>
                  </a:lnTo>
                  <a:lnTo>
                    <a:pt x="486" y="78"/>
                  </a:lnTo>
                  <a:lnTo>
                    <a:pt x="468" y="78"/>
                  </a:lnTo>
                  <a:lnTo>
                    <a:pt x="462" y="72"/>
                  </a:lnTo>
                  <a:lnTo>
                    <a:pt x="438" y="72"/>
                  </a:lnTo>
                  <a:lnTo>
                    <a:pt x="426" y="78"/>
                  </a:lnTo>
                  <a:lnTo>
                    <a:pt x="420" y="78"/>
                  </a:lnTo>
                  <a:lnTo>
                    <a:pt x="420" y="66"/>
                  </a:lnTo>
                  <a:lnTo>
                    <a:pt x="414" y="60"/>
                  </a:lnTo>
                  <a:lnTo>
                    <a:pt x="396" y="60"/>
                  </a:lnTo>
                  <a:lnTo>
                    <a:pt x="390" y="66"/>
                  </a:lnTo>
                  <a:lnTo>
                    <a:pt x="390" y="72"/>
                  </a:lnTo>
                  <a:lnTo>
                    <a:pt x="378" y="60"/>
                  </a:lnTo>
                  <a:lnTo>
                    <a:pt x="366" y="66"/>
                  </a:lnTo>
                  <a:lnTo>
                    <a:pt x="360" y="60"/>
                  </a:lnTo>
                  <a:lnTo>
                    <a:pt x="342" y="66"/>
                  </a:lnTo>
                  <a:lnTo>
                    <a:pt x="336" y="54"/>
                  </a:lnTo>
                  <a:lnTo>
                    <a:pt x="324" y="66"/>
                  </a:lnTo>
                  <a:lnTo>
                    <a:pt x="306" y="54"/>
                  </a:lnTo>
                  <a:lnTo>
                    <a:pt x="300" y="60"/>
                  </a:lnTo>
                  <a:lnTo>
                    <a:pt x="282" y="48"/>
                  </a:lnTo>
                  <a:lnTo>
                    <a:pt x="258" y="42"/>
                  </a:lnTo>
                  <a:lnTo>
                    <a:pt x="222" y="42"/>
                  </a:lnTo>
                  <a:lnTo>
                    <a:pt x="216" y="36"/>
                  </a:lnTo>
                  <a:lnTo>
                    <a:pt x="216" y="30"/>
                  </a:lnTo>
                  <a:lnTo>
                    <a:pt x="168" y="30"/>
                  </a:lnTo>
                  <a:lnTo>
                    <a:pt x="162" y="36"/>
                  </a:lnTo>
                  <a:lnTo>
                    <a:pt x="150" y="42"/>
                  </a:lnTo>
                  <a:lnTo>
                    <a:pt x="114" y="42"/>
                  </a:lnTo>
                  <a:lnTo>
                    <a:pt x="114" y="48"/>
                  </a:lnTo>
                  <a:lnTo>
                    <a:pt x="96" y="66"/>
                  </a:lnTo>
                  <a:lnTo>
                    <a:pt x="78" y="66"/>
                  </a:lnTo>
                  <a:lnTo>
                    <a:pt x="66" y="60"/>
                  </a:lnTo>
                  <a:lnTo>
                    <a:pt x="72" y="78"/>
                  </a:lnTo>
                  <a:lnTo>
                    <a:pt x="90" y="96"/>
                  </a:lnTo>
                  <a:lnTo>
                    <a:pt x="90" y="102"/>
                  </a:lnTo>
                  <a:lnTo>
                    <a:pt x="102" y="108"/>
                  </a:lnTo>
                  <a:lnTo>
                    <a:pt x="108" y="114"/>
                  </a:lnTo>
                  <a:lnTo>
                    <a:pt x="102" y="126"/>
                  </a:lnTo>
                  <a:lnTo>
                    <a:pt x="108" y="132"/>
                  </a:lnTo>
                  <a:lnTo>
                    <a:pt x="108" y="138"/>
                  </a:lnTo>
                  <a:lnTo>
                    <a:pt x="114" y="144"/>
                  </a:lnTo>
                  <a:lnTo>
                    <a:pt x="108" y="150"/>
                  </a:lnTo>
                  <a:lnTo>
                    <a:pt x="102" y="150"/>
                  </a:lnTo>
                  <a:lnTo>
                    <a:pt x="96" y="156"/>
                  </a:lnTo>
                  <a:lnTo>
                    <a:pt x="84" y="156"/>
                  </a:lnTo>
                  <a:lnTo>
                    <a:pt x="30" y="204"/>
                  </a:lnTo>
                  <a:lnTo>
                    <a:pt x="30" y="246"/>
                  </a:lnTo>
                  <a:lnTo>
                    <a:pt x="42" y="258"/>
                  </a:lnTo>
                  <a:lnTo>
                    <a:pt x="18" y="258"/>
                  </a:lnTo>
                  <a:lnTo>
                    <a:pt x="18" y="270"/>
                  </a:lnTo>
                  <a:lnTo>
                    <a:pt x="12" y="276"/>
                  </a:lnTo>
                  <a:lnTo>
                    <a:pt x="12" y="282"/>
                  </a:lnTo>
                  <a:lnTo>
                    <a:pt x="6" y="288"/>
                  </a:lnTo>
                  <a:lnTo>
                    <a:pt x="0" y="288"/>
                  </a:lnTo>
                  <a:lnTo>
                    <a:pt x="0" y="306"/>
                  </a:lnTo>
                  <a:lnTo>
                    <a:pt x="6" y="306"/>
                  </a:lnTo>
                  <a:lnTo>
                    <a:pt x="24" y="32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93" name="Zambia" descr="© INSCALE GmbH, 05.05.2010&#10;http://www.presentationload.com/">
              <a:extLst>
                <a:ext uri="{FF2B5EF4-FFF2-40B4-BE49-F238E27FC236}">
                  <a16:creationId xmlns:a16="http://schemas.microsoft.com/office/drawing/2014/main" id="{7476341E-5FA2-43AC-89C2-5AF58097A09D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247660" y="3217788"/>
              <a:ext cx="275285" cy="262026"/>
            </a:xfrm>
            <a:custGeom>
              <a:avLst/>
              <a:gdLst>
                <a:gd name="T0" fmla="*/ 2147483647 w 834"/>
                <a:gd name="T1" fmla="*/ 2147483647 h 798"/>
                <a:gd name="T2" fmla="*/ 2147483647 w 834"/>
                <a:gd name="T3" fmla="*/ 2147483647 h 798"/>
                <a:gd name="T4" fmla="*/ 2147483647 w 834"/>
                <a:gd name="T5" fmla="*/ 2147483647 h 798"/>
                <a:gd name="T6" fmla="*/ 2147483647 w 834"/>
                <a:gd name="T7" fmla="*/ 2147483647 h 798"/>
                <a:gd name="T8" fmla="*/ 2147483647 w 834"/>
                <a:gd name="T9" fmla="*/ 2147483647 h 798"/>
                <a:gd name="T10" fmla="*/ 2147483647 w 834"/>
                <a:gd name="T11" fmla="*/ 2147483647 h 798"/>
                <a:gd name="T12" fmla="*/ 2147483647 w 834"/>
                <a:gd name="T13" fmla="*/ 2147483647 h 798"/>
                <a:gd name="T14" fmla="*/ 2147483647 w 834"/>
                <a:gd name="T15" fmla="*/ 2147483647 h 798"/>
                <a:gd name="T16" fmla="*/ 2147483647 w 834"/>
                <a:gd name="T17" fmla="*/ 2147483647 h 798"/>
                <a:gd name="T18" fmla="*/ 2147483647 w 834"/>
                <a:gd name="T19" fmla="*/ 2147483647 h 798"/>
                <a:gd name="T20" fmla="*/ 2147483647 w 834"/>
                <a:gd name="T21" fmla="*/ 2147483647 h 798"/>
                <a:gd name="T22" fmla="*/ 2147483647 w 834"/>
                <a:gd name="T23" fmla="*/ 2147483647 h 798"/>
                <a:gd name="T24" fmla="*/ 2147483647 w 834"/>
                <a:gd name="T25" fmla="*/ 2147483647 h 798"/>
                <a:gd name="T26" fmla="*/ 2147483647 w 834"/>
                <a:gd name="T27" fmla="*/ 2147483647 h 798"/>
                <a:gd name="T28" fmla="*/ 2147483647 w 834"/>
                <a:gd name="T29" fmla="*/ 2147483647 h 798"/>
                <a:gd name="T30" fmla="*/ 2147483647 w 834"/>
                <a:gd name="T31" fmla="*/ 2147483647 h 798"/>
                <a:gd name="T32" fmla="*/ 2147483647 w 834"/>
                <a:gd name="T33" fmla="*/ 2147483647 h 798"/>
                <a:gd name="T34" fmla="*/ 2147483647 w 834"/>
                <a:gd name="T35" fmla="*/ 2147483647 h 798"/>
                <a:gd name="T36" fmla="*/ 2147483647 w 834"/>
                <a:gd name="T37" fmla="*/ 2147483647 h 798"/>
                <a:gd name="T38" fmla="*/ 2147483647 w 834"/>
                <a:gd name="T39" fmla="*/ 2147483647 h 798"/>
                <a:gd name="T40" fmla="*/ 2147483647 w 834"/>
                <a:gd name="T41" fmla="*/ 2147483647 h 798"/>
                <a:gd name="T42" fmla="*/ 2147483647 w 834"/>
                <a:gd name="T43" fmla="*/ 2147483647 h 798"/>
                <a:gd name="T44" fmla="*/ 2147483647 w 834"/>
                <a:gd name="T45" fmla="*/ 2147483647 h 798"/>
                <a:gd name="T46" fmla="*/ 2147483647 w 834"/>
                <a:gd name="T47" fmla="*/ 2147483647 h 798"/>
                <a:gd name="T48" fmla="*/ 2147483647 w 834"/>
                <a:gd name="T49" fmla="*/ 2147483647 h 798"/>
                <a:gd name="T50" fmla="*/ 2147483647 w 834"/>
                <a:gd name="T51" fmla="*/ 2147483647 h 798"/>
                <a:gd name="T52" fmla="*/ 2147483647 w 834"/>
                <a:gd name="T53" fmla="*/ 2147483647 h 798"/>
                <a:gd name="T54" fmla="*/ 2147483647 w 834"/>
                <a:gd name="T55" fmla="*/ 2147483647 h 798"/>
                <a:gd name="T56" fmla="*/ 2147483647 w 834"/>
                <a:gd name="T57" fmla="*/ 2147483647 h 798"/>
                <a:gd name="T58" fmla="*/ 2147483647 w 834"/>
                <a:gd name="T59" fmla="*/ 2147483647 h 798"/>
                <a:gd name="T60" fmla="*/ 2147483647 w 834"/>
                <a:gd name="T61" fmla="*/ 2147483647 h 798"/>
                <a:gd name="T62" fmla="*/ 2147483647 w 834"/>
                <a:gd name="T63" fmla="*/ 2147483647 h 798"/>
                <a:gd name="T64" fmla="*/ 2147483647 w 834"/>
                <a:gd name="T65" fmla="*/ 2147483647 h 798"/>
                <a:gd name="T66" fmla="*/ 2147483647 w 834"/>
                <a:gd name="T67" fmla="*/ 2147483647 h 798"/>
                <a:gd name="T68" fmla="*/ 2147483647 w 834"/>
                <a:gd name="T69" fmla="*/ 2147483647 h 798"/>
                <a:gd name="T70" fmla="*/ 2147483647 w 834"/>
                <a:gd name="T71" fmla="*/ 2147483647 h 798"/>
                <a:gd name="T72" fmla="*/ 2147483647 w 834"/>
                <a:gd name="T73" fmla="*/ 2147483647 h 798"/>
                <a:gd name="T74" fmla="*/ 2147483647 w 834"/>
                <a:gd name="T75" fmla="*/ 2147483647 h 798"/>
                <a:gd name="T76" fmla="*/ 2147483647 w 834"/>
                <a:gd name="T77" fmla="*/ 2147483647 h 798"/>
                <a:gd name="T78" fmla="*/ 2147483647 w 834"/>
                <a:gd name="T79" fmla="*/ 2147483647 h 798"/>
                <a:gd name="T80" fmla="*/ 2147483647 w 834"/>
                <a:gd name="T81" fmla="*/ 2147483647 h 798"/>
                <a:gd name="T82" fmla="*/ 2147483647 w 834"/>
                <a:gd name="T83" fmla="*/ 2147483647 h 798"/>
                <a:gd name="T84" fmla="*/ 2147483647 w 834"/>
                <a:gd name="T85" fmla="*/ 2147483647 h 798"/>
                <a:gd name="T86" fmla="*/ 2147483647 w 834"/>
                <a:gd name="T87" fmla="*/ 2147483647 h 798"/>
                <a:gd name="T88" fmla="*/ 2147483647 w 834"/>
                <a:gd name="T89" fmla="*/ 2147483647 h 798"/>
                <a:gd name="T90" fmla="*/ 2147483647 w 834"/>
                <a:gd name="T91" fmla="*/ 2147483647 h 798"/>
                <a:gd name="T92" fmla="*/ 2147483647 w 834"/>
                <a:gd name="T93" fmla="*/ 2147483647 h 798"/>
                <a:gd name="T94" fmla="*/ 2147483647 w 834"/>
                <a:gd name="T95" fmla="*/ 2147483647 h 798"/>
                <a:gd name="T96" fmla="*/ 2147483647 w 834"/>
                <a:gd name="T97" fmla="*/ 2147483647 h 798"/>
                <a:gd name="T98" fmla="*/ 2147483647 w 834"/>
                <a:gd name="T99" fmla="*/ 2147483647 h 798"/>
                <a:gd name="T100" fmla="*/ 2147483647 w 834"/>
                <a:gd name="T101" fmla="*/ 2147483647 h 798"/>
                <a:gd name="T102" fmla="*/ 2147483647 w 834"/>
                <a:gd name="T103" fmla="*/ 2147483647 h 79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834"/>
                <a:gd name="T157" fmla="*/ 0 h 798"/>
                <a:gd name="T158" fmla="*/ 834 w 834"/>
                <a:gd name="T159" fmla="*/ 798 h 79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834" h="798">
                  <a:moveTo>
                    <a:pt x="822" y="186"/>
                  </a:moveTo>
                  <a:lnTo>
                    <a:pt x="822" y="162"/>
                  </a:lnTo>
                  <a:lnTo>
                    <a:pt x="816" y="168"/>
                  </a:lnTo>
                  <a:lnTo>
                    <a:pt x="810" y="168"/>
                  </a:lnTo>
                  <a:lnTo>
                    <a:pt x="810" y="126"/>
                  </a:lnTo>
                  <a:lnTo>
                    <a:pt x="798" y="114"/>
                  </a:lnTo>
                  <a:lnTo>
                    <a:pt x="786" y="114"/>
                  </a:lnTo>
                  <a:lnTo>
                    <a:pt x="786" y="102"/>
                  </a:lnTo>
                  <a:lnTo>
                    <a:pt x="768" y="90"/>
                  </a:lnTo>
                  <a:lnTo>
                    <a:pt x="750" y="90"/>
                  </a:lnTo>
                  <a:lnTo>
                    <a:pt x="750" y="72"/>
                  </a:lnTo>
                  <a:lnTo>
                    <a:pt x="738" y="78"/>
                  </a:lnTo>
                  <a:lnTo>
                    <a:pt x="726" y="78"/>
                  </a:lnTo>
                  <a:lnTo>
                    <a:pt x="708" y="60"/>
                  </a:lnTo>
                  <a:lnTo>
                    <a:pt x="690" y="60"/>
                  </a:lnTo>
                  <a:lnTo>
                    <a:pt x="684" y="54"/>
                  </a:lnTo>
                  <a:lnTo>
                    <a:pt x="684" y="36"/>
                  </a:lnTo>
                  <a:lnTo>
                    <a:pt x="672" y="42"/>
                  </a:lnTo>
                  <a:lnTo>
                    <a:pt x="654" y="42"/>
                  </a:lnTo>
                  <a:lnTo>
                    <a:pt x="648" y="54"/>
                  </a:lnTo>
                  <a:lnTo>
                    <a:pt x="642" y="60"/>
                  </a:lnTo>
                  <a:lnTo>
                    <a:pt x="636" y="60"/>
                  </a:lnTo>
                  <a:lnTo>
                    <a:pt x="624" y="48"/>
                  </a:lnTo>
                  <a:lnTo>
                    <a:pt x="624" y="36"/>
                  </a:lnTo>
                  <a:lnTo>
                    <a:pt x="618" y="30"/>
                  </a:lnTo>
                  <a:lnTo>
                    <a:pt x="606" y="30"/>
                  </a:lnTo>
                  <a:lnTo>
                    <a:pt x="600" y="24"/>
                  </a:lnTo>
                  <a:lnTo>
                    <a:pt x="594" y="24"/>
                  </a:lnTo>
                  <a:lnTo>
                    <a:pt x="594" y="6"/>
                  </a:lnTo>
                  <a:lnTo>
                    <a:pt x="600" y="0"/>
                  </a:lnTo>
                  <a:lnTo>
                    <a:pt x="576" y="12"/>
                  </a:lnTo>
                  <a:lnTo>
                    <a:pt x="558" y="12"/>
                  </a:lnTo>
                  <a:lnTo>
                    <a:pt x="546" y="18"/>
                  </a:lnTo>
                  <a:lnTo>
                    <a:pt x="528" y="18"/>
                  </a:lnTo>
                  <a:lnTo>
                    <a:pt x="510" y="24"/>
                  </a:lnTo>
                  <a:lnTo>
                    <a:pt x="498" y="24"/>
                  </a:lnTo>
                  <a:lnTo>
                    <a:pt x="498" y="54"/>
                  </a:lnTo>
                  <a:lnTo>
                    <a:pt x="480" y="72"/>
                  </a:lnTo>
                  <a:lnTo>
                    <a:pt x="468" y="78"/>
                  </a:lnTo>
                  <a:lnTo>
                    <a:pt x="462" y="84"/>
                  </a:lnTo>
                  <a:lnTo>
                    <a:pt x="456" y="84"/>
                  </a:lnTo>
                  <a:lnTo>
                    <a:pt x="468" y="96"/>
                  </a:lnTo>
                  <a:lnTo>
                    <a:pt x="468" y="102"/>
                  </a:lnTo>
                  <a:lnTo>
                    <a:pt x="474" y="108"/>
                  </a:lnTo>
                  <a:lnTo>
                    <a:pt x="474" y="114"/>
                  </a:lnTo>
                  <a:lnTo>
                    <a:pt x="480" y="120"/>
                  </a:lnTo>
                  <a:lnTo>
                    <a:pt x="480" y="144"/>
                  </a:lnTo>
                  <a:lnTo>
                    <a:pt x="486" y="162"/>
                  </a:lnTo>
                  <a:lnTo>
                    <a:pt x="486" y="216"/>
                  </a:lnTo>
                  <a:lnTo>
                    <a:pt x="474" y="228"/>
                  </a:lnTo>
                  <a:lnTo>
                    <a:pt x="468" y="240"/>
                  </a:lnTo>
                  <a:lnTo>
                    <a:pt x="462" y="258"/>
                  </a:lnTo>
                  <a:lnTo>
                    <a:pt x="456" y="270"/>
                  </a:lnTo>
                  <a:lnTo>
                    <a:pt x="456" y="294"/>
                  </a:lnTo>
                  <a:lnTo>
                    <a:pt x="468" y="306"/>
                  </a:lnTo>
                  <a:lnTo>
                    <a:pt x="474" y="306"/>
                  </a:lnTo>
                  <a:lnTo>
                    <a:pt x="474" y="312"/>
                  </a:lnTo>
                  <a:lnTo>
                    <a:pt x="480" y="312"/>
                  </a:lnTo>
                  <a:lnTo>
                    <a:pt x="510" y="342"/>
                  </a:lnTo>
                  <a:lnTo>
                    <a:pt x="522" y="348"/>
                  </a:lnTo>
                  <a:lnTo>
                    <a:pt x="528" y="348"/>
                  </a:lnTo>
                  <a:lnTo>
                    <a:pt x="534" y="342"/>
                  </a:lnTo>
                  <a:lnTo>
                    <a:pt x="534" y="324"/>
                  </a:lnTo>
                  <a:lnTo>
                    <a:pt x="558" y="324"/>
                  </a:lnTo>
                  <a:lnTo>
                    <a:pt x="558" y="372"/>
                  </a:lnTo>
                  <a:lnTo>
                    <a:pt x="552" y="408"/>
                  </a:lnTo>
                  <a:lnTo>
                    <a:pt x="546" y="426"/>
                  </a:lnTo>
                  <a:lnTo>
                    <a:pt x="540" y="426"/>
                  </a:lnTo>
                  <a:lnTo>
                    <a:pt x="540" y="420"/>
                  </a:lnTo>
                  <a:lnTo>
                    <a:pt x="534" y="408"/>
                  </a:lnTo>
                  <a:lnTo>
                    <a:pt x="516" y="420"/>
                  </a:lnTo>
                  <a:lnTo>
                    <a:pt x="498" y="420"/>
                  </a:lnTo>
                  <a:lnTo>
                    <a:pt x="498" y="408"/>
                  </a:lnTo>
                  <a:lnTo>
                    <a:pt x="492" y="396"/>
                  </a:lnTo>
                  <a:lnTo>
                    <a:pt x="492" y="384"/>
                  </a:lnTo>
                  <a:lnTo>
                    <a:pt x="480" y="372"/>
                  </a:lnTo>
                  <a:lnTo>
                    <a:pt x="468" y="372"/>
                  </a:lnTo>
                  <a:lnTo>
                    <a:pt x="462" y="360"/>
                  </a:lnTo>
                  <a:lnTo>
                    <a:pt x="462" y="354"/>
                  </a:lnTo>
                  <a:lnTo>
                    <a:pt x="456" y="342"/>
                  </a:lnTo>
                  <a:lnTo>
                    <a:pt x="450" y="336"/>
                  </a:lnTo>
                  <a:lnTo>
                    <a:pt x="444" y="336"/>
                  </a:lnTo>
                  <a:lnTo>
                    <a:pt x="438" y="342"/>
                  </a:lnTo>
                  <a:lnTo>
                    <a:pt x="426" y="342"/>
                  </a:lnTo>
                  <a:lnTo>
                    <a:pt x="426" y="330"/>
                  </a:lnTo>
                  <a:lnTo>
                    <a:pt x="420" y="324"/>
                  </a:lnTo>
                  <a:lnTo>
                    <a:pt x="390" y="324"/>
                  </a:lnTo>
                  <a:lnTo>
                    <a:pt x="390" y="312"/>
                  </a:lnTo>
                  <a:lnTo>
                    <a:pt x="396" y="312"/>
                  </a:lnTo>
                  <a:lnTo>
                    <a:pt x="396" y="300"/>
                  </a:lnTo>
                  <a:lnTo>
                    <a:pt x="384" y="300"/>
                  </a:lnTo>
                  <a:lnTo>
                    <a:pt x="378" y="294"/>
                  </a:lnTo>
                  <a:lnTo>
                    <a:pt x="378" y="282"/>
                  </a:lnTo>
                  <a:lnTo>
                    <a:pt x="366" y="270"/>
                  </a:lnTo>
                  <a:lnTo>
                    <a:pt x="360" y="270"/>
                  </a:lnTo>
                  <a:lnTo>
                    <a:pt x="354" y="276"/>
                  </a:lnTo>
                  <a:lnTo>
                    <a:pt x="354" y="294"/>
                  </a:lnTo>
                  <a:lnTo>
                    <a:pt x="348" y="300"/>
                  </a:lnTo>
                  <a:lnTo>
                    <a:pt x="348" y="306"/>
                  </a:lnTo>
                  <a:lnTo>
                    <a:pt x="330" y="306"/>
                  </a:lnTo>
                  <a:lnTo>
                    <a:pt x="300" y="300"/>
                  </a:lnTo>
                  <a:lnTo>
                    <a:pt x="264" y="294"/>
                  </a:lnTo>
                  <a:lnTo>
                    <a:pt x="246" y="282"/>
                  </a:lnTo>
                  <a:lnTo>
                    <a:pt x="240" y="276"/>
                  </a:lnTo>
                  <a:lnTo>
                    <a:pt x="234" y="264"/>
                  </a:lnTo>
                  <a:lnTo>
                    <a:pt x="234" y="246"/>
                  </a:lnTo>
                  <a:lnTo>
                    <a:pt x="192" y="252"/>
                  </a:lnTo>
                  <a:lnTo>
                    <a:pt x="198" y="258"/>
                  </a:lnTo>
                  <a:lnTo>
                    <a:pt x="198" y="264"/>
                  </a:lnTo>
                  <a:lnTo>
                    <a:pt x="180" y="264"/>
                  </a:lnTo>
                  <a:lnTo>
                    <a:pt x="174" y="258"/>
                  </a:lnTo>
                  <a:lnTo>
                    <a:pt x="174" y="228"/>
                  </a:lnTo>
                  <a:lnTo>
                    <a:pt x="156" y="228"/>
                  </a:lnTo>
                  <a:lnTo>
                    <a:pt x="150" y="216"/>
                  </a:lnTo>
                  <a:lnTo>
                    <a:pt x="144" y="234"/>
                  </a:lnTo>
                  <a:lnTo>
                    <a:pt x="144" y="240"/>
                  </a:lnTo>
                  <a:lnTo>
                    <a:pt x="156" y="252"/>
                  </a:lnTo>
                  <a:lnTo>
                    <a:pt x="156" y="270"/>
                  </a:lnTo>
                  <a:lnTo>
                    <a:pt x="150" y="276"/>
                  </a:lnTo>
                  <a:lnTo>
                    <a:pt x="144" y="276"/>
                  </a:lnTo>
                  <a:lnTo>
                    <a:pt x="144" y="330"/>
                  </a:lnTo>
                  <a:lnTo>
                    <a:pt x="156" y="342"/>
                  </a:lnTo>
                  <a:lnTo>
                    <a:pt x="138" y="348"/>
                  </a:lnTo>
                  <a:lnTo>
                    <a:pt x="138" y="354"/>
                  </a:lnTo>
                  <a:lnTo>
                    <a:pt x="144" y="360"/>
                  </a:lnTo>
                  <a:lnTo>
                    <a:pt x="144" y="384"/>
                  </a:lnTo>
                  <a:lnTo>
                    <a:pt x="132" y="396"/>
                  </a:lnTo>
                  <a:lnTo>
                    <a:pt x="126" y="396"/>
                  </a:lnTo>
                  <a:lnTo>
                    <a:pt x="0" y="390"/>
                  </a:lnTo>
                  <a:lnTo>
                    <a:pt x="0" y="642"/>
                  </a:lnTo>
                  <a:lnTo>
                    <a:pt x="6" y="654"/>
                  </a:lnTo>
                  <a:lnTo>
                    <a:pt x="6" y="672"/>
                  </a:lnTo>
                  <a:lnTo>
                    <a:pt x="96" y="762"/>
                  </a:lnTo>
                  <a:lnTo>
                    <a:pt x="114" y="768"/>
                  </a:lnTo>
                  <a:lnTo>
                    <a:pt x="138" y="756"/>
                  </a:lnTo>
                  <a:lnTo>
                    <a:pt x="144" y="756"/>
                  </a:lnTo>
                  <a:lnTo>
                    <a:pt x="150" y="750"/>
                  </a:lnTo>
                  <a:lnTo>
                    <a:pt x="168" y="750"/>
                  </a:lnTo>
                  <a:lnTo>
                    <a:pt x="174" y="756"/>
                  </a:lnTo>
                  <a:lnTo>
                    <a:pt x="174" y="762"/>
                  </a:lnTo>
                  <a:lnTo>
                    <a:pt x="204" y="756"/>
                  </a:lnTo>
                  <a:lnTo>
                    <a:pt x="222" y="774"/>
                  </a:lnTo>
                  <a:lnTo>
                    <a:pt x="264" y="774"/>
                  </a:lnTo>
                  <a:lnTo>
                    <a:pt x="264" y="780"/>
                  </a:lnTo>
                  <a:lnTo>
                    <a:pt x="276" y="792"/>
                  </a:lnTo>
                  <a:lnTo>
                    <a:pt x="288" y="792"/>
                  </a:lnTo>
                  <a:lnTo>
                    <a:pt x="288" y="780"/>
                  </a:lnTo>
                  <a:lnTo>
                    <a:pt x="300" y="780"/>
                  </a:lnTo>
                  <a:lnTo>
                    <a:pt x="312" y="792"/>
                  </a:lnTo>
                  <a:lnTo>
                    <a:pt x="312" y="798"/>
                  </a:lnTo>
                  <a:lnTo>
                    <a:pt x="330" y="798"/>
                  </a:lnTo>
                  <a:lnTo>
                    <a:pt x="354" y="786"/>
                  </a:lnTo>
                  <a:lnTo>
                    <a:pt x="384" y="756"/>
                  </a:lnTo>
                  <a:lnTo>
                    <a:pt x="390" y="744"/>
                  </a:lnTo>
                  <a:lnTo>
                    <a:pt x="396" y="738"/>
                  </a:lnTo>
                  <a:lnTo>
                    <a:pt x="396" y="732"/>
                  </a:lnTo>
                  <a:lnTo>
                    <a:pt x="402" y="726"/>
                  </a:lnTo>
                  <a:lnTo>
                    <a:pt x="414" y="702"/>
                  </a:lnTo>
                  <a:lnTo>
                    <a:pt x="420" y="696"/>
                  </a:lnTo>
                  <a:lnTo>
                    <a:pt x="432" y="690"/>
                  </a:lnTo>
                  <a:lnTo>
                    <a:pt x="450" y="684"/>
                  </a:lnTo>
                  <a:lnTo>
                    <a:pt x="462" y="678"/>
                  </a:lnTo>
                  <a:lnTo>
                    <a:pt x="474" y="678"/>
                  </a:lnTo>
                  <a:lnTo>
                    <a:pt x="480" y="672"/>
                  </a:lnTo>
                  <a:lnTo>
                    <a:pt x="480" y="636"/>
                  </a:lnTo>
                  <a:lnTo>
                    <a:pt x="504" y="624"/>
                  </a:lnTo>
                  <a:lnTo>
                    <a:pt x="516" y="612"/>
                  </a:lnTo>
                  <a:lnTo>
                    <a:pt x="552" y="600"/>
                  </a:lnTo>
                  <a:lnTo>
                    <a:pt x="588" y="600"/>
                  </a:lnTo>
                  <a:lnTo>
                    <a:pt x="588" y="576"/>
                  </a:lnTo>
                  <a:lnTo>
                    <a:pt x="570" y="558"/>
                  </a:lnTo>
                  <a:lnTo>
                    <a:pt x="582" y="546"/>
                  </a:lnTo>
                  <a:lnTo>
                    <a:pt x="612" y="546"/>
                  </a:lnTo>
                  <a:lnTo>
                    <a:pt x="630" y="528"/>
                  </a:lnTo>
                  <a:lnTo>
                    <a:pt x="642" y="528"/>
                  </a:lnTo>
                  <a:lnTo>
                    <a:pt x="654" y="522"/>
                  </a:lnTo>
                  <a:lnTo>
                    <a:pt x="672" y="522"/>
                  </a:lnTo>
                  <a:lnTo>
                    <a:pt x="690" y="516"/>
                  </a:lnTo>
                  <a:lnTo>
                    <a:pt x="702" y="510"/>
                  </a:lnTo>
                  <a:lnTo>
                    <a:pt x="708" y="510"/>
                  </a:lnTo>
                  <a:lnTo>
                    <a:pt x="732" y="498"/>
                  </a:lnTo>
                  <a:lnTo>
                    <a:pt x="750" y="486"/>
                  </a:lnTo>
                  <a:lnTo>
                    <a:pt x="762" y="480"/>
                  </a:lnTo>
                  <a:lnTo>
                    <a:pt x="780" y="474"/>
                  </a:lnTo>
                  <a:lnTo>
                    <a:pt x="786" y="468"/>
                  </a:lnTo>
                  <a:lnTo>
                    <a:pt x="792" y="468"/>
                  </a:lnTo>
                  <a:lnTo>
                    <a:pt x="780" y="462"/>
                  </a:lnTo>
                  <a:lnTo>
                    <a:pt x="768" y="450"/>
                  </a:lnTo>
                  <a:lnTo>
                    <a:pt x="756" y="444"/>
                  </a:lnTo>
                  <a:lnTo>
                    <a:pt x="756" y="438"/>
                  </a:lnTo>
                  <a:lnTo>
                    <a:pt x="762" y="432"/>
                  </a:lnTo>
                  <a:lnTo>
                    <a:pt x="768" y="420"/>
                  </a:lnTo>
                  <a:lnTo>
                    <a:pt x="774" y="414"/>
                  </a:lnTo>
                  <a:lnTo>
                    <a:pt x="780" y="402"/>
                  </a:lnTo>
                  <a:lnTo>
                    <a:pt x="774" y="366"/>
                  </a:lnTo>
                  <a:lnTo>
                    <a:pt x="780" y="366"/>
                  </a:lnTo>
                  <a:lnTo>
                    <a:pt x="786" y="360"/>
                  </a:lnTo>
                  <a:lnTo>
                    <a:pt x="798" y="354"/>
                  </a:lnTo>
                  <a:lnTo>
                    <a:pt x="816" y="336"/>
                  </a:lnTo>
                  <a:lnTo>
                    <a:pt x="816" y="330"/>
                  </a:lnTo>
                  <a:lnTo>
                    <a:pt x="804" y="330"/>
                  </a:lnTo>
                  <a:lnTo>
                    <a:pt x="804" y="258"/>
                  </a:lnTo>
                  <a:lnTo>
                    <a:pt x="810" y="240"/>
                  </a:lnTo>
                  <a:lnTo>
                    <a:pt x="798" y="234"/>
                  </a:lnTo>
                  <a:lnTo>
                    <a:pt x="798" y="216"/>
                  </a:lnTo>
                  <a:lnTo>
                    <a:pt x="804" y="216"/>
                  </a:lnTo>
                  <a:lnTo>
                    <a:pt x="810" y="210"/>
                  </a:lnTo>
                  <a:lnTo>
                    <a:pt x="834" y="198"/>
                  </a:lnTo>
                  <a:lnTo>
                    <a:pt x="834" y="186"/>
                  </a:lnTo>
                  <a:lnTo>
                    <a:pt x="822" y="18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94" name="Western Sahara" descr="© INSCALE GmbH, 05.05.2010&#10;http://www.presentationload.com/">
              <a:extLst>
                <a:ext uri="{FF2B5EF4-FFF2-40B4-BE49-F238E27FC236}">
                  <a16:creationId xmlns:a16="http://schemas.microsoft.com/office/drawing/2014/main" id="{163E50C3-79C7-483B-9300-BAD58280CD75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345553" y="2269871"/>
              <a:ext cx="197740" cy="168262"/>
            </a:xfrm>
            <a:custGeom>
              <a:avLst/>
              <a:gdLst>
                <a:gd name="T0" fmla="*/ 2147483647 w 600"/>
                <a:gd name="T1" fmla="*/ 0 h 510"/>
                <a:gd name="T2" fmla="*/ 2147483647 w 600"/>
                <a:gd name="T3" fmla="*/ 0 h 510"/>
                <a:gd name="T4" fmla="*/ 2147483647 w 600"/>
                <a:gd name="T5" fmla="*/ 2147483647 h 510"/>
                <a:gd name="T6" fmla="*/ 2147483647 w 600"/>
                <a:gd name="T7" fmla="*/ 2147483647 h 510"/>
                <a:gd name="T8" fmla="*/ 2147483647 w 600"/>
                <a:gd name="T9" fmla="*/ 2147483647 h 510"/>
                <a:gd name="T10" fmla="*/ 2147483647 w 600"/>
                <a:gd name="T11" fmla="*/ 2147483647 h 510"/>
                <a:gd name="T12" fmla="*/ 2147483647 w 600"/>
                <a:gd name="T13" fmla="*/ 2147483647 h 510"/>
                <a:gd name="T14" fmla="*/ 2147483647 w 600"/>
                <a:gd name="T15" fmla="*/ 2147483647 h 510"/>
                <a:gd name="T16" fmla="*/ 2147483647 w 600"/>
                <a:gd name="T17" fmla="*/ 2147483647 h 510"/>
                <a:gd name="T18" fmla="*/ 2147483647 w 600"/>
                <a:gd name="T19" fmla="*/ 2147483647 h 510"/>
                <a:gd name="T20" fmla="*/ 2147483647 w 600"/>
                <a:gd name="T21" fmla="*/ 2147483647 h 510"/>
                <a:gd name="T22" fmla="*/ 2147483647 w 600"/>
                <a:gd name="T23" fmla="*/ 2147483647 h 510"/>
                <a:gd name="T24" fmla="*/ 2147483647 w 600"/>
                <a:gd name="T25" fmla="*/ 2147483647 h 510"/>
                <a:gd name="T26" fmla="*/ 2147483647 w 600"/>
                <a:gd name="T27" fmla="*/ 2147483647 h 510"/>
                <a:gd name="T28" fmla="*/ 2147483647 w 600"/>
                <a:gd name="T29" fmla="*/ 2147483647 h 510"/>
                <a:gd name="T30" fmla="*/ 2147483647 w 600"/>
                <a:gd name="T31" fmla="*/ 2147483647 h 510"/>
                <a:gd name="T32" fmla="*/ 2147483647 w 600"/>
                <a:gd name="T33" fmla="*/ 2147483647 h 510"/>
                <a:gd name="T34" fmla="*/ 2147483647 w 600"/>
                <a:gd name="T35" fmla="*/ 2147483647 h 510"/>
                <a:gd name="T36" fmla="*/ 2147483647 w 600"/>
                <a:gd name="T37" fmla="*/ 2147483647 h 510"/>
                <a:gd name="T38" fmla="*/ 2147483647 w 600"/>
                <a:gd name="T39" fmla="*/ 2147483647 h 510"/>
                <a:gd name="T40" fmla="*/ 2147483647 w 600"/>
                <a:gd name="T41" fmla="*/ 2147483647 h 510"/>
                <a:gd name="T42" fmla="*/ 2147483647 w 600"/>
                <a:gd name="T43" fmla="*/ 2147483647 h 510"/>
                <a:gd name="T44" fmla="*/ 2147483647 w 600"/>
                <a:gd name="T45" fmla="*/ 2147483647 h 510"/>
                <a:gd name="T46" fmla="*/ 2147483647 w 600"/>
                <a:gd name="T47" fmla="*/ 2147483647 h 510"/>
                <a:gd name="T48" fmla="*/ 2147483647 w 600"/>
                <a:gd name="T49" fmla="*/ 2147483647 h 510"/>
                <a:gd name="T50" fmla="*/ 2147483647 w 600"/>
                <a:gd name="T51" fmla="*/ 2147483647 h 510"/>
                <a:gd name="T52" fmla="*/ 2147483647 w 600"/>
                <a:gd name="T53" fmla="*/ 2147483647 h 510"/>
                <a:gd name="T54" fmla="*/ 2147483647 w 600"/>
                <a:gd name="T55" fmla="*/ 2147483647 h 510"/>
                <a:gd name="T56" fmla="*/ 2147483647 w 600"/>
                <a:gd name="T57" fmla="*/ 2147483647 h 510"/>
                <a:gd name="T58" fmla="*/ 2147483647 w 600"/>
                <a:gd name="T59" fmla="*/ 2147483647 h 510"/>
                <a:gd name="T60" fmla="*/ 2147483647 w 600"/>
                <a:gd name="T61" fmla="*/ 2147483647 h 510"/>
                <a:gd name="T62" fmla="*/ 2147483647 w 600"/>
                <a:gd name="T63" fmla="*/ 2147483647 h 510"/>
                <a:gd name="T64" fmla="*/ 2147483647 w 600"/>
                <a:gd name="T65" fmla="*/ 2147483647 h 510"/>
                <a:gd name="T66" fmla="*/ 2147483647 w 600"/>
                <a:gd name="T67" fmla="*/ 2147483647 h 510"/>
                <a:gd name="T68" fmla="*/ 2147483647 w 600"/>
                <a:gd name="T69" fmla="*/ 2147483647 h 510"/>
                <a:gd name="T70" fmla="*/ 2147483647 w 600"/>
                <a:gd name="T71" fmla="*/ 2147483647 h 510"/>
                <a:gd name="T72" fmla="*/ 2147483647 w 600"/>
                <a:gd name="T73" fmla="*/ 2147483647 h 510"/>
                <a:gd name="T74" fmla="*/ 2147483647 w 600"/>
                <a:gd name="T75" fmla="*/ 2147483647 h 510"/>
                <a:gd name="T76" fmla="*/ 2147483647 w 600"/>
                <a:gd name="T77" fmla="*/ 2147483647 h 510"/>
                <a:gd name="T78" fmla="*/ 0 w 600"/>
                <a:gd name="T79" fmla="*/ 2147483647 h 510"/>
                <a:gd name="T80" fmla="*/ 0 w 600"/>
                <a:gd name="T81" fmla="*/ 2147483647 h 510"/>
                <a:gd name="T82" fmla="*/ 2147483647 w 600"/>
                <a:gd name="T83" fmla="*/ 2147483647 h 510"/>
                <a:gd name="T84" fmla="*/ 2147483647 w 600"/>
                <a:gd name="T85" fmla="*/ 2147483647 h 510"/>
                <a:gd name="T86" fmla="*/ 2147483647 w 600"/>
                <a:gd name="T87" fmla="*/ 2147483647 h 510"/>
                <a:gd name="T88" fmla="*/ 2147483647 w 600"/>
                <a:gd name="T89" fmla="*/ 2147483647 h 510"/>
                <a:gd name="T90" fmla="*/ 2147483647 w 600"/>
                <a:gd name="T91" fmla="*/ 2147483647 h 510"/>
                <a:gd name="T92" fmla="*/ 2147483647 w 600"/>
                <a:gd name="T93" fmla="*/ 2147483647 h 510"/>
                <a:gd name="T94" fmla="*/ 2147483647 w 600"/>
                <a:gd name="T95" fmla="*/ 2147483647 h 510"/>
                <a:gd name="T96" fmla="*/ 2147483647 w 600"/>
                <a:gd name="T97" fmla="*/ 2147483647 h 510"/>
                <a:gd name="T98" fmla="*/ 2147483647 w 600"/>
                <a:gd name="T99" fmla="*/ 2147483647 h 510"/>
                <a:gd name="T100" fmla="*/ 2147483647 w 600"/>
                <a:gd name="T101" fmla="*/ 2147483647 h 510"/>
                <a:gd name="T102" fmla="*/ 2147483647 w 600"/>
                <a:gd name="T103" fmla="*/ 2147483647 h 510"/>
                <a:gd name="T104" fmla="*/ 2147483647 w 600"/>
                <a:gd name="T105" fmla="*/ 2147483647 h 510"/>
                <a:gd name="T106" fmla="*/ 2147483647 w 600"/>
                <a:gd name="T107" fmla="*/ 2147483647 h 510"/>
                <a:gd name="T108" fmla="*/ 2147483647 w 600"/>
                <a:gd name="T109" fmla="*/ 2147483647 h 510"/>
                <a:gd name="T110" fmla="*/ 2147483647 w 600"/>
                <a:gd name="T111" fmla="*/ 2147483647 h 510"/>
                <a:gd name="T112" fmla="*/ 2147483647 w 600"/>
                <a:gd name="T113" fmla="*/ 0 h 510"/>
                <a:gd name="T114" fmla="*/ 2147483647 w 600"/>
                <a:gd name="T115" fmla="*/ 0 h 51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00"/>
                <a:gd name="T175" fmla="*/ 0 h 510"/>
                <a:gd name="T176" fmla="*/ 600 w 600"/>
                <a:gd name="T177" fmla="*/ 510 h 51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00" h="510">
                  <a:moveTo>
                    <a:pt x="546" y="0"/>
                  </a:moveTo>
                  <a:lnTo>
                    <a:pt x="288" y="0"/>
                  </a:lnTo>
                  <a:lnTo>
                    <a:pt x="282" y="6"/>
                  </a:lnTo>
                  <a:lnTo>
                    <a:pt x="270" y="30"/>
                  </a:lnTo>
                  <a:lnTo>
                    <a:pt x="270" y="42"/>
                  </a:lnTo>
                  <a:lnTo>
                    <a:pt x="264" y="54"/>
                  </a:lnTo>
                  <a:lnTo>
                    <a:pt x="264" y="66"/>
                  </a:lnTo>
                  <a:lnTo>
                    <a:pt x="234" y="96"/>
                  </a:lnTo>
                  <a:lnTo>
                    <a:pt x="198" y="96"/>
                  </a:lnTo>
                  <a:lnTo>
                    <a:pt x="186" y="108"/>
                  </a:lnTo>
                  <a:lnTo>
                    <a:pt x="186" y="144"/>
                  </a:lnTo>
                  <a:lnTo>
                    <a:pt x="156" y="174"/>
                  </a:lnTo>
                  <a:lnTo>
                    <a:pt x="156" y="186"/>
                  </a:lnTo>
                  <a:lnTo>
                    <a:pt x="168" y="210"/>
                  </a:lnTo>
                  <a:lnTo>
                    <a:pt x="168" y="222"/>
                  </a:lnTo>
                  <a:lnTo>
                    <a:pt x="156" y="246"/>
                  </a:lnTo>
                  <a:lnTo>
                    <a:pt x="144" y="252"/>
                  </a:lnTo>
                  <a:lnTo>
                    <a:pt x="138" y="252"/>
                  </a:lnTo>
                  <a:lnTo>
                    <a:pt x="132" y="258"/>
                  </a:lnTo>
                  <a:lnTo>
                    <a:pt x="126" y="270"/>
                  </a:lnTo>
                  <a:lnTo>
                    <a:pt x="114" y="282"/>
                  </a:lnTo>
                  <a:lnTo>
                    <a:pt x="102" y="288"/>
                  </a:lnTo>
                  <a:lnTo>
                    <a:pt x="96" y="294"/>
                  </a:lnTo>
                  <a:lnTo>
                    <a:pt x="84" y="300"/>
                  </a:lnTo>
                  <a:lnTo>
                    <a:pt x="78" y="306"/>
                  </a:lnTo>
                  <a:lnTo>
                    <a:pt x="78" y="318"/>
                  </a:lnTo>
                  <a:lnTo>
                    <a:pt x="90" y="324"/>
                  </a:lnTo>
                  <a:lnTo>
                    <a:pt x="78" y="330"/>
                  </a:lnTo>
                  <a:lnTo>
                    <a:pt x="60" y="366"/>
                  </a:lnTo>
                  <a:lnTo>
                    <a:pt x="60" y="384"/>
                  </a:lnTo>
                  <a:lnTo>
                    <a:pt x="48" y="384"/>
                  </a:lnTo>
                  <a:lnTo>
                    <a:pt x="48" y="390"/>
                  </a:lnTo>
                  <a:lnTo>
                    <a:pt x="54" y="396"/>
                  </a:lnTo>
                  <a:lnTo>
                    <a:pt x="54" y="408"/>
                  </a:lnTo>
                  <a:lnTo>
                    <a:pt x="48" y="420"/>
                  </a:lnTo>
                  <a:lnTo>
                    <a:pt x="36" y="426"/>
                  </a:lnTo>
                  <a:lnTo>
                    <a:pt x="24" y="426"/>
                  </a:lnTo>
                  <a:lnTo>
                    <a:pt x="18" y="432"/>
                  </a:lnTo>
                  <a:lnTo>
                    <a:pt x="6" y="456"/>
                  </a:lnTo>
                  <a:lnTo>
                    <a:pt x="0" y="462"/>
                  </a:lnTo>
                  <a:lnTo>
                    <a:pt x="0" y="510"/>
                  </a:lnTo>
                  <a:lnTo>
                    <a:pt x="276" y="510"/>
                  </a:lnTo>
                  <a:lnTo>
                    <a:pt x="282" y="408"/>
                  </a:lnTo>
                  <a:lnTo>
                    <a:pt x="276" y="396"/>
                  </a:lnTo>
                  <a:lnTo>
                    <a:pt x="276" y="378"/>
                  </a:lnTo>
                  <a:lnTo>
                    <a:pt x="282" y="366"/>
                  </a:lnTo>
                  <a:lnTo>
                    <a:pt x="306" y="354"/>
                  </a:lnTo>
                  <a:lnTo>
                    <a:pt x="336" y="354"/>
                  </a:lnTo>
                  <a:lnTo>
                    <a:pt x="348" y="348"/>
                  </a:lnTo>
                  <a:lnTo>
                    <a:pt x="354" y="342"/>
                  </a:lnTo>
                  <a:lnTo>
                    <a:pt x="354" y="150"/>
                  </a:lnTo>
                  <a:lnTo>
                    <a:pt x="366" y="144"/>
                  </a:lnTo>
                  <a:lnTo>
                    <a:pt x="366" y="132"/>
                  </a:lnTo>
                  <a:lnTo>
                    <a:pt x="588" y="126"/>
                  </a:lnTo>
                  <a:lnTo>
                    <a:pt x="588" y="90"/>
                  </a:lnTo>
                  <a:lnTo>
                    <a:pt x="594" y="84"/>
                  </a:lnTo>
                  <a:lnTo>
                    <a:pt x="600" y="0"/>
                  </a:lnTo>
                  <a:lnTo>
                    <a:pt x="546" y="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95" name="West Bank" descr="© INSCALE GmbH, 05.05.2010&#10;http://www.presentationload.com/">
              <a:extLst>
                <a:ext uri="{FF2B5EF4-FFF2-40B4-BE49-F238E27FC236}">
                  <a16:creationId xmlns:a16="http://schemas.microsoft.com/office/drawing/2014/main" id="{1D3A4D2D-6DAF-4A40-BB96-3043FE74497C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529408" y="2142712"/>
              <a:ext cx="14216" cy="30827"/>
            </a:xfrm>
            <a:custGeom>
              <a:avLst/>
              <a:gdLst>
                <a:gd name="T0" fmla="*/ 2147483647 w 42"/>
                <a:gd name="T1" fmla="*/ 2147483647 h 96"/>
                <a:gd name="T2" fmla="*/ 2147483647 w 42"/>
                <a:gd name="T3" fmla="*/ 2147483647 h 96"/>
                <a:gd name="T4" fmla="*/ 2147483647 w 42"/>
                <a:gd name="T5" fmla="*/ 2147483647 h 96"/>
                <a:gd name="T6" fmla="*/ 2147483647 w 42"/>
                <a:gd name="T7" fmla="*/ 0 h 96"/>
                <a:gd name="T8" fmla="*/ 2147483647 w 42"/>
                <a:gd name="T9" fmla="*/ 0 h 96"/>
                <a:gd name="T10" fmla="*/ 0 w 42"/>
                <a:gd name="T11" fmla="*/ 2147483647 h 96"/>
                <a:gd name="T12" fmla="*/ 0 w 42"/>
                <a:gd name="T13" fmla="*/ 2147483647 h 96"/>
                <a:gd name="T14" fmla="*/ 2147483647 w 42"/>
                <a:gd name="T15" fmla="*/ 2147483647 h 96"/>
                <a:gd name="T16" fmla="*/ 2147483647 w 42"/>
                <a:gd name="T17" fmla="*/ 2147483647 h 96"/>
                <a:gd name="T18" fmla="*/ 2147483647 w 42"/>
                <a:gd name="T19" fmla="*/ 2147483647 h 96"/>
                <a:gd name="T20" fmla="*/ 2147483647 w 42"/>
                <a:gd name="T21" fmla="*/ 2147483647 h 96"/>
                <a:gd name="T22" fmla="*/ 2147483647 w 42"/>
                <a:gd name="T23" fmla="*/ 2147483647 h 9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42"/>
                <a:gd name="T37" fmla="*/ 0 h 96"/>
                <a:gd name="T38" fmla="*/ 42 w 42"/>
                <a:gd name="T39" fmla="*/ 96 h 9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42" h="96">
                  <a:moveTo>
                    <a:pt x="24" y="78"/>
                  </a:moveTo>
                  <a:lnTo>
                    <a:pt x="30" y="84"/>
                  </a:lnTo>
                  <a:lnTo>
                    <a:pt x="42" y="72"/>
                  </a:lnTo>
                  <a:lnTo>
                    <a:pt x="36" y="0"/>
                  </a:lnTo>
                  <a:lnTo>
                    <a:pt x="18" y="0"/>
                  </a:lnTo>
                  <a:lnTo>
                    <a:pt x="0" y="18"/>
                  </a:lnTo>
                  <a:lnTo>
                    <a:pt x="0" y="90"/>
                  </a:lnTo>
                  <a:lnTo>
                    <a:pt x="6" y="96"/>
                  </a:lnTo>
                  <a:lnTo>
                    <a:pt x="12" y="90"/>
                  </a:lnTo>
                  <a:lnTo>
                    <a:pt x="18" y="90"/>
                  </a:lnTo>
                  <a:lnTo>
                    <a:pt x="18" y="84"/>
                  </a:lnTo>
                  <a:lnTo>
                    <a:pt x="24" y="7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96" name="Venezuela" descr="© INSCALE GmbH, 05.05.2010&#10;http://www.presentationload.com/">
              <a:extLst>
                <a:ext uri="{FF2B5EF4-FFF2-40B4-BE49-F238E27FC236}">
                  <a16:creationId xmlns:a16="http://schemas.microsoft.com/office/drawing/2014/main" id="{84440F5E-E15E-4C3A-94FD-7203891294D9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2014364" y="2679608"/>
              <a:ext cx="315351" cy="305696"/>
            </a:xfrm>
            <a:custGeom>
              <a:avLst/>
              <a:gdLst>
                <a:gd name="T0" fmla="*/ 2147483647 w 954"/>
                <a:gd name="T1" fmla="*/ 2147483647 h 930"/>
                <a:gd name="T2" fmla="*/ 2147483647 w 954"/>
                <a:gd name="T3" fmla="*/ 2147483647 h 930"/>
                <a:gd name="T4" fmla="*/ 2147483647 w 954"/>
                <a:gd name="T5" fmla="*/ 2147483647 h 930"/>
                <a:gd name="T6" fmla="*/ 2147483647 w 954"/>
                <a:gd name="T7" fmla="*/ 2147483647 h 930"/>
                <a:gd name="T8" fmla="*/ 2147483647 w 954"/>
                <a:gd name="T9" fmla="*/ 2147483647 h 930"/>
                <a:gd name="T10" fmla="*/ 2147483647 w 954"/>
                <a:gd name="T11" fmla="*/ 2147483647 h 930"/>
                <a:gd name="T12" fmla="*/ 2147483647 w 954"/>
                <a:gd name="T13" fmla="*/ 2147483647 h 930"/>
                <a:gd name="T14" fmla="*/ 2147483647 w 954"/>
                <a:gd name="T15" fmla="*/ 2147483647 h 930"/>
                <a:gd name="T16" fmla="*/ 2147483647 w 954"/>
                <a:gd name="T17" fmla="*/ 2147483647 h 930"/>
                <a:gd name="T18" fmla="*/ 2147483647 w 954"/>
                <a:gd name="T19" fmla="*/ 2147483647 h 930"/>
                <a:gd name="T20" fmla="*/ 2147483647 w 954"/>
                <a:gd name="T21" fmla="*/ 2147483647 h 930"/>
                <a:gd name="T22" fmla="*/ 2147483647 w 954"/>
                <a:gd name="T23" fmla="*/ 2147483647 h 930"/>
                <a:gd name="T24" fmla="*/ 2147483647 w 954"/>
                <a:gd name="T25" fmla="*/ 2147483647 h 930"/>
                <a:gd name="T26" fmla="*/ 2147483647 w 954"/>
                <a:gd name="T27" fmla="*/ 2147483647 h 930"/>
                <a:gd name="T28" fmla="*/ 2147483647 w 954"/>
                <a:gd name="T29" fmla="*/ 2147483647 h 930"/>
                <a:gd name="T30" fmla="*/ 2147483647 w 954"/>
                <a:gd name="T31" fmla="*/ 2147483647 h 930"/>
                <a:gd name="T32" fmla="*/ 2147483647 w 954"/>
                <a:gd name="T33" fmla="*/ 2147483647 h 930"/>
                <a:gd name="T34" fmla="*/ 2147483647 w 954"/>
                <a:gd name="T35" fmla="*/ 2147483647 h 930"/>
                <a:gd name="T36" fmla="*/ 2147483647 w 954"/>
                <a:gd name="T37" fmla="*/ 2147483647 h 930"/>
                <a:gd name="T38" fmla="*/ 2147483647 w 954"/>
                <a:gd name="T39" fmla="*/ 2147483647 h 930"/>
                <a:gd name="T40" fmla="*/ 2147483647 w 954"/>
                <a:gd name="T41" fmla="*/ 2147483647 h 930"/>
                <a:gd name="T42" fmla="*/ 2147483647 w 954"/>
                <a:gd name="T43" fmla="*/ 2147483647 h 930"/>
                <a:gd name="T44" fmla="*/ 2147483647 w 954"/>
                <a:gd name="T45" fmla="*/ 2147483647 h 930"/>
                <a:gd name="T46" fmla="*/ 2147483647 w 954"/>
                <a:gd name="T47" fmla="*/ 2147483647 h 930"/>
                <a:gd name="T48" fmla="*/ 2147483647 w 954"/>
                <a:gd name="T49" fmla="*/ 2147483647 h 930"/>
                <a:gd name="T50" fmla="*/ 0 w 954"/>
                <a:gd name="T51" fmla="*/ 2147483647 h 930"/>
                <a:gd name="T52" fmla="*/ 2147483647 w 954"/>
                <a:gd name="T53" fmla="*/ 2147483647 h 930"/>
                <a:gd name="T54" fmla="*/ 2147483647 w 954"/>
                <a:gd name="T55" fmla="*/ 2147483647 h 930"/>
                <a:gd name="T56" fmla="*/ 2147483647 w 954"/>
                <a:gd name="T57" fmla="*/ 2147483647 h 930"/>
                <a:gd name="T58" fmla="*/ 2147483647 w 954"/>
                <a:gd name="T59" fmla="*/ 2147483647 h 930"/>
                <a:gd name="T60" fmla="*/ 2147483647 w 954"/>
                <a:gd name="T61" fmla="*/ 2147483647 h 930"/>
                <a:gd name="T62" fmla="*/ 2147483647 w 954"/>
                <a:gd name="T63" fmla="*/ 2147483647 h 930"/>
                <a:gd name="T64" fmla="*/ 2147483647 w 954"/>
                <a:gd name="T65" fmla="*/ 2147483647 h 930"/>
                <a:gd name="T66" fmla="*/ 2147483647 w 954"/>
                <a:gd name="T67" fmla="*/ 2147483647 h 930"/>
                <a:gd name="T68" fmla="*/ 2147483647 w 954"/>
                <a:gd name="T69" fmla="*/ 2147483647 h 930"/>
                <a:gd name="T70" fmla="*/ 2147483647 w 954"/>
                <a:gd name="T71" fmla="*/ 2147483647 h 930"/>
                <a:gd name="T72" fmla="*/ 2147483647 w 954"/>
                <a:gd name="T73" fmla="*/ 2147483647 h 930"/>
                <a:gd name="T74" fmla="*/ 2147483647 w 954"/>
                <a:gd name="T75" fmla="*/ 2147483647 h 930"/>
                <a:gd name="T76" fmla="*/ 2147483647 w 954"/>
                <a:gd name="T77" fmla="*/ 2147483647 h 930"/>
                <a:gd name="T78" fmla="*/ 2147483647 w 954"/>
                <a:gd name="T79" fmla="*/ 2147483647 h 930"/>
                <a:gd name="T80" fmla="*/ 2147483647 w 954"/>
                <a:gd name="T81" fmla="*/ 2147483647 h 930"/>
                <a:gd name="T82" fmla="*/ 2147483647 w 954"/>
                <a:gd name="T83" fmla="*/ 2147483647 h 930"/>
                <a:gd name="T84" fmla="*/ 2147483647 w 954"/>
                <a:gd name="T85" fmla="*/ 2147483647 h 930"/>
                <a:gd name="T86" fmla="*/ 2147483647 w 954"/>
                <a:gd name="T87" fmla="*/ 2147483647 h 930"/>
                <a:gd name="T88" fmla="*/ 2147483647 w 954"/>
                <a:gd name="T89" fmla="*/ 2147483647 h 930"/>
                <a:gd name="T90" fmla="*/ 2147483647 w 954"/>
                <a:gd name="T91" fmla="*/ 2147483647 h 930"/>
                <a:gd name="T92" fmla="*/ 2147483647 w 954"/>
                <a:gd name="T93" fmla="*/ 2147483647 h 930"/>
                <a:gd name="T94" fmla="*/ 2147483647 w 954"/>
                <a:gd name="T95" fmla="*/ 2147483647 h 930"/>
                <a:gd name="T96" fmla="*/ 2147483647 w 954"/>
                <a:gd name="T97" fmla="*/ 2147483647 h 930"/>
                <a:gd name="T98" fmla="*/ 2147483647 w 954"/>
                <a:gd name="T99" fmla="*/ 2147483647 h 930"/>
                <a:gd name="T100" fmla="*/ 2147483647 w 954"/>
                <a:gd name="T101" fmla="*/ 2147483647 h 930"/>
                <a:gd name="T102" fmla="*/ 2147483647 w 954"/>
                <a:gd name="T103" fmla="*/ 2147483647 h 930"/>
                <a:gd name="T104" fmla="*/ 2147483647 w 954"/>
                <a:gd name="T105" fmla="*/ 2147483647 h 930"/>
                <a:gd name="T106" fmla="*/ 2147483647 w 954"/>
                <a:gd name="T107" fmla="*/ 2147483647 h 930"/>
                <a:gd name="T108" fmla="*/ 2147483647 w 954"/>
                <a:gd name="T109" fmla="*/ 2147483647 h 930"/>
                <a:gd name="T110" fmla="*/ 2147483647 w 954"/>
                <a:gd name="T111" fmla="*/ 2147483647 h 930"/>
                <a:gd name="T112" fmla="*/ 2147483647 w 954"/>
                <a:gd name="T113" fmla="*/ 2147483647 h 930"/>
                <a:gd name="T114" fmla="*/ 2147483647 w 954"/>
                <a:gd name="T115" fmla="*/ 2147483647 h 930"/>
                <a:gd name="T116" fmla="*/ 2147483647 w 954"/>
                <a:gd name="T117" fmla="*/ 2147483647 h 930"/>
                <a:gd name="T118" fmla="*/ 2147483647 w 954"/>
                <a:gd name="T119" fmla="*/ 2147483647 h 93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954"/>
                <a:gd name="T181" fmla="*/ 0 h 930"/>
                <a:gd name="T182" fmla="*/ 954 w 954"/>
                <a:gd name="T183" fmla="*/ 930 h 93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954" h="930">
                  <a:moveTo>
                    <a:pt x="264" y="42"/>
                  </a:moveTo>
                  <a:lnTo>
                    <a:pt x="264" y="12"/>
                  </a:lnTo>
                  <a:lnTo>
                    <a:pt x="252" y="0"/>
                  </a:lnTo>
                  <a:lnTo>
                    <a:pt x="234" y="0"/>
                  </a:lnTo>
                  <a:lnTo>
                    <a:pt x="228" y="6"/>
                  </a:lnTo>
                  <a:lnTo>
                    <a:pt x="228" y="18"/>
                  </a:lnTo>
                  <a:lnTo>
                    <a:pt x="234" y="24"/>
                  </a:lnTo>
                  <a:lnTo>
                    <a:pt x="234" y="36"/>
                  </a:lnTo>
                  <a:lnTo>
                    <a:pt x="240" y="42"/>
                  </a:lnTo>
                  <a:lnTo>
                    <a:pt x="264" y="42"/>
                  </a:lnTo>
                  <a:close/>
                  <a:moveTo>
                    <a:pt x="936" y="276"/>
                  </a:moveTo>
                  <a:lnTo>
                    <a:pt x="930" y="276"/>
                  </a:lnTo>
                  <a:lnTo>
                    <a:pt x="924" y="282"/>
                  </a:lnTo>
                  <a:lnTo>
                    <a:pt x="912" y="288"/>
                  </a:lnTo>
                  <a:lnTo>
                    <a:pt x="906" y="294"/>
                  </a:lnTo>
                  <a:lnTo>
                    <a:pt x="900" y="288"/>
                  </a:lnTo>
                  <a:lnTo>
                    <a:pt x="888" y="288"/>
                  </a:lnTo>
                  <a:lnTo>
                    <a:pt x="882" y="282"/>
                  </a:lnTo>
                  <a:lnTo>
                    <a:pt x="876" y="282"/>
                  </a:lnTo>
                  <a:lnTo>
                    <a:pt x="852" y="306"/>
                  </a:lnTo>
                  <a:lnTo>
                    <a:pt x="822" y="282"/>
                  </a:lnTo>
                  <a:lnTo>
                    <a:pt x="846" y="282"/>
                  </a:lnTo>
                  <a:lnTo>
                    <a:pt x="858" y="276"/>
                  </a:lnTo>
                  <a:lnTo>
                    <a:pt x="864" y="276"/>
                  </a:lnTo>
                  <a:lnTo>
                    <a:pt x="870" y="264"/>
                  </a:lnTo>
                  <a:lnTo>
                    <a:pt x="870" y="246"/>
                  </a:lnTo>
                  <a:lnTo>
                    <a:pt x="882" y="234"/>
                  </a:lnTo>
                  <a:lnTo>
                    <a:pt x="888" y="222"/>
                  </a:lnTo>
                  <a:lnTo>
                    <a:pt x="876" y="210"/>
                  </a:lnTo>
                  <a:lnTo>
                    <a:pt x="846" y="210"/>
                  </a:lnTo>
                  <a:lnTo>
                    <a:pt x="846" y="204"/>
                  </a:lnTo>
                  <a:lnTo>
                    <a:pt x="840" y="198"/>
                  </a:lnTo>
                  <a:lnTo>
                    <a:pt x="840" y="192"/>
                  </a:lnTo>
                  <a:lnTo>
                    <a:pt x="834" y="186"/>
                  </a:lnTo>
                  <a:lnTo>
                    <a:pt x="828" y="186"/>
                  </a:lnTo>
                  <a:lnTo>
                    <a:pt x="822" y="192"/>
                  </a:lnTo>
                  <a:lnTo>
                    <a:pt x="822" y="210"/>
                  </a:lnTo>
                  <a:lnTo>
                    <a:pt x="816" y="198"/>
                  </a:lnTo>
                  <a:lnTo>
                    <a:pt x="816" y="180"/>
                  </a:lnTo>
                  <a:lnTo>
                    <a:pt x="792" y="180"/>
                  </a:lnTo>
                  <a:lnTo>
                    <a:pt x="786" y="210"/>
                  </a:lnTo>
                  <a:lnTo>
                    <a:pt x="780" y="204"/>
                  </a:lnTo>
                  <a:lnTo>
                    <a:pt x="774" y="192"/>
                  </a:lnTo>
                  <a:lnTo>
                    <a:pt x="774" y="186"/>
                  </a:lnTo>
                  <a:lnTo>
                    <a:pt x="768" y="180"/>
                  </a:lnTo>
                  <a:lnTo>
                    <a:pt x="768" y="156"/>
                  </a:lnTo>
                  <a:lnTo>
                    <a:pt x="738" y="168"/>
                  </a:lnTo>
                  <a:lnTo>
                    <a:pt x="744" y="162"/>
                  </a:lnTo>
                  <a:lnTo>
                    <a:pt x="756" y="156"/>
                  </a:lnTo>
                  <a:lnTo>
                    <a:pt x="762" y="156"/>
                  </a:lnTo>
                  <a:lnTo>
                    <a:pt x="762" y="144"/>
                  </a:lnTo>
                  <a:lnTo>
                    <a:pt x="750" y="138"/>
                  </a:lnTo>
                  <a:lnTo>
                    <a:pt x="744" y="138"/>
                  </a:lnTo>
                  <a:lnTo>
                    <a:pt x="744" y="132"/>
                  </a:lnTo>
                  <a:lnTo>
                    <a:pt x="750" y="132"/>
                  </a:lnTo>
                  <a:lnTo>
                    <a:pt x="762" y="126"/>
                  </a:lnTo>
                  <a:lnTo>
                    <a:pt x="774" y="126"/>
                  </a:lnTo>
                  <a:lnTo>
                    <a:pt x="792" y="120"/>
                  </a:lnTo>
                  <a:lnTo>
                    <a:pt x="804" y="120"/>
                  </a:lnTo>
                  <a:lnTo>
                    <a:pt x="810" y="114"/>
                  </a:lnTo>
                  <a:lnTo>
                    <a:pt x="726" y="114"/>
                  </a:lnTo>
                  <a:lnTo>
                    <a:pt x="690" y="120"/>
                  </a:lnTo>
                  <a:lnTo>
                    <a:pt x="678" y="120"/>
                  </a:lnTo>
                  <a:lnTo>
                    <a:pt x="690" y="132"/>
                  </a:lnTo>
                  <a:lnTo>
                    <a:pt x="678" y="132"/>
                  </a:lnTo>
                  <a:lnTo>
                    <a:pt x="666" y="138"/>
                  </a:lnTo>
                  <a:lnTo>
                    <a:pt x="654" y="138"/>
                  </a:lnTo>
                  <a:lnTo>
                    <a:pt x="642" y="144"/>
                  </a:lnTo>
                  <a:lnTo>
                    <a:pt x="636" y="144"/>
                  </a:lnTo>
                  <a:lnTo>
                    <a:pt x="624" y="150"/>
                  </a:lnTo>
                  <a:lnTo>
                    <a:pt x="606" y="168"/>
                  </a:lnTo>
                  <a:lnTo>
                    <a:pt x="594" y="174"/>
                  </a:lnTo>
                  <a:lnTo>
                    <a:pt x="576" y="174"/>
                  </a:lnTo>
                  <a:lnTo>
                    <a:pt x="564" y="162"/>
                  </a:lnTo>
                  <a:lnTo>
                    <a:pt x="546" y="156"/>
                  </a:lnTo>
                  <a:lnTo>
                    <a:pt x="534" y="144"/>
                  </a:lnTo>
                  <a:lnTo>
                    <a:pt x="522" y="138"/>
                  </a:lnTo>
                  <a:lnTo>
                    <a:pt x="510" y="126"/>
                  </a:lnTo>
                  <a:lnTo>
                    <a:pt x="492" y="126"/>
                  </a:lnTo>
                  <a:lnTo>
                    <a:pt x="450" y="132"/>
                  </a:lnTo>
                  <a:lnTo>
                    <a:pt x="372" y="132"/>
                  </a:lnTo>
                  <a:lnTo>
                    <a:pt x="360" y="120"/>
                  </a:lnTo>
                  <a:lnTo>
                    <a:pt x="354" y="108"/>
                  </a:lnTo>
                  <a:lnTo>
                    <a:pt x="354" y="84"/>
                  </a:lnTo>
                  <a:lnTo>
                    <a:pt x="348" y="72"/>
                  </a:lnTo>
                  <a:lnTo>
                    <a:pt x="336" y="60"/>
                  </a:lnTo>
                  <a:lnTo>
                    <a:pt x="324" y="54"/>
                  </a:lnTo>
                  <a:lnTo>
                    <a:pt x="276" y="54"/>
                  </a:lnTo>
                  <a:lnTo>
                    <a:pt x="240" y="60"/>
                  </a:lnTo>
                  <a:lnTo>
                    <a:pt x="222" y="72"/>
                  </a:lnTo>
                  <a:lnTo>
                    <a:pt x="210" y="78"/>
                  </a:lnTo>
                  <a:lnTo>
                    <a:pt x="204" y="78"/>
                  </a:lnTo>
                  <a:lnTo>
                    <a:pt x="180" y="90"/>
                  </a:lnTo>
                  <a:lnTo>
                    <a:pt x="162" y="96"/>
                  </a:lnTo>
                  <a:lnTo>
                    <a:pt x="144" y="108"/>
                  </a:lnTo>
                  <a:lnTo>
                    <a:pt x="138" y="120"/>
                  </a:lnTo>
                  <a:lnTo>
                    <a:pt x="138" y="144"/>
                  </a:lnTo>
                  <a:lnTo>
                    <a:pt x="150" y="168"/>
                  </a:lnTo>
                  <a:lnTo>
                    <a:pt x="156" y="186"/>
                  </a:lnTo>
                  <a:lnTo>
                    <a:pt x="162" y="198"/>
                  </a:lnTo>
                  <a:lnTo>
                    <a:pt x="156" y="210"/>
                  </a:lnTo>
                  <a:lnTo>
                    <a:pt x="150" y="228"/>
                  </a:lnTo>
                  <a:lnTo>
                    <a:pt x="138" y="234"/>
                  </a:lnTo>
                  <a:lnTo>
                    <a:pt x="132" y="246"/>
                  </a:lnTo>
                  <a:lnTo>
                    <a:pt x="126" y="252"/>
                  </a:lnTo>
                  <a:lnTo>
                    <a:pt x="120" y="252"/>
                  </a:lnTo>
                  <a:lnTo>
                    <a:pt x="126" y="222"/>
                  </a:lnTo>
                  <a:lnTo>
                    <a:pt x="114" y="222"/>
                  </a:lnTo>
                  <a:lnTo>
                    <a:pt x="108" y="216"/>
                  </a:lnTo>
                  <a:lnTo>
                    <a:pt x="96" y="210"/>
                  </a:lnTo>
                  <a:lnTo>
                    <a:pt x="90" y="204"/>
                  </a:lnTo>
                  <a:lnTo>
                    <a:pt x="84" y="192"/>
                  </a:lnTo>
                  <a:lnTo>
                    <a:pt x="96" y="168"/>
                  </a:lnTo>
                  <a:lnTo>
                    <a:pt x="108" y="156"/>
                  </a:lnTo>
                  <a:lnTo>
                    <a:pt x="120" y="132"/>
                  </a:lnTo>
                  <a:lnTo>
                    <a:pt x="120" y="78"/>
                  </a:lnTo>
                  <a:lnTo>
                    <a:pt x="114" y="66"/>
                  </a:lnTo>
                  <a:lnTo>
                    <a:pt x="114" y="54"/>
                  </a:lnTo>
                  <a:lnTo>
                    <a:pt x="108" y="48"/>
                  </a:lnTo>
                  <a:lnTo>
                    <a:pt x="108" y="54"/>
                  </a:lnTo>
                  <a:lnTo>
                    <a:pt x="102" y="66"/>
                  </a:lnTo>
                  <a:lnTo>
                    <a:pt x="90" y="78"/>
                  </a:lnTo>
                  <a:lnTo>
                    <a:pt x="72" y="84"/>
                  </a:lnTo>
                  <a:lnTo>
                    <a:pt x="48" y="108"/>
                  </a:lnTo>
                  <a:lnTo>
                    <a:pt x="36" y="144"/>
                  </a:lnTo>
                  <a:lnTo>
                    <a:pt x="36" y="162"/>
                  </a:lnTo>
                  <a:lnTo>
                    <a:pt x="30" y="168"/>
                  </a:lnTo>
                  <a:lnTo>
                    <a:pt x="30" y="192"/>
                  </a:lnTo>
                  <a:lnTo>
                    <a:pt x="6" y="216"/>
                  </a:lnTo>
                  <a:lnTo>
                    <a:pt x="0" y="228"/>
                  </a:lnTo>
                  <a:lnTo>
                    <a:pt x="0" y="240"/>
                  </a:lnTo>
                  <a:lnTo>
                    <a:pt x="6" y="246"/>
                  </a:lnTo>
                  <a:lnTo>
                    <a:pt x="6" y="240"/>
                  </a:lnTo>
                  <a:lnTo>
                    <a:pt x="18" y="228"/>
                  </a:lnTo>
                  <a:lnTo>
                    <a:pt x="24" y="228"/>
                  </a:lnTo>
                  <a:lnTo>
                    <a:pt x="36" y="240"/>
                  </a:lnTo>
                  <a:lnTo>
                    <a:pt x="42" y="252"/>
                  </a:lnTo>
                  <a:lnTo>
                    <a:pt x="42" y="288"/>
                  </a:lnTo>
                  <a:lnTo>
                    <a:pt x="48" y="294"/>
                  </a:lnTo>
                  <a:lnTo>
                    <a:pt x="60" y="300"/>
                  </a:lnTo>
                  <a:lnTo>
                    <a:pt x="66" y="306"/>
                  </a:lnTo>
                  <a:lnTo>
                    <a:pt x="66" y="318"/>
                  </a:lnTo>
                  <a:lnTo>
                    <a:pt x="54" y="342"/>
                  </a:lnTo>
                  <a:lnTo>
                    <a:pt x="54" y="384"/>
                  </a:lnTo>
                  <a:lnTo>
                    <a:pt x="66" y="384"/>
                  </a:lnTo>
                  <a:lnTo>
                    <a:pt x="66" y="396"/>
                  </a:lnTo>
                  <a:lnTo>
                    <a:pt x="72" y="408"/>
                  </a:lnTo>
                  <a:lnTo>
                    <a:pt x="78" y="414"/>
                  </a:lnTo>
                  <a:lnTo>
                    <a:pt x="102" y="414"/>
                  </a:lnTo>
                  <a:lnTo>
                    <a:pt x="108" y="408"/>
                  </a:lnTo>
                  <a:lnTo>
                    <a:pt x="120" y="408"/>
                  </a:lnTo>
                  <a:lnTo>
                    <a:pt x="132" y="414"/>
                  </a:lnTo>
                  <a:lnTo>
                    <a:pt x="138" y="414"/>
                  </a:lnTo>
                  <a:lnTo>
                    <a:pt x="150" y="420"/>
                  </a:lnTo>
                  <a:lnTo>
                    <a:pt x="162" y="420"/>
                  </a:lnTo>
                  <a:lnTo>
                    <a:pt x="168" y="414"/>
                  </a:lnTo>
                  <a:lnTo>
                    <a:pt x="168" y="408"/>
                  </a:lnTo>
                  <a:lnTo>
                    <a:pt x="180" y="408"/>
                  </a:lnTo>
                  <a:lnTo>
                    <a:pt x="186" y="414"/>
                  </a:lnTo>
                  <a:lnTo>
                    <a:pt x="198" y="420"/>
                  </a:lnTo>
                  <a:lnTo>
                    <a:pt x="222" y="420"/>
                  </a:lnTo>
                  <a:lnTo>
                    <a:pt x="222" y="426"/>
                  </a:lnTo>
                  <a:lnTo>
                    <a:pt x="228" y="432"/>
                  </a:lnTo>
                  <a:lnTo>
                    <a:pt x="234" y="444"/>
                  </a:lnTo>
                  <a:lnTo>
                    <a:pt x="240" y="462"/>
                  </a:lnTo>
                  <a:lnTo>
                    <a:pt x="264" y="486"/>
                  </a:lnTo>
                  <a:lnTo>
                    <a:pt x="288" y="486"/>
                  </a:lnTo>
                  <a:lnTo>
                    <a:pt x="288" y="480"/>
                  </a:lnTo>
                  <a:lnTo>
                    <a:pt x="306" y="480"/>
                  </a:lnTo>
                  <a:lnTo>
                    <a:pt x="312" y="486"/>
                  </a:lnTo>
                  <a:lnTo>
                    <a:pt x="336" y="486"/>
                  </a:lnTo>
                  <a:lnTo>
                    <a:pt x="342" y="480"/>
                  </a:lnTo>
                  <a:lnTo>
                    <a:pt x="366" y="486"/>
                  </a:lnTo>
                  <a:lnTo>
                    <a:pt x="372" y="480"/>
                  </a:lnTo>
                  <a:lnTo>
                    <a:pt x="384" y="474"/>
                  </a:lnTo>
                  <a:lnTo>
                    <a:pt x="402" y="474"/>
                  </a:lnTo>
                  <a:lnTo>
                    <a:pt x="408" y="480"/>
                  </a:lnTo>
                  <a:lnTo>
                    <a:pt x="408" y="492"/>
                  </a:lnTo>
                  <a:lnTo>
                    <a:pt x="390" y="510"/>
                  </a:lnTo>
                  <a:lnTo>
                    <a:pt x="390" y="534"/>
                  </a:lnTo>
                  <a:lnTo>
                    <a:pt x="384" y="540"/>
                  </a:lnTo>
                  <a:lnTo>
                    <a:pt x="378" y="540"/>
                  </a:lnTo>
                  <a:lnTo>
                    <a:pt x="366" y="552"/>
                  </a:lnTo>
                  <a:lnTo>
                    <a:pt x="366" y="576"/>
                  </a:lnTo>
                  <a:lnTo>
                    <a:pt x="372" y="588"/>
                  </a:lnTo>
                  <a:lnTo>
                    <a:pt x="372" y="618"/>
                  </a:lnTo>
                  <a:lnTo>
                    <a:pt x="366" y="630"/>
                  </a:lnTo>
                  <a:lnTo>
                    <a:pt x="366" y="642"/>
                  </a:lnTo>
                  <a:lnTo>
                    <a:pt x="372" y="648"/>
                  </a:lnTo>
                  <a:lnTo>
                    <a:pt x="384" y="648"/>
                  </a:lnTo>
                  <a:lnTo>
                    <a:pt x="384" y="672"/>
                  </a:lnTo>
                  <a:lnTo>
                    <a:pt x="390" y="684"/>
                  </a:lnTo>
                  <a:lnTo>
                    <a:pt x="402" y="690"/>
                  </a:lnTo>
                  <a:lnTo>
                    <a:pt x="408" y="702"/>
                  </a:lnTo>
                  <a:lnTo>
                    <a:pt x="408" y="708"/>
                  </a:lnTo>
                  <a:lnTo>
                    <a:pt x="402" y="720"/>
                  </a:lnTo>
                  <a:lnTo>
                    <a:pt x="372" y="750"/>
                  </a:lnTo>
                  <a:lnTo>
                    <a:pt x="366" y="750"/>
                  </a:lnTo>
                  <a:lnTo>
                    <a:pt x="390" y="762"/>
                  </a:lnTo>
                  <a:lnTo>
                    <a:pt x="402" y="774"/>
                  </a:lnTo>
                  <a:lnTo>
                    <a:pt x="414" y="774"/>
                  </a:lnTo>
                  <a:lnTo>
                    <a:pt x="414" y="798"/>
                  </a:lnTo>
                  <a:lnTo>
                    <a:pt x="420" y="804"/>
                  </a:lnTo>
                  <a:lnTo>
                    <a:pt x="420" y="822"/>
                  </a:lnTo>
                  <a:lnTo>
                    <a:pt x="426" y="828"/>
                  </a:lnTo>
                  <a:lnTo>
                    <a:pt x="426" y="846"/>
                  </a:lnTo>
                  <a:lnTo>
                    <a:pt x="432" y="858"/>
                  </a:lnTo>
                  <a:lnTo>
                    <a:pt x="432" y="876"/>
                  </a:lnTo>
                  <a:lnTo>
                    <a:pt x="444" y="888"/>
                  </a:lnTo>
                  <a:lnTo>
                    <a:pt x="450" y="900"/>
                  </a:lnTo>
                  <a:lnTo>
                    <a:pt x="450" y="906"/>
                  </a:lnTo>
                  <a:lnTo>
                    <a:pt x="462" y="918"/>
                  </a:lnTo>
                  <a:lnTo>
                    <a:pt x="468" y="918"/>
                  </a:lnTo>
                  <a:lnTo>
                    <a:pt x="480" y="924"/>
                  </a:lnTo>
                  <a:lnTo>
                    <a:pt x="486" y="924"/>
                  </a:lnTo>
                  <a:lnTo>
                    <a:pt x="498" y="918"/>
                  </a:lnTo>
                  <a:lnTo>
                    <a:pt x="504" y="912"/>
                  </a:lnTo>
                  <a:lnTo>
                    <a:pt x="516" y="906"/>
                  </a:lnTo>
                  <a:lnTo>
                    <a:pt x="522" y="900"/>
                  </a:lnTo>
                  <a:lnTo>
                    <a:pt x="528" y="906"/>
                  </a:lnTo>
                  <a:lnTo>
                    <a:pt x="528" y="930"/>
                  </a:lnTo>
                  <a:lnTo>
                    <a:pt x="534" y="930"/>
                  </a:lnTo>
                  <a:lnTo>
                    <a:pt x="546" y="918"/>
                  </a:lnTo>
                  <a:lnTo>
                    <a:pt x="558" y="894"/>
                  </a:lnTo>
                  <a:lnTo>
                    <a:pt x="570" y="882"/>
                  </a:lnTo>
                  <a:lnTo>
                    <a:pt x="588" y="882"/>
                  </a:lnTo>
                  <a:lnTo>
                    <a:pt x="594" y="876"/>
                  </a:lnTo>
                  <a:lnTo>
                    <a:pt x="630" y="858"/>
                  </a:lnTo>
                  <a:lnTo>
                    <a:pt x="636" y="846"/>
                  </a:lnTo>
                  <a:lnTo>
                    <a:pt x="636" y="816"/>
                  </a:lnTo>
                  <a:lnTo>
                    <a:pt x="678" y="816"/>
                  </a:lnTo>
                  <a:lnTo>
                    <a:pt x="684" y="810"/>
                  </a:lnTo>
                  <a:lnTo>
                    <a:pt x="690" y="798"/>
                  </a:lnTo>
                  <a:lnTo>
                    <a:pt x="690" y="792"/>
                  </a:lnTo>
                  <a:lnTo>
                    <a:pt x="684" y="786"/>
                  </a:lnTo>
                  <a:lnTo>
                    <a:pt x="636" y="780"/>
                  </a:lnTo>
                  <a:lnTo>
                    <a:pt x="636" y="750"/>
                  </a:lnTo>
                  <a:lnTo>
                    <a:pt x="630" y="738"/>
                  </a:lnTo>
                  <a:lnTo>
                    <a:pt x="618" y="726"/>
                  </a:lnTo>
                  <a:lnTo>
                    <a:pt x="624" y="720"/>
                  </a:lnTo>
                  <a:lnTo>
                    <a:pt x="624" y="690"/>
                  </a:lnTo>
                  <a:lnTo>
                    <a:pt x="618" y="684"/>
                  </a:lnTo>
                  <a:lnTo>
                    <a:pt x="606" y="678"/>
                  </a:lnTo>
                  <a:lnTo>
                    <a:pt x="588" y="660"/>
                  </a:lnTo>
                  <a:lnTo>
                    <a:pt x="588" y="630"/>
                  </a:lnTo>
                  <a:lnTo>
                    <a:pt x="594" y="636"/>
                  </a:lnTo>
                  <a:lnTo>
                    <a:pt x="594" y="642"/>
                  </a:lnTo>
                  <a:lnTo>
                    <a:pt x="636" y="642"/>
                  </a:lnTo>
                  <a:lnTo>
                    <a:pt x="642" y="648"/>
                  </a:lnTo>
                  <a:lnTo>
                    <a:pt x="642" y="666"/>
                  </a:lnTo>
                  <a:lnTo>
                    <a:pt x="654" y="666"/>
                  </a:lnTo>
                  <a:lnTo>
                    <a:pt x="666" y="660"/>
                  </a:lnTo>
                  <a:lnTo>
                    <a:pt x="678" y="666"/>
                  </a:lnTo>
                  <a:lnTo>
                    <a:pt x="684" y="660"/>
                  </a:lnTo>
                  <a:lnTo>
                    <a:pt x="696" y="660"/>
                  </a:lnTo>
                  <a:lnTo>
                    <a:pt x="702" y="666"/>
                  </a:lnTo>
                  <a:lnTo>
                    <a:pt x="708" y="678"/>
                  </a:lnTo>
                  <a:lnTo>
                    <a:pt x="720" y="690"/>
                  </a:lnTo>
                  <a:lnTo>
                    <a:pt x="732" y="696"/>
                  </a:lnTo>
                  <a:lnTo>
                    <a:pt x="738" y="690"/>
                  </a:lnTo>
                  <a:lnTo>
                    <a:pt x="738" y="672"/>
                  </a:lnTo>
                  <a:lnTo>
                    <a:pt x="744" y="660"/>
                  </a:lnTo>
                  <a:lnTo>
                    <a:pt x="744" y="648"/>
                  </a:lnTo>
                  <a:lnTo>
                    <a:pt x="750" y="642"/>
                  </a:lnTo>
                  <a:lnTo>
                    <a:pt x="768" y="642"/>
                  </a:lnTo>
                  <a:lnTo>
                    <a:pt x="774" y="648"/>
                  </a:lnTo>
                  <a:lnTo>
                    <a:pt x="792" y="648"/>
                  </a:lnTo>
                  <a:lnTo>
                    <a:pt x="804" y="642"/>
                  </a:lnTo>
                  <a:lnTo>
                    <a:pt x="828" y="618"/>
                  </a:lnTo>
                  <a:lnTo>
                    <a:pt x="840" y="612"/>
                  </a:lnTo>
                  <a:lnTo>
                    <a:pt x="864" y="612"/>
                  </a:lnTo>
                  <a:lnTo>
                    <a:pt x="864" y="600"/>
                  </a:lnTo>
                  <a:lnTo>
                    <a:pt x="876" y="600"/>
                  </a:lnTo>
                  <a:lnTo>
                    <a:pt x="882" y="594"/>
                  </a:lnTo>
                  <a:lnTo>
                    <a:pt x="882" y="558"/>
                  </a:lnTo>
                  <a:lnTo>
                    <a:pt x="846" y="522"/>
                  </a:lnTo>
                  <a:lnTo>
                    <a:pt x="840" y="510"/>
                  </a:lnTo>
                  <a:lnTo>
                    <a:pt x="834" y="504"/>
                  </a:lnTo>
                  <a:lnTo>
                    <a:pt x="834" y="492"/>
                  </a:lnTo>
                  <a:lnTo>
                    <a:pt x="846" y="486"/>
                  </a:lnTo>
                  <a:lnTo>
                    <a:pt x="852" y="486"/>
                  </a:lnTo>
                  <a:lnTo>
                    <a:pt x="864" y="480"/>
                  </a:lnTo>
                  <a:lnTo>
                    <a:pt x="864" y="462"/>
                  </a:lnTo>
                  <a:lnTo>
                    <a:pt x="846" y="444"/>
                  </a:lnTo>
                  <a:lnTo>
                    <a:pt x="846" y="438"/>
                  </a:lnTo>
                  <a:lnTo>
                    <a:pt x="876" y="438"/>
                  </a:lnTo>
                  <a:lnTo>
                    <a:pt x="888" y="432"/>
                  </a:lnTo>
                  <a:lnTo>
                    <a:pt x="900" y="432"/>
                  </a:lnTo>
                  <a:lnTo>
                    <a:pt x="912" y="426"/>
                  </a:lnTo>
                  <a:lnTo>
                    <a:pt x="918" y="420"/>
                  </a:lnTo>
                  <a:lnTo>
                    <a:pt x="918" y="402"/>
                  </a:lnTo>
                  <a:lnTo>
                    <a:pt x="894" y="402"/>
                  </a:lnTo>
                  <a:lnTo>
                    <a:pt x="894" y="360"/>
                  </a:lnTo>
                  <a:lnTo>
                    <a:pt x="906" y="348"/>
                  </a:lnTo>
                  <a:lnTo>
                    <a:pt x="918" y="348"/>
                  </a:lnTo>
                  <a:lnTo>
                    <a:pt x="924" y="342"/>
                  </a:lnTo>
                  <a:lnTo>
                    <a:pt x="930" y="342"/>
                  </a:lnTo>
                  <a:lnTo>
                    <a:pt x="936" y="336"/>
                  </a:lnTo>
                  <a:lnTo>
                    <a:pt x="954" y="300"/>
                  </a:lnTo>
                  <a:lnTo>
                    <a:pt x="948" y="294"/>
                  </a:lnTo>
                  <a:lnTo>
                    <a:pt x="942" y="282"/>
                  </a:lnTo>
                  <a:lnTo>
                    <a:pt x="936" y="27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97" name="Uzbe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A9144297-AC1D-4D2D-B6E5-32F49F0A8017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939105" y="1799767"/>
              <a:ext cx="391603" cy="218355"/>
            </a:xfrm>
            <a:custGeom>
              <a:avLst/>
              <a:gdLst>
                <a:gd name="T0" fmla="*/ 2147483647 w 1182"/>
                <a:gd name="T1" fmla="*/ 2147483647 h 666"/>
                <a:gd name="T2" fmla="*/ 2147483647 w 1182"/>
                <a:gd name="T3" fmla="*/ 2147483647 h 666"/>
                <a:gd name="T4" fmla="*/ 2147483647 w 1182"/>
                <a:gd name="T5" fmla="*/ 2147483647 h 666"/>
                <a:gd name="T6" fmla="*/ 2147483647 w 1182"/>
                <a:gd name="T7" fmla="*/ 2147483647 h 666"/>
                <a:gd name="T8" fmla="*/ 2147483647 w 1182"/>
                <a:gd name="T9" fmla="*/ 2147483647 h 666"/>
                <a:gd name="T10" fmla="*/ 2147483647 w 1182"/>
                <a:gd name="T11" fmla="*/ 2147483647 h 666"/>
                <a:gd name="T12" fmla="*/ 2147483647 w 1182"/>
                <a:gd name="T13" fmla="*/ 2147483647 h 666"/>
                <a:gd name="T14" fmla="*/ 2147483647 w 1182"/>
                <a:gd name="T15" fmla="*/ 2147483647 h 666"/>
                <a:gd name="T16" fmla="*/ 2147483647 w 1182"/>
                <a:gd name="T17" fmla="*/ 2147483647 h 666"/>
                <a:gd name="T18" fmla="*/ 2147483647 w 1182"/>
                <a:gd name="T19" fmla="*/ 2147483647 h 666"/>
                <a:gd name="T20" fmla="*/ 2147483647 w 1182"/>
                <a:gd name="T21" fmla="*/ 2147483647 h 666"/>
                <a:gd name="T22" fmla="*/ 2147483647 w 1182"/>
                <a:gd name="T23" fmla="*/ 2147483647 h 666"/>
                <a:gd name="T24" fmla="*/ 2147483647 w 1182"/>
                <a:gd name="T25" fmla="*/ 2147483647 h 666"/>
                <a:gd name="T26" fmla="*/ 2147483647 w 1182"/>
                <a:gd name="T27" fmla="*/ 2147483647 h 666"/>
                <a:gd name="T28" fmla="*/ 2147483647 w 1182"/>
                <a:gd name="T29" fmla="*/ 2147483647 h 666"/>
                <a:gd name="T30" fmla="*/ 2147483647 w 1182"/>
                <a:gd name="T31" fmla="*/ 2147483647 h 666"/>
                <a:gd name="T32" fmla="*/ 2147483647 w 1182"/>
                <a:gd name="T33" fmla="*/ 2147483647 h 666"/>
                <a:gd name="T34" fmla="*/ 2147483647 w 1182"/>
                <a:gd name="T35" fmla="*/ 2147483647 h 666"/>
                <a:gd name="T36" fmla="*/ 2147483647 w 1182"/>
                <a:gd name="T37" fmla="*/ 2147483647 h 666"/>
                <a:gd name="T38" fmla="*/ 2147483647 w 1182"/>
                <a:gd name="T39" fmla="*/ 2147483647 h 666"/>
                <a:gd name="T40" fmla="*/ 2147483647 w 1182"/>
                <a:gd name="T41" fmla="*/ 2147483647 h 666"/>
                <a:gd name="T42" fmla="*/ 2147483647 w 1182"/>
                <a:gd name="T43" fmla="*/ 2147483647 h 666"/>
                <a:gd name="T44" fmla="*/ 2147483647 w 1182"/>
                <a:gd name="T45" fmla="*/ 2147483647 h 666"/>
                <a:gd name="T46" fmla="*/ 2147483647 w 1182"/>
                <a:gd name="T47" fmla="*/ 2147483647 h 666"/>
                <a:gd name="T48" fmla="*/ 2147483647 w 1182"/>
                <a:gd name="T49" fmla="*/ 2147483647 h 666"/>
                <a:gd name="T50" fmla="*/ 2147483647 w 1182"/>
                <a:gd name="T51" fmla="*/ 2147483647 h 666"/>
                <a:gd name="T52" fmla="*/ 2147483647 w 1182"/>
                <a:gd name="T53" fmla="*/ 2147483647 h 666"/>
                <a:gd name="T54" fmla="*/ 2147483647 w 1182"/>
                <a:gd name="T55" fmla="*/ 2147483647 h 666"/>
                <a:gd name="T56" fmla="*/ 2147483647 w 1182"/>
                <a:gd name="T57" fmla="*/ 2147483647 h 666"/>
                <a:gd name="T58" fmla="*/ 2147483647 w 1182"/>
                <a:gd name="T59" fmla="*/ 2147483647 h 666"/>
                <a:gd name="T60" fmla="*/ 2147483647 w 1182"/>
                <a:gd name="T61" fmla="*/ 2147483647 h 666"/>
                <a:gd name="T62" fmla="*/ 2147483647 w 1182"/>
                <a:gd name="T63" fmla="*/ 2147483647 h 666"/>
                <a:gd name="T64" fmla="*/ 2147483647 w 1182"/>
                <a:gd name="T65" fmla="*/ 2147483647 h 666"/>
                <a:gd name="T66" fmla="*/ 2147483647 w 1182"/>
                <a:gd name="T67" fmla="*/ 2147483647 h 666"/>
                <a:gd name="T68" fmla="*/ 2147483647 w 1182"/>
                <a:gd name="T69" fmla="*/ 2147483647 h 666"/>
                <a:gd name="T70" fmla="*/ 2147483647 w 1182"/>
                <a:gd name="T71" fmla="*/ 2147483647 h 666"/>
                <a:gd name="T72" fmla="*/ 2147483647 w 1182"/>
                <a:gd name="T73" fmla="*/ 2147483647 h 666"/>
                <a:gd name="T74" fmla="*/ 2147483647 w 1182"/>
                <a:gd name="T75" fmla="*/ 2147483647 h 666"/>
                <a:gd name="T76" fmla="*/ 2147483647 w 1182"/>
                <a:gd name="T77" fmla="*/ 2147483647 h 666"/>
                <a:gd name="T78" fmla="*/ 2147483647 w 1182"/>
                <a:gd name="T79" fmla="*/ 2147483647 h 666"/>
                <a:gd name="T80" fmla="*/ 2147483647 w 1182"/>
                <a:gd name="T81" fmla="*/ 2147483647 h 666"/>
                <a:gd name="T82" fmla="*/ 2147483647 w 1182"/>
                <a:gd name="T83" fmla="*/ 2147483647 h 666"/>
                <a:gd name="T84" fmla="*/ 2147483647 w 1182"/>
                <a:gd name="T85" fmla="*/ 2147483647 h 666"/>
                <a:gd name="T86" fmla="*/ 2147483647 w 1182"/>
                <a:gd name="T87" fmla="*/ 2147483647 h 666"/>
                <a:gd name="T88" fmla="*/ 2147483647 w 1182"/>
                <a:gd name="T89" fmla="*/ 2147483647 h 666"/>
                <a:gd name="T90" fmla="*/ 2147483647 w 1182"/>
                <a:gd name="T91" fmla="*/ 2147483647 h 666"/>
                <a:gd name="T92" fmla="*/ 2147483647 w 1182"/>
                <a:gd name="T93" fmla="*/ 2147483647 h 666"/>
                <a:gd name="T94" fmla="*/ 2147483647 w 1182"/>
                <a:gd name="T95" fmla="*/ 2147483647 h 666"/>
                <a:gd name="T96" fmla="*/ 2147483647 w 1182"/>
                <a:gd name="T97" fmla="*/ 2147483647 h 666"/>
                <a:gd name="T98" fmla="*/ 2147483647 w 1182"/>
                <a:gd name="T99" fmla="*/ 2147483647 h 666"/>
                <a:gd name="T100" fmla="*/ 2147483647 w 1182"/>
                <a:gd name="T101" fmla="*/ 2147483647 h 666"/>
                <a:gd name="T102" fmla="*/ 2147483647 w 1182"/>
                <a:gd name="T103" fmla="*/ 2147483647 h 666"/>
                <a:gd name="T104" fmla="*/ 2147483647 w 1182"/>
                <a:gd name="T105" fmla="*/ 2147483647 h 666"/>
                <a:gd name="T106" fmla="*/ 2147483647 w 1182"/>
                <a:gd name="T107" fmla="*/ 2147483647 h 666"/>
                <a:gd name="T108" fmla="*/ 2147483647 w 1182"/>
                <a:gd name="T109" fmla="*/ 2147483647 h 666"/>
                <a:gd name="T110" fmla="*/ 2147483647 w 1182"/>
                <a:gd name="T111" fmla="*/ 2147483647 h 666"/>
                <a:gd name="T112" fmla="*/ 2147483647 w 1182"/>
                <a:gd name="T113" fmla="*/ 2147483647 h 666"/>
                <a:gd name="T114" fmla="*/ 2147483647 w 1182"/>
                <a:gd name="T115" fmla="*/ 2147483647 h 66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182"/>
                <a:gd name="T175" fmla="*/ 0 h 666"/>
                <a:gd name="T176" fmla="*/ 1182 w 1182"/>
                <a:gd name="T177" fmla="*/ 666 h 66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182" h="666">
                  <a:moveTo>
                    <a:pt x="1152" y="372"/>
                  </a:moveTo>
                  <a:lnTo>
                    <a:pt x="1146" y="360"/>
                  </a:lnTo>
                  <a:lnTo>
                    <a:pt x="1122" y="360"/>
                  </a:lnTo>
                  <a:lnTo>
                    <a:pt x="1116" y="342"/>
                  </a:lnTo>
                  <a:lnTo>
                    <a:pt x="1098" y="342"/>
                  </a:lnTo>
                  <a:lnTo>
                    <a:pt x="1080" y="318"/>
                  </a:lnTo>
                  <a:lnTo>
                    <a:pt x="1080" y="330"/>
                  </a:lnTo>
                  <a:lnTo>
                    <a:pt x="1068" y="330"/>
                  </a:lnTo>
                  <a:lnTo>
                    <a:pt x="1068" y="342"/>
                  </a:lnTo>
                  <a:lnTo>
                    <a:pt x="1032" y="342"/>
                  </a:lnTo>
                  <a:lnTo>
                    <a:pt x="1020" y="330"/>
                  </a:lnTo>
                  <a:lnTo>
                    <a:pt x="990" y="318"/>
                  </a:lnTo>
                  <a:lnTo>
                    <a:pt x="1038" y="270"/>
                  </a:lnTo>
                  <a:lnTo>
                    <a:pt x="1038" y="264"/>
                  </a:lnTo>
                  <a:lnTo>
                    <a:pt x="1032" y="264"/>
                  </a:lnTo>
                  <a:lnTo>
                    <a:pt x="1032" y="258"/>
                  </a:lnTo>
                  <a:lnTo>
                    <a:pt x="1002" y="276"/>
                  </a:lnTo>
                  <a:lnTo>
                    <a:pt x="978" y="276"/>
                  </a:lnTo>
                  <a:lnTo>
                    <a:pt x="966" y="300"/>
                  </a:lnTo>
                  <a:lnTo>
                    <a:pt x="960" y="300"/>
                  </a:lnTo>
                  <a:lnTo>
                    <a:pt x="954" y="306"/>
                  </a:lnTo>
                  <a:lnTo>
                    <a:pt x="942" y="306"/>
                  </a:lnTo>
                  <a:lnTo>
                    <a:pt x="930" y="312"/>
                  </a:lnTo>
                  <a:lnTo>
                    <a:pt x="918" y="324"/>
                  </a:lnTo>
                  <a:lnTo>
                    <a:pt x="918" y="342"/>
                  </a:lnTo>
                  <a:lnTo>
                    <a:pt x="912" y="342"/>
                  </a:lnTo>
                  <a:lnTo>
                    <a:pt x="906" y="348"/>
                  </a:lnTo>
                  <a:lnTo>
                    <a:pt x="894" y="354"/>
                  </a:lnTo>
                  <a:lnTo>
                    <a:pt x="882" y="366"/>
                  </a:lnTo>
                  <a:lnTo>
                    <a:pt x="882" y="378"/>
                  </a:lnTo>
                  <a:lnTo>
                    <a:pt x="888" y="384"/>
                  </a:lnTo>
                  <a:lnTo>
                    <a:pt x="888" y="396"/>
                  </a:lnTo>
                  <a:lnTo>
                    <a:pt x="882" y="390"/>
                  </a:lnTo>
                  <a:lnTo>
                    <a:pt x="870" y="390"/>
                  </a:lnTo>
                  <a:lnTo>
                    <a:pt x="858" y="384"/>
                  </a:lnTo>
                  <a:lnTo>
                    <a:pt x="852" y="384"/>
                  </a:lnTo>
                  <a:lnTo>
                    <a:pt x="852" y="372"/>
                  </a:lnTo>
                  <a:lnTo>
                    <a:pt x="858" y="366"/>
                  </a:lnTo>
                  <a:lnTo>
                    <a:pt x="858" y="348"/>
                  </a:lnTo>
                  <a:lnTo>
                    <a:pt x="840" y="342"/>
                  </a:lnTo>
                  <a:lnTo>
                    <a:pt x="762" y="342"/>
                  </a:lnTo>
                  <a:lnTo>
                    <a:pt x="732" y="282"/>
                  </a:lnTo>
                  <a:lnTo>
                    <a:pt x="726" y="276"/>
                  </a:lnTo>
                  <a:lnTo>
                    <a:pt x="714" y="276"/>
                  </a:lnTo>
                  <a:lnTo>
                    <a:pt x="708" y="282"/>
                  </a:lnTo>
                  <a:lnTo>
                    <a:pt x="702" y="282"/>
                  </a:lnTo>
                  <a:lnTo>
                    <a:pt x="696" y="276"/>
                  </a:lnTo>
                  <a:lnTo>
                    <a:pt x="696" y="234"/>
                  </a:lnTo>
                  <a:lnTo>
                    <a:pt x="690" y="216"/>
                  </a:lnTo>
                  <a:lnTo>
                    <a:pt x="690" y="204"/>
                  </a:lnTo>
                  <a:lnTo>
                    <a:pt x="660" y="204"/>
                  </a:lnTo>
                  <a:lnTo>
                    <a:pt x="654" y="192"/>
                  </a:lnTo>
                  <a:lnTo>
                    <a:pt x="642" y="186"/>
                  </a:lnTo>
                  <a:lnTo>
                    <a:pt x="636" y="168"/>
                  </a:lnTo>
                  <a:lnTo>
                    <a:pt x="618" y="150"/>
                  </a:lnTo>
                  <a:lnTo>
                    <a:pt x="612" y="138"/>
                  </a:lnTo>
                  <a:lnTo>
                    <a:pt x="600" y="138"/>
                  </a:lnTo>
                  <a:lnTo>
                    <a:pt x="576" y="150"/>
                  </a:lnTo>
                  <a:lnTo>
                    <a:pt x="570" y="156"/>
                  </a:lnTo>
                  <a:lnTo>
                    <a:pt x="552" y="156"/>
                  </a:lnTo>
                  <a:lnTo>
                    <a:pt x="534" y="150"/>
                  </a:lnTo>
                  <a:lnTo>
                    <a:pt x="474" y="150"/>
                  </a:lnTo>
                  <a:lnTo>
                    <a:pt x="456" y="156"/>
                  </a:lnTo>
                  <a:lnTo>
                    <a:pt x="420" y="156"/>
                  </a:lnTo>
                  <a:lnTo>
                    <a:pt x="414" y="162"/>
                  </a:lnTo>
                  <a:lnTo>
                    <a:pt x="408" y="162"/>
                  </a:lnTo>
                  <a:lnTo>
                    <a:pt x="330" y="90"/>
                  </a:lnTo>
                  <a:lnTo>
                    <a:pt x="264" y="54"/>
                  </a:lnTo>
                  <a:lnTo>
                    <a:pt x="270" y="66"/>
                  </a:lnTo>
                  <a:lnTo>
                    <a:pt x="270" y="90"/>
                  </a:lnTo>
                  <a:lnTo>
                    <a:pt x="264" y="102"/>
                  </a:lnTo>
                  <a:lnTo>
                    <a:pt x="258" y="108"/>
                  </a:lnTo>
                  <a:lnTo>
                    <a:pt x="240" y="108"/>
                  </a:lnTo>
                  <a:lnTo>
                    <a:pt x="228" y="102"/>
                  </a:lnTo>
                  <a:lnTo>
                    <a:pt x="222" y="96"/>
                  </a:lnTo>
                  <a:lnTo>
                    <a:pt x="222" y="78"/>
                  </a:lnTo>
                  <a:lnTo>
                    <a:pt x="210" y="54"/>
                  </a:lnTo>
                  <a:lnTo>
                    <a:pt x="216" y="36"/>
                  </a:lnTo>
                  <a:lnTo>
                    <a:pt x="162" y="12"/>
                  </a:lnTo>
                  <a:lnTo>
                    <a:pt x="156" y="30"/>
                  </a:lnTo>
                  <a:lnTo>
                    <a:pt x="168" y="36"/>
                  </a:lnTo>
                  <a:lnTo>
                    <a:pt x="174" y="48"/>
                  </a:lnTo>
                  <a:lnTo>
                    <a:pt x="174" y="72"/>
                  </a:lnTo>
                  <a:lnTo>
                    <a:pt x="168" y="78"/>
                  </a:lnTo>
                  <a:lnTo>
                    <a:pt x="156" y="84"/>
                  </a:lnTo>
                  <a:lnTo>
                    <a:pt x="150" y="84"/>
                  </a:lnTo>
                  <a:lnTo>
                    <a:pt x="144" y="78"/>
                  </a:lnTo>
                  <a:lnTo>
                    <a:pt x="144" y="60"/>
                  </a:lnTo>
                  <a:lnTo>
                    <a:pt x="132" y="48"/>
                  </a:lnTo>
                  <a:lnTo>
                    <a:pt x="132" y="42"/>
                  </a:lnTo>
                  <a:lnTo>
                    <a:pt x="144" y="30"/>
                  </a:lnTo>
                  <a:lnTo>
                    <a:pt x="150" y="6"/>
                  </a:lnTo>
                  <a:lnTo>
                    <a:pt x="144" y="0"/>
                  </a:lnTo>
                  <a:lnTo>
                    <a:pt x="0" y="42"/>
                  </a:lnTo>
                  <a:lnTo>
                    <a:pt x="48" y="324"/>
                  </a:lnTo>
                  <a:lnTo>
                    <a:pt x="60" y="324"/>
                  </a:lnTo>
                  <a:lnTo>
                    <a:pt x="72" y="336"/>
                  </a:lnTo>
                  <a:lnTo>
                    <a:pt x="138" y="336"/>
                  </a:lnTo>
                  <a:lnTo>
                    <a:pt x="132" y="324"/>
                  </a:lnTo>
                  <a:lnTo>
                    <a:pt x="120" y="318"/>
                  </a:lnTo>
                  <a:lnTo>
                    <a:pt x="114" y="300"/>
                  </a:lnTo>
                  <a:lnTo>
                    <a:pt x="114" y="288"/>
                  </a:lnTo>
                  <a:lnTo>
                    <a:pt x="132" y="270"/>
                  </a:lnTo>
                  <a:lnTo>
                    <a:pt x="144" y="264"/>
                  </a:lnTo>
                  <a:lnTo>
                    <a:pt x="156" y="264"/>
                  </a:lnTo>
                  <a:lnTo>
                    <a:pt x="162" y="258"/>
                  </a:lnTo>
                  <a:lnTo>
                    <a:pt x="168" y="258"/>
                  </a:lnTo>
                  <a:lnTo>
                    <a:pt x="168" y="246"/>
                  </a:lnTo>
                  <a:lnTo>
                    <a:pt x="174" y="240"/>
                  </a:lnTo>
                  <a:lnTo>
                    <a:pt x="180" y="240"/>
                  </a:lnTo>
                  <a:lnTo>
                    <a:pt x="186" y="246"/>
                  </a:lnTo>
                  <a:lnTo>
                    <a:pt x="198" y="246"/>
                  </a:lnTo>
                  <a:lnTo>
                    <a:pt x="204" y="252"/>
                  </a:lnTo>
                  <a:lnTo>
                    <a:pt x="174" y="222"/>
                  </a:lnTo>
                  <a:lnTo>
                    <a:pt x="204" y="228"/>
                  </a:lnTo>
                  <a:lnTo>
                    <a:pt x="210" y="216"/>
                  </a:lnTo>
                  <a:lnTo>
                    <a:pt x="228" y="240"/>
                  </a:lnTo>
                  <a:lnTo>
                    <a:pt x="252" y="240"/>
                  </a:lnTo>
                  <a:lnTo>
                    <a:pt x="252" y="252"/>
                  </a:lnTo>
                  <a:lnTo>
                    <a:pt x="264" y="258"/>
                  </a:lnTo>
                  <a:lnTo>
                    <a:pt x="300" y="258"/>
                  </a:lnTo>
                  <a:lnTo>
                    <a:pt x="306" y="264"/>
                  </a:lnTo>
                  <a:lnTo>
                    <a:pt x="312" y="276"/>
                  </a:lnTo>
                  <a:lnTo>
                    <a:pt x="312" y="288"/>
                  </a:lnTo>
                  <a:lnTo>
                    <a:pt x="324" y="294"/>
                  </a:lnTo>
                  <a:lnTo>
                    <a:pt x="312" y="306"/>
                  </a:lnTo>
                  <a:lnTo>
                    <a:pt x="312" y="318"/>
                  </a:lnTo>
                  <a:lnTo>
                    <a:pt x="330" y="336"/>
                  </a:lnTo>
                  <a:lnTo>
                    <a:pt x="360" y="336"/>
                  </a:lnTo>
                  <a:lnTo>
                    <a:pt x="414" y="342"/>
                  </a:lnTo>
                  <a:lnTo>
                    <a:pt x="414" y="336"/>
                  </a:lnTo>
                  <a:lnTo>
                    <a:pt x="450" y="354"/>
                  </a:lnTo>
                  <a:lnTo>
                    <a:pt x="468" y="384"/>
                  </a:lnTo>
                  <a:lnTo>
                    <a:pt x="486" y="402"/>
                  </a:lnTo>
                  <a:lnTo>
                    <a:pt x="486" y="408"/>
                  </a:lnTo>
                  <a:lnTo>
                    <a:pt x="492" y="414"/>
                  </a:lnTo>
                  <a:lnTo>
                    <a:pt x="510" y="450"/>
                  </a:lnTo>
                  <a:lnTo>
                    <a:pt x="522" y="462"/>
                  </a:lnTo>
                  <a:lnTo>
                    <a:pt x="534" y="468"/>
                  </a:lnTo>
                  <a:lnTo>
                    <a:pt x="552" y="468"/>
                  </a:lnTo>
                  <a:lnTo>
                    <a:pt x="564" y="474"/>
                  </a:lnTo>
                  <a:lnTo>
                    <a:pt x="570" y="474"/>
                  </a:lnTo>
                  <a:lnTo>
                    <a:pt x="582" y="486"/>
                  </a:lnTo>
                  <a:lnTo>
                    <a:pt x="588" y="498"/>
                  </a:lnTo>
                  <a:lnTo>
                    <a:pt x="594" y="504"/>
                  </a:lnTo>
                  <a:lnTo>
                    <a:pt x="624" y="522"/>
                  </a:lnTo>
                  <a:lnTo>
                    <a:pt x="648" y="522"/>
                  </a:lnTo>
                  <a:lnTo>
                    <a:pt x="666" y="534"/>
                  </a:lnTo>
                  <a:lnTo>
                    <a:pt x="690" y="546"/>
                  </a:lnTo>
                  <a:lnTo>
                    <a:pt x="696" y="552"/>
                  </a:lnTo>
                  <a:lnTo>
                    <a:pt x="708" y="558"/>
                  </a:lnTo>
                  <a:lnTo>
                    <a:pt x="720" y="570"/>
                  </a:lnTo>
                  <a:lnTo>
                    <a:pt x="732" y="570"/>
                  </a:lnTo>
                  <a:lnTo>
                    <a:pt x="744" y="582"/>
                  </a:lnTo>
                  <a:lnTo>
                    <a:pt x="750" y="582"/>
                  </a:lnTo>
                  <a:lnTo>
                    <a:pt x="774" y="576"/>
                  </a:lnTo>
                  <a:lnTo>
                    <a:pt x="822" y="606"/>
                  </a:lnTo>
                  <a:lnTo>
                    <a:pt x="816" y="612"/>
                  </a:lnTo>
                  <a:lnTo>
                    <a:pt x="816" y="630"/>
                  </a:lnTo>
                  <a:lnTo>
                    <a:pt x="828" y="642"/>
                  </a:lnTo>
                  <a:lnTo>
                    <a:pt x="828" y="654"/>
                  </a:lnTo>
                  <a:lnTo>
                    <a:pt x="840" y="654"/>
                  </a:lnTo>
                  <a:lnTo>
                    <a:pt x="852" y="642"/>
                  </a:lnTo>
                  <a:lnTo>
                    <a:pt x="870" y="666"/>
                  </a:lnTo>
                  <a:lnTo>
                    <a:pt x="882" y="660"/>
                  </a:lnTo>
                  <a:lnTo>
                    <a:pt x="894" y="660"/>
                  </a:lnTo>
                  <a:lnTo>
                    <a:pt x="900" y="666"/>
                  </a:lnTo>
                  <a:lnTo>
                    <a:pt x="906" y="666"/>
                  </a:lnTo>
                  <a:lnTo>
                    <a:pt x="900" y="666"/>
                  </a:lnTo>
                  <a:lnTo>
                    <a:pt x="900" y="642"/>
                  </a:lnTo>
                  <a:lnTo>
                    <a:pt x="906" y="636"/>
                  </a:lnTo>
                  <a:lnTo>
                    <a:pt x="912" y="624"/>
                  </a:lnTo>
                  <a:lnTo>
                    <a:pt x="924" y="618"/>
                  </a:lnTo>
                  <a:lnTo>
                    <a:pt x="930" y="606"/>
                  </a:lnTo>
                  <a:lnTo>
                    <a:pt x="930" y="588"/>
                  </a:lnTo>
                  <a:lnTo>
                    <a:pt x="918" y="576"/>
                  </a:lnTo>
                  <a:lnTo>
                    <a:pt x="906" y="570"/>
                  </a:lnTo>
                  <a:lnTo>
                    <a:pt x="900" y="564"/>
                  </a:lnTo>
                  <a:lnTo>
                    <a:pt x="900" y="546"/>
                  </a:lnTo>
                  <a:lnTo>
                    <a:pt x="906" y="540"/>
                  </a:lnTo>
                  <a:lnTo>
                    <a:pt x="906" y="534"/>
                  </a:lnTo>
                  <a:lnTo>
                    <a:pt x="894" y="522"/>
                  </a:lnTo>
                  <a:lnTo>
                    <a:pt x="882" y="522"/>
                  </a:lnTo>
                  <a:lnTo>
                    <a:pt x="876" y="516"/>
                  </a:lnTo>
                  <a:lnTo>
                    <a:pt x="870" y="516"/>
                  </a:lnTo>
                  <a:lnTo>
                    <a:pt x="858" y="504"/>
                  </a:lnTo>
                  <a:lnTo>
                    <a:pt x="840" y="504"/>
                  </a:lnTo>
                  <a:lnTo>
                    <a:pt x="840" y="486"/>
                  </a:lnTo>
                  <a:lnTo>
                    <a:pt x="846" y="480"/>
                  </a:lnTo>
                  <a:lnTo>
                    <a:pt x="894" y="480"/>
                  </a:lnTo>
                  <a:lnTo>
                    <a:pt x="918" y="468"/>
                  </a:lnTo>
                  <a:lnTo>
                    <a:pt x="918" y="456"/>
                  </a:lnTo>
                  <a:lnTo>
                    <a:pt x="912" y="456"/>
                  </a:lnTo>
                  <a:lnTo>
                    <a:pt x="930" y="444"/>
                  </a:lnTo>
                  <a:lnTo>
                    <a:pt x="906" y="420"/>
                  </a:lnTo>
                  <a:lnTo>
                    <a:pt x="948" y="420"/>
                  </a:lnTo>
                  <a:lnTo>
                    <a:pt x="948" y="414"/>
                  </a:lnTo>
                  <a:lnTo>
                    <a:pt x="936" y="402"/>
                  </a:lnTo>
                  <a:lnTo>
                    <a:pt x="936" y="390"/>
                  </a:lnTo>
                  <a:lnTo>
                    <a:pt x="942" y="384"/>
                  </a:lnTo>
                  <a:lnTo>
                    <a:pt x="942" y="372"/>
                  </a:lnTo>
                  <a:lnTo>
                    <a:pt x="954" y="372"/>
                  </a:lnTo>
                  <a:lnTo>
                    <a:pt x="972" y="390"/>
                  </a:lnTo>
                  <a:lnTo>
                    <a:pt x="978" y="390"/>
                  </a:lnTo>
                  <a:lnTo>
                    <a:pt x="984" y="378"/>
                  </a:lnTo>
                  <a:lnTo>
                    <a:pt x="996" y="372"/>
                  </a:lnTo>
                  <a:lnTo>
                    <a:pt x="1002" y="360"/>
                  </a:lnTo>
                  <a:lnTo>
                    <a:pt x="1020" y="360"/>
                  </a:lnTo>
                  <a:lnTo>
                    <a:pt x="1032" y="366"/>
                  </a:lnTo>
                  <a:lnTo>
                    <a:pt x="1038" y="372"/>
                  </a:lnTo>
                  <a:lnTo>
                    <a:pt x="1014" y="408"/>
                  </a:lnTo>
                  <a:lnTo>
                    <a:pt x="1026" y="408"/>
                  </a:lnTo>
                  <a:lnTo>
                    <a:pt x="1032" y="414"/>
                  </a:lnTo>
                  <a:lnTo>
                    <a:pt x="1044" y="414"/>
                  </a:lnTo>
                  <a:lnTo>
                    <a:pt x="1050" y="420"/>
                  </a:lnTo>
                  <a:lnTo>
                    <a:pt x="1056" y="420"/>
                  </a:lnTo>
                  <a:lnTo>
                    <a:pt x="1068" y="414"/>
                  </a:lnTo>
                  <a:lnTo>
                    <a:pt x="1086" y="414"/>
                  </a:lnTo>
                  <a:lnTo>
                    <a:pt x="1092" y="420"/>
                  </a:lnTo>
                  <a:lnTo>
                    <a:pt x="1098" y="420"/>
                  </a:lnTo>
                  <a:lnTo>
                    <a:pt x="1104" y="426"/>
                  </a:lnTo>
                  <a:lnTo>
                    <a:pt x="1110" y="426"/>
                  </a:lnTo>
                  <a:lnTo>
                    <a:pt x="1128" y="408"/>
                  </a:lnTo>
                  <a:lnTo>
                    <a:pt x="1146" y="402"/>
                  </a:lnTo>
                  <a:lnTo>
                    <a:pt x="1146" y="396"/>
                  </a:lnTo>
                  <a:lnTo>
                    <a:pt x="1158" y="396"/>
                  </a:lnTo>
                  <a:lnTo>
                    <a:pt x="1170" y="390"/>
                  </a:lnTo>
                  <a:lnTo>
                    <a:pt x="1182" y="378"/>
                  </a:lnTo>
                  <a:lnTo>
                    <a:pt x="1182" y="366"/>
                  </a:lnTo>
                  <a:lnTo>
                    <a:pt x="1170" y="366"/>
                  </a:lnTo>
                  <a:lnTo>
                    <a:pt x="1158" y="372"/>
                  </a:lnTo>
                  <a:lnTo>
                    <a:pt x="1152" y="37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98" name="USA" descr="© INSCALE GmbH, 05.05.2010&#10;http://www.presentationload.com/">
              <a:extLst>
                <a:ext uri="{FF2B5EF4-FFF2-40B4-BE49-F238E27FC236}">
                  <a16:creationId xmlns:a16="http://schemas.microsoft.com/office/drawing/2014/main" id="{14F67480-AB21-44DE-B83E-06074E05E1DD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1052806" y="1698301"/>
              <a:ext cx="1295003" cy="638368"/>
            </a:xfrm>
            <a:custGeom>
              <a:avLst/>
              <a:gdLst>
                <a:gd name="T0" fmla="*/ 2147483647 w 3918"/>
                <a:gd name="T1" fmla="*/ 2147483647 h 1944"/>
                <a:gd name="T2" fmla="*/ 2147483647 w 3918"/>
                <a:gd name="T3" fmla="*/ 2147483647 h 1944"/>
                <a:gd name="T4" fmla="*/ 2147483647 w 3918"/>
                <a:gd name="T5" fmla="*/ 2147483647 h 1944"/>
                <a:gd name="T6" fmla="*/ 2147483647 w 3918"/>
                <a:gd name="T7" fmla="*/ 2147483647 h 1944"/>
                <a:gd name="T8" fmla="*/ 2147483647 w 3918"/>
                <a:gd name="T9" fmla="*/ 2147483647 h 1944"/>
                <a:gd name="T10" fmla="*/ 2147483647 w 3918"/>
                <a:gd name="T11" fmla="*/ 2147483647 h 1944"/>
                <a:gd name="T12" fmla="*/ 2147483647 w 3918"/>
                <a:gd name="T13" fmla="*/ 2147483647 h 1944"/>
                <a:gd name="T14" fmla="*/ 2147483647 w 3918"/>
                <a:gd name="T15" fmla="*/ 2147483647 h 1944"/>
                <a:gd name="T16" fmla="*/ 2147483647 w 3918"/>
                <a:gd name="T17" fmla="*/ 2147483647 h 1944"/>
                <a:gd name="T18" fmla="*/ 2147483647 w 3918"/>
                <a:gd name="T19" fmla="*/ 2147483647 h 1944"/>
                <a:gd name="T20" fmla="*/ 2147483647 w 3918"/>
                <a:gd name="T21" fmla="*/ 2147483647 h 1944"/>
                <a:gd name="T22" fmla="*/ 2147483647 w 3918"/>
                <a:gd name="T23" fmla="*/ 2147483647 h 1944"/>
                <a:gd name="T24" fmla="*/ 2147483647 w 3918"/>
                <a:gd name="T25" fmla="*/ 2147483647 h 1944"/>
                <a:gd name="T26" fmla="*/ 2147483647 w 3918"/>
                <a:gd name="T27" fmla="*/ 2147483647 h 1944"/>
                <a:gd name="T28" fmla="*/ 2147483647 w 3918"/>
                <a:gd name="T29" fmla="*/ 2147483647 h 1944"/>
                <a:gd name="T30" fmla="*/ 2147483647 w 3918"/>
                <a:gd name="T31" fmla="*/ 2147483647 h 1944"/>
                <a:gd name="T32" fmla="*/ 2147483647 w 3918"/>
                <a:gd name="T33" fmla="*/ 2147483647 h 1944"/>
                <a:gd name="T34" fmla="*/ 2147483647 w 3918"/>
                <a:gd name="T35" fmla="*/ 2147483647 h 1944"/>
                <a:gd name="T36" fmla="*/ 2147483647 w 3918"/>
                <a:gd name="T37" fmla="*/ 2147483647 h 1944"/>
                <a:gd name="T38" fmla="*/ 2147483647 w 3918"/>
                <a:gd name="T39" fmla="*/ 2147483647 h 1944"/>
                <a:gd name="T40" fmla="*/ 2147483647 w 3918"/>
                <a:gd name="T41" fmla="*/ 2147483647 h 1944"/>
                <a:gd name="T42" fmla="*/ 2147483647 w 3918"/>
                <a:gd name="T43" fmla="*/ 2147483647 h 1944"/>
                <a:gd name="T44" fmla="*/ 2147483647 w 3918"/>
                <a:gd name="T45" fmla="*/ 2147483647 h 1944"/>
                <a:gd name="T46" fmla="*/ 2147483647 w 3918"/>
                <a:gd name="T47" fmla="*/ 2147483647 h 1944"/>
                <a:gd name="T48" fmla="*/ 2147483647 w 3918"/>
                <a:gd name="T49" fmla="*/ 2147483647 h 1944"/>
                <a:gd name="T50" fmla="*/ 2147483647 w 3918"/>
                <a:gd name="T51" fmla="*/ 2147483647 h 1944"/>
                <a:gd name="T52" fmla="*/ 2147483647 w 3918"/>
                <a:gd name="T53" fmla="*/ 2147483647 h 1944"/>
                <a:gd name="T54" fmla="*/ 2147483647 w 3918"/>
                <a:gd name="T55" fmla="*/ 2147483647 h 1944"/>
                <a:gd name="T56" fmla="*/ 2147483647 w 3918"/>
                <a:gd name="T57" fmla="*/ 2147483647 h 1944"/>
                <a:gd name="T58" fmla="*/ 2147483647 w 3918"/>
                <a:gd name="T59" fmla="*/ 2147483647 h 1944"/>
                <a:gd name="T60" fmla="*/ 2147483647 w 3918"/>
                <a:gd name="T61" fmla="*/ 2147483647 h 1944"/>
                <a:gd name="T62" fmla="*/ 2147483647 w 3918"/>
                <a:gd name="T63" fmla="*/ 2147483647 h 1944"/>
                <a:gd name="T64" fmla="*/ 2147483647 w 3918"/>
                <a:gd name="T65" fmla="*/ 2147483647 h 1944"/>
                <a:gd name="T66" fmla="*/ 2147483647 w 3918"/>
                <a:gd name="T67" fmla="*/ 2147483647 h 1944"/>
                <a:gd name="T68" fmla="*/ 2147483647 w 3918"/>
                <a:gd name="T69" fmla="*/ 2147483647 h 1944"/>
                <a:gd name="T70" fmla="*/ 2147483647 w 3918"/>
                <a:gd name="T71" fmla="*/ 2147483647 h 1944"/>
                <a:gd name="T72" fmla="*/ 2147483647 w 3918"/>
                <a:gd name="T73" fmla="*/ 2147483647 h 1944"/>
                <a:gd name="T74" fmla="*/ 2147483647 w 3918"/>
                <a:gd name="T75" fmla="*/ 2147483647 h 1944"/>
                <a:gd name="T76" fmla="*/ 2147483647 w 3918"/>
                <a:gd name="T77" fmla="*/ 2147483647 h 1944"/>
                <a:gd name="T78" fmla="*/ 2147483647 w 3918"/>
                <a:gd name="T79" fmla="*/ 2147483647 h 1944"/>
                <a:gd name="T80" fmla="*/ 2147483647 w 3918"/>
                <a:gd name="T81" fmla="*/ 2147483647 h 1944"/>
                <a:gd name="T82" fmla="*/ 2147483647 w 3918"/>
                <a:gd name="T83" fmla="*/ 2147483647 h 1944"/>
                <a:gd name="T84" fmla="*/ 2147483647 w 3918"/>
                <a:gd name="T85" fmla="*/ 2147483647 h 1944"/>
                <a:gd name="T86" fmla="*/ 2147483647 w 3918"/>
                <a:gd name="T87" fmla="*/ 2147483647 h 1944"/>
                <a:gd name="T88" fmla="*/ 2147483647 w 3918"/>
                <a:gd name="T89" fmla="*/ 2147483647 h 1944"/>
                <a:gd name="T90" fmla="*/ 2147483647 w 3918"/>
                <a:gd name="T91" fmla="*/ 2147483647 h 1944"/>
                <a:gd name="T92" fmla="*/ 2147483647 w 3918"/>
                <a:gd name="T93" fmla="*/ 2147483647 h 1944"/>
                <a:gd name="T94" fmla="*/ 2147483647 w 3918"/>
                <a:gd name="T95" fmla="*/ 2147483647 h 1944"/>
                <a:gd name="T96" fmla="*/ 2147483647 w 3918"/>
                <a:gd name="T97" fmla="*/ 2147483647 h 1944"/>
                <a:gd name="T98" fmla="*/ 2147483647 w 3918"/>
                <a:gd name="T99" fmla="*/ 2147483647 h 1944"/>
                <a:gd name="T100" fmla="*/ 2147483647 w 3918"/>
                <a:gd name="T101" fmla="*/ 2147483647 h 1944"/>
                <a:gd name="T102" fmla="*/ 2147483647 w 3918"/>
                <a:gd name="T103" fmla="*/ 2147483647 h 1944"/>
                <a:gd name="T104" fmla="*/ 2147483647 w 3918"/>
                <a:gd name="T105" fmla="*/ 2147483647 h 1944"/>
                <a:gd name="T106" fmla="*/ 2147483647 w 3918"/>
                <a:gd name="T107" fmla="*/ 2147483647 h 1944"/>
                <a:gd name="T108" fmla="*/ 2147483647 w 3918"/>
                <a:gd name="T109" fmla="*/ 2147483647 h 1944"/>
                <a:gd name="T110" fmla="*/ 2147483647 w 3918"/>
                <a:gd name="T111" fmla="*/ 2147483647 h 1944"/>
                <a:gd name="T112" fmla="*/ 2147483647 w 3918"/>
                <a:gd name="T113" fmla="*/ 2147483647 h 1944"/>
                <a:gd name="T114" fmla="*/ 2147483647 w 3918"/>
                <a:gd name="T115" fmla="*/ 2147483647 h 1944"/>
                <a:gd name="T116" fmla="*/ 2147483647 w 3918"/>
                <a:gd name="T117" fmla="*/ 2147483647 h 1944"/>
                <a:gd name="T118" fmla="*/ 2147483647 w 3918"/>
                <a:gd name="T119" fmla="*/ 2147483647 h 1944"/>
                <a:gd name="T120" fmla="*/ 2147483647 w 3918"/>
                <a:gd name="T121" fmla="*/ 2147483647 h 1944"/>
                <a:gd name="T122" fmla="*/ 2147483647 w 3918"/>
                <a:gd name="T123" fmla="*/ 2147483647 h 1944"/>
                <a:gd name="T124" fmla="*/ 2147483647 w 3918"/>
                <a:gd name="T125" fmla="*/ 2147483647 h 194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918"/>
                <a:gd name="T190" fmla="*/ 0 h 1944"/>
                <a:gd name="T191" fmla="*/ 3918 w 3918"/>
                <a:gd name="T192" fmla="*/ 1944 h 194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918" h="1944">
                  <a:moveTo>
                    <a:pt x="3858" y="168"/>
                  </a:moveTo>
                  <a:lnTo>
                    <a:pt x="3852" y="168"/>
                  </a:lnTo>
                  <a:lnTo>
                    <a:pt x="3846" y="162"/>
                  </a:lnTo>
                  <a:lnTo>
                    <a:pt x="3846" y="156"/>
                  </a:lnTo>
                  <a:lnTo>
                    <a:pt x="3840" y="150"/>
                  </a:lnTo>
                  <a:lnTo>
                    <a:pt x="3828" y="150"/>
                  </a:lnTo>
                  <a:lnTo>
                    <a:pt x="3804" y="174"/>
                  </a:lnTo>
                  <a:lnTo>
                    <a:pt x="3798" y="186"/>
                  </a:lnTo>
                  <a:lnTo>
                    <a:pt x="3756" y="210"/>
                  </a:lnTo>
                  <a:lnTo>
                    <a:pt x="3756" y="234"/>
                  </a:lnTo>
                  <a:lnTo>
                    <a:pt x="3744" y="246"/>
                  </a:lnTo>
                  <a:lnTo>
                    <a:pt x="3738" y="246"/>
                  </a:lnTo>
                  <a:lnTo>
                    <a:pt x="3726" y="258"/>
                  </a:lnTo>
                  <a:lnTo>
                    <a:pt x="3720" y="270"/>
                  </a:lnTo>
                  <a:lnTo>
                    <a:pt x="3720" y="294"/>
                  </a:lnTo>
                  <a:lnTo>
                    <a:pt x="3714" y="294"/>
                  </a:lnTo>
                  <a:lnTo>
                    <a:pt x="3708" y="288"/>
                  </a:lnTo>
                  <a:lnTo>
                    <a:pt x="3696" y="288"/>
                  </a:lnTo>
                  <a:lnTo>
                    <a:pt x="3690" y="294"/>
                  </a:lnTo>
                  <a:lnTo>
                    <a:pt x="3678" y="300"/>
                  </a:lnTo>
                  <a:lnTo>
                    <a:pt x="3666" y="312"/>
                  </a:lnTo>
                  <a:lnTo>
                    <a:pt x="3666" y="318"/>
                  </a:lnTo>
                  <a:lnTo>
                    <a:pt x="3660" y="318"/>
                  </a:lnTo>
                  <a:lnTo>
                    <a:pt x="3648" y="324"/>
                  </a:lnTo>
                  <a:lnTo>
                    <a:pt x="3630" y="324"/>
                  </a:lnTo>
                  <a:lnTo>
                    <a:pt x="3618" y="336"/>
                  </a:lnTo>
                  <a:lnTo>
                    <a:pt x="3618" y="342"/>
                  </a:lnTo>
                  <a:lnTo>
                    <a:pt x="3384" y="342"/>
                  </a:lnTo>
                  <a:lnTo>
                    <a:pt x="3372" y="354"/>
                  </a:lnTo>
                  <a:lnTo>
                    <a:pt x="3360" y="360"/>
                  </a:lnTo>
                  <a:lnTo>
                    <a:pt x="3336" y="384"/>
                  </a:lnTo>
                  <a:lnTo>
                    <a:pt x="3324" y="390"/>
                  </a:lnTo>
                  <a:lnTo>
                    <a:pt x="3312" y="402"/>
                  </a:lnTo>
                  <a:lnTo>
                    <a:pt x="3282" y="402"/>
                  </a:lnTo>
                  <a:lnTo>
                    <a:pt x="3282" y="408"/>
                  </a:lnTo>
                  <a:lnTo>
                    <a:pt x="3276" y="408"/>
                  </a:lnTo>
                  <a:lnTo>
                    <a:pt x="3282" y="414"/>
                  </a:lnTo>
                  <a:lnTo>
                    <a:pt x="3282" y="420"/>
                  </a:lnTo>
                  <a:lnTo>
                    <a:pt x="3288" y="426"/>
                  </a:lnTo>
                  <a:lnTo>
                    <a:pt x="3282" y="432"/>
                  </a:lnTo>
                  <a:lnTo>
                    <a:pt x="3282" y="438"/>
                  </a:lnTo>
                  <a:lnTo>
                    <a:pt x="3276" y="444"/>
                  </a:lnTo>
                  <a:lnTo>
                    <a:pt x="3270" y="456"/>
                  </a:lnTo>
                  <a:lnTo>
                    <a:pt x="3264" y="462"/>
                  </a:lnTo>
                  <a:lnTo>
                    <a:pt x="3264" y="468"/>
                  </a:lnTo>
                  <a:lnTo>
                    <a:pt x="3246" y="468"/>
                  </a:lnTo>
                  <a:lnTo>
                    <a:pt x="3246" y="474"/>
                  </a:lnTo>
                  <a:lnTo>
                    <a:pt x="3240" y="474"/>
                  </a:lnTo>
                  <a:lnTo>
                    <a:pt x="3228" y="480"/>
                  </a:lnTo>
                  <a:lnTo>
                    <a:pt x="3204" y="480"/>
                  </a:lnTo>
                  <a:lnTo>
                    <a:pt x="3198" y="474"/>
                  </a:lnTo>
                  <a:lnTo>
                    <a:pt x="3186" y="486"/>
                  </a:lnTo>
                  <a:lnTo>
                    <a:pt x="3162" y="486"/>
                  </a:lnTo>
                  <a:lnTo>
                    <a:pt x="3150" y="480"/>
                  </a:lnTo>
                  <a:lnTo>
                    <a:pt x="3144" y="474"/>
                  </a:lnTo>
                  <a:lnTo>
                    <a:pt x="3114" y="474"/>
                  </a:lnTo>
                  <a:lnTo>
                    <a:pt x="3096" y="486"/>
                  </a:lnTo>
                  <a:lnTo>
                    <a:pt x="3078" y="492"/>
                  </a:lnTo>
                  <a:lnTo>
                    <a:pt x="3072" y="492"/>
                  </a:lnTo>
                  <a:lnTo>
                    <a:pt x="3072" y="516"/>
                  </a:lnTo>
                  <a:lnTo>
                    <a:pt x="3066" y="522"/>
                  </a:lnTo>
                  <a:lnTo>
                    <a:pt x="3078" y="522"/>
                  </a:lnTo>
                  <a:lnTo>
                    <a:pt x="3066" y="528"/>
                  </a:lnTo>
                  <a:lnTo>
                    <a:pt x="3036" y="546"/>
                  </a:lnTo>
                  <a:lnTo>
                    <a:pt x="3000" y="564"/>
                  </a:lnTo>
                  <a:lnTo>
                    <a:pt x="2964" y="576"/>
                  </a:lnTo>
                  <a:lnTo>
                    <a:pt x="2946" y="588"/>
                  </a:lnTo>
                  <a:lnTo>
                    <a:pt x="2934" y="594"/>
                  </a:lnTo>
                  <a:lnTo>
                    <a:pt x="2928" y="594"/>
                  </a:lnTo>
                  <a:lnTo>
                    <a:pt x="2856" y="618"/>
                  </a:lnTo>
                  <a:lnTo>
                    <a:pt x="2850" y="624"/>
                  </a:lnTo>
                  <a:lnTo>
                    <a:pt x="2838" y="624"/>
                  </a:lnTo>
                  <a:lnTo>
                    <a:pt x="2826" y="630"/>
                  </a:lnTo>
                  <a:lnTo>
                    <a:pt x="2808" y="630"/>
                  </a:lnTo>
                  <a:lnTo>
                    <a:pt x="2802" y="636"/>
                  </a:lnTo>
                  <a:lnTo>
                    <a:pt x="2778" y="636"/>
                  </a:lnTo>
                  <a:lnTo>
                    <a:pt x="2772" y="630"/>
                  </a:lnTo>
                  <a:lnTo>
                    <a:pt x="2772" y="624"/>
                  </a:lnTo>
                  <a:lnTo>
                    <a:pt x="2760" y="624"/>
                  </a:lnTo>
                  <a:lnTo>
                    <a:pt x="2748" y="618"/>
                  </a:lnTo>
                  <a:lnTo>
                    <a:pt x="2736" y="606"/>
                  </a:lnTo>
                  <a:lnTo>
                    <a:pt x="2742" y="606"/>
                  </a:lnTo>
                  <a:lnTo>
                    <a:pt x="2748" y="600"/>
                  </a:lnTo>
                  <a:lnTo>
                    <a:pt x="2772" y="588"/>
                  </a:lnTo>
                  <a:lnTo>
                    <a:pt x="2772" y="582"/>
                  </a:lnTo>
                  <a:lnTo>
                    <a:pt x="2796" y="558"/>
                  </a:lnTo>
                  <a:lnTo>
                    <a:pt x="2832" y="540"/>
                  </a:lnTo>
                  <a:lnTo>
                    <a:pt x="2838" y="540"/>
                  </a:lnTo>
                  <a:lnTo>
                    <a:pt x="2844" y="534"/>
                  </a:lnTo>
                  <a:lnTo>
                    <a:pt x="2844" y="510"/>
                  </a:lnTo>
                  <a:lnTo>
                    <a:pt x="2850" y="504"/>
                  </a:lnTo>
                  <a:lnTo>
                    <a:pt x="2856" y="492"/>
                  </a:lnTo>
                  <a:lnTo>
                    <a:pt x="2850" y="486"/>
                  </a:lnTo>
                  <a:lnTo>
                    <a:pt x="2850" y="480"/>
                  </a:lnTo>
                  <a:lnTo>
                    <a:pt x="2856" y="468"/>
                  </a:lnTo>
                  <a:lnTo>
                    <a:pt x="2856" y="444"/>
                  </a:lnTo>
                  <a:lnTo>
                    <a:pt x="2862" y="432"/>
                  </a:lnTo>
                  <a:lnTo>
                    <a:pt x="2862" y="426"/>
                  </a:lnTo>
                  <a:lnTo>
                    <a:pt x="2856" y="420"/>
                  </a:lnTo>
                  <a:lnTo>
                    <a:pt x="2850" y="420"/>
                  </a:lnTo>
                  <a:lnTo>
                    <a:pt x="2844" y="426"/>
                  </a:lnTo>
                  <a:lnTo>
                    <a:pt x="2832" y="426"/>
                  </a:lnTo>
                  <a:lnTo>
                    <a:pt x="2814" y="444"/>
                  </a:lnTo>
                  <a:lnTo>
                    <a:pt x="2802" y="450"/>
                  </a:lnTo>
                  <a:lnTo>
                    <a:pt x="2796" y="456"/>
                  </a:lnTo>
                  <a:lnTo>
                    <a:pt x="2778" y="456"/>
                  </a:lnTo>
                  <a:lnTo>
                    <a:pt x="2772" y="450"/>
                  </a:lnTo>
                  <a:lnTo>
                    <a:pt x="2778" y="444"/>
                  </a:lnTo>
                  <a:lnTo>
                    <a:pt x="2784" y="432"/>
                  </a:lnTo>
                  <a:lnTo>
                    <a:pt x="2808" y="420"/>
                  </a:lnTo>
                  <a:lnTo>
                    <a:pt x="2826" y="402"/>
                  </a:lnTo>
                  <a:lnTo>
                    <a:pt x="2850" y="390"/>
                  </a:lnTo>
                  <a:lnTo>
                    <a:pt x="2856" y="384"/>
                  </a:lnTo>
                  <a:lnTo>
                    <a:pt x="2856" y="366"/>
                  </a:lnTo>
                  <a:lnTo>
                    <a:pt x="2850" y="360"/>
                  </a:lnTo>
                  <a:lnTo>
                    <a:pt x="2850" y="348"/>
                  </a:lnTo>
                  <a:lnTo>
                    <a:pt x="2856" y="348"/>
                  </a:lnTo>
                  <a:lnTo>
                    <a:pt x="2862" y="342"/>
                  </a:lnTo>
                  <a:lnTo>
                    <a:pt x="2868" y="330"/>
                  </a:lnTo>
                  <a:lnTo>
                    <a:pt x="2868" y="318"/>
                  </a:lnTo>
                  <a:lnTo>
                    <a:pt x="2862" y="312"/>
                  </a:lnTo>
                  <a:lnTo>
                    <a:pt x="2850" y="312"/>
                  </a:lnTo>
                  <a:lnTo>
                    <a:pt x="2838" y="306"/>
                  </a:lnTo>
                  <a:lnTo>
                    <a:pt x="2832" y="306"/>
                  </a:lnTo>
                  <a:lnTo>
                    <a:pt x="2826" y="294"/>
                  </a:lnTo>
                  <a:lnTo>
                    <a:pt x="2820" y="288"/>
                  </a:lnTo>
                  <a:lnTo>
                    <a:pt x="2820" y="282"/>
                  </a:lnTo>
                  <a:lnTo>
                    <a:pt x="2814" y="288"/>
                  </a:lnTo>
                  <a:lnTo>
                    <a:pt x="2808" y="288"/>
                  </a:lnTo>
                  <a:lnTo>
                    <a:pt x="2808" y="264"/>
                  </a:lnTo>
                  <a:lnTo>
                    <a:pt x="2844" y="270"/>
                  </a:lnTo>
                  <a:lnTo>
                    <a:pt x="2850" y="264"/>
                  </a:lnTo>
                  <a:lnTo>
                    <a:pt x="2850" y="246"/>
                  </a:lnTo>
                  <a:lnTo>
                    <a:pt x="2862" y="246"/>
                  </a:lnTo>
                  <a:lnTo>
                    <a:pt x="2868" y="228"/>
                  </a:lnTo>
                  <a:lnTo>
                    <a:pt x="2850" y="228"/>
                  </a:lnTo>
                  <a:lnTo>
                    <a:pt x="2844" y="240"/>
                  </a:lnTo>
                  <a:lnTo>
                    <a:pt x="2820" y="228"/>
                  </a:lnTo>
                  <a:lnTo>
                    <a:pt x="2820" y="210"/>
                  </a:lnTo>
                  <a:lnTo>
                    <a:pt x="2802" y="210"/>
                  </a:lnTo>
                  <a:lnTo>
                    <a:pt x="2790" y="216"/>
                  </a:lnTo>
                  <a:lnTo>
                    <a:pt x="2736" y="216"/>
                  </a:lnTo>
                  <a:lnTo>
                    <a:pt x="2724" y="222"/>
                  </a:lnTo>
                  <a:lnTo>
                    <a:pt x="2712" y="222"/>
                  </a:lnTo>
                  <a:lnTo>
                    <a:pt x="2700" y="228"/>
                  </a:lnTo>
                  <a:lnTo>
                    <a:pt x="2682" y="228"/>
                  </a:lnTo>
                  <a:lnTo>
                    <a:pt x="2658" y="216"/>
                  </a:lnTo>
                  <a:lnTo>
                    <a:pt x="2658" y="210"/>
                  </a:lnTo>
                  <a:lnTo>
                    <a:pt x="2652" y="204"/>
                  </a:lnTo>
                  <a:lnTo>
                    <a:pt x="2652" y="198"/>
                  </a:lnTo>
                  <a:lnTo>
                    <a:pt x="2646" y="192"/>
                  </a:lnTo>
                  <a:lnTo>
                    <a:pt x="2628" y="192"/>
                  </a:lnTo>
                  <a:lnTo>
                    <a:pt x="2622" y="198"/>
                  </a:lnTo>
                  <a:lnTo>
                    <a:pt x="2616" y="198"/>
                  </a:lnTo>
                  <a:lnTo>
                    <a:pt x="2610" y="192"/>
                  </a:lnTo>
                  <a:lnTo>
                    <a:pt x="2670" y="162"/>
                  </a:lnTo>
                  <a:lnTo>
                    <a:pt x="2658" y="150"/>
                  </a:lnTo>
                  <a:lnTo>
                    <a:pt x="2640" y="150"/>
                  </a:lnTo>
                  <a:lnTo>
                    <a:pt x="2628" y="162"/>
                  </a:lnTo>
                  <a:lnTo>
                    <a:pt x="2616" y="168"/>
                  </a:lnTo>
                  <a:lnTo>
                    <a:pt x="2610" y="174"/>
                  </a:lnTo>
                  <a:lnTo>
                    <a:pt x="2604" y="174"/>
                  </a:lnTo>
                  <a:lnTo>
                    <a:pt x="2580" y="186"/>
                  </a:lnTo>
                  <a:lnTo>
                    <a:pt x="2562" y="192"/>
                  </a:lnTo>
                  <a:lnTo>
                    <a:pt x="2538" y="204"/>
                  </a:lnTo>
                  <a:lnTo>
                    <a:pt x="2508" y="204"/>
                  </a:lnTo>
                  <a:lnTo>
                    <a:pt x="2496" y="216"/>
                  </a:lnTo>
                  <a:lnTo>
                    <a:pt x="2448" y="216"/>
                  </a:lnTo>
                  <a:lnTo>
                    <a:pt x="2448" y="210"/>
                  </a:lnTo>
                  <a:lnTo>
                    <a:pt x="2454" y="204"/>
                  </a:lnTo>
                  <a:lnTo>
                    <a:pt x="2460" y="204"/>
                  </a:lnTo>
                  <a:lnTo>
                    <a:pt x="2472" y="192"/>
                  </a:lnTo>
                  <a:lnTo>
                    <a:pt x="2460" y="192"/>
                  </a:lnTo>
                  <a:lnTo>
                    <a:pt x="2448" y="198"/>
                  </a:lnTo>
                  <a:lnTo>
                    <a:pt x="2412" y="198"/>
                  </a:lnTo>
                  <a:lnTo>
                    <a:pt x="2400" y="204"/>
                  </a:lnTo>
                  <a:lnTo>
                    <a:pt x="2394" y="210"/>
                  </a:lnTo>
                  <a:lnTo>
                    <a:pt x="2370" y="210"/>
                  </a:lnTo>
                  <a:lnTo>
                    <a:pt x="2370" y="198"/>
                  </a:lnTo>
                  <a:lnTo>
                    <a:pt x="2400" y="180"/>
                  </a:lnTo>
                  <a:lnTo>
                    <a:pt x="2442" y="168"/>
                  </a:lnTo>
                  <a:lnTo>
                    <a:pt x="2502" y="138"/>
                  </a:lnTo>
                  <a:lnTo>
                    <a:pt x="2520" y="126"/>
                  </a:lnTo>
                  <a:lnTo>
                    <a:pt x="2544" y="120"/>
                  </a:lnTo>
                  <a:lnTo>
                    <a:pt x="2574" y="114"/>
                  </a:lnTo>
                  <a:lnTo>
                    <a:pt x="2580" y="114"/>
                  </a:lnTo>
                  <a:lnTo>
                    <a:pt x="2592" y="108"/>
                  </a:lnTo>
                  <a:lnTo>
                    <a:pt x="2574" y="108"/>
                  </a:lnTo>
                  <a:lnTo>
                    <a:pt x="2562" y="102"/>
                  </a:lnTo>
                  <a:lnTo>
                    <a:pt x="2556" y="102"/>
                  </a:lnTo>
                  <a:lnTo>
                    <a:pt x="2556" y="96"/>
                  </a:lnTo>
                  <a:lnTo>
                    <a:pt x="2508" y="102"/>
                  </a:lnTo>
                  <a:lnTo>
                    <a:pt x="2508" y="84"/>
                  </a:lnTo>
                  <a:lnTo>
                    <a:pt x="2502" y="90"/>
                  </a:lnTo>
                  <a:lnTo>
                    <a:pt x="2490" y="96"/>
                  </a:lnTo>
                  <a:lnTo>
                    <a:pt x="2478" y="108"/>
                  </a:lnTo>
                  <a:lnTo>
                    <a:pt x="2466" y="108"/>
                  </a:lnTo>
                  <a:lnTo>
                    <a:pt x="2448" y="90"/>
                  </a:lnTo>
                  <a:lnTo>
                    <a:pt x="2418" y="90"/>
                  </a:lnTo>
                  <a:lnTo>
                    <a:pt x="2412" y="84"/>
                  </a:lnTo>
                  <a:lnTo>
                    <a:pt x="2412" y="78"/>
                  </a:lnTo>
                  <a:lnTo>
                    <a:pt x="2400" y="66"/>
                  </a:lnTo>
                  <a:lnTo>
                    <a:pt x="2388" y="60"/>
                  </a:lnTo>
                  <a:lnTo>
                    <a:pt x="2376" y="60"/>
                  </a:lnTo>
                  <a:lnTo>
                    <a:pt x="2364" y="72"/>
                  </a:lnTo>
                  <a:lnTo>
                    <a:pt x="2364" y="78"/>
                  </a:lnTo>
                  <a:lnTo>
                    <a:pt x="2352" y="78"/>
                  </a:lnTo>
                  <a:lnTo>
                    <a:pt x="2334" y="60"/>
                  </a:lnTo>
                  <a:lnTo>
                    <a:pt x="2322" y="60"/>
                  </a:lnTo>
                  <a:lnTo>
                    <a:pt x="2304" y="54"/>
                  </a:lnTo>
                  <a:lnTo>
                    <a:pt x="2292" y="48"/>
                  </a:lnTo>
                  <a:lnTo>
                    <a:pt x="2292" y="36"/>
                  </a:lnTo>
                  <a:lnTo>
                    <a:pt x="2298" y="24"/>
                  </a:lnTo>
                  <a:lnTo>
                    <a:pt x="2310" y="12"/>
                  </a:lnTo>
                  <a:lnTo>
                    <a:pt x="2298" y="0"/>
                  </a:lnTo>
                  <a:lnTo>
                    <a:pt x="2286" y="6"/>
                  </a:lnTo>
                  <a:lnTo>
                    <a:pt x="2280" y="12"/>
                  </a:lnTo>
                  <a:lnTo>
                    <a:pt x="2274" y="24"/>
                  </a:lnTo>
                  <a:lnTo>
                    <a:pt x="2274" y="30"/>
                  </a:lnTo>
                  <a:lnTo>
                    <a:pt x="2268" y="42"/>
                  </a:lnTo>
                  <a:lnTo>
                    <a:pt x="558" y="42"/>
                  </a:lnTo>
                  <a:lnTo>
                    <a:pt x="552" y="54"/>
                  </a:lnTo>
                  <a:lnTo>
                    <a:pt x="552" y="60"/>
                  </a:lnTo>
                  <a:lnTo>
                    <a:pt x="546" y="60"/>
                  </a:lnTo>
                  <a:lnTo>
                    <a:pt x="546" y="72"/>
                  </a:lnTo>
                  <a:lnTo>
                    <a:pt x="540" y="84"/>
                  </a:lnTo>
                  <a:lnTo>
                    <a:pt x="540" y="108"/>
                  </a:lnTo>
                  <a:lnTo>
                    <a:pt x="510" y="126"/>
                  </a:lnTo>
                  <a:lnTo>
                    <a:pt x="504" y="144"/>
                  </a:lnTo>
                  <a:lnTo>
                    <a:pt x="486" y="168"/>
                  </a:lnTo>
                  <a:lnTo>
                    <a:pt x="438" y="180"/>
                  </a:lnTo>
                  <a:lnTo>
                    <a:pt x="474" y="162"/>
                  </a:lnTo>
                  <a:lnTo>
                    <a:pt x="450" y="162"/>
                  </a:lnTo>
                  <a:lnTo>
                    <a:pt x="456" y="156"/>
                  </a:lnTo>
                  <a:lnTo>
                    <a:pt x="462" y="144"/>
                  </a:lnTo>
                  <a:lnTo>
                    <a:pt x="486" y="120"/>
                  </a:lnTo>
                  <a:lnTo>
                    <a:pt x="492" y="120"/>
                  </a:lnTo>
                  <a:lnTo>
                    <a:pt x="504" y="108"/>
                  </a:lnTo>
                  <a:lnTo>
                    <a:pt x="504" y="102"/>
                  </a:lnTo>
                  <a:lnTo>
                    <a:pt x="456" y="102"/>
                  </a:lnTo>
                  <a:lnTo>
                    <a:pt x="450" y="96"/>
                  </a:lnTo>
                  <a:lnTo>
                    <a:pt x="438" y="90"/>
                  </a:lnTo>
                  <a:lnTo>
                    <a:pt x="432" y="84"/>
                  </a:lnTo>
                  <a:lnTo>
                    <a:pt x="420" y="78"/>
                  </a:lnTo>
                  <a:lnTo>
                    <a:pt x="402" y="78"/>
                  </a:lnTo>
                  <a:lnTo>
                    <a:pt x="390" y="90"/>
                  </a:lnTo>
                  <a:lnTo>
                    <a:pt x="384" y="102"/>
                  </a:lnTo>
                  <a:lnTo>
                    <a:pt x="384" y="150"/>
                  </a:lnTo>
                  <a:lnTo>
                    <a:pt x="378" y="156"/>
                  </a:lnTo>
                  <a:lnTo>
                    <a:pt x="378" y="162"/>
                  </a:lnTo>
                  <a:lnTo>
                    <a:pt x="360" y="180"/>
                  </a:lnTo>
                  <a:lnTo>
                    <a:pt x="390" y="186"/>
                  </a:lnTo>
                  <a:lnTo>
                    <a:pt x="360" y="192"/>
                  </a:lnTo>
                  <a:lnTo>
                    <a:pt x="366" y="210"/>
                  </a:lnTo>
                  <a:lnTo>
                    <a:pt x="348" y="234"/>
                  </a:lnTo>
                  <a:lnTo>
                    <a:pt x="354" y="234"/>
                  </a:lnTo>
                  <a:lnTo>
                    <a:pt x="366" y="246"/>
                  </a:lnTo>
                  <a:lnTo>
                    <a:pt x="372" y="246"/>
                  </a:lnTo>
                  <a:lnTo>
                    <a:pt x="378" y="252"/>
                  </a:lnTo>
                  <a:lnTo>
                    <a:pt x="330" y="252"/>
                  </a:lnTo>
                  <a:lnTo>
                    <a:pt x="324" y="264"/>
                  </a:lnTo>
                  <a:lnTo>
                    <a:pt x="306" y="282"/>
                  </a:lnTo>
                  <a:lnTo>
                    <a:pt x="270" y="342"/>
                  </a:lnTo>
                  <a:lnTo>
                    <a:pt x="258" y="360"/>
                  </a:lnTo>
                  <a:lnTo>
                    <a:pt x="216" y="402"/>
                  </a:lnTo>
                  <a:lnTo>
                    <a:pt x="192" y="432"/>
                  </a:lnTo>
                  <a:lnTo>
                    <a:pt x="174" y="456"/>
                  </a:lnTo>
                  <a:lnTo>
                    <a:pt x="168" y="462"/>
                  </a:lnTo>
                  <a:lnTo>
                    <a:pt x="174" y="480"/>
                  </a:lnTo>
                  <a:lnTo>
                    <a:pt x="168" y="480"/>
                  </a:lnTo>
                  <a:lnTo>
                    <a:pt x="162" y="486"/>
                  </a:lnTo>
                  <a:lnTo>
                    <a:pt x="150" y="492"/>
                  </a:lnTo>
                  <a:lnTo>
                    <a:pt x="126" y="516"/>
                  </a:lnTo>
                  <a:lnTo>
                    <a:pt x="120" y="534"/>
                  </a:lnTo>
                  <a:lnTo>
                    <a:pt x="120" y="546"/>
                  </a:lnTo>
                  <a:lnTo>
                    <a:pt x="102" y="570"/>
                  </a:lnTo>
                  <a:lnTo>
                    <a:pt x="96" y="618"/>
                  </a:lnTo>
                  <a:lnTo>
                    <a:pt x="90" y="630"/>
                  </a:lnTo>
                  <a:lnTo>
                    <a:pt x="72" y="648"/>
                  </a:lnTo>
                  <a:lnTo>
                    <a:pt x="60" y="672"/>
                  </a:lnTo>
                  <a:lnTo>
                    <a:pt x="54" y="678"/>
                  </a:lnTo>
                  <a:lnTo>
                    <a:pt x="42" y="684"/>
                  </a:lnTo>
                  <a:lnTo>
                    <a:pt x="18" y="708"/>
                  </a:lnTo>
                  <a:lnTo>
                    <a:pt x="12" y="720"/>
                  </a:lnTo>
                  <a:lnTo>
                    <a:pt x="18" y="732"/>
                  </a:lnTo>
                  <a:lnTo>
                    <a:pt x="36" y="750"/>
                  </a:lnTo>
                  <a:lnTo>
                    <a:pt x="36" y="762"/>
                  </a:lnTo>
                  <a:lnTo>
                    <a:pt x="30" y="774"/>
                  </a:lnTo>
                  <a:lnTo>
                    <a:pt x="18" y="786"/>
                  </a:lnTo>
                  <a:lnTo>
                    <a:pt x="12" y="798"/>
                  </a:lnTo>
                  <a:lnTo>
                    <a:pt x="6" y="816"/>
                  </a:lnTo>
                  <a:lnTo>
                    <a:pt x="0" y="828"/>
                  </a:lnTo>
                  <a:lnTo>
                    <a:pt x="0" y="840"/>
                  </a:lnTo>
                  <a:lnTo>
                    <a:pt x="6" y="852"/>
                  </a:lnTo>
                  <a:lnTo>
                    <a:pt x="12" y="870"/>
                  </a:lnTo>
                  <a:lnTo>
                    <a:pt x="12" y="882"/>
                  </a:lnTo>
                  <a:lnTo>
                    <a:pt x="18" y="900"/>
                  </a:lnTo>
                  <a:lnTo>
                    <a:pt x="24" y="906"/>
                  </a:lnTo>
                  <a:lnTo>
                    <a:pt x="24" y="912"/>
                  </a:lnTo>
                  <a:lnTo>
                    <a:pt x="48" y="894"/>
                  </a:lnTo>
                  <a:lnTo>
                    <a:pt x="114" y="900"/>
                  </a:lnTo>
                  <a:lnTo>
                    <a:pt x="78" y="900"/>
                  </a:lnTo>
                  <a:lnTo>
                    <a:pt x="66" y="906"/>
                  </a:lnTo>
                  <a:lnTo>
                    <a:pt x="60" y="906"/>
                  </a:lnTo>
                  <a:lnTo>
                    <a:pt x="48" y="918"/>
                  </a:lnTo>
                  <a:lnTo>
                    <a:pt x="48" y="942"/>
                  </a:lnTo>
                  <a:lnTo>
                    <a:pt x="30" y="924"/>
                  </a:lnTo>
                  <a:lnTo>
                    <a:pt x="24" y="924"/>
                  </a:lnTo>
                  <a:lnTo>
                    <a:pt x="18" y="936"/>
                  </a:lnTo>
                  <a:lnTo>
                    <a:pt x="18" y="942"/>
                  </a:lnTo>
                  <a:lnTo>
                    <a:pt x="12" y="960"/>
                  </a:lnTo>
                  <a:lnTo>
                    <a:pt x="12" y="978"/>
                  </a:lnTo>
                  <a:lnTo>
                    <a:pt x="18" y="984"/>
                  </a:lnTo>
                  <a:lnTo>
                    <a:pt x="30" y="990"/>
                  </a:lnTo>
                  <a:lnTo>
                    <a:pt x="42" y="990"/>
                  </a:lnTo>
                  <a:lnTo>
                    <a:pt x="42" y="1002"/>
                  </a:lnTo>
                  <a:lnTo>
                    <a:pt x="36" y="1008"/>
                  </a:lnTo>
                  <a:lnTo>
                    <a:pt x="36" y="1014"/>
                  </a:lnTo>
                  <a:lnTo>
                    <a:pt x="18" y="1032"/>
                  </a:lnTo>
                  <a:lnTo>
                    <a:pt x="12" y="1044"/>
                  </a:lnTo>
                  <a:lnTo>
                    <a:pt x="12" y="1056"/>
                  </a:lnTo>
                  <a:lnTo>
                    <a:pt x="18" y="1068"/>
                  </a:lnTo>
                  <a:lnTo>
                    <a:pt x="24" y="1074"/>
                  </a:lnTo>
                  <a:lnTo>
                    <a:pt x="36" y="1098"/>
                  </a:lnTo>
                  <a:lnTo>
                    <a:pt x="42" y="1104"/>
                  </a:lnTo>
                  <a:lnTo>
                    <a:pt x="54" y="1128"/>
                  </a:lnTo>
                  <a:lnTo>
                    <a:pt x="60" y="1134"/>
                  </a:lnTo>
                  <a:lnTo>
                    <a:pt x="60" y="1146"/>
                  </a:lnTo>
                  <a:lnTo>
                    <a:pt x="54" y="1152"/>
                  </a:lnTo>
                  <a:lnTo>
                    <a:pt x="42" y="1176"/>
                  </a:lnTo>
                  <a:lnTo>
                    <a:pt x="36" y="1182"/>
                  </a:lnTo>
                  <a:lnTo>
                    <a:pt x="36" y="1188"/>
                  </a:lnTo>
                  <a:lnTo>
                    <a:pt x="42" y="1194"/>
                  </a:lnTo>
                  <a:lnTo>
                    <a:pt x="54" y="1194"/>
                  </a:lnTo>
                  <a:lnTo>
                    <a:pt x="72" y="1200"/>
                  </a:lnTo>
                  <a:lnTo>
                    <a:pt x="102" y="1200"/>
                  </a:lnTo>
                  <a:lnTo>
                    <a:pt x="102" y="1212"/>
                  </a:lnTo>
                  <a:lnTo>
                    <a:pt x="120" y="1230"/>
                  </a:lnTo>
                  <a:lnTo>
                    <a:pt x="132" y="1230"/>
                  </a:lnTo>
                  <a:lnTo>
                    <a:pt x="144" y="1224"/>
                  </a:lnTo>
                  <a:lnTo>
                    <a:pt x="150" y="1224"/>
                  </a:lnTo>
                  <a:lnTo>
                    <a:pt x="162" y="1218"/>
                  </a:lnTo>
                  <a:lnTo>
                    <a:pt x="168" y="1248"/>
                  </a:lnTo>
                  <a:lnTo>
                    <a:pt x="174" y="1248"/>
                  </a:lnTo>
                  <a:lnTo>
                    <a:pt x="180" y="1254"/>
                  </a:lnTo>
                  <a:lnTo>
                    <a:pt x="204" y="1266"/>
                  </a:lnTo>
                  <a:lnTo>
                    <a:pt x="216" y="1290"/>
                  </a:lnTo>
                  <a:lnTo>
                    <a:pt x="216" y="1314"/>
                  </a:lnTo>
                  <a:lnTo>
                    <a:pt x="210" y="1338"/>
                  </a:lnTo>
                  <a:lnTo>
                    <a:pt x="216" y="1344"/>
                  </a:lnTo>
                  <a:lnTo>
                    <a:pt x="360" y="1338"/>
                  </a:lnTo>
                  <a:lnTo>
                    <a:pt x="354" y="1344"/>
                  </a:lnTo>
                  <a:lnTo>
                    <a:pt x="354" y="1350"/>
                  </a:lnTo>
                  <a:lnTo>
                    <a:pt x="360" y="1350"/>
                  </a:lnTo>
                  <a:lnTo>
                    <a:pt x="570" y="1446"/>
                  </a:lnTo>
                  <a:lnTo>
                    <a:pt x="774" y="1446"/>
                  </a:lnTo>
                  <a:lnTo>
                    <a:pt x="774" y="1440"/>
                  </a:lnTo>
                  <a:lnTo>
                    <a:pt x="780" y="1428"/>
                  </a:lnTo>
                  <a:lnTo>
                    <a:pt x="780" y="1410"/>
                  </a:lnTo>
                  <a:lnTo>
                    <a:pt x="786" y="1404"/>
                  </a:lnTo>
                  <a:lnTo>
                    <a:pt x="900" y="1404"/>
                  </a:lnTo>
                  <a:lnTo>
                    <a:pt x="912" y="1416"/>
                  </a:lnTo>
                  <a:lnTo>
                    <a:pt x="912" y="1440"/>
                  </a:lnTo>
                  <a:lnTo>
                    <a:pt x="942" y="1452"/>
                  </a:lnTo>
                  <a:lnTo>
                    <a:pt x="948" y="1482"/>
                  </a:lnTo>
                  <a:lnTo>
                    <a:pt x="960" y="1482"/>
                  </a:lnTo>
                  <a:lnTo>
                    <a:pt x="972" y="1488"/>
                  </a:lnTo>
                  <a:lnTo>
                    <a:pt x="984" y="1500"/>
                  </a:lnTo>
                  <a:lnTo>
                    <a:pt x="990" y="1512"/>
                  </a:lnTo>
                  <a:lnTo>
                    <a:pt x="990" y="1554"/>
                  </a:lnTo>
                  <a:lnTo>
                    <a:pt x="984" y="1566"/>
                  </a:lnTo>
                  <a:lnTo>
                    <a:pt x="984" y="1578"/>
                  </a:lnTo>
                  <a:lnTo>
                    <a:pt x="1014" y="1608"/>
                  </a:lnTo>
                  <a:lnTo>
                    <a:pt x="1026" y="1614"/>
                  </a:lnTo>
                  <a:lnTo>
                    <a:pt x="1044" y="1626"/>
                  </a:lnTo>
                  <a:lnTo>
                    <a:pt x="1056" y="1626"/>
                  </a:lnTo>
                  <a:lnTo>
                    <a:pt x="1080" y="1614"/>
                  </a:lnTo>
                  <a:lnTo>
                    <a:pt x="1092" y="1602"/>
                  </a:lnTo>
                  <a:lnTo>
                    <a:pt x="1104" y="1578"/>
                  </a:lnTo>
                  <a:lnTo>
                    <a:pt x="1116" y="1566"/>
                  </a:lnTo>
                  <a:lnTo>
                    <a:pt x="1134" y="1566"/>
                  </a:lnTo>
                  <a:lnTo>
                    <a:pt x="1134" y="1560"/>
                  </a:lnTo>
                  <a:lnTo>
                    <a:pt x="1152" y="1566"/>
                  </a:lnTo>
                  <a:lnTo>
                    <a:pt x="1194" y="1566"/>
                  </a:lnTo>
                  <a:lnTo>
                    <a:pt x="1200" y="1578"/>
                  </a:lnTo>
                  <a:lnTo>
                    <a:pt x="1206" y="1584"/>
                  </a:lnTo>
                  <a:lnTo>
                    <a:pt x="1212" y="1596"/>
                  </a:lnTo>
                  <a:lnTo>
                    <a:pt x="1224" y="1608"/>
                  </a:lnTo>
                  <a:lnTo>
                    <a:pt x="1230" y="1620"/>
                  </a:lnTo>
                  <a:lnTo>
                    <a:pt x="1242" y="1632"/>
                  </a:lnTo>
                  <a:lnTo>
                    <a:pt x="1242" y="1656"/>
                  </a:lnTo>
                  <a:lnTo>
                    <a:pt x="1236" y="1668"/>
                  </a:lnTo>
                  <a:lnTo>
                    <a:pt x="1236" y="1680"/>
                  </a:lnTo>
                  <a:lnTo>
                    <a:pt x="1242" y="1692"/>
                  </a:lnTo>
                  <a:lnTo>
                    <a:pt x="1254" y="1698"/>
                  </a:lnTo>
                  <a:lnTo>
                    <a:pt x="1254" y="1722"/>
                  </a:lnTo>
                  <a:lnTo>
                    <a:pt x="1260" y="1728"/>
                  </a:lnTo>
                  <a:lnTo>
                    <a:pt x="1272" y="1734"/>
                  </a:lnTo>
                  <a:lnTo>
                    <a:pt x="1284" y="1746"/>
                  </a:lnTo>
                  <a:lnTo>
                    <a:pt x="1284" y="1752"/>
                  </a:lnTo>
                  <a:lnTo>
                    <a:pt x="1278" y="1758"/>
                  </a:lnTo>
                  <a:lnTo>
                    <a:pt x="1272" y="1758"/>
                  </a:lnTo>
                  <a:lnTo>
                    <a:pt x="1272" y="1794"/>
                  </a:lnTo>
                  <a:lnTo>
                    <a:pt x="1284" y="1806"/>
                  </a:lnTo>
                  <a:lnTo>
                    <a:pt x="1284" y="1836"/>
                  </a:lnTo>
                  <a:lnTo>
                    <a:pt x="1296" y="1848"/>
                  </a:lnTo>
                  <a:lnTo>
                    <a:pt x="1314" y="1854"/>
                  </a:lnTo>
                  <a:lnTo>
                    <a:pt x="1326" y="1854"/>
                  </a:lnTo>
                  <a:lnTo>
                    <a:pt x="1338" y="1866"/>
                  </a:lnTo>
                  <a:lnTo>
                    <a:pt x="1380" y="1866"/>
                  </a:lnTo>
                  <a:lnTo>
                    <a:pt x="1380" y="1872"/>
                  </a:lnTo>
                  <a:lnTo>
                    <a:pt x="1386" y="1884"/>
                  </a:lnTo>
                  <a:lnTo>
                    <a:pt x="1410" y="1884"/>
                  </a:lnTo>
                  <a:lnTo>
                    <a:pt x="1410" y="1878"/>
                  </a:lnTo>
                  <a:lnTo>
                    <a:pt x="1398" y="1806"/>
                  </a:lnTo>
                  <a:lnTo>
                    <a:pt x="1416" y="1788"/>
                  </a:lnTo>
                  <a:lnTo>
                    <a:pt x="1398" y="1776"/>
                  </a:lnTo>
                  <a:lnTo>
                    <a:pt x="1398" y="1758"/>
                  </a:lnTo>
                  <a:lnTo>
                    <a:pt x="1404" y="1764"/>
                  </a:lnTo>
                  <a:lnTo>
                    <a:pt x="1422" y="1764"/>
                  </a:lnTo>
                  <a:lnTo>
                    <a:pt x="1428" y="1758"/>
                  </a:lnTo>
                  <a:lnTo>
                    <a:pt x="1428" y="1728"/>
                  </a:lnTo>
                  <a:lnTo>
                    <a:pt x="1452" y="1722"/>
                  </a:lnTo>
                  <a:lnTo>
                    <a:pt x="1458" y="1698"/>
                  </a:lnTo>
                  <a:lnTo>
                    <a:pt x="1476" y="1704"/>
                  </a:lnTo>
                  <a:lnTo>
                    <a:pt x="1494" y="1692"/>
                  </a:lnTo>
                  <a:lnTo>
                    <a:pt x="1488" y="1668"/>
                  </a:lnTo>
                  <a:lnTo>
                    <a:pt x="1500" y="1680"/>
                  </a:lnTo>
                  <a:lnTo>
                    <a:pt x="1500" y="1668"/>
                  </a:lnTo>
                  <a:lnTo>
                    <a:pt x="1506" y="1656"/>
                  </a:lnTo>
                  <a:lnTo>
                    <a:pt x="1512" y="1650"/>
                  </a:lnTo>
                  <a:lnTo>
                    <a:pt x="1518" y="1650"/>
                  </a:lnTo>
                  <a:lnTo>
                    <a:pt x="1524" y="1656"/>
                  </a:lnTo>
                  <a:lnTo>
                    <a:pt x="1524" y="1668"/>
                  </a:lnTo>
                  <a:lnTo>
                    <a:pt x="1542" y="1668"/>
                  </a:lnTo>
                  <a:lnTo>
                    <a:pt x="1554" y="1662"/>
                  </a:lnTo>
                  <a:lnTo>
                    <a:pt x="1572" y="1656"/>
                  </a:lnTo>
                  <a:lnTo>
                    <a:pt x="1596" y="1644"/>
                  </a:lnTo>
                  <a:lnTo>
                    <a:pt x="1602" y="1638"/>
                  </a:lnTo>
                  <a:lnTo>
                    <a:pt x="1608" y="1626"/>
                  </a:lnTo>
                  <a:lnTo>
                    <a:pt x="1620" y="1620"/>
                  </a:lnTo>
                  <a:lnTo>
                    <a:pt x="1626" y="1608"/>
                  </a:lnTo>
                  <a:lnTo>
                    <a:pt x="1632" y="1602"/>
                  </a:lnTo>
                  <a:lnTo>
                    <a:pt x="1632" y="1590"/>
                  </a:lnTo>
                  <a:lnTo>
                    <a:pt x="1626" y="1584"/>
                  </a:lnTo>
                  <a:lnTo>
                    <a:pt x="1626" y="1566"/>
                  </a:lnTo>
                  <a:lnTo>
                    <a:pt x="1632" y="1566"/>
                  </a:lnTo>
                  <a:lnTo>
                    <a:pt x="1656" y="1578"/>
                  </a:lnTo>
                  <a:lnTo>
                    <a:pt x="1662" y="1584"/>
                  </a:lnTo>
                  <a:lnTo>
                    <a:pt x="1674" y="1590"/>
                  </a:lnTo>
                  <a:lnTo>
                    <a:pt x="1686" y="1590"/>
                  </a:lnTo>
                  <a:lnTo>
                    <a:pt x="1692" y="1584"/>
                  </a:lnTo>
                  <a:lnTo>
                    <a:pt x="1710" y="1548"/>
                  </a:lnTo>
                  <a:lnTo>
                    <a:pt x="1716" y="1548"/>
                  </a:lnTo>
                  <a:lnTo>
                    <a:pt x="1734" y="1566"/>
                  </a:lnTo>
                  <a:lnTo>
                    <a:pt x="1746" y="1566"/>
                  </a:lnTo>
                  <a:lnTo>
                    <a:pt x="1752" y="1560"/>
                  </a:lnTo>
                  <a:lnTo>
                    <a:pt x="1758" y="1548"/>
                  </a:lnTo>
                  <a:lnTo>
                    <a:pt x="1764" y="1542"/>
                  </a:lnTo>
                  <a:lnTo>
                    <a:pt x="1770" y="1554"/>
                  </a:lnTo>
                  <a:lnTo>
                    <a:pt x="1776" y="1560"/>
                  </a:lnTo>
                  <a:lnTo>
                    <a:pt x="1782" y="1572"/>
                  </a:lnTo>
                  <a:lnTo>
                    <a:pt x="1794" y="1578"/>
                  </a:lnTo>
                  <a:lnTo>
                    <a:pt x="1800" y="1584"/>
                  </a:lnTo>
                  <a:lnTo>
                    <a:pt x="1818" y="1584"/>
                  </a:lnTo>
                  <a:lnTo>
                    <a:pt x="1824" y="1578"/>
                  </a:lnTo>
                  <a:lnTo>
                    <a:pt x="1830" y="1566"/>
                  </a:lnTo>
                  <a:lnTo>
                    <a:pt x="1842" y="1554"/>
                  </a:lnTo>
                  <a:lnTo>
                    <a:pt x="1848" y="1554"/>
                  </a:lnTo>
                  <a:lnTo>
                    <a:pt x="1860" y="1560"/>
                  </a:lnTo>
                  <a:lnTo>
                    <a:pt x="1872" y="1572"/>
                  </a:lnTo>
                  <a:lnTo>
                    <a:pt x="1872" y="1584"/>
                  </a:lnTo>
                  <a:lnTo>
                    <a:pt x="1878" y="1596"/>
                  </a:lnTo>
                  <a:lnTo>
                    <a:pt x="1878" y="1614"/>
                  </a:lnTo>
                  <a:lnTo>
                    <a:pt x="1914" y="1614"/>
                  </a:lnTo>
                  <a:lnTo>
                    <a:pt x="1920" y="1620"/>
                  </a:lnTo>
                  <a:lnTo>
                    <a:pt x="1926" y="1620"/>
                  </a:lnTo>
                  <a:lnTo>
                    <a:pt x="1926" y="1608"/>
                  </a:lnTo>
                  <a:lnTo>
                    <a:pt x="1932" y="1602"/>
                  </a:lnTo>
                  <a:lnTo>
                    <a:pt x="1932" y="1608"/>
                  </a:lnTo>
                  <a:lnTo>
                    <a:pt x="1956" y="1632"/>
                  </a:lnTo>
                  <a:lnTo>
                    <a:pt x="1962" y="1626"/>
                  </a:lnTo>
                  <a:lnTo>
                    <a:pt x="1968" y="1614"/>
                  </a:lnTo>
                  <a:lnTo>
                    <a:pt x="1968" y="1596"/>
                  </a:lnTo>
                  <a:lnTo>
                    <a:pt x="1962" y="1584"/>
                  </a:lnTo>
                  <a:lnTo>
                    <a:pt x="1980" y="1590"/>
                  </a:lnTo>
                  <a:lnTo>
                    <a:pt x="1992" y="1608"/>
                  </a:lnTo>
                  <a:lnTo>
                    <a:pt x="2004" y="1614"/>
                  </a:lnTo>
                  <a:lnTo>
                    <a:pt x="2004" y="1626"/>
                  </a:lnTo>
                  <a:lnTo>
                    <a:pt x="2010" y="1626"/>
                  </a:lnTo>
                  <a:lnTo>
                    <a:pt x="2016" y="1632"/>
                  </a:lnTo>
                  <a:lnTo>
                    <a:pt x="2028" y="1632"/>
                  </a:lnTo>
                  <a:lnTo>
                    <a:pt x="2034" y="1626"/>
                  </a:lnTo>
                  <a:lnTo>
                    <a:pt x="2034" y="1620"/>
                  </a:lnTo>
                  <a:lnTo>
                    <a:pt x="2028" y="1608"/>
                  </a:lnTo>
                  <a:lnTo>
                    <a:pt x="2022" y="1602"/>
                  </a:lnTo>
                  <a:lnTo>
                    <a:pt x="2010" y="1596"/>
                  </a:lnTo>
                  <a:lnTo>
                    <a:pt x="2004" y="1590"/>
                  </a:lnTo>
                  <a:lnTo>
                    <a:pt x="1998" y="1578"/>
                  </a:lnTo>
                  <a:lnTo>
                    <a:pt x="2010" y="1578"/>
                  </a:lnTo>
                  <a:lnTo>
                    <a:pt x="2022" y="1566"/>
                  </a:lnTo>
                  <a:lnTo>
                    <a:pt x="2022" y="1554"/>
                  </a:lnTo>
                  <a:lnTo>
                    <a:pt x="2016" y="1548"/>
                  </a:lnTo>
                  <a:lnTo>
                    <a:pt x="1968" y="1548"/>
                  </a:lnTo>
                  <a:lnTo>
                    <a:pt x="1962" y="1542"/>
                  </a:lnTo>
                  <a:lnTo>
                    <a:pt x="1962" y="1530"/>
                  </a:lnTo>
                  <a:lnTo>
                    <a:pt x="1968" y="1524"/>
                  </a:lnTo>
                  <a:lnTo>
                    <a:pt x="1986" y="1524"/>
                  </a:lnTo>
                  <a:lnTo>
                    <a:pt x="1998" y="1530"/>
                  </a:lnTo>
                  <a:lnTo>
                    <a:pt x="2004" y="1530"/>
                  </a:lnTo>
                  <a:lnTo>
                    <a:pt x="2016" y="1536"/>
                  </a:lnTo>
                  <a:lnTo>
                    <a:pt x="2028" y="1536"/>
                  </a:lnTo>
                  <a:lnTo>
                    <a:pt x="2064" y="1518"/>
                  </a:lnTo>
                  <a:lnTo>
                    <a:pt x="2070" y="1512"/>
                  </a:lnTo>
                  <a:lnTo>
                    <a:pt x="2082" y="1512"/>
                  </a:lnTo>
                  <a:lnTo>
                    <a:pt x="2082" y="1518"/>
                  </a:lnTo>
                  <a:lnTo>
                    <a:pt x="2106" y="1518"/>
                  </a:lnTo>
                  <a:lnTo>
                    <a:pt x="2118" y="1512"/>
                  </a:lnTo>
                  <a:lnTo>
                    <a:pt x="2124" y="1512"/>
                  </a:lnTo>
                  <a:lnTo>
                    <a:pt x="2130" y="1506"/>
                  </a:lnTo>
                  <a:lnTo>
                    <a:pt x="2130" y="1500"/>
                  </a:lnTo>
                  <a:lnTo>
                    <a:pt x="2136" y="1488"/>
                  </a:lnTo>
                  <a:lnTo>
                    <a:pt x="2136" y="1482"/>
                  </a:lnTo>
                  <a:lnTo>
                    <a:pt x="2142" y="1482"/>
                  </a:lnTo>
                  <a:lnTo>
                    <a:pt x="2142" y="1488"/>
                  </a:lnTo>
                  <a:lnTo>
                    <a:pt x="2148" y="1500"/>
                  </a:lnTo>
                  <a:lnTo>
                    <a:pt x="2148" y="1524"/>
                  </a:lnTo>
                  <a:lnTo>
                    <a:pt x="2154" y="1524"/>
                  </a:lnTo>
                  <a:lnTo>
                    <a:pt x="2160" y="1518"/>
                  </a:lnTo>
                  <a:lnTo>
                    <a:pt x="2172" y="1512"/>
                  </a:lnTo>
                  <a:lnTo>
                    <a:pt x="2190" y="1512"/>
                  </a:lnTo>
                  <a:lnTo>
                    <a:pt x="2202" y="1506"/>
                  </a:lnTo>
                  <a:lnTo>
                    <a:pt x="2214" y="1506"/>
                  </a:lnTo>
                  <a:lnTo>
                    <a:pt x="2226" y="1512"/>
                  </a:lnTo>
                  <a:lnTo>
                    <a:pt x="2232" y="1524"/>
                  </a:lnTo>
                  <a:lnTo>
                    <a:pt x="2232" y="1506"/>
                  </a:lnTo>
                  <a:lnTo>
                    <a:pt x="2244" y="1506"/>
                  </a:lnTo>
                  <a:lnTo>
                    <a:pt x="2256" y="1518"/>
                  </a:lnTo>
                  <a:lnTo>
                    <a:pt x="2256" y="1530"/>
                  </a:lnTo>
                  <a:lnTo>
                    <a:pt x="2286" y="1524"/>
                  </a:lnTo>
                  <a:lnTo>
                    <a:pt x="2280" y="1536"/>
                  </a:lnTo>
                  <a:lnTo>
                    <a:pt x="2280" y="1548"/>
                  </a:lnTo>
                  <a:lnTo>
                    <a:pt x="2286" y="1554"/>
                  </a:lnTo>
                  <a:lnTo>
                    <a:pt x="2286" y="1566"/>
                  </a:lnTo>
                  <a:lnTo>
                    <a:pt x="2298" y="1578"/>
                  </a:lnTo>
                  <a:lnTo>
                    <a:pt x="2310" y="1578"/>
                  </a:lnTo>
                  <a:lnTo>
                    <a:pt x="2328" y="1572"/>
                  </a:lnTo>
                  <a:lnTo>
                    <a:pt x="2352" y="1548"/>
                  </a:lnTo>
                  <a:lnTo>
                    <a:pt x="2370" y="1542"/>
                  </a:lnTo>
                  <a:lnTo>
                    <a:pt x="2382" y="1542"/>
                  </a:lnTo>
                  <a:lnTo>
                    <a:pt x="2394" y="1548"/>
                  </a:lnTo>
                  <a:lnTo>
                    <a:pt x="2400" y="1554"/>
                  </a:lnTo>
                  <a:lnTo>
                    <a:pt x="2418" y="1590"/>
                  </a:lnTo>
                  <a:lnTo>
                    <a:pt x="2418" y="1602"/>
                  </a:lnTo>
                  <a:lnTo>
                    <a:pt x="2424" y="1608"/>
                  </a:lnTo>
                  <a:lnTo>
                    <a:pt x="2436" y="1614"/>
                  </a:lnTo>
                  <a:lnTo>
                    <a:pt x="2466" y="1614"/>
                  </a:lnTo>
                  <a:lnTo>
                    <a:pt x="2460" y="1656"/>
                  </a:lnTo>
                  <a:lnTo>
                    <a:pt x="2460" y="1662"/>
                  </a:lnTo>
                  <a:lnTo>
                    <a:pt x="2454" y="1668"/>
                  </a:lnTo>
                  <a:lnTo>
                    <a:pt x="2436" y="1704"/>
                  </a:lnTo>
                  <a:lnTo>
                    <a:pt x="2436" y="1710"/>
                  </a:lnTo>
                  <a:lnTo>
                    <a:pt x="2448" y="1722"/>
                  </a:lnTo>
                  <a:lnTo>
                    <a:pt x="2454" y="1722"/>
                  </a:lnTo>
                  <a:lnTo>
                    <a:pt x="2460" y="1734"/>
                  </a:lnTo>
                  <a:lnTo>
                    <a:pt x="2436" y="1758"/>
                  </a:lnTo>
                  <a:lnTo>
                    <a:pt x="2454" y="1806"/>
                  </a:lnTo>
                  <a:lnTo>
                    <a:pt x="2472" y="1788"/>
                  </a:lnTo>
                  <a:lnTo>
                    <a:pt x="2478" y="1788"/>
                  </a:lnTo>
                  <a:lnTo>
                    <a:pt x="2478" y="1794"/>
                  </a:lnTo>
                  <a:lnTo>
                    <a:pt x="2472" y="1800"/>
                  </a:lnTo>
                  <a:lnTo>
                    <a:pt x="2466" y="1812"/>
                  </a:lnTo>
                  <a:lnTo>
                    <a:pt x="2466" y="1818"/>
                  </a:lnTo>
                  <a:lnTo>
                    <a:pt x="2460" y="1830"/>
                  </a:lnTo>
                  <a:lnTo>
                    <a:pt x="2478" y="1830"/>
                  </a:lnTo>
                  <a:lnTo>
                    <a:pt x="2478" y="1878"/>
                  </a:lnTo>
                  <a:lnTo>
                    <a:pt x="2496" y="1878"/>
                  </a:lnTo>
                  <a:lnTo>
                    <a:pt x="2502" y="1884"/>
                  </a:lnTo>
                  <a:lnTo>
                    <a:pt x="2508" y="1884"/>
                  </a:lnTo>
                  <a:lnTo>
                    <a:pt x="2508" y="1896"/>
                  </a:lnTo>
                  <a:lnTo>
                    <a:pt x="2502" y="1908"/>
                  </a:lnTo>
                  <a:lnTo>
                    <a:pt x="2502" y="1920"/>
                  </a:lnTo>
                  <a:lnTo>
                    <a:pt x="2526" y="1944"/>
                  </a:lnTo>
                  <a:lnTo>
                    <a:pt x="2532" y="1944"/>
                  </a:lnTo>
                  <a:lnTo>
                    <a:pt x="2538" y="1938"/>
                  </a:lnTo>
                  <a:lnTo>
                    <a:pt x="2550" y="1932"/>
                  </a:lnTo>
                  <a:lnTo>
                    <a:pt x="2556" y="1932"/>
                  </a:lnTo>
                  <a:lnTo>
                    <a:pt x="2562" y="1926"/>
                  </a:lnTo>
                  <a:lnTo>
                    <a:pt x="2568" y="1914"/>
                  </a:lnTo>
                  <a:lnTo>
                    <a:pt x="2568" y="1896"/>
                  </a:lnTo>
                  <a:lnTo>
                    <a:pt x="2586" y="1896"/>
                  </a:lnTo>
                  <a:lnTo>
                    <a:pt x="2586" y="1872"/>
                  </a:lnTo>
                  <a:lnTo>
                    <a:pt x="2604" y="1836"/>
                  </a:lnTo>
                  <a:lnTo>
                    <a:pt x="2604" y="1818"/>
                  </a:lnTo>
                  <a:lnTo>
                    <a:pt x="2610" y="1806"/>
                  </a:lnTo>
                  <a:lnTo>
                    <a:pt x="2610" y="1794"/>
                  </a:lnTo>
                  <a:lnTo>
                    <a:pt x="2604" y="1782"/>
                  </a:lnTo>
                  <a:lnTo>
                    <a:pt x="2604" y="1770"/>
                  </a:lnTo>
                  <a:lnTo>
                    <a:pt x="2598" y="1752"/>
                  </a:lnTo>
                  <a:lnTo>
                    <a:pt x="2592" y="1740"/>
                  </a:lnTo>
                  <a:lnTo>
                    <a:pt x="2586" y="1722"/>
                  </a:lnTo>
                  <a:lnTo>
                    <a:pt x="2586" y="1704"/>
                  </a:lnTo>
                  <a:lnTo>
                    <a:pt x="2592" y="1686"/>
                  </a:lnTo>
                  <a:lnTo>
                    <a:pt x="2598" y="1674"/>
                  </a:lnTo>
                  <a:lnTo>
                    <a:pt x="2598" y="1644"/>
                  </a:lnTo>
                  <a:lnTo>
                    <a:pt x="2592" y="1626"/>
                  </a:lnTo>
                  <a:lnTo>
                    <a:pt x="2586" y="1614"/>
                  </a:lnTo>
                  <a:lnTo>
                    <a:pt x="2580" y="1596"/>
                  </a:lnTo>
                  <a:lnTo>
                    <a:pt x="2574" y="1584"/>
                  </a:lnTo>
                  <a:lnTo>
                    <a:pt x="2574" y="1518"/>
                  </a:lnTo>
                  <a:lnTo>
                    <a:pt x="2580" y="1488"/>
                  </a:lnTo>
                  <a:lnTo>
                    <a:pt x="2586" y="1470"/>
                  </a:lnTo>
                  <a:lnTo>
                    <a:pt x="2598" y="1452"/>
                  </a:lnTo>
                  <a:lnTo>
                    <a:pt x="2604" y="1440"/>
                  </a:lnTo>
                  <a:lnTo>
                    <a:pt x="2610" y="1422"/>
                  </a:lnTo>
                  <a:lnTo>
                    <a:pt x="2616" y="1416"/>
                  </a:lnTo>
                  <a:lnTo>
                    <a:pt x="2616" y="1410"/>
                  </a:lnTo>
                  <a:lnTo>
                    <a:pt x="2628" y="1398"/>
                  </a:lnTo>
                  <a:lnTo>
                    <a:pt x="2652" y="1380"/>
                  </a:lnTo>
                  <a:lnTo>
                    <a:pt x="2658" y="1356"/>
                  </a:lnTo>
                  <a:lnTo>
                    <a:pt x="2670" y="1368"/>
                  </a:lnTo>
                  <a:lnTo>
                    <a:pt x="2676" y="1344"/>
                  </a:lnTo>
                  <a:lnTo>
                    <a:pt x="2730" y="1344"/>
                  </a:lnTo>
                  <a:lnTo>
                    <a:pt x="2730" y="1314"/>
                  </a:lnTo>
                  <a:lnTo>
                    <a:pt x="2748" y="1320"/>
                  </a:lnTo>
                  <a:lnTo>
                    <a:pt x="2754" y="1308"/>
                  </a:lnTo>
                  <a:lnTo>
                    <a:pt x="2772" y="1308"/>
                  </a:lnTo>
                  <a:lnTo>
                    <a:pt x="2796" y="1278"/>
                  </a:lnTo>
                  <a:lnTo>
                    <a:pt x="2796" y="1272"/>
                  </a:lnTo>
                  <a:lnTo>
                    <a:pt x="2802" y="1266"/>
                  </a:lnTo>
                  <a:lnTo>
                    <a:pt x="2814" y="1242"/>
                  </a:lnTo>
                  <a:lnTo>
                    <a:pt x="2832" y="1236"/>
                  </a:lnTo>
                  <a:lnTo>
                    <a:pt x="2862" y="1236"/>
                  </a:lnTo>
                  <a:lnTo>
                    <a:pt x="2874" y="1242"/>
                  </a:lnTo>
                  <a:lnTo>
                    <a:pt x="2886" y="1242"/>
                  </a:lnTo>
                  <a:lnTo>
                    <a:pt x="2892" y="1236"/>
                  </a:lnTo>
                  <a:lnTo>
                    <a:pt x="2904" y="1212"/>
                  </a:lnTo>
                  <a:lnTo>
                    <a:pt x="2910" y="1206"/>
                  </a:lnTo>
                  <a:lnTo>
                    <a:pt x="2916" y="1194"/>
                  </a:lnTo>
                  <a:lnTo>
                    <a:pt x="2928" y="1200"/>
                  </a:lnTo>
                  <a:lnTo>
                    <a:pt x="2934" y="1176"/>
                  </a:lnTo>
                  <a:lnTo>
                    <a:pt x="3018" y="1170"/>
                  </a:lnTo>
                  <a:lnTo>
                    <a:pt x="3024" y="1146"/>
                  </a:lnTo>
                  <a:lnTo>
                    <a:pt x="2982" y="1152"/>
                  </a:lnTo>
                  <a:lnTo>
                    <a:pt x="2988" y="1146"/>
                  </a:lnTo>
                  <a:lnTo>
                    <a:pt x="3000" y="1140"/>
                  </a:lnTo>
                  <a:lnTo>
                    <a:pt x="3006" y="1140"/>
                  </a:lnTo>
                  <a:lnTo>
                    <a:pt x="3006" y="1134"/>
                  </a:lnTo>
                  <a:lnTo>
                    <a:pt x="3000" y="1128"/>
                  </a:lnTo>
                  <a:lnTo>
                    <a:pt x="2994" y="1116"/>
                  </a:lnTo>
                  <a:lnTo>
                    <a:pt x="2988" y="1110"/>
                  </a:lnTo>
                  <a:lnTo>
                    <a:pt x="3024" y="1104"/>
                  </a:lnTo>
                  <a:lnTo>
                    <a:pt x="3048" y="1116"/>
                  </a:lnTo>
                  <a:lnTo>
                    <a:pt x="3078" y="1080"/>
                  </a:lnTo>
                  <a:lnTo>
                    <a:pt x="3024" y="1074"/>
                  </a:lnTo>
                  <a:lnTo>
                    <a:pt x="3024" y="1050"/>
                  </a:lnTo>
                  <a:lnTo>
                    <a:pt x="3036" y="1062"/>
                  </a:lnTo>
                  <a:lnTo>
                    <a:pt x="3078" y="1050"/>
                  </a:lnTo>
                  <a:lnTo>
                    <a:pt x="3084" y="990"/>
                  </a:lnTo>
                  <a:lnTo>
                    <a:pt x="3054" y="1002"/>
                  </a:lnTo>
                  <a:lnTo>
                    <a:pt x="3048" y="972"/>
                  </a:lnTo>
                  <a:lnTo>
                    <a:pt x="3024" y="960"/>
                  </a:lnTo>
                  <a:lnTo>
                    <a:pt x="3072" y="978"/>
                  </a:lnTo>
                  <a:lnTo>
                    <a:pt x="3078" y="972"/>
                  </a:lnTo>
                  <a:lnTo>
                    <a:pt x="3060" y="954"/>
                  </a:lnTo>
                  <a:lnTo>
                    <a:pt x="3090" y="954"/>
                  </a:lnTo>
                  <a:lnTo>
                    <a:pt x="3084" y="948"/>
                  </a:lnTo>
                  <a:lnTo>
                    <a:pt x="3078" y="936"/>
                  </a:lnTo>
                  <a:lnTo>
                    <a:pt x="3060" y="918"/>
                  </a:lnTo>
                  <a:lnTo>
                    <a:pt x="3054" y="906"/>
                  </a:lnTo>
                  <a:lnTo>
                    <a:pt x="3054" y="894"/>
                  </a:lnTo>
                  <a:lnTo>
                    <a:pt x="3060" y="888"/>
                  </a:lnTo>
                  <a:lnTo>
                    <a:pt x="3042" y="870"/>
                  </a:lnTo>
                  <a:lnTo>
                    <a:pt x="3042" y="864"/>
                  </a:lnTo>
                  <a:lnTo>
                    <a:pt x="3048" y="864"/>
                  </a:lnTo>
                  <a:lnTo>
                    <a:pt x="3066" y="846"/>
                  </a:lnTo>
                  <a:lnTo>
                    <a:pt x="3072" y="846"/>
                  </a:lnTo>
                  <a:lnTo>
                    <a:pt x="3066" y="870"/>
                  </a:lnTo>
                  <a:lnTo>
                    <a:pt x="3096" y="894"/>
                  </a:lnTo>
                  <a:lnTo>
                    <a:pt x="3096" y="888"/>
                  </a:lnTo>
                  <a:lnTo>
                    <a:pt x="3102" y="882"/>
                  </a:lnTo>
                  <a:lnTo>
                    <a:pt x="3102" y="864"/>
                  </a:lnTo>
                  <a:lnTo>
                    <a:pt x="3108" y="852"/>
                  </a:lnTo>
                  <a:lnTo>
                    <a:pt x="3108" y="834"/>
                  </a:lnTo>
                  <a:lnTo>
                    <a:pt x="3114" y="822"/>
                  </a:lnTo>
                  <a:lnTo>
                    <a:pt x="3144" y="792"/>
                  </a:lnTo>
                  <a:lnTo>
                    <a:pt x="3156" y="786"/>
                  </a:lnTo>
                  <a:lnTo>
                    <a:pt x="3162" y="786"/>
                  </a:lnTo>
                  <a:lnTo>
                    <a:pt x="3162" y="792"/>
                  </a:lnTo>
                  <a:lnTo>
                    <a:pt x="3150" y="816"/>
                  </a:lnTo>
                  <a:lnTo>
                    <a:pt x="3132" y="834"/>
                  </a:lnTo>
                  <a:lnTo>
                    <a:pt x="3126" y="846"/>
                  </a:lnTo>
                  <a:lnTo>
                    <a:pt x="3120" y="882"/>
                  </a:lnTo>
                  <a:lnTo>
                    <a:pt x="3138" y="882"/>
                  </a:lnTo>
                  <a:lnTo>
                    <a:pt x="3138" y="894"/>
                  </a:lnTo>
                  <a:lnTo>
                    <a:pt x="3132" y="906"/>
                  </a:lnTo>
                  <a:lnTo>
                    <a:pt x="3132" y="918"/>
                  </a:lnTo>
                  <a:lnTo>
                    <a:pt x="3114" y="936"/>
                  </a:lnTo>
                  <a:lnTo>
                    <a:pt x="3102" y="960"/>
                  </a:lnTo>
                  <a:lnTo>
                    <a:pt x="3102" y="978"/>
                  </a:lnTo>
                  <a:lnTo>
                    <a:pt x="3126" y="954"/>
                  </a:lnTo>
                  <a:lnTo>
                    <a:pt x="3132" y="942"/>
                  </a:lnTo>
                  <a:lnTo>
                    <a:pt x="3144" y="930"/>
                  </a:lnTo>
                  <a:lnTo>
                    <a:pt x="3168" y="918"/>
                  </a:lnTo>
                  <a:lnTo>
                    <a:pt x="3180" y="906"/>
                  </a:lnTo>
                  <a:lnTo>
                    <a:pt x="3192" y="882"/>
                  </a:lnTo>
                  <a:lnTo>
                    <a:pt x="3192" y="798"/>
                  </a:lnTo>
                  <a:lnTo>
                    <a:pt x="3198" y="780"/>
                  </a:lnTo>
                  <a:lnTo>
                    <a:pt x="3198" y="768"/>
                  </a:lnTo>
                  <a:lnTo>
                    <a:pt x="3204" y="756"/>
                  </a:lnTo>
                  <a:lnTo>
                    <a:pt x="3210" y="756"/>
                  </a:lnTo>
                  <a:lnTo>
                    <a:pt x="3210" y="768"/>
                  </a:lnTo>
                  <a:lnTo>
                    <a:pt x="3204" y="780"/>
                  </a:lnTo>
                  <a:lnTo>
                    <a:pt x="3204" y="798"/>
                  </a:lnTo>
                  <a:lnTo>
                    <a:pt x="3210" y="798"/>
                  </a:lnTo>
                  <a:lnTo>
                    <a:pt x="3216" y="804"/>
                  </a:lnTo>
                  <a:lnTo>
                    <a:pt x="3216" y="840"/>
                  </a:lnTo>
                  <a:lnTo>
                    <a:pt x="3234" y="822"/>
                  </a:lnTo>
                  <a:lnTo>
                    <a:pt x="3240" y="810"/>
                  </a:lnTo>
                  <a:lnTo>
                    <a:pt x="3288" y="762"/>
                  </a:lnTo>
                  <a:lnTo>
                    <a:pt x="3300" y="756"/>
                  </a:lnTo>
                  <a:lnTo>
                    <a:pt x="3324" y="732"/>
                  </a:lnTo>
                  <a:lnTo>
                    <a:pt x="3324" y="726"/>
                  </a:lnTo>
                  <a:lnTo>
                    <a:pt x="3318" y="720"/>
                  </a:lnTo>
                  <a:lnTo>
                    <a:pt x="3312" y="720"/>
                  </a:lnTo>
                  <a:lnTo>
                    <a:pt x="3306" y="714"/>
                  </a:lnTo>
                  <a:lnTo>
                    <a:pt x="3306" y="702"/>
                  </a:lnTo>
                  <a:lnTo>
                    <a:pt x="3312" y="696"/>
                  </a:lnTo>
                  <a:lnTo>
                    <a:pt x="3324" y="696"/>
                  </a:lnTo>
                  <a:lnTo>
                    <a:pt x="3330" y="702"/>
                  </a:lnTo>
                  <a:lnTo>
                    <a:pt x="3360" y="702"/>
                  </a:lnTo>
                  <a:lnTo>
                    <a:pt x="3390" y="696"/>
                  </a:lnTo>
                  <a:lnTo>
                    <a:pt x="3450" y="672"/>
                  </a:lnTo>
                  <a:lnTo>
                    <a:pt x="3462" y="666"/>
                  </a:lnTo>
                  <a:lnTo>
                    <a:pt x="3444" y="660"/>
                  </a:lnTo>
                  <a:lnTo>
                    <a:pt x="3438" y="660"/>
                  </a:lnTo>
                  <a:lnTo>
                    <a:pt x="3432" y="666"/>
                  </a:lnTo>
                  <a:lnTo>
                    <a:pt x="3414" y="672"/>
                  </a:lnTo>
                  <a:lnTo>
                    <a:pt x="3402" y="672"/>
                  </a:lnTo>
                  <a:lnTo>
                    <a:pt x="3390" y="678"/>
                  </a:lnTo>
                  <a:lnTo>
                    <a:pt x="3372" y="678"/>
                  </a:lnTo>
                  <a:lnTo>
                    <a:pt x="3360" y="684"/>
                  </a:lnTo>
                  <a:lnTo>
                    <a:pt x="3348" y="684"/>
                  </a:lnTo>
                  <a:lnTo>
                    <a:pt x="3342" y="678"/>
                  </a:lnTo>
                  <a:lnTo>
                    <a:pt x="3342" y="672"/>
                  </a:lnTo>
                  <a:lnTo>
                    <a:pt x="3348" y="666"/>
                  </a:lnTo>
                  <a:lnTo>
                    <a:pt x="3354" y="654"/>
                  </a:lnTo>
                  <a:lnTo>
                    <a:pt x="3366" y="654"/>
                  </a:lnTo>
                  <a:lnTo>
                    <a:pt x="3378" y="648"/>
                  </a:lnTo>
                  <a:lnTo>
                    <a:pt x="3402" y="648"/>
                  </a:lnTo>
                  <a:lnTo>
                    <a:pt x="3492" y="642"/>
                  </a:lnTo>
                  <a:lnTo>
                    <a:pt x="3534" y="606"/>
                  </a:lnTo>
                  <a:lnTo>
                    <a:pt x="3546" y="618"/>
                  </a:lnTo>
                  <a:lnTo>
                    <a:pt x="3570" y="606"/>
                  </a:lnTo>
                  <a:lnTo>
                    <a:pt x="3570" y="642"/>
                  </a:lnTo>
                  <a:lnTo>
                    <a:pt x="3600" y="618"/>
                  </a:lnTo>
                  <a:lnTo>
                    <a:pt x="3624" y="612"/>
                  </a:lnTo>
                  <a:lnTo>
                    <a:pt x="3630" y="582"/>
                  </a:lnTo>
                  <a:lnTo>
                    <a:pt x="3618" y="570"/>
                  </a:lnTo>
                  <a:lnTo>
                    <a:pt x="3612" y="600"/>
                  </a:lnTo>
                  <a:lnTo>
                    <a:pt x="3588" y="600"/>
                  </a:lnTo>
                  <a:lnTo>
                    <a:pt x="3588" y="576"/>
                  </a:lnTo>
                  <a:lnTo>
                    <a:pt x="3570" y="552"/>
                  </a:lnTo>
                  <a:lnTo>
                    <a:pt x="3594" y="540"/>
                  </a:lnTo>
                  <a:lnTo>
                    <a:pt x="3600" y="504"/>
                  </a:lnTo>
                  <a:lnTo>
                    <a:pt x="3612" y="498"/>
                  </a:lnTo>
                  <a:lnTo>
                    <a:pt x="3618" y="486"/>
                  </a:lnTo>
                  <a:lnTo>
                    <a:pt x="3630" y="480"/>
                  </a:lnTo>
                  <a:lnTo>
                    <a:pt x="3636" y="474"/>
                  </a:lnTo>
                  <a:lnTo>
                    <a:pt x="3648" y="468"/>
                  </a:lnTo>
                  <a:lnTo>
                    <a:pt x="3654" y="456"/>
                  </a:lnTo>
                  <a:lnTo>
                    <a:pt x="3654" y="450"/>
                  </a:lnTo>
                  <a:lnTo>
                    <a:pt x="3660" y="444"/>
                  </a:lnTo>
                  <a:lnTo>
                    <a:pt x="3660" y="438"/>
                  </a:lnTo>
                  <a:lnTo>
                    <a:pt x="3690" y="444"/>
                  </a:lnTo>
                  <a:lnTo>
                    <a:pt x="3702" y="426"/>
                  </a:lnTo>
                  <a:lnTo>
                    <a:pt x="3708" y="432"/>
                  </a:lnTo>
                  <a:lnTo>
                    <a:pt x="3720" y="432"/>
                  </a:lnTo>
                  <a:lnTo>
                    <a:pt x="3726" y="426"/>
                  </a:lnTo>
                  <a:lnTo>
                    <a:pt x="3738" y="420"/>
                  </a:lnTo>
                  <a:lnTo>
                    <a:pt x="3744" y="408"/>
                  </a:lnTo>
                  <a:lnTo>
                    <a:pt x="3756" y="402"/>
                  </a:lnTo>
                  <a:lnTo>
                    <a:pt x="3774" y="384"/>
                  </a:lnTo>
                  <a:lnTo>
                    <a:pt x="3774" y="414"/>
                  </a:lnTo>
                  <a:lnTo>
                    <a:pt x="3786" y="408"/>
                  </a:lnTo>
                  <a:lnTo>
                    <a:pt x="3792" y="402"/>
                  </a:lnTo>
                  <a:lnTo>
                    <a:pt x="3828" y="384"/>
                  </a:lnTo>
                  <a:lnTo>
                    <a:pt x="3834" y="378"/>
                  </a:lnTo>
                  <a:lnTo>
                    <a:pt x="3846" y="378"/>
                  </a:lnTo>
                  <a:lnTo>
                    <a:pt x="3858" y="372"/>
                  </a:lnTo>
                  <a:lnTo>
                    <a:pt x="3876" y="372"/>
                  </a:lnTo>
                  <a:lnTo>
                    <a:pt x="3888" y="366"/>
                  </a:lnTo>
                  <a:lnTo>
                    <a:pt x="3900" y="366"/>
                  </a:lnTo>
                  <a:lnTo>
                    <a:pt x="3900" y="330"/>
                  </a:lnTo>
                  <a:lnTo>
                    <a:pt x="3876" y="330"/>
                  </a:lnTo>
                  <a:lnTo>
                    <a:pt x="3876" y="324"/>
                  </a:lnTo>
                  <a:lnTo>
                    <a:pt x="3882" y="312"/>
                  </a:lnTo>
                  <a:lnTo>
                    <a:pt x="3894" y="300"/>
                  </a:lnTo>
                  <a:lnTo>
                    <a:pt x="3888" y="294"/>
                  </a:lnTo>
                  <a:lnTo>
                    <a:pt x="3882" y="294"/>
                  </a:lnTo>
                  <a:lnTo>
                    <a:pt x="3876" y="288"/>
                  </a:lnTo>
                  <a:lnTo>
                    <a:pt x="3876" y="276"/>
                  </a:lnTo>
                  <a:lnTo>
                    <a:pt x="3888" y="252"/>
                  </a:lnTo>
                  <a:lnTo>
                    <a:pt x="3900" y="222"/>
                  </a:lnTo>
                  <a:lnTo>
                    <a:pt x="3912" y="198"/>
                  </a:lnTo>
                  <a:lnTo>
                    <a:pt x="3918" y="174"/>
                  </a:lnTo>
                  <a:lnTo>
                    <a:pt x="3918" y="168"/>
                  </a:lnTo>
                  <a:lnTo>
                    <a:pt x="3912" y="162"/>
                  </a:lnTo>
                  <a:lnTo>
                    <a:pt x="3876" y="162"/>
                  </a:lnTo>
                  <a:lnTo>
                    <a:pt x="3864" y="168"/>
                  </a:lnTo>
                  <a:lnTo>
                    <a:pt x="3858" y="168"/>
                  </a:lnTo>
                  <a:close/>
                  <a:moveTo>
                    <a:pt x="2718" y="366"/>
                  </a:moveTo>
                  <a:lnTo>
                    <a:pt x="2712" y="366"/>
                  </a:lnTo>
                  <a:lnTo>
                    <a:pt x="2712" y="354"/>
                  </a:lnTo>
                  <a:lnTo>
                    <a:pt x="2718" y="348"/>
                  </a:lnTo>
                  <a:lnTo>
                    <a:pt x="2718" y="336"/>
                  </a:lnTo>
                  <a:lnTo>
                    <a:pt x="2712" y="336"/>
                  </a:lnTo>
                  <a:lnTo>
                    <a:pt x="2700" y="342"/>
                  </a:lnTo>
                  <a:lnTo>
                    <a:pt x="2694" y="348"/>
                  </a:lnTo>
                  <a:lnTo>
                    <a:pt x="2682" y="354"/>
                  </a:lnTo>
                  <a:lnTo>
                    <a:pt x="2676" y="372"/>
                  </a:lnTo>
                  <a:lnTo>
                    <a:pt x="2664" y="366"/>
                  </a:lnTo>
                  <a:lnTo>
                    <a:pt x="2664" y="378"/>
                  </a:lnTo>
                  <a:lnTo>
                    <a:pt x="2652" y="402"/>
                  </a:lnTo>
                  <a:lnTo>
                    <a:pt x="2628" y="414"/>
                  </a:lnTo>
                  <a:lnTo>
                    <a:pt x="2628" y="426"/>
                  </a:lnTo>
                  <a:lnTo>
                    <a:pt x="2634" y="432"/>
                  </a:lnTo>
                  <a:lnTo>
                    <a:pt x="2628" y="432"/>
                  </a:lnTo>
                  <a:lnTo>
                    <a:pt x="2598" y="462"/>
                  </a:lnTo>
                  <a:lnTo>
                    <a:pt x="2598" y="468"/>
                  </a:lnTo>
                  <a:lnTo>
                    <a:pt x="2604" y="474"/>
                  </a:lnTo>
                  <a:lnTo>
                    <a:pt x="2610" y="474"/>
                  </a:lnTo>
                  <a:lnTo>
                    <a:pt x="2616" y="480"/>
                  </a:lnTo>
                  <a:lnTo>
                    <a:pt x="2616" y="492"/>
                  </a:lnTo>
                  <a:lnTo>
                    <a:pt x="2610" y="498"/>
                  </a:lnTo>
                  <a:lnTo>
                    <a:pt x="2604" y="498"/>
                  </a:lnTo>
                  <a:lnTo>
                    <a:pt x="2604" y="510"/>
                  </a:lnTo>
                  <a:lnTo>
                    <a:pt x="2592" y="534"/>
                  </a:lnTo>
                  <a:lnTo>
                    <a:pt x="2580" y="552"/>
                  </a:lnTo>
                  <a:lnTo>
                    <a:pt x="2550" y="582"/>
                  </a:lnTo>
                  <a:lnTo>
                    <a:pt x="2478" y="618"/>
                  </a:lnTo>
                  <a:lnTo>
                    <a:pt x="2484" y="588"/>
                  </a:lnTo>
                  <a:lnTo>
                    <a:pt x="2478" y="582"/>
                  </a:lnTo>
                  <a:lnTo>
                    <a:pt x="2478" y="576"/>
                  </a:lnTo>
                  <a:lnTo>
                    <a:pt x="2472" y="570"/>
                  </a:lnTo>
                  <a:lnTo>
                    <a:pt x="2472" y="564"/>
                  </a:lnTo>
                  <a:lnTo>
                    <a:pt x="2478" y="552"/>
                  </a:lnTo>
                  <a:lnTo>
                    <a:pt x="2496" y="534"/>
                  </a:lnTo>
                  <a:lnTo>
                    <a:pt x="2502" y="522"/>
                  </a:lnTo>
                  <a:lnTo>
                    <a:pt x="2502" y="516"/>
                  </a:lnTo>
                  <a:lnTo>
                    <a:pt x="2496" y="510"/>
                  </a:lnTo>
                  <a:lnTo>
                    <a:pt x="2496" y="492"/>
                  </a:lnTo>
                  <a:lnTo>
                    <a:pt x="2502" y="480"/>
                  </a:lnTo>
                  <a:lnTo>
                    <a:pt x="2508" y="474"/>
                  </a:lnTo>
                  <a:lnTo>
                    <a:pt x="2514" y="462"/>
                  </a:lnTo>
                  <a:lnTo>
                    <a:pt x="2526" y="456"/>
                  </a:lnTo>
                  <a:lnTo>
                    <a:pt x="2532" y="450"/>
                  </a:lnTo>
                  <a:lnTo>
                    <a:pt x="2532" y="432"/>
                  </a:lnTo>
                  <a:lnTo>
                    <a:pt x="2538" y="432"/>
                  </a:lnTo>
                  <a:lnTo>
                    <a:pt x="2622" y="348"/>
                  </a:lnTo>
                  <a:lnTo>
                    <a:pt x="2592" y="354"/>
                  </a:lnTo>
                  <a:lnTo>
                    <a:pt x="2580" y="360"/>
                  </a:lnTo>
                  <a:lnTo>
                    <a:pt x="2574" y="366"/>
                  </a:lnTo>
                  <a:lnTo>
                    <a:pt x="2562" y="372"/>
                  </a:lnTo>
                  <a:lnTo>
                    <a:pt x="2556" y="378"/>
                  </a:lnTo>
                  <a:lnTo>
                    <a:pt x="2550" y="378"/>
                  </a:lnTo>
                  <a:lnTo>
                    <a:pt x="2550" y="372"/>
                  </a:lnTo>
                  <a:lnTo>
                    <a:pt x="2556" y="366"/>
                  </a:lnTo>
                  <a:lnTo>
                    <a:pt x="2568" y="360"/>
                  </a:lnTo>
                  <a:lnTo>
                    <a:pt x="2592" y="336"/>
                  </a:lnTo>
                  <a:lnTo>
                    <a:pt x="2604" y="330"/>
                  </a:lnTo>
                  <a:lnTo>
                    <a:pt x="2658" y="276"/>
                  </a:lnTo>
                  <a:lnTo>
                    <a:pt x="2670" y="288"/>
                  </a:lnTo>
                  <a:lnTo>
                    <a:pt x="2682" y="276"/>
                  </a:lnTo>
                  <a:lnTo>
                    <a:pt x="2682" y="288"/>
                  </a:lnTo>
                  <a:lnTo>
                    <a:pt x="2694" y="288"/>
                  </a:lnTo>
                  <a:lnTo>
                    <a:pt x="2700" y="282"/>
                  </a:lnTo>
                  <a:lnTo>
                    <a:pt x="2700" y="270"/>
                  </a:lnTo>
                  <a:lnTo>
                    <a:pt x="2724" y="276"/>
                  </a:lnTo>
                  <a:lnTo>
                    <a:pt x="2736" y="270"/>
                  </a:lnTo>
                  <a:lnTo>
                    <a:pt x="2742" y="270"/>
                  </a:lnTo>
                  <a:lnTo>
                    <a:pt x="2754" y="264"/>
                  </a:lnTo>
                  <a:lnTo>
                    <a:pt x="2772" y="264"/>
                  </a:lnTo>
                  <a:lnTo>
                    <a:pt x="2784" y="270"/>
                  </a:lnTo>
                  <a:lnTo>
                    <a:pt x="2790" y="276"/>
                  </a:lnTo>
                  <a:lnTo>
                    <a:pt x="2796" y="288"/>
                  </a:lnTo>
                  <a:lnTo>
                    <a:pt x="2772" y="294"/>
                  </a:lnTo>
                  <a:lnTo>
                    <a:pt x="2772" y="318"/>
                  </a:lnTo>
                  <a:lnTo>
                    <a:pt x="2742" y="318"/>
                  </a:lnTo>
                  <a:lnTo>
                    <a:pt x="2736" y="324"/>
                  </a:lnTo>
                  <a:lnTo>
                    <a:pt x="2736" y="360"/>
                  </a:lnTo>
                  <a:lnTo>
                    <a:pt x="2730" y="366"/>
                  </a:lnTo>
                  <a:lnTo>
                    <a:pt x="2718" y="36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99" name="Uganda" descr="© INSCALE GmbH, 05.05.2010&#10;http://www.presentationload.com/">
              <a:extLst>
                <a:ext uri="{FF2B5EF4-FFF2-40B4-BE49-F238E27FC236}">
                  <a16:creationId xmlns:a16="http://schemas.microsoft.com/office/drawing/2014/main" id="{5CA3ABED-BAF7-4274-BA84-72F34DCBFA9F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4429893" y="2891540"/>
              <a:ext cx="129243" cy="151563"/>
            </a:xfrm>
            <a:custGeom>
              <a:avLst/>
              <a:gdLst>
                <a:gd name="T0" fmla="*/ 2147483647 w 390"/>
                <a:gd name="T1" fmla="*/ 2147483647 h 462"/>
                <a:gd name="T2" fmla="*/ 2147483647 w 390"/>
                <a:gd name="T3" fmla="*/ 2147483647 h 462"/>
                <a:gd name="T4" fmla="*/ 2147483647 w 390"/>
                <a:gd name="T5" fmla="*/ 2147483647 h 462"/>
                <a:gd name="T6" fmla="*/ 2147483647 w 390"/>
                <a:gd name="T7" fmla="*/ 2147483647 h 462"/>
                <a:gd name="T8" fmla="*/ 2147483647 w 390"/>
                <a:gd name="T9" fmla="*/ 2147483647 h 462"/>
                <a:gd name="T10" fmla="*/ 2147483647 w 390"/>
                <a:gd name="T11" fmla="*/ 2147483647 h 462"/>
                <a:gd name="T12" fmla="*/ 2147483647 w 390"/>
                <a:gd name="T13" fmla="*/ 2147483647 h 462"/>
                <a:gd name="T14" fmla="*/ 2147483647 w 390"/>
                <a:gd name="T15" fmla="*/ 2147483647 h 462"/>
                <a:gd name="T16" fmla="*/ 2147483647 w 390"/>
                <a:gd name="T17" fmla="*/ 2147483647 h 462"/>
                <a:gd name="T18" fmla="*/ 2147483647 w 390"/>
                <a:gd name="T19" fmla="*/ 2147483647 h 462"/>
                <a:gd name="T20" fmla="*/ 2147483647 w 390"/>
                <a:gd name="T21" fmla="*/ 2147483647 h 462"/>
                <a:gd name="T22" fmla="*/ 2147483647 w 390"/>
                <a:gd name="T23" fmla="*/ 2147483647 h 462"/>
                <a:gd name="T24" fmla="*/ 2147483647 w 390"/>
                <a:gd name="T25" fmla="*/ 0 h 462"/>
                <a:gd name="T26" fmla="*/ 2147483647 w 390"/>
                <a:gd name="T27" fmla="*/ 2147483647 h 462"/>
                <a:gd name="T28" fmla="*/ 2147483647 w 390"/>
                <a:gd name="T29" fmla="*/ 2147483647 h 462"/>
                <a:gd name="T30" fmla="*/ 2147483647 w 390"/>
                <a:gd name="T31" fmla="*/ 2147483647 h 462"/>
                <a:gd name="T32" fmla="*/ 2147483647 w 390"/>
                <a:gd name="T33" fmla="*/ 2147483647 h 462"/>
                <a:gd name="T34" fmla="*/ 2147483647 w 390"/>
                <a:gd name="T35" fmla="*/ 2147483647 h 462"/>
                <a:gd name="T36" fmla="*/ 2147483647 w 390"/>
                <a:gd name="T37" fmla="*/ 2147483647 h 462"/>
                <a:gd name="T38" fmla="*/ 2147483647 w 390"/>
                <a:gd name="T39" fmla="*/ 2147483647 h 462"/>
                <a:gd name="T40" fmla="*/ 2147483647 w 390"/>
                <a:gd name="T41" fmla="*/ 2147483647 h 462"/>
                <a:gd name="T42" fmla="*/ 2147483647 w 390"/>
                <a:gd name="T43" fmla="*/ 2147483647 h 462"/>
                <a:gd name="T44" fmla="*/ 2147483647 w 390"/>
                <a:gd name="T45" fmla="*/ 2147483647 h 462"/>
                <a:gd name="T46" fmla="*/ 2147483647 w 390"/>
                <a:gd name="T47" fmla="*/ 2147483647 h 462"/>
                <a:gd name="T48" fmla="*/ 2147483647 w 390"/>
                <a:gd name="T49" fmla="*/ 2147483647 h 462"/>
                <a:gd name="T50" fmla="*/ 2147483647 w 390"/>
                <a:gd name="T51" fmla="*/ 2147483647 h 462"/>
                <a:gd name="T52" fmla="*/ 2147483647 w 390"/>
                <a:gd name="T53" fmla="*/ 2147483647 h 462"/>
                <a:gd name="T54" fmla="*/ 2147483647 w 390"/>
                <a:gd name="T55" fmla="*/ 2147483647 h 462"/>
                <a:gd name="T56" fmla="*/ 2147483647 w 390"/>
                <a:gd name="T57" fmla="*/ 2147483647 h 462"/>
                <a:gd name="T58" fmla="*/ 2147483647 w 390"/>
                <a:gd name="T59" fmla="*/ 2147483647 h 462"/>
                <a:gd name="T60" fmla="*/ 2147483647 w 390"/>
                <a:gd name="T61" fmla="*/ 2147483647 h 462"/>
                <a:gd name="T62" fmla="*/ 2147483647 w 390"/>
                <a:gd name="T63" fmla="*/ 2147483647 h 462"/>
                <a:gd name="T64" fmla="*/ 2147483647 w 390"/>
                <a:gd name="T65" fmla="*/ 2147483647 h 462"/>
                <a:gd name="T66" fmla="*/ 2147483647 w 390"/>
                <a:gd name="T67" fmla="*/ 2147483647 h 462"/>
                <a:gd name="T68" fmla="*/ 2147483647 w 390"/>
                <a:gd name="T69" fmla="*/ 2147483647 h 462"/>
                <a:gd name="T70" fmla="*/ 2147483647 w 390"/>
                <a:gd name="T71" fmla="*/ 2147483647 h 462"/>
                <a:gd name="T72" fmla="*/ 2147483647 w 390"/>
                <a:gd name="T73" fmla="*/ 2147483647 h 462"/>
                <a:gd name="T74" fmla="*/ 2147483647 w 390"/>
                <a:gd name="T75" fmla="*/ 2147483647 h 462"/>
                <a:gd name="T76" fmla="*/ 2147483647 w 390"/>
                <a:gd name="T77" fmla="*/ 2147483647 h 462"/>
                <a:gd name="T78" fmla="*/ 2147483647 w 390"/>
                <a:gd name="T79" fmla="*/ 2147483647 h 462"/>
                <a:gd name="T80" fmla="*/ 2147483647 w 390"/>
                <a:gd name="T81" fmla="*/ 2147483647 h 462"/>
                <a:gd name="T82" fmla="*/ 2147483647 w 390"/>
                <a:gd name="T83" fmla="*/ 2147483647 h 462"/>
                <a:gd name="T84" fmla="*/ 2147483647 w 390"/>
                <a:gd name="T85" fmla="*/ 2147483647 h 462"/>
                <a:gd name="T86" fmla="*/ 2147483647 w 390"/>
                <a:gd name="T87" fmla="*/ 2147483647 h 462"/>
                <a:gd name="T88" fmla="*/ 2147483647 w 390"/>
                <a:gd name="T89" fmla="*/ 2147483647 h 462"/>
                <a:gd name="T90" fmla="*/ 2147483647 w 390"/>
                <a:gd name="T91" fmla="*/ 2147483647 h 462"/>
                <a:gd name="T92" fmla="*/ 2147483647 w 390"/>
                <a:gd name="T93" fmla="*/ 2147483647 h 462"/>
                <a:gd name="T94" fmla="*/ 2147483647 w 390"/>
                <a:gd name="T95" fmla="*/ 2147483647 h 462"/>
                <a:gd name="T96" fmla="*/ 2147483647 w 390"/>
                <a:gd name="T97" fmla="*/ 2147483647 h 462"/>
                <a:gd name="T98" fmla="*/ 2147483647 w 390"/>
                <a:gd name="T99" fmla="*/ 2147483647 h 462"/>
                <a:gd name="T100" fmla="*/ 2147483647 w 390"/>
                <a:gd name="T101" fmla="*/ 2147483647 h 462"/>
                <a:gd name="T102" fmla="*/ 2147483647 w 390"/>
                <a:gd name="T103" fmla="*/ 2147483647 h 462"/>
                <a:gd name="T104" fmla="*/ 2147483647 w 390"/>
                <a:gd name="T105" fmla="*/ 2147483647 h 462"/>
                <a:gd name="T106" fmla="*/ 2147483647 w 390"/>
                <a:gd name="T107" fmla="*/ 2147483647 h 46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390"/>
                <a:gd name="T163" fmla="*/ 0 h 462"/>
                <a:gd name="T164" fmla="*/ 390 w 390"/>
                <a:gd name="T165" fmla="*/ 462 h 46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390" h="462">
                  <a:moveTo>
                    <a:pt x="306" y="426"/>
                  </a:moveTo>
                  <a:lnTo>
                    <a:pt x="318" y="426"/>
                  </a:lnTo>
                  <a:lnTo>
                    <a:pt x="318" y="420"/>
                  </a:lnTo>
                  <a:lnTo>
                    <a:pt x="306" y="420"/>
                  </a:lnTo>
                  <a:lnTo>
                    <a:pt x="306" y="426"/>
                  </a:lnTo>
                  <a:close/>
                  <a:moveTo>
                    <a:pt x="390" y="192"/>
                  </a:moveTo>
                  <a:lnTo>
                    <a:pt x="384" y="180"/>
                  </a:lnTo>
                  <a:lnTo>
                    <a:pt x="378" y="174"/>
                  </a:lnTo>
                  <a:lnTo>
                    <a:pt x="366" y="150"/>
                  </a:lnTo>
                  <a:lnTo>
                    <a:pt x="366" y="144"/>
                  </a:lnTo>
                  <a:lnTo>
                    <a:pt x="372" y="138"/>
                  </a:lnTo>
                  <a:lnTo>
                    <a:pt x="378" y="138"/>
                  </a:lnTo>
                  <a:lnTo>
                    <a:pt x="384" y="132"/>
                  </a:lnTo>
                  <a:lnTo>
                    <a:pt x="348" y="90"/>
                  </a:lnTo>
                  <a:lnTo>
                    <a:pt x="354" y="84"/>
                  </a:lnTo>
                  <a:lnTo>
                    <a:pt x="336" y="66"/>
                  </a:lnTo>
                  <a:lnTo>
                    <a:pt x="336" y="60"/>
                  </a:lnTo>
                  <a:lnTo>
                    <a:pt x="342" y="54"/>
                  </a:lnTo>
                  <a:lnTo>
                    <a:pt x="342" y="42"/>
                  </a:lnTo>
                  <a:lnTo>
                    <a:pt x="336" y="42"/>
                  </a:lnTo>
                  <a:lnTo>
                    <a:pt x="336" y="48"/>
                  </a:lnTo>
                  <a:lnTo>
                    <a:pt x="330" y="42"/>
                  </a:lnTo>
                  <a:lnTo>
                    <a:pt x="324" y="42"/>
                  </a:lnTo>
                  <a:lnTo>
                    <a:pt x="324" y="18"/>
                  </a:lnTo>
                  <a:lnTo>
                    <a:pt x="318" y="6"/>
                  </a:lnTo>
                  <a:lnTo>
                    <a:pt x="312" y="0"/>
                  </a:lnTo>
                  <a:lnTo>
                    <a:pt x="300" y="0"/>
                  </a:lnTo>
                  <a:lnTo>
                    <a:pt x="300" y="6"/>
                  </a:lnTo>
                  <a:lnTo>
                    <a:pt x="294" y="12"/>
                  </a:lnTo>
                  <a:lnTo>
                    <a:pt x="294" y="18"/>
                  </a:lnTo>
                  <a:lnTo>
                    <a:pt x="276" y="36"/>
                  </a:lnTo>
                  <a:lnTo>
                    <a:pt x="252" y="36"/>
                  </a:lnTo>
                  <a:lnTo>
                    <a:pt x="246" y="30"/>
                  </a:lnTo>
                  <a:lnTo>
                    <a:pt x="246" y="24"/>
                  </a:lnTo>
                  <a:lnTo>
                    <a:pt x="234" y="24"/>
                  </a:lnTo>
                  <a:lnTo>
                    <a:pt x="222" y="36"/>
                  </a:lnTo>
                  <a:lnTo>
                    <a:pt x="198" y="36"/>
                  </a:lnTo>
                  <a:lnTo>
                    <a:pt x="180" y="60"/>
                  </a:lnTo>
                  <a:lnTo>
                    <a:pt x="156" y="30"/>
                  </a:lnTo>
                  <a:lnTo>
                    <a:pt x="150" y="30"/>
                  </a:lnTo>
                  <a:lnTo>
                    <a:pt x="144" y="36"/>
                  </a:lnTo>
                  <a:lnTo>
                    <a:pt x="144" y="42"/>
                  </a:lnTo>
                  <a:lnTo>
                    <a:pt x="132" y="42"/>
                  </a:lnTo>
                  <a:lnTo>
                    <a:pt x="120" y="36"/>
                  </a:lnTo>
                  <a:lnTo>
                    <a:pt x="114" y="30"/>
                  </a:lnTo>
                  <a:lnTo>
                    <a:pt x="102" y="30"/>
                  </a:lnTo>
                  <a:lnTo>
                    <a:pt x="84" y="48"/>
                  </a:lnTo>
                  <a:lnTo>
                    <a:pt x="90" y="72"/>
                  </a:lnTo>
                  <a:lnTo>
                    <a:pt x="72" y="90"/>
                  </a:lnTo>
                  <a:lnTo>
                    <a:pt x="84" y="96"/>
                  </a:lnTo>
                  <a:lnTo>
                    <a:pt x="90" y="102"/>
                  </a:lnTo>
                  <a:lnTo>
                    <a:pt x="90" y="108"/>
                  </a:lnTo>
                  <a:lnTo>
                    <a:pt x="84" y="114"/>
                  </a:lnTo>
                  <a:lnTo>
                    <a:pt x="78" y="126"/>
                  </a:lnTo>
                  <a:lnTo>
                    <a:pt x="78" y="138"/>
                  </a:lnTo>
                  <a:lnTo>
                    <a:pt x="84" y="144"/>
                  </a:lnTo>
                  <a:lnTo>
                    <a:pt x="96" y="144"/>
                  </a:lnTo>
                  <a:lnTo>
                    <a:pt x="108" y="150"/>
                  </a:lnTo>
                  <a:lnTo>
                    <a:pt x="114" y="156"/>
                  </a:lnTo>
                  <a:lnTo>
                    <a:pt x="114" y="168"/>
                  </a:lnTo>
                  <a:lnTo>
                    <a:pt x="108" y="180"/>
                  </a:lnTo>
                  <a:lnTo>
                    <a:pt x="96" y="192"/>
                  </a:lnTo>
                  <a:lnTo>
                    <a:pt x="84" y="216"/>
                  </a:lnTo>
                  <a:lnTo>
                    <a:pt x="72" y="222"/>
                  </a:lnTo>
                  <a:lnTo>
                    <a:pt x="66" y="234"/>
                  </a:lnTo>
                  <a:lnTo>
                    <a:pt x="42" y="246"/>
                  </a:lnTo>
                  <a:lnTo>
                    <a:pt x="42" y="258"/>
                  </a:lnTo>
                  <a:lnTo>
                    <a:pt x="24" y="270"/>
                  </a:lnTo>
                  <a:lnTo>
                    <a:pt x="6" y="342"/>
                  </a:lnTo>
                  <a:lnTo>
                    <a:pt x="6" y="372"/>
                  </a:lnTo>
                  <a:lnTo>
                    <a:pt x="0" y="450"/>
                  </a:lnTo>
                  <a:lnTo>
                    <a:pt x="12" y="450"/>
                  </a:lnTo>
                  <a:lnTo>
                    <a:pt x="24" y="462"/>
                  </a:lnTo>
                  <a:lnTo>
                    <a:pt x="30" y="462"/>
                  </a:lnTo>
                  <a:lnTo>
                    <a:pt x="42" y="438"/>
                  </a:lnTo>
                  <a:lnTo>
                    <a:pt x="48" y="432"/>
                  </a:lnTo>
                  <a:lnTo>
                    <a:pt x="48" y="426"/>
                  </a:lnTo>
                  <a:lnTo>
                    <a:pt x="72" y="420"/>
                  </a:lnTo>
                  <a:lnTo>
                    <a:pt x="162" y="426"/>
                  </a:lnTo>
                  <a:lnTo>
                    <a:pt x="162" y="414"/>
                  </a:lnTo>
                  <a:lnTo>
                    <a:pt x="156" y="408"/>
                  </a:lnTo>
                  <a:lnTo>
                    <a:pt x="150" y="396"/>
                  </a:lnTo>
                  <a:lnTo>
                    <a:pt x="162" y="372"/>
                  </a:lnTo>
                  <a:lnTo>
                    <a:pt x="168" y="366"/>
                  </a:lnTo>
                  <a:lnTo>
                    <a:pt x="168" y="342"/>
                  </a:lnTo>
                  <a:lnTo>
                    <a:pt x="174" y="336"/>
                  </a:lnTo>
                  <a:lnTo>
                    <a:pt x="186" y="330"/>
                  </a:lnTo>
                  <a:lnTo>
                    <a:pt x="204" y="324"/>
                  </a:lnTo>
                  <a:lnTo>
                    <a:pt x="240" y="324"/>
                  </a:lnTo>
                  <a:lnTo>
                    <a:pt x="252" y="312"/>
                  </a:lnTo>
                  <a:lnTo>
                    <a:pt x="258" y="300"/>
                  </a:lnTo>
                  <a:lnTo>
                    <a:pt x="264" y="300"/>
                  </a:lnTo>
                  <a:lnTo>
                    <a:pt x="264" y="306"/>
                  </a:lnTo>
                  <a:lnTo>
                    <a:pt x="270" y="312"/>
                  </a:lnTo>
                  <a:lnTo>
                    <a:pt x="270" y="330"/>
                  </a:lnTo>
                  <a:lnTo>
                    <a:pt x="276" y="324"/>
                  </a:lnTo>
                  <a:lnTo>
                    <a:pt x="312" y="324"/>
                  </a:lnTo>
                  <a:lnTo>
                    <a:pt x="312" y="330"/>
                  </a:lnTo>
                  <a:lnTo>
                    <a:pt x="312" y="318"/>
                  </a:lnTo>
                  <a:lnTo>
                    <a:pt x="318" y="306"/>
                  </a:lnTo>
                  <a:lnTo>
                    <a:pt x="324" y="300"/>
                  </a:lnTo>
                  <a:lnTo>
                    <a:pt x="330" y="282"/>
                  </a:lnTo>
                  <a:lnTo>
                    <a:pt x="348" y="270"/>
                  </a:lnTo>
                  <a:lnTo>
                    <a:pt x="348" y="246"/>
                  </a:lnTo>
                  <a:lnTo>
                    <a:pt x="354" y="240"/>
                  </a:lnTo>
                  <a:lnTo>
                    <a:pt x="372" y="240"/>
                  </a:lnTo>
                  <a:lnTo>
                    <a:pt x="378" y="216"/>
                  </a:lnTo>
                  <a:lnTo>
                    <a:pt x="390" y="204"/>
                  </a:lnTo>
                  <a:lnTo>
                    <a:pt x="390" y="19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00" name="Tunisia" descr="© INSCALE GmbH, 05.05.2010&#10;http://www.presentationload.com/">
              <a:extLst>
                <a:ext uri="{FF2B5EF4-FFF2-40B4-BE49-F238E27FC236}">
                  <a16:creationId xmlns:a16="http://schemas.microsoft.com/office/drawing/2014/main" id="{9B7FD47F-7D9A-4BB8-BEF3-9B6C0BA36166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912927" y="2014270"/>
              <a:ext cx="90469" cy="187528"/>
            </a:xfrm>
            <a:custGeom>
              <a:avLst/>
              <a:gdLst>
                <a:gd name="T0" fmla="*/ 2147483647 w 276"/>
                <a:gd name="T1" fmla="*/ 2147483647 h 570"/>
                <a:gd name="T2" fmla="*/ 2147483647 w 276"/>
                <a:gd name="T3" fmla="*/ 2147483647 h 570"/>
                <a:gd name="T4" fmla="*/ 2147483647 w 276"/>
                <a:gd name="T5" fmla="*/ 2147483647 h 570"/>
                <a:gd name="T6" fmla="*/ 2147483647 w 276"/>
                <a:gd name="T7" fmla="*/ 2147483647 h 570"/>
                <a:gd name="T8" fmla="*/ 2147483647 w 276"/>
                <a:gd name="T9" fmla="*/ 2147483647 h 570"/>
                <a:gd name="T10" fmla="*/ 2147483647 w 276"/>
                <a:gd name="T11" fmla="*/ 2147483647 h 570"/>
                <a:gd name="T12" fmla="*/ 0 w 276"/>
                <a:gd name="T13" fmla="*/ 2147483647 h 570"/>
                <a:gd name="T14" fmla="*/ 2147483647 w 276"/>
                <a:gd name="T15" fmla="*/ 2147483647 h 570"/>
                <a:gd name="T16" fmla="*/ 2147483647 w 276"/>
                <a:gd name="T17" fmla="*/ 2147483647 h 570"/>
                <a:gd name="T18" fmla="*/ 2147483647 w 276"/>
                <a:gd name="T19" fmla="*/ 2147483647 h 570"/>
                <a:gd name="T20" fmla="*/ 2147483647 w 276"/>
                <a:gd name="T21" fmla="*/ 2147483647 h 570"/>
                <a:gd name="T22" fmla="*/ 2147483647 w 276"/>
                <a:gd name="T23" fmla="*/ 2147483647 h 570"/>
                <a:gd name="T24" fmla="*/ 2147483647 w 276"/>
                <a:gd name="T25" fmla="*/ 2147483647 h 570"/>
                <a:gd name="T26" fmla="*/ 2147483647 w 276"/>
                <a:gd name="T27" fmla="*/ 2147483647 h 570"/>
                <a:gd name="T28" fmla="*/ 2147483647 w 276"/>
                <a:gd name="T29" fmla="*/ 2147483647 h 570"/>
                <a:gd name="T30" fmla="*/ 2147483647 w 276"/>
                <a:gd name="T31" fmla="*/ 2147483647 h 570"/>
                <a:gd name="T32" fmla="*/ 2147483647 w 276"/>
                <a:gd name="T33" fmla="*/ 2147483647 h 570"/>
                <a:gd name="T34" fmla="*/ 2147483647 w 276"/>
                <a:gd name="T35" fmla="*/ 2147483647 h 570"/>
                <a:gd name="T36" fmla="*/ 2147483647 w 276"/>
                <a:gd name="T37" fmla="*/ 2147483647 h 570"/>
                <a:gd name="T38" fmla="*/ 2147483647 w 276"/>
                <a:gd name="T39" fmla="*/ 2147483647 h 570"/>
                <a:gd name="T40" fmla="*/ 2147483647 w 276"/>
                <a:gd name="T41" fmla="*/ 2147483647 h 570"/>
                <a:gd name="T42" fmla="*/ 2147483647 w 276"/>
                <a:gd name="T43" fmla="*/ 2147483647 h 570"/>
                <a:gd name="T44" fmla="*/ 2147483647 w 276"/>
                <a:gd name="T45" fmla="*/ 2147483647 h 570"/>
                <a:gd name="T46" fmla="*/ 2147483647 w 276"/>
                <a:gd name="T47" fmla="*/ 2147483647 h 570"/>
                <a:gd name="T48" fmla="*/ 2147483647 w 276"/>
                <a:gd name="T49" fmla="*/ 2147483647 h 570"/>
                <a:gd name="T50" fmla="*/ 2147483647 w 276"/>
                <a:gd name="T51" fmla="*/ 2147483647 h 570"/>
                <a:gd name="T52" fmla="*/ 2147483647 w 276"/>
                <a:gd name="T53" fmla="*/ 2147483647 h 570"/>
                <a:gd name="T54" fmla="*/ 2147483647 w 276"/>
                <a:gd name="T55" fmla="*/ 2147483647 h 570"/>
                <a:gd name="T56" fmla="*/ 2147483647 w 276"/>
                <a:gd name="T57" fmla="*/ 2147483647 h 570"/>
                <a:gd name="T58" fmla="*/ 2147483647 w 276"/>
                <a:gd name="T59" fmla="*/ 2147483647 h 570"/>
                <a:gd name="T60" fmla="*/ 2147483647 w 276"/>
                <a:gd name="T61" fmla="*/ 2147483647 h 570"/>
                <a:gd name="T62" fmla="*/ 2147483647 w 276"/>
                <a:gd name="T63" fmla="*/ 2147483647 h 570"/>
                <a:gd name="T64" fmla="*/ 2147483647 w 276"/>
                <a:gd name="T65" fmla="*/ 2147483647 h 570"/>
                <a:gd name="T66" fmla="*/ 2147483647 w 276"/>
                <a:gd name="T67" fmla="*/ 2147483647 h 570"/>
                <a:gd name="T68" fmla="*/ 2147483647 w 276"/>
                <a:gd name="T69" fmla="*/ 2147483647 h 570"/>
                <a:gd name="T70" fmla="*/ 2147483647 w 276"/>
                <a:gd name="T71" fmla="*/ 2147483647 h 570"/>
                <a:gd name="T72" fmla="*/ 2147483647 w 276"/>
                <a:gd name="T73" fmla="*/ 2147483647 h 570"/>
                <a:gd name="T74" fmla="*/ 2147483647 w 276"/>
                <a:gd name="T75" fmla="*/ 2147483647 h 570"/>
                <a:gd name="T76" fmla="*/ 2147483647 w 276"/>
                <a:gd name="T77" fmla="*/ 2147483647 h 570"/>
                <a:gd name="T78" fmla="*/ 2147483647 w 276"/>
                <a:gd name="T79" fmla="*/ 2147483647 h 570"/>
                <a:gd name="T80" fmla="*/ 2147483647 w 276"/>
                <a:gd name="T81" fmla="*/ 2147483647 h 570"/>
                <a:gd name="T82" fmla="*/ 2147483647 w 276"/>
                <a:gd name="T83" fmla="*/ 2147483647 h 570"/>
                <a:gd name="T84" fmla="*/ 2147483647 w 276"/>
                <a:gd name="T85" fmla="*/ 2147483647 h 570"/>
                <a:gd name="T86" fmla="*/ 2147483647 w 276"/>
                <a:gd name="T87" fmla="*/ 2147483647 h 570"/>
                <a:gd name="T88" fmla="*/ 2147483647 w 276"/>
                <a:gd name="T89" fmla="*/ 0 h 570"/>
                <a:gd name="T90" fmla="*/ 2147483647 w 276"/>
                <a:gd name="T91" fmla="*/ 2147483647 h 570"/>
                <a:gd name="T92" fmla="*/ 2147483647 w 276"/>
                <a:gd name="T93" fmla="*/ 2147483647 h 570"/>
                <a:gd name="T94" fmla="*/ 2147483647 w 276"/>
                <a:gd name="T95" fmla="*/ 2147483647 h 57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76"/>
                <a:gd name="T145" fmla="*/ 0 h 570"/>
                <a:gd name="T146" fmla="*/ 276 w 276"/>
                <a:gd name="T147" fmla="*/ 570 h 57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76" h="570">
                  <a:moveTo>
                    <a:pt x="42" y="60"/>
                  </a:moveTo>
                  <a:lnTo>
                    <a:pt x="60" y="66"/>
                  </a:lnTo>
                  <a:lnTo>
                    <a:pt x="60" y="78"/>
                  </a:lnTo>
                  <a:lnTo>
                    <a:pt x="54" y="90"/>
                  </a:lnTo>
                  <a:lnTo>
                    <a:pt x="54" y="126"/>
                  </a:lnTo>
                  <a:lnTo>
                    <a:pt x="60" y="138"/>
                  </a:lnTo>
                  <a:lnTo>
                    <a:pt x="60" y="180"/>
                  </a:lnTo>
                  <a:lnTo>
                    <a:pt x="54" y="192"/>
                  </a:lnTo>
                  <a:lnTo>
                    <a:pt x="54" y="204"/>
                  </a:lnTo>
                  <a:lnTo>
                    <a:pt x="48" y="210"/>
                  </a:lnTo>
                  <a:lnTo>
                    <a:pt x="48" y="216"/>
                  </a:lnTo>
                  <a:lnTo>
                    <a:pt x="24" y="234"/>
                  </a:lnTo>
                  <a:lnTo>
                    <a:pt x="0" y="258"/>
                  </a:lnTo>
                  <a:lnTo>
                    <a:pt x="0" y="300"/>
                  </a:lnTo>
                  <a:lnTo>
                    <a:pt x="12" y="300"/>
                  </a:lnTo>
                  <a:lnTo>
                    <a:pt x="12" y="330"/>
                  </a:lnTo>
                  <a:lnTo>
                    <a:pt x="24" y="330"/>
                  </a:lnTo>
                  <a:lnTo>
                    <a:pt x="42" y="336"/>
                  </a:lnTo>
                  <a:lnTo>
                    <a:pt x="54" y="348"/>
                  </a:lnTo>
                  <a:lnTo>
                    <a:pt x="54" y="390"/>
                  </a:lnTo>
                  <a:lnTo>
                    <a:pt x="60" y="390"/>
                  </a:lnTo>
                  <a:lnTo>
                    <a:pt x="66" y="396"/>
                  </a:lnTo>
                  <a:lnTo>
                    <a:pt x="90" y="408"/>
                  </a:lnTo>
                  <a:lnTo>
                    <a:pt x="96" y="420"/>
                  </a:lnTo>
                  <a:lnTo>
                    <a:pt x="102" y="426"/>
                  </a:lnTo>
                  <a:lnTo>
                    <a:pt x="108" y="450"/>
                  </a:lnTo>
                  <a:lnTo>
                    <a:pt x="114" y="492"/>
                  </a:lnTo>
                  <a:lnTo>
                    <a:pt x="126" y="540"/>
                  </a:lnTo>
                  <a:lnTo>
                    <a:pt x="138" y="570"/>
                  </a:lnTo>
                  <a:lnTo>
                    <a:pt x="144" y="564"/>
                  </a:lnTo>
                  <a:lnTo>
                    <a:pt x="156" y="564"/>
                  </a:lnTo>
                  <a:lnTo>
                    <a:pt x="186" y="534"/>
                  </a:lnTo>
                  <a:lnTo>
                    <a:pt x="186" y="510"/>
                  </a:lnTo>
                  <a:lnTo>
                    <a:pt x="174" y="486"/>
                  </a:lnTo>
                  <a:lnTo>
                    <a:pt x="174" y="468"/>
                  </a:lnTo>
                  <a:lnTo>
                    <a:pt x="192" y="450"/>
                  </a:lnTo>
                  <a:lnTo>
                    <a:pt x="198" y="450"/>
                  </a:lnTo>
                  <a:lnTo>
                    <a:pt x="204" y="438"/>
                  </a:lnTo>
                  <a:lnTo>
                    <a:pt x="210" y="432"/>
                  </a:lnTo>
                  <a:lnTo>
                    <a:pt x="216" y="420"/>
                  </a:lnTo>
                  <a:lnTo>
                    <a:pt x="222" y="414"/>
                  </a:lnTo>
                  <a:lnTo>
                    <a:pt x="234" y="408"/>
                  </a:lnTo>
                  <a:lnTo>
                    <a:pt x="246" y="408"/>
                  </a:lnTo>
                  <a:lnTo>
                    <a:pt x="270" y="396"/>
                  </a:lnTo>
                  <a:lnTo>
                    <a:pt x="276" y="390"/>
                  </a:lnTo>
                  <a:lnTo>
                    <a:pt x="276" y="384"/>
                  </a:lnTo>
                  <a:lnTo>
                    <a:pt x="264" y="372"/>
                  </a:lnTo>
                  <a:lnTo>
                    <a:pt x="258" y="372"/>
                  </a:lnTo>
                  <a:lnTo>
                    <a:pt x="264" y="330"/>
                  </a:lnTo>
                  <a:lnTo>
                    <a:pt x="252" y="330"/>
                  </a:lnTo>
                  <a:lnTo>
                    <a:pt x="240" y="300"/>
                  </a:lnTo>
                  <a:lnTo>
                    <a:pt x="228" y="294"/>
                  </a:lnTo>
                  <a:lnTo>
                    <a:pt x="222" y="306"/>
                  </a:lnTo>
                  <a:lnTo>
                    <a:pt x="216" y="294"/>
                  </a:lnTo>
                  <a:lnTo>
                    <a:pt x="198" y="294"/>
                  </a:lnTo>
                  <a:lnTo>
                    <a:pt x="186" y="288"/>
                  </a:lnTo>
                  <a:lnTo>
                    <a:pt x="180" y="282"/>
                  </a:lnTo>
                  <a:lnTo>
                    <a:pt x="168" y="276"/>
                  </a:lnTo>
                  <a:lnTo>
                    <a:pt x="168" y="246"/>
                  </a:lnTo>
                  <a:lnTo>
                    <a:pt x="174" y="240"/>
                  </a:lnTo>
                  <a:lnTo>
                    <a:pt x="180" y="240"/>
                  </a:lnTo>
                  <a:lnTo>
                    <a:pt x="234" y="186"/>
                  </a:lnTo>
                  <a:lnTo>
                    <a:pt x="240" y="174"/>
                  </a:lnTo>
                  <a:lnTo>
                    <a:pt x="240" y="156"/>
                  </a:lnTo>
                  <a:lnTo>
                    <a:pt x="234" y="144"/>
                  </a:lnTo>
                  <a:lnTo>
                    <a:pt x="216" y="126"/>
                  </a:lnTo>
                  <a:lnTo>
                    <a:pt x="204" y="120"/>
                  </a:lnTo>
                  <a:lnTo>
                    <a:pt x="198" y="120"/>
                  </a:lnTo>
                  <a:lnTo>
                    <a:pt x="198" y="102"/>
                  </a:lnTo>
                  <a:lnTo>
                    <a:pt x="204" y="90"/>
                  </a:lnTo>
                  <a:lnTo>
                    <a:pt x="204" y="78"/>
                  </a:lnTo>
                  <a:lnTo>
                    <a:pt x="210" y="72"/>
                  </a:lnTo>
                  <a:lnTo>
                    <a:pt x="222" y="66"/>
                  </a:lnTo>
                  <a:lnTo>
                    <a:pt x="228" y="60"/>
                  </a:lnTo>
                  <a:lnTo>
                    <a:pt x="234" y="48"/>
                  </a:lnTo>
                  <a:lnTo>
                    <a:pt x="234" y="36"/>
                  </a:lnTo>
                  <a:lnTo>
                    <a:pt x="240" y="30"/>
                  </a:lnTo>
                  <a:lnTo>
                    <a:pt x="240" y="18"/>
                  </a:lnTo>
                  <a:lnTo>
                    <a:pt x="228" y="18"/>
                  </a:lnTo>
                  <a:lnTo>
                    <a:pt x="222" y="30"/>
                  </a:lnTo>
                  <a:lnTo>
                    <a:pt x="210" y="36"/>
                  </a:lnTo>
                  <a:lnTo>
                    <a:pt x="204" y="48"/>
                  </a:lnTo>
                  <a:lnTo>
                    <a:pt x="192" y="60"/>
                  </a:lnTo>
                  <a:lnTo>
                    <a:pt x="186" y="60"/>
                  </a:lnTo>
                  <a:lnTo>
                    <a:pt x="174" y="54"/>
                  </a:lnTo>
                  <a:lnTo>
                    <a:pt x="162" y="42"/>
                  </a:lnTo>
                  <a:lnTo>
                    <a:pt x="174" y="30"/>
                  </a:lnTo>
                  <a:lnTo>
                    <a:pt x="174" y="24"/>
                  </a:lnTo>
                  <a:lnTo>
                    <a:pt x="180" y="12"/>
                  </a:lnTo>
                  <a:lnTo>
                    <a:pt x="168" y="0"/>
                  </a:lnTo>
                  <a:lnTo>
                    <a:pt x="138" y="0"/>
                  </a:lnTo>
                  <a:lnTo>
                    <a:pt x="126" y="6"/>
                  </a:lnTo>
                  <a:lnTo>
                    <a:pt x="108" y="12"/>
                  </a:lnTo>
                  <a:lnTo>
                    <a:pt x="96" y="18"/>
                  </a:lnTo>
                  <a:lnTo>
                    <a:pt x="84" y="30"/>
                  </a:lnTo>
                  <a:lnTo>
                    <a:pt x="84" y="42"/>
                  </a:lnTo>
                  <a:lnTo>
                    <a:pt x="42" y="6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01" name="Thailand" descr="© INSCALE GmbH, 05.05.2010&#10;http://www.presentationload.com/">
              <a:extLst>
                <a:ext uri="{FF2B5EF4-FFF2-40B4-BE49-F238E27FC236}">
                  <a16:creationId xmlns:a16="http://schemas.microsoft.com/office/drawing/2014/main" id="{98626D09-6111-4E4B-9342-6FB86FF4E456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5995010" y="2461251"/>
              <a:ext cx="204203" cy="390469"/>
            </a:xfrm>
            <a:custGeom>
              <a:avLst/>
              <a:gdLst>
                <a:gd name="T0" fmla="*/ 2147483647 w 618"/>
                <a:gd name="T1" fmla="*/ 2147483647 h 1188"/>
                <a:gd name="T2" fmla="*/ 2147483647 w 618"/>
                <a:gd name="T3" fmla="*/ 2147483647 h 1188"/>
                <a:gd name="T4" fmla="*/ 2147483647 w 618"/>
                <a:gd name="T5" fmla="*/ 2147483647 h 1188"/>
                <a:gd name="T6" fmla="*/ 2147483647 w 618"/>
                <a:gd name="T7" fmla="*/ 2147483647 h 1188"/>
                <a:gd name="T8" fmla="*/ 2147483647 w 618"/>
                <a:gd name="T9" fmla="*/ 2147483647 h 1188"/>
                <a:gd name="T10" fmla="*/ 2147483647 w 618"/>
                <a:gd name="T11" fmla="*/ 2147483647 h 1188"/>
                <a:gd name="T12" fmla="*/ 2147483647 w 618"/>
                <a:gd name="T13" fmla="*/ 2147483647 h 1188"/>
                <a:gd name="T14" fmla="*/ 2147483647 w 618"/>
                <a:gd name="T15" fmla="*/ 2147483647 h 1188"/>
                <a:gd name="T16" fmla="*/ 2147483647 w 618"/>
                <a:gd name="T17" fmla="*/ 2147483647 h 1188"/>
                <a:gd name="T18" fmla="*/ 2147483647 w 618"/>
                <a:gd name="T19" fmla="*/ 2147483647 h 1188"/>
                <a:gd name="T20" fmla="*/ 2147483647 w 618"/>
                <a:gd name="T21" fmla="*/ 2147483647 h 1188"/>
                <a:gd name="T22" fmla="*/ 2147483647 w 618"/>
                <a:gd name="T23" fmla="*/ 2147483647 h 1188"/>
                <a:gd name="T24" fmla="*/ 2147483647 w 618"/>
                <a:gd name="T25" fmla="*/ 0 h 1188"/>
                <a:gd name="T26" fmla="*/ 2147483647 w 618"/>
                <a:gd name="T27" fmla="*/ 2147483647 h 1188"/>
                <a:gd name="T28" fmla="*/ 2147483647 w 618"/>
                <a:gd name="T29" fmla="*/ 2147483647 h 1188"/>
                <a:gd name="T30" fmla="*/ 2147483647 w 618"/>
                <a:gd name="T31" fmla="*/ 2147483647 h 1188"/>
                <a:gd name="T32" fmla="*/ 0 w 618"/>
                <a:gd name="T33" fmla="*/ 2147483647 h 1188"/>
                <a:gd name="T34" fmla="*/ 2147483647 w 618"/>
                <a:gd name="T35" fmla="*/ 2147483647 h 1188"/>
                <a:gd name="T36" fmla="*/ 2147483647 w 618"/>
                <a:gd name="T37" fmla="*/ 2147483647 h 1188"/>
                <a:gd name="T38" fmla="*/ 2147483647 w 618"/>
                <a:gd name="T39" fmla="*/ 2147483647 h 1188"/>
                <a:gd name="T40" fmla="*/ 2147483647 w 618"/>
                <a:gd name="T41" fmla="*/ 2147483647 h 1188"/>
                <a:gd name="T42" fmla="*/ 2147483647 w 618"/>
                <a:gd name="T43" fmla="*/ 2147483647 h 1188"/>
                <a:gd name="T44" fmla="*/ 2147483647 w 618"/>
                <a:gd name="T45" fmla="*/ 2147483647 h 1188"/>
                <a:gd name="T46" fmla="*/ 2147483647 w 618"/>
                <a:gd name="T47" fmla="*/ 2147483647 h 1188"/>
                <a:gd name="T48" fmla="*/ 2147483647 w 618"/>
                <a:gd name="T49" fmla="*/ 2147483647 h 1188"/>
                <a:gd name="T50" fmla="*/ 2147483647 w 618"/>
                <a:gd name="T51" fmla="*/ 2147483647 h 1188"/>
                <a:gd name="T52" fmla="*/ 2147483647 w 618"/>
                <a:gd name="T53" fmla="*/ 2147483647 h 1188"/>
                <a:gd name="T54" fmla="*/ 2147483647 w 618"/>
                <a:gd name="T55" fmla="*/ 2147483647 h 1188"/>
                <a:gd name="T56" fmla="*/ 2147483647 w 618"/>
                <a:gd name="T57" fmla="*/ 2147483647 h 1188"/>
                <a:gd name="T58" fmla="*/ 2147483647 w 618"/>
                <a:gd name="T59" fmla="*/ 2147483647 h 1188"/>
                <a:gd name="T60" fmla="*/ 2147483647 w 618"/>
                <a:gd name="T61" fmla="*/ 2147483647 h 1188"/>
                <a:gd name="T62" fmla="*/ 2147483647 w 618"/>
                <a:gd name="T63" fmla="*/ 2147483647 h 1188"/>
                <a:gd name="T64" fmla="*/ 2147483647 w 618"/>
                <a:gd name="T65" fmla="*/ 2147483647 h 1188"/>
                <a:gd name="T66" fmla="*/ 2147483647 w 618"/>
                <a:gd name="T67" fmla="*/ 2147483647 h 1188"/>
                <a:gd name="T68" fmla="*/ 2147483647 w 618"/>
                <a:gd name="T69" fmla="*/ 2147483647 h 1188"/>
                <a:gd name="T70" fmla="*/ 2147483647 w 618"/>
                <a:gd name="T71" fmla="*/ 2147483647 h 1188"/>
                <a:gd name="T72" fmla="*/ 2147483647 w 618"/>
                <a:gd name="T73" fmla="*/ 2147483647 h 1188"/>
                <a:gd name="T74" fmla="*/ 2147483647 w 618"/>
                <a:gd name="T75" fmla="*/ 2147483647 h 1188"/>
                <a:gd name="T76" fmla="*/ 2147483647 w 618"/>
                <a:gd name="T77" fmla="*/ 2147483647 h 1188"/>
                <a:gd name="T78" fmla="*/ 2147483647 w 618"/>
                <a:gd name="T79" fmla="*/ 2147483647 h 1188"/>
                <a:gd name="T80" fmla="*/ 2147483647 w 618"/>
                <a:gd name="T81" fmla="*/ 2147483647 h 1188"/>
                <a:gd name="T82" fmla="*/ 2147483647 w 618"/>
                <a:gd name="T83" fmla="*/ 2147483647 h 1188"/>
                <a:gd name="T84" fmla="*/ 2147483647 w 618"/>
                <a:gd name="T85" fmla="*/ 2147483647 h 1188"/>
                <a:gd name="T86" fmla="*/ 2147483647 w 618"/>
                <a:gd name="T87" fmla="*/ 2147483647 h 1188"/>
                <a:gd name="T88" fmla="*/ 2147483647 w 618"/>
                <a:gd name="T89" fmla="*/ 2147483647 h 1188"/>
                <a:gd name="T90" fmla="*/ 2147483647 w 618"/>
                <a:gd name="T91" fmla="*/ 2147483647 h 1188"/>
                <a:gd name="T92" fmla="*/ 2147483647 w 618"/>
                <a:gd name="T93" fmla="*/ 2147483647 h 1188"/>
                <a:gd name="T94" fmla="*/ 2147483647 w 618"/>
                <a:gd name="T95" fmla="*/ 2147483647 h 1188"/>
                <a:gd name="T96" fmla="*/ 2147483647 w 618"/>
                <a:gd name="T97" fmla="*/ 2147483647 h 1188"/>
                <a:gd name="T98" fmla="*/ 2147483647 w 618"/>
                <a:gd name="T99" fmla="*/ 2147483647 h 1188"/>
                <a:gd name="T100" fmla="*/ 2147483647 w 618"/>
                <a:gd name="T101" fmla="*/ 2147483647 h 1188"/>
                <a:gd name="T102" fmla="*/ 2147483647 w 618"/>
                <a:gd name="T103" fmla="*/ 2147483647 h 1188"/>
                <a:gd name="T104" fmla="*/ 2147483647 w 618"/>
                <a:gd name="T105" fmla="*/ 2147483647 h 1188"/>
                <a:gd name="T106" fmla="*/ 2147483647 w 618"/>
                <a:gd name="T107" fmla="*/ 2147483647 h 1188"/>
                <a:gd name="T108" fmla="*/ 2147483647 w 618"/>
                <a:gd name="T109" fmla="*/ 2147483647 h 1188"/>
                <a:gd name="T110" fmla="*/ 2147483647 w 618"/>
                <a:gd name="T111" fmla="*/ 2147483647 h 1188"/>
                <a:gd name="T112" fmla="*/ 2147483647 w 618"/>
                <a:gd name="T113" fmla="*/ 2147483647 h 1188"/>
                <a:gd name="T114" fmla="*/ 2147483647 w 618"/>
                <a:gd name="T115" fmla="*/ 2147483647 h 1188"/>
                <a:gd name="T116" fmla="*/ 2147483647 w 618"/>
                <a:gd name="T117" fmla="*/ 2147483647 h 118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18"/>
                <a:gd name="T178" fmla="*/ 0 h 1188"/>
                <a:gd name="T179" fmla="*/ 618 w 618"/>
                <a:gd name="T180" fmla="*/ 1188 h 118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18" h="1188">
                  <a:moveTo>
                    <a:pt x="588" y="426"/>
                  </a:moveTo>
                  <a:lnTo>
                    <a:pt x="588" y="420"/>
                  </a:lnTo>
                  <a:lnTo>
                    <a:pt x="594" y="414"/>
                  </a:lnTo>
                  <a:lnTo>
                    <a:pt x="606" y="390"/>
                  </a:lnTo>
                  <a:lnTo>
                    <a:pt x="594" y="378"/>
                  </a:lnTo>
                  <a:lnTo>
                    <a:pt x="594" y="372"/>
                  </a:lnTo>
                  <a:lnTo>
                    <a:pt x="588" y="378"/>
                  </a:lnTo>
                  <a:lnTo>
                    <a:pt x="588" y="366"/>
                  </a:lnTo>
                  <a:lnTo>
                    <a:pt x="582" y="360"/>
                  </a:lnTo>
                  <a:lnTo>
                    <a:pt x="582" y="354"/>
                  </a:lnTo>
                  <a:lnTo>
                    <a:pt x="546" y="318"/>
                  </a:lnTo>
                  <a:lnTo>
                    <a:pt x="534" y="294"/>
                  </a:lnTo>
                  <a:lnTo>
                    <a:pt x="534" y="282"/>
                  </a:lnTo>
                  <a:lnTo>
                    <a:pt x="528" y="240"/>
                  </a:lnTo>
                  <a:lnTo>
                    <a:pt x="510" y="222"/>
                  </a:lnTo>
                  <a:lnTo>
                    <a:pt x="498" y="216"/>
                  </a:lnTo>
                  <a:lnTo>
                    <a:pt x="480" y="204"/>
                  </a:lnTo>
                  <a:lnTo>
                    <a:pt x="468" y="192"/>
                  </a:lnTo>
                  <a:lnTo>
                    <a:pt x="468" y="180"/>
                  </a:lnTo>
                  <a:lnTo>
                    <a:pt x="462" y="174"/>
                  </a:lnTo>
                  <a:lnTo>
                    <a:pt x="438" y="174"/>
                  </a:lnTo>
                  <a:lnTo>
                    <a:pt x="426" y="168"/>
                  </a:lnTo>
                  <a:lnTo>
                    <a:pt x="420" y="162"/>
                  </a:lnTo>
                  <a:lnTo>
                    <a:pt x="402" y="162"/>
                  </a:lnTo>
                  <a:lnTo>
                    <a:pt x="396" y="168"/>
                  </a:lnTo>
                  <a:lnTo>
                    <a:pt x="396" y="180"/>
                  </a:lnTo>
                  <a:lnTo>
                    <a:pt x="378" y="198"/>
                  </a:lnTo>
                  <a:lnTo>
                    <a:pt x="360" y="198"/>
                  </a:lnTo>
                  <a:lnTo>
                    <a:pt x="336" y="186"/>
                  </a:lnTo>
                  <a:lnTo>
                    <a:pt x="330" y="180"/>
                  </a:lnTo>
                  <a:lnTo>
                    <a:pt x="318" y="180"/>
                  </a:lnTo>
                  <a:lnTo>
                    <a:pt x="312" y="186"/>
                  </a:lnTo>
                  <a:lnTo>
                    <a:pt x="306" y="198"/>
                  </a:lnTo>
                  <a:lnTo>
                    <a:pt x="294" y="210"/>
                  </a:lnTo>
                  <a:lnTo>
                    <a:pt x="294" y="216"/>
                  </a:lnTo>
                  <a:lnTo>
                    <a:pt x="288" y="222"/>
                  </a:lnTo>
                  <a:lnTo>
                    <a:pt x="264" y="234"/>
                  </a:lnTo>
                  <a:lnTo>
                    <a:pt x="246" y="234"/>
                  </a:lnTo>
                  <a:lnTo>
                    <a:pt x="246" y="222"/>
                  </a:lnTo>
                  <a:lnTo>
                    <a:pt x="270" y="174"/>
                  </a:lnTo>
                  <a:lnTo>
                    <a:pt x="270" y="162"/>
                  </a:lnTo>
                  <a:lnTo>
                    <a:pt x="264" y="156"/>
                  </a:lnTo>
                  <a:lnTo>
                    <a:pt x="252" y="156"/>
                  </a:lnTo>
                  <a:lnTo>
                    <a:pt x="264" y="144"/>
                  </a:lnTo>
                  <a:lnTo>
                    <a:pt x="270" y="132"/>
                  </a:lnTo>
                  <a:lnTo>
                    <a:pt x="270" y="120"/>
                  </a:lnTo>
                  <a:lnTo>
                    <a:pt x="264" y="108"/>
                  </a:lnTo>
                  <a:lnTo>
                    <a:pt x="258" y="102"/>
                  </a:lnTo>
                  <a:lnTo>
                    <a:pt x="264" y="96"/>
                  </a:lnTo>
                  <a:lnTo>
                    <a:pt x="264" y="66"/>
                  </a:lnTo>
                  <a:lnTo>
                    <a:pt x="252" y="60"/>
                  </a:lnTo>
                  <a:lnTo>
                    <a:pt x="246" y="60"/>
                  </a:lnTo>
                  <a:lnTo>
                    <a:pt x="240" y="66"/>
                  </a:lnTo>
                  <a:lnTo>
                    <a:pt x="228" y="66"/>
                  </a:lnTo>
                  <a:lnTo>
                    <a:pt x="228" y="78"/>
                  </a:lnTo>
                  <a:lnTo>
                    <a:pt x="210" y="78"/>
                  </a:lnTo>
                  <a:lnTo>
                    <a:pt x="204" y="72"/>
                  </a:lnTo>
                  <a:lnTo>
                    <a:pt x="198" y="60"/>
                  </a:lnTo>
                  <a:lnTo>
                    <a:pt x="198" y="36"/>
                  </a:lnTo>
                  <a:lnTo>
                    <a:pt x="204" y="30"/>
                  </a:lnTo>
                  <a:lnTo>
                    <a:pt x="204" y="18"/>
                  </a:lnTo>
                  <a:lnTo>
                    <a:pt x="198" y="12"/>
                  </a:lnTo>
                  <a:lnTo>
                    <a:pt x="186" y="12"/>
                  </a:lnTo>
                  <a:lnTo>
                    <a:pt x="174" y="6"/>
                  </a:lnTo>
                  <a:lnTo>
                    <a:pt x="168" y="0"/>
                  </a:lnTo>
                  <a:lnTo>
                    <a:pt x="138" y="0"/>
                  </a:lnTo>
                  <a:lnTo>
                    <a:pt x="132" y="6"/>
                  </a:lnTo>
                  <a:lnTo>
                    <a:pt x="126" y="6"/>
                  </a:lnTo>
                  <a:lnTo>
                    <a:pt x="120" y="30"/>
                  </a:lnTo>
                  <a:lnTo>
                    <a:pt x="96" y="30"/>
                  </a:lnTo>
                  <a:lnTo>
                    <a:pt x="96" y="36"/>
                  </a:lnTo>
                  <a:lnTo>
                    <a:pt x="90" y="42"/>
                  </a:lnTo>
                  <a:lnTo>
                    <a:pt x="84" y="54"/>
                  </a:lnTo>
                  <a:lnTo>
                    <a:pt x="78" y="60"/>
                  </a:lnTo>
                  <a:lnTo>
                    <a:pt x="66" y="60"/>
                  </a:lnTo>
                  <a:lnTo>
                    <a:pt x="54" y="54"/>
                  </a:lnTo>
                  <a:lnTo>
                    <a:pt x="24" y="54"/>
                  </a:lnTo>
                  <a:lnTo>
                    <a:pt x="24" y="102"/>
                  </a:lnTo>
                  <a:lnTo>
                    <a:pt x="18" y="108"/>
                  </a:lnTo>
                  <a:lnTo>
                    <a:pt x="12" y="108"/>
                  </a:lnTo>
                  <a:lnTo>
                    <a:pt x="6" y="114"/>
                  </a:lnTo>
                  <a:lnTo>
                    <a:pt x="6" y="120"/>
                  </a:lnTo>
                  <a:lnTo>
                    <a:pt x="24" y="138"/>
                  </a:lnTo>
                  <a:lnTo>
                    <a:pt x="24" y="156"/>
                  </a:lnTo>
                  <a:lnTo>
                    <a:pt x="0" y="156"/>
                  </a:lnTo>
                  <a:lnTo>
                    <a:pt x="0" y="162"/>
                  </a:lnTo>
                  <a:lnTo>
                    <a:pt x="24" y="186"/>
                  </a:lnTo>
                  <a:lnTo>
                    <a:pt x="36" y="192"/>
                  </a:lnTo>
                  <a:lnTo>
                    <a:pt x="30" y="216"/>
                  </a:lnTo>
                  <a:lnTo>
                    <a:pt x="36" y="216"/>
                  </a:lnTo>
                  <a:lnTo>
                    <a:pt x="36" y="222"/>
                  </a:lnTo>
                  <a:lnTo>
                    <a:pt x="42" y="234"/>
                  </a:lnTo>
                  <a:lnTo>
                    <a:pt x="60" y="252"/>
                  </a:lnTo>
                  <a:lnTo>
                    <a:pt x="72" y="258"/>
                  </a:lnTo>
                  <a:lnTo>
                    <a:pt x="84" y="270"/>
                  </a:lnTo>
                  <a:lnTo>
                    <a:pt x="96" y="276"/>
                  </a:lnTo>
                  <a:lnTo>
                    <a:pt x="102" y="282"/>
                  </a:lnTo>
                  <a:lnTo>
                    <a:pt x="102" y="288"/>
                  </a:lnTo>
                  <a:lnTo>
                    <a:pt x="96" y="288"/>
                  </a:lnTo>
                  <a:lnTo>
                    <a:pt x="96" y="306"/>
                  </a:lnTo>
                  <a:lnTo>
                    <a:pt x="102" y="318"/>
                  </a:lnTo>
                  <a:lnTo>
                    <a:pt x="108" y="324"/>
                  </a:lnTo>
                  <a:lnTo>
                    <a:pt x="114" y="324"/>
                  </a:lnTo>
                  <a:lnTo>
                    <a:pt x="120" y="318"/>
                  </a:lnTo>
                  <a:lnTo>
                    <a:pt x="126" y="324"/>
                  </a:lnTo>
                  <a:lnTo>
                    <a:pt x="126" y="342"/>
                  </a:lnTo>
                  <a:lnTo>
                    <a:pt x="120" y="348"/>
                  </a:lnTo>
                  <a:lnTo>
                    <a:pt x="108" y="348"/>
                  </a:lnTo>
                  <a:lnTo>
                    <a:pt x="114" y="360"/>
                  </a:lnTo>
                  <a:lnTo>
                    <a:pt x="114" y="384"/>
                  </a:lnTo>
                  <a:lnTo>
                    <a:pt x="108" y="396"/>
                  </a:lnTo>
                  <a:lnTo>
                    <a:pt x="102" y="402"/>
                  </a:lnTo>
                  <a:lnTo>
                    <a:pt x="84" y="438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96" y="456"/>
                  </a:lnTo>
                  <a:lnTo>
                    <a:pt x="102" y="468"/>
                  </a:lnTo>
                  <a:lnTo>
                    <a:pt x="108" y="474"/>
                  </a:lnTo>
                  <a:lnTo>
                    <a:pt x="114" y="486"/>
                  </a:lnTo>
                  <a:lnTo>
                    <a:pt x="156" y="528"/>
                  </a:lnTo>
                  <a:lnTo>
                    <a:pt x="162" y="540"/>
                  </a:lnTo>
                  <a:lnTo>
                    <a:pt x="162" y="570"/>
                  </a:lnTo>
                  <a:lnTo>
                    <a:pt x="168" y="588"/>
                  </a:lnTo>
                  <a:lnTo>
                    <a:pt x="168" y="612"/>
                  </a:lnTo>
                  <a:lnTo>
                    <a:pt x="192" y="636"/>
                  </a:lnTo>
                  <a:lnTo>
                    <a:pt x="192" y="660"/>
                  </a:lnTo>
                  <a:lnTo>
                    <a:pt x="198" y="672"/>
                  </a:lnTo>
                  <a:lnTo>
                    <a:pt x="198" y="702"/>
                  </a:lnTo>
                  <a:lnTo>
                    <a:pt x="192" y="714"/>
                  </a:lnTo>
                  <a:lnTo>
                    <a:pt x="192" y="732"/>
                  </a:lnTo>
                  <a:lnTo>
                    <a:pt x="174" y="768"/>
                  </a:lnTo>
                  <a:lnTo>
                    <a:pt x="156" y="786"/>
                  </a:lnTo>
                  <a:lnTo>
                    <a:pt x="156" y="798"/>
                  </a:lnTo>
                  <a:lnTo>
                    <a:pt x="162" y="804"/>
                  </a:lnTo>
                  <a:lnTo>
                    <a:pt x="162" y="816"/>
                  </a:lnTo>
                  <a:lnTo>
                    <a:pt x="156" y="828"/>
                  </a:lnTo>
                  <a:lnTo>
                    <a:pt x="150" y="834"/>
                  </a:lnTo>
                  <a:lnTo>
                    <a:pt x="144" y="846"/>
                  </a:lnTo>
                  <a:lnTo>
                    <a:pt x="144" y="852"/>
                  </a:lnTo>
                  <a:lnTo>
                    <a:pt x="138" y="858"/>
                  </a:lnTo>
                  <a:lnTo>
                    <a:pt x="132" y="876"/>
                  </a:lnTo>
                  <a:lnTo>
                    <a:pt x="126" y="888"/>
                  </a:lnTo>
                  <a:lnTo>
                    <a:pt x="126" y="906"/>
                  </a:lnTo>
                  <a:lnTo>
                    <a:pt x="120" y="918"/>
                  </a:lnTo>
                  <a:lnTo>
                    <a:pt x="120" y="966"/>
                  </a:lnTo>
                  <a:lnTo>
                    <a:pt x="126" y="978"/>
                  </a:lnTo>
                  <a:lnTo>
                    <a:pt x="126" y="1008"/>
                  </a:lnTo>
                  <a:lnTo>
                    <a:pt x="132" y="1014"/>
                  </a:lnTo>
                  <a:lnTo>
                    <a:pt x="132" y="1020"/>
                  </a:lnTo>
                  <a:lnTo>
                    <a:pt x="138" y="1020"/>
                  </a:lnTo>
                  <a:lnTo>
                    <a:pt x="138" y="1002"/>
                  </a:lnTo>
                  <a:lnTo>
                    <a:pt x="144" y="990"/>
                  </a:lnTo>
                  <a:lnTo>
                    <a:pt x="144" y="978"/>
                  </a:lnTo>
                  <a:lnTo>
                    <a:pt x="150" y="972"/>
                  </a:lnTo>
                  <a:lnTo>
                    <a:pt x="150" y="996"/>
                  </a:lnTo>
                  <a:lnTo>
                    <a:pt x="162" y="996"/>
                  </a:lnTo>
                  <a:lnTo>
                    <a:pt x="186" y="1020"/>
                  </a:lnTo>
                  <a:lnTo>
                    <a:pt x="192" y="1032"/>
                  </a:lnTo>
                  <a:lnTo>
                    <a:pt x="198" y="1038"/>
                  </a:lnTo>
                  <a:lnTo>
                    <a:pt x="198" y="1044"/>
                  </a:lnTo>
                  <a:lnTo>
                    <a:pt x="228" y="1074"/>
                  </a:lnTo>
                  <a:lnTo>
                    <a:pt x="228" y="1098"/>
                  </a:lnTo>
                  <a:lnTo>
                    <a:pt x="234" y="1110"/>
                  </a:lnTo>
                  <a:lnTo>
                    <a:pt x="246" y="1128"/>
                  </a:lnTo>
                  <a:lnTo>
                    <a:pt x="264" y="1146"/>
                  </a:lnTo>
                  <a:lnTo>
                    <a:pt x="270" y="1140"/>
                  </a:lnTo>
                  <a:lnTo>
                    <a:pt x="276" y="1128"/>
                  </a:lnTo>
                  <a:lnTo>
                    <a:pt x="270" y="1122"/>
                  </a:lnTo>
                  <a:lnTo>
                    <a:pt x="270" y="1110"/>
                  </a:lnTo>
                  <a:lnTo>
                    <a:pt x="276" y="1104"/>
                  </a:lnTo>
                  <a:lnTo>
                    <a:pt x="288" y="1104"/>
                  </a:lnTo>
                  <a:lnTo>
                    <a:pt x="294" y="1116"/>
                  </a:lnTo>
                  <a:lnTo>
                    <a:pt x="294" y="1122"/>
                  </a:lnTo>
                  <a:lnTo>
                    <a:pt x="312" y="1122"/>
                  </a:lnTo>
                  <a:lnTo>
                    <a:pt x="324" y="1128"/>
                  </a:lnTo>
                  <a:lnTo>
                    <a:pt x="330" y="1134"/>
                  </a:lnTo>
                  <a:lnTo>
                    <a:pt x="330" y="1146"/>
                  </a:lnTo>
                  <a:lnTo>
                    <a:pt x="342" y="1146"/>
                  </a:lnTo>
                  <a:lnTo>
                    <a:pt x="342" y="1158"/>
                  </a:lnTo>
                  <a:lnTo>
                    <a:pt x="330" y="1170"/>
                  </a:lnTo>
                  <a:lnTo>
                    <a:pt x="330" y="1176"/>
                  </a:lnTo>
                  <a:lnTo>
                    <a:pt x="336" y="1182"/>
                  </a:lnTo>
                  <a:lnTo>
                    <a:pt x="354" y="1182"/>
                  </a:lnTo>
                  <a:lnTo>
                    <a:pt x="354" y="1176"/>
                  </a:lnTo>
                  <a:lnTo>
                    <a:pt x="366" y="1176"/>
                  </a:lnTo>
                  <a:lnTo>
                    <a:pt x="372" y="1170"/>
                  </a:lnTo>
                  <a:lnTo>
                    <a:pt x="378" y="1170"/>
                  </a:lnTo>
                  <a:lnTo>
                    <a:pt x="396" y="1188"/>
                  </a:lnTo>
                  <a:lnTo>
                    <a:pt x="402" y="1182"/>
                  </a:lnTo>
                  <a:lnTo>
                    <a:pt x="402" y="1176"/>
                  </a:lnTo>
                  <a:lnTo>
                    <a:pt x="408" y="1164"/>
                  </a:lnTo>
                  <a:lnTo>
                    <a:pt x="414" y="1158"/>
                  </a:lnTo>
                  <a:lnTo>
                    <a:pt x="420" y="1146"/>
                  </a:lnTo>
                  <a:lnTo>
                    <a:pt x="396" y="1134"/>
                  </a:lnTo>
                  <a:lnTo>
                    <a:pt x="390" y="1128"/>
                  </a:lnTo>
                  <a:lnTo>
                    <a:pt x="390" y="1116"/>
                  </a:lnTo>
                  <a:lnTo>
                    <a:pt x="384" y="1104"/>
                  </a:lnTo>
                  <a:lnTo>
                    <a:pt x="384" y="1092"/>
                  </a:lnTo>
                  <a:lnTo>
                    <a:pt x="378" y="1080"/>
                  </a:lnTo>
                  <a:lnTo>
                    <a:pt x="372" y="1074"/>
                  </a:lnTo>
                  <a:lnTo>
                    <a:pt x="354" y="1074"/>
                  </a:lnTo>
                  <a:lnTo>
                    <a:pt x="342" y="1080"/>
                  </a:lnTo>
                  <a:lnTo>
                    <a:pt x="336" y="1086"/>
                  </a:lnTo>
                  <a:lnTo>
                    <a:pt x="318" y="1086"/>
                  </a:lnTo>
                  <a:lnTo>
                    <a:pt x="312" y="1080"/>
                  </a:lnTo>
                  <a:lnTo>
                    <a:pt x="306" y="1068"/>
                  </a:lnTo>
                  <a:lnTo>
                    <a:pt x="306" y="1056"/>
                  </a:lnTo>
                  <a:lnTo>
                    <a:pt x="294" y="1032"/>
                  </a:lnTo>
                  <a:lnTo>
                    <a:pt x="288" y="1032"/>
                  </a:lnTo>
                  <a:lnTo>
                    <a:pt x="288" y="1050"/>
                  </a:lnTo>
                  <a:lnTo>
                    <a:pt x="282" y="1056"/>
                  </a:lnTo>
                  <a:lnTo>
                    <a:pt x="276" y="1056"/>
                  </a:lnTo>
                  <a:lnTo>
                    <a:pt x="270" y="1044"/>
                  </a:lnTo>
                  <a:lnTo>
                    <a:pt x="264" y="1038"/>
                  </a:lnTo>
                  <a:lnTo>
                    <a:pt x="258" y="1026"/>
                  </a:lnTo>
                  <a:lnTo>
                    <a:pt x="258" y="1014"/>
                  </a:lnTo>
                  <a:lnTo>
                    <a:pt x="270" y="1002"/>
                  </a:lnTo>
                  <a:lnTo>
                    <a:pt x="270" y="1008"/>
                  </a:lnTo>
                  <a:lnTo>
                    <a:pt x="276" y="1008"/>
                  </a:lnTo>
                  <a:lnTo>
                    <a:pt x="276" y="1014"/>
                  </a:lnTo>
                  <a:lnTo>
                    <a:pt x="282" y="1014"/>
                  </a:lnTo>
                  <a:lnTo>
                    <a:pt x="288" y="1008"/>
                  </a:lnTo>
                  <a:lnTo>
                    <a:pt x="282" y="1002"/>
                  </a:lnTo>
                  <a:lnTo>
                    <a:pt x="282" y="990"/>
                  </a:lnTo>
                  <a:lnTo>
                    <a:pt x="276" y="978"/>
                  </a:lnTo>
                  <a:lnTo>
                    <a:pt x="270" y="972"/>
                  </a:lnTo>
                  <a:lnTo>
                    <a:pt x="270" y="960"/>
                  </a:lnTo>
                  <a:lnTo>
                    <a:pt x="258" y="948"/>
                  </a:lnTo>
                  <a:lnTo>
                    <a:pt x="246" y="948"/>
                  </a:lnTo>
                  <a:lnTo>
                    <a:pt x="246" y="894"/>
                  </a:lnTo>
                  <a:lnTo>
                    <a:pt x="192" y="906"/>
                  </a:lnTo>
                  <a:lnTo>
                    <a:pt x="192" y="864"/>
                  </a:lnTo>
                  <a:lnTo>
                    <a:pt x="186" y="828"/>
                  </a:lnTo>
                  <a:lnTo>
                    <a:pt x="186" y="804"/>
                  </a:lnTo>
                  <a:lnTo>
                    <a:pt x="180" y="792"/>
                  </a:lnTo>
                  <a:lnTo>
                    <a:pt x="174" y="786"/>
                  </a:lnTo>
                  <a:lnTo>
                    <a:pt x="180" y="786"/>
                  </a:lnTo>
                  <a:lnTo>
                    <a:pt x="192" y="774"/>
                  </a:lnTo>
                  <a:lnTo>
                    <a:pt x="198" y="762"/>
                  </a:lnTo>
                  <a:lnTo>
                    <a:pt x="204" y="744"/>
                  </a:lnTo>
                  <a:lnTo>
                    <a:pt x="204" y="678"/>
                  </a:lnTo>
                  <a:lnTo>
                    <a:pt x="210" y="678"/>
                  </a:lnTo>
                  <a:lnTo>
                    <a:pt x="216" y="672"/>
                  </a:lnTo>
                  <a:lnTo>
                    <a:pt x="222" y="660"/>
                  </a:lnTo>
                  <a:lnTo>
                    <a:pt x="228" y="654"/>
                  </a:lnTo>
                  <a:lnTo>
                    <a:pt x="228" y="612"/>
                  </a:lnTo>
                  <a:lnTo>
                    <a:pt x="222" y="600"/>
                  </a:lnTo>
                  <a:lnTo>
                    <a:pt x="222" y="594"/>
                  </a:lnTo>
                  <a:lnTo>
                    <a:pt x="216" y="588"/>
                  </a:lnTo>
                  <a:lnTo>
                    <a:pt x="222" y="558"/>
                  </a:lnTo>
                  <a:lnTo>
                    <a:pt x="234" y="558"/>
                  </a:lnTo>
                  <a:lnTo>
                    <a:pt x="234" y="552"/>
                  </a:lnTo>
                  <a:lnTo>
                    <a:pt x="240" y="546"/>
                  </a:lnTo>
                  <a:lnTo>
                    <a:pt x="264" y="546"/>
                  </a:lnTo>
                  <a:lnTo>
                    <a:pt x="270" y="552"/>
                  </a:lnTo>
                  <a:lnTo>
                    <a:pt x="294" y="564"/>
                  </a:lnTo>
                  <a:lnTo>
                    <a:pt x="300" y="570"/>
                  </a:lnTo>
                  <a:lnTo>
                    <a:pt x="288" y="576"/>
                  </a:lnTo>
                  <a:lnTo>
                    <a:pt x="288" y="588"/>
                  </a:lnTo>
                  <a:lnTo>
                    <a:pt x="282" y="594"/>
                  </a:lnTo>
                  <a:lnTo>
                    <a:pt x="282" y="612"/>
                  </a:lnTo>
                  <a:lnTo>
                    <a:pt x="288" y="624"/>
                  </a:lnTo>
                  <a:lnTo>
                    <a:pt x="306" y="624"/>
                  </a:lnTo>
                  <a:lnTo>
                    <a:pt x="330" y="612"/>
                  </a:lnTo>
                  <a:lnTo>
                    <a:pt x="342" y="612"/>
                  </a:lnTo>
                  <a:lnTo>
                    <a:pt x="354" y="606"/>
                  </a:lnTo>
                  <a:lnTo>
                    <a:pt x="360" y="600"/>
                  </a:lnTo>
                  <a:lnTo>
                    <a:pt x="366" y="600"/>
                  </a:lnTo>
                  <a:lnTo>
                    <a:pt x="396" y="684"/>
                  </a:lnTo>
                  <a:lnTo>
                    <a:pt x="402" y="678"/>
                  </a:lnTo>
                  <a:lnTo>
                    <a:pt x="414" y="672"/>
                  </a:lnTo>
                  <a:lnTo>
                    <a:pt x="426" y="672"/>
                  </a:lnTo>
                  <a:lnTo>
                    <a:pt x="426" y="642"/>
                  </a:lnTo>
                  <a:lnTo>
                    <a:pt x="414" y="630"/>
                  </a:lnTo>
                  <a:lnTo>
                    <a:pt x="414" y="600"/>
                  </a:lnTo>
                  <a:lnTo>
                    <a:pt x="402" y="588"/>
                  </a:lnTo>
                  <a:lnTo>
                    <a:pt x="396" y="552"/>
                  </a:lnTo>
                  <a:lnTo>
                    <a:pt x="426" y="522"/>
                  </a:lnTo>
                  <a:lnTo>
                    <a:pt x="426" y="516"/>
                  </a:lnTo>
                  <a:lnTo>
                    <a:pt x="432" y="504"/>
                  </a:lnTo>
                  <a:lnTo>
                    <a:pt x="438" y="498"/>
                  </a:lnTo>
                  <a:lnTo>
                    <a:pt x="450" y="492"/>
                  </a:lnTo>
                  <a:lnTo>
                    <a:pt x="468" y="486"/>
                  </a:lnTo>
                  <a:lnTo>
                    <a:pt x="504" y="486"/>
                  </a:lnTo>
                  <a:lnTo>
                    <a:pt x="510" y="492"/>
                  </a:lnTo>
                  <a:lnTo>
                    <a:pt x="522" y="492"/>
                  </a:lnTo>
                  <a:lnTo>
                    <a:pt x="534" y="486"/>
                  </a:lnTo>
                  <a:lnTo>
                    <a:pt x="564" y="486"/>
                  </a:lnTo>
                  <a:lnTo>
                    <a:pt x="576" y="492"/>
                  </a:lnTo>
                  <a:lnTo>
                    <a:pt x="582" y="498"/>
                  </a:lnTo>
                  <a:lnTo>
                    <a:pt x="588" y="498"/>
                  </a:lnTo>
                  <a:lnTo>
                    <a:pt x="594" y="492"/>
                  </a:lnTo>
                  <a:lnTo>
                    <a:pt x="600" y="480"/>
                  </a:lnTo>
                  <a:lnTo>
                    <a:pt x="618" y="462"/>
                  </a:lnTo>
                  <a:lnTo>
                    <a:pt x="618" y="450"/>
                  </a:lnTo>
                  <a:lnTo>
                    <a:pt x="612" y="444"/>
                  </a:lnTo>
                  <a:lnTo>
                    <a:pt x="600" y="438"/>
                  </a:lnTo>
                  <a:lnTo>
                    <a:pt x="588" y="42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02" name="Taiwan" descr="© INSCALE GmbH, 05.05.2010&#10;http://www.presentationload.com/">
              <a:extLst>
                <a:ext uri="{FF2B5EF4-FFF2-40B4-BE49-F238E27FC236}">
                  <a16:creationId xmlns:a16="http://schemas.microsoft.com/office/drawing/2014/main" id="{3534092B-D335-4C53-B33D-9AFD9054B391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6493882" y="2331526"/>
              <a:ext cx="40066" cy="88627"/>
            </a:xfrm>
            <a:custGeom>
              <a:avLst/>
              <a:gdLst>
                <a:gd name="T0" fmla="*/ 2147483647 w 120"/>
                <a:gd name="T1" fmla="*/ 2147483647 h 270"/>
                <a:gd name="T2" fmla="*/ 2147483647 w 120"/>
                <a:gd name="T3" fmla="*/ 2147483647 h 270"/>
                <a:gd name="T4" fmla="*/ 2147483647 w 120"/>
                <a:gd name="T5" fmla="*/ 2147483647 h 270"/>
                <a:gd name="T6" fmla="*/ 2147483647 w 120"/>
                <a:gd name="T7" fmla="*/ 2147483647 h 270"/>
                <a:gd name="T8" fmla="*/ 2147483647 w 120"/>
                <a:gd name="T9" fmla="*/ 2147483647 h 270"/>
                <a:gd name="T10" fmla="*/ 2147483647 w 120"/>
                <a:gd name="T11" fmla="*/ 2147483647 h 270"/>
                <a:gd name="T12" fmla="*/ 2147483647 w 120"/>
                <a:gd name="T13" fmla="*/ 2147483647 h 270"/>
                <a:gd name="T14" fmla="*/ 2147483647 w 120"/>
                <a:gd name="T15" fmla="*/ 2147483647 h 270"/>
                <a:gd name="T16" fmla="*/ 2147483647 w 120"/>
                <a:gd name="T17" fmla="*/ 2147483647 h 270"/>
                <a:gd name="T18" fmla="*/ 2147483647 w 120"/>
                <a:gd name="T19" fmla="*/ 2147483647 h 270"/>
                <a:gd name="T20" fmla="*/ 2147483647 w 120"/>
                <a:gd name="T21" fmla="*/ 0 h 270"/>
                <a:gd name="T22" fmla="*/ 2147483647 w 120"/>
                <a:gd name="T23" fmla="*/ 2147483647 h 270"/>
                <a:gd name="T24" fmla="*/ 2147483647 w 120"/>
                <a:gd name="T25" fmla="*/ 2147483647 h 270"/>
                <a:gd name="T26" fmla="*/ 2147483647 w 120"/>
                <a:gd name="T27" fmla="*/ 2147483647 h 270"/>
                <a:gd name="T28" fmla="*/ 2147483647 w 120"/>
                <a:gd name="T29" fmla="*/ 2147483647 h 270"/>
                <a:gd name="T30" fmla="*/ 0 w 120"/>
                <a:gd name="T31" fmla="*/ 2147483647 h 270"/>
                <a:gd name="T32" fmla="*/ 0 w 120"/>
                <a:gd name="T33" fmla="*/ 2147483647 h 270"/>
                <a:gd name="T34" fmla="*/ 2147483647 w 120"/>
                <a:gd name="T35" fmla="*/ 2147483647 h 270"/>
                <a:gd name="T36" fmla="*/ 2147483647 w 120"/>
                <a:gd name="T37" fmla="*/ 2147483647 h 270"/>
                <a:gd name="T38" fmla="*/ 2147483647 w 120"/>
                <a:gd name="T39" fmla="*/ 2147483647 h 270"/>
                <a:gd name="T40" fmla="*/ 2147483647 w 120"/>
                <a:gd name="T41" fmla="*/ 2147483647 h 270"/>
                <a:gd name="T42" fmla="*/ 2147483647 w 120"/>
                <a:gd name="T43" fmla="*/ 2147483647 h 270"/>
                <a:gd name="T44" fmla="*/ 2147483647 w 120"/>
                <a:gd name="T45" fmla="*/ 2147483647 h 270"/>
                <a:gd name="T46" fmla="*/ 2147483647 w 120"/>
                <a:gd name="T47" fmla="*/ 2147483647 h 270"/>
                <a:gd name="T48" fmla="*/ 2147483647 w 120"/>
                <a:gd name="T49" fmla="*/ 2147483647 h 270"/>
                <a:gd name="T50" fmla="*/ 2147483647 w 120"/>
                <a:gd name="T51" fmla="*/ 2147483647 h 27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20"/>
                <a:gd name="T79" fmla="*/ 0 h 270"/>
                <a:gd name="T80" fmla="*/ 120 w 120"/>
                <a:gd name="T81" fmla="*/ 270 h 27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20" h="270">
                  <a:moveTo>
                    <a:pt x="84" y="270"/>
                  </a:moveTo>
                  <a:lnTo>
                    <a:pt x="84" y="222"/>
                  </a:lnTo>
                  <a:lnTo>
                    <a:pt x="90" y="216"/>
                  </a:lnTo>
                  <a:lnTo>
                    <a:pt x="102" y="192"/>
                  </a:lnTo>
                  <a:lnTo>
                    <a:pt x="102" y="102"/>
                  </a:lnTo>
                  <a:lnTo>
                    <a:pt x="108" y="96"/>
                  </a:lnTo>
                  <a:lnTo>
                    <a:pt x="114" y="84"/>
                  </a:lnTo>
                  <a:lnTo>
                    <a:pt x="114" y="54"/>
                  </a:lnTo>
                  <a:lnTo>
                    <a:pt x="120" y="36"/>
                  </a:lnTo>
                  <a:lnTo>
                    <a:pt x="120" y="24"/>
                  </a:lnTo>
                  <a:lnTo>
                    <a:pt x="72" y="0"/>
                  </a:lnTo>
                  <a:lnTo>
                    <a:pt x="48" y="30"/>
                  </a:lnTo>
                  <a:lnTo>
                    <a:pt x="42" y="42"/>
                  </a:lnTo>
                  <a:lnTo>
                    <a:pt x="30" y="78"/>
                  </a:lnTo>
                  <a:lnTo>
                    <a:pt x="12" y="114"/>
                  </a:lnTo>
                  <a:lnTo>
                    <a:pt x="0" y="150"/>
                  </a:lnTo>
                  <a:lnTo>
                    <a:pt x="0" y="168"/>
                  </a:lnTo>
                  <a:lnTo>
                    <a:pt x="6" y="180"/>
                  </a:lnTo>
                  <a:lnTo>
                    <a:pt x="18" y="192"/>
                  </a:lnTo>
                  <a:lnTo>
                    <a:pt x="24" y="204"/>
                  </a:lnTo>
                  <a:lnTo>
                    <a:pt x="36" y="210"/>
                  </a:lnTo>
                  <a:lnTo>
                    <a:pt x="42" y="222"/>
                  </a:lnTo>
                  <a:lnTo>
                    <a:pt x="42" y="228"/>
                  </a:lnTo>
                  <a:lnTo>
                    <a:pt x="48" y="234"/>
                  </a:lnTo>
                  <a:lnTo>
                    <a:pt x="60" y="258"/>
                  </a:lnTo>
                  <a:lnTo>
                    <a:pt x="84" y="27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03" name="Turkmen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372B784B-8056-4676-8061-96660166E61F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879653" y="1870413"/>
              <a:ext cx="333443" cy="199087"/>
            </a:xfrm>
            <a:custGeom>
              <a:avLst/>
              <a:gdLst>
                <a:gd name="T0" fmla="*/ 2147483647 w 1008"/>
                <a:gd name="T1" fmla="*/ 2147483647 h 606"/>
                <a:gd name="T2" fmla="*/ 2147483647 w 1008"/>
                <a:gd name="T3" fmla="*/ 2147483647 h 606"/>
                <a:gd name="T4" fmla="*/ 2147483647 w 1008"/>
                <a:gd name="T5" fmla="*/ 2147483647 h 606"/>
                <a:gd name="T6" fmla="*/ 2147483647 w 1008"/>
                <a:gd name="T7" fmla="*/ 2147483647 h 606"/>
                <a:gd name="T8" fmla="*/ 2147483647 w 1008"/>
                <a:gd name="T9" fmla="*/ 2147483647 h 606"/>
                <a:gd name="T10" fmla="*/ 2147483647 w 1008"/>
                <a:gd name="T11" fmla="*/ 2147483647 h 606"/>
                <a:gd name="T12" fmla="*/ 2147483647 w 1008"/>
                <a:gd name="T13" fmla="*/ 2147483647 h 606"/>
                <a:gd name="T14" fmla="*/ 2147483647 w 1008"/>
                <a:gd name="T15" fmla="*/ 2147483647 h 606"/>
                <a:gd name="T16" fmla="*/ 2147483647 w 1008"/>
                <a:gd name="T17" fmla="*/ 2147483647 h 606"/>
                <a:gd name="T18" fmla="*/ 2147483647 w 1008"/>
                <a:gd name="T19" fmla="*/ 2147483647 h 606"/>
                <a:gd name="T20" fmla="*/ 2147483647 w 1008"/>
                <a:gd name="T21" fmla="*/ 2147483647 h 606"/>
                <a:gd name="T22" fmla="*/ 2147483647 w 1008"/>
                <a:gd name="T23" fmla="*/ 2147483647 h 606"/>
                <a:gd name="T24" fmla="*/ 2147483647 w 1008"/>
                <a:gd name="T25" fmla="*/ 2147483647 h 606"/>
                <a:gd name="T26" fmla="*/ 2147483647 w 1008"/>
                <a:gd name="T27" fmla="*/ 2147483647 h 606"/>
                <a:gd name="T28" fmla="*/ 2147483647 w 1008"/>
                <a:gd name="T29" fmla="*/ 2147483647 h 606"/>
                <a:gd name="T30" fmla="*/ 2147483647 w 1008"/>
                <a:gd name="T31" fmla="*/ 2147483647 h 606"/>
                <a:gd name="T32" fmla="*/ 2147483647 w 1008"/>
                <a:gd name="T33" fmla="*/ 2147483647 h 606"/>
                <a:gd name="T34" fmla="*/ 2147483647 w 1008"/>
                <a:gd name="T35" fmla="*/ 2147483647 h 606"/>
                <a:gd name="T36" fmla="*/ 2147483647 w 1008"/>
                <a:gd name="T37" fmla="*/ 2147483647 h 606"/>
                <a:gd name="T38" fmla="*/ 2147483647 w 1008"/>
                <a:gd name="T39" fmla="*/ 2147483647 h 606"/>
                <a:gd name="T40" fmla="*/ 2147483647 w 1008"/>
                <a:gd name="T41" fmla="*/ 2147483647 h 606"/>
                <a:gd name="T42" fmla="*/ 2147483647 w 1008"/>
                <a:gd name="T43" fmla="*/ 2147483647 h 606"/>
                <a:gd name="T44" fmla="*/ 2147483647 w 1008"/>
                <a:gd name="T45" fmla="*/ 2147483647 h 606"/>
                <a:gd name="T46" fmla="*/ 2147483647 w 1008"/>
                <a:gd name="T47" fmla="*/ 2147483647 h 606"/>
                <a:gd name="T48" fmla="*/ 2147483647 w 1008"/>
                <a:gd name="T49" fmla="*/ 2147483647 h 606"/>
                <a:gd name="T50" fmla="*/ 2147483647 w 1008"/>
                <a:gd name="T51" fmla="*/ 2147483647 h 606"/>
                <a:gd name="T52" fmla="*/ 2147483647 w 1008"/>
                <a:gd name="T53" fmla="*/ 2147483647 h 606"/>
                <a:gd name="T54" fmla="*/ 2147483647 w 1008"/>
                <a:gd name="T55" fmla="*/ 2147483647 h 606"/>
                <a:gd name="T56" fmla="*/ 2147483647 w 1008"/>
                <a:gd name="T57" fmla="*/ 2147483647 h 606"/>
                <a:gd name="T58" fmla="*/ 2147483647 w 1008"/>
                <a:gd name="T59" fmla="*/ 2147483647 h 606"/>
                <a:gd name="T60" fmla="*/ 2147483647 w 1008"/>
                <a:gd name="T61" fmla="*/ 2147483647 h 606"/>
                <a:gd name="T62" fmla="*/ 2147483647 w 1008"/>
                <a:gd name="T63" fmla="*/ 2147483647 h 606"/>
                <a:gd name="T64" fmla="*/ 2147483647 w 1008"/>
                <a:gd name="T65" fmla="*/ 2147483647 h 606"/>
                <a:gd name="T66" fmla="*/ 2147483647 w 1008"/>
                <a:gd name="T67" fmla="*/ 2147483647 h 606"/>
                <a:gd name="T68" fmla="*/ 2147483647 w 1008"/>
                <a:gd name="T69" fmla="*/ 2147483647 h 606"/>
                <a:gd name="T70" fmla="*/ 2147483647 w 1008"/>
                <a:gd name="T71" fmla="*/ 2147483647 h 606"/>
                <a:gd name="T72" fmla="*/ 2147483647 w 1008"/>
                <a:gd name="T73" fmla="*/ 2147483647 h 606"/>
                <a:gd name="T74" fmla="*/ 2147483647 w 1008"/>
                <a:gd name="T75" fmla="*/ 2147483647 h 606"/>
                <a:gd name="T76" fmla="*/ 2147483647 w 1008"/>
                <a:gd name="T77" fmla="*/ 2147483647 h 606"/>
                <a:gd name="T78" fmla="*/ 2147483647 w 1008"/>
                <a:gd name="T79" fmla="*/ 2147483647 h 606"/>
                <a:gd name="T80" fmla="*/ 2147483647 w 1008"/>
                <a:gd name="T81" fmla="*/ 2147483647 h 606"/>
                <a:gd name="T82" fmla="*/ 2147483647 w 1008"/>
                <a:gd name="T83" fmla="*/ 2147483647 h 606"/>
                <a:gd name="T84" fmla="*/ 2147483647 w 1008"/>
                <a:gd name="T85" fmla="*/ 2147483647 h 606"/>
                <a:gd name="T86" fmla="*/ 2147483647 w 1008"/>
                <a:gd name="T87" fmla="*/ 2147483647 h 606"/>
                <a:gd name="T88" fmla="*/ 2147483647 w 1008"/>
                <a:gd name="T89" fmla="*/ 2147483647 h 606"/>
                <a:gd name="T90" fmla="*/ 2147483647 w 1008"/>
                <a:gd name="T91" fmla="*/ 2147483647 h 606"/>
                <a:gd name="T92" fmla="*/ 2147483647 w 1008"/>
                <a:gd name="T93" fmla="*/ 2147483647 h 606"/>
                <a:gd name="T94" fmla="*/ 2147483647 w 1008"/>
                <a:gd name="T95" fmla="*/ 2147483647 h 606"/>
                <a:gd name="T96" fmla="*/ 2147483647 w 1008"/>
                <a:gd name="T97" fmla="*/ 2147483647 h 606"/>
                <a:gd name="T98" fmla="*/ 2147483647 w 1008"/>
                <a:gd name="T99" fmla="*/ 2147483647 h 606"/>
                <a:gd name="T100" fmla="*/ 2147483647 w 1008"/>
                <a:gd name="T101" fmla="*/ 2147483647 h 606"/>
                <a:gd name="T102" fmla="*/ 2147483647 w 1008"/>
                <a:gd name="T103" fmla="*/ 2147483647 h 606"/>
                <a:gd name="T104" fmla="*/ 0 w 1008"/>
                <a:gd name="T105" fmla="*/ 2147483647 h 606"/>
                <a:gd name="T106" fmla="*/ 2147483647 w 1008"/>
                <a:gd name="T107" fmla="*/ 2147483647 h 606"/>
                <a:gd name="T108" fmla="*/ 2147483647 w 1008"/>
                <a:gd name="T109" fmla="*/ 2147483647 h 60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008"/>
                <a:gd name="T166" fmla="*/ 0 h 606"/>
                <a:gd name="T167" fmla="*/ 1008 w 1008"/>
                <a:gd name="T168" fmla="*/ 606 h 60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008" h="606">
                  <a:moveTo>
                    <a:pt x="48" y="150"/>
                  </a:moveTo>
                  <a:lnTo>
                    <a:pt x="48" y="156"/>
                  </a:lnTo>
                  <a:lnTo>
                    <a:pt x="42" y="162"/>
                  </a:lnTo>
                  <a:lnTo>
                    <a:pt x="36" y="174"/>
                  </a:lnTo>
                  <a:lnTo>
                    <a:pt x="36" y="186"/>
                  </a:lnTo>
                  <a:lnTo>
                    <a:pt x="42" y="198"/>
                  </a:lnTo>
                  <a:lnTo>
                    <a:pt x="48" y="204"/>
                  </a:lnTo>
                  <a:lnTo>
                    <a:pt x="54" y="216"/>
                  </a:lnTo>
                  <a:lnTo>
                    <a:pt x="60" y="222"/>
                  </a:lnTo>
                  <a:lnTo>
                    <a:pt x="60" y="228"/>
                  </a:lnTo>
                  <a:lnTo>
                    <a:pt x="90" y="222"/>
                  </a:lnTo>
                  <a:lnTo>
                    <a:pt x="90" y="246"/>
                  </a:lnTo>
                  <a:lnTo>
                    <a:pt x="114" y="258"/>
                  </a:lnTo>
                  <a:lnTo>
                    <a:pt x="90" y="258"/>
                  </a:lnTo>
                  <a:lnTo>
                    <a:pt x="78" y="264"/>
                  </a:lnTo>
                  <a:lnTo>
                    <a:pt x="72" y="264"/>
                  </a:lnTo>
                  <a:lnTo>
                    <a:pt x="72" y="270"/>
                  </a:lnTo>
                  <a:lnTo>
                    <a:pt x="78" y="276"/>
                  </a:lnTo>
                  <a:lnTo>
                    <a:pt x="90" y="276"/>
                  </a:lnTo>
                  <a:lnTo>
                    <a:pt x="96" y="282"/>
                  </a:lnTo>
                  <a:lnTo>
                    <a:pt x="114" y="282"/>
                  </a:lnTo>
                  <a:lnTo>
                    <a:pt x="120" y="288"/>
                  </a:lnTo>
                  <a:lnTo>
                    <a:pt x="126" y="300"/>
                  </a:lnTo>
                  <a:lnTo>
                    <a:pt x="132" y="306"/>
                  </a:lnTo>
                  <a:lnTo>
                    <a:pt x="138" y="354"/>
                  </a:lnTo>
                  <a:lnTo>
                    <a:pt x="150" y="360"/>
                  </a:lnTo>
                  <a:lnTo>
                    <a:pt x="150" y="372"/>
                  </a:lnTo>
                  <a:lnTo>
                    <a:pt x="144" y="378"/>
                  </a:lnTo>
                  <a:lnTo>
                    <a:pt x="144" y="402"/>
                  </a:lnTo>
                  <a:lnTo>
                    <a:pt x="150" y="414"/>
                  </a:lnTo>
                  <a:lnTo>
                    <a:pt x="150" y="426"/>
                  </a:lnTo>
                  <a:lnTo>
                    <a:pt x="156" y="432"/>
                  </a:lnTo>
                  <a:lnTo>
                    <a:pt x="156" y="438"/>
                  </a:lnTo>
                  <a:lnTo>
                    <a:pt x="186" y="438"/>
                  </a:lnTo>
                  <a:lnTo>
                    <a:pt x="198" y="426"/>
                  </a:lnTo>
                  <a:lnTo>
                    <a:pt x="210" y="420"/>
                  </a:lnTo>
                  <a:lnTo>
                    <a:pt x="210" y="408"/>
                  </a:lnTo>
                  <a:lnTo>
                    <a:pt x="216" y="402"/>
                  </a:lnTo>
                  <a:lnTo>
                    <a:pt x="228" y="396"/>
                  </a:lnTo>
                  <a:lnTo>
                    <a:pt x="246" y="378"/>
                  </a:lnTo>
                  <a:lnTo>
                    <a:pt x="258" y="372"/>
                  </a:lnTo>
                  <a:lnTo>
                    <a:pt x="294" y="372"/>
                  </a:lnTo>
                  <a:lnTo>
                    <a:pt x="306" y="378"/>
                  </a:lnTo>
                  <a:lnTo>
                    <a:pt x="312" y="372"/>
                  </a:lnTo>
                  <a:lnTo>
                    <a:pt x="312" y="366"/>
                  </a:lnTo>
                  <a:lnTo>
                    <a:pt x="372" y="366"/>
                  </a:lnTo>
                  <a:lnTo>
                    <a:pt x="384" y="378"/>
                  </a:lnTo>
                  <a:lnTo>
                    <a:pt x="384" y="390"/>
                  </a:lnTo>
                  <a:lnTo>
                    <a:pt x="414" y="390"/>
                  </a:lnTo>
                  <a:lnTo>
                    <a:pt x="420" y="396"/>
                  </a:lnTo>
                  <a:lnTo>
                    <a:pt x="432" y="402"/>
                  </a:lnTo>
                  <a:lnTo>
                    <a:pt x="438" y="408"/>
                  </a:lnTo>
                  <a:lnTo>
                    <a:pt x="450" y="414"/>
                  </a:lnTo>
                  <a:lnTo>
                    <a:pt x="450" y="408"/>
                  </a:lnTo>
                  <a:lnTo>
                    <a:pt x="468" y="408"/>
                  </a:lnTo>
                  <a:lnTo>
                    <a:pt x="480" y="414"/>
                  </a:lnTo>
                  <a:lnTo>
                    <a:pt x="498" y="414"/>
                  </a:lnTo>
                  <a:lnTo>
                    <a:pt x="510" y="420"/>
                  </a:lnTo>
                  <a:lnTo>
                    <a:pt x="516" y="420"/>
                  </a:lnTo>
                  <a:lnTo>
                    <a:pt x="522" y="426"/>
                  </a:lnTo>
                  <a:lnTo>
                    <a:pt x="522" y="432"/>
                  </a:lnTo>
                  <a:lnTo>
                    <a:pt x="528" y="444"/>
                  </a:lnTo>
                  <a:lnTo>
                    <a:pt x="534" y="450"/>
                  </a:lnTo>
                  <a:lnTo>
                    <a:pt x="540" y="450"/>
                  </a:lnTo>
                  <a:lnTo>
                    <a:pt x="546" y="456"/>
                  </a:lnTo>
                  <a:lnTo>
                    <a:pt x="558" y="456"/>
                  </a:lnTo>
                  <a:lnTo>
                    <a:pt x="570" y="468"/>
                  </a:lnTo>
                  <a:lnTo>
                    <a:pt x="582" y="474"/>
                  </a:lnTo>
                  <a:lnTo>
                    <a:pt x="588" y="486"/>
                  </a:lnTo>
                  <a:lnTo>
                    <a:pt x="594" y="492"/>
                  </a:lnTo>
                  <a:lnTo>
                    <a:pt x="660" y="486"/>
                  </a:lnTo>
                  <a:lnTo>
                    <a:pt x="660" y="522"/>
                  </a:lnTo>
                  <a:lnTo>
                    <a:pt x="672" y="522"/>
                  </a:lnTo>
                  <a:lnTo>
                    <a:pt x="666" y="546"/>
                  </a:lnTo>
                  <a:lnTo>
                    <a:pt x="678" y="576"/>
                  </a:lnTo>
                  <a:lnTo>
                    <a:pt x="684" y="582"/>
                  </a:lnTo>
                  <a:lnTo>
                    <a:pt x="696" y="582"/>
                  </a:lnTo>
                  <a:lnTo>
                    <a:pt x="702" y="588"/>
                  </a:lnTo>
                  <a:lnTo>
                    <a:pt x="714" y="588"/>
                  </a:lnTo>
                  <a:lnTo>
                    <a:pt x="720" y="582"/>
                  </a:lnTo>
                  <a:lnTo>
                    <a:pt x="726" y="582"/>
                  </a:lnTo>
                  <a:lnTo>
                    <a:pt x="750" y="606"/>
                  </a:lnTo>
                  <a:lnTo>
                    <a:pt x="774" y="606"/>
                  </a:lnTo>
                  <a:lnTo>
                    <a:pt x="786" y="600"/>
                  </a:lnTo>
                  <a:lnTo>
                    <a:pt x="792" y="594"/>
                  </a:lnTo>
                  <a:lnTo>
                    <a:pt x="804" y="570"/>
                  </a:lnTo>
                  <a:lnTo>
                    <a:pt x="804" y="558"/>
                  </a:lnTo>
                  <a:lnTo>
                    <a:pt x="816" y="558"/>
                  </a:lnTo>
                  <a:lnTo>
                    <a:pt x="852" y="540"/>
                  </a:lnTo>
                  <a:lnTo>
                    <a:pt x="858" y="528"/>
                  </a:lnTo>
                  <a:lnTo>
                    <a:pt x="870" y="522"/>
                  </a:lnTo>
                  <a:lnTo>
                    <a:pt x="882" y="522"/>
                  </a:lnTo>
                  <a:lnTo>
                    <a:pt x="882" y="462"/>
                  </a:lnTo>
                  <a:lnTo>
                    <a:pt x="888" y="450"/>
                  </a:lnTo>
                  <a:lnTo>
                    <a:pt x="900" y="444"/>
                  </a:lnTo>
                  <a:lnTo>
                    <a:pt x="936" y="444"/>
                  </a:lnTo>
                  <a:lnTo>
                    <a:pt x="936" y="420"/>
                  </a:lnTo>
                  <a:lnTo>
                    <a:pt x="948" y="420"/>
                  </a:lnTo>
                  <a:lnTo>
                    <a:pt x="960" y="426"/>
                  </a:lnTo>
                  <a:lnTo>
                    <a:pt x="966" y="432"/>
                  </a:lnTo>
                  <a:lnTo>
                    <a:pt x="978" y="438"/>
                  </a:lnTo>
                  <a:lnTo>
                    <a:pt x="1008" y="438"/>
                  </a:lnTo>
                  <a:lnTo>
                    <a:pt x="1008" y="426"/>
                  </a:lnTo>
                  <a:lnTo>
                    <a:pt x="996" y="414"/>
                  </a:lnTo>
                  <a:lnTo>
                    <a:pt x="996" y="396"/>
                  </a:lnTo>
                  <a:lnTo>
                    <a:pt x="1002" y="390"/>
                  </a:lnTo>
                  <a:lnTo>
                    <a:pt x="954" y="360"/>
                  </a:lnTo>
                  <a:lnTo>
                    <a:pt x="930" y="366"/>
                  </a:lnTo>
                  <a:lnTo>
                    <a:pt x="924" y="366"/>
                  </a:lnTo>
                  <a:lnTo>
                    <a:pt x="912" y="354"/>
                  </a:lnTo>
                  <a:lnTo>
                    <a:pt x="900" y="354"/>
                  </a:lnTo>
                  <a:lnTo>
                    <a:pt x="888" y="342"/>
                  </a:lnTo>
                  <a:lnTo>
                    <a:pt x="876" y="336"/>
                  </a:lnTo>
                  <a:lnTo>
                    <a:pt x="870" y="330"/>
                  </a:lnTo>
                  <a:lnTo>
                    <a:pt x="846" y="318"/>
                  </a:lnTo>
                  <a:lnTo>
                    <a:pt x="828" y="306"/>
                  </a:lnTo>
                  <a:lnTo>
                    <a:pt x="804" y="306"/>
                  </a:lnTo>
                  <a:lnTo>
                    <a:pt x="774" y="288"/>
                  </a:lnTo>
                  <a:lnTo>
                    <a:pt x="768" y="282"/>
                  </a:lnTo>
                  <a:lnTo>
                    <a:pt x="762" y="270"/>
                  </a:lnTo>
                  <a:lnTo>
                    <a:pt x="750" y="258"/>
                  </a:lnTo>
                  <a:lnTo>
                    <a:pt x="744" y="258"/>
                  </a:lnTo>
                  <a:lnTo>
                    <a:pt x="732" y="252"/>
                  </a:lnTo>
                  <a:lnTo>
                    <a:pt x="714" y="252"/>
                  </a:lnTo>
                  <a:lnTo>
                    <a:pt x="702" y="246"/>
                  </a:lnTo>
                  <a:lnTo>
                    <a:pt x="690" y="234"/>
                  </a:lnTo>
                  <a:lnTo>
                    <a:pt x="672" y="198"/>
                  </a:lnTo>
                  <a:lnTo>
                    <a:pt x="666" y="192"/>
                  </a:lnTo>
                  <a:lnTo>
                    <a:pt x="666" y="186"/>
                  </a:lnTo>
                  <a:lnTo>
                    <a:pt x="648" y="168"/>
                  </a:lnTo>
                  <a:lnTo>
                    <a:pt x="630" y="138"/>
                  </a:lnTo>
                  <a:lnTo>
                    <a:pt x="594" y="120"/>
                  </a:lnTo>
                  <a:lnTo>
                    <a:pt x="594" y="126"/>
                  </a:lnTo>
                  <a:lnTo>
                    <a:pt x="540" y="120"/>
                  </a:lnTo>
                  <a:lnTo>
                    <a:pt x="510" y="120"/>
                  </a:lnTo>
                  <a:lnTo>
                    <a:pt x="492" y="102"/>
                  </a:lnTo>
                  <a:lnTo>
                    <a:pt x="492" y="90"/>
                  </a:lnTo>
                  <a:lnTo>
                    <a:pt x="504" y="78"/>
                  </a:lnTo>
                  <a:lnTo>
                    <a:pt x="492" y="72"/>
                  </a:lnTo>
                  <a:lnTo>
                    <a:pt x="492" y="60"/>
                  </a:lnTo>
                  <a:lnTo>
                    <a:pt x="486" y="48"/>
                  </a:lnTo>
                  <a:lnTo>
                    <a:pt x="480" y="42"/>
                  </a:lnTo>
                  <a:lnTo>
                    <a:pt x="444" y="42"/>
                  </a:lnTo>
                  <a:lnTo>
                    <a:pt x="432" y="36"/>
                  </a:lnTo>
                  <a:lnTo>
                    <a:pt x="432" y="24"/>
                  </a:lnTo>
                  <a:lnTo>
                    <a:pt x="408" y="24"/>
                  </a:lnTo>
                  <a:lnTo>
                    <a:pt x="390" y="0"/>
                  </a:lnTo>
                  <a:lnTo>
                    <a:pt x="384" y="12"/>
                  </a:lnTo>
                  <a:lnTo>
                    <a:pt x="354" y="6"/>
                  </a:lnTo>
                  <a:lnTo>
                    <a:pt x="384" y="36"/>
                  </a:lnTo>
                  <a:lnTo>
                    <a:pt x="378" y="30"/>
                  </a:lnTo>
                  <a:lnTo>
                    <a:pt x="366" y="30"/>
                  </a:lnTo>
                  <a:lnTo>
                    <a:pt x="360" y="24"/>
                  </a:lnTo>
                  <a:lnTo>
                    <a:pt x="354" y="24"/>
                  </a:lnTo>
                  <a:lnTo>
                    <a:pt x="348" y="30"/>
                  </a:lnTo>
                  <a:lnTo>
                    <a:pt x="348" y="42"/>
                  </a:lnTo>
                  <a:lnTo>
                    <a:pt x="342" y="42"/>
                  </a:lnTo>
                  <a:lnTo>
                    <a:pt x="336" y="48"/>
                  </a:lnTo>
                  <a:lnTo>
                    <a:pt x="324" y="48"/>
                  </a:lnTo>
                  <a:lnTo>
                    <a:pt x="312" y="54"/>
                  </a:lnTo>
                  <a:lnTo>
                    <a:pt x="294" y="72"/>
                  </a:lnTo>
                  <a:lnTo>
                    <a:pt x="294" y="84"/>
                  </a:lnTo>
                  <a:lnTo>
                    <a:pt x="300" y="102"/>
                  </a:lnTo>
                  <a:lnTo>
                    <a:pt x="312" y="108"/>
                  </a:lnTo>
                  <a:lnTo>
                    <a:pt x="318" y="120"/>
                  </a:lnTo>
                  <a:lnTo>
                    <a:pt x="252" y="120"/>
                  </a:lnTo>
                  <a:lnTo>
                    <a:pt x="240" y="108"/>
                  </a:lnTo>
                  <a:lnTo>
                    <a:pt x="228" y="108"/>
                  </a:lnTo>
                  <a:lnTo>
                    <a:pt x="228" y="114"/>
                  </a:lnTo>
                  <a:lnTo>
                    <a:pt x="216" y="126"/>
                  </a:lnTo>
                  <a:lnTo>
                    <a:pt x="210" y="120"/>
                  </a:lnTo>
                  <a:lnTo>
                    <a:pt x="198" y="114"/>
                  </a:lnTo>
                  <a:lnTo>
                    <a:pt x="174" y="90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56" y="60"/>
                  </a:lnTo>
                  <a:lnTo>
                    <a:pt x="144" y="54"/>
                  </a:lnTo>
                  <a:lnTo>
                    <a:pt x="132" y="42"/>
                  </a:lnTo>
                  <a:lnTo>
                    <a:pt x="120" y="42"/>
                  </a:lnTo>
                  <a:lnTo>
                    <a:pt x="96" y="30"/>
                  </a:lnTo>
                  <a:lnTo>
                    <a:pt x="78" y="30"/>
                  </a:lnTo>
                  <a:lnTo>
                    <a:pt x="72" y="36"/>
                  </a:lnTo>
                  <a:lnTo>
                    <a:pt x="72" y="48"/>
                  </a:lnTo>
                  <a:lnTo>
                    <a:pt x="84" y="54"/>
                  </a:lnTo>
                  <a:lnTo>
                    <a:pt x="90" y="54"/>
                  </a:lnTo>
                  <a:lnTo>
                    <a:pt x="90" y="66"/>
                  </a:lnTo>
                  <a:lnTo>
                    <a:pt x="96" y="66"/>
                  </a:lnTo>
                  <a:lnTo>
                    <a:pt x="96" y="72"/>
                  </a:lnTo>
                  <a:lnTo>
                    <a:pt x="102" y="84"/>
                  </a:lnTo>
                  <a:lnTo>
                    <a:pt x="114" y="90"/>
                  </a:lnTo>
                  <a:lnTo>
                    <a:pt x="126" y="102"/>
                  </a:lnTo>
                  <a:lnTo>
                    <a:pt x="138" y="108"/>
                  </a:lnTo>
                  <a:lnTo>
                    <a:pt x="150" y="120"/>
                  </a:lnTo>
                  <a:lnTo>
                    <a:pt x="162" y="126"/>
                  </a:lnTo>
                  <a:lnTo>
                    <a:pt x="162" y="150"/>
                  </a:lnTo>
                  <a:lnTo>
                    <a:pt x="156" y="156"/>
                  </a:lnTo>
                  <a:lnTo>
                    <a:pt x="144" y="156"/>
                  </a:lnTo>
                  <a:lnTo>
                    <a:pt x="132" y="150"/>
                  </a:lnTo>
                  <a:lnTo>
                    <a:pt x="120" y="138"/>
                  </a:lnTo>
                  <a:lnTo>
                    <a:pt x="120" y="162"/>
                  </a:lnTo>
                  <a:lnTo>
                    <a:pt x="78" y="162"/>
                  </a:lnTo>
                  <a:lnTo>
                    <a:pt x="66" y="144"/>
                  </a:lnTo>
                  <a:lnTo>
                    <a:pt x="60" y="150"/>
                  </a:lnTo>
                  <a:lnTo>
                    <a:pt x="48" y="138"/>
                  </a:lnTo>
                  <a:lnTo>
                    <a:pt x="42" y="126"/>
                  </a:lnTo>
                  <a:lnTo>
                    <a:pt x="36" y="120"/>
                  </a:lnTo>
                  <a:lnTo>
                    <a:pt x="36" y="102"/>
                  </a:lnTo>
                  <a:lnTo>
                    <a:pt x="30" y="96"/>
                  </a:lnTo>
                  <a:lnTo>
                    <a:pt x="30" y="84"/>
                  </a:lnTo>
                  <a:lnTo>
                    <a:pt x="24" y="78"/>
                  </a:lnTo>
                  <a:lnTo>
                    <a:pt x="0" y="78"/>
                  </a:lnTo>
                  <a:lnTo>
                    <a:pt x="0" y="84"/>
                  </a:lnTo>
                  <a:lnTo>
                    <a:pt x="6" y="90"/>
                  </a:lnTo>
                  <a:lnTo>
                    <a:pt x="12" y="102"/>
                  </a:lnTo>
                  <a:lnTo>
                    <a:pt x="18" y="108"/>
                  </a:lnTo>
                  <a:lnTo>
                    <a:pt x="24" y="120"/>
                  </a:lnTo>
                  <a:lnTo>
                    <a:pt x="36" y="126"/>
                  </a:lnTo>
                  <a:lnTo>
                    <a:pt x="42" y="138"/>
                  </a:lnTo>
                  <a:lnTo>
                    <a:pt x="48" y="144"/>
                  </a:lnTo>
                  <a:lnTo>
                    <a:pt x="48" y="15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04" name="Turkey" descr="© INSCALE GmbH, 05.05.2010&#10;http://www.presentationload.com/">
              <a:extLst>
                <a:ext uri="{FF2B5EF4-FFF2-40B4-BE49-F238E27FC236}">
                  <a16:creationId xmlns:a16="http://schemas.microsoft.com/office/drawing/2014/main" id="{DF83DAE4-CFCE-48ED-A861-5225C4236CBE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4295474" y="1885825"/>
              <a:ext cx="439420" cy="166977"/>
            </a:xfrm>
            <a:custGeom>
              <a:avLst/>
              <a:gdLst>
                <a:gd name="T0" fmla="*/ 2147483647 w 1332"/>
                <a:gd name="T1" fmla="*/ 2147483647 h 510"/>
                <a:gd name="T2" fmla="*/ 2147483647 w 1332"/>
                <a:gd name="T3" fmla="*/ 2147483647 h 510"/>
                <a:gd name="T4" fmla="*/ 2147483647 w 1332"/>
                <a:gd name="T5" fmla="*/ 2147483647 h 510"/>
                <a:gd name="T6" fmla="*/ 2147483647 w 1332"/>
                <a:gd name="T7" fmla="*/ 2147483647 h 510"/>
                <a:gd name="T8" fmla="*/ 2147483647 w 1332"/>
                <a:gd name="T9" fmla="*/ 2147483647 h 510"/>
                <a:gd name="T10" fmla="*/ 2147483647 w 1332"/>
                <a:gd name="T11" fmla="*/ 2147483647 h 510"/>
                <a:gd name="T12" fmla="*/ 2147483647 w 1332"/>
                <a:gd name="T13" fmla="*/ 2147483647 h 510"/>
                <a:gd name="T14" fmla="*/ 2147483647 w 1332"/>
                <a:gd name="T15" fmla="*/ 2147483647 h 510"/>
                <a:gd name="T16" fmla="*/ 2147483647 w 1332"/>
                <a:gd name="T17" fmla="*/ 2147483647 h 510"/>
                <a:gd name="T18" fmla="*/ 2147483647 w 1332"/>
                <a:gd name="T19" fmla="*/ 2147483647 h 510"/>
                <a:gd name="T20" fmla="*/ 2147483647 w 1332"/>
                <a:gd name="T21" fmla="*/ 2147483647 h 510"/>
                <a:gd name="T22" fmla="*/ 2147483647 w 1332"/>
                <a:gd name="T23" fmla="*/ 2147483647 h 510"/>
                <a:gd name="T24" fmla="*/ 2147483647 w 1332"/>
                <a:gd name="T25" fmla="*/ 2147483647 h 510"/>
                <a:gd name="T26" fmla="*/ 2147483647 w 1332"/>
                <a:gd name="T27" fmla="*/ 2147483647 h 510"/>
                <a:gd name="T28" fmla="*/ 2147483647 w 1332"/>
                <a:gd name="T29" fmla="*/ 2147483647 h 510"/>
                <a:gd name="T30" fmla="*/ 2147483647 w 1332"/>
                <a:gd name="T31" fmla="*/ 2147483647 h 510"/>
                <a:gd name="T32" fmla="*/ 2147483647 w 1332"/>
                <a:gd name="T33" fmla="*/ 2147483647 h 510"/>
                <a:gd name="T34" fmla="*/ 2147483647 w 1332"/>
                <a:gd name="T35" fmla="*/ 2147483647 h 510"/>
                <a:gd name="T36" fmla="*/ 2147483647 w 1332"/>
                <a:gd name="T37" fmla="*/ 2147483647 h 510"/>
                <a:gd name="T38" fmla="*/ 2147483647 w 1332"/>
                <a:gd name="T39" fmla="*/ 2147483647 h 510"/>
                <a:gd name="T40" fmla="*/ 2147483647 w 1332"/>
                <a:gd name="T41" fmla="*/ 2147483647 h 510"/>
                <a:gd name="T42" fmla="*/ 2147483647 w 1332"/>
                <a:gd name="T43" fmla="*/ 2147483647 h 510"/>
                <a:gd name="T44" fmla="*/ 2147483647 w 1332"/>
                <a:gd name="T45" fmla="*/ 2147483647 h 510"/>
                <a:gd name="T46" fmla="*/ 2147483647 w 1332"/>
                <a:gd name="T47" fmla="*/ 2147483647 h 510"/>
                <a:gd name="T48" fmla="*/ 2147483647 w 1332"/>
                <a:gd name="T49" fmla="*/ 2147483647 h 510"/>
                <a:gd name="T50" fmla="*/ 2147483647 w 1332"/>
                <a:gd name="T51" fmla="*/ 2147483647 h 510"/>
                <a:gd name="T52" fmla="*/ 2147483647 w 1332"/>
                <a:gd name="T53" fmla="*/ 2147483647 h 510"/>
                <a:gd name="T54" fmla="*/ 2147483647 w 1332"/>
                <a:gd name="T55" fmla="*/ 2147483647 h 510"/>
                <a:gd name="T56" fmla="*/ 2147483647 w 1332"/>
                <a:gd name="T57" fmla="*/ 2147483647 h 510"/>
                <a:gd name="T58" fmla="*/ 2147483647 w 1332"/>
                <a:gd name="T59" fmla="*/ 2147483647 h 510"/>
                <a:gd name="T60" fmla="*/ 2147483647 w 1332"/>
                <a:gd name="T61" fmla="*/ 2147483647 h 510"/>
                <a:gd name="T62" fmla="*/ 2147483647 w 1332"/>
                <a:gd name="T63" fmla="*/ 2147483647 h 510"/>
                <a:gd name="T64" fmla="*/ 2147483647 w 1332"/>
                <a:gd name="T65" fmla="*/ 2147483647 h 510"/>
                <a:gd name="T66" fmla="*/ 2147483647 w 1332"/>
                <a:gd name="T67" fmla="*/ 2147483647 h 510"/>
                <a:gd name="T68" fmla="*/ 2147483647 w 1332"/>
                <a:gd name="T69" fmla="*/ 2147483647 h 510"/>
                <a:gd name="T70" fmla="*/ 2147483647 w 1332"/>
                <a:gd name="T71" fmla="*/ 2147483647 h 510"/>
                <a:gd name="T72" fmla="*/ 2147483647 w 1332"/>
                <a:gd name="T73" fmla="*/ 2147483647 h 510"/>
                <a:gd name="T74" fmla="*/ 2147483647 w 1332"/>
                <a:gd name="T75" fmla="*/ 2147483647 h 510"/>
                <a:gd name="T76" fmla="*/ 2147483647 w 1332"/>
                <a:gd name="T77" fmla="*/ 2147483647 h 510"/>
                <a:gd name="T78" fmla="*/ 2147483647 w 1332"/>
                <a:gd name="T79" fmla="*/ 2147483647 h 510"/>
                <a:gd name="T80" fmla="*/ 2147483647 w 1332"/>
                <a:gd name="T81" fmla="*/ 2147483647 h 510"/>
                <a:gd name="T82" fmla="*/ 2147483647 w 1332"/>
                <a:gd name="T83" fmla="*/ 2147483647 h 510"/>
                <a:gd name="T84" fmla="*/ 2147483647 w 1332"/>
                <a:gd name="T85" fmla="*/ 2147483647 h 510"/>
                <a:gd name="T86" fmla="*/ 2147483647 w 1332"/>
                <a:gd name="T87" fmla="*/ 2147483647 h 510"/>
                <a:gd name="T88" fmla="*/ 2147483647 w 1332"/>
                <a:gd name="T89" fmla="*/ 2147483647 h 510"/>
                <a:gd name="T90" fmla="*/ 2147483647 w 1332"/>
                <a:gd name="T91" fmla="*/ 2147483647 h 510"/>
                <a:gd name="T92" fmla="*/ 2147483647 w 1332"/>
                <a:gd name="T93" fmla="*/ 2147483647 h 510"/>
                <a:gd name="T94" fmla="*/ 2147483647 w 1332"/>
                <a:gd name="T95" fmla="*/ 2147483647 h 510"/>
                <a:gd name="T96" fmla="*/ 2147483647 w 1332"/>
                <a:gd name="T97" fmla="*/ 2147483647 h 510"/>
                <a:gd name="T98" fmla="*/ 2147483647 w 1332"/>
                <a:gd name="T99" fmla="*/ 2147483647 h 510"/>
                <a:gd name="T100" fmla="*/ 2147483647 w 1332"/>
                <a:gd name="T101" fmla="*/ 2147483647 h 510"/>
                <a:gd name="T102" fmla="*/ 2147483647 w 1332"/>
                <a:gd name="T103" fmla="*/ 2147483647 h 510"/>
                <a:gd name="T104" fmla="*/ 2147483647 w 1332"/>
                <a:gd name="T105" fmla="*/ 2147483647 h 510"/>
                <a:gd name="T106" fmla="*/ 2147483647 w 1332"/>
                <a:gd name="T107" fmla="*/ 2147483647 h 510"/>
                <a:gd name="T108" fmla="*/ 2147483647 w 1332"/>
                <a:gd name="T109" fmla="*/ 2147483647 h 510"/>
                <a:gd name="T110" fmla="*/ 2147483647 w 1332"/>
                <a:gd name="T111" fmla="*/ 2147483647 h 510"/>
                <a:gd name="T112" fmla="*/ 2147483647 w 1332"/>
                <a:gd name="T113" fmla="*/ 2147483647 h 510"/>
                <a:gd name="T114" fmla="*/ 2147483647 w 1332"/>
                <a:gd name="T115" fmla="*/ 2147483647 h 51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332"/>
                <a:gd name="T175" fmla="*/ 0 h 510"/>
                <a:gd name="T176" fmla="*/ 1332 w 1332"/>
                <a:gd name="T177" fmla="*/ 510 h 51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332" h="510">
                  <a:moveTo>
                    <a:pt x="6" y="192"/>
                  </a:moveTo>
                  <a:lnTo>
                    <a:pt x="24" y="186"/>
                  </a:lnTo>
                  <a:lnTo>
                    <a:pt x="30" y="174"/>
                  </a:lnTo>
                  <a:lnTo>
                    <a:pt x="0" y="174"/>
                  </a:lnTo>
                  <a:lnTo>
                    <a:pt x="6" y="192"/>
                  </a:lnTo>
                  <a:close/>
                  <a:moveTo>
                    <a:pt x="42" y="162"/>
                  </a:moveTo>
                  <a:lnTo>
                    <a:pt x="42" y="168"/>
                  </a:lnTo>
                  <a:lnTo>
                    <a:pt x="48" y="174"/>
                  </a:lnTo>
                  <a:lnTo>
                    <a:pt x="60" y="174"/>
                  </a:lnTo>
                  <a:lnTo>
                    <a:pt x="60" y="162"/>
                  </a:lnTo>
                  <a:lnTo>
                    <a:pt x="54" y="156"/>
                  </a:lnTo>
                  <a:lnTo>
                    <a:pt x="54" y="150"/>
                  </a:lnTo>
                  <a:lnTo>
                    <a:pt x="48" y="150"/>
                  </a:lnTo>
                  <a:lnTo>
                    <a:pt x="48" y="156"/>
                  </a:lnTo>
                  <a:lnTo>
                    <a:pt x="42" y="162"/>
                  </a:lnTo>
                  <a:close/>
                  <a:moveTo>
                    <a:pt x="96" y="138"/>
                  </a:moveTo>
                  <a:lnTo>
                    <a:pt x="66" y="138"/>
                  </a:lnTo>
                  <a:lnTo>
                    <a:pt x="66" y="174"/>
                  </a:lnTo>
                  <a:lnTo>
                    <a:pt x="78" y="150"/>
                  </a:lnTo>
                  <a:lnTo>
                    <a:pt x="96" y="138"/>
                  </a:lnTo>
                  <a:close/>
                  <a:moveTo>
                    <a:pt x="1332" y="402"/>
                  </a:moveTo>
                  <a:lnTo>
                    <a:pt x="1332" y="390"/>
                  </a:lnTo>
                  <a:lnTo>
                    <a:pt x="1308" y="384"/>
                  </a:lnTo>
                  <a:lnTo>
                    <a:pt x="1308" y="354"/>
                  </a:lnTo>
                  <a:lnTo>
                    <a:pt x="1272" y="336"/>
                  </a:lnTo>
                  <a:lnTo>
                    <a:pt x="1278" y="330"/>
                  </a:lnTo>
                  <a:lnTo>
                    <a:pt x="1284" y="318"/>
                  </a:lnTo>
                  <a:lnTo>
                    <a:pt x="1284" y="312"/>
                  </a:lnTo>
                  <a:lnTo>
                    <a:pt x="1290" y="306"/>
                  </a:lnTo>
                  <a:lnTo>
                    <a:pt x="1284" y="306"/>
                  </a:lnTo>
                  <a:lnTo>
                    <a:pt x="1278" y="300"/>
                  </a:lnTo>
                  <a:lnTo>
                    <a:pt x="1278" y="288"/>
                  </a:lnTo>
                  <a:lnTo>
                    <a:pt x="1266" y="276"/>
                  </a:lnTo>
                  <a:lnTo>
                    <a:pt x="1266" y="246"/>
                  </a:lnTo>
                  <a:lnTo>
                    <a:pt x="1248" y="222"/>
                  </a:lnTo>
                  <a:lnTo>
                    <a:pt x="1272" y="222"/>
                  </a:lnTo>
                  <a:lnTo>
                    <a:pt x="1272" y="216"/>
                  </a:lnTo>
                  <a:lnTo>
                    <a:pt x="1278" y="210"/>
                  </a:lnTo>
                  <a:lnTo>
                    <a:pt x="1272" y="198"/>
                  </a:lnTo>
                  <a:lnTo>
                    <a:pt x="1272" y="186"/>
                  </a:lnTo>
                  <a:lnTo>
                    <a:pt x="1266" y="180"/>
                  </a:lnTo>
                  <a:lnTo>
                    <a:pt x="1266" y="174"/>
                  </a:lnTo>
                  <a:lnTo>
                    <a:pt x="1260" y="174"/>
                  </a:lnTo>
                  <a:lnTo>
                    <a:pt x="1248" y="180"/>
                  </a:lnTo>
                  <a:lnTo>
                    <a:pt x="1236" y="180"/>
                  </a:lnTo>
                  <a:lnTo>
                    <a:pt x="1224" y="174"/>
                  </a:lnTo>
                  <a:lnTo>
                    <a:pt x="1218" y="168"/>
                  </a:lnTo>
                  <a:lnTo>
                    <a:pt x="1212" y="156"/>
                  </a:lnTo>
                  <a:lnTo>
                    <a:pt x="1212" y="144"/>
                  </a:lnTo>
                  <a:lnTo>
                    <a:pt x="1200" y="108"/>
                  </a:lnTo>
                  <a:lnTo>
                    <a:pt x="1194" y="96"/>
                  </a:lnTo>
                  <a:lnTo>
                    <a:pt x="1194" y="84"/>
                  </a:lnTo>
                  <a:lnTo>
                    <a:pt x="1188" y="78"/>
                  </a:lnTo>
                  <a:lnTo>
                    <a:pt x="1164" y="78"/>
                  </a:lnTo>
                  <a:lnTo>
                    <a:pt x="1164" y="72"/>
                  </a:lnTo>
                  <a:lnTo>
                    <a:pt x="1158" y="60"/>
                  </a:lnTo>
                  <a:lnTo>
                    <a:pt x="1152" y="54"/>
                  </a:lnTo>
                  <a:lnTo>
                    <a:pt x="1140" y="48"/>
                  </a:lnTo>
                  <a:lnTo>
                    <a:pt x="1128" y="48"/>
                  </a:lnTo>
                  <a:lnTo>
                    <a:pt x="1116" y="54"/>
                  </a:lnTo>
                  <a:lnTo>
                    <a:pt x="1110" y="60"/>
                  </a:lnTo>
                  <a:lnTo>
                    <a:pt x="1074" y="54"/>
                  </a:lnTo>
                  <a:lnTo>
                    <a:pt x="1062" y="66"/>
                  </a:lnTo>
                  <a:lnTo>
                    <a:pt x="1026" y="90"/>
                  </a:lnTo>
                  <a:lnTo>
                    <a:pt x="1014" y="96"/>
                  </a:lnTo>
                  <a:lnTo>
                    <a:pt x="930" y="96"/>
                  </a:lnTo>
                  <a:lnTo>
                    <a:pt x="876" y="108"/>
                  </a:lnTo>
                  <a:lnTo>
                    <a:pt x="810" y="84"/>
                  </a:lnTo>
                  <a:lnTo>
                    <a:pt x="786" y="96"/>
                  </a:lnTo>
                  <a:lnTo>
                    <a:pt x="786" y="90"/>
                  </a:lnTo>
                  <a:lnTo>
                    <a:pt x="780" y="84"/>
                  </a:lnTo>
                  <a:lnTo>
                    <a:pt x="774" y="72"/>
                  </a:lnTo>
                  <a:lnTo>
                    <a:pt x="768" y="66"/>
                  </a:lnTo>
                  <a:lnTo>
                    <a:pt x="756" y="66"/>
                  </a:lnTo>
                  <a:lnTo>
                    <a:pt x="744" y="72"/>
                  </a:lnTo>
                  <a:lnTo>
                    <a:pt x="738" y="78"/>
                  </a:lnTo>
                  <a:lnTo>
                    <a:pt x="708" y="60"/>
                  </a:lnTo>
                  <a:lnTo>
                    <a:pt x="708" y="36"/>
                  </a:lnTo>
                  <a:lnTo>
                    <a:pt x="660" y="48"/>
                  </a:lnTo>
                  <a:lnTo>
                    <a:pt x="636" y="30"/>
                  </a:lnTo>
                  <a:lnTo>
                    <a:pt x="630" y="12"/>
                  </a:lnTo>
                  <a:lnTo>
                    <a:pt x="624" y="12"/>
                  </a:lnTo>
                  <a:lnTo>
                    <a:pt x="618" y="18"/>
                  </a:lnTo>
                  <a:lnTo>
                    <a:pt x="600" y="18"/>
                  </a:lnTo>
                  <a:lnTo>
                    <a:pt x="588" y="24"/>
                  </a:lnTo>
                  <a:lnTo>
                    <a:pt x="558" y="24"/>
                  </a:lnTo>
                  <a:lnTo>
                    <a:pt x="534" y="18"/>
                  </a:lnTo>
                  <a:lnTo>
                    <a:pt x="504" y="18"/>
                  </a:lnTo>
                  <a:lnTo>
                    <a:pt x="492" y="24"/>
                  </a:lnTo>
                  <a:lnTo>
                    <a:pt x="456" y="36"/>
                  </a:lnTo>
                  <a:lnTo>
                    <a:pt x="444" y="42"/>
                  </a:lnTo>
                  <a:lnTo>
                    <a:pt x="438" y="48"/>
                  </a:lnTo>
                  <a:lnTo>
                    <a:pt x="426" y="54"/>
                  </a:lnTo>
                  <a:lnTo>
                    <a:pt x="414" y="66"/>
                  </a:lnTo>
                  <a:lnTo>
                    <a:pt x="408" y="66"/>
                  </a:lnTo>
                  <a:lnTo>
                    <a:pt x="396" y="90"/>
                  </a:lnTo>
                  <a:lnTo>
                    <a:pt x="378" y="90"/>
                  </a:lnTo>
                  <a:lnTo>
                    <a:pt x="354" y="84"/>
                  </a:lnTo>
                  <a:lnTo>
                    <a:pt x="294" y="84"/>
                  </a:lnTo>
                  <a:lnTo>
                    <a:pt x="282" y="78"/>
                  </a:lnTo>
                  <a:lnTo>
                    <a:pt x="264" y="78"/>
                  </a:lnTo>
                  <a:lnTo>
                    <a:pt x="252" y="72"/>
                  </a:lnTo>
                  <a:lnTo>
                    <a:pt x="240" y="72"/>
                  </a:lnTo>
                  <a:lnTo>
                    <a:pt x="234" y="66"/>
                  </a:lnTo>
                  <a:lnTo>
                    <a:pt x="198" y="66"/>
                  </a:lnTo>
                  <a:lnTo>
                    <a:pt x="186" y="54"/>
                  </a:lnTo>
                  <a:lnTo>
                    <a:pt x="180" y="36"/>
                  </a:lnTo>
                  <a:lnTo>
                    <a:pt x="180" y="24"/>
                  </a:lnTo>
                  <a:lnTo>
                    <a:pt x="168" y="24"/>
                  </a:lnTo>
                  <a:lnTo>
                    <a:pt x="156" y="18"/>
                  </a:lnTo>
                  <a:lnTo>
                    <a:pt x="144" y="18"/>
                  </a:lnTo>
                  <a:lnTo>
                    <a:pt x="132" y="0"/>
                  </a:lnTo>
                  <a:lnTo>
                    <a:pt x="120" y="18"/>
                  </a:lnTo>
                  <a:lnTo>
                    <a:pt x="90" y="12"/>
                  </a:lnTo>
                  <a:lnTo>
                    <a:pt x="72" y="36"/>
                  </a:lnTo>
                  <a:lnTo>
                    <a:pt x="78" y="42"/>
                  </a:lnTo>
                  <a:lnTo>
                    <a:pt x="90" y="42"/>
                  </a:lnTo>
                  <a:lnTo>
                    <a:pt x="90" y="48"/>
                  </a:lnTo>
                  <a:lnTo>
                    <a:pt x="96" y="54"/>
                  </a:lnTo>
                  <a:lnTo>
                    <a:pt x="96" y="66"/>
                  </a:lnTo>
                  <a:lnTo>
                    <a:pt x="78" y="66"/>
                  </a:lnTo>
                  <a:lnTo>
                    <a:pt x="72" y="72"/>
                  </a:lnTo>
                  <a:lnTo>
                    <a:pt x="72" y="78"/>
                  </a:lnTo>
                  <a:lnTo>
                    <a:pt x="78" y="84"/>
                  </a:lnTo>
                  <a:lnTo>
                    <a:pt x="78" y="96"/>
                  </a:lnTo>
                  <a:lnTo>
                    <a:pt x="72" y="108"/>
                  </a:lnTo>
                  <a:lnTo>
                    <a:pt x="72" y="114"/>
                  </a:lnTo>
                  <a:lnTo>
                    <a:pt x="66" y="120"/>
                  </a:lnTo>
                  <a:lnTo>
                    <a:pt x="66" y="132"/>
                  </a:lnTo>
                  <a:lnTo>
                    <a:pt x="72" y="132"/>
                  </a:lnTo>
                  <a:lnTo>
                    <a:pt x="90" y="126"/>
                  </a:lnTo>
                  <a:lnTo>
                    <a:pt x="102" y="126"/>
                  </a:lnTo>
                  <a:lnTo>
                    <a:pt x="108" y="120"/>
                  </a:lnTo>
                  <a:lnTo>
                    <a:pt x="114" y="120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6" y="126"/>
                  </a:lnTo>
                  <a:lnTo>
                    <a:pt x="138" y="120"/>
                  </a:lnTo>
                  <a:lnTo>
                    <a:pt x="162" y="96"/>
                  </a:lnTo>
                  <a:lnTo>
                    <a:pt x="168" y="96"/>
                  </a:lnTo>
                  <a:lnTo>
                    <a:pt x="174" y="90"/>
                  </a:lnTo>
                  <a:lnTo>
                    <a:pt x="186" y="90"/>
                  </a:lnTo>
                  <a:lnTo>
                    <a:pt x="204" y="84"/>
                  </a:lnTo>
                  <a:lnTo>
                    <a:pt x="216" y="84"/>
                  </a:lnTo>
                  <a:lnTo>
                    <a:pt x="252" y="102"/>
                  </a:lnTo>
                  <a:lnTo>
                    <a:pt x="270" y="108"/>
                  </a:lnTo>
                  <a:lnTo>
                    <a:pt x="282" y="108"/>
                  </a:lnTo>
                  <a:lnTo>
                    <a:pt x="288" y="114"/>
                  </a:lnTo>
                  <a:lnTo>
                    <a:pt x="294" y="114"/>
                  </a:lnTo>
                  <a:lnTo>
                    <a:pt x="270" y="114"/>
                  </a:lnTo>
                  <a:lnTo>
                    <a:pt x="258" y="120"/>
                  </a:lnTo>
                  <a:lnTo>
                    <a:pt x="246" y="120"/>
                  </a:lnTo>
                  <a:lnTo>
                    <a:pt x="246" y="132"/>
                  </a:lnTo>
                  <a:lnTo>
                    <a:pt x="240" y="138"/>
                  </a:lnTo>
                  <a:lnTo>
                    <a:pt x="186" y="144"/>
                  </a:lnTo>
                  <a:lnTo>
                    <a:pt x="138" y="138"/>
                  </a:lnTo>
                  <a:lnTo>
                    <a:pt x="120" y="138"/>
                  </a:lnTo>
                  <a:lnTo>
                    <a:pt x="96" y="150"/>
                  </a:lnTo>
                  <a:lnTo>
                    <a:pt x="84" y="162"/>
                  </a:lnTo>
                  <a:lnTo>
                    <a:pt x="84" y="174"/>
                  </a:lnTo>
                  <a:lnTo>
                    <a:pt x="78" y="192"/>
                  </a:lnTo>
                  <a:lnTo>
                    <a:pt x="78" y="204"/>
                  </a:lnTo>
                  <a:lnTo>
                    <a:pt x="72" y="210"/>
                  </a:lnTo>
                  <a:lnTo>
                    <a:pt x="72" y="216"/>
                  </a:lnTo>
                  <a:lnTo>
                    <a:pt x="114" y="216"/>
                  </a:lnTo>
                  <a:lnTo>
                    <a:pt x="114" y="240"/>
                  </a:lnTo>
                  <a:lnTo>
                    <a:pt x="120" y="246"/>
                  </a:lnTo>
                  <a:lnTo>
                    <a:pt x="126" y="258"/>
                  </a:lnTo>
                  <a:lnTo>
                    <a:pt x="132" y="264"/>
                  </a:lnTo>
                  <a:lnTo>
                    <a:pt x="126" y="282"/>
                  </a:lnTo>
                  <a:lnTo>
                    <a:pt x="138" y="300"/>
                  </a:lnTo>
                  <a:lnTo>
                    <a:pt x="126" y="318"/>
                  </a:lnTo>
                  <a:lnTo>
                    <a:pt x="162" y="354"/>
                  </a:lnTo>
                  <a:lnTo>
                    <a:pt x="156" y="390"/>
                  </a:lnTo>
                  <a:lnTo>
                    <a:pt x="210" y="414"/>
                  </a:lnTo>
                  <a:lnTo>
                    <a:pt x="216" y="444"/>
                  </a:lnTo>
                  <a:lnTo>
                    <a:pt x="216" y="438"/>
                  </a:lnTo>
                  <a:lnTo>
                    <a:pt x="222" y="438"/>
                  </a:lnTo>
                  <a:lnTo>
                    <a:pt x="222" y="432"/>
                  </a:lnTo>
                  <a:lnTo>
                    <a:pt x="228" y="432"/>
                  </a:lnTo>
                  <a:lnTo>
                    <a:pt x="252" y="444"/>
                  </a:lnTo>
                  <a:lnTo>
                    <a:pt x="258" y="444"/>
                  </a:lnTo>
                  <a:lnTo>
                    <a:pt x="264" y="450"/>
                  </a:lnTo>
                  <a:lnTo>
                    <a:pt x="270" y="462"/>
                  </a:lnTo>
                  <a:lnTo>
                    <a:pt x="282" y="468"/>
                  </a:lnTo>
                  <a:lnTo>
                    <a:pt x="294" y="468"/>
                  </a:lnTo>
                  <a:lnTo>
                    <a:pt x="312" y="474"/>
                  </a:lnTo>
                  <a:lnTo>
                    <a:pt x="372" y="474"/>
                  </a:lnTo>
                  <a:lnTo>
                    <a:pt x="372" y="450"/>
                  </a:lnTo>
                  <a:lnTo>
                    <a:pt x="378" y="438"/>
                  </a:lnTo>
                  <a:lnTo>
                    <a:pt x="390" y="426"/>
                  </a:lnTo>
                  <a:lnTo>
                    <a:pt x="408" y="426"/>
                  </a:lnTo>
                  <a:lnTo>
                    <a:pt x="432" y="432"/>
                  </a:lnTo>
                  <a:lnTo>
                    <a:pt x="468" y="444"/>
                  </a:lnTo>
                  <a:lnTo>
                    <a:pt x="474" y="450"/>
                  </a:lnTo>
                  <a:lnTo>
                    <a:pt x="480" y="450"/>
                  </a:lnTo>
                  <a:lnTo>
                    <a:pt x="480" y="456"/>
                  </a:lnTo>
                  <a:lnTo>
                    <a:pt x="486" y="468"/>
                  </a:lnTo>
                  <a:lnTo>
                    <a:pt x="486" y="474"/>
                  </a:lnTo>
                  <a:lnTo>
                    <a:pt x="492" y="480"/>
                  </a:lnTo>
                  <a:lnTo>
                    <a:pt x="504" y="486"/>
                  </a:lnTo>
                  <a:lnTo>
                    <a:pt x="564" y="486"/>
                  </a:lnTo>
                  <a:lnTo>
                    <a:pt x="576" y="480"/>
                  </a:lnTo>
                  <a:lnTo>
                    <a:pt x="594" y="474"/>
                  </a:lnTo>
                  <a:lnTo>
                    <a:pt x="606" y="462"/>
                  </a:lnTo>
                  <a:lnTo>
                    <a:pt x="618" y="456"/>
                  </a:lnTo>
                  <a:lnTo>
                    <a:pt x="630" y="444"/>
                  </a:lnTo>
                  <a:lnTo>
                    <a:pt x="648" y="438"/>
                  </a:lnTo>
                  <a:lnTo>
                    <a:pt x="660" y="432"/>
                  </a:lnTo>
                  <a:lnTo>
                    <a:pt x="672" y="432"/>
                  </a:lnTo>
                  <a:lnTo>
                    <a:pt x="684" y="438"/>
                  </a:lnTo>
                  <a:lnTo>
                    <a:pt x="690" y="444"/>
                  </a:lnTo>
                  <a:lnTo>
                    <a:pt x="696" y="444"/>
                  </a:lnTo>
                  <a:lnTo>
                    <a:pt x="702" y="450"/>
                  </a:lnTo>
                  <a:lnTo>
                    <a:pt x="714" y="450"/>
                  </a:lnTo>
                  <a:lnTo>
                    <a:pt x="726" y="444"/>
                  </a:lnTo>
                  <a:lnTo>
                    <a:pt x="732" y="432"/>
                  </a:lnTo>
                  <a:lnTo>
                    <a:pt x="744" y="420"/>
                  </a:lnTo>
                  <a:lnTo>
                    <a:pt x="756" y="432"/>
                  </a:lnTo>
                  <a:lnTo>
                    <a:pt x="756" y="444"/>
                  </a:lnTo>
                  <a:lnTo>
                    <a:pt x="750" y="450"/>
                  </a:lnTo>
                  <a:lnTo>
                    <a:pt x="744" y="462"/>
                  </a:lnTo>
                  <a:lnTo>
                    <a:pt x="744" y="468"/>
                  </a:lnTo>
                  <a:lnTo>
                    <a:pt x="738" y="474"/>
                  </a:lnTo>
                  <a:lnTo>
                    <a:pt x="738" y="486"/>
                  </a:lnTo>
                  <a:lnTo>
                    <a:pt x="744" y="492"/>
                  </a:lnTo>
                  <a:lnTo>
                    <a:pt x="744" y="498"/>
                  </a:lnTo>
                  <a:lnTo>
                    <a:pt x="756" y="510"/>
                  </a:lnTo>
                  <a:lnTo>
                    <a:pt x="768" y="510"/>
                  </a:lnTo>
                  <a:lnTo>
                    <a:pt x="768" y="504"/>
                  </a:lnTo>
                  <a:lnTo>
                    <a:pt x="774" y="498"/>
                  </a:lnTo>
                  <a:lnTo>
                    <a:pt x="774" y="480"/>
                  </a:lnTo>
                  <a:lnTo>
                    <a:pt x="780" y="486"/>
                  </a:lnTo>
                  <a:lnTo>
                    <a:pt x="792" y="486"/>
                  </a:lnTo>
                  <a:lnTo>
                    <a:pt x="792" y="462"/>
                  </a:lnTo>
                  <a:lnTo>
                    <a:pt x="786" y="462"/>
                  </a:lnTo>
                  <a:lnTo>
                    <a:pt x="786" y="432"/>
                  </a:lnTo>
                  <a:lnTo>
                    <a:pt x="810" y="432"/>
                  </a:lnTo>
                  <a:lnTo>
                    <a:pt x="804" y="438"/>
                  </a:lnTo>
                  <a:lnTo>
                    <a:pt x="804" y="444"/>
                  </a:lnTo>
                  <a:lnTo>
                    <a:pt x="840" y="444"/>
                  </a:lnTo>
                  <a:lnTo>
                    <a:pt x="858" y="438"/>
                  </a:lnTo>
                  <a:lnTo>
                    <a:pt x="864" y="432"/>
                  </a:lnTo>
                  <a:lnTo>
                    <a:pt x="870" y="432"/>
                  </a:lnTo>
                  <a:lnTo>
                    <a:pt x="888" y="414"/>
                  </a:lnTo>
                  <a:lnTo>
                    <a:pt x="894" y="414"/>
                  </a:lnTo>
                  <a:lnTo>
                    <a:pt x="900" y="420"/>
                  </a:lnTo>
                  <a:lnTo>
                    <a:pt x="912" y="426"/>
                  </a:lnTo>
                  <a:lnTo>
                    <a:pt x="924" y="438"/>
                  </a:lnTo>
                  <a:lnTo>
                    <a:pt x="942" y="438"/>
                  </a:lnTo>
                  <a:lnTo>
                    <a:pt x="954" y="444"/>
                  </a:lnTo>
                  <a:lnTo>
                    <a:pt x="966" y="444"/>
                  </a:lnTo>
                  <a:lnTo>
                    <a:pt x="978" y="438"/>
                  </a:lnTo>
                  <a:lnTo>
                    <a:pt x="996" y="438"/>
                  </a:lnTo>
                  <a:lnTo>
                    <a:pt x="1002" y="432"/>
                  </a:lnTo>
                  <a:lnTo>
                    <a:pt x="1014" y="426"/>
                  </a:lnTo>
                  <a:lnTo>
                    <a:pt x="1026" y="414"/>
                  </a:lnTo>
                  <a:lnTo>
                    <a:pt x="1038" y="408"/>
                  </a:lnTo>
                  <a:lnTo>
                    <a:pt x="1086" y="408"/>
                  </a:lnTo>
                  <a:lnTo>
                    <a:pt x="1092" y="414"/>
                  </a:lnTo>
                  <a:lnTo>
                    <a:pt x="1110" y="414"/>
                  </a:lnTo>
                  <a:lnTo>
                    <a:pt x="1122" y="402"/>
                  </a:lnTo>
                  <a:lnTo>
                    <a:pt x="1146" y="402"/>
                  </a:lnTo>
                  <a:lnTo>
                    <a:pt x="1152" y="390"/>
                  </a:lnTo>
                  <a:lnTo>
                    <a:pt x="1152" y="384"/>
                  </a:lnTo>
                  <a:lnTo>
                    <a:pt x="1158" y="384"/>
                  </a:lnTo>
                  <a:lnTo>
                    <a:pt x="1158" y="408"/>
                  </a:lnTo>
                  <a:lnTo>
                    <a:pt x="1164" y="414"/>
                  </a:lnTo>
                  <a:lnTo>
                    <a:pt x="1170" y="414"/>
                  </a:lnTo>
                  <a:lnTo>
                    <a:pt x="1182" y="408"/>
                  </a:lnTo>
                  <a:lnTo>
                    <a:pt x="1188" y="402"/>
                  </a:lnTo>
                  <a:lnTo>
                    <a:pt x="1188" y="390"/>
                  </a:lnTo>
                  <a:lnTo>
                    <a:pt x="1230" y="390"/>
                  </a:lnTo>
                  <a:lnTo>
                    <a:pt x="1242" y="402"/>
                  </a:lnTo>
                  <a:lnTo>
                    <a:pt x="1254" y="402"/>
                  </a:lnTo>
                  <a:lnTo>
                    <a:pt x="1260" y="396"/>
                  </a:lnTo>
                  <a:lnTo>
                    <a:pt x="1260" y="390"/>
                  </a:lnTo>
                  <a:lnTo>
                    <a:pt x="1284" y="390"/>
                  </a:lnTo>
                  <a:lnTo>
                    <a:pt x="1290" y="396"/>
                  </a:lnTo>
                  <a:lnTo>
                    <a:pt x="1290" y="414"/>
                  </a:lnTo>
                  <a:lnTo>
                    <a:pt x="1332" y="402"/>
                  </a:lnTo>
                  <a:close/>
                  <a:moveTo>
                    <a:pt x="102" y="282"/>
                  </a:moveTo>
                  <a:lnTo>
                    <a:pt x="96" y="282"/>
                  </a:lnTo>
                  <a:lnTo>
                    <a:pt x="96" y="312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14" y="324"/>
                  </a:lnTo>
                  <a:lnTo>
                    <a:pt x="114" y="318"/>
                  </a:lnTo>
                  <a:lnTo>
                    <a:pt x="120" y="312"/>
                  </a:lnTo>
                  <a:lnTo>
                    <a:pt x="120" y="300"/>
                  </a:lnTo>
                  <a:lnTo>
                    <a:pt x="102" y="28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05" name="Togo" descr="© INSCALE GmbH, 05.05.2010&#10;http://www.presentationload.com/">
              <a:extLst>
                <a:ext uri="{FF2B5EF4-FFF2-40B4-BE49-F238E27FC236}">
                  <a16:creationId xmlns:a16="http://schemas.microsoft.com/office/drawing/2014/main" id="{8B7B9024-F621-4C2D-B6E0-31F450BA048A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729401" y="2709150"/>
              <a:ext cx="46528" cy="132298"/>
            </a:xfrm>
            <a:custGeom>
              <a:avLst/>
              <a:gdLst>
                <a:gd name="T0" fmla="*/ 2147483647 w 138"/>
                <a:gd name="T1" fmla="*/ 2147483647 h 402"/>
                <a:gd name="T2" fmla="*/ 2147483647 w 138"/>
                <a:gd name="T3" fmla="*/ 2147483647 h 402"/>
                <a:gd name="T4" fmla="*/ 2147483647 w 138"/>
                <a:gd name="T5" fmla="*/ 2147483647 h 402"/>
                <a:gd name="T6" fmla="*/ 2147483647 w 138"/>
                <a:gd name="T7" fmla="*/ 2147483647 h 402"/>
                <a:gd name="T8" fmla="*/ 2147483647 w 138"/>
                <a:gd name="T9" fmla="*/ 2147483647 h 402"/>
                <a:gd name="T10" fmla="*/ 2147483647 w 138"/>
                <a:gd name="T11" fmla="*/ 2147483647 h 402"/>
                <a:gd name="T12" fmla="*/ 2147483647 w 138"/>
                <a:gd name="T13" fmla="*/ 2147483647 h 402"/>
                <a:gd name="T14" fmla="*/ 2147483647 w 138"/>
                <a:gd name="T15" fmla="*/ 2147483647 h 402"/>
                <a:gd name="T16" fmla="*/ 2147483647 w 138"/>
                <a:gd name="T17" fmla="*/ 2147483647 h 402"/>
                <a:gd name="T18" fmla="*/ 2147483647 w 138"/>
                <a:gd name="T19" fmla="*/ 2147483647 h 402"/>
                <a:gd name="T20" fmla="*/ 2147483647 w 138"/>
                <a:gd name="T21" fmla="*/ 2147483647 h 402"/>
                <a:gd name="T22" fmla="*/ 2147483647 w 138"/>
                <a:gd name="T23" fmla="*/ 2147483647 h 402"/>
                <a:gd name="T24" fmla="*/ 2147483647 w 138"/>
                <a:gd name="T25" fmla="*/ 2147483647 h 402"/>
                <a:gd name="T26" fmla="*/ 2147483647 w 138"/>
                <a:gd name="T27" fmla="*/ 2147483647 h 402"/>
                <a:gd name="T28" fmla="*/ 2147483647 w 138"/>
                <a:gd name="T29" fmla="*/ 2147483647 h 402"/>
                <a:gd name="T30" fmla="*/ 2147483647 w 138"/>
                <a:gd name="T31" fmla="*/ 2147483647 h 402"/>
                <a:gd name="T32" fmla="*/ 2147483647 w 138"/>
                <a:gd name="T33" fmla="*/ 0 h 402"/>
                <a:gd name="T34" fmla="*/ 2147483647 w 138"/>
                <a:gd name="T35" fmla="*/ 0 h 402"/>
                <a:gd name="T36" fmla="*/ 2147483647 w 138"/>
                <a:gd name="T37" fmla="*/ 2147483647 h 402"/>
                <a:gd name="T38" fmla="*/ 0 w 138"/>
                <a:gd name="T39" fmla="*/ 2147483647 h 402"/>
                <a:gd name="T40" fmla="*/ 2147483647 w 138"/>
                <a:gd name="T41" fmla="*/ 2147483647 h 402"/>
                <a:gd name="T42" fmla="*/ 2147483647 w 138"/>
                <a:gd name="T43" fmla="*/ 2147483647 h 402"/>
                <a:gd name="T44" fmla="*/ 2147483647 w 138"/>
                <a:gd name="T45" fmla="*/ 2147483647 h 402"/>
                <a:gd name="T46" fmla="*/ 2147483647 w 138"/>
                <a:gd name="T47" fmla="*/ 2147483647 h 402"/>
                <a:gd name="T48" fmla="*/ 2147483647 w 138"/>
                <a:gd name="T49" fmla="*/ 2147483647 h 402"/>
                <a:gd name="T50" fmla="*/ 2147483647 w 138"/>
                <a:gd name="T51" fmla="*/ 2147483647 h 402"/>
                <a:gd name="T52" fmla="*/ 2147483647 w 138"/>
                <a:gd name="T53" fmla="*/ 2147483647 h 402"/>
                <a:gd name="T54" fmla="*/ 2147483647 w 138"/>
                <a:gd name="T55" fmla="*/ 2147483647 h 402"/>
                <a:gd name="T56" fmla="*/ 2147483647 w 138"/>
                <a:gd name="T57" fmla="*/ 2147483647 h 402"/>
                <a:gd name="T58" fmla="*/ 2147483647 w 138"/>
                <a:gd name="T59" fmla="*/ 2147483647 h 402"/>
                <a:gd name="T60" fmla="*/ 2147483647 w 138"/>
                <a:gd name="T61" fmla="*/ 2147483647 h 402"/>
                <a:gd name="T62" fmla="*/ 2147483647 w 138"/>
                <a:gd name="T63" fmla="*/ 2147483647 h 402"/>
                <a:gd name="T64" fmla="*/ 2147483647 w 138"/>
                <a:gd name="T65" fmla="*/ 2147483647 h 402"/>
                <a:gd name="T66" fmla="*/ 2147483647 w 138"/>
                <a:gd name="T67" fmla="*/ 2147483647 h 402"/>
                <a:gd name="T68" fmla="*/ 2147483647 w 138"/>
                <a:gd name="T69" fmla="*/ 2147483647 h 402"/>
                <a:gd name="T70" fmla="*/ 2147483647 w 138"/>
                <a:gd name="T71" fmla="*/ 2147483647 h 402"/>
                <a:gd name="T72" fmla="*/ 2147483647 w 138"/>
                <a:gd name="T73" fmla="*/ 2147483647 h 402"/>
                <a:gd name="T74" fmla="*/ 2147483647 w 138"/>
                <a:gd name="T75" fmla="*/ 2147483647 h 402"/>
                <a:gd name="T76" fmla="*/ 2147483647 w 138"/>
                <a:gd name="T77" fmla="*/ 2147483647 h 402"/>
                <a:gd name="T78" fmla="*/ 2147483647 w 138"/>
                <a:gd name="T79" fmla="*/ 2147483647 h 402"/>
                <a:gd name="T80" fmla="*/ 2147483647 w 138"/>
                <a:gd name="T81" fmla="*/ 2147483647 h 402"/>
                <a:gd name="T82" fmla="*/ 2147483647 w 138"/>
                <a:gd name="T83" fmla="*/ 2147483647 h 402"/>
                <a:gd name="T84" fmla="*/ 2147483647 w 138"/>
                <a:gd name="T85" fmla="*/ 2147483647 h 402"/>
                <a:gd name="T86" fmla="*/ 2147483647 w 138"/>
                <a:gd name="T87" fmla="*/ 2147483647 h 402"/>
                <a:gd name="T88" fmla="*/ 2147483647 w 138"/>
                <a:gd name="T89" fmla="*/ 2147483647 h 402"/>
                <a:gd name="T90" fmla="*/ 2147483647 w 138"/>
                <a:gd name="T91" fmla="*/ 2147483647 h 402"/>
                <a:gd name="T92" fmla="*/ 2147483647 w 138"/>
                <a:gd name="T93" fmla="*/ 2147483647 h 402"/>
                <a:gd name="T94" fmla="*/ 2147483647 w 138"/>
                <a:gd name="T95" fmla="*/ 2147483647 h 402"/>
                <a:gd name="T96" fmla="*/ 2147483647 w 138"/>
                <a:gd name="T97" fmla="*/ 2147483647 h 402"/>
                <a:gd name="T98" fmla="*/ 2147483647 w 138"/>
                <a:gd name="T99" fmla="*/ 2147483647 h 402"/>
                <a:gd name="T100" fmla="*/ 2147483647 w 138"/>
                <a:gd name="T101" fmla="*/ 2147483647 h 402"/>
                <a:gd name="T102" fmla="*/ 2147483647 w 138"/>
                <a:gd name="T103" fmla="*/ 2147483647 h 40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38"/>
                <a:gd name="T157" fmla="*/ 0 h 402"/>
                <a:gd name="T158" fmla="*/ 138 w 138"/>
                <a:gd name="T159" fmla="*/ 402 h 40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38" h="402">
                  <a:moveTo>
                    <a:pt x="126" y="354"/>
                  </a:moveTo>
                  <a:lnTo>
                    <a:pt x="120" y="288"/>
                  </a:lnTo>
                  <a:lnTo>
                    <a:pt x="132" y="282"/>
                  </a:lnTo>
                  <a:lnTo>
                    <a:pt x="120" y="270"/>
                  </a:lnTo>
                  <a:lnTo>
                    <a:pt x="120" y="210"/>
                  </a:lnTo>
                  <a:lnTo>
                    <a:pt x="132" y="198"/>
                  </a:lnTo>
                  <a:lnTo>
                    <a:pt x="126" y="186"/>
                  </a:lnTo>
                  <a:lnTo>
                    <a:pt x="126" y="156"/>
                  </a:lnTo>
                  <a:lnTo>
                    <a:pt x="120" y="144"/>
                  </a:lnTo>
                  <a:lnTo>
                    <a:pt x="108" y="132"/>
                  </a:lnTo>
                  <a:lnTo>
                    <a:pt x="108" y="90"/>
                  </a:lnTo>
                  <a:lnTo>
                    <a:pt x="78" y="60"/>
                  </a:lnTo>
                  <a:lnTo>
                    <a:pt x="66" y="54"/>
                  </a:lnTo>
                  <a:lnTo>
                    <a:pt x="66" y="24"/>
                  </a:lnTo>
                  <a:lnTo>
                    <a:pt x="72" y="6"/>
                  </a:lnTo>
                  <a:lnTo>
                    <a:pt x="54" y="6"/>
                  </a:lnTo>
                  <a:lnTo>
                    <a:pt x="30" y="0"/>
                  </a:lnTo>
                  <a:lnTo>
                    <a:pt x="12" y="0"/>
                  </a:lnTo>
                  <a:lnTo>
                    <a:pt x="12" y="18"/>
                  </a:lnTo>
                  <a:lnTo>
                    <a:pt x="0" y="30"/>
                  </a:lnTo>
                  <a:lnTo>
                    <a:pt x="36" y="54"/>
                  </a:lnTo>
                  <a:lnTo>
                    <a:pt x="24" y="132"/>
                  </a:lnTo>
                  <a:lnTo>
                    <a:pt x="36" y="120"/>
                  </a:lnTo>
                  <a:lnTo>
                    <a:pt x="42" y="120"/>
                  </a:lnTo>
                  <a:lnTo>
                    <a:pt x="48" y="126"/>
                  </a:lnTo>
                  <a:lnTo>
                    <a:pt x="48" y="150"/>
                  </a:lnTo>
                  <a:lnTo>
                    <a:pt x="42" y="162"/>
                  </a:lnTo>
                  <a:lnTo>
                    <a:pt x="54" y="174"/>
                  </a:lnTo>
                  <a:lnTo>
                    <a:pt x="54" y="180"/>
                  </a:lnTo>
                  <a:lnTo>
                    <a:pt x="48" y="180"/>
                  </a:lnTo>
                  <a:lnTo>
                    <a:pt x="36" y="192"/>
                  </a:lnTo>
                  <a:lnTo>
                    <a:pt x="42" y="198"/>
                  </a:lnTo>
                  <a:lnTo>
                    <a:pt x="54" y="204"/>
                  </a:lnTo>
                  <a:lnTo>
                    <a:pt x="60" y="210"/>
                  </a:lnTo>
                  <a:lnTo>
                    <a:pt x="60" y="222"/>
                  </a:lnTo>
                  <a:lnTo>
                    <a:pt x="54" y="228"/>
                  </a:lnTo>
                  <a:lnTo>
                    <a:pt x="54" y="270"/>
                  </a:lnTo>
                  <a:lnTo>
                    <a:pt x="48" y="276"/>
                  </a:lnTo>
                  <a:lnTo>
                    <a:pt x="48" y="294"/>
                  </a:lnTo>
                  <a:lnTo>
                    <a:pt x="54" y="294"/>
                  </a:lnTo>
                  <a:lnTo>
                    <a:pt x="60" y="300"/>
                  </a:lnTo>
                  <a:lnTo>
                    <a:pt x="60" y="312"/>
                  </a:lnTo>
                  <a:lnTo>
                    <a:pt x="54" y="324"/>
                  </a:lnTo>
                  <a:lnTo>
                    <a:pt x="54" y="336"/>
                  </a:lnTo>
                  <a:lnTo>
                    <a:pt x="66" y="378"/>
                  </a:lnTo>
                  <a:lnTo>
                    <a:pt x="96" y="402"/>
                  </a:lnTo>
                  <a:lnTo>
                    <a:pt x="108" y="396"/>
                  </a:lnTo>
                  <a:lnTo>
                    <a:pt x="120" y="384"/>
                  </a:lnTo>
                  <a:lnTo>
                    <a:pt x="138" y="384"/>
                  </a:lnTo>
                  <a:lnTo>
                    <a:pt x="138" y="372"/>
                  </a:lnTo>
                  <a:lnTo>
                    <a:pt x="126" y="360"/>
                  </a:lnTo>
                  <a:lnTo>
                    <a:pt x="126" y="35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06" name="Tanzania" descr="© INSCALE GmbH, 05.05.2010&#10;http://www.presentationload.com/">
              <a:extLst>
                <a:ext uri="{FF2B5EF4-FFF2-40B4-BE49-F238E27FC236}">
                  <a16:creationId xmlns:a16="http://schemas.microsoft.com/office/drawing/2014/main" id="{DC96FA68-5082-49D6-89F6-66E24FADE714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4428599" y="3028975"/>
              <a:ext cx="253314" cy="285144"/>
            </a:xfrm>
            <a:custGeom>
              <a:avLst/>
              <a:gdLst>
                <a:gd name="T0" fmla="*/ 2147483647 w 768"/>
                <a:gd name="T1" fmla="*/ 2147483647 h 870"/>
                <a:gd name="T2" fmla="*/ 2147483647 w 768"/>
                <a:gd name="T3" fmla="*/ 2147483647 h 870"/>
                <a:gd name="T4" fmla="*/ 2147483647 w 768"/>
                <a:gd name="T5" fmla="*/ 2147483647 h 870"/>
                <a:gd name="T6" fmla="*/ 2147483647 w 768"/>
                <a:gd name="T7" fmla="*/ 2147483647 h 870"/>
                <a:gd name="T8" fmla="*/ 2147483647 w 768"/>
                <a:gd name="T9" fmla="*/ 2147483647 h 870"/>
                <a:gd name="T10" fmla="*/ 2147483647 w 768"/>
                <a:gd name="T11" fmla="*/ 2147483647 h 870"/>
                <a:gd name="T12" fmla="*/ 2147483647 w 768"/>
                <a:gd name="T13" fmla="*/ 2147483647 h 870"/>
                <a:gd name="T14" fmla="*/ 2147483647 w 768"/>
                <a:gd name="T15" fmla="*/ 2147483647 h 870"/>
                <a:gd name="T16" fmla="*/ 2147483647 w 768"/>
                <a:gd name="T17" fmla="*/ 2147483647 h 870"/>
                <a:gd name="T18" fmla="*/ 2147483647 w 768"/>
                <a:gd name="T19" fmla="*/ 2147483647 h 870"/>
                <a:gd name="T20" fmla="*/ 2147483647 w 768"/>
                <a:gd name="T21" fmla="*/ 2147483647 h 870"/>
                <a:gd name="T22" fmla="*/ 2147483647 w 768"/>
                <a:gd name="T23" fmla="*/ 2147483647 h 870"/>
                <a:gd name="T24" fmla="*/ 2147483647 w 768"/>
                <a:gd name="T25" fmla="*/ 2147483647 h 870"/>
                <a:gd name="T26" fmla="*/ 2147483647 w 768"/>
                <a:gd name="T27" fmla="*/ 2147483647 h 870"/>
                <a:gd name="T28" fmla="*/ 2147483647 w 768"/>
                <a:gd name="T29" fmla="*/ 2147483647 h 870"/>
                <a:gd name="T30" fmla="*/ 2147483647 w 768"/>
                <a:gd name="T31" fmla="*/ 2147483647 h 870"/>
                <a:gd name="T32" fmla="*/ 2147483647 w 768"/>
                <a:gd name="T33" fmla="*/ 2147483647 h 870"/>
                <a:gd name="T34" fmla="*/ 2147483647 w 768"/>
                <a:gd name="T35" fmla="*/ 2147483647 h 870"/>
                <a:gd name="T36" fmla="*/ 2147483647 w 768"/>
                <a:gd name="T37" fmla="*/ 2147483647 h 870"/>
                <a:gd name="T38" fmla="*/ 2147483647 w 768"/>
                <a:gd name="T39" fmla="*/ 2147483647 h 870"/>
                <a:gd name="T40" fmla="*/ 2147483647 w 768"/>
                <a:gd name="T41" fmla="*/ 2147483647 h 870"/>
                <a:gd name="T42" fmla="*/ 2147483647 w 768"/>
                <a:gd name="T43" fmla="*/ 2147483647 h 870"/>
                <a:gd name="T44" fmla="*/ 2147483647 w 768"/>
                <a:gd name="T45" fmla="*/ 2147483647 h 870"/>
                <a:gd name="T46" fmla="*/ 2147483647 w 768"/>
                <a:gd name="T47" fmla="*/ 2147483647 h 870"/>
                <a:gd name="T48" fmla="*/ 2147483647 w 768"/>
                <a:gd name="T49" fmla="*/ 2147483647 h 870"/>
                <a:gd name="T50" fmla="*/ 2147483647 w 768"/>
                <a:gd name="T51" fmla="*/ 2147483647 h 870"/>
                <a:gd name="T52" fmla="*/ 2147483647 w 768"/>
                <a:gd name="T53" fmla="*/ 2147483647 h 870"/>
                <a:gd name="T54" fmla="*/ 2147483647 w 768"/>
                <a:gd name="T55" fmla="*/ 2147483647 h 870"/>
                <a:gd name="T56" fmla="*/ 2147483647 w 768"/>
                <a:gd name="T57" fmla="*/ 2147483647 h 870"/>
                <a:gd name="T58" fmla="*/ 2147483647 w 768"/>
                <a:gd name="T59" fmla="*/ 2147483647 h 870"/>
                <a:gd name="T60" fmla="*/ 2147483647 w 768"/>
                <a:gd name="T61" fmla="*/ 2147483647 h 870"/>
                <a:gd name="T62" fmla="*/ 2147483647 w 768"/>
                <a:gd name="T63" fmla="*/ 2147483647 h 870"/>
                <a:gd name="T64" fmla="*/ 2147483647 w 768"/>
                <a:gd name="T65" fmla="*/ 2147483647 h 870"/>
                <a:gd name="T66" fmla="*/ 2147483647 w 768"/>
                <a:gd name="T67" fmla="*/ 2147483647 h 870"/>
                <a:gd name="T68" fmla="*/ 2147483647 w 768"/>
                <a:gd name="T69" fmla="*/ 2147483647 h 870"/>
                <a:gd name="T70" fmla="*/ 2147483647 w 768"/>
                <a:gd name="T71" fmla="*/ 2147483647 h 870"/>
                <a:gd name="T72" fmla="*/ 2147483647 w 768"/>
                <a:gd name="T73" fmla="*/ 2147483647 h 870"/>
                <a:gd name="T74" fmla="*/ 2147483647 w 768"/>
                <a:gd name="T75" fmla="*/ 2147483647 h 870"/>
                <a:gd name="T76" fmla="*/ 2147483647 w 768"/>
                <a:gd name="T77" fmla="*/ 2147483647 h 870"/>
                <a:gd name="T78" fmla="*/ 2147483647 w 768"/>
                <a:gd name="T79" fmla="*/ 2147483647 h 870"/>
                <a:gd name="T80" fmla="*/ 2147483647 w 768"/>
                <a:gd name="T81" fmla="*/ 2147483647 h 870"/>
                <a:gd name="T82" fmla="*/ 2147483647 w 768"/>
                <a:gd name="T83" fmla="*/ 2147483647 h 870"/>
                <a:gd name="T84" fmla="*/ 2147483647 w 768"/>
                <a:gd name="T85" fmla="*/ 2147483647 h 870"/>
                <a:gd name="T86" fmla="*/ 2147483647 w 768"/>
                <a:gd name="T87" fmla="*/ 2147483647 h 870"/>
                <a:gd name="T88" fmla="*/ 2147483647 w 768"/>
                <a:gd name="T89" fmla="*/ 2147483647 h 870"/>
                <a:gd name="T90" fmla="*/ 2147483647 w 768"/>
                <a:gd name="T91" fmla="*/ 2147483647 h 870"/>
                <a:gd name="T92" fmla="*/ 2147483647 w 768"/>
                <a:gd name="T93" fmla="*/ 2147483647 h 870"/>
                <a:gd name="T94" fmla="*/ 2147483647 w 768"/>
                <a:gd name="T95" fmla="*/ 2147483647 h 870"/>
                <a:gd name="T96" fmla="*/ 2147483647 w 768"/>
                <a:gd name="T97" fmla="*/ 2147483647 h 870"/>
                <a:gd name="T98" fmla="*/ 2147483647 w 768"/>
                <a:gd name="T99" fmla="*/ 2147483647 h 870"/>
                <a:gd name="T100" fmla="*/ 2147483647 w 768"/>
                <a:gd name="T101" fmla="*/ 2147483647 h 870"/>
                <a:gd name="T102" fmla="*/ 2147483647 w 768"/>
                <a:gd name="T103" fmla="*/ 2147483647 h 87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768"/>
                <a:gd name="T157" fmla="*/ 0 h 870"/>
                <a:gd name="T158" fmla="*/ 768 w 768"/>
                <a:gd name="T159" fmla="*/ 870 h 87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768" h="870">
                  <a:moveTo>
                    <a:pt x="762" y="744"/>
                  </a:moveTo>
                  <a:lnTo>
                    <a:pt x="750" y="744"/>
                  </a:lnTo>
                  <a:lnTo>
                    <a:pt x="744" y="738"/>
                  </a:lnTo>
                  <a:lnTo>
                    <a:pt x="732" y="732"/>
                  </a:lnTo>
                  <a:lnTo>
                    <a:pt x="720" y="720"/>
                  </a:lnTo>
                  <a:lnTo>
                    <a:pt x="720" y="708"/>
                  </a:lnTo>
                  <a:lnTo>
                    <a:pt x="714" y="690"/>
                  </a:lnTo>
                  <a:lnTo>
                    <a:pt x="714" y="654"/>
                  </a:lnTo>
                  <a:lnTo>
                    <a:pt x="690" y="612"/>
                  </a:lnTo>
                  <a:lnTo>
                    <a:pt x="702" y="564"/>
                  </a:lnTo>
                  <a:lnTo>
                    <a:pt x="684" y="540"/>
                  </a:lnTo>
                  <a:lnTo>
                    <a:pt x="690" y="528"/>
                  </a:lnTo>
                  <a:lnTo>
                    <a:pt x="696" y="522"/>
                  </a:lnTo>
                  <a:lnTo>
                    <a:pt x="708" y="498"/>
                  </a:lnTo>
                  <a:lnTo>
                    <a:pt x="708" y="480"/>
                  </a:lnTo>
                  <a:lnTo>
                    <a:pt x="702" y="474"/>
                  </a:lnTo>
                  <a:lnTo>
                    <a:pt x="690" y="468"/>
                  </a:lnTo>
                  <a:lnTo>
                    <a:pt x="672" y="456"/>
                  </a:lnTo>
                  <a:lnTo>
                    <a:pt x="660" y="450"/>
                  </a:lnTo>
                  <a:lnTo>
                    <a:pt x="654" y="438"/>
                  </a:lnTo>
                  <a:lnTo>
                    <a:pt x="654" y="426"/>
                  </a:lnTo>
                  <a:lnTo>
                    <a:pt x="660" y="414"/>
                  </a:lnTo>
                  <a:lnTo>
                    <a:pt x="666" y="396"/>
                  </a:lnTo>
                  <a:lnTo>
                    <a:pt x="666" y="384"/>
                  </a:lnTo>
                  <a:lnTo>
                    <a:pt x="672" y="366"/>
                  </a:lnTo>
                  <a:lnTo>
                    <a:pt x="678" y="354"/>
                  </a:lnTo>
                  <a:lnTo>
                    <a:pt x="678" y="330"/>
                  </a:lnTo>
                  <a:lnTo>
                    <a:pt x="684" y="318"/>
                  </a:lnTo>
                  <a:lnTo>
                    <a:pt x="684" y="300"/>
                  </a:lnTo>
                  <a:lnTo>
                    <a:pt x="570" y="192"/>
                  </a:lnTo>
                  <a:lnTo>
                    <a:pt x="576" y="186"/>
                  </a:lnTo>
                  <a:lnTo>
                    <a:pt x="582" y="186"/>
                  </a:lnTo>
                  <a:lnTo>
                    <a:pt x="588" y="180"/>
                  </a:lnTo>
                  <a:lnTo>
                    <a:pt x="588" y="174"/>
                  </a:lnTo>
                  <a:lnTo>
                    <a:pt x="576" y="162"/>
                  </a:lnTo>
                  <a:lnTo>
                    <a:pt x="324" y="6"/>
                  </a:lnTo>
                  <a:lnTo>
                    <a:pt x="312" y="6"/>
                  </a:lnTo>
                  <a:lnTo>
                    <a:pt x="312" y="18"/>
                  </a:lnTo>
                  <a:lnTo>
                    <a:pt x="318" y="24"/>
                  </a:lnTo>
                  <a:lnTo>
                    <a:pt x="318" y="36"/>
                  </a:lnTo>
                  <a:lnTo>
                    <a:pt x="294" y="48"/>
                  </a:lnTo>
                  <a:lnTo>
                    <a:pt x="276" y="66"/>
                  </a:lnTo>
                  <a:lnTo>
                    <a:pt x="264" y="84"/>
                  </a:lnTo>
                  <a:lnTo>
                    <a:pt x="264" y="90"/>
                  </a:lnTo>
                  <a:lnTo>
                    <a:pt x="270" y="96"/>
                  </a:lnTo>
                  <a:lnTo>
                    <a:pt x="294" y="96"/>
                  </a:lnTo>
                  <a:lnTo>
                    <a:pt x="306" y="90"/>
                  </a:lnTo>
                  <a:lnTo>
                    <a:pt x="312" y="90"/>
                  </a:lnTo>
                  <a:lnTo>
                    <a:pt x="306" y="96"/>
                  </a:lnTo>
                  <a:lnTo>
                    <a:pt x="294" y="102"/>
                  </a:lnTo>
                  <a:lnTo>
                    <a:pt x="276" y="120"/>
                  </a:lnTo>
                  <a:lnTo>
                    <a:pt x="270" y="120"/>
                  </a:lnTo>
                  <a:lnTo>
                    <a:pt x="264" y="114"/>
                  </a:lnTo>
                  <a:lnTo>
                    <a:pt x="252" y="108"/>
                  </a:lnTo>
                  <a:lnTo>
                    <a:pt x="246" y="108"/>
                  </a:lnTo>
                  <a:lnTo>
                    <a:pt x="234" y="120"/>
                  </a:lnTo>
                  <a:lnTo>
                    <a:pt x="234" y="138"/>
                  </a:lnTo>
                  <a:lnTo>
                    <a:pt x="246" y="150"/>
                  </a:lnTo>
                  <a:lnTo>
                    <a:pt x="216" y="150"/>
                  </a:lnTo>
                  <a:lnTo>
                    <a:pt x="216" y="138"/>
                  </a:lnTo>
                  <a:lnTo>
                    <a:pt x="222" y="132"/>
                  </a:lnTo>
                  <a:lnTo>
                    <a:pt x="222" y="126"/>
                  </a:lnTo>
                  <a:lnTo>
                    <a:pt x="228" y="114"/>
                  </a:lnTo>
                  <a:lnTo>
                    <a:pt x="210" y="120"/>
                  </a:lnTo>
                  <a:lnTo>
                    <a:pt x="192" y="102"/>
                  </a:lnTo>
                  <a:lnTo>
                    <a:pt x="186" y="102"/>
                  </a:lnTo>
                  <a:lnTo>
                    <a:pt x="174" y="114"/>
                  </a:lnTo>
                  <a:lnTo>
                    <a:pt x="174" y="132"/>
                  </a:lnTo>
                  <a:lnTo>
                    <a:pt x="168" y="138"/>
                  </a:lnTo>
                  <a:lnTo>
                    <a:pt x="162" y="138"/>
                  </a:lnTo>
                  <a:lnTo>
                    <a:pt x="156" y="132"/>
                  </a:lnTo>
                  <a:lnTo>
                    <a:pt x="156" y="48"/>
                  </a:lnTo>
                  <a:lnTo>
                    <a:pt x="162" y="36"/>
                  </a:lnTo>
                  <a:lnTo>
                    <a:pt x="162" y="24"/>
                  </a:lnTo>
                  <a:lnTo>
                    <a:pt x="168" y="12"/>
                  </a:lnTo>
                  <a:lnTo>
                    <a:pt x="168" y="6"/>
                  </a:lnTo>
                  <a:lnTo>
                    <a:pt x="78" y="0"/>
                  </a:lnTo>
                  <a:lnTo>
                    <a:pt x="72" y="24"/>
                  </a:lnTo>
                  <a:lnTo>
                    <a:pt x="78" y="30"/>
                  </a:lnTo>
                  <a:lnTo>
                    <a:pt x="84" y="42"/>
                  </a:lnTo>
                  <a:lnTo>
                    <a:pt x="90" y="48"/>
                  </a:lnTo>
                  <a:lnTo>
                    <a:pt x="90" y="66"/>
                  </a:lnTo>
                  <a:lnTo>
                    <a:pt x="96" y="72"/>
                  </a:lnTo>
                  <a:lnTo>
                    <a:pt x="96" y="96"/>
                  </a:lnTo>
                  <a:lnTo>
                    <a:pt x="78" y="114"/>
                  </a:lnTo>
                  <a:lnTo>
                    <a:pt x="66" y="114"/>
                  </a:lnTo>
                  <a:lnTo>
                    <a:pt x="66" y="126"/>
                  </a:lnTo>
                  <a:lnTo>
                    <a:pt x="60" y="138"/>
                  </a:lnTo>
                  <a:lnTo>
                    <a:pt x="60" y="156"/>
                  </a:lnTo>
                  <a:lnTo>
                    <a:pt x="66" y="156"/>
                  </a:lnTo>
                  <a:lnTo>
                    <a:pt x="72" y="162"/>
                  </a:lnTo>
                  <a:lnTo>
                    <a:pt x="90" y="162"/>
                  </a:lnTo>
                  <a:lnTo>
                    <a:pt x="90" y="180"/>
                  </a:lnTo>
                  <a:lnTo>
                    <a:pt x="78" y="186"/>
                  </a:lnTo>
                  <a:lnTo>
                    <a:pt x="84" y="198"/>
                  </a:lnTo>
                  <a:lnTo>
                    <a:pt x="72" y="198"/>
                  </a:lnTo>
                  <a:lnTo>
                    <a:pt x="54" y="216"/>
                  </a:lnTo>
                  <a:lnTo>
                    <a:pt x="48" y="228"/>
                  </a:lnTo>
                  <a:lnTo>
                    <a:pt x="48" y="246"/>
                  </a:lnTo>
                  <a:lnTo>
                    <a:pt x="42" y="258"/>
                  </a:lnTo>
                  <a:lnTo>
                    <a:pt x="30" y="270"/>
                  </a:lnTo>
                  <a:lnTo>
                    <a:pt x="6" y="282"/>
                  </a:lnTo>
                  <a:lnTo>
                    <a:pt x="0" y="294"/>
                  </a:lnTo>
                  <a:lnTo>
                    <a:pt x="6" y="306"/>
                  </a:lnTo>
                  <a:lnTo>
                    <a:pt x="18" y="318"/>
                  </a:lnTo>
                  <a:lnTo>
                    <a:pt x="18" y="330"/>
                  </a:lnTo>
                  <a:lnTo>
                    <a:pt x="12" y="342"/>
                  </a:lnTo>
                  <a:lnTo>
                    <a:pt x="12" y="348"/>
                  </a:lnTo>
                  <a:lnTo>
                    <a:pt x="18" y="354"/>
                  </a:lnTo>
                  <a:lnTo>
                    <a:pt x="18" y="366"/>
                  </a:lnTo>
                  <a:lnTo>
                    <a:pt x="24" y="378"/>
                  </a:lnTo>
                  <a:lnTo>
                    <a:pt x="24" y="396"/>
                  </a:lnTo>
                  <a:lnTo>
                    <a:pt x="18" y="402"/>
                  </a:lnTo>
                  <a:lnTo>
                    <a:pt x="18" y="432"/>
                  </a:lnTo>
                  <a:lnTo>
                    <a:pt x="30" y="444"/>
                  </a:lnTo>
                  <a:lnTo>
                    <a:pt x="36" y="444"/>
                  </a:lnTo>
                  <a:lnTo>
                    <a:pt x="48" y="450"/>
                  </a:lnTo>
                  <a:lnTo>
                    <a:pt x="72" y="474"/>
                  </a:lnTo>
                  <a:lnTo>
                    <a:pt x="78" y="486"/>
                  </a:lnTo>
                  <a:lnTo>
                    <a:pt x="78" y="546"/>
                  </a:lnTo>
                  <a:lnTo>
                    <a:pt x="84" y="558"/>
                  </a:lnTo>
                  <a:lnTo>
                    <a:pt x="114" y="594"/>
                  </a:lnTo>
                  <a:lnTo>
                    <a:pt x="114" y="600"/>
                  </a:lnTo>
                  <a:lnTo>
                    <a:pt x="108" y="612"/>
                  </a:lnTo>
                  <a:lnTo>
                    <a:pt x="108" y="618"/>
                  </a:lnTo>
                  <a:lnTo>
                    <a:pt x="126" y="618"/>
                  </a:lnTo>
                  <a:lnTo>
                    <a:pt x="138" y="612"/>
                  </a:lnTo>
                  <a:lnTo>
                    <a:pt x="138" y="630"/>
                  </a:lnTo>
                  <a:lnTo>
                    <a:pt x="144" y="636"/>
                  </a:lnTo>
                  <a:lnTo>
                    <a:pt x="162" y="636"/>
                  </a:lnTo>
                  <a:lnTo>
                    <a:pt x="180" y="654"/>
                  </a:lnTo>
                  <a:lnTo>
                    <a:pt x="192" y="654"/>
                  </a:lnTo>
                  <a:lnTo>
                    <a:pt x="204" y="648"/>
                  </a:lnTo>
                  <a:lnTo>
                    <a:pt x="204" y="666"/>
                  </a:lnTo>
                  <a:lnTo>
                    <a:pt x="222" y="666"/>
                  </a:lnTo>
                  <a:lnTo>
                    <a:pt x="240" y="678"/>
                  </a:lnTo>
                  <a:lnTo>
                    <a:pt x="264" y="678"/>
                  </a:lnTo>
                  <a:lnTo>
                    <a:pt x="270" y="696"/>
                  </a:lnTo>
                  <a:lnTo>
                    <a:pt x="300" y="696"/>
                  </a:lnTo>
                  <a:lnTo>
                    <a:pt x="300" y="690"/>
                  </a:lnTo>
                  <a:lnTo>
                    <a:pt x="312" y="678"/>
                  </a:lnTo>
                  <a:lnTo>
                    <a:pt x="318" y="684"/>
                  </a:lnTo>
                  <a:lnTo>
                    <a:pt x="330" y="690"/>
                  </a:lnTo>
                  <a:lnTo>
                    <a:pt x="336" y="702"/>
                  </a:lnTo>
                  <a:lnTo>
                    <a:pt x="348" y="714"/>
                  </a:lnTo>
                  <a:lnTo>
                    <a:pt x="348" y="774"/>
                  </a:lnTo>
                  <a:lnTo>
                    <a:pt x="354" y="774"/>
                  </a:lnTo>
                  <a:lnTo>
                    <a:pt x="360" y="780"/>
                  </a:lnTo>
                  <a:lnTo>
                    <a:pt x="360" y="792"/>
                  </a:lnTo>
                  <a:lnTo>
                    <a:pt x="354" y="798"/>
                  </a:lnTo>
                  <a:lnTo>
                    <a:pt x="354" y="804"/>
                  </a:lnTo>
                  <a:lnTo>
                    <a:pt x="348" y="810"/>
                  </a:lnTo>
                  <a:lnTo>
                    <a:pt x="348" y="816"/>
                  </a:lnTo>
                  <a:lnTo>
                    <a:pt x="366" y="834"/>
                  </a:lnTo>
                  <a:lnTo>
                    <a:pt x="378" y="840"/>
                  </a:lnTo>
                  <a:lnTo>
                    <a:pt x="372" y="858"/>
                  </a:lnTo>
                  <a:lnTo>
                    <a:pt x="408" y="858"/>
                  </a:lnTo>
                  <a:lnTo>
                    <a:pt x="414" y="852"/>
                  </a:lnTo>
                  <a:lnTo>
                    <a:pt x="420" y="852"/>
                  </a:lnTo>
                  <a:lnTo>
                    <a:pt x="432" y="840"/>
                  </a:lnTo>
                  <a:lnTo>
                    <a:pt x="444" y="840"/>
                  </a:lnTo>
                  <a:lnTo>
                    <a:pt x="456" y="846"/>
                  </a:lnTo>
                  <a:lnTo>
                    <a:pt x="462" y="858"/>
                  </a:lnTo>
                  <a:lnTo>
                    <a:pt x="474" y="864"/>
                  </a:lnTo>
                  <a:lnTo>
                    <a:pt x="480" y="870"/>
                  </a:lnTo>
                  <a:lnTo>
                    <a:pt x="492" y="870"/>
                  </a:lnTo>
                  <a:lnTo>
                    <a:pt x="510" y="852"/>
                  </a:lnTo>
                  <a:lnTo>
                    <a:pt x="516" y="852"/>
                  </a:lnTo>
                  <a:lnTo>
                    <a:pt x="522" y="858"/>
                  </a:lnTo>
                  <a:lnTo>
                    <a:pt x="534" y="864"/>
                  </a:lnTo>
                  <a:lnTo>
                    <a:pt x="552" y="864"/>
                  </a:lnTo>
                  <a:lnTo>
                    <a:pt x="564" y="852"/>
                  </a:lnTo>
                  <a:lnTo>
                    <a:pt x="576" y="846"/>
                  </a:lnTo>
                  <a:lnTo>
                    <a:pt x="582" y="834"/>
                  </a:lnTo>
                  <a:lnTo>
                    <a:pt x="588" y="828"/>
                  </a:lnTo>
                  <a:lnTo>
                    <a:pt x="612" y="828"/>
                  </a:lnTo>
                  <a:lnTo>
                    <a:pt x="618" y="834"/>
                  </a:lnTo>
                  <a:lnTo>
                    <a:pt x="618" y="840"/>
                  </a:lnTo>
                  <a:lnTo>
                    <a:pt x="630" y="840"/>
                  </a:lnTo>
                  <a:lnTo>
                    <a:pt x="642" y="834"/>
                  </a:lnTo>
                  <a:lnTo>
                    <a:pt x="654" y="822"/>
                  </a:lnTo>
                  <a:lnTo>
                    <a:pt x="660" y="822"/>
                  </a:lnTo>
                  <a:lnTo>
                    <a:pt x="690" y="816"/>
                  </a:lnTo>
                  <a:lnTo>
                    <a:pt x="768" y="762"/>
                  </a:lnTo>
                  <a:lnTo>
                    <a:pt x="762" y="744"/>
                  </a:lnTo>
                  <a:close/>
                  <a:moveTo>
                    <a:pt x="726" y="360"/>
                  </a:moveTo>
                  <a:lnTo>
                    <a:pt x="732" y="354"/>
                  </a:lnTo>
                  <a:lnTo>
                    <a:pt x="732" y="324"/>
                  </a:lnTo>
                  <a:lnTo>
                    <a:pt x="720" y="312"/>
                  </a:lnTo>
                  <a:lnTo>
                    <a:pt x="714" y="312"/>
                  </a:lnTo>
                  <a:lnTo>
                    <a:pt x="708" y="318"/>
                  </a:lnTo>
                  <a:lnTo>
                    <a:pt x="708" y="348"/>
                  </a:lnTo>
                  <a:lnTo>
                    <a:pt x="714" y="354"/>
                  </a:lnTo>
                  <a:lnTo>
                    <a:pt x="726" y="360"/>
                  </a:lnTo>
                  <a:close/>
                  <a:moveTo>
                    <a:pt x="678" y="420"/>
                  </a:moveTo>
                  <a:lnTo>
                    <a:pt x="690" y="426"/>
                  </a:lnTo>
                  <a:lnTo>
                    <a:pt x="696" y="438"/>
                  </a:lnTo>
                  <a:lnTo>
                    <a:pt x="708" y="444"/>
                  </a:lnTo>
                  <a:lnTo>
                    <a:pt x="720" y="444"/>
                  </a:lnTo>
                  <a:lnTo>
                    <a:pt x="726" y="438"/>
                  </a:lnTo>
                  <a:lnTo>
                    <a:pt x="720" y="432"/>
                  </a:lnTo>
                  <a:lnTo>
                    <a:pt x="720" y="426"/>
                  </a:lnTo>
                  <a:lnTo>
                    <a:pt x="708" y="414"/>
                  </a:lnTo>
                  <a:lnTo>
                    <a:pt x="708" y="390"/>
                  </a:lnTo>
                  <a:lnTo>
                    <a:pt x="702" y="378"/>
                  </a:lnTo>
                  <a:lnTo>
                    <a:pt x="684" y="378"/>
                  </a:lnTo>
                  <a:lnTo>
                    <a:pt x="678" y="384"/>
                  </a:lnTo>
                  <a:lnTo>
                    <a:pt x="678" y="42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07" name="Taji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AA1293EE-87FE-471E-9898-C53421C2E1CE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5216974" y="1917934"/>
              <a:ext cx="182231" cy="114315"/>
            </a:xfrm>
            <a:custGeom>
              <a:avLst/>
              <a:gdLst>
                <a:gd name="T0" fmla="*/ 2147483647 w 552"/>
                <a:gd name="T1" fmla="*/ 2147483647 h 348"/>
                <a:gd name="T2" fmla="*/ 2147483647 w 552"/>
                <a:gd name="T3" fmla="*/ 2147483647 h 348"/>
                <a:gd name="T4" fmla="*/ 2147483647 w 552"/>
                <a:gd name="T5" fmla="*/ 2147483647 h 348"/>
                <a:gd name="T6" fmla="*/ 2147483647 w 552"/>
                <a:gd name="T7" fmla="*/ 2147483647 h 348"/>
                <a:gd name="T8" fmla="*/ 2147483647 w 552"/>
                <a:gd name="T9" fmla="*/ 2147483647 h 348"/>
                <a:gd name="T10" fmla="*/ 2147483647 w 552"/>
                <a:gd name="T11" fmla="*/ 2147483647 h 348"/>
                <a:gd name="T12" fmla="*/ 2147483647 w 552"/>
                <a:gd name="T13" fmla="*/ 2147483647 h 348"/>
                <a:gd name="T14" fmla="*/ 2147483647 w 552"/>
                <a:gd name="T15" fmla="*/ 2147483647 h 348"/>
                <a:gd name="T16" fmla="*/ 2147483647 w 552"/>
                <a:gd name="T17" fmla="*/ 2147483647 h 348"/>
                <a:gd name="T18" fmla="*/ 2147483647 w 552"/>
                <a:gd name="T19" fmla="*/ 2147483647 h 348"/>
                <a:gd name="T20" fmla="*/ 2147483647 w 552"/>
                <a:gd name="T21" fmla="*/ 2147483647 h 348"/>
                <a:gd name="T22" fmla="*/ 2147483647 w 552"/>
                <a:gd name="T23" fmla="*/ 2147483647 h 348"/>
                <a:gd name="T24" fmla="*/ 2147483647 w 552"/>
                <a:gd name="T25" fmla="*/ 2147483647 h 348"/>
                <a:gd name="T26" fmla="*/ 2147483647 w 552"/>
                <a:gd name="T27" fmla="*/ 2147483647 h 348"/>
                <a:gd name="T28" fmla="*/ 2147483647 w 552"/>
                <a:gd name="T29" fmla="*/ 2147483647 h 348"/>
                <a:gd name="T30" fmla="*/ 2147483647 w 552"/>
                <a:gd name="T31" fmla="*/ 2147483647 h 348"/>
                <a:gd name="T32" fmla="*/ 2147483647 w 552"/>
                <a:gd name="T33" fmla="*/ 2147483647 h 348"/>
                <a:gd name="T34" fmla="*/ 2147483647 w 552"/>
                <a:gd name="T35" fmla="*/ 2147483647 h 348"/>
                <a:gd name="T36" fmla="*/ 2147483647 w 552"/>
                <a:gd name="T37" fmla="*/ 2147483647 h 348"/>
                <a:gd name="T38" fmla="*/ 2147483647 w 552"/>
                <a:gd name="T39" fmla="*/ 0 h 348"/>
                <a:gd name="T40" fmla="*/ 2147483647 w 552"/>
                <a:gd name="T41" fmla="*/ 2147483647 h 348"/>
                <a:gd name="T42" fmla="*/ 2147483647 w 552"/>
                <a:gd name="T43" fmla="*/ 2147483647 h 348"/>
                <a:gd name="T44" fmla="*/ 2147483647 w 552"/>
                <a:gd name="T45" fmla="*/ 2147483647 h 348"/>
                <a:gd name="T46" fmla="*/ 2147483647 w 552"/>
                <a:gd name="T47" fmla="*/ 2147483647 h 348"/>
                <a:gd name="T48" fmla="*/ 2147483647 w 552"/>
                <a:gd name="T49" fmla="*/ 2147483647 h 348"/>
                <a:gd name="T50" fmla="*/ 2147483647 w 552"/>
                <a:gd name="T51" fmla="*/ 2147483647 h 348"/>
                <a:gd name="T52" fmla="*/ 2147483647 w 552"/>
                <a:gd name="T53" fmla="*/ 2147483647 h 348"/>
                <a:gd name="T54" fmla="*/ 2147483647 w 552"/>
                <a:gd name="T55" fmla="*/ 2147483647 h 348"/>
                <a:gd name="T56" fmla="*/ 2147483647 w 552"/>
                <a:gd name="T57" fmla="*/ 2147483647 h 348"/>
                <a:gd name="T58" fmla="*/ 2147483647 w 552"/>
                <a:gd name="T59" fmla="*/ 2147483647 h 348"/>
                <a:gd name="T60" fmla="*/ 2147483647 w 552"/>
                <a:gd name="T61" fmla="*/ 2147483647 h 348"/>
                <a:gd name="T62" fmla="*/ 2147483647 w 552"/>
                <a:gd name="T63" fmla="*/ 2147483647 h 348"/>
                <a:gd name="T64" fmla="*/ 2147483647 w 552"/>
                <a:gd name="T65" fmla="*/ 2147483647 h 348"/>
                <a:gd name="T66" fmla="*/ 2147483647 w 552"/>
                <a:gd name="T67" fmla="*/ 2147483647 h 348"/>
                <a:gd name="T68" fmla="*/ 2147483647 w 552"/>
                <a:gd name="T69" fmla="*/ 2147483647 h 348"/>
                <a:gd name="T70" fmla="*/ 2147483647 w 552"/>
                <a:gd name="T71" fmla="*/ 2147483647 h 348"/>
                <a:gd name="T72" fmla="*/ 2147483647 w 552"/>
                <a:gd name="T73" fmla="*/ 2147483647 h 348"/>
                <a:gd name="T74" fmla="*/ 2147483647 w 552"/>
                <a:gd name="T75" fmla="*/ 2147483647 h 348"/>
                <a:gd name="T76" fmla="*/ 2147483647 w 552"/>
                <a:gd name="T77" fmla="*/ 2147483647 h 348"/>
                <a:gd name="T78" fmla="*/ 2147483647 w 552"/>
                <a:gd name="T79" fmla="*/ 2147483647 h 348"/>
                <a:gd name="T80" fmla="*/ 2147483647 w 552"/>
                <a:gd name="T81" fmla="*/ 2147483647 h 348"/>
                <a:gd name="T82" fmla="*/ 2147483647 w 552"/>
                <a:gd name="T83" fmla="*/ 2147483647 h 348"/>
                <a:gd name="T84" fmla="*/ 2147483647 w 552"/>
                <a:gd name="T85" fmla="*/ 2147483647 h 348"/>
                <a:gd name="T86" fmla="*/ 2147483647 w 552"/>
                <a:gd name="T87" fmla="*/ 2147483647 h 348"/>
                <a:gd name="T88" fmla="*/ 2147483647 w 552"/>
                <a:gd name="T89" fmla="*/ 2147483647 h 348"/>
                <a:gd name="T90" fmla="*/ 2147483647 w 552"/>
                <a:gd name="T91" fmla="*/ 2147483647 h 348"/>
                <a:gd name="T92" fmla="*/ 2147483647 w 552"/>
                <a:gd name="T93" fmla="*/ 2147483647 h 348"/>
                <a:gd name="T94" fmla="*/ 2147483647 w 552"/>
                <a:gd name="T95" fmla="*/ 2147483647 h 348"/>
                <a:gd name="T96" fmla="*/ 2147483647 w 552"/>
                <a:gd name="T97" fmla="*/ 2147483647 h 348"/>
                <a:gd name="T98" fmla="*/ 2147483647 w 552"/>
                <a:gd name="T99" fmla="*/ 2147483647 h 34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52"/>
                <a:gd name="T151" fmla="*/ 0 h 348"/>
                <a:gd name="T152" fmla="*/ 552 w 552"/>
                <a:gd name="T153" fmla="*/ 348 h 34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52" h="348">
                  <a:moveTo>
                    <a:pt x="528" y="270"/>
                  </a:moveTo>
                  <a:lnTo>
                    <a:pt x="516" y="246"/>
                  </a:lnTo>
                  <a:lnTo>
                    <a:pt x="516" y="204"/>
                  </a:lnTo>
                  <a:lnTo>
                    <a:pt x="510" y="198"/>
                  </a:lnTo>
                  <a:lnTo>
                    <a:pt x="498" y="192"/>
                  </a:lnTo>
                  <a:lnTo>
                    <a:pt x="492" y="192"/>
                  </a:lnTo>
                  <a:lnTo>
                    <a:pt x="480" y="186"/>
                  </a:lnTo>
                  <a:lnTo>
                    <a:pt x="456" y="186"/>
                  </a:lnTo>
                  <a:lnTo>
                    <a:pt x="450" y="192"/>
                  </a:lnTo>
                  <a:lnTo>
                    <a:pt x="438" y="192"/>
                  </a:lnTo>
                  <a:lnTo>
                    <a:pt x="426" y="180"/>
                  </a:lnTo>
                  <a:lnTo>
                    <a:pt x="426" y="168"/>
                  </a:lnTo>
                  <a:lnTo>
                    <a:pt x="432" y="156"/>
                  </a:lnTo>
                  <a:lnTo>
                    <a:pt x="432" y="144"/>
                  </a:lnTo>
                  <a:lnTo>
                    <a:pt x="414" y="144"/>
                  </a:lnTo>
                  <a:lnTo>
                    <a:pt x="414" y="120"/>
                  </a:lnTo>
                  <a:lnTo>
                    <a:pt x="396" y="114"/>
                  </a:lnTo>
                  <a:lnTo>
                    <a:pt x="384" y="126"/>
                  </a:lnTo>
                  <a:lnTo>
                    <a:pt x="342" y="126"/>
                  </a:lnTo>
                  <a:lnTo>
                    <a:pt x="336" y="132"/>
                  </a:lnTo>
                  <a:lnTo>
                    <a:pt x="324" y="138"/>
                  </a:lnTo>
                  <a:lnTo>
                    <a:pt x="312" y="138"/>
                  </a:lnTo>
                  <a:lnTo>
                    <a:pt x="312" y="132"/>
                  </a:lnTo>
                  <a:lnTo>
                    <a:pt x="306" y="132"/>
                  </a:lnTo>
                  <a:lnTo>
                    <a:pt x="294" y="138"/>
                  </a:lnTo>
                  <a:lnTo>
                    <a:pt x="264" y="108"/>
                  </a:lnTo>
                  <a:lnTo>
                    <a:pt x="258" y="114"/>
                  </a:lnTo>
                  <a:lnTo>
                    <a:pt x="246" y="120"/>
                  </a:lnTo>
                  <a:lnTo>
                    <a:pt x="240" y="126"/>
                  </a:lnTo>
                  <a:lnTo>
                    <a:pt x="222" y="126"/>
                  </a:lnTo>
                  <a:lnTo>
                    <a:pt x="210" y="114"/>
                  </a:lnTo>
                  <a:lnTo>
                    <a:pt x="186" y="114"/>
                  </a:lnTo>
                  <a:lnTo>
                    <a:pt x="174" y="108"/>
                  </a:lnTo>
                  <a:lnTo>
                    <a:pt x="156" y="108"/>
                  </a:lnTo>
                  <a:lnTo>
                    <a:pt x="150" y="114"/>
                  </a:lnTo>
                  <a:lnTo>
                    <a:pt x="138" y="114"/>
                  </a:lnTo>
                  <a:lnTo>
                    <a:pt x="126" y="120"/>
                  </a:lnTo>
                  <a:lnTo>
                    <a:pt x="120" y="114"/>
                  </a:lnTo>
                  <a:lnTo>
                    <a:pt x="120" y="108"/>
                  </a:lnTo>
                  <a:lnTo>
                    <a:pt x="114" y="102"/>
                  </a:lnTo>
                  <a:lnTo>
                    <a:pt x="114" y="90"/>
                  </a:lnTo>
                  <a:lnTo>
                    <a:pt x="126" y="84"/>
                  </a:lnTo>
                  <a:lnTo>
                    <a:pt x="132" y="78"/>
                  </a:lnTo>
                  <a:lnTo>
                    <a:pt x="132" y="66"/>
                  </a:lnTo>
                  <a:lnTo>
                    <a:pt x="138" y="60"/>
                  </a:lnTo>
                  <a:lnTo>
                    <a:pt x="150" y="60"/>
                  </a:lnTo>
                  <a:lnTo>
                    <a:pt x="186" y="72"/>
                  </a:lnTo>
                  <a:lnTo>
                    <a:pt x="198" y="78"/>
                  </a:lnTo>
                  <a:lnTo>
                    <a:pt x="204" y="78"/>
                  </a:lnTo>
                  <a:lnTo>
                    <a:pt x="210" y="72"/>
                  </a:lnTo>
                  <a:lnTo>
                    <a:pt x="210" y="66"/>
                  </a:lnTo>
                  <a:lnTo>
                    <a:pt x="204" y="60"/>
                  </a:lnTo>
                  <a:lnTo>
                    <a:pt x="198" y="60"/>
                  </a:lnTo>
                  <a:lnTo>
                    <a:pt x="186" y="54"/>
                  </a:lnTo>
                  <a:lnTo>
                    <a:pt x="180" y="48"/>
                  </a:lnTo>
                  <a:lnTo>
                    <a:pt x="174" y="48"/>
                  </a:lnTo>
                  <a:lnTo>
                    <a:pt x="198" y="12"/>
                  </a:lnTo>
                  <a:lnTo>
                    <a:pt x="192" y="6"/>
                  </a:lnTo>
                  <a:lnTo>
                    <a:pt x="180" y="0"/>
                  </a:lnTo>
                  <a:lnTo>
                    <a:pt x="162" y="0"/>
                  </a:lnTo>
                  <a:lnTo>
                    <a:pt x="156" y="12"/>
                  </a:lnTo>
                  <a:lnTo>
                    <a:pt x="144" y="18"/>
                  </a:lnTo>
                  <a:lnTo>
                    <a:pt x="138" y="30"/>
                  </a:lnTo>
                  <a:lnTo>
                    <a:pt x="132" y="30"/>
                  </a:lnTo>
                  <a:lnTo>
                    <a:pt x="114" y="12"/>
                  </a:lnTo>
                  <a:lnTo>
                    <a:pt x="102" y="12"/>
                  </a:lnTo>
                  <a:lnTo>
                    <a:pt x="102" y="24"/>
                  </a:lnTo>
                  <a:lnTo>
                    <a:pt x="96" y="30"/>
                  </a:lnTo>
                  <a:lnTo>
                    <a:pt x="96" y="42"/>
                  </a:lnTo>
                  <a:lnTo>
                    <a:pt x="108" y="54"/>
                  </a:lnTo>
                  <a:lnTo>
                    <a:pt x="108" y="60"/>
                  </a:lnTo>
                  <a:lnTo>
                    <a:pt x="66" y="60"/>
                  </a:lnTo>
                  <a:lnTo>
                    <a:pt x="90" y="84"/>
                  </a:lnTo>
                  <a:lnTo>
                    <a:pt x="72" y="96"/>
                  </a:lnTo>
                  <a:lnTo>
                    <a:pt x="78" y="96"/>
                  </a:lnTo>
                  <a:lnTo>
                    <a:pt x="78" y="108"/>
                  </a:lnTo>
                  <a:lnTo>
                    <a:pt x="54" y="120"/>
                  </a:lnTo>
                  <a:lnTo>
                    <a:pt x="6" y="120"/>
                  </a:lnTo>
                  <a:lnTo>
                    <a:pt x="0" y="126"/>
                  </a:lnTo>
                  <a:lnTo>
                    <a:pt x="0" y="144"/>
                  </a:lnTo>
                  <a:lnTo>
                    <a:pt x="18" y="144"/>
                  </a:lnTo>
                  <a:lnTo>
                    <a:pt x="30" y="156"/>
                  </a:lnTo>
                  <a:lnTo>
                    <a:pt x="36" y="156"/>
                  </a:lnTo>
                  <a:lnTo>
                    <a:pt x="42" y="162"/>
                  </a:lnTo>
                  <a:lnTo>
                    <a:pt x="54" y="162"/>
                  </a:lnTo>
                  <a:lnTo>
                    <a:pt x="66" y="174"/>
                  </a:lnTo>
                  <a:lnTo>
                    <a:pt x="66" y="180"/>
                  </a:lnTo>
                  <a:lnTo>
                    <a:pt x="60" y="186"/>
                  </a:lnTo>
                  <a:lnTo>
                    <a:pt x="60" y="204"/>
                  </a:lnTo>
                  <a:lnTo>
                    <a:pt x="66" y="210"/>
                  </a:lnTo>
                  <a:lnTo>
                    <a:pt x="78" y="216"/>
                  </a:lnTo>
                  <a:lnTo>
                    <a:pt x="90" y="228"/>
                  </a:lnTo>
                  <a:lnTo>
                    <a:pt x="90" y="246"/>
                  </a:lnTo>
                  <a:lnTo>
                    <a:pt x="84" y="258"/>
                  </a:lnTo>
                  <a:lnTo>
                    <a:pt x="72" y="264"/>
                  </a:lnTo>
                  <a:lnTo>
                    <a:pt x="66" y="276"/>
                  </a:lnTo>
                  <a:lnTo>
                    <a:pt x="60" y="282"/>
                  </a:lnTo>
                  <a:lnTo>
                    <a:pt x="60" y="306"/>
                  </a:lnTo>
                  <a:lnTo>
                    <a:pt x="66" y="312"/>
                  </a:lnTo>
                  <a:lnTo>
                    <a:pt x="78" y="318"/>
                  </a:lnTo>
                  <a:lnTo>
                    <a:pt x="84" y="324"/>
                  </a:lnTo>
                  <a:lnTo>
                    <a:pt x="90" y="324"/>
                  </a:lnTo>
                  <a:lnTo>
                    <a:pt x="108" y="306"/>
                  </a:lnTo>
                  <a:lnTo>
                    <a:pt x="120" y="300"/>
                  </a:lnTo>
                  <a:lnTo>
                    <a:pt x="126" y="294"/>
                  </a:lnTo>
                  <a:lnTo>
                    <a:pt x="138" y="294"/>
                  </a:lnTo>
                  <a:lnTo>
                    <a:pt x="144" y="300"/>
                  </a:lnTo>
                  <a:lnTo>
                    <a:pt x="150" y="312"/>
                  </a:lnTo>
                  <a:lnTo>
                    <a:pt x="156" y="318"/>
                  </a:lnTo>
                  <a:lnTo>
                    <a:pt x="162" y="318"/>
                  </a:lnTo>
                  <a:lnTo>
                    <a:pt x="162" y="288"/>
                  </a:lnTo>
                  <a:lnTo>
                    <a:pt x="174" y="276"/>
                  </a:lnTo>
                  <a:lnTo>
                    <a:pt x="186" y="270"/>
                  </a:lnTo>
                  <a:lnTo>
                    <a:pt x="204" y="270"/>
                  </a:lnTo>
                  <a:lnTo>
                    <a:pt x="216" y="282"/>
                  </a:lnTo>
                  <a:lnTo>
                    <a:pt x="222" y="258"/>
                  </a:lnTo>
                  <a:lnTo>
                    <a:pt x="216" y="258"/>
                  </a:lnTo>
                  <a:lnTo>
                    <a:pt x="210" y="252"/>
                  </a:lnTo>
                  <a:lnTo>
                    <a:pt x="210" y="246"/>
                  </a:lnTo>
                  <a:lnTo>
                    <a:pt x="222" y="234"/>
                  </a:lnTo>
                  <a:lnTo>
                    <a:pt x="228" y="234"/>
                  </a:lnTo>
                  <a:lnTo>
                    <a:pt x="234" y="228"/>
                  </a:lnTo>
                  <a:lnTo>
                    <a:pt x="234" y="204"/>
                  </a:lnTo>
                  <a:lnTo>
                    <a:pt x="240" y="198"/>
                  </a:lnTo>
                  <a:lnTo>
                    <a:pt x="258" y="198"/>
                  </a:lnTo>
                  <a:lnTo>
                    <a:pt x="276" y="216"/>
                  </a:lnTo>
                  <a:lnTo>
                    <a:pt x="276" y="246"/>
                  </a:lnTo>
                  <a:lnTo>
                    <a:pt x="294" y="246"/>
                  </a:lnTo>
                  <a:lnTo>
                    <a:pt x="306" y="312"/>
                  </a:lnTo>
                  <a:lnTo>
                    <a:pt x="306" y="318"/>
                  </a:lnTo>
                  <a:lnTo>
                    <a:pt x="336" y="348"/>
                  </a:lnTo>
                  <a:lnTo>
                    <a:pt x="342" y="348"/>
                  </a:lnTo>
                  <a:lnTo>
                    <a:pt x="348" y="342"/>
                  </a:lnTo>
                  <a:lnTo>
                    <a:pt x="360" y="336"/>
                  </a:lnTo>
                  <a:lnTo>
                    <a:pt x="366" y="324"/>
                  </a:lnTo>
                  <a:lnTo>
                    <a:pt x="372" y="318"/>
                  </a:lnTo>
                  <a:lnTo>
                    <a:pt x="390" y="318"/>
                  </a:lnTo>
                  <a:lnTo>
                    <a:pt x="396" y="312"/>
                  </a:lnTo>
                  <a:lnTo>
                    <a:pt x="402" y="300"/>
                  </a:lnTo>
                  <a:lnTo>
                    <a:pt x="408" y="294"/>
                  </a:lnTo>
                  <a:lnTo>
                    <a:pt x="432" y="282"/>
                  </a:lnTo>
                  <a:lnTo>
                    <a:pt x="456" y="282"/>
                  </a:lnTo>
                  <a:lnTo>
                    <a:pt x="456" y="300"/>
                  </a:lnTo>
                  <a:lnTo>
                    <a:pt x="492" y="288"/>
                  </a:lnTo>
                  <a:lnTo>
                    <a:pt x="516" y="288"/>
                  </a:lnTo>
                  <a:lnTo>
                    <a:pt x="522" y="294"/>
                  </a:lnTo>
                  <a:lnTo>
                    <a:pt x="546" y="294"/>
                  </a:lnTo>
                  <a:lnTo>
                    <a:pt x="552" y="288"/>
                  </a:lnTo>
                  <a:lnTo>
                    <a:pt x="540" y="276"/>
                  </a:lnTo>
                  <a:lnTo>
                    <a:pt x="534" y="276"/>
                  </a:lnTo>
                  <a:lnTo>
                    <a:pt x="528" y="27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08" name="Syria" descr="© INSCALE GmbH, 05.05.2010&#10;http://www.presentationload.com/">
              <a:extLst>
                <a:ext uri="{FF2B5EF4-FFF2-40B4-BE49-F238E27FC236}">
                  <a16:creationId xmlns:a16="http://schemas.microsoft.com/office/drawing/2014/main" id="{C74A5A73-D9F5-4430-8EC6-9C36F9B14A4C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533286" y="2011700"/>
              <a:ext cx="148627" cy="136149"/>
            </a:xfrm>
            <a:custGeom>
              <a:avLst/>
              <a:gdLst>
                <a:gd name="T0" fmla="*/ 2147483647 w 450"/>
                <a:gd name="T1" fmla="*/ 2147483647 h 414"/>
                <a:gd name="T2" fmla="*/ 2147483647 w 450"/>
                <a:gd name="T3" fmla="*/ 2147483647 h 414"/>
                <a:gd name="T4" fmla="*/ 2147483647 w 450"/>
                <a:gd name="T5" fmla="*/ 2147483647 h 414"/>
                <a:gd name="T6" fmla="*/ 2147483647 w 450"/>
                <a:gd name="T7" fmla="*/ 0 h 414"/>
                <a:gd name="T8" fmla="*/ 2147483647 w 450"/>
                <a:gd name="T9" fmla="*/ 2147483647 h 414"/>
                <a:gd name="T10" fmla="*/ 2147483647 w 450"/>
                <a:gd name="T11" fmla="*/ 2147483647 h 414"/>
                <a:gd name="T12" fmla="*/ 2147483647 w 450"/>
                <a:gd name="T13" fmla="*/ 2147483647 h 414"/>
                <a:gd name="T14" fmla="*/ 2147483647 w 450"/>
                <a:gd name="T15" fmla="*/ 2147483647 h 414"/>
                <a:gd name="T16" fmla="*/ 2147483647 w 450"/>
                <a:gd name="T17" fmla="*/ 2147483647 h 414"/>
                <a:gd name="T18" fmla="*/ 2147483647 w 450"/>
                <a:gd name="T19" fmla="*/ 2147483647 h 414"/>
                <a:gd name="T20" fmla="*/ 2147483647 w 450"/>
                <a:gd name="T21" fmla="*/ 2147483647 h 414"/>
                <a:gd name="T22" fmla="*/ 2147483647 w 450"/>
                <a:gd name="T23" fmla="*/ 2147483647 h 414"/>
                <a:gd name="T24" fmla="*/ 2147483647 w 450"/>
                <a:gd name="T25" fmla="*/ 2147483647 h 414"/>
                <a:gd name="T26" fmla="*/ 2147483647 w 450"/>
                <a:gd name="T27" fmla="*/ 2147483647 h 414"/>
                <a:gd name="T28" fmla="*/ 2147483647 w 450"/>
                <a:gd name="T29" fmla="*/ 2147483647 h 414"/>
                <a:gd name="T30" fmla="*/ 2147483647 w 450"/>
                <a:gd name="T31" fmla="*/ 2147483647 h 414"/>
                <a:gd name="T32" fmla="*/ 2147483647 w 450"/>
                <a:gd name="T33" fmla="*/ 2147483647 h 414"/>
                <a:gd name="T34" fmla="*/ 2147483647 w 450"/>
                <a:gd name="T35" fmla="*/ 2147483647 h 414"/>
                <a:gd name="T36" fmla="*/ 2147483647 w 450"/>
                <a:gd name="T37" fmla="*/ 2147483647 h 414"/>
                <a:gd name="T38" fmla="*/ 2147483647 w 450"/>
                <a:gd name="T39" fmla="*/ 2147483647 h 414"/>
                <a:gd name="T40" fmla="*/ 2147483647 w 450"/>
                <a:gd name="T41" fmla="*/ 2147483647 h 414"/>
                <a:gd name="T42" fmla="*/ 2147483647 w 450"/>
                <a:gd name="T43" fmla="*/ 2147483647 h 414"/>
                <a:gd name="T44" fmla="*/ 2147483647 w 450"/>
                <a:gd name="T45" fmla="*/ 2147483647 h 414"/>
                <a:gd name="T46" fmla="*/ 2147483647 w 450"/>
                <a:gd name="T47" fmla="*/ 2147483647 h 414"/>
                <a:gd name="T48" fmla="*/ 2147483647 w 450"/>
                <a:gd name="T49" fmla="*/ 2147483647 h 414"/>
                <a:gd name="T50" fmla="*/ 2147483647 w 450"/>
                <a:gd name="T51" fmla="*/ 2147483647 h 414"/>
                <a:gd name="T52" fmla="*/ 2147483647 w 450"/>
                <a:gd name="T53" fmla="*/ 2147483647 h 414"/>
                <a:gd name="T54" fmla="*/ 2147483647 w 450"/>
                <a:gd name="T55" fmla="*/ 2147483647 h 414"/>
                <a:gd name="T56" fmla="*/ 2147483647 w 450"/>
                <a:gd name="T57" fmla="*/ 2147483647 h 414"/>
                <a:gd name="T58" fmla="*/ 2147483647 w 450"/>
                <a:gd name="T59" fmla="*/ 2147483647 h 414"/>
                <a:gd name="T60" fmla="*/ 2147483647 w 450"/>
                <a:gd name="T61" fmla="*/ 2147483647 h 414"/>
                <a:gd name="T62" fmla="*/ 2147483647 w 450"/>
                <a:gd name="T63" fmla="*/ 2147483647 h 414"/>
                <a:gd name="T64" fmla="*/ 2147483647 w 450"/>
                <a:gd name="T65" fmla="*/ 2147483647 h 414"/>
                <a:gd name="T66" fmla="*/ 2147483647 w 450"/>
                <a:gd name="T67" fmla="*/ 2147483647 h 414"/>
                <a:gd name="T68" fmla="*/ 2147483647 w 450"/>
                <a:gd name="T69" fmla="*/ 2147483647 h 414"/>
                <a:gd name="T70" fmla="*/ 2147483647 w 450"/>
                <a:gd name="T71" fmla="*/ 2147483647 h 414"/>
                <a:gd name="T72" fmla="*/ 2147483647 w 450"/>
                <a:gd name="T73" fmla="*/ 2147483647 h 414"/>
                <a:gd name="T74" fmla="*/ 2147483647 w 450"/>
                <a:gd name="T75" fmla="*/ 2147483647 h 414"/>
                <a:gd name="T76" fmla="*/ 2147483647 w 450"/>
                <a:gd name="T77" fmla="*/ 2147483647 h 414"/>
                <a:gd name="T78" fmla="*/ 2147483647 w 450"/>
                <a:gd name="T79" fmla="*/ 2147483647 h 414"/>
                <a:gd name="T80" fmla="*/ 2147483647 w 450"/>
                <a:gd name="T81" fmla="*/ 2147483647 h 414"/>
                <a:gd name="T82" fmla="*/ 2147483647 w 450"/>
                <a:gd name="T83" fmla="*/ 2147483647 h 414"/>
                <a:gd name="T84" fmla="*/ 2147483647 w 450"/>
                <a:gd name="T85" fmla="*/ 2147483647 h 414"/>
                <a:gd name="T86" fmla="*/ 2147483647 w 450"/>
                <a:gd name="T87" fmla="*/ 2147483647 h 414"/>
                <a:gd name="T88" fmla="*/ 2147483647 w 450"/>
                <a:gd name="T89" fmla="*/ 2147483647 h 414"/>
                <a:gd name="T90" fmla="*/ 2147483647 w 450"/>
                <a:gd name="T91" fmla="*/ 2147483647 h 414"/>
                <a:gd name="T92" fmla="*/ 2147483647 w 450"/>
                <a:gd name="T93" fmla="*/ 2147483647 h 414"/>
                <a:gd name="T94" fmla="*/ 2147483647 w 450"/>
                <a:gd name="T95" fmla="*/ 2147483647 h 414"/>
                <a:gd name="T96" fmla="*/ 2147483647 w 450"/>
                <a:gd name="T97" fmla="*/ 2147483647 h 41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50"/>
                <a:gd name="T148" fmla="*/ 0 h 414"/>
                <a:gd name="T149" fmla="*/ 450 w 450"/>
                <a:gd name="T150" fmla="*/ 414 h 41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50" h="414">
                  <a:moveTo>
                    <a:pt x="426" y="60"/>
                  </a:moveTo>
                  <a:lnTo>
                    <a:pt x="432" y="54"/>
                  </a:lnTo>
                  <a:lnTo>
                    <a:pt x="438" y="42"/>
                  </a:lnTo>
                  <a:lnTo>
                    <a:pt x="450" y="30"/>
                  </a:lnTo>
                  <a:lnTo>
                    <a:pt x="444" y="30"/>
                  </a:lnTo>
                  <a:lnTo>
                    <a:pt x="438" y="24"/>
                  </a:lnTo>
                  <a:lnTo>
                    <a:pt x="438" y="0"/>
                  </a:lnTo>
                  <a:lnTo>
                    <a:pt x="432" y="0"/>
                  </a:lnTo>
                  <a:lnTo>
                    <a:pt x="432" y="6"/>
                  </a:lnTo>
                  <a:lnTo>
                    <a:pt x="426" y="18"/>
                  </a:lnTo>
                  <a:lnTo>
                    <a:pt x="402" y="18"/>
                  </a:lnTo>
                  <a:lnTo>
                    <a:pt x="390" y="30"/>
                  </a:lnTo>
                  <a:lnTo>
                    <a:pt x="372" y="30"/>
                  </a:lnTo>
                  <a:lnTo>
                    <a:pt x="366" y="24"/>
                  </a:lnTo>
                  <a:lnTo>
                    <a:pt x="318" y="24"/>
                  </a:lnTo>
                  <a:lnTo>
                    <a:pt x="306" y="30"/>
                  </a:lnTo>
                  <a:lnTo>
                    <a:pt x="294" y="42"/>
                  </a:lnTo>
                  <a:lnTo>
                    <a:pt x="282" y="48"/>
                  </a:lnTo>
                  <a:lnTo>
                    <a:pt x="276" y="54"/>
                  </a:lnTo>
                  <a:lnTo>
                    <a:pt x="258" y="54"/>
                  </a:lnTo>
                  <a:lnTo>
                    <a:pt x="246" y="60"/>
                  </a:lnTo>
                  <a:lnTo>
                    <a:pt x="234" y="60"/>
                  </a:lnTo>
                  <a:lnTo>
                    <a:pt x="222" y="54"/>
                  </a:lnTo>
                  <a:lnTo>
                    <a:pt x="204" y="54"/>
                  </a:lnTo>
                  <a:lnTo>
                    <a:pt x="192" y="42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30"/>
                  </a:lnTo>
                  <a:lnTo>
                    <a:pt x="150" y="48"/>
                  </a:lnTo>
                  <a:lnTo>
                    <a:pt x="144" y="48"/>
                  </a:lnTo>
                  <a:lnTo>
                    <a:pt x="138" y="54"/>
                  </a:lnTo>
                  <a:lnTo>
                    <a:pt x="120" y="60"/>
                  </a:lnTo>
                  <a:lnTo>
                    <a:pt x="84" y="60"/>
                  </a:lnTo>
                  <a:lnTo>
                    <a:pt x="84" y="54"/>
                  </a:lnTo>
                  <a:lnTo>
                    <a:pt x="90" y="48"/>
                  </a:lnTo>
                  <a:lnTo>
                    <a:pt x="66" y="48"/>
                  </a:lnTo>
                  <a:lnTo>
                    <a:pt x="66" y="78"/>
                  </a:lnTo>
                  <a:lnTo>
                    <a:pt x="72" y="78"/>
                  </a:lnTo>
                  <a:lnTo>
                    <a:pt x="72" y="102"/>
                  </a:lnTo>
                  <a:lnTo>
                    <a:pt x="60" y="102"/>
                  </a:lnTo>
                  <a:lnTo>
                    <a:pt x="54" y="96"/>
                  </a:lnTo>
                  <a:lnTo>
                    <a:pt x="54" y="114"/>
                  </a:lnTo>
                  <a:lnTo>
                    <a:pt x="48" y="120"/>
                  </a:lnTo>
                  <a:lnTo>
                    <a:pt x="48" y="126"/>
                  </a:lnTo>
                  <a:lnTo>
                    <a:pt x="36" y="126"/>
                  </a:lnTo>
                  <a:lnTo>
                    <a:pt x="24" y="114"/>
                  </a:lnTo>
                  <a:lnTo>
                    <a:pt x="18" y="120"/>
                  </a:lnTo>
                  <a:lnTo>
                    <a:pt x="12" y="132"/>
                  </a:lnTo>
                  <a:lnTo>
                    <a:pt x="12" y="150"/>
                  </a:lnTo>
                  <a:lnTo>
                    <a:pt x="6" y="150"/>
                  </a:lnTo>
                  <a:lnTo>
                    <a:pt x="0" y="198"/>
                  </a:lnTo>
                  <a:lnTo>
                    <a:pt x="6" y="204"/>
                  </a:lnTo>
                  <a:lnTo>
                    <a:pt x="18" y="210"/>
                  </a:lnTo>
                  <a:lnTo>
                    <a:pt x="24" y="216"/>
                  </a:lnTo>
                  <a:lnTo>
                    <a:pt x="24" y="222"/>
                  </a:lnTo>
                  <a:lnTo>
                    <a:pt x="72" y="222"/>
                  </a:lnTo>
                  <a:lnTo>
                    <a:pt x="66" y="234"/>
                  </a:lnTo>
                  <a:lnTo>
                    <a:pt x="72" y="240"/>
                  </a:lnTo>
                  <a:lnTo>
                    <a:pt x="78" y="252"/>
                  </a:lnTo>
                  <a:lnTo>
                    <a:pt x="78" y="270"/>
                  </a:lnTo>
                  <a:lnTo>
                    <a:pt x="72" y="282"/>
                  </a:lnTo>
                  <a:lnTo>
                    <a:pt x="66" y="282"/>
                  </a:lnTo>
                  <a:lnTo>
                    <a:pt x="54" y="288"/>
                  </a:lnTo>
                  <a:lnTo>
                    <a:pt x="48" y="288"/>
                  </a:lnTo>
                  <a:lnTo>
                    <a:pt x="42" y="294"/>
                  </a:lnTo>
                  <a:lnTo>
                    <a:pt x="42" y="318"/>
                  </a:lnTo>
                  <a:lnTo>
                    <a:pt x="24" y="336"/>
                  </a:lnTo>
                  <a:lnTo>
                    <a:pt x="30" y="378"/>
                  </a:lnTo>
                  <a:lnTo>
                    <a:pt x="36" y="378"/>
                  </a:lnTo>
                  <a:lnTo>
                    <a:pt x="72" y="396"/>
                  </a:lnTo>
                  <a:lnTo>
                    <a:pt x="84" y="408"/>
                  </a:lnTo>
                  <a:lnTo>
                    <a:pt x="96" y="414"/>
                  </a:lnTo>
                  <a:lnTo>
                    <a:pt x="114" y="414"/>
                  </a:lnTo>
                  <a:lnTo>
                    <a:pt x="174" y="384"/>
                  </a:lnTo>
                  <a:lnTo>
                    <a:pt x="204" y="354"/>
                  </a:lnTo>
                  <a:lnTo>
                    <a:pt x="228" y="336"/>
                  </a:lnTo>
                  <a:lnTo>
                    <a:pt x="240" y="324"/>
                  </a:lnTo>
                  <a:lnTo>
                    <a:pt x="300" y="276"/>
                  </a:lnTo>
                  <a:lnTo>
                    <a:pt x="312" y="270"/>
                  </a:lnTo>
                  <a:lnTo>
                    <a:pt x="372" y="246"/>
                  </a:lnTo>
                  <a:lnTo>
                    <a:pt x="396" y="234"/>
                  </a:lnTo>
                  <a:lnTo>
                    <a:pt x="402" y="228"/>
                  </a:lnTo>
                  <a:lnTo>
                    <a:pt x="402" y="222"/>
                  </a:lnTo>
                  <a:lnTo>
                    <a:pt x="384" y="204"/>
                  </a:lnTo>
                  <a:lnTo>
                    <a:pt x="384" y="198"/>
                  </a:lnTo>
                  <a:lnTo>
                    <a:pt x="390" y="180"/>
                  </a:lnTo>
                  <a:lnTo>
                    <a:pt x="396" y="168"/>
                  </a:lnTo>
                  <a:lnTo>
                    <a:pt x="396" y="138"/>
                  </a:lnTo>
                  <a:lnTo>
                    <a:pt x="390" y="126"/>
                  </a:lnTo>
                  <a:lnTo>
                    <a:pt x="390" y="114"/>
                  </a:lnTo>
                  <a:lnTo>
                    <a:pt x="384" y="108"/>
                  </a:lnTo>
                  <a:lnTo>
                    <a:pt x="378" y="96"/>
                  </a:lnTo>
                  <a:lnTo>
                    <a:pt x="378" y="84"/>
                  </a:lnTo>
                  <a:lnTo>
                    <a:pt x="384" y="72"/>
                  </a:lnTo>
                  <a:lnTo>
                    <a:pt x="390" y="66"/>
                  </a:lnTo>
                  <a:lnTo>
                    <a:pt x="402" y="66"/>
                  </a:lnTo>
                  <a:lnTo>
                    <a:pt x="414" y="60"/>
                  </a:lnTo>
                  <a:lnTo>
                    <a:pt x="426" y="6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09" name="Switzerland" descr="© INSCALE GmbH, 05.05.2010&#10;http://www.presentationload.com/">
              <a:extLst>
                <a:ext uri="{FF2B5EF4-FFF2-40B4-BE49-F238E27FC236}">
                  <a16:creationId xmlns:a16="http://schemas.microsoft.com/office/drawing/2014/main" id="{C041E117-98FD-4BB6-8405-E8AECF03E9CC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884493" y="1738118"/>
              <a:ext cx="95639" cy="52662"/>
            </a:xfrm>
            <a:custGeom>
              <a:avLst/>
              <a:gdLst>
                <a:gd name="T0" fmla="*/ 2147483647 w 288"/>
                <a:gd name="T1" fmla="*/ 2147483647 h 162"/>
                <a:gd name="T2" fmla="*/ 2147483647 w 288"/>
                <a:gd name="T3" fmla="*/ 2147483647 h 162"/>
                <a:gd name="T4" fmla="*/ 2147483647 w 288"/>
                <a:gd name="T5" fmla="*/ 2147483647 h 162"/>
                <a:gd name="T6" fmla="*/ 2147483647 w 288"/>
                <a:gd name="T7" fmla="*/ 2147483647 h 162"/>
                <a:gd name="T8" fmla="*/ 2147483647 w 288"/>
                <a:gd name="T9" fmla="*/ 2147483647 h 162"/>
                <a:gd name="T10" fmla="*/ 2147483647 w 288"/>
                <a:gd name="T11" fmla="*/ 2147483647 h 162"/>
                <a:gd name="T12" fmla="*/ 2147483647 w 288"/>
                <a:gd name="T13" fmla="*/ 2147483647 h 162"/>
                <a:gd name="T14" fmla="*/ 0 w 288"/>
                <a:gd name="T15" fmla="*/ 2147483647 h 162"/>
                <a:gd name="T16" fmla="*/ 2147483647 w 288"/>
                <a:gd name="T17" fmla="*/ 2147483647 h 162"/>
                <a:gd name="T18" fmla="*/ 2147483647 w 288"/>
                <a:gd name="T19" fmla="*/ 2147483647 h 162"/>
                <a:gd name="T20" fmla="*/ 2147483647 w 288"/>
                <a:gd name="T21" fmla="*/ 2147483647 h 162"/>
                <a:gd name="T22" fmla="*/ 2147483647 w 288"/>
                <a:gd name="T23" fmla="*/ 2147483647 h 162"/>
                <a:gd name="T24" fmla="*/ 2147483647 w 288"/>
                <a:gd name="T25" fmla="*/ 2147483647 h 162"/>
                <a:gd name="T26" fmla="*/ 2147483647 w 288"/>
                <a:gd name="T27" fmla="*/ 2147483647 h 162"/>
                <a:gd name="T28" fmla="*/ 2147483647 w 288"/>
                <a:gd name="T29" fmla="*/ 2147483647 h 162"/>
                <a:gd name="T30" fmla="*/ 2147483647 w 288"/>
                <a:gd name="T31" fmla="*/ 2147483647 h 162"/>
                <a:gd name="T32" fmla="*/ 2147483647 w 288"/>
                <a:gd name="T33" fmla="*/ 2147483647 h 162"/>
                <a:gd name="T34" fmla="*/ 2147483647 w 288"/>
                <a:gd name="T35" fmla="*/ 2147483647 h 162"/>
                <a:gd name="T36" fmla="*/ 2147483647 w 288"/>
                <a:gd name="T37" fmla="*/ 2147483647 h 162"/>
                <a:gd name="T38" fmla="*/ 2147483647 w 288"/>
                <a:gd name="T39" fmla="*/ 2147483647 h 162"/>
                <a:gd name="T40" fmla="*/ 2147483647 w 288"/>
                <a:gd name="T41" fmla="*/ 2147483647 h 162"/>
                <a:gd name="T42" fmla="*/ 2147483647 w 288"/>
                <a:gd name="T43" fmla="*/ 2147483647 h 162"/>
                <a:gd name="T44" fmla="*/ 2147483647 w 288"/>
                <a:gd name="T45" fmla="*/ 2147483647 h 162"/>
                <a:gd name="T46" fmla="*/ 2147483647 w 288"/>
                <a:gd name="T47" fmla="*/ 2147483647 h 162"/>
                <a:gd name="T48" fmla="*/ 2147483647 w 288"/>
                <a:gd name="T49" fmla="*/ 2147483647 h 162"/>
                <a:gd name="T50" fmla="*/ 2147483647 w 288"/>
                <a:gd name="T51" fmla="*/ 2147483647 h 162"/>
                <a:gd name="T52" fmla="*/ 2147483647 w 288"/>
                <a:gd name="T53" fmla="*/ 2147483647 h 162"/>
                <a:gd name="T54" fmla="*/ 2147483647 w 288"/>
                <a:gd name="T55" fmla="*/ 2147483647 h 162"/>
                <a:gd name="T56" fmla="*/ 2147483647 w 288"/>
                <a:gd name="T57" fmla="*/ 2147483647 h 162"/>
                <a:gd name="T58" fmla="*/ 2147483647 w 288"/>
                <a:gd name="T59" fmla="*/ 2147483647 h 162"/>
                <a:gd name="T60" fmla="*/ 2147483647 w 288"/>
                <a:gd name="T61" fmla="*/ 2147483647 h 162"/>
                <a:gd name="T62" fmla="*/ 2147483647 w 288"/>
                <a:gd name="T63" fmla="*/ 2147483647 h 162"/>
                <a:gd name="T64" fmla="*/ 2147483647 w 288"/>
                <a:gd name="T65" fmla="*/ 2147483647 h 162"/>
                <a:gd name="T66" fmla="*/ 2147483647 w 288"/>
                <a:gd name="T67" fmla="*/ 0 h 162"/>
                <a:gd name="T68" fmla="*/ 2147483647 w 288"/>
                <a:gd name="T69" fmla="*/ 2147483647 h 162"/>
                <a:gd name="T70" fmla="*/ 2147483647 w 288"/>
                <a:gd name="T71" fmla="*/ 2147483647 h 162"/>
                <a:gd name="T72" fmla="*/ 2147483647 w 288"/>
                <a:gd name="T73" fmla="*/ 2147483647 h 16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88"/>
                <a:gd name="T112" fmla="*/ 0 h 162"/>
                <a:gd name="T113" fmla="*/ 288 w 288"/>
                <a:gd name="T114" fmla="*/ 162 h 162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88" h="162">
                  <a:moveTo>
                    <a:pt x="132" y="24"/>
                  </a:moveTo>
                  <a:lnTo>
                    <a:pt x="96" y="24"/>
                  </a:lnTo>
                  <a:lnTo>
                    <a:pt x="90" y="42"/>
                  </a:lnTo>
                  <a:lnTo>
                    <a:pt x="72" y="30"/>
                  </a:lnTo>
                  <a:lnTo>
                    <a:pt x="66" y="42"/>
                  </a:lnTo>
                  <a:lnTo>
                    <a:pt x="60" y="48"/>
                  </a:lnTo>
                  <a:lnTo>
                    <a:pt x="54" y="60"/>
                  </a:lnTo>
                  <a:lnTo>
                    <a:pt x="48" y="66"/>
                  </a:lnTo>
                  <a:lnTo>
                    <a:pt x="30" y="66"/>
                  </a:lnTo>
                  <a:lnTo>
                    <a:pt x="30" y="78"/>
                  </a:lnTo>
                  <a:lnTo>
                    <a:pt x="18" y="90"/>
                  </a:lnTo>
                  <a:lnTo>
                    <a:pt x="12" y="102"/>
                  </a:lnTo>
                  <a:lnTo>
                    <a:pt x="0" y="108"/>
                  </a:lnTo>
                  <a:lnTo>
                    <a:pt x="6" y="120"/>
                  </a:lnTo>
                  <a:lnTo>
                    <a:pt x="0" y="126"/>
                  </a:lnTo>
                  <a:lnTo>
                    <a:pt x="0" y="132"/>
                  </a:lnTo>
                  <a:lnTo>
                    <a:pt x="6" y="132"/>
                  </a:lnTo>
                  <a:lnTo>
                    <a:pt x="30" y="108"/>
                  </a:lnTo>
                  <a:lnTo>
                    <a:pt x="48" y="108"/>
                  </a:lnTo>
                  <a:lnTo>
                    <a:pt x="54" y="114"/>
                  </a:lnTo>
                  <a:lnTo>
                    <a:pt x="48" y="138"/>
                  </a:lnTo>
                  <a:lnTo>
                    <a:pt x="60" y="150"/>
                  </a:lnTo>
                  <a:lnTo>
                    <a:pt x="60" y="156"/>
                  </a:lnTo>
                  <a:lnTo>
                    <a:pt x="72" y="156"/>
                  </a:lnTo>
                  <a:lnTo>
                    <a:pt x="84" y="144"/>
                  </a:lnTo>
                  <a:lnTo>
                    <a:pt x="96" y="144"/>
                  </a:lnTo>
                  <a:lnTo>
                    <a:pt x="108" y="156"/>
                  </a:lnTo>
                  <a:lnTo>
                    <a:pt x="114" y="156"/>
                  </a:lnTo>
                  <a:lnTo>
                    <a:pt x="132" y="138"/>
                  </a:lnTo>
                  <a:lnTo>
                    <a:pt x="132" y="120"/>
                  </a:lnTo>
                  <a:lnTo>
                    <a:pt x="138" y="114"/>
                  </a:lnTo>
                  <a:lnTo>
                    <a:pt x="150" y="114"/>
                  </a:lnTo>
                  <a:lnTo>
                    <a:pt x="156" y="120"/>
                  </a:lnTo>
                  <a:lnTo>
                    <a:pt x="156" y="126"/>
                  </a:lnTo>
                  <a:lnTo>
                    <a:pt x="162" y="132"/>
                  </a:lnTo>
                  <a:lnTo>
                    <a:pt x="162" y="138"/>
                  </a:lnTo>
                  <a:lnTo>
                    <a:pt x="168" y="138"/>
                  </a:lnTo>
                  <a:lnTo>
                    <a:pt x="192" y="162"/>
                  </a:lnTo>
                  <a:lnTo>
                    <a:pt x="192" y="144"/>
                  </a:lnTo>
                  <a:lnTo>
                    <a:pt x="204" y="132"/>
                  </a:lnTo>
                  <a:lnTo>
                    <a:pt x="210" y="108"/>
                  </a:lnTo>
                  <a:lnTo>
                    <a:pt x="222" y="126"/>
                  </a:lnTo>
                  <a:lnTo>
                    <a:pt x="240" y="120"/>
                  </a:lnTo>
                  <a:lnTo>
                    <a:pt x="258" y="132"/>
                  </a:lnTo>
                  <a:lnTo>
                    <a:pt x="264" y="120"/>
                  </a:lnTo>
                  <a:lnTo>
                    <a:pt x="252" y="108"/>
                  </a:lnTo>
                  <a:lnTo>
                    <a:pt x="252" y="102"/>
                  </a:lnTo>
                  <a:lnTo>
                    <a:pt x="276" y="102"/>
                  </a:lnTo>
                  <a:lnTo>
                    <a:pt x="282" y="84"/>
                  </a:lnTo>
                  <a:lnTo>
                    <a:pt x="288" y="84"/>
                  </a:lnTo>
                  <a:lnTo>
                    <a:pt x="288" y="78"/>
                  </a:lnTo>
                  <a:lnTo>
                    <a:pt x="276" y="66"/>
                  </a:lnTo>
                  <a:lnTo>
                    <a:pt x="270" y="66"/>
                  </a:lnTo>
                  <a:lnTo>
                    <a:pt x="252" y="84"/>
                  </a:lnTo>
                  <a:lnTo>
                    <a:pt x="246" y="84"/>
                  </a:lnTo>
                  <a:lnTo>
                    <a:pt x="246" y="66"/>
                  </a:lnTo>
                  <a:lnTo>
                    <a:pt x="210" y="66"/>
                  </a:lnTo>
                  <a:lnTo>
                    <a:pt x="210" y="60"/>
                  </a:lnTo>
                  <a:lnTo>
                    <a:pt x="216" y="48"/>
                  </a:lnTo>
                  <a:lnTo>
                    <a:pt x="222" y="42"/>
                  </a:lnTo>
                  <a:lnTo>
                    <a:pt x="228" y="42"/>
                  </a:lnTo>
                  <a:lnTo>
                    <a:pt x="228" y="30"/>
                  </a:lnTo>
                  <a:lnTo>
                    <a:pt x="216" y="30"/>
                  </a:lnTo>
                  <a:lnTo>
                    <a:pt x="210" y="18"/>
                  </a:lnTo>
                  <a:lnTo>
                    <a:pt x="192" y="12"/>
                  </a:lnTo>
                  <a:lnTo>
                    <a:pt x="180" y="12"/>
                  </a:lnTo>
                  <a:lnTo>
                    <a:pt x="174" y="6"/>
                  </a:lnTo>
                  <a:lnTo>
                    <a:pt x="162" y="0"/>
                  </a:lnTo>
                  <a:lnTo>
                    <a:pt x="156" y="0"/>
                  </a:lnTo>
                  <a:lnTo>
                    <a:pt x="150" y="6"/>
                  </a:lnTo>
                  <a:lnTo>
                    <a:pt x="150" y="18"/>
                  </a:lnTo>
                  <a:lnTo>
                    <a:pt x="156" y="24"/>
                  </a:lnTo>
                  <a:lnTo>
                    <a:pt x="150" y="18"/>
                  </a:lnTo>
                  <a:lnTo>
                    <a:pt x="132" y="2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10" name="Sweden" descr="© INSCALE GmbH, 05.05.2010&#10;http://www.presentationload.com/">
              <a:extLst>
                <a:ext uri="{FF2B5EF4-FFF2-40B4-BE49-F238E27FC236}">
                  <a16:creationId xmlns:a16="http://schemas.microsoft.com/office/drawing/2014/main" id="{81B9DD3D-197A-475D-9672-36DF99A2E152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3993056" y="1221771"/>
              <a:ext cx="228758" cy="324963"/>
            </a:xfrm>
            <a:custGeom>
              <a:avLst/>
              <a:gdLst>
                <a:gd name="T0" fmla="*/ 2147483647 w 690"/>
                <a:gd name="T1" fmla="*/ 2147483647 h 990"/>
                <a:gd name="T2" fmla="*/ 2147483647 w 690"/>
                <a:gd name="T3" fmla="*/ 2147483647 h 990"/>
                <a:gd name="T4" fmla="*/ 2147483647 w 690"/>
                <a:gd name="T5" fmla="*/ 2147483647 h 990"/>
                <a:gd name="T6" fmla="*/ 2147483647 w 690"/>
                <a:gd name="T7" fmla="*/ 2147483647 h 990"/>
                <a:gd name="T8" fmla="*/ 2147483647 w 690"/>
                <a:gd name="T9" fmla="*/ 2147483647 h 990"/>
                <a:gd name="T10" fmla="*/ 2147483647 w 690"/>
                <a:gd name="T11" fmla="*/ 2147483647 h 990"/>
                <a:gd name="T12" fmla="*/ 2147483647 w 690"/>
                <a:gd name="T13" fmla="*/ 2147483647 h 990"/>
                <a:gd name="T14" fmla="*/ 2147483647 w 690"/>
                <a:gd name="T15" fmla="*/ 2147483647 h 990"/>
                <a:gd name="T16" fmla="*/ 2147483647 w 690"/>
                <a:gd name="T17" fmla="*/ 2147483647 h 990"/>
                <a:gd name="T18" fmla="*/ 2147483647 w 690"/>
                <a:gd name="T19" fmla="*/ 2147483647 h 990"/>
                <a:gd name="T20" fmla="*/ 2147483647 w 690"/>
                <a:gd name="T21" fmla="*/ 2147483647 h 990"/>
                <a:gd name="T22" fmla="*/ 2147483647 w 690"/>
                <a:gd name="T23" fmla="*/ 2147483647 h 990"/>
                <a:gd name="T24" fmla="*/ 2147483647 w 690"/>
                <a:gd name="T25" fmla="*/ 2147483647 h 990"/>
                <a:gd name="T26" fmla="*/ 2147483647 w 690"/>
                <a:gd name="T27" fmla="*/ 2147483647 h 990"/>
                <a:gd name="T28" fmla="*/ 2147483647 w 690"/>
                <a:gd name="T29" fmla="*/ 2147483647 h 990"/>
                <a:gd name="T30" fmla="*/ 2147483647 w 690"/>
                <a:gd name="T31" fmla="*/ 2147483647 h 990"/>
                <a:gd name="T32" fmla="*/ 2147483647 w 690"/>
                <a:gd name="T33" fmla="*/ 2147483647 h 990"/>
                <a:gd name="T34" fmla="*/ 2147483647 w 690"/>
                <a:gd name="T35" fmla="*/ 2147483647 h 990"/>
                <a:gd name="T36" fmla="*/ 2147483647 w 690"/>
                <a:gd name="T37" fmla="*/ 2147483647 h 990"/>
                <a:gd name="T38" fmla="*/ 2147483647 w 690"/>
                <a:gd name="T39" fmla="*/ 2147483647 h 990"/>
                <a:gd name="T40" fmla="*/ 2147483647 w 690"/>
                <a:gd name="T41" fmla="*/ 2147483647 h 990"/>
                <a:gd name="T42" fmla="*/ 2147483647 w 690"/>
                <a:gd name="T43" fmla="*/ 2147483647 h 990"/>
                <a:gd name="T44" fmla="*/ 2147483647 w 690"/>
                <a:gd name="T45" fmla="*/ 2147483647 h 990"/>
                <a:gd name="T46" fmla="*/ 0 w 690"/>
                <a:gd name="T47" fmla="*/ 2147483647 h 990"/>
                <a:gd name="T48" fmla="*/ 2147483647 w 690"/>
                <a:gd name="T49" fmla="*/ 2147483647 h 990"/>
                <a:gd name="T50" fmla="*/ 2147483647 w 690"/>
                <a:gd name="T51" fmla="*/ 2147483647 h 990"/>
                <a:gd name="T52" fmla="*/ 2147483647 w 690"/>
                <a:gd name="T53" fmla="*/ 2147483647 h 990"/>
                <a:gd name="T54" fmla="*/ 2147483647 w 690"/>
                <a:gd name="T55" fmla="*/ 2147483647 h 990"/>
                <a:gd name="T56" fmla="*/ 2147483647 w 690"/>
                <a:gd name="T57" fmla="*/ 2147483647 h 990"/>
                <a:gd name="T58" fmla="*/ 2147483647 w 690"/>
                <a:gd name="T59" fmla="*/ 2147483647 h 990"/>
                <a:gd name="T60" fmla="*/ 2147483647 w 690"/>
                <a:gd name="T61" fmla="*/ 2147483647 h 990"/>
                <a:gd name="T62" fmla="*/ 2147483647 w 690"/>
                <a:gd name="T63" fmla="*/ 2147483647 h 990"/>
                <a:gd name="T64" fmla="*/ 2147483647 w 690"/>
                <a:gd name="T65" fmla="*/ 2147483647 h 990"/>
                <a:gd name="T66" fmla="*/ 2147483647 w 690"/>
                <a:gd name="T67" fmla="*/ 2147483647 h 990"/>
                <a:gd name="T68" fmla="*/ 2147483647 w 690"/>
                <a:gd name="T69" fmla="*/ 2147483647 h 990"/>
                <a:gd name="T70" fmla="*/ 2147483647 w 690"/>
                <a:gd name="T71" fmla="*/ 2147483647 h 990"/>
                <a:gd name="T72" fmla="*/ 2147483647 w 690"/>
                <a:gd name="T73" fmla="*/ 2147483647 h 990"/>
                <a:gd name="T74" fmla="*/ 2147483647 w 690"/>
                <a:gd name="T75" fmla="*/ 2147483647 h 990"/>
                <a:gd name="T76" fmla="*/ 2147483647 w 690"/>
                <a:gd name="T77" fmla="*/ 2147483647 h 990"/>
                <a:gd name="T78" fmla="*/ 2147483647 w 690"/>
                <a:gd name="T79" fmla="*/ 2147483647 h 990"/>
                <a:gd name="T80" fmla="*/ 2147483647 w 690"/>
                <a:gd name="T81" fmla="*/ 2147483647 h 990"/>
                <a:gd name="T82" fmla="*/ 2147483647 w 690"/>
                <a:gd name="T83" fmla="*/ 2147483647 h 990"/>
                <a:gd name="T84" fmla="*/ 2147483647 w 690"/>
                <a:gd name="T85" fmla="*/ 2147483647 h 990"/>
                <a:gd name="T86" fmla="*/ 2147483647 w 690"/>
                <a:gd name="T87" fmla="*/ 2147483647 h 990"/>
                <a:gd name="T88" fmla="*/ 2147483647 w 690"/>
                <a:gd name="T89" fmla="*/ 2147483647 h 990"/>
                <a:gd name="T90" fmla="*/ 2147483647 w 690"/>
                <a:gd name="T91" fmla="*/ 2147483647 h 990"/>
                <a:gd name="T92" fmla="*/ 2147483647 w 690"/>
                <a:gd name="T93" fmla="*/ 2147483647 h 990"/>
                <a:gd name="T94" fmla="*/ 2147483647 w 690"/>
                <a:gd name="T95" fmla="*/ 2147483647 h 990"/>
                <a:gd name="T96" fmla="*/ 2147483647 w 690"/>
                <a:gd name="T97" fmla="*/ 2147483647 h 990"/>
                <a:gd name="T98" fmla="*/ 2147483647 w 690"/>
                <a:gd name="T99" fmla="*/ 2147483647 h 990"/>
                <a:gd name="T100" fmla="*/ 2147483647 w 690"/>
                <a:gd name="T101" fmla="*/ 2147483647 h 99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690"/>
                <a:gd name="T154" fmla="*/ 0 h 990"/>
                <a:gd name="T155" fmla="*/ 690 w 690"/>
                <a:gd name="T156" fmla="*/ 990 h 990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690" h="990">
                  <a:moveTo>
                    <a:pt x="678" y="204"/>
                  </a:moveTo>
                  <a:lnTo>
                    <a:pt x="672" y="198"/>
                  </a:lnTo>
                  <a:lnTo>
                    <a:pt x="660" y="192"/>
                  </a:lnTo>
                  <a:lnTo>
                    <a:pt x="648" y="180"/>
                  </a:lnTo>
                  <a:lnTo>
                    <a:pt x="648" y="174"/>
                  </a:lnTo>
                  <a:lnTo>
                    <a:pt x="654" y="162"/>
                  </a:lnTo>
                  <a:lnTo>
                    <a:pt x="660" y="156"/>
                  </a:lnTo>
                  <a:lnTo>
                    <a:pt x="666" y="144"/>
                  </a:lnTo>
                  <a:lnTo>
                    <a:pt x="642" y="132"/>
                  </a:lnTo>
                  <a:lnTo>
                    <a:pt x="648" y="108"/>
                  </a:lnTo>
                  <a:lnTo>
                    <a:pt x="636" y="102"/>
                  </a:lnTo>
                  <a:lnTo>
                    <a:pt x="636" y="96"/>
                  </a:lnTo>
                  <a:lnTo>
                    <a:pt x="642" y="90"/>
                  </a:lnTo>
                  <a:lnTo>
                    <a:pt x="642" y="66"/>
                  </a:lnTo>
                  <a:lnTo>
                    <a:pt x="636" y="66"/>
                  </a:lnTo>
                  <a:lnTo>
                    <a:pt x="630" y="60"/>
                  </a:lnTo>
                  <a:lnTo>
                    <a:pt x="618" y="60"/>
                  </a:lnTo>
                  <a:lnTo>
                    <a:pt x="588" y="42"/>
                  </a:lnTo>
                  <a:lnTo>
                    <a:pt x="552" y="42"/>
                  </a:lnTo>
                  <a:lnTo>
                    <a:pt x="540" y="30"/>
                  </a:lnTo>
                  <a:lnTo>
                    <a:pt x="534" y="30"/>
                  </a:lnTo>
                  <a:lnTo>
                    <a:pt x="528" y="24"/>
                  </a:lnTo>
                  <a:lnTo>
                    <a:pt x="516" y="24"/>
                  </a:lnTo>
                  <a:lnTo>
                    <a:pt x="504" y="18"/>
                  </a:lnTo>
                  <a:lnTo>
                    <a:pt x="498" y="12"/>
                  </a:lnTo>
                  <a:lnTo>
                    <a:pt x="486" y="6"/>
                  </a:lnTo>
                  <a:lnTo>
                    <a:pt x="456" y="0"/>
                  </a:lnTo>
                  <a:lnTo>
                    <a:pt x="456" y="24"/>
                  </a:lnTo>
                  <a:lnTo>
                    <a:pt x="444" y="24"/>
                  </a:lnTo>
                  <a:lnTo>
                    <a:pt x="444" y="30"/>
                  </a:lnTo>
                  <a:lnTo>
                    <a:pt x="456" y="42"/>
                  </a:lnTo>
                  <a:lnTo>
                    <a:pt x="462" y="42"/>
                  </a:lnTo>
                  <a:lnTo>
                    <a:pt x="456" y="48"/>
                  </a:lnTo>
                  <a:lnTo>
                    <a:pt x="444" y="48"/>
                  </a:lnTo>
                  <a:lnTo>
                    <a:pt x="438" y="42"/>
                  </a:lnTo>
                  <a:lnTo>
                    <a:pt x="414" y="42"/>
                  </a:lnTo>
                  <a:lnTo>
                    <a:pt x="390" y="36"/>
                  </a:lnTo>
                  <a:lnTo>
                    <a:pt x="366" y="42"/>
                  </a:lnTo>
                  <a:lnTo>
                    <a:pt x="366" y="30"/>
                  </a:lnTo>
                  <a:lnTo>
                    <a:pt x="360" y="24"/>
                  </a:lnTo>
                  <a:lnTo>
                    <a:pt x="348" y="36"/>
                  </a:lnTo>
                  <a:lnTo>
                    <a:pt x="348" y="66"/>
                  </a:lnTo>
                  <a:lnTo>
                    <a:pt x="342" y="72"/>
                  </a:lnTo>
                  <a:lnTo>
                    <a:pt x="324" y="72"/>
                  </a:lnTo>
                  <a:lnTo>
                    <a:pt x="282" y="78"/>
                  </a:lnTo>
                  <a:lnTo>
                    <a:pt x="264" y="96"/>
                  </a:lnTo>
                  <a:lnTo>
                    <a:pt x="252" y="102"/>
                  </a:lnTo>
                  <a:lnTo>
                    <a:pt x="246" y="102"/>
                  </a:lnTo>
                  <a:lnTo>
                    <a:pt x="246" y="114"/>
                  </a:lnTo>
                  <a:lnTo>
                    <a:pt x="258" y="120"/>
                  </a:lnTo>
                  <a:lnTo>
                    <a:pt x="264" y="126"/>
                  </a:lnTo>
                  <a:lnTo>
                    <a:pt x="258" y="144"/>
                  </a:lnTo>
                  <a:lnTo>
                    <a:pt x="252" y="144"/>
                  </a:lnTo>
                  <a:lnTo>
                    <a:pt x="240" y="150"/>
                  </a:lnTo>
                  <a:lnTo>
                    <a:pt x="234" y="156"/>
                  </a:lnTo>
                  <a:lnTo>
                    <a:pt x="234" y="162"/>
                  </a:lnTo>
                  <a:lnTo>
                    <a:pt x="228" y="168"/>
                  </a:lnTo>
                  <a:lnTo>
                    <a:pt x="210" y="168"/>
                  </a:lnTo>
                  <a:lnTo>
                    <a:pt x="216" y="174"/>
                  </a:lnTo>
                  <a:lnTo>
                    <a:pt x="216" y="180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16" y="192"/>
                  </a:lnTo>
                  <a:lnTo>
                    <a:pt x="210" y="198"/>
                  </a:lnTo>
                  <a:lnTo>
                    <a:pt x="204" y="198"/>
                  </a:lnTo>
                  <a:lnTo>
                    <a:pt x="192" y="204"/>
                  </a:lnTo>
                  <a:lnTo>
                    <a:pt x="174" y="192"/>
                  </a:lnTo>
                  <a:lnTo>
                    <a:pt x="174" y="228"/>
                  </a:lnTo>
                  <a:lnTo>
                    <a:pt x="168" y="270"/>
                  </a:lnTo>
                  <a:lnTo>
                    <a:pt x="138" y="300"/>
                  </a:lnTo>
                  <a:lnTo>
                    <a:pt x="132" y="300"/>
                  </a:lnTo>
                  <a:lnTo>
                    <a:pt x="120" y="306"/>
                  </a:lnTo>
                  <a:lnTo>
                    <a:pt x="132" y="312"/>
                  </a:lnTo>
                  <a:lnTo>
                    <a:pt x="150" y="330"/>
                  </a:lnTo>
                  <a:lnTo>
                    <a:pt x="150" y="336"/>
                  </a:lnTo>
                  <a:lnTo>
                    <a:pt x="144" y="342"/>
                  </a:lnTo>
                  <a:lnTo>
                    <a:pt x="102" y="342"/>
                  </a:lnTo>
                  <a:lnTo>
                    <a:pt x="90" y="348"/>
                  </a:lnTo>
                  <a:lnTo>
                    <a:pt x="84" y="354"/>
                  </a:lnTo>
                  <a:lnTo>
                    <a:pt x="72" y="360"/>
                  </a:lnTo>
                  <a:lnTo>
                    <a:pt x="30" y="402"/>
                  </a:lnTo>
                  <a:lnTo>
                    <a:pt x="36" y="408"/>
                  </a:lnTo>
                  <a:lnTo>
                    <a:pt x="42" y="408"/>
                  </a:lnTo>
                  <a:lnTo>
                    <a:pt x="48" y="414"/>
                  </a:lnTo>
                  <a:lnTo>
                    <a:pt x="48" y="420"/>
                  </a:lnTo>
                  <a:lnTo>
                    <a:pt x="42" y="426"/>
                  </a:lnTo>
                  <a:lnTo>
                    <a:pt x="36" y="426"/>
                  </a:lnTo>
                  <a:lnTo>
                    <a:pt x="30" y="432"/>
                  </a:lnTo>
                  <a:lnTo>
                    <a:pt x="30" y="444"/>
                  </a:lnTo>
                  <a:lnTo>
                    <a:pt x="54" y="468"/>
                  </a:lnTo>
                  <a:lnTo>
                    <a:pt x="54" y="480"/>
                  </a:lnTo>
                  <a:lnTo>
                    <a:pt x="48" y="492"/>
                  </a:lnTo>
                  <a:lnTo>
                    <a:pt x="48" y="510"/>
                  </a:lnTo>
                  <a:lnTo>
                    <a:pt x="60" y="522"/>
                  </a:lnTo>
                  <a:lnTo>
                    <a:pt x="66" y="522"/>
                  </a:lnTo>
                  <a:lnTo>
                    <a:pt x="84" y="540"/>
                  </a:lnTo>
                  <a:lnTo>
                    <a:pt x="84" y="552"/>
                  </a:lnTo>
                  <a:lnTo>
                    <a:pt x="72" y="564"/>
                  </a:lnTo>
                  <a:lnTo>
                    <a:pt x="48" y="570"/>
                  </a:lnTo>
                  <a:lnTo>
                    <a:pt x="54" y="576"/>
                  </a:lnTo>
                  <a:lnTo>
                    <a:pt x="60" y="588"/>
                  </a:lnTo>
                  <a:lnTo>
                    <a:pt x="60" y="594"/>
                  </a:lnTo>
                  <a:lnTo>
                    <a:pt x="66" y="600"/>
                  </a:lnTo>
                  <a:lnTo>
                    <a:pt x="66" y="606"/>
                  </a:lnTo>
                  <a:lnTo>
                    <a:pt x="72" y="618"/>
                  </a:lnTo>
                  <a:lnTo>
                    <a:pt x="66" y="618"/>
                  </a:lnTo>
                  <a:lnTo>
                    <a:pt x="66" y="642"/>
                  </a:lnTo>
                  <a:lnTo>
                    <a:pt x="60" y="648"/>
                  </a:lnTo>
                  <a:lnTo>
                    <a:pt x="24" y="648"/>
                  </a:lnTo>
                  <a:lnTo>
                    <a:pt x="30" y="660"/>
                  </a:lnTo>
                  <a:lnTo>
                    <a:pt x="30" y="666"/>
                  </a:lnTo>
                  <a:lnTo>
                    <a:pt x="24" y="666"/>
                  </a:lnTo>
                  <a:lnTo>
                    <a:pt x="18" y="672"/>
                  </a:lnTo>
                  <a:lnTo>
                    <a:pt x="18" y="678"/>
                  </a:lnTo>
                  <a:lnTo>
                    <a:pt x="30" y="690"/>
                  </a:lnTo>
                  <a:lnTo>
                    <a:pt x="30" y="708"/>
                  </a:lnTo>
                  <a:lnTo>
                    <a:pt x="24" y="714"/>
                  </a:lnTo>
                  <a:lnTo>
                    <a:pt x="18" y="726"/>
                  </a:lnTo>
                  <a:lnTo>
                    <a:pt x="0" y="708"/>
                  </a:lnTo>
                  <a:lnTo>
                    <a:pt x="0" y="768"/>
                  </a:lnTo>
                  <a:lnTo>
                    <a:pt x="6" y="762"/>
                  </a:lnTo>
                  <a:lnTo>
                    <a:pt x="24" y="762"/>
                  </a:lnTo>
                  <a:lnTo>
                    <a:pt x="36" y="774"/>
                  </a:lnTo>
                  <a:lnTo>
                    <a:pt x="36" y="780"/>
                  </a:lnTo>
                  <a:lnTo>
                    <a:pt x="30" y="780"/>
                  </a:lnTo>
                  <a:lnTo>
                    <a:pt x="30" y="774"/>
                  </a:lnTo>
                  <a:lnTo>
                    <a:pt x="24" y="774"/>
                  </a:lnTo>
                  <a:lnTo>
                    <a:pt x="24" y="834"/>
                  </a:lnTo>
                  <a:lnTo>
                    <a:pt x="30" y="840"/>
                  </a:lnTo>
                  <a:lnTo>
                    <a:pt x="36" y="840"/>
                  </a:lnTo>
                  <a:lnTo>
                    <a:pt x="48" y="846"/>
                  </a:lnTo>
                  <a:lnTo>
                    <a:pt x="54" y="858"/>
                  </a:lnTo>
                  <a:lnTo>
                    <a:pt x="60" y="864"/>
                  </a:lnTo>
                  <a:lnTo>
                    <a:pt x="66" y="876"/>
                  </a:lnTo>
                  <a:lnTo>
                    <a:pt x="90" y="900"/>
                  </a:lnTo>
                  <a:lnTo>
                    <a:pt x="96" y="900"/>
                  </a:lnTo>
                  <a:lnTo>
                    <a:pt x="96" y="912"/>
                  </a:lnTo>
                  <a:lnTo>
                    <a:pt x="78" y="912"/>
                  </a:lnTo>
                  <a:lnTo>
                    <a:pt x="78" y="942"/>
                  </a:lnTo>
                  <a:lnTo>
                    <a:pt x="90" y="954"/>
                  </a:lnTo>
                  <a:lnTo>
                    <a:pt x="102" y="960"/>
                  </a:lnTo>
                  <a:lnTo>
                    <a:pt x="96" y="966"/>
                  </a:lnTo>
                  <a:lnTo>
                    <a:pt x="96" y="984"/>
                  </a:lnTo>
                  <a:lnTo>
                    <a:pt x="102" y="984"/>
                  </a:lnTo>
                  <a:lnTo>
                    <a:pt x="108" y="990"/>
                  </a:lnTo>
                  <a:lnTo>
                    <a:pt x="174" y="990"/>
                  </a:lnTo>
                  <a:lnTo>
                    <a:pt x="180" y="984"/>
                  </a:lnTo>
                  <a:lnTo>
                    <a:pt x="180" y="948"/>
                  </a:lnTo>
                  <a:lnTo>
                    <a:pt x="198" y="942"/>
                  </a:lnTo>
                  <a:lnTo>
                    <a:pt x="198" y="924"/>
                  </a:lnTo>
                  <a:lnTo>
                    <a:pt x="264" y="930"/>
                  </a:lnTo>
                  <a:lnTo>
                    <a:pt x="276" y="936"/>
                  </a:lnTo>
                  <a:lnTo>
                    <a:pt x="300" y="876"/>
                  </a:lnTo>
                  <a:lnTo>
                    <a:pt x="300" y="864"/>
                  </a:lnTo>
                  <a:lnTo>
                    <a:pt x="306" y="852"/>
                  </a:lnTo>
                  <a:lnTo>
                    <a:pt x="306" y="816"/>
                  </a:lnTo>
                  <a:lnTo>
                    <a:pt x="300" y="810"/>
                  </a:lnTo>
                  <a:lnTo>
                    <a:pt x="294" y="798"/>
                  </a:lnTo>
                  <a:lnTo>
                    <a:pt x="312" y="798"/>
                  </a:lnTo>
                  <a:lnTo>
                    <a:pt x="324" y="786"/>
                  </a:lnTo>
                  <a:lnTo>
                    <a:pt x="324" y="780"/>
                  </a:lnTo>
                  <a:lnTo>
                    <a:pt x="306" y="762"/>
                  </a:lnTo>
                  <a:lnTo>
                    <a:pt x="294" y="762"/>
                  </a:lnTo>
                  <a:lnTo>
                    <a:pt x="312" y="756"/>
                  </a:lnTo>
                  <a:lnTo>
                    <a:pt x="300" y="750"/>
                  </a:lnTo>
                  <a:lnTo>
                    <a:pt x="324" y="750"/>
                  </a:lnTo>
                  <a:lnTo>
                    <a:pt x="336" y="744"/>
                  </a:lnTo>
                  <a:lnTo>
                    <a:pt x="348" y="744"/>
                  </a:lnTo>
                  <a:lnTo>
                    <a:pt x="354" y="738"/>
                  </a:lnTo>
                  <a:lnTo>
                    <a:pt x="360" y="726"/>
                  </a:lnTo>
                  <a:lnTo>
                    <a:pt x="360" y="714"/>
                  </a:lnTo>
                  <a:lnTo>
                    <a:pt x="366" y="708"/>
                  </a:lnTo>
                  <a:lnTo>
                    <a:pt x="384" y="726"/>
                  </a:lnTo>
                  <a:lnTo>
                    <a:pt x="390" y="726"/>
                  </a:lnTo>
                  <a:lnTo>
                    <a:pt x="396" y="720"/>
                  </a:lnTo>
                  <a:lnTo>
                    <a:pt x="408" y="696"/>
                  </a:lnTo>
                  <a:lnTo>
                    <a:pt x="402" y="690"/>
                  </a:lnTo>
                  <a:lnTo>
                    <a:pt x="402" y="684"/>
                  </a:lnTo>
                  <a:lnTo>
                    <a:pt x="414" y="684"/>
                  </a:lnTo>
                  <a:lnTo>
                    <a:pt x="420" y="678"/>
                  </a:lnTo>
                  <a:lnTo>
                    <a:pt x="432" y="672"/>
                  </a:lnTo>
                  <a:lnTo>
                    <a:pt x="432" y="660"/>
                  </a:lnTo>
                  <a:lnTo>
                    <a:pt x="420" y="636"/>
                  </a:lnTo>
                  <a:lnTo>
                    <a:pt x="408" y="630"/>
                  </a:lnTo>
                  <a:lnTo>
                    <a:pt x="408" y="618"/>
                  </a:lnTo>
                  <a:lnTo>
                    <a:pt x="372" y="600"/>
                  </a:lnTo>
                  <a:lnTo>
                    <a:pt x="360" y="606"/>
                  </a:lnTo>
                  <a:lnTo>
                    <a:pt x="354" y="606"/>
                  </a:lnTo>
                  <a:lnTo>
                    <a:pt x="342" y="600"/>
                  </a:lnTo>
                  <a:lnTo>
                    <a:pt x="330" y="576"/>
                  </a:lnTo>
                  <a:lnTo>
                    <a:pt x="330" y="558"/>
                  </a:lnTo>
                  <a:lnTo>
                    <a:pt x="324" y="546"/>
                  </a:lnTo>
                  <a:lnTo>
                    <a:pt x="324" y="528"/>
                  </a:lnTo>
                  <a:lnTo>
                    <a:pt x="336" y="516"/>
                  </a:lnTo>
                  <a:lnTo>
                    <a:pt x="342" y="504"/>
                  </a:lnTo>
                  <a:lnTo>
                    <a:pt x="342" y="486"/>
                  </a:lnTo>
                  <a:lnTo>
                    <a:pt x="336" y="474"/>
                  </a:lnTo>
                  <a:lnTo>
                    <a:pt x="330" y="468"/>
                  </a:lnTo>
                  <a:lnTo>
                    <a:pt x="330" y="462"/>
                  </a:lnTo>
                  <a:lnTo>
                    <a:pt x="348" y="462"/>
                  </a:lnTo>
                  <a:lnTo>
                    <a:pt x="354" y="456"/>
                  </a:lnTo>
                  <a:lnTo>
                    <a:pt x="354" y="438"/>
                  </a:lnTo>
                  <a:lnTo>
                    <a:pt x="348" y="426"/>
                  </a:lnTo>
                  <a:lnTo>
                    <a:pt x="354" y="432"/>
                  </a:lnTo>
                  <a:lnTo>
                    <a:pt x="378" y="432"/>
                  </a:lnTo>
                  <a:lnTo>
                    <a:pt x="384" y="426"/>
                  </a:lnTo>
                  <a:lnTo>
                    <a:pt x="396" y="420"/>
                  </a:lnTo>
                  <a:lnTo>
                    <a:pt x="408" y="408"/>
                  </a:lnTo>
                  <a:lnTo>
                    <a:pt x="438" y="414"/>
                  </a:lnTo>
                  <a:lnTo>
                    <a:pt x="450" y="390"/>
                  </a:lnTo>
                  <a:lnTo>
                    <a:pt x="480" y="390"/>
                  </a:lnTo>
                  <a:lnTo>
                    <a:pt x="498" y="384"/>
                  </a:lnTo>
                  <a:lnTo>
                    <a:pt x="510" y="378"/>
                  </a:lnTo>
                  <a:lnTo>
                    <a:pt x="522" y="354"/>
                  </a:lnTo>
                  <a:lnTo>
                    <a:pt x="540" y="336"/>
                  </a:lnTo>
                  <a:lnTo>
                    <a:pt x="546" y="324"/>
                  </a:lnTo>
                  <a:lnTo>
                    <a:pt x="528" y="300"/>
                  </a:lnTo>
                  <a:lnTo>
                    <a:pt x="558" y="264"/>
                  </a:lnTo>
                  <a:lnTo>
                    <a:pt x="540" y="246"/>
                  </a:lnTo>
                  <a:lnTo>
                    <a:pt x="576" y="234"/>
                  </a:lnTo>
                  <a:lnTo>
                    <a:pt x="594" y="216"/>
                  </a:lnTo>
                  <a:lnTo>
                    <a:pt x="672" y="222"/>
                  </a:lnTo>
                  <a:lnTo>
                    <a:pt x="684" y="240"/>
                  </a:lnTo>
                  <a:lnTo>
                    <a:pt x="690" y="240"/>
                  </a:lnTo>
                  <a:lnTo>
                    <a:pt x="678" y="204"/>
                  </a:lnTo>
                  <a:close/>
                  <a:moveTo>
                    <a:pt x="390" y="828"/>
                  </a:moveTo>
                  <a:lnTo>
                    <a:pt x="390" y="840"/>
                  </a:lnTo>
                  <a:lnTo>
                    <a:pt x="396" y="852"/>
                  </a:lnTo>
                  <a:lnTo>
                    <a:pt x="396" y="864"/>
                  </a:lnTo>
                  <a:lnTo>
                    <a:pt x="402" y="870"/>
                  </a:lnTo>
                  <a:lnTo>
                    <a:pt x="402" y="876"/>
                  </a:lnTo>
                  <a:lnTo>
                    <a:pt x="414" y="852"/>
                  </a:lnTo>
                  <a:lnTo>
                    <a:pt x="426" y="852"/>
                  </a:lnTo>
                  <a:lnTo>
                    <a:pt x="432" y="846"/>
                  </a:lnTo>
                  <a:lnTo>
                    <a:pt x="438" y="834"/>
                  </a:lnTo>
                  <a:lnTo>
                    <a:pt x="438" y="822"/>
                  </a:lnTo>
                  <a:lnTo>
                    <a:pt x="432" y="816"/>
                  </a:lnTo>
                  <a:lnTo>
                    <a:pt x="450" y="798"/>
                  </a:lnTo>
                  <a:lnTo>
                    <a:pt x="444" y="798"/>
                  </a:lnTo>
                  <a:lnTo>
                    <a:pt x="438" y="804"/>
                  </a:lnTo>
                  <a:lnTo>
                    <a:pt x="420" y="804"/>
                  </a:lnTo>
                  <a:lnTo>
                    <a:pt x="408" y="810"/>
                  </a:lnTo>
                  <a:lnTo>
                    <a:pt x="390" y="828"/>
                  </a:lnTo>
                  <a:close/>
                  <a:moveTo>
                    <a:pt x="300" y="900"/>
                  </a:moveTo>
                  <a:lnTo>
                    <a:pt x="300" y="912"/>
                  </a:lnTo>
                  <a:lnTo>
                    <a:pt x="294" y="924"/>
                  </a:lnTo>
                  <a:lnTo>
                    <a:pt x="300" y="918"/>
                  </a:lnTo>
                  <a:lnTo>
                    <a:pt x="312" y="912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24" y="888"/>
                  </a:lnTo>
                  <a:lnTo>
                    <a:pt x="324" y="882"/>
                  </a:lnTo>
                  <a:lnTo>
                    <a:pt x="342" y="858"/>
                  </a:lnTo>
                  <a:lnTo>
                    <a:pt x="336" y="840"/>
                  </a:lnTo>
                  <a:lnTo>
                    <a:pt x="330" y="852"/>
                  </a:lnTo>
                  <a:lnTo>
                    <a:pt x="312" y="870"/>
                  </a:lnTo>
                  <a:lnTo>
                    <a:pt x="300" y="894"/>
                  </a:lnTo>
                  <a:lnTo>
                    <a:pt x="300" y="90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11" name="Swaziland" descr="© INSCALE GmbH, 05.05.2010&#10;http://www.presentationload.com/">
              <a:extLst>
                <a:ext uri="{FF2B5EF4-FFF2-40B4-BE49-F238E27FC236}">
                  <a16:creationId xmlns:a16="http://schemas.microsoft.com/office/drawing/2014/main" id="{7002891A-0584-4426-A30F-8CADBD2FFB59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444108" y="3682753"/>
              <a:ext cx="33602" cy="43671"/>
            </a:xfrm>
            <a:custGeom>
              <a:avLst/>
              <a:gdLst>
                <a:gd name="T0" fmla="*/ 2147483647 w 102"/>
                <a:gd name="T1" fmla="*/ 2147483647 h 132"/>
                <a:gd name="T2" fmla="*/ 2147483647 w 102"/>
                <a:gd name="T3" fmla="*/ 2147483647 h 132"/>
                <a:gd name="T4" fmla="*/ 2147483647 w 102"/>
                <a:gd name="T5" fmla="*/ 2147483647 h 132"/>
                <a:gd name="T6" fmla="*/ 2147483647 w 102"/>
                <a:gd name="T7" fmla="*/ 2147483647 h 132"/>
                <a:gd name="T8" fmla="*/ 2147483647 w 102"/>
                <a:gd name="T9" fmla="*/ 2147483647 h 132"/>
                <a:gd name="T10" fmla="*/ 2147483647 w 102"/>
                <a:gd name="T11" fmla="*/ 0 h 132"/>
                <a:gd name="T12" fmla="*/ 2147483647 w 102"/>
                <a:gd name="T13" fmla="*/ 0 h 132"/>
                <a:gd name="T14" fmla="*/ 2147483647 w 102"/>
                <a:gd name="T15" fmla="*/ 2147483647 h 132"/>
                <a:gd name="T16" fmla="*/ 2147483647 w 102"/>
                <a:gd name="T17" fmla="*/ 2147483647 h 132"/>
                <a:gd name="T18" fmla="*/ 2147483647 w 102"/>
                <a:gd name="T19" fmla="*/ 2147483647 h 132"/>
                <a:gd name="T20" fmla="*/ 2147483647 w 102"/>
                <a:gd name="T21" fmla="*/ 2147483647 h 132"/>
                <a:gd name="T22" fmla="*/ 0 w 102"/>
                <a:gd name="T23" fmla="*/ 2147483647 h 132"/>
                <a:gd name="T24" fmla="*/ 0 w 102"/>
                <a:gd name="T25" fmla="*/ 2147483647 h 132"/>
                <a:gd name="T26" fmla="*/ 2147483647 w 102"/>
                <a:gd name="T27" fmla="*/ 2147483647 h 132"/>
                <a:gd name="T28" fmla="*/ 2147483647 w 102"/>
                <a:gd name="T29" fmla="*/ 2147483647 h 132"/>
                <a:gd name="T30" fmla="*/ 2147483647 w 102"/>
                <a:gd name="T31" fmla="*/ 2147483647 h 132"/>
                <a:gd name="T32" fmla="*/ 2147483647 w 102"/>
                <a:gd name="T33" fmla="*/ 2147483647 h 132"/>
                <a:gd name="T34" fmla="*/ 2147483647 w 102"/>
                <a:gd name="T35" fmla="*/ 2147483647 h 132"/>
                <a:gd name="T36" fmla="*/ 2147483647 w 102"/>
                <a:gd name="T37" fmla="*/ 2147483647 h 132"/>
                <a:gd name="T38" fmla="*/ 2147483647 w 102"/>
                <a:gd name="T39" fmla="*/ 2147483647 h 132"/>
                <a:gd name="T40" fmla="*/ 2147483647 w 102"/>
                <a:gd name="T41" fmla="*/ 2147483647 h 132"/>
                <a:gd name="T42" fmla="*/ 2147483647 w 102"/>
                <a:gd name="T43" fmla="*/ 2147483647 h 132"/>
                <a:gd name="T44" fmla="*/ 2147483647 w 102"/>
                <a:gd name="T45" fmla="*/ 2147483647 h 132"/>
                <a:gd name="T46" fmla="*/ 2147483647 w 102"/>
                <a:gd name="T47" fmla="*/ 2147483647 h 132"/>
                <a:gd name="T48" fmla="*/ 2147483647 w 102"/>
                <a:gd name="T49" fmla="*/ 2147483647 h 13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02"/>
                <a:gd name="T76" fmla="*/ 0 h 132"/>
                <a:gd name="T77" fmla="*/ 102 w 102"/>
                <a:gd name="T78" fmla="*/ 132 h 132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02" h="132">
                  <a:moveTo>
                    <a:pt x="84" y="54"/>
                  </a:moveTo>
                  <a:lnTo>
                    <a:pt x="84" y="30"/>
                  </a:lnTo>
                  <a:lnTo>
                    <a:pt x="90" y="18"/>
                  </a:lnTo>
                  <a:lnTo>
                    <a:pt x="66" y="18"/>
                  </a:lnTo>
                  <a:lnTo>
                    <a:pt x="54" y="6"/>
                  </a:lnTo>
                  <a:lnTo>
                    <a:pt x="42" y="0"/>
                  </a:lnTo>
                  <a:lnTo>
                    <a:pt x="36" y="0"/>
                  </a:lnTo>
                  <a:lnTo>
                    <a:pt x="24" y="12"/>
                  </a:lnTo>
                  <a:lnTo>
                    <a:pt x="18" y="24"/>
                  </a:lnTo>
                  <a:lnTo>
                    <a:pt x="18" y="36"/>
                  </a:lnTo>
                  <a:lnTo>
                    <a:pt x="6" y="48"/>
                  </a:lnTo>
                  <a:lnTo>
                    <a:pt x="0" y="60"/>
                  </a:lnTo>
                  <a:lnTo>
                    <a:pt x="0" y="84"/>
                  </a:lnTo>
                  <a:lnTo>
                    <a:pt x="12" y="108"/>
                  </a:lnTo>
                  <a:lnTo>
                    <a:pt x="24" y="114"/>
                  </a:lnTo>
                  <a:lnTo>
                    <a:pt x="36" y="126"/>
                  </a:lnTo>
                  <a:lnTo>
                    <a:pt x="54" y="126"/>
                  </a:lnTo>
                  <a:lnTo>
                    <a:pt x="66" y="132"/>
                  </a:lnTo>
                  <a:lnTo>
                    <a:pt x="78" y="132"/>
                  </a:lnTo>
                  <a:lnTo>
                    <a:pt x="90" y="90"/>
                  </a:lnTo>
                  <a:lnTo>
                    <a:pt x="96" y="90"/>
                  </a:lnTo>
                  <a:lnTo>
                    <a:pt x="102" y="84"/>
                  </a:lnTo>
                  <a:lnTo>
                    <a:pt x="96" y="60"/>
                  </a:lnTo>
                  <a:lnTo>
                    <a:pt x="90" y="60"/>
                  </a:lnTo>
                  <a:lnTo>
                    <a:pt x="84" y="5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12" name="Suriname" descr="© INSCALE GmbH, 05.05.2010&#10;http://www.presentationload.com/">
              <a:extLst>
                <a:ext uri="{FF2B5EF4-FFF2-40B4-BE49-F238E27FC236}">
                  <a16:creationId xmlns:a16="http://schemas.microsoft.com/office/drawing/2014/main" id="{9CC97974-3632-4918-A9A8-F22F19FAFBC9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367195" y="2844016"/>
              <a:ext cx="96933" cy="110462"/>
            </a:xfrm>
            <a:custGeom>
              <a:avLst/>
              <a:gdLst>
                <a:gd name="T0" fmla="*/ 2147483647 w 294"/>
                <a:gd name="T1" fmla="*/ 2147483647 h 336"/>
                <a:gd name="T2" fmla="*/ 2147483647 w 294"/>
                <a:gd name="T3" fmla="*/ 2147483647 h 336"/>
                <a:gd name="T4" fmla="*/ 2147483647 w 294"/>
                <a:gd name="T5" fmla="*/ 2147483647 h 336"/>
                <a:gd name="T6" fmla="*/ 0 w 294"/>
                <a:gd name="T7" fmla="*/ 2147483647 h 336"/>
                <a:gd name="T8" fmla="*/ 2147483647 w 294"/>
                <a:gd name="T9" fmla="*/ 2147483647 h 336"/>
                <a:gd name="T10" fmla="*/ 2147483647 w 294"/>
                <a:gd name="T11" fmla="*/ 2147483647 h 336"/>
                <a:gd name="T12" fmla="*/ 2147483647 w 294"/>
                <a:gd name="T13" fmla="*/ 2147483647 h 336"/>
                <a:gd name="T14" fmla="*/ 2147483647 w 294"/>
                <a:gd name="T15" fmla="*/ 2147483647 h 336"/>
                <a:gd name="T16" fmla="*/ 2147483647 w 294"/>
                <a:gd name="T17" fmla="*/ 2147483647 h 336"/>
                <a:gd name="T18" fmla="*/ 2147483647 w 294"/>
                <a:gd name="T19" fmla="*/ 2147483647 h 336"/>
                <a:gd name="T20" fmla="*/ 2147483647 w 294"/>
                <a:gd name="T21" fmla="*/ 2147483647 h 336"/>
                <a:gd name="T22" fmla="*/ 2147483647 w 294"/>
                <a:gd name="T23" fmla="*/ 2147483647 h 336"/>
                <a:gd name="T24" fmla="*/ 2147483647 w 294"/>
                <a:gd name="T25" fmla="*/ 2147483647 h 336"/>
                <a:gd name="T26" fmla="*/ 2147483647 w 294"/>
                <a:gd name="T27" fmla="*/ 2147483647 h 336"/>
                <a:gd name="T28" fmla="*/ 2147483647 w 294"/>
                <a:gd name="T29" fmla="*/ 2147483647 h 336"/>
                <a:gd name="T30" fmla="*/ 2147483647 w 294"/>
                <a:gd name="T31" fmla="*/ 2147483647 h 336"/>
                <a:gd name="T32" fmla="*/ 2147483647 w 294"/>
                <a:gd name="T33" fmla="*/ 2147483647 h 336"/>
                <a:gd name="T34" fmla="*/ 2147483647 w 294"/>
                <a:gd name="T35" fmla="*/ 2147483647 h 336"/>
                <a:gd name="T36" fmla="*/ 2147483647 w 294"/>
                <a:gd name="T37" fmla="*/ 2147483647 h 336"/>
                <a:gd name="T38" fmla="*/ 2147483647 w 294"/>
                <a:gd name="T39" fmla="*/ 2147483647 h 336"/>
                <a:gd name="T40" fmla="*/ 2147483647 w 294"/>
                <a:gd name="T41" fmla="*/ 2147483647 h 336"/>
                <a:gd name="T42" fmla="*/ 2147483647 w 294"/>
                <a:gd name="T43" fmla="*/ 2147483647 h 336"/>
                <a:gd name="T44" fmla="*/ 2147483647 w 294"/>
                <a:gd name="T45" fmla="*/ 2147483647 h 336"/>
                <a:gd name="T46" fmla="*/ 2147483647 w 294"/>
                <a:gd name="T47" fmla="*/ 2147483647 h 336"/>
                <a:gd name="T48" fmla="*/ 2147483647 w 294"/>
                <a:gd name="T49" fmla="*/ 2147483647 h 336"/>
                <a:gd name="T50" fmla="*/ 2147483647 w 294"/>
                <a:gd name="T51" fmla="*/ 2147483647 h 336"/>
                <a:gd name="T52" fmla="*/ 2147483647 w 294"/>
                <a:gd name="T53" fmla="*/ 2147483647 h 336"/>
                <a:gd name="T54" fmla="*/ 2147483647 w 294"/>
                <a:gd name="T55" fmla="*/ 2147483647 h 336"/>
                <a:gd name="T56" fmla="*/ 2147483647 w 294"/>
                <a:gd name="T57" fmla="*/ 2147483647 h 336"/>
                <a:gd name="T58" fmla="*/ 2147483647 w 294"/>
                <a:gd name="T59" fmla="*/ 2147483647 h 336"/>
                <a:gd name="T60" fmla="*/ 2147483647 w 294"/>
                <a:gd name="T61" fmla="*/ 2147483647 h 336"/>
                <a:gd name="T62" fmla="*/ 2147483647 w 294"/>
                <a:gd name="T63" fmla="*/ 2147483647 h 336"/>
                <a:gd name="T64" fmla="*/ 2147483647 w 294"/>
                <a:gd name="T65" fmla="*/ 2147483647 h 336"/>
                <a:gd name="T66" fmla="*/ 2147483647 w 294"/>
                <a:gd name="T67" fmla="*/ 2147483647 h 336"/>
                <a:gd name="T68" fmla="*/ 2147483647 w 294"/>
                <a:gd name="T69" fmla="*/ 2147483647 h 336"/>
                <a:gd name="T70" fmla="*/ 2147483647 w 294"/>
                <a:gd name="T71" fmla="*/ 0 h 336"/>
                <a:gd name="T72" fmla="*/ 2147483647 w 294"/>
                <a:gd name="T73" fmla="*/ 2147483647 h 336"/>
                <a:gd name="T74" fmla="*/ 2147483647 w 294"/>
                <a:gd name="T75" fmla="*/ 2147483647 h 336"/>
                <a:gd name="T76" fmla="*/ 2147483647 w 294"/>
                <a:gd name="T77" fmla="*/ 2147483647 h 336"/>
                <a:gd name="T78" fmla="*/ 2147483647 w 294"/>
                <a:gd name="T79" fmla="*/ 2147483647 h 336"/>
                <a:gd name="T80" fmla="*/ 2147483647 w 294"/>
                <a:gd name="T81" fmla="*/ 2147483647 h 336"/>
                <a:gd name="T82" fmla="*/ 2147483647 w 294"/>
                <a:gd name="T83" fmla="*/ 2147483647 h 3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94"/>
                <a:gd name="T127" fmla="*/ 0 h 336"/>
                <a:gd name="T128" fmla="*/ 294 w 294"/>
                <a:gd name="T129" fmla="*/ 336 h 3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94" h="336">
                  <a:moveTo>
                    <a:pt x="60" y="78"/>
                  </a:moveTo>
                  <a:lnTo>
                    <a:pt x="30" y="78"/>
                  </a:lnTo>
                  <a:lnTo>
                    <a:pt x="18" y="84"/>
                  </a:lnTo>
                  <a:lnTo>
                    <a:pt x="12" y="90"/>
                  </a:lnTo>
                  <a:lnTo>
                    <a:pt x="12" y="132"/>
                  </a:lnTo>
                  <a:lnTo>
                    <a:pt x="6" y="138"/>
                  </a:lnTo>
                  <a:lnTo>
                    <a:pt x="0" y="150"/>
                  </a:lnTo>
                  <a:lnTo>
                    <a:pt x="0" y="162"/>
                  </a:lnTo>
                  <a:lnTo>
                    <a:pt x="6" y="168"/>
                  </a:lnTo>
                  <a:lnTo>
                    <a:pt x="6" y="174"/>
                  </a:lnTo>
                  <a:lnTo>
                    <a:pt x="12" y="174"/>
                  </a:lnTo>
                  <a:lnTo>
                    <a:pt x="12" y="186"/>
                  </a:lnTo>
                  <a:lnTo>
                    <a:pt x="18" y="198"/>
                  </a:lnTo>
                  <a:lnTo>
                    <a:pt x="24" y="204"/>
                  </a:lnTo>
                  <a:lnTo>
                    <a:pt x="30" y="216"/>
                  </a:lnTo>
                  <a:lnTo>
                    <a:pt x="42" y="216"/>
                  </a:lnTo>
                  <a:lnTo>
                    <a:pt x="42" y="210"/>
                  </a:lnTo>
                  <a:lnTo>
                    <a:pt x="54" y="198"/>
                  </a:lnTo>
                  <a:lnTo>
                    <a:pt x="54" y="216"/>
                  </a:lnTo>
                  <a:lnTo>
                    <a:pt x="48" y="222"/>
                  </a:lnTo>
                  <a:lnTo>
                    <a:pt x="48" y="246"/>
                  </a:lnTo>
                  <a:lnTo>
                    <a:pt x="54" y="258"/>
                  </a:lnTo>
                  <a:lnTo>
                    <a:pt x="72" y="276"/>
                  </a:lnTo>
                  <a:lnTo>
                    <a:pt x="78" y="294"/>
                  </a:lnTo>
                  <a:lnTo>
                    <a:pt x="84" y="306"/>
                  </a:lnTo>
                  <a:lnTo>
                    <a:pt x="90" y="312"/>
                  </a:lnTo>
                  <a:lnTo>
                    <a:pt x="90" y="318"/>
                  </a:lnTo>
                  <a:lnTo>
                    <a:pt x="102" y="324"/>
                  </a:lnTo>
                  <a:lnTo>
                    <a:pt x="108" y="324"/>
                  </a:lnTo>
                  <a:lnTo>
                    <a:pt x="132" y="336"/>
                  </a:lnTo>
                  <a:lnTo>
                    <a:pt x="150" y="336"/>
                  </a:lnTo>
                  <a:lnTo>
                    <a:pt x="156" y="330"/>
                  </a:lnTo>
                  <a:lnTo>
                    <a:pt x="150" y="324"/>
                  </a:lnTo>
                  <a:lnTo>
                    <a:pt x="150" y="318"/>
                  </a:lnTo>
                  <a:lnTo>
                    <a:pt x="138" y="306"/>
                  </a:lnTo>
                  <a:lnTo>
                    <a:pt x="138" y="282"/>
                  </a:lnTo>
                  <a:lnTo>
                    <a:pt x="150" y="276"/>
                  </a:lnTo>
                  <a:lnTo>
                    <a:pt x="156" y="276"/>
                  </a:lnTo>
                  <a:lnTo>
                    <a:pt x="156" y="288"/>
                  </a:lnTo>
                  <a:lnTo>
                    <a:pt x="180" y="288"/>
                  </a:lnTo>
                  <a:lnTo>
                    <a:pt x="192" y="282"/>
                  </a:lnTo>
                  <a:lnTo>
                    <a:pt x="198" y="276"/>
                  </a:lnTo>
                  <a:lnTo>
                    <a:pt x="210" y="270"/>
                  </a:lnTo>
                  <a:lnTo>
                    <a:pt x="216" y="270"/>
                  </a:lnTo>
                  <a:lnTo>
                    <a:pt x="222" y="282"/>
                  </a:lnTo>
                  <a:lnTo>
                    <a:pt x="228" y="288"/>
                  </a:lnTo>
                  <a:lnTo>
                    <a:pt x="246" y="294"/>
                  </a:lnTo>
                  <a:lnTo>
                    <a:pt x="252" y="282"/>
                  </a:lnTo>
                  <a:lnTo>
                    <a:pt x="258" y="276"/>
                  </a:lnTo>
                  <a:lnTo>
                    <a:pt x="258" y="264"/>
                  </a:lnTo>
                  <a:lnTo>
                    <a:pt x="264" y="264"/>
                  </a:lnTo>
                  <a:lnTo>
                    <a:pt x="276" y="258"/>
                  </a:lnTo>
                  <a:lnTo>
                    <a:pt x="270" y="222"/>
                  </a:lnTo>
                  <a:lnTo>
                    <a:pt x="288" y="204"/>
                  </a:lnTo>
                  <a:lnTo>
                    <a:pt x="288" y="198"/>
                  </a:lnTo>
                  <a:lnTo>
                    <a:pt x="282" y="186"/>
                  </a:lnTo>
                  <a:lnTo>
                    <a:pt x="264" y="168"/>
                  </a:lnTo>
                  <a:lnTo>
                    <a:pt x="258" y="156"/>
                  </a:lnTo>
                  <a:lnTo>
                    <a:pt x="258" y="144"/>
                  </a:lnTo>
                  <a:lnTo>
                    <a:pt x="252" y="126"/>
                  </a:lnTo>
                  <a:lnTo>
                    <a:pt x="252" y="96"/>
                  </a:lnTo>
                  <a:lnTo>
                    <a:pt x="258" y="78"/>
                  </a:lnTo>
                  <a:lnTo>
                    <a:pt x="264" y="66"/>
                  </a:lnTo>
                  <a:lnTo>
                    <a:pt x="276" y="60"/>
                  </a:lnTo>
                  <a:lnTo>
                    <a:pt x="282" y="54"/>
                  </a:lnTo>
                  <a:lnTo>
                    <a:pt x="288" y="54"/>
                  </a:lnTo>
                  <a:lnTo>
                    <a:pt x="288" y="30"/>
                  </a:lnTo>
                  <a:lnTo>
                    <a:pt x="294" y="12"/>
                  </a:lnTo>
                  <a:lnTo>
                    <a:pt x="288" y="12"/>
                  </a:lnTo>
                  <a:lnTo>
                    <a:pt x="282" y="6"/>
                  </a:lnTo>
                  <a:lnTo>
                    <a:pt x="270" y="6"/>
                  </a:lnTo>
                  <a:lnTo>
                    <a:pt x="252" y="0"/>
                  </a:lnTo>
                  <a:lnTo>
                    <a:pt x="210" y="0"/>
                  </a:lnTo>
                  <a:lnTo>
                    <a:pt x="204" y="12"/>
                  </a:lnTo>
                  <a:lnTo>
                    <a:pt x="156" y="6"/>
                  </a:lnTo>
                  <a:lnTo>
                    <a:pt x="156" y="18"/>
                  </a:lnTo>
                  <a:lnTo>
                    <a:pt x="96" y="0"/>
                  </a:lnTo>
                  <a:lnTo>
                    <a:pt x="72" y="6"/>
                  </a:lnTo>
                  <a:lnTo>
                    <a:pt x="66" y="18"/>
                  </a:lnTo>
                  <a:lnTo>
                    <a:pt x="60" y="24"/>
                  </a:lnTo>
                  <a:lnTo>
                    <a:pt x="54" y="36"/>
                  </a:lnTo>
                  <a:lnTo>
                    <a:pt x="54" y="48"/>
                  </a:lnTo>
                  <a:lnTo>
                    <a:pt x="66" y="60"/>
                  </a:lnTo>
                  <a:lnTo>
                    <a:pt x="66" y="72"/>
                  </a:lnTo>
                  <a:lnTo>
                    <a:pt x="60" y="7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13" name="Sudan">
              <a:extLst>
                <a:ext uri="{FF2B5EF4-FFF2-40B4-BE49-F238E27FC236}">
                  <a16:creationId xmlns:a16="http://schemas.microsoft.com/office/drawing/2014/main" id="{21FD368E-6ED8-4A39-92CF-F6E3D350DE0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38555" y="2388345"/>
              <a:ext cx="394903" cy="385026"/>
            </a:xfrm>
            <a:custGeom>
              <a:avLst/>
              <a:gdLst/>
              <a:ahLst/>
              <a:cxnLst>
                <a:cxn ang="0">
                  <a:pos x="442" y="199"/>
                </a:cxn>
                <a:cxn ang="0">
                  <a:pos x="446" y="187"/>
                </a:cxn>
                <a:cxn ang="0">
                  <a:pos x="475" y="170"/>
                </a:cxn>
                <a:cxn ang="0">
                  <a:pos x="458" y="149"/>
                </a:cxn>
                <a:cxn ang="0">
                  <a:pos x="439" y="137"/>
                </a:cxn>
                <a:cxn ang="0">
                  <a:pos x="434" y="114"/>
                </a:cxn>
                <a:cxn ang="0">
                  <a:pos x="430" y="90"/>
                </a:cxn>
                <a:cxn ang="0">
                  <a:pos x="423" y="55"/>
                </a:cxn>
                <a:cxn ang="0">
                  <a:pos x="413" y="29"/>
                </a:cxn>
                <a:cxn ang="0">
                  <a:pos x="387" y="0"/>
                </a:cxn>
                <a:cxn ang="0">
                  <a:pos x="361" y="26"/>
                </a:cxn>
                <a:cxn ang="0">
                  <a:pos x="345" y="31"/>
                </a:cxn>
                <a:cxn ang="0">
                  <a:pos x="326" y="47"/>
                </a:cxn>
                <a:cxn ang="0">
                  <a:pos x="269" y="36"/>
                </a:cxn>
                <a:cxn ang="0">
                  <a:pos x="87" y="36"/>
                </a:cxn>
                <a:cxn ang="0">
                  <a:pos x="54" y="241"/>
                </a:cxn>
                <a:cxn ang="0">
                  <a:pos x="30" y="246"/>
                </a:cxn>
                <a:cxn ang="0">
                  <a:pos x="30" y="258"/>
                </a:cxn>
                <a:cxn ang="0">
                  <a:pos x="16" y="272"/>
                </a:cxn>
                <a:cxn ang="0">
                  <a:pos x="7" y="300"/>
                </a:cxn>
                <a:cxn ang="0">
                  <a:pos x="9" y="322"/>
                </a:cxn>
                <a:cxn ang="0">
                  <a:pos x="4" y="338"/>
                </a:cxn>
                <a:cxn ang="0">
                  <a:pos x="19" y="338"/>
                </a:cxn>
                <a:cxn ang="0">
                  <a:pos x="21" y="373"/>
                </a:cxn>
                <a:cxn ang="0">
                  <a:pos x="35" y="385"/>
                </a:cxn>
                <a:cxn ang="0">
                  <a:pos x="42" y="409"/>
                </a:cxn>
                <a:cxn ang="0">
                  <a:pos x="54" y="430"/>
                </a:cxn>
                <a:cxn ang="0">
                  <a:pos x="47" y="451"/>
                </a:cxn>
                <a:cxn ang="0">
                  <a:pos x="49" y="463"/>
                </a:cxn>
                <a:cxn ang="0">
                  <a:pos x="73" y="456"/>
                </a:cxn>
                <a:cxn ang="0">
                  <a:pos x="78" y="447"/>
                </a:cxn>
                <a:cxn ang="0">
                  <a:pos x="89" y="418"/>
                </a:cxn>
                <a:cxn ang="0">
                  <a:pos x="115" y="416"/>
                </a:cxn>
                <a:cxn ang="0">
                  <a:pos x="125" y="430"/>
                </a:cxn>
                <a:cxn ang="0">
                  <a:pos x="170" y="433"/>
                </a:cxn>
                <a:cxn ang="0">
                  <a:pos x="196" y="442"/>
                </a:cxn>
                <a:cxn ang="0">
                  <a:pos x="234" y="411"/>
                </a:cxn>
                <a:cxn ang="0">
                  <a:pos x="290" y="409"/>
                </a:cxn>
                <a:cxn ang="0">
                  <a:pos x="307" y="364"/>
                </a:cxn>
                <a:cxn ang="0">
                  <a:pos x="331" y="347"/>
                </a:cxn>
                <a:cxn ang="0">
                  <a:pos x="328" y="378"/>
                </a:cxn>
                <a:cxn ang="0">
                  <a:pos x="335" y="399"/>
                </a:cxn>
                <a:cxn ang="0">
                  <a:pos x="357" y="423"/>
                </a:cxn>
                <a:cxn ang="0">
                  <a:pos x="359" y="409"/>
                </a:cxn>
                <a:cxn ang="0">
                  <a:pos x="368" y="399"/>
                </a:cxn>
                <a:cxn ang="0">
                  <a:pos x="380" y="385"/>
                </a:cxn>
                <a:cxn ang="0">
                  <a:pos x="382" y="364"/>
                </a:cxn>
                <a:cxn ang="0">
                  <a:pos x="392" y="343"/>
                </a:cxn>
                <a:cxn ang="0">
                  <a:pos x="411" y="333"/>
                </a:cxn>
                <a:cxn ang="0">
                  <a:pos x="418" y="303"/>
                </a:cxn>
                <a:cxn ang="0">
                  <a:pos x="416" y="262"/>
                </a:cxn>
                <a:cxn ang="0">
                  <a:pos x="423" y="239"/>
                </a:cxn>
                <a:cxn ang="0">
                  <a:pos x="430" y="215"/>
                </a:cxn>
              </a:cxnLst>
              <a:rect l="0" t="0" r="r" b="b"/>
              <a:pathLst>
                <a:path w="475" h="466">
                  <a:moveTo>
                    <a:pt x="432" y="208"/>
                  </a:moveTo>
                  <a:lnTo>
                    <a:pt x="434" y="206"/>
                  </a:lnTo>
                  <a:lnTo>
                    <a:pt x="434" y="199"/>
                  </a:lnTo>
                  <a:lnTo>
                    <a:pt x="442" y="199"/>
                  </a:lnTo>
                  <a:lnTo>
                    <a:pt x="444" y="196"/>
                  </a:lnTo>
                  <a:lnTo>
                    <a:pt x="444" y="194"/>
                  </a:lnTo>
                  <a:lnTo>
                    <a:pt x="446" y="192"/>
                  </a:lnTo>
                  <a:lnTo>
                    <a:pt x="446" y="187"/>
                  </a:lnTo>
                  <a:lnTo>
                    <a:pt x="451" y="187"/>
                  </a:lnTo>
                  <a:lnTo>
                    <a:pt x="460" y="184"/>
                  </a:lnTo>
                  <a:lnTo>
                    <a:pt x="470" y="180"/>
                  </a:lnTo>
                  <a:lnTo>
                    <a:pt x="475" y="170"/>
                  </a:lnTo>
                  <a:lnTo>
                    <a:pt x="475" y="166"/>
                  </a:lnTo>
                  <a:lnTo>
                    <a:pt x="460" y="154"/>
                  </a:lnTo>
                  <a:lnTo>
                    <a:pt x="460" y="151"/>
                  </a:lnTo>
                  <a:lnTo>
                    <a:pt x="458" y="149"/>
                  </a:lnTo>
                  <a:lnTo>
                    <a:pt x="458" y="144"/>
                  </a:lnTo>
                  <a:lnTo>
                    <a:pt x="453" y="142"/>
                  </a:lnTo>
                  <a:lnTo>
                    <a:pt x="444" y="142"/>
                  </a:lnTo>
                  <a:lnTo>
                    <a:pt x="439" y="137"/>
                  </a:lnTo>
                  <a:lnTo>
                    <a:pt x="439" y="132"/>
                  </a:lnTo>
                  <a:lnTo>
                    <a:pt x="437" y="125"/>
                  </a:lnTo>
                  <a:lnTo>
                    <a:pt x="437" y="118"/>
                  </a:lnTo>
                  <a:lnTo>
                    <a:pt x="434" y="114"/>
                  </a:lnTo>
                  <a:lnTo>
                    <a:pt x="434" y="107"/>
                  </a:lnTo>
                  <a:lnTo>
                    <a:pt x="432" y="107"/>
                  </a:lnTo>
                  <a:lnTo>
                    <a:pt x="432" y="97"/>
                  </a:lnTo>
                  <a:lnTo>
                    <a:pt x="430" y="90"/>
                  </a:lnTo>
                  <a:lnTo>
                    <a:pt x="430" y="73"/>
                  </a:lnTo>
                  <a:lnTo>
                    <a:pt x="427" y="69"/>
                  </a:lnTo>
                  <a:lnTo>
                    <a:pt x="434" y="66"/>
                  </a:lnTo>
                  <a:lnTo>
                    <a:pt x="423" y="55"/>
                  </a:lnTo>
                  <a:lnTo>
                    <a:pt x="423" y="38"/>
                  </a:lnTo>
                  <a:lnTo>
                    <a:pt x="420" y="33"/>
                  </a:lnTo>
                  <a:lnTo>
                    <a:pt x="418" y="31"/>
                  </a:lnTo>
                  <a:lnTo>
                    <a:pt x="413" y="29"/>
                  </a:lnTo>
                  <a:lnTo>
                    <a:pt x="401" y="17"/>
                  </a:lnTo>
                  <a:lnTo>
                    <a:pt x="397" y="17"/>
                  </a:lnTo>
                  <a:lnTo>
                    <a:pt x="390" y="10"/>
                  </a:lnTo>
                  <a:lnTo>
                    <a:pt x="387" y="0"/>
                  </a:lnTo>
                  <a:lnTo>
                    <a:pt x="378" y="12"/>
                  </a:lnTo>
                  <a:lnTo>
                    <a:pt x="364" y="12"/>
                  </a:lnTo>
                  <a:lnTo>
                    <a:pt x="364" y="21"/>
                  </a:lnTo>
                  <a:lnTo>
                    <a:pt x="361" y="26"/>
                  </a:lnTo>
                  <a:lnTo>
                    <a:pt x="359" y="29"/>
                  </a:lnTo>
                  <a:lnTo>
                    <a:pt x="352" y="29"/>
                  </a:lnTo>
                  <a:lnTo>
                    <a:pt x="349" y="31"/>
                  </a:lnTo>
                  <a:lnTo>
                    <a:pt x="345" y="31"/>
                  </a:lnTo>
                  <a:lnTo>
                    <a:pt x="340" y="36"/>
                  </a:lnTo>
                  <a:lnTo>
                    <a:pt x="335" y="45"/>
                  </a:lnTo>
                  <a:lnTo>
                    <a:pt x="333" y="47"/>
                  </a:lnTo>
                  <a:lnTo>
                    <a:pt x="326" y="47"/>
                  </a:lnTo>
                  <a:lnTo>
                    <a:pt x="323" y="45"/>
                  </a:lnTo>
                  <a:lnTo>
                    <a:pt x="321" y="40"/>
                  </a:lnTo>
                  <a:lnTo>
                    <a:pt x="319" y="38"/>
                  </a:lnTo>
                  <a:lnTo>
                    <a:pt x="269" y="36"/>
                  </a:lnTo>
                  <a:lnTo>
                    <a:pt x="269" y="31"/>
                  </a:lnTo>
                  <a:lnTo>
                    <a:pt x="267" y="31"/>
                  </a:lnTo>
                  <a:lnTo>
                    <a:pt x="260" y="38"/>
                  </a:lnTo>
                  <a:lnTo>
                    <a:pt x="87" y="36"/>
                  </a:lnTo>
                  <a:lnTo>
                    <a:pt x="87" y="99"/>
                  </a:lnTo>
                  <a:lnTo>
                    <a:pt x="56" y="99"/>
                  </a:lnTo>
                  <a:lnTo>
                    <a:pt x="59" y="241"/>
                  </a:lnTo>
                  <a:lnTo>
                    <a:pt x="54" y="241"/>
                  </a:lnTo>
                  <a:lnTo>
                    <a:pt x="49" y="239"/>
                  </a:lnTo>
                  <a:lnTo>
                    <a:pt x="33" y="239"/>
                  </a:lnTo>
                  <a:lnTo>
                    <a:pt x="28" y="244"/>
                  </a:lnTo>
                  <a:lnTo>
                    <a:pt x="30" y="246"/>
                  </a:lnTo>
                  <a:lnTo>
                    <a:pt x="30" y="251"/>
                  </a:lnTo>
                  <a:lnTo>
                    <a:pt x="33" y="253"/>
                  </a:lnTo>
                  <a:lnTo>
                    <a:pt x="33" y="255"/>
                  </a:lnTo>
                  <a:lnTo>
                    <a:pt x="30" y="258"/>
                  </a:lnTo>
                  <a:lnTo>
                    <a:pt x="26" y="260"/>
                  </a:lnTo>
                  <a:lnTo>
                    <a:pt x="21" y="265"/>
                  </a:lnTo>
                  <a:lnTo>
                    <a:pt x="21" y="272"/>
                  </a:lnTo>
                  <a:lnTo>
                    <a:pt x="16" y="272"/>
                  </a:lnTo>
                  <a:lnTo>
                    <a:pt x="19" y="281"/>
                  </a:lnTo>
                  <a:lnTo>
                    <a:pt x="21" y="288"/>
                  </a:lnTo>
                  <a:lnTo>
                    <a:pt x="14" y="293"/>
                  </a:lnTo>
                  <a:lnTo>
                    <a:pt x="7" y="300"/>
                  </a:lnTo>
                  <a:lnTo>
                    <a:pt x="9" y="303"/>
                  </a:lnTo>
                  <a:lnTo>
                    <a:pt x="14" y="312"/>
                  </a:lnTo>
                  <a:lnTo>
                    <a:pt x="14" y="317"/>
                  </a:lnTo>
                  <a:lnTo>
                    <a:pt x="9" y="322"/>
                  </a:lnTo>
                  <a:lnTo>
                    <a:pt x="4" y="324"/>
                  </a:lnTo>
                  <a:lnTo>
                    <a:pt x="0" y="329"/>
                  </a:lnTo>
                  <a:lnTo>
                    <a:pt x="0" y="336"/>
                  </a:lnTo>
                  <a:lnTo>
                    <a:pt x="4" y="338"/>
                  </a:lnTo>
                  <a:lnTo>
                    <a:pt x="9" y="338"/>
                  </a:lnTo>
                  <a:lnTo>
                    <a:pt x="12" y="336"/>
                  </a:lnTo>
                  <a:lnTo>
                    <a:pt x="16" y="336"/>
                  </a:lnTo>
                  <a:lnTo>
                    <a:pt x="19" y="338"/>
                  </a:lnTo>
                  <a:lnTo>
                    <a:pt x="19" y="355"/>
                  </a:lnTo>
                  <a:lnTo>
                    <a:pt x="26" y="362"/>
                  </a:lnTo>
                  <a:lnTo>
                    <a:pt x="19" y="364"/>
                  </a:lnTo>
                  <a:lnTo>
                    <a:pt x="21" y="373"/>
                  </a:lnTo>
                  <a:lnTo>
                    <a:pt x="23" y="373"/>
                  </a:lnTo>
                  <a:lnTo>
                    <a:pt x="28" y="376"/>
                  </a:lnTo>
                  <a:lnTo>
                    <a:pt x="33" y="383"/>
                  </a:lnTo>
                  <a:lnTo>
                    <a:pt x="35" y="385"/>
                  </a:lnTo>
                  <a:lnTo>
                    <a:pt x="35" y="388"/>
                  </a:lnTo>
                  <a:lnTo>
                    <a:pt x="30" y="388"/>
                  </a:lnTo>
                  <a:lnTo>
                    <a:pt x="30" y="397"/>
                  </a:lnTo>
                  <a:lnTo>
                    <a:pt x="42" y="409"/>
                  </a:lnTo>
                  <a:lnTo>
                    <a:pt x="45" y="414"/>
                  </a:lnTo>
                  <a:lnTo>
                    <a:pt x="49" y="418"/>
                  </a:lnTo>
                  <a:lnTo>
                    <a:pt x="52" y="425"/>
                  </a:lnTo>
                  <a:lnTo>
                    <a:pt x="54" y="430"/>
                  </a:lnTo>
                  <a:lnTo>
                    <a:pt x="54" y="442"/>
                  </a:lnTo>
                  <a:lnTo>
                    <a:pt x="52" y="444"/>
                  </a:lnTo>
                  <a:lnTo>
                    <a:pt x="49" y="449"/>
                  </a:lnTo>
                  <a:lnTo>
                    <a:pt x="47" y="451"/>
                  </a:lnTo>
                  <a:lnTo>
                    <a:pt x="47" y="454"/>
                  </a:lnTo>
                  <a:lnTo>
                    <a:pt x="49" y="456"/>
                  </a:lnTo>
                  <a:lnTo>
                    <a:pt x="52" y="456"/>
                  </a:lnTo>
                  <a:lnTo>
                    <a:pt x="49" y="463"/>
                  </a:lnTo>
                  <a:lnTo>
                    <a:pt x="66" y="466"/>
                  </a:lnTo>
                  <a:lnTo>
                    <a:pt x="66" y="461"/>
                  </a:lnTo>
                  <a:lnTo>
                    <a:pt x="68" y="459"/>
                  </a:lnTo>
                  <a:lnTo>
                    <a:pt x="73" y="456"/>
                  </a:lnTo>
                  <a:lnTo>
                    <a:pt x="73" y="456"/>
                  </a:lnTo>
                  <a:lnTo>
                    <a:pt x="73" y="454"/>
                  </a:lnTo>
                  <a:lnTo>
                    <a:pt x="73" y="451"/>
                  </a:lnTo>
                  <a:lnTo>
                    <a:pt x="78" y="447"/>
                  </a:lnTo>
                  <a:lnTo>
                    <a:pt x="78" y="437"/>
                  </a:lnTo>
                  <a:lnTo>
                    <a:pt x="82" y="437"/>
                  </a:lnTo>
                  <a:lnTo>
                    <a:pt x="82" y="428"/>
                  </a:lnTo>
                  <a:lnTo>
                    <a:pt x="89" y="418"/>
                  </a:lnTo>
                  <a:lnTo>
                    <a:pt x="92" y="411"/>
                  </a:lnTo>
                  <a:lnTo>
                    <a:pt x="101" y="409"/>
                  </a:lnTo>
                  <a:lnTo>
                    <a:pt x="113" y="407"/>
                  </a:lnTo>
                  <a:lnTo>
                    <a:pt x="115" y="416"/>
                  </a:lnTo>
                  <a:lnTo>
                    <a:pt x="118" y="418"/>
                  </a:lnTo>
                  <a:lnTo>
                    <a:pt x="123" y="421"/>
                  </a:lnTo>
                  <a:lnTo>
                    <a:pt x="123" y="423"/>
                  </a:lnTo>
                  <a:lnTo>
                    <a:pt x="125" y="430"/>
                  </a:lnTo>
                  <a:lnTo>
                    <a:pt x="127" y="433"/>
                  </a:lnTo>
                  <a:lnTo>
                    <a:pt x="137" y="440"/>
                  </a:lnTo>
                  <a:lnTo>
                    <a:pt x="146" y="435"/>
                  </a:lnTo>
                  <a:lnTo>
                    <a:pt x="170" y="433"/>
                  </a:lnTo>
                  <a:lnTo>
                    <a:pt x="175" y="435"/>
                  </a:lnTo>
                  <a:lnTo>
                    <a:pt x="177" y="442"/>
                  </a:lnTo>
                  <a:lnTo>
                    <a:pt x="177" y="442"/>
                  </a:lnTo>
                  <a:lnTo>
                    <a:pt x="196" y="442"/>
                  </a:lnTo>
                  <a:lnTo>
                    <a:pt x="205" y="430"/>
                  </a:lnTo>
                  <a:lnTo>
                    <a:pt x="219" y="430"/>
                  </a:lnTo>
                  <a:lnTo>
                    <a:pt x="222" y="418"/>
                  </a:lnTo>
                  <a:lnTo>
                    <a:pt x="234" y="411"/>
                  </a:lnTo>
                  <a:lnTo>
                    <a:pt x="250" y="421"/>
                  </a:lnTo>
                  <a:lnTo>
                    <a:pt x="260" y="430"/>
                  </a:lnTo>
                  <a:lnTo>
                    <a:pt x="274" y="430"/>
                  </a:lnTo>
                  <a:lnTo>
                    <a:pt x="290" y="409"/>
                  </a:lnTo>
                  <a:lnTo>
                    <a:pt x="295" y="397"/>
                  </a:lnTo>
                  <a:lnTo>
                    <a:pt x="309" y="388"/>
                  </a:lnTo>
                  <a:lnTo>
                    <a:pt x="307" y="381"/>
                  </a:lnTo>
                  <a:lnTo>
                    <a:pt x="307" y="364"/>
                  </a:lnTo>
                  <a:lnTo>
                    <a:pt x="300" y="357"/>
                  </a:lnTo>
                  <a:lnTo>
                    <a:pt x="319" y="357"/>
                  </a:lnTo>
                  <a:lnTo>
                    <a:pt x="319" y="350"/>
                  </a:lnTo>
                  <a:lnTo>
                    <a:pt x="331" y="347"/>
                  </a:lnTo>
                  <a:lnTo>
                    <a:pt x="328" y="357"/>
                  </a:lnTo>
                  <a:lnTo>
                    <a:pt x="328" y="366"/>
                  </a:lnTo>
                  <a:lnTo>
                    <a:pt x="326" y="369"/>
                  </a:lnTo>
                  <a:lnTo>
                    <a:pt x="328" y="378"/>
                  </a:lnTo>
                  <a:lnTo>
                    <a:pt x="331" y="385"/>
                  </a:lnTo>
                  <a:lnTo>
                    <a:pt x="331" y="390"/>
                  </a:lnTo>
                  <a:lnTo>
                    <a:pt x="328" y="395"/>
                  </a:lnTo>
                  <a:lnTo>
                    <a:pt x="335" y="399"/>
                  </a:lnTo>
                  <a:lnTo>
                    <a:pt x="345" y="407"/>
                  </a:lnTo>
                  <a:lnTo>
                    <a:pt x="352" y="414"/>
                  </a:lnTo>
                  <a:lnTo>
                    <a:pt x="354" y="418"/>
                  </a:lnTo>
                  <a:lnTo>
                    <a:pt x="357" y="423"/>
                  </a:lnTo>
                  <a:lnTo>
                    <a:pt x="359" y="423"/>
                  </a:lnTo>
                  <a:lnTo>
                    <a:pt x="361" y="421"/>
                  </a:lnTo>
                  <a:lnTo>
                    <a:pt x="361" y="414"/>
                  </a:lnTo>
                  <a:lnTo>
                    <a:pt x="359" y="409"/>
                  </a:lnTo>
                  <a:lnTo>
                    <a:pt x="359" y="402"/>
                  </a:lnTo>
                  <a:lnTo>
                    <a:pt x="366" y="395"/>
                  </a:lnTo>
                  <a:lnTo>
                    <a:pt x="368" y="395"/>
                  </a:lnTo>
                  <a:lnTo>
                    <a:pt x="368" y="399"/>
                  </a:lnTo>
                  <a:lnTo>
                    <a:pt x="371" y="402"/>
                  </a:lnTo>
                  <a:lnTo>
                    <a:pt x="378" y="402"/>
                  </a:lnTo>
                  <a:lnTo>
                    <a:pt x="380" y="399"/>
                  </a:lnTo>
                  <a:lnTo>
                    <a:pt x="380" y="385"/>
                  </a:lnTo>
                  <a:lnTo>
                    <a:pt x="378" y="383"/>
                  </a:lnTo>
                  <a:lnTo>
                    <a:pt x="378" y="381"/>
                  </a:lnTo>
                  <a:lnTo>
                    <a:pt x="382" y="373"/>
                  </a:lnTo>
                  <a:lnTo>
                    <a:pt x="382" y="364"/>
                  </a:lnTo>
                  <a:lnTo>
                    <a:pt x="385" y="362"/>
                  </a:lnTo>
                  <a:lnTo>
                    <a:pt x="390" y="362"/>
                  </a:lnTo>
                  <a:lnTo>
                    <a:pt x="392" y="357"/>
                  </a:lnTo>
                  <a:lnTo>
                    <a:pt x="392" y="343"/>
                  </a:lnTo>
                  <a:lnTo>
                    <a:pt x="394" y="340"/>
                  </a:lnTo>
                  <a:lnTo>
                    <a:pt x="397" y="336"/>
                  </a:lnTo>
                  <a:lnTo>
                    <a:pt x="399" y="333"/>
                  </a:lnTo>
                  <a:lnTo>
                    <a:pt x="411" y="333"/>
                  </a:lnTo>
                  <a:lnTo>
                    <a:pt x="411" y="314"/>
                  </a:lnTo>
                  <a:lnTo>
                    <a:pt x="413" y="310"/>
                  </a:lnTo>
                  <a:lnTo>
                    <a:pt x="416" y="307"/>
                  </a:lnTo>
                  <a:lnTo>
                    <a:pt x="418" y="303"/>
                  </a:lnTo>
                  <a:lnTo>
                    <a:pt x="420" y="300"/>
                  </a:lnTo>
                  <a:lnTo>
                    <a:pt x="420" y="284"/>
                  </a:lnTo>
                  <a:lnTo>
                    <a:pt x="418" y="265"/>
                  </a:lnTo>
                  <a:lnTo>
                    <a:pt x="416" y="262"/>
                  </a:lnTo>
                  <a:lnTo>
                    <a:pt x="416" y="255"/>
                  </a:lnTo>
                  <a:lnTo>
                    <a:pt x="420" y="253"/>
                  </a:lnTo>
                  <a:lnTo>
                    <a:pt x="423" y="253"/>
                  </a:lnTo>
                  <a:lnTo>
                    <a:pt x="423" y="239"/>
                  </a:lnTo>
                  <a:lnTo>
                    <a:pt x="425" y="239"/>
                  </a:lnTo>
                  <a:lnTo>
                    <a:pt x="427" y="236"/>
                  </a:lnTo>
                  <a:lnTo>
                    <a:pt x="430" y="232"/>
                  </a:lnTo>
                  <a:lnTo>
                    <a:pt x="430" y="215"/>
                  </a:lnTo>
                  <a:lnTo>
                    <a:pt x="427" y="213"/>
                  </a:lnTo>
                  <a:lnTo>
                    <a:pt x="427" y="208"/>
                  </a:lnTo>
                  <a:lnTo>
                    <a:pt x="432" y="20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14" name="Sri Lanka" descr="© INSCALE GmbH, 05.05.2010&#10;http://www.presentationload.com/">
              <a:extLst>
                <a:ext uri="{FF2B5EF4-FFF2-40B4-BE49-F238E27FC236}">
                  <a16:creationId xmlns:a16="http://schemas.microsoft.com/office/drawing/2014/main" id="{788C61E0-419E-4189-9441-ADC730FC2938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5602115" y="2747683"/>
              <a:ext cx="56867" cy="100186"/>
            </a:xfrm>
            <a:custGeom>
              <a:avLst/>
              <a:gdLst>
                <a:gd name="T0" fmla="*/ 2147483647 w 174"/>
                <a:gd name="T1" fmla="*/ 2147483647 h 306"/>
                <a:gd name="T2" fmla="*/ 2147483647 w 174"/>
                <a:gd name="T3" fmla="*/ 0 h 306"/>
                <a:gd name="T4" fmla="*/ 2147483647 w 174"/>
                <a:gd name="T5" fmla="*/ 0 h 306"/>
                <a:gd name="T6" fmla="*/ 2147483647 w 174"/>
                <a:gd name="T7" fmla="*/ 2147483647 h 306"/>
                <a:gd name="T8" fmla="*/ 2147483647 w 174"/>
                <a:gd name="T9" fmla="*/ 2147483647 h 306"/>
                <a:gd name="T10" fmla="*/ 2147483647 w 174"/>
                <a:gd name="T11" fmla="*/ 2147483647 h 306"/>
                <a:gd name="T12" fmla="*/ 2147483647 w 174"/>
                <a:gd name="T13" fmla="*/ 2147483647 h 306"/>
                <a:gd name="T14" fmla="*/ 2147483647 w 174"/>
                <a:gd name="T15" fmla="*/ 2147483647 h 306"/>
                <a:gd name="T16" fmla="*/ 2147483647 w 174"/>
                <a:gd name="T17" fmla="*/ 2147483647 h 306"/>
                <a:gd name="T18" fmla="*/ 2147483647 w 174"/>
                <a:gd name="T19" fmla="*/ 2147483647 h 306"/>
                <a:gd name="T20" fmla="*/ 2147483647 w 174"/>
                <a:gd name="T21" fmla="*/ 2147483647 h 306"/>
                <a:gd name="T22" fmla="*/ 2147483647 w 174"/>
                <a:gd name="T23" fmla="*/ 2147483647 h 306"/>
                <a:gd name="T24" fmla="*/ 2147483647 w 174"/>
                <a:gd name="T25" fmla="*/ 2147483647 h 306"/>
                <a:gd name="T26" fmla="*/ 2147483647 w 174"/>
                <a:gd name="T27" fmla="*/ 2147483647 h 306"/>
                <a:gd name="T28" fmla="*/ 2147483647 w 174"/>
                <a:gd name="T29" fmla="*/ 2147483647 h 306"/>
                <a:gd name="T30" fmla="*/ 2147483647 w 174"/>
                <a:gd name="T31" fmla="*/ 2147483647 h 306"/>
                <a:gd name="T32" fmla="*/ 2147483647 w 174"/>
                <a:gd name="T33" fmla="*/ 2147483647 h 306"/>
                <a:gd name="T34" fmla="*/ 2147483647 w 174"/>
                <a:gd name="T35" fmla="*/ 2147483647 h 306"/>
                <a:gd name="T36" fmla="*/ 2147483647 w 174"/>
                <a:gd name="T37" fmla="*/ 2147483647 h 306"/>
                <a:gd name="T38" fmla="*/ 2147483647 w 174"/>
                <a:gd name="T39" fmla="*/ 2147483647 h 306"/>
                <a:gd name="T40" fmla="*/ 0 w 174"/>
                <a:gd name="T41" fmla="*/ 2147483647 h 306"/>
                <a:gd name="T42" fmla="*/ 0 w 174"/>
                <a:gd name="T43" fmla="*/ 2147483647 h 306"/>
                <a:gd name="T44" fmla="*/ 2147483647 w 174"/>
                <a:gd name="T45" fmla="*/ 2147483647 h 306"/>
                <a:gd name="T46" fmla="*/ 2147483647 w 174"/>
                <a:gd name="T47" fmla="*/ 2147483647 h 306"/>
                <a:gd name="T48" fmla="*/ 2147483647 w 174"/>
                <a:gd name="T49" fmla="*/ 2147483647 h 306"/>
                <a:gd name="T50" fmla="*/ 2147483647 w 174"/>
                <a:gd name="T51" fmla="*/ 2147483647 h 306"/>
                <a:gd name="T52" fmla="*/ 2147483647 w 174"/>
                <a:gd name="T53" fmla="*/ 2147483647 h 306"/>
                <a:gd name="T54" fmla="*/ 0 w 174"/>
                <a:gd name="T55" fmla="*/ 2147483647 h 306"/>
                <a:gd name="T56" fmla="*/ 2147483647 w 174"/>
                <a:gd name="T57" fmla="*/ 2147483647 h 306"/>
                <a:gd name="T58" fmla="*/ 2147483647 w 174"/>
                <a:gd name="T59" fmla="*/ 2147483647 h 30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74"/>
                <a:gd name="T91" fmla="*/ 0 h 306"/>
                <a:gd name="T92" fmla="*/ 174 w 174"/>
                <a:gd name="T93" fmla="*/ 306 h 30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74" h="306">
                  <a:moveTo>
                    <a:pt x="24" y="6"/>
                  </a:moveTo>
                  <a:lnTo>
                    <a:pt x="36" y="0"/>
                  </a:lnTo>
                  <a:lnTo>
                    <a:pt x="48" y="0"/>
                  </a:lnTo>
                  <a:lnTo>
                    <a:pt x="66" y="6"/>
                  </a:lnTo>
                  <a:lnTo>
                    <a:pt x="78" y="12"/>
                  </a:lnTo>
                  <a:lnTo>
                    <a:pt x="114" y="66"/>
                  </a:lnTo>
                  <a:lnTo>
                    <a:pt x="132" y="84"/>
                  </a:lnTo>
                  <a:lnTo>
                    <a:pt x="126" y="120"/>
                  </a:lnTo>
                  <a:lnTo>
                    <a:pt x="150" y="114"/>
                  </a:lnTo>
                  <a:lnTo>
                    <a:pt x="156" y="168"/>
                  </a:lnTo>
                  <a:lnTo>
                    <a:pt x="162" y="174"/>
                  </a:lnTo>
                  <a:lnTo>
                    <a:pt x="168" y="198"/>
                  </a:lnTo>
                  <a:lnTo>
                    <a:pt x="174" y="228"/>
                  </a:lnTo>
                  <a:lnTo>
                    <a:pt x="174" y="258"/>
                  </a:lnTo>
                  <a:lnTo>
                    <a:pt x="156" y="276"/>
                  </a:lnTo>
                  <a:lnTo>
                    <a:pt x="120" y="294"/>
                  </a:lnTo>
                  <a:lnTo>
                    <a:pt x="84" y="306"/>
                  </a:lnTo>
                  <a:lnTo>
                    <a:pt x="48" y="306"/>
                  </a:lnTo>
                  <a:lnTo>
                    <a:pt x="24" y="282"/>
                  </a:lnTo>
                  <a:lnTo>
                    <a:pt x="12" y="240"/>
                  </a:lnTo>
                  <a:lnTo>
                    <a:pt x="0" y="192"/>
                  </a:lnTo>
                  <a:lnTo>
                    <a:pt x="0" y="156"/>
                  </a:lnTo>
                  <a:lnTo>
                    <a:pt x="12" y="138"/>
                  </a:lnTo>
                  <a:lnTo>
                    <a:pt x="18" y="132"/>
                  </a:lnTo>
                  <a:lnTo>
                    <a:pt x="24" y="120"/>
                  </a:lnTo>
                  <a:lnTo>
                    <a:pt x="30" y="102"/>
                  </a:lnTo>
                  <a:lnTo>
                    <a:pt x="30" y="78"/>
                  </a:lnTo>
                  <a:lnTo>
                    <a:pt x="0" y="36"/>
                  </a:lnTo>
                  <a:lnTo>
                    <a:pt x="24" y="36"/>
                  </a:lnTo>
                  <a:lnTo>
                    <a:pt x="24" y="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15" name="South Sudan">
              <a:extLst>
                <a:ext uri="{FF2B5EF4-FFF2-40B4-BE49-F238E27FC236}">
                  <a16:creationId xmlns:a16="http://schemas.microsoft.com/office/drawing/2014/main" id="{2E633E38-6A78-4350-90D6-E61CF8FF7C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3430" y="2675062"/>
              <a:ext cx="284331" cy="236305"/>
            </a:xfrm>
            <a:custGeom>
              <a:avLst/>
              <a:gdLst/>
              <a:ahLst/>
              <a:cxnLst>
                <a:cxn ang="0">
                  <a:pos x="269" y="52"/>
                </a:cxn>
                <a:cxn ang="0">
                  <a:pos x="265" y="38"/>
                </a:cxn>
                <a:cxn ang="0">
                  <a:pos x="262" y="19"/>
                </a:cxn>
                <a:cxn ang="0">
                  <a:pos x="253" y="3"/>
                </a:cxn>
                <a:cxn ang="0">
                  <a:pos x="241" y="17"/>
                </a:cxn>
                <a:cxn ang="0">
                  <a:pos x="229" y="50"/>
                </a:cxn>
                <a:cxn ang="0">
                  <a:pos x="194" y="83"/>
                </a:cxn>
                <a:cxn ang="0">
                  <a:pos x="156" y="71"/>
                </a:cxn>
                <a:cxn ang="0">
                  <a:pos x="130" y="95"/>
                </a:cxn>
                <a:cxn ang="0">
                  <a:pos x="109" y="88"/>
                </a:cxn>
                <a:cxn ang="0">
                  <a:pos x="71" y="93"/>
                </a:cxn>
                <a:cxn ang="0">
                  <a:pos x="57" y="76"/>
                </a:cxn>
                <a:cxn ang="0">
                  <a:pos x="49" y="69"/>
                </a:cxn>
                <a:cxn ang="0">
                  <a:pos x="26" y="64"/>
                </a:cxn>
                <a:cxn ang="0">
                  <a:pos x="16" y="90"/>
                </a:cxn>
                <a:cxn ang="0">
                  <a:pos x="7" y="104"/>
                </a:cxn>
                <a:cxn ang="0">
                  <a:pos x="7" y="109"/>
                </a:cxn>
                <a:cxn ang="0">
                  <a:pos x="0" y="119"/>
                </a:cxn>
                <a:cxn ang="0">
                  <a:pos x="12" y="135"/>
                </a:cxn>
                <a:cxn ang="0">
                  <a:pos x="28" y="142"/>
                </a:cxn>
                <a:cxn ang="0">
                  <a:pos x="38" y="152"/>
                </a:cxn>
                <a:cxn ang="0">
                  <a:pos x="33" y="154"/>
                </a:cxn>
                <a:cxn ang="0">
                  <a:pos x="42" y="164"/>
                </a:cxn>
                <a:cxn ang="0">
                  <a:pos x="54" y="173"/>
                </a:cxn>
                <a:cxn ang="0">
                  <a:pos x="59" y="182"/>
                </a:cxn>
                <a:cxn ang="0">
                  <a:pos x="68" y="190"/>
                </a:cxn>
                <a:cxn ang="0">
                  <a:pos x="68" y="197"/>
                </a:cxn>
                <a:cxn ang="0">
                  <a:pos x="83" y="208"/>
                </a:cxn>
                <a:cxn ang="0">
                  <a:pos x="92" y="218"/>
                </a:cxn>
                <a:cxn ang="0">
                  <a:pos x="106" y="241"/>
                </a:cxn>
                <a:cxn ang="0">
                  <a:pos x="127" y="258"/>
                </a:cxn>
                <a:cxn ang="0">
                  <a:pos x="137" y="251"/>
                </a:cxn>
                <a:cxn ang="0">
                  <a:pos x="146" y="258"/>
                </a:cxn>
                <a:cxn ang="0">
                  <a:pos x="156" y="251"/>
                </a:cxn>
                <a:cxn ang="0">
                  <a:pos x="168" y="251"/>
                </a:cxn>
                <a:cxn ang="0">
                  <a:pos x="177" y="267"/>
                </a:cxn>
                <a:cxn ang="0">
                  <a:pos x="187" y="272"/>
                </a:cxn>
                <a:cxn ang="0">
                  <a:pos x="203" y="275"/>
                </a:cxn>
                <a:cxn ang="0">
                  <a:pos x="215" y="279"/>
                </a:cxn>
                <a:cxn ang="0">
                  <a:pos x="222" y="275"/>
                </a:cxn>
                <a:cxn ang="0">
                  <a:pos x="243" y="277"/>
                </a:cxn>
                <a:cxn ang="0">
                  <a:pos x="262" y="272"/>
                </a:cxn>
                <a:cxn ang="0">
                  <a:pos x="274" y="277"/>
                </a:cxn>
                <a:cxn ang="0">
                  <a:pos x="283" y="265"/>
                </a:cxn>
                <a:cxn ang="0">
                  <a:pos x="295" y="251"/>
                </a:cxn>
                <a:cxn ang="0">
                  <a:pos x="340" y="239"/>
                </a:cxn>
                <a:cxn ang="0">
                  <a:pos x="335" y="225"/>
                </a:cxn>
                <a:cxn ang="0">
                  <a:pos x="316" y="208"/>
                </a:cxn>
                <a:cxn ang="0">
                  <a:pos x="312" y="185"/>
                </a:cxn>
                <a:cxn ang="0">
                  <a:pos x="293" y="175"/>
                </a:cxn>
                <a:cxn ang="0">
                  <a:pos x="286" y="159"/>
                </a:cxn>
                <a:cxn ang="0">
                  <a:pos x="276" y="149"/>
                </a:cxn>
                <a:cxn ang="0">
                  <a:pos x="260" y="147"/>
                </a:cxn>
                <a:cxn ang="0">
                  <a:pos x="265" y="135"/>
                </a:cxn>
                <a:cxn ang="0">
                  <a:pos x="279" y="128"/>
                </a:cxn>
                <a:cxn ang="0">
                  <a:pos x="288" y="123"/>
                </a:cxn>
                <a:cxn ang="0">
                  <a:pos x="291" y="100"/>
                </a:cxn>
                <a:cxn ang="0">
                  <a:pos x="286" y="88"/>
                </a:cxn>
                <a:cxn ang="0">
                  <a:pos x="291" y="76"/>
                </a:cxn>
              </a:cxnLst>
              <a:rect l="0" t="0" r="r" b="b"/>
              <a:pathLst>
                <a:path w="342" h="286">
                  <a:moveTo>
                    <a:pt x="286" y="67"/>
                  </a:moveTo>
                  <a:lnTo>
                    <a:pt x="279" y="60"/>
                  </a:lnTo>
                  <a:lnTo>
                    <a:pt x="269" y="52"/>
                  </a:lnTo>
                  <a:lnTo>
                    <a:pt x="262" y="48"/>
                  </a:lnTo>
                  <a:lnTo>
                    <a:pt x="265" y="43"/>
                  </a:lnTo>
                  <a:lnTo>
                    <a:pt x="265" y="38"/>
                  </a:lnTo>
                  <a:lnTo>
                    <a:pt x="262" y="31"/>
                  </a:lnTo>
                  <a:lnTo>
                    <a:pt x="260" y="22"/>
                  </a:lnTo>
                  <a:lnTo>
                    <a:pt x="262" y="19"/>
                  </a:lnTo>
                  <a:lnTo>
                    <a:pt x="262" y="10"/>
                  </a:lnTo>
                  <a:lnTo>
                    <a:pt x="265" y="0"/>
                  </a:lnTo>
                  <a:lnTo>
                    <a:pt x="253" y="3"/>
                  </a:lnTo>
                  <a:lnTo>
                    <a:pt x="253" y="10"/>
                  </a:lnTo>
                  <a:lnTo>
                    <a:pt x="234" y="10"/>
                  </a:lnTo>
                  <a:lnTo>
                    <a:pt x="241" y="17"/>
                  </a:lnTo>
                  <a:lnTo>
                    <a:pt x="241" y="34"/>
                  </a:lnTo>
                  <a:lnTo>
                    <a:pt x="243" y="41"/>
                  </a:lnTo>
                  <a:lnTo>
                    <a:pt x="229" y="50"/>
                  </a:lnTo>
                  <a:lnTo>
                    <a:pt x="224" y="62"/>
                  </a:lnTo>
                  <a:lnTo>
                    <a:pt x="208" y="83"/>
                  </a:lnTo>
                  <a:lnTo>
                    <a:pt x="194" y="83"/>
                  </a:lnTo>
                  <a:lnTo>
                    <a:pt x="184" y="74"/>
                  </a:lnTo>
                  <a:lnTo>
                    <a:pt x="168" y="64"/>
                  </a:lnTo>
                  <a:lnTo>
                    <a:pt x="156" y="71"/>
                  </a:lnTo>
                  <a:lnTo>
                    <a:pt x="153" y="83"/>
                  </a:lnTo>
                  <a:lnTo>
                    <a:pt x="139" y="83"/>
                  </a:lnTo>
                  <a:lnTo>
                    <a:pt x="130" y="95"/>
                  </a:lnTo>
                  <a:lnTo>
                    <a:pt x="111" y="95"/>
                  </a:lnTo>
                  <a:lnTo>
                    <a:pt x="111" y="95"/>
                  </a:lnTo>
                  <a:lnTo>
                    <a:pt x="109" y="88"/>
                  </a:lnTo>
                  <a:lnTo>
                    <a:pt x="104" y="86"/>
                  </a:lnTo>
                  <a:lnTo>
                    <a:pt x="80" y="88"/>
                  </a:lnTo>
                  <a:lnTo>
                    <a:pt x="71" y="93"/>
                  </a:lnTo>
                  <a:lnTo>
                    <a:pt x="61" y="86"/>
                  </a:lnTo>
                  <a:lnTo>
                    <a:pt x="59" y="83"/>
                  </a:lnTo>
                  <a:lnTo>
                    <a:pt x="57" y="76"/>
                  </a:lnTo>
                  <a:lnTo>
                    <a:pt x="57" y="74"/>
                  </a:lnTo>
                  <a:lnTo>
                    <a:pt x="52" y="71"/>
                  </a:lnTo>
                  <a:lnTo>
                    <a:pt x="49" y="69"/>
                  </a:lnTo>
                  <a:lnTo>
                    <a:pt x="47" y="60"/>
                  </a:lnTo>
                  <a:lnTo>
                    <a:pt x="35" y="62"/>
                  </a:lnTo>
                  <a:lnTo>
                    <a:pt x="26" y="64"/>
                  </a:lnTo>
                  <a:lnTo>
                    <a:pt x="23" y="71"/>
                  </a:lnTo>
                  <a:lnTo>
                    <a:pt x="16" y="81"/>
                  </a:lnTo>
                  <a:lnTo>
                    <a:pt x="16" y="90"/>
                  </a:lnTo>
                  <a:lnTo>
                    <a:pt x="12" y="90"/>
                  </a:lnTo>
                  <a:lnTo>
                    <a:pt x="12" y="100"/>
                  </a:lnTo>
                  <a:lnTo>
                    <a:pt x="7" y="104"/>
                  </a:lnTo>
                  <a:lnTo>
                    <a:pt x="7" y="107"/>
                  </a:lnTo>
                  <a:lnTo>
                    <a:pt x="7" y="109"/>
                  </a:lnTo>
                  <a:lnTo>
                    <a:pt x="7" y="109"/>
                  </a:lnTo>
                  <a:lnTo>
                    <a:pt x="2" y="112"/>
                  </a:lnTo>
                  <a:lnTo>
                    <a:pt x="0" y="114"/>
                  </a:lnTo>
                  <a:lnTo>
                    <a:pt x="0" y="119"/>
                  </a:lnTo>
                  <a:lnTo>
                    <a:pt x="2" y="119"/>
                  </a:lnTo>
                  <a:lnTo>
                    <a:pt x="2" y="130"/>
                  </a:lnTo>
                  <a:lnTo>
                    <a:pt x="12" y="135"/>
                  </a:lnTo>
                  <a:lnTo>
                    <a:pt x="26" y="135"/>
                  </a:lnTo>
                  <a:lnTo>
                    <a:pt x="26" y="142"/>
                  </a:lnTo>
                  <a:lnTo>
                    <a:pt x="28" y="142"/>
                  </a:lnTo>
                  <a:lnTo>
                    <a:pt x="33" y="145"/>
                  </a:lnTo>
                  <a:lnTo>
                    <a:pt x="38" y="149"/>
                  </a:lnTo>
                  <a:lnTo>
                    <a:pt x="38" y="152"/>
                  </a:lnTo>
                  <a:lnTo>
                    <a:pt x="35" y="152"/>
                  </a:lnTo>
                  <a:lnTo>
                    <a:pt x="35" y="154"/>
                  </a:lnTo>
                  <a:lnTo>
                    <a:pt x="33" y="154"/>
                  </a:lnTo>
                  <a:lnTo>
                    <a:pt x="33" y="156"/>
                  </a:lnTo>
                  <a:lnTo>
                    <a:pt x="38" y="161"/>
                  </a:lnTo>
                  <a:lnTo>
                    <a:pt x="42" y="164"/>
                  </a:lnTo>
                  <a:lnTo>
                    <a:pt x="45" y="164"/>
                  </a:lnTo>
                  <a:lnTo>
                    <a:pt x="49" y="166"/>
                  </a:lnTo>
                  <a:lnTo>
                    <a:pt x="54" y="173"/>
                  </a:lnTo>
                  <a:lnTo>
                    <a:pt x="57" y="178"/>
                  </a:lnTo>
                  <a:lnTo>
                    <a:pt x="59" y="180"/>
                  </a:lnTo>
                  <a:lnTo>
                    <a:pt x="59" y="182"/>
                  </a:lnTo>
                  <a:lnTo>
                    <a:pt x="66" y="182"/>
                  </a:lnTo>
                  <a:lnTo>
                    <a:pt x="68" y="185"/>
                  </a:lnTo>
                  <a:lnTo>
                    <a:pt x="68" y="190"/>
                  </a:lnTo>
                  <a:lnTo>
                    <a:pt x="64" y="190"/>
                  </a:lnTo>
                  <a:lnTo>
                    <a:pt x="64" y="192"/>
                  </a:lnTo>
                  <a:lnTo>
                    <a:pt x="68" y="197"/>
                  </a:lnTo>
                  <a:lnTo>
                    <a:pt x="68" y="204"/>
                  </a:lnTo>
                  <a:lnTo>
                    <a:pt x="80" y="206"/>
                  </a:lnTo>
                  <a:lnTo>
                    <a:pt x="83" y="208"/>
                  </a:lnTo>
                  <a:lnTo>
                    <a:pt x="87" y="211"/>
                  </a:lnTo>
                  <a:lnTo>
                    <a:pt x="90" y="213"/>
                  </a:lnTo>
                  <a:lnTo>
                    <a:pt x="92" y="218"/>
                  </a:lnTo>
                  <a:lnTo>
                    <a:pt x="92" y="227"/>
                  </a:lnTo>
                  <a:lnTo>
                    <a:pt x="94" y="232"/>
                  </a:lnTo>
                  <a:lnTo>
                    <a:pt x="106" y="241"/>
                  </a:lnTo>
                  <a:lnTo>
                    <a:pt x="106" y="251"/>
                  </a:lnTo>
                  <a:lnTo>
                    <a:pt x="125" y="260"/>
                  </a:lnTo>
                  <a:lnTo>
                    <a:pt x="127" y="258"/>
                  </a:lnTo>
                  <a:lnTo>
                    <a:pt x="130" y="253"/>
                  </a:lnTo>
                  <a:lnTo>
                    <a:pt x="132" y="251"/>
                  </a:lnTo>
                  <a:lnTo>
                    <a:pt x="137" y="251"/>
                  </a:lnTo>
                  <a:lnTo>
                    <a:pt x="142" y="253"/>
                  </a:lnTo>
                  <a:lnTo>
                    <a:pt x="142" y="256"/>
                  </a:lnTo>
                  <a:lnTo>
                    <a:pt x="146" y="258"/>
                  </a:lnTo>
                  <a:lnTo>
                    <a:pt x="149" y="258"/>
                  </a:lnTo>
                  <a:lnTo>
                    <a:pt x="156" y="253"/>
                  </a:lnTo>
                  <a:lnTo>
                    <a:pt x="156" y="251"/>
                  </a:lnTo>
                  <a:lnTo>
                    <a:pt x="161" y="246"/>
                  </a:lnTo>
                  <a:lnTo>
                    <a:pt x="163" y="249"/>
                  </a:lnTo>
                  <a:lnTo>
                    <a:pt x="168" y="251"/>
                  </a:lnTo>
                  <a:lnTo>
                    <a:pt x="170" y="258"/>
                  </a:lnTo>
                  <a:lnTo>
                    <a:pt x="172" y="263"/>
                  </a:lnTo>
                  <a:lnTo>
                    <a:pt x="177" y="267"/>
                  </a:lnTo>
                  <a:lnTo>
                    <a:pt x="182" y="270"/>
                  </a:lnTo>
                  <a:lnTo>
                    <a:pt x="184" y="272"/>
                  </a:lnTo>
                  <a:lnTo>
                    <a:pt x="187" y="272"/>
                  </a:lnTo>
                  <a:lnTo>
                    <a:pt x="189" y="282"/>
                  </a:lnTo>
                  <a:lnTo>
                    <a:pt x="196" y="282"/>
                  </a:lnTo>
                  <a:lnTo>
                    <a:pt x="203" y="275"/>
                  </a:lnTo>
                  <a:lnTo>
                    <a:pt x="208" y="275"/>
                  </a:lnTo>
                  <a:lnTo>
                    <a:pt x="210" y="277"/>
                  </a:lnTo>
                  <a:lnTo>
                    <a:pt x="215" y="279"/>
                  </a:lnTo>
                  <a:lnTo>
                    <a:pt x="220" y="279"/>
                  </a:lnTo>
                  <a:lnTo>
                    <a:pt x="220" y="277"/>
                  </a:lnTo>
                  <a:lnTo>
                    <a:pt x="222" y="275"/>
                  </a:lnTo>
                  <a:lnTo>
                    <a:pt x="224" y="275"/>
                  </a:lnTo>
                  <a:lnTo>
                    <a:pt x="236" y="286"/>
                  </a:lnTo>
                  <a:lnTo>
                    <a:pt x="243" y="277"/>
                  </a:lnTo>
                  <a:lnTo>
                    <a:pt x="253" y="277"/>
                  </a:lnTo>
                  <a:lnTo>
                    <a:pt x="257" y="272"/>
                  </a:lnTo>
                  <a:lnTo>
                    <a:pt x="262" y="272"/>
                  </a:lnTo>
                  <a:lnTo>
                    <a:pt x="262" y="275"/>
                  </a:lnTo>
                  <a:lnTo>
                    <a:pt x="265" y="277"/>
                  </a:lnTo>
                  <a:lnTo>
                    <a:pt x="274" y="277"/>
                  </a:lnTo>
                  <a:lnTo>
                    <a:pt x="281" y="270"/>
                  </a:lnTo>
                  <a:lnTo>
                    <a:pt x="281" y="267"/>
                  </a:lnTo>
                  <a:lnTo>
                    <a:pt x="283" y="265"/>
                  </a:lnTo>
                  <a:lnTo>
                    <a:pt x="283" y="263"/>
                  </a:lnTo>
                  <a:lnTo>
                    <a:pt x="288" y="263"/>
                  </a:lnTo>
                  <a:lnTo>
                    <a:pt x="295" y="251"/>
                  </a:lnTo>
                  <a:lnTo>
                    <a:pt x="333" y="251"/>
                  </a:lnTo>
                  <a:lnTo>
                    <a:pt x="342" y="246"/>
                  </a:lnTo>
                  <a:lnTo>
                    <a:pt x="340" y="239"/>
                  </a:lnTo>
                  <a:lnTo>
                    <a:pt x="340" y="232"/>
                  </a:lnTo>
                  <a:lnTo>
                    <a:pt x="338" y="227"/>
                  </a:lnTo>
                  <a:lnTo>
                    <a:pt x="335" y="225"/>
                  </a:lnTo>
                  <a:lnTo>
                    <a:pt x="328" y="225"/>
                  </a:lnTo>
                  <a:lnTo>
                    <a:pt x="324" y="223"/>
                  </a:lnTo>
                  <a:lnTo>
                    <a:pt x="316" y="208"/>
                  </a:lnTo>
                  <a:lnTo>
                    <a:pt x="316" y="201"/>
                  </a:lnTo>
                  <a:lnTo>
                    <a:pt x="312" y="199"/>
                  </a:lnTo>
                  <a:lnTo>
                    <a:pt x="312" y="185"/>
                  </a:lnTo>
                  <a:lnTo>
                    <a:pt x="305" y="185"/>
                  </a:lnTo>
                  <a:lnTo>
                    <a:pt x="302" y="175"/>
                  </a:lnTo>
                  <a:lnTo>
                    <a:pt x="293" y="175"/>
                  </a:lnTo>
                  <a:lnTo>
                    <a:pt x="291" y="168"/>
                  </a:lnTo>
                  <a:lnTo>
                    <a:pt x="291" y="161"/>
                  </a:lnTo>
                  <a:lnTo>
                    <a:pt x="286" y="159"/>
                  </a:lnTo>
                  <a:lnTo>
                    <a:pt x="283" y="154"/>
                  </a:lnTo>
                  <a:lnTo>
                    <a:pt x="279" y="152"/>
                  </a:lnTo>
                  <a:lnTo>
                    <a:pt x="276" y="149"/>
                  </a:lnTo>
                  <a:lnTo>
                    <a:pt x="267" y="149"/>
                  </a:lnTo>
                  <a:lnTo>
                    <a:pt x="262" y="147"/>
                  </a:lnTo>
                  <a:lnTo>
                    <a:pt x="260" y="147"/>
                  </a:lnTo>
                  <a:lnTo>
                    <a:pt x="260" y="142"/>
                  </a:lnTo>
                  <a:lnTo>
                    <a:pt x="262" y="138"/>
                  </a:lnTo>
                  <a:lnTo>
                    <a:pt x="265" y="135"/>
                  </a:lnTo>
                  <a:lnTo>
                    <a:pt x="262" y="126"/>
                  </a:lnTo>
                  <a:lnTo>
                    <a:pt x="276" y="126"/>
                  </a:lnTo>
                  <a:lnTo>
                    <a:pt x="279" y="128"/>
                  </a:lnTo>
                  <a:lnTo>
                    <a:pt x="281" y="126"/>
                  </a:lnTo>
                  <a:lnTo>
                    <a:pt x="286" y="126"/>
                  </a:lnTo>
                  <a:lnTo>
                    <a:pt x="288" y="123"/>
                  </a:lnTo>
                  <a:lnTo>
                    <a:pt x="288" y="119"/>
                  </a:lnTo>
                  <a:lnTo>
                    <a:pt x="291" y="114"/>
                  </a:lnTo>
                  <a:lnTo>
                    <a:pt x="291" y="100"/>
                  </a:lnTo>
                  <a:lnTo>
                    <a:pt x="288" y="97"/>
                  </a:lnTo>
                  <a:lnTo>
                    <a:pt x="288" y="93"/>
                  </a:lnTo>
                  <a:lnTo>
                    <a:pt x="286" y="88"/>
                  </a:lnTo>
                  <a:lnTo>
                    <a:pt x="286" y="83"/>
                  </a:lnTo>
                  <a:lnTo>
                    <a:pt x="288" y="78"/>
                  </a:lnTo>
                  <a:lnTo>
                    <a:pt x="291" y="76"/>
                  </a:lnTo>
                  <a:lnTo>
                    <a:pt x="288" y="71"/>
                  </a:lnTo>
                  <a:lnTo>
                    <a:pt x="286" y="67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16" name="South Africa" descr="© INSCALE GmbH, 05.05.2010&#10;http://www.presentationload.com/">
              <a:extLst>
                <a:ext uri="{FF2B5EF4-FFF2-40B4-BE49-F238E27FC236}">
                  <a16:creationId xmlns:a16="http://schemas.microsoft.com/office/drawing/2014/main" id="{EFD71688-D891-48AF-8E13-340B533D3F33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4114540" y="3588987"/>
              <a:ext cx="374801" cy="335240"/>
            </a:xfrm>
            <a:custGeom>
              <a:avLst/>
              <a:gdLst>
                <a:gd name="T0" fmla="*/ 2147483647 w 1134"/>
                <a:gd name="T1" fmla="*/ 2147483647 h 1020"/>
                <a:gd name="T2" fmla="*/ 2147483647 w 1134"/>
                <a:gd name="T3" fmla="*/ 2147483647 h 1020"/>
                <a:gd name="T4" fmla="*/ 2147483647 w 1134"/>
                <a:gd name="T5" fmla="*/ 2147483647 h 1020"/>
                <a:gd name="T6" fmla="*/ 2147483647 w 1134"/>
                <a:gd name="T7" fmla="*/ 2147483647 h 1020"/>
                <a:gd name="T8" fmla="*/ 2147483647 w 1134"/>
                <a:gd name="T9" fmla="*/ 2147483647 h 1020"/>
                <a:gd name="T10" fmla="*/ 2147483647 w 1134"/>
                <a:gd name="T11" fmla="*/ 2147483647 h 1020"/>
                <a:gd name="T12" fmla="*/ 2147483647 w 1134"/>
                <a:gd name="T13" fmla="*/ 2147483647 h 1020"/>
                <a:gd name="T14" fmla="*/ 2147483647 w 1134"/>
                <a:gd name="T15" fmla="*/ 2147483647 h 1020"/>
                <a:gd name="T16" fmla="*/ 2147483647 w 1134"/>
                <a:gd name="T17" fmla="*/ 2147483647 h 1020"/>
                <a:gd name="T18" fmla="*/ 2147483647 w 1134"/>
                <a:gd name="T19" fmla="*/ 2147483647 h 1020"/>
                <a:gd name="T20" fmla="*/ 2147483647 w 1134"/>
                <a:gd name="T21" fmla="*/ 2147483647 h 1020"/>
                <a:gd name="T22" fmla="*/ 2147483647 w 1134"/>
                <a:gd name="T23" fmla="*/ 2147483647 h 1020"/>
                <a:gd name="T24" fmla="*/ 2147483647 w 1134"/>
                <a:gd name="T25" fmla="*/ 2147483647 h 1020"/>
                <a:gd name="T26" fmla="*/ 2147483647 w 1134"/>
                <a:gd name="T27" fmla="*/ 2147483647 h 1020"/>
                <a:gd name="T28" fmla="*/ 2147483647 w 1134"/>
                <a:gd name="T29" fmla="*/ 2147483647 h 1020"/>
                <a:gd name="T30" fmla="*/ 2147483647 w 1134"/>
                <a:gd name="T31" fmla="*/ 2147483647 h 1020"/>
                <a:gd name="T32" fmla="*/ 2147483647 w 1134"/>
                <a:gd name="T33" fmla="*/ 2147483647 h 1020"/>
                <a:gd name="T34" fmla="*/ 2147483647 w 1134"/>
                <a:gd name="T35" fmla="*/ 2147483647 h 1020"/>
                <a:gd name="T36" fmla="*/ 2147483647 w 1134"/>
                <a:gd name="T37" fmla="*/ 2147483647 h 1020"/>
                <a:gd name="T38" fmla="*/ 2147483647 w 1134"/>
                <a:gd name="T39" fmla="*/ 2147483647 h 1020"/>
                <a:gd name="T40" fmla="*/ 2147483647 w 1134"/>
                <a:gd name="T41" fmla="*/ 2147483647 h 1020"/>
                <a:gd name="T42" fmla="*/ 2147483647 w 1134"/>
                <a:gd name="T43" fmla="*/ 2147483647 h 1020"/>
                <a:gd name="T44" fmla="*/ 2147483647 w 1134"/>
                <a:gd name="T45" fmla="*/ 2147483647 h 1020"/>
                <a:gd name="T46" fmla="*/ 2147483647 w 1134"/>
                <a:gd name="T47" fmla="*/ 2147483647 h 1020"/>
                <a:gd name="T48" fmla="*/ 2147483647 w 1134"/>
                <a:gd name="T49" fmla="*/ 2147483647 h 1020"/>
                <a:gd name="T50" fmla="*/ 2147483647 w 1134"/>
                <a:gd name="T51" fmla="*/ 2147483647 h 1020"/>
                <a:gd name="T52" fmla="*/ 2147483647 w 1134"/>
                <a:gd name="T53" fmla="*/ 2147483647 h 1020"/>
                <a:gd name="T54" fmla="*/ 2147483647 w 1134"/>
                <a:gd name="T55" fmla="*/ 2147483647 h 1020"/>
                <a:gd name="T56" fmla="*/ 2147483647 w 1134"/>
                <a:gd name="T57" fmla="*/ 2147483647 h 1020"/>
                <a:gd name="T58" fmla="*/ 2147483647 w 1134"/>
                <a:gd name="T59" fmla="*/ 2147483647 h 1020"/>
                <a:gd name="T60" fmla="*/ 2147483647 w 1134"/>
                <a:gd name="T61" fmla="*/ 2147483647 h 1020"/>
                <a:gd name="T62" fmla="*/ 0 w 1134"/>
                <a:gd name="T63" fmla="*/ 2147483647 h 1020"/>
                <a:gd name="T64" fmla="*/ 2147483647 w 1134"/>
                <a:gd name="T65" fmla="*/ 2147483647 h 1020"/>
                <a:gd name="T66" fmla="*/ 2147483647 w 1134"/>
                <a:gd name="T67" fmla="*/ 2147483647 h 1020"/>
                <a:gd name="T68" fmla="*/ 2147483647 w 1134"/>
                <a:gd name="T69" fmla="*/ 2147483647 h 1020"/>
                <a:gd name="T70" fmla="*/ 2147483647 w 1134"/>
                <a:gd name="T71" fmla="*/ 2147483647 h 1020"/>
                <a:gd name="T72" fmla="*/ 2147483647 w 1134"/>
                <a:gd name="T73" fmla="*/ 2147483647 h 1020"/>
                <a:gd name="T74" fmla="*/ 2147483647 w 1134"/>
                <a:gd name="T75" fmla="*/ 2147483647 h 1020"/>
                <a:gd name="T76" fmla="*/ 2147483647 w 1134"/>
                <a:gd name="T77" fmla="*/ 2147483647 h 1020"/>
                <a:gd name="T78" fmla="*/ 2147483647 w 1134"/>
                <a:gd name="T79" fmla="*/ 2147483647 h 1020"/>
                <a:gd name="T80" fmla="*/ 2147483647 w 1134"/>
                <a:gd name="T81" fmla="*/ 2147483647 h 1020"/>
                <a:gd name="T82" fmla="*/ 2147483647 w 1134"/>
                <a:gd name="T83" fmla="*/ 2147483647 h 1020"/>
                <a:gd name="T84" fmla="*/ 2147483647 w 1134"/>
                <a:gd name="T85" fmla="*/ 2147483647 h 1020"/>
                <a:gd name="T86" fmla="*/ 2147483647 w 1134"/>
                <a:gd name="T87" fmla="*/ 2147483647 h 1020"/>
                <a:gd name="T88" fmla="*/ 2147483647 w 1134"/>
                <a:gd name="T89" fmla="*/ 2147483647 h 1020"/>
                <a:gd name="T90" fmla="*/ 2147483647 w 1134"/>
                <a:gd name="T91" fmla="*/ 2147483647 h 1020"/>
                <a:gd name="T92" fmla="*/ 2147483647 w 1134"/>
                <a:gd name="T93" fmla="*/ 2147483647 h 1020"/>
                <a:gd name="T94" fmla="*/ 2147483647 w 1134"/>
                <a:gd name="T95" fmla="*/ 2147483647 h 1020"/>
                <a:gd name="T96" fmla="*/ 2147483647 w 1134"/>
                <a:gd name="T97" fmla="*/ 2147483647 h 1020"/>
                <a:gd name="T98" fmla="*/ 2147483647 w 1134"/>
                <a:gd name="T99" fmla="*/ 2147483647 h 1020"/>
                <a:gd name="T100" fmla="*/ 2147483647 w 1134"/>
                <a:gd name="T101" fmla="*/ 2147483647 h 1020"/>
                <a:gd name="T102" fmla="*/ 2147483647 w 1134"/>
                <a:gd name="T103" fmla="*/ 2147483647 h 1020"/>
                <a:gd name="T104" fmla="*/ 2147483647 w 1134"/>
                <a:gd name="T105" fmla="*/ 2147483647 h 1020"/>
                <a:gd name="T106" fmla="*/ 2147483647 w 1134"/>
                <a:gd name="T107" fmla="*/ 2147483647 h 1020"/>
                <a:gd name="T108" fmla="*/ 2147483647 w 1134"/>
                <a:gd name="T109" fmla="*/ 2147483647 h 1020"/>
                <a:gd name="T110" fmla="*/ 2147483647 w 1134"/>
                <a:gd name="T111" fmla="*/ 2147483647 h 1020"/>
                <a:gd name="T112" fmla="*/ 2147483647 w 1134"/>
                <a:gd name="T113" fmla="*/ 2147483647 h 1020"/>
                <a:gd name="T114" fmla="*/ 2147483647 w 1134"/>
                <a:gd name="T115" fmla="*/ 2147483647 h 1020"/>
                <a:gd name="T116" fmla="*/ 2147483647 w 1134"/>
                <a:gd name="T117" fmla="*/ 2147483647 h 1020"/>
                <a:gd name="T118" fmla="*/ 2147483647 w 1134"/>
                <a:gd name="T119" fmla="*/ 2147483647 h 1020"/>
                <a:gd name="T120" fmla="*/ 2147483647 w 1134"/>
                <a:gd name="T121" fmla="*/ 2147483647 h 1020"/>
                <a:gd name="T122" fmla="*/ 2147483647 w 1134"/>
                <a:gd name="T123" fmla="*/ 2147483647 h 1020"/>
                <a:gd name="T124" fmla="*/ 2147483647 w 1134"/>
                <a:gd name="T125" fmla="*/ 2147483647 h 102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134"/>
                <a:gd name="T190" fmla="*/ 0 h 1020"/>
                <a:gd name="T191" fmla="*/ 1134 w 1134"/>
                <a:gd name="T192" fmla="*/ 1020 h 102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134" h="1020">
                  <a:moveTo>
                    <a:pt x="1116" y="372"/>
                  </a:moveTo>
                  <a:lnTo>
                    <a:pt x="1098" y="372"/>
                  </a:lnTo>
                  <a:lnTo>
                    <a:pt x="1092" y="378"/>
                  </a:lnTo>
                  <a:lnTo>
                    <a:pt x="1086" y="378"/>
                  </a:lnTo>
                  <a:lnTo>
                    <a:pt x="1074" y="420"/>
                  </a:lnTo>
                  <a:lnTo>
                    <a:pt x="1062" y="420"/>
                  </a:lnTo>
                  <a:lnTo>
                    <a:pt x="1050" y="414"/>
                  </a:lnTo>
                  <a:lnTo>
                    <a:pt x="1032" y="414"/>
                  </a:lnTo>
                  <a:lnTo>
                    <a:pt x="1020" y="402"/>
                  </a:lnTo>
                  <a:lnTo>
                    <a:pt x="1008" y="396"/>
                  </a:lnTo>
                  <a:lnTo>
                    <a:pt x="996" y="372"/>
                  </a:lnTo>
                  <a:lnTo>
                    <a:pt x="996" y="348"/>
                  </a:lnTo>
                  <a:lnTo>
                    <a:pt x="1002" y="336"/>
                  </a:lnTo>
                  <a:lnTo>
                    <a:pt x="1014" y="324"/>
                  </a:lnTo>
                  <a:lnTo>
                    <a:pt x="1014" y="312"/>
                  </a:lnTo>
                  <a:lnTo>
                    <a:pt x="1020" y="300"/>
                  </a:lnTo>
                  <a:lnTo>
                    <a:pt x="1032" y="288"/>
                  </a:lnTo>
                  <a:lnTo>
                    <a:pt x="1038" y="288"/>
                  </a:lnTo>
                  <a:lnTo>
                    <a:pt x="1050" y="294"/>
                  </a:lnTo>
                  <a:lnTo>
                    <a:pt x="1062" y="306"/>
                  </a:lnTo>
                  <a:lnTo>
                    <a:pt x="1086" y="270"/>
                  </a:lnTo>
                  <a:lnTo>
                    <a:pt x="1086" y="180"/>
                  </a:lnTo>
                  <a:lnTo>
                    <a:pt x="1056" y="120"/>
                  </a:lnTo>
                  <a:lnTo>
                    <a:pt x="1056" y="102"/>
                  </a:lnTo>
                  <a:lnTo>
                    <a:pt x="1050" y="90"/>
                  </a:lnTo>
                  <a:lnTo>
                    <a:pt x="1050" y="72"/>
                  </a:lnTo>
                  <a:lnTo>
                    <a:pt x="1044" y="54"/>
                  </a:lnTo>
                  <a:lnTo>
                    <a:pt x="1044" y="24"/>
                  </a:lnTo>
                  <a:lnTo>
                    <a:pt x="1026" y="12"/>
                  </a:lnTo>
                  <a:lnTo>
                    <a:pt x="966" y="12"/>
                  </a:lnTo>
                  <a:lnTo>
                    <a:pt x="954" y="6"/>
                  </a:lnTo>
                  <a:lnTo>
                    <a:pt x="948" y="6"/>
                  </a:lnTo>
                  <a:lnTo>
                    <a:pt x="936" y="0"/>
                  </a:lnTo>
                  <a:lnTo>
                    <a:pt x="876" y="0"/>
                  </a:lnTo>
                  <a:lnTo>
                    <a:pt x="864" y="24"/>
                  </a:lnTo>
                  <a:lnTo>
                    <a:pt x="852" y="24"/>
                  </a:lnTo>
                  <a:lnTo>
                    <a:pt x="840" y="30"/>
                  </a:lnTo>
                  <a:lnTo>
                    <a:pt x="828" y="30"/>
                  </a:lnTo>
                  <a:lnTo>
                    <a:pt x="822" y="36"/>
                  </a:lnTo>
                  <a:lnTo>
                    <a:pt x="810" y="60"/>
                  </a:lnTo>
                  <a:lnTo>
                    <a:pt x="768" y="102"/>
                  </a:lnTo>
                  <a:lnTo>
                    <a:pt x="756" y="108"/>
                  </a:lnTo>
                  <a:lnTo>
                    <a:pt x="750" y="108"/>
                  </a:lnTo>
                  <a:lnTo>
                    <a:pt x="738" y="114"/>
                  </a:lnTo>
                  <a:lnTo>
                    <a:pt x="726" y="138"/>
                  </a:lnTo>
                  <a:lnTo>
                    <a:pt x="726" y="174"/>
                  </a:lnTo>
                  <a:lnTo>
                    <a:pt x="714" y="180"/>
                  </a:lnTo>
                  <a:lnTo>
                    <a:pt x="708" y="192"/>
                  </a:lnTo>
                  <a:lnTo>
                    <a:pt x="702" y="198"/>
                  </a:lnTo>
                  <a:lnTo>
                    <a:pt x="690" y="204"/>
                  </a:lnTo>
                  <a:lnTo>
                    <a:pt x="672" y="210"/>
                  </a:lnTo>
                  <a:lnTo>
                    <a:pt x="654" y="228"/>
                  </a:lnTo>
                  <a:lnTo>
                    <a:pt x="654" y="240"/>
                  </a:lnTo>
                  <a:lnTo>
                    <a:pt x="648" y="252"/>
                  </a:lnTo>
                  <a:lnTo>
                    <a:pt x="642" y="270"/>
                  </a:lnTo>
                  <a:lnTo>
                    <a:pt x="636" y="282"/>
                  </a:lnTo>
                  <a:lnTo>
                    <a:pt x="630" y="288"/>
                  </a:lnTo>
                  <a:lnTo>
                    <a:pt x="618" y="294"/>
                  </a:lnTo>
                  <a:lnTo>
                    <a:pt x="606" y="294"/>
                  </a:lnTo>
                  <a:lnTo>
                    <a:pt x="600" y="288"/>
                  </a:lnTo>
                  <a:lnTo>
                    <a:pt x="594" y="294"/>
                  </a:lnTo>
                  <a:lnTo>
                    <a:pt x="582" y="300"/>
                  </a:lnTo>
                  <a:lnTo>
                    <a:pt x="570" y="300"/>
                  </a:lnTo>
                  <a:lnTo>
                    <a:pt x="564" y="294"/>
                  </a:lnTo>
                  <a:lnTo>
                    <a:pt x="552" y="288"/>
                  </a:lnTo>
                  <a:lnTo>
                    <a:pt x="546" y="282"/>
                  </a:lnTo>
                  <a:lnTo>
                    <a:pt x="516" y="282"/>
                  </a:lnTo>
                  <a:lnTo>
                    <a:pt x="504" y="270"/>
                  </a:lnTo>
                  <a:lnTo>
                    <a:pt x="492" y="264"/>
                  </a:lnTo>
                  <a:lnTo>
                    <a:pt x="486" y="258"/>
                  </a:lnTo>
                  <a:lnTo>
                    <a:pt x="474" y="252"/>
                  </a:lnTo>
                  <a:lnTo>
                    <a:pt x="462" y="252"/>
                  </a:lnTo>
                  <a:lnTo>
                    <a:pt x="450" y="258"/>
                  </a:lnTo>
                  <a:lnTo>
                    <a:pt x="444" y="264"/>
                  </a:lnTo>
                  <a:lnTo>
                    <a:pt x="438" y="276"/>
                  </a:lnTo>
                  <a:lnTo>
                    <a:pt x="438" y="288"/>
                  </a:lnTo>
                  <a:lnTo>
                    <a:pt x="432" y="300"/>
                  </a:lnTo>
                  <a:lnTo>
                    <a:pt x="432" y="324"/>
                  </a:lnTo>
                  <a:lnTo>
                    <a:pt x="420" y="324"/>
                  </a:lnTo>
                  <a:lnTo>
                    <a:pt x="414" y="330"/>
                  </a:lnTo>
                  <a:lnTo>
                    <a:pt x="408" y="330"/>
                  </a:lnTo>
                  <a:lnTo>
                    <a:pt x="402" y="336"/>
                  </a:lnTo>
                  <a:lnTo>
                    <a:pt x="396" y="348"/>
                  </a:lnTo>
                  <a:lnTo>
                    <a:pt x="390" y="354"/>
                  </a:lnTo>
                  <a:lnTo>
                    <a:pt x="390" y="360"/>
                  </a:lnTo>
                  <a:lnTo>
                    <a:pt x="366" y="360"/>
                  </a:lnTo>
                  <a:lnTo>
                    <a:pt x="366" y="378"/>
                  </a:lnTo>
                  <a:lnTo>
                    <a:pt x="288" y="378"/>
                  </a:lnTo>
                  <a:lnTo>
                    <a:pt x="288" y="348"/>
                  </a:lnTo>
                  <a:lnTo>
                    <a:pt x="294" y="336"/>
                  </a:lnTo>
                  <a:lnTo>
                    <a:pt x="294" y="330"/>
                  </a:lnTo>
                  <a:lnTo>
                    <a:pt x="300" y="318"/>
                  </a:lnTo>
                  <a:lnTo>
                    <a:pt x="300" y="294"/>
                  </a:lnTo>
                  <a:lnTo>
                    <a:pt x="294" y="288"/>
                  </a:lnTo>
                  <a:lnTo>
                    <a:pt x="294" y="270"/>
                  </a:lnTo>
                  <a:lnTo>
                    <a:pt x="288" y="258"/>
                  </a:lnTo>
                  <a:lnTo>
                    <a:pt x="282" y="240"/>
                  </a:lnTo>
                  <a:lnTo>
                    <a:pt x="276" y="234"/>
                  </a:lnTo>
                  <a:lnTo>
                    <a:pt x="264" y="228"/>
                  </a:lnTo>
                  <a:lnTo>
                    <a:pt x="258" y="222"/>
                  </a:lnTo>
                  <a:lnTo>
                    <a:pt x="246" y="216"/>
                  </a:lnTo>
                  <a:lnTo>
                    <a:pt x="240" y="510"/>
                  </a:lnTo>
                  <a:lnTo>
                    <a:pt x="222" y="510"/>
                  </a:lnTo>
                  <a:lnTo>
                    <a:pt x="210" y="516"/>
                  </a:lnTo>
                  <a:lnTo>
                    <a:pt x="204" y="522"/>
                  </a:lnTo>
                  <a:lnTo>
                    <a:pt x="204" y="528"/>
                  </a:lnTo>
                  <a:lnTo>
                    <a:pt x="192" y="528"/>
                  </a:lnTo>
                  <a:lnTo>
                    <a:pt x="192" y="552"/>
                  </a:lnTo>
                  <a:lnTo>
                    <a:pt x="168" y="552"/>
                  </a:lnTo>
                  <a:lnTo>
                    <a:pt x="156" y="540"/>
                  </a:lnTo>
                  <a:lnTo>
                    <a:pt x="144" y="540"/>
                  </a:lnTo>
                  <a:lnTo>
                    <a:pt x="132" y="552"/>
                  </a:lnTo>
                  <a:lnTo>
                    <a:pt x="108" y="552"/>
                  </a:lnTo>
                  <a:lnTo>
                    <a:pt x="102" y="546"/>
                  </a:lnTo>
                  <a:lnTo>
                    <a:pt x="102" y="540"/>
                  </a:lnTo>
                  <a:lnTo>
                    <a:pt x="96" y="534"/>
                  </a:lnTo>
                  <a:lnTo>
                    <a:pt x="72" y="534"/>
                  </a:lnTo>
                  <a:lnTo>
                    <a:pt x="66" y="528"/>
                  </a:lnTo>
                  <a:lnTo>
                    <a:pt x="60" y="516"/>
                  </a:lnTo>
                  <a:lnTo>
                    <a:pt x="60" y="492"/>
                  </a:lnTo>
                  <a:lnTo>
                    <a:pt x="42" y="474"/>
                  </a:lnTo>
                  <a:lnTo>
                    <a:pt x="36" y="474"/>
                  </a:lnTo>
                  <a:lnTo>
                    <a:pt x="30" y="480"/>
                  </a:lnTo>
                  <a:lnTo>
                    <a:pt x="30" y="486"/>
                  </a:lnTo>
                  <a:lnTo>
                    <a:pt x="24" y="498"/>
                  </a:lnTo>
                  <a:lnTo>
                    <a:pt x="18" y="504"/>
                  </a:lnTo>
                  <a:lnTo>
                    <a:pt x="18" y="510"/>
                  </a:lnTo>
                  <a:lnTo>
                    <a:pt x="0" y="522"/>
                  </a:lnTo>
                  <a:lnTo>
                    <a:pt x="0" y="516"/>
                  </a:lnTo>
                  <a:lnTo>
                    <a:pt x="0" y="528"/>
                  </a:lnTo>
                  <a:lnTo>
                    <a:pt x="6" y="540"/>
                  </a:lnTo>
                  <a:lnTo>
                    <a:pt x="6" y="552"/>
                  </a:lnTo>
                  <a:lnTo>
                    <a:pt x="36" y="582"/>
                  </a:lnTo>
                  <a:lnTo>
                    <a:pt x="42" y="600"/>
                  </a:lnTo>
                  <a:lnTo>
                    <a:pt x="42" y="648"/>
                  </a:lnTo>
                  <a:lnTo>
                    <a:pt x="48" y="672"/>
                  </a:lnTo>
                  <a:lnTo>
                    <a:pt x="54" y="690"/>
                  </a:lnTo>
                  <a:lnTo>
                    <a:pt x="72" y="714"/>
                  </a:lnTo>
                  <a:lnTo>
                    <a:pt x="96" y="738"/>
                  </a:lnTo>
                  <a:lnTo>
                    <a:pt x="114" y="762"/>
                  </a:lnTo>
                  <a:lnTo>
                    <a:pt x="120" y="786"/>
                  </a:lnTo>
                  <a:lnTo>
                    <a:pt x="120" y="834"/>
                  </a:lnTo>
                  <a:lnTo>
                    <a:pt x="114" y="846"/>
                  </a:lnTo>
                  <a:lnTo>
                    <a:pt x="114" y="852"/>
                  </a:lnTo>
                  <a:lnTo>
                    <a:pt x="90" y="852"/>
                  </a:lnTo>
                  <a:lnTo>
                    <a:pt x="90" y="876"/>
                  </a:lnTo>
                  <a:lnTo>
                    <a:pt x="96" y="888"/>
                  </a:lnTo>
                  <a:lnTo>
                    <a:pt x="108" y="906"/>
                  </a:lnTo>
                  <a:lnTo>
                    <a:pt x="114" y="918"/>
                  </a:lnTo>
                  <a:lnTo>
                    <a:pt x="114" y="960"/>
                  </a:lnTo>
                  <a:lnTo>
                    <a:pt x="120" y="972"/>
                  </a:lnTo>
                  <a:lnTo>
                    <a:pt x="120" y="978"/>
                  </a:lnTo>
                  <a:lnTo>
                    <a:pt x="126" y="978"/>
                  </a:lnTo>
                  <a:lnTo>
                    <a:pt x="126" y="972"/>
                  </a:lnTo>
                  <a:lnTo>
                    <a:pt x="132" y="966"/>
                  </a:lnTo>
                  <a:lnTo>
                    <a:pt x="144" y="966"/>
                  </a:lnTo>
                  <a:lnTo>
                    <a:pt x="150" y="972"/>
                  </a:lnTo>
                  <a:lnTo>
                    <a:pt x="180" y="984"/>
                  </a:lnTo>
                  <a:lnTo>
                    <a:pt x="180" y="996"/>
                  </a:lnTo>
                  <a:lnTo>
                    <a:pt x="204" y="1020"/>
                  </a:lnTo>
                  <a:lnTo>
                    <a:pt x="216" y="1020"/>
                  </a:lnTo>
                  <a:lnTo>
                    <a:pt x="240" y="1008"/>
                  </a:lnTo>
                  <a:lnTo>
                    <a:pt x="246" y="996"/>
                  </a:lnTo>
                  <a:lnTo>
                    <a:pt x="252" y="990"/>
                  </a:lnTo>
                  <a:lnTo>
                    <a:pt x="264" y="984"/>
                  </a:lnTo>
                  <a:lnTo>
                    <a:pt x="294" y="984"/>
                  </a:lnTo>
                  <a:lnTo>
                    <a:pt x="306" y="990"/>
                  </a:lnTo>
                  <a:lnTo>
                    <a:pt x="354" y="990"/>
                  </a:lnTo>
                  <a:lnTo>
                    <a:pt x="354" y="984"/>
                  </a:lnTo>
                  <a:lnTo>
                    <a:pt x="360" y="978"/>
                  </a:lnTo>
                  <a:lnTo>
                    <a:pt x="360" y="966"/>
                  </a:lnTo>
                  <a:lnTo>
                    <a:pt x="366" y="960"/>
                  </a:lnTo>
                  <a:lnTo>
                    <a:pt x="378" y="954"/>
                  </a:lnTo>
                  <a:lnTo>
                    <a:pt x="408" y="954"/>
                  </a:lnTo>
                  <a:lnTo>
                    <a:pt x="420" y="960"/>
                  </a:lnTo>
                  <a:lnTo>
                    <a:pt x="432" y="960"/>
                  </a:lnTo>
                  <a:lnTo>
                    <a:pt x="438" y="966"/>
                  </a:lnTo>
                  <a:lnTo>
                    <a:pt x="444" y="960"/>
                  </a:lnTo>
                  <a:lnTo>
                    <a:pt x="456" y="960"/>
                  </a:lnTo>
                  <a:lnTo>
                    <a:pt x="468" y="954"/>
                  </a:lnTo>
                  <a:lnTo>
                    <a:pt x="504" y="954"/>
                  </a:lnTo>
                  <a:lnTo>
                    <a:pt x="522" y="960"/>
                  </a:lnTo>
                  <a:lnTo>
                    <a:pt x="534" y="966"/>
                  </a:lnTo>
                  <a:lnTo>
                    <a:pt x="552" y="966"/>
                  </a:lnTo>
                  <a:lnTo>
                    <a:pt x="558" y="960"/>
                  </a:lnTo>
                  <a:lnTo>
                    <a:pt x="570" y="954"/>
                  </a:lnTo>
                  <a:lnTo>
                    <a:pt x="606" y="954"/>
                  </a:lnTo>
                  <a:lnTo>
                    <a:pt x="618" y="948"/>
                  </a:lnTo>
                  <a:lnTo>
                    <a:pt x="624" y="942"/>
                  </a:lnTo>
                  <a:lnTo>
                    <a:pt x="636" y="936"/>
                  </a:lnTo>
                  <a:lnTo>
                    <a:pt x="684" y="936"/>
                  </a:lnTo>
                  <a:lnTo>
                    <a:pt x="708" y="924"/>
                  </a:lnTo>
                  <a:lnTo>
                    <a:pt x="720" y="912"/>
                  </a:lnTo>
                  <a:lnTo>
                    <a:pt x="738" y="900"/>
                  </a:lnTo>
                  <a:lnTo>
                    <a:pt x="774" y="864"/>
                  </a:lnTo>
                  <a:lnTo>
                    <a:pt x="786" y="858"/>
                  </a:lnTo>
                  <a:lnTo>
                    <a:pt x="804" y="846"/>
                  </a:lnTo>
                  <a:lnTo>
                    <a:pt x="900" y="750"/>
                  </a:lnTo>
                  <a:lnTo>
                    <a:pt x="918" y="750"/>
                  </a:lnTo>
                  <a:lnTo>
                    <a:pt x="924" y="744"/>
                  </a:lnTo>
                  <a:lnTo>
                    <a:pt x="960" y="696"/>
                  </a:lnTo>
                  <a:lnTo>
                    <a:pt x="972" y="672"/>
                  </a:lnTo>
                  <a:lnTo>
                    <a:pt x="984" y="654"/>
                  </a:lnTo>
                  <a:lnTo>
                    <a:pt x="990" y="642"/>
                  </a:lnTo>
                  <a:lnTo>
                    <a:pt x="1002" y="606"/>
                  </a:lnTo>
                  <a:lnTo>
                    <a:pt x="1014" y="588"/>
                  </a:lnTo>
                  <a:lnTo>
                    <a:pt x="1020" y="576"/>
                  </a:lnTo>
                  <a:lnTo>
                    <a:pt x="1026" y="570"/>
                  </a:lnTo>
                  <a:lnTo>
                    <a:pt x="1038" y="564"/>
                  </a:lnTo>
                  <a:lnTo>
                    <a:pt x="1050" y="552"/>
                  </a:lnTo>
                  <a:lnTo>
                    <a:pt x="1068" y="546"/>
                  </a:lnTo>
                  <a:lnTo>
                    <a:pt x="1086" y="534"/>
                  </a:lnTo>
                  <a:lnTo>
                    <a:pt x="1098" y="510"/>
                  </a:lnTo>
                  <a:lnTo>
                    <a:pt x="1098" y="498"/>
                  </a:lnTo>
                  <a:lnTo>
                    <a:pt x="1104" y="486"/>
                  </a:lnTo>
                  <a:lnTo>
                    <a:pt x="1110" y="468"/>
                  </a:lnTo>
                  <a:lnTo>
                    <a:pt x="1116" y="456"/>
                  </a:lnTo>
                  <a:lnTo>
                    <a:pt x="1122" y="450"/>
                  </a:lnTo>
                  <a:lnTo>
                    <a:pt x="1122" y="438"/>
                  </a:lnTo>
                  <a:lnTo>
                    <a:pt x="1128" y="432"/>
                  </a:lnTo>
                  <a:lnTo>
                    <a:pt x="1128" y="414"/>
                  </a:lnTo>
                  <a:lnTo>
                    <a:pt x="1134" y="396"/>
                  </a:lnTo>
                  <a:lnTo>
                    <a:pt x="1128" y="384"/>
                  </a:lnTo>
                  <a:lnTo>
                    <a:pt x="1116" y="372"/>
                  </a:lnTo>
                  <a:close/>
                  <a:moveTo>
                    <a:pt x="870" y="624"/>
                  </a:moveTo>
                  <a:lnTo>
                    <a:pt x="858" y="630"/>
                  </a:lnTo>
                  <a:lnTo>
                    <a:pt x="852" y="636"/>
                  </a:lnTo>
                  <a:lnTo>
                    <a:pt x="840" y="642"/>
                  </a:lnTo>
                  <a:lnTo>
                    <a:pt x="822" y="642"/>
                  </a:lnTo>
                  <a:lnTo>
                    <a:pt x="810" y="648"/>
                  </a:lnTo>
                  <a:lnTo>
                    <a:pt x="804" y="654"/>
                  </a:lnTo>
                  <a:lnTo>
                    <a:pt x="798" y="666"/>
                  </a:lnTo>
                  <a:lnTo>
                    <a:pt x="792" y="672"/>
                  </a:lnTo>
                  <a:lnTo>
                    <a:pt x="792" y="684"/>
                  </a:lnTo>
                  <a:lnTo>
                    <a:pt x="774" y="684"/>
                  </a:lnTo>
                  <a:lnTo>
                    <a:pt x="744" y="654"/>
                  </a:lnTo>
                  <a:lnTo>
                    <a:pt x="744" y="636"/>
                  </a:lnTo>
                  <a:lnTo>
                    <a:pt x="720" y="600"/>
                  </a:lnTo>
                  <a:lnTo>
                    <a:pt x="744" y="600"/>
                  </a:lnTo>
                  <a:lnTo>
                    <a:pt x="750" y="582"/>
                  </a:lnTo>
                  <a:lnTo>
                    <a:pt x="768" y="564"/>
                  </a:lnTo>
                  <a:lnTo>
                    <a:pt x="768" y="546"/>
                  </a:lnTo>
                  <a:lnTo>
                    <a:pt x="774" y="540"/>
                  </a:lnTo>
                  <a:lnTo>
                    <a:pt x="798" y="540"/>
                  </a:lnTo>
                  <a:lnTo>
                    <a:pt x="798" y="528"/>
                  </a:lnTo>
                  <a:lnTo>
                    <a:pt x="810" y="522"/>
                  </a:lnTo>
                  <a:lnTo>
                    <a:pt x="846" y="522"/>
                  </a:lnTo>
                  <a:lnTo>
                    <a:pt x="852" y="528"/>
                  </a:lnTo>
                  <a:lnTo>
                    <a:pt x="858" y="540"/>
                  </a:lnTo>
                  <a:lnTo>
                    <a:pt x="864" y="546"/>
                  </a:lnTo>
                  <a:lnTo>
                    <a:pt x="870" y="558"/>
                  </a:lnTo>
                  <a:lnTo>
                    <a:pt x="882" y="564"/>
                  </a:lnTo>
                  <a:lnTo>
                    <a:pt x="888" y="588"/>
                  </a:lnTo>
                  <a:lnTo>
                    <a:pt x="864" y="606"/>
                  </a:lnTo>
                  <a:lnTo>
                    <a:pt x="870" y="62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17" name="Somalia" descr="© INSCALE GmbH, 05.05.2010&#10;http://www.presentationload.com/">
              <a:extLst>
                <a:ext uri="{FF2B5EF4-FFF2-40B4-BE49-F238E27FC236}">
                  <a16:creationId xmlns:a16="http://schemas.microsoft.com/office/drawing/2014/main" id="{6621ECEC-4A42-45FB-BA3C-B81061666BF9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697423" y="2683461"/>
              <a:ext cx="236512" cy="363497"/>
            </a:xfrm>
            <a:custGeom>
              <a:avLst/>
              <a:gdLst>
                <a:gd name="T0" fmla="*/ 2147483647 w 714"/>
                <a:gd name="T1" fmla="*/ 2147483647 h 1104"/>
                <a:gd name="T2" fmla="*/ 2147483647 w 714"/>
                <a:gd name="T3" fmla="*/ 2147483647 h 1104"/>
                <a:gd name="T4" fmla="*/ 2147483647 w 714"/>
                <a:gd name="T5" fmla="*/ 2147483647 h 1104"/>
                <a:gd name="T6" fmla="*/ 2147483647 w 714"/>
                <a:gd name="T7" fmla="*/ 2147483647 h 1104"/>
                <a:gd name="T8" fmla="*/ 2147483647 w 714"/>
                <a:gd name="T9" fmla="*/ 2147483647 h 1104"/>
                <a:gd name="T10" fmla="*/ 2147483647 w 714"/>
                <a:gd name="T11" fmla="*/ 2147483647 h 1104"/>
                <a:gd name="T12" fmla="*/ 2147483647 w 714"/>
                <a:gd name="T13" fmla="*/ 2147483647 h 1104"/>
                <a:gd name="T14" fmla="*/ 2147483647 w 714"/>
                <a:gd name="T15" fmla="*/ 2147483647 h 1104"/>
                <a:gd name="T16" fmla="*/ 2147483647 w 714"/>
                <a:gd name="T17" fmla="*/ 2147483647 h 1104"/>
                <a:gd name="T18" fmla="*/ 2147483647 w 714"/>
                <a:gd name="T19" fmla="*/ 2147483647 h 1104"/>
                <a:gd name="T20" fmla="*/ 2147483647 w 714"/>
                <a:gd name="T21" fmla="*/ 2147483647 h 1104"/>
                <a:gd name="T22" fmla="*/ 2147483647 w 714"/>
                <a:gd name="T23" fmla="*/ 2147483647 h 1104"/>
                <a:gd name="T24" fmla="*/ 0 w 714"/>
                <a:gd name="T25" fmla="*/ 2147483647 h 1104"/>
                <a:gd name="T26" fmla="*/ 2147483647 w 714"/>
                <a:gd name="T27" fmla="*/ 2147483647 h 1104"/>
                <a:gd name="T28" fmla="*/ 2147483647 w 714"/>
                <a:gd name="T29" fmla="*/ 2147483647 h 1104"/>
                <a:gd name="T30" fmla="*/ 2147483647 w 714"/>
                <a:gd name="T31" fmla="*/ 2147483647 h 1104"/>
                <a:gd name="T32" fmla="*/ 2147483647 w 714"/>
                <a:gd name="T33" fmla="*/ 2147483647 h 1104"/>
                <a:gd name="T34" fmla="*/ 2147483647 w 714"/>
                <a:gd name="T35" fmla="*/ 2147483647 h 1104"/>
                <a:gd name="T36" fmla="*/ 2147483647 w 714"/>
                <a:gd name="T37" fmla="*/ 2147483647 h 1104"/>
                <a:gd name="T38" fmla="*/ 2147483647 w 714"/>
                <a:gd name="T39" fmla="*/ 2147483647 h 1104"/>
                <a:gd name="T40" fmla="*/ 2147483647 w 714"/>
                <a:gd name="T41" fmla="*/ 2147483647 h 1104"/>
                <a:gd name="T42" fmla="*/ 2147483647 w 714"/>
                <a:gd name="T43" fmla="*/ 2147483647 h 1104"/>
                <a:gd name="T44" fmla="*/ 2147483647 w 714"/>
                <a:gd name="T45" fmla="*/ 2147483647 h 1104"/>
                <a:gd name="T46" fmla="*/ 2147483647 w 714"/>
                <a:gd name="T47" fmla="*/ 2147483647 h 1104"/>
                <a:gd name="T48" fmla="*/ 2147483647 w 714"/>
                <a:gd name="T49" fmla="*/ 2147483647 h 1104"/>
                <a:gd name="T50" fmla="*/ 2147483647 w 714"/>
                <a:gd name="T51" fmla="*/ 2147483647 h 1104"/>
                <a:gd name="T52" fmla="*/ 2147483647 w 714"/>
                <a:gd name="T53" fmla="*/ 2147483647 h 1104"/>
                <a:gd name="T54" fmla="*/ 2147483647 w 714"/>
                <a:gd name="T55" fmla="*/ 2147483647 h 1104"/>
                <a:gd name="T56" fmla="*/ 2147483647 w 714"/>
                <a:gd name="T57" fmla="*/ 2147483647 h 1104"/>
                <a:gd name="T58" fmla="*/ 2147483647 w 714"/>
                <a:gd name="T59" fmla="*/ 2147483647 h 1104"/>
                <a:gd name="T60" fmla="*/ 2147483647 w 714"/>
                <a:gd name="T61" fmla="*/ 2147483647 h 1104"/>
                <a:gd name="T62" fmla="*/ 2147483647 w 714"/>
                <a:gd name="T63" fmla="*/ 2147483647 h 1104"/>
                <a:gd name="T64" fmla="*/ 2147483647 w 714"/>
                <a:gd name="T65" fmla="*/ 2147483647 h 1104"/>
                <a:gd name="T66" fmla="*/ 2147483647 w 714"/>
                <a:gd name="T67" fmla="*/ 2147483647 h 1104"/>
                <a:gd name="T68" fmla="*/ 2147483647 w 714"/>
                <a:gd name="T69" fmla="*/ 2147483647 h 1104"/>
                <a:gd name="T70" fmla="*/ 2147483647 w 714"/>
                <a:gd name="T71" fmla="*/ 2147483647 h 1104"/>
                <a:gd name="T72" fmla="*/ 2147483647 w 714"/>
                <a:gd name="T73" fmla="*/ 2147483647 h 1104"/>
                <a:gd name="T74" fmla="*/ 2147483647 w 714"/>
                <a:gd name="T75" fmla="*/ 2147483647 h 1104"/>
                <a:gd name="T76" fmla="*/ 2147483647 w 714"/>
                <a:gd name="T77" fmla="*/ 2147483647 h 1104"/>
                <a:gd name="T78" fmla="*/ 2147483647 w 714"/>
                <a:gd name="T79" fmla="*/ 2147483647 h 1104"/>
                <a:gd name="T80" fmla="*/ 2147483647 w 714"/>
                <a:gd name="T81" fmla="*/ 2147483647 h 1104"/>
                <a:gd name="T82" fmla="*/ 2147483647 w 714"/>
                <a:gd name="T83" fmla="*/ 2147483647 h 1104"/>
                <a:gd name="T84" fmla="*/ 2147483647 w 714"/>
                <a:gd name="T85" fmla="*/ 2147483647 h 1104"/>
                <a:gd name="T86" fmla="*/ 2147483647 w 714"/>
                <a:gd name="T87" fmla="*/ 2147483647 h 110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714"/>
                <a:gd name="T133" fmla="*/ 0 h 1104"/>
                <a:gd name="T134" fmla="*/ 714 w 714"/>
                <a:gd name="T135" fmla="*/ 1104 h 110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714" h="1104">
                  <a:moveTo>
                    <a:pt x="108" y="114"/>
                  </a:moveTo>
                  <a:lnTo>
                    <a:pt x="120" y="126"/>
                  </a:lnTo>
                  <a:lnTo>
                    <a:pt x="120" y="138"/>
                  </a:lnTo>
                  <a:lnTo>
                    <a:pt x="126" y="150"/>
                  </a:lnTo>
                  <a:lnTo>
                    <a:pt x="132" y="156"/>
                  </a:lnTo>
                  <a:lnTo>
                    <a:pt x="138" y="168"/>
                  </a:lnTo>
                  <a:lnTo>
                    <a:pt x="144" y="174"/>
                  </a:lnTo>
                  <a:lnTo>
                    <a:pt x="156" y="198"/>
                  </a:lnTo>
                  <a:lnTo>
                    <a:pt x="162" y="204"/>
                  </a:lnTo>
                  <a:lnTo>
                    <a:pt x="162" y="210"/>
                  </a:lnTo>
                  <a:lnTo>
                    <a:pt x="186" y="210"/>
                  </a:lnTo>
                  <a:lnTo>
                    <a:pt x="192" y="222"/>
                  </a:lnTo>
                  <a:lnTo>
                    <a:pt x="198" y="228"/>
                  </a:lnTo>
                  <a:lnTo>
                    <a:pt x="204" y="240"/>
                  </a:lnTo>
                  <a:lnTo>
                    <a:pt x="240" y="258"/>
                  </a:lnTo>
                  <a:lnTo>
                    <a:pt x="312" y="282"/>
                  </a:lnTo>
                  <a:lnTo>
                    <a:pt x="336" y="288"/>
                  </a:lnTo>
                  <a:lnTo>
                    <a:pt x="348" y="294"/>
                  </a:lnTo>
                  <a:lnTo>
                    <a:pt x="366" y="300"/>
                  </a:lnTo>
                  <a:lnTo>
                    <a:pt x="378" y="312"/>
                  </a:lnTo>
                  <a:lnTo>
                    <a:pt x="414" y="330"/>
                  </a:lnTo>
                  <a:lnTo>
                    <a:pt x="486" y="324"/>
                  </a:lnTo>
                  <a:lnTo>
                    <a:pt x="276" y="570"/>
                  </a:lnTo>
                  <a:lnTo>
                    <a:pt x="192" y="570"/>
                  </a:lnTo>
                  <a:lnTo>
                    <a:pt x="186" y="576"/>
                  </a:lnTo>
                  <a:lnTo>
                    <a:pt x="174" y="576"/>
                  </a:lnTo>
                  <a:lnTo>
                    <a:pt x="162" y="582"/>
                  </a:lnTo>
                  <a:lnTo>
                    <a:pt x="156" y="588"/>
                  </a:lnTo>
                  <a:lnTo>
                    <a:pt x="144" y="594"/>
                  </a:lnTo>
                  <a:lnTo>
                    <a:pt x="144" y="606"/>
                  </a:lnTo>
                  <a:lnTo>
                    <a:pt x="126" y="624"/>
                  </a:lnTo>
                  <a:lnTo>
                    <a:pt x="102" y="624"/>
                  </a:lnTo>
                  <a:lnTo>
                    <a:pt x="90" y="630"/>
                  </a:lnTo>
                  <a:lnTo>
                    <a:pt x="78" y="630"/>
                  </a:lnTo>
                  <a:lnTo>
                    <a:pt x="66" y="642"/>
                  </a:lnTo>
                  <a:lnTo>
                    <a:pt x="66" y="654"/>
                  </a:lnTo>
                  <a:lnTo>
                    <a:pt x="60" y="660"/>
                  </a:lnTo>
                  <a:lnTo>
                    <a:pt x="42" y="696"/>
                  </a:lnTo>
                  <a:lnTo>
                    <a:pt x="0" y="738"/>
                  </a:lnTo>
                  <a:lnTo>
                    <a:pt x="0" y="1038"/>
                  </a:lnTo>
                  <a:lnTo>
                    <a:pt x="42" y="1104"/>
                  </a:lnTo>
                  <a:lnTo>
                    <a:pt x="48" y="1086"/>
                  </a:lnTo>
                  <a:lnTo>
                    <a:pt x="84" y="1032"/>
                  </a:lnTo>
                  <a:lnTo>
                    <a:pt x="96" y="1008"/>
                  </a:lnTo>
                  <a:lnTo>
                    <a:pt x="114" y="996"/>
                  </a:lnTo>
                  <a:lnTo>
                    <a:pt x="144" y="966"/>
                  </a:lnTo>
                  <a:lnTo>
                    <a:pt x="150" y="954"/>
                  </a:lnTo>
                  <a:lnTo>
                    <a:pt x="162" y="936"/>
                  </a:lnTo>
                  <a:lnTo>
                    <a:pt x="192" y="906"/>
                  </a:lnTo>
                  <a:lnTo>
                    <a:pt x="216" y="876"/>
                  </a:lnTo>
                  <a:lnTo>
                    <a:pt x="246" y="846"/>
                  </a:lnTo>
                  <a:lnTo>
                    <a:pt x="264" y="840"/>
                  </a:lnTo>
                  <a:lnTo>
                    <a:pt x="276" y="828"/>
                  </a:lnTo>
                  <a:lnTo>
                    <a:pt x="294" y="816"/>
                  </a:lnTo>
                  <a:lnTo>
                    <a:pt x="318" y="804"/>
                  </a:lnTo>
                  <a:lnTo>
                    <a:pt x="336" y="786"/>
                  </a:lnTo>
                  <a:lnTo>
                    <a:pt x="372" y="756"/>
                  </a:lnTo>
                  <a:lnTo>
                    <a:pt x="420" y="708"/>
                  </a:lnTo>
                  <a:lnTo>
                    <a:pt x="438" y="684"/>
                  </a:lnTo>
                  <a:lnTo>
                    <a:pt x="462" y="654"/>
                  </a:lnTo>
                  <a:lnTo>
                    <a:pt x="492" y="618"/>
                  </a:lnTo>
                  <a:lnTo>
                    <a:pt x="516" y="570"/>
                  </a:lnTo>
                  <a:lnTo>
                    <a:pt x="528" y="540"/>
                  </a:lnTo>
                  <a:lnTo>
                    <a:pt x="546" y="516"/>
                  </a:lnTo>
                  <a:lnTo>
                    <a:pt x="558" y="498"/>
                  </a:lnTo>
                  <a:lnTo>
                    <a:pt x="564" y="492"/>
                  </a:lnTo>
                  <a:lnTo>
                    <a:pt x="570" y="480"/>
                  </a:lnTo>
                  <a:lnTo>
                    <a:pt x="576" y="474"/>
                  </a:lnTo>
                  <a:lnTo>
                    <a:pt x="576" y="450"/>
                  </a:lnTo>
                  <a:lnTo>
                    <a:pt x="582" y="432"/>
                  </a:lnTo>
                  <a:lnTo>
                    <a:pt x="588" y="420"/>
                  </a:lnTo>
                  <a:lnTo>
                    <a:pt x="588" y="402"/>
                  </a:lnTo>
                  <a:lnTo>
                    <a:pt x="594" y="390"/>
                  </a:lnTo>
                  <a:lnTo>
                    <a:pt x="606" y="378"/>
                  </a:lnTo>
                  <a:lnTo>
                    <a:pt x="612" y="366"/>
                  </a:lnTo>
                  <a:lnTo>
                    <a:pt x="624" y="354"/>
                  </a:lnTo>
                  <a:lnTo>
                    <a:pt x="624" y="324"/>
                  </a:lnTo>
                  <a:lnTo>
                    <a:pt x="636" y="318"/>
                  </a:lnTo>
                  <a:lnTo>
                    <a:pt x="642" y="306"/>
                  </a:lnTo>
                  <a:lnTo>
                    <a:pt x="660" y="252"/>
                  </a:lnTo>
                  <a:lnTo>
                    <a:pt x="672" y="252"/>
                  </a:lnTo>
                  <a:lnTo>
                    <a:pt x="672" y="246"/>
                  </a:lnTo>
                  <a:lnTo>
                    <a:pt x="684" y="234"/>
                  </a:lnTo>
                  <a:lnTo>
                    <a:pt x="684" y="138"/>
                  </a:lnTo>
                  <a:lnTo>
                    <a:pt x="708" y="126"/>
                  </a:lnTo>
                  <a:lnTo>
                    <a:pt x="702" y="54"/>
                  </a:lnTo>
                  <a:lnTo>
                    <a:pt x="708" y="42"/>
                  </a:lnTo>
                  <a:lnTo>
                    <a:pt x="708" y="36"/>
                  </a:lnTo>
                  <a:lnTo>
                    <a:pt x="714" y="24"/>
                  </a:lnTo>
                  <a:lnTo>
                    <a:pt x="714" y="12"/>
                  </a:lnTo>
                  <a:lnTo>
                    <a:pt x="690" y="0"/>
                  </a:lnTo>
                  <a:lnTo>
                    <a:pt x="672" y="0"/>
                  </a:lnTo>
                  <a:lnTo>
                    <a:pt x="666" y="12"/>
                  </a:lnTo>
                  <a:lnTo>
                    <a:pt x="654" y="18"/>
                  </a:lnTo>
                  <a:lnTo>
                    <a:pt x="648" y="30"/>
                  </a:lnTo>
                  <a:lnTo>
                    <a:pt x="624" y="42"/>
                  </a:lnTo>
                  <a:lnTo>
                    <a:pt x="612" y="42"/>
                  </a:lnTo>
                  <a:lnTo>
                    <a:pt x="594" y="48"/>
                  </a:lnTo>
                  <a:lnTo>
                    <a:pt x="582" y="54"/>
                  </a:lnTo>
                  <a:lnTo>
                    <a:pt x="564" y="54"/>
                  </a:lnTo>
                  <a:lnTo>
                    <a:pt x="546" y="48"/>
                  </a:lnTo>
                  <a:lnTo>
                    <a:pt x="534" y="42"/>
                  </a:lnTo>
                  <a:lnTo>
                    <a:pt x="516" y="48"/>
                  </a:lnTo>
                  <a:lnTo>
                    <a:pt x="510" y="54"/>
                  </a:lnTo>
                  <a:lnTo>
                    <a:pt x="498" y="60"/>
                  </a:lnTo>
                  <a:lnTo>
                    <a:pt x="492" y="72"/>
                  </a:lnTo>
                  <a:lnTo>
                    <a:pt x="486" y="78"/>
                  </a:lnTo>
                  <a:lnTo>
                    <a:pt x="474" y="78"/>
                  </a:lnTo>
                  <a:lnTo>
                    <a:pt x="462" y="72"/>
                  </a:lnTo>
                  <a:lnTo>
                    <a:pt x="456" y="60"/>
                  </a:lnTo>
                  <a:lnTo>
                    <a:pt x="444" y="60"/>
                  </a:lnTo>
                  <a:lnTo>
                    <a:pt x="438" y="66"/>
                  </a:lnTo>
                  <a:lnTo>
                    <a:pt x="426" y="72"/>
                  </a:lnTo>
                  <a:lnTo>
                    <a:pt x="396" y="102"/>
                  </a:lnTo>
                  <a:lnTo>
                    <a:pt x="384" y="108"/>
                  </a:lnTo>
                  <a:lnTo>
                    <a:pt x="372" y="108"/>
                  </a:lnTo>
                  <a:lnTo>
                    <a:pt x="360" y="102"/>
                  </a:lnTo>
                  <a:lnTo>
                    <a:pt x="354" y="96"/>
                  </a:lnTo>
                  <a:lnTo>
                    <a:pt x="342" y="90"/>
                  </a:lnTo>
                  <a:lnTo>
                    <a:pt x="330" y="90"/>
                  </a:lnTo>
                  <a:lnTo>
                    <a:pt x="306" y="102"/>
                  </a:lnTo>
                  <a:lnTo>
                    <a:pt x="294" y="114"/>
                  </a:lnTo>
                  <a:lnTo>
                    <a:pt x="270" y="126"/>
                  </a:lnTo>
                  <a:lnTo>
                    <a:pt x="210" y="126"/>
                  </a:lnTo>
                  <a:lnTo>
                    <a:pt x="192" y="108"/>
                  </a:lnTo>
                  <a:lnTo>
                    <a:pt x="186" y="96"/>
                  </a:lnTo>
                  <a:lnTo>
                    <a:pt x="174" y="90"/>
                  </a:lnTo>
                  <a:lnTo>
                    <a:pt x="168" y="78"/>
                  </a:lnTo>
                  <a:lnTo>
                    <a:pt x="168" y="66"/>
                  </a:lnTo>
                  <a:lnTo>
                    <a:pt x="156" y="54"/>
                  </a:lnTo>
                  <a:lnTo>
                    <a:pt x="150" y="54"/>
                  </a:lnTo>
                  <a:lnTo>
                    <a:pt x="126" y="78"/>
                  </a:lnTo>
                  <a:lnTo>
                    <a:pt x="108" y="11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18" name="Solomon Islands" descr="© INSCALE GmbH, 05.05.2010&#10;http://www.presentationload.com/">
              <a:extLst>
                <a:ext uri="{FF2B5EF4-FFF2-40B4-BE49-F238E27FC236}">
                  <a16:creationId xmlns:a16="http://schemas.microsoft.com/office/drawing/2014/main" id="{AE7E9CF6-F128-4A32-AB5F-032BAC82D0EA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7410207" y="3179254"/>
              <a:ext cx="122779" cy="114315"/>
            </a:xfrm>
            <a:custGeom>
              <a:avLst/>
              <a:gdLst>
                <a:gd name="T0" fmla="*/ 2147483647 w 372"/>
                <a:gd name="T1" fmla="*/ 0 h 348"/>
                <a:gd name="T2" fmla="*/ 2147483647 w 372"/>
                <a:gd name="T3" fmla="*/ 2147483647 h 348"/>
                <a:gd name="T4" fmla="*/ 0 w 372"/>
                <a:gd name="T5" fmla="*/ 2147483647 h 348"/>
                <a:gd name="T6" fmla="*/ 2147483647 w 372"/>
                <a:gd name="T7" fmla="*/ 2147483647 h 348"/>
                <a:gd name="T8" fmla="*/ 0 w 372"/>
                <a:gd name="T9" fmla="*/ 2147483647 h 348"/>
                <a:gd name="T10" fmla="*/ 2147483647 w 372"/>
                <a:gd name="T11" fmla="*/ 2147483647 h 348"/>
                <a:gd name="T12" fmla="*/ 2147483647 w 372"/>
                <a:gd name="T13" fmla="*/ 2147483647 h 348"/>
                <a:gd name="T14" fmla="*/ 2147483647 w 372"/>
                <a:gd name="T15" fmla="*/ 2147483647 h 348"/>
                <a:gd name="T16" fmla="*/ 2147483647 w 372"/>
                <a:gd name="T17" fmla="*/ 2147483647 h 348"/>
                <a:gd name="T18" fmla="*/ 2147483647 w 372"/>
                <a:gd name="T19" fmla="*/ 2147483647 h 348"/>
                <a:gd name="T20" fmla="*/ 2147483647 w 372"/>
                <a:gd name="T21" fmla="*/ 2147483647 h 348"/>
                <a:gd name="T22" fmla="*/ 2147483647 w 372"/>
                <a:gd name="T23" fmla="*/ 2147483647 h 348"/>
                <a:gd name="T24" fmla="*/ 2147483647 w 372"/>
                <a:gd name="T25" fmla="*/ 2147483647 h 348"/>
                <a:gd name="T26" fmla="*/ 2147483647 w 372"/>
                <a:gd name="T27" fmla="*/ 2147483647 h 348"/>
                <a:gd name="T28" fmla="*/ 2147483647 w 372"/>
                <a:gd name="T29" fmla="*/ 2147483647 h 348"/>
                <a:gd name="T30" fmla="*/ 2147483647 w 372"/>
                <a:gd name="T31" fmla="*/ 2147483647 h 348"/>
                <a:gd name="T32" fmla="*/ 2147483647 w 372"/>
                <a:gd name="T33" fmla="*/ 2147483647 h 348"/>
                <a:gd name="T34" fmla="*/ 2147483647 w 372"/>
                <a:gd name="T35" fmla="*/ 2147483647 h 348"/>
                <a:gd name="T36" fmla="*/ 2147483647 w 372"/>
                <a:gd name="T37" fmla="*/ 2147483647 h 348"/>
                <a:gd name="T38" fmla="*/ 2147483647 w 372"/>
                <a:gd name="T39" fmla="*/ 2147483647 h 348"/>
                <a:gd name="T40" fmla="*/ 2147483647 w 372"/>
                <a:gd name="T41" fmla="*/ 2147483647 h 348"/>
                <a:gd name="T42" fmla="*/ 2147483647 w 372"/>
                <a:gd name="T43" fmla="*/ 2147483647 h 348"/>
                <a:gd name="T44" fmla="*/ 2147483647 w 372"/>
                <a:gd name="T45" fmla="*/ 2147483647 h 348"/>
                <a:gd name="T46" fmla="*/ 2147483647 w 372"/>
                <a:gd name="T47" fmla="*/ 2147483647 h 348"/>
                <a:gd name="T48" fmla="*/ 2147483647 w 372"/>
                <a:gd name="T49" fmla="*/ 2147483647 h 348"/>
                <a:gd name="T50" fmla="*/ 2147483647 w 372"/>
                <a:gd name="T51" fmla="*/ 2147483647 h 348"/>
                <a:gd name="T52" fmla="*/ 2147483647 w 372"/>
                <a:gd name="T53" fmla="*/ 2147483647 h 348"/>
                <a:gd name="T54" fmla="*/ 2147483647 w 372"/>
                <a:gd name="T55" fmla="*/ 2147483647 h 348"/>
                <a:gd name="T56" fmla="*/ 2147483647 w 372"/>
                <a:gd name="T57" fmla="*/ 2147483647 h 348"/>
                <a:gd name="T58" fmla="*/ 2147483647 w 372"/>
                <a:gd name="T59" fmla="*/ 2147483647 h 348"/>
                <a:gd name="T60" fmla="*/ 2147483647 w 372"/>
                <a:gd name="T61" fmla="*/ 2147483647 h 348"/>
                <a:gd name="T62" fmla="*/ 2147483647 w 372"/>
                <a:gd name="T63" fmla="*/ 2147483647 h 34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72"/>
                <a:gd name="T97" fmla="*/ 0 h 348"/>
                <a:gd name="T98" fmla="*/ 372 w 372"/>
                <a:gd name="T99" fmla="*/ 348 h 34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72" h="348">
                  <a:moveTo>
                    <a:pt x="30" y="18"/>
                  </a:moveTo>
                  <a:lnTo>
                    <a:pt x="12" y="0"/>
                  </a:lnTo>
                  <a:lnTo>
                    <a:pt x="6" y="24"/>
                  </a:lnTo>
                  <a:lnTo>
                    <a:pt x="24" y="48"/>
                  </a:lnTo>
                  <a:lnTo>
                    <a:pt x="30" y="18"/>
                  </a:lnTo>
                  <a:close/>
                  <a:moveTo>
                    <a:pt x="0" y="126"/>
                  </a:moveTo>
                  <a:lnTo>
                    <a:pt x="18" y="132"/>
                  </a:lnTo>
                  <a:lnTo>
                    <a:pt x="36" y="102"/>
                  </a:lnTo>
                  <a:lnTo>
                    <a:pt x="0" y="102"/>
                  </a:lnTo>
                  <a:lnTo>
                    <a:pt x="0" y="126"/>
                  </a:lnTo>
                  <a:close/>
                  <a:moveTo>
                    <a:pt x="78" y="120"/>
                  </a:moveTo>
                  <a:lnTo>
                    <a:pt x="36" y="120"/>
                  </a:lnTo>
                  <a:lnTo>
                    <a:pt x="42" y="144"/>
                  </a:lnTo>
                  <a:lnTo>
                    <a:pt x="78" y="132"/>
                  </a:lnTo>
                  <a:lnTo>
                    <a:pt x="78" y="120"/>
                  </a:lnTo>
                  <a:close/>
                  <a:moveTo>
                    <a:pt x="60" y="186"/>
                  </a:moveTo>
                  <a:lnTo>
                    <a:pt x="96" y="186"/>
                  </a:lnTo>
                  <a:lnTo>
                    <a:pt x="48" y="150"/>
                  </a:lnTo>
                  <a:lnTo>
                    <a:pt x="60" y="186"/>
                  </a:lnTo>
                  <a:close/>
                  <a:moveTo>
                    <a:pt x="246" y="222"/>
                  </a:moveTo>
                  <a:lnTo>
                    <a:pt x="222" y="210"/>
                  </a:lnTo>
                  <a:lnTo>
                    <a:pt x="192" y="210"/>
                  </a:lnTo>
                  <a:lnTo>
                    <a:pt x="192" y="228"/>
                  </a:lnTo>
                  <a:lnTo>
                    <a:pt x="198" y="234"/>
                  </a:lnTo>
                  <a:lnTo>
                    <a:pt x="204" y="246"/>
                  </a:lnTo>
                  <a:lnTo>
                    <a:pt x="216" y="252"/>
                  </a:lnTo>
                  <a:lnTo>
                    <a:pt x="252" y="264"/>
                  </a:lnTo>
                  <a:lnTo>
                    <a:pt x="264" y="264"/>
                  </a:lnTo>
                  <a:lnTo>
                    <a:pt x="276" y="258"/>
                  </a:lnTo>
                  <a:lnTo>
                    <a:pt x="276" y="252"/>
                  </a:lnTo>
                  <a:lnTo>
                    <a:pt x="270" y="246"/>
                  </a:lnTo>
                  <a:lnTo>
                    <a:pt x="264" y="234"/>
                  </a:lnTo>
                  <a:lnTo>
                    <a:pt x="246" y="222"/>
                  </a:lnTo>
                  <a:close/>
                  <a:moveTo>
                    <a:pt x="312" y="288"/>
                  </a:moveTo>
                  <a:lnTo>
                    <a:pt x="360" y="348"/>
                  </a:lnTo>
                  <a:lnTo>
                    <a:pt x="372" y="318"/>
                  </a:lnTo>
                  <a:lnTo>
                    <a:pt x="312" y="288"/>
                  </a:lnTo>
                  <a:close/>
                  <a:moveTo>
                    <a:pt x="288" y="126"/>
                  </a:moveTo>
                  <a:lnTo>
                    <a:pt x="288" y="132"/>
                  </a:lnTo>
                  <a:lnTo>
                    <a:pt x="282" y="138"/>
                  </a:lnTo>
                  <a:lnTo>
                    <a:pt x="282" y="150"/>
                  </a:lnTo>
                  <a:lnTo>
                    <a:pt x="276" y="162"/>
                  </a:lnTo>
                  <a:lnTo>
                    <a:pt x="276" y="192"/>
                  </a:lnTo>
                  <a:lnTo>
                    <a:pt x="312" y="228"/>
                  </a:lnTo>
                  <a:lnTo>
                    <a:pt x="324" y="234"/>
                  </a:lnTo>
                  <a:lnTo>
                    <a:pt x="330" y="240"/>
                  </a:lnTo>
                  <a:lnTo>
                    <a:pt x="288" y="126"/>
                  </a:lnTo>
                  <a:close/>
                  <a:moveTo>
                    <a:pt x="120" y="60"/>
                  </a:moveTo>
                  <a:lnTo>
                    <a:pt x="120" y="66"/>
                  </a:lnTo>
                  <a:lnTo>
                    <a:pt x="126" y="78"/>
                  </a:lnTo>
                  <a:lnTo>
                    <a:pt x="138" y="90"/>
                  </a:lnTo>
                  <a:lnTo>
                    <a:pt x="150" y="108"/>
                  </a:lnTo>
                  <a:lnTo>
                    <a:pt x="168" y="120"/>
                  </a:lnTo>
                  <a:lnTo>
                    <a:pt x="192" y="144"/>
                  </a:lnTo>
                  <a:lnTo>
                    <a:pt x="204" y="150"/>
                  </a:lnTo>
                  <a:lnTo>
                    <a:pt x="216" y="150"/>
                  </a:lnTo>
                  <a:lnTo>
                    <a:pt x="210" y="138"/>
                  </a:lnTo>
                  <a:lnTo>
                    <a:pt x="204" y="132"/>
                  </a:lnTo>
                  <a:lnTo>
                    <a:pt x="198" y="120"/>
                  </a:lnTo>
                  <a:lnTo>
                    <a:pt x="186" y="108"/>
                  </a:lnTo>
                  <a:lnTo>
                    <a:pt x="174" y="90"/>
                  </a:lnTo>
                  <a:lnTo>
                    <a:pt x="156" y="78"/>
                  </a:lnTo>
                  <a:lnTo>
                    <a:pt x="144" y="66"/>
                  </a:lnTo>
                  <a:lnTo>
                    <a:pt x="132" y="60"/>
                  </a:lnTo>
                  <a:lnTo>
                    <a:pt x="120" y="6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19" name="Spain" descr="© INSCALE GmbH, 05.05.2010&#10;http://www.presentationload.com/">
              <a:extLst>
                <a:ext uri="{FF2B5EF4-FFF2-40B4-BE49-F238E27FC236}">
                  <a16:creationId xmlns:a16="http://schemas.microsoft.com/office/drawing/2014/main" id="{D6DDB3E0-6A71-4FFA-8A65-6373A054B34F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3554927" y="1844726"/>
              <a:ext cx="289503" cy="202941"/>
            </a:xfrm>
            <a:custGeom>
              <a:avLst/>
              <a:gdLst>
                <a:gd name="T0" fmla="*/ 2147483647 w 876"/>
                <a:gd name="T1" fmla="*/ 2147483647 h 618"/>
                <a:gd name="T2" fmla="*/ 2147483647 w 876"/>
                <a:gd name="T3" fmla="*/ 2147483647 h 618"/>
                <a:gd name="T4" fmla="*/ 2147483647 w 876"/>
                <a:gd name="T5" fmla="*/ 2147483647 h 618"/>
                <a:gd name="T6" fmla="*/ 2147483647 w 876"/>
                <a:gd name="T7" fmla="*/ 2147483647 h 618"/>
                <a:gd name="T8" fmla="*/ 2147483647 w 876"/>
                <a:gd name="T9" fmla="*/ 2147483647 h 618"/>
                <a:gd name="T10" fmla="*/ 2147483647 w 876"/>
                <a:gd name="T11" fmla="*/ 2147483647 h 618"/>
                <a:gd name="T12" fmla="*/ 2147483647 w 876"/>
                <a:gd name="T13" fmla="*/ 2147483647 h 618"/>
                <a:gd name="T14" fmla="*/ 2147483647 w 876"/>
                <a:gd name="T15" fmla="*/ 2147483647 h 618"/>
                <a:gd name="T16" fmla="*/ 2147483647 w 876"/>
                <a:gd name="T17" fmla="*/ 2147483647 h 618"/>
                <a:gd name="T18" fmla="*/ 2147483647 w 876"/>
                <a:gd name="T19" fmla="*/ 2147483647 h 618"/>
                <a:gd name="T20" fmla="*/ 2147483647 w 876"/>
                <a:gd name="T21" fmla="*/ 2147483647 h 618"/>
                <a:gd name="T22" fmla="*/ 2147483647 w 876"/>
                <a:gd name="T23" fmla="*/ 2147483647 h 618"/>
                <a:gd name="T24" fmla="*/ 2147483647 w 876"/>
                <a:gd name="T25" fmla="*/ 2147483647 h 618"/>
                <a:gd name="T26" fmla="*/ 2147483647 w 876"/>
                <a:gd name="T27" fmla="*/ 2147483647 h 618"/>
                <a:gd name="T28" fmla="*/ 2147483647 w 876"/>
                <a:gd name="T29" fmla="*/ 2147483647 h 618"/>
                <a:gd name="T30" fmla="*/ 2147483647 w 876"/>
                <a:gd name="T31" fmla="*/ 2147483647 h 618"/>
                <a:gd name="T32" fmla="*/ 2147483647 w 876"/>
                <a:gd name="T33" fmla="*/ 2147483647 h 618"/>
                <a:gd name="T34" fmla="*/ 2147483647 w 876"/>
                <a:gd name="T35" fmla="*/ 2147483647 h 618"/>
                <a:gd name="T36" fmla="*/ 2147483647 w 876"/>
                <a:gd name="T37" fmla="*/ 2147483647 h 618"/>
                <a:gd name="T38" fmla="*/ 2147483647 w 876"/>
                <a:gd name="T39" fmla="*/ 2147483647 h 618"/>
                <a:gd name="T40" fmla="*/ 2147483647 w 876"/>
                <a:gd name="T41" fmla="*/ 0 h 618"/>
                <a:gd name="T42" fmla="*/ 2147483647 w 876"/>
                <a:gd name="T43" fmla="*/ 2147483647 h 618"/>
                <a:gd name="T44" fmla="*/ 0 w 876"/>
                <a:gd name="T45" fmla="*/ 2147483647 h 618"/>
                <a:gd name="T46" fmla="*/ 2147483647 w 876"/>
                <a:gd name="T47" fmla="*/ 2147483647 h 618"/>
                <a:gd name="T48" fmla="*/ 2147483647 w 876"/>
                <a:gd name="T49" fmla="*/ 2147483647 h 618"/>
                <a:gd name="T50" fmla="*/ 2147483647 w 876"/>
                <a:gd name="T51" fmla="*/ 2147483647 h 618"/>
                <a:gd name="T52" fmla="*/ 2147483647 w 876"/>
                <a:gd name="T53" fmla="*/ 2147483647 h 618"/>
                <a:gd name="T54" fmla="*/ 2147483647 w 876"/>
                <a:gd name="T55" fmla="*/ 2147483647 h 618"/>
                <a:gd name="T56" fmla="*/ 2147483647 w 876"/>
                <a:gd name="T57" fmla="*/ 2147483647 h 618"/>
                <a:gd name="T58" fmla="*/ 2147483647 w 876"/>
                <a:gd name="T59" fmla="*/ 2147483647 h 618"/>
                <a:gd name="T60" fmla="*/ 2147483647 w 876"/>
                <a:gd name="T61" fmla="*/ 2147483647 h 618"/>
                <a:gd name="T62" fmla="*/ 2147483647 w 876"/>
                <a:gd name="T63" fmla="*/ 2147483647 h 618"/>
                <a:gd name="T64" fmla="*/ 2147483647 w 876"/>
                <a:gd name="T65" fmla="*/ 2147483647 h 618"/>
                <a:gd name="T66" fmla="*/ 2147483647 w 876"/>
                <a:gd name="T67" fmla="*/ 2147483647 h 618"/>
                <a:gd name="T68" fmla="*/ 2147483647 w 876"/>
                <a:gd name="T69" fmla="*/ 2147483647 h 618"/>
                <a:gd name="T70" fmla="*/ 2147483647 w 876"/>
                <a:gd name="T71" fmla="*/ 2147483647 h 618"/>
                <a:gd name="T72" fmla="*/ 2147483647 w 876"/>
                <a:gd name="T73" fmla="*/ 2147483647 h 618"/>
                <a:gd name="T74" fmla="*/ 2147483647 w 876"/>
                <a:gd name="T75" fmla="*/ 2147483647 h 618"/>
                <a:gd name="T76" fmla="*/ 2147483647 w 876"/>
                <a:gd name="T77" fmla="*/ 2147483647 h 618"/>
                <a:gd name="T78" fmla="*/ 2147483647 w 876"/>
                <a:gd name="T79" fmla="*/ 2147483647 h 618"/>
                <a:gd name="T80" fmla="*/ 2147483647 w 876"/>
                <a:gd name="T81" fmla="*/ 2147483647 h 618"/>
                <a:gd name="T82" fmla="*/ 2147483647 w 876"/>
                <a:gd name="T83" fmla="*/ 2147483647 h 618"/>
                <a:gd name="T84" fmla="*/ 2147483647 w 876"/>
                <a:gd name="T85" fmla="*/ 2147483647 h 618"/>
                <a:gd name="T86" fmla="*/ 2147483647 w 876"/>
                <a:gd name="T87" fmla="*/ 2147483647 h 618"/>
                <a:gd name="T88" fmla="*/ 2147483647 w 876"/>
                <a:gd name="T89" fmla="*/ 2147483647 h 618"/>
                <a:gd name="T90" fmla="*/ 2147483647 w 876"/>
                <a:gd name="T91" fmla="*/ 2147483647 h 618"/>
                <a:gd name="T92" fmla="*/ 2147483647 w 876"/>
                <a:gd name="T93" fmla="*/ 2147483647 h 618"/>
                <a:gd name="T94" fmla="*/ 2147483647 w 876"/>
                <a:gd name="T95" fmla="*/ 2147483647 h 618"/>
                <a:gd name="T96" fmla="*/ 2147483647 w 876"/>
                <a:gd name="T97" fmla="*/ 2147483647 h 618"/>
                <a:gd name="T98" fmla="*/ 2147483647 w 876"/>
                <a:gd name="T99" fmla="*/ 2147483647 h 618"/>
                <a:gd name="T100" fmla="*/ 2147483647 w 876"/>
                <a:gd name="T101" fmla="*/ 2147483647 h 618"/>
                <a:gd name="T102" fmla="*/ 2147483647 w 876"/>
                <a:gd name="T103" fmla="*/ 2147483647 h 618"/>
                <a:gd name="T104" fmla="*/ 2147483647 w 876"/>
                <a:gd name="T105" fmla="*/ 2147483647 h 618"/>
                <a:gd name="T106" fmla="*/ 2147483647 w 876"/>
                <a:gd name="T107" fmla="*/ 2147483647 h 618"/>
                <a:gd name="T108" fmla="*/ 2147483647 w 876"/>
                <a:gd name="T109" fmla="*/ 2147483647 h 61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876"/>
                <a:gd name="T166" fmla="*/ 0 h 618"/>
                <a:gd name="T167" fmla="*/ 876 w 876"/>
                <a:gd name="T168" fmla="*/ 618 h 61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876" h="618">
                  <a:moveTo>
                    <a:pt x="804" y="318"/>
                  </a:moveTo>
                  <a:lnTo>
                    <a:pt x="798" y="312"/>
                  </a:lnTo>
                  <a:lnTo>
                    <a:pt x="798" y="306"/>
                  </a:lnTo>
                  <a:lnTo>
                    <a:pt x="786" y="306"/>
                  </a:lnTo>
                  <a:lnTo>
                    <a:pt x="762" y="318"/>
                  </a:lnTo>
                  <a:lnTo>
                    <a:pt x="750" y="330"/>
                  </a:lnTo>
                  <a:lnTo>
                    <a:pt x="750" y="336"/>
                  </a:lnTo>
                  <a:lnTo>
                    <a:pt x="756" y="342"/>
                  </a:lnTo>
                  <a:lnTo>
                    <a:pt x="768" y="342"/>
                  </a:lnTo>
                  <a:lnTo>
                    <a:pt x="774" y="348"/>
                  </a:lnTo>
                  <a:lnTo>
                    <a:pt x="774" y="354"/>
                  </a:lnTo>
                  <a:lnTo>
                    <a:pt x="804" y="354"/>
                  </a:lnTo>
                  <a:lnTo>
                    <a:pt x="816" y="342"/>
                  </a:lnTo>
                  <a:lnTo>
                    <a:pt x="816" y="324"/>
                  </a:lnTo>
                  <a:lnTo>
                    <a:pt x="810" y="318"/>
                  </a:lnTo>
                  <a:lnTo>
                    <a:pt x="804" y="318"/>
                  </a:lnTo>
                  <a:close/>
                  <a:moveTo>
                    <a:pt x="672" y="390"/>
                  </a:moveTo>
                  <a:lnTo>
                    <a:pt x="678" y="396"/>
                  </a:lnTo>
                  <a:lnTo>
                    <a:pt x="684" y="396"/>
                  </a:lnTo>
                  <a:lnTo>
                    <a:pt x="690" y="390"/>
                  </a:lnTo>
                  <a:lnTo>
                    <a:pt x="690" y="372"/>
                  </a:lnTo>
                  <a:lnTo>
                    <a:pt x="684" y="372"/>
                  </a:lnTo>
                  <a:lnTo>
                    <a:pt x="672" y="384"/>
                  </a:lnTo>
                  <a:lnTo>
                    <a:pt x="672" y="390"/>
                  </a:lnTo>
                  <a:close/>
                  <a:moveTo>
                    <a:pt x="840" y="300"/>
                  </a:moveTo>
                  <a:lnTo>
                    <a:pt x="840" y="306"/>
                  </a:lnTo>
                  <a:lnTo>
                    <a:pt x="852" y="318"/>
                  </a:lnTo>
                  <a:lnTo>
                    <a:pt x="870" y="318"/>
                  </a:lnTo>
                  <a:lnTo>
                    <a:pt x="876" y="312"/>
                  </a:lnTo>
                  <a:lnTo>
                    <a:pt x="864" y="300"/>
                  </a:lnTo>
                  <a:lnTo>
                    <a:pt x="852" y="300"/>
                  </a:lnTo>
                  <a:lnTo>
                    <a:pt x="846" y="294"/>
                  </a:lnTo>
                  <a:lnTo>
                    <a:pt x="840" y="300"/>
                  </a:lnTo>
                  <a:close/>
                  <a:moveTo>
                    <a:pt x="804" y="150"/>
                  </a:moveTo>
                  <a:lnTo>
                    <a:pt x="798" y="138"/>
                  </a:lnTo>
                  <a:lnTo>
                    <a:pt x="798" y="132"/>
                  </a:lnTo>
                  <a:lnTo>
                    <a:pt x="810" y="120"/>
                  </a:lnTo>
                  <a:lnTo>
                    <a:pt x="798" y="114"/>
                  </a:lnTo>
                  <a:lnTo>
                    <a:pt x="792" y="108"/>
                  </a:lnTo>
                  <a:lnTo>
                    <a:pt x="792" y="102"/>
                  </a:lnTo>
                  <a:lnTo>
                    <a:pt x="780" y="102"/>
                  </a:lnTo>
                  <a:lnTo>
                    <a:pt x="780" y="108"/>
                  </a:lnTo>
                  <a:lnTo>
                    <a:pt x="774" y="114"/>
                  </a:lnTo>
                  <a:lnTo>
                    <a:pt x="756" y="114"/>
                  </a:lnTo>
                  <a:lnTo>
                    <a:pt x="750" y="108"/>
                  </a:lnTo>
                  <a:lnTo>
                    <a:pt x="726" y="108"/>
                  </a:lnTo>
                  <a:lnTo>
                    <a:pt x="726" y="102"/>
                  </a:lnTo>
                  <a:lnTo>
                    <a:pt x="708" y="102"/>
                  </a:lnTo>
                  <a:lnTo>
                    <a:pt x="696" y="108"/>
                  </a:lnTo>
                  <a:lnTo>
                    <a:pt x="690" y="84"/>
                  </a:lnTo>
                  <a:lnTo>
                    <a:pt x="672" y="84"/>
                  </a:lnTo>
                  <a:lnTo>
                    <a:pt x="672" y="78"/>
                  </a:lnTo>
                  <a:lnTo>
                    <a:pt x="666" y="72"/>
                  </a:lnTo>
                  <a:lnTo>
                    <a:pt x="648" y="72"/>
                  </a:lnTo>
                  <a:lnTo>
                    <a:pt x="642" y="78"/>
                  </a:lnTo>
                  <a:lnTo>
                    <a:pt x="642" y="90"/>
                  </a:lnTo>
                  <a:lnTo>
                    <a:pt x="624" y="96"/>
                  </a:lnTo>
                  <a:lnTo>
                    <a:pt x="624" y="84"/>
                  </a:lnTo>
                  <a:lnTo>
                    <a:pt x="594" y="84"/>
                  </a:lnTo>
                  <a:lnTo>
                    <a:pt x="582" y="72"/>
                  </a:lnTo>
                  <a:lnTo>
                    <a:pt x="570" y="72"/>
                  </a:lnTo>
                  <a:lnTo>
                    <a:pt x="564" y="78"/>
                  </a:lnTo>
                  <a:lnTo>
                    <a:pt x="546" y="60"/>
                  </a:lnTo>
                  <a:lnTo>
                    <a:pt x="510" y="60"/>
                  </a:lnTo>
                  <a:lnTo>
                    <a:pt x="516" y="54"/>
                  </a:lnTo>
                  <a:lnTo>
                    <a:pt x="516" y="48"/>
                  </a:lnTo>
                  <a:lnTo>
                    <a:pt x="504" y="36"/>
                  </a:lnTo>
                  <a:lnTo>
                    <a:pt x="498" y="36"/>
                  </a:lnTo>
                  <a:lnTo>
                    <a:pt x="492" y="42"/>
                  </a:lnTo>
                  <a:lnTo>
                    <a:pt x="486" y="36"/>
                  </a:lnTo>
                  <a:lnTo>
                    <a:pt x="450" y="36"/>
                  </a:lnTo>
                  <a:lnTo>
                    <a:pt x="390" y="24"/>
                  </a:lnTo>
                  <a:lnTo>
                    <a:pt x="378" y="24"/>
                  </a:lnTo>
                  <a:lnTo>
                    <a:pt x="348" y="36"/>
                  </a:lnTo>
                  <a:lnTo>
                    <a:pt x="294" y="30"/>
                  </a:lnTo>
                  <a:lnTo>
                    <a:pt x="258" y="12"/>
                  </a:lnTo>
                  <a:lnTo>
                    <a:pt x="234" y="12"/>
                  </a:lnTo>
                  <a:lnTo>
                    <a:pt x="216" y="18"/>
                  </a:lnTo>
                  <a:lnTo>
                    <a:pt x="162" y="18"/>
                  </a:lnTo>
                  <a:lnTo>
                    <a:pt x="150" y="12"/>
                  </a:lnTo>
                  <a:lnTo>
                    <a:pt x="138" y="12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108" y="0"/>
                  </a:lnTo>
                  <a:lnTo>
                    <a:pt x="96" y="6"/>
                  </a:lnTo>
                  <a:lnTo>
                    <a:pt x="72" y="30"/>
                  </a:lnTo>
                  <a:lnTo>
                    <a:pt x="60" y="30"/>
                  </a:lnTo>
                  <a:lnTo>
                    <a:pt x="48" y="36"/>
                  </a:lnTo>
                  <a:lnTo>
                    <a:pt x="30" y="36"/>
                  </a:lnTo>
                  <a:lnTo>
                    <a:pt x="6" y="48"/>
                  </a:lnTo>
                  <a:lnTo>
                    <a:pt x="0" y="60"/>
                  </a:lnTo>
                  <a:lnTo>
                    <a:pt x="0" y="72"/>
                  </a:lnTo>
                  <a:lnTo>
                    <a:pt x="6" y="78"/>
                  </a:lnTo>
                  <a:lnTo>
                    <a:pt x="12" y="90"/>
                  </a:lnTo>
                  <a:lnTo>
                    <a:pt x="24" y="96"/>
                  </a:lnTo>
                  <a:lnTo>
                    <a:pt x="30" y="102"/>
                  </a:lnTo>
                  <a:lnTo>
                    <a:pt x="18" y="138"/>
                  </a:lnTo>
                  <a:lnTo>
                    <a:pt x="24" y="144"/>
                  </a:lnTo>
                  <a:lnTo>
                    <a:pt x="24" y="150"/>
                  </a:lnTo>
                  <a:lnTo>
                    <a:pt x="30" y="144"/>
                  </a:lnTo>
                  <a:lnTo>
                    <a:pt x="54" y="132"/>
                  </a:lnTo>
                  <a:lnTo>
                    <a:pt x="78" y="132"/>
                  </a:lnTo>
                  <a:lnTo>
                    <a:pt x="78" y="138"/>
                  </a:lnTo>
                  <a:lnTo>
                    <a:pt x="66" y="150"/>
                  </a:lnTo>
                  <a:lnTo>
                    <a:pt x="60" y="150"/>
                  </a:lnTo>
                  <a:lnTo>
                    <a:pt x="60" y="156"/>
                  </a:lnTo>
                  <a:lnTo>
                    <a:pt x="72" y="156"/>
                  </a:lnTo>
                  <a:lnTo>
                    <a:pt x="78" y="150"/>
                  </a:lnTo>
                  <a:lnTo>
                    <a:pt x="96" y="150"/>
                  </a:lnTo>
                  <a:lnTo>
                    <a:pt x="102" y="156"/>
                  </a:lnTo>
                  <a:lnTo>
                    <a:pt x="114" y="156"/>
                  </a:lnTo>
                  <a:lnTo>
                    <a:pt x="120" y="150"/>
                  </a:lnTo>
                  <a:lnTo>
                    <a:pt x="120" y="144"/>
                  </a:lnTo>
                  <a:lnTo>
                    <a:pt x="174" y="144"/>
                  </a:lnTo>
                  <a:lnTo>
                    <a:pt x="174" y="162"/>
                  </a:lnTo>
                  <a:lnTo>
                    <a:pt x="180" y="162"/>
                  </a:lnTo>
                  <a:lnTo>
                    <a:pt x="192" y="168"/>
                  </a:lnTo>
                  <a:lnTo>
                    <a:pt x="192" y="174"/>
                  </a:lnTo>
                  <a:lnTo>
                    <a:pt x="168" y="198"/>
                  </a:lnTo>
                  <a:lnTo>
                    <a:pt x="144" y="210"/>
                  </a:lnTo>
                  <a:lnTo>
                    <a:pt x="138" y="216"/>
                  </a:lnTo>
                  <a:lnTo>
                    <a:pt x="138" y="222"/>
                  </a:lnTo>
                  <a:lnTo>
                    <a:pt x="144" y="222"/>
                  </a:lnTo>
                  <a:lnTo>
                    <a:pt x="150" y="228"/>
                  </a:lnTo>
                  <a:lnTo>
                    <a:pt x="150" y="240"/>
                  </a:lnTo>
                  <a:lnTo>
                    <a:pt x="144" y="258"/>
                  </a:lnTo>
                  <a:lnTo>
                    <a:pt x="144" y="276"/>
                  </a:lnTo>
                  <a:lnTo>
                    <a:pt x="138" y="276"/>
                  </a:lnTo>
                  <a:lnTo>
                    <a:pt x="132" y="282"/>
                  </a:lnTo>
                  <a:lnTo>
                    <a:pt x="132" y="294"/>
                  </a:lnTo>
                  <a:lnTo>
                    <a:pt x="138" y="300"/>
                  </a:lnTo>
                  <a:lnTo>
                    <a:pt x="138" y="312"/>
                  </a:lnTo>
                  <a:lnTo>
                    <a:pt x="126" y="324"/>
                  </a:lnTo>
                  <a:lnTo>
                    <a:pt x="90" y="324"/>
                  </a:lnTo>
                  <a:lnTo>
                    <a:pt x="114" y="348"/>
                  </a:lnTo>
                  <a:lnTo>
                    <a:pt x="114" y="360"/>
                  </a:lnTo>
                  <a:lnTo>
                    <a:pt x="120" y="366"/>
                  </a:lnTo>
                  <a:lnTo>
                    <a:pt x="132" y="372"/>
                  </a:lnTo>
                  <a:lnTo>
                    <a:pt x="132" y="378"/>
                  </a:lnTo>
                  <a:lnTo>
                    <a:pt x="120" y="390"/>
                  </a:lnTo>
                  <a:lnTo>
                    <a:pt x="108" y="396"/>
                  </a:lnTo>
                  <a:lnTo>
                    <a:pt x="96" y="408"/>
                  </a:lnTo>
                  <a:lnTo>
                    <a:pt x="96" y="414"/>
                  </a:lnTo>
                  <a:lnTo>
                    <a:pt x="102" y="420"/>
                  </a:lnTo>
                  <a:lnTo>
                    <a:pt x="102" y="426"/>
                  </a:lnTo>
                  <a:lnTo>
                    <a:pt x="108" y="438"/>
                  </a:lnTo>
                  <a:lnTo>
                    <a:pt x="114" y="444"/>
                  </a:lnTo>
                  <a:lnTo>
                    <a:pt x="126" y="444"/>
                  </a:lnTo>
                  <a:lnTo>
                    <a:pt x="126" y="450"/>
                  </a:lnTo>
                  <a:lnTo>
                    <a:pt x="114" y="462"/>
                  </a:lnTo>
                  <a:lnTo>
                    <a:pt x="102" y="462"/>
                  </a:lnTo>
                  <a:lnTo>
                    <a:pt x="96" y="474"/>
                  </a:lnTo>
                  <a:lnTo>
                    <a:pt x="90" y="480"/>
                  </a:lnTo>
                  <a:lnTo>
                    <a:pt x="90" y="528"/>
                  </a:lnTo>
                  <a:lnTo>
                    <a:pt x="120" y="528"/>
                  </a:lnTo>
                  <a:lnTo>
                    <a:pt x="144" y="546"/>
                  </a:lnTo>
                  <a:lnTo>
                    <a:pt x="162" y="546"/>
                  </a:lnTo>
                  <a:lnTo>
                    <a:pt x="156" y="576"/>
                  </a:lnTo>
                  <a:lnTo>
                    <a:pt x="162" y="576"/>
                  </a:lnTo>
                  <a:lnTo>
                    <a:pt x="162" y="594"/>
                  </a:lnTo>
                  <a:lnTo>
                    <a:pt x="168" y="606"/>
                  </a:lnTo>
                  <a:lnTo>
                    <a:pt x="174" y="612"/>
                  </a:lnTo>
                  <a:lnTo>
                    <a:pt x="192" y="612"/>
                  </a:lnTo>
                  <a:lnTo>
                    <a:pt x="198" y="618"/>
                  </a:lnTo>
                  <a:lnTo>
                    <a:pt x="204" y="618"/>
                  </a:lnTo>
                  <a:lnTo>
                    <a:pt x="210" y="612"/>
                  </a:lnTo>
                  <a:lnTo>
                    <a:pt x="222" y="606"/>
                  </a:lnTo>
                  <a:lnTo>
                    <a:pt x="240" y="588"/>
                  </a:lnTo>
                  <a:lnTo>
                    <a:pt x="252" y="582"/>
                  </a:lnTo>
                  <a:lnTo>
                    <a:pt x="264" y="582"/>
                  </a:lnTo>
                  <a:lnTo>
                    <a:pt x="294" y="564"/>
                  </a:lnTo>
                  <a:lnTo>
                    <a:pt x="360" y="564"/>
                  </a:lnTo>
                  <a:lnTo>
                    <a:pt x="366" y="558"/>
                  </a:lnTo>
                  <a:lnTo>
                    <a:pt x="378" y="558"/>
                  </a:lnTo>
                  <a:lnTo>
                    <a:pt x="390" y="570"/>
                  </a:lnTo>
                  <a:lnTo>
                    <a:pt x="396" y="570"/>
                  </a:lnTo>
                  <a:lnTo>
                    <a:pt x="408" y="564"/>
                  </a:lnTo>
                  <a:lnTo>
                    <a:pt x="420" y="564"/>
                  </a:lnTo>
                  <a:lnTo>
                    <a:pt x="426" y="558"/>
                  </a:lnTo>
                  <a:lnTo>
                    <a:pt x="432" y="558"/>
                  </a:lnTo>
                  <a:lnTo>
                    <a:pt x="432" y="570"/>
                  </a:lnTo>
                  <a:lnTo>
                    <a:pt x="438" y="570"/>
                  </a:lnTo>
                  <a:lnTo>
                    <a:pt x="450" y="558"/>
                  </a:lnTo>
                  <a:lnTo>
                    <a:pt x="462" y="534"/>
                  </a:lnTo>
                  <a:lnTo>
                    <a:pt x="462" y="522"/>
                  </a:lnTo>
                  <a:lnTo>
                    <a:pt x="498" y="492"/>
                  </a:lnTo>
                  <a:lnTo>
                    <a:pt x="528" y="492"/>
                  </a:lnTo>
                  <a:lnTo>
                    <a:pt x="534" y="474"/>
                  </a:lnTo>
                  <a:lnTo>
                    <a:pt x="534" y="468"/>
                  </a:lnTo>
                  <a:lnTo>
                    <a:pt x="540" y="462"/>
                  </a:lnTo>
                  <a:lnTo>
                    <a:pt x="540" y="450"/>
                  </a:lnTo>
                  <a:lnTo>
                    <a:pt x="546" y="444"/>
                  </a:lnTo>
                  <a:lnTo>
                    <a:pt x="552" y="432"/>
                  </a:lnTo>
                  <a:lnTo>
                    <a:pt x="552" y="426"/>
                  </a:lnTo>
                  <a:lnTo>
                    <a:pt x="570" y="426"/>
                  </a:lnTo>
                  <a:lnTo>
                    <a:pt x="594" y="414"/>
                  </a:lnTo>
                  <a:lnTo>
                    <a:pt x="600" y="408"/>
                  </a:lnTo>
                  <a:lnTo>
                    <a:pt x="594" y="396"/>
                  </a:lnTo>
                  <a:lnTo>
                    <a:pt x="588" y="390"/>
                  </a:lnTo>
                  <a:lnTo>
                    <a:pt x="582" y="378"/>
                  </a:lnTo>
                  <a:lnTo>
                    <a:pt x="576" y="372"/>
                  </a:lnTo>
                  <a:lnTo>
                    <a:pt x="570" y="372"/>
                  </a:lnTo>
                  <a:lnTo>
                    <a:pt x="570" y="336"/>
                  </a:lnTo>
                  <a:lnTo>
                    <a:pt x="582" y="312"/>
                  </a:lnTo>
                  <a:lnTo>
                    <a:pt x="594" y="306"/>
                  </a:lnTo>
                  <a:lnTo>
                    <a:pt x="600" y="294"/>
                  </a:lnTo>
                  <a:lnTo>
                    <a:pt x="612" y="282"/>
                  </a:lnTo>
                  <a:lnTo>
                    <a:pt x="618" y="270"/>
                  </a:lnTo>
                  <a:lnTo>
                    <a:pt x="630" y="258"/>
                  </a:lnTo>
                  <a:lnTo>
                    <a:pt x="642" y="258"/>
                  </a:lnTo>
                  <a:lnTo>
                    <a:pt x="654" y="246"/>
                  </a:lnTo>
                  <a:lnTo>
                    <a:pt x="654" y="240"/>
                  </a:lnTo>
                  <a:lnTo>
                    <a:pt x="648" y="240"/>
                  </a:lnTo>
                  <a:lnTo>
                    <a:pt x="648" y="228"/>
                  </a:lnTo>
                  <a:lnTo>
                    <a:pt x="654" y="222"/>
                  </a:lnTo>
                  <a:lnTo>
                    <a:pt x="726" y="198"/>
                  </a:lnTo>
                  <a:lnTo>
                    <a:pt x="750" y="186"/>
                  </a:lnTo>
                  <a:lnTo>
                    <a:pt x="756" y="174"/>
                  </a:lnTo>
                  <a:lnTo>
                    <a:pt x="768" y="168"/>
                  </a:lnTo>
                  <a:lnTo>
                    <a:pt x="774" y="168"/>
                  </a:lnTo>
                  <a:lnTo>
                    <a:pt x="786" y="156"/>
                  </a:lnTo>
                  <a:lnTo>
                    <a:pt x="798" y="156"/>
                  </a:lnTo>
                  <a:lnTo>
                    <a:pt x="804" y="15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20" name="Slovenia" descr="© INSCALE GmbH, 05.05.2010&#10;http://www.presentationload.com/">
              <a:extLst>
                <a:ext uri="{FF2B5EF4-FFF2-40B4-BE49-F238E27FC236}">
                  <a16:creationId xmlns:a16="http://schemas.microsoft.com/office/drawing/2014/main" id="{1396696F-26CE-40C7-A1D8-67C771DF967C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036996" y="1761235"/>
              <a:ext cx="69791" cy="39818"/>
            </a:xfrm>
            <a:custGeom>
              <a:avLst/>
              <a:gdLst>
                <a:gd name="T0" fmla="*/ 2147483647 w 210"/>
                <a:gd name="T1" fmla="*/ 2147483647 h 120"/>
                <a:gd name="T2" fmla="*/ 2147483647 w 210"/>
                <a:gd name="T3" fmla="*/ 2147483647 h 120"/>
                <a:gd name="T4" fmla="*/ 2147483647 w 210"/>
                <a:gd name="T5" fmla="*/ 2147483647 h 120"/>
                <a:gd name="T6" fmla="*/ 2147483647 w 210"/>
                <a:gd name="T7" fmla="*/ 2147483647 h 120"/>
                <a:gd name="T8" fmla="*/ 2147483647 w 210"/>
                <a:gd name="T9" fmla="*/ 2147483647 h 120"/>
                <a:gd name="T10" fmla="*/ 2147483647 w 210"/>
                <a:gd name="T11" fmla="*/ 2147483647 h 120"/>
                <a:gd name="T12" fmla="*/ 2147483647 w 210"/>
                <a:gd name="T13" fmla="*/ 2147483647 h 120"/>
                <a:gd name="T14" fmla="*/ 2147483647 w 210"/>
                <a:gd name="T15" fmla="*/ 2147483647 h 120"/>
                <a:gd name="T16" fmla="*/ 2147483647 w 210"/>
                <a:gd name="T17" fmla="*/ 2147483647 h 120"/>
                <a:gd name="T18" fmla="*/ 2147483647 w 210"/>
                <a:gd name="T19" fmla="*/ 2147483647 h 120"/>
                <a:gd name="T20" fmla="*/ 2147483647 w 210"/>
                <a:gd name="T21" fmla="*/ 2147483647 h 120"/>
                <a:gd name="T22" fmla="*/ 2147483647 w 210"/>
                <a:gd name="T23" fmla="*/ 2147483647 h 120"/>
                <a:gd name="T24" fmla="*/ 2147483647 w 210"/>
                <a:gd name="T25" fmla="*/ 2147483647 h 120"/>
                <a:gd name="T26" fmla="*/ 2147483647 w 210"/>
                <a:gd name="T27" fmla="*/ 2147483647 h 120"/>
                <a:gd name="T28" fmla="*/ 2147483647 w 210"/>
                <a:gd name="T29" fmla="*/ 2147483647 h 120"/>
                <a:gd name="T30" fmla="*/ 2147483647 w 210"/>
                <a:gd name="T31" fmla="*/ 2147483647 h 120"/>
                <a:gd name="T32" fmla="*/ 2147483647 w 210"/>
                <a:gd name="T33" fmla="*/ 2147483647 h 120"/>
                <a:gd name="T34" fmla="*/ 2147483647 w 210"/>
                <a:gd name="T35" fmla="*/ 2147483647 h 120"/>
                <a:gd name="T36" fmla="*/ 2147483647 w 210"/>
                <a:gd name="T37" fmla="*/ 2147483647 h 120"/>
                <a:gd name="T38" fmla="*/ 2147483647 w 210"/>
                <a:gd name="T39" fmla="*/ 2147483647 h 120"/>
                <a:gd name="T40" fmla="*/ 2147483647 w 210"/>
                <a:gd name="T41" fmla="*/ 2147483647 h 120"/>
                <a:gd name="T42" fmla="*/ 2147483647 w 210"/>
                <a:gd name="T43" fmla="*/ 0 h 120"/>
                <a:gd name="T44" fmla="*/ 2147483647 w 210"/>
                <a:gd name="T45" fmla="*/ 2147483647 h 120"/>
                <a:gd name="T46" fmla="*/ 2147483647 w 210"/>
                <a:gd name="T47" fmla="*/ 2147483647 h 120"/>
                <a:gd name="T48" fmla="*/ 2147483647 w 210"/>
                <a:gd name="T49" fmla="*/ 2147483647 h 120"/>
                <a:gd name="T50" fmla="*/ 2147483647 w 210"/>
                <a:gd name="T51" fmla="*/ 2147483647 h 120"/>
                <a:gd name="T52" fmla="*/ 2147483647 w 210"/>
                <a:gd name="T53" fmla="*/ 2147483647 h 120"/>
                <a:gd name="T54" fmla="*/ 2147483647 w 210"/>
                <a:gd name="T55" fmla="*/ 2147483647 h 120"/>
                <a:gd name="T56" fmla="*/ 2147483647 w 210"/>
                <a:gd name="T57" fmla="*/ 2147483647 h 120"/>
                <a:gd name="T58" fmla="*/ 2147483647 w 210"/>
                <a:gd name="T59" fmla="*/ 2147483647 h 120"/>
                <a:gd name="T60" fmla="*/ 2147483647 w 210"/>
                <a:gd name="T61" fmla="*/ 2147483647 h 120"/>
                <a:gd name="T62" fmla="*/ 2147483647 w 210"/>
                <a:gd name="T63" fmla="*/ 2147483647 h 120"/>
                <a:gd name="T64" fmla="*/ 2147483647 w 210"/>
                <a:gd name="T65" fmla="*/ 2147483647 h 120"/>
                <a:gd name="T66" fmla="*/ 2147483647 w 210"/>
                <a:gd name="T67" fmla="*/ 2147483647 h 120"/>
                <a:gd name="T68" fmla="*/ 0 w 210"/>
                <a:gd name="T69" fmla="*/ 2147483647 h 120"/>
                <a:gd name="T70" fmla="*/ 2147483647 w 210"/>
                <a:gd name="T71" fmla="*/ 2147483647 h 120"/>
                <a:gd name="T72" fmla="*/ 2147483647 w 210"/>
                <a:gd name="T73" fmla="*/ 2147483647 h 120"/>
                <a:gd name="T74" fmla="*/ 2147483647 w 210"/>
                <a:gd name="T75" fmla="*/ 2147483647 h 120"/>
                <a:gd name="T76" fmla="*/ 2147483647 w 210"/>
                <a:gd name="T77" fmla="*/ 2147483647 h 120"/>
                <a:gd name="T78" fmla="*/ 2147483647 w 210"/>
                <a:gd name="T79" fmla="*/ 2147483647 h 120"/>
                <a:gd name="T80" fmla="*/ 2147483647 w 210"/>
                <a:gd name="T81" fmla="*/ 2147483647 h 120"/>
                <a:gd name="T82" fmla="*/ 2147483647 w 210"/>
                <a:gd name="T83" fmla="*/ 2147483647 h 120"/>
                <a:gd name="T84" fmla="*/ 2147483647 w 210"/>
                <a:gd name="T85" fmla="*/ 2147483647 h 120"/>
                <a:gd name="T86" fmla="*/ 2147483647 w 210"/>
                <a:gd name="T87" fmla="*/ 2147483647 h 1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10"/>
                <a:gd name="T133" fmla="*/ 0 h 120"/>
                <a:gd name="T134" fmla="*/ 210 w 210"/>
                <a:gd name="T135" fmla="*/ 120 h 12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10" h="120">
                  <a:moveTo>
                    <a:pt x="24" y="120"/>
                  </a:moveTo>
                  <a:lnTo>
                    <a:pt x="42" y="120"/>
                  </a:lnTo>
                  <a:lnTo>
                    <a:pt x="42" y="108"/>
                  </a:lnTo>
                  <a:lnTo>
                    <a:pt x="54" y="114"/>
                  </a:lnTo>
                  <a:lnTo>
                    <a:pt x="72" y="114"/>
                  </a:lnTo>
                  <a:lnTo>
                    <a:pt x="78" y="102"/>
                  </a:lnTo>
                  <a:lnTo>
                    <a:pt x="78" y="108"/>
                  </a:lnTo>
                  <a:lnTo>
                    <a:pt x="84" y="114"/>
                  </a:lnTo>
                  <a:lnTo>
                    <a:pt x="126" y="114"/>
                  </a:lnTo>
                  <a:lnTo>
                    <a:pt x="126" y="96"/>
                  </a:lnTo>
                  <a:lnTo>
                    <a:pt x="138" y="90"/>
                  </a:lnTo>
                  <a:lnTo>
                    <a:pt x="150" y="78"/>
                  </a:lnTo>
                  <a:lnTo>
                    <a:pt x="150" y="72"/>
                  </a:lnTo>
                  <a:lnTo>
                    <a:pt x="144" y="66"/>
                  </a:lnTo>
                  <a:lnTo>
                    <a:pt x="144" y="54"/>
                  </a:lnTo>
                  <a:lnTo>
                    <a:pt x="174" y="54"/>
                  </a:lnTo>
                  <a:lnTo>
                    <a:pt x="186" y="48"/>
                  </a:lnTo>
                  <a:lnTo>
                    <a:pt x="186" y="36"/>
                  </a:lnTo>
                  <a:lnTo>
                    <a:pt x="210" y="36"/>
                  </a:lnTo>
                  <a:lnTo>
                    <a:pt x="192" y="24"/>
                  </a:lnTo>
                  <a:lnTo>
                    <a:pt x="186" y="6"/>
                  </a:lnTo>
                  <a:lnTo>
                    <a:pt x="180" y="0"/>
                  </a:lnTo>
                  <a:lnTo>
                    <a:pt x="174" y="12"/>
                  </a:lnTo>
                  <a:lnTo>
                    <a:pt x="168" y="30"/>
                  </a:lnTo>
                  <a:lnTo>
                    <a:pt x="144" y="24"/>
                  </a:lnTo>
                  <a:lnTo>
                    <a:pt x="132" y="30"/>
                  </a:lnTo>
                  <a:lnTo>
                    <a:pt x="84" y="30"/>
                  </a:lnTo>
                  <a:lnTo>
                    <a:pt x="84" y="42"/>
                  </a:lnTo>
                  <a:lnTo>
                    <a:pt x="54" y="42"/>
                  </a:lnTo>
                  <a:lnTo>
                    <a:pt x="48" y="36"/>
                  </a:lnTo>
                  <a:lnTo>
                    <a:pt x="30" y="36"/>
                  </a:lnTo>
                  <a:lnTo>
                    <a:pt x="24" y="42"/>
                  </a:lnTo>
                  <a:lnTo>
                    <a:pt x="6" y="42"/>
                  </a:lnTo>
                  <a:lnTo>
                    <a:pt x="6" y="48"/>
                  </a:lnTo>
                  <a:lnTo>
                    <a:pt x="0" y="54"/>
                  </a:lnTo>
                  <a:lnTo>
                    <a:pt x="12" y="60"/>
                  </a:lnTo>
                  <a:lnTo>
                    <a:pt x="6" y="96"/>
                  </a:lnTo>
                  <a:lnTo>
                    <a:pt x="18" y="96"/>
                  </a:lnTo>
                  <a:lnTo>
                    <a:pt x="30" y="102"/>
                  </a:lnTo>
                  <a:lnTo>
                    <a:pt x="36" y="102"/>
                  </a:lnTo>
                  <a:lnTo>
                    <a:pt x="36" y="108"/>
                  </a:lnTo>
                  <a:lnTo>
                    <a:pt x="30" y="108"/>
                  </a:lnTo>
                  <a:lnTo>
                    <a:pt x="30" y="114"/>
                  </a:lnTo>
                  <a:lnTo>
                    <a:pt x="24" y="12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21" name="Slovakia" descr="© INSCALE GmbH, 05.05.2010&#10;http://www.presentationload.com/">
              <a:extLst>
                <a:ext uri="{FF2B5EF4-FFF2-40B4-BE49-F238E27FC236}">
                  <a16:creationId xmlns:a16="http://schemas.microsoft.com/office/drawing/2014/main" id="{5F81863B-5E99-4B0A-9B21-CC84658C80D3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108080" y="1694444"/>
              <a:ext cx="117610" cy="47525"/>
            </a:xfrm>
            <a:custGeom>
              <a:avLst/>
              <a:gdLst>
                <a:gd name="T0" fmla="*/ 2147483647 w 354"/>
                <a:gd name="T1" fmla="*/ 2147483647 h 144"/>
                <a:gd name="T2" fmla="*/ 2147483647 w 354"/>
                <a:gd name="T3" fmla="*/ 2147483647 h 144"/>
                <a:gd name="T4" fmla="*/ 2147483647 w 354"/>
                <a:gd name="T5" fmla="*/ 2147483647 h 144"/>
                <a:gd name="T6" fmla="*/ 2147483647 w 354"/>
                <a:gd name="T7" fmla="*/ 2147483647 h 144"/>
                <a:gd name="T8" fmla="*/ 2147483647 w 354"/>
                <a:gd name="T9" fmla="*/ 2147483647 h 144"/>
                <a:gd name="T10" fmla="*/ 2147483647 w 354"/>
                <a:gd name="T11" fmla="*/ 2147483647 h 144"/>
                <a:gd name="T12" fmla="*/ 2147483647 w 354"/>
                <a:gd name="T13" fmla="*/ 2147483647 h 144"/>
                <a:gd name="T14" fmla="*/ 2147483647 w 354"/>
                <a:gd name="T15" fmla="*/ 0 h 144"/>
                <a:gd name="T16" fmla="*/ 2147483647 w 354"/>
                <a:gd name="T17" fmla="*/ 2147483647 h 144"/>
                <a:gd name="T18" fmla="*/ 2147483647 w 354"/>
                <a:gd name="T19" fmla="*/ 0 h 144"/>
                <a:gd name="T20" fmla="*/ 2147483647 w 354"/>
                <a:gd name="T21" fmla="*/ 2147483647 h 144"/>
                <a:gd name="T22" fmla="*/ 2147483647 w 354"/>
                <a:gd name="T23" fmla="*/ 2147483647 h 144"/>
                <a:gd name="T24" fmla="*/ 2147483647 w 354"/>
                <a:gd name="T25" fmla="*/ 2147483647 h 144"/>
                <a:gd name="T26" fmla="*/ 2147483647 w 354"/>
                <a:gd name="T27" fmla="*/ 2147483647 h 144"/>
                <a:gd name="T28" fmla="*/ 2147483647 w 354"/>
                <a:gd name="T29" fmla="*/ 2147483647 h 144"/>
                <a:gd name="T30" fmla="*/ 0 w 354"/>
                <a:gd name="T31" fmla="*/ 2147483647 h 144"/>
                <a:gd name="T32" fmla="*/ 2147483647 w 354"/>
                <a:gd name="T33" fmla="*/ 2147483647 h 144"/>
                <a:gd name="T34" fmla="*/ 2147483647 w 354"/>
                <a:gd name="T35" fmla="*/ 2147483647 h 144"/>
                <a:gd name="T36" fmla="*/ 2147483647 w 354"/>
                <a:gd name="T37" fmla="*/ 2147483647 h 144"/>
                <a:gd name="T38" fmla="*/ 2147483647 w 354"/>
                <a:gd name="T39" fmla="*/ 2147483647 h 144"/>
                <a:gd name="T40" fmla="*/ 2147483647 w 354"/>
                <a:gd name="T41" fmla="*/ 2147483647 h 144"/>
                <a:gd name="T42" fmla="*/ 2147483647 w 354"/>
                <a:gd name="T43" fmla="*/ 2147483647 h 144"/>
                <a:gd name="T44" fmla="*/ 2147483647 w 354"/>
                <a:gd name="T45" fmla="*/ 2147483647 h 144"/>
                <a:gd name="T46" fmla="*/ 2147483647 w 354"/>
                <a:gd name="T47" fmla="*/ 2147483647 h 144"/>
                <a:gd name="T48" fmla="*/ 2147483647 w 354"/>
                <a:gd name="T49" fmla="*/ 2147483647 h 144"/>
                <a:gd name="T50" fmla="*/ 2147483647 w 354"/>
                <a:gd name="T51" fmla="*/ 2147483647 h 144"/>
                <a:gd name="T52" fmla="*/ 2147483647 w 354"/>
                <a:gd name="T53" fmla="*/ 2147483647 h 144"/>
                <a:gd name="T54" fmla="*/ 2147483647 w 354"/>
                <a:gd name="T55" fmla="*/ 2147483647 h 144"/>
                <a:gd name="T56" fmla="*/ 2147483647 w 354"/>
                <a:gd name="T57" fmla="*/ 2147483647 h 144"/>
                <a:gd name="T58" fmla="*/ 2147483647 w 354"/>
                <a:gd name="T59" fmla="*/ 2147483647 h 144"/>
                <a:gd name="T60" fmla="*/ 2147483647 w 354"/>
                <a:gd name="T61" fmla="*/ 2147483647 h 144"/>
                <a:gd name="T62" fmla="*/ 2147483647 w 354"/>
                <a:gd name="T63" fmla="*/ 2147483647 h 144"/>
                <a:gd name="T64" fmla="*/ 2147483647 w 354"/>
                <a:gd name="T65" fmla="*/ 2147483647 h 144"/>
                <a:gd name="T66" fmla="*/ 2147483647 w 354"/>
                <a:gd name="T67" fmla="*/ 2147483647 h 144"/>
                <a:gd name="T68" fmla="*/ 2147483647 w 354"/>
                <a:gd name="T69" fmla="*/ 2147483647 h 14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54"/>
                <a:gd name="T106" fmla="*/ 0 h 144"/>
                <a:gd name="T107" fmla="*/ 354 w 354"/>
                <a:gd name="T108" fmla="*/ 144 h 14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54" h="144">
                  <a:moveTo>
                    <a:pt x="348" y="30"/>
                  </a:moveTo>
                  <a:lnTo>
                    <a:pt x="324" y="30"/>
                  </a:lnTo>
                  <a:lnTo>
                    <a:pt x="300" y="6"/>
                  </a:lnTo>
                  <a:lnTo>
                    <a:pt x="276" y="6"/>
                  </a:lnTo>
                  <a:lnTo>
                    <a:pt x="270" y="12"/>
                  </a:lnTo>
                  <a:lnTo>
                    <a:pt x="258" y="18"/>
                  </a:lnTo>
                  <a:lnTo>
                    <a:pt x="246" y="18"/>
                  </a:lnTo>
                  <a:lnTo>
                    <a:pt x="240" y="12"/>
                  </a:lnTo>
                  <a:lnTo>
                    <a:pt x="210" y="12"/>
                  </a:lnTo>
                  <a:lnTo>
                    <a:pt x="210" y="18"/>
                  </a:lnTo>
                  <a:lnTo>
                    <a:pt x="204" y="24"/>
                  </a:lnTo>
                  <a:lnTo>
                    <a:pt x="192" y="24"/>
                  </a:lnTo>
                  <a:lnTo>
                    <a:pt x="186" y="18"/>
                  </a:lnTo>
                  <a:lnTo>
                    <a:pt x="186" y="12"/>
                  </a:lnTo>
                  <a:lnTo>
                    <a:pt x="180" y="12"/>
                  </a:lnTo>
                  <a:lnTo>
                    <a:pt x="168" y="0"/>
                  </a:lnTo>
                  <a:lnTo>
                    <a:pt x="156" y="0"/>
                  </a:lnTo>
                  <a:lnTo>
                    <a:pt x="144" y="12"/>
                  </a:lnTo>
                  <a:lnTo>
                    <a:pt x="138" y="12"/>
                  </a:lnTo>
                  <a:lnTo>
                    <a:pt x="126" y="0"/>
                  </a:lnTo>
                  <a:lnTo>
                    <a:pt x="108" y="12"/>
                  </a:lnTo>
                  <a:lnTo>
                    <a:pt x="84" y="18"/>
                  </a:lnTo>
                  <a:lnTo>
                    <a:pt x="84" y="42"/>
                  </a:lnTo>
                  <a:lnTo>
                    <a:pt x="72" y="48"/>
                  </a:lnTo>
                  <a:lnTo>
                    <a:pt x="66" y="54"/>
                  </a:lnTo>
                  <a:lnTo>
                    <a:pt x="54" y="60"/>
                  </a:lnTo>
                  <a:lnTo>
                    <a:pt x="36" y="60"/>
                  </a:lnTo>
                  <a:lnTo>
                    <a:pt x="36" y="54"/>
                  </a:lnTo>
                  <a:lnTo>
                    <a:pt x="30" y="60"/>
                  </a:lnTo>
                  <a:lnTo>
                    <a:pt x="12" y="60"/>
                  </a:lnTo>
                  <a:lnTo>
                    <a:pt x="6" y="66"/>
                  </a:lnTo>
                  <a:lnTo>
                    <a:pt x="0" y="90"/>
                  </a:lnTo>
                  <a:lnTo>
                    <a:pt x="0" y="102"/>
                  </a:lnTo>
                  <a:lnTo>
                    <a:pt x="6" y="102"/>
                  </a:lnTo>
                  <a:lnTo>
                    <a:pt x="6" y="114"/>
                  </a:lnTo>
                  <a:lnTo>
                    <a:pt x="12" y="114"/>
                  </a:lnTo>
                  <a:lnTo>
                    <a:pt x="12" y="126"/>
                  </a:lnTo>
                  <a:lnTo>
                    <a:pt x="6" y="132"/>
                  </a:lnTo>
                  <a:lnTo>
                    <a:pt x="18" y="138"/>
                  </a:lnTo>
                  <a:lnTo>
                    <a:pt x="30" y="120"/>
                  </a:lnTo>
                  <a:lnTo>
                    <a:pt x="36" y="126"/>
                  </a:lnTo>
                  <a:lnTo>
                    <a:pt x="42" y="138"/>
                  </a:lnTo>
                  <a:lnTo>
                    <a:pt x="48" y="144"/>
                  </a:lnTo>
                  <a:lnTo>
                    <a:pt x="90" y="144"/>
                  </a:lnTo>
                  <a:lnTo>
                    <a:pt x="108" y="138"/>
                  </a:lnTo>
                  <a:lnTo>
                    <a:pt x="120" y="138"/>
                  </a:lnTo>
                  <a:lnTo>
                    <a:pt x="132" y="114"/>
                  </a:lnTo>
                  <a:lnTo>
                    <a:pt x="168" y="120"/>
                  </a:lnTo>
                  <a:lnTo>
                    <a:pt x="174" y="108"/>
                  </a:lnTo>
                  <a:lnTo>
                    <a:pt x="198" y="108"/>
                  </a:lnTo>
                  <a:lnTo>
                    <a:pt x="210" y="102"/>
                  </a:lnTo>
                  <a:lnTo>
                    <a:pt x="216" y="102"/>
                  </a:lnTo>
                  <a:lnTo>
                    <a:pt x="228" y="90"/>
                  </a:lnTo>
                  <a:lnTo>
                    <a:pt x="234" y="78"/>
                  </a:lnTo>
                  <a:lnTo>
                    <a:pt x="258" y="78"/>
                  </a:lnTo>
                  <a:lnTo>
                    <a:pt x="258" y="90"/>
                  </a:lnTo>
                  <a:lnTo>
                    <a:pt x="276" y="96"/>
                  </a:lnTo>
                  <a:lnTo>
                    <a:pt x="276" y="78"/>
                  </a:lnTo>
                  <a:lnTo>
                    <a:pt x="288" y="78"/>
                  </a:lnTo>
                  <a:lnTo>
                    <a:pt x="288" y="90"/>
                  </a:lnTo>
                  <a:lnTo>
                    <a:pt x="300" y="90"/>
                  </a:lnTo>
                  <a:lnTo>
                    <a:pt x="312" y="84"/>
                  </a:lnTo>
                  <a:lnTo>
                    <a:pt x="336" y="84"/>
                  </a:lnTo>
                  <a:lnTo>
                    <a:pt x="336" y="90"/>
                  </a:lnTo>
                  <a:lnTo>
                    <a:pt x="336" y="72"/>
                  </a:lnTo>
                  <a:lnTo>
                    <a:pt x="342" y="72"/>
                  </a:lnTo>
                  <a:lnTo>
                    <a:pt x="348" y="66"/>
                  </a:lnTo>
                  <a:lnTo>
                    <a:pt x="348" y="60"/>
                  </a:lnTo>
                  <a:lnTo>
                    <a:pt x="354" y="54"/>
                  </a:lnTo>
                  <a:lnTo>
                    <a:pt x="354" y="30"/>
                  </a:lnTo>
                  <a:lnTo>
                    <a:pt x="348" y="3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22" name="Sierra Leone" descr="© INSCALE GmbH, 05.05.2010&#10;http://www.presentationload.com/">
              <a:extLst>
                <a:ext uri="{FF2B5EF4-FFF2-40B4-BE49-F238E27FC236}">
                  <a16:creationId xmlns:a16="http://schemas.microsoft.com/office/drawing/2014/main" id="{56B3A363-5030-4D54-9FFB-C0FB729FF0B4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423099" y="2734839"/>
              <a:ext cx="68499" cy="88627"/>
            </a:xfrm>
            <a:custGeom>
              <a:avLst/>
              <a:gdLst>
                <a:gd name="T0" fmla="*/ 2147483647 w 210"/>
                <a:gd name="T1" fmla="*/ 2147483647 h 270"/>
                <a:gd name="T2" fmla="*/ 2147483647 w 210"/>
                <a:gd name="T3" fmla="*/ 2147483647 h 270"/>
                <a:gd name="T4" fmla="*/ 2147483647 w 210"/>
                <a:gd name="T5" fmla="*/ 2147483647 h 270"/>
                <a:gd name="T6" fmla="*/ 2147483647 w 210"/>
                <a:gd name="T7" fmla="*/ 2147483647 h 270"/>
                <a:gd name="T8" fmla="*/ 2147483647 w 210"/>
                <a:gd name="T9" fmla="*/ 2147483647 h 270"/>
                <a:gd name="T10" fmla="*/ 2147483647 w 210"/>
                <a:gd name="T11" fmla="*/ 2147483647 h 270"/>
                <a:gd name="T12" fmla="*/ 2147483647 w 210"/>
                <a:gd name="T13" fmla="*/ 2147483647 h 270"/>
                <a:gd name="T14" fmla="*/ 2147483647 w 210"/>
                <a:gd name="T15" fmla="*/ 2147483647 h 270"/>
                <a:gd name="T16" fmla="*/ 2147483647 w 210"/>
                <a:gd name="T17" fmla="*/ 2147483647 h 270"/>
                <a:gd name="T18" fmla="*/ 2147483647 w 210"/>
                <a:gd name="T19" fmla="*/ 2147483647 h 270"/>
                <a:gd name="T20" fmla="*/ 2147483647 w 210"/>
                <a:gd name="T21" fmla="*/ 2147483647 h 270"/>
                <a:gd name="T22" fmla="*/ 2147483647 w 210"/>
                <a:gd name="T23" fmla="*/ 0 h 270"/>
                <a:gd name="T24" fmla="*/ 2147483647 w 210"/>
                <a:gd name="T25" fmla="*/ 0 h 270"/>
                <a:gd name="T26" fmla="*/ 2147483647 w 210"/>
                <a:gd name="T27" fmla="*/ 2147483647 h 270"/>
                <a:gd name="T28" fmla="*/ 2147483647 w 210"/>
                <a:gd name="T29" fmla="*/ 2147483647 h 270"/>
                <a:gd name="T30" fmla="*/ 2147483647 w 210"/>
                <a:gd name="T31" fmla="*/ 2147483647 h 270"/>
                <a:gd name="T32" fmla="*/ 2147483647 w 210"/>
                <a:gd name="T33" fmla="*/ 2147483647 h 270"/>
                <a:gd name="T34" fmla="*/ 2147483647 w 210"/>
                <a:gd name="T35" fmla="*/ 2147483647 h 270"/>
                <a:gd name="T36" fmla="*/ 2147483647 w 210"/>
                <a:gd name="T37" fmla="*/ 2147483647 h 270"/>
                <a:gd name="T38" fmla="*/ 2147483647 w 210"/>
                <a:gd name="T39" fmla="*/ 2147483647 h 270"/>
                <a:gd name="T40" fmla="*/ 2147483647 w 210"/>
                <a:gd name="T41" fmla="*/ 2147483647 h 270"/>
                <a:gd name="T42" fmla="*/ 2147483647 w 210"/>
                <a:gd name="T43" fmla="*/ 2147483647 h 270"/>
                <a:gd name="T44" fmla="*/ 0 w 210"/>
                <a:gd name="T45" fmla="*/ 2147483647 h 270"/>
                <a:gd name="T46" fmla="*/ 2147483647 w 210"/>
                <a:gd name="T47" fmla="*/ 2147483647 h 270"/>
                <a:gd name="T48" fmla="*/ 2147483647 w 210"/>
                <a:gd name="T49" fmla="*/ 2147483647 h 270"/>
                <a:gd name="T50" fmla="*/ 0 w 210"/>
                <a:gd name="T51" fmla="*/ 2147483647 h 270"/>
                <a:gd name="T52" fmla="*/ 0 w 210"/>
                <a:gd name="T53" fmla="*/ 2147483647 h 270"/>
                <a:gd name="T54" fmla="*/ 2147483647 w 210"/>
                <a:gd name="T55" fmla="*/ 2147483647 h 270"/>
                <a:gd name="T56" fmla="*/ 2147483647 w 210"/>
                <a:gd name="T57" fmla="*/ 2147483647 h 270"/>
                <a:gd name="T58" fmla="*/ 2147483647 w 210"/>
                <a:gd name="T59" fmla="*/ 2147483647 h 270"/>
                <a:gd name="T60" fmla="*/ 2147483647 w 210"/>
                <a:gd name="T61" fmla="*/ 2147483647 h 270"/>
                <a:gd name="T62" fmla="*/ 2147483647 w 210"/>
                <a:gd name="T63" fmla="*/ 2147483647 h 270"/>
                <a:gd name="T64" fmla="*/ 2147483647 w 210"/>
                <a:gd name="T65" fmla="*/ 2147483647 h 270"/>
                <a:gd name="T66" fmla="*/ 2147483647 w 210"/>
                <a:gd name="T67" fmla="*/ 2147483647 h 270"/>
                <a:gd name="T68" fmla="*/ 2147483647 w 210"/>
                <a:gd name="T69" fmla="*/ 2147483647 h 270"/>
                <a:gd name="T70" fmla="*/ 2147483647 w 210"/>
                <a:gd name="T71" fmla="*/ 2147483647 h 270"/>
                <a:gd name="T72" fmla="*/ 2147483647 w 210"/>
                <a:gd name="T73" fmla="*/ 2147483647 h 270"/>
                <a:gd name="T74" fmla="*/ 2147483647 w 210"/>
                <a:gd name="T75" fmla="*/ 2147483647 h 270"/>
                <a:gd name="T76" fmla="*/ 2147483647 w 210"/>
                <a:gd name="T77" fmla="*/ 2147483647 h 270"/>
                <a:gd name="T78" fmla="*/ 2147483647 w 210"/>
                <a:gd name="T79" fmla="*/ 2147483647 h 270"/>
                <a:gd name="T80" fmla="*/ 2147483647 w 210"/>
                <a:gd name="T81" fmla="*/ 2147483647 h 270"/>
                <a:gd name="T82" fmla="*/ 2147483647 w 210"/>
                <a:gd name="T83" fmla="*/ 2147483647 h 270"/>
                <a:gd name="T84" fmla="*/ 2147483647 w 210"/>
                <a:gd name="T85" fmla="*/ 2147483647 h 270"/>
                <a:gd name="T86" fmla="*/ 2147483647 w 210"/>
                <a:gd name="T87" fmla="*/ 2147483647 h 27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10"/>
                <a:gd name="T133" fmla="*/ 0 h 270"/>
                <a:gd name="T134" fmla="*/ 210 w 210"/>
                <a:gd name="T135" fmla="*/ 270 h 27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10" h="270">
                  <a:moveTo>
                    <a:pt x="186" y="180"/>
                  </a:moveTo>
                  <a:lnTo>
                    <a:pt x="186" y="162"/>
                  </a:lnTo>
                  <a:lnTo>
                    <a:pt x="210" y="156"/>
                  </a:lnTo>
                  <a:lnTo>
                    <a:pt x="204" y="132"/>
                  </a:lnTo>
                  <a:lnTo>
                    <a:pt x="174" y="144"/>
                  </a:lnTo>
                  <a:lnTo>
                    <a:pt x="180" y="126"/>
                  </a:lnTo>
                  <a:lnTo>
                    <a:pt x="186" y="120"/>
                  </a:lnTo>
                  <a:lnTo>
                    <a:pt x="192" y="108"/>
                  </a:lnTo>
                  <a:lnTo>
                    <a:pt x="192" y="90"/>
                  </a:lnTo>
                  <a:lnTo>
                    <a:pt x="180" y="78"/>
                  </a:lnTo>
                  <a:lnTo>
                    <a:pt x="180" y="60"/>
                  </a:lnTo>
                  <a:lnTo>
                    <a:pt x="138" y="0"/>
                  </a:lnTo>
                  <a:lnTo>
                    <a:pt x="102" y="0"/>
                  </a:lnTo>
                  <a:lnTo>
                    <a:pt x="96" y="18"/>
                  </a:lnTo>
                  <a:lnTo>
                    <a:pt x="60" y="18"/>
                  </a:lnTo>
                  <a:lnTo>
                    <a:pt x="60" y="24"/>
                  </a:lnTo>
                  <a:lnTo>
                    <a:pt x="54" y="30"/>
                  </a:lnTo>
                  <a:lnTo>
                    <a:pt x="48" y="42"/>
                  </a:lnTo>
                  <a:lnTo>
                    <a:pt x="36" y="54"/>
                  </a:lnTo>
                  <a:lnTo>
                    <a:pt x="30" y="66"/>
                  </a:lnTo>
                  <a:lnTo>
                    <a:pt x="18" y="72"/>
                  </a:lnTo>
                  <a:lnTo>
                    <a:pt x="12" y="78"/>
                  </a:lnTo>
                  <a:lnTo>
                    <a:pt x="0" y="84"/>
                  </a:lnTo>
                  <a:lnTo>
                    <a:pt x="12" y="96"/>
                  </a:lnTo>
                  <a:lnTo>
                    <a:pt x="6" y="102"/>
                  </a:lnTo>
                  <a:lnTo>
                    <a:pt x="0" y="114"/>
                  </a:lnTo>
                  <a:lnTo>
                    <a:pt x="0" y="132"/>
                  </a:lnTo>
                  <a:lnTo>
                    <a:pt x="6" y="138"/>
                  </a:lnTo>
                  <a:lnTo>
                    <a:pt x="18" y="144"/>
                  </a:lnTo>
                  <a:lnTo>
                    <a:pt x="24" y="150"/>
                  </a:lnTo>
                  <a:lnTo>
                    <a:pt x="18" y="180"/>
                  </a:lnTo>
                  <a:lnTo>
                    <a:pt x="42" y="198"/>
                  </a:lnTo>
                  <a:lnTo>
                    <a:pt x="42" y="204"/>
                  </a:lnTo>
                  <a:lnTo>
                    <a:pt x="48" y="210"/>
                  </a:lnTo>
                  <a:lnTo>
                    <a:pt x="54" y="222"/>
                  </a:lnTo>
                  <a:lnTo>
                    <a:pt x="78" y="234"/>
                  </a:lnTo>
                  <a:lnTo>
                    <a:pt x="96" y="234"/>
                  </a:lnTo>
                  <a:lnTo>
                    <a:pt x="126" y="270"/>
                  </a:lnTo>
                  <a:lnTo>
                    <a:pt x="126" y="234"/>
                  </a:lnTo>
                  <a:lnTo>
                    <a:pt x="144" y="216"/>
                  </a:lnTo>
                  <a:lnTo>
                    <a:pt x="156" y="210"/>
                  </a:lnTo>
                  <a:lnTo>
                    <a:pt x="168" y="198"/>
                  </a:lnTo>
                  <a:lnTo>
                    <a:pt x="180" y="192"/>
                  </a:lnTo>
                  <a:lnTo>
                    <a:pt x="186" y="18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23" name="Singapore" descr="© INSCALE GmbH, 05.05.2010&#10;http://www.presentationload.com/">
              <a:extLst>
                <a:ext uri="{FF2B5EF4-FFF2-40B4-BE49-F238E27FC236}">
                  <a16:creationId xmlns:a16="http://schemas.microsoft.com/office/drawing/2014/main" id="{BBAD6FD5-A0F6-4B4C-B2E8-5004D8768C6A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6164590" y="2953558"/>
              <a:ext cx="17820" cy="13767"/>
            </a:xfrm>
            <a:custGeom>
              <a:avLst/>
              <a:gdLst/>
              <a:ahLst/>
              <a:cxnLst/>
              <a:rect l="l" t="t" r="r" b="b"/>
              <a:pathLst>
                <a:path w="17820" h="13865">
                  <a:moveTo>
                    <a:pt x="17820" y="0"/>
                  </a:moveTo>
                  <a:lnTo>
                    <a:pt x="17820" y="3941"/>
                  </a:lnTo>
                  <a:lnTo>
                    <a:pt x="15844" y="7911"/>
                  </a:lnTo>
                  <a:lnTo>
                    <a:pt x="15844" y="11880"/>
                  </a:lnTo>
                  <a:lnTo>
                    <a:pt x="30" y="13865"/>
                  </a:lnTo>
                  <a:lnTo>
                    <a:pt x="0" y="13819"/>
                  </a:lnTo>
                  <a:cubicBezTo>
                    <a:pt x="1713" y="5486"/>
                    <a:pt x="9076" y="11"/>
                    <a:pt x="17820" y="0"/>
                  </a:cubicBez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24" name="Serbia" descr="© INSCALE GmbH, 05.05.2010&#10;http://www.presentationload.com/">
              <a:extLst>
                <a:ext uri="{FF2B5EF4-FFF2-40B4-BE49-F238E27FC236}">
                  <a16:creationId xmlns:a16="http://schemas.microsoft.com/office/drawing/2014/main" id="{D25159CD-F849-4478-AAFB-7DC9672C37AE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153319" y="1781778"/>
              <a:ext cx="90469" cy="98576"/>
            </a:xfrm>
            <a:custGeom>
              <a:avLst/>
              <a:gdLst/>
              <a:ahLst/>
              <a:cxnLst>
                <a:cxn ang="0">
                  <a:pos x="464" y="374"/>
                </a:cxn>
                <a:cxn ang="0">
                  <a:pos x="453" y="310"/>
                </a:cxn>
                <a:cxn ang="0">
                  <a:pos x="453" y="235"/>
                </a:cxn>
                <a:cxn ang="0">
                  <a:pos x="378" y="224"/>
                </a:cxn>
                <a:cxn ang="0">
                  <a:pos x="302" y="171"/>
                </a:cxn>
                <a:cxn ang="0">
                  <a:pos x="291" y="118"/>
                </a:cxn>
                <a:cxn ang="0">
                  <a:pos x="259" y="128"/>
                </a:cxn>
                <a:cxn ang="0">
                  <a:pos x="216" y="53"/>
                </a:cxn>
                <a:cxn ang="0">
                  <a:pos x="87" y="0"/>
                </a:cxn>
                <a:cxn ang="0">
                  <a:pos x="0" y="43"/>
                </a:cxn>
                <a:cxn ang="0">
                  <a:pos x="32" y="96"/>
                </a:cxn>
                <a:cxn ang="0">
                  <a:pos x="65" y="139"/>
                </a:cxn>
                <a:cxn ang="0">
                  <a:pos x="54" y="150"/>
                </a:cxn>
                <a:cxn ang="0">
                  <a:pos x="32" y="181"/>
                </a:cxn>
                <a:cxn ang="0">
                  <a:pos x="32" y="192"/>
                </a:cxn>
                <a:cxn ang="0">
                  <a:pos x="76" y="203"/>
                </a:cxn>
                <a:cxn ang="0">
                  <a:pos x="87" y="267"/>
                </a:cxn>
                <a:cxn ang="0">
                  <a:pos x="65" y="310"/>
                </a:cxn>
                <a:cxn ang="0">
                  <a:pos x="98" y="363"/>
                </a:cxn>
                <a:cxn ang="0">
                  <a:pos x="119" y="395"/>
                </a:cxn>
                <a:cxn ang="0">
                  <a:pos x="157" y="442"/>
                </a:cxn>
                <a:cxn ang="0">
                  <a:pos x="173" y="438"/>
                </a:cxn>
                <a:cxn ang="0">
                  <a:pos x="180" y="444"/>
                </a:cxn>
                <a:cxn ang="0">
                  <a:pos x="230" y="446"/>
                </a:cxn>
                <a:cxn ang="0">
                  <a:pos x="237" y="431"/>
                </a:cxn>
                <a:cxn ang="0">
                  <a:pos x="258" y="416"/>
                </a:cxn>
                <a:cxn ang="0">
                  <a:pos x="266" y="418"/>
                </a:cxn>
                <a:cxn ang="0">
                  <a:pos x="268" y="407"/>
                </a:cxn>
                <a:cxn ang="0">
                  <a:pos x="267" y="399"/>
                </a:cxn>
                <a:cxn ang="0">
                  <a:pos x="254" y="388"/>
                </a:cxn>
                <a:cxn ang="0">
                  <a:pos x="262" y="387"/>
                </a:cxn>
                <a:cxn ang="0">
                  <a:pos x="279" y="380"/>
                </a:cxn>
                <a:cxn ang="0">
                  <a:pos x="288" y="372"/>
                </a:cxn>
                <a:cxn ang="0">
                  <a:pos x="298" y="389"/>
                </a:cxn>
                <a:cxn ang="0">
                  <a:pos x="292" y="399"/>
                </a:cxn>
                <a:cxn ang="0">
                  <a:pos x="309" y="402"/>
                </a:cxn>
                <a:cxn ang="0">
                  <a:pos x="321" y="404"/>
                </a:cxn>
                <a:cxn ang="0">
                  <a:pos x="326" y="408"/>
                </a:cxn>
                <a:cxn ang="0">
                  <a:pos x="328" y="433"/>
                </a:cxn>
                <a:cxn ang="0">
                  <a:pos x="334" y="429"/>
                </a:cxn>
                <a:cxn ang="0">
                  <a:pos x="335" y="448"/>
                </a:cxn>
                <a:cxn ang="0">
                  <a:pos x="348" y="452"/>
                </a:cxn>
                <a:cxn ang="0">
                  <a:pos x="356" y="467"/>
                </a:cxn>
                <a:cxn ang="0">
                  <a:pos x="354" y="478"/>
                </a:cxn>
                <a:cxn ang="0">
                  <a:pos x="356" y="482"/>
                </a:cxn>
                <a:cxn ang="0">
                  <a:pos x="369" y="485"/>
                </a:cxn>
                <a:cxn ang="0">
                  <a:pos x="381" y="492"/>
                </a:cxn>
                <a:cxn ang="0">
                  <a:pos x="390" y="496"/>
                </a:cxn>
                <a:cxn ang="0">
                  <a:pos x="399" y="501"/>
                </a:cxn>
                <a:cxn ang="0">
                  <a:pos x="392" y="513"/>
                </a:cxn>
                <a:cxn ang="0">
                  <a:pos x="384" y="528"/>
                </a:cxn>
                <a:cxn ang="0">
                  <a:pos x="376" y="542"/>
                </a:cxn>
                <a:cxn ang="0">
                  <a:pos x="453" y="492"/>
                </a:cxn>
                <a:cxn ang="0">
                  <a:pos x="486" y="470"/>
                </a:cxn>
                <a:cxn ang="0">
                  <a:pos x="486" y="406"/>
                </a:cxn>
              </a:cxnLst>
              <a:rect l="0" t="0" r="r" b="b"/>
              <a:pathLst>
                <a:path w="496" h="542">
                  <a:moveTo>
                    <a:pt x="486" y="406"/>
                  </a:moveTo>
                  <a:cubicBezTo>
                    <a:pt x="453" y="395"/>
                    <a:pt x="453" y="395"/>
                    <a:pt x="453" y="395"/>
                  </a:cubicBezTo>
                  <a:cubicBezTo>
                    <a:pt x="464" y="374"/>
                    <a:pt x="464" y="374"/>
                    <a:pt x="464" y="374"/>
                  </a:cubicBezTo>
                  <a:cubicBezTo>
                    <a:pt x="432" y="363"/>
                    <a:pt x="432" y="363"/>
                    <a:pt x="432" y="363"/>
                  </a:cubicBezTo>
                  <a:cubicBezTo>
                    <a:pt x="432" y="331"/>
                    <a:pt x="432" y="331"/>
                    <a:pt x="432" y="331"/>
                  </a:cubicBezTo>
                  <a:cubicBezTo>
                    <a:pt x="453" y="310"/>
                    <a:pt x="453" y="310"/>
                    <a:pt x="453" y="310"/>
                  </a:cubicBezTo>
                  <a:cubicBezTo>
                    <a:pt x="453" y="267"/>
                    <a:pt x="453" y="267"/>
                    <a:pt x="453" y="267"/>
                  </a:cubicBezTo>
                  <a:cubicBezTo>
                    <a:pt x="442" y="256"/>
                    <a:pt x="442" y="256"/>
                    <a:pt x="442" y="256"/>
                  </a:cubicBezTo>
                  <a:cubicBezTo>
                    <a:pt x="453" y="235"/>
                    <a:pt x="453" y="235"/>
                    <a:pt x="453" y="235"/>
                  </a:cubicBezTo>
                  <a:cubicBezTo>
                    <a:pt x="464" y="224"/>
                    <a:pt x="464" y="224"/>
                    <a:pt x="464" y="224"/>
                  </a:cubicBezTo>
                  <a:cubicBezTo>
                    <a:pt x="421" y="213"/>
                    <a:pt x="421" y="213"/>
                    <a:pt x="421" y="213"/>
                  </a:cubicBezTo>
                  <a:cubicBezTo>
                    <a:pt x="378" y="224"/>
                    <a:pt x="378" y="224"/>
                    <a:pt x="378" y="224"/>
                  </a:cubicBezTo>
                  <a:cubicBezTo>
                    <a:pt x="367" y="213"/>
                    <a:pt x="367" y="213"/>
                    <a:pt x="367" y="213"/>
                  </a:cubicBezTo>
                  <a:cubicBezTo>
                    <a:pt x="324" y="203"/>
                    <a:pt x="324" y="203"/>
                    <a:pt x="324" y="203"/>
                  </a:cubicBezTo>
                  <a:cubicBezTo>
                    <a:pt x="302" y="171"/>
                    <a:pt x="302" y="171"/>
                    <a:pt x="302" y="171"/>
                  </a:cubicBezTo>
                  <a:cubicBezTo>
                    <a:pt x="313" y="160"/>
                    <a:pt x="313" y="160"/>
                    <a:pt x="313" y="160"/>
                  </a:cubicBezTo>
                  <a:cubicBezTo>
                    <a:pt x="313" y="128"/>
                    <a:pt x="313" y="128"/>
                    <a:pt x="313" y="128"/>
                  </a:cubicBezTo>
                  <a:cubicBezTo>
                    <a:pt x="291" y="118"/>
                    <a:pt x="291" y="118"/>
                    <a:pt x="291" y="118"/>
                  </a:cubicBezTo>
                  <a:cubicBezTo>
                    <a:pt x="280" y="118"/>
                    <a:pt x="280" y="118"/>
                    <a:pt x="280" y="118"/>
                  </a:cubicBezTo>
                  <a:cubicBezTo>
                    <a:pt x="270" y="128"/>
                    <a:pt x="270" y="128"/>
                    <a:pt x="270" y="128"/>
                  </a:cubicBezTo>
                  <a:cubicBezTo>
                    <a:pt x="259" y="128"/>
                    <a:pt x="259" y="128"/>
                    <a:pt x="259" y="128"/>
                  </a:cubicBezTo>
                  <a:cubicBezTo>
                    <a:pt x="249" y="118"/>
                    <a:pt x="249" y="118"/>
                    <a:pt x="249" y="118"/>
                  </a:cubicBezTo>
                  <a:cubicBezTo>
                    <a:pt x="227" y="53"/>
                    <a:pt x="227" y="53"/>
                    <a:pt x="227" y="53"/>
                  </a:cubicBezTo>
                  <a:cubicBezTo>
                    <a:pt x="216" y="53"/>
                    <a:pt x="216" y="53"/>
                    <a:pt x="216" y="53"/>
                  </a:cubicBezTo>
                  <a:cubicBezTo>
                    <a:pt x="173" y="21"/>
                    <a:pt x="173" y="21"/>
                    <a:pt x="173" y="21"/>
                  </a:cubicBezTo>
                  <a:cubicBezTo>
                    <a:pt x="129" y="0"/>
                    <a:pt x="129" y="0"/>
                    <a:pt x="129" y="0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54" y="32"/>
                    <a:pt x="54" y="32"/>
                    <a:pt x="54" y="32"/>
                  </a:cubicBezTo>
                  <a:cubicBezTo>
                    <a:pt x="11" y="32"/>
                    <a:pt x="11" y="32"/>
                    <a:pt x="11" y="32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22" y="96"/>
                    <a:pt x="22" y="96"/>
                    <a:pt x="22" y="96"/>
                  </a:cubicBezTo>
                  <a:cubicBezTo>
                    <a:pt x="32" y="96"/>
                    <a:pt x="32" y="96"/>
                    <a:pt x="32" y="96"/>
                  </a:cubicBezTo>
                  <a:cubicBezTo>
                    <a:pt x="22" y="128"/>
                    <a:pt x="22" y="128"/>
                    <a:pt x="22" y="128"/>
                  </a:cubicBezTo>
                  <a:cubicBezTo>
                    <a:pt x="43" y="128"/>
                    <a:pt x="43" y="128"/>
                    <a:pt x="43" y="128"/>
                  </a:cubicBezTo>
                  <a:cubicBezTo>
                    <a:pt x="65" y="139"/>
                    <a:pt x="65" y="139"/>
                    <a:pt x="65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65" y="150"/>
                    <a:pt x="65" y="150"/>
                    <a:pt x="65" y="150"/>
                  </a:cubicBezTo>
                  <a:cubicBezTo>
                    <a:pt x="54" y="150"/>
                    <a:pt x="54" y="150"/>
                    <a:pt x="54" y="150"/>
                  </a:cubicBezTo>
                  <a:cubicBezTo>
                    <a:pt x="43" y="160"/>
                    <a:pt x="43" y="160"/>
                    <a:pt x="43" y="160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2" y="181"/>
                    <a:pt x="32" y="181"/>
                    <a:pt x="32" y="181"/>
                  </a:cubicBezTo>
                  <a:cubicBezTo>
                    <a:pt x="22" y="181"/>
                    <a:pt x="22" y="181"/>
                    <a:pt x="22" y="181"/>
                  </a:cubicBezTo>
                  <a:cubicBezTo>
                    <a:pt x="22" y="192"/>
                    <a:pt x="22" y="192"/>
                    <a:pt x="22" y="192"/>
                  </a:cubicBezTo>
                  <a:cubicBezTo>
                    <a:pt x="32" y="192"/>
                    <a:pt x="32" y="192"/>
                    <a:pt x="32" y="192"/>
                  </a:cubicBezTo>
                  <a:cubicBezTo>
                    <a:pt x="54" y="181"/>
                    <a:pt x="54" y="181"/>
                    <a:pt x="54" y="181"/>
                  </a:cubicBezTo>
                  <a:cubicBezTo>
                    <a:pt x="76" y="181"/>
                    <a:pt x="76" y="181"/>
                    <a:pt x="76" y="181"/>
                  </a:cubicBezTo>
                  <a:cubicBezTo>
                    <a:pt x="76" y="203"/>
                    <a:pt x="76" y="203"/>
                    <a:pt x="76" y="203"/>
                  </a:cubicBezTo>
                  <a:cubicBezTo>
                    <a:pt x="43" y="235"/>
                    <a:pt x="43" y="235"/>
                    <a:pt x="43" y="235"/>
                  </a:cubicBezTo>
                  <a:cubicBezTo>
                    <a:pt x="43" y="267"/>
                    <a:pt x="43" y="267"/>
                    <a:pt x="43" y="267"/>
                  </a:cubicBezTo>
                  <a:cubicBezTo>
                    <a:pt x="87" y="267"/>
                    <a:pt x="87" y="267"/>
                    <a:pt x="87" y="267"/>
                  </a:cubicBezTo>
                  <a:cubicBezTo>
                    <a:pt x="98" y="278"/>
                    <a:pt x="98" y="278"/>
                    <a:pt x="98" y="278"/>
                  </a:cubicBezTo>
                  <a:cubicBezTo>
                    <a:pt x="108" y="299"/>
                    <a:pt x="108" y="299"/>
                    <a:pt x="108" y="299"/>
                  </a:cubicBezTo>
                  <a:cubicBezTo>
                    <a:pt x="65" y="310"/>
                    <a:pt x="65" y="310"/>
                    <a:pt x="65" y="310"/>
                  </a:cubicBezTo>
                  <a:cubicBezTo>
                    <a:pt x="87" y="331"/>
                    <a:pt x="87" y="331"/>
                    <a:pt x="87" y="331"/>
                  </a:cubicBezTo>
                  <a:cubicBezTo>
                    <a:pt x="98" y="353"/>
                    <a:pt x="98" y="353"/>
                    <a:pt x="98" y="353"/>
                  </a:cubicBezTo>
                  <a:cubicBezTo>
                    <a:pt x="98" y="363"/>
                    <a:pt x="98" y="363"/>
                    <a:pt x="98" y="363"/>
                  </a:cubicBezTo>
                  <a:cubicBezTo>
                    <a:pt x="87" y="363"/>
                    <a:pt x="87" y="363"/>
                    <a:pt x="87" y="363"/>
                  </a:cubicBezTo>
                  <a:cubicBezTo>
                    <a:pt x="87" y="374"/>
                    <a:pt x="87" y="374"/>
                    <a:pt x="87" y="374"/>
                  </a:cubicBezTo>
                  <a:cubicBezTo>
                    <a:pt x="119" y="395"/>
                    <a:pt x="119" y="395"/>
                    <a:pt x="119" y="395"/>
                  </a:cubicBezTo>
                  <a:cubicBezTo>
                    <a:pt x="140" y="417"/>
                    <a:pt x="140" y="417"/>
                    <a:pt x="140" y="417"/>
                  </a:cubicBezTo>
                  <a:cubicBezTo>
                    <a:pt x="157" y="442"/>
                    <a:pt x="157" y="442"/>
                    <a:pt x="157" y="442"/>
                  </a:cubicBezTo>
                  <a:cubicBezTo>
                    <a:pt x="157" y="442"/>
                    <a:pt x="157" y="442"/>
                    <a:pt x="157" y="442"/>
                  </a:cubicBezTo>
                  <a:cubicBezTo>
                    <a:pt x="159" y="442"/>
                    <a:pt x="161" y="443"/>
                    <a:pt x="166" y="444"/>
                  </a:cubicBezTo>
                  <a:cubicBezTo>
                    <a:pt x="166" y="444"/>
                    <a:pt x="166" y="444"/>
                    <a:pt x="167" y="444"/>
                  </a:cubicBezTo>
                  <a:cubicBezTo>
                    <a:pt x="173" y="438"/>
                    <a:pt x="173" y="438"/>
                    <a:pt x="173" y="438"/>
                  </a:cubicBezTo>
                  <a:cubicBezTo>
                    <a:pt x="173" y="447"/>
                    <a:pt x="173" y="447"/>
                    <a:pt x="173" y="447"/>
                  </a:cubicBezTo>
                  <a:cubicBezTo>
                    <a:pt x="174" y="448"/>
                    <a:pt x="175" y="448"/>
                    <a:pt x="176" y="449"/>
                  </a:cubicBezTo>
                  <a:cubicBezTo>
                    <a:pt x="176" y="449"/>
                    <a:pt x="176" y="449"/>
                    <a:pt x="180" y="444"/>
                  </a:cubicBezTo>
                  <a:cubicBezTo>
                    <a:pt x="180" y="444"/>
                    <a:pt x="180" y="444"/>
                    <a:pt x="199" y="447"/>
                  </a:cubicBezTo>
                  <a:cubicBezTo>
                    <a:pt x="199" y="447"/>
                    <a:pt x="199" y="447"/>
                    <a:pt x="212" y="446"/>
                  </a:cubicBezTo>
                  <a:cubicBezTo>
                    <a:pt x="212" y="446"/>
                    <a:pt x="212" y="446"/>
                    <a:pt x="230" y="446"/>
                  </a:cubicBezTo>
                  <a:cubicBezTo>
                    <a:pt x="230" y="446"/>
                    <a:pt x="230" y="446"/>
                    <a:pt x="240" y="443"/>
                  </a:cubicBezTo>
                  <a:cubicBezTo>
                    <a:pt x="240" y="443"/>
                    <a:pt x="240" y="443"/>
                    <a:pt x="239" y="437"/>
                  </a:cubicBezTo>
                  <a:cubicBezTo>
                    <a:pt x="239" y="437"/>
                    <a:pt x="239" y="437"/>
                    <a:pt x="237" y="431"/>
                  </a:cubicBezTo>
                  <a:cubicBezTo>
                    <a:pt x="237" y="431"/>
                    <a:pt x="237" y="431"/>
                    <a:pt x="245" y="425"/>
                  </a:cubicBezTo>
                  <a:cubicBezTo>
                    <a:pt x="245" y="425"/>
                    <a:pt x="245" y="425"/>
                    <a:pt x="255" y="417"/>
                  </a:cubicBezTo>
                  <a:cubicBezTo>
                    <a:pt x="255" y="417"/>
                    <a:pt x="255" y="417"/>
                    <a:pt x="258" y="416"/>
                  </a:cubicBezTo>
                  <a:cubicBezTo>
                    <a:pt x="258" y="416"/>
                    <a:pt x="258" y="416"/>
                    <a:pt x="258" y="421"/>
                  </a:cubicBezTo>
                  <a:cubicBezTo>
                    <a:pt x="258" y="421"/>
                    <a:pt x="258" y="421"/>
                    <a:pt x="262" y="419"/>
                  </a:cubicBezTo>
                  <a:cubicBezTo>
                    <a:pt x="262" y="419"/>
                    <a:pt x="262" y="419"/>
                    <a:pt x="266" y="418"/>
                  </a:cubicBezTo>
                  <a:cubicBezTo>
                    <a:pt x="266" y="418"/>
                    <a:pt x="266" y="418"/>
                    <a:pt x="263" y="414"/>
                  </a:cubicBezTo>
                  <a:cubicBezTo>
                    <a:pt x="263" y="414"/>
                    <a:pt x="263" y="414"/>
                    <a:pt x="267" y="412"/>
                  </a:cubicBezTo>
                  <a:cubicBezTo>
                    <a:pt x="267" y="412"/>
                    <a:pt x="267" y="412"/>
                    <a:pt x="268" y="407"/>
                  </a:cubicBezTo>
                  <a:cubicBezTo>
                    <a:pt x="268" y="407"/>
                    <a:pt x="268" y="407"/>
                    <a:pt x="264" y="405"/>
                  </a:cubicBezTo>
                  <a:cubicBezTo>
                    <a:pt x="264" y="405"/>
                    <a:pt x="264" y="405"/>
                    <a:pt x="264" y="402"/>
                  </a:cubicBezTo>
                  <a:cubicBezTo>
                    <a:pt x="264" y="402"/>
                    <a:pt x="264" y="402"/>
                    <a:pt x="267" y="399"/>
                  </a:cubicBezTo>
                  <a:cubicBezTo>
                    <a:pt x="267" y="399"/>
                    <a:pt x="267" y="399"/>
                    <a:pt x="266" y="396"/>
                  </a:cubicBezTo>
                  <a:cubicBezTo>
                    <a:pt x="266" y="396"/>
                    <a:pt x="266" y="396"/>
                    <a:pt x="258" y="394"/>
                  </a:cubicBezTo>
                  <a:cubicBezTo>
                    <a:pt x="258" y="394"/>
                    <a:pt x="258" y="394"/>
                    <a:pt x="254" y="388"/>
                  </a:cubicBezTo>
                  <a:cubicBezTo>
                    <a:pt x="254" y="388"/>
                    <a:pt x="254" y="388"/>
                    <a:pt x="256" y="385"/>
                  </a:cubicBezTo>
                  <a:cubicBezTo>
                    <a:pt x="256" y="385"/>
                    <a:pt x="256" y="385"/>
                    <a:pt x="259" y="389"/>
                  </a:cubicBezTo>
                  <a:cubicBezTo>
                    <a:pt x="259" y="389"/>
                    <a:pt x="259" y="389"/>
                    <a:pt x="262" y="387"/>
                  </a:cubicBezTo>
                  <a:cubicBezTo>
                    <a:pt x="262" y="387"/>
                    <a:pt x="262" y="387"/>
                    <a:pt x="267" y="388"/>
                  </a:cubicBezTo>
                  <a:cubicBezTo>
                    <a:pt x="267" y="388"/>
                    <a:pt x="267" y="388"/>
                    <a:pt x="271" y="385"/>
                  </a:cubicBezTo>
                  <a:cubicBezTo>
                    <a:pt x="271" y="385"/>
                    <a:pt x="271" y="385"/>
                    <a:pt x="279" y="380"/>
                  </a:cubicBezTo>
                  <a:cubicBezTo>
                    <a:pt x="279" y="380"/>
                    <a:pt x="279" y="380"/>
                    <a:pt x="282" y="378"/>
                  </a:cubicBezTo>
                  <a:cubicBezTo>
                    <a:pt x="282" y="378"/>
                    <a:pt x="282" y="378"/>
                    <a:pt x="283" y="374"/>
                  </a:cubicBezTo>
                  <a:cubicBezTo>
                    <a:pt x="283" y="374"/>
                    <a:pt x="283" y="374"/>
                    <a:pt x="288" y="372"/>
                  </a:cubicBezTo>
                  <a:cubicBezTo>
                    <a:pt x="288" y="372"/>
                    <a:pt x="288" y="372"/>
                    <a:pt x="293" y="377"/>
                  </a:cubicBezTo>
                  <a:cubicBezTo>
                    <a:pt x="293" y="377"/>
                    <a:pt x="293" y="377"/>
                    <a:pt x="297" y="384"/>
                  </a:cubicBezTo>
                  <a:cubicBezTo>
                    <a:pt x="297" y="384"/>
                    <a:pt x="297" y="384"/>
                    <a:pt x="298" y="389"/>
                  </a:cubicBezTo>
                  <a:cubicBezTo>
                    <a:pt x="298" y="389"/>
                    <a:pt x="298" y="389"/>
                    <a:pt x="298" y="392"/>
                  </a:cubicBezTo>
                  <a:cubicBezTo>
                    <a:pt x="298" y="392"/>
                    <a:pt x="298" y="392"/>
                    <a:pt x="291" y="396"/>
                  </a:cubicBezTo>
                  <a:cubicBezTo>
                    <a:pt x="291" y="396"/>
                    <a:pt x="291" y="396"/>
                    <a:pt x="292" y="399"/>
                  </a:cubicBezTo>
                  <a:cubicBezTo>
                    <a:pt x="292" y="399"/>
                    <a:pt x="292" y="399"/>
                    <a:pt x="299" y="400"/>
                  </a:cubicBezTo>
                  <a:cubicBezTo>
                    <a:pt x="299" y="400"/>
                    <a:pt x="299" y="400"/>
                    <a:pt x="303" y="404"/>
                  </a:cubicBezTo>
                  <a:cubicBezTo>
                    <a:pt x="303" y="404"/>
                    <a:pt x="303" y="404"/>
                    <a:pt x="309" y="402"/>
                  </a:cubicBezTo>
                  <a:cubicBezTo>
                    <a:pt x="309" y="402"/>
                    <a:pt x="309" y="402"/>
                    <a:pt x="314" y="404"/>
                  </a:cubicBezTo>
                  <a:cubicBezTo>
                    <a:pt x="314" y="404"/>
                    <a:pt x="314" y="404"/>
                    <a:pt x="319" y="401"/>
                  </a:cubicBezTo>
                  <a:cubicBezTo>
                    <a:pt x="319" y="401"/>
                    <a:pt x="319" y="401"/>
                    <a:pt x="321" y="404"/>
                  </a:cubicBezTo>
                  <a:cubicBezTo>
                    <a:pt x="321" y="404"/>
                    <a:pt x="321" y="404"/>
                    <a:pt x="318" y="408"/>
                  </a:cubicBezTo>
                  <a:cubicBezTo>
                    <a:pt x="318" y="408"/>
                    <a:pt x="318" y="408"/>
                    <a:pt x="324" y="407"/>
                  </a:cubicBezTo>
                  <a:cubicBezTo>
                    <a:pt x="324" y="407"/>
                    <a:pt x="324" y="407"/>
                    <a:pt x="326" y="408"/>
                  </a:cubicBezTo>
                  <a:cubicBezTo>
                    <a:pt x="326" y="408"/>
                    <a:pt x="326" y="408"/>
                    <a:pt x="324" y="425"/>
                  </a:cubicBezTo>
                  <a:cubicBezTo>
                    <a:pt x="324" y="425"/>
                    <a:pt x="324" y="425"/>
                    <a:pt x="324" y="432"/>
                  </a:cubicBezTo>
                  <a:cubicBezTo>
                    <a:pt x="324" y="432"/>
                    <a:pt x="324" y="432"/>
                    <a:pt x="328" y="433"/>
                  </a:cubicBezTo>
                  <a:cubicBezTo>
                    <a:pt x="328" y="433"/>
                    <a:pt x="328" y="433"/>
                    <a:pt x="330" y="431"/>
                  </a:cubicBezTo>
                  <a:cubicBezTo>
                    <a:pt x="330" y="431"/>
                    <a:pt x="330" y="431"/>
                    <a:pt x="331" y="428"/>
                  </a:cubicBezTo>
                  <a:cubicBezTo>
                    <a:pt x="331" y="428"/>
                    <a:pt x="331" y="428"/>
                    <a:pt x="334" y="429"/>
                  </a:cubicBezTo>
                  <a:cubicBezTo>
                    <a:pt x="334" y="429"/>
                    <a:pt x="334" y="429"/>
                    <a:pt x="336" y="433"/>
                  </a:cubicBezTo>
                  <a:cubicBezTo>
                    <a:pt x="336" y="433"/>
                    <a:pt x="336" y="433"/>
                    <a:pt x="336" y="443"/>
                  </a:cubicBezTo>
                  <a:cubicBezTo>
                    <a:pt x="336" y="443"/>
                    <a:pt x="336" y="443"/>
                    <a:pt x="335" y="448"/>
                  </a:cubicBezTo>
                  <a:cubicBezTo>
                    <a:pt x="335" y="448"/>
                    <a:pt x="335" y="448"/>
                    <a:pt x="339" y="450"/>
                  </a:cubicBezTo>
                  <a:cubicBezTo>
                    <a:pt x="339" y="450"/>
                    <a:pt x="339" y="450"/>
                    <a:pt x="344" y="450"/>
                  </a:cubicBezTo>
                  <a:cubicBezTo>
                    <a:pt x="344" y="450"/>
                    <a:pt x="344" y="450"/>
                    <a:pt x="348" y="452"/>
                  </a:cubicBezTo>
                  <a:cubicBezTo>
                    <a:pt x="348" y="452"/>
                    <a:pt x="348" y="452"/>
                    <a:pt x="353" y="456"/>
                  </a:cubicBezTo>
                  <a:cubicBezTo>
                    <a:pt x="353" y="456"/>
                    <a:pt x="353" y="456"/>
                    <a:pt x="357" y="457"/>
                  </a:cubicBezTo>
                  <a:cubicBezTo>
                    <a:pt x="357" y="457"/>
                    <a:pt x="357" y="457"/>
                    <a:pt x="356" y="467"/>
                  </a:cubicBezTo>
                  <a:cubicBezTo>
                    <a:pt x="356" y="467"/>
                    <a:pt x="356" y="467"/>
                    <a:pt x="356" y="472"/>
                  </a:cubicBezTo>
                  <a:cubicBezTo>
                    <a:pt x="356" y="472"/>
                    <a:pt x="356" y="472"/>
                    <a:pt x="352" y="473"/>
                  </a:cubicBezTo>
                  <a:cubicBezTo>
                    <a:pt x="352" y="473"/>
                    <a:pt x="352" y="473"/>
                    <a:pt x="354" y="478"/>
                  </a:cubicBezTo>
                  <a:cubicBezTo>
                    <a:pt x="354" y="478"/>
                    <a:pt x="354" y="478"/>
                    <a:pt x="351" y="482"/>
                  </a:cubicBezTo>
                  <a:cubicBezTo>
                    <a:pt x="351" y="482"/>
                    <a:pt x="351" y="482"/>
                    <a:pt x="353" y="483"/>
                  </a:cubicBezTo>
                  <a:cubicBezTo>
                    <a:pt x="353" y="483"/>
                    <a:pt x="353" y="483"/>
                    <a:pt x="356" y="482"/>
                  </a:cubicBezTo>
                  <a:cubicBezTo>
                    <a:pt x="356" y="482"/>
                    <a:pt x="356" y="482"/>
                    <a:pt x="361" y="485"/>
                  </a:cubicBezTo>
                  <a:cubicBezTo>
                    <a:pt x="361" y="485"/>
                    <a:pt x="361" y="485"/>
                    <a:pt x="364" y="483"/>
                  </a:cubicBezTo>
                  <a:cubicBezTo>
                    <a:pt x="364" y="483"/>
                    <a:pt x="364" y="483"/>
                    <a:pt x="369" y="485"/>
                  </a:cubicBezTo>
                  <a:cubicBezTo>
                    <a:pt x="369" y="485"/>
                    <a:pt x="369" y="485"/>
                    <a:pt x="372" y="485"/>
                  </a:cubicBezTo>
                  <a:cubicBezTo>
                    <a:pt x="372" y="485"/>
                    <a:pt x="372" y="485"/>
                    <a:pt x="377" y="489"/>
                  </a:cubicBezTo>
                  <a:cubicBezTo>
                    <a:pt x="377" y="489"/>
                    <a:pt x="377" y="489"/>
                    <a:pt x="381" y="492"/>
                  </a:cubicBezTo>
                  <a:cubicBezTo>
                    <a:pt x="381" y="492"/>
                    <a:pt x="381" y="492"/>
                    <a:pt x="383" y="496"/>
                  </a:cubicBezTo>
                  <a:cubicBezTo>
                    <a:pt x="383" y="496"/>
                    <a:pt x="383" y="496"/>
                    <a:pt x="385" y="499"/>
                  </a:cubicBezTo>
                  <a:cubicBezTo>
                    <a:pt x="385" y="499"/>
                    <a:pt x="385" y="499"/>
                    <a:pt x="390" y="496"/>
                  </a:cubicBezTo>
                  <a:cubicBezTo>
                    <a:pt x="390" y="496"/>
                    <a:pt x="390" y="496"/>
                    <a:pt x="394" y="494"/>
                  </a:cubicBezTo>
                  <a:cubicBezTo>
                    <a:pt x="394" y="494"/>
                    <a:pt x="394" y="494"/>
                    <a:pt x="398" y="496"/>
                  </a:cubicBezTo>
                  <a:cubicBezTo>
                    <a:pt x="398" y="496"/>
                    <a:pt x="398" y="496"/>
                    <a:pt x="399" y="501"/>
                  </a:cubicBezTo>
                  <a:cubicBezTo>
                    <a:pt x="399" y="501"/>
                    <a:pt x="399" y="501"/>
                    <a:pt x="395" y="505"/>
                  </a:cubicBezTo>
                  <a:cubicBezTo>
                    <a:pt x="395" y="505"/>
                    <a:pt x="395" y="505"/>
                    <a:pt x="395" y="509"/>
                  </a:cubicBezTo>
                  <a:cubicBezTo>
                    <a:pt x="395" y="509"/>
                    <a:pt x="395" y="509"/>
                    <a:pt x="392" y="513"/>
                  </a:cubicBezTo>
                  <a:cubicBezTo>
                    <a:pt x="392" y="513"/>
                    <a:pt x="392" y="513"/>
                    <a:pt x="392" y="516"/>
                  </a:cubicBezTo>
                  <a:cubicBezTo>
                    <a:pt x="392" y="516"/>
                    <a:pt x="392" y="516"/>
                    <a:pt x="386" y="519"/>
                  </a:cubicBezTo>
                  <a:cubicBezTo>
                    <a:pt x="386" y="519"/>
                    <a:pt x="386" y="519"/>
                    <a:pt x="384" y="528"/>
                  </a:cubicBezTo>
                  <a:cubicBezTo>
                    <a:pt x="384" y="528"/>
                    <a:pt x="384" y="528"/>
                    <a:pt x="379" y="531"/>
                  </a:cubicBezTo>
                  <a:cubicBezTo>
                    <a:pt x="379" y="531"/>
                    <a:pt x="379" y="531"/>
                    <a:pt x="376" y="535"/>
                  </a:cubicBezTo>
                  <a:cubicBezTo>
                    <a:pt x="376" y="535"/>
                    <a:pt x="376" y="535"/>
                    <a:pt x="376" y="542"/>
                  </a:cubicBezTo>
                  <a:cubicBezTo>
                    <a:pt x="432" y="535"/>
                    <a:pt x="432" y="535"/>
                    <a:pt x="432" y="535"/>
                  </a:cubicBezTo>
                  <a:cubicBezTo>
                    <a:pt x="453" y="535"/>
                    <a:pt x="453" y="535"/>
                    <a:pt x="453" y="535"/>
                  </a:cubicBezTo>
                  <a:cubicBezTo>
                    <a:pt x="453" y="492"/>
                    <a:pt x="453" y="492"/>
                    <a:pt x="453" y="492"/>
                  </a:cubicBezTo>
                  <a:cubicBezTo>
                    <a:pt x="442" y="481"/>
                    <a:pt x="442" y="481"/>
                    <a:pt x="442" y="481"/>
                  </a:cubicBezTo>
                  <a:cubicBezTo>
                    <a:pt x="442" y="470"/>
                    <a:pt x="442" y="470"/>
                    <a:pt x="442" y="470"/>
                  </a:cubicBezTo>
                  <a:cubicBezTo>
                    <a:pt x="486" y="470"/>
                    <a:pt x="486" y="470"/>
                    <a:pt x="486" y="470"/>
                  </a:cubicBezTo>
                  <a:cubicBezTo>
                    <a:pt x="496" y="460"/>
                    <a:pt x="496" y="460"/>
                    <a:pt x="496" y="460"/>
                  </a:cubicBezTo>
                  <a:cubicBezTo>
                    <a:pt x="496" y="417"/>
                    <a:pt x="496" y="417"/>
                    <a:pt x="496" y="417"/>
                  </a:cubicBezTo>
                  <a:lnTo>
                    <a:pt x="486" y="40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25" name="Senegal" descr="© INSCALE GmbH, 05.05.2010&#10;http://www.presentationload.com/">
              <a:extLst>
                <a:ext uri="{FF2B5EF4-FFF2-40B4-BE49-F238E27FC236}">
                  <a16:creationId xmlns:a16="http://schemas.microsoft.com/office/drawing/2014/main" id="{DF7A1DA7-50DD-4CEB-A0E6-FC7E8D0B9087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328954" y="2556301"/>
              <a:ext cx="136997" cy="120738"/>
            </a:xfrm>
            <a:custGeom>
              <a:avLst/>
              <a:gdLst>
                <a:gd name="T0" fmla="*/ 2147483647 w 414"/>
                <a:gd name="T1" fmla="*/ 2147483647 h 366"/>
                <a:gd name="T2" fmla="*/ 2147483647 w 414"/>
                <a:gd name="T3" fmla="*/ 2147483647 h 366"/>
                <a:gd name="T4" fmla="*/ 2147483647 w 414"/>
                <a:gd name="T5" fmla="*/ 2147483647 h 366"/>
                <a:gd name="T6" fmla="*/ 2147483647 w 414"/>
                <a:gd name="T7" fmla="*/ 2147483647 h 366"/>
                <a:gd name="T8" fmla="*/ 2147483647 w 414"/>
                <a:gd name="T9" fmla="*/ 2147483647 h 366"/>
                <a:gd name="T10" fmla="*/ 2147483647 w 414"/>
                <a:gd name="T11" fmla="*/ 2147483647 h 366"/>
                <a:gd name="T12" fmla="*/ 2147483647 w 414"/>
                <a:gd name="T13" fmla="*/ 2147483647 h 366"/>
                <a:gd name="T14" fmla="*/ 2147483647 w 414"/>
                <a:gd name="T15" fmla="*/ 2147483647 h 366"/>
                <a:gd name="T16" fmla="*/ 2147483647 w 414"/>
                <a:gd name="T17" fmla="*/ 2147483647 h 366"/>
                <a:gd name="T18" fmla="*/ 2147483647 w 414"/>
                <a:gd name="T19" fmla="*/ 2147483647 h 366"/>
                <a:gd name="T20" fmla="*/ 2147483647 w 414"/>
                <a:gd name="T21" fmla="*/ 2147483647 h 366"/>
                <a:gd name="T22" fmla="*/ 2147483647 w 414"/>
                <a:gd name="T23" fmla="*/ 2147483647 h 366"/>
                <a:gd name="T24" fmla="*/ 2147483647 w 414"/>
                <a:gd name="T25" fmla="*/ 2147483647 h 366"/>
                <a:gd name="T26" fmla="*/ 2147483647 w 414"/>
                <a:gd name="T27" fmla="*/ 2147483647 h 366"/>
                <a:gd name="T28" fmla="*/ 2147483647 w 414"/>
                <a:gd name="T29" fmla="*/ 0 h 366"/>
                <a:gd name="T30" fmla="*/ 2147483647 w 414"/>
                <a:gd name="T31" fmla="*/ 2147483647 h 366"/>
                <a:gd name="T32" fmla="*/ 2147483647 w 414"/>
                <a:gd name="T33" fmla="*/ 2147483647 h 366"/>
                <a:gd name="T34" fmla="*/ 2147483647 w 414"/>
                <a:gd name="T35" fmla="*/ 2147483647 h 366"/>
                <a:gd name="T36" fmla="*/ 2147483647 w 414"/>
                <a:gd name="T37" fmla="*/ 2147483647 h 366"/>
                <a:gd name="T38" fmla="*/ 2147483647 w 414"/>
                <a:gd name="T39" fmla="*/ 2147483647 h 366"/>
                <a:gd name="T40" fmla="*/ 2147483647 w 414"/>
                <a:gd name="T41" fmla="*/ 2147483647 h 366"/>
                <a:gd name="T42" fmla="*/ 0 w 414"/>
                <a:gd name="T43" fmla="*/ 2147483647 h 366"/>
                <a:gd name="T44" fmla="*/ 2147483647 w 414"/>
                <a:gd name="T45" fmla="*/ 2147483647 h 366"/>
                <a:gd name="T46" fmla="*/ 2147483647 w 414"/>
                <a:gd name="T47" fmla="*/ 2147483647 h 366"/>
                <a:gd name="T48" fmla="*/ 2147483647 w 414"/>
                <a:gd name="T49" fmla="*/ 2147483647 h 366"/>
                <a:gd name="T50" fmla="*/ 2147483647 w 414"/>
                <a:gd name="T51" fmla="*/ 2147483647 h 366"/>
                <a:gd name="T52" fmla="*/ 2147483647 w 414"/>
                <a:gd name="T53" fmla="*/ 2147483647 h 366"/>
                <a:gd name="T54" fmla="*/ 2147483647 w 414"/>
                <a:gd name="T55" fmla="*/ 2147483647 h 366"/>
                <a:gd name="T56" fmla="*/ 2147483647 w 414"/>
                <a:gd name="T57" fmla="*/ 2147483647 h 366"/>
                <a:gd name="T58" fmla="*/ 2147483647 w 414"/>
                <a:gd name="T59" fmla="*/ 2147483647 h 366"/>
                <a:gd name="T60" fmla="*/ 2147483647 w 414"/>
                <a:gd name="T61" fmla="*/ 2147483647 h 366"/>
                <a:gd name="T62" fmla="*/ 2147483647 w 414"/>
                <a:gd name="T63" fmla="*/ 2147483647 h 366"/>
                <a:gd name="T64" fmla="*/ 2147483647 w 414"/>
                <a:gd name="T65" fmla="*/ 2147483647 h 366"/>
                <a:gd name="T66" fmla="*/ 2147483647 w 414"/>
                <a:gd name="T67" fmla="*/ 2147483647 h 366"/>
                <a:gd name="T68" fmla="*/ 2147483647 w 414"/>
                <a:gd name="T69" fmla="*/ 2147483647 h 366"/>
                <a:gd name="T70" fmla="*/ 2147483647 w 414"/>
                <a:gd name="T71" fmla="*/ 2147483647 h 366"/>
                <a:gd name="T72" fmla="*/ 2147483647 w 414"/>
                <a:gd name="T73" fmla="*/ 2147483647 h 366"/>
                <a:gd name="T74" fmla="*/ 2147483647 w 414"/>
                <a:gd name="T75" fmla="*/ 2147483647 h 366"/>
                <a:gd name="T76" fmla="*/ 2147483647 w 414"/>
                <a:gd name="T77" fmla="*/ 2147483647 h 366"/>
                <a:gd name="T78" fmla="*/ 2147483647 w 414"/>
                <a:gd name="T79" fmla="*/ 2147483647 h 366"/>
                <a:gd name="T80" fmla="*/ 2147483647 w 414"/>
                <a:gd name="T81" fmla="*/ 2147483647 h 366"/>
                <a:gd name="T82" fmla="*/ 2147483647 w 414"/>
                <a:gd name="T83" fmla="*/ 2147483647 h 366"/>
                <a:gd name="T84" fmla="*/ 2147483647 w 414"/>
                <a:gd name="T85" fmla="*/ 2147483647 h 366"/>
                <a:gd name="T86" fmla="*/ 2147483647 w 414"/>
                <a:gd name="T87" fmla="*/ 2147483647 h 366"/>
                <a:gd name="T88" fmla="*/ 2147483647 w 414"/>
                <a:gd name="T89" fmla="*/ 2147483647 h 366"/>
                <a:gd name="T90" fmla="*/ 2147483647 w 414"/>
                <a:gd name="T91" fmla="*/ 2147483647 h 366"/>
                <a:gd name="T92" fmla="*/ 2147483647 w 414"/>
                <a:gd name="T93" fmla="*/ 2147483647 h 366"/>
                <a:gd name="T94" fmla="*/ 2147483647 w 414"/>
                <a:gd name="T95" fmla="*/ 2147483647 h 366"/>
                <a:gd name="T96" fmla="*/ 2147483647 w 414"/>
                <a:gd name="T97" fmla="*/ 2147483647 h 366"/>
                <a:gd name="T98" fmla="*/ 2147483647 w 414"/>
                <a:gd name="T99" fmla="*/ 2147483647 h 366"/>
                <a:gd name="T100" fmla="*/ 2147483647 w 414"/>
                <a:gd name="T101" fmla="*/ 2147483647 h 366"/>
                <a:gd name="T102" fmla="*/ 2147483647 w 414"/>
                <a:gd name="T103" fmla="*/ 2147483647 h 366"/>
                <a:gd name="T104" fmla="*/ 2147483647 w 414"/>
                <a:gd name="T105" fmla="*/ 2147483647 h 36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14"/>
                <a:gd name="T160" fmla="*/ 0 h 366"/>
                <a:gd name="T161" fmla="*/ 414 w 414"/>
                <a:gd name="T162" fmla="*/ 366 h 36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14" h="366">
                  <a:moveTo>
                    <a:pt x="402" y="270"/>
                  </a:moveTo>
                  <a:lnTo>
                    <a:pt x="396" y="270"/>
                  </a:lnTo>
                  <a:lnTo>
                    <a:pt x="396" y="276"/>
                  </a:lnTo>
                  <a:lnTo>
                    <a:pt x="384" y="276"/>
                  </a:lnTo>
                  <a:lnTo>
                    <a:pt x="378" y="270"/>
                  </a:lnTo>
                  <a:lnTo>
                    <a:pt x="378" y="246"/>
                  </a:lnTo>
                  <a:lnTo>
                    <a:pt x="384" y="240"/>
                  </a:lnTo>
                  <a:lnTo>
                    <a:pt x="384" y="222"/>
                  </a:lnTo>
                  <a:lnTo>
                    <a:pt x="372" y="210"/>
                  </a:lnTo>
                  <a:lnTo>
                    <a:pt x="372" y="204"/>
                  </a:lnTo>
                  <a:lnTo>
                    <a:pt x="360" y="186"/>
                  </a:lnTo>
                  <a:lnTo>
                    <a:pt x="360" y="162"/>
                  </a:lnTo>
                  <a:lnTo>
                    <a:pt x="348" y="138"/>
                  </a:lnTo>
                  <a:lnTo>
                    <a:pt x="318" y="132"/>
                  </a:lnTo>
                  <a:lnTo>
                    <a:pt x="318" y="108"/>
                  </a:lnTo>
                  <a:lnTo>
                    <a:pt x="312" y="102"/>
                  </a:lnTo>
                  <a:lnTo>
                    <a:pt x="294" y="102"/>
                  </a:lnTo>
                  <a:lnTo>
                    <a:pt x="294" y="72"/>
                  </a:lnTo>
                  <a:lnTo>
                    <a:pt x="288" y="60"/>
                  </a:lnTo>
                  <a:lnTo>
                    <a:pt x="288" y="54"/>
                  </a:lnTo>
                  <a:lnTo>
                    <a:pt x="282" y="48"/>
                  </a:lnTo>
                  <a:lnTo>
                    <a:pt x="264" y="48"/>
                  </a:lnTo>
                  <a:lnTo>
                    <a:pt x="252" y="54"/>
                  </a:lnTo>
                  <a:lnTo>
                    <a:pt x="246" y="42"/>
                  </a:lnTo>
                  <a:lnTo>
                    <a:pt x="234" y="30"/>
                  </a:lnTo>
                  <a:lnTo>
                    <a:pt x="228" y="18"/>
                  </a:lnTo>
                  <a:lnTo>
                    <a:pt x="222" y="18"/>
                  </a:lnTo>
                  <a:lnTo>
                    <a:pt x="210" y="12"/>
                  </a:lnTo>
                  <a:lnTo>
                    <a:pt x="186" y="12"/>
                  </a:lnTo>
                  <a:lnTo>
                    <a:pt x="162" y="0"/>
                  </a:lnTo>
                  <a:lnTo>
                    <a:pt x="162" y="18"/>
                  </a:lnTo>
                  <a:lnTo>
                    <a:pt x="132" y="12"/>
                  </a:lnTo>
                  <a:lnTo>
                    <a:pt x="120" y="18"/>
                  </a:lnTo>
                  <a:lnTo>
                    <a:pt x="114" y="18"/>
                  </a:lnTo>
                  <a:lnTo>
                    <a:pt x="108" y="12"/>
                  </a:lnTo>
                  <a:lnTo>
                    <a:pt x="102" y="12"/>
                  </a:lnTo>
                  <a:lnTo>
                    <a:pt x="90" y="18"/>
                  </a:lnTo>
                  <a:lnTo>
                    <a:pt x="84" y="24"/>
                  </a:lnTo>
                  <a:lnTo>
                    <a:pt x="66" y="60"/>
                  </a:lnTo>
                  <a:lnTo>
                    <a:pt x="60" y="66"/>
                  </a:lnTo>
                  <a:lnTo>
                    <a:pt x="60" y="90"/>
                  </a:lnTo>
                  <a:lnTo>
                    <a:pt x="48" y="96"/>
                  </a:lnTo>
                  <a:lnTo>
                    <a:pt x="30" y="132"/>
                  </a:lnTo>
                  <a:lnTo>
                    <a:pt x="0" y="162"/>
                  </a:lnTo>
                  <a:lnTo>
                    <a:pt x="6" y="168"/>
                  </a:lnTo>
                  <a:lnTo>
                    <a:pt x="12" y="168"/>
                  </a:lnTo>
                  <a:lnTo>
                    <a:pt x="18" y="174"/>
                  </a:lnTo>
                  <a:lnTo>
                    <a:pt x="24" y="186"/>
                  </a:lnTo>
                  <a:lnTo>
                    <a:pt x="24" y="204"/>
                  </a:lnTo>
                  <a:lnTo>
                    <a:pt x="42" y="222"/>
                  </a:lnTo>
                  <a:lnTo>
                    <a:pt x="42" y="246"/>
                  </a:lnTo>
                  <a:lnTo>
                    <a:pt x="48" y="252"/>
                  </a:lnTo>
                  <a:lnTo>
                    <a:pt x="126" y="252"/>
                  </a:lnTo>
                  <a:lnTo>
                    <a:pt x="126" y="240"/>
                  </a:lnTo>
                  <a:lnTo>
                    <a:pt x="180" y="240"/>
                  </a:lnTo>
                  <a:lnTo>
                    <a:pt x="180" y="252"/>
                  </a:lnTo>
                  <a:lnTo>
                    <a:pt x="192" y="246"/>
                  </a:lnTo>
                  <a:lnTo>
                    <a:pt x="198" y="252"/>
                  </a:lnTo>
                  <a:lnTo>
                    <a:pt x="204" y="264"/>
                  </a:lnTo>
                  <a:lnTo>
                    <a:pt x="216" y="264"/>
                  </a:lnTo>
                  <a:lnTo>
                    <a:pt x="222" y="258"/>
                  </a:lnTo>
                  <a:lnTo>
                    <a:pt x="246" y="258"/>
                  </a:lnTo>
                  <a:lnTo>
                    <a:pt x="252" y="264"/>
                  </a:lnTo>
                  <a:lnTo>
                    <a:pt x="252" y="270"/>
                  </a:lnTo>
                  <a:lnTo>
                    <a:pt x="246" y="276"/>
                  </a:lnTo>
                  <a:lnTo>
                    <a:pt x="234" y="282"/>
                  </a:lnTo>
                  <a:lnTo>
                    <a:pt x="228" y="288"/>
                  </a:lnTo>
                  <a:lnTo>
                    <a:pt x="204" y="288"/>
                  </a:lnTo>
                  <a:lnTo>
                    <a:pt x="186" y="282"/>
                  </a:lnTo>
                  <a:lnTo>
                    <a:pt x="180" y="270"/>
                  </a:lnTo>
                  <a:lnTo>
                    <a:pt x="168" y="264"/>
                  </a:lnTo>
                  <a:lnTo>
                    <a:pt x="162" y="258"/>
                  </a:lnTo>
                  <a:lnTo>
                    <a:pt x="156" y="264"/>
                  </a:lnTo>
                  <a:lnTo>
                    <a:pt x="150" y="276"/>
                  </a:lnTo>
                  <a:lnTo>
                    <a:pt x="126" y="276"/>
                  </a:lnTo>
                  <a:lnTo>
                    <a:pt x="120" y="282"/>
                  </a:lnTo>
                  <a:lnTo>
                    <a:pt x="108" y="282"/>
                  </a:lnTo>
                  <a:lnTo>
                    <a:pt x="108" y="294"/>
                  </a:lnTo>
                  <a:lnTo>
                    <a:pt x="36" y="294"/>
                  </a:lnTo>
                  <a:lnTo>
                    <a:pt x="36" y="318"/>
                  </a:lnTo>
                  <a:lnTo>
                    <a:pt x="30" y="324"/>
                  </a:lnTo>
                  <a:lnTo>
                    <a:pt x="30" y="336"/>
                  </a:lnTo>
                  <a:lnTo>
                    <a:pt x="36" y="342"/>
                  </a:lnTo>
                  <a:lnTo>
                    <a:pt x="42" y="354"/>
                  </a:lnTo>
                  <a:lnTo>
                    <a:pt x="48" y="360"/>
                  </a:lnTo>
                  <a:lnTo>
                    <a:pt x="60" y="366"/>
                  </a:lnTo>
                  <a:lnTo>
                    <a:pt x="66" y="366"/>
                  </a:lnTo>
                  <a:lnTo>
                    <a:pt x="72" y="360"/>
                  </a:lnTo>
                  <a:lnTo>
                    <a:pt x="78" y="360"/>
                  </a:lnTo>
                  <a:lnTo>
                    <a:pt x="90" y="348"/>
                  </a:lnTo>
                  <a:lnTo>
                    <a:pt x="126" y="348"/>
                  </a:lnTo>
                  <a:lnTo>
                    <a:pt x="156" y="324"/>
                  </a:lnTo>
                  <a:lnTo>
                    <a:pt x="294" y="330"/>
                  </a:lnTo>
                  <a:lnTo>
                    <a:pt x="294" y="336"/>
                  </a:lnTo>
                  <a:lnTo>
                    <a:pt x="300" y="348"/>
                  </a:lnTo>
                  <a:lnTo>
                    <a:pt x="318" y="348"/>
                  </a:lnTo>
                  <a:lnTo>
                    <a:pt x="324" y="342"/>
                  </a:lnTo>
                  <a:lnTo>
                    <a:pt x="330" y="348"/>
                  </a:lnTo>
                  <a:lnTo>
                    <a:pt x="336" y="360"/>
                  </a:lnTo>
                  <a:lnTo>
                    <a:pt x="342" y="366"/>
                  </a:lnTo>
                  <a:lnTo>
                    <a:pt x="354" y="366"/>
                  </a:lnTo>
                  <a:lnTo>
                    <a:pt x="366" y="360"/>
                  </a:lnTo>
                  <a:lnTo>
                    <a:pt x="372" y="354"/>
                  </a:lnTo>
                  <a:lnTo>
                    <a:pt x="414" y="354"/>
                  </a:lnTo>
                  <a:lnTo>
                    <a:pt x="414" y="288"/>
                  </a:lnTo>
                  <a:lnTo>
                    <a:pt x="408" y="276"/>
                  </a:lnTo>
                  <a:lnTo>
                    <a:pt x="402" y="27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26" name="Saudi Arabia" descr="© INSCALE GmbH, 05.05.2010&#10;http://www.presentationload.com/">
              <a:extLst>
                <a:ext uri="{FF2B5EF4-FFF2-40B4-BE49-F238E27FC236}">
                  <a16:creationId xmlns:a16="http://schemas.microsoft.com/office/drawing/2014/main" id="{33D5AC5E-FD16-4959-AF71-7AB5177B0317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529408" y="2150419"/>
              <a:ext cx="491118" cy="418728"/>
            </a:xfrm>
            <a:custGeom>
              <a:avLst/>
              <a:gdLst>
                <a:gd name="T0" fmla="*/ 2147483647 w 1488"/>
                <a:gd name="T1" fmla="*/ 2147483647 h 1278"/>
                <a:gd name="T2" fmla="*/ 2147483647 w 1488"/>
                <a:gd name="T3" fmla="*/ 2147483647 h 1278"/>
                <a:gd name="T4" fmla="*/ 2147483647 w 1488"/>
                <a:gd name="T5" fmla="*/ 2147483647 h 1278"/>
                <a:gd name="T6" fmla="*/ 2147483647 w 1488"/>
                <a:gd name="T7" fmla="*/ 2147483647 h 1278"/>
                <a:gd name="T8" fmla="*/ 2147483647 w 1488"/>
                <a:gd name="T9" fmla="*/ 2147483647 h 1278"/>
                <a:gd name="T10" fmla="*/ 2147483647 w 1488"/>
                <a:gd name="T11" fmla="*/ 2147483647 h 1278"/>
                <a:gd name="T12" fmla="*/ 2147483647 w 1488"/>
                <a:gd name="T13" fmla="*/ 2147483647 h 1278"/>
                <a:gd name="T14" fmla="*/ 2147483647 w 1488"/>
                <a:gd name="T15" fmla="*/ 2147483647 h 1278"/>
                <a:gd name="T16" fmla="*/ 2147483647 w 1488"/>
                <a:gd name="T17" fmla="*/ 2147483647 h 1278"/>
                <a:gd name="T18" fmla="*/ 2147483647 w 1488"/>
                <a:gd name="T19" fmla="*/ 2147483647 h 1278"/>
                <a:gd name="T20" fmla="*/ 2147483647 w 1488"/>
                <a:gd name="T21" fmla="*/ 2147483647 h 1278"/>
                <a:gd name="T22" fmla="*/ 2147483647 w 1488"/>
                <a:gd name="T23" fmla="*/ 2147483647 h 1278"/>
                <a:gd name="T24" fmla="*/ 2147483647 w 1488"/>
                <a:gd name="T25" fmla="*/ 2147483647 h 1278"/>
                <a:gd name="T26" fmla="*/ 2147483647 w 1488"/>
                <a:gd name="T27" fmla="*/ 2147483647 h 1278"/>
                <a:gd name="T28" fmla="*/ 2147483647 w 1488"/>
                <a:gd name="T29" fmla="*/ 2147483647 h 1278"/>
                <a:gd name="T30" fmla="*/ 2147483647 w 1488"/>
                <a:gd name="T31" fmla="*/ 2147483647 h 1278"/>
                <a:gd name="T32" fmla="*/ 2147483647 w 1488"/>
                <a:gd name="T33" fmla="*/ 2147483647 h 1278"/>
                <a:gd name="T34" fmla="*/ 2147483647 w 1488"/>
                <a:gd name="T35" fmla="*/ 2147483647 h 1278"/>
                <a:gd name="T36" fmla="*/ 2147483647 w 1488"/>
                <a:gd name="T37" fmla="*/ 2147483647 h 1278"/>
                <a:gd name="T38" fmla="*/ 2147483647 w 1488"/>
                <a:gd name="T39" fmla="*/ 0 h 1278"/>
                <a:gd name="T40" fmla="*/ 2147483647 w 1488"/>
                <a:gd name="T41" fmla="*/ 2147483647 h 1278"/>
                <a:gd name="T42" fmla="*/ 2147483647 w 1488"/>
                <a:gd name="T43" fmla="*/ 2147483647 h 1278"/>
                <a:gd name="T44" fmla="*/ 2147483647 w 1488"/>
                <a:gd name="T45" fmla="*/ 2147483647 h 1278"/>
                <a:gd name="T46" fmla="*/ 2147483647 w 1488"/>
                <a:gd name="T47" fmla="*/ 2147483647 h 1278"/>
                <a:gd name="T48" fmla="*/ 2147483647 w 1488"/>
                <a:gd name="T49" fmla="*/ 2147483647 h 1278"/>
                <a:gd name="T50" fmla="*/ 2147483647 w 1488"/>
                <a:gd name="T51" fmla="*/ 2147483647 h 1278"/>
                <a:gd name="T52" fmla="*/ 2147483647 w 1488"/>
                <a:gd name="T53" fmla="*/ 2147483647 h 1278"/>
                <a:gd name="T54" fmla="*/ 2147483647 w 1488"/>
                <a:gd name="T55" fmla="*/ 2147483647 h 1278"/>
                <a:gd name="T56" fmla="*/ 2147483647 w 1488"/>
                <a:gd name="T57" fmla="*/ 2147483647 h 1278"/>
                <a:gd name="T58" fmla="*/ 2147483647 w 1488"/>
                <a:gd name="T59" fmla="*/ 2147483647 h 1278"/>
                <a:gd name="T60" fmla="*/ 2147483647 w 1488"/>
                <a:gd name="T61" fmla="*/ 2147483647 h 1278"/>
                <a:gd name="T62" fmla="*/ 0 w 1488"/>
                <a:gd name="T63" fmla="*/ 2147483647 h 1278"/>
                <a:gd name="T64" fmla="*/ 2147483647 w 1488"/>
                <a:gd name="T65" fmla="*/ 2147483647 h 1278"/>
                <a:gd name="T66" fmla="*/ 2147483647 w 1488"/>
                <a:gd name="T67" fmla="*/ 2147483647 h 1278"/>
                <a:gd name="T68" fmla="*/ 2147483647 w 1488"/>
                <a:gd name="T69" fmla="*/ 2147483647 h 1278"/>
                <a:gd name="T70" fmla="*/ 2147483647 w 1488"/>
                <a:gd name="T71" fmla="*/ 2147483647 h 1278"/>
                <a:gd name="T72" fmla="*/ 2147483647 w 1488"/>
                <a:gd name="T73" fmla="*/ 2147483647 h 1278"/>
                <a:gd name="T74" fmla="*/ 2147483647 w 1488"/>
                <a:gd name="T75" fmla="*/ 2147483647 h 1278"/>
                <a:gd name="T76" fmla="*/ 2147483647 w 1488"/>
                <a:gd name="T77" fmla="*/ 2147483647 h 1278"/>
                <a:gd name="T78" fmla="*/ 2147483647 w 1488"/>
                <a:gd name="T79" fmla="*/ 2147483647 h 1278"/>
                <a:gd name="T80" fmla="*/ 2147483647 w 1488"/>
                <a:gd name="T81" fmla="*/ 2147483647 h 1278"/>
                <a:gd name="T82" fmla="*/ 2147483647 w 1488"/>
                <a:gd name="T83" fmla="*/ 2147483647 h 1278"/>
                <a:gd name="T84" fmla="*/ 2147483647 w 1488"/>
                <a:gd name="T85" fmla="*/ 2147483647 h 1278"/>
                <a:gd name="T86" fmla="*/ 2147483647 w 1488"/>
                <a:gd name="T87" fmla="*/ 2147483647 h 1278"/>
                <a:gd name="T88" fmla="*/ 2147483647 w 1488"/>
                <a:gd name="T89" fmla="*/ 2147483647 h 1278"/>
                <a:gd name="T90" fmla="*/ 2147483647 w 1488"/>
                <a:gd name="T91" fmla="*/ 2147483647 h 1278"/>
                <a:gd name="T92" fmla="*/ 2147483647 w 1488"/>
                <a:gd name="T93" fmla="*/ 2147483647 h 1278"/>
                <a:gd name="T94" fmla="*/ 2147483647 w 1488"/>
                <a:gd name="T95" fmla="*/ 2147483647 h 1278"/>
                <a:gd name="T96" fmla="*/ 2147483647 w 1488"/>
                <a:gd name="T97" fmla="*/ 2147483647 h 1278"/>
                <a:gd name="T98" fmla="*/ 2147483647 w 1488"/>
                <a:gd name="T99" fmla="*/ 2147483647 h 1278"/>
                <a:gd name="T100" fmla="*/ 2147483647 w 1488"/>
                <a:gd name="T101" fmla="*/ 2147483647 h 1278"/>
                <a:gd name="T102" fmla="*/ 2147483647 w 1488"/>
                <a:gd name="T103" fmla="*/ 2147483647 h 1278"/>
                <a:gd name="T104" fmla="*/ 2147483647 w 1488"/>
                <a:gd name="T105" fmla="*/ 2147483647 h 1278"/>
                <a:gd name="T106" fmla="*/ 2147483647 w 1488"/>
                <a:gd name="T107" fmla="*/ 2147483647 h 1278"/>
                <a:gd name="T108" fmla="*/ 2147483647 w 1488"/>
                <a:gd name="T109" fmla="*/ 2147483647 h 1278"/>
                <a:gd name="T110" fmla="*/ 2147483647 w 1488"/>
                <a:gd name="T111" fmla="*/ 2147483647 h 1278"/>
                <a:gd name="T112" fmla="*/ 2147483647 w 1488"/>
                <a:gd name="T113" fmla="*/ 2147483647 h 1278"/>
                <a:gd name="T114" fmla="*/ 2147483647 w 1488"/>
                <a:gd name="T115" fmla="*/ 2147483647 h 1278"/>
                <a:gd name="T116" fmla="*/ 2147483647 w 1488"/>
                <a:gd name="T117" fmla="*/ 2147483647 h 127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488"/>
                <a:gd name="T178" fmla="*/ 0 h 1278"/>
                <a:gd name="T179" fmla="*/ 1488 w 1488"/>
                <a:gd name="T180" fmla="*/ 1278 h 127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488" h="1278">
                  <a:moveTo>
                    <a:pt x="1464" y="792"/>
                  </a:moveTo>
                  <a:lnTo>
                    <a:pt x="1464" y="780"/>
                  </a:lnTo>
                  <a:lnTo>
                    <a:pt x="1458" y="774"/>
                  </a:lnTo>
                  <a:lnTo>
                    <a:pt x="1416" y="768"/>
                  </a:lnTo>
                  <a:lnTo>
                    <a:pt x="1320" y="756"/>
                  </a:lnTo>
                  <a:lnTo>
                    <a:pt x="1284" y="750"/>
                  </a:lnTo>
                  <a:lnTo>
                    <a:pt x="1266" y="750"/>
                  </a:lnTo>
                  <a:lnTo>
                    <a:pt x="1260" y="738"/>
                  </a:lnTo>
                  <a:lnTo>
                    <a:pt x="1248" y="732"/>
                  </a:lnTo>
                  <a:lnTo>
                    <a:pt x="1242" y="720"/>
                  </a:lnTo>
                  <a:lnTo>
                    <a:pt x="1218" y="696"/>
                  </a:lnTo>
                  <a:lnTo>
                    <a:pt x="1206" y="672"/>
                  </a:lnTo>
                  <a:lnTo>
                    <a:pt x="1188" y="654"/>
                  </a:lnTo>
                  <a:lnTo>
                    <a:pt x="1188" y="642"/>
                  </a:lnTo>
                  <a:lnTo>
                    <a:pt x="1182" y="636"/>
                  </a:lnTo>
                  <a:lnTo>
                    <a:pt x="1182" y="618"/>
                  </a:lnTo>
                  <a:lnTo>
                    <a:pt x="1176" y="624"/>
                  </a:lnTo>
                  <a:lnTo>
                    <a:pt x="1164" y="612"/>
                  </a:lnTo>
                  <a:lnTo>
                    <a:pt x="1146" y="612"/>
                  </a:lnTo>
                  <a:lnTo>
                    <a:pt x="1140" y="600"/>
                  </a:lnTo>
                  <a:lnTo>
                    <a:pt x="1134" y="594"/>
                  </a:lnTo>
                  <a:lnTo>
                    <a:pt x="1128" y="582"/>
                  </a:lnTo>
                  <a:lnTo>
                    <a:pt x="1122" y="564"/>
                  </a:lnTo>
                  <a:lnTo>
                    <a:pt x="1116" y="552"/>
                  </a:lnTo>
                  <a:lnTo>
                    <a:pt x="1116" y="540"/>
                  </a:lnTo>
                  <a:lnTo>
                    <a:pt x="1110" y="534"/>
                  </a:lnTo>
                  <a:lnTo>
                    <a:pt x="1098" y="528"/>
                  </a:lnTo>
                  <a:lnTo>
                    <a:pt x="1086" y="516"/>
                  </a:lnTo>
                  <a:lnTo>
                    <a:pt x="1074" y="510"/>
                  </a:lnTo>
                  <a:lnTo>
                    <a:pt x="1068" y="498"/>
                  </a:lnTo>
                  <a:lnTo>
                    <a:pt x="1068" y="462"/>
                  </a:lnTo>
                  <a:lnTo>
                    <a:pt x="1062" y="450"/>
                  </a:lnTo>
                  <a:lnTo>
                    <a:pt x="1062" y="438"/>
                  </a:lnTo>
                  <a:lnTo>
                    <a:pt x="1050" y="426"/>
                  </a:lnTo>
                  <a:lnTo>
                    <a:pt x="1002" y="402"/>
                  </a:lnTo>
                  <a:lnTo>
                    <a:pt x="996" y="396"/>
                  </a:lnTo>
                  <a:lnTo>
                    <a:pt x="990" y="384"/>
                  </a:lnTo>
                  <a:lnTo>
                    <a:pt x="990" y="360"/>
                  </a:lnTo>
                  <a:lnTo>
                    <a:pt x="972" y="342"/>
                  </a:lnTo>
                  <a:lnTo>
                    <a:pt x="966" y="330"/>
                  </a:lnTo>
                  <a:lnTo>
                    <a:pt x="960" y="324"/>
                  </a:lnTo>
                  <a:lnTo>
                    <a:pt x="960" y="300"/>
                  </a:lnTo>
                  <a:lnTo>
                    <a:pt x="954" y="300"/>
                  </a:lnTo>
                  <a:lnTo>
                    <a:pt x="948" y="294"/>
                  </a:lnTo>
                  <a:lnTo>
                    <a:pt x="882" y="294"/>
                  </a:lnTo>
                  <a:lnTo>
                    <a:pt x="876" y="288"/>
                  </a:lnTo>
                  <a:lnTo>
                    <a:pt x="876" y="252"/>
                  </a:lnTo>
                  <a:lnTo>
                    <a:pt x="852" y="246"/>
                  </a:lnTo>
                  <a:lnTo>
                    <a:pt x="804" y="246"/>
                  </a:lnTo>
                  <a:lnTo>
                    <a:pt x="750" y="240"/>
                  </a:lnTo>
                  <a:lnTo>
                    <a:pt x="684" y="240"/>
                  </a:lnTo>
                  <a:lnTo>
                    <a:pt x="492" y="96"/>
                  </a:lnTo>
                  <a:lnTo>
                    <a:pt x="480" y="90"/>
                  </a:lnTo>
                  <a:lnTo>
                    <a:pt x="474" y="84"/>
                  </a:lnTo>
                  <a:lnTo>
                    <a:pt x="426" y="60"/>
                  </a:lnTo>
                  <a:lnTo>
                    <a:pt x="414" y="48"/>
                  </a:lnTo>
                  <a:lnTo>
                    <a:pt x="402" y="42"/>
                  </a:lnTo>
                  <a:lnTo>
                    <a:pt x="372" y="12"/>
                  </a:lnTo>
                  <a:lnTo>
                    <a:pt x="306" y="12"/>
                  </a:lnTo>
                  <a:lnTo>
                    <a:pt x="294" y="0"/>
                  </a:lnTo>
                  <a:lnTo>
                    <a:pt x="288" y="6"/>
                  </a:lnTo>
                  <a:lnTo>
                    <a:pt x="276" y="12"/>
                  </a:lnTo>
                  <a:lnTo>
                    <a:pt x="270" y="12"/>
                  </a:lnTo>
                  <a:lnTo>
                    <a:pt x="264" y="18"/>
                  </a:lnTo>
                  <a:lnTo>
                    <a:pt x="252" y="24"/>
                  </a:lnTo>
                  <a:lnTo>
                    <a:pt x="210" y="24"/>
                  </a:lnTo>
                  <a:lnTo>
                    <a:pt x="198" y="48"/>
                  </a:lnTo>
                  <a:lnTo>
                    <a:pt x="132" y="48"/>
                  </a:lnTo>
                  <a:lnTo>
                    <a:pt x="120" y="54"/>
                  </a:lnTo>
                  <a:lnTo>
                    <a:pt x="108" y="54"/>
                  </a:lnTo>
                  <a:lnTo>
                    <a:pt x="108" y="60"/>
                  </a:lnTo>
                  <a:lnTo>
                    <a:pt x="132" y="60"/>
                  </a:lnTo>
                  <a:lnTo>
                    <a:pt x="144" y="66"/>
                  </a:lnTo>
                  <a:lnTo>
                    <a:pt x="156" y="66"/>
                  </a:lnTo>
                  <a:lnTo>
                    <a:pt x="180" y="90"/>
                  </a:lnTo>
                  <a:lnTo>
                    <a:pt x="192" y="114"/>
                  </a:lnTo>
                  <a:lnTo>
                    <a:pt x="198" y="120"/>
                  </a:lnTo>
                  <a:lnTo>
                    <a:pt x="198" y="132"/>
                  </a:lnTo>
                  <a:lnTo>
                    <a:pt x="192" y="138"/>
                  </a:lnTo>
                  <a:lnTo>
                    <a:pt x="192" y="150"/>
                  </a:lnTo>
                  <a:lnTo>
                    <a:pt x="186" y="156"/>
                  </a:lnTo>
                  <a:lnTo>
                    <a:pt x="180" y="168"/>
                  </a:lnTo>
                  <a:lnTo>
                    <a:pt x="174" y="174"/>
                  </a:lnTo>
                  <a:lnTo>
                    <a:pt x="162" y="180"/>
                  </a:lnTo>
                  <a:lnTo>
                    <a:pt x="150" y="180"/>
                  </a:lnTo>
                  <a:lnTo>
                    <a:pt x="138" y="186"/>
                  </a:lnTo>
                  <a:lnTo>
                    <a:pt x="132" y="186"/>
                  </a:lnTo>
                  <a:lnTo>
                    <a:pt x="120" y="198"/>
                  </a:lnTo>
                  <a:lnTo>
                    <a:pt x="120" y="210"/>
                  </a:lnTo>
                  <a:lnTo>
                    <a:pt x="108" y="234"/>
                  </a:lnTo>
                  <a:lnTo>
                    <a:pt x="96" y="246"/>
                  </a:lnTo>
                  <a:lnTo>
                    <a:pt x="60" y="246"/>
                  </a:lnTo>
                  <a:lnTo>
                    <a:pt x="36" y="234"/>
                  </a:lnTo>
                  <a:lnTo>
                    <a:pt x="6" y="234"/>
                  </a:lnTo>
                  <a:lnTo>
                    <a:pt x="6" y="264"/>
                  </a:lnTo>
                  <a:lnTo>
                    <a:pt x="0" y="306"/>
                  </a:lnTo>
                  <a:lnTo>
                    <a:pt x="0" y="348"/>
                  </a:lnTo>
                  <a:lnTo>
                    <a:pt x="6" y="372"/>
                  </a:lnTo>
                  <a:lnTo>
                    <a:pt x="24" y="378"/>
                  </a:lnTo>
                  <a:lnTo>
                    <a:pt x="36" y="390"/>
                  </a:lnTo>
                  <a:lnTo>
                    <a:pt x="54" y="390"/>
                  </a:lnTo>
                  <a:lnTo>
                    <a:pt x="72" y="408"/>
                  </a:lnTo>
                  <a:lnTo>
                    <a:pt x="90" y="438"/>
                  </a:lnTo>
                  <a:lnTo>
                    <a:pt x="102" y="474"/>
                  </a:lnTo>
                  <a:lnTo>
                    <a:pt x="120" y="504"/>
                  </a:lnTo>
                  <a:lnTo>
                    <a:pt x="132" y="516"/>
                  </a:lnTo>
                  <a:lnTo>
                    <a:pt x="150" y="528"/>
                  </a:lnTo>
                  <a:lnTo>
                    <a:pt x="162" y="540"/>
                  </a:lnTo>
                  <a:lnTo>
                    <a:pt x="174" y="558"/>
                  </a:lnTo>
                  <a:lnTo>
                    <a:pt x="180" y="570"/>
                  </a:lnTo>
                  <a:lnTo>
                    <a:pt x="186" y="594"/>
                  </a:lnTo>
                  <a:lnTo>
                    <a:pt x="192" y="612"/>
                  </a:lnTo>
                  <a:lnTo>
                    <a:pt x="198" y="636"/>
                  </a:lnTo>
                  <a:lnTo>
                    <a:pt x="210" y="648"/>
                  </a:lnTo>
                  <a:lnTo>
                    <a:pt x="234" y="660"/>
                  </a:lnTo>
                  <a:lnTo>
                    <a:pt x="264" y="660"/>
                  </a:lnTo>
                  <a:lnTo>
                    <a:pt x="282" y="666"/>
                  </a:lnTo>
                  <a:lnTo>
                    <a:pt x="294" y="678"/>
                  </a:lnTo>
                  <a:lnTo>
                    <a:pt x="312" y="708"/>
                  </a:lnTo>
                  <a:lnTo>
                    <a:pt x="330" y="756"/>
                  </a:lnTo>
                  <a:lnTo>
                    <a:pt x="336" y="804"/>
                  </a:lnTo>
                  <a:lnTo>
                    <a:pt x="342" y="840"/>
                  </a:lnTo>
                  <a:lnTo>
                    <a:pt x="348" y="870"/>
                  </a:lnTo>
                  <a:lnTo>
                    <a:pt x="366" y="906"/>
                  </a:lnTo>
                  <a:lnTo>
                    <a:pt x="384" y="924"/>
                  </a:lnTo>
                  <a:lnTo>
                    <a:pt x="390" y="936"/>
                  </a:lnTo>
                  <a:lnTo>
                    <a:pt x="414" y="936"/>
                  </a:lnTo>
                  <a:lnTo>
                    <a:pt x="438" y="948"/>
                  </a:lnTo>
                  <a:lnTo>
                    <a:pt x="456" y="972"/>
                  </a:lnTo>
                  <a:lnTo>
                    <a:pt x="480" y="1008"/>
                  </a:lnTo>
                  <a:lnTo>
                    <a:pt x="504" y="1056"/>
                  </a:lnTo>
                  <a:lnTo>
                    <a:pt x="552" y="1128"/>
                  </a:lnTo>
                  <a:lnTo>
                    <a:pt x="582" y="1170"/>
                  </a:lnTo>
                  <a:lnTo>
                    <a:pt x="606" y="1206"/>
                  </a:lnTo>
                  <a:lnTo>
                    <a:pt x="618" y="1236"/>
                  </a:lnTo>
                  <a:lnTo>
                    <a:pt x="618" y="1266"/>
                  </a:lnTo>
                  <a:lnTo>
                    <a:pt x="612" y="1278"/>
                  </a:lnTo>
                  <a:lnTo>
                    <a:pt x="624" y="1266"/>
                  </a:lnTo>
                  <a:lnTo>
                    <a:pt x="630" y="1254"/>
                  </a:lnTo>
                  <a:lnTo>
                    <a:pt x="636" y="1248"/>
                  </a:lnTo>
                  <a:lnTo>
                    <a:pt x="636" y="1200"/>
                  </a:lnTo>
                  <a:lnTo>
                    <a:pt x="642" y="1188"/>
                  </a:lnTo>
                  <a:lnTo>
                    <a:pt x="648" y="1182"/>
                  </a:lnTo>
                  <a:lnTo>
                    <a:pt x="654" y="1182"/>
                  </a:lnTo>
                  <a:lnTo>
                    <a:pt x="672" y="1200"/>
                  </a:lnTo>
                  <a:lnTo>
                    <a:pt x="696" y="1194"/>
                  </a:lnTo>
                  <a:lnTo>
                    <a:pt x="702" y="1188"/>
                  </a:lnTo>
                  <a:lnTo>
                    <a:pt x="792" y="1188"/>
                  </a:lnTo>
                  <a:lnTo>
                    <a:pt x="804" y="1194"/>
                  </a:lnTo>
                  <a:lnTo>
                    <a:pt x="810" y="1200"/>
                  </a:lnTo>
                  <a:lnTo>
                    <a:pt x="888" y="1200"/>
                  </a:lnTo>
                  <a:lnTo>
                    <a:pt x="894" y="1206"/>
                  </a:lnTo>
                  <a:lnTo>
                    <a:pt x="900" y="1218"/>
                  </a:lnTo>
                  <a:lnTo>
                    <a:pt x="912" y="1224"/>
                  </a:lnTo>
                  <a:lnTo>
                    <a:pt x="924" y="1224"/>
                  </a:lnTo>
                  <a:lnTo>
                    <a:pt x="930" y="1212"/>
                  </a:lnTo>
                  <a:lnTo>
                    <a:pt x="936" y="1206"/>
                  </a:lnTo>
                  <a:lnTo>
                    <a:pt x="936" y="1188"/>
                  </a:lnTo>
                  <a:lnTo>
                    <a:pt x="942" y="1176"/>
                  </a:lnTo>
                  <a:lnTo>
                    <a:pt x="948" y="1170"/>
                  </a:lnTo>
                  <a:lnTo>
                    <a:pt x="954" y="1158"/>
                  </a:lnTo>
                  <a:lnTo>
                    <a:pt x="966" y="1146"/>
                  </a:lnTo>
                  <a:lnTo>
                    <a:pt x="972" y="1134"/>
                  </a:lnTo>
                  <a:lnTo>
                    <a:pt x="990" y="1116"/>
                  </a:lnTo>
                  <a:lnTo>
                    <a:pt x="1020" y="1098"/>
                  </a:lnTo>
                  <a:lnTo>
                    <a:pt x="1050" y="1092"/>
                  </a:lnTo>
                  <a:lnTo>
                    <a:pt x="1068" y="1086"/>
                  </a:lnTo>
                  <a:lnTo>
                    <a:pt x="1092" y="1086"/>
                  </a:lnTo>
                  <a:lnTo>
                    <a:pt x="1140" y="1080"/>
                  </a:lnTo>
                  <a:lnTo>
                    <a:pt x="1188" y="1068"/>
                  </a:lnTo>
                  <a:lnTo>
                    <a:pt x="1230" y="1062"/>
                  </a:lnTo>
                  <a:lnTo>
                    <a:pt x="1248" y="1062"/>
                  </a:lnTo>
                  <a:lnTo>
                    <a:pt x="1452" y="990"/>
                  </a:lnTo>
                  <a:lnTo>
                    <a:pt x="1488" y="816"/>
                  </a:lnTo>
                  <a:lnTo>
                    <a:pt x="1482" y="810"/>
                  </a:lnTo>
                  <a:lnTo>
                    <a:pt x="1470" y="804"/>
                  </a:lnTo>
                  <a:lnTo>
                    <a:pt x="1464" y="798"/>
                  </a:lnTo>
                  <a:lnTo>
                    <a:pt x="1464" y="79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27" name="Rwanda" descr="© INSCALE GmbH, 05.05.2010&#10;http://www.presentationload.com/">
              <a:extLst>
                <a:ext uri="{FF2B5EF4-FFF2-40B4-BE49-F238E27FC236}">
                  <a16:creationId xmlns:a16="http://schemas.microsoft.com/office/drawing/2014/main" id="{39F050BF-5F0D-40C0-A7BF-2001D2EC719A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410505" y="3028975"/>
              <a:ext cx="49113" cy="48808"/>
            </a:xfrm>
            <a:custGeom>
              <a:avLst/>
              <a:gdLst>
                <a:gd name="T0" fmla="*/ 2147483647 w 150"/>
                <a:gd name="T1" fmla="*/ 2147483647 h 150"/>
                <a:gd name="T2" fmla="*/ 2147483647 w 150"/>
                <a:gd name="T3" fmla="*/ 2147483647 h 150"/>
                <a:gd name="T4" fmla="*/ 2147483647 w 150"/>
                <a:gd name="T5" fmla="*/ 2147483647 h 150"/>
                <a:gd name="T6" fmla="*/ 2147483647 w 150"/>
                <a:gd name="T7" fmla="*/ 2147483647 h 150"/>
                <a:gd name="T8" fmla="*/ 2147483647 w 150"/>
                <a:gd name="T9" fmla="*/ 2147483647 h 150"/>
                <a:gd name="T10" fmla="*/ 2147483647 w 150"/>
                <a:gd name="T11" fmla="*/ 2147483647 h 150"/>
                <a:gd name="T12" fmla="*/ 2147483647 w 150"/>
                <a:gd name="T13" fmla="*/ 2147483647 h 150"/>
                <a:gd name="T14" fmla="*/ 2147483647 w 150"/>
                <a:gd name="T15" fmla="*/ 2147483647 h 150"/>
                <a:gd name="T16" fmla="*/ 2147483647 w 150"/>
                <a:gd name="T17" fmla="*/ 2147483647 h 150"/>
                <a:gd name="T18" fmla="*/ 2147483647 w 150"/>
                <a:gd name="T19" fmla="*/ 2147483647 h 150"/>
                <a:gd name="T20" fmla="*/ 2147483647 w 150"/>
                <a:gd name="T21" fmla="*/ 2147483647 h 150"/>
                <a:gd name="T22" fmla="*/ 2147483647 w 150"/>
                <a:gd name="T23" fmla="*/ 2147483647 h 150"/>
                <a:gd name="T24" fmla="*/ 2147483647 w 150"/>
                <a:gd name="T25" fmla="*/ 2147483647 h 150"/>
                <a:gd name="T26" fmla="*/ 2147483647 w 150"/>
                <a:gd name="T27" fmla="*/ 0 h 150"/>
                <a:gd name="T28" fmla="*/ 2147483647 w 150"/>
                <a:gd name="T29" fmla="*/ 2147483647 h 150"/>
                <a:gd name="T30" fmla="*/ 2147483647 w 150"/>
                <a:gd name="T31" fmla="*/ 2147483647 h 150"/>
                <a:gd name="T32" fmla="*/ 2147483647 w 150"/>
                <a:gd name="T33" fmla="*/ 2147483647 h 150"/>
                <a:gd name="T34" fmla="*/ 2147483647 w 150"/>
                <a:gd name="T35" fmla="*/ 2147483647 h 150"/>
                <a:gd name="T36" fmla="*/ 2147483647 w 150"/>
                <a:gd name="T37" fmla="*/ 2147483647 h 150"/>
                <a:gd name="T38" fmla="*/ 2147483647 w 150"/>
                <a:gd name="T39" fmla="*/ 2147483647 h 150"/>
                <a:gd name="T40" fmla="*/ 2147483647 w 150"/>
                <a:gd name="T41" fmla="*/ 2147483647 h 150"/>
                <a:gd name="T42" fmla="*/ 2147483647 w 150"/>
                <a:gd name="T43" fmla="*/ 2147483647 h 150"/>
                <a:gd name="T44" fmla="*/ 2147483647 w 150"/>
                <a:gd name="T45" fmla="*/ 2147483647 h 150"/>
                <a:gd name="T46" fmla="*/ 2147483647 w 150"/>
                <a:gd name="T47" fmla="*/ 2147483647 h 150"/>
                <a:gd name="T48" fmla="*/ 2147483647 w 150"/>
                <a:gd name="T49" fmla="*/ 2147483647 h 150"/>
                <a:gd name="T50" fmla="*/ 2147483647 w 150"/>
                <a:gd name="T51" fmla="*/ 2147483647 h 150"/>
                <a:gd name="T52" fmla="*/ 2147483647 w 150"/>
                <a:gd name="T53" fmla="*/ 2147483647 h 150"/>
                <a:gd name="T54" fmla="*/ 2147483647 w 150"/>
                <a:gd name="T55" fmla="*/ 2147483647 h 150"/>
                <a:gd name="T56" fmla="*/ 2147483647 w 150"/>
                <a:gd name="T57" fmla="*/ 2147483647 h 150"/>
                <a:gd name="T58" fmla="*/ 2147483647 w 150"/>
                <a:gd name="T59" fmla="*/ 2147483647 h 150"/>
                <a:gd name="T60" fmla="*/ 0 w 150"/>
                <a:gd name="T61" fmla="*/ 2147483647 h 150"/>
                <a:gd name="T62" fmla="*/ 0 w 150"/>
                <a:gd name="T63" fmla="*/ 2147483647 h 150"/>
                <a:gd name="T64" fmla="*/ 2147483647 w 150"/>
                <a:gd name="T65" fmla="*/ 2147483647 h 150"/>
                <a:gd name="T66" fmla="*/ 2147483647 w 150"/>
                <a:gd name="T67" fmla="*/ 2147483647 h 150"/>
                <a:gd name="T68" fmla="*/ 2147483647 w 150"/>
                <a:gd name="T69" fmla="*/ 2147483647 h 150"/>
                <a:gd name="T70" fmla="*/ 2147483647 w 150"/>
                <a:gd name="T71" fmla="*/ 2147483647 h 150"/>
                <a:gd name="T72" fmla="*/ 2147483647 w 150"/>
                <a:gd name="T73" fmla="*/ 2147483647 h 15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50"/>
                <a:gd name="T112" fmla="*/ 0 h 150"/>
                <a:gd name="T113" fmla="*/ 150 w 150"/>
                <a:gd name="T114" fmla="*/ 150 h 15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50" h="150">
                  <a:moveTo>
                    <a:pt x="48" y="150"/>
                  </a:moveTo>
                  <a:lnTo>
                    <a:pt x="54" y="150"/>
                  </a:lnTo>
                  <a:lnTo>
                    <a:pt x="60" y="144"/>
                  </a:lnTo>
                  <a:lnTo>
                    <a:pt x="72" y="138"/>
                  </a:lnTo>
                  <a:lnTo>
                    <a:pt x="78" y="114"/>
                  </a:lnTo>
                  <a:lnTo>
                    <a:pt x="138" y="114"/>
                  </a:lnTo>
                  <a:lnTo>
                    <a:pt x="150" y="102"/>
                  </a:lnTo>
                  <a:lnTo>
                    <a:pt x="150" y="72"/>
                  </a:lnTo>
                  <a:lnTo>
                    <a:pt x="144" y="66"/>
                  </a:lnTo>
                  <a:lnTo>
                    <a:pt x="144" y="48"/>
                  </a:lnTo>
                  <a:lnTo>
                    <a:pt x="138" y="42"/>
                  </a:lnTo>
                  <a:lnTo>
                    <a:pt x="132" y="30"/>
                  </a:lnTo>
                  <a:lnTo>
                    <a:pt x="126" y="24"/>
                  </a:lnTo>
                  <a:lnTo>
                    <a:pt x="132" y="0"/>
                  </a:lnTo>
                  <a:lnTo>
                    <a:pt x="108" y="6"/>
                  </a:lnTo>
                  <a:lnTo>
                    <a:pt x="108" y="12"/>
                  </a:lnTo>
                  <a:lnTo>
                    <a:pt x="102" y="18"/>
                  </a:lnTo>
                  <a:lnTo>
                    <a:pt x="90" y="42"/>
                  </a:lnTo>
                  <a:lnTo>
                    <a:pt x="84" y="42"/>
                  </a:lnTo>
                  <a:lnTo>
                    <a:pt x="72" y="30"/>
                  </a:lnTo>
                  <a:lnTo>
                    <a:pt x="54" y="30"/>
                  </a:lnTo>
                  <a:lnTo>
                    <a:pt x="48" y="36"/>
                  </a:lnTo>
                  <a:lnTo>
                    <a:pt x="24" y="48"/>
                  </a:lnTo>
                  <a:lnTo>
                    <a:pt x="18" y="54"/>
                  </a:lnTo>
                  <a:lnTo>
                    <a:pt x="18" y="60"/>
                  </a:lnTo>
                  <a:lnTo>
                    <a:pt x="24" y="72"/>
                  </a:lnTo>
                  <a:lnTo>
                    <a:pt x="30" y="78"/>
                  </a:lnTo>
                  <a:lnTo>
                    <a:pt x="30" y="90"/>
                  </a:lnTo>
                  <a:lnTo>
                    <a:pt x="18" y="102"/>
                  </a:lnTo>
                  <a:lnTo>
                    <a:pt x="6" y="108"/>
                  </a:lnTo>
                  <a:lnTo>
                    <a:pt x="0" y="120"/>
                  </a:lnTo>
                  <a:lnTo>
                    <a:pt x="0" y="126"/>
                  </a:lnTo>
                  <a:lnTo>
                    <a:pt x="6" y="132"/>
                  </a:lnTo>
                  <a:lnTo>
                    <a:pt x="30" y="132"/>
                  </a:lnTo>
                  <a:lnTo>
                    <a:pt x="36" y="144"/>
                  </a:lnTo>
                  <a:lnTo>
                    <a:pt x="42" y="150"/>
                  </a:lnTo>
                  <a:lnTo>
                    <a:pt x="48" y="15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28" name="Russia (Urup,Simushir)" descr="© INSCALE GmbH, 05.05.2010&#10;http://www.presentationload.com/">
              <a:extLst>
                <a:ext uri="{FF2B5EF4-FFF2-40B4-BE49-F238E27FC236}">
                  <a16:creationId xmlns:a16="http://schemas.microsoft.com/office/drawing/2014/main" id="{E876FBE3-22CA-4F72-8D60-2BE4F54D4453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6845419" y="1451684"/>
              <a:ext cx="99517" cy="393038"/>
            </a:xfrm>
            <a:custGeom>
              <a:avLst/>
              <a:gdLst>
                <a:gd name="T0" fmla="*/ 0 w 300"/>
                <a:gd name="T1" fmla="*/ 2147483647 h 1194"/>
                <a:gd name="T2" fmla="*/ 2147483647 w 300"/>
                <a:gd name="T3" fmla="*/ 2147483647 h 1194"/>
                <a:gd name="T4" fmla="*/ 2147483647 w 300"/>
                <a:gd name="T5" fmla="*/ 2147483647 h 1194"/>
                <a:gd name="T6" fmla="*/ 2147483647 w 300"/>
                <a:gd name="T7" fmla="*/ 2147483647 h 1194"/>
                <a:gd name="T8" fmla="*/ 0 w 300"/>
                <a:gd name="T9" fmla="*/ 2147483647 h 1194"/>
                <a:gd name="T10" fmla="*/ 2147483647 w 300"/>
                <a:gd name="T11" fmla="*/ 2147483647 h 1194"/>
                <a:gd name="T12" fmla="*/ 2147483647 w 300"/>
                <a:gd name="T13" fmla="*/ 2147483647 h 1194"/>
                <a:gd name="T14" fmla="*/ 2147483647 w 300"/>
                <a:gd name="T15" fmla="*/ 2147483647 h 1194"/>
                <a:gd name="T16" fmla="*/ 2147483647 w 300"/>
                <a:gd name="T17" fmla="*/ 2147483647 h 1194"/>
                <a:gd name="T18" fmla="*/ 2147483647 w 300"/>
                <a:gd name="T19" fmla="*/ 2147483647 h 1194"/>
                <a:gd name="T20" fmla="*/ 2147483647 w 300"/>
                <a:gd name="T21" fmla="*/ 2147483647 h 1194"/>
                <a:gd name="T22" fmla="*/ 2147483647 w 300"/>
                <a:gd name="T23" fmla="*/ 2147483647 h 1194"/>
                <a:gd name="T24" fmla="*/ 2147483647 w 300"/>
                <a:gd name="T25" fmla="*/ 2147483647 h 1194"/>
                <a:gd name="T26" fmla="*/ 2147483647 w 300"/>
                <a:gd name="T27" fmla="*/ 2147483647 h 1194"/>
                <a:gd name="T28" fmla="*/ 2147483647 w 300"/>
                <a:gd name="T29" fmla="*/ 2147483647 h 1194"/>
                <a:gd name="T30" fmla="*/ 2147483647 w 300"/>
                <a:gd name="T31" fmla="*/ 2147483647 h 1194"/>
                <a:gd name="T32" fmla="*/ 2147483647 w 300"/>
                <a:gd name="T33" fmla="*/ 2147483647 h 1194"/>
                <a:gd name="T34" fmla="*/ 2147483647 w 300"/>
                <a:gd name="T35" fmla="*/ 2147483647 h 1194"/>
                <a:gd name="T36" fmla="*/ 2147483647 w 300"/>
                <a:gd name="T37" fmla="*/ 2147483647 h 1194"/>
                <a:gd name="T38" fmla="*/ 2147483647 w 300"/>
                <a:gd name="T39" fmla="*/ 2147483647 h 1194"/>
                <a:gd name="T40" fmla="*/ 2147483647 w 300"/>
                <a:gd name="T41" fmla="*/ 2147483647 h 1194"/>
                <a:gd name="T42" fmla="*/ 2147483647 w 300"/>
                <a:gd name="T43" fmla="*/ 2147483647 h 1194"/>
                <a:gd name="T44" fmla="*/ 2147483647 w 300"/>
                <a:gd name="T45" fmla="*/ 2147483647 h 1194"/>
                <a:gd name="T46" fmla="*/ 2147483647 w 300"/>
                <a:gd name="T47" fmla="*/ 2147483647 h 1194"/>
                <a:gd name="T48" fmla="*/ 2147483647 w 300"/>
                <a:gd name="T49" fmla="*/ 2147483647 h 1194"/>
                <a:gd name="T50" fmla="*/ 2147483647 w 300"/>
                <a:gd name="T51" fmla="*/ 2147483647 h 1194"/>
                <a:gd name="T52" fmla="*/ 2147483647 w 300"/>
                <a:gd name="T53" fmla="*/ 2147483647 h 1194"/>
                <a:gd name="T54" fmla="*/ 2147483647 w 300"/>
                <a:gd name="T55" fmla="*/ 2147483647 h 1194"/>
                <a:gd name="T56" fmla="*/ 2147483647 w 300"/>
                <a:gd name="T57" fmla="*/ 2147483647 h 1194"/>
                <a:gd name="T58" fmla="*/ 2147483647 w 300"/>
                <a:gd name="T59" fmla="*/ 2147483647 h 1194"/>
                <a:gd name="T60" fmla="*/ 2147483647 w 300"/>
                <a:gd name="T61" fmla="*/ 2147483647 h 1194"/>
                <a:gd name="T62" fmla="*/ 2147483647 w 300"/>
                <a:gd name="T63" fmla="*/ 2147483647 h 1194"/>
                <a:gd name="T64" fmla="*/ 2147483647 w 300"/>
                <a:gd name="T65" fmla="*/ 2147483647 h 1194"/>
                <a:gd name="T66" fmla="*/ 2147483647 w 300"/>
                <a:gd name="T67" fmla="*/ 2147483647 h 1194"/>
                <a:gd name="T68" fmla="*/ 2147483647 w 300"/>
                <a:gd name="T69" fmla="*/ 2147483647 h 1194"/>
                <a:gd name="T70" fmla="*/ 2147483647 w 300"/>
                <a:gd name="T71" fmla="*/ 2147483647 h 1194"/>
                <a:gd name="T72" fmla="*/ 2147483647 w 300"/>
                <a:gd name="T73" fmla="*/ 2147483647 h 1194"/>
                <a:gd name="T74" fmla="*/ 2147483647 w 300"/>
                <a:gd name="T75" fmla="*/ 2147483647 h 1194"/>
                <a:gd name="T76" fmla="*/ 2147483647 w 300"/>
                <a:gd name="T77" fmla="*/ 2147483647 h 1194"/>
                <a:gd name="T78" fmla="*/ 2147483647 w 300"/>
                <a:gd name="T79" fmla="*/ 2147483647 h 1194"/>
                <a:gd name="T80" fmla="*/ 2147483647 w 300"/>
                <a:gd name="T81" fmla="*/ 2147483647 h 1194"/>
                <a:gd name="T82" fmla="*/ 2147483647 w 300"/>
                <a:gd name="T83" fmla="*/ 2147483647 h 1194"/>
                <a:gd name="T84" fmla="*/ 2147483647 w 300"/>
                <a:gd name="T85" fmla="*/ 2147483647 h 1194"/>
                <a:gd name="T86" fmla="*/ 2147483647 w 300"/>
                <a:gd name="T87" fmla="*/ 2147483647 h 1194"/>
                <a:gd name="T88" fmla="*/ 2147483647 w 300"/>
                <a:gd name="T89" fmla="*/ 2147483647 h 1194"/>
                <a:gd name="T90" fmla="*/ 2147483647 w 300"/>
                <a:gd name="T91" fmla="*/ 2147483647 h 1194"/>
                <a:gd name="T92" fmla="*/ 2147483647 w 300"/>
                <a:gd name="T93" fmla="*/ 2147483647 h 1194"/>
                <a:gd name="T94" fmla="*/ 2147483647 w 300"/>
                <a:gd name="T95" fmla="*/ 2147483647 h 1194"/>
                <a:gd name="T96" fmla="*/ 2147483647 w 300"/>
                <a:gd name="T97" fmla="*/ 2147483647 h 1194"/>
                <a:gd name="T98" fmla="*/ 2147483647 w 300"/>
                <a:gd name="T99" fmla="*/ 0 h 1194"/>
                <a:gd name="T100" fmla="*/ 2147483647 w 300"/>
                <a:gd name="T101" fmla="*/ 2147483647 h 1194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300"/>
                <a:gd name="T154" fmla="*/ 0 h 1194"/>
                <a:gd name="T155" fmla="*/ 300 w 300"/>
                <a:gd name="T156" fmla="*/ 1194 h 1194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300" h="1194">
                  <a:moveTo>
                    <a:pt x="0" y="1194"/>
                  </a:moveTo>
                  <a:lnTo>
                    <a:pt x="12" y="1188"/>
                  </a:lnTo>
                  <a:lnTo>
                    <a:pt x="36" y="1146"/>
                  </a:lnTo>
                  <a:lnTo>
                    <a:pt x="18" y="1134"/>
                  </a:lnTo>
                  <a:lnTo>
                    <a:pt x="0" y="1194"/>
                  </a:lnTo>
                  <a:close/>
                  <a:moveTo>
                    <a:pt x="114" y="1068"/>
                  </a:moveTo>
                  <a:lnTo>
                    <a:pt x="72" y="1062"/>
                  </a:lnTo>
                  <a:lnTo>
                    <a:pt x="54" y="1134"/>
                  </a:lnTo>
                  <a:lnTo>
                    <a:pt x="66" y="1134"/>
                  </a:lnTo>
                  <a:lnTo>
                    <a:pt x="84" y="1104"/>
                  </a:lnTo>
                  <a:lnTo>
                    <a:pt x="132" y="1074"/>
                  </a:lnTo>
                  <a:lnTo>
                    <a:pt x="120" y="1050"/>
                  </a:lnTo>
                  <a:lnTo>
                    <a:pt x="114" y="1068"/>
                  </a:lnTo>
                  <a:close/>
                  <a:moveTo>
                    <a:pt x="192" y="1008"/>
                  </a:moveTo>
                  <a:lnTo>
                    <a:pt x="186" y="1008"/>
                  </a:lnTo>
                  <a:lnTo>
                    <a:pt x="180" y="1020"/>
                  </a:lnTo>
                  <a:lnTo>
                    <a:pt x="174" y="1026"/>
                  </a:lnTo>
                  <a:lnTo>
                    <a:pt x="168" y="1038"/>
                  </a:lnTo>
                  <a:lnTo>
                    <a:pt x="168" y="1044"/>
                  </a:lnTo>
                  <a:lnTo>
                    <a:pt x="174" y="1050"/>
                  </a:lnTo>
                  <a:lnTo>
                    <a:pt x="180" y="1050"/>
                  </a:lnTo>
                  <a:lnTo>
                    <a:pt x="198" y="1032"/>
                  </a:lnTo>
                  <a:lnTo>
                    <a:pt x="198" y="1014"/>
                  </a:lnTo>
                  <a:lnTo>
                    <a:pt x="192" y="1008"/>
                  </a:lnTo>
                  <a:close/>
                  <a:moveTo>
                    <a:pt x="282" y="636"/>
                  </a:moveTo>
                  <a:lnTo>
                    <a:pt x="264" y="654"/>
                  </a:lnTo>
                  <a:lnTo>
                    <a:pt x="276" y="678"/>
                  </a:lnTo>
                  <a:lnTo>
                    <a:pt x="258" y="678"/>
                  </a:lnTo>
                  <a:lnTo>
                    <a:pt x="258" y="702"/>
                  </a:lnTo>
                  <a:lnTo>
                    <a:pt x="282" y="702"/>
                  </a:lnTo>
                  <a:lnTo>
                    <a:pt x="294" y="684"/>
                  </a:lnTo>
                  <a:lnTo>
                    <a:pt x="282" y="654"/>
                  </a:lnTo>
                  <a:lnTo>
                    <a:pt x="300" y="654"/>
                  </a:lnTo>
                  <a:lnTo>
                    <a:pt x="282" y="636"/>
                  </a:lnTo>
                  <a:close/>
                  <a:moveTo>
                    <a:pt x="276" y="768"/>
                  </a:moveTo>
                  <a:lnTo>
                    <a:pt x="294" y="750"/>
                  </a:lnTo>
                  <a:lnTo>
                    <a:pt x="270" y="732"/>
                  </a:lnTo>
                  <a:lnTo>
                    <a:pt x="276" y="768"/>
                  </a:lnTo>
                  <a:close/>
                  <a:moveTo>
                    <a:pt x="258" y="954"/>
                  </a:moveTo>
                  <a:lnTo>
                    <a:pt x="258" y="924"/>
                  </a:lnTo>
                  <a:lnTo>
                    <a:pt x="240" y="948"/>
                  </a:lnTo>
                  <a:lnTo>
                    <a:pt x="258" y="954"/>
                  </a:lnTo>
                  <a:close/>
                  <a:moveTo>
                    <a:pt x="252" y="858"/>
                  </a:moveTo>
                  <a:lnTo>
                    <a:pt x="270" y="858"/>
                  </a:lnTo>
                  <a:lnTo>
                    <a:pt x="252" y="840"/>
                  </a:lnTo>
                  <a:lnTo>
                    <a:pt x="252" y="858"/>
                  </a:lnTo>
                  <a:close/>
                  <a:moveTo>
                    <a:pt x="126" y="24"/>
                  </a:moveTo>
                  <a:lnTo>
                    <a:pt x="144" y="60"/>
                  </a:lnTo>
                  <a:lnTo>
                    <a:pt x="174" y="24"/>
                  </a:lnTo>
                  <a:lnTo>
                    <a:pt x="162" y="0"/>
                  </a:lnTo>
                  <a:lnTo>
                    <a:pt x="126" y="2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29" name="Russia" descr="© INSCALE GmbH, 05.05.2010&#10;http://www.presentationload.com/">
              <a:extLst>
                <a:ext uri="{FF2B5EF4-FFF2-40B4-BE49-F238E27FC236}">
                  <a16:creationId xmlns:a16="http://schemas.microsoft.com/office/drawing/2014/main" id="{3CF90637-6343-400F-8507-207F5C4230F0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4162362" y="964884"/>
              <a:ext cx="2990655" cy="946633"/>
            </a:xfrm>
            <a:custGeom>
              <a:avLst/>
              <a:gdLst>
                <a:gd name="T0" fmla="*/ 2147483647 w 9048"/>
                <a:gd name="T1" fmla="*/ 2147483647 h 2880"/>
                <a:gd name="T2" fmla="*/ 2147483647 w 9048"/>
                <a:gd name="T3" fmla="*/ 2147483647 h 2880"/>
                <a:gd name="T4" fmla="*/ 2147483647 w 9048"/>
                <a:gd name="T5" fmla="*/ 2147483647 h 2880"/>
                <a:gd name="T6" fmla="*/ 2147483647 w 9048"/>
                <a:gd name="T7" fmla="*/ 2147483647 h 2880"/>
                <a:gd name="T8" fmla="*/ 2147483647 w 9048"/>
                <a:gd name="T9" fmla="*/ 2147483647 h 2880"/>
                <a:gd name="T10" fmla="*/ 2147483647 w 9048"/>
                <a:gd name="T11" fmla="*/ 2147483647 h 2880"/>
                <a:gd name="T12" fmla="*/ 2147483647 w 9048"/>
                <a:gd name="T13" fmla="*/ 2147483647 h 2880"/>
                <a:gd name="T14" fmla="*/ 2147483647 w 9048"/>
                <a:gd name="T15" fmla="*/ 2147483647 h 2880"/>
                <a:gd name="T16" fmla="*/ 2147483647 w 9048"/>
                <a:gd name="T17" fmla="*/ 2147483647 h 2880"/>
                <a:gd name="T18" fmla="*/ 2147483647 w 9048"/>
                <a:gd name="T19" fmla="*/ 2147483647 h 2880"/>
                <a:gd name="T20" fmla="*/ 2147483647 w 9048"/>
                <a:gd name="T21" fmla="*/ 2147483647 h 2880"/>
                <a:gd name="T22" fmla="*/ 2147483647 w 9048"/>
                <a:gd name="T23" fmla="*/ 2147483647 h 2880"/>
                <a:gd name="T24" fmla="*/ 2147483647 w 9048"/>
                <a:gd name="T25" fmla="*/ 2147483647 h 2880"/>
                <a:gd name="T26" fmla="*/ 2147483647 w 9048"/>
                <a:gd name="T27" fmla="*/ 2147483647 h 2880"/>
                <a:gd name="T28" fmla="*/ 2147483647 w 9048"/>
                <a:gd name="T29" fmla="*/ 2147483647 h 2880"/>
                <a:gd name="T30" fmla="*/ 2147483647 w 9048"/>
                <a:gd name="T31" fmla="*/ 2147483647 h 2880"/>
                <a:gd name="T32" fmla="*/ 2147483647 w 9048"/>
                <a:gd name="T33" fmla="*/ 2147483647 h 2880"/>
                <a:gd name="T34" fmla="*/ 2147483647 w 9048"/>
                <a:gd name="T35" fmla="*/ 2147483647 h 2880"/>
                <a:gd name="T36" fmla="*/ 2147483647 w 9048"/>
                <a:gd name="T37" fmla="*/ 2147483647 h 2880"/>
                <a:gd name="T38" fmla="*/ 2147483647 w 9048"/>
                <a:gd name="T39" fmla="*/ 2147483647 h 2880"/>
                <a:gd name="T40" fmla="*/ 2147483647 w 9048"/>
                <a:gd name="T41" fmla="*/ 2147483647 h 2880"/>
                <a:gd name="T42" fmla="*/ 2147483647 w 9048"/>
                <a:gd name="T43" fmla="*/ 2147483647 h 2880"/>
                <a:gd name="T44" fmla="*/ 2147483647 w 9048"/>
                <a:gd name="T45" fmla="*/ 2147483647 h 2880"/>
                <a:gd name="T46" fmla="*/ 2147483647 w 9048"/>
                <a:gd name="T47" fmla="*/ 2147483647 h 2880"/>
                <a:gd name="T48" fmla="*/ 2147483647 w 9048"/>
                <a:gd name="T49" fmla="*/ 2147483647 h 2880"/>
                <a:gd name="T50" fmla="*/ 2147483647 w 9048"/>
                <a:gd name="T51" fmla="*/ 2147483647 h 2880"/>
                <a:gd name="T52" fmla="*/ 2147483647 w 9048"/>
                <a:gd name="T53" fmla="*/ 2147483647 h 2880"/>
                <a:gd name="T54" fmla="*/ 2147483647 w 9048"/>
                <a:gd name="T55" fmla="*/ 2147483647 h 2880"/>
                <a:gd name="T56" fmla="*/ 2147483647 w 9048"/>
                <a:gd name="T57" fmla="*/ 2147483647 h 2880"/>
                <a:gd name="T58" fmla="*/ 2147483647 w 9048"/>
                <a:gd name="T59" fmla="*/ 2147483647 h 2880"/>
                <a:gd name="T60" fmla="*/ 2147483647 w 9048"/>
                <a:gd name="T61" fmla="*/ 2147483647 h 2880"/>
                <a:gd name="T62" fmla="*/ 2147483647 w 9048"/>
                <a:gd name="T63" fmla="*/ 2147483647 h 2880"/>
                <a:gd name="T64" fmla="*/ 2147483647 w 9048"/>
                <a:gd name="T65" fmla="*/ 2147483647 h 2880"/>
                <a:gd name="T66" fmla="*/ 2147483647 w 9048"/>
                <a:gd name="T67" fmla="*/ 2147483647 h 2880"/>
                <a:gd name="T68" fmla="*/ 2147483647 w 9048"/>
                <a:gd name="T69" fmla="*/ 2147483647 h 2880"/>
                <a:gd name="T70" fmla="*/ 2147483647 w 9048"/>
                <a:gd name="T71" fmla="*/ 2147483647 h 2880"/>
                <a:gd name="T72" fmla="*/ 2147483647 w 9048"/>
                <a:gd name="T73" fmla="*/ 2147483647 h 2880"/>
                <a:gd name="T74" fmla="*/ 2147483647 w 9048"/>
                <a:gd name="T75" fmla="*/ 2147483647 h 2880"/>
                <a:gd name="T76" fmla="*/ 2147483647 w 9048"/>
                <a:gd name="T77" fmla="*/ 2147483647 h 2880"/>
                <a:gd name="T78" fmla="*/ 2147483647 w 9048"/>
                <a:gd name="T79" fmla="*/ 2147483647 h 2880"/>
                <a:gd name="T80" fmla="*/ 2147483647 w 9048"/>
                <a:gd name="T81" fmla="*/ 2147483647 h 2880"/>
                <a:gd name="T82" fmla="*/ 2147483647 w 9048"/>
                <a:gd name="T83" fmla="*/ 2147483647 h 2880"/>
                <a:gd name="T84" fmla="*/ 2147483647 w 9048"/>
                <a:gd name="T85" fmla="*/ 2147483647 h 2880"/>
                <a:gd name="T86" fmla="*/ 2147483647 w 9048"/>
                <a:gd name="T87" fmla="*/ 2147483647 h 2880"/>
                <a:gd name="T88" fmla="*/ 2147483647 w 9048"/>
                <a:gd name="T89" fmla="*/ 2147483647 h 2880"/>
                <a:gd name="T90" fmla="*/ 2147483647 w 9048"/>
                <a:gd name="T91" fmla="*/ 2147483647 h 2880"/>
                <a:gd name="T92" fmla="*/ 2147483647 w 9048"/>
                <a:gd name="T93" fmla="*/ 2147483647 h 2880"/>
                <a:gd name="T94" fmla="*/ 2147483647 w 9048"/>
                <a:gd name="T95" fmla="*/ 2147483647 h 2880"/>
                <a:gd name="T96" fmla="*/ 2147483647 w 9048"/>
                <a:gd name="T97" fmla="*/ 2147483647 h 2880"/>
                <a:gd name="T98" fmla="*/ 2147483647 w 9048"/>
                <a:gd name="T99" fmla="*/ 2147483647 h 2880"/>
                <a:gd name="T100" fmla="*/ 2147483647 w 9048"/>
                <a:gd name="T101" fmla="*/ 2147483647 h 2880"/>
                <a:gd name="T102" fmla="*/ 2147483647 w 9048"/>
                <a:gd name="T103" fmla="*/ 2147483647 h 2880"/>
                <a:gd name="T104" fmla="*/ 2147483647 w 9048"/>
                <a:gd name="T105" fmla="*/ 2147483647 h 2880"/>
                <a:gd name="T106" fmla="*/ 2147483647 w 9048"/>
                <a:gd name="T107" fmla="*/ 2147483647 h 2880"/>
                <a:gd name="T108" fmla="*/ 2147483647 w 9048"/>
                <a:gd name="T109" fmla="*/ 2147483647 h 2880"/>
                <a:gd name="T110" fmla="*/ 2147483647 w 9048"/>
                <a:gd name="T111" fmla="*/ 2147483647 h 2880"/>
                <a:gd name="T112" fmla="*/ 2147483647 w 9048"/>
                <a:gd name="T113" fmla="*/ 2147483647 h 2880"/>
                <a:gd name="T114" fmla="*/ 2147483647 w 9048"/>
                <a:gd name="T115" fmla="*/ 2147483647 h 2880"/>
                <a:gd name="T116" fmla="*/ 2147483647 w 9048"/>
                <a:gd name="T117" fmla="*/ 2147483647 h 2880"/>
                <a:gd name="T118" fmla="*/ 2147483647 w 9048"/>
                <a:gd name="T119" fmla="*/ 2147483647 h 2880"/>
                <a:gd name="T120" fmla="*/ 2147483647 w 9048"/>
                <a:gd name="T121" fmla="*/ 2147483647 h 2880"/>
                <a:gd name="T122" fmla="*/ 2147483647 w 9048"/>
                <a:gd name="T123" fmla="*/ 2147483647 h 2880"/>
                <a:gd name="T124" fmla="*/ 2147483647 w 9048"/>
                <a:gd name="T125" fmla="*/ 2147483647 h 288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9048"/>
                <a:gd name="T190" fmla="*/ 0 h 2880"/>
                <a:gd name="T191" fmla="*/ 9048 w 9048"/>
                <a:gd name="T192" fmla="*/ 2880 h 288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9048" h="2880">
                  <a:moveTo>
                    <a:pt x="2790" y="546"/>
                  </a:moveTo>
                  <a:lnTo>
                    <a:pt x="2760" y="540"/>
                  </a:lnTo>
                  <a:lnTo>
                    <a:pt x="2736" y="558"/>
                  </a:lnTo>
                  <a:lnTo>
                    <a:pt x="2778" y="570"/>
                  </a:lnTo>
                  <a:lnTo>
                    <a:pt x="2790" y="546"/>
                  </a:lnTo>
                  <a:close/>
                  <a:moveTo>
                    <a:pt x="2832" y="522"/>
                  </a:moveTo>
                  <a:lnTo>
                    <a:pt x="2820" y="516"/>
                  </a:lnTo>
                  <a:lnTo>
                    <a:pt x="2814" y="510"/>
                  </a:lnTo>
                  <a:lnTo>
                    <a:pt x="2808" y="510"/>
                  </a:lnTo>
                  <a:lnTo>
                    <a:pt x="2808" y="528"/>
                  </a:lnTo>
                  <a:lnTo>
                    <a:pt x="2820" y="534"/>
                  </a:lnTo>
                  <a:lnTo>
                    <a:pt x="2832" y="534"/>
                  </a:lnTo>
                  <a:lnTo>
                    <a:pt x="2844" y="540"/>
                  </a:lnTo>
                  <a:lnTo>
                    <a:pt x="2850" y="540"/>
                  </a:lnTo>
                  <a:lnTo>
                    <a:pt x="2850" y="534"/>
                  </a:lnTo>
                  <a:lnTo>
                    <a:pt x="2844" y="528"/>
                  </a:lnTo>
                  <a:lnTo>
                    <a:pt x="2832" y="522"/>
                  </a:lnTo>
                  <a:close/>
                  <a:moveTo>
                    <a:pt x="1704" y="18"/>
                  </a:moveTo>
                  <a:lnTo>
                    <a:pt x="1710" y="18"/>
                  </a:lnTo>
                  <a:lnTo>
                    <a:pt x="1716" y="12"/>
                  </a:lnTo>
                  <a:lnTo>
                    <a:pt x="1728" y="6"/>
                  </a:lnTo>
                  <a:lnTo>
                    <a:pt x="1734" y="0"/>
                  </a:lnTo>
                  <a:lnTo>
                    <a:pt x="1644" y="0"/>
                  </a:lnTo>
                  <a:lnTo>
                    <a:pt x="1638" y="12"/>
                  </a:lnTo>
                  <a:lnTo>
                    <a:pt x="1680" y="12"/>
                  </a:lnTo>
                  <a:lnTo>
                    <a:pt x="1686" y="18"/>
                  </a:lnTo>
                  <a:lnTo>
                    <a:pt x="1704" y="18"/>
                  </a:lnTo>
                  <a:close/>
                  <a:moveTo>
                    <a:pt x="1740" y="60"/>
                  </a:moveTo>
                  <a:lnTo>
                    <a:pt x="1746" y="60"/>
                  </a:lnTo>
                  <a:lnTo>
                    <a:pt x="1758" y="48"/>
                  </a:lnTo>
                  <a:lnTo>
                    <a:pt x="1764" y="48"/>
                  </a:lnTo>
                  <a:lnTo>
                    <a:pt x="1770" y="54"/>
                  </a:lnTo>
                  <a:lnTo>
                    <a:pt x="1782" y="54"/>
                  </a:lnTo>
                  <a:lnTo>
                    <a:pt x="1788" y="60"/>
                  </a:lnTo>
                  <a:lnTo>
                    <a:pt x="1800" y="60"/>
                  </a:lnTo>
                  <a:lnTo>
                    <a:pt x="1812" y="48"/>
                  </a:lnTo>
                  <a:lnTo>
                    <a:pt x="1812" y="36"/>
                  </a:lnTo>
                  <a:lnTo>
                    <a:pt x="1806" y="30"/>
                  </a:lnTo>
                  <a:lnTo>
                    <a:pt x="1794" y="24"/>
                  </a:lnTo>
                  <a:lnTo>
                    <a:pt x="1758" y="24"/>
                  </a:lnTo>
                  <a:lnTo>
                    <a:pt x="1710" y="48"/>
                  </a:lnTo>
                  <a:lnTo>
                    <a:pt x="1716" y="54"/>
                  </a:lnTo>
                  <a:lnTo>
                    <a:pt x="1728" y="60"/>
                  </a:lnTo>
                  <a:lnTo>
                    <a:pt x="1740" y="60"/>
                  </a:lnTo>
                  <a:close/>
                  <a:moveTo>
                    <a:pt x="2382" y="510"/>
                  </a:moveTo>
                  <a:lnTo>
                    <a:pt x="2400" y="504"/>
                  </a:lnTo>
                  <a:lnTo>
                    <a:pt x="2412" y="498"/>
                  </a:lnTo>
                  <a:lnTo>
                    <a:pt x="2412" y="486"/>
                  </a:lnTo>
                  <a:lnTo>
                    <a:pt x="2406" y="486"/>
                  </a:lnTo>
                  <a:lnTo>
                    <a:pt x="2400" y="480"/>
                  </a:lnTo>
                  <a:lnTo>
                    <a:pt x="2346" y="480"/>
                  </a:lnTo>
                  <a:lnTo>
                    <a:pt x="2346" y="492"/>
                  </a:lnTo>
                  <a:lnTo>
                    <a:pt x="2358" y="504"/>
                  </a:lnTo>
                  <a:lnTo>
                    <a:pt x="2370" y="510"/>
                  </a:lnTo>
                  <a:lnTo>
                    <a:pt x="2382" y="510"/>
                  </a:lnTo>
                  <a:close/>
                  <a:moveTo>
                    <a:pt x="1590" y="30"/>
                  </a:moveTo>
                  <a:lnTo>
                    <a:pt x="1548" y="24"/>
                  </a:lnTo>
                  <a:lnTo>
                    <a:pt x="1554" y="36"/>
                  </a:lnTo>
                  <a:lnTo>
                    <a:pt x="1590" y="30"/>
                  </a:lnTo>
                  <a:close/>
                  <a:moveTo>
                    <a:pt x="1890" y="696"/>
                  </a:moveTo>
                  <a:lnTo>
                    <a:pt x="1896" y="708"/>
                  </a:lnTo>
                  <a:lnTo>
                    <a:pt x="1920" y="720"/>
                  </a:lnTo>
                  <a:lnTo>
                    <a:pt x="1950" y="738"/>
                  </a:lnTo>
                  <a:lnTo>
                    <a:pt x="1974" y="744"/>
                  </a:lnTo>
                  <a:lnTo>
                    <a:pt x="1992" y="738"/>
                  </a:lnTo>
                  <a:lnTo>
                    <a:pt x="1980" y="720"/>
                  </a:lnTo>
                  <a:lnTo>
                    <a:pt x="1950" y="702"/>
                  </a:lnTo>
                  <a:lnTo>
                    <a:pt x="1914" y="696"/>
                  </a:lnTo>
                  <a:lnTo>
                    <a:pt x="1890" y="696"/>
                  </a:lnTo>
                  <a:close/>
                  <a:moveTo>
                    <a:pt x="3108" y="126"/>
                  </a:moveTo>
                  <a:lnTo>
                    <a:pt x="3120" y="108"/>
                  </a:lnTo>
                  <a:lnTo>
                    <a:pt x="3030" y="108"/>
                  </a:lnTo>
                  <a:lnTo>
                    <a:pt x="3108" y="126"/>
                  </a:lnTo>
                  <a:close/>
                  <a:moveTo>
                    <a:pt x="1560" y="102"/>
                  </a:moveTo>
                  <a:lnTo>
                    <a:pt x="1632" y="102"/>
                  </a:lnTo>
                  <a:lnTo>
                    <a:pt x="1608" y="84"/>
                  </a:lnTo>
                  <a:lnTo>
                    <a:pt x="1560" y="102"/>
                  </a:lnTo>
                  <a:close/>
                  <a:moveTo>
                    <a:pt x="1572" y="60"/>
                  </a:moveTo>
                  <a:lnTo>
                    <a:pt x="1584" y="66"/>
                  </a:lnTo>
                  <a:lnTo>
                    <a:pt x="1596" y="78"/>
                  </a:lnTo>
                  <a:lnTo>
                    <a:pt x="1620" y="66"/>
                  </a:lnTo>
                  <a:lnTo>
                    <a:pt x="1620" y="72"/>
                  </a:lnTo>
                  <a:lnTo>
                    <a:pt x="1644" y="72"/>
                  </a:lnTo>
                  <a:lnTo>
                    <a:pt x="1668" y="60"/>
                  </a:lnTo>
                  <a:lnTo>
                    <a:pt x="1674" y="54"/>
                  </a:lnTo>
                  <a:lnTo>
                    <a:pt x="1680" y="54"/>
                  </a:lnTo>
                  <a:lnTo>
                    <a:pt x="1626" y="48"/>
                  </a:lnTo>
                  <a:lnTo>
                    <a:pt x="1614" y="54"/>
                  </a:lnTo>
                  <a:lnTo>
                    <a:pt x="1608" y="54"/>
                  </a:lnTo>
                  <a:lnTo>
                    <a:pt x="1602" y="48"/>
                  </a:lnTo>
                  <a:lnTo>
                    <a:pt x="1584" y="48"/>
                  </a:lnTo>
                  <a:lnTo>
                    <a:pt x="1572" y="60"/>
                  </a:lnTo>
                  <a:close/>
                  <a:moveTo>
                    <a:pt x="1662" y="36"/>
                  </a:moveTo>
                  <a:lnTo>
                    <a:pt x="1602" y="36"/>
                  </a:lnTo>
                  <a:lnTo>
                    <a:pt x="1650" y="48"/>
                  </a:lnTo>
                  <a:lnTo>
                    <a:pt x="1662" y="36"/>
                  </a:lnTo>
                  <a:close/>
                  <a:moveTo>
                    <a:pt x="1542" y="522"/>
                  </a:moveTo>
                  <a:lnTo>
                    <a:pt x="1500" y="528"/>
                  </a:lnTo>
                  <a:lnTo>
                    <a:pt x="1512" y="552"/>
                  </a:lnTo>
                  <a:lnTo>
                    <a:pt x="1542" y="534"/>
                  </a:lnTo>
                  <a:lnTo>
                    <a:pt x="1524" y="558"/>
                  </a:lnTo>
                  <a:lnTo>
                    <a:pt x="1518" y="558"/>
                  </a:lnTo>
                  <a:lnTo>
                    <a:pt x="1512" y="564"/>
                  </a:lnTo>
                  <a:lnTo>
                    <a:pt x="1506" y="564"/>
                  </a:lnTo>
                  <a:lnTo>
                    <a:pt x="1494" y="570"/>
                  </a:lnTo>
                  <a:lnTo>
                    <a:pt x="1488" y="576"/>
                  </a:lnTo>
                  <a:lnTo>
                    <a:pt x="1488" y="582"/>
                  </a:lnTo>
                  <a:lnTo>
                    <a:pt x="1500" y="594"/>
                  </a:lnTo>
                  <a:lnTo>
                    <a:pt x="1524" y="606"/>
                  </a:lnTo>
                  <a:lnTo>
                    <a:pt x="1566" y="606"/>
                  </a:lnTo>
                  <a:lnTo>
                    <a:pt x="1590" y="612"/>
                  </a:lnTo>
                  <a:lnTo>
                    <a:pt x="1608" y="618"/>
                  </a:lnTo>
                  <a:lnTo>
                    <a:pt x="1614" y="624"/>
                  </a:lnTo>
                  <a:lnTo>
                    <a:pt x="1620" y="636"/>
                  </a:lnTo>
                  <a:lnTo>
                    <a:pt x="1620" y="648"/>
                  </a:lnTo>
                  <a:lnTo>
                    <a:pt x="1626" y="654"/>
                  </a:lnTo>
                  <a:lnTo>
                    <a:pt x="1626" y="660"/>
                  </a:lnTo>
                  <a:lnTo>
                    <a:pt x="1644" y="660"/>
                  </a:lnTo>
                  <a:lnTo>
                    <a:pt x="1662" y="666"/>
                  </a:lnTo>
                  <a:lnTo>
                    <a:pt x="1674" y="666"/>
                  </a:lnTo>
                  <a:lnTo>
                    <a:pt x="1692" y="672"/>
                  </a:lnTo>
                  <a:lnTo>
                    <a:pt x="1704" y="672"/>
                  </a:lnTo>
                  <a:lnTo>
                    <a:pt x="1818" y="666"/>
                  </a:lnTo>
                  <a:lnTo>
                    <a:pt x="1806" y="666"/>
                  </a:lnTo>
                  <a:lnTo>
                    <a:pt x="1734" y="642"/>
                  </a:lnTo>
                  <a:lnTo>
                    <a:pt x="1704" y="618"/>
                  </a:lnTo>
                  <a:lnTo>
                    <a:pt x="1692" y="600"/>
                  </a:lnTo>
                  <a:lnTo>
                    <a:pt x="1686" y="588"/>
                  </a:lnTo>
                  <a:lnTo>
                    <a:pt x="1674" y="582"/>
                  </a:lnTo>
                  <a:lnTo>
                    <a:pt x="1674" y="570"/>
                  </a:lnTo>
                  <a:lnTo>
                    <a:pt x="1668" y="564"/>
                  </a:lnTo>
                  <a:lnTo>
                    <a:pt x="1692" y="516"/>
                  </a:lnTo>
                  <a:lnTo>
                    <a:pt x="1686" y="510"/>
                  </a:lnTo>
                  <a:lnTo>
                    <a:pt x="1686" y="504"/>
                  </a:lnTo>
                  <a:lnTo>
                    <a:pt x="1674" y="504"/>
                  </a:lnTo>
                  <a:lnTo>
                    <a:pt x="1710" y="498"/>
                  </a:lnTo>
                  <a:lnTo>
                    <a:pt x="1698" y="480"/>
                  </a:lnTo>
                  <a:lnTo>
                    <a:pt x="1734" y="480"/>
                  </a:lnTo>
                  <a:lnTo>
                    <a:pt x="1710" y="468"/>
                  </a:lnTo>
                  <a:lnTo>
                    <a:pt x="1734" y="474"/>
                  </a:lnTo>
                  <a:lnTo>
                    <a:pt x="1740" y="462"/>
                  </a:lnTo>
                  <a:lnTo>
                    <a:pt x="1722" y="450"/>
                  </a:lnTo>
                  <a:lnTo>
                    <a:pt x="1764" y="450"/>
                  </a:lnTo>
                  <a:lnTo>
                    <a:pt x="1770" y="444"/>
                  </a:lnTo>
                  <a:lnTo>
                    <a:pt x="1752" y="426"/>
                  </a:lnTo>
                  <a:lnTo>
                    <a:pt x="1782" y="432"/>
                  </a:lnTo>
                  <a:lnTo>
                    <a:pt x="1782" y="402"/>
                  </a:lnTo>
                  <a:lnTo>
                    <a:pt x="1788" y="408"/>
                  </a:lnTo>
                  <a:lnTo>
                    <a:pt x="1800" y="414"/>
                  </a:lnTo>
                  <a:lnTo>
                    <a:pt x="1812" y="414"/>
                  </a:lnTo>
                  <a:lnTo>
                    <a:pt x="1830" y="408"/>
                  </a:lnTo>
                  <a:lnTo>
                    <a:pt x="1842" y="402"/>
                  </a:lnTo>
                  <a:lnTo>
                    <a:pt x="1860" y="390"/>
                  </a:lnTo>
                  <a:lnTo>
                    <a:pt x="1878" y="372"/>
                  </a:lnTo>
                  <a:lnTo>
                    <a:pt x="1896" y="372"/>
                  </a:lnTo>
                  <a:lnTo>
                    <a:pt x="1938" y="366"/>
                  </a:lnTo>
                  <a:lnTo>
                    <a:pt x="1992" y="354"/>
                  </a:lnTo>
                  <a:lnTo>
                    <a:pt x="2046" y="348"/>
                  </a:lnTo>
                  <a:lnTo>
                    <a:pt x="2094" y="336"/>
                  </a:lnTo>
                  <a:lnTo>
                    <a:pt x="2124" y="330"/>
                  </a:lnTo>
                  <a:lnTo>
                    <a:pt x="2136" y="324"/>
                  </a:lnTo>
                  <a:lnTo>
                    <a:pt x="2154" y="318"/>
                  </a:lnTo>
                  <a:lnTo>
                    <a:pt x="2160" y="312"/>
                  </a:lnTo>
                  <a:lnTo>
                    <a:pt x="2166" y="300"/>
                  </a:lnTo>
                  <a:lnTo>
                    <a:pt x="2166" y="294"/>
                  </a:lnTo>
                  <a:lnTo>
                    <a:pt x="2154" y="282"/>
                  </a:lnTo>
                  <a:lnTo>
                    <a:pt x="2136" y="276"/>
                  </a:lnTo>
                  <a:lnTo>
                    <a:pt x="2088" y="270"/>
                  </a:lnTo>
                  <a:lnTo>
                    <a:pt x="2046" y="276"/>
                  </a:lnTo>
                  <a:lnTo>
                    <a:pt x="2016" y="288"/>
                  </a:lnTo>
                  <a:lnTo>
                    <a:pt x="1980" y="300"/>
                  </a:lnTo>
                  <a:lnTo>
                    <a:pt x="1938" y="318"/>
                  </a:lnTo>
                  <a:lnTo>
                    <a:pt x="1860" y="318"/>
                  </a:lnTo>
                  <a:lnTo>
                    <a:pt x="1842" y="312"/>
                  </a:lnTo>
                  <a:lnTo>
                    <a:pt x="1824" y="312"/>
                  </a:lnTo>
                  <a:lnTo>
                    <a:pt x="1806" y="336"/>
                  </a:lnTo>
                  <a:lnTo>
                    <a:pt x="1782" y="318"/>
                  </a:lnTo>
                  <a:lnTo>
                    <a:pt x="1728" y="342"/>
                  </a:lnTo>
                  <a:lnTo>
                    <a:pt x="1698" y="342"/>
                  </a:lnTo>
                  <a:lnTo>
                    <a:pt x="1668" y="366"/>
                  </a:lnTo>
                  <a:lnTo>
                    <a:pt x="1692" y="372"/>
                  </a:lnTo>
                  <a:lnTo>
                    <a:pt x="1644" y="372"/>
                  </a:lnTo>
                  <a:lnTo>
                    <a:pt x="1614" y="378"/>
                  </a:lnTo>
                  <a:lnTo>
                    <a:pt x="1614" y="396"/>
                  </a:lnTo>
                  <a:lnTo>
                    <a:pt x="1638" y="378"/>
                  </a:lnTo>
                  <a:lnTo>
                    <a:pt x="1644" y="396"/>
                  </a:lnTo>
                  <a:lnTo>
                    <a:pt x="1668" y="396"/>
                  </a:lnTo>
                  <a:lnTo>
                    <a:pt x="1662" y="408"/>
                  </a:lnTo>
                  <a:lnTo>
                    <a:pt x="1620" y="408"/>
                  </a:lnTo>
                  <a:lnTo>
                    <a:pt x="1614" y="420"/>
                  </a:lnTo>
                  <a:lnTo>
                    <a:pt x="1644" y="426"/>
                  </a:lnTo>
                  <a:lnTo>
                    <a:pt x="1596" y="432"/>
                  </a:lnTo>
                  <a:lnTo>
                    <a:pt x="1632" y="438"/>
                  </a:lnTo>
                  <a:lnTo>
                    <a:pt x="1584" y="444"/>
                  </a:lnTo>
                  <a:lnTo>
                    <a:pt x="1584" y="462"/>
                  </a:lnTo>
                  <a:lnTo>
                    <a:pt x="1554" y="474"/>
                  </a:lnTo>
                  <a:lnTo>
                    <a:pt x="1560" y="486"/>
                  </a:lnTo>
                  <a:lnTo>
                    <a:pt x="1602" y="468"/>
                  </a:lnTo>
                  <a:lnTo>
                    <a:pt x="1590" y="498"/>
                  </a:lnTo>
                  <a:lnTo>
                    <a:pt x="1554" y="498"/>
                  </a:lnTo>
                  <a:lnTo>
                    <a:pt x="1542" y="504"/>
                  </a:lnTo>
                  <a:lnTo>
                    <a:pt x="1542" y="522"/>
                  </a:lnTo>
                  <a:close/>
                  <a:moveTo>
                    <a:pt x="5778" y="498"/>
                  </a:moveTo>
                  <a:lnTo>
                    <a:pt x="5850" y="486"/>
                  </a:lnTo>
                  <a:lnTo>
                    <a:pt x="5958" y="504"/>
                  </a:lnTo>
                  <a:lnTo>
                    <a:pt x="5952" y="492"/>
                  </a:lnTo>
                  <a:lnTo>
                    <a:pt x="5940" y="486"/>
                  </a:lnTo>
                  <a:lnTo>
                    <a:pt x="5928" y="474"/>
                  </a:lnTo>
                  <a:lnTo>
                    <a:pt x="5904" y="462"/>
                  </a:lnTo>
                  <a:lnTo>
                    <a:pt x="5844" y="462"/>
                  </a:lnTo>
                  <a:lnTo>
                    <a:pt x="5808" y="468"/>
                  </a:lnTo>
                  <a:lnTo>
                    <a:pt x="5796" y="468"/>
                  </a:lnTo>
                  <a:lnTo>
                    <a:pt x="5778" y="498"/>
                  </a:lnTo>
                  <a:close/>
                  <a:moveTo>
                    <a:pt x="5784" y="378"/>
                  </a:moveTo>
                  <a:lnTo>
                    <a:pt x="5838" y="384"/>
                  </a:lnTo>
                  <a:lnTo>
                    <a:pt x="5844" y="378"/>
                  </a:lnTo>
                  <a:lnTo>
                    <a:pt x="5850" y="366"/>
                  </a:lnTo>
                  <a:lnTo>
                    <a:pt x="5838" y="354"/>
                  </a:lnTo>
                  <a:lnTo>
                    <a:pt x="5802" y="354"/>
                  </a:lnTo>
                  <a:lnTo>
                    <a:pt x="5742" y="342"/>
                  </a:lnTo>
                  <a:lnTo>
                    <a:pt x="5724" y="342"/>
                  </a:lnTo>
                  <a:lnTo>
                    <a:pt x="5718" y="348"/>
                  </a:lnTo>
                  <a:lnTo>
                    <a:pt x="5730" y="354"/>
                  </a:lnTo>
                  <a:lnTo>
                    <a:pt x="5742" y="366"/>
                  </a:lnTo>
                  <a:lnTo>
                    <a:pt x="5754" y="372"/>
                  </a:lnTo>
                  <a:lnTo>
                    <a:pt x="5772" y="372"/>
                  </a:lnTo>
                  <a:lnTo>
                    <a:pt x="5778" y="378"/>
                  </a:lnTo>
                  <a:lnTo>
                    <a:pt x="5784" y="378"/>
                  </a:lnTo>
                  <a:close/>
                  <a:moveTo>
                    <a:pt x="5724" y="432"/>
                  </a:moveTo>
                  <a:lnTo>
                    <a:pt x="5712" y="444"/>
                  </a:lnTo>
                  <a:lnTo>
                    <a:pt x="5712" y="456"/>
                  </a:lnTo>
                  <a:lnTo>
                    <a:pt x="5724" y="462"/>
                  </a:lnTo>
                  <a:lnTo>
                    <a:pt x="5772" y="462"/>
                  </a:lnTo>
                  <a:lnTo>
                    <a:pt x="5778" y="456"/>
                  </a:lnTo>
                  <a:lnTo>
                    <a:pt x="5778" y="450"/>
                  </a:lnTo>
                  <a:lnTo>
                    <a:pt x="5766" y="438"/>
                  </a:lnTo>
                  <a:lnTo>
                    <a:pt x="5742" y="426"/>
                  </a:lnTo>
                  <a:lnTo>
                    <a:pt x="5730" y="426"/>
                  </a:lnTo>
                  <a:lnTo>
                    <a:pt x="5724" y="432"/>
                  </a:lnTo>
                  <a:close/>
                  <a:moveTo>
                    <a:pt x="3072" y="96"/>
                  </a:moveTo>
                  <a:lnTo>
                    <a:pt x="3192" y="96"/>
                  </a:lnTo>
                  <a:lnTo>
                    <a:pt x="3204" y="90"/>
                  </a:lnTo>
                  <a:lnTo>
                    <a:pt x="3228" y="90"/>
                  </a:lnTo>
                  <a:lnTo>
                    <a:pt x="3240" y="84"/>
                  </a:lnTo>
                  <a:lnTo>
                    <a:pt x="3240" y="72"/>
                  </a:lnTo>
                  <a:lnTo>
                    <a:pt x="3222" y="60"/>
                  </a:lnTo>
                  <a:lnTo>
                    <a:pt x="3192" y="42"/>
                  </a:lnTo>
                  <a:lnTo>
                    <a:pt x="3156" y="30"/>
                  </a:lnTo>
                  <a:lnTo>
                    <a:pt x="3132" y="24"/>
                  </a:lnTo>
                  <a:lnTo>
                    <a:pt x="3120" y="18"/>
                  </a:lnTo>
                  <a:lnTo>
                    <a:pt x="3108" y="18"/>
                  </a:lnTo>
                  <a:lnTo>
                    <a:pt x="3096" y="12"/>
                  </a:lnTo>
                  <a:lnTo>
                    <a:pt x="3060" y="12"/>
                  </a:lnTo>
                  <a:lnTo>
                    <a:pt x="3048" y="18"/>
                  </a:lnTo>
                  <a:lnTo>
                    <a:pt x="3036" y="18"/>
                  </a:lnTo>
                  <a:lnTo>
                    <a:pt x="3030" y="30"/>
                  </a:lnTo>
                  <a:lnTo>
                    <a:pt x="3030" y="42"/>
                  </a:lnTo>
                  <a:lnTo>
                    <a:pt x="3036" y="54"/>
                  </a:lnTo>
                  <a:lnTo>
                    <a:pt x="3048" y="66"/>
                  </a:lnTo>
                  <a:lnTo>
                    <a:pt x="3054" y="78"/>
                  </a:lnTo>
                  <a:lnTo>
                    <a:pt x="3072" y="96"/>
                  </a:lnTo>
                  <a:close/>
                  <a:moveTo>
                    <a:pt x="6138" y="408"/>
                  </a:moveTo>
                  <a:lnTo>
                    <a:pt x="6144" y="402"/>
                  </a:lnTo>
                  <a:lnTo>
                    <a:pt x="6132" y="396"/>
                  </a:lnTo>
                  <a:lnTo>
                    <a:pt x="6102" y="390"/>
                  </a:lnTo>
                  <a:lnTo>
                    <a:pt x="6036" y="390"/>
                  </a:lnTo>
                  <a:lnTo>
                    <a:pt x="6012" y="366"/>
                  </a:lnTo>
                  <a:lnTo>
                    <a:pt x="6000" y="360"/>
                  </a:lnTo>
                  <a:lnTo>
                    <a:pt x="5970" y="360"/>
                  </a:lnTo>
                  <a:lnTo>
                    <a:pt x="5958" y="366"/>
                  </a:lnTo>
                  <a:lnTo>
                    <a:pt x="5910" y="366"/>
                  </a:lnTo>
                  <a:lnTo>
                    <a:pt x="5946" y="390"/>
                  </a:lnTo>
                  <a:lnTo>
                    <a:pt x="5964" y="396"/>
                  </a:lnTo>
                  <a:lnTo>
                    <a:pt x="6000" y="402"/>
                  </a:lnTo>
                  <a:lnTo>
                    <a:pt x="6054" y="414"/>
                  </a:lnTo>
                  <a:lnTo>
                    <a:pt x="6102" y="414"/>
                  </a:lnTo>
                  <a:lnTo>
                    <a:pt x="6138" y="408"/>
                  </a:lnTo>
                  <a:close/>
                  <a:moveTo>
                    <a:pt x="7602" y="744"/>
                  </a:moveTo>
                  <a:lnTo>
                    <a:pt x="7596" y="732"/>
                  </a:lnTo>
                  <a:lnTo>
                    <a:pt x="7572" y="726"/>
                  </a:lnTo>
                  <a:lnTo>
                    <a:pt x="7512" y="714"/>
                  </a:lnTo>
                  <a:lnTo>
                    <a:pt x="7500" y="714"/>
                  </a:lnTo>
                  <a:lnTo>
                    <a:pt x="7512" y="726"/>
                  </a:lnTo>
                  <a:lnTo>
                    <a:pt x="7548" y="738"/>
                  </a:lnTo>
                  <a:lnTo>
                    <a:pt x="7584" y="744"/>
                  </a:lnTo>
                  <a:lnTo>
                    <a:pt x="7602" y="744"/>
                  </a:lnTo>
                  <a:close/>
                  <a:moveTo>
                    <a:pt x="3162" y="120"/>
                  </a:moveTo>
                  <a:lnTo>
                    <a:pt x="3216" y="138"/>
                  </a:lnTo>
                  <a:lnTo>
                    <a:pt x="3246" y="144"/>
                  </a:lnTo>
                  <a:lnTo>
                    <a:pt x="3264" y="144"/>
                  </a:lnTo>
                  <a:lnTo>
                    <a:pt x="3312" y="138"/>
                  </a:lnTo>
                  <a:lnTo>
                    <a:pt x="3372" y="156"/>
                  </a:lnTo>
                  <a:lnTo>
                    <a:pt x="3432" y="156"/>
                  </a:lnTo>
                  <a:lnTo>
                    <a:pt x="3426" y="138"/>
                  </a:lnTo>
                  <a:lnTo>
                    <a:pt x="3402" y="102"/>
                  </a:lnTo>
                  <a:lnTo>
                    <a:pt x="3384" y="96"/>
                  </a:lnTo>
                  <a:lnTo>
                    <a:pt x="3372" y="90"/>
                  </a:lnTo>
                  <a:lnTo>
                    <a:pt x="3354" y="96"/>
                  </a:lnTo>
                  <a:lnTo>
                    <a:pt x="3318" y="114"/>
                  </a:lnTo>
                  <a:lnTo>
                    <a:pt x="3294" y="90"/>
                  </a:lnTo>
                  <a:lnTo>
                    <a:pt x="3282" y="90"/>
                  </a:lnTo>
                  <a:lnTo>
                    <a:pt x="3210" y="102"/>
                  </a:lnTo>
                  <a:lnTo>
                    <a:pt x="3174" y="114"/>
                  </a:lnTo>
                  <a:lnTo>
                    <a:pt x="3162" y="120"/>
                  </a:lnTo>
                  <a:close/>
                  <a:moveTo>
                    <a:pt x="3582" y="198"/>
                  </a:moveTo>
                  <a:lnTo>
                    <a:pt x="3744" y="192"/>
                  </a:lnTo>
                  <a:lnTo>
                    <a:pt x="3702" y="168"/>
                  </a:lnTo>
                  <a:lnTo>
                    <a:pt x="3696" y="168"/>
                  </a:lnTo>
                  <a:lnTo>
                    <a:pt x="3690" y="162"/>
                  </a:lnTo>
                  <a:lnTo>
                    <a:pt x="3666" y="150"/>
                  </a:lnTo>
                  <a:lnTo>
                    <a:pt x="3648" y="144"/>
                  </a:lnTo>
                  <a:lnTo>
                    <a:pt x="3636" y="138"/>
                  </a:lnTo>
                  <a:lnTo>
                    <a:pt x="3618" y="138"/>
                  </a:lnTo>
                  <a:lnTo>
                    <a:pt x="3606" y="144"/>
                  </a:lnTo>
                  <a:lnTo>
                    <a:pt x="3600" y="150"/>
                  </a:lnTo>
                  <a:lnTo>
                    <a:pt x="3588" y="156"/>
                  </a:lnTo>
                  <a:lnTo>
                    <a:pt x="3588" y="150"/>
                  </a:lnTo>
                  <a:lnTo>
                    <a:pt x="3582" y="144"/>
                  </a:lnTo>
                  <a:lnTo>
                    <a:pt x="3576" y="132"/>
                  </a:lnTo>
                  <a:lnTo>
                    <a:pt x="3570" y="126"/>
                  </a:lnTo>
                  <a:lnTo>
                    <a:pt x="3546" y="114"/>
                  </a:lnTo>
                  <a:lnTo>
                    <a:pt x="3522" y="126"/>
                  </a:lnTo>
                  <a:lnTo>
                    <a:pt x="3504" y="162"/>
                  </a:lnTo>
                  <a:lnTo>
                    <a:pt x="3498" y="192"/>
                  </a:lnTo>
                  <a:lnTo>
                    <a:pt x="3492" y="210"/>
                  </a:lnTo>
                  <a:lnTo>
                    <a:pt x="3516" y="222"/>
                  </a:lnTo>
                  <a:lnTo>
                    <a:pt x="3534" y="216"/>
                  </a:lnTo>
                  <a:lnTo>
                    <a:pt x="3546" y="216"/>
                  </a:lnTo>
                  <a:lnTo>
                    <a:pt x="3582" y="198"/>
                  </a:lnTo>
                  <a:close/>
                  <a:moveTo>
                    <a:pt x="5622" y="420"/>
                  </a:moveTo>
                  <a:lnTo>
                    <a:pt x="5640" y="390"/>
                  </a:lnTo>
                  <a:lnTo>
                    <a:pt x="5754" y="390"/>
                  </a:lnTo>
                  <a:lnTo>
                    <a:pt x="5688" y="360"/>
                  </a:lnTo>
                  <a:lnTo>
                    <a:pt x="5700" y="336"/>
                  </a:lnTo>
                  <a:lnTo>
                    <a:pt x="5610" y="318"/>
                  </a:lnTo>
                  <a:lnTo>
                    <a:pt x="5628" y="348"/>
                  </a:lnTo>
                  <a:lnTo>
                    <a:pt x="5616" y="342"/>
                  </a:lnTo>
                  <a:lnTo>
                    <a:pt x="5592" y="336"/>
                  </a:lnTo>
                  <a:lnTo>
                    <a:pt x="5556" y="330"/>
                  </a:lnTo>
                  <a:lnTo>
                    <a:pt x="5514" y="318"/>
                  </a:lnTo>
                  <a:lnTo>
                    <a:pt x="5454" y="318"/>
                  </a:lnTo>
                  <a:lnTo>
                    <a:pt x="5448" y="330"/>
                  </a:lnTo>
                  <a:lnTo>
                    <a:pt x="5460" y="354"/>
                  </a:lnTo>
                  <a:lnTo>
                    <a:pt x="5496" y="372"/>
                  </a:lnTo>
                  <a:lnTo>
                    <a:pt x="5538" y="390"/>
                  </a:lnTo>
                  <a:lnTo>
                    <a:pt x="5574" y="408"/>
                  </a:lnTo>
                  <a:lnTo>
                    <a:pt x="5610" y="414"/>
                  </a:lnTo>
                  <a:lnTo>
                    <a:pt x="5622" y="420"/>
                  </a:lnTo>
                  <a:close/>
                  <a:moveTo>
                    <a:pt x="4320" y="432"/>
                  </a:moveTo>
                  <a:lnTo>
                    <a:pt x="4368" y="444"/>
                  </a:lnTo>
                  <a:lnTo>
                    <a:pt x="4380" y="444"/>
                  </a:lnTo>
                  <a:lnTo>
                    <a:pt x="4392" y="438"/>
                  </a:lnTo>
                  <a:lnTo>
                    <a:pt x="4398" y="438"/>
                  </a:lnTo>
                  <a:lnTo>
                    <a:pt x="4404" y="432"/>
                  </a:lnTo>
                  <a:lnTo>
                    <a:pt x="4404" y="426"/>
                  </a:lnTo>
                  <a:lnTo>
                    <a:pt x="4398" y="426"/>
                  </a:lnTo>
                  <a:lnTo>
                    <a:pt x="4362" y="414"/>
                  </a:lnTo>
                  <a:lnTo>
                    <a:pt x="4344" y="420"/>
                  </a:lnTo>
                  <a:lnTo>
                    <a:pt x="4332" y="420"/>
                  </a:lnTo>
                  <a:lnTo>
                    <a:pt x="4320" y="432"/>
                  </a:lnTo>
                  <a:close/>
                  <a:moveTo>
                    <a:pt x="5424" y="354"/>
                  </a:moveTo>
                  <a:lnTo>
                    <a:pt x="5370" y="336"/>
                  </a:lnTo>
                  <a:lnTo>
                    <a:pt x="5394" y="366"/>
                  </a:lnTo>
                  <a:lnTo>
                    <a:pt x="5424" y="354"/>
                  </a:lnTo>
                  <a:close/>
                  <a:moveTo>
                    <a:pt x="7986" y="666"/>
                  </a:moveTo>
                  <a:lnTo>
                    <a:pt x="8034" y="654"/>
                  </a:lnTo>
                  <a:lnTo>
                    <a:pt x="8088" y="654"/>
                  </a:lnTo>
                  <a:lnTo>
                    <a:pt x="8100" y="648"/>
                  </a:lnTo>
                  <a:lnTo>
                    <a:pt x="8106" y="642"/>
                  </a:lnTo>
                  <a:lnTo>
                    <a:pt x="8106" y="636"/>
                  </a:lnTo>
                  <a:lnTo>
                    <a:pt x="8100" y="630"/>
                  </a:lnTo>
                  <a:lnTo>
                    <a:pt x="8088" y="630"/>
                  </a:lnTo>
                  <a:lnTo>
                    <a:pt x="8052" y="618"/>
                  </a:lnTo>
                  <a:lnTo>
                    <a:pt x="8028" y="612"/>
                  </a:lnTo>
                  <a:lnTo>
                    <a:pt x="8010" y="606"/>
                  </a:lnTo>
                  <a:lnTo>
                    <a:pt x="7968" y="606"/>
                  </a:lnTo>
                  <a:lnTo>
                    <a:pt x="7944" y="618"/>
                  </a:lnTo>
                  <a:lnTo>
                    <a:pt x="7938" y="630"/>
                  </a:lnTo>
                  <a:lnTo>
                    <a:pt x="7938" y="654"/>
                  </a:lnTo>
                  <a:lnTo>
                    <a:pt x="7944" y="666"/>
                  </a:lnTo>
                  <a:lnTo>
                    <a:pt x="7950" y="666"/>
                  </a:lnTo>
                  <a:lnTo>
                    <a:pt x="7962" y="672"/>
                  </a:lnTo>
                  <a:lnTo>
                    <a:pt x="7968" y="672"/>
                  </a:lnTo>
                  <a:lnTo>
                    <a:pt x="7980" y="666"/>
                  </a:lnTo>
                  <a:lnTo>
                    <a:pt x="7986" y="666"/>
                  </a:lnTo>
                  <a:close/>
                  <a:moveTo>
                    <a:pt x="162" y="1788"/>
                  </a:moveTo>
                  <a:lnTo>
                    <a:pt x="150" y="1788"/>
                  </a:lnTo>
                  <a:lnTo>
                    <a:pt x="138" y="1794"/>
                  </a:lnTo>
                  <a:lnTo>
                    <a:pt x="114" y="1794"/>
                  </a:lnTo>
                  <a:lnTo>
                    <a:pt x="108" y="1788"/>
                  </a:lnTo>
                  <a:lnTo>
                    <a:pt x="96" y="1788"/>
                  </a:lnTo>
                  <a:lnTo>
                    <a:pt x="96" y="1782"/>
                  </a:lnTo>
                  <a:lnTo>
                    <a:pt x="84" y="1782"/>
                  </a:lnTo>
                  <a:lnTo>
                    <a:pt x="84" y="1788"/>
                  </a:lnTo>
                  <a:lnTo>
                    <a:pt x="72" y="1800"/>
                  </a:lnTo>
                  <a:lnTo>
                    <a:pt x="12" y="1800"/>
                  </a:lnTo>
                  <a:lnTo>
                    <a:pt x="0" y="1812"/>
                  </a:lnTo>
                  <a:lnTo>
                    <a:pt x="0" y="1818"/>
                  </a:lnTo>
                  <a:lnTo>
                    <a:pt x="12" y="1830"/>
                  </a:lnTo>
                  <a:lnTo>
                    <a:pt x="6" y="1842"/>
                  </a:lnTo>
                  <a:lnTo>
                    <a:pt x="12" y="1848"/>
                  </a:lnTo>
                  <a:lnTo>
                    <a:pt x="18" y="1848"/>
                  </a:lnTo>
                  <a:lnTo>
                    <a:pt x="24" y="1842"/>
                  </a:lnTo>
                  <a:lnTo>
                    <a:pt x="48" y="1842"/>
                  </a:lnTo>
                  <a:lnTo>
                    <a:pt x="54" y="1848"/>
                  </a:lnTo>
                  <a:lnTo>
                    <a:pt x="66" y="1848"/>
                  </a:lnTo>
                  <a:lnTo>
                    <a:pt x="72" y="1854"/>
                  </a:lnTo>
                  <a:lnTo>
                    <a:pt x="162" y="1854"/>
                  </a:lnTo>
                  <a:lnTo>
                    <a:pt x="162" y="1848"/>
                  </a:lnTo>
                  <a:lnTo>
                    <a:pt x="168" y="1848"/>
                  </a:lnTo>
                  <a:lnTo>
                    <a:pt x="162" y="1830"/>
                  </a:lnTo>
                  <a:lnTo>
                    <a:pt x="174" y="1818"/>
                  </a:lnTo>
                  <a:lnTo>
                    <a:pt x="174" y="1800"/>
                  </a:lnTo>
                  <a:lnTo>
                    <a:pt x="168" y="1788"/>
                  </a:lnTo>
                  <a:lnTo>
                    <a:pt x="162" y="1788"/>
                  </a:lnTo>
                  <a:close/>
                  <a:moveTo>
                    <a:pt x="1038" y="90"/>
                  </a:moveTo>
                  <a:lnTo>
                    <a:pt x="1062" y="72"/>
                  </a:lnTo>
                  <a:lnTo>
                    <a:pt x="1032" y="72"/>
                  </a:lnTo>
                  <a:lnTo>
                    <a:pt x="1032" y="84"/>
                  </a:lnTo>
                  <a:lnTo>
                    <a:pt x="1038" y="90"/>
                  </a:lnTo>
                  <a:close/>
                  <a:moveTo>
                    <a:pt x="990" y="72"/>
                  </a:moveTo>
                  <a:lnTo>
                    <a:pt x="1074" y="54"/>
                  </a:lnTo>
                  <a:lnTo>
                    <a:pt x="1044" y="42"/>
                  </a:lnTo>
                  <a:lnTo>
                    <a:pt x="996" y="54"/>
                  </a:lnTo>
                  <a:lnTo>
                    <a:pt x="948" y="54"/>
                  </a:lnTo>
                  <a:lnTo>
                    <a:pt x="966" y="66"/>
                  </a:lnTo>
                  <a:lnTo>
                    <a:pt x="990" y="72"/>
                  </a:lnTo>
                  <a:close/>
                  <a:moveTo>
                    <a:pt x="1122" y="90"/>
                  </a:moveTo>
                  <a:lnTo>
                    <a:pt x="1128" y="78"/>
                  </a:lnTo>
                  <a:lnTo>
                    <a:pt x="1152" y="78"/>
                  </a:lnTo>
                  <a:lnTo>
                    <a:pt x="1164" y="66"/>
                  </a:lnTo>
                  <a:lnTo>
                    <a:pt x="1218" y="66"/>
                  </a:lnTo>
                  <a:lnTo>
                    <a:pt x="1218" y="60"/>
                  </a:lnTo>
                  <a:lnTo>
                    <a:pt x="1206" y="54"/>
                  </a:lnTo>
                  <a:lnTo>
                    <a:pt x="1182" y="54"/>
                  </a:lnTo>
                  <a:lnTo>
                    <a:pt x="1182" y="48"/>
                  </a:lnTo>
                  <a:lnTo>
                    <a:pt x="1176" y="48"/>
                  </a:lnTo>
                  <a:lnTo>
                    <a:pt x="1164" y="42"/>
                  </a:lnTo>
                  <a:lnTo>
                    <a:pt x="1140" y="42"/>
                  </a:lnTo>
                  <a:lnTo>
                    <a:pt x="1134" y="48"/>
                  </a:lnTo>
                  <a:lnTo>
                    <a:pt x="1128" y="60"/>
                  </a:lnTo>
                  <a:lnTo>
                    <a:pt x="1128" y="66"/>
                  </a:lnTo>
                  <a:lnTo>
                    <a:pt x="1122" y="66"/>
                  </a:lnTo>
                  <a:lnTo>
                    <a:pt x="1116" y="72"/>
                  </a:lnTo>
                  <a:lnTo>
                    <a:pt x="1104" y="72"/>
                  </a:lnTo>
                  <a:lnTo>
                    <a:pt x="1086" y="78"/>
                  </a:lnTo>
                  <a:lnTo>
                    <a:pt x="1080" y="78"/>
                  </a:lnTo>
                  <a:lnTo>
                    <a:pt x="1074" y="84"/>
                  </a:lnTo>
                  <a:lnTo>
                    <a:pt x="1080" y="84"/>
                  </a:lnTo>
                  <a:lnTo>
                    <a:pt x="1092" y="90"/>
                  </a:lnTo>
                  <a:lnTo>
                    <a:pt x="1122" y="90"/>
                  </a:lnTo>
                  <a:close/>
                  <a:moveTo>
                    <a:pt x="1176" y="78"/>
                  </a:moveTo>
                  <a:lnTo>
                    <a:pt x="1158" y="90"/>
                  </a:lnTo>
                  <a:lnTo>
                    <a:pt x="1176" y="102"/>
                  </a:lnTo>
                  <a:lnTo>
                    <a:pt x="1194" y="108"/>
                  </a:lnTo>
                  <a:lnTo>
                    <a:pt x="1248" y="102"/>
                  </a:lnTo>
                  <a:lnTo>
                    <a:pt x="1242" y="90"/>
                  </a:lnTo>
                  <a:lnTo>
                    <a:pt x="1212" y="90"/>
                  </a:lnTo>
                  <a:lnTo>
                    <a:pt x="1176" y="78"/>
                  </a:lnTo>
                  <a:close/>
                  <a:moveTo>
                    <a:pt x="7812" y="2436"/>
                  </a:moveTo>
                  <a:lnTo>
                    <a:pt x="7782" y="2400"/>
                  </a:lnTo>
                  <a:lnTo>
                    <a:pt x="7776" y="2400"/>
                  </a:lnTo>
                  <a:lnTo>
                    <a:pt x="7770" y="2394"/>
                  </a:lnTo>
                  <a:lnTo>
                    <a:pt x="7752" y="2388"/>
                  </a:lnTo>
                  <a:lnTo>
                    <a:pt x="7728" y="2364"/>
                  </a:lnTo>
                  <a:lnTo>
                    <a:pt x="7722" y="2352"/>
                  </a:lnTo>
                  <a:lnTo>
                    <a:pt x="7704" y="2298"/>
                  </a:lnTo>
                  <a:lnTo>
                    <a:pt x="7698" y="2286"/>
                  </a:lnTo>
                  <a:lnTo>
                    <a:pt x="7698" y="2274"/>
                  </a:lnTo>
                  <a:lnTo>
                    <a:pt x="7674" y="2250"/>
                  </a:lnTo>
                  <a:lnTo>
                    <a:pt x="7680" y="2244"/>
                  </a:lnTo>
                  <a:lnTo>
                    <a:pt x="7698" y="2244"/>
                  </a:lnTo>
                  <a:lnTo>
                    <a:pt x="7770" y="2268"/>
                  </a:lnTo>
                  <a:lnTo>
                    <a:pt x="7800" y="2280"/>
                  </a:lnTo>
                  <a:lnTo>
                    <a:pt x="7812" y="2286"/>
                  </a:lnTo>
                  <a:lnTo>
                    <a:pt x="7740" y="2232"/>
                  </a:lnTo>
                  <a:lnTo>
                    <a:pt x="7734" y="2226"/>
                  </a:lnTo>
                  <a:lnTo>
                    <a:pt x="7722" y="2202"/>
                  </a:lnTo>
                  <a:lnTo>
                    <a:pt x="7710" y="2196"/>
                  </a:lnTo>
                  <a:lnTo>
                    <a:pt x="7704" y="2184"/>
                  </a:lnTo>
                  <a:lnTo>
                    <a:pt x="7698" y="2178"/>
                  </a:lnTo>
                  <a:lnTo>
                    <a:pt x="7674" y="2166"/>
                  </a:lnTo>
                  <a:lnTo>
                    <a:pt x="7668" y="2160"/>
                  </a:lnTo>
                  <a:lnTo>
                    <a:pt x="7656" y="2154"/>
                  </a:lnTo>
                  <a:lnTo>
                    <a:pt x="7578" y="2070"/>
                  </a:lnTo>
                  <a:lnTo>
                    <a:pt x="7554" y="2070"/>
                  </a:lnTo>
                  <a:lnTo>
                    <a:pt x="7542" y="2040"/>
                  </a:lnTo>
                  <a:lnTo>
                    <a:pt x="7524" y="2040"/>
                  </a:lnTo>
                  <a:lnTo>
                    <a:pt x="7512" y="2028"/>
                  </a:lnTo>
                  <a:lnTo>
                    <a:pt x="7500" y="2004"/>
                  </a:lnTo>
                  <a:lnTo>
                    <a:pt x="7500" y="1980"/>
                  </a:lnTo>
                  <a:lnTo>
                    <a:pt x="7470" y="1944"/>
                  </a:lnTo>
                  <a:lnTo>
                    <a:pt x="7446" y="1950"/>
                  </a:lnTo>
                  <a:lnTo>
                    <a:pt x="7434" y="1920"/>
                  </a:lnTo>
                  <a:lnTo>
                    <a:pt x="7392" y="1890"/>
                  </a:lnTo>
                  <a:lnTo>
                    <a:pt x="7380" y="1866"/>
                  </a:lnTo>
                  <a:lnTo>
                    <a:pt x="7368" y="1860"/>
                  </a:lnTo>
                  <a:lnTo>
                    <a:pt x="7362" y="1854"/>
                  </a:lnTo>
                  <a:lnTo>
                    <a:pt x="7344" y="1854"/>
                  </a:lnTo>
                  <a:lnTo>
                    <a:pt x="7344" y="1860"/>
                  </a:lnTo>
                  <a:lnTo>
                    <a:pt x="7392" y="1908"/>
                  </a:lnTo>
                  <a:lnTo>
                    <a:pt x="7392" y="1914"/>
                  </a:lnTo>
                  <a:lnTo>
                    <a:pt x="7386" y="1914"/>
                  </a:lnTo>
                  <a:lnTo>
                    <a:pt x="7380" y="1908"/>
                  </a:lnTo>
                  <a:lnTo>
                    <a:pt x="7368" y="1908"/>
                  </a:lnTo>
                  <a:lnTo>
                    <a:pt x="7362" y="1914"/>
                  </a:lnTo>
                  <a:lnTo>
                    <a:pt x="7362" y="1926"/>
                  </a:lnTo>
                  <a:lnTo>
                    <a:pt x="7374" y="1950"/>
                  </a:lnTo>
                  <a:lnTo>
                    <a:pt x="7386" y="1962"/>
                  </a:lnTo>
                  <a:lnTo>
                    <a:pt x="7392" y="1974"/>
                  </a:lnTo>
                  <a:lnTo>
                    <a:pt x="7404" y="1980"/>
                  </a:lnTo>
                  <a:lnTo>
                    <a:pt x="7404" y="1992"/>
                  </a:lnTo>
                  <a:lnTo>
                    <a:pt x="7416" y="2016"/>
                  </a:lnTo>
                  <a:lnTo>
                    <a:pt x="7422" y="2022"/>
                  </a:lnTo>
                  <a:lnTo>
                    <a:pt x="7440" y="2034"/>
                  </a:lnTo>
                  <a:lnTo>
                    <a:pt x="7470" y="2052"/>
                  </a:lnTo>
                  <a:lnTo>
                    <a:pt x="7500" y="2076"/>
                  </a:lnTo>
                  <a:lnTo>
                    <a:pt x="7518" y="2100"/>
                  </a:lnTo>
                  <a:lnTo>
                    <a:pt x="7524" y="2112"/>
                  </a:lnTo>
                  <a:lnTo>
                    <a:pt x="7536" y="2130"/>
                  </a:lnTo>
                  <a:lnTo>
                    <a:pt x="7536" y="2142"/>
                  </a:lnTo>
                  <a:lnTo>
                    <a:pt x="7548" y="2154"/>
                  </a:lnTo>
                  <a:lnTo>
                    <a:pt x="7554" y="2166"/>
                  </a:lnTo>
                  <a:lnTo>
                    <a:pt x="7572" y="2184"/>
                  </a:lnTo>
                  <a:lnTo>
                    <a:pt x="7590" y="2208"/>
                  </a:lnTo>
                  <a:lnTo>
                    <a:pt x="7608" y="2238"/>
                  </a:lnTo>
                  <a:lnTo>
                    <a:pt x="7620" y="2262"/>
                  </a:lnTo>
                  <a:lnTo>
                    <a:pt x="7626" y="2268"/>
                  </a:lnTo>
                  <a:lnTo>
                    <a:pt x="7626" y="2280"/>
                  </a:lnTo>
                  <a:lnTo>
                    <a:pt x="7632" y="2292"/>
                  </a:lnTo>
                  <a:lnTo>
                    <a:pt x="7644" y="2304"/>
                  </a:lnTo>
                  <a:lnTo>
                    <a:pt x="7656" y="2304"/>
                  </a:lnTo>
                  <a:lnTo>
                    <a:pt x="7668" y="2310"/>
                  </a:lnTo>
                  <a:lnTo>
                    <a:pt x="7674" y="2322"/>
                  </a:lnTo>
                  <a:lnTo>
                    <a:pt x="7686" y="2334"/>
                  </a:lnTo>
                  <a:lnTo>
                    <a:pt x="7698" y="2358"/>
                  </a:lnTo>
                  <a:lnTo>
                    <a:pt x="7698" y="2376"/>
                  </a:lnTo>
                  <a:lnTo>
                    <a:pt x="7740" y="2412"/>
                  </a:lnTo>
                  <a:lnTo>
                    <a:pt x="7752" y="2466"/>
                  </a:lnTo>
                  <a:lnTo>
                    <a:pt x="7794" y="2508"/>
                  </a:lnTo>
                  <a:lnTo>
                    <a:pt x="7794" y="2502"/>
                  </a:lnTo>
                  <a:lnTo>
                    <a:pt x="7788" y="2496"/>
                  </a:lnTo>
                  <a:lnTo>
                    <a:pt x="7788" y="2484"/>
                  </a:lnTo>
                  <a:lnTo>
                    <a:pt x="7782" y="2472"/>
                  </a:lnTo>
                  <a:lnTo>
                    <a:pt x="7782" y="2460"/>
                  </a:lnTo>
                  <a:lnTo>
                    <a:pt x="7776" y="2448"/>
                  </a:lnTo>
                  <a:lnTo>
                    <a:pt x="7782" y="2442"/>
                  </a:lnTo>
                  <a:lnTo>
                    <a:pt x="7788" y="2442"/>
                  </a:lnTo>
                  <a:lnTo>
                    <a:pt x="7800" y="2454"/>
                  </a:lnTo>
                  <a:lnTo>
                    <a:pt x="7830" y="2454"/>
                  </a:lnTo>
                  <a:lnTo>
                    <a:pt x="7866" y="2496"/>
                  </a:lnTo>
                  <a:lnTo>
                    <a:pt x="7866" y="2472"/>
                  </a:lnTo>
                  <a:lnTo>
                    <a:pt x="7836" y="2430"/>
                  </a:lnTo>
                  <a:lnTo>
                    <a:pt x="7812" y="2436"/>
                  </a:lnTo>
                  <a:close/>
                  <a:moveTo>
                    <a:pt x="1344" y="84"/>
                  </a:moveTo>
                  <a:lnTo>
                    <a:pt x="1350" y="72"/>
                  </a:lnTo>
                  <a:lnTo>
                    <a:pt x="1308" y="66"/>
                  </a:lnTo>
                  <a:lnTo>
                    <a:pt x="1284" y="78"/>
                  </a:lnTo>
                  <a:lnTo>
                    <a:pt x="1290" y="90"/>
                  </a:lnTo>
                  <a:lnTo>
                    <a:pt x="1344" y="84"/>
                  </a:lnTo>
                  <a:close/>
                  <a:moveTo>
                    <a:pt x="9048" y="996"/>
                  </a:moveTo>
                  <a:lnTo>
                    <a:pt x="9036" y="984"/>
                  </a:lnTo>
                  <a:lnTo>
                    <a:pt x="9024" y="978"/>
                  </a:lnTo>
                  <a:lnTo>
                    <a:pt x="9006" y="972"/>
                  </a:lnTo>
                  <a:lnTo>
                    <a:pt x="8994" y="966"/>
                  </a:lnTo>
                  <a:lnTo>
                    <a:pt x="8982" y="966"/>
                  </a:lnTo>
                  <a:lnTo>
                    <a:pt x="8940" y="948"/>
                  </a:lnTo>
                  <a:lnTo>
                    <a:pt x="8898" y="948"/>
                  </a:lnTo>
                  <a:lnTo>
                    <a:pt x="8868" y="930"/>
                  </a:lnTo>
                  <a:lnTo>
                    <a:pt x="8778" y="924"/>
                  </a:lnTo>
                  <a:lnTo>
                    <a:pt x="8736" y="906"/>
                  </a:lnTo>
                  <a:lnTo>
                    <a:pt x="8700" y="906"/>
                  </a:lnTo>
                  <a:lnTo>
                    <a:pt x="8754" y="942"/>
                  </a:lnTo>
                  <a:lnTo>
                    <a:pt x="8808" y="966"/>
                  </a:lnTo>
                  <a:lnTo>
                    <a:pt x="8796" y="966"/>
                  </a:lnTo>
                  <a:lnTo>
                    <a:pt x="8784" y="972"/>
                  </a:lnTo>
                  <a:lnTo>
                    <a:pt x="8754" y="972"/>
                  </a:lnTo>
                  <a:lnTo>
                    <a:pt x="8730" y="960"/>
                  </a:lnTo>
                  <a:lnTo>
                    <a:pt x="8676" y="906"/>
                  </a:lnTo>
                  <a:lnTo>
                    <a:pt x="8580" y="870"/>
                  </a:lnTo>
                  <a:lnTo>
                    <a:pt x="8496" y="846"/>
                  </a:lnTo>
                  <a:lnTo>
                    <a:pt x="8442" y="834"/>
                  </a:lnTo>
                  <a:lnTo>
                    <a:pt x="8370" y="822"/>
                  </a:lnTo>
                  <a:lnTo>
                    <a:pt x="8280" y="804"/>
                  </a:lnTo>
                  <a:lnTo>
                    <a:pt x="8190" y="780"/>
                  </a:lnTo>
                  <a:lnTo>
                    <a:pt x="8112" y="762"/>
                  </a:lnTo>
                  <a:lnTo>
                    <a:pt x="8052" y="750"/>
                  </a:lnTo>
                  <a:lnTo>
                    <a:pt x="7998" y="738"/>
                  </a:lnTo>
                  <a:lnTo>
                    <a:pt x="7956" y="732"/>
                  </a:lnTo>
                  <a:lnTo>
                    <a:pt x="7758" y="732"/>
                  </a:lnTo>
                  <a:lnTo>
                    <a:pt x="7746" y="714"/>
                  </a:lnTo>
                  <a:lnTo>
                    <a:pt x="7698" y="720"/>
                  </a:lnTo>
                  <a:lnTo>
                    <a:pt x="7680" y="708"/>
                  </a:lnTo>
                  <a:lnTo>
                    <a:pt x="7626" y="708"/>
                  </a:lnTo>
                  <a:lnTo>
                    <a:pt x="7650" y="726"/>
                  </a:lnTo>
                  <a:lnTo>
                    <a:pt x="7644" y="744"/>
                  </a:lnTo>
                  <a:lnTo>
                    <a:pt x="7656" y="744"/>
                  </a:lnTo>
                  <a:lnTo>
                    <a:pt x="7680" y="756"/>
                  </a:lnTo>
                  <a:lnTo>
                    <a:pt x="7716" y="762"/>
                  </a:lnTo>
                  <a:lnTo>
                    <a:pt x="7740" y="774"/>
                  </a:lnTo>
                  <a:lnTo>
                    <a:pt x="7758" y="786"/>
                  </a:lnTo>
                  <a:lnTo>
                    <a:pt x="7752" y="798"/>
                  </a:lnTo>
                  <a:lnTo>
                    <a:pt x="7728" y="804"/>
                  </a:lnTo>
                  <a:lnTo>
                    <a:pt x="7698" y="804"/>
                  </a:lnTo>
                  <a:lnTo>
                    <a:pt x="7686" y="798"/>
                  </a:lnTo>
                  <a:lnTo>
                    <a:pt x="7680" y="792"/>
                  </a:lnTo>
                  <a:lnTo>
                    <a:pt x="7656" y="774"/>
                  </a:lnTo>
                  <a:lnTo>
                    <a:pt x="7584" y="774"/>
                  </a:lnTo>
                  <a:lnTo>
                    <a:pt x="7530" y="738"/>
                  </a:lnTo>
                  <a:lnTo>
                    <a:pt x="7524" y="738"/>
                  </a:lnTo>
                  <a:lnTo>
                    <a:pt x="7518" y="744"/>
                  </a:lnTo>
                  <a:lnTo>
                    <a:pt x="7506" y="744"/>
                  </a:lnTo>
                  <a:lnTo>
                    <a:pt x="7500" y="750"/>
                  </a:lnTo>
                  <a:lnTo>
                    <a:pt x="7446" y="750"/>
                  </a:lnTo>
                  <a:lnTo>
                    <a:pt x="7440" y="738"/>
                  </a:lnTo>
                  <a:lnTo>
                    <a:pt x="7344" y="744"/>
                  </a:lnTo>
                  <a:lnTo>
                    <a:pt x="7320" y="726"/>
                  </a:lnTo>
                  <a:lnTo>
                    <a:pt x="7314" y="732"/>
                  </a:lnTo>
                  <a:lnTo>
                    <a:pt x="7212" y="732"/>
                  </a:lnTo>
                  <a:lnTo>
                    <a:pt x="7206" y="738"/>
                  </a:lnTo>
                  <a:lnTo>
                    <a:pt x="7212" y="744"/>
                  </a:lnTo>
                  <a:lnTo>
                    <a:pt x="7218" y="756"/>
                  </a:lnTo>
                  <a:lnTo>
                    <a:pt x="7254" y="792"/>
                  </a:lnTo>
                  <a:lnTo>
                    <a:pt x="7248" y="792"/>
                  </a:lnTo>
                  <a:lnTo>
                    <a:pt x="7242" y="786"/>
                  </a:lnTo>
                  <a:lnTo>
                    <a:pt x="7230" y="780"/>
                  </a:lnTo>
                  <a:lnTo>
                    <a:pt x="7218" y="768"/>
                  </a:lnTo>
                  <a:lnTo>
                    <a:pt x="7206" y="762"/>
                  </a:lnTo>
                  <a:lnTo>
                    <a:pt x="7194" y="750"/>
                  </a:lnTo>
                  <a:lnTo>
                    <a:pt x="7176" y="744"/>
                  </a:lnTo>
                  <a:lnTo>
                    <a:pt x="7104" y="732"/>
                  </a:lnTo>
                  <a:lnTo>
                    <a:pt x="7086" y="732"/>
                  </a:lnTo>
                  <a:lnTo>
                    <a:pt x="7086" y="726"/>
                  </a:lnTo>
                  <a:lnTo>
                    <a:pt x="7056" y="696"/>
                  </a:lnTo>
                  <a:lnTo>
                    <a:pt x="7032" y="684"/>
                  </a:lnTo>
                  <a:lnTo>
                    <a:pt x="6990" y="666"/>
                  </a:lnTo>
                  <a:lnTo>
                    <a:pt x="6948" y="660"/>
                  </a:lnTo>
                  <a:lnTo>
                    <a:pt x="6912" y="654"/>
                  </a:lnTo>
                  <a:lnTo>
                    <a:pt x="6882" y="654"/>
                  </a:lnTo>
                  <a:lnTo>
                    <a:pt x="6864" y="648"/>
                  </a:lnTo>
                  <a:lnTo>
                    <a:pt x="6834" y="648"/>
                  </a:lnTo>
                  <a:lnTo>
                    <a:pt x="6786" y="636"/>
                  </a:lnTo>
                  <a:lnTo>
                    <a:pt x="6774" y="642"/>
                  </a:lnTo>
                  <a:lnTo>
                    <a:pt x="6714" y="642"/>
                  </a:lnTo>
                  <a:lnTo>
                    <a:pt x="6696" y="660"/>
                  </a:lnTo>
                  <a:lnTo>
                    <a:pt x="6684" y="666"/>
                  </a:lnTo>
                  <a:lnTo>
                    <a:pt x="6648" y="666"/>
                  </a:lnTo>
                  <a:lnTo>
                    <a:pt x="6630" y="660"/>
                  </a:lnTo>
                  <a:lnTo>
                    <a:pt x="6594" y="660"/>
                  </a:lnTo>
                  <a:lnTo>
                    <a:pt x="6582" y="654"/>
                  </a:lnTo>
                  <a:lnTo>
                    <a:pt x="6576" y="648"/>
                  </a:lnTo>
                  <a:lnTo>
                    <a:pt x="6552" y="636"/>
                  </a:lnTo>
                  <a:lnTo>
                    <a:pt x="6534" y="630"/>
                  </a:lnTo>
                  <a:lnTo>
                    <a:pt x="6522" y="624"/>
                  </a:lnTo>
                  <a:lnTo>
                    <a:pt x="6498" y="624"/>
                  </a:lnTo>
                  <a:lnTo>
                    <a:pt x="6486" y="630"/>
                  </a:lnTo>
                  <a:lnTo>
                    <a:pt x="6474" y="612"/>
                  </a:lnTo>
                  <a:lnTo>
                    <a:pt x="6438" y="612"/>
                  </a:lnTo>
                  <a:lnTo>
                    <a:pt x="6372" y="606"/>
                  </a:lnTo>
                  <a:lnTo>
                    <a:pt x="6408" y="594"/>
                  </a:lnTo>
                  <a:lnTo>
                    <a:pt x="6372" y="570"/>
                  </a:lnTo>
                  <a:lnTo>
                    <a:pt x="6360" y="570"/>
                  </a:lnTo>
                  <a:lnTo>
                    <a:pt x="6324" y="564"/>
                  </a:lnTo>
                  <a:lnTo>
                    <a:pt x="6282" y="558"/>
                  </a:lnTo>
                  <a:lnTo>
                    <a:pt x="6246" y="558"/>
                  </a:lnTo>
                  <a:lnTo>
                    <a:pt x="6228" y="564"/>
                  </a:lnTo>
                  <a:lnTo>
                    <a:pt x="6228" y="594"/>
                  </a:lnTo>
                  <a:lnTo>
                    <a:pt x="6222" y="600"/>
                  </a:lnTo>
                  <a:lnTo>
                    <a:pt x="6192" y="600"/>
                  </a:lnTo>
                  <a:lnTo>
                    <a:pt x="6180" y="594"/>
                  </a:lnTo>
                  <a:lnTo>
                    <a:pt x="6168" y="594"/>
                  </a:lnTo>
                  <a:lnTo>
                    <a:pt x="6186" y="582"/>
                  </a:lnTo>
                  <a:lnTo>
                    <a:pt x="6168" y="570"/>
                  </a:lnTo>
                  <a:lnTo>
                    <a:pt x="6096" y="570"/>
                  </a:lnTo>
                  <a:lnTo>
                    <a:pt x="6114" y="558"/>
                  </a:lnTo>
                  <a:lnTo>
                    <a:pt x="6156" y="558"/>
                  </a:lnTo>
                  <a:lnTo>
                    <a:pt x="6216" y="588"/>
                  </a:lnTo>
                  <a:lnTo>
                    <a:pt x="6216" y="564"/>
                  </a:lnTo>
                  <a:lnTo>
                    <a:pt x="6162" y="540"/>
                  </a:lnTo>
                  <a:lnTo>
                    <a:pt x="6048" y="546"/>
                  </a:lnTo>
                  <a:lnTo>
                    <a:pt x="6048" y="534"/>
                  </a:lnTo>
                  <a:lnTo>
                    <a:pt x="5928" y="540"/>
                  </a:lnTo>
                  <a:lnTo>
                    <a:pt x="5880" y="522"/>
                  </a:lnTo>
                  <a:lnTo>
                    <a:pt x="5862" y="522"/>
                  </a:lnTo>
                  <a:lnTo>
                    <a:pt x="5898" y="546"/>
                  </a:lnTo>
                  <a:lnTo>
                    <a:pt x="5850" y="546"/>
                  </a:lnTo>
                  <a:lnTo>
                    <a:pt x="5838" y="552"/>
                  </a:lnTo>
                  <a:lnTo>
                    <a:pt x="5832" y="552"/>
                  </a:lnTo>
                  <a:lnTo>
                    <a:pt x="5832" y="558"/>
                  </a:lnTo>
                  <a:lnTo>
                    <a:pt x="5844" y="564"/>
                  </a:lnTo>
                  <a:lnTo>
                    <a:pt x="5850" y="570"/>
                  </a:lnTo>
                  <a:lnTo>
                    <a:pt x="5862" y="576"/>
                  </a:lnTo>
                  <a:lnTo>
                    <a:pt x="5892" y="576"/>
                  </a:lnTo>
                  <a:lnTo>
                    <a:pt x="5892" y="582"/>
                  </a:lnTo>
                  <a:lnTo>
                    <a:pt x="5952" y="618"/>
                  </a:lnTo>
                  <a:lnTo>
                    <a:pt x="5904" y="618"/>
                  </a:lnTo>
                  <a:lnTo>
                    <a:pt x="5898" y="612"/>
                  </a:lnTo>
                  <a:lnTo>
                    <a:pt x="5886" y="606"/>
                  </a:lnTo>
                  <a:lnTo>
                    <a:pt x="5874" y="606"/>
                  </a:lnTo>
                  <a:lnTo>
                    <a:pt x="5862" y="600"/>
                  </a:lnTo>
                  <a:lnTo>
                    <a:pt x="5844" y="618"/>
                  </a:lnTo>
                  <a:lnTo>
                    <a:pt x="5868" y="636"/>
                  </a:lnTo>
                  <a:lnTo>
                    <a:pt x="5814" y="630"/>
                  </a:lnTo>
                  <a:lnTo>
                    <a:pt x="5808" y="630"/>
                  </a:lnTo>
                  <a:lnTo>
                    <a:pt x="5802" y="624"/>
                  </a:lnTo>
                  <a:lnTo>
                    <a:pt x="5784" y="618"/>
                  </a:lnTo>
                  <a:lnTo>
                    <a:pt x="5766" y="618"/>
                  </a:lnTo>
                  <a:lnTo>
                    <a:pt x="5754" y="612"/>
                  </a:lnTo>
                  <a:lnTo>
                    <a:pt x="5736" y="606"/>
                  </a:lnTo>
                  <a:lnTo>
                    <a:pt x="5724" y="606"/>
                  </a:lnTo>
                  <a:lnTo>
                    <a:pt x="5712" y="612"/>
                  </a:lnTo>
                  <a:lnTo>
                    <a:pt x="5700" y="612"/>
                  </a:lnTo>
                  <a:lnTo>
                    <a:pt x="5688" y="618"/>
                  </a:lnTo>
                  <a:lnTo>
                    <a:pt x="5682" y="624"/>
                  </a:lnTo>
                  <a:lnTo>
                    <a:pt x="5676" y="624"/>
                  </a:lnTo>
                  <a:lnTo>
                    <a:pt x="5610" y="618"/>
                  </a:lnTo>
                  <a:lnTo>
                    <a:pt x="5604" y="618"/>
                  </a:lnTo>
                  <a:lnTo>
                    <a:pt x="5598" y="612"/>
                  </a:lnTo>
                  <a:lnTo>
                    <a:pt x="5562" y="594"/>
                  </a:lnTo>
                  <a:lnTo>
                    <a:pt x="5556" y="594"/>
                  </a:lnTo>
                  <a:lnTo>
                    <a:pt x="5550" y="588"/>
                  </a:lnTo>
                  <a:lnTo>
                    <a:pt x="5538" y="588"/>
                  </a:lnTo>
                  <a:lnTo>
                    <a:pt x="5538" y="606"/>
                  </a:lnTo>
                  <a:lnTo>
                    <a:pt x="5544" y="612"/>
                  </a:lnTo>
                  <a:lnTo>
                    <a:pt x="5550" y="624"/>
                  </a:lnTo>
                  <a:lnTo>
                    <a:pt x="5556" y="630"/>
                  </a:lnTo>
                  <a:lnTo>
                    <a:pt x="5562" y="642"/>
                  </a:lnTo>
                  <a:lnTo>
                    <a:pt x="5562" y="660"/>
                  </a:lnTo>
                  <a:lnTo>
                    <a:pt x="5556" y="666"/>
                  </a:lnTo>
                  <a:lnTo>
                    <a:pt x="5532" y="660"/>
                  </a:lnTo>
                  <a:lnTo>
                    <a:pt x="5424" y="624"/>
                  </a:lnTo>
                  <a:lnTo>
                    <a:pt x="5412" y="618"/>
                  </a:lnTo>
                  <a:lnTo>
                    <a:pt x="5406" y="618"/>
                  </a:lnTo>
                  <a:lnTo>
                    <a:pt x="5400" y="612"/>
                  </a:lnTo>
                  <a:lnTo>
                    <a:pt x="5394" y="600"/>
                  </a:lnTo>
                  <a:lnTo>
                    <a:pt x="5382" y="594"/>
                  </a:lnTo>
                  <a:lnTo>
                    <a:pt x="5376" y="588"/>
                  </a:lnTo>
                  <a:lnTo>
                    <a:pt x="5376" y="606"/>
                  </a:lnTo>
                  <a:lnTo>
                    <a:pt x="5322" y="588"/>
                  </a:lnTo>
                  <a:lnTo>
                    <a:pt x="5292" y="570"/>
                  </a:lnTo>
                  <a:lnTo>
                    <a:pt x="5298" y="570"/>
                  </a:lnTo>
                  <a:lnTo>
                    <a:pt x="5304" y="576"/>
                  </a:lnTo>
                  <a:lnTo>
                    <a:pt x="5328" y="576"/>
                  </a:lnTo>
                  <a:lnTo>
                    <a:pt x="5340" y="582"/>
                  </a:lnTo>
                  <a:lnTo>
                    <a:pt x="5352" y="582"/>
                  </a:lnTo>
                  <a:lnTo>
                    <a:pt x="5358" y="576"/>
                  </a:lnTo>
                  <a:lnTo>
                    <a:pt x="5358" y="570"/>
                  </a:lnTo>
                  <a:lnTo>
                    <a:pt x="5346" y="564"/>
                  </a:lnTo>
                  <a:lnTo>
                    <a:pt x="5334" y="552"/>
                  </a:lnTo>
                  <a:lnTo>
                    <a:pt x="5292" y="552"/>
                  </a:lnTo>
                  <a:lnTo>
                    <a:pt x="5304" y="540"/>
                  </a:lnTo>
                  <a:lnTo>
                    <a:pt x="5298" y="534"/>
                  </a:lnTo>
                  <a:lnTo>
                    <a:pt x="5286" y="528"/>
                  </a:lnTo>
                  <a:lnTo>
                    <a:pt x="5256" y="528"/>
                  </a:lnTo>
                  <a:lnTo>
                    <a:pt x="5268" y="510"/>
                  </a:lnTo>
                  <a:lnTo>
                    <a:pt x="5262" y="510"/>
                  </a:lnTo>
                  <a:lnTo>
                    <a:pt x="5256" y="504"/>
                  </a:lnTo>
                  <a:lnTo>
                    <a:pt x="5232" y="504"/>
                  </a:lnTo>
                  <a:lnTo>
                    <a:pt x="5220" y="498"/>
                  </a:lnTo>
                  <a:lnTo>
                    <a:pt x="5208" y="498"/>
                  </a:lnTo>
                  <a:lnTo>
                    <a:pt x="5202" y="492"/>
                  </a:lnTo>
                  <a:lnTo>
                    <a:pt x="5190" y="492"/>
                  </a:lnTo>
                  <a:lnTo>
                    <a:pt x="5184" y="486"/>
                  </a:lnTo>
                  <a:lnTo>
                    <a:pt x="5142" y="486"/>
                  </a:lnTo>
                  <a:lnTo>
                    <a:pt x="5130" y="492"/>
                  </a:lnTo>
                  <a:lnTo>
                    <a:pt x="5094" y="492"/>
                  </a:lnTo>
                  <a:lnTo>
                    <a:pt x="5076" y="486"/>
                  </a:lnTo>
                  <a:lnTo>
                    <a:pt x="5070" y="480"/>
                  </a:lnTo>
                  <a:lnTo>
                    <a:pt x="5064" y="480"/>
                  </a:lnTo>
                  <a:lnTo>
                    <a:pt x="5040" y="486"/>
                  </a:lnTo>
                  <a:lnTo>
                    <a:pt x="5040" y="474"/>
                  </a:lnTo>
                  <a:lnTo>
                    <a:pt x="4992" y="468"/>
                  </a:lnTo>
                  <a:lnTo>
                    <a:pt x="4980" y="456"/>
                  </a:lnTo>
                  <a:lnTo>
                    <a:pt x="4974" y="474"/>
                  </a:lnTo>
                  <a:lnTo>
                    <a:pt x="4956" y="480"/>
                  </a:lnTo>
                  <a:lnTo>
                    <a:pt x="4986" y="498"/>
                  </a:lnTo>
                  <a:lnTo>
                    <a:pt x="5010" y="528"/>
                  </a:lnTo>
                  <a:lnTo>
                    <a:pt x="4962" y="522"/>
                  </a:lnTo>
                  <a:lnTo>
                    <a:pt x="4956" y="516"/>
                  </a:lnTo>
                  <a:lnTo>
                    <a:pt x="4890" y="522"/>
                  </a:lnTo>
                  <a:lnTo>
                    <a:pt x="4872" y="528"/>
                  </a:lnTo>
                  <a:lnTo>
                    <a:pt x="4872" y="516"/>
                  </a:lnTo>
                  <a:lnTo>
                    <a:pt x="4824" y="522"/>
                  </a:lnTo>
                  <a:lnTo>
                    <a:pt x="4818" y="510"/>
                  </a:lnTo>
                  <a:lnTo>
                    <a:pt x="4764" y="510"/>
                  </a:lnTo>
                  <a:lnTo>
                    <a:pt x="4728" y="504"/>
                  </a:lnTo>
                  <a:lnTo>
                    <a:pt x="4746" y="480"/>
                  </a:lnTo>
                  <a:lnTo>
                    <a:pt x="4620" y="480"/>
                  </a:lnTo>
                  <a:lnTo>
                    <a:pt x="4608" y="468"/>
                  </a:lnTo>
                  <a:lnTo>
                    <a:pt x="4602" y="474"/>
                  </a:lnTo>
                  <a:lnTo>
                    <a:pt x="4590" y="468"/>
                  </a:lnTo>
                  <a:lnTo>
                    <a:pt x="4542" y="474"/>
                  </a:lnTo>
                  <a:lnTo>
                    <a:pt x="4548" y="486"/>
                  </a:lnTo>
                  <a:lnTo>
                    <a:pt x="4488" y="480"/>
                  </a:lnTo>
                  <a:lnTo>
                    <a:pt x="4476" y="486"/>
                  </a:lnTo>
                  <a:lnTo>
                    <a:pt x="4506" y="498"/>
                  </a:lnTo>
                  <a:lnTo>
                    <a:pt x="4464" y="492"/>
                  </a:lnTo>
                  <a:lnTo>
                    <a:pt x="4464" y="474"/>
                  </a:lnTo>
                  <a:lnTo>
                    <a:pt x="4434" y="456"/>
                  </a:lnTo>
                  <a:lnTo>
                    <a:pt x="4416" y="456"/>
                  </a:lnTo>
                  <a:lnTo>
                    <a:pt x="4428" y="474"/>
                  </a:lnTo>
                  <a:lnTo>
                    <a:pt x="4374" y="474"/>
                  </a:lnTo>
                  <a:lnTo>
                    <a:pt x="4368" y="468"/>
                  </a:lnTo>
                  <a:lnTo>
                    <a:pt x="4356" y="468"/>
                  </a:lnTo>
                  <a:lnTo>
                    <a:pt x="4350" y="456"/>
                  </a:lnTo>
                  <a:lnTo>
                    <a:pt x="4320" y="456"/>
                  </a:lnTo>
                  <a:lnTo>
                    <a:pt x="4296" y="444"/>
                  </a:lnTo>
                  <a:lnTo>
                    <a:pt x="4266" y="468"/>
                  </a:lnTo>
                  <a:lnTo>
                    <a:pt x="4320" y="474"/>
                  </a:lnTo>
                  <a:lnTo>
                    <a:pt x="4332" y="474"/>
                  </a:lnTo>
                  <a:lnTo>
                    <a:pt x="4326" y="480"/>
                  </a:lnTo>
                  <a:lnTo>
                    <a:pt x="4314" y="486"/>
                  </a:lnTo>
                  <a:lnTo>
                    <a:pt x="4308" y="492"/>
                  </a:lnTo>
                  <a:lnTo>
                    <a:pt x="4272" y="492"/>
                  </a:lnTo>
                  <a:lnTo>
                    <a:pt x="4266" y="498"/>
                  </a:lnTo>
                  <a:lnTo>
                    <a:pt x="4254" y="504"/>
                  </a:lnTo>
                  <a:lnTo>
                    <a:pt x="4182" y="504"/>
                  </a:lnTo>
                  <a:lnTo>
                    <a:pt x="4146" y="510"/>
                  </a:lnTo>
                  <a:lnTo>
                    <a:pt x="4134" y="534"/>
                  </a:lnTo>
                  <a:lnTo>
                    <a:pt x="4110" y="528"/>
                  </a:lnTo>
                  <a:lnTo>
                    <a:pt x="4110" y="516"/>
                  </a:lnTo>
                  <a:lnTo>
                    <a:pt x="4116" y="504"/>
                  </a:lnTo>
                  <a:lnTo>
                    <a:pt x="4122" y="498"/>
                  </a:lnTo>
                  <a:lnTo>
                    <a:pt x="4134" y="492"/>
                  </a:lnTo>
                  <a:lnTo>
                    <a:pt x="4152" y="492"/>
                  </a:lnTo>
                  <a:lnTo>
                    <a:pt x="4164" y="480"/>
                  </a:lnTo>
                  <a:lnTo>
                    <a:pt x="4206" y="474"/>
                  </a:lnTo>
                  <a:lnTo>
                    <a:pt x="4248" y="438"/>
                  </a:lnTo>
                  <a:lnTo>
                    <a:pt x="4248" y="426"/>
                  </a:lnTo>
                  <a:lnTo>
                    <a:pt x="4254" y="420"/>
                  </a:lnTo>
                  <a:lnTo>
                    <a:pt x="4266" y="414"/>
                  </a:lnTo>
                  <a:lnTo>
                    <a:pt x="4278" y="414"/>
                  </a:lnTo>
                  <a:lnTo>
                    <a:pt x="4290" y="408"/>
                  </a:lnTo>
                  <a:lnTo>
                    <a:pt x="4302" y="408"/>
                  </a:lnTo>
                  <a:lnTo>
                    <a:pt x="4320" y="402"/>
                  </a:lnTo>
                  <a:lnTo>
                    <a:pt x="4332" y="402"/>
                  </a:lnTo>
                  <a:lnTo>
                    <a:pt x="4344" y="396"/>
                  </a:lnTo>
                  <a:lnTo>
                    <a:pt x="4350" y="390"/>
                  </a:lnTo>
                  <a:lnTo>
                    <a:pt x="4356" y="378"/>
                  </a:lnTo>
                  <a:lnTo>
                    <a:pt x="4350" y="366"/>
                  </a:lnTo>
                  <a:lnTo>
                    <a:pt x="4344" y="360"/>
                  </a:lnTo>
                  <a:lnTo>
                    <a:pt x="4332" y="354"/>
                  </a:lnTo>
                  <a:lnTo>
                    <a:pt x="4326" y="348"/>
                  </a:lnTo>
                  <a:lnTo>
                    <a:pt x="4290" y="348"/>
                  </a:lnTo>
                  <a:lnTo>
                    <a:pt x="4320" y="336"/>
                  </a:lnTo>
                  <a:lnTo>
                    <a:pt x="4314" y="330"/>
                  </a:lnTo>
                  <a:lnTo>
                    <a:pt x="4302" y="324"/>
                  </a:lnTo>
                  <a:lnTo>
                    <a:pt x="4290" y="312"/>
                  </a:lnTo>
                  <a:lnTo>
                    <a:pt x="4284" y="312"/>
                  </a:lnTo>
                  <a:lnTo>
                    <a:pt x="4278" y="318"/>
                  </a:lnTo>
                  <a:lnTo>
                    <a:pt x="4254" y="318"/>
                  </a:lnTo>
                  <a:lnTo>
                    <a:pt x="4248" y="312"/>
                  </a:lnTo>
                  <a:lnTo>
                    <a:pt x="4242" y="300"/>
                  </a:lnTo>
                  <a:lnTo>
                    <a:pt x="4236" y="294"/>
                  </a:lnTo>
                  <a:lnTo>
                    <a:pt x="4194" y="294"/>
                  </a:lnTo>
                  <a:lnTo>
                    <a:pt x="4188" y="300"/>
                  </a:lnTo>
                  <a:lnTo>
                    <a:pt x="4182" y="300"/>
                  </a:lnTo>
                  <a:lnTo>
                    <a:pt x="4128" y="288"/>
                  </a:lnTo>
                  <a:lnTo>
                    <a:pt x="3990" y="282"/>
                  </a:lnTo>
                  <a:lnTo>
                    <a:pt x="3990" y="300"/>
                  </a:lnTo>
                  <a:lnTo>
                    <a:pt x="3924" y="300"/>
                  </a:lnTo>
                  <a:lnTo>
                    <a:pt x="3942" y="282"/>
                  </a:lnTo>
                  <a:lnTo>
                    <a:pt x="3942" y="276"/>
                  </a:lnTo>
                  <a:lnTo>
                    <a:pt x="3936" y="270"/>
                  </a:lnTo>
                  <a:lnTo>
                    <a:pt x="3912" y="264"/>
                  </a:lnTo>
                  <a:lnTo>
                    <a:pt x="3882" y="264"/>
                  </a:lnTo>
                  <a:lnTo>
                    <a:pt x="3852" y="270"/>
                  </a:lnTo>
                  <a:lnTo>
                    <a:pt x="3840" y="270"/>
                  </a:lnTo>
                  <a:lnTo>
                    <a:pt x="3780" y="264"/>
                  </a:lnTo>
                  <a:lnTo>
                    <a:pt x="3792" y="264"/>
                  </a:lnTo>
                  <a:lnTo>
                    <a:pt x="3810" y="258"/>
                  </a:lnTo>
                  <a:lnTo>
                    <a:pt x="3822" y="258"/>
                  </a:lnTo>
                  <a:lnTo>
                    <a:pt x="3834" y="252"/>
                  </a:lnTo>
                  <a:lnTo>
                    <a:pt x="3840" y="252"/>
                  </a:lnTo>
                  <a:lnTo>
                    <a:pt x="3840" y="246"/>
                  </a:lnTo>
                  <a:lnTo>
                    <a:pt x="3834" y="240"/>
                  </a:lnTo>
                  <a:lnTo>
                    <a:pt x="3822" y="240"/>
                  </a:lnTo>
                  <a:lnTo>
                    <a:pt x="3804" y="234"/>
                  </a:lnTo>
                  <a:lnTo>
                    <a:pt x="3762" y="234"/>
                  </a:lnTo>
                  <a:lnTo>
                    <a:pt x="3720" y="228"/>
                  </a:lnTo>
                  <a:lnTo>
                    <a:pt x="3714" y="240"/>
                  </a:lnTo>
                  <a:lnTo>
                    <a:pt x="3684" y="240"/>
                  </a:lnTo>
                  <a:lnTo>
                    <a:pt x="3672" y="246"/>
                  </a:lnTo>
                  <a:lnTo>
                    <a:pt x="3660" y="246"/>
                  </a:lnTo>
                  <a:lnTo>
                    <a:pt x="3648" y="252"/>
                  </a:lnTo>
                  <a:lnTo>
                    <a:pt x="3648" y="258"/>
                  </a:lnTo>
                  <a:lnTo>
                    <a:pt x="3654" y="270"/>
                  </a:lnTo>
                  <a:lnTo>
                    <a:pt x="3678" y="282"/>
                  </a:lnTo>
                  <a:lnTo>
                    <a:pt x="3696" y="294"/>
                  </a:lnTo>
                  <a:lnTo>
                    <a:pt x="3708" y="294"/>
                  </a:lnTo>
                  <a:lnTo>
                    <a:pt x="3714" y="300"/>
                  </a:lnTo>
                  <a:lnTo>
                    <a:pt x="3720" y="300"/>
                  </a:lnTo>
                  <a:lnTo>
                    <a:pt x="3576" y="294"/>
                  </a:lnTo>
                  <a:lnTo>
                    <a:pt x="3630" y="312"/>
                  </a:lnTo>
                  <a:lnTo>
                    <a:pt x="3576" y="324"/>
                  </a:lnTo>
                  <a:lnTo>
                    <a:pt x="3564" y="330"/>
                  </a:lnTo>
                  <a:lnTo>
                    <a:pt x="3534" y="336"/>
                  </a:lnTo>
                  <a:lnTo>
                    <a:pt x="3498" y="342"/>
                  </a:lnTo>
                  <a:lnTo>
                    <a:pt x="3474" y="342"/>
                  </a:lnTo>
                  <a:lnTo>
                    <a:pt x="3468" y="336"/>
                  </a:lnTo>
                  <a:lnTo>
                    <a:pt x="3474" y="324"/>
                  </a:lnTo>
                  <a:lnTo>
                    <a:pt x="3486" y="312"/>
                  </a:lnTo>
                  <a:lnTo>
                    <a:pt x="3420" y="312"/>
                  </a:lnTo>
                  <a:lnTo>
                    <a:pt x="3408" y="318"/>
                  </a:lnTo>
                  <a:lnTo>
                    <a:pt x="3390" y="318"/>
                  </a:lnTo>
                  <a:lnTo>
                    <a:pt x="3378" y="324"/>
                  </a:lnTo>
                  <a:lnTo>
                    <a:pt x="3366" y="336"/>
                  </a:lnTo>
                  <a:lnTo>
                    <a:pt x="3348" y="336"/>
                  </a:lnTo>
                  <a:lnTo>
                    <a:pt x="3318" y="342"/>
                  </a:lnTo>
                  <a:lnTo>
                    <a:pt x="3276" y="342"/>
                  </a:lnTo>
                  <a:lnTo>
                    <a:pt x="3246" y="348"/>
                  </a:lnTo>
                  <a:lnTo>
                    <a:pt x="3234" y="354"/>
                  </a:lnTo>
                  <a:lnTo>
                    <a:pt x="3216" y="354"/>
                  </a:lnTo>
                  <a:lnTo>
                    <a:pt x="3204" y="360"/>
                  </a:lnTo>
                  <a:lnTo>
                    <a:pt x="3186" y="360"/>
                  </a:lnTo>
                  <a:lnTo>
                    <a:pt x="3180" y="366"/>
                  </a:lnTo>
                  <a:lnTo>
                    <a:pt x="3174" y="366"/>
                  </a:lnTo>
                  <a:lnTo>
                    <a:pt x="3132" y="396"/>
                  </a:lnTo>
                  <a:lnTo>
                    <a:pt x="3114" y="396"/>
                  </a:lnTo>
                  <a:lnTo>
                    <a:pt x="3108" y="402"/>
                  </a:lnTo>
                  <a:lnTo>
                    <a:pt x="3102" y="402"/>
                  </a:lnTo>
                  <a:lnTo>
                    <a:pt x="3096" y="408"/>
                  </a:lnTo>
                  <a:lnTo>
                    <a:pt x="3102" y="414"/>
                  </a:lnTo>
                  <a:lnTo>
                    <a:pt x="3120" y="426"/>
                  </a:lnTo>
                  <a:lnTo>
                    <a:pt x="3132" y="438"/>
                  </a:lnTo>
                  <a:lnTo>
                    <a:pt x="3150" y="444"/>
                  </a:lnTo>
                  <a:lnTo>
                    <a:pt x="3156" y="450"/>
                  </a:lnTo>
                  <a:lnTo>
                    <a:pt x="3162" y="450"/>
                  </a:lnTo>
                  <a:lnTo>
                    <a:pt x="3120" y="462"/>
                  </a:lnTo>
                  <a:lnTo>
                    <a:pt x="3096" y="474"/>
                  </a:lnTo>
                  <a:lnTo>
                    <a:pt x="2994" y="474"/>
                  </a:lnTo>
                  <a:lnTo>
                    <a:pt x="2988" y="480"/>
                  </a:lnTo>
                  <a:lnTo>
                    <a:pt x="2952" y="468"/>
                  </a:lnTo>
                  <a:lnTo>
                    <a:pt x="2934" y="474"/>
                  </a:lnTo>
                  <a:lnTo>
                    <a:pt x="2880" y="474"/>
                  </a:lnTo>
                  <a:lnTo>
                    <a:pt x="2874" y="480"/>
                  </a:lnTo>
                  <a:lnTo>
                    <a:pt x="2874" y="498"/>
                  </a:lnTo>
                  <a:lnTo>
                    <a:pt x="2880" y="510"/>
                  </a:lnTo>
                  <a:lnTo>
                    <a:pt x="2892" y="522"/>
                  </a:lnTo>
                  <a:lnTo>
                    <a:pt x="2898" y="522"/>
                  </a:lnTo>
                  <a:lnTo>
                    <a:pt x="2904" y="528"/>
                  </a:lnTo>
                  <a:lnTo>
                    <a:pt x="2910" y="540"/>
                  </a:lnTo>
                  <a:lnTo>
                    <a:pt x="2916" y="546"/>
                  </a:lnTo>
                  <a:lnTo>
                    <a:pt x="2922" y="546"/>
                  </a:lnTo>
                  <a:lnTo>
                    <a:pt x="2928" y="552"/>
                  </a:lnTo>
                  <a:lnTo>
                    <a:pt x="2940" y="552"/>
                  </a:lnTo>
                  <a:lnTo>
                    <a:pt x="2952" y="558"/>
                  </a:lnTo>
                  <a:lnTo>
                    <a:pt x="2964" y="558"/>
                  </a:lnTo>
                  <a:lnTo>
                    <a:pt x="2976" y="564"/>
                  </a:lnTo>
                  <a:lnTo>
                    <a:pt x="2994" y="564"/>
                  </a:lnTo>
                  <a:lnTo>
                    <a:pt x="3012" y="570"/>
                  </a:lnTo>
                  <a:lnTo>
                    <a:pt x="3024" y="570"/>
                  </a:lnTo>
                  <a:lnTo>
                    <a:pt x="3036" y="576"/>
                  </a:lnTo>
                  <a:lnTo>
                    <a:pt x="3042" y="576"/>
                  </a:lnTo>
                  <a:lnTo>
                    <a:pt x="3054" y="588"/>
                  </a:lnTo>
                  <a:lnTo>
                    <a:pt x="3054" y="594"/>
                  </a:lnTo>
                  <a:lnTo>
                    <a:pt x="3060" y="600"/>
                  </a:lnTo>
                  <a:lnTo>
                    <a:pt x="3030" y="600"/>
                  </a:lnTo>
                  <a:lnTo>
                    <a:pt x="3012" y="606"/>
                  </a:lnTo>
                  <a:lnTo>
                    <a:pt x="3000" y="606"/>
                  </a:lnTo>
                  <a:lnTo>
                    <a:pt x="2964" y="588"/>
                  </a:lnTo>
                  <a:lnTo>
                    <a:pt x="2928" y="576"/>
                  </a:lnTo>
                  <a:lnTo>
                    <a:pt x="2904" y="570"/>
                  </a:lnTo>
                  <a:lnTo>
                    <a:pt x="2886" y="564"/>
                  </a:lnTo>
                  <a:lnTo>
                    <a:pt x="2862" y="564"/>
                  </a:lnTo>
                  <a:lnTo>
                    <a:pt x="2844" y="558"/>
                  </a:lnTo>
                  <a:lnTo>
                    <a:pt x="2802" y="558"/>
                  </a:lnTo>
                  <a:lnTo>
                    <a:pt x="2796" y="564"/>
                  </a:lnTo>
                  <a:lnTo>
                    <a:pt x="2796" y="576"/>
                  </a:lnTo>
                  <a:lnTo>
                    <a:pt x="2802" y="582"/>
                  </a:lnTo>
                  <a:lnTo>
                    <a:pt x="2808" y="582"/>
                  </a:lnTo>
                  <a:lnTo>
                    <a:pt x="2820" y="594"/>
                  </a:lnTo>
                  <a:lnTo>
                    <a:pt x="2784" y="594"/>
                  </a:lnTo>
                  <a:lnTo>
                    <a:pt x="2772" y="582"/>
                  </a:lnTo>
                  <a:lnTo>
                    <a:pt x="2754" y="582"/>
                  </a:lnTo>
                  <a:lnTo>
                    <a:pt x="2748" y="576"/>
                  </a:lnTo>
                  <a:lnTo>
                    <a:pt x="2724" y="576"/>
                  </a:lnTo>
                  <a:lnTo>
                    <a:pt x="2724" y="582"/>
                  </a:lnTo>
                  <a:lnTo>
                    <a:pt x="2730" y="600"/>
                  </a:lnTo>
                  <a:lnTo>
                    <a:pt x="2736" y="612"/>
                  </a:lnTo>
                  <a:lnTo>
                    <a:pt x="2748" y="618"/>
                  </a:lnTo>
                  <a:lnTo>
                    <a:pt x="2766" y="624"/>
                  </a:lnTo>
                  <a:lnTo>
                    <a:pt x="2802" y="624"/>
                  </a:lnTo>
                  <a:lnTo>
                    <a:pt x="2820" y="630"/>
                  </a:lnTo>
                  <a:lnTo>
                    <a:pt x="2844" y="630"/>
                  </a:lnTo>
                  <a:lnTo>
                    <a:pt x="2856" y="636"/>
                  </a:lnTo>
                  <a:lnTo>
                    <a:pt x="2862" y="648"/>
                  </a:lnTo>
                  <a:lnTo>
                    <a:pt x="2874" y="654"/>
                  </a:lnTo>
                  <a:lnTo>
                    <a:pt x="2844" y="654"/>
                  </a:lnTo>
                  <a:lnTo>
                    <a:pt x="2838" y="648"/>
                  </a:lnTo>
                  <a:lnTo>
                    <a:pt x="2826" y="642"/>
                  </a:lnTo>
                  <a:lnTo>
                    <a:pt x="2772" y="642"/>
                  </a:lnTo>
                  <a:lnTo>
                    <a:pt x="2760" y="636"/>
                  </a:lnTo>
                  <a:lnTo>
                    <a:pt x="2730" y="636"/>
                  </a:lnTo>
                  <a:lnTo>
                    <a:pt x="2724" y="624"/>
                  </a:lnTo>
                  <a:lnTo>
                    <a:pt x="2700" y="624"/>
                  </a:lnTo>
                  <a:lnTo>
                    <a:pt x="2694" y="606"/>
                  </a:lnTo>
                  <a:lnTo>
                    <a:pt x="2664" y="594"/>
                  </a:lnTo>
                  <a:lnTo>
                    <a:pt x="2670" y="588"/>
                  </a:lnTo>
                  <a:lnTo>
                    <a:pt x="2682" y="582"/>
                  </a:lnTo>
                  <a:lnTo>
                    <a:pt x="2688" y="576"/>
                  </a:lnTo>
                  <a:lnTo>
                    <a:pt x="2688" y="564"/>
                  </a:lnTo>
                  <a:lnTo>
                    <a:pt x="2658" y="534"/>
                  </a:lnTo>
                  <a:lnTo>
                    <a:pt x="2646" y="528"/>
                  </a:lnTo>
                  <a:lnTo>
                    <a:pt x="2616" y="528"/>
                  </a:lnTo>
                  <a:lnTo>
                    <a:pt x="2628" y="534"/>
                  </a:lnTo>
                  <a:lnTo>
                    <a:pt x="2652" y="558"/>
                  </a:lnTo>
                  <a:lnTo>
                    <a:pt x="2640" y="570"/>
                  </a:lnTo>
                  <a:lnTo>
                    <a:pt x="2616" y="582"/>
                  </a:lnTo>
                  <a:lnTo>
                    <a:pt x="2604" y="582"/>
                  </a:lnTo>
                  <a:lnTo>
                    <a:pt x="2586" y="624"/>
                  </a:lnTo>
                  <a:lnTo>
                    <a:pt x="2658" y="660"/>
                  </a:lnTo>
                  <a:lnTo>
                    <a:pt x="2676" y="660"/>
                  </a:lnTo>
                  <a:lnTo>
                    <a:pt x="2676" y="696"/>
                  </a:lnTo>
                  <a:lnTo>
                    <a:pt x="2670" y="708"/>
                  </a:lnTo>
                  <a:lnTo>
                    <a:pt x="2670" y="720"/>
                  </a:lnTo>
                  <a:lnTo>
                    <a:pt x="2676" y="738"/>
                  </a:lnTo>
                  <a:lnTo>
                    <a:pt x="2712" y="744"/>
                  </a:lnTo>
                  <a:lnTo>
                    <a:pt x="2712" y="768"/>
                  </a:lnTo>
                  <a:lnTo>
                    <a:pt x="2772" y="780"/>
                  </a:lnTo>
                  <a:lnTo>
                    <a:pt x="2778" y="780"/>
                  </a:lnTo>
                  <a:lnTo>
                    <a:pt x="2784" y="774"/>
                  </a:lnTo>
                  <a:lnTo>
                    <a:pt x="2796" y="774"/>
                  </a:lnTo>
                  <a:lnTo>
                    <a:pt x="2814" y="768"/>
                  </a:lnTo>
                  <a:lnTo>
                    <a:pt x="2850" y="768"/>
                  </a:lnTo>
                  <a:lnTo>
                    <a:pt x="2868" y="774"/>
                  </a:lnTo>
                  <a:lnTo>
                    <a:pt x="2874" y="780"/>
                  </a:lnTo>
                  <a:lnTo>
                    <a:pt x="2886" y="786"/>
                  </a:lnTo>
                  <a:lnTo>
                    <a:pt x="2904" y="786"/>
                  </a:lnTo>
                  <a:lnTo>
                    <a:pt x="2916" y="792"/>
                  </a:lnTo>
                  <a:lnTo>
                    <a:pt x="2952" y="804"/>
                  </a:lnTo>
                  <a:lnTo>
                    <a:pt x="2976" y="828"/>
                  </a:lnTo>
                  <a:lnTo>
                    <a:pt x="2976" y="834"/>
                  </a:lnTo>
                  <a:lnTo>
                    <a:pt x="2964" y="834"/>
                  </a:lnTo>
                  <a:lnTo>
                    <a:pt x="2958" y="840"/>
                  </a:lnTo>
                  <a:lnTo>
                    <a:pt x="2946" y="840"/>
                  </a:lnTo>
                  <a:lnTo>
                    <a:pt x="2940" y="846"/>
                  </a:lnTo>
                  <a:lnTo>
                    <a:pt x="2946" y="852"/>
                  </a:lnTo>
                  <a:lnTo>
                    <a:pt x="2958" y="858"/>
                  </a:lnTo>
                  <a:lnTo>
                    <a:pt x="2976" y="876"/>
                  </a:lnTo>
                  <a:lnTo>
                    <a:pt x="3024" y="876"/>
                  </a:lnTo>
                  <a:lnTo>
                    <a:pt x="3012" y="882"/>
                  </a:lnTo>
                  <a:lnTo>
                    <a:pt x="3006" y="882"/>
                  </a:lnTo>
                  <a:lnTo>
                    <a:pt x="2994" y="888"/>
                  </a:lnTo>
                  <a:lnTo>
                    <a:pt x="2970" y="888"/>
                  </a:lnTo>
                  <a:lnTo>
                    <a:pt x="2958" y="882"/>
                  </a:lnTo>
                  <a:lnTo>
                    <a:pt x="2952" y="876"/>
                  </a:lnTo>
                  <a:lnTo>
                    <a:pt x="2940" y="870"/>
                  </a:lnTo>
                  <a:lnTo>
                    <a:pt x="2940" y="858"/>
                  </a:lnTo>
                  <a:lnTo>
                    <a:pt x="2928" y="834"/>
                  </a:lnTo>
                  <a:lnTo>
                    <a:pt x="2916" y="822"/>
                  </a:lnTo>
                  <a:lnTo>
                    <a:pt x="2892" y="810"/>
                  </a:lnTo>
                  <a:lnTo>
                    <a:pt x="2886" y="804"/>
                  </a:lnTo>
                  <a:lnTo>
                    <a:pt x="2880" y="804"/>
                  </a:lnTo>
                  <a:lnTo>
                    <a:pt x="2874" y="798"/>
                  </a:lnTo>
                  <a:lnTo>
                    <a:pt x="2874" y="786"/>
                  </a:lnTo>
                  <a:lnTo>
                    <a:pt x="2868" y="780"/>
                  </a:lnTo>
                  <a:lnTo>
                    <a:pt x="2844" y="780"/>
                  </a:lnTo>
                  <a:lnTo>
                    <a:pt x="2832" y="786"/>
                  </a:lnTo>
                  <a:lnTo>
                    <a:pt x="2814" y="786"/>
                  </a:lnTo>
                  <a:lnTo>
                    <a:pt x="2802" y="792"/>
                  </a:lnTo>
                  <a:lnTo>
                    <a:pt x="2778" y="792"/>
                  </a:lnTo>
                  <a:lnTo>
                    <a:pt x="2760" y="810"/>
                  </a:lnTo>
                  <a:lnTo>
                    <a:pt x="2766" y="816"/>
                  </a:lnTo>
                  <a:lnTo>
                    <a:pt x="2772" y="828"/>
                  </a:lnTo>
                  <a:lnTo>
                    <a:pt x="2784" y="834"/>
                  </a:lnTo>
                  <a:lnTo>
                    <a:pt x="2802" y="852"/>
                  </a:lnTo>
                  <a:lnTo>
                    <a:pt x="2814" y="858"/>
                  </a:lnTo>
                  <a:lnTo>
                    <a:pt x="2814" y="864"/>
                  </a:lnTo>
                  <a:lnTo>
                    <a:pt x="2790" y="888"/>
                  </a:lnTo>
                  <a:lnTo>
                    <a:pt x="2784" y="888"/>
                  </a:lnTo>
                  <a:lnTo>
                    <a:pt x="2778" y="930"/>
                  </a:lnTo>
                  <a:lnTo>
                    <a:pt x="2736" y="948"/>
                  </a:lnTo>
                  <a:lnTo>
                    <a:pt x="2736" y="954"/>
                  </a:lnTo>
                  <a:lnTo>
                    <a:pt x="2730" y="966"/>
                  </a:lnTo>
                  <a:lnTo>
                    <a:pt x="2724" y="972"/>
                  </a:lnTo>
                  <a:lnTo>
                    <a:pt x="2694" y="972"/>
                  </a:lnTo>
                  <a:lnTo>
                    <a:pt x="2682" y="966"/>
                  </a:lnTo>
                  <a:lnTo>
                    <a:pt x="2652" y="966"/>
                  </a:lnTo>
                  <a:lnTo>
                    <a:pt x="2592" y="960"/>
                  </a:lnTo>
                  <a:lnTo>
                    <a:pt x="2586" y="960"/>
                  </a:lnTo>
                  <a:lnTo>
                    <a:pt x="2580" y="954"/>
                  </a:lnTo>
                  <a:lnTo>
                    <a:pt x="2568" y="948"/>
                  </a:lnTo>
                  <a:lnTo>
                    <a:pt x="2556" y="948"/>
                  </a:lnTo>
                  <a:lnTo>
                    <a:pt x="2544" y="936"/>
                  </a:lnTo>
                  <a:lnTo>
                    <a:pt x="2598" y="936"/>
                  </a:lnTo>
                  <a:lnTo>
                    <a:pt x="2616" y="942"/>
                  </a:lnTo>
                  <a:lnTo>
                    <a:pt x="2640" y="924"/>
                  </a:lnTo>
                  <a:lnTo>
                    <a:pt x="2652" y="924"/>
                  </a:lnTo>
                  <a:lnTo>
                    <a:pt x="2664" y="930"/>
                  </a:lnTo>
                  <a:lnTo>
                    <a:pt x="2682" y="930"/>
                  </a:lnTo>
                  <a:lnTo>
                    <a:pt x="2694" y="924"/>
                  </a:lnTo>
                  <a:lnTo>
                    <a:pt x="2694" y="906"/>
                  </a:lnTo>
                  <a:lnTo>
                    <a:pt x="2700" y="894"/>
                  </a:lnTo>
                  <a:lnTo>
                    <a:pt x="2700" y="882"/>
                  </a:lnTo>
                  <a:lnTo>
                    <a:pt x="2724" y="876"/>
                  </a:lnTo>
                  <a:lnTo>
                    <a:pt x="2724" y="852"/>
                  </a:lnTo>
                  <a:lnTo>
                    <a:pt x="2712" y="852"/>
                  </a:lnTo>
                  <a:lnTo>
                    <a:pt x="2718" y="846"/>
                  </a:lnTo>
                  <a:lnTo>
                    <a:pt x="2724" y="834"/>
                  </a:lnTo>
                  <a:lnTo>
                    <a:pt x="2724" y="822"/>
                  </a:lnTo>
                  <a:lnTo>
                    <a:pt x="2718" y="816"/>
                  </a:lnTo>
                  <a:lnTo>
                    <a:pt x="2712" y="816"/>
                  </a:lnTo>
                  <a:lnTo>
                    <a:pt x="2700" y="810"/>
                  </a:lnTo>
                  <a:lnTo>
                    <a:pt x="2682" y="810"/>
                  </a:lnTo>
                  <a:lnTo>
                    <a:pt x="2664" y="804"/>
                  </a:lnTo>
                  <a:lnTo>
                    <a:pt x="2652" y="804"/>
                  </a:lnTo>
                  <a:lnTo>
                    <a:pt x="2634" y="786"/>
                  </a:lnTo>
                  <a:lnTo>
                    <a:pt x="2634" y="744"/>
                  </a:lnTo>
                  <a:lnTo>
                    <a:pt x="2628" y="732"/>
                  </a:lnTo>
                  <a:lnTo>
                    <a:pt x="2616" y="720"/>
                  </a:lnTo>
                  <a:lnTo>
                    <a:pt x="2604" y="714"/>
                  </a:lnTo>
                  <a:lnTo>
                    <a:pt x="2598" y="702"/>
                  </a:lnTo>
                  <a:lnTo>
                    <a:pt x="2592" y="696"/>
                  </a:lnTo>
                  <a:lnTo>
                    <a:pt x="2586" y="660"/>
                  </a:lnTo>
                  <a:lnTo>
                    <a:pt x="2520" y="624"/>
                  </a:lnTo>
                  <a:lnTo>
                    <a:pt x="2532" y="612"/>
                  </a:lnTo>
                  <a:lnTo>
                    <a:pt x="2544" y="588"/>
                  </a:lnTo>
                  <a:lnTo>
                    <a:pt x="2544" y="576"/>
                  </a:lnTo>
                  <a:lnTo>
                    <a:pt x="2538" y="564"/>
                  </a:lnTo>
                  <a:lnTo>
                    <a:pt x="2514" y="540"/>
                  </a:lnTo>
                  <a:lnTo>
                    <a:pt x="2496" y="540"/>
                  </a:lnTo>
                  <a:lnTo>
                    <a:pt x="2484" y="534"/>
                  </a:lnTo>
                  <a:lnTo>
                    <a:pt x="2472" y="534"/>
                  </a:lnTo>
                  <a:lnTo>
                    <a:pt x="2340" y="522"/>
                  </a:lnTo>
                  <a:lnTo>
                    <a:pt x="2328" y="552"/>
                  </a:lnTo>
                  <a:lnTo>
                    <a:pt x="2346" y="570"/>
                  </a:lnTo>
                  <a:lnTo>
                    <a:pt x="2334" y="600"/>
                  </a:lnTo>
                  <a:lnTo>
                    <a:pt x="2280" y="624"/>
                  </a:lnTo>
                  <a:lnTo>
                    <a:pt x="2268" y="654"/>
                  </a:lnTo>
                  <a:lnTo>
                    <a:pt x="2304" y="660"/>
                  </a:lnTo>
                  <a:lnTo>
                    <a:pt x="2334" y="708"/>
                  </a:lnTo>
                  <a:lnTo>
                    <a:pt x="2322" y="726"/>
                  </a:lnTo>
                  <a:lnTo>
                    <a:pt x="2352" y="750"/>
                  </a:lnTo>
                  <a:lnTo>
                    <a:pt x="2388" y="744"/>
                  </a:lnTo>
                  <a:lnTo>
                    <a:pt x="2394" y="750"/>
                  </a:lnTo>
                  <a:lnTo>
                    <a:pt x="2400" y="762"/>
                  </a:lnTo>
                  <a:lnTo>
                    <a:pt x="2412" y="768"/>
                  </a:lnTo>
                  <a:lnTo>
                    <a:pt x="2418" y="774"/>
                  </a:lnTo>
                  <a:lnTo>
                    <a:pt x="2430" y="780"/>
                  </a:lnTo>
                  <a:lnTo>
                    <a:pt x="2472" y="780"/>
                  </a:lnTo>
                  <a:lnTo>
                    <a:pt x="2466" y="840"/>
                  </a:lnTo>
                  <a:lnTo>
                    <a:pt x="2448" y="816"/>
                  </a:lnTo>
                  <a:lnTo>
                    <a:pt x="2430" y="828"/>
                  </a:lnTo>
                  <a:lnTo>
                    <a:pt x="2418" y="822"/>
                  </a:lnTo>
                  <a:lnTo>
                    <a:pt x="2388" y="804"/>
                  </a:lnTo>
                  <a:lnTo>
                    <a:pt x="2352" y="792"/>
                  </a:lnTo>
                  <a:lnTo>
                    <a:pt x="2328" y="780"/>
                  </a:lnTo>
                  <a:lnTo>
                    <a:pt x="2268" y="780"/>
                  </a:lnTo>
                  <a:lnTo>
                    <a:pt x="2250" y="762"/>
                  </a:lnTo>
                  <a:lnTo>
                    <a:pt x="2244" y="780"/>
                  </a:lnTo>
                  <a:lnTo>
                    <a:pt x="2220" y="756"/>
                  </a:lnTo>
                  <a:lnTo>
                    <a:pt x="2214" y="756"/>
                  </a:lnTo>
                  <a:lnTo>
                    <a:pt x="2208" y="750"/>
                  </a:lnTo>
                  <a:lnTo>
                    <a:pt x="2196" y="744"/>
                  </a:lnTo>
                  <a:lnTo>
                    <a:pt x="2178" y="744"/>
                  </a:lnTo>
                  <a:lnTo>
                    <a:pt x="2154" y="732"/>
                  </a:lnTo>
                  <a:lnTo>
                    <a:pt x="2130" y="732"/>
                  </a:lnTo>
                  <a:lnTo>
                    <a:pt x="2118" y="738"/>
                  </a:lnTo>
                  <a:lnTo>
                    <a:pt x="2088" y="738"/>
                  </a:lnTo>
                  <a:lnTo>
                    <a:pt x="2076" y="732"/>
                  </a:lnTo>
                  <a:lnTo>
                    <a:pt x="2022" y="732"/>
                  </a:lnTo>
                  <a:lnTo>
                    <a:pt x="2016" y="738"/>
                  </a:lnTo>
                  <a:lnTo>
                    <a:pt x="2010" y="738"/>
                  </a:lnTo>
                  <a:lnTo>
                    <a:pt x="2004" y="744"/>
                  </a:lnTo>
                  <a:lnTo>
                    <a:pt x="2004" y="750"/>
                  </a:lnTo>
                  <a:lnTo>
                    <a:pt x="2016" y="762"/>
                  </a:lnTo>
                  <a:lnTo>
                    <a:pt x="2028" y="768"/>
                  </a:lnTo>
                  <a:lnTo>
                    <a:pt x="2040" y="780"/>
                  </a:lnTo>
                  <a:lnTo>
                    <a:pt x="2046" y="780"/>
                  </a:lnTo>
                  <a:lnTo>
                    <a:pt x="2022" y="810"/>
                  </a:lnTo>
                  <a:lnTo>
                    <a:pt x="2010" y="798"/>
                  </a:lnTo>
                  <a:lnTo>
                    <a:pt x="2010" y="828"/>
                  </a:lnTo>
                  <a:lnTo>
                    <a:pt x="1998" y="828"/>
                  </a:lnTo>
                  <a:lnTo>
                    <a:pt x="1986" y="822"/>
                  </a:lnTo>
                  <a:lnTo>
                    <a:pt x="1980" y="822"/>
                  </a:lnTo>
                  <a:lnTo>
                    <a:pt x="1974" y="816"/>
                  </a:lnTo>
                  <a:lnTo>
                    <a:pt x="1974" y="786"/>
                  </a:lnTo>
                  <a:lnTo>
                    <a:pt x="1968" y="780"/>
                  </a:lnTo>
                  <a:lnTo>
                    <a:pt x="1950" y="780"/>
                  </a:lnTo>
                  <a:lnTo>
                    <a:pt x="1938" y="786"/>
                  </a:lnTo>
                  <a:lnTo>
                    <a:pt x="1920" y="792"/>
                  </a:lnTo>
                  <a:lnTo>
                    <a:pt x="1908" y="804"/>
                  </a:lnTo>
                  <a:lnTo>
                    <a:pt x="1884" y="816"/>
                  </a:lnTo>
                  <a:lnTo>
                    <a:pt x="1866" y="816"/>
                  </a:lnTo>
                  <a:lnTo>
                    <a:pt x="1842" y="804"/>
                  </a:lnTo>
                  <a:lnTo>
                    <a:pt x="1824" y="804"/>
                  </a:lnTo>
                  <a:lnTo>
                    <a:pt x="1800" y="810"/>
                  </a:lnTo>
                  <a:lnTo>
                    <a:pt x="1782" y="816"/>
                  </a:lnTo>
                  <a:lnTo>
                    <a:pt x="1764" y="828"/>
                  </a:lnTo>
                  <a:lnTo>
                    <a:pt x="1752" y="834"/>
                  </a:lnTo>
                  <a:lnTo>
                    <a:pt x="1746" y="840"/>
                  </a:lnTo>
                  <a:lnTo>
                    <a:pt x="1680" y="840"/>
                  </a:lnTo>
                  <a:lnTo>
                    <a:pt x="1692" y="816"/>
                  </a:lnTo>
                  <a:lnTo>
                    <a:pt x="1692" y="780"/>
                  </a:lnTo>
                  <a:lnTo>
                    <a:pt x="1680" y="780"/>
                  </a:lnTo>
                  <a:lnTo>
                    <a:pt x="1668" y="786"/>
                  </a:lnTo>
                  <a:lnTo>
                    <a:pt x="1650" y="792"/>
                  </a:lnTo>
                  <a:lnTo>
                    <a:pt x="1638" y="792"/>
                  </a:lnTo>
                  <a:lnTo>
                    <a:pt x="1626" y="804"/>
                  </a:lnTo>
                  <a:lnTo>
                    <a:pt x="1626" y="816"/>
                  </a:lnTo>
                  <a:lnTo>
                    <a:pt x="1632" y="822"/>
                  </a:lnTo>
                  <a:lnTo>
                    <a:pt x="1632" y="828"/>
                  </a:lnTo>
                  <a:lnTo>
                    <a:pt x="1608" y="834"/>
                  </a:lnTo>
                  <a:lnTo>
                    <a:pt x="1608" y="810"/>
                  </a:lnTo>
                  <a:lnTo>
                    <a:pt x="1584" y="816"/>
                  </a:lnTo>
                  <a:lnTo>
                    <a:pt x="1530" y="822"/>
                  </a:lnTo>
                  <a:lnTo>
                    <a:pt x="1488" y="852"/>
                  </a:lnTo>
                  <a:lnTo>
                    <a:pt x="1440" y="858"/>
                  </a:lnTo>
                  <a:lnTo>
                    <a:pt x="1452" y="876"/>
                  </a:lnTo>
                  <a:lnTo>
                    <a:pt x="1440" y="876"/>
                  </a:lnTo>
                  <a:lnTo>
                    <a:pt x="1428" y="870"/>
                  </a:lnTo>
                  <a:lnTo>
                    <a:pt x="1422" y="870"/>
                  </a:lnTo>
                  <a:lnTo>
                    <a:pt x="1410" y="876"/>
                  </a:lnTo>
                  <a:lnTo>
                    <a:pt x="1404" y="882"/>
                  </a:lnTo>
                  <a:lnTo>
                    <a:pt x="1404" y="924"/>
                  </a:lnTo>
                  <a:lnTo>
                    <a:pt x="1332" y="930"/>
                  </a:lnTo>
                  <a:lnTo>
                    <a:pt x="1326" y="924"/>
                  </a:lnTo>
                  <a:lnTo>
                    <a:pt x="1314" y="918"/>
                  </a:lnTo>
                  <a:lnTo>
                    <a:pt x="1308" y="912"/>
                  </a:lnTo>
                  <a:lnTo>
                    <a:pt x="1266" y="912"/>
                  </a:lnTo>
                  <a:lnTo>
                    <a:pt x="1260" y="906"/>
                  </a:lnTo>
                  <a:lnTo>
                    <a:pt x="1260" y="876"/>
                  </a:lnTo>
                  <a:lnTo>
                    <a:pt x="1266" y="870"/>
                  </a:lnTo>
                  <a:lnTo>
                    <a:pt x="1266" y="864"/>
                  </a:lnTo>
                  <a:lnTo>
                    <a:pt x="1272" y="858"/>
                  </a:lnTo>
                  <a:lnTo>
                    <a:pt x="1284" y="864"/>
                  </a:lnTo>
                  <a:lnTo>
                    <a:pt x="1344" y="864"/>
                  </a:lnTo>
                  <a:lnTo>
                    <a:pt x="1332" y="858"/>
                  </a:lnTo>
                  <a:lnTo>
                    <a:pt x="1326" y="846"/>
                  </a:lnTo>
                  <a:lnTo>
                    <a:pt x="1314" y="840"/>
                  </a:lnTo>
                  <a:lnTo>
                    <a:pt x="1302" y="828"/>
                  </a:lnTo>
                  <a:lnTo>
                    <a:pt x="1290" y="822"/>
                  </a:lnTo>
                  <a:lnTo>
                    <a:pt x="1278" y="810"/>
                  </a:lnTo>
                  <a:lnTo>
                    <a:pt x="1152" y="810"/>
                  </a:lnTo>
                  <a:lnTo>
                    <a:pt x="1164" y="822"/>
                  </a:lnTo>
                  <a:lnTo>
                    <a:pt x="1188" y="822"/>
                  </a:lnTo>
                  <a:lnTo>
                    <a:pt x="1200" y="828"/>
                  </a:lnTo>
                  <a:lnTo>
                    <a:pt x="1200" y="846"/>
                  </a:lnTo>
                  <a:lnTo>
                    <a:pt x="1194" y="864"/>
                  </a:lnTo>
                  <a:lnTo>
                    <a:pt x="1194" y="876"/>
                  </a:lnTo>
                  <a:lnTo>
                    <a:pt x="1188" y="894"/>
                  </a:lnTo>
                  <a:lnTo>
                    <a:pt x="1188" y="918"/>
                  </a:lnTo>
                  <a:lnTo>
                    <a:pt x="1194" y="918"/>
                  </a:lnTo>
                  <a:lnTo>
                    <a:pt x="1206" y="924"/>
                  </a:lnTo>
                  <a:lnTo>
                    <a:pt x="1230" y="924"/>
                  </a:lnTo>
                  <a:lnTo>
                    <a:pt x="1236" y="930"/>
                  </a:lnTo>
                  <a:lnTo>
                    <a:pt x="1242" y="930"/>
                  </a:lnTo>
                  <a:lnTo>
                    <a:pt x="1236" y="966"/>
                  </a:lnTo>
                  <a:lnTo>
                    <a:pt x="1248" y="996"/>
                  </a:lnTo>
                  <a:lnTo>
                    <a:pt x="1212" y="972"/>
                  </a:lnTo>
                  <a:lnTo>
                    <a:pt x="1194" y="996"/>
                  </a:lnTo>
                  <a:lnTo>
                    <a:pt x="1188" y="966"/>
                  </a:lnTo>
                  <a:lnTo>
                    <a:pt x="1116" y="948"/>
                  </a:lnTo>
                  <a:lnTo>
                    <a:pt x="1086" y="984"/>
                  </a:lnTo>
                  <a:lnTo>
                    <a:pt x="1062" y="984"/>
                  </a:lnTo>
                  <a:lnTo>
                    <a:pt x="1056" y="996"/>
                  </a:lnTo>
                  <a:lnTo>
                    <a:pt x="1044" y="1002"/>
                  </a:lnTo>
                  <a:lnTo>
                    <a:pt x="1038" y="1008"/>
                  </a:lnTo>
                  <a:lnTo>
                    <a:pt x="1026" y="1014"/>
                  </a:lnTo>
                  <a:lnTo>
                    <a:pt x="1014" y="1014"/>
                  </a:lnTo>
                  <a:lnTo>
                    <a:pt x="1002" y="1020"/>
                  </a:lnTo>
                  <a:lnTo>
                    <a:pt x="1002" y="1032"/>
                  </a:lnTo>
                  <a:lnTo>
                    <a:pt x="1008" y="1038"/>
                  </a:lnTo>
                  <a:lnTo>
                    <a:pt x="1020" y="1044"/>
                  </a:lnTo>
                  <a:lnTo>
                    <a:pt x="1032" y="1056"/>
                  </a:lnTo>
                  <a:lnTo>
                    <a:pt x="1044" y="1062"/>
                  </a:lnTo>
                  <a:lnTo>
                    <a:pt x="1050" y="1068"/>
                  </a:lnTo>
                  <a:lnTo>
                    <a:pt x="1062" y="1074"/>
                  </a:lnTo>
                  <a:lnTo>
                    <a:pt x="1080" y="1104"/>
                  </a:lnTo>
                  <a:lnTo>
                    <a:pt x="1050" y="1086"/>
                  </a:lnTo>
                  <a:lnTo>
                    <a:pt x="1038" y="1092"/>
                  </a:lnTo>
                  <a:lnTo>
                    <a:pt x="1032" y="1098"/>
                  </a:lnTo>
                  <a:lnTo>
                    <a:pt x="1020" y="1098"/>
                  </a:lnTo>
                  <a:lnTo>
                    <a:pt x="1008" y="1092"/>
                  </a:lnTo>
                  <a:lnTo>
                    <a:pt x="996" y="1092"/>
                  </a:lnTo>
                  <a:lnTo>
                    <a:pt x="978" y="1086"/>
                  </a:lnTo>
                  <a:lnTo>
                    <a:pt x="966" y="1080"/>
                  </a:lnTo>
                  <a:lnTo>
                    <a:pt x="948" y="1080"/>
                  </a:lnTo>
                  <a:lnTo>
                    <a:pt x="936" y="1074"/>
                  </a:lnTo>
                  <a:lnTo>
                    <a:pt x="924" y="1074"/>
                  </a:lnTo>
                  <a:lnTo>
                    <a:pt x="918" y="1068"/>
                  </a:lnTo>
                  <a:lnTo>
                    <a:pt x="918" y="1056"/>
                  </a:lnTo>
                  <a:lnTo>
                    <a:pt x="906" y="1050"/>
                  </a:lnTo>
                  <a:lnTo>
                    <a:pt x="888" y="1050"/>
                  </a:lnTo>
                  <a:lnTo>
                    <a:pt x="864" y="1062"/>
                  </a:lnTo>
                  <a:lnTo>
                    <a:pt x="858" y="1068"/>
                  </a:lnTo>
                  <a:lnTo>
                    <a:pt x="840" y="1068"/>
                  </a:lnTo>
                  <a:lnTo>
                    <a:pt x="882" y="1104"/>
                  </a:lnTo>
                  <a:lnTo>
                    <a:pt x="900" y="1104"/>
                  </a:lnTo>
                  <a:lnTo>
                    <a:pt x="912" y="1110"/>
                  </a:lnTo>
                  <a:lnTo>
                    <a:pt x="924" y="1110"/>
                  </a:lnTo>
                  <a:lnTo>
                    <a:pt x="936" y="1116"/>
                  </a:lnTo>
                  <a:lnTo>
                    <a:pt x="942" y="1116"/>
                  </a:lnTo>
                  <a:lnTo>
                    <a:pt x="942" y="1122"/>
                  </a:lnTo>
                  <a:lnTo>
                    <a:pt x="936" y="1134"/>
                  </a:lnTo>
                  <a:lnTo>
                    <a:pt x="924" y="1140"/>
                  </a:lnTo>
                  <a:lnTo>
                    <a:pt x="918" y="1146"/>
                  </a:lnTo>
                  <a:lnTo>
                    <a:pt x="852" y="1128"/>
                  </a:lnTo>
                  <a:lnTo>
                    <a:pt x="840" y="1122"/>
                  </a:lnTo>
                  <a:lnTo>
                    <a:pt x="834" y="1116"/>
                  </a:lnTo>
                  <a:lnTo>
                    <a:pt x="822" y="1110"/>
                  </a:lnTo>
                  <a:lnTo>
                    <a:pt x="762" y="1110"/>
                  </a:lnTo>
                  <a:lnTo>
                    <a:pt x="756" y="1104"/>
                  </a:lnTo>
                  <a:lnTo>
                    <a:pt x="756" y="1056"/>
                  </a:lnTo>
                  <a:lnTo>
                    <a:pt x="738" y="1044"/>
                  </a:lnTo>
                  <a:lnTo>
                    <a:pt x="750" y="1032"/>
                  </a:lnTo>
                  <a:lnTo>
                    <a:pt x="756" y="1020"/>
                  </a:lnTo>
                  <a:lnTo>
                    <a:pt x="756" y="1002"/>
                  </a:lnTo>
                  <a:lnTo>
                    <a:pt x="738" y="990"/>
                  </a:lnTo>
                  <a:lnTo>
                    <a:pt x="702" y="978"/>
                  </a:lnTo>
                  <a:lnTo>
                    <a:pt x="672" y="972"/>
                  </a:lnTo>
                  <a:lnTo>
                    <a:pt x="660" y="966"/>
                  </a:lnTo>
                  <a:lnTo>
                    <a:pt x="630" y="948"/>
                  </a:lnTo>
                  <a:lnTo>
                    <a:pt x="606" y="930"/>
                  </a:lnTo>
                  <a:lnTo>
                    <a:pt x="594" y="912"/>
                  </a:lnTo>
                  <a:lnTo>
                    <a:pt x="630" y="912"/>
                  </a:lnTo>
                  <a:lnTo>
                    <a:pt x="630" y="924"/>
                  </a:lnTo>
                  <a:lnTo>
                    <a:pt x="642" y="924"/>
                  </a:lnTo>
                  <a:lnTo>
                    <a:pt x="654" y="930"/>
                  </a:lnTo>
                  <a:lnTo>
                    <a:pt x="672" y="930"/>
                  </a:lnTo>
                  <a:lnTo>
                    <a:pt x="690" y="936"/>
                  </a:lnTo>
                  <a:lnTo>
                    <a:pt x="720" y="936"/>
                  </a:lnTo>
                  <a:lnTo>
                    <a:pt x="732" y="942"/>
                  </a:lnTo>
                  <a:lnTo>
                    <a:pt x="738" y="954"/>
                  </a:lnTo>
                  <a:lnTo>
                    <a:pt x="762" y="966"/>
                  </a:lnTo>
                  <a:lnTo>
                    <a:pt x="816" y="966"/>
                  </a:lnTo>
                  <a:lnTo>
                    <a:pt x="846" y="972"/>
                  </a:lnTo>
                  <a:lnTo>
                    <a:pt x="858" y="972"/>
                  </a:lnTo>
                  <a:lnTo>
                    <a:pt x="870" y="978"/>
                  </a:lnTo>
                  <a:lnTo>
                    <a:pt x="894" y="984"/>
                  </a:lnTo>
                  <a:lnTo>
                    <a:pt x="930" y="990"/>
                  </a:lnTo>
                  <a:lnTo>
                    <a:pt x="978" y="984"/>
                  </a:lnTo>
                  <a:lnTo>
                    <a:pt x="1026" y="972"/>
                  </a:lnTo>
                  <a:lnTo>
                    <a:pt x="1062" y="954"/>
                  </a:lnTo>
                  <a:lnTo>
                    <a:pt x="1080" y="936"/>
                  </a:lnTo>
                  <a:lnTo>
                    <a:pt x="1074" y="912"/>
                  </a:lnTo>
                  <a:lnTo>
                    <a:pt x="1032" y="870"/>
                  </a:lnTo>
                  <a:lnTo>
                    <a:pt x="1014" y="858"/>
                  </a:lnTo>
                  <a:lnTo>
                    <a:pt x="996" y="852"/>
                  </a:lnTo>
                  <a:lnTo>
                    <a:pt x="948" y="840"/>
                  </a:lnTo>
                  <a:lnTo>
                    <a:pt x="900" y="822"/>
                  </a:lnTo>
                  <a:lnTo>
                    <a:pt x="828" y="798"/>
                  </a:lnTo>
                  <a:lnTo>
                    <a:pt x="792" y="780"/>
                  </a:lnTo>
                  <a:lnTo>
                    <a:pt x="756" y="774"/>
                  </a:lnTo>
                  <a:lnTo>
                    <a:pt x="624" y="774"/>
                  </a:lnTo>
                  <a:lnTo>
                    <a:pt x="612" y="756"/>
                  </a:lnTo>
                  <a:lnTo>
                    <a:pt x="588" y="762"/>
                  </a:lnTo>
                  <a:lnTo>
                    <a:pt x="552" y="744"/>
                  </a:lnTo>
                  <a:lnTo>
                    <a:pt x="588" y="738"/>
                  </a:lnTo>
                  <a:lnTo>
                    <a:pt x="606" y="726"/>
                  </a:lnTo>
                  <a:lnTo>
                    <a:pt x="600" y="726"/>
                  </a:lnTo>
                  <a:lnTo>
                    <a:pt x="594" y="720"/>
                  </a:lnTo>
                  <a:lnTo>
                    <a:pt x="582" y="720"/>
                  </a:lnTo>
                  <a:lnTo>
                    <a:pt x="564" y="714"/>
                  </a:lnTo>
                  <a:lnTo>
                    <a:pt x="546" y="714"/>
                  </a:lnTo>
                  <a:lnTo>
                    <a:pt x="534" y="708"/>
                  </a:lnTo>
                  <a:lnTo>
                    <a:pt x="522" y="720"/>
                  </a:lnTo>
                  <a:lnTo>
                    <a:pt x="522" y="726"/>
                  </a:lnTo>
                  <a:lnTo>
                    <a:pt x="516" y="732"/>
                  </a:lnTo>
                  <a:lnTo>
                    <a:pt x="498" y="732"/>
                  </a:lnTo>
                  <a:lnTo>
                    <a:pt x="486" y="744"/>
                  </a:lnTo>
                  <a:lnTo>
                    <a:pt x="450" y="744"/>
                  </a:lnTo>
                  <a:lnTo>
                    <a:pt x="444" y="756"/>
                  </a:lnTo>
                  <a:lnTo>
                    <a:pt x="420" y="762"/>
                  </a:lnTo>
                  <a:lnTo>
                    <a:pt x="420" y="768"/>
                  </a:lnTo>
                  <a:lnTo>
                    <a:pt x="414" y="780"/>
                  </a:lnTo>
                  <a:lnTo>
                    <a:pt x="390" y="780"/>
                  </a:lnTo>
                  <a:lnTo>
                    <a:pt x="384" y="792"/>
                  </a:lnTo>
                  <a:lnTo>
                    <a:pt x="396" y="804"/>
                  </a:lnTo>
                  <a:lnTo>
                    <a:pt x="396" y="810"/>
                  </a:lnTo>
                  <a:lnTo>
                    <a:pt x="378" y="810"/>
                  </a:lnTo>
                  <a:lnTo>
                    <a:pt x="378" y="822"/>
                  </a:lnTo>
                  <a:lnTo>
                    <a:pt x="384" y="834"/>
                  </a:lnTo>
                  <a:lnTo>
                    <a:pt x="384" y="840"/>
                  </a:lnTo>
                  <a:lnTo>
                    <a:pt x="390" y="846"/>
                  </a:lnTo>
                  <a:lnTo>
                    <a:pt x="396" y="846"/>
                  </a:lnTo>
                  <a:lnTo>
                    <a:pt x="402" y="840"/>
                  </a:lnTo>
                  <a:lnTo>
                    <a:pt x="420" y="840"/>
                  </a:lnTo>
                  <a:lnTo>
                    <a:pt x="468" y="888"/>
                  </a:lnTo>
                  <a:lnTo>
                    <a:pt x="468" y="900"/>
                  </a:lnTo>
                  <a:lnTo>
                    <a:pt x="462" y="900"/>
                  </a:lnTo>
                  <a:lnTo>
                    <a:pt x="450" y="906"/>
                  </a:lnTo>
                  <a:lnTo>
                    <a:pt x="444" y="906"/>
                  </a:lnTo>
                  <a:lnTo>
                    <a:pt x="444" y="918"/>
                  </a:lnTo>
                  <a:lnTo>
                    <a:pt x="438" y="918"/>
                  </a:lnTo>
                  <a:lnTo>
                    <a:pt x="426" y="924"/>
                  </a:lnTo>
                  <a:lnTo>
                    <a:pt x="420" y="930"/>
                  </a:lnTo>
                  <a:lnTo>
                    <a:pt x="438" y="948"/>
                  </a:lnTo>
                  <a:lnTo>
                    <a:pt x="450" y="954"/>
                  </a:lnTo>
                  <a:lnTo>
                    <a:pt x="456" y="966"/>
                  </a:lnTo>
                  <a:lnTo>
                    <a:pt x="468" y="972"/>
                  </a:lnTo>
                  <a:lnTo>
                    <a:pt x="492" y="996"/>
                  </a:lnTo>
                  <a:lnTo>
                    <a:pt x="504" y="1002"/>
                  </a:lnTo>
                  <a:lnTo>
                    <a:pt x="510" y="1008"/>
                  </a:lnTo>
                  <a:lnTo>
                    <a:pt x="510" y="1014"/>
                  </a:lnTo>
                  <a:lnTo>
                    <a:pt x="504" y="1020"/>
                  </a:lnTo>
                  <a:lnTo>
                    <a:pt x="492" y="1020"/>
                  </a:lnTo>
                  <a:lnTo>
                    <a:pt x="480" y="1014"/>
                  </a:lnTo>
                  <a:lnTo>
                    <a:pt x="474" y="1014"/>
                  </a:lnTo>
                  <a:lnTo>
                    <a:pt x="468" y="1044"/>
                  </a:lnTo>
                  <a:lnTo>
                    <a:pt x="480" y="1056"/>
                  </a:lnTo>
                  <a:lnTo>
                    <a:pt x="480" y="1068"/>
                  </a:lnTo>
                  <a:lnTo>
                    <a:pt x="492" y="1068"/>
                  </a:lnTo>
                  <a:lnTo>
                    <a:pt x="498" y="1074"/>
                  </a:lnTo>
                  <a:lnTo>
                    <a:pt x="504" y="1074"/>
                  </a:lnTo>
                  <a:lnTo>
                    <a:pt x="510" y="1080"/>
                  </a:lnTo>
                  <a:lnTo>
                    <a:pt x="510" y="1086"/>
                  </a:lnTo>
                  <a:lnTo>
                    <a:pt x="504" y="1092"/>
                  </a:lnTo>
                  <a:lnTo>
                    <a:pt x="498" y="1104"/>
                  </a:lnTo>
                  <a:lnTo>
                    <a:pt x="522" y="1110"/>
                  </a:lnTo>
                  <a:lnTo>
                    <a:pt x="534" y="1116"/>
                  </a:lnTo>
                  <a:lnTo>
                    <a:pt x="540" y="1122"/>
                  </a:lnTo>
                  <a:lnTo>
                    <a:pt x="540" y="1128"/>
                  </a:lnTo>
                  <a:lnTo>
                    <a:pt x="516" y="1152"/>
                  </a:lnTo>
                  <a:lnTo>
                    <a:pt x="510" y="1152"/>
                  </a:lnTo>
                  <a:lnTo>
                    <a:pt x="582" y="1188"/>
                  </a:lnTo>
                  <a:lnTo>
                    <a:pt x="588" y="1200"/>
                  </a:lnTo>
                  <a:lnTo>
                    <a:pt x="594" y="1206"/>
                  </a:lnTo>
                  <a:lnTo>
                    <a:pt x="600" y="1218"/>
                  </a:lnTo>
                  <a:lnTo>
                    <a:pt x="600" y="1230"/>
                  </a:lnTo>
                  <a:lnTo>
                    <a:pt x="594" y="1236"/>
                  </a:lnTo>
                  <a:lnTo>
                    <a:pt x="588" y="1248"/>
                  </a:lnTo>
                  <a:lnTo>
                    <a:pt x="552" y="1284"/>
                  </a:lnTo>
                  <a:lnTo>
                    <a:pt x="546" y="1284"/>
                  </a:lnTo>
                  <a:lnTo>
                    <a:pt x="486" y="1344"/>
                  </a:lnTo>
                  <a:lnTo>
                    <a:pt x="426" y="1374"/>
                  </a:lnTo>
                  <a:lnTo>
                    <a:pt x="432" y="1386"/>
                  </a:lnTo>
                  <a:lnTo>
                    <a:pt x="462" y="1368"/>
                  </a:lnTo>
                  <a:lnTo>
                    <a:pt x="468" y="1386"/>
                  </a:lnTo>
                  <a:lnTo>
                    <a:pt x="480" y="1398"/>
                  </a:lnTo>
                  <a:lnTo>
                    <a:pt x="492" y="1404"/>
                  </a:lnTo>
                  <a:lnTo>
                    <a:pt x="498" y="1410"/>
                  </a:lnTo>
                  <a:lnTo>
                    <a:pt x="546" y="1410"/>
                  </a:lnTo>
                  <a:lnTo>
                    <a:pt x="558" y="1428"/>
                  </a:lnTo>
                  <a:lnTo>
                    <a:pt x="546" y="1428"/>
                  </a:lnTo>
                  <a:lnTo>
                    <a:pt x="534" y="1422"/>
                  </a:lnTo>
                  <a:lnTo>
                    <a:pt x="504" y="1422"/>
                  </a:lnTo>
                  <a:lnTo>
                    <a:pt x="492" y="1434"/>
                  </a:lnTo>
                  <a:lnTo>
                    <a:pt x="492" y="1440"/>
                  </a:lnTo>
                  <a:lnTo>
                    <a:pt x="456" y="1440"/>
                  </a:lnTo>
                  <a:lnTo>
                    <a:pt x="450" y="1470"/>
                  </a:lnTo>
                  <a:lnTo>
                    <a:pt x="438" y="1470"/>
                  </a:lnTo>
                  <a:lnTo>
                    <a:pt x="432" y="1482"/>
                  </a:lnTo>
                  <a:lnTo>
                    <a:pt x="438" y="1494"/>
                  </a:lnTo>
                  <a:lnTo>
                    <a:pt x="432" y="1500"/>
                  </a:lnTo>
                  <a:lnTo>
                    <a:pt x="426" y="1500"/>
                  </a:lnTo>
                  <a:lnTo>
                    <a:pt x="414" y="1512"/>
                  </a:lnTo>
                  <a:lnTo>
                    <a:pt x="414" y="1530"/>
                  </a:lnTo>
                  <a:lnTo>
                    <a:pt x="432" y="1536"/>
                  </a:lnTo>
                  <a:lnTo>
                    <a:pt x="420" y="1560"/>
                  </a:lnTo>
                  <a:lnTo>
                    <a:pt x="432" y="1566"/>
                  </a:lnTo>
                  <a:lnTo>
                    <a:pt x="444" y="1584"/>
                  </a:lnTo>
                  <a:lnTo>
                    <a:pt x="426" y="1596"/>
                  </a:lnTo>
                  <a:lnTo>
                    <a:pt x="426" y="1608"/>
                  </a:lnTo>
                  <a:lnTo>
                    <a:pt x="432" y="1608"/>
                  </a:lnTo>
                  <a:lnTo>
                    <a:pt x="444" y="1620"/>
                  </a:lnTo>
                  <a:lnTo>
                    <a:pt x="456" y="1626"/>
                  </a:lnTo>
                  <a:lnTo>
                    <a:pt x="462" y="1632"/>
                  </a:lnTo>
                  <a:lnTo>
                    <a:pt x="462" y="1638"/>
                  </a:lnTo>
                  <a:lnTo>
                    <a:pt x="444" y="1638"/>
                  </a:lnTo>
                  <a:lnTo>
                    <a:pt x="438" y="1656"/>
                  </a:lnTo>
                  <a:lnTo>
                    <a:pt x="462" y="1662"/>
                  </a:lnTo>
                  <a:lnTo>
                    <a:pt x="468" y="1668"/>
                  </a:lnTo>
                  <a:lnTo>
                    <a:pt x="474" y="1680"/>
                  </a:lnTo>
                  <a:lnTo>
                    <a:pt x="486" y="1692"/>
                  </a:lnTo>
                  <a:lnTo>
                    <a:pt x="486" y="1716"/>
                  </a:lnTo>
                  <a:lnTo>
                    <a:pt x="510" y="1716"/>
                  </a:lnTo>
                  <a:lnTo>
                    <a:pt x="516" y="1722"/>
                  </a:lnTo>
                  <a:lnTo>
                    <a:pt x="516" y="1728"/>
                  </a:lnTo>
                  <a:lnTo>
                    <a:pt x="528" y="1722"/>
                  </a:lnTo>
                  <a:lnTo>
                    <a:pt x="564" y="1728"/>
                  </a:lnTo>
                  <a:lnTo>
                    <a:pt x="570" y="1746"/>
                  </a:lnTo>
                  <a:lnTo>
                    <a:pt x="600" y="1728"/>
                  </a:lnTo>
                  <a:lnTo>
                    <a:pt x="606" y="1728"/>
                  </a:lnTo>
                  <a:lnTo>
                    <a:pt x="612" y="1734"/>
                  </a:lnTo>
                  <a:lnTo>
                    <a:pt x="648" y="1752"/>
                  </a:lnTo>
                  <a:lnTo>
                    <a:pt x="654" y="1758"/>
                  </a:lnTo>
                  <a:lnTo>
                    <a:pt x="654" y="1770"/>
                  </a:lnTo>
                  <a:lnTo>
                    <a:pt x="648" y="1776"/>
                  </a:lnTo>
                  <a:lnTo>
                    <a:pt x="660" y="1794"/>
                  </a:lnTo>
                  <a:lnTo>
                    <a:pt x="654" y="1812"/>
                  </a:lnTo>
                  <a:lnTo>
                    <a:pt x="660" y="1818"/>
                  </a:lnTo>
                  <a:lnTo>
                    <a:pt x="672" y="1824"/>
                  </a:lnTo>
                  <a:lnTo>
                    <a:pt x="690" y="1842"/>
                  </a:lnTo>
                  <a:lnTo>
                    <a:pt x="690" y="1854"/>
                  </a:lnTo>
                  <a:lnTo>
                    <a:pt x="720" y="1866"/>
                  </a:lnTo>
                  <a:lnTo>
                    <a:pt x="720" y="1890"/>
                  </a:lnTo>
                  <a:lnTo>
                    <a:pt x="756" y="1890"/>
                  </a:lnTo>
                  <a:lnTo>
                    <a:pt x="762" y="1896"/>
                  </a:lnTo>
                  <a:lnTo>
                    <a:pt x="768" y="1896"/>
                  </a:lnTo>
                  <a:lnTo>
                    <a:pt x="768" y="1902"/>
                  </a:lnTo>
                  <a:lnTo>
                    <a:pt x="762" y="1908"/>
                  </a:lnTo>
                  <a:lnTo>
                    <a:pt x="786" y="1920"/>
                  </a:lnTo>
                  <a:lnTo>
                    <a:pt x="774" y="1926"/>
                  </a:lnTo>
                  <a:lnTo>
                    <a:pt x="768" y="1938"/>
                  </a:lnTo>
                  <a:lnTo>
                    <a:pt x="744" y="1950"/>
                  </a:lnTo>
                  <a:lnTo>
                    <a:pt x="738" y="1950"/>
                  </a:lnTo>
                  <a:lnTo>
                    <a:pt x="732" y="1944"/>
                  </a:lnTo>
                  <a:lnTo>
                    <a:pt x="726" y="1944"/>
                  </a:lnTo>
                  <a:lnTo>
                    <a:pt x="726" y="1938"/>
                  </a:lnTo>
                  <a:lnTo>
                    <a:pt x="702" y="1938"/>
                  </a:lnTo>
                  <a:lnTo>
                    <a:pt x="696" y="1944"/>
                  </a:lnTo>
                  <a:lnTo>
                    <a:pt x="696" y="1950"/>
                  </a:lnTo>
                  <a:lnTo>
                    <a:pt x="720" y="1974"/>
                  </a:lnTo>
                  <a:lnTo>
                    <a:pt x="720" y="1992"/>
                  </a:lnTo>
                  <a:lnTo>
                    <a:pt x="726" y="1998"/>
                  </a:lnTo>
                  <a:lnTo>
                    <a:pt x="732" y="2010"/>
                  </a:lnTo>
                  <a:lnTo>
                    <a:pt x="732" y="2028"/>
                  </a:lnTo>
                  <a:lnTo>
                    <a:pt x="720" y="2028"/>
                  </a:lnTo>
                  <a:lnTo>
                    <a:pt x="714" y="2022"/>
                  </a:lnTo>
                  <a:lnTo>
                    <a:pt x="708" y="2022"/>
                  </a:lnTo>
                  <a:lnTo>
                    <a:pt x="720" y="2028"/>
                  </a:lnTo>
                  <a:lnTo>
                    <a:pt x="768" y="2028"/>
                  </a:lnTo>
                  <a:lnTo>
                    <a:pt x="774" y="2022"/>
                  </a:lnTo>
                  <a:lnTo>
                    <a:pt x="774" y="2010"/>
                  </a:lnTo>
                  <a:lnTo>
                    <a:pt x="804" y="2010"/>
                  </a:lnTo>
                  <a:lnTo>
                    <a:pt x="816" y="2004"/>
                  </a:lnTo>
                  <a:lnTo>
                    <a:pt x="864" y="2004"/>
                  </a:lnTo>
                  <a:lnTo>
                    <a:pt x="870" y="2022"/>
                  </a:lnTo>
                  <a:lnTo>
                    <a:pt x="876" y="2022"/>
                  </a:lnTo>
                  <a:lnTo>
                    <a:pt x="882" y="2028"/>
                  </a:lnTo>
                  <a:lnTo>
                    <a:pt x="894" y="2034"/>
                  </a:lnTo>
                  <a:lnTo>
                    <a:pt x="900" y="2034"/>
                  </a:lnTo>
                  <a:lnTo>
                    <a:pt x="900" y="2046"/>
                  </a:lnTo>
                  <a:lnTo>
                    <a:pt x="894" y="2052"/>
                  </a:lnTo>
                  <a:lnTo>
                    <a:pt x="888" y="2052"/>
                  </a:lnTo>
                  <a:lnTo>
                    <a:pt x="894" y="2070"/>
                  </a:lnTo>
                  <a:lnTo>
                    <a:pt x="894" y="2088"/>
                  </a:lnTo>
                  <a:lnTo>
                    <a:pt x="930" y="2088"/>
                  </a:lnTo>
                  <a:lnTo>
                    <a:pt x="972" y="2106"/>
                  </a:lnTo>
                  <a:lnTo>
                    <a:pt x="984" y="2154"/>
                  </a:lnTo>
                  <a:lnTo>
                    <a:pt x="990" y="2154"/>
                  </a:lnTo>
                  <a:lnTo>
                    <a:pt x="1014" y="2148"/>
                  </a:lnTo>
                  <a:lnTo>
                    <a:pt x="1020" y="2154"/>
                  </a:lnTo>
                  <a:lnTo>
                    <a:pt x="1032" y="2154"/>
                  </a:lnTo>
                  <a:lnTo>
                    <a:pt x="1038" y="2160"/>
                  </a:lnTo>
                  <a:lnTo>
                    <a:pt x="1086" y="2160"/>
                  </a:lnTo>
                  <a:lnTo>
                    <a:pt x="1092" y="2166"/>
                  </a:lnTo>
                  <a:lnTo>
                    <a:pt x="1092" y="2160"/>
                  </a:lnTo>
                  <a:lnTo>
                    <a:pt x="1098" y="2154"/>
                  </a:lnTo>
                  <a:lnTo>
                    <a:pt x="1110" y="2154"/>
                  </a:lnTo>
                  <a:lnTo>
                    <a:pt x="1116" y="2166"/>
                  </a:lnTo>
                  <a:lnTo>
                    <a:pt x="1140" y="2190"/>
                  </a:lnTo>
                  <a:lnTo>
                    <a:pt x="1152" y="2184"/>
                  </a:lnTo>
                  <a:lnTo>
                    <a:pt x="1170" y="2184"/>
                  </a:lnTo>
                  <a:lnTo>
                    <a:pt x="1176" y="2190"/>
                  </a:lnTo>
                  <a:lnTo>
                    <a:pt x="1188" y="2196"/>
                  </a:lnTo>
                  <a:lnTo>
                    <a:pt x="1230" y="2196"/>
                  </a:lnTo>
                  <a:lnTo>
                    <a:pt x="1230" y="2202"/>
                  </a:lnTo>
                  <a:lnTo>
                    <a:pt x="1236" y="2208"/>
                  </a:lnTo>
                  <a:lnTo>
                    <a:pt x="1254" y="2220"/>
                  </a:lnTo>
                  <a:lnTo>
                    <a:pt x="1278" y="2220"/>
                  </a:lnTo>
                  <a:lnTo>
                    <a:pt x="1284" y="2226"/>
                  </a:lnTo>
                  <a:lnTo>
                    <a:pt x="1284" y="2250"/>
                  </a:lnTo>
                  <a:lnTo>
                    <a:pt x="1266" y="2262"/>
                  </a:lnTo>
                  <a:lnTo>
                    <a:pt x="1272" y="2262"/>
                  </a:lnTo>
                  <a:lnTo>
                    <a:pt x="1278" y="2268"/>
                  </a:lnTo>
                  <a:lnTo>
                    <a:pt x="1284" y="2268"/>
                  </a:lnTo>
                  <a:lnTo>
                    <a:pt x="1290" y="2274"/>
                  </a:lnTo>
                  <a:lnTo>
                    <a:pt x="1284" y="2280"/>
                  </a:lnTo>
                  <a:lnTo>
                    <a:pt x="1266" y="2280"/>
                  </a:lnTo>
                  <a:lnTo>
                    <a:pt x="1260" y="2286"/>
                  </a:lnTo>
                  <a:lnTo>
                    <a:pt x="1272" y="2298"/>
                  </a:lnTo>
                  <a:lnTo>
                    <a:pt x="1284" y="2304"/>
                  </a:lnTo>
                  <a:lnTo>
                    <a:pt x="1284" y="2316"/>
                  </a:lnTo>
                  <a:lnTo>
                    <a:pt x="1290" y="2328"/>
                  </a:lnTo>
                  <a:lnTo>
                    <a:pt x="1290" y="2334"/>
                  </a:lnTo>
                  <a:lnTo>
                    <a:pt x="1278" y="2346"/>
                  </a:lnTo>
                  <a:lnTo>
                    <a:pt x="1266" y="2346"/>
                  </a:lnTo>
                  <a:lnTo>
                    <a:pt x="1254" y="2352"/>
                  </a:lnTo>
                  <a:lnTo>
                    <a:pt x="1224" y="2352"/>
                  </a:lnTo>
                  <a:lnTo>
                    <a:pt x="1212" y="2364"/>
                  </a:lnTo>
                  <a:lnTo>
                    <a:pt x="1212" y="2370"/>
                  </a:lnTo>
                  <a:lnTo>
                    <a:pt x="1206" y="2376"/>
                  </a:lnTo>
                  <a:lnTo>
                    <a:pt x="1188" y="2376"/>
                  </a:lnTo>
                  <a:lnTo>
                    <a:pt x="1188" y="2412"/>
                  </a:lnTo>
                  <a:lnTo>
                    <a:pt x="1194" y="2412"/>
                  </a:lnTo>
                  <a:lnTo>
                    <a:pt x="1200" y="2406"/>
                  </a:lnTo>
                  <a:lnTo>
                    <a:pt x="1212" y="2406"/>
                  </a:lnTo>
                  <a:lnTo>
                    <a:pt x="1224" y="2400"/>
                  </a:lnTo>
                  <a:lnTo>
                    <a:pt x="1254" y="2400"/>
                  </a:lnTo>
                  <a:lnTo>
                    <a:pt x="1254" y="2412"/>
                  </a:lnTo>
                  <a:lnTo>
                    <a:pt x="1248" y="2418"/>
                  </a:lnTo>
                  <a:lnTo>
                    <a:pt x="1242" y="2430"/>
                  </a:lnTo>
                  <a:lnTo>
                    <a:pt x="1230" y="2436"/>
                  </a:lnTo>
                  <a:lnTo>
                    <a:pt x="1224" y="2442"/>
                  </a:lnTo>
                  <a:lnTo>
                    <a:pt x="1170" y="2454"/>
                  </a:lnTo>
                  <a:lnTo>
                    <a:pt x="1218" y="2490"/>
                  </a:lnTo>
                  <a:lnTo>
                    <a:pt x="1212" y="2490"/>
                  </a:lnTo>
                  <a:lnTo>
                    <a:pt x="1206" y="2496"/>
                  </a:lnTo>
                  <a:lnTo>
                    <a:pt x="1194" y="2496"/>
                  </a:lnTo>
                  <a:lnTo>
                    <a:pt x="1188" y="2502"/>
                  </a:lnTo>
                  <a:lnTo>
                    <a:pt x="1176" y="2526"/>
                  </a:lnTo>
                  <a:lnTo>
                    <a:pt x="1176" y="2544"/>
                  </a:lnTo>
                  <a:lnTo>
                    <a:pt x="1164" y="2550"/>
                  </a:lnTo>
                  <a:lnTo>
                    <a:pt x="1158" y="2556"/>
                  </a:lnTo>
                  <a:lnTo>
                    <a:pt x="1146" y="2556"/>
                  </a:lnTo>
                  <a:lnTo>
                    <a:pt x="1140" y="2550"/>
                  </a:lnTo>
                  <a:lnTo>
                    <a:pt x="1128" y="2544"/>
                  </a:lnTo>
                  <a:lnTo>
                    <a:pt x="1122" y="2538"/>
                  </a:lnTo>
                  <a:lnTo>
                    <a:pt x="1116" y="2556"/>
                  </a:lnTo>
                  <a:lnTo>
                    <a:pt x="1122" y="2562"/>
                  </a:lnTo>
                  <a:lnTo>
                    <a:pt x="1128" y="2574"/>
                  </a:lnTo>
                  <a:lnTo>
                    <a:pt x="1134" y="2580"/>
                  </a:lnTo>
                  <a:lnTo>
                    <a:pt x="1146" y="2580"/>
                  </a:lnTo>
                  <a:lnTo>
                    <a:pt x="1146" y="2586"/>
                  </a:lnTo>
                  <a:lnTo>
                    <a:pt x="1152" y="2598"/>
                  </a:lnTo>
                  <a:lnTo>
                    <a:pt x="1158" y="2604"/>
                  </a:lnTo>
                  <a:lnTo>
                    <a:pt x="1194" y="2604"/>
                  </a:lnTo>
                  <a:lnTo>
                    <a:pt x="1200" y="2610"/>
                  </a:lnTo>
                  <a:lnTo>
                    <a:pt x="1212" y="2616"/>
                  </a:lnTo>
                  <a:lnTo>
                    <a:pt x="1218" y="2628"/>
                  </a:lnTo>
                  <a:lnTo>
                    <a:pt x="1224" y="2634"/>
                  </a:lnTo>
                  <a:lnTo>
                    <a:pt x="1254" y="2634"/>
                  </a:lnTo>
                  <a:lnTo>
                    <a:pt x="1272" y="2652"/>
                  </a:lnTo>
                  <a:lnTo>
                    <a:pt x="1278" y="2664"/>
                  </a:lnTo>
                  <a:lnTo>
                    <a:pt x="1290" y="2670"/>
                  </a:lnTo>
                  <a:lnTo>
                    <a:pt x="1314" y="2694"/>
                  </a:lnTo>
                  <a:lnTo>
                    <a:pt x="1320" y="2694"/>
                  </a:lnTo>
                  <a:lnTo>
                    <a:pt x="1332" y="2700"/>
                  </a:lnTo>
                  <a:lnTo>
                    <a:pt x="1338" y="2700"/>
                  </a:lnTo>
                  <a:lnTo>
                    <a:pt x="1350" y="2706"/>
                  </a:lnTo>
                  <a:lnTo>
                    <a:pt x="1344" y="2706"/>
                  </a:lnTo>
                  <a:lnTo>
                    <a:pt x="1368" y="2688"/>
                  </a:lnTo>
                  <a:lnTo>
                    <a:pt x="1380" y="2688"/>
                  </a:lnTo>
                  <a:lnTo>
                    <a:pt x="1398" y="2694"/>
                  </a:lnTo>
                  <a:lnTo>
                    <a:pt x="1410" y="2700"/>
                  </a:lnTo>
                  <a:lnTo>
                    <a:pt x="1428" y="2706"/>
                  </a:lnTo>
                  <a:lnTo>
                    <a:pt x="1488" y="2718"/>
                  </a:lnTo>
                  <a:lnTo>
                    <a:pt x="1524" y="2718"/>
                  </a:lnTo>
                  <a:lnTo>
                    <a:pt x="1530" y="2724"/>
                  </a:lnTo>
                  <a:lnTo>
                    <a:pt x="1536" y="2724"/>
                  </a:lnTo>
                  <a:lnTo>
                    <a:pt x="1584" y="2754"/>
                  </a:lnTo>
                  <a:lnTo>
                    <a:pt x="1584" y="2760"/>
                  </a:lnTo>
                  <a:lnTo>
                    <a:pt x="1590" y="2760"/>
                  </a:lnTo>
                  <a:lnTo>
                    <a:pt x="1602" y="2766"/>
                  </a:lnTo>
                  <a:lnTo>
                    <a:pt x="1626" y="2766"/>
                  </a:lnTo>
                  <a:lnTo>
                    <a:pt x="1632" y="2760"/>
                  </a:lnTo>
                  <a:lnTo>
                    <a:pt x="1644" y="2760"/>
                  </a:lnTo>
                  <a:lnTo>
                    <a:pt x="1644" y="2754"/>
                  </a:lnTo>
                  <a:lnTo>
                    <a:pt x="1674" y="2754"/>
                  </a:lnTo>
                  <a:lnTo>
                    <a:pt x="1686" y="2760"/>
                  </a:lnTo>
                  <a:lnTo>
                    <a:pt x="1698" y="2772"/>
                  </a:lnTo>
                  <a:lnTo>
                    <a:pt x="1728" y="2778"/>
                  </a:lnTo>
                  <a:lnTo>
                    <a:pt x="1728" y="2790"/>
                  </a:lnTo>
                  <a:lnTo>
                    <a:pt x="1722" y="2796"/>
                  </a:lnTo>
                  <a:lnTo>
                    <a:pt x="1722" y="2802"/>
                  </a:lnTo>
                  <a:lnTo>
                    <a:pt x="1740" y="2802"/>
                  </a:lnTo>
                  <a:lnTo>
                    <a:pt x="1752" y="2814"/>
                  </a:lnTo>
                  <a:lnTo>
                    <a:pt x="1764" y="2820"/>
                  </a:lnTo>
                  <a:lnTo>
                    <a:pt x="1776" y="2832"/>
                  </a:lnTo>
                  <a:lnTo>
                    <a:pt x="1788" y="2826"/>
                  </a:lnTo>
                  <a:lnTo>
                    <a:pt x="1794" y="2826"/>
                  </a:lnTo>
                  <a:lnTo>
                    <a:pt x="1818" y="2838"/>
                  </a:lnTo>
                  <a:lnTo>
                    <a:pt x="1836" y="2856"/>
                  </a:lnTo>
                  <a:lnTo>
                    <a:pt x="1842" y="2868"/>
                  </a:lnTo>
                  <a:lnTo>
                    <a:pt x="1854" y="2874"/>
                  </a:lnTo>
                  <a:lnTo>
                    <a:pt x="1860" y="2880"/>
                  </a:lnTo>
                  <a:lnTo>
                    <a:pt x="1884" y="2880"/>
                  </a:lnTo>
                  <a:lnTo>
                    <a:pt x="1890" y="2874"/>
                  </a:lnTo>
                  <a:lnTo>
                    <a:pt x="1890" y="2862"/>
                  </a:lnTo>
                  <a:lnTo>
                    <a:pt x="1908" y="2862"/>
                  </a:lnTo>
                  <a:lnTo>
                    <a:pt x="1914" y="2856"/>
                  </a:lnTo>
                  <a:lnTo>
                    <a:pt x="1914" y="2826"/>
                  </a:lnTo>
                  <a:lnTo>
                    <a:pt x="1908" y="2820"/>
                  </a:lnTo>
                  <a:lnTo>
                    <a:pt x="1908" y="2814"/>
                  </a:lnTo>
                  <a:lnTo>
                    <a:pt x="1896" y="2802"/>
                  </a:lnTo>
                  <a:lnTo>
                    <a:pt x="1890" y="2790"/>
                  </a:lnTo>
                  <a:lnTo>
                    <a:pt x="1884" y="2784"/>
                  </a:lnTo>
                  <a:lnTo>
                    <a:pt x="1872" y="2778"/>
                  </a:lnTo>
                  <a:lnTo>
                    <a:pt x="1866" y="2772"/>
                  </a:lnTo>
                  <a:lnTo>
                    <a:pt x="1854" y="2772"/>
                  </a:lnTo>
                  <a:lnTo>
                    <a:pt x="1854" y="2748"/>
                  </a:lnTo>
                  <a:lnTo>
                    <a:pt x="1848" y="2742"/>
                  </a:lnTo>
                  <a:lnTo>
                    <a:pt x="1836" y="2736"/>
                  </a:lnTo>
                  <a:lnTo>
                    <a:pt x="1830" y="2724"/>
                  </a:lnTo>
                  <a:lnTo>
                    <a:pt x="1824" y="2718"/>
                  </a:lnTo>
                  <a:lnTo>
                    <a:pt x="1824" y="2706"/>
                  </a:lnTo>
                  <a:lnTo>
                    <a:pt x="1830" y="2694"/>
                  </a:lnTo>
                  <a:lnTo>
                    <a:pt x="1830" y="2682"/>
                  </a:lnTo>
                  <a:lnTo>
                    <a:pt x="1818" y="2658"/>
                  </a:lnTo>
                  <a:lnTo>
                    <a:pt x="1812" y="2652"/>
                  </a:lnTo>
                  <a:lnTo>
                    <a:pt x="1806" y="2640"/>
                  </a:lnTo>
                  <a:lnTo>
                    <a:pt x="1794" y="2634"/>
                  </a:lnTo>
                  <a:lnTo>
                    <a:pt x="1788" y="2628"/>
                  </a:lnTo>
                  <a:lnTo>
                    <a:pt x="1776" y="2628"/>
                  </a:lnTo>
                  <a:lnTo>
                    <a:pt x="1758" y="2622"/>
                  </a:lnTo>
                  <a:lnTo>
                    <a:pt x="1758" y="2604"/>
                  </a:lnTo>
                  <a:lnTo>
                    <a:pt x="1794" y="2568"/>
                  </a:lnTo>
                  <a:lnTo>
                    <a:pt x="1800" y="2556"/>
                  </a:lnTo>
                  <a:lnTo>
                    <a:pt x="1806" y="2550"/>
                  </a:lnTo>
                  <a:lnTo>
                    <a:pt x="1806" y="2544"/>
                  </a:lnTo>
                  <a:lnTo>
                    <a:pt x="1800" y="2532"/>
                  </a:lnTo>
                  <a:lnTo>
                    <a:pt x="1788" y="2520"/>
                  </a:lnTo>
                  <a:lnTo>
                    <a:pt x="1800" y="2520"/>
                  </a:lnTo>
                  <a:lnTo>
                    <a:pt x="1812" y="2526"/>
                  </a:lnTo>
                  <a:lnTo>
                    <a:pt x="1830" y="2526"/>
                  </a:lnTo>
                  <a:lnTo>
                    <a:pt x="1842" y="2514"/>
                  </a:lnTo>
                  <a:lnTo>
                    <a:pt x="1872" y="2514"/>
                  </a:lnTo>
                  <a:lnTo>
                    <a:pt x="1878" y="2508"/>
                  </a:lnTo>
                  <a:lnTo>
                    <a:pt x="1860" y="2490"/>
                  </a:lnTo>
                  <a:lnTo>
                    <a:pt x="1890" y="2490"/>
                  </a:lnTo>
                  <a:lnTo>
                    <a:pt x="1890" y="2472"/>
                  </a:lnTo>
                  <a:lnTo>
                    <a:pt x="1878" y="2472"/>
                  </a:lnTo>
                  <a:lnTo>
                    <a:pt x="1854" y="2460"/>
                  </a:lnTo>
                  <a:lnTo>
                    <a:pt x="1842" y="2448"/>
                  </a:lnTo>
                  <a:lnTo>
                    <a:pt x="1842" y="2442"/>
                  </a:lnTo>
                  <a:lnTo>
                    <a:pt x="1878" y="2442"/>
                  </a:lnTo>
                  <a:lnTo>
                    <a:pt x="1878" y="2430"/>
                  </a:lnTo>
                  <a:lnTo>
                    <a:pt x="1866" y="2418"/>
                  </a:lnTo>
                  <a:lnTo>
                    <a:pt x="1860" y="2406"/>
                  </a:lnTo>
                  <a:lnTo>
                    <a:pt x="1812" y="2358"/>
                  </a:lnTo>
                  <a:lnTo>
                    <a:pt x="1800" y="2358"/>
                  </a:lnTo>
                  <a:lnTo>
                    <a:pt x="1788" y="2364"/>
                  </a:lnTo>
                  <a:lnTo>
                    <a:pt x="1746" y="2364"/>
                  </a:lnTo>
                  <a:lnTo>
                    <a:pt x="1740" y="2358"/>
                  </a:lnTo>
                  <a:lnTo>
                    <a:pt x="1740" y="2328"/>
                  </a:lnTo>
                  <a:lnTo>
                    <a:pt x="1734" y="2322"/>
                  </a:lnTo>
                  <a:lnTo>
                    <a:pt x="1710" y="2322"/>
                  </a:lnTo>
                  <a:lnTo>
                    <a:pt x="1704" y="2316"/>
                  </a:lnTo>
                  <a:lnTo>
                    <a:pt x="1698" y="2316"/>
                  </a:lnTo>
                  <a:lnTo>
                    <a:pt x="1698" y="2286"/>
                  </a:lnTo>
                  <a:lnTo>
                    <a:pt x="1710" y="2262"/>
                  </a:lnTo>
                  <a:lnTo>
                    <a:pt x="1710" y="2238"/>
                  </a:lnTo>
                  <a:lnTo>
                    <a:pt x="1704" y="2232"/>
                  </a:lnTo>
                  <a:lnTo>
                    <a:pt x="1698" y="2196"/>
                  </a:lnTo>
                  <a:lnTo>
                    <a:pt x="1722" y="2196"/>
                  </a:lnTo>
                  <a:lnTo>
                    <a:pt x="1722" y="2172"/>
                  </a:lnTo>
                  <a:lnTo>
                    <a:pt x="1716" y="2166"/>
                  </a:lnTo>
                  <a:lnTo>
                    <a:pt x="1716" y="2154"/>
                  </a:lnTo>
                  <a:lnTo>
                    <a:pt x="1722" y="2148"/>
                  </a:lnTo>
                  <a:lnTo>
                    <a:pt x="1734" y="2148"/>
                  </a:lnTo>
                  <a:lnTo>
                    <a:pt x="1746" y="2154"/>
                  </a:lnTo>
                  <a:lnTo>
                    <a:pt x="1758" y="2166"/>
                  </a:lnTo>
                  <a:lnTo>
                    <a:pt x="1770" y="2172"/>
                  </a:lnTo>
                  <a:lnTo>
                    <a:pt x="1776" y="2184"/>
                  </a:lnTo>
                  <a:lnTo>
                    <a:pt x="1788" y="2190"/>
                  </a:lnTo>
                  <a:lnTo>
                    <a:pt x="1800" y="2190"/>
                  </a:lnTo>
                  <a:lnTo>
                    <a:pt x="1806" y="2184"/>
                  </a:lnTo>
                  <a:lnTo>
                    <a:pt x="1812" y="2172"/>
                  </a:lnTo>
                  <a:lnTo>
                    <a:pt x="1818" y="2166"/>
                  </a:lnTo>
                  <a:lnTo>
                    <a:pt x="1812" y="2154"/>
                  </a:lnTo>
                  <a:lnTo>
                    <a:pt x="1800" y="2142"/>
                  </a:lnTo>
                  <a:lnTo>
                    <a:pt x="1830" y="2130"/>
                  </a:lnTo>
                  <a:lnTo>
                    <a:pt x="1830" y="2106"/>
                  </a:lnTo>
                  <a:lnTo>
                    <a:pt x="1836" y="2106"/>
                  </a:lnTo>
                  <a:lnTo>
                    <a:pt x="1848" y="2100"/>
                  </a:lnTo>
                  <a:lnTo>
                    <a:pt x="1860" y="2100"/>
                  </a:lnTo>
                  <a:lnTo>
                    <a:pt x="1872" y="2094"/>
                  </a:lnTo>
                  <a:lnTo>
                    <a:pt x="1884" y="2082"/>
                  </a:lnTo>
                  <a:lnTo>
                    <a:pt x="1884" y="2064"/>
                  </a:lnTo>
                  <a:lnTo>
                    <a:pt x="1878" y="2058"/>
                  </a:lnTo>
                  <a:lnTo>
                    <a:pt x="1878" y="2052"/>
                  </a:lnTo>
                  <a:lnTo>
                    <a:pt x="1908" y="2052"/>
                  </a:lnTo>
                  <a:lnTo>
                    <a:pt x="1920" y="2058"/>
                  </a:lnTo>
                  <a:lnTo>
                    <a:pt x="1926" y="2058"/>
                  </a:lnTo>
                  <a:lnTo>
                    <a:pt x="1926" y="2064"/>
                  </a:lnTo>
                  <a:lnTo>
                    <a:pt x="1932" y="2070"/>
                  </a:lnTo>
                  <a:lnTo>
                    <a:pt x="1962" y="2070"/>
                  </a:lnTo>
                  <a:lnTo>
                    <a:pt x="1974" y="2058"/>
                  </a:lnTo>
                  <a:lnTo>
                    <a:pt x="1986" y="2052"/>
                  </a:lnTo>
                  <a:lnTo>
                    <a:pt x="2004" y="2052"/>
                  </a:lnTo>
                  <a:lnTo>
                    <a:pt x="2010" y="2058"/>
                  </a:lnTo>
                  <a:lnTo>
                    <a:pt x="2016" y="2070"/>
                  </a:lnTo>
                  <a:lnTo>
                    <a:pt x="2076" y="2070"/>
                  </a:lnTo>
                  <a:lnTo>
                    <a:pt x="2082" y="2076"/>
                  </a:lnTo>
                  <a:lnTo>
                    <a:pt x="2082" y="2082"/>
                  </a:lnTo>
                  <a:lnTo>
                    <a:pt x="2088" y="2094"/>
                  </a:lnTo>
                  <a:lnTo>
                    <a:pt x="2124" y="2094"/>
                  </a:lnTo>
                  <a:lnTo>
                    <a:pt x="2136" y="2124"/>
                  </a:lnTo>
                  <a:lnTo>
                    <a:pt x="2136" y="2130"/>
                  </a:lnTo>
                  <a:lnTo>
                    <a:pt x="2148" y="2142"/>
                  </a:lnTo>
                  <a:lnTo>
                    <a:pt x="2160" y="2142"/>
                  </a:lnTo>
                  <a:lnTo>
                    <a:pt x="2160" y="2124"/>
                  </a:lnTo>
                  <a:lnTo>
                    <a:pt x="2148" y="2112"/>
                  </a:lnTo>
                  <a:lnTo>
                    <a:pt x="2148" y="2106"/>
                  </a:lnTo>
                  <a:lnTo>
                    <a:pt x="2160" y="2106"/>
                  </a:lnTo>
                  <a:lnTo>
                    <a:pt x="2232" y="2142"/>
                  </a:lnTo>
                  <a:lnTo>
                    <a:pt x="2238" y="2136"/>
                  </a:lnTo>
                  <a:lnTo>
                    <a:pt x="2244" y="2124"/>
                  </a:lnTo>
                  <a:lnTo>
                    <a:pt x="2256" y="2118"/>
                  </a:lnTo>
                  <a:lnTo>
                    <a:pt x="2268" y="2106"/>
                  </a:lnTo>
                  <a:lnTo>
                    <a:pt x="2280" y="2100"/>
                  </a:lnTo>
                  <a:lnTo>
                    <a:pt x="2286" y="2100"/>
                  </a:lnTo>
                  <a:lnTo>
                    <a:pt x="2322" y="2118"/>
                  </a:lnTo>
                  <a:lnTo>
                    <a:pt x="2334" y="2118"/>
                  </a:lnTo>
                  <a:lnTo>
                    <a:pt x="2352" y="2112"/>
                  </a:lnTo>
                  <a:lnTo>
                    <a:pt x="2364" y="2106"/>
                  </a:lnTo>
                  <a:lnTo>
                    <a:pt x="2370" y="2100"/>
                  </a:lnTo>
                  <a:lnTo>
                    <a:pt x="2382" y="2100"/>
                  </a:lnTo>
                  <a:lnTo>
                    <a:pt x="2388" y="2106"/>
                  </a:lnTo>
                  <a:lnTo>
                    <a:pt x="2400" y="2112"/>
                  </a:lnTo>
                  <a:lnTo>
                    <a:pt x="2406" y="2124"/>
                  </a:lnTo>
                  <a:lnTo>
                    <a:pt x="2430" y="2136"/>
                  </a:lnTo>
                  <a:lnTo>
                    <a:pt x="2454" y="2136"/>
                  </a:lnTo>
                  <a:lnTo>
                    <a:pt x="2466" y="2142"/>
                  </a:lnTo>
                  <a:lnTo>
                    <a:pt x="2478" y="2142"/>
                  </a:lnTo>
                  <a:lnTo>
                    <a:pt x="2490" y="2118"/>
                  </a:lnTo>
                  <a:lnTo>
                    <a:pt x="2496" y="2124"/>
                  </a:lnTo>
                  <a:lnTo>
                    <a:pt x="2508" y="2124"/>
                  </a:lnTo>
                  <a:lnTo>
                    <a:pt x="2514" y="2130"/>
                  </a:lnTo>
                  <a:lnTo>
                    <a:pt x="2526" y="2136"/>
                  </a:lnTo>
                  <a:lnTo>
                    <a:pt x="2562" y="2136"/>
                  </a:lnTo>
                  <a:lnTo>
                    <a:pt x="2568" y="2130"/>
                  </a:lnTo>
                  <a:lnTo>
                    <a:pt x="2574" y="2118"/>
                  </a:lnTo>
                  <a:lnTo>
                    <a:pt x="2574" y="2106"/>
                  </a:lnTo>
                  <a:lnTo>
                    <a:pt x="2568" y="2088"/>
                  </a:lnTo>
                  <a:lnTo>
                    <a:pt x="2544" y="2064"/>
                  </a:lnTo>
                  <a:lnTo>
                    <a:pt x="2532" y="2058"/>
                  </a:lnTo>
                  <a:lnTo>
                    <a:pt x="2514" y="2052"/>
                  </a:lnTo>
                  <a:lnTo>
                    <a:pt x="2490" y="2052"/>
                  </a:lnTo>
                  <a:lnTo>
                    <a:pt x="2460" y="2022"/>
                  </a:lnTo>
                  <a:lnTo>
                    <a:pt x="2472" y="2022"/>
                  </a:lnTo>
                  <a:lnTo>
                    <a:pt x="2484" y="2016"/>
                  </a:lnTo>
                  <a:lnTo>
                    <a:pt x="2496" y="2016"/>
                  </a:lnTo>
                  <a:lnTo>
                    <a:pt x="2508" y="2004"/>
                  </a:lnTo>
                  <a:lnTo>
                    <a:pt x="2508" y="1992"/>
                  </a:lnTo>
                  <a:lnTo>
                    <a:pt x="2502" y="1986"/>
                  </a:lnTo>
                  <a:lnTo>
                    <a:pt x="2496" y="1974"/>
                  </a:lnTo>
                  <a:lnTo>
                    <a:pt x="2490" y="1968"/>
                  </a:lnTo>
                  <a:lnTo>
                    <a:pt x="2502" y="1956"/>
                  </a:lnTo>
                  <a:lnTo>
                    <a:pt x="2556" y="1956"/>
                  </a:lnTo>
                  <a:lnTo>
                    <a:pt x="2544" y="1944"/>
                  </a:lnTo>
                  <a:lnTo>
                    <a:pt x="2532" y="1944"/>
                  </a:lnTo>
                  <a:lnTo>
                    <a:pt x="2508" y="1932"/>
                  </a:lnTo>
                  <a:lnTo>
                    <a:pt x="2496" y="1932"/>
                  </a:lnTo>
                  <a:lnTo>
                    <a:pt x="2508" y="1914"/>
                  </a:lnTo>
                  <a:lnTo>
                    <a:pt x="2484" y="1914"/>
                  </a:lnTo>
                  <a:lnTo>
                    <a:pt x="2484" y="1908"/>
                  </a:lnTo>
                  <a:lnTo>
                    <a:pt x="2478" y="1902"/>
                  </a:lnTo>
                  <a:lnTo>
                    <a:pt x="2478" y="1896"/>
                  </a:lnTo>
                  <a:lnTo>
                    <a:pt x="2490" y="1884"/>
                  </a:lnTo>
                  <a:lnTo>
                    <a:pt x="2526" y="1872"/>
                  </a:lnTo>
                  <a:lnTo>
                    <a:pt x="2586" y="1866"/>
                  </a:lnTo>
                  <a:lnTo>
                    <a:pt x="2640" y="1866"/>
                  </a:lnTo>
                  <a:lnTo>
                    <a:pt x="2646" y="1848"/>
                  </a:lnTo>
                  <a:lnTo>
                    <a:pt x="2712" y="1848"/>
                  </a:lnTo>
                  <a:lnTo>
                    <a:pt x="2712" y="1830"/>
                  </a:lnTo>
                  <a:lnTo>
                    <a:pt x="2718" y="1824"/>
                  </a:lnTo>
                  <a:lnTo>
                    <a:pt x="2808" y="1824"/>
                  </a:lnTo>
                  <a:lnTo>
                    <a:pt x="2862" y="1806"/>
                  </a:lnTo>
                  <a:lnTo>
                    <a:pt x="2874" y="1806"/>
                  </a:lnTo>
                  <a:lnTo>
                    <a:pt x="2874" y="1794"/>
                  </a:lnTo>
                  <a:lnTo>
                    <a:pt x="2886" y="1782"/>
                  </a:lnTo>
                  <a:lnTo>
                    <a:pt x="2898" y="1776"/>
                  </a:lnTo>
                  <a:lnTo>
                    <a:pt x="2916" y="1770"/>
                  </a:lnTo>
                  <a:lnTo>
                    <a:pt x="2940" y="1770"/>
                  </a:lnTo>
                  <a:lnTo>
                    <a:pt x="2958" y="1776"/>
                  </a:lnTo>
                  <a:lnTo>
                    <a:pt x="2976" y="1776"/>
                  </a:lnTo>
                  <a:lnTo>
                    <a:pt x="2988" y="1788"/>
                  </a:lnTo>
                  <a:lnTo>
                    <a:pt x="3000" y="1788"/>
                  </a:lnTo>
                  <a:lnTo>
                    <a:pt x="3012" y="1776"/>
                  </a:lnTo>
                  <a:lnTo>
                    <a:pt x="3018" y="1776"/>
                  </a:lnTo>
                  <a:lnTo>
                    <a:pt x="3036" y="1794"/>
                  </a:lnTo>
                  <a:lnTo>
                    <a:pt x="3042" y="1806"/>
                  </a:lnTo>
                  <a:lnTo>
                    <a:pt x="3048" y="1812"/>
                  </a:lnTo>
                  <a:lnTo>
                    <a:pt x="3060" y="1812"/>
                  </a:lnTo>
                  <a:lnTo>
                    <a:pt x="3066" y="1818"/>
                  </a:lnTo>
                  <a:lnTo>
                    <a:pt x="3066" y="1860"/>
                  </a:lnTo>
                  <a:lnTo>
                    <a:pt x="3072" y="1866"/>
                  </a:lnTo>
                  <a:lnTo>
                    <a:pt x="3090" y="1866"/>
                  </a:lnTo>
                  <a:lnTo>
                    <a:pt x="3102" y="1860"/>
                  </a:lnTo>
                  <a:lnTo>
                    <a:pt x="3120" y="1860"/>
                  </a:lnTo>
                  <a:lnTo>
                    <a:pt x="3132" y="1842"/>
                  </a:lnTo>
                  <a:lnTo>
                    <a:pt x="3156" y="1878"/>
                  </a:lnTo>
                  <a:lnTo>
                    <a:pt x="3180" y="1866"/>
                  </a:lnTo>
                  <a:lnTo>
                    <a:pt x="3204" y="1878"/>
                  </a:lnTo>
                  <a:lnTo>
                    <a:pt x="3210" y="1872"/>
                  </a:lnTo>
                  <a:lnTo>
                    <a:pt x="3216" y="1872"/>
                  </a:lnTo>
                  <a:lnTo>
                    <a:pt x="3228" y="1878"/>
                  </a:lnTo>
                  <a:lnTo>
                    <a:pt x="3228" y="1902"/>
                  </a:lnTo>
                  <a:lnTo>
                    <a:pt x="3222" y="1908"/>
                  </a:lnTo>
                  <a:lnTo>
                    <a:pt x="3222" y="1914"/>
                  </a:lnTo>
                  <a:lnTo>
                    <a:pt x="3228" y="1914"/>
                  </a:lnTo>
                  <a:lnTo>
                    <a:pt x="3234" y="1908"/>
                  </a:lnTo>
                  <a:lnTo>
                    <a:pt x="3240" y="1908"/>
                  </a:lnTo>
                  <a:lnTo>
                    <a:pt x="3246" y="1902"/>
                  </a:lnTo>
                  <a:lnTo>
                    <a:pt x="3252" y="1902"/>
                  </a:lnTo>
                  <a:lnTo>
                    <a:pt x="3258" y="1908"/>
                  </a:lnTo>
                  <a:lnTo>
                    <a:pt x="3270" y="1914"/>
                  </a:lnTo>
                  <a:lnTo>
                    <a:pt x="3276" y="1920"/>
                  </a:lnTo>
                  <a:lnTo>
                    <a:pt x="3288" y="1926"/>
                  </a:lnTo>
                  <a:lnTo>
                    <a:pt x="3300" y="1914"/>
                  </a:lnTo>
                  <a:lnTo>
                    <a:pt x="3300" y="1896"/>
                  </a:lnTo>
                  <a:lnTo>
                    <a:pt x="3306" y="1890"/>
                  </a:lnTo>
                  <a:lnTo>
                    <a:pt x="3318" y="1884"/>
                  </a:lnTo>
                  <a:lnTo>
                    <a:pt x="3330" y="1884"/>
                  </a:lnTo>
                  <a:lnTo>
                    <a:pt x="3342" y="1866"/>
                  </a:lnTo>
                  <a:lnTo>
                    <a:pt x="3378" y="1854"/>
                  </a:lnTo>
                  <a:lnTo>
                    <a:pt x="3396" y="1836"/>
                  </a:lnTo>
                  <a:lnTo>
                    <a:pt x="3402" y="1836"/>
                  </a:lnTo>
                  <a:lnTo>
                    <a:pt x="3408" y="1842"/>
                  </a:lnTo>
                  <a:lnTo>
                    <a:pt x="3408" y="1860"/>
                  </a:lnTo>
                  <a:lnTo>
                    <a:pt x="3396" y="1872"/>
                  </a:lnTo>
                  <a:lnTo>
                    <a:pt x="3390" y="1872"/>
                  </a:lnTo>
                  <a:lnTo>
                    <a:pt x="3426" y="1890"/>
                  </a:lnTo>
                  <a:lnTo>
                    <a:pt x="3456" y="1902"/>
                  </a:lnTo>
                  <a:lnTo>
                    <a:pt x="3486" y="1920"/>
                  </a:lnTo>
                  <a:lnTo>
                    <a:pt x="3498" y="1926"/>
                  </a:lnTo>
                  <a:lnTo>
                    <a:pt x="3516" y="1938"/>
                  </a:lnTo>
                  <a:lnTo>
                    <a:pt x="3546" y="1968"/>
                  </a:lnTo>
                  <a:lnTo>
                    <a:pt x="3618" y="2028"/>
                  </a:lnTo>
                  <a:lnTo>
                    <a:pt x="3636" y="2052"/>
                  </a:lnTo>
                  <a:lnTo>
                    <a:pt x="3672" y="2088"/>
                  </a:lnTo>
                  <a:lnTo>
                    <a:pt x="3684" y="2106"/>
                  </a:lnTo>
                  <a:lnTo>
                    <a:pt x="3696" y="2118"/>
                  </a:lnTo>
                  <a:lnTo>
                    <a:pt x="3708" y="2124"/>
                  </a:lnTo>
                  <a:lnTo>
                    <a:pt x="3720" y="2124"/>
                  </a:lnTo>
                  <a:lnTo>
                    <a:pt x="3732" y="2118"/>
                  </a:lnTo>
                  <a:lnTo>
                    <a:pt x="3744" y="2106"/>
                  </a:lnTo>
                  <a:lnTo>
                    <a:pt x="3744" y="2094"/>
                  </a:lnTo>
                  <a:lnTo>
                    <a:pt x="3750" y="2088"/>
                  </a:lnTo>
                  <a:lnTo>
                    <a:pt x="3750" y="2082"/>
                  </a:lnTo>
                  <a:lnTo>
                    <a:pt x="3762" y="2082"/>
                  </a:lnTo>
                  <a:lnTo>
                    <a:pt x="3768" y="2088"/>
                  </a:lnTo>
                  <a:lnTo>
                    <a:pt x="3768" y="2100"/>
                  </a:lnTo>
                  <a:lnTo>
                    <a:pt x="3774" y="2106"/>
                  </a:lnTo>
                  <a:lnTo>
                    <a:pt x="3774" y="2112"/>
                  </a:lnTo>
                  <a:lnTo>
                    <a:pt x="3804" y="2112"/>
                  </a:lnTo>
                  <a:lnTo>
                    <a:pt x="3816" y="2118"/>
                  </a:lnTo>
                  <a:lnTo>
                    <a:pt x="3822" y="2130"/>
                  </a:lnTo>
                  <a:lnTo>
                    <a:pt x="3834" y="2136"/>
                  </a:lnTo>
                  <a:lnTo>
                    <a:pt x="3858" y="2136"/>
                  </a:lnTo>
                  <a:lnTo>
                    <a:pt x="3864" y="2124"/>
                  </a:lnTo>
                  <a:lnTo>
                    <a:pt x="3876" y="2118"/>
                  </a:lnTo>
                  <a:lnTo>
                    <a:pt x="3894" y="2112"/>
                  </a:lnTo>
                  <a:lnTo>
                    <a:pt x="3906" y="2106"/>
                  </a:lnTo>
                  <a:lnTo>
                    <a:pt x="3924" y="2106"/>
                  </a:lnTo>
                  <a:lnTo>
                    <a:pt x="3948" y="2118"/>
                  </a:lnTo>
                  <a:lnTo>
                    <a:pt x="3972" y="2142"/>
                  </a:lnTo>
                  <a:lnTo>
                    <a:pt x="3984" y="2148"/>
                  </a:lnTo>
                  <a:lnTo>
                    <a:pt x="3990" y="2160"/>
                  </a:lnTo>
                  <a:lnTo>
                    <a:pt x="4002" y="2160"/>
                  </a:lnTo>
                  <a:lnTo>
                    <a:pt x="4014" y="2166"/>
                  </a:lnTo>
                  <a:lnTo>
                    <a:pt x="4026" y="2166"/>
                  </a:lnTo>
                  <a:lnTo>
                    <a:pt x="4038" y="2172"/>
                  </a:lnTo>
                  <a:lnTo>
                    <a:pt x="4044" y="2172"/>
                  </a:lnTo>
                  <a:lnTo>
                    <a:pt x="4044" y="2178"/>
                  </a:lnTo>
                  <a:lnTo>
                    <a:pt x="4050" y="2190"/>
                  </a:lnTo>
                  <a:lnTo>
                    <a:pt x="4056" y="2196"/>
                  </a:lnTo>
                  <a:lnTo>
                    <a:pt x="4062" y="2208"/>
                  </a:lnTo>
                  <a:lnTo>
                    <a:pt x="4068" y="2214"/>
                  </a:lnTo>
                  <a:lnTo>
                    <a:pt x="4068" y="2220"/>
                  </a:lnTo>
                  <a:lnTo>
                    <a:pt x="4140" y="2226"/>
                  </a:lnTo>
                  <a:lnTo>
                    <a:pt x="4152" y="2190"/>
                  </a:lnTo>
                  <a:lnTo>
                    <a:pt x="4176" y="2214"/>
                  </a:lnTo>
                  <a:lnTo>
                    <a:pt x="4212" y="2256"/>
                  </a:lnTo>
                  <a:lnTo>
                    <a:pt x="4254" y="2256"/>
                  </a:lnTo>
                  <a:lnTo>
                    <a:pt x="4266" y="2244"/>
                  </a:lnTo>
                  <a:lnTo>
                    <a:pt x="4266" y="2226"/>
                  </a:lnTo>
                  <a:lnTo>
                    <a:pt x="4326" y="2226"/>
                  </a:lnTo>
                  <a:lnTo>
                    <a:pt x="4320" y="2214"/>
                  </a:lnTo>
                  <a:lnTo>
                    <a:pt x="4344" y="2214"/>
                  </a:lnTo>
                  <a:lnTo>
                    <a:pt x="4338" y="2208"/>
                  </a:lnTo>
                  <a:lnTo>
                    <a:pt x="4338" y="2202"/>
                  </a:lnTo>
                  <a:lnTo>
                    <a:pt x="4374" y="2166"/>
                  </a:lnTo>
                  <a:lnTo>
                    <a:pt x="4392" y="2166"/>
                  </a:lnTo>
                  <a:lnTo>
                    <a:pt x="4404" y="2148"/>
                  </a:lnTo>
                  <a:lnTo>
                    <a:pt x="4428" y="2148"/>
                  </a:lnTo>
                  <a:lnTo>
                    <a:pt x="4428" y="2142"/>
                  </a:lnTo>
                  <a:lnTo>
                    <a:pt x="4434" y="2136"/>
                  </a:lnTo>
                  <a:lnTo>
                    <a:pt x="4434" y="2130"/>
                  </a:lnTo>
                  <a:lnTo>
                    <a:pt x="4440" y="2124"/>
                  </a:lnTo>
                  <a:lnTo>
                    <a:pt x="4458" y="2124"/>
                  </a:lnTo>
                  <a:lnTo>
                    <a:pt x="4464" y="2130"/>
                  </a:lnTo>
                  <a:lnTo>
                    <a:pt x="4482" y="2124"/>
                  </a:lnTo>
                  <a:lnTo>
                    <a:pt x="4482" y="2130"/>
                  </a:lnTo>
                  <a:lnTo>
                    <a:pt x="4518" y="2130"/>
                  </a:lnTo>
                  <a:lnTo>
                    <a:pt x="4524" y="2148"/>
                  </a:lnTo>
                  <a:lnTo>
                    <a:pt x="4548" y="2148"/>
                  </a:lnTo>
                  <a:lnTo>
                    <a:pt x="4566" y="2142"/>
                  </a:lnTo>
                  <a:lnTo>
                    <a:pt x="4608" y="2142"/>
                  </a:lnTo>
                  <a:lnTo>
                    <a:pt x="4608" y="2148"/>
                  </a:lnTo>
                  <a:lnTo>
                    <a:pt x="4614" y="2154"/>
                  </a:lnTo>
                  <a:lnTo>
                    <a:pt x="4614" y="2166"/>
                  </a:lnTo>
                  <a:lnTo>
                    <a:pt x="4620" y="2172"/>
                  </a:lnTo>
                  <a:lnTo>
                    <a:pt x="4638" y="2178"/>
                  </a:lnTo>
                  <a:lnTo>
                    <a:pt x="4668" y="2178"/>
                  </a:lnTo>
                  <a:lnTo>
                    <a:pt x="4674" y="2190"/>
                  </a:lnTo>
                  <a:lnTo>
                    <a:pt x="4698" y="2184"/>
                  </a:lnTo>
                  <a:lnTo>
                    <a:pt x="4704" y="2196"/>
                  </a:lnTo>
                  <a:lnTo>
                    <a:pt x="4704" y="2190"/>
                  </a:lnTo>
                  <a:lnTo>
                    <a:pt x="4710" y="2184"/>
                  </a:lnTo>
                  <a:lnTo>
                    <a:pt x="4752" y="2184"/>
                  </a:lnTo>
                  <a:lnTo>
                    <a:pt x="4752" y="2196"/>
                  </a:lnTo>
                  <a:lnTo>
                    <a:pt x="4800" y="2190"/>
                  </a:lnTo>
                  <a:lnTo>
                    <a:pt x="4800" y="2202"/>
                  </a:lnTo>
                  <a:lnTo>
                    <a:pt x="4806" y="2208"/>
                  </a:lnTo>
                  <a:lnTo>
                    <a:pt x="4830" y="2196"/>
                  </a:lnTo>
                  <a:lnTo>
                    <a:pt x="4836" y="2190"/>
                  </a:lnTo>
                  <a:lnTo>
                    <a:pt x="4836" y="2184"/>
                  </a:lnTo>
                  <a:lnTo>
                    <a:pt x="4854" y="2184"/>
                  </a:lnTo>
                  <a:lnTo>
                    <a:pt x="4854" y="2160"/>
                  </a:lnTo>
                  <a:lnTo>
                    <a:pt x="4848" y="2148"/>
                  </a:lnTo>
                  <a:lnTo>
                    <a:pt x="4842" y="2142"/>
                  </a:lnTo>
                  <a:lnTo>
                    <a:pt x="4836" y="2142"/>
                  </a:lnTo>
                  <a:lnTo>
                    <a:pt x="4812" y="2106"/>
                  </a:lnTo>
                  <a:lnTo>
                    <a:pt x="4806" y="2088"/>
                  </a:lnTo>
                  <a:lnTo>
                    <a:pt x="4794" y="2076"/>
                  </a:lnTo>
                  <a:lnTo>
                    <a:pt x="4794" y="2064"/>
                  </a:lnTo>
                  <a:lnTo>
                    <a:pt x="4812" y="2064"/>
                  </a:lnTo>
                  <a:lnTo>
                    <a:pt x="4806" y="2052"/>
                  </a:lnTo>
                  <a:lnTo>
                    <a:pt x="4812" y="2052"/>
                  </a:lnTo>
                  <a:lnTo>
                    <a:pt x="4824" y="2046"/>
                  </a:lnTo>
                  <a:lnTo>
                    <a:pt x="4830" y="2034"/>
                  </a:lnTo>
                  <a:lnTo>
                    <a:pt x="4830" y="2016"/>
                  </a:lnTo>
                  <a:lnTo>
                    <a:pt x="4890" y="2046"/>
                  </a:lnTo>
                  <a:lnTo>
                    <a:pt x="4902" y="2046"/>
                  </a:lnTo>
                  <a:lnTo>
                    <a:pt x="4926" y="2052"/>
                  </a:lnTo>
                  <a:lnTo>
                    <a:pt x="4962" y="2052"/>
                  </a:lnTo>
                  <a:lnTo>
                    <a:pt x="4974" y="2058"/>
                  </a:lnTo>
                  <a:lnTo>
                    <a:pt x="4980" y="2064"/>
                  </a:lnTo>
                  <a:lnTo>
                    <a:pt x="5004" y="2076"/>
                  </a:lnTo>
                  <a:lnTo>
                    <a:pt x="5010" y="2076"/>
                  </a:lnTo>
                  <a:lnTo>
                    <a:pt x="5022" y="2070"/>
                  </a:lnTo>
                  <a:lnTo>
                    <a:pt x="5040" y="2070"/>
                  </a:lnTo>
                  <a:lnTo>
                    <a:pt x="5052" y="2076"/>
                  </a:lnTo>
                  <a:lnTo>
                    <a:pt x="5058" y="2082"/>
                  </a:lnTo>
                  <a:lnTo>
                    <a:pt x="5064" y="2094"/>
                  </a:lnTo>
                  <a:lnTo>
                    <a:pt x="5076" y="2106"/>
                  </a:lnTo>
                  <a:lnTo>
                    <a:pt x="5088" y="2130"/>
                  </a:lnTo>
                  <a:lnTo>
                    <a:pt x="5094" y="2136"/>
                  </a:lnTo>
                  <a:lnTo>
                    <a:pt x="5094" y="2142"/>
                  </a:lnTo>
                  <a:lnTo>
                    <a:pt x="5118" y="2136"/>
                  </a:lnTo>
                  <a:lnTo>
                    <a:pt x="5118" y="2142"/>
                  </a:lnTo>
                  <a:lnTo>
                    <a:pt x="5136" y="2160"/>
                  </a:lnTo>
                  <a:lnTo>
                    <a:pt x="5166" y="2160"/>
                  </a:lnTo>
                  <a:lnTo>
                    <a:pt x="5172" y="2166"/>
                  </a:lnTo>
                  <a:lnTo>
                    <a:pt x="5184" y="2166"/>
                  </a:lnTo>
                  <a:lnTo>
                    <a:pt x="5196" y="2172"/>
                  </a:lnTo>
                  <a:lnTo>
                    <a:pt x="5208" y="2172"/>
                  </a:lnTo>
                  <a:lnTo>
                    <a:pt x="5220" y="2166"/>
                  </a:lnTo>
                  <a:lnTo>
                    <a:pt x="5274" y="2148"/>
                  </a:lnTo>
                  <a:lnTo>
                    <a:pt x="5322" y="2148"/>
                  </a:lnTo>
                  <a:lnTo>
                    <a:pt x="5334" y="2154"/>
                  </a:lnTo>
                  <a:lnTo>
                    <a:pt x="5340" y="2154"/>
                  </a:lnTo>
                  <a:lnTo>
                    <a:pt x="5346" y="2160"/>
                  </a:lnTo>
                  <a:lnTo>
                    <a:pt x="5382" y="2160"/>
                  </a:lnTo>
                  <a:lnTo>
                    <a:pt x="5406" y="2184"/>
                  </a:lnTo>
                  <a:lnTo>
                    <a:pt x="5466" y="2184"/>
                  </a:lnTo>
                  <a:lnTo>
                    <a:pt x="5472" y="2190"/>
                  </a:lnTo>
                  <a:lnTo>
                    <a:pt x="5472" y="2196"/>
                  </a:lnTo>
                  <a:lnTo>
                    <a:pt x="5484" y="2208"/>
                  </a:lnTo>
                  <a:lnTo>
                    <a:pt x="5484" y="2214"/>
                  </a:lnTo>
                  <a:lnTo>
                    <a:pt x="5502" y="2214"/>
                  </a:lnTo>
                  <a:lnTo>
                    <a:pt x="5514" y="2220"/>
                  </a:lnTo>
                  <a:lnTo>
                    <a:pt x="5514" y="2232"/>
                  </a:lnTo>
                  <a:lnTo>
                    <a:pt x="5520" y="2238"/>
                  </a:lnTo>
                  <a:lnTo>
                    <a:pt x="5586" y="2238"/>
                  </a:lnTo>
                  <a:lnTo>
                    <a:pt x="5592" y="2244"/>
                  </a:lnTo>
                  <a:lnTo>
                    <a:pt x="5598" y="2244"/>
                  </a:lnTo>
                  <a:lnTo>
                    <a:pt x="5610" y="2250"/>
                  </a:lnTo>
                  <a:lnTo>
                    <a:pt x="5634" y="2250"/>
                  </a:lnTo>
                  <a:lnTo>
                    <a:pt x="5646" y="2244"/>
                  </a:lnTo>
                  <a:lnTo>
                    <a:pt x="5664" y="2244"/>
                  </a:lnTo>
                  <a:lnTo>
                    <a:pt x="5670" y="2250"/>
                  </a:lnTo>
                  <a:lnTo>
                    <a:pt x="5670" y="2256"/>
                  </a:lnTo>
                  <a:lnTo>
                    <a:pt x="5676" y="2256"/>
                  </a:lnTo>
                  <a:lnTo>
                    <a:pt x="5694" y="2238"/>
                  </a:lnTo>
                  <a:lnTo>
                    <a:pt x="5694" y="2232"/>
                  </a:lnTo>
                  <a:lnTo>
                    <a:pt x="5742" y="2232"/>
                  </a:lnTo>
                  <a:lnTo>
                    <a:pt x="5754" y="2220"/>
                  </a:lnTo>
                  <a:lnTo>
                    <a:pt x="5790" y="2220"/>
                  </a:lnTo>
                  <a:lnTo>
                    <a:pt x="5802" y="2208"/>
                  </a:lnTo>
                  <a:lnTo>
                    <a:pt x="5802" y="2196"/>
                  </a:lnTo>
                  <a:lnTo>
                    <a:pt x="5832" y="2166"/>
                  </a:lnTo>
                  <a:lnTo>
                    <a:pt x="5850" y="2166"/>
                  </a:lnTo>
                  <a:lnTo>
                    <a:pt x="5862" y="2172"/>
                  </a:lnTo>
                  <a:lnTo>
                    <a:pt x="5898" y="2172"/>
                  </a:lnTo>
                  <a:lnTo>
                    <a:pt x="5916" y="2190"/>
                  </a:lnTo>
                  <a:lnTo>
                    <a:pt x="5928" y="2196"/>
                  </a:lnTo>
                  <a:lnTo>
                    <a:pt x="5952" y="2196"/>
                  </a:lnTo>
                  <a:lnTo>
                    <a:pt x="5964" y="2190"/>
                  </a:lnTo>
                  <a:lnTo>
                    <a:pt x="5970" y="2184"/>
                  </a:lnTo>
                  <a:lnTo>
                    <a:pt x="5994" y="2190"/>
                  </a:lnTo>
                  <a:lnTo>
                    <a:pt x="6012" y="2190"/>
                  </a:lnTo>
                  <a:lnTo>
                    <a:pt x="6048" y="2214"/>
                  </a:lnTo>
                  <a:lnTo>
                    <a:pt x="6084" y="2214"/>
                  </a:lnTo>
                  <a:lnTo>
                    <a:pt x="6090" y="2220"/>
                  </a:lnTo>
                  <a:lnTo>
                    <a:pt x="6102" y="2220"/>
                  </a:lnTo>
                  <a:lnTo>
                    <a:pt x="6120" y="2202"/>
                  </a:lnTo>
                  <a:lnTo>
                    <a:pt x="6120" y="2190"/>
                  </a:lnTo>
                  <a:lnTo>
                    <a:pt x="6144" y="2190"/>
                  </a:lnTo>
                  <a:lnTo>
                    <a:pt x="6156" y="2184"/>
                  </a:lnTo>
                  <a:lnTo>
                    <a:pt x="6162" y="2178"/>
                  </a:lnTo>
                  <a:lnTo>
                    <a:pt x="6162" y="2166"/>
                  </a:lnTo>
                  <a:lnTo>
                    <a:pt x="6150" y="2166"/>
                  </a:lnTo>
                  <a:lnTo>
                    <a:pt x="6144" y="2160"/>
                  </a:lnTo>
                  <a:lnTo>
                    <a:pt x="6138" y="2118"/>
                  </a:lnTo>
                  <a:lnTo>
                    <a:pt x="6138" y="2046"/>
                  </a:lnTo>
                  <a:lnTo>
                    <a:pt x="6156" y="2028"/>
                  </a:lnTo>
                  <a:lnTo>
                    <a:pt x="6156" y="2016"/>
                  </a:lnTo>
                  <a:lnTo>
                    <a:pt x="6150" y="2010"/>
                  </a:lnTo>
                  <a:lnTo>
                    <a:pt x="6138" y="2004"/>
                  </a:lnTo>
                  <a:lnTo>
                    <a:pt x="6126" y="1992"/>
                  </a:lnTo>
                  <a:lnTo>
                    <a:pt x="6114" y="1992"/>
                  </a:lnTo>
                  <a:lnTo>
                    <a:pt x="6108" y="1986"/>
                  </a:lnTo>
                  <a:lnTo>
                    <a:pt x="6096" y="1986"/>
                  </a:lnTo>
                  <a:lnTo>
                    <a:pt x="6078" y="1980"/>
                  </a:lnTo>
                  <a:lnTo>
                    <a:pt x="6072" y="1980"/>
                  </a:lnTo>
                  <a:lnTo>
                    <a:pt x="6072" y="1968"/>
                  </a:lnTo>
                  <a:lnTo>
                    <a:pt x="6078" y="1968"/>
                  </a:lnTo>
                  <a:lnTo>
                    <a:pt x="6120" y="1926"/>
                  </a:lnTo>
                  <a:lnTo>
                    <a:pt x="6156" y="1920"/>
                  </a:lnTo>
                  <a:lnTo>
                    <a:pt x="6162" y="1908"/>
                  </a:lnTo>
                  <a:lnTo>
                    <a:pt x="6204" y="1914"/>
                  </a:lnTo>
                  <a:lnTo>
                    <a:pt x="6258" y="1902"/>
                  </a:lnTo>
                  <a:lnTo>
                    <a:pt x="6294" y="1920"/>
                  </a:lnTo>
                  <a:lnTo>
                    <a:pt x="6330" y="1944"/>
                  </a:lnTo>
                  <a:lnTo>
                    <a:pt x="6402" y="1944"/>
                  </a:lnTo>
                  <a:lnTo>
                    <a:pt x="6408" y="1950"/>
                  </a:lnTo>
                  <a:lnTo>
                    <a:pt x="6420" y="1956"/>
                  </a:lnTo>
                  <a:lnTo>
                    <a:pt x="6426" y="1962"/>
                  </a:lnTo>
                  <a:lnTo>
                    <a:pt x="6438" y="1968"/>
                  </a:lnTo>
                  <a:lnTo>
                    <a:pt x="6438" y="1980"/>
                  </a:lnTo>
                  <a:lnTo>
                    <a:pt x="6444" y="1980"/>
                  </a:lnTo>
                  <a:lnTo>
                    <a:pt x="6456" y="1992"/>
                  </a:lnTo>
                  <a:lnTo>
                    <a:pt x="6468" y="1998"/>
                  </a:lnTo>
                  <a:lnTo>
                    <a:pt x="6480" y="2010"/>
                  </a:lnTo>
                  <a:lnTo>
                    <a:pt x="6492" y="2010"/>
                  </a:lnTo>
                  <a:lnTo>
                    <a:pt x="6498" y="2016"/>
                  </a:lnTo>
                  <a:lnTo>
                    <a:pt x="6504" y="2016"/>
                  </a:lnTo>
                  <a:lnTo>
                    <a:pt x="6510" y="2046"/>
                  </a:lnTo>
                  <a:lnTo>
                    <a:pt x="6558" y="2070"/>
                  </a:lnTo>
                  <a:lnTo>
                    <a:pt x="6570" y="2100"/>
                  </a:lnTo>
                  <a:lnTo>
                    <a:pt x="6582" y="2100"/>
                  </a:lnTo>
                  <a:lnTo>
                    <a:pt x="6630" y="2124"/>
                  </a:lnTo>
                  <a:lnTo>
                    <a:pt x="6636" y="2136"/>
                  </a:lnTo>
                  <a:lnTo>
                    <a:pt x="6654" y="2154"/>
                  </a:lnTo>
                  <a:lnTo>
                    <a:pt x="6660" y="2166"/>
                  </a:lnTo>
                  <a:lnTo>
                    <a:pt x="6672" y="2166"/>
                  </a:lnTo>
                  <a:lnTo>
                    <a:pt x="6678" y="2190"/>
                  </a:lnTo>
                  <a:lnTo>
                    <a:pt x="6684" y="2190"/>
                  </a:lnTo>
                  <a:lnTo>
                    <a:pt x="6690" y="2196"/>
                  </a:lnTo>
                  <a:lnTo>
                    <a:pt x="6714" y="2208"/>
                  </a:lnTo>
                  <a:lnTo>
                    <a:pt x="6720" y="2214"/>
                  </a:lnTo>
                  <a:lnTo>
                    <a:pt x="6732" y="2220"/>
                  </a:lnTo>
                  <a:lnTo>
                    <a:pt x="6780" y="2220"/>
                  </a:lnTo>
                  <a:lnTo>
                    <a:pt x="6792" y="2226"/>
                  </a:lnTo>
                  <a:lnTo>
                    <a:pt x="6798" y="2232"/>
                  </a:lnTo>
                  <a:lnTo>
                    <a:pt x="6810" y="2238"/>
                  </a:lnTo>
                  <a:lnTo>
                    <a:pt x="6822" y="2226"/>
                  </a:lnTo>
                  <a:lnTo>
                    <a:pt x="6834" y="2226"/>
                  </a:lnTo>
                  <a:lnTo>
                    <a:pt x="6852" y="2244"/>
                  </a:lnTo>
                  <a:lnTo>
                    <a:pt x="6864" y="2250"/>
                  </a:lnTo>
                  <a:lnTo>
                    <a:pt x="6882" y="2268"/>
                  </a:lnTo>
                  <a:lnTo>
                    <a:pt x="6924" y="2268"/>
                  </a:lnTo>
                  <a:lnTo>
                    <a:pt x="6942" y="2298"/>
                  </a:lnTo>
                  <a:lnTo>
                    <a:pt x="6960" y="2298"/>
                  </a:lnTo>
                  <a:lnTo>
                    <a:pt x="6966" y="2304"/>
                  </a:lnTo>
                  <a:lnTo>
                    <a:pt x="6966" y="2310"/>
                  </a:lnTo>
                  <a:lnTo>
                    <a:pt x="6972" y="2322"/>
                  </a:lnTo>
                  <a:lnTo>
                    <a:pt x="6972" y="2334"/>
                  </a:lnTo>
                  <a:lnTo>
                    <a:pt x="7014" y="2364"/>
                  </a:lnTo>
                  <a:lnTo>
                    <a:pt x="7038" y="2358"/>
                  </a:lnTo>
                  <a:lnTo>
                    <a:pt x="7050" y="2370"/>
                  </a:lnTo>
                  <a:lnTo>
                    <a:pt x="7068" y="2370"/>
                  </a:lnTo>
                  <a:lnTo>
                    <a:pt x="7068" y="2358"/>
                  </a:lnTo>
                  <a:lnTo>
                    <a:pt x="7098" y="2364"/>
                  </a:lnTo>
                  <a:lnTo>
                    <a:pt x="7098" y="2346"/>
                  </a:lnTo>
                  <a:lnTo>
                    <a:pt x="7104" y="2340"/>
                  </a:lnTo>
                  <a:lnTo>
                    <a:pt x="7110" y="2340"/>
                  </a:lnTo>
                  <a:lnTo>
                    <a:pt x="7122" y="2334"/>
                  </a:lnTo>
                  <a:lnTo>
                    <a:pt x="7152" y="2334"/>
                  </a:lnTo>
                  <a:lnTo>
                    <a:pt x="7158" y="2310"/>
                  </a:lnTo>
                  <a:lnTo>
                    <a:pt x="7200" y="2310"/>
                  </a:lnTo>
                  <a:lnTo>
                    <a:pt x="7212" y="2316"/>
                  </a:lnTo>
                  <a:lnTo>
                    <a:pt x="7218" y="2328"/>
                  </a:lnTo>
                  <a:lnTo>
                    <a:pt x="7218" y="2346"/>
                  </a:lnTo>
                  <a:lnTo>
                    <a:pt x="7242" y="2358"/>
                  </a:lnTo>
                  <a:lnTo>
                    <a:pt x="7242" y="2388"/>
                  </a:lnTo>
                  <a:lnTo>
                    <a:pt x="7224" y="2394"/>
                  </a:lnTo>
                  <a:lnTo>
                    <a:pt x="7236" y="2412"/>
                  </a:lnTo>
                  <a:lnTo>
                    <a:pt x="7236" y="2430"/>
                  </a:lnTo>
                  <a:lnTo>
                    <a:pt x="7248" y="2442"/>
                  </a:lnTo>
                  <a:lnTo>
                    <a:pt x="7248" y="2466"/>
                  </a:lnTo>
                  <a:lnTo>
                    <a:pt x="7266" y="2472"/>
                  </a:lnTo>
                  <a:lnTo>
                    <a:pt x="7260" y="2502"/>
                  </a:lnTo>
                  <a:lnTo>
                    <a:pt x="7266" y="2526"/>
                  </a:lnTo>
                  <a:lnTo>
                    <a:pt x="7260" y="2532"/>
                  </a:lnTo>
                  <a:lnTo>
                    <a:pt x="7254" y="2532"/>
                  </a:lnTo>
                  <a:lnTo>
                    <a:pt x="7254" y="2550"/>
                  </a:lnTo>
                  <a:lnTo>
                    <a:pt x="7260" y="2562"/>
                  </a:lnTo>
                  <a:lnTo>
                    <a:pt x="7260" y="2574"/>
                  </a:lnTo>
                  <a:lnTo>
                    <a:pt x="7254" y="2580"/>
                  </a:lnTo>
                  <a:lnTo>
                    <a:pt x="7248" y="2580"/>
                  </a:lnTo>
                  <a:lnTo>
                    <a:pt x="7236" y="2574"/>
                  </a:lnTo>
                  <a:lnTo>
                    <a:pt x="7224" y="2574"/>
                  </a:lnTo>
                  <a:lnTo>
                    <a:pt x="7206" y="2568"/>
                  </a:lnTo>
                  <a:lnTo>
                    <a:pt x="7194" y="2562"/>
                  </a:lnTo>
                  <a:lnTo>
                    <a:pt x="7170" y="2562"/>
                  </a:lnTo>
                  <a:lnTo>
                    <a:pt x="7164" y="2568"/>
                  </a:lnTo>
                  <a:lnTo>
                    <a:pt x="7170" y="2574"/>
                  </a:lnTo>
                  <a:lnTo>
                    <a:pt x="7170" y="2586"/>
                  </a:lnTo>
                  <a:lnTo>
                    <a:pt x="7146" y="2586"/>
                  </a:lnTo>
                  <a:lnTo>
                    <a:pt x="7146" y="2598"/>
                  </a:lnTo>
                  <a:lnTo>
                    <a:pt x="7152" y="2610"/>
                  </a:lnTo>
                  <a:lnTo>
                    <a:pt x="7158" y="2610"/>
                  </a:lnTo>
                  <a:lnTo>
                    <a:pt x="7170" y="2622"/>
                  </a:lnTo>
                  <a:lnTo>
                    <a:pt x="7182" y="2628"/>
                  </a:lnTo>
                  <a:lnTo>
                    <a:pt x="7194" y="2646"/>
                  </a:lnTo>
                  <a:lnTo>
                    <a:pt x="7206" y="2658"/>
                  </a:lnTo>
                  <a:lnTo>
                    <a:pt x="7212" y="2676"/>
                  </a:lnTo>
                  <a:lnTo>
                    <a:pt x="7212" y="2688"/>
                  </a:lnTo>
                  <a:lnTo>
                    <a:pt x="7224" y="2700"/>
                  </a:lnTo>
                  <a:lnTo>
                    <a:pt x="7230" y="2712"/>
                  </a:lnTo>
                  <a:lnTo>
                    <a:pt x="7236" y="2748"/>
                  </a:lnTo>
                  <a:lnTo>
                    <a:pt x="7206" y="2742"/>
                  </a:lnTo>
                  <a:lnTo>
                    <a:pt x="7200" y="2766"/>
                  </a:lnTo>
                  <a:lnTo>
                    <a:pt x="7224" y="2778"/>
                  </a:lnTo>
                  <a:lnTo>
                    <a:pt x="7260" y="2778"/>
                  </a:lnTo>
                  <a:lnTo>
                    <a:pt x="7260" y="2718"/>
                  </a:lnTo>
                  <a:lnTo>
                    <a:pt x="7266" y="2712"/>
                  </a:lnTo>
                  <a:lnTo>
                    <a:pt x="7272" y="2712"/>
                  </a:lnTo>
                  <a:lnTo>
                    <a:pt x="7284" y="2718"/>
                  </a:lnTo>
                  <a:lnTo>
                    <a:pt x="7290" y="2724"/>
                  </a:lnTo>
                  <a:lnTo>
                    <a:pt x="7302" y="2712"/>
                  </a:lnTo>
                  <a:lnTo>
                    <a:pt x="7308" y="2724"/>
                  </a:lnTo>
                  <a:lnTo>
                    <a:pt x="7314" y="2730"/>
                  </a:lnTo>
                  <a:lnTo>
                    <a:pt x="7320" y="2742"/>
                  </a:lnTo>
                  <a:lnTo>
                    <a:pt x="7332" y="2754"/>
                  </a:lnTo>
                  <a:lnTo>
                    <a:pt x="7344" y="2754"/>
                  </a:lnTo>
                  <a:lnTo>
                    <a:pt x="7356" y="2748"/>
                  </a:lnTo>
                  <a:lnTo>
                    <a:pt x="7368" y="2748"/>
                  </a:lnTo>
                  <a:lnTo>
                    <a:pt x="7374" y="2742"/>
                  </a:lnTo>
                  <a:lnTo>
                    <a:pt x="7380" y="2742"/>
                  </a:lnTo>
                  <a:lnTo>
                    <a:pt x="7380" y="2760"/>
                  </a:lnTo>
                  <a:lnTo>
                    <a:pt x="7386" y="2760"/>
                  </a:lnTo>
                  <a:lnTo>
                    <a:pt x="7392" y="2754"/>
                  </a:lnTo>
                  <a:lnTo>
                    <a:pt x="7404" y="2748"/>
                  </a:lnTo>
                  <a:lnTo>
                    <a:pt x="7422" y="2742"/>
                  </a:lnTo>
                  <a:lnTo>
                    <a:pt x="7440" y="2730"/>
                  </a:lnTo>
                  <a:lnTo>
                    <a:pt x="7452" y="2724"/>
                  </a:lnTo>
                  <a:lnTo>
                    <a:pt x="7464" y="2700"/>
                  </a:lnTo>
                  <a:lnTo>
                    <a:pt x="7464" y="2682"/>
                  </a:lnTo>
                  <a:lnTo>
                    <a:pt x="7470" y="2664"/>
                  </a:lnTo>
                  <a:lnTo>
                    <a:pt x="7470" y="2628"/>
                  </a:lnTo>
                  <a:lnTo>
                    <a:pt x="7494" y="2622"/>
                  </a:lnTo>
                  <a:lnTo>
                    <a:pt x="7494" y="2562"/>
                  </a:lnTo>
                  <a:lnTo>
                    <a:pt x="7500" y="2550"/>
                  </a:lnTo>
                  <a:lnTo>
                    <a:pt x="7506" y="2544"/>
                  </a:lnTo>
                  <a:lnTo>
                    <a:pt x="7518" y="2520"/>
                  </a:lnTo>
                  <a:lnTo>
                    <a:pt x="7518" y="2490"/>
                  </a:lnTo>
                  <a:lnTo>
                    <a:pt x="7524" y="2472"/>
                  </a:lnTo>
                  <a:lnTo>
                    <a:pt x="7524" y="2454"/>
                  </a:lnTo>
                  <a:lnTo>
                    <a:pt x="7518" y="2442"/>
                  </a:lnTo>
                  <a:lnTo>
                    <a:pt x="7518" y="2424"/>
                  </a:lnTo>
                  <a:lnTo>
                    <a:pt x="7512" y="2418"/>
                  </a:lnTo>
                  <a:lnTo>
                    <a:pt x="7512" y="2412"/>
                  </a:lnTo>
                  <a:lnTo>
                    <a:pt x="7518" y="2400"/>
                  </a:lnTo>
                  <a:lnTo>
                    <a:pt x="7524" y="2394"/>
                  </a:lnTo>
                  <a:lnTo>
                    <a:pt x="7524" y="2382"/>
                  </a:lnTo>
                  <a:lnTo>
                    <a:pt x="7530" y="2376"/>
                  </a:lnTo>
                  <a:lnTo>
                    <a:pt x="7530" y="2364"/>
                  </a:lnTo>
                  <a:lnTo>
                    <a:pt x="7524" y="2358"/>
                  </a:lnTo>
                  <a:lnTo>
                    <a:pt x="7518" y="2346"/>
                  </a:lnTo>
                  <a:lnTo>
                    <a:pt x="7524" y="2334"/>
                  </a:lnTo>
                  <a:lnTo>
                    <a:pt x="7530" y="2328"/>
                  </a:lnTo>
                  <a:lnTo>
                    <a:pt x="7536" y="2316"/>
                  </a:lnTo>
                  <a:lnTo>
                    <a:pt x="7536" y="2298"/>
                  </a:lnTo>
                  <a:lnTo>
                    <a:pt x="7530" y="2292"/>
                  </a:lnTo>
                  <a:lnTo>
                    <a:pt x="7530" y="2280"/>
                  </a:lnTo>
                  <a:lnTo>
                    <a:pt x="7518" y="2256"/>
                  </a:lnTo>
                  <a:lnTo>
                    <a:pt x="7512" y="2250"/>
                  </a:lnTo>
                  <a:lnTo>
                    <a:pt x="7512" y="2238"/>
                  </a:lnTo>
                  <a:lnTo>
                    <a:pt x="7506" y="2232"/>
                  </a:lnTo>
                  <a:lnTo>
                    <a:pt x="7506" y="2220"/>
                  </a:lnTo>
                  <a:lnTo>
                    <a:pt x="7500" y="2214"/>
                  </a:lnTo>
                  <a:lnTo>
                    <a:pt x="7500" y="2202"/>
                  </a:lnTo>
                  <a:lnTo>
                    <a:pt x="7494" y="2196"/>
                  </a:lnTo>
                  <a:lnTo>
                    <a:pt x="7482" y="2190"/>
                  </a:lnTo>
                  <a:lnTo>
                    <a:pt x="7476" y="2184"/>
                  </a:lnTo>
                  <a:lnTo>
                    <a:pt x="7482" y="2178"/>
                  </a:lnTo>
                  <a:lnTo>
                    <a:pt x="7476" y="2178"/>
                  </a:lnTo>
                  <a:lnTo>
                    <a:pt x="7470" y="2172"/>
                  </a:lnTo>
                  <a:lnTo>
                    <a:pt x="7458" y="2166"/>
                  </a:lnTo>
                  <a:lnTo>
                    <a:pt x="7446" y="2154"/>
                  </a:lnTo>
                  <a:lnTo>
                    <a:pt x="7440" y="2142"/>
                  </a:lnTo>
                  <a:lnTo>
                    <a:pt x="7434" y="2124"/>
                  </a:lnTo>
                  <a:lnTo>
                    <a:pt x="7434" y="2112"/>
                  </a:lnTo>
                  <a:lnTo>
                    <a:pt x="7428" y="2106"/>
                  </a:lnTo>
                  <a:lnTo>
                    <a:pt x="7428" y="2100"/>
                  </a:lnTo>
                  <a:lnTo>
                    <a:pt x="7416" y="2094"/>
                  </a:lnTo>
                  <a:lnTo>
                    <a:pt x="7416" y="2082"/>
                  </a:lnTo>
                  <a:lnTo>
                    <a:pt x="7422" y="2070"/>
                  </a:lnTo>
                  <a:lnTo>
                    <a:pt x="7422" y="2040"/>
                  </a:lnTo>
                  <a:lnTo>
                    <a:pt x="7410" y="2028"/>
                  </a:lnTo>
                  <a:lnTo>
                    <a:pt x="7404" y="2016"/>
                  </a:lnTo>
                  <a:lnTo>
                    <a:pt x="7398" y="2010"/>
                  </a:lnTo>
                  <a:lnTo>
                    <a:pt x="7380" y="2004"/>
                  </a:lnTo>
                  <a:lnTo>
                    <a:pt x="7380" y="1998"/>
                  </a:lnTo>
                  <a:lnTo>
                    <a:pt x="7374" y="1992"/>
                  </a:lnTo>
                  <a:lnTo>
                    <a:pt x="7368" y="1980"/>
                  </a:lnTo>
                  <a:lnTo>
                    <a:pt x="7356" y="1968"/>
                  </a:lnTo>
                  <a:lnTo>
                    <a:pt x="7344" y="1968"/>
                  </a:lnTo>
                  <a:lnTo>
                    <a:pt x="7332" y="1956"/>
                  </a:lnTo>
                  <a:lnTo>
                    <a:pt x="7326" y="1956"/>
                  </a:lnTo>
                  <a:lnTo>
                    <a:pt x="7308" y="1950"/>
                  </a:lnTo>
                  <a:lnTo>
                    <a:pt x="7302" y="1938"/>
                  </a:lnTo>
                  <a:lnTo>
                    <a:pt x="7308" y="1938"/>
                  </a:lnTo>
                  <a:lnTo>
                    <a:pt x="7314" y="1944"/>
                  </a:lnTo>
                  <a:lnTo>
                    <a:pt x="7326" y="1944"/>
                  </a:lnTo>
                  <a:lnTo>
                    <a:pt x="7332" y="1950"/>
                  </a:lnTo>
                  <a:lnTo>
                    <a:pt x="7344" y="1950"/>
                  </a:lnTo>
                  <a:lnTo>
                    <a:pt x="7350" y="1944"/>
                  </a:lnTo>
                  <a:lnTo>
                    <a:pt x="7350" y="1938"/>
                  </a:lnTo>
                  <a:lnTo>
                    <a:pt x="7344" y="1938"/>
                  </a:lnTo>
                  <a:lnTo>
                    <a:pt x="7332" y="1932"/>
                  </a:lnTo>
                  <a:lnTo>
                    <a:pt x="7326" y="1926"/>
                  </a:lnTo>
                  <a:lnTo>
                    <a:pt x="7320" y="1926"/>
                  </a:lnTo>
                  <a:lnTo>
                    <a:pt x="7242" y="1890"/>
                  </a:lnTo>
                  <a:lnTo>
                    <a:pt x="7236" y="1890"/>
                  </a:lnTo>
                  <a:lnTo>
                    <a:pt x="7230" y="1884"/>
                  </a:lnTo>
                  <a:lnTo>
                    <a:pt x="7218" y="1878"/>
                  </a:lnTo>
                  <a:lnTo>
                    <a:pt x="7206" y="1866"/>
                  </a:lnTo>
                  <a:lnTo>
                    <a:pt x="7194" y="1860"/>
                  </a:lnTo>
                  <a:lnTo>
                    <a:pt x="7188" y="1854"/>
                  </a:lnTo>
                  <a:lnTo>
                    <a:pt x="7170" y="1854"/>
                  </a:lnTo>
                  <a:lnTo>
                    <a:pt x="7164" y="1860"/>
                  </a:lnTo>
                  <a:lnTo>
                    <a:pt x="7152" y="1866"/>
                  </a:lnTo>
                  <a:lnTo>
                    <a:pt x="7116" y="1854"/>
                  </a:lnTo>
                  <a:lnTo>
                    <a:pt x="7152" y="1896"/>
                  </a:lnTo>
                  <a:lnTo>
                    <a:pt x="7146" y="1920"/>
                  </a:lnTo>
                  <a:lnTo>
                    <a:pt x="7134" y="1920"/>
                  </a:lnTo>
                  <a:lnTo>
                    <a:pt x="7134" y="1890"/>
                  </a:lnTo>
                  <a:lnTo>
                    <a:pt x="7116" y="1878"/>
                  </a:lnTo>
                  <a:lnTo>
                    <a:pt x="7116" y="1908"/>
                  </a:lnTo>
                  <a:lnTo>
                    <a:pt x="7068" y="1908"/>
                  </a:lnTo>
                  <a:lnTo>
                    <a:pt x="7074" y="1902"/>
                  </a:lnTo>
                  <a:lnTo>
                    <a:pt x="7074" y="1884"/>
                  </a:lnTo>
                  <a:lnTo>
                    <a:pt x="7068" y="1878"/>
                  </a:lnTo>
                  <a:lnTo>
                    <a:pt x="7044" y="1878"/>
                  </a:lnTo>
                  <a:lnTo>
                    <a:pt x="7038" y="1890"/>
                  </a:lnTo>
                  <a:lnTo>
                    <a:pt x="7014" y="1890"/>
                  </a:lnTo>
                  <a:lnTo>
                    <a:pt x="7002" y="1854"/>
                  </a:lnTo>
                  <a:lnTo>
                    <a:pt x="6996" y="1854"/>
                  </a:lnTo>
                  <a:lnTo>
                    <a:pt x="6984" y="1830"/>
                  </a:lnTo>
                  <a:lnTo>
                    <a:pt x="6912" y="1836"/>
                  </a:lnTo>
                  <a:lnTo>
                    <a:pt x="6906" y="1824"/>
                  </a:lnTo>
                  <a:lnTo>
                    <a:pt x="6882" y="1824"/>
                  </a:lnTo>
                  <a:lnTo>
                    <a:pt x="6870" y="1818"/>
                  </a:lnTo>
                  <a:lnTo>
                    <a:pt x="6864" y="1812"/>
                  </a:lnTo>
                  <a:lnTo>
                    <a:pt x="6864" y="1794"/>
                  </a:lnTo>
                  <a:lnTo>
                    <a:pt x="6876" y="1788"/>
                  </a:lnTo>
                  <a:lnTo>
                    <a:pt x="6888" y="1776"/>
                  </a:lnTo>
                  <a:lnTo>
                    <a:pt x="6900" y="1776"/>
                  </a:lnTo>
                  <a:lnTo>
                    <a:pt x="6900" y="1752"/>
                  </a:lnTo>
                  <a:lnTo>
                    <a:pt x="6906" y="1752"/>
                  </a:lnTo>
                  <a:lnTo>
                    <a:pt x="6918" y="1746"/>
                  </a:lnTo>
                  <a:lnTo>
                    <a:pt x="6930" y="1734"/>
                  </a:lnTo>
                  <a:lnTo>
                    <a:pt x="6930" y="1728"/>
                  </a:lnTo>
                  <a:lnTo>
                    <a:pt x="6936" y="1716"/>
                  </a:lnTo>
                  <a:lnTo>
                    <a:pt x="6936" y="1710"/>
                  </a:lnTo>
                  <a:lnTo>
                    <a:pt x="6942" y="1698"/>
                  </a:lnTo>
                  <a:lnTo>
                    <a:pt x="6930" y="1686"/>
                  </a:lnTo>
                  <a:lnTo>
                    <a:pt x="6942" y="1662"/>
                  </a:lnTo>
                  <a:lnTo>
                    <a:pt x="6930" y="1650"/>
                  </a:lnTo>
                  <a:lnTo>
                    <a:pt x="6948" y="1632"/>
                  </a:lnTo>
                  <a:lnTo>
                    <a:pt x="6972" y="1626"/>
                  </a:lnTo>
                  <a:lnTo>
                    <a:pt x="6960" y="1596"/>
                  </a:lnTo>
                  <a:lnTo>
                    <a:pt x="6984" y="1590"/>
                  </a:lnTo>
                  <a:lnTo>
                    <a:pt x="6960" y="1554"/>
                  </a:lnTo>
                  <a:lnTo>
                    <a:pt x="6990" y="1542"/>
                  </a:lnTo>
                  <a:lnTo>
                    <a:pt x="6990" y="1500"/>
                  </a:lnTo>
                  <a:lnTo>
                    <a:pt x="6996" y="1488"/>
                  </a:lnTo>
                  <a:lnTo>
                    <a:pt x="7002" y="1482"/>
                  </a:lnTo>
                  <a:lnTo>
                    <a:pt x="7020" y="1470"/>
                  </a:lnTo>
                  <a:lnTo>
                    <a:pt x="7032" y="1464"/>
                  </a:lnTo>
                  <a:lnTo>
                    <a:pt x="7050" y="1464"/>
                  </a:lnTo>
                  <a:lnTo>
                    <a:pt x="7068" y="1470"/>
                  </a:lnTo>
                  <a:lnTo>
                    <a:pt x="7188" y="1470"/>
                  </a:lnTo>
                  <a:lnTo>
                    <a:pt x="7206" y="1488"/>
                  </a:lnTo>
                  <a:lnTo>
                    <a:pt x="7224" y="1482"/>
                  </a:lnTo>
                  <a:lnTo>
                    <a:pt x="7218" y="1464"/>
                  </a:lnTo>
                  <a:lnTo>
                    <a:pt x="7290" y="1482"/>
                  </a:lnTo>
                  <a:lnTo>
                    <a:pt x="7320" y="1464"/>
                  </a:lnTo>
                  <a:lnTo>
                    <a:pt x="7350" y="1488"/>
                  </a:lnTo>
                  <a:lnTo>
                    <a:pt x="7356" y="1452"/>
                  </a:lnTo>
                  <a:lnTo>
                    <a:pt x="7434" y="1452"/>
                  </a:lnTo>
                  <a:lnTo>
                    <a:pt x="7446" y="1458"/>
                  </a:lnTo>
                  <a:lnTo>
                    <a:pt x="7452" y="1470"/>
                  </a:lnTo>
                  <a:lnTo>
                    <a:pt x="7458" y="1470"/>
                  </a:lnTo>
                  <a:lnTo>
                    <a:pt x="7464" y="1464"/>
                  </a:lnTo>
                  <a:lnTo>
                    <a:pt x="7476" y="1464"/>
                  </a:lnTo>
                  <a:lnTo>
                    <a:pt x="7482" y="1458"/>
                  </a:lnTo>
                  <a:lnTo>
                    <a:pt x="7494" y="1452"/>
                  </a:lnTo>
                  <a:lnTo>
                    <a:pt x="7518" y="1470"/>
                  </a:lnTo>
                  <a:lnTo>
                    <a:pt x="7560" y="1476"/>
                  </a:lnTo>
                  <a:lnTo>
                    <a:pt x="7506" y="1488"/>
                  </a:lnTo>
                  <a:lnTo>
                    <a:pt x="7506" y="1494"/>
                  </a:lnTo>
                  <a:lnTo>
                    <a:pt x="7512" y="1500"/>
                  </a:lnTo>
                  <a:lnTo>
                    <a:pt x="7524" y="1506"/>
                  </a:lnTo>
                  <a:lnTo>
                    <a:pt x="7530" y="1512"/>
                  </a:lnTo>
                  <a:lnTo>
                    <a:pt x="7542" y="1512"/>
                  </a:lnTo>
                  <a:lnTo>
                    <a:pt x="7548" y="1506"/>
                  </a:lnTo>
                  <a:lnTo>
                    <a:pt x="7560" y="1506"/>
                  </a:lnTo>
                  <a:lnTo>
                    <a:pt x="7572" y="1500"/>
                  </a:lnTo>
                  <a:lnTo>
                    <a:pt x="7578" y="1494"/>
                  </a:lnTo>
                  <a:lnTo>
                    <a:pt x="7584" y="1494"/>
                  </a:lnTo>
                  <a:lnTo>
                    <a:pt x="7614" y="1506"/>
                  </a:lnTo>
                  <a:lnTo>
                    <a:pt x="7638" y="1488"/>
                  </a:lnTo>
                  <a:lnTo>
                    <a:pt x="7644" y="1488"/>
                  </a:lnTo>
                  <a:lnTo>
                    <a:pt x="7650" y="1494"/>
                  </a:lnTo>
                  <a:lnTo>
                    <a:pt x="7686" y="1494"/>
                  </a:lnTo>
                  <a:lnTo>
                    <a:pt x="7692" y="1488"/>
                  </a:lnTo>
                  <a:lnTo>
                    <a:pt x="7692" y="1476"/>
                  </a:lnTo>
                  <a:lnTo>
                    <a:pt x="7728" y="1482"/>
                  </a:lnTo>
                  <a:lnTo>
                    <a:pt x="7680" y="1452"/>
                  </a:lnTo>
                  <a:lnTo>
                    <a:pt x="7650" y="1464"/>
                  </a:lnTo>
                  <a:lnTo>
                    <a:pt x="7644" y="1446"/>
                  </a:lnTo>
                  <a:lnTo>
                    <a:pt x="7638" y="1434"/>
                  </a:lnTo>
                  <a:lnTo>
                    <a:pt x="7632" y="1428"/>
                  </a:lnTo>
                  <a:lnTo>
                    <a:pt x="7626" y="1416"/>
                  </a:lnTo>
                  <a:lnTo>
                    <a:pt x="7626" y="1398"/>
                  </a:lnTo>
                  <a:lnTo>
                    <a:pt x="7650" y="1374"/>
                  </a:lnTo>
                  <a:lnTo>
                    <a:pt x="7644" y="1344"/>
                  </a:lnTo>
                  <a:lnTo>
                    <a:pt x="7662" y="1332"/>
                  </a:lnTo>
                  <a:lnTo>
                    <a:pt x="7650" y="1326"/>
                  </a:lnTo>
                  <a:lnTo>
                    <a:pt x="7638" y="1314"/>
                  </a:lnTo>
                  <a:lnTo>
                    <a:pt x="7638" y="1302"/>
                  </a:lnTo>
                  <a:lnTo>
                    <a:pt x="7644" y="1296"/>
                  </a:lnTo>
                  <a:lnTo>
                    <a:pt x="7662" y="1290"/>
                  </a:lnTo>
                  <a:lnTo>
                    <a:pt x="7698" y="1290"/>
                  </a:lnTo>
                  <a:lnTo>
                    <a:pt x="7710" y="1296"/>
                  </a:lnTo>
                  <a:lnTo>
                    <a:pt x="7728" y="1296"/>
                  </a:lnTo>
                  <a:lnTo>
                    <a:pt x="7746" y="1278"/>
                  </a:lnTo>
                  <a:lnTo>
                    <a:pt x="7782" y="1308"/>
                  </a:lnTo>
                  <a:lnTo>
                    <a:pt x="7806" y="1290"/>
                  </a:lnTo>
                  <a:lnTo>
                    <a:pt x="7812" y="1302"/>
                  </a:lnTo>
                  <a:lnTo>
                    <a:pt x="7818" y="1308"/>
                  </a:lnTo>
                  <a:lnTo>
                    <a:pt x="7830" y="1332"/>
                  </a:lnTo>
                  <a:lnTo>
                    <a:pt x="7830" y="1338"/>
                  </a:lnTo>
                  <a:lnTo>
                    <a:pt x="7836" y="1344"/>
                  </a:lnTo>
                  <a:lnTo>
                    <a:pt x="7878" y="1344"/>
                  </a:lnTo>
                  <a:lnTo>
                    <a:pt x="7878" y="1362"/>
                  </a:lnTo>
                  <a:lnTo>
                    <a:pt x="7884" y="1374"/>
                  </a:lnTo>
                  <a:lnTo>
                    <a:pt x="7890" y="1380"/>
                  </a:lnTo>
                  <a:lnTo>
                    <a:pt x="7896" y="1380"/>
                  </a:lnTo>
                  <a:lnTo>
                    <a:pt x="7914" y="1362"/>
                  </a:lnTo>
                  <a:lnTo>
                    <a:pt x="7932" y="1326"/>
                  </a:lnTo>
                  <a:lnTo>
                    <a:pt x="7938" y="1320"/>
                  </a:lnTo>
                  <a:lnTo>
                    <a:pt x="7938" y="1314"/>
                  </a:lnTo>
                  <a:lnTo>
                    <a:pt x="7962" y="1302"/>
                  </a:lnTo>
                  <a:lnTo>
                    <a:pt x="7992" y="1314"/>
                  </a:lnTo>
                  <a:lnTo>
                    <a:pt x="7986" y="1302"/>
                  </a:lnTo>
                  <a:lnTo>
                    <a:pt x="7962" y="1284"/>
                  </a:lnTo>
                  <a:lnTo>
                    <a:pt x="7956" y="1278"/>
                  </a:lnTo>
                  <a:lnTo>
                    <a:pt x="7932" y="1266"/>
                  </a:lnTo>
                  <a:lnTo>
                    <a:pt x="7926" y="1254"/>
                  </a:lnTo>
                  <a:lnTo>
                    <a:pt x="7914" y="1248"/>
                  </a:lnTo>
                  <a:lnTo>
                    <a:pt x="7908" y="1242"/>
                  </a:lnTo>
                  <a:lnTo>
                    <a:pt x="7908" y="1230"/>
                  </a:lnTo>
                  <a:lnTo>
                    <a:pt x="7962" y="1230"/>
                  </a:lnTo>
                  <a:lnTo>
                    <a:pt x="7992" y="1236"/>
                  </a:lnTo>
                  <a:lnTo>
                    <a:pt x="8052" y="1236"/>
                  </a:lnTo>
                  <a:lnTo>
                    <a:pt x="8052" y="1254"/>
                  </a:lnTo>
                  <a:lnTo>
                    <a:pt x="8040" y="1254"/>
                  </a:lnTo>
                  <a:lnTo>
                    <a:pt x="8028" y="1248"/>
                  </a:lnTo>
                  <a:lnTo>
                    <a:pt x="7992" y="1248"/>
                  </a:lnTo>
                  <a:lnTo>
                    <a:pt x="7992" y="1266"/>
                  </a:lnTo>
                  <a:lnTo>
                    <a:pt x="8016" y="1290"/>
                  </a:lnTo>
                  <a:lnTo>
                    <a:pt x="8028" y="1296"/>
                  </a:lnTo>
                  <a:lnTo>
                    <a:pt x="8034" y="1320"/>
                  </a:lnTo>
                  <a:lnTo>
                    <a:pt x="8064" y="1326"/>
                  </a:lnTo>
                  <a:lnTo>
                    <a:pt x="8058" y="1344"/>
                  </a:lnTo>
                  <a:lnTo>
                    <a:pt x="8076" y="1362"/>
                  </a:lnTo>
                  <a:lnTo>
                    <a:pt x="8046" y="1368"/>
                  </a:lnTo>
                  <a:lnTo>
                    <a:pt x="8040" y="1380"/>
                  </a:lnTo>
                  <a:lnTo>
                    <a:pt x="8022" y="1386"/>
                  </a:lnTo>
                  <a:lnTo>
                    <a:pt x="8028" y="1398"/>
                  </a:lnTo>
                  <a:lnTo>
                    <a:pt x="8028" y="1404"/>
                  </a:lnTo>
                  <a:lnTo>
                    <a:pt x="8034" y="1416"/>
                  </a:lnTo>
                  <a:lnTo>
                    <a:pt x="8034" y="1440"/>
                  </a:lnTo>
                  <a:lnTo>
                    <a:pt x="8028" y="1452"/>
                  </a:lnTo>
                  <a:lnTo>
                    <a:pt x="8016" y="1464"/>
                  </a:lnTo>
                  <a:lnTo>
                    <a:pt x="8004" y="1488"/>
                  </a:lnTo>
                  <a:lnTo>
                    <a:pt x="8004" y="1506"/>
                  </a:lnTo>
                  <a:lnTo>
                    <a:pt x="8010" y="1506"/>
                  </a:lnTo>
                  <a:lnTo>
                    <a:pt x="8016" y="1512"/>
                  </a:lnTo>
                  <a:lnTo>
                    <a:pt x="8022" y="1524"/>
                  </a:lnTo>
                  <a:lnTo>
                    <a:pt x="8016" y="1530"/>
                  </a:lnTo>
                  <a:lnTo>
                    <a:pt x="8010" y="1542"/>
                  </a:lnTo>
                  <a:lnTo>
                    <a:pt x="7986" y="1566"/>
                  </a:lnTo>
                  <a:lnTo>
                    <a:pt x="7974" y="1572"/>
                  </a:lnTo>
                  <a:lnTo>
                    <a:pt x="7968" y="1578"/>
                  </a:lnTo>
                  <a:lnTo>
                    <a:pt x="7962" y="1578"/>
                  </a:lnTo>
                  <a:lnTo>
                    <a:pt x="7962" y="1596"/>
                  </a:lnTo>
                  <a:lnTo>
                    <a:pt x="7944" y="1596"/>
                  </a:lnTo>
                  <a:lnTo>
                    <a:pt x="7950" y="1596"/>
                  </a:lnTo>
                  <a:lnTo>
                    <a:pt x="7956" y="1602"/>
                  </a:lnTo>
                  <a:lnTo>
                    <a:pt x="7968" y="1608"/>
                  </a:lnTo>
                  <a:lnTo>
                    <a:pt x="7980" y="1632"/>
                  </a:lnTo>
                  <a:lnTo>
                    <a:pt x="7974" y="1650"/>
                  </a:lnTo>
                  <a:lnTo>
                    <a:pt x="7974" y="1662"/>
                  </a:lnTo>
                  <a:lnTo>
                    <a:pt x="7968" y="1674"/>
                  </a:lnTo>
                  <a:lnTo>
                    <a:pt x="7968" y="1686"/>
                  </a:lnTo>
                  <a:lnTo>
                    <a:pt x="7974" y="1704"/>
                  </a:lnTo>
                  <a:lnTo>
                    <a:pt x="7992" y="1722"/>
                  </a:lnTo>
                  <a:lnTo>
                    <a:pt x="8016" y="1752"/>
                  </a:lnTo>
                  <a:lnTo>
                    <a:pt x="8046" y="1776"/>
                  </a:lnTo>
                  <a:lnTo>
                    <a:pt x="8070" y="1800"/>
                  </a:lnTo>
                  <a:lnTo>
                    <a:pt x="8082" y="1806"/>
                  </a:lnTo>
                  <a:lnTo>
                    <a:pt x="8142" y="1872"/>
                  </a:lnTo>
                  <a:lnTo>
                    <a:pt x="8154" y="1866"/>
                  </a:lnTo>
                  <a:lnTo>
                    <a:pt x="8238" y="1962"/>
                  </a:lnTo>
                  <a:lnTo>
                    <a:pt x="8286" y="1980"/>
                  </a:lnTo>
                  <a:lnTo>
                    <a:pt x="8310" y="2004"/>
                  </a:lnTo>
                  <a:lnTo>
                    <a:pt x="8316" y="2016"/>
                  </a:lnTo>
                  <a:lnTo>
                    <a:pt x="8328" y="2022"/>
                  </a:lnTo>
                  <a:lnTo>
                    <a:pt x="8334" y="2034"/>
                  </a:lnTo>
                  <a:lnTo>
                    <a:pt x="8388" y="2088"/>
                  </a:lnTo>
                  <a:lnTo>
                    <a:pt x="8406" y="2088"/>
                  </a:lnTo>
                  <a:lnTo>
                    <a:pt x="8406" y="2106"/>
                  </a:lnTo>
                  <a:lnTo>
                    <a:pt x="8418" y="2106"/>
                  </a:lnTo>
                  <a:lnTo>
                    <a:pt x="8430" y="2100"/>
                  </a:lnTo>
                  <a:lnTo>
                    <a:pt x="8436" y="2094"/>
                  </a:lnTo>
                  <a:lnTo>
                    <a:pt x="8442" y="2082"/>
                  </a:lnTo>
                  <a:lnTo>
                    <a:pt x="8442" y="2076"/>
                  </a:lnTo>
                  <a:lnTo>
                    <a:pt x="8430" y="2064"/>
                  </a:lnTo>
                  <a:lnTo>
                    <a:pt x="8436" y="2058"/>
                  </a:lnTo>
                  <a:lnTo>
                    <a:pt x="8442" y="2046"/>
                  </a:lnTo>
                  <a:lnTo>
                    <a:pt x="8448" y="2040"/>
                  </a:lnTo>
                  <a:lnTo>
                    <a:pt x="8448" y="2022"/>
                  </a:lnTo>
                  <a:lnTo>
                    <a:pt x="8430" y="2004"/>
                  </a:lnTo>
                  <a:lnTo>
                    <a:pt x="8418" y="1998"/>
                  </a:lnTo>
                  <a:lnTo>
                    <a:pt x="8406" y="1974"/>
                  </a:lnTo>
                  <a:lnTo>
                    <a:pt x="8406" y="1962"/>
                  </a:lnTo>
                  <a:lnTo>
                    <a:pt x="8412" y="1950"/>
                  </a:lnTo>
                  <a:lnTo>
                    <a:pt x="8430" y="1932"/>
                  </a:lnTo>
                  <a:lnTo>
                    <a:pt x="8442" y="1932"/>
                  </a:lnTo>
                  <a:lnTo>
                    <a:pt x="8454" y="1938"/>
                  </a:lnTo>
                  <a:lnTo>
                    <a:pt x="8460" y="1938"/>
                  </a:lnTo>
                  <a:lnTo>
                    <a:pt x="8466" y="1944"/>
                  </a:lnTo>
                  <a:lnTo>
                    <a:pt x="8472" y="1944"/>
                  </a:lnTo>
                  <a:lnTo>
                    <a:pt x="8466" y="1938"/>
                  </a:lnTo>
                  <a:lnTo>
                    <a:pt x="8460" y="1926"/>
                  </a:lnTo>
                  <a:lnTo>
                    <a:pt x="8448" y="1920"/>
                  </a:lnTo>
                  <a:lnTo>
                    <a:pt x="8442" y="1908"/>
                  </a:lnTo>
                  <a:lnTo>
                    <a:pt x="8424" y="1890"/>
                  </a:lnTo>
                  <a:lnTo>
                    <a:pt x="8412" y="1890"/>
                  </a:lnTo>
                  <a:lnTo>
                    <a:pt x="8406" y="1884"/>
                  </a:lnTo>
                  <a:lnTo>
                    <a:pt x="8400" y="1872"/>
                  </a:lnTo>
                  <a:lnTo>
                    <a:pt x="8400" y="1860"/>
                  </a:lnTo>
                  <a:lnTo>
                    <a:pt x="8406" y="1848"/>
                  </a:lnTo>
                  <a:lnTo>
                    <a:pt x="8412" y="1842"/>
                  </a:lnTo>
                  <a:lnTo>
                    <a:pt x="8424" y="1836"/>
                  </a:lnTo>
                  <a:lnTo>
                    <a:pt x="8430" y="1830"/>
                  </a:lnTo>
                  <a:lnTo>
                    <a:pt x="8442" y="1836"/>
                  </a:lnTo>
                  <a:lnTo>
                    <a:pt x="8466" y="1836"/>
                  </a:lnTo>
                  <a:lnTo>
                    <a:pt x="8472" y="1830"/>
                  </a:lnTo>
                  <a:lnTo>
                    <a:pt x="8472" y="1812"/>
                  </a:lnTo>
                  <a:lnTo>
                    <a:pt x="8454" y="1794"/>
                  </a:lnTo>
                  <a:lnTo>
                    <a:pt x="8436" y="1788"/>
                  </a:lnTo>
                  <a:lnTo>
                    <a:pt x="8424" y="1782"/>
                  </a:lnTo>
                  <a:lnTo>
                    <a:pt x="8406" y="1770"/>
                  </a:lnTo>
                  <a:lnTo>
                    <a:pt x="8394" y="1758"/>
                  </a:lnTo>
                  <a:lnTo>
                    <a:pt x="8388" y="1740"/>
                  </a:lnTo>
                  <a:lnTo>
                    <a:pt x="8376" y="1716"/>
                  </a:lnTo>
                  <a:lnTo>
                    <a:pt x="8376" y="1704"/>
                  </a:lnTo>
                  <a:lnTo>
                    <a:pt x="8370" y="1698"/>
                  </a:lnTo>
                  <a:lnTo>
                    <a:pt x="8370" y="1692"/>
                  </a:lnTo>
                  <a:lnTo>
                    <a:pt x="8382" y="1686"/>
                  </a:lnTo>
                  <a:lnTo>
                    <a:pt x="8406" y="1710"/>
                  </a:lnTo>
                  <a:lnTo>
                    <a:pt x="8418" y="1716"/>
                  </a:lnTo>
                  <a:lnTo>
                    <a:pt x="8430" y="1716"/>
                  </a:lnTo>
                  <a:lnTo>
                    <a:pt x="8430" y="1710"/>
                  </a:lnTo>
                  <a:lnTo>
                    <a:pt x="8424" y="1704"/>
                  </a:lnTo>
                  <a:lnTo>
                    <a:pt x="8418" y="1692"/>
                  </a:lnTo>
                  <a:lnTo>
                    <a:pt x="8412" y="1686"/>
                  </a:lnTo>
                  <a:lnTo>
                    <a:pt x="8406" y="1674"/>
                  </a:lnTo>
                  <a:lnTo>
                    <a:pt x="8400" y="1668"/>
                  </a:lnTo>
                  <a:lnTo>
                    <a:pt x="8364" y="1668"/>
                  </a:lnTo>
                  <a:lnTo>
                    <a:pt x="8316" y="1626"/>
                  </a:lnTo>
                  <a:lnTo>
                    <a:pt x="8316" y="1596"/>
                  </a:lnTo>
                  <a:lnTo>
                    <a:pt x="8310" y="1590"/>
                  </a:lnTo>
                  <a:lnTo>
                    <a:pt x="8298" y="1584"/>
                  </a:lnTo>
                  <a:lnTo>
                    <a:pt x="8280" y="1578"/>
                  </a:lnTo>
                  <a:lnTo>
                    <a:pt x="8268" y="1572"/>
                  </a:lnTo>
                  <a:lnTo>
                    <a:pt x="8256" y="1572"/>
                  </a:lnTo>
                  <a:lnTo>
                    <a:pt x="8256" y="1590"/>
                  </a:lnTo>
                  <a:lnTo>
                    <a:pt x="8250" y="1590"/>
                  </a:lnTo>
                  <a:lnTo>
                    <a:pt x="8244" y="1584"/>
                  </a:lnTo>
                  <a:lnTo>
                    <a:pt x="8232" y="1584"/>
                  </a:lnTo>
                  <a:lnTo>
                    <a:pt x="8214" y="1572"/>
                  </a:lnTo>
                  <a:lnTo>
                    <a:pt x="8202" y="1566"/>
                  </a:lnTo>
                  <a:lnTo>
                    <a:pt x="8196" y="1560"/>
                  </a:lnTo>
                  <a:lnTo>
                    <a:pt x="8190" y="1548"/>
                  </a:lnTo>
                  <a:lnTo>
                    <a:pt x="8190" y="1536"/>
                  </a:lnTo>
                  <a:lnTo>
                    <a:pt x="8196" y="1524"/>
                  </a:lnTo>
                  <a:lnTo>
                    <a:pt x="8196" y="1500"/>
                  </a:lnTo>
                  <a:lnTo>
                    <a:pt x="8184" y="1476"/>
                  </a:lnTo>
                  <a:lnTo>
                    <a:pt x="8166" y="1458"/>
                  </a:lnTo>
                  <a:lnTo>
                    <a:pt x="8154" y="1452"/>
                  </a:lnTo>
                  <a:lnTo>
                    <a:pt x="8154" y="1434"/>
                  </a:lnTo>
                  <a:lnTo>
                    <a:pt x="8160" y="1428"/>
                  </a:lnTo>
                  <a:lnTo>
                    <a:pt x="8172" y="1428"/>
                  </a:lnTo>
                  <a:lnTo>
                    <a:pt x="8184" y="1434"/>
                  </a:lnTo>
                  <a:lnTo>
                    <a:pt x="8196" y="1416"/>
                  </a:lnTo>
                  <a:lnTo>
                    <a:pt x="8232" y="1446"/>
                  </a:lnTo>
                  <a:lnTo>
                    <a:pt x="8238" y="1440"/>
                  </a:lnTo>
                  <a:lnTo>
                    <a:pt x="8226" y="1428"/>
                  </a:lnTo>
                  <a:lnTo>
                    <a:pt x="8226" y="1422"/>
                  </a:lnTo>
                  <a:lnTo>
                    <a:pt x="8232" y="1416"/>
                  </a:lnTo>
                  <a:lnTo>
                    <a:pt x="8232" y="1404"/>
                  </a:lnTo>
                  <a:lnTo>
                    <a:pt x="8238" y="1392"/>
                  </a:lnTo>
                  <a:lnTo>
                    <a:pt x="8250" y="1386"/>
                  </a:lnTo>
                  <a:lnTo>
                    <a:pt x="8256" y="1386"/>
                  </a:lnTo>
                  <a:lnTo>
                    <a:pt x="8274" y="1404"/>
                  </a:lnTo>
                  <a:lnTo>
                    <a:pt x="8280" y="1416"/>
                  </a:lnTo>
                  <a:lnTo>
                    <a:pt x="8292" y="1428"/>
                  </a:lnTo>
                  <a:lnTo>
                    <a:pt x="8304" y="1434"/>
                  </a:lnTo>
                  <a:lnTo>
                    <a:pt x="8310" y="1446"/>
                  </a:lnTo>
                  <a:lnTo>
                    <a:pt x="8322" y="1398"/>
                  </a:lnTo>
                  <a:lnTo>
                    <a:pt x="8334" y="1398"/>
                  </a:lnTo>
                  <a:lnTo>
                    <a:pt x="8364" y="1392"/>
                  </a:lnTo>
                  <a:lnTo>
                    <a:pt x="8400" y="1386"/>
                  </a:lnTo>
                  <a:lnTo>
                    <a:pt x="8430" y="1386"/>
                  </a:lnTo>
                  <a:lnTo>
                    <a:pt x="8478" y="1410"/>
                  </a:lnTo>
                  <a:lnTo>
                    <a:pt x="8484" y="1416"/>
                  </a:lnTo>
                  <a:lnTo>
                    <a:pt x="8490" y="1416"/>
                  </a:lnTo>
                  <a:lnTo>
                    <a:pt x="8532" y="1434"/>
                  </a:lnTo>
                  <a:lnTo>
                    <a:pt x="8502" y="1374"/>
                  </a:lnTo>
                  <a:lnTo>
                    <a:pt x="8526" y="1374"/>
                  </a:lnTo>
                  <a:lnTo>
                    <a:pt x="8538" y="1368"/>
                  </a:lnTo>
                  <a:lnTo>
                    <a:pt x="8550" y="1356"/>
                  </a:lnTo>
                  <a:lnTo>
                    <a:pt x="8550" y="1332"/>
                  </a:lnTo>
                  <a:lnTo>
                    <a:pt x="8544" y="1326"/>
                  </a:lnTo>
                  <a:lnTo>
                    <a:pt x="8538" y="1314"/>
                  </a:lnTo>
                  <a:lnTo>
                    <a:pt x="8562" y="1314"/>
                  </a:lnTo>
                  <a:lnTo>
                    <a:pt x="8562" y="1290"/>
                  </a:lnTo>
                  <a:lnTo>
                    <a:pt x="8574" y="1290"/>
                  </a:lnTo>
                  <a:lnTo>
                    <a:pt x="8586" y="1296"/>
                  </a:lnTo>
                  <a:lnTo>
                    <a:pt x="8616" y="1296"/>
                  </a:lnTo>
                  <a:lnTo>
                    <a:pt x="8628" y="1290"/>
                  </a:lnTo>
                  <a:lnTo>
                    <a:pt x="8634" y="1284"/>
                  </a:lnTo>
                  <a:lnTo>
                    <a:pt x="8640" y="1272"/>
                  </a:lnTo>
                  <a:lnTo>
                    <a:pt x="8652" y="1260"/>
                  </a:lnTo>
                  <a:lnTo>
                    <a:pt x="8658" y="1248"/>
                  </a:lnTo>
                  <a:lnTo>
                    <a:pt x="8664" y="1242"/>
                  </a:lnTo>
                  <a:lnTo>
                    <a:pt x="8670" y="1242"/>
                  </a:lnTo>
                  <a:lnTo>
                    <a:pt x="8652" y="1218"/>
                  </a:lnTo>
                  <a:lnTo>
                    <a:pt x="8682" y="1218"/>
                  </a:lnTo>
                  <a:lnTo>
                    <a:pt x="8688" y="1236"/>
                  </a:lnTo>
                  <a:lnTo>
                    <a:pt x="8748" y="1242"/>
                  </a:lnTo>
                  <a:lnTo>
                    <a:pt x="8760" y="1242"/>
                  </a:lnTo>
                  <a:lnTo>
                    <a:pt x="8772" y="1248"/>
                  </a:lnTo>
                  <a:lnTo>
                    <a:pt x="8808" y="1248"/>
                  </a:lnTo>
                  <a:lnTo>
                    <a:pt x="8808" y="1230"/>
                  </a:lnTo>
                  <a:lnTo>
                    <a:pt x="8802" y="1218"/>
                  </a:lnTo>
                  <a:lnTo>
                    <a:pt x="8766" y="1218"/>
                  </a:lnTo>
                  <a:lnTo>
                    <a:pt x="8760" y="1194"/>
                  </a:lnTo>
                  <a:lnTo>
                    <a:pt x="8754" y="1194"/>
                  </a:lnTo>
                  <a:lnTo>
                    <a:pt x="8748" y="1188"/>
                  </a:lnTo>
                  <a:lnTo>
                    <a:pt x="8736" y="1188"/>
                  </a:lnTo>
                  <a:lnTo>
                    <a:pt x="8712" y="1176"/>
                  </a:lnTo>
                  <a:lnTo>
                    <a:pt x="8700" y="1176"/>
                  </a:lnTo>
                  <a:lnTo>
                    <a:pt x="8688" y="1170"/>
                  </a:lnTo>
                  <a:lnTo>
                    <a:pt x="8658" y="1170"/>
                  </a:lnTo>
                  <a:lnTo>
                    <a:pt x="8664" y="1152"/>
                  </a:lnTo>
                  <a:lnTo>
                    <a:pt x="8592" y="1104"/>
                  </a:lnTo>
                  <a:lnTo>
                    <a:pt x="8574" y="1122"/>
                  </a:lnTo>
                  <a:lnTo>
                    <a:pt x="8568" y="1122"/>
                  </a:lnTo>
                  <a:lnTo>
                    <a:pt x="8562" y="1116"/>
                  </a:lnTo>
                  <a:lnTo>
                    <a:pt x="8550" y="1116"/>
                  </a:lnTo>
                  <a:lnTo>
                    <a:pt x="8538" y="1110"/>
                  </a:lnTo>
                  <a:lnTo>
                    <a:pt x="8532" y="1110"/>
                  </a:lnTo>
                  <a:lnTo>
                    <a:pt x="8520" y="1104"/>
                  </a:lnTo>
                  <a:lnTo>
                    <a:pt x="8508" y="1092"/>
                  </a:lnTo>
                  <a:lnTo>
                    <a:pt x="8502" y="1092"/>
                  </a:lnTo>
                  <a:lnTo>
                    <a:pt x="8466" y="1098"/>
                  </a:lnTo>
                  <a:lnTo>
                    <a:pt x="8442" y="1092"/>
                  </a:lnTo>
                  <a:lnTo>
                    <a:pt x="8430" y="1086"/>
                  </a:lnTo>
                  <a:lnTo>
                    <a:pt x="8412" y="1068"/>
                  </a:lnTo>
                  <a:lnTo>
                    <a:pt x="8406" y="1068"/>
                  </a:lnTo>
                  <a:lnTo>
                    <a:pt x="8412" y="1062"/>
                  </a:lnTo>
                  <a:lnTo>
                    <a:pt x="8436" y="1062"/>
                  </a:lnTo>
                  <a:lnTo>
                    <a:pt x="8460" y="1074"/>
                  </a:lnTo>
                  <a:lnTo>
                    <a:pt x="8478" y="1074"/>
                  </a:lnTo>
                  <a:lnTo>
                    <a:pt x="8496" y="1080"/>
                  </a:lnTo>
                  <a:lnTo>
                    <a:pt x="8514" y="1080"/>
                  </a:lnTo>
                  <a:lnTo>
                    <a:pt x="8526" y="1086"/>
                  </a:lnTo>
                  <a:lnTo>
                    <a:pt x="8544" y="1086"/>
                  </a:lnTo>
                  <a:lnTo>
                    <a:pt x="8550" y="1080"/>
                  </a:lnTo>
                  <a:lnTo>
                    <a:pt x="8562" y="1080"/>
                  </a:lnTo>
                  <a:lnTo>
                    <a:pt x="8580" y="1074"/>
                  </a:lnTo>
                  <a:lnTo>
                    <a:pt x="8604" y="1062"/>
                  </a:lnTo>
                  <a:lnTo>
                    <a:pt x="8616" y="1050"/>
                  </a:lnTo>
                  <a:lnTo>
                    <a:pt x="8604" y="1038"/>
                  </a:lnTo>
                  <a:lnTo>
                    <a:pt x="8592" y="1032"/>
                  </a:lnTo>
                  <a:lnTo>
                    <a:pt x="8586" y="1026"/>
                  </a:lnTo>
                  <a:lnTo>
                    <a:pt x="8574" y="1020"/>
                  </a:lnTo>
                  <a:lnTo>
                    <a:pt x="8568" y="1014"/>
                  </a:lnTo>
                  <a:lnTo>
                    <a:pt x="8562" y="1014"/>
                  </a:lnTo>
                  <a:lnTo>
                    <a:pt x="8556" y="1008"/>
                  </a:lnTo>
                  <a:lnTo>
                    <a:pt x="8520" y="990"/>
                  </a:lnTo>
                  <a:lnTo>
                    <a:pt x="8508" y="978"/>
                  </a:lnTo>
                  <a:lnTo>
                    <a:pt x="8514" y="972"/>
                  </a:lnTo>
                  <a:lnTo>
                    <a:pt x="8538" y="972"/>
                  </a:lnTo>
                  <a:lnTo>
                    <a:pt x="8556" y="978"/>
                  </a:lnTo>
                  <a:lnTo>
                    <a:pt x="8562" y="984"/>
                  </a:lnTo>
                  <a:lnTo>
                    <a:pt x="8574" y="990"/>
                  </a:lnTo>
                  <a:lnTo>
                    <a:pt x="8580" y="990"/>
                  </a:lnTo>
                  <a:lnTo>
                    <a:pt x="8586" y="996"/>
                  </a:lnTo>
                  <a:lnTo>
                    <a:pt x="8610" y="1008"/>
                  </a:lnTo>
                  <a:lnTo>
                    <a:pt x="8628" y="1020"/>
                  </a:lnTo>
                  <a:lnTo>
                    <a:pt x="8652" y="1032"/>
                  </a:lnTo>
                  <a:lnTo>
                    <a:pt x="8664" y="1032"/>
                  </a:lnTo>
                  <a:lnTo>
                    <a:pt x="8676" y="1026"/>
                  </a:lnTo>
                  <a:lnTo>
                    <a:pt x="8682" y="1026"/>
                  </a:lnTo>
                  <a:lnTo>
                    <a:pt x="8688" y="1020"/>
                  </a:lnTo>
                  <a:lnTo>
                    <a:pt x="8730" y="1020"/>
                  </a:lnTo>
                  <a:lnTo>
                    <a:pt x="8754" y="1026"/>
                  </a:lnTo>
                  <a:lnTo>
                    <a:pt x="8808" y="1044"/>
                  </a:lnTo>
                  <a:lnTo>
                    <a:pt x="8850" y="1062"/>
                  </a:lnTo>
                  <a:lnTo>
                    <a:pt x="8880" y="1068"/>
                  </a:lnTo>
                  <a:lnTo>
                    <a:pt x="8886" y="1074"/>
                  </a:lnTo>
                  <a:lnTo>
                    <a:pt x="8898" y="1074"/>
                  </a:lnTo>
                  <a:lnTo>
                    <a:pt x="8934" y="1086"/>
                  </a:lnTo>
                  <a:lnTo>
                    <a:pt x="8946" y="1086"/>
                  </a:lnTo>
                  <a:lnTo>
                    <a:pt x="8952" y="1092"/>
                  </a:lnTo>
                  <a:lnTo>
                    <a:pt x="8958" y="1092"/>
                  </a:lnTo>
                  <a:lnTo>
                    <a:pt x="8970" y="1098"/>
                  </a:lnTo>
                  <a:lnTo>
                    <a:pt x="8976" y="1104"/>
                  </a:lnTo>
                  <a:lnTo>
                    <a:pt x="8988" y="1110"/>
                  </a:lnTo>
                  <a:lnTo>
                    <a:pt x="9000" y="1110"/>
                  </a:lnTo>
                  <a:lnTo>
                    <a:pt x="9018" y="1116"/>
                  </a:lnTo>
                  <a:lnTo>
                    <a:pt x="9024" y="1122"/>
                  </a:lnTo>
                  <a:lnTo>
                    <a:pt x="9042" y="1122"/>
                  </a:lnTo>
                  <a:lnTo>
                    <a:pt x="9042" y="1116"/>
                  </a:lnTo>
                  <a:lnTo>
                    <a:pt x="9036" y="1098"/>
                  </a:lnTo>
                  <a:lnTo>
                    <a:pt x="9012" y="1074"/>
                  </a:lnTo>
                  <a:lnTo>
                    <a:pt x="9006" y="1074"/>
                  </a:lnTo>
                  <a:lnTo>
                    <a:pt x="9024" y="1056"/>
                  </a:lnTo>
                  <a:lnTo>
                    <a:pt x="8976" y="1038"/>
                  </a:lnTo>
                  <a:lnTo>
                    <a:pt x="8988" y="1032"/>
                  </a:lnTo>
                  <a:lnTo>
                    <a:pt x="8940" y="1008"/>
                  </a:lnTo>
                  <a:lnTo>
                    <a:pt x="8994" y="1020"/>
                  </a:lnTo>
                  <a:lnTo>
                    <a:pt x="8988" y="996"/>
                  </a:lnTo>
                  <a:lnTo>
                    <a:pt x="9000" y="996"/>
                  </a:lnTo>
                  <a:lnTo>
                    <a:pt x="9012" y="1002"/>
                  </a:lnTo>
                  <a:lnTo>
                    <a:pt x="9048" y="1002"/>
                  </a:lnTo>
                  <a:lnTo>
                    <a:pt x="9048" y="99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30" name="Romania" descr="© INSCALE GmbH, 05.05.2010&#10;http://www.presentationload.com/">
              <a:extLst>
                <a:ext uri="{FF2B5EF4-FFF2-40B4-BE49-F238E27FC236}">
                  <a16:creationId xmlns:a16="http://schemas.microsoft.com/office/drawing/2014/main" id="{8756E2BE-DA76-40DB-B1BD-309BAF69F003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181748" y="1727839"/>
              <a:ext cx="202910" cy="120738"/>
            </a:xfrm>
            <a:custGeom>
              <a:avLst/>
              <a:gdLst>
                <a:gd name="T0" fmla="*/ 2147483647 w 612"/>
                <a:gd name="T1" fmla="*/ 2147483647 h 366"/>
                <a:gd name="T2" fmla="*/ 2147483647 w 612"/>
                <a:gd name="T3" fmla="*/ 2147483647 h 366"/>
                <a:gd name="T4" fmla="*/ 2147483647 w 612"/>
                <a:gd name="T5" fmla="*/ 2147483647 h 366"/>
                <a:gd name="T6" fmla="*/ 2147483647 w 612"/>
                <a:gd name="T7" fmla="*/ 2147483647 h 366"/>
                <a:gd name="T8" fmla="*/ 2147483647 w 612"/>
                <a:gd name="T9" fmla="*/ 2147483647 h 366"/>
                <a:gd name="T10" fmla="*/ 2147483647 w 612"/>
                <a:gd name="T11" fmla="*/ 2147483647 h 366"/>
                <a:gd name="T12" fmla="*/ 2147483647 w 612"/>
                <a:gd name="T13" fmla="*/ 2147483647 h 366"/>
                <a:gd name="T14" fmla="*/ 2147483647 w 612"/>
                <a:gd name="T15" fmla="*/ 2147483647 h 366"/>
                <a:gd name="T16" fmla="*/ 2147483647 w 612"/>
                <a:gd name="T17" fmla="*/ 2147483647 h 366"/>
                <a:gd name="T18" fmla="*/ 2147483647 w 612"/>
                <a:gd name="T19" fmla="*/ 2147483647 h 366"/>
                <a:gd name="T20" fmla="*/ 2147483647 w 612"/>
                <a:gd name="T21" fmla="*/ 2147483647 h 366"/>
                <a:gd name="T22" fmla="*/ 2147483647 w 612"/>
                <a:gd name="T23" fmla="*/ 2147483647 h 366"/>
                <a:gd name="T24" fmla="*/ 2147483647 w 612"/>
                <a:gd name="T25" fmla="*/ 2147483647 h 366"/>
                <a:gd name="T26" fmla="*/ 2147483647 w 612"/>
                <a:gd name="T27" fmla="*/ 0 h 366"/>
                <a:gd name="T28" fmla="*/ 2147483647 w 612"/>
                <a:gd name="T29" fmla="*/ 2147483647 h 366"/>
                <a:gd name="T30" fmla="*/ 2147483647 w 612"/>
                <a:gd name="T31" fmla="*/ 2147483647 h 366"/>
                <a:gd name="T32" fmla="*/ 2147483647 w 612"/>
                <a:gd name="T33" fmla="*/ 2147483647 h 366"/>
                <a:gd name="T34" fmla="*/ 2147483647 w 612"/>
                <a:gd name="T35" fmla="*/ 2147483647 h 366"/>
                <a:gd name="T36" fmla="*/ 2147483647 w 612"/>
                <a:gd name="T37" fmla="*/ 2147483647 h 366"/>
                <a:gd name="T38" fmla="*/ 2147483647 w 612"/>
                <a:gd name="T39" fmla="*/ 2147483647 h 366"/>
                <a:gd name="T40" fmla="*/ 2147483647 w 612"/>
                <a:gd name="T41" fmla="*/ 2147483647 h 366"/>
                <a:gd name="T42" fmla="*/ 2147483647 w 612"/>
                <a:gd name="T43" fmla="*/ 2147483647 h 366"/>
                <a:gd name="T44" fmla="*/ 2147483647 w 612"/>
                <a:gd name="T45" fmla="*/ 2147483647 h 366"/>
                <a:gd name="T46" fmla="*/ 2147483647 w 612"/>
                <a:gd name="T47" fmla="*/ 2147483647 h 366"/>
                <a:gd name="T48" fmla="*/ 0 w 612"/>
                <a:gd name="T49" fmla="*/ 2147483647 h 366"/>
                <a:gd name="T50" fmla="*/ 2147483647 w 612"/>
                <a:gd name="T51" fmla="*/ 2147483647 h 366"/>
                <a:gd name="T52" fmla="*/ 2147483647 w 612"/>
                <a:gd name="T53" fmla="*/ 2147483647 h 366"/>
                <a:gd name="T54" fmla="*/ 2147483647 w 612"/>
                <a:gd name="T55" fmla="*/ 2147483647 h 366"/>
                <a:gd name="T56" fmla="*/ 2147483647 w 612"/>
                <a:gd name="T57" fmla="*/ 2147483647 h 366"/>
                <a:gd name="T58" fmla="*/ 2147483647 w 612"/>
                <a:gd name="T59" fmla="*/ 2147483647 h 366"/>
                <a:gd name="T60" fmla="*/ 2147483647 w 612"/>
                <a:gd name="T61" fmla="*/ 2147483647 h 366"/>
                <a:gd name="T62" fmla="*/ 2147483647 w 612"/>
                <a:gd name="T63" fmla="*/ 2147483647 h 366"/>
                <a:gd name="T64" fmla="*/ 2147483647 w 612"/>
                <a:gd name="T65" fmla="*/ 2147483647 h 366"/>
                <a:gd name="T66" fmla="*/ 2147483647 w 612"/>
                <a:gd name="T67" fmla="*/ 2147483647 h 366"/>
                <a:gd name="T68" fmla="*/ 2147483647 w 612"/>
                <a:gd name="T69" fmla="*/ 2147483647 h 366"/>
                <a:gd name="T70" fmla="*/ 2147483647 w 612"/>
                <a:gd name="T71" fmla="*/ 2147483647 h 366"/>
                <a:gd name="T72" fmla="*/ 2147483647 w 612"/>
                <a:gd name="T73" fmla="*/ 2147483647 h 366"/>
                <a:gd name="T74" fmla="*/ 2147483647 w 612"/>
                <a:gd name="T75" fmla="*/ 2147483647 h 366"/>
                <a:gd name="T76" fmla="*/ 2147483647 w 612"/>
                <a:gd name="T77" fmla="*/ 2147483647 h 366"/>
                <a:gd name="T78" fmla="*/ 2147483647 w 612"/>
                <a:gd name="T79" fmla="*/ 2147483647 h 366"/>
                <a:gd name="T80" fmla="*/ 2147483647 w 612"/>
                <a:gd name="T81" fmla="*/ 2147483647 h 366"/>
                <a:gd name="T82" fmla="*/ 2147483647 w 612"/>
                <a:gd name="T83" fmla="*/ 2147483647 h 366"/>
                <a:gd name="T84" fmla="*/ 2147483647 w 612"/>
                <a:gd name="T85" fmla="*/ 2147483647 h 36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12"/>
                <a:gd name="T130" fmla="*/ 0 h 366"/>
                <a:gd name="T131" fmla="*/ 612 w 612"/>
                <a:gd name="T132" fmla="*/ 366 h 36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12" h="366">
                  <a:moveTo>
                    <a:pt x="516" y="354"/>
                  </a:moveTo>
                  <a:lnTo>
                    <a:pt x="522" y="360"/>
                  </a:lnTo>
                  <a:lnTo>
                    <a:pt x="540" y="360"/>
                  </a:lnTo>
                  <a:lnTo>
                    <a:pt x="540" y="318"/>
                  </a:lnTo>
                  <a:lnTo>
                    <a:pt x="546" y="312"/>
                  </a:lnTo>
                  <a:lnTo>
                    <a:pt x="558" y="294"/>
                  </a:lnTo>
                  <a:lnTo>
                    <a:pt x="564" y="282"/>
                  </a:lnTo>
                  <a:lnTo>
                    <a:pt x="570" y="276"/>
                  </a:lnTo>
                  <a:lnTo>
                    <a:pt x="606" y="276"/>
                  </a:lnTo>
                  <a:lnTo>
                    <a:pt x="612" y="270"/>
                  </a:lnTo>
                  <a:lnTo>
                    <a:pt x="612" y="258"/>
                  </a:lnTo>
                  <a:lnTo>
                    <a:pt x="600" y="222"/>
                  </a:lnTo>
                  <a:lnTo>
                    <a:pt x="600" y="216"/>
                  </a:lnTo>
                  <a:lnTo>
                    <a:pt x="594" y="216"/>
                  </a:lnTo>
                  <a:lnTo>
                    <a:pt x="588" y="222"/>
                  </a:lnTo>
                  <a:lnTo>
                    <a:pt x="570" y="222"/>
                  </a:lnTo>
                  <a:lnTo>
                    <a:pt x="564" y="228"/>
                  </a:lnTo>
                  <a:lnTo>
                    <a:pt x="558" y="228"/>
                  </a:lnTo>
                  <a:lnTo>
                    <a:pt x="552" y="234"/>
                  </a:lnTo>
                  <a:lnTo>
                    <a:pt x="522" y="234"/>
                  </a:lnTo>
                  <a:lnTo>
                    <a:pt x="510" y="222"/>
                  </a:lnTo>
                  <a:lnTo>
                    <a:pt x="510" y="198"/>
                  </a:lnTo>
                  <a:lnTo>
                    <a:pt x="504" y="192"/>
                  </a:lnTo>
                  <a:lnTo>
                    <a:pt x="498" y="180"/>
                  </a:lnTo>
                  <a:lnTo>
                    <a:pt x="498" y="168"/>
                  </a:lnTo>
                  <a:lnTo>
                    <a:pt x="504" y="162"/>
                  </a:lnTo>
                  <a:lnTo>
                    <a:pt x="504" y="150"/>
                  </a:lnTo>
                  <a:lnTo>
                    <a:pt x="510" y="144"/>
                  </a:lnTo>
                  <a:lnTo>
                    <a:pt x="504" y="144"/>
                  </a:lnTo>
                  <a:lnTo>
                    <a:pt x="504" y="102"/>
                  </a:lnTo>
                  <a:lnTo>
                    <a:pt x="498" y="96"/>
                  </a:lnTo>
                  <a:lnTo>
                    <a:pt x="480" y="96"/>
                  </a:lnTo>
                  <a:lnTo>
                    <a:pt x="474" y="78"/>
                  </a:lnTo>
                  <a:lnTo>
                    <a:pt x="462" y="78"/>
                  </a:lnTo>
                  <a:lnTo>
                    <a:pt x="456" y="54"/>
                  </a:lnTo>
                  <a:lnTo>
                    <a:pt x="432" y="42"/>
                  </a:lnTo>
                  <a:lnTo>
                    <a:pt x="432" y="30"/>
                  </a:lnTo>
                  <a:lnTo>
                    <a:pt x="426" y="24"/>
                  </a:lnTo>
                  <a:lnTo>
                    <a:pt x="420" y="12"/>
                  </a:lnTo>
                  <a:lnTo>
                    <a:pt x="414" y="6"/>
                  </a:lnTo>
                  <a:lnTo>
                    <a:pt x="396" y="0"/>
                  </a:lnTo>
                  <a:lnTo>
                    <a:pt x="384" y="0"/>
                  </a:lnTo>
                  <a:lnTo>
                    <a:pt x="378" y="6"/>
                  </a:lnTo>
                  <a:lnTo>
                    <a:pt x="378" y="12"/>
                  </a:lnTo>
                  <a:lnTo>
                    <a:pt x="366" y="24"/>
                  </a:lnTo>
                  <a:lnTo>
                    <a:pt x="348" y="24"/>
                  </a:lnTo>
                  <a:lnTo>
                    <a:pt x="342" y="18"/>
                  </a:lnTo>
                  <a:lnTo>
                    <a:pt x="336" y="30"/>
                  </a:lnTo>
                  <a:lnTo>
                    <a:pt x="312" y="24"/>
                  </a:lnTo>
                  <a:lnTo>
                    <a:pt x="312" y="30"/>
                  </a:lnTo>
                  <a:lnTo>
                    <a:pt x="300" y="42"/>
                  </a:lnTo>
                  <a:lnTo>
                    <a:pt x="288" y="42"/>
                  </a:lnTo>
                  <a:lnTo>
                    <a:pt x="264" y="18"/>
                  </a:lnTo>
                  <a:lnTo>
                    <a:pt x="258" y="18"/>
                  </a:lnTo>
                  <a:lnTo>
                    <a:pt x="246" y="24"/>
                  </a:lnTo>
                  <a:lnTo>
                    <a:pt x="240" y="24"/>
                  </a:lnTo>
                  <a:lnTo>
                    <a:pt x="228" y="30"/>
                  </a:lnTo>
                  <a:lnTo>
                    <a:pt x="222" y="24"/>
                  </a:lnTo>
                  <a:lnTo>
                    <a:pt x="198" y="24"/>
                  </a:lnTo>
                  <a:lnTo>
                    <a:pt x="192" y="18"/>
                  </a:lnTo>
                  <a:lnTo>
                    <a:pt x="168" y="18"/>
                  </a:lnTo>
                  <a:lnTo>
                    <a:pt x="150" y="36"/>
                  </a:lnTo>
                  <a:lnTo>
                    <a:pt x="120" y="36"/>
                  </a:lnTo>
                  <a:lnTo>
                    <a:pt x="108" y="48"/>
                  </a:lnTo>
                  <a:lnTo>
                    <a:pt x="108" y="90"/>
                  </a:lnTo>
                  <a:lnTo>
                    <a:pt x="90" y="108"/>
                  </a:lnTo>
                  <a:lnTo>
                    <a:pt x="78" y="114"/>
                  </a:lnTo>
                  <a:lnTo>
                    <a:pt x="72" y="120"/>
                  </a:lnTo>
                  <a:lnTo>
                    <a:pt x="72" y="138"/>
                  </a:lnTo>
                  <a:lnTo>
                    <a:pt x="66" y="144"/>
                  </a:lnTo>
                  <a:lnTo>
                    <a:pt x="54" y="150"/>
                  </a:lnTo>
                  <a:lnTo>
                    <a:pt x="48" y="156"/>
                  </a:lnTo>
                  <a:lnTo>
                    <a:pt x="30" y="150"/>
                  </a:lnTo>
                  <a:lnTo>
                    <a:pt x="30" y="168"/>
                  </a:lnTo>
                  <a:lnTo>
                    <a:pt x="0" y="174"/>
                  </a:lnTo>
                  <a:lnTo>
                    <a:pt x="6" y="174"/>
                  </a:lnTo>
                  <a:lnTo>
                    <a:pt x="30" y="192"/>
                  </a:lnTo>
                  <a:lnTo>
                    <a:pt x="36" y="192"/>
                  </a:lnTo>
                  <a:lnTo>
                    <a:pt x="48" y="228"/>
                  </a:lnTo>
                  <a:lnTo>
                    <a:pt x="54" y="234"/>
                  </a:lnTo>
                  <a:lnTo>
                    <a:pt x="60" y="234"/>
                  </a:lnTo>
                  <a:lnTo>
                    <a:pt x="66" y="228"/>
                  </a:lnTo>
                  <a:lnTo>
                    <a:pt x="72" y="228"/>
                  </a:lnTo>
                  <a:lnTo>
                    <a:pt x="84" y="234"/>
                  </a:lnTo>
                  <a:lnTo>
                    <a:pt x="84" y="252"/>
                  </a:lnTo>
                  <a:lnTo>
                    <a:pt x="78" y="258"/>
                  </a:lnTo>
                  <a:lnTo>
                    <a:pt x="90" y="276"/>
                  </a:lnTo>
                  <a:lnTo>
                    <a:pt x="114" y="282"/>
                  </a:lnTo>
                  <a:lnTo>
                    <a:pt x="120" y="288"/>
                  </a:lnTo>
                  <a:lnTo>
                    <a:pt x="144" y="282"/>
                  </a:lnTo>
                  <a:lnTo>
                    <a:pt x="168" y="288"/>
                  </a:lnTo>
                  <a:lnTo>
                    <a:pt x="162" y="294"/>
                  </a:lnTo>
                  <a:lnTo>
                    <a:pt x="156" y="306"/>
                  </a:lnTo>
                  <a:lnTo>
                    <a:pt x="162" y="312"/>
                  </a:lnTo>
                  <a:lnTo>
                    <a:pt x="162" y="324"/>
                  </a:lnTo>
                  <a:lnTo>
                    <a:pt x="186" y="324"/>
                  </a:lnTo>
                  <a:lnTo>
                    <a:pt x="192" y="330"/>
                  </a:lnTo>
                  <a:lnTo>
                    <a:pt x="186" y="336"/>
                  </a:lnTo>
                  <a:lnTo>
                    <a:pt x="186" y="342"/>
                  </a:lnTo>
                  <a:lnTo>
                    <a:pt x="180" y="348"/>
                  </a:lnTo>
                  <a:lnTo>
                    <a:pt x="186" y="354"/>
                  </a:lnTo>
                  <a:lnTo>
                    <a:pt x="204" y="354"/>
                  </a:lnTo>
                  <a:lnTo>
                    <a:pt x="216" y="342"/>
                  </a:lnTo>
                  <a:lnTo>
                    <a:pt x="240" y="354"/>
                  </a:lnTo>
                  <a:lnTo>
                    <a:pt x="252" y="354"/>
                  </a:lnTo>
                  <a:lnTo>
                    <a:pt x="258" y="360"/>
                  </a:lnTo>
                  <a:lnTo>
                    <a:pt x="282" y="360"/>
                  </a:lnTo>
                  <a:lnTo>
                    <a:pt x="288" y="354"/>
                  </a:lnTo>
                  <a:lnTo>
                    <a:pt x="288" y="348"/>
                  </a:lnTo>
                  <a:lnTo>
                    <a:pt x="306" y="354"/>
                  </a:lnTo>
                  <a:lnTo>
                    <a:pt x="330" y="354"/>
                  </a:lnTo>
                  <a:lnTo>
                    <a:pt x="336" y="360"/>
                  </a:lnTo>
                  <a:lnTo>
                    <a:pt x="348" y="366"/>
                  </a:lnTo>
                  <a:lnTo>
                    <a:pt x="366" y="366"/>
                  </a:lnTo>
                  <a:lnTo>
                    <a:pt x="372" y="360"/>
                  </a:lnTo>
                  <a:lnTo>
                    <a:pt x="372" y="348"/>
                  </a:lnTo>
                  <a:lnTo>
                    <a:pt x="378" y="342"/>
                  </a:lnTo>
                  <a:lnTo>
                    <a:pt x="384" y="342"/>
                  </a:lnTo>
                  <a:lnTo>
                    <a:pt x="396" y="336"/>
                  </a:lnTo>
                  <a:lnTo>
                    <a:pt x="402" y="336"/>
                  </a:lnTo>
                  <a:lnTo>
                    <a:pt x="402" y="330"/>
                  </a:lnTo>
                  <a:lnTo>
                    <a:pt x="432" y="336"/>
                  </a:lnTo>
                  <a:lnTo>
                    <a:pt x="432" y="324"/>
                  </a:lnTo>
                  <a:lnTo>
                    <a:pt x="438" y="324"/>
                  </a:lnTo>
                  <a:lnTo>
                    <a:pt x="450" y="330"/>
                  </a:lnTo>
                  <a:lnTo>
                    <a:pt x="462" y="330"/>
                  </a:lnTo>
                  <a:lnTo>
                    <a:pt x="474" y="336"/>
                  </a:lnTo>
                  <a:lnTo>
                    <a:pt x="498" y="336"/>
                  </a:lnTo>
                  <a:lnTo>
                    <a:pt x="516" y="35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31" name="Qatar" descr="© INSCALE GmbH, 05.05.2010&#10;http://www.presentationload.com/">
              <a:extLst>
                <a:ext uri="{FF2B5EF4-FFF2-40B4-BE49-F238E27FC236}">
                  <a16:creationId xmlns:a16="http://schemas.microsoft.com/office/drawing/2014/main" id="{31A2B05A-C050-445D-93B0-71DD7931E6F6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905502" y="2307123"/>
              <a:ext cx="21972" cy="47525"/>
            </a:xfrm>
            <a:custGeom>
              <a:avLst/>
              <a:gdLst>
                <a:gd name="T0" fmla="*/ 2147483647 w 66"/>
                <a:gd name="T1" fmla="*/ 2147483647 h 144"/>
                <a:gd name="T2" fmla="*/ 2147483647 w 66"/>
                <a:gd name="T3" fmla="*/ 2147483647 h 144"/>
                <a:gd name="T4" fmla="*/ 2147483647 w 66"/>
                <a:gd name="T5" fmla="*/ 2147483647 h 144"/>
                <a:gd name="T6" fmla="*/ 2147483647 w 66"/>
                <a:gd name="T7" fmla="*/ 2147483647 h 144"/>
                <a:gd name="T8" fmla="*/ 2147483647 w 66"/>
                <a:gd name="T9" fmla="*/ 2147483647 h 144"/>
                <a:gd name="T10" fmla="*/ 2147483647 w 66"/>
                <a:gd name="T11" fmla="*/ 2147483647 h 144"/>
                <a:gd name="T12" fmla="*/ 2147483647 w 66"/>
                <a:gd name="T13" fmla="*/ 2147483647 h 144"/>
                <a:gd name="T14" fmla="*/ 2147483647 w 66"/>
                <a:gd name="T15" fmla="*/ 2147483647 h 144"/>
                <a:gd name="T16" fmla="*/ 2147483647 w 66"/>
                <a:gd name="T17" fmla="*/ 2147483647 h 144"/>
                <a:gd name="T18" fmla="*/ 2147483647 w 66"/>
                <a:gd name="T19" fmla="*/ 0 h 144"/>
                <a:gd name="T20" fmla="*/ 2147483647 w 66"/>
                <a:gd name="T21" fmla="*/ 0 h 144"/>
                <a:gd name="T22" fmla="*/ 2147483647 w 66"/>
                <a:gd name="T23" fmla="*/ 2147483647 h 144"/>
                <a:gd name="T24" fmla="*/ 2147483647 w 66"/>
                <a:gd name="T25" fmla="*/ 2147483647 h 144"/>
                <a:gd name="T26" fmla="*/ 2147483647 w 66"/>
                <a:gd name="T27" fmla="*/ 2147483647 h 144"/>
                <a:gd name="T28" fmla="*/ 2147483647 w 66"/>
                <a:gd name="T29" fmla="*/ 2147483647 h 144"/>
                <a:gd name="T30" fmla="*/ 0 w 66"/>
                <a:gd name="T31" fmla="*/ 2147483647 h 144"/>
                <a:gd name="T32" fmla="*/ 2147483647 w 66"/>
                <a:gd name="T33" fmla="*/ 2147483647 h 144"/>
                <a:gd name="T34" fmla="*/ 2147483647 w 66"/>
                <a:gd name="T35" fmla="*/ 2147483647 h 14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6"/>
                <a:gd name="T55" fmla="*/ 0 h 144"/>
                <a:gd name="T56" fmla="*/ 66 w 66"/>
                <a:gd name="T57" fmla="*/ 144 h 144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6" h="144">
                  <a:moveTo>
                    <a:pt x="24" y="132"/>
                  </a:moveTo>
                  <a:lnTo>
                    <a:pt x="36" y="144"/>
                  </a:lnTo>
                  <a:lnTo>
                    <a:pt x="48" y="132"/>
                  </a:lnTo>
                  <a:lnTo>
                    <a:pt x="54" y="114"/>
                  </a:lnTo>
                  <a:lnTo>
                    <a:pt x="60" y="102"/>
                  </a:lnTo>
                  <a:lnTo>
                    <a:pt x="66" y="84"/>
                  </a:lnTo>
                  <a:lnTo>
                    <a:pt x="66" y="30"/>
                  </a:lnTo>
                  <a:lnTo>
                    <a:pt x="54" y="18"/>
                  </a:lnTo>
                  <a:lnTo>
                    <a:pt x="48" y="6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24" y="6"/>
                  </a:lnTo>
                  <a:lnTo>
                    <a:pt x="18" y="18"/>
                  </a:lnTo>
                  <a:lnTo>
                    <a:pt x="12" y="36"/>
                  </a:lnTo>
                  <a:lnTo>
                    <a:pt x="12" y="108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24" y="13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32" name="Puerto Rico" descr="© INSCALE GmbH, 05.05.2010&#10;http://www.presentationload.com/">
              <a:extLst>
                <a:ext uri="{FF2B5EF4-FFF2-40B4-BE49-F238E27FC236}">
                  <a16:creationId xmlns:a16="http://schemas.microsoft.com/office/drawing/2014/main" id="{453F976B-74A9-422C-A6EB-6B0FBB0B5094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179794" y="2515204"/>
              <a:ext cx="45235" cy="19267"/>
            </a:xfrm>
            <a:custGeom>
              <a:avLst/>
              <a:gdLst>
                <a:gd name="T0" fmla="*/ 2147483647 w 138"/>
                <a:gd name="T1" fmla="*/ 2147483647 h 60"/>
                <a:gd name="T2" fmla="*/ 2147483647 w 138"/>
                <a:gd name="T3" fmla="*/ 2147483647 h 60"/>
                <a:gd name="T4" fmla="*/ 2147483647 w 138"/>
                <a:gd name="T5" fmla="*/ 0 h 60"/>
                <a:gd name="T6" fmla="*/ 2147483647 w 138"/>
                <a:gd name="T7" fmla="*/ 0 h 60"/>
                <a:gd name="T8" fmla="*/ 2147483647 w 138"/>
                <a:gd name="T9" fmla="*/ 2147483647 h 60"/>
                <a:gd name="T10" fmla="*/ 0 w 138"/>
                <a:gd name="T11" fmla="*/ 2147483647 h 60"/>
                <a:gd name="T12" fmla="*/ 0 w 138"/>
                <a:gd name="T13" fmla="*/ 2147483647 h 60"/>
                <a:gd name="T14" fmla="*/ 2147483647 w 138"/>
                <a:gd name="T15" fmla="*/ 2147483647 h 60"/>
                <a:gd name="T16" fmla="*/ 2147483647 w 138"/>
                <a:gd name="T17" fmla="*/ 2147483647 h 60"/>
                <a:gd name="T18" fmla="*/ 2147483647 w 138"/>
                <a:gd name="T19" fmla="*/ 2147483647 h 60"/>
                <a:gd name="T20" fmla="*/ 2147483647 w 138"/>
                <a:gd name="T21" fmla="*/ 2147483647 h 60"/>
                <a:gd name="T22" fmla="*/ 2147483647 w 138"/>
                <a:gd name="T23" fmla="*/ 2147483647 h 60"/>
                <a:gd name="T24" fmla="*/ 2147483647 w 138"/>
                <a:gd name="T25" fmla="*/ 2147483647 h 60"/>
                <a:gd name="T26" fmla="*/ 2147483647 w 138"/>
                <a:gd name="T27" fmla="*/ 2147483647 h 60"/>
                <a:gd name="T28" fmla="*/ 2147483647 w 138"/>
                <a:gd name="T29" fmla="*/ 2147483647 h 60"/>
                <a:gd name="T30" fmla="*/ 2147483647 w 138"/>
                <a:gd name="T31" fmla="*/ 2147483647 h 60"/>
                <a:gd name="T32" fmla="*/ 2147483647 w 138"/>
                <a:gd name="T33" fmla="*/ 2147483647 h 60"/>
                <a:gd name="T34" fmla="*/ 2147483647 w 138"/>
                <a:gd name="T35" fmla="*/ 2147483647 h 6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38"/>
                <a:gd name="T55" fmla="*/ 0 h 60"/>
                <a:gd name="T56" fmla="*/ 138 w 138"/>
                <a:gd name="T57" fmla="*/ 60 h 60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38" h="60">
                  <a:moveTo>
                    <a:pt x="84" y="12"/>
                  </a:moveTo>
                  <a:lnTo>
                    <a:pt x="72" y="12"/>
                  </a:lnTo>
                  <a:lnTo>
                    <a:pt x="36" y="0"/>
                  </a:lnTo>
                  <a:lnTo>
                    <a:pt x="12" y="0"/>
                  </a:lnTo>
                  <a:lnTo>
                    <a:pt x="6" y="12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36" y="60"/>
                  </a:lnTo>
                  <a:lnTo>
                    <a:pt x="48" y="48"/>
                  </a:lnTo>
                  <a:lnTo>
                    <a:pt x="102" y="48"/>
                  </a:lnTo>
                  <a:lnTo>
                    <a:pt x="120" y="36"/>
                  </a:lnTo>
                  <a:lnTo>
                    <a:pt x="132" y="30"/>
                  </a:lnTo>
                  <a:lnTo>
                    <a:pt x="138" y="18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114" y="6"/>
                  </a:lnTo>
                  <a:lnTo>
                    <a:pt x="102" y="12"/>
                  </a:lnTo>
                  <a:lnTo>
                    <a:pt x="84" y="1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33" name="Portugal" descr="© INSCALE GmbH, 05.05.2010&#10;http://www.presentationload.com/">
              <a:extLst>
                <a:ext uri="{FF2B5EF4-FFF2-40B4-BE49-F238E27FC236}">
                  <a16:creationId xmlns:a16="http://schemas.microsoft.com/office/drawing/2014/main" id="{165D7250-68E8-4EF0-945A-1EF6AAC33BD8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543294" y="1888395"/>
              <a:ext cx="74961" cy="134867"/>
            </a:xfrm>
            <a:custGeom>
              <a:avLst/>
              <a:gdLst>
                <a:gd name="T0" fmla="*/ 2147483647 w 228"/>
                <a:gd name="T1" fmla="*/ 2147483647 h 414"/>
                <a:gd name="T2" fmla="*/ 2147483647 w 228"/>
                <a:gd name="T3" fmla="*/ 2147483647 h 414"/>
                <a:gd name="T4" fmla="*/ 2147483647 w 228"/>
                <a:gd name="T5" fmla="*/ 2147483647 h 414"/>
                <a:gd name="T6" fmla="*/ 2147483647 w 228"/>
                <a:gd name="T7" fmla="*/ 2147483647 h 414"/>
                <a:gd name="T8" fmla="*/ 2147483647 w 228"/>
                <a:gd name="T9" fmla="*/ 2147483647 h 414"/>
                <a:gd name="T10" fmla="*/ 2147483647 w 228"/>
                <a:gd name="T11" fmla="*/ 2147483647 h 414"/>
                <a:gd name="T12" fmla="*/ 2147483647 w 228"/>
                <a:gd name="T13" fmla="*/ 0 h 414"/>
                <a:gd name="T14" fmla="*/ 2147483647 w 228"/>
                <a:gd name="T15" fmla="*/ 2147483647 h 414"/>
                <a:gd name="T16" fmla="*/ 2147483647 w 228"/>
                <a:gd name="T17" fmla="*/ 2147483647 h 414"/>
                <a:gd name="T18" fmla="*/ 2147483647 w 228"/>
                <a:gd name="T19" fmla="*/ 2147483647 h 414"/>
                <a:gd name="T20" fmla="*/ 2147483647 w 228"/>
                <a:gd name="T21" fmla="*/ 2147483647 h 414"/>
                <a:gd name="T22" fmla="*/ 2147483647 w 228"/>
                <a:gd name="T23" fmla="*/ 2147483647 h 414"/>
                <a:gd name="T24" fmla="*/ 2147483647 w 228"/>
                <a:gd name="T25" fmla="*/ 2147483647 h 414"/>
                <a:gd name="T26" fmla="*/ 0 w 228"/>
                <a:gd name="T27" fmla="*/ 2147483647 h 414"/>
                <a:gd name="T28" fmla="*/ 2147483647 w 228"/>
                <a:gd name="T29" fmla="*/ 2147483647 h 414"/>
                <a:gd name="T30" fmla="*/ 2147483647 w 228"/>
                <a:gd name="T31" fmla="*/ 2147483647 h 414"/>
                <a:gd name="T32" fmla="*/ 2147483647 w 228"/>
                <a:gd name="T33" fmla="*/ 2147483647 h 414"/>
                <a:gd name="T34" fmla="*/ 2147483647 w 228"/>
                <a:gd name="T35" fmla="*/ 2147483647 h 414"/>
                <a:gd name="T36" fmla="*/ 2147483647 w 228"/>
                <a:gd name="T37" fmla="*/ 2147483647 h 414"/>
                <a:gd name="T38" fmla="*/ 2147483647 w 228"/>
                <a:gd name="T39" fmla="*/ 2147483647 h 414"/>
                <a:gd name="T40" fmla="*/ 2147483647 w 228"/>
                <a:gd name="T41" fmla="*/ 2147483647 h 414"/>
                <a:gd name="T42" fmla="*/ 2147483647 w 228"/>
                <a:gd name="T43" fmla="*/ 2147483647 h 414"/>
                <a:gd name="T44" fmla="*/ 2147483647 w 228"/>
                <a:gd name="T45" fmla="*/ 2147483647 h 414"/>
                <a:gd name="T46" fmla="*/ 2147483647 w 228"/>
                <a:gd name="T47" fmla="*/ 2147483647 h 414"/>
                <a:gd name="T48" fmla="*/ 2147483647 w 228"/>
                <a:gd name="T49" fmla="*/ 2147483647 h 414"/>
                <a:gd name="T50" fmla="*/ 2147483647 w 228"/>
                <a:gd name="T51" fmla="*/ 2147483647 h 414"/>
                <a:gd name="T52" fmla="*/ 2147483647 w 228"/>
                <a:gd name="T53" fmla="*/ 2147483647 h 414"/>
                <a:gd name="T54" fmla="*/ 2147483647 w 228"/>
                <a:gd name="T55" fmla="*/ 2147483647 h 414"/>
                <a:gd name="T56" fmla="*/ 2147483647 w 228"/>
                <a:gd name="T57" fmla="*/ 2147483647 h 414"/>
                <a:gd name="T58" fmla="*/ 2147483647 w 228"/>
                <a:gd name="T59" fmla="*/ 2147483647 h 414"/>
                <a:gd name="T60" fmla="*/ 2147483647 w 228"/>
                <a:gd name="T61" fmla="*/ 2147483647 h 414"/>
                <a:gd name="T62" fmla="*/ 2147483647 w 228"/>
                <a:gd name="T63" fmla="*/ 2147483647 h 414"/>
                <a:gd name="T64" fmla="*/ 2147483647 w 228"/>
                <a:gd name="T65" fmla="*/ 2147483647 h 414"/>
                <a:gd name="T66" fmla="*/ 2147483647 w 228"/>
                <a:gd name="T67" fmla="*/ 2147483647 h 414"/>
                <a:gd name="T68" fmla="*/ 2147483647 w 228"/>
                <a:gd name="T69" fmla="*/ 2147483647 h 414"/>
                <a:gd name="T70" fmla="*/ 2147483647 w 228"/>
                <a:gd name="T71" fmla="*/ 2147483647 h 414"/>
                <a:gd name="T72" fmla="*/ 2147483647 w 228"/>
                <a:gd name="T73" fmla="*/ 2147483647 h 414"/>
                <a:gd name="T74" fmla="*/ 2147483647 w 228"/>
                <a:gd name="T75" fmla="*/ 2147483647 h 414"/>
                <a:gd name="T76" fmla="*/ 2147483647 w 228"/>
                <a:gd name="T77" fmla="*/ 2147483647 h 414"/>
                <a:gd name="T78" fmla="*/ 2147483647 w 228"/>
                <a:gd name="T79" fmla="*/ 2147483647 h 414"/>
                <a:gd name="T80" fmla="*/ 2147483647 w 228"/>
                <a:gd name="T81" fmla="*/ 2147483647 h 414"/>
                <a:gd name="T82" fmla="*/ 2147483647 w 228"/>
                <a:gd name="T83" fmla="*/ 2147483647 h 41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28"/>
                <a:gd name="T127" fmla="*/ 0 h 414"/>
                <a:gd name="T128" fmla="*/ 228 w 228"/>
                <a:gd name="T129" fmla="*/ 414 h 41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28" h="414">
                  <a:moveTo>
                    <a:pt x="210" y="30"/>
                  </a:moveTo>
                  <a:lnTo>
                    <a:pt x="210" y="12"/>
                  </a:lnTo>
                  <a:lnTo>
                    <a:pt x="156" y="12"/>
                  </a:lnTo>
                  <a:lnTo>
                    <a:pt x="156" y="18"/>
                  </a:lnTo>
                  <a:lnTo>
                    <a:pt x="150" y="24"/>
                  </a:lnTo>
                  <a:lnTo>
                    <a:pt x="138" y="24"/>
                  </a:lnTo>
                  <a:lnTo>
                    <a:pt x="132" y="18"/>
                  </a:lnTo>
                  <a:lnTo>
                    <a:pt x="114" y="18"/>
                  </a:lnTo>
                  <a:lnTo>
                    <a:pt x="108" y="24"/>
                  </a:lnTo>
                  <a:lnTo>
                    <a:pt x="96" y="24"/>
                  </a:lnTo>
                  <a:lnTo>
                    <a:pt x="96" y="18"/>
                  </a:lnTo>
                  <a:lnTo>
                    <a:pt x="102" y="18"/>
                  </a:lnTo>
                  <a:lnTo>
                    <a:pt x="114" y="6"/>
                  </a:lnTo>
                  <a:lnTo>
                    <a:pt x="114" y="0"/>
                  </a:lnTo>
                  <a:lnTo>
                    <a:pt x="90" y="0"/>
                  </a:lnTo>
                  <a:lnTo>
                    <a:pt x="66" y="12"/>
                  </a:lnTo>
                  <a:lnTo>
                    <a:pt x="60" y="18"/>
                  </a:lnTo>
                  <a:lnTo>
                    <a:pt x="60" y="36"/>
                  </a:lnTo>
                  <a:lnTo>
                    <a:pt x="66" y="60"/>
                  </a:lnTo>
                  <a:lnTo>
                    <a:pt x="66" y="78"/>
                  </a:lnTo>
                  <a:lnTo>
                    <a:pt x="60" y="108"/>
                  </a:lnTo>
                  <a:lnTo>
                    <a:pt x="48" y="138"/>
                  </a:lnTo>
                  <a:lnTo>
                    <a:pt x="30" y="174"/>
                  </a:lnTo>
                  <a:lnTo>
                    <a:pt x="12" y="222"/>
                  </a:lnTo>
                  <a:lnTo>
                    <a:pt x="6" y="234"/>
                  </a:lnTo>
                  <a:lnTo>
                    <a:pt x="6" y="240"/>
                  </a:lnTo>
                  <a:lnTo>
                    <a:pt x="0" y="252"/>
                  </a:lnTo>
                  <a:lnTo>
                    <a:pt x="0" y="264"/>
                  </a:lnTo>
                  <a:lnTo>
                    <a:pt x="18" y="282"/>
                  </a:lnTo>
                  <a:lnTo>
                    <a:pt x="30" y="288"/>
                  </a:lnTo>
                  <a:lnTo>
                    <a:pt x="42" y="342"/>
                  </a:lnTo>
                  <a:lnTo>
                    <a:pt x="42" y="348"/>
                  </a:lnTo>
                  <a:lnTo>
                    <a:pt x="36" y="354"/>
                  </a:lnTo>
                  <a:lnTo>
                    <a:pt x="36" y="366"/>
                  </a:lnTo>
                  <a:lnTo>
                    <a:pt x="30" y="384"/>
                  </a:lnTo>
                  <a:lnTo>
                    <a:pt x="24" y="396"/>
                  </a:lnTo>
                  <a:lnTo>
                    <a:pt x="24" y="408"/>
                  </a:lnTo>
                  <a:lnTo>
                    <a:pt x="48" y="408"/>
                  </a:lnTo>
                  <a:lnTo>
                    <a:pt x="60" y="402"/>
                  </a:lnTo>
                  <a:lnTo>
                    <a:pt x="72" y="402"/>
                  </a:lnTo>
                  <a:lnTo>
                    <a:pt x="84" y="414"/>
                  </a:lnTo>
                  <a:lnTo>
                    <a:pt x="96" y="414"/>
                  </a:lnTo>
                  <a:lnTo>
                    <a:pt x="108" y="408"/>
                  </a:lnTo>
                  <a:lnTo>
                    <a:pt x="114" y="402"/>
                  </a:lnTo>
                  <a:lnTo>
                    <a:pt x="120" y="402"/>
                  </a:lnTo>
                  <a:lnTo>
                    <a:pt x="126" y="396"/>
                  </a:lnTo>
                  <a:lnTo>
                    <a:pt x="126" y="348"/>
                  </a:lnTo>
                  <a:lnTo>
                    <a:pt x="132" y="342"/>
                  </a:lnTo>
                  <a:lnTo>
                    <a:pt x="138" y="330"/>
                  </a:lnTo>
                  <a:lnTo>
                    <a:pt x="150" y="330"/>
                  </a:lnTo>
                  <a:lnTo>
                    <a:pt x="162" y="318"/>
                  </a:lnTo>
                  <a:lnTo>
                    <a:pt x="162" y="312"/>
                  </a:lnTo>
                  <a:lnTo>
                    <a:pt x="150" y="312"/>
                  </a:lnTo>
                  <a:lnTo>
                    <a:pt x="144" y="306"/>
                  </a:lnTo>
                  <a:lnTo>
                    <a:pt x="138" y="294"/>
                  </a:lnTo>
                  <a:lnTo>
                    <a:pt x="138" y="288"/>
                  </a:lnTo>
                  <a:lnTo>
                    <a:pt x="132" y="282"/>
                  </a:lnTo>
                  <a:lnTo>
                    <a:pt x="132" y="276"/>
                  </a:lnTo>
                  <a:lnTo>
                    <a:pt x="144" y="264"/>
                  </a:lnTo>
                  <a:lnTo>
                    <a:pt x="156" y="258"/>
                  </a:lnTo>
                  <a:lnTo>
                    <a:pt x="168" y="246"/>
                  </a:lnTo>
                  <a:lnTo>
                    <a:pt x="168" y="240"/>
                  </a:lnTo>
                  <a:lnTo>
                    <a:pt x="156" y="234"/>
                  </a:lnTo>
                  <a:lnTo>
                    <a:pt x="150" y="228"/>
                  </a:lnTo>
                  <a:lnTo>
                    <a:pt x="150" y="216"/>
                  </a:lnTo>
                  <a:lnTo>
                    <a:pt x="126" y="192"/>
                  </a:lnTo>
                  <a:lnTo>
                    <a:pt x="162" y="192"/>
                  </a:lnTo>
                  <a:lnTo>
                    <a:pt x="174" y="180"/>
                  </a:lnTo>
                  <a:lnTo>
                    <a:pt x="174" y="168"/>
                  </a:lnTo>
                  <a:lnTo>
                    <a:pt x="168" y="162"/>
                  </a:lnTo>
                  <a:lnTo>
                    <a:pt x="168" y="150"/>
                  </a:lnTo>
                  <a:lnTo>
                    <a:pt x="174" y="144"/>
                  </a:lnTo>
                  <a:lnTo>
                    <a:pt x="180" y="144"/>
                  </a:lnTo>
                  <a:lnTo>
                    <a:pt x="180" y="126"/>
                  </a:lnTo>
                  <a:lnTo>
                    <a:pt x="186" y="108"/>
                  </a:lnTo>
                  <a:lnTo>
                    <a:pt x="186" y="96"/>
                  </a:lnTo>
                  <a:lnTo>
                    <a:pt x="180" y="90"/>
                  </a:lnTo>
                  <a:lnTo>
                    <a:pt x="174" y="90"/>
                  </a:lnTo>
                  <a:lnTo>
                    <a:pt x="174" y="84"/>
                  </a:lnTo>
                  <a:lnTo>
                    <a:pt x="180" y="78"/>
                  </a:lnTo>
                  <a:lnTo>
                    <a:pt x="204" y="66"/>
                  </a:lnTo>
                  <a:lnTo>
                    <a:pt x="228" y="42"/>
                  </a:lnTo>
                  <a:lnTo>
                    <a:pt x="228" y="36"/>
                  </a:lnTo>
                  <a:lnTo>
                    <a:pt x="216" y="30"/>
                  </a:lnTo>
                  <a:lnTo>
                    <a:pt x="210" y="3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34" name="Poland" descr="© INSCALE GmbH, 05.05.2010&#10;http://www.presentationload.com/">
              <a:extLst>
                <a:ext uri="{FF2B5EF4-FFF2-40B4-BE49-F238E27FC236}">
                  <a16:creationId xmlns:a16="http://schemas.microsoft.com/office/drawing/2014/main" id="{3B23DED4-92EF-45B9-A757-85C146EB95A5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051213" y="1560865"/>
              <a:ext cx="206788" cy="147710"/>
            </a:xfrm>
            <a:custGeom>
              <a:avLst/>
              <a:gdLst>
                <a:gd name="T0" fmla="*/ 2147483647 w 624"/>
                <a:gd name="T1" fmla="*/ 2147483647 h 450"/>
                <a:gd name="T2" fmla="*/ 2147483647 w 624"/>
                <a:gd name="T3" fmla="*/ 2147483647 h 450"/>
                <a:gd name="T4" fmla="*/ 2147483647 w 624"/>
                <a:gd name="T5" fmla="*/ 2147483647 h 450"/>
                <a:gd name="T6" fmla="*/ 2147483647 w 624"/>
                <a:gd name="T7" fmla="*/ 2147483647 h 450"/>
                <a:gd name="T8" fmla="*/ 2147483647 w 624"/>
                <a:gd name="T9" fmla="*/ 2147483647 h 450"/>
                <a:gd name="T10" fmla="*/ 2147483647 w 624"/>
                <a:gd name="T11" fmla="*/ 2147483647 h 450"/>
                <a:gd name="T12" fmla="*/ 2147483647 w 624"/>
                <a:gd name="T13" fmla="*/ 2147483647 h 450"/>
                <a:gd name="T14" fmla="*/ 2147483647 w 624"/>
                <a:gd name="T15" fmla="*/ 2147483647 h 450"/>
                <a:gd name="T16" fmla="*/ 2147483647 w 624"/>
                <a:gd name="T17" fmla="*/ 2147483647 h 450"/>
                <a:gd name="T18" fmla="*/ 2147483647 w 624"/>
                <a:gd name="T19" fmla="*/ 2147483647 h 450"/>
                <a:gd name="T20" fmla="*/ 2147483647 w 624"/>
                <a:gd name="T21" fmla="*/ 2147483647 h 450"/>
                <a:gd name="T22" fmla="*/ 2147483647 w 624"/>
                <a:gd name="T23" fmla="*/ 2147483647 h 450"/>
                <a:gd name="T24" fmla="*/ 2147483647 w 624"/>
                <a:gd name="T25" fmla="*/ 2147483647 h 450"/>
                <a:gd name="T26" fmla="*/ 2147483647 w 624"/>
                <a:gd name="T27" fmla="*/ 2147483647 h 450"/>
                <a:gd name="T28" fmla="*/ 2147483647 w 624"/>
                <a:gd name="T29" fmla="*/ 2147483647 h 450"/>
                <a:gd name="T30" fmla="*/ 2147483647 w 624"/>
                <a:gd name="T31" fmla="*/ 2147483647 h 450"/>
                <a:gd name="T32" fmla="*/ 2147483647 w 624"/>
                <a:gd name="T33" fmla="*/ 2147483647 h 450"/>
                <a:gd name="T34" fmla="*/ 2147483647 w 624"/>
                <a:gd name="T35" fmla="*/ 2147483647 h 450"/>
                <a:gd name="T36" fmla="*/ 2147483647 w 624"/>
                <a:gd name="T37" fmla="*/ 2147483647 h 450"/>
                <a:gd name="T38" fmla="*/ 2147483647 w 624"/>
                <a:gd name="T39" fmla="*/ 2147483647 h 450"/>
                <a:gd name="T40" fmla="*/ 2147483647 w 624"/>
                <a:gd name="T41" fmla="*/ 2147483647 h 450"/>
                <a:gd name="T42" fmla="*/ 2147483647 w 624"/>
                <a:gd name="T43" fmla="*/ 2147483647 h 450"/>
                <a:gd name="T44" fmla="*/ 2147483647 w 624"/>
                <a:gd name="T45" fmla="*/ 2147483647 h 450"/>
                <a:gd name="T46" fmla="*/ 2147483647 w 624"/>
                <a:gd name="T47" fmla="*/ 2147483647 h 450"/>
                <a:gd name="T48" fmla="*/ 2147483647 w 624"/>
                <a:gd name="T49" fmla="*/ 2147483647 h 450"/>
                <a:gd name="T50" fmla="*/ 2147483647 w 624"/>
                <a:gd name="T51" fmla="*/ 2147483647 h 450"/>
                <a:gd name="T52" fmla="*/ 2147483647 w 624"/>
                <a:gd name="T53" fmla="*/ 2147483647 h 450"/>
                <a:gd name="T54" fmla="*/ 2147483647 w 624"/>
                <a:gd name="T55" fmla="*/ 2147483647 h 450"/>
                <a:gd name="T56" fmla="*/ 2147483647 w 624"/>
                <a:gd name="T57" fmla="*/ 2147483647 h 450"/>
                <a:gd name="T58" fmla="*/ 0 w 624"/>
                <a:gd name="T59" fmla="*/ 2147483647 h 450"/>
                <a:gd name="T60" fmla="*/ 2147483647 w 624"/>
                <a:gd name="T61" fmla="*/ 2147483647 h 450"/>
                <a:gd name="T62" fmla="*/ 2147483647 w 624"/>
                <a:gd name="T63" fmla="*/ 2147483647 h 450"/>
                <a:gd name="T64" fmla="*/ 2147483647 w 624"/>
                <a:gd name="T65" fmla="*/ 2147483647 h 450"/>
                <a:gd name="T66" fmla="*/ 2147483647 w 624"/>
                <a:gd name="T67" fmla="*/ 2147483647 h 450"/>
                <a:gd name="T68" fmla="*/ 2147483647 w 624"/>
                <a:gd name="T69" fmla="*/ 2147483647 h 450"/>
                <a:gd name="T70" fmla="*/ 2147483647 w 624"/>
                <a:gd name="T71" fmla="*/ 2147483647 h 450"/>
                <a:gd name="T72" fmla="*/ 2147483647 w 624"/>
                <a:gd name="T73" fmla="*/ 2147483647 h 450"/>
                <a:gd name="T74" fmla="*/ 2147483647 w 624"/>
                <a:gd name="T75" fmla="*/ 2147483647 h 450"/>
                <a:gd name="T76" fmla="*/ 2147483647 w 624"/>
                <a:gd name="T77" fmla="*/ 2147483647 h 450"/>
                <a:gd name="T78" fmla="*/ 2147483647 w 624"/>
                <a:gd name="T79" fmla="*/ 2147483647 h 450"/>
                <a:gd name="T80" fmla="*/ 2147483647 w 624"/>
                <a:gd name="T81" fmla="*/ 2147483647 h 450"/>
                <a:gd name="T82" fmla="*/ 2147483647 w 624"/>
                <a:gd name="T83" fmla="*/ 2147483647 h 450"/>
                <a:gd name="T84" fmla="*/ 2147483647 w 624"/>
                <a:gd name="T85" fmla="*/ 2147483647 h 450"/>
                <a:gd name="T86" fmla="*/ 2147483647 w 624"/>
                <a:gd name="T87" fmla="*/ 2147483647 h 450"/>
                <a:gd name="T88" fmla="*/ 2147483647 w 624"/>
                <a:gd name="T89" fmla="*/ 2147483647 h 450"/>
                <a:gd name="T90" fmla="*/ 2147483647 w 624"/>
                <a:gd name="T91" fmla="*/ 2147483647 h 450"/>
                <a:gd name="T92" fmla="*/ 2147483647 w 624"/>
                <a:gd name="T93" fmla="*/ 2147483647 h 450"/>
                <a:gd name="T94" fmla="*/ 2147483647 w 624"/>
                <a:gd name="T95" fmla="*/ 2147483647 h 450"/>
                <a:gd name="T96" fmla="*/ 2147483647 w 624"/>
                <a:gd name="T97" fmla="*/ 2147483647 h 450"/>
                <a:gd name="T98" fmla="*/ 2147483647 w 624"/>
                <a:gd name="T99" fmla="*/ 2147483647 h 450"/>
                <a:gd name="T100" fmla="*/ 2147483647 w 624"/>
                <a:gd name="T101" fmla="*/ 2147483647 h 450"/>
                <a:gd name="T102" fmla="*/ 2147483647 w 624"/>
                <a:gd name="T103" fmla="*/ 2147483647 h 450"/>
                <a:gd name="T104" fmla="*/ 2147483647 w 624"/>
                <a:gd name="T105" fmla="*/ 2147483647 h 450"/>
                <a:gd name="T106" fmla="*/ 2147483647 w 624"/>
                <a:gd name="T107" fmla="*/ 2147483647 h 45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624"/>
                <a:gd name="T163" fmla="*/ 0 h 450"/>
                <a:gd name="T164" fmla="*/ 624 w 624"/>
                <a:gd name="T165" fmla="*/ 450 h 45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624" h="450">
                  <a:moveTo>
                    <a:pt x="426" y="426"/>
                  </a:moveTo>
                  <a:lnTo>
                    <a:pt x="432" y="426"/>
                  </a:lnTo>
                  <a:lnTo>
                    <a:pt x="444" y="420"/>
                  </a:lnTo>
                  <a:lnTo>
                    <a:pt x="450" y="414"/>
                  </a:lnTo>
                  <a:lnTo>
                    <a:pt x="474" y="414"/>
                  </a:lnTo>
                  <a:lnTo>
                    <a:pt x="498" y="438"/>
                  </a:lnTo>
                  <a:lnTo>
                    <a:pt x="528" y="438"/>
                  </a:lnTo>
                  <a:lnTo>
                    <a:pt x="528" y="450"/>
                  </a:lnTo>
                  <a:lnTo>
                    <a:pt x="552" y="450"/>
                  </a:lnTo>
                  <a:lnTo>
                    <a:pt x="540" y="438"/>
                  </a:lnTo>
                  <a:lnTo>
                    <a:pt x="540" y="396"/>
                  </a:lnTo>
                  <a:lnTo>
                    <a:pt x="594" y="348"/>
                  </a:lnTo>
                  <a:lnTo>
                    <a:pt x="606" y="348"/>
                  </a:lnTo>
                  <a:lnTo>
                    <a:pt x="612" y="342"/>
                  </a:lnTo>
                  <a:lnTo>
                    <a:pt x="618" y="342"/>
                  </a:lnTo>
                  <a:lnTo>
                    <a:pt x="624" y="336"/>
                  </a:lnTo>
                  <a:lnTo>
                    <a:pt x="618" y="330"/>
                  </a:lnTo>
                  <a:lnTo>
                    <a:pt x="618" y="324"/>
                  </a:lnTo>
                  <a:lnTo>
                    <a:pt x="612" y="318"/>
                  </a:lnTo>
                  <a:lnTo>
                    <a:pt x="618" y="306"/>
                  </a:lnTo>
                  <a:lnTo>
                    <a:pt x="612" y="300"/>
                  </a:lnTo>
                  <a:lnTo>
                    <a:pt x="600" y="294"/>
                  </a:lnTo>
                  <a:lnTo>
                    <a:pt x="600" y="288"/>
                  </a:lnTo>
                  <a:lnTo>
                    <a:pt x="582" y="270"/>
                  </a:lnTo>
                  <a:lnTo>
                    <a:pt x="576" y="252"/>
                  </a:lnTo>
                  <a:lnTo>
                    <a:pt x="582" y="252"/>
                  </a:lnTo>
                  <a:lnTo>
                    <a:pt x="576" y="240"/>
                  </a:lnTo>
                  <a:lnTo>
                    <a:pt x="576" y="210"/>
                  </a:lnTo>
                  <a:lnTo>
                    <a:pt x="564" y="198"/>
                  </a:lnTo>
                  <a:lnTo>
                    <a:pt x="558" y="198"/>
                  </a:lnTo>
                  <a:lnTo>
                    <a:pt x="552" y="192"/>
                  </a:lnTo>
                  <a:lnTo>
                    <a:pt x="552" y="186"/>
                  </a:lnTo>
                  <a:lnTo>
                    <a:pt x="564" y="186"/>
                  </a:lnTo>
                  <a:lnTo>
                    <a:pt x="564" y="168"/>
                  </a:lnTo>
                  <a:lnTo>
                    <a:pt x="588" y="162"/>
                  </a:lnTo>
                  <a:lnTo>
                    <a:pt x="588" y="150"/>
                  </a:lnTo>
                  <a:lnTo>
                    <a:pt x="594" y="144"/>
                  </a:lnTo>
                  <a:lnTo>
                    <a:pt x="594" y="138"/>
                  </a:lnTo>
                  <a:lnTo>
                    <a:pt x="588" y="132"/>
                  </a:lnTo>
                  <a:lnTo>
                    <a:pt x="576" y="108"/>
                  </a:lnTo>
                  <a:lnTo>
                    <a:pt x="570" y="102"/>
                  </a:lnTo>
                  <a:lnTo>
                    <a:pt x="570" y="90"/>
                  </a:lnTo>
                  <a:lnTo>
                    <a:pt x="564" y="84"/>
                  </a:lnTo>
                  <a:lnTo>
                    <a:pt x="558" y="72"/>
                  </a:lnTo>
                  <a:lnTo>
                    <a:pt x="558" y="48"/>
                  </a:lnTo>
                  <a:lnTo>
                    <a:pt x="546" y="42"/>
                  </a:lnTo>
                  <a:lnTo>
                    <a:pt x="540" y="42"/>
                  </a:lnTo>
                  <a:lnTo>
                    <a:pt x="522" y="36"/>
                  </a:lnTo>
                  <a:lnTo>
                    <a:pt x="498" y="36"/>
                  </a:lnTo>
                  <a:lnTo>
                    <a:pt x="498" y="42"/>
                  </a:lnTo>
                  <a:lnTo>
                    <a:pt x="408" y="42"/>
                  </a:lnTo>
                  <a:lnTo>
                    <a:pt x="402" y="36"/>
                  </a:lnTo>
                  <a:lnTo>
                    <a:pt x="390" y="36"/>
                  </a:lnTo>
                  <a:lnTo>
                    <a:pt x="384" y="30"/>
                  </a:lnTo>
                  <a:lnTo>
                    <a:pt x="360" y="30"/>
                  </a:lnTo>
                  <a:lnTo>
                    <a:pt x="354" y="36"/>
                  </a:lnTo>
                  <a:lnTo>
                    <a:pt x="348" y="36"/>
                  </a:lnTo>
                  <a:lnTo>
                    <a:pt x="342" y="30"/>
                  </a:lnTo>
                  <a:lnTo>
                    <a:pt x="312" y="30"/>
                  </a:lnTo>
                  <a:lnTo>
                    <a:pt x="300" y="36"/>
                  </a:lnTo>
                  <a:lnTo>
                    <a:pt x="282" y="36"/>
                  </a:lnTo>
                  <a:lnTo>
                    <a:pt x="276" y="30"/>
                  </a:lnTo>
                  <a:lnTo>
                    <a:pt x="270" y="18"/>
                  </a:lnTo>
                  <a:lnTo>
                    <a:pt x="264" y="12"/>
                  </a:lnTo>
                  <a:lnTo>
                    <a:pt x="264" y="6"/>
                  </a:lnTo>
                  <a:lnTo>
                    <a:pt x="258" y="6"/>
                  </a:lnTo>
                  <a:lnTo>
                    <a:pt x="252" y="0"/>
                  </a:lnTo>
                  <a:lnTo>
                    <a:pt x="210" y="0"/>
                  </a:lnTo>
                  <a:lnTo>
                    <a:pt x="192" y="6"/>
                  </a:lnTo>
                  <a:lnTo>
                    <a:pt x="180" y="12"/>
                  </a:lnTo>
                  <a:lnTo>
                    <a:pt x="162" y="12"/>
                  </a:lnTo>
                  <a:lnTo>
                    <a:pt x="150" y="18"/>
                  </a:lnTo>
                  <a:lnTo>
                    <a:pt x="144" y="24"/>
                  </a:lnTo>
                  <a:lnTo>
                    <a:pt x="138" y="24"/>
                  </a:lnTo>
                  <a:lnTo>
                    <a:pt x="120" y="42"/>
                  </a:lnTo>
                  <a:lnTo>
                    <a:pt x="60" y="48"/>
                  </a:lnTo>
                  <a:lnTo>
                    <a:pt x="54" y="48"/>
                  </a:lnTo>
                  <a:lnTo>
                    <a:pt x="48" y="54"/>
                  </a:lnTo>
                  <a:lnTo>
                    <a:pt x="24" y="66"/>
                  </a:lnTo>
                  <a:lnTo>
                    <a:pt x="18" y="66"/>
                  </a:lnTo>
                  <a:lnTo>
                    <a:pt x="12" y="72"/>
                  </a:lnTo>
                  <a:lnTo>
                    <a:pt x="18" y="78"/>
                  </a:lnTo>
                  <a:lnTo>
                    <a:pt x="18" y="96"/>
                  </a:lnTo>
                  <a:lnTo>
                    <a:pt x="6" y="90"/>
                  </a:lnTo>
                  <a:lnTo>
                    <a:pt x="6" y="108"/>
                  </a:lnTo>
                  <a:lnTo>
                    <a:pt x="12" y="108"/>
                  </a:lnTo>
                  <a:lnTo>
                    <a:pt x="18" y="114"/>
                  </a:lnTo>
                  <a:lnTo>
                    <a:pt x="18" y="132"/>
                  </a:lnTo>
                  <a:lnTo>
                    <a:pt x="6" y="144"/>
                  </a:lnTo>
                  <a:lnTo>
                    <a:pt x="0" y="144"/>
                  </a:lnTo>
                  <a:lnTo>
                    <a:pt x="0" y="156"/>
                  </a:lnTo>
                  <a:lnTo>
                    <a:pt x="6" y="162"/>
                  </a:lnTo>
                  <a:lnTo>
                    <a:pt x="12" y="162"/>
                  </a:lnTo>
                  <a:lnTo>
                    <a:pt x="18" y="168"/>
                  </a:lnTo>
                  <a:lnTo>
                    <a:pt x="30" y="168"/>
                  </a:lnTo>
                  <a:lnTo>
                    <a:pt x="30" y="186"/>
                  </a:lnTo>
                  <a:lnTo>
                    <a:pt x="24" y="186"/>
                  </a:lnTo>
                  <a:lnTo>
                    <a:pt x="24" y="198"/>
                  </a:lnTo>
                  <a:lnTo>
                    <a:pt x="36" y="198"/>
                  </a:lnTo>
                  <a:lnTo>
                    <a:pt x="36" y="204"/>
                  </a:lnTo>
                  <a:lnTo>
                    <a:pt x="30" y="210"/>
                  </a:lnTo>
                  <a:lnTo>
                    <a:pt x="36" y="210"/>
                  </a:lnTo>
                  <a:lnTo>
                    <a:pt x="42" y="216"/>
                  </a:lnTo>
                  <a:lnTo>
                    <a:pt x="36" y="222"/>
                  </a:lnTo>
                  <a:lnTo>
                    <a:pt x="24" y="228"/>
                  </a:lnTo>
                  <a:lnTo>
                    <a:pt x="24" y="234"/>
                  </a:lnTo>
                  <a:lnTo>
                    <a:pt x="30" y="240"/>
                  </a:lnTo>
                  <a:lnTo>
                    <a:pt x="36" y="240"/>
                  </a:lnTo>
                  <a:lnTo>
                    <a:pt x="42" y="246"/>
                  </a:lnTo>
                  <a:lnTo>
                    <a:pt x="42" y="264"/>
                  </a:lnTo>
                  <a:lnTo>
                    <a:pt x="48" y="258"/>
                  </a:lnTo>
                  <a:lnTo>
                    <a:pt x="54" y="258"/>
                  </a:lnTo>
                  <a:lnTo>
                    <a:pt x="54" y="270"/>
                  </a:lnTo>
                  <a:lnTo>
                    <a:pt x="48" y="276"/>
                  </a:lnTo>
                  <a:lnTo>
                    <a:pt x="60" y="276"/>
                  </a:lnTo>
                  <a:lnTo>
                    <a:pt x="60" y="282"/>
                  </a:lnTo>
                  <a:lnTo>
                    <a:pt x="54" y="282"/>
                  </a:lnTo>
                  <a:lnTo>
                    <a:pt x="54" y="294"/>
                  </a:lnTo>
                  <a:lnTo>
                    <a:pt x="72" y="294"/>
                  </a:lnTo>
                  <a:lnTo>
                    <a:pt x="78" y="312"/>
                  </a:lnTo>
                  <a:lnTo>
                    <a:pt x="96" y="312"/>
                  </a:lnTo>
                  <a:lnTo>
                    <a:pt x="108" y="318"/>
                  </a:lnTo>
                  <a:lnTo>
                    <a:pt x="114" y="318"/>
                  </a:lnTo>
                  <a:lnTo>
                    <a:pt x="114" y="324"/>
                  </a:lnTo>
                  <a:lnTo>
                    <a:pt x="138" y="324"/>
                  </a:lnTo>
                  <a:lnTo>
                    <a:pt x="144" y="330"/>
                  </a:lnTo>
                  <a:lnTo>
                    <a:pt x="132" y="336"/>
                  </a:lnTo>
                  <a:lnTo>
                    <a:pt x="144" y="342"/>
                  </a:lnTo>
                  <a:lnTo>
                    <a:pt x="144" y="354"/>
                  </a:lnTo>
                  <a:lnTo>
                    <a:pt x="150" y="354"/>
                  </a:lnTo>
                  <a:lnTo>
                    <a:pt x="156" y="360"/>
                  </a:lnTo>
                  <a:lnTo>
                    <a:pt x="174" y="360"/>
                  </a:lnTo>
                  <a:lnTo>
                    <a:pt x="174" y="354"/>
                  </a:lnTo>
                  <a:lnTo>
                    <a:pt x="180" y="354"/>
                  </a:lnTo>
                  <a:lnTo>
                    <a:pt x="192" y="348"/>
                  </a:lnTo>
                  <a:lnTo>
                    <a:pt x="210" y="348"/>
                  </a:lnTo>
                  <a:lnTo>
                    <a:pt x="204" y="354"/>
                  </a:lnTo>
                  <a:lnTo>
                    <a:pt x="222" y="354"/>
                  </a:lnTo>
                  <a:lnTo>
                    <a:pt x="228" y="360"/>
                  </a:lnTo>
                  <a:lnTo>
                    <a:pt x="234" y="372"/>
                  </a:lnTo>
                  <a:lnTo>
                    <a:pt x="240" y="378"/>
                  </a:lnTo>
                  <a:lnTo>
                    <a:pt x="246" y="366"/>
                  </a:lnTo>
                  <a:lnTo>
                    <a:pt x="252" y="372"/>
                  </a:lnTo>
                  <a:lnTo>
                    <a:pt x="252" y="378"/>
                  </a:lnTo>
                  <a:lnTo>
                    <a:pt x="270" y="378"/>
                  </a:lnTo>
                  <a:lnTo>
                    <a:pt x="282" y="384"/>
                  </a:lnTo>
                  <a:lnTo>
                    <a:pt x="282" y="390"/>
                  </a:lnTo>
                  <a:lnTo>
                    <a:pt x="288" y="402"/>
                  </a:lnTo>
                  <a:lnTo>
                    <a:pt x="306" y="420"/>
                  </a:lnTo>
                  <a:lnTo>
                    <a:pt x="318" y="420"/>
                  </a:lnTo>
                  <a:lnTo>
                    <a:pt x="330" y="408"/>
                  </a:lnTo>
                  <a:lnTo>
                    <a:pt x="342" y="408"/>
                  </a:lnTo>
                  <a:lnTo>
                    <a:pt x="354" y="420"/>
                  </a:lnTo>
                  <a:lnTo>
                    <a:pt x="360" y="420"/>
                  </a:lnTo>
                  <a:lnTo>
                    <a:pt x="360" y="426"/>
                  </a:lnTo>
                  <a:lnTo>
                    <a:pt x="366" y="432"/>
                  </a:lnTo>
                  <a:lnTo>
                    <a:pt x="378" y="432"/>
                  </a:lnTo>
                  <a:lnTo>
                    <a:pt x="384" y="426"/>
                  </a:lnTo>
                  <a:lnTo>
                    <a:pt x="384" y="420"/>
                  </a:lnTo>
                  <a:lnTo>
                    <a:pt x="414" y="420"/>
                  </a:lnTo>
                  <a:lnTo>
                    <a:pt x="420" y="426"/>
                  </a:lnTo>
                  <a:lnTo>
                    <a:pt x="426" y="42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35" name="Philippines" descr="© INSCALE GmbH, 05.05.2010&#10;http://www.presentationload.com/">
              <a:extLst>
                <a:ext uri="{FF2B5EF4-FFF2-40B4-BE49-F238E27FC236}">
                  <a16:creationId xmlns:a16="http://schemas.microsoft.com/office/drawing/2014/main" id="{805194EF-BB05-45F2-BF58-690090775FE2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6482250" y="2506209"/>
              <a:ext cx="236512" cy="394323"/>
            </a:xfrm>
            <a:custGeom>
              <a:avLst/>
              <a:gdLst>
                <a:gd name="T0" fmla="*/ 2147483647 w 714"/>
                <a:gd name="T1" fmla="*/ 2147483647 h 1200"/>
                <a:gd name="T2" fmla="*/ 2147483647 w 714"/>
                <a:gd name="T3" fmla="*/ 2147483647 h 1200"/>
                <a:gd name="T4" fmla="*/ 2147483647 w 714"/>
                <a:gd name="T5" fmla="*/ 2147483647 h 1200"/>
                <a:gd name="T6" fmla="*/ 2147483647 w 714"/>
                <a:gd name="T7" fmla="*/ 2147483647 h 1200"/>
                <a:gd name="T8" fmla="*/ 2147483647 w 714"/>
                <a:gd name="T9" fmla="*/ 2147483647 h 1200"/>
                <a:gd name="T10" fmla="*/ 2147483647 w 714"/>
                <a:gd name="T11" fmla="*/ 2147483647 h 1200"/>
                <a:gd name="T12" fmla="*/ 2147483647 w 714"/>
                <a:gd name="T13" fmla="*/ 2147483647 h 1200"/>
                <a:gd name="T14" fmla="*/ 2147483647 w 714"/>
                <a:gd name="T15" fmla="*/ 2147483647 h 1200"/>
                <a:gd name="T16" fmla="*/ 2147483647 w 714"/>
                <a:gd name="T17" fmla="*/ 2147483647 h 1200"/>
                <a:gd name="T18" fmla="*/ 2147483647 w 714"/>
                <a:gd name="T19" fmla="*/ 2147483647 h 1200"/>
                <a:gd name="T20" fmla="*/ 2147483647 w 714"/>
                <a:gd name="T21" fmla="*/ 2147483647 h 1200"/>
                <a:gd name="T22" fmla="*/ 2147483647 w 714"/>
                <a:gd name="T23" fmla="*/ 2147483647 h 1200"/>
                <a:gd name="T24" fmla="*/ 2147483647 w 714"/>
                <a:gd name="T25" fmla="*/ 2147483647 h 1200"/>
                <a:gd name="T26" fmla="*/ 2147483647 w 714"/>
                <a:gd name="T27" fmla="*/ 2147483647 h 1200"/>
                <a:gd name="T28" fmla="*/ 2147483647 w 714"/>
                <a:gd name="T29" fmla="*/ 2147483647 h 1200"/>
                <a:gd name="T30" fmla="*/ 2147483647 w 714"/>
                <a:gd name="T31" fmla="*/ 2147483647 h 1200"/>
                <a:gd name="T32" fmla="*/ 2147483647 w 714"/>
                <a:gd name="T33" fmla="*/ 2147483647 h 1200"/>
                <a:gd name="T34" fmla="*/ 2147483647 w 714"/>
                <a:gd name="T35" fmla="*/ 2147483647 h 1200"/>
                <a:gd name="T36" fmla="*/ 2147483647 w 714"/>
                <a:gd name="T37" fmla="*/ 2147483647 h 1200"/>
                <a:gd name="T38" fmla="*/ 2147483647 w 714"/>
                <a:gd name="T39" fmla="*/ 2147483647 h 1200"/>
                <a:gd name="T40" fmla="*/ 2147483647 w 714"/>
                <a:gd name="T41" fmla="*/ 2147483647 h 1200"/>
                <a:gd name="T42" fmla="*/ 2147483647 w 714"/>
                <a:gd name="T43" fmla="*/ 2147483647 h 1200"/>
                <a:gd name="T44" fmla="*/ 2147483647 w 714"/>
                <a:gd name="T45" fmla="*/ 2147483647 h 1200"/>
                <a:gd name="T46" fmla="*/ 2147483647 w 714"/>
                <a:gd name="T47" fmla="*/ 2147483647 h 1200"/>
                <a:gd name="T48" fmla="*/ 2147483647 w 714"/>
                <a:gd name="T49" fmla="*/ 2147483647 h 1200"/>
                <a:gd name="T50" fmla="*/ 2147483647 w 714"/>
                <a:gd name="T51" fmla="*/ 2147483647 h 1200"/>
                <a:gd name="T52" fmla="*/ 2147483647 w 714"/>
                <a:gd name="T53" fmla="*/ 2147483647 h 1200"/>
                <a:gd name="T54" fmla="*/ 2147483647 w 714"/>
                <a:gd name="T55" fmla="*/ 2147483647 h 1200"/>
                <a:gd name="T56" fmla="*/ 2147483647 w 714"/>
                <a:gd name="T57" fmla="*/ 2147483647 h 1200"/>
                <a:gd name="T58" fmla="*/ 2147483647 w 714"/>
                <a:gd name="T59" fmla="*/ 2147483647 h 1200"/>
                <a:gd name="T60" fmla="*/ 2147483647 w 714"/>
                <a:gd name="T61" fmla="*/ 2147483647 h 1200"/>
                <a:gd name="T62" fmla="*/ 2147483647 w 714"/>
                <a:gd name="T63" fmla="*/ 2147483647 h 1200"/>
                <a:gd name="T64" fmla="*/ 2147483647 w 714"/>
                <a:gd name="T65" fmla="*/ 2147483647 h 1200"/>
                <a:gd name="T66" fmla="*/ 2147483647 w 714"/>
                <a:gd name="T67" fmla="*/ 2147483647 h 1200"/>
                <a:gd name="T68" fmla="*/ 2147483647 w 714"/>
                <a:gd name="T69" fmla="*/ 2147483647 h 1200"/>
                <a:gd name="T70" fmla="*/ 2147483647 w 714"/>
                <a:gd name="T71" fmla="*/ 2147483647 h 1200"/>
                <a:gd name="T72" fmla="*/ 2147483647 w 714"/>
                <a:gd name="T73" fmla="*/ 2147483647 h 1200"/>
                <a:gd name="T74" fmla="*/ 2147483647 w 714"/>
                <a:gd name="T75" fmla="*/ 2147483647 h 1200"/>
                <a:gd name="T76" fmla="*/ 2147483647 w 714"/>
                <a:gd name="T77" fmla="*/ 2147483647 h 1200"/>
                <a:gd name="T78" fmla="*/ 2147483647 w 714"/>
                <a:gd name="T79" fmla="*/ 0 h 1200"/>
                <a:gd name="T80" fmla="*/ 2147483647 w 714"/>
                <a:gd name="T81" fmla="*/ 2147483647 h 1200"/>
                <a:gd name="T82" fmla="*/ 2147483647 w 714"/>
                <a:gd name="T83" fmla="*/ 2147483647 h 1200"/>
                <a:gd name="T84" fmla="*/ 2147483647 w 714"/>
                <a:gd name="T85" fmla="*/ 2147483647 h 1200"/>
                <a:gd name="T86" fmla="*/ 2147483647 w 714"/>
                <a:gd name="T87" fmla="*/ 2147483647 h 1200"/>
                <a:gd name="T88" fmla="*/ 2147483647 w 714"/>
                <a:gd name="T89" fmla="*/ 2147483647 h 1200"/>
                <a:gd name="T90" fmla="*/ 2147483647 w 714"/>
                <a:gd name="T91" fmla="*/ 2147483647 h 1200"/>
                <a:gd name="T92" fmla="*/ 2147483647 w 714"/>
                <a:gd name="T93" fmla="*/ 2147483647 h 1200"/>
                <a:gd name="T94" fmla="*/ 2147483647 w 714"/>
                <a:gd name="T95" fmla="*/ 2147483647 h 1200"/>
                <a:gd name="T96" fmla="*/ 2147483647 w 714"/>
                <a:gd name="T97" fmla="*/ 2147483647 h 1200"/>
                <a:gd name="T98" fmla="*/ 2147483647 w 714"/>
                <a:gd name="T99" fmla="*/ 2147483647 h 1200"/>
                <a:gd name="T100" fmla="*/ 2147483647 w 714"/>
                <a:gd name="T101" fmla="*/ 2147483647 h 1200"/>
                <a:gd name="T102" fmla="*/ 2147483647 w 714"/>
                <a:gd name="T103" fmla="*/ 2147483647 h 1200"/>
                <a:gd name="T104" fmla="*/ 2147483647 w 714"/>
                <a:gd name="T105" fmla="*/ 2147483647 h 1200"/>
                <a:gd name="T106" fmla="*/ 2147483647 w 714"/>
                <a:gd name="T107" fmla="*/ 2147483647 h 1200"/>
                <a:gd name="T108" fmla="*/ 2147483647 w 714"/>
                <a:gd name="T109" fmla="*/ 2147483647 h 1200"/>
                <a:gd name="T110" fmla="*/ 2147483647 w 714"/>
                <a:gd name="T111" fmla="*/ 2147483647 h 1200"/>
                <a:gd name="T112" fmla="*/ 2147483647 w 714"/>
                <a:gd name="T113" fmla="*/ 2147483647 h 1200"/>
                <a:gd name="T114" fmla="*/ 2147483647 w 714"/>
                <a:gd name="T115" fmla="*/ 2147483647 h 1200"/>
                <a:gd name="T116" fmla="*/ 2147483647 w 714"/>
                <a:gd name="T117" fmla="*/ 2147483647 h 120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14"/>
                <a:gd name="T178" fmla="*/ 0 h 1200"/>
                <a:gd name="T179" fmla="*/ 714 w 714"/>
                <a:gd name="T180" fmla="*/ 1200 h 120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14" h="1200">
                  <a:moveTo>
                    <a:pt x="702" y="1140"/>
                  </a:moveTo>
                  <a:lnTo>
                    <a:pt x="690" y="1170"/>
                  </a:lnTo>
                  <a:lnTo>
                    <a:pt x="696" y="1200"/>
                  </a:lnTo>
                  <a:lnTo>
                    <a:pt x="714" y="1182"/>
                  </a:lnTo>
                  <a:lnTo>
                    <a:pt x="714" y="1140"/>
                  </a:lnTo>
                  <a:lnTo>
                    <a:pt x="702" y="1140"/>
                  </a:lnTo>
                  <a:close/>
                  <a:moveTo>
                    <a:pt x="582" y="1176"/>
                  </a:moveTo>
                  <a:lnTo>
                    <a:pt x="600" y="1140"/>
                  </a:lnTo>
                  <a:lnTo>
                    <a:pt x="576" y="1134"/>
                  </a:lnTo>
                  <a:lnTo>
                    <a:pt x="582" y="1176"/>
                  </a:lnTo>
                  <a:close/>
                  <a:moveTo>
                    <a:pt x="246" y="1038"/>
                  </a:moveTo>
                  <a:lnTo>
                    <a:pt x="264" y="1050"/>
                  </a:lnTo>
                  <a:lnTo>
                    <a:pt x="282" y="1020"/>
                  </a:lnTo>
                  <a:lnTo>
                    <a:pt x="258" y="1008"/>
                  </a:lnTo>
                  <a:lnTo>
                    <a:pt x="246" y="1038"/>
                  </a:lnTo>
                  <a:close/>
                  <a:moveTo>
                    <a:pt x="504" y="558"/>
                  </a:moveTo>
                  <a:lnTo>
                    <a:pt x="540" y="576"/>
                  </a:lnTo>
                  <a:lnTo>
                    <a:pt x="540" y="582"/>
                  </a:lnTo>
                  <a:lnTo>
                    <a:pt x="534" y="588"/>
                  </a:lnTo>
                  <a:lnTo>
                    <a:pt x="504" y="588"/>
                  </a:lnTo>
                  <a:lnTo>
                    <a:pt x="570" y="642"/>
                  </a:lnTo>
                  <a:lnTo>
                    <a:pt x="570" y="618"/>
                  </a:lnTo>
                  <a:lnTo>
                    <a:pt x="600" y="624"/>
                  </a:lnTo>
                  <a:lnTo>
                    <a:pt x="576" y="588"/>
                  </a:lnTo>
                  <a:lnTo>
                    <a:pt x="576" y="582"/>
                  </a:lnTo>
                  <a:lnTo>
                    <a:pt x="570" y="576"/>
                  </a:lnTo>
                  <a:lnTo>
                    <a:pt x="570" y="558"/>
                  </a:lnTo>
                  <a:lnTo>
                    <a:pt x="564" y="546"/>
                  </a:lnTo>
                  <a:lnTo>
                    <a:pt x="534" y="516"/>
                  </a:lnTo>
                  <a:lnTo>
                    <a:pt x="522" y="510"/>
                  </a:lnTo>
                  <a:lnTo>
                    <a:pt x="504" y="504"/>
                  </a:lnTo>
                  <a:lnTo>
                    <a:pt x="492" y="498"/>
                  </a:lnTo>
                  <a:lnTo>
                    <a:pt x="474" y="498"/>
                  </a:lnTo>
                  <a:lnTo>
                    <a:pt x="468" y="504"/>
                  </a:lnTo>
                  <a:lnTo>
                    <a:pt x="468" y="528"/>
                  </a:lnTo>
                  <a:lnTo>
                    <a:pt x="492" y="552"/>
                  </a:lnTo>
                  <a:lnTo>
                    <a:pt x="504" y="558"/>
                  </a:lnTo>
                  <a:close/>
                  <a:moveTo>
                    <a:pt x="462" y="666"/>
                  </a:moveTo>
                  <a:lnTo>
                    <a:pt x="474" y="750"/>
                  </a:lnTo>
                  <a:lnTo>
                    <a:pt x="486" y="672"/>
                  </a:lnTo>
                  <a:lnTo>
                    <a:pt x="462" y="618"/>
                  </a:lnTo>
                  <a:lnTo>
                    <a:pt x="438" y="618"/>
                  </a:lnTo>
                  <a:lnTo>
                    <a:pt x="462" y="666"/>
                  </a:lnTo>
                  <a:close/>
                  <a:moveTo>
                    <a:pt x="492" y="738"/>
                  </a:moveTo>
                  <a:lnTo>
                    <a:pt x="522" y="738"/>
                  </a:lnTo>
                  <a:lnTo>
                    <a:pt x="528" y="708"/>
                  </a:lnTo>
                  <a:lnTo>
                    <a:pt x="498" y="702"/>
                  </a:lnTo>
                  <a:lnTo>
                    <a:pt x="492" y="738"/>
                  </a:lnTo>
                  <a:close/>
                  <a:moveTo>
                    <a:pt x="570" y="660"/>
                  </a:moveTo>
                  <a:lnTo>
                    <a:pt x="546" y="648"/>
                  </a:lnTo>
                  <a:lnTo>
                    <a:pt x="528" y="630"/>
                  </a:lnTo>
                  <a:lnTo>
                    <a:pt x="528" y="624"/>
                  </a:lnTo>
                  <a:lnTo>
                    <a:pt x="522" y="618"/>
                  </a:lnTo>
                  <a:lnTo>
                    <a:pt x="486" y="618"/>
                  </a:lnTo>
                  <a:lnTo>
                    <a:pt x="492" y="660"/>
                  </a:lnTo>
                  <a:lnTo>
                    <a:pt x="510" y="654"/>
                  </a:lnTo>
                  <a:lnTo>
                    <a:pt x="522" y="678"/>
                  </a:lnTo>
                  <a:lnTo>
                    <a:pt x="570" y="714"/>
                  </a:lnTo>
                  <a:lnTo>
                    <a:pt x="570" y="660"/>
                  </a:lnTo>
                  <a:close/>
                  <a:moveTo>
                    <a:pt x="162" y="600"/>
                  </a:moveTo>
                  <a:lnTo>
                    <a:pt x="144" y="582"/>
                  </a:lnTo>
                  <a:lnTo>
                    <a:pt x="138" y="606"/>
                  </a:lnTo>
                  <a:lnTo>
                    <a:pt x="132" y="618"/>
                  </a:lnTo>
                  <a:lnTo>
                    <a:pt x="126" y="624"/>
                  </a:lnTo>
                  <a:lnTo>
                    <a:pt x="120" y="642"/>
                  </a:lnTo>
                  <a:lnTo>
                    <a:pt x="120" y="654"/>
                  </a:lnTo>
                  <a:lnTo>
                    <a:pt x="126" y="660"/>
                  </a:lnTo>
                  <a:lnTo>
                    <a:pt x="138" y="666"/>
                  </a:lnTo>
                  <a:lnTo>
                    <a:pt x="150" y="678"/>
                  </a:lnTo>
                  <a:lnTo>
                    <a:pt x="144" y="684"/>
                  </a:lnTo>
                  <a:lnTo>
                    <a:pt x="120" y="696"/>
                  </a:lnTo>
                  <a:lnTo>
                    <a:pt x="114" y="702"/>
                  </a:lnTo>
                  <a:lnTo>
                    <a:pt x="102" y="708"/>
                  </a:lnTo>
                  <a:lnTo>
                    <a:pt x="96" y="732"/>
                  </a:lnTo>
                  <a:lnTo>
                    <a:pt x="72" y="750"/>
                  </a:lnTo>
                  <a:lnTo>
                    <a:pt x="72" y="762"/>
                  </a:lnTo>
                  <a:lnTo>
                    <a:pt x="60" y="774"/>
                  </a:lnTo>
                  <a:lnTo>
                    <a:pt x="48" y="780"/>
                  </a:lnTo>
                  <a:lnTo>
                    <a:pt x="42" y="786"/>
                  </a:lnTo>
                  <a:lnTo>
                    <a:pt x="30" y="792"/>
                  </a:lnTo>
                  <a:lnTo>
                    <a:pt x="24" y="798"/>
                  </a:lnTo>
                  <a:lnTo>
                    <a:pt x="18" y="798"/>
                  </a:lnTo>
                  <a:lnTo>
                    <a:pt x="18" y="804"/>
                  </a:lnTo>
                  <a:lnTo>
                    <a:pt x="12" y="810"/>
                  </a:lnTo>
                  <a:lnTo>
                    <a:pt x="0" y="834"/>
                  </a:lnTo>
                  <a:lnTo>
                    <a:pt x="0" y="864"/>
                  </a:lnTo>
                  <a:lnTo>
                    <a:pt x="30" y="834"/>
                  </a:lnTo>
                  <a:lnTo>
                    <a:pt x="30" y="816"/>
                  </a:lnTo>
                  <a:lnTo>
                    <a:pt x="36" y="810"/>
                  </a:lnTo>
                  <a:lnTo>
                    <a:pt x="42" y="810"/>
                  </a:lnTo>
                  <a:lnTo>
                    <a:pt x="78" y="798"/>
                  </a:lnTo>
                  <a:lnTo>
                    <a:pt x="84" y="792"/>
                  </a:lnTo>
                  <a:lnTo>
                    <a:pt x="84" y="762"/>
                  </a:lnTo>
                  <a:lnTo>
                    <a:pt x="90" y="750"/>
                  </a:lnTo>
                  <a:lnTo>
                    <a:pt x="96" y="744"/>
                  </a:lnTo>
                  <a:lnTo>
                    <a:pt x="114" y="738"/>
                  </a:lnTo>
                  <a:lnTo>
                    <a:pt x="126" y="732"/>
                  </a:lnTo>
                  <a:lnTo>
                    <a:pt x="144" y="720"/>
                  </a:lnTo>
                  <a:lnTo>
                    <a:pt x="162" y="714"/>
                  </a:lnTo>
                  <a:lnTo>
                    <a:pt x="168" y="702"/>
                  </a:lnTo>
                  <a:lnTo>
                    <a:pt x="174" y="696"/>
                  </a:lnTo>
                  <a:lnTo>
                    <a:pt x="174" y="684"/>
                  </a:lnTo>
                  <a:lnTo>
                    <a:pt x="156" y="648"/>
                  </a:lnTo>
                  <a:lnTo>
                    <a:pt x="156" y="624"/>
                  </a:lnTo>
                  <a:lnTo>
                    <a:pt x="162" y="612"/>
                  </a:lnTo>
                  <a:lnTo>
                    <a:pt x="162" y="600"/>
                  </a:lnTo>
                  <a:close/>
                  <a:moveTo>
                    <a:pt x="330" y="1026"/>
                  </a:moveTo>
                  <a:lnTo>
                    <a:pt x="372" y="1056"/>
                  </a:lnTo>
                  <a:lnTo>
                    <a:pt x="372" y="1020"/>
                  </a:lnTo>
                  <a:lnTo>
                    <a:pt x="348" y="1002"/>
                  </a:lnTo>
                  <a:lnTo>
                    <a:pt x="330" y="1026"/>
                  </a:lnTo>
                  <a:close/>
                  <a:moveTo>
                    <a:pt x="660" y="840"/>
                  </a:moveTo>
                  <a:lnTo>
                    <a:pt x="660" y="816"/>
                  </a:lnTo>
                  <a:lnTo>
                    <a:pt x="654" y="804"/>
                  </a:lnTo>
                  <a:lnTo>
                    <a:pt x="654" y="792"/>
                  </a:lnTo>
                  <a:lnTo>
                    <a:pt x="642" y="780"/>
                  </a:lnTo>
                  <a:lnTo>
                    <a:pt x="630" y="774"/>
                  </a:lnTo>
                  <a:lnTo>
                    <a:pt x="600" y="744"/>
                  </a:lnTo>
                  <a:lnTo>
                    <a:pt x="588" y="738"/>
                  </a:lnTo>
                  <a:lnTo>
                    <a:pt x="582" y="738"/>
                  </a:lnTo>
                  <a:lnTo>
                    <a:pt x="576" y="744"/>
                  </a:lnTo>
                  <a:lnTo>
                    <a:pt x="582" y="750"/>
                  </a:lnTo>
                  <a:lnTo>
                    <a:pt x="588" y="762"/>
                  </a:lnTo>
                  <a:lnTo>
                    <a:pt x="594" y="768"/>
                  </a:lnTo>
                  <a:lnTo>
                    <a:pt x="606" y="774"/>
                  </a:lnTo>
                  <a:lnTo>
                    <a:pt x="606" y="786"/>
                  </a:lnTo>
                  <a:lnTo>
                    <a:pt x="600" y="786"/>
                  </a:lnTo>
                  <a:lnTo>
                    <a:pt x="588" y="792"/>
                  </a:lnTo>
                  <a:lnTo>
                    <a:pt x="570" y="792"/>
                  </a:lnTo>
                  <a:lnTo>
                    <a:pt x="558" y="798"/>
                  </a:lnTo>
                  <a:lnTo>
                    <a:pt x="546" y="798"/>
                  </a:lnTo>
                  <a:lnTo>
                    <a:pt x="546" y="828"/>
                  </a:lnTo>
                  <a:lnTo>
                    <a:pt x="528" y="828"/>
                  </a:lnTo>
                  <a:lnTo>
                    <a:pt x="522" y="846"/>
                  </a:lnTo>
                  <a:lnTo>
                    <a:pt x="498" y="864"/>
                  </a:lnTo>
                  <a:lnTo>
                    <a:pt x="492" y="864"/>
                  </a:lnTo>
                  <a:lnTo>
                    <a:pt x="486" y="858"/>
                  </a:lnTo>
                  <a:lnTo>
                    <a:pt x="474" y="852"/>
                  </a:lnTo>
                  <a:lnTo>
                    <a:pt x="462" y="852"/>
                  </a:lnTo>
                  <a:lnTo>
                    <a:pt x="450" y="846"/>
                  </a:lnTo>
                  <a:lnTo>
                    <a:pt x="438" y="858"/>
                  </a:lnTo>
                  <a:lnTo>
                    <a:pt x="432" y="870"/>
                  </a:lnTo>
                  <a:lnTo>
                    <a:pt x="420" y="882"/>
                  </a:lnTo>
                  <a:lnTo>
                    <a:pt x="414" y="894"/>
                  </a:lnTo>
                  <a:lnTo>
                    <a:pt x="408" y="900"/>
                  </a:lnTo>
                  <a:lnTo>
                    <a:pt x="408" y="906"/>
                  </a:lnTo>
                  <a:lnTo>
                    <a:pt x="408" y="900"/>
                  </a:lnTo>
                  <a:lnTo>
                    <a:pt x="396" y="888"/>
                  </a:lnTo>
                  <a:lnTo>
                    <a:pt x="384" y="888"/>
                  </a:lnTo>
                  <a:lnTo>
                    <a:pt x="378" y="900"/>
                  </a:lnTo>
                  <a:lnTo>
                    <a:pt x="378" y="912"/>
                  </a:lnTo>
                  <a:lnTo>
                    <a:pt x="372" y="924"/>
                  </a:lnTo>
                  <a:lnTo>
                    <a:pt x="366" y="930"/>
                  </a:lnTo>
                  <a:lnTo>
                    <a:pt x="360" y="942"/>
                  </a:lnTo>
                  <a:lnTo>
                    <a:pt x="384" y="960"/>
                  </a:lnTo>
                  <a:lnTo>
                    <a:pt x="402" y="942"/>
                  </a:lnTo>
                  <a:lnTo>
                    <a:pt x="414" y="966"/>
                  </a:lnTo>
                  <a:lnTo>
                    <a:pt x="420" y="960"/>
                  </a:lnTo>
                  <a:lnTo>
                    <a:pt x="432" y="954"/>
                  </a:lnTo>
                  <a:lnTo>
                    <a:pt x="450" y="936"/>
                  </a:lnTo>
                  <a:lnTo>
                    <a:pt x="462" y="930"/>
                  </a:lnTo>
                  <a:lnTo>
                    <a:pt x="474" y="930"/>
                  </a:lnTo>
                  <a:lnTo>
                    <a:pt x="498" y="954"/>
                  </a:lnTo>
                  <a:lnTo>
                    <a:pt x="510" y="960"/>
                  </a:lnTo>
                  <a:lnTo>
                    <a:pt x="492" y="978"/>
                  </a:lnTo>
                  <a:lnTo>
                    <a:pt x="492" y="990"/>
                  </a:lnTo>
                  <a:lnTo>
                    <a:pt x="510" y="1026"/>
                  </a:lnTo>
                  <a:lnTo>
                    <a:pt x="522" y="1044"/>
                  </a:lnTo>
                  <a:lnTo>
                    <a:pt x="534" y="1056"/>
                  </a:lnTo>
                  <a:lnTo>
                    <a:pt x="546" y="1062"/>
                  </a:lnTo>
                  <a:lnTo>
                    <a:pt x="558" y="1062"/>
                  </a:lnTo>
                  <a:lnTo>
                    <a:pt x="570" y="1068"/>
                  </a:lnTo>
                  <a:lnTo>
                    <a:pt x="582" y="1068"/>
                  </a:lnTo>
                  <a:lnTo>
                    <a:pt x="606" y="1050"/>
                  </a:lnTo>
                  <a:lnTo>
                    <a:pt x="606" y="1074"/>
                  </a:lnTo>
                  <a:lnTo>
                    <a:pt x="630" y="1074"/>
                  </a:lnTo>
                  <a:lnTo>
                    <a:pt x="630" y="1038"/>
                  </a:lnTo>
                  <a:lnTo>
                    <a:pt x="624" y="1032"/>
                  </a:lnTo>
                  <a:lnTo>
                    <a:pt x="606" y="996"/>
                  </a:lnTo>
                  <a:lnTo>
                    <a:pt x="606" y="984"/>
                  </a:lnTo>
                  <a:lnTo>
                    <a:pt x="612" y="972"/>
                  </a:lnTo>
                  <a:lnTo>
                    <a:pt x="624" y="960"/>
                  </a:lnTo>
                  <a:lnTo>
                    <a:pt x="654" y="1014"/>
                  </a:lnTo>
                  <a:lnTo>
                    <a:pt x="654" y="1008"/>
                  </a:lnTo>
                  <a:lnTo>
                    <a:pt x="660" y="1002"/>
                  </a:lnTo>
                  <a:lnTo>
                    <a:pt x="672" y="978"/>
                  </a:lnTo>
                  <a:lnTo>
                    <a:pt x="678" y="960"/>
                  </a:lnTo>
                  <a:lnTo>
                    <a:pt x="678" y="936"/>
                  </a:lnTo>
                  <a:lnTo>
                    <a:pt x="672" y="918"/>
                  </a:lnTo>
                  <a:lnTo>
                    <a:pt x="666" y="912"/>
                  </a:lnTo>
                  <a:lnTo>
                    <a:pt x="660" y="900"/>
                  </a:lnTo>
                  <a:lnTo>
                    <a:pt x="660" y="840"/>
                  </a:lnTo>
                  <a:close/>
                  <a:moveTo>
                    <a:pt x="330" y="384"/>
                  </a:moveTo>
                  <a:lnTo>
                    <a:pt x="348" y="384"/>
                  </a:lnTo>
                  <a:lnTo>
                    <a:pt x="354" y="390"/>
                  </a:lnTo>
                  <a:lnTo>
                    <a:pt x="366" y="396"/>
                  </a:lnTo>
                  <a:lnTo>
                    <a:pt x="366" y="408"/>
                  </a:lnTo>
                  <a:lnTo>
                    <a:pt x="372" y="420"/>
                  </a:lnTo>
                  <a:lnTo>
                    <a:pt x="384" y="438"/>
                  </a:lnTo>
                  <a:lnTo>
                    <a:pt x="396" y="450"/>
                  </a:lnTo>
                  <a:lnTo>
                    <a:pt x="414" y="462"/>
                  </a:lnTo>
                  <a:lnTo>
                    <a:pt x="432" y="462"/>
                  </a:lnTo>
                  <a:lnTo>
                    <a:pt x="444" y="438"/>
                  </a:lnTo>
                  <a:lnTo>
                    <a:pt x="444" y="426"/>
                  </a:lnTo>
                  <a:lnTo>
                    <a:pt x="432" y="402"/>
                  </a:lnTo>
                  <a:lnTo>
                    <a:pt x="420" y="396"/>
                  </a:lnTo>
                  <a:lnTo>
                    <a:pt x="408" y="396"/>
                  </a:lnTo>
                  <a:lnTo>
                    <a:pt x="408" y="390"/>
                  </a:lnTo>
                  <a:lnTo>
                    <a:pt x="414" y="384"/>
                  </a:lnTo>
                  <a:lnTo>
                    <a:pt x="414" y="378"/>
                  </a:lnTo>
                  <a:lnTo>
                    <a:pt x="420" y="372"/>
                  </a:lnTo>
                  <a:lnTo>
                    <a:pt x="408" y="372"/>
                  </a:lnTo>
                  <a:lnTo>
                    <a:pt x="396" y="366"/>
                  </a:lnTo>
                  <a:lnTo>
                    <a:pt x="390" y="360"/>
                  </a:lnTo>
                  <a:lnTo>
                    <a:pt x="372" y="360"/>
                  </a:lnTo>
                  <a:lnTo>
                    <a:pt x="366" y="366"/>
                  </a:lnTo>
                  <a:lnTo>
                    <a:pt x="354" y="372"/>
                  </a:lnTo>
                  <a:lnTo>
                    <a:pt x="342" y="360"/>
                  </a:lnTo>
                  <a:lnTo>
                    <a:pt x="330" y="354"/>
                  </a:lnTo>
                  <a:lnTo>
                    <a:pt x="312" y="354"/>
                  </a:lnTo>
                  <a:lnTo>
                    <a:pt x="300" y="366"/>
                  </a:lnTo>
                  <a:lnTo>
                    <a:pt x="288" y="372"/>
                  </a:lnTo>
                  <a:lnTo>
                    <a:pt x="282" y="372"/>
                  </a:lnTo>
                  <a:lnTo>
                    <a:pt x="264" y="354"/>
                  </a:lnTo>
                  <a:lnTo>
                    <a:pt x="258" y="342"/>
                  </a:lnTo>
                  <a:lnTo>
                    <a:pt x="258" y="252"/>
                  </a:lnTo>
                  <a:lnTo>
                    <a:pt x="270" y="228"/>
                  </a:lnTo>
                  <a:lnTo>
                    <a:pt x="270" y="222"/>
                  </a:lnTo>
                  <a:lnTo>
                    <a:pt x="288" y="204"/>
                  </a:lnTo>
                  <a:lnTo>
                    <a:pt x="288" y="174"/>
                  </a:lnTo>
                  <a:lnTo>
                    <a:pt x="276" y="150"/>
                  </a:lnTo>
                  <a:lnTo>
                    <a:pt x="276" y="126"/>
                  </a:lnTo>
                  <a:lnTo>
                    <a:pt x="282" y="108"/>
                  </a:lnTo>
                  <a:lnTo>
                    <a:pt x="282" y="72"/>
                  </a:lnTo>
                  <a:lnTo>
                    <a:pt x="264" y="54"/>
                  </a:lnTo>
                  <a:lnTo>
                    <a:pt x="264" y="36"/>
                  </a:lnTo>
                  <a:lnTo>
                    <a:pt x="258" y="30"/>
                  </a:lnTo>
                  <a:lnTo>
                    <a:pt x="258" y="6"/>
                  </a:lnTo>
                  <a:lnTo>
                    <a:pt x="252" y="0"/>
                  </a:lnTo>
                  <a:lnTo>
                    <a:pt x="240" y="0"/>
                  </a:lnTo>
                  <a:lnTo>
                    <a:pt x="234" y="6"/>
                  </a:lnTo>
                  <a:lnTo>
                    <a:pt x="234" y="12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204" y="24"/>
                  </a:lnTo>
                  <a:lnTo>
                    <a:pt x="192" y="18"/>
                  </a:lnTo>
                  <a:lnTo>
                    <a:pt x="186" y="12"/>
                  </a:lnTo>
                  <a:lnTo>
                    <a:pt x="174" y="12"/>
                  </a:lnTo>
                  <a:lnTo>
                    <a:pt x="162" y="18"/>
                  </a:lnTo>
                  <a:lnTo>
                    <a:pt x="162" y="36"/>
                  </a:lnTo>
                  <a:lnTo>
                    <a:pt x="156" y="42"/>
                  </a:lnTo>
                  <a:lnTo>
                    <a:pt x="156" y="48"/>
                  </a:lnTo>
                  <a:lnTo>
                    <a:pt x="144" y="72"/>
                  </a:lnTo>
                  <a:lnTo>
                    <a:pt x="132" y="84"/>
                  </a:lnTo>
                  <a:lnTo>
                    <a:pt x="132" y="96"/>
                  </a:lnTo>
                  <a:lnTo>
                    <a:pt x="138" y="102"/>
                  </a:lnTo>
                  <a:lnTo>
                    <a:pt x="144" y="114"/>
                  </a:lnTo>
                  <a:lnTo>
                    <a:pt x="150" y="132"/>
                  </a:lnTo>
                  <a:lnTo>
                    <a:pt x="156" y="138"/>
                  </a:lnTo>
                  <a:lnTo>
                    <a:pt x="156" y="150"/>
                  </a:lnTo>
                  <a:lnTo>
                    <a:pt x="150" y="162"/>
                  </a:lnTo>
                  <a:lnTo>
                    <a:pt x="150" y="168"/>
                  </a:lnTo>
                  <a:lnTo>
                    <a:pt x="144" y="174"/>
                  </a:lnTo>
                  <a:lnTo>
                    <a:pt x="138" y="186"/>
                  </a:lnTo>
                  <a:lnTo>
                    <a:pt x="138" y="198"/>
                  </a:lnTo>
                  <a:lnTo>
                    <a:pt x="150" y="210"/>
                  </a:lnTo>
                  <a:lnTo>
                    <a:pt x="150" y="216"/>
                  </a:lnTo>
                  <a:lnTo>
                    <a:pt x="144" y="222"/>
                  </a:lnTo>
                  <a:lnTo>
                    <a:pt x="138" y="222"/>
                  </a:lnTo>
                  <a:lnTo>
                    <a:pt x="126" y="228"/>
                  </a:lnTo>
                  <a:lnTo>
                    <a:pt x="120" y="228"/>
                  </a:lnTo>
                  <a:lnTo>
                    <a:pt x="120" y="210"/>
                  </a:lnTo>
                  <a:lnTo>
                    <a:pt x="114" y="204"/>
                  </a:lnTo>
                  <a:lnTo>
                    <a:pt x="114" y="252"/>
                  </a:lnTo>
                  <a:lnTo>
                    <a:pt x="150" y="306"/>
                  </a:lnTo>
                  <a:lnTo>
                    <a:pt x="174" y="330"/>
                  </a:lnTo>
                  <a:lnTo>
                    <a:pt x="186" y="348"/>
                  </a:lnTo>
                  <a:lnTo>
                    <a:pt x="204" y="384"/>
                  </a:lnTo>
                  <a:lnTo>
                    <a:pt x="216" y="402"/>
                  </a:lnTo>
                  <a:lnTo>
                    <a:pt x="228" y="408"/>
                  </a:lnTo>
                  <a:lnTo>
                    <a:pt x="252" y="408"/>
                  </a:lnTo>
                  <a:lnTo>
                    <a:pt x="258" y="396"/>
                  </a:lnTo>
                  <a:lnTo>
                    <a:pt x="270" y="390"/>
                  </a:lnTo>
                  <a:lnTo>
                    <a:pt x="276" y="384"/>
                  </a:lnTo>
                  <a:lnTo>
                    <a:pt x="288" y="384"/>
                  </a:lnTo>
                  <a:lnTo>
                    <a:pt x="294" y="396"/>
                  </a:lnTo>
                  <a:lnTo>
                    <a:pt x="306" y="402"/>
                  </a:lnTo>
                  <a:lnTo>
                    <a:pt x="324" y="420"/>
                  </a:lnTo>
                  <a:lnTo>
                    <a:pt x="342" y="420"/>
                  </a:lnTo>
                  <a:lnTo>
                    <a:pt x="342" y="402"/>
                  </a:lnTo>
                  <a:lnTo>
                    <a:pt x="336" y="396"/>
                  </a:lnTo>
                  <a:lnTo>
                    <a:pt x="330" y="384"/>
                  </a:lnTo>
                  <a:close/>
                  <a:moveTo>
                    <a:pt x="258" y="432"/>
                  </a:moveTo>
                  <a:lnTo>
                    <a:pt x="246" y="426"/>
                  </a:lnTo>
                  <a:lnTo>
                    <a:pt x="204" y="426"/>
                  </a:lnTo>
                  <a:lnTo>
                    <a:pt x="234" y="468"/>
                  </a:lnTo>
                  <a:lnTo>
                    <a:pt x="258" y="534"/>
                  </a:lnTo>
                  <a:lnTo>
                    <a:pt x="270" y="528"/>
                  </a:lnTo>
                  <a:lnTo>
                    <a:pt x="276" y="516"/>
                  </a:lnTo>
                  <a:lnTo>
                    <a:pt x="282" y="510"/>
                  </a:lnTo>
                  <a:lnTo>
                    <a:pt x="282" y="486"/>
                  </a:lnTo>
                  <a:lnTo>
                    <a:pt x="276" y="480"/>
                  </a:lnTo>
                  <a:lnTo>
                    <a:pt x="270" y="468"/>
                  </a:lnTo>
                  <a:lnTo>
                    <a:pt x="270" y="450"/>
                  </a:lnTo>
                  <a:lnTo>
                    <a:pt x="264" y="438"/>
                  </a:lnTo>
                  <a:lnTo>
                    <a:pt x="258" y="432"/>
                  </a:lnTo>
                  <a:close/>
                  <a:moveTo>
                    <a:pt x="330" y="648"/>
                  </a:moveTo>
                  <a:lnTo>
                    <a:pt x="336" y="660"/>
                  </a:lnTo>
                  <a:lnTo>
                    <a:pt x="354" y="678"/>
                  </a:lnTo>
                  <a:lnTo>
                    <a:pt x="360" y="672"/>
                  </a:lnTo>
                  <a:lnTo>
                    <a:pt x="372" y="666"/>
                  </a:lnTo>
                  <a:lnTo>
                    <a:pt x="378" y="660"/>
                  </a:lnTo>
                  <a:lnTo>
                    <a:pt x="384" y="660"/>
                  </a:lnTo>
                  <a:lnTo>
                    <a:pt x="390" y="666"/>
                  </a:lnTo>
                  <a:lnTo>
                    <a:pt x="390" y="696"/>
                  </a:lnTo>
                  <a:lnTo>
                    <a:pt x="402" y="708"/>
                  </a:lnTo>
                  <a:lnTo>
                    <a:pt x="396" y="720"/>
                  </a:lnTo>
                  <a:lnTo>
                    <a:pt x="390" y="726"/>
                  </a:lnTo>
                  <a:lnTo>
                    <a:pt x="372" y="762"/>
                  </a:lnTo>
                  <a:lnTo>
                    <a:pt x="372" y="786"/>
                  </a:lnTo>
                  <a:lnTo>
                    <a:pt x="378" y="792"/>
                  </a:lnTo>
                  <a:lnTo>
                    <a:pt x="384" y="804"/>
                  </a:lnTo>
                  <a:lnTo>
                    <a:pt x="396" y="804"/>
                  </a:lnTo>
                  <a:lnTo>
                    <a:pt x="408" y="798"/>
                  </a:lnTo>
                  <a:lnTo>
                    <a:pt x="420" y="798"/>
                  </a:lnTo>
                  <a:lnTo>
                    <a:pt x="432" y="792"/>
                  </a:lnTo>
                  <a:lnTo>
                    <a:pt x="438" y="786"/>
                  </a:lnTo>
                  <a:lnTo>
                    <a:pt x="438" y="768"/>
                  </a:lnTo>
                  <a:lnTo>
                    <a:pt x="432" y="756"/>
                  </a:lnTo>
                  <a:lnTo>
                    <a:pt x="426" y="738"/>
                  </a:lnTo>
                  <a:lnTo>
                    <a:pt x="426" y="726"/>
                  </a:lnTo>
                  <a:lnTo>
                    <a:pt x="432" y="714"/>
                  </a:lnTo>
                  <a:lnTo>
                    <a:pt x="444" y="678"/>
                  </a:lnTo>
                  <a:lnTo>
                    <a:pt x="444" y="660"/>
                  </a:lnTo>
                  <a:lnTo>
                    <a:pt x="438" y="648"/>
                  </a:lnTo>
                  <a:lnTo>
                    <a:pt x="432" y="642"/>
                  </a:lnTo>
                  <a:lnTo>
                    <a:pt x="426" y="642"/>
                  </a:lnTo>
                  <a:lnTo>
                    <a:pt x="414" y="654"/>
                  </a:lnTo>
                  <a:lnTo>
                    <a:pt x="402" y="660"/>
                  </a:lnTo>
                  <a:lnTo>
                    <a:pt x="396" y="660"/>
                  </a:lnTo>
                  <a:lnTo>
                    <a:pt x="396" y="648"/>
                  </a:lnTo>
                  <a:lnTo>
                    <a:pt x="408" y="624"/>
                  </a:lnTo>
                  <a:lnTo>
                    <a:pt x="408" y="612"/>
                  </a:lnTo>
                  <a:lnTo>
                    <a:pt x="414" y="600"/>
                  </a:lnTo>
                  <a:lnTo>
                    <a:pt x="414" y="594"/>
                  </a:lnTo>
                  <a:lnTo>
                    <a:pt x="408" y="588"/>
                  </a:lnTo>
                  <a:lnTo>
                    <a:pt x="372" y="570"/>
                  </a:lnTo>
                  <a:lnTo>
                    <a:pt x="366" y="564"/>
                  </a:lnTo>
                  <a:lnTo>
                    <a:pt x="330" y="564"/>
                  </a:lnTo>
                  <a:lnTo>
                    <a:pt x="324" y="570"/>
                  </a:lnTo>
                  <a:lnTo>
                    <a:pt x="324" y="576"/>
                  </a:lnTo>
                  <a:lnTo>
                    <a:pt x="330" y="582"/>
                  </a:lnTo>
                  <a:lnTo>
                    <a:pt x="336" y="582"/>
                  </a:lnTo>
                  <a:lnTo>
                    <a:pt x="342" y="594"/>
                  </a:lnTo>
                  <a:lnTo>
                    <a:pt x="342" y="600"/>
                  </a:lnTo>
                  <a:lnTo>
                    <a:pt x="336" y="606"/>
                  </a:lnTo>
                  <a:lnTo>
                    <a:pt x="336" y="618"/>
                  </a:lnTo>
                  <a:lnTo>
                    <a:pt x="330" y="630"/>
                  </a:lnTo>
                  <a:lnTo>
                    <a:pt x="330" y="64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36" name="Peru" descr="© INSCALE GmbH, 05.05.2010&#10;http://www.presentationload.com/">
              <a:extLst>
                <a:ext uri="{FF2B5EF4-FFF2-40B4-BE49-F238E27FC236}">
                  <a16:creationId xmlns:a16="http://schemas.microsoft.com/office/drawing/2014/main" id="{12ACFDFE-3F78-462D-868A-423213FA71A4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820503" y="3000719"/>
              <a:ext cx="311473" cy="489371"/>
            </a:xfrm>
            <a:custGeom>
              <a:avLst/>
              <a:gdLst>
                <a:gd name="T0" fmla="*/ 2147483647 w 942"/>
                <a:gd name="T1" fmla="*/ 2147483647 h 1488"/>
                <a:gd name="T2" fmla="*/ 2147483647 w 942"/>
                <a:gd name="T3" fmla="*/ 2147483647 h 1488"/>
                <a:gd name="T4" fmla="*/ 2147483647 w 942"/>
                <a:gd name="T5" fmla="*/ 2147483647 h 1488"/>
                <a:gd name="T6" fmla="*/ 2147483647 w 942"/>
                <a:gd name="T7" fmla="*/ 2147483647 h 1488"/>
                <a:gd name="T8" fmla="*/ 2147483647 w 942"/>
                <a:gd name="T9" fmla="*/ 2147483647 h 1488"/>
                <a:gd name="T10" fmla="*/ 2147483647 w 942"/>
                <a:gd name="T11" fmla="*/ 2147483647 h 1488"/>
                <a:gd name="T12" fmla="*/ 2147483647 w 942"/>
                <a:gd name="T13" fmla="*/ 2147483647 h 1488"/>
                <a:gd name="T14" fmla="*/ 2147483647 w 942"/>
                <a:gd name="T15" fmla="*/ 2147483647 h 1488"/>
                <a:gd name="T16" fmla="*/ 2147483647 w 942"/>
                <a:gd name="T17" fmla="*/ 2147483647 h 1488"/>
                <a:gd name="T18" fmla="*/ 2147483647 w 942"/>
                <a:gd name="T19" fmla="*/ 2147483647 h 1488"/>
                <a:gd name="T20" fmla="*/ 2147483647 w 942"/>
                <a:gd name="T21" fmla="*/ 2147483647 h 1488"/>
                <a:gd name="T22" fmla="*/ 2147483647 w 942"/>
                <a:gd name="T23" fmla="*/ 2147483647 h 1488"/>
                <a:gd name="T24" fmla="*/ 2147483647 w 942"/>
                <a:gd name="T25" fmla="*/ 2147483647 h 1488"/>
                <a:gd name="T26" fmla="*/ 2147483647 w 942"/>
                <a:gd name="T27" fmla="*/ 2147483647 h 1488"/>
                <a:gd name="T28" fmla="*/ 2147483647 w 942"/>
                <a:gd name="T29" fmla="*/ 2147483647 h 1488"/>
                <a:gd name="T30" fmla="*/ 2147483647 w 942"/>
                <a:gd name="T31" fmla="*/ 2147483647 h 1488"/>
                <a:gd name="T32" fmla="*/ 2147483647 w 942"/>
                <a:gd name="T33" fmla="*/ 2147483647 h 1488"/>
                <a:gd name="T34" fmla="*/ 2147483647 w 942"/>
                <a:gd name="T35" fmla="*/ 2147483647 h 1488"/>
                <a:gd name="T36" fmla="*/ 2147483647 w 942"/>
                <a:gd name="T37" fmla="*/ 2147483647 h 1488"/>
                <a:gd name="T38" fmla="*/ 2147483647 w 942"/>
                <a:gd name="T39" fmla="*/ 2147483647 h 1488"/>
                <a:gd name="T40" fmla="*/ 2147483647 w 942"/>
                <a:gd name="T41" fmla="*/ 2147483647 h 1488"/>
                <a:gd name="T42" fmla="*/ 2147483647 w 942"/>
                <a:gd name="T43" fmla="*/ 2147483647 h 1488"/>
                <a:gd name="T44" fmla="*/ 2147483647 w 942"/>
                <a:gd name="T45" fmla="*/ 2147483647 h 1488"/>
                <a:gd name="T46" fmla="*/ 2147483647 w 942"/>
                <a:gd name="T47" fmla="*/ 2147483647 h 1488"/>
                <a:gd name="T48" fmla="*/ 2147483647 w 942"/>
                <a:gd name="T49" fmla="*/ 2147483647 h 1488"/>
                <a:gd name="T50" fmla="*/ 2147483647 w 942"/>
                <a:gd name="T51" fmla="*/ 2147483647 h 1488"/>
                <a:gd name="T52" fmla="*/ 2147483647 w 942"/>
                <a:gd name="T53" fmla="*/ 2147483647 h 1488"/>
                <a:gd name="T54" fmla="*/ 2147483647 w 942"/>
                <a:gd name="T55" fmla="*/ 2147483647 h 1488"/>
                <a:gd name="T56" fmla="*/ 2147483647 w 942"/>
                <a:gd name="T57" fmla="*/ 2147483647 h 1488"/>
                <a:gd name="T58" fmla="*/ 2147483647 w 942"/>
                <a:gd name="T59" fmla="*/ 2147483647 h 1488"/>
                <a:gd name="T60" fmla="*/ 2147483647 w 942"/>
                <a:gd name="T61" fmla="*/ 2147483647 h 1488"/>
                <a:gd name="T62" fmla="*/ 2147483647 w 942"/>
                <a:gd name="T63" fmla="*/ 0 h 1488"/>
                <a:gd name="T64" fmla="*/ 2147483647 w 942"/>
                <a:gd name="T65" fmla="*/ 2147483647 h 1488"/>
                <a:gd name="T66" fmla="*/ 2147483647 w 942"/>
                <a:gd name="T67" fmla="*/ 2147483647 h 1488"/>
                <a:gd name="T68" fmla="*/ 2147483647 w 942"/>
                <a:gd name="T69" fmla="*/ 2147483647 h 1488"/>
                <a:gd name="T70" fmla="*/ 2147483647 w 942"/>
                <a:gd name="T71" fmla="*/ 2147483647 h 1488"/>
                <a:gd name="T72" fmla="*/ 2147483647 w 942"/>
                <a:gd name="T73" fmla="*/ 2147483647 h 1488"/>
                <a:gd name="T74" fmla="*/ 2147483647 w 942"/>
                <a:gd name="T75" fmla="*/ 2147483647 h 1488"/>
                <a:gd name="T76" fmla="*/ 2147483647 w 942"/>
                <a:gd name="T77" fmla="*/ 2147483647 h 1488"/>
                <a:gd name="T78" fmla="*/ 2147483647 w 942"/>
                <a:gd name="T79" fmla="*/ 2147483647 h 1488"/>
                <a:gd name="T80" fmla="*/ 2147483647 w 942"/>
                <a:gd name="T81" fmla="*/ 2147483647 h 1488"/>
                <a:gd name="T82" fmla="*/ 2147483647 w 942"/>
                <a:gd name="T83" fmla="*/ 2147483647 h 1488"/>
                <a:gd name="T84" fmla="*/ 0 w 942"/>
                <a:gd name="T85" fmla="*/ 2147483647 h 1488"/>
                <a:gd name="T86" fmla="*/ 2147483647 w 942"/>
                <a:gd name="T87" fmla="*/ 2147483647 h 1488"/>
                <a:gd name="T88" fmla="*/ 2147483647 w 942"/>
                <a:gd name="T89" fmla="*/ 2147483647 h 1488"/>
                <a:gd name="T90" fmla="*/ 2147483647 w 942"/>
                <a:gd name="T91" fmla="*/ 2147483647 h 1488"/>
                <a:gd name="T92" fmla="*/ 2147483647 w 942"/>
                <a:gd name="T93" fmla="*/ 2147483647 h 1488"/>
                <a:gd name="T94" fmla="*/ 2147483647 w 942"/>
                <a:gd name="T95" fmla="*/ 2147483647 h 1488"/>
                <a:gd name="T96" fmla="*/ 2147483647 w 942"/>
                <a:gd name="T97" fmla="*/ 2147483647 h 1488"/>
                <a:gd name="T98" fmla="*/ 2147483647 w 942"/>
                <a:gd name="T99" fmla="*/ 2147483647 h 1488"/>
                <a:gd name="T100" fmla="*/ 2147483647 w 942"/>
                <a:gd name="T101" fmla="*/ 2147483647 h 1488"/>
                <a:gd name="T102" fmla="*/ 2147483647 w 942"/>
                <a:gd name="T103" fmla="*/ 2147483647 h 1488"/>
                <a:gd name="T104" fmla="*/ 2147483647 w 942"/>
                <a:gd name="T105" fmla="*/ 2147483647 h 1488"/>
                <a:gd name="T106" fmla="*/ 2147483647 w 942"/>
                <a:gd name="T107" fmla="*/ 2147483647 h 1488"/>
                <a:gd name="T108" fmla="*/ 2147483647 w 942"/>
                <a:gd name="T109" fmla="*/ 2147483647 h 1488"/>
                <a:gd name="T110" fmla="*/ 2147483647 w 942"/>
                <a:gd name="T111" fmla="*/ 2147483647 h 1488"/>
                <a:gd name="T112" fmla="*/ 2147483647 w 942"/>
                <a:gd name="T113" fmla="*/ 2147483647 h 1488"/>
                <a:gd name="T114" fmla="*/ 2147483647 w 942"/>
                <a:gd name="T115" fmla="*/ 2147483647 h 1488"/>
                <a:gd name="T116" fmla="*/ 2147483647 w 942"/>
                <a:gd name="T117" fmla="*/ 2147483647 h 1488"/>
                <a:gd name="T118" fmla="*/ 2147483647 w 942"/>
                <a:gd name="T119" fmla="*/ 2147483647 h 1488"/>
                <a:gd name="T120" fmla="*/ 2147483647 w 942"/>
                <a:gd name="T121" fmla="*/ 2147483647 h 148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942"/>
                <a:gd name="T184" fmla="*/ 0 h 1488"/>
                <a:gd name="T185" fmla="*/ 942 w 942"/>
                <a:gd name="T186" fmla="*/ 1488 h 148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942" h="1488">
                  <a:moveTo>
                    <a:pt x="930" y="1320"/>
                  </a:moveTo>
                  <a:lnTo>
                    <a:pt x="924" y="1314"/>
                  </a:lnTo>
                  <a:lnTo>
                    <a:pt x="912" y="1308"/>
                  </a:lnTo>
                  <a:lnTo>
                    <a:pt x="888" y="1284"/>
                  </a:lnTo>
                  <a:lnTo>
                    <a:pt x="864" y="1284"/>
                  </a:lnTo>
                  <a:lnTo>
                    <a:pt x="858" y="1278"/>
                  </a:lnTo>
                  <a:lnTo>
                    <a:pt x="870" y="1260"/>
                  </a:lnTo>
                  <a:lnTo>
                    <a:pt x="870" y="1230"/>
                  </a:lnTo>
                  <a:lnTo>
                    <a:pt x="882" y="1230"/>
                  </a:lnTo>
                  <a:lnTo>
                    <a:pt x="906" y="1254"/>
                  </a:lnTo>
                  <a:lnTo>
                    <a:pt x="918" y="1236"/>
                  </a:lnTo>
                  <a:lnTo>
                    <a:pt x="918" y="1230"/>
                  </a:lnTo>
                  <a:lnTo>
                    <a:pt x="912" y="1224"/>
                  </a:lnTo>
                  <a:lnTo>
                    <a:pt x="906" y="1212"/>
                  </a:lnTo>
                  <a:lnTo>
                    <a:pt x="900" y="1194"/>
                  </a:lnTo>
                  <a:lnTo>
                    <a:pt x="912" y="1170"/>
                  </a:lnTo>
                  <a:lnTo>
                    <a:pt x="924" y="1158"/>
                  </a:lnTo>
                  <a:lnTo>
                    <a:pt x="930" y="1146"/>
                  </a:lnTo>
                  <a:lnTo>
                    <a:pt x="930" y="1140"/>
                  </a:lnTo>
                  <a:lnTo>
                    <a:pt x="924" y="1128"/>
                  </a:lnTo>
                  <a:lnTo>
                    <a:pt x="912" y="1116"/>
                  </a:lnTo>
                  <a:lnTo>
                    <a:pt x="906" y="1116"/>
                  </a:lnTo>
                  <a:lnTo>
                    <a:pt x="924" y="1086"/>
                  </a:lnTo>
                  <a:lnTo>
                    <a:pt x="912" y="1038"/>
                  </a:lnTo>
                  <a:lnTo>
                    <a:pt x="918" y="1032"/>
                  </a:lnTo>
                  <a:lnTo>
                    <a:pt x="924" y="1020"/>
                  </a:lnTo>
                  <a:lnTo>
                    <a:pt x="930" y="1014"/>
                  </a:lnTo>
                  <a:lnTo>
                    <a:pt x="930" y="1002"/>
                  </a:lnTo>
                  <a:lnTo>
                    <a:pt x="918" y="978"/>
                  </a:lnTo>
                  <a:lnTo>
                    <a:pt x="906" y="960"/>
                  </a:lnTo>
                  <a:lnTo>
                    <a:pt x="894" y="948"/>
                  </a:lnTo>
                  <a:lnTo>
                    <a:pt x="882" y="930"/>
                  </a:lnTo>
                  <a:lnTo>
                    <a:pt x="870" y="918"/>
                  </a:lnTo>
                  <a:lnTo>
                    <a:pt x="864" y="900"/>
                  </a:lnTo>
                  <a:lnTo>
                    <a:pt x="864" y="882"/>
                  </a:lnTo>
                  <a:lnTo>
                    <a:pt x="828" y="882"/>
                  </a:lnTo>
                  <a:lnTo>
                    <a:pt x="822" y="888"/>
                  </a:lnTo>
                  <a:lnTo>
                    <a:pt x="816" y="888"/>
                  </a:lnTo>
                  <a:lnTo>
                    <a:pt x="816" y="894"/>
                  </a:lnTo>
                  <a:lnTo>
                    <a:pt x="804" y="894"/>
                  </a:lnTo>
                  <a:lnTo>
                    <a:pt x="798" y="888"/>
                  </a:lnTo>
                  <a:lnTo>
                    <a:pt x="798" y="882"/>
                  </a:lnTo>
                  <a:lnTo>
                    <a:pt x="786" y="888"/>
                  </a:lnTo>
                  <a:lnTo>
                    <a:pt x="786" y="858"/>
                  </a:lnTo>
                  <a:lnTo>
                    <a:pt x="780" y="840"/>
                  </a:lnTo>
                  <a:lnTo>
                    <a:pt x="780" y="828"/>
                  </a:lnTo>
                  <a:lnTo>
                    <a:pt x="786" y="816"/>
                  </a:lnTo>
                  <a:lnTo>
                    <a:pt x="786" y="804"/>
                  </a:lnTo>
                  <a:lnTo>
                    <a:pt x="792" y="798"/>
                  </a:lnTo>
                  <a:lnTo>
                    <a:pt x="792" y="780"/>
                  </a:lnTo>
                  <a:lnTo>
                    <a:pt x="786" y="768"/>
                  </a:lnTo>
                  <a:lnTo>
                    <a:pt x="786" y="756"/>
                  </a:lnTo>
                  <a:lnTo>
                    <a:pt x="732" y="804"/>
                  </a:lnTo>
                  <a:lnTo>
                    <a:pt x="672" y="810"/>
                  </a:lnTo>
                  <a:lnTo>
                    <a:pt x="672" y="804"/>
                  </a:lnTo>
                  <a:lnTo>
                    <a:pt x="666" y="798"/>
                  </a:lnTo>
                  <a:lnTo>
                    <a:pt x="660" y="786"/>
                  </a:lnTo>
                  <a:lnTo>
                    <a:pt x="660" y="774"/>
                  </a:lnTo>
                  <a:lnTo>
                    <a:pt x="654" y="768"/>
                  </a:lnTo>
                  <a:lnTo>
                    <a:pt x="648" y="768"/>
                  </a:lnTo>
                  <a:lnTo>
                    <a:pt x="636" y="762"/>
                  </a:lnTo>
                  <a:lnTo>
                    <a:pt x="594" y="762"/>
                  </a:lnTo>
                  <a:lnTo>
                    <a:pt x="600" y="756"/>
                  </a:lnTo>
                  <a:lnTo>
                    <a:pt x="612" y="750"/>
                  </a:lnTo>
                  <a:lnTo>
                    <a:pt x="618" y="738"/>
                  </a:lnTo>
                  <a:lnTo>
                    <a:pt x="624" y="732"/>
                  </a:lnTo>
                  <a:lnTo>
                    <a:pt x="600" y="708"/>
                  </a:lnTo>
                  <a:lnTo>
                    <a:pt x="588" y="702"/>
                  </a:lnTo>
                  <a:lnTo>
                    <a:pt x="576" y="690"/>
                  </a:lnTo>
                  <a:lnTo>
                    <a:pt x="564" y="666"/>
                  </a:lnTo>
                  <a:lnTo>
                    <a:pt x="558" y="660"/>
                  </a:lnTo>
                  <a:lnTo>
                    <a:pt x="558" y="654"/>
                  </a:lnTo>
                  <a:lnTo>
                    <a:pt x="552" y="630"/>
                  </a:lnTo>
                  <a:lnTo>
                    <a:pt x="540" y="624"/>
                  </a:lnTo>
                  <a:lnTo>
                    <a:pt x="534" y="618"/>
                  </a:lnTo>
                  <a:lnTo>
                    <a:pt x="534" y="606"/>
                  </a:lnTo>
                  <a:lnTo>
                    <a:pt x="540" y="600"/>
                  </a:lnTo>
                  <a:lnTo>
                    <a:pt x="552" y="594"/>
                  </a:lnTo>
                  <a:lnTo>
                    <a:pt x="546" y="588"/>
                  </a:lnTo>
                  <a:lnTo>
                    <a:pt x="546" y="564"/>
                  </a:lnTo>
                  <a:lnTo>
                    <a:pt x="552" y="552"/>
                  </a:lnTo>
                  <a:lnTo>
                    <a:pt x="582" y="522"/>
                  </a:lnTo>
                  <a:lnTo>
                    <a:pt x="588" y="528"/>
                  </a:lnTo>
                  <a:lnTo>
                    <a:pt x="594" y="528"/>
                  </a:lnTo>
                  <a:lnTo>
                    <a:pt x="588" y="522"/>
                  </a:lnTo>
                  <a:lnTo>
                    <a:pt x="588" y="504"/>
                  </a:lnTo>
                  <a:lnTo>
                    <a:pt x="582" y="498"/>
                  </a:lnTo>
                  <a:lnTo>
                    <a:pt x="582" y="486"/>
                  </a:lnTo>
                  <a:lnTo>
                    <a:pt x="600" y="468"/>
                  </a:lnTo>
                  <a:lnTo>
                    <a:pt x="600" y="414"/>
                  </a:lnTo>
                  <a:lnTo>
                    <a:pt x="624" y="414"/>
                  </a:lnTo>
                  <a:lnTo>
                    <a:pt x="624" y="408"/>
                  </a:lnTo>
                  <a:lnTo>
                    <a:pt x="630" y="402"/>
                  </a:lnTo>
                  <a:lnTo>
                    <a:pt x="630" y="396"/>
                  </a:lnTo>
                  <a:lnTo>
                    <a:pt x="642" y="384"/>
                  </a:lnTo>
                  <a:lnTo>
                    <a:pt x="654" y="378"/>
                  </a:lnTo>
                  <a:lnTo>
                    <a:pt x="660" y="372"/>
                  </a:lnTo>
                  <a:lnTo>
                    <a:pt x="672" y="366"/>
                  </a:lnTo>
                  <a:lnTo>
                    <a:pt x="702" y="366"/>
                  </a:lnTo>
                  <a:lnTo>
                    <a:pt x="708" y="354"/>
                  </a:lnTo>
                  <a:lnTo>
                    <a:pt x="738" y="360"/>
                  </a:lnTo>
                  <a:lnTo>
                    <a:pt x="744" y="354"/>
                  </a:lnTo>
                  <a:lnTo>
                    <a:pt x="750" y="342"/>
                  </a:lnTo>
                  <a:lnTo>
                    <a:pt x="756" y="336"/>
                  </a:lnTo>
                  <a:lnTo>
                    <a:pt x="774" y="336"/>
                  </a:lnTo>
                  <a:lnTo>
                    <a:pt x="786" y="348"/>
                  </a:lnTo>
                  <a:lnTo>
                    <a:pt x="786" y="354"/>
                  </a:lnTo>
                  <a:lnTo>
                    <a:pt x="804" y="354"/>
                  </a:lnTo>
                  <a:lnTo>
                    <a:pt x="816" y="342"/>
                  </a:lnTo>
                  <a:lnTo>
                    <a:pt x="798" y="330"/>
                  </a:lnTo>
                  <a:lnTo>
                    <a:pt x="786" y="312"/>
                  </a:lnTo>
                  <a:lnTo>
                    <a:pt x="768" y="312"/>
                  </a:lnTo>
                  <a:lnTo>
                    <a:pt x="762" y="306"/>
                  </a:lnTo>
                  <a:lnTo>
                    <a:pt x="762" y="288"/>
                  </a:lnTo>
                  <a:lnTo>
                    <a:pt x="774" y="264"/>
                  </a:lnTo>
                  <a:lnTo>
                    <a:pt x="774" y="258"/>
                  </a:lnTo>
                  <a:lnTo>
                    <a:pt x="780" y="252"/>
                  </a:lnTo>
                  <a:lnTo>
                    <a:pt x="786" y="252"/>
                  </a:lnTo>
                  <a:lnTo>
                    <a:pt x="792" y="246"/>
                  </a:lnTo>
                  <a:lnTo>
                    <a:pt x="798" y="234"/>
                  </a:lnTo>
                  <a:lnTo>
                    <a:pt x="798" y="216"/>
                  </a:lnTo>
                  <a:lnTo>
                    <a:pt x="792" y="210"/>
                  </a:lnTo>
                  <a:lnTo>
                    <a:pt x="780" y="204"/>
                  </a:lnTo>
                  <a:lnTo>
                    <a:pt x="756" y="204"/>
                  </a:lnTo>
                  <a:lnTo>
                    <a:pt x="750" y="198"/>
                  </a:lnTo>
                  <a:lnTo>
                    <a:pt x="744" y="186"/>
                  </a:lnTo>
                  <a:lnTo>
                    <a:pt x="744" y="180"/>
                  </a:lnTo>
                  <a:lnTo>
                    <a:pt x="732" y="180"/>
                  </a:lnTo>
                  <a:lnTo>
                    <a:pt x="726" y="186"/>
                  </a:lnTo>
                  <a:lnTo>
                    <a:pt x="714" y="192"/>
                  </a:lnTo>
                  <a:lnTo>
                    <a:pt x="702" y="192"/>
                  </a:lnTo>
                  <a:lnTo>
                    <a:pt x="696" y="186"/>
                  </a:lnTo>
                  <a:lnTo>
                    <a:pt x="690" y="186"/>
                  </a:lnTo>
                  <a:lnTo>
                    <a:pt x="684" y="180"/>
                  </a:lnTo>
                  <a:lnTo>
                    <a:pt x="660" y="180"/>
                  </a:lnTo>
                  <a:lnTo>
                    <a:pt x="648" y="192"/>
                  </a:lnTo>
                  <a:lnTo>
                    <a:pt x="648" y="204"/>
                  </a:lnTo>
                  <a:lnTo>
                    <a:pt x="612" y="204"/>
                  </a:lnTo>
                  <a:lnTo>
                    <a:pt x="588" y="198"/>
                  </a:lnTo>
                  <a:lnTo>
                    <a:pt x="576" y="192"/>
                  </a:lnTo>
                  <a:lnTo>
                    <a:pt x="576" y="168"/>
                  </a:lnTo>
                  <a:lnTo>
                    <a:pt x="582" y="162"/>
                  </a:lnTo>
                  <a:lnTo>
                    <a:pt x="582" y="156"/>
                  </a:lnTo>
                  <a:lnTo>
                    <a:pt x="576" y="150"/>
                  </a:lnTo>
                  <a:lnTo>
                    <a:pt x="564" y="144"/>
                  </a:lnTo>
                  <a:lnTo>
                    <a:pt x="552" y="144"/>
                  </a:lnTo>
                  <a:lnTo>
                    <a:pt x="552" y="138"/>
                  </a:lnTo>
                  <a:lnTo>
                    <a:pt x="546" y="132"/>
                  </a:lnTo>
                  <a:lnTo>
                    <a:pt x="546" y="108"/>
                  </a:lnTo>
                  <a:lnTo>
                    <a:pt x="540" y="102"/>
                  </a:lnTo>
                  <a:lnTo>
                    <a:pt x="528" y="102"/>
                  </a:lnTo>
                  <a:lnTo>
                    <a:pt x="516" y="84"/>
                  </a:lnTo>
                  <a:lnTo>
                    <a:pt x="498" y="84"/>
                  </a:lnTo>
                  <a:lnTo>
                    <a:pt x="486" y="48"/>
                  </a:lnTo>
                  <a:lnTo>
                    <a:pt x="480" y="42"/>
                  </a:lnTo>
                  <a:lnTo>
                    <a:pt x="468" y="36"/>
                  </a:lnTo>
                  <a:lnTo>
                    <a:pt x="450" y="18"/>
                  </a:lnTo>
                  <a:lnTo>
                    <a:pt x="438" y="12"/>
                  </a:lnTo>
                  <a:lnTo>
                    <a:pt x="426" y="0"/>
                  </a:lnTo>
                  <a:lnTo>
                    <a:pt x="396" y="0"/>
                  </a:lnTo>
                  <a:lnTo>
                    <a:pt x="414" y="0"/>
                  </a:lnTo>
                  <a:lnTo>
                    <a:pt x="414" y="24"/>
                  </a:lnTo>
                  <a:lnTo>
                    <a:pt x="408" y="24"/>
                  </a:lnTo>
                  <a:lnTo>
                    <a:pt x="408" y="30"/>
                  </a:lnTo>
                  <a:lnTo>
                    <a:pt x="402" y="30"/>
                  </a:lnTo>
                  <a:lnTo>
                    <a:pt x="426" y="48"/>
                  </a:lnTo>
                  <a:lnTo>
                    <a:pt x="426" y="78"/>
                  </a:lnTo>
                  <a:lnTo>
                    <a:pt x="414" y="84"/>
                  </a:lnTo>
                  <a:lnTo>
                    <a:pt x="402" y="126"/>
                  </a:lnTo>
                  <a:lnTo>
                    <a:pt x="396" y="138"/>
                  </a:lnTo>
                  <a:lnTo>
                    <a:pt x="384" y="150"/>
                  </a:lnTo>
                  <a:lnTo>
                    <a:pt x="378" y="162"/>
                  </a:lnTo>
                  <a:lnTo>
                    <a:pt x="366" y="174"/>
                  </a:lnTo>
                  <a:lnTo>
                    <a:pt x="354" y="192"/>
                  </a:lnTo>
                  <a:lnTo>
                    <a:pt x="336" y="204"/>
                  </a:lnTo>
                  <a:lnTo>
                    <a:pt x="276" y="234"/>
                  </a:lnTo>
                  <a:lnTo>
                    <a:pt x="258" y="240"/>
                  </a:lnTo>
                  <a:lnTo>
                    <a:pt x="240" y="252"/>
                  </a:lnTo>
                  <a:lnTo>
                    <a:pt x="222" y="270"/>
                  </a:lnTo>
                  <a:lnTo>
                    <a:pt x="222" y="276"/>
                  </a:lnTo>
                  <a:lnTo>
                    <a:pt x="210" y="282"/>
                  </a:lnTo>
                  <a:lnTo>
                    <a:pt x="210" y="300"/>
                  </a:lnTo>
                  <a:lnTo>
                    <a:pt x="198" y="312"/>
                  </a:lnTo>
                  <a:lnTo>
                    <a:pt x="198" y="336"/>
                  </a:lnTo>
                  <a:lnTo>
                    <a:pt x="192" y="348"/>
                  </a:lnTo>
                  <a:lnTo>
                    <a:pt x="192" y="378"/>
                  </a:lnTo>
                  <a:lnTo>
                    <a:pt x="174" y="378"/>
                  </a:lnTo>
                  <a:lnTo>
                    <a:pt x="168" y="384"/>
                  </a:lnTo>
                  <a:lnTo>
                    <a:pt x="168" y="390"/>
                  </a:lnTo>
                  <a:lnTo>
                    <a:pt x="162" y="396"/>
                  </a:lnTo>
                  <a:lnTo>
                    <a:pt x="162" y="402"/>
                  </a:lnTo>
                  <a:lnTo>
                    <a:pt x="144" y="402"/>
                  </a:lnTo>
                  <a:lnTo>
                    <a:pt x="138" y="390"/>
                  </a:lnTo>
                  <a:lnTo>
                    <a:pt x="138" y="372"/>
                  </a:lnTo>
                  <a:lnTo>
                    <a:pt x="132" y="366"/>
                  </a:lnTo>
                  <a:lnTo>
                    <a:pt x="132" y="360"/>
                  </a:lnTo>
                  <a:lnTo>
                    <a:pt x="102" y="360"/>
                  </a:lnTo>
                  <a:lnTo>
                    <a:pt x="90" y="348"/>
                  </a:lnTo>
                  <a:lnTo>
                    <a:pt x="78" y="360"/>
                  </a:lnTo>
                  <a:lnTo>
                    <a:pt x="66" y="366"/>
                  </a:lnTo>
                  <a:lnTo>
                    <a:pt x="60" y="366"/>
                  </a:lnTo>
                  <a:lnTo>
                    <a:pt x="54" y="360"/>
                  </a:lnTo>
                  <a:lnTo>
                    <a:pt x="66" y="348"/>
                  </a:lnTo>
                  <a:lnTo>
                    <a:pt x="54" y="336"/>
                  </a:lnTo>
                  <a:lnTo>
                    <a:pt x="60" y="330"/>
                  </a:lnTo>
                  <a:lnTo>
                    <a:pt x="66" y="318"/>
                  </a:lnTo>
                  <a:lnTo>
                    <a:pt x="78" y="312"/>
                  </a:lnTo>
                  <a:lnTo>
                    <a:pt x="84" y="300"/>
                  </a:lnTo>
                  <a:lnTo>
                    <a:pt x="90" y="294"/>
                  </a:lnTo>
                  <a:lnTo>
                    <a:pt x="90" y="288"/>
                  </a:lnTo>
                  <a:lnTo>
                    <a:pt x="84" y="288"/>
                  </a:lnTo>
                  <a:lnTo>
                    <a:pt x="72" y="282"/>
                  </a:lnTo>
                  <a:lnTo>
                    <a:pt x="66" y="282"/>
                  </a:lnTo>
                  <a:lnTo>
                    <a:pt x="6" y="342"/>
                  </a:lnTo>
                  <a:lnTo>
                    <a:pt x="0" y="354"/>
                  </a:lnTo>
                  <a:lnTo>
                    <a:pt x="0" y="390"/>
                  </a:lnTo>
                  <a:lnTo>
                    <a:pt x="6" y="396"/>
                  </a:lnTo>
                  <a:lnTo>
                    <a:pt x="18" y="396"/>
                  </a:lnTo>
                  <a:lnTo>
                    <a:pt x="12" y="420"/>
                  </a:lnTo>
                  <a:lnTo>
                    <a:pt x="36" y="444"/>
                  </a:lnTo>
                  <a:lnTo>
                    <a:pt x="36" y="462"/>
                  </a:lnTo>
                  <a:lnTo>
                    <a:pt x="12" y="486"/>
                  </a:lnTo>
                  <a:lnTo>
                    <a:pt x="12" y="492"/>
                  </a:lnTo>
                  <a:lnTo>
                    <a:pt x="18" y="504"/>
                  </a:lnTo>
                  <a:lnTo>
                    <a:pt x="24" y="510"/>
                  </a:lnTo>
                  <a:lnTo>
                    <a:pt x="36" y="516"/>
                  </a:lnTo>
                  <a:lnTo>
                    <a:pt x="54" y="522"/>
                  </a:lnTo>
                  <a:lnTo>
                    <a:pt x="66" y="522"/>
                  </a:lnTo>
                  <a:lnTo>
                    <a:pt x="108" y="564"/>
                  </a:lnTo>
                  <a:lnTo>
                    <a:pt x="114" y="576"/>
                  </a:lnTo>
                  <a:lnTo>
                    <a:pt x="132" y="594"/>
                  </a:lnTo>
                  <a:lnTo>
                    <a:pt x="138" y="612"/>
                  </a:lnTo>
                  <a:lnTo>
                    <a:pt x="144" y="624"/>
                  </a:lnTo>
                  <a:lnTo>
                    <a:pt x="144" y="642"/>
                  </a:lnTo>
                  <a:lnTo>
                    <a:pt x="150" y="648"/>
                  </a:lnTo>
                  <a:lnTo>
                    <a:pt x="156" y="660"/>
                  </a:lnTo>
                  <a:lnTo>
                    <a:pt x="168" y="666"/>
                  </a:lnTo>
                  <a:lnTo>
                    <a:pt x="174" y="678"/>
                  </a:lnTo>
                  <a:lnTo>
                    <a:pt x="192" y="696"/>
                  </a:lnTo>
                  <a:lnTo>
                    <a:pt x="204" y="720"/>
                  </a:lnTo>
                  <a:lnTo>
                    <a:pt x="216" y="732"/>
                  </a:lnTo>
                  <a:lnTo>
                    <a:pt x="222" y="744"/>
                  </a:lnTo>
                  <a:lnTo>
                    <a:pt x="234" y="762"/>
                  </a:lnTo>
                  <a:lnTo>
                    <a:pt x="240" y="768"/>
                  </a:lnTo>
                  <a:lnTo>
                    <a:pt x="246" y="780"/>
                  </a:lnTo>
                  <a:lnTo>
                    <a:pt x="252" y="822"/>
                  </a:lnTo>
                  <a:lnTo>
                    <a:pt x="252" y="828"/>
                  </a:lnTo>
                  <a:lnTo>
                    <a:pt x="258" y="834"/>
                  </a:lnTo>
                  <a:lnTo>
                    <a:pt x="264" y="846"/>
                  </a:lnTo>
                  <a:lnTo>
                    <a:pt x="270" y="864"/>
                  </a:lnTo>
                  <a:lnTo>
                    <a:pt x="282" y="876"/>
                  </a:lnTo>
                  <a:lnTo>
                    <a:pt x="288" y="894"/>
                  </a:lnTo>
                  <a:lnTo>
                    <a:pt x="294" y="906"/>
                  </a:lnTo>
                  <a:lnTo>
                    <a:pt x="294" y="918"/>
                  </a:lnTo>
                  <a:lnTo>
                    <a:pt x="300" y="924"/>
                  </a:lnTo>
                  <a:lnTo>
                    <a:pt x="312" y="924"/>
                  </a:lnTo>
                  <a:lnTo>
                    <a:pt x="324" y="936"/>
                  </a:lnTo>
                  <a:lnTo>
                    <a:pt x="324" y="948"/>
                  </a:lnTo>
                  <a:lnTo>
                    <a:pt x="330" y="954"/>
                  </a:lnTo>
                  <a:lnTo>
                    <a:pt x="330" y="966"/>
                  </a:lnTo>
                  <a:lnTo>
                    <a:pt x="336" y="984"/>
                  </a:lnTo>
                  <a:lnTo>
                    <a:pt x="360" y="1014"/>
                  </a:lnTo>
                  <a:lnTo>
                    <a:pt x="378" y="1050"/>
                  </a:lnTo>
                  <a:lnTo>
                    <a:pt x="396" y="1074"/>
                  </a:lnTo>
                  <a:lnTo>
                    <a:pt x="402" y="1086"/>
                  </a:lnTo>
                  <a:lnTo>
                    <a:pt x="408" y="1104"/>
                  </a:lnTo>
                  <a:lnTo>
                    <a:pt x="408" y="1116"/>
                  </a:lnTo>
                  <a:lnTo>
                    <a:pt x="402" y="1128"/>
                  </a:lnTo>
                  <a:lnTo>
                    <a:pt x="402" y="1146"/>
                  </a:lnTo>
                  <a:lnTo>
                    <a:pt x="414" y="1158"/>
                  </a:lnTo>
                  <a:lnTo>
                    <a:pt x="420" y="1170"/>
                  </a:lnTo>
                  <a:lnTo>
                    <a:pt x="444" y="1194"/>
                  </a:lnTo>
                  <a:lnTo>
                    <a:pt x="456" y="1200"/>
                  </a:lnTo>
                  <a:lnTo>
                    <a:pt x="468" y="1212"/>
                  </a:lnTo>
                  <a:lnTo>
                    <a:pt x="474" y="1224"/>
                  </a:lnTo>
                  <a:lnTo>
                    <a:pt x="498" y="1248"/>
                  </a:lnTo>
                  <a:lnTo>
                    <a:pt x="516" y="1260"/>
                  </a:lnTo>
                  <a:lnTo>
                    <a:pt x="546" y="1278"/>
                  </a:lnTo>
                  <a:lnTo>
                    <a:pt x="576" y="1290"/>
                  </a:lnTo>
                  <a:lnTo>
                    <a:pt x="600" y="1302"/>
                  </a:lnTo>
                  <a:lnTo>
                    <a:pt x="642" y="1320"/>
                  </a:lnTo>
                  <a:lnTo>
                    <a:pt x="696" y="1350"/>
                  </a:lnTo>
                  <a:lnTo>
                    <a:pt x="708" y="1362"/>
                  </a:lnTo>
                  <a:lnTo>
                    <a:pt x="726" y="1374"/>
                  </a:lnTo>
                  <a:lnTo>
                    <a:pt x="738" y="1380"/>
                  </a:lnTo>
                  <a:lnTo>
                    <a:pt x="750" y="1392"/>
                  </a:lnTo>
                  <a:lnTo>
                    <a:pt x="774" y="1404"/>
                  </a:lnTo>
                  <a:lnTo>
                    <a:pt x="780" y="1428"/>
                  </a:lnTo>
                  <a:lnTo>
                    <a:pt x="792" y="1434"/>
                  </a:lnTo>
                  <a:lnTo>
                    <a:pt x="798" y="1446"/>
                  </a:lnTo>
                  <a:lnTo>
                    <a:pt x="810" y="1452"/>
                  </a:lnTo>
                  <a:lnTo>
                    <a:pt x="816" y="1458"/>
                  </a:lnTo>
                  <a:lnTo>
                    <a:pt x="840" y="1470"/>
                  </a:lnTo>
                  <a:lnTo>
                    <a:pt x="846" y="1482"/>
                  </a:lnTo>
                  <a:lnTo>
                    <a:pt x="858" y="1488"/>
                  </a:lnTo>
                  <a:lnTo>
                    <a:pt x="894" y="1464"/>
                  </a:lnTo>
                  <a:lnTo>
                    <a:pt x="900" y="1458"/>
                  </a:lnTo>
                  <a:lnTo>
                    <a:pt x="900" y="1440"/>
                  </a:lnTo>
                  <a:lnTo>
                    <a:pt x="894" y="1428"/>
                  </a:lnTo>
                  <a:lnTo>
                    <a:pt x="912" y="1416"/>
                  </a:lnTo>
                  <a:lnTo>
                    <a:pt x="900" y="1392"/>
                  </a:lnTo>
                  <a:lnTo>
                    <a:pt x="918" y="1374"/>
                  </a:lnTo>
                  <a:lnTo>
                    <a:pt x="930" y="1368"/>
                  </a:lnTo>
                  <a:lnTo>
                    <a:pt x="942" y="1344"/>
                  </a:lnTo>
                  <a:lnTo>
                    <a:pt x="942" y="1332"/>
                  </a:lnTo>
                  <a:lnTo>
                    <a:pt x="930" y="132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37" name="Papua New 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4BA3909A-AFBA-4F77-BF4E-62E9AEFB840B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7035404" y="3050811"/>
              <a:ext cx="359290" cy="238907"/>
            </a:xfrm>
            <a:custGeom>
              <a:avLst/>
              <a:gdLst>
                <a:gd name="T0" fmla="*/ 2147483647 w 1086"/>
                <a:gd name="T1" fmla="*/ 2147483647 h 726"/>
                <a:gd name="T2" fmla="*/ 2147483647 w 1086"/>
                <a:gd name="T3" fmla="*/ 2147483647 h 726"/>
                <a:gd name="T4" fmla="*/ 2147483647 w 1086"/>
                <a:gd name="T5" fmla="*/ 2147483647 h 726"/>
                <a:gd name="T6" fmla="*/ 2147483647 w 1086"/>
                <a:gd name="T7" fmla="*/ 2147483647 h 726"/>
                <a:gd name="T8" fmla="*/ 2147483647 w 1086"/>
                <a:gd name="T9" fmla="*/ 2147483647 h 726"/>
                <a:gd name="T10" fmla="*/ 2147483647 w 1086"/>
                <a:gd name="T11" fmla="*/ 2147483647 h 726"/>
                <a:gd name="T12" fmla="*/ 2147483647 w 1086"/>
                <a:gd name="T13" fmla="*/ 2147483647 h 726"/>
                <a:gd name="T14" fmla="*/ 2147483647 w 1086"/>
                <a:gd name="T15" fmla="*/ 2147483647 h 726"/>
                <a:gd name="T16" fmla="*/ 2147483647 w 1086"/>
                <a:gd name="T17" fmla="*/ 2147483647 h 726"/>
                <a:gd name="T18" fmla="*/ 2147483647 w 1086"/>
                <a:gd name="T19" fmla="*/ 2147483647 h 726"/>
                <a:gd name="T20" fmla="*/ 2147483647 w 1086"/>
                <a:gd name="T21" fmla="*/ 2147483647 h 726"/>
                <a:gd name="T22" fmla="*/ 2147483647 w 1086"/>
                <a:gd name="T23" fmla="*/ 2147483647 h 726"/>
                <a:gd name="T24" fmla="*/ 2147483647 w 1086"/>
                <a:gd name="T25" fmla="*/ 2147483647 h 726"/>
                <a:gd name="T26" fmla="*/ 2147483647 w 1086"/>
                <a:gd name="T27" fmla="*/ 2147483647 h 726"/>
                <a:gd name="T28" fmla="*/ 2147483647 w 1086"/>
                <a:gd name="T29" fmla="*/ 2147483647 h 726"/>
                <a:gd name="T30" fmla="*/ 2147483647 w 1086"/>
                <a:gd name="T31" fmla="*/ 2147483647 h 726"/>
                <a:gd name="T32" fmla="*/ 2147483647 w 1086"/>
                <a:gd name="T33" fmla="*/ 2147483647 h 726"/>
                <a:gd name="T34" fmla="*/ 2147483647 w 1086"/>
                <a:gd name="T35" fmla="*/ 2147483647 h 726"/>
                <a:gd name="T36" fmla="*/ 2147483647 w 1086"/>
                <a:gd name="T37" fmla="*/ 2147483647 h 726"/>
                <a:gd name="T38" fmla="*/ 2147483647 w 1086"/>
                <a:gd name="T39" fmla="*/ 2147483647 h 726"/>
                <a:gd name="T40" fmla="*/ 2147483647 w 1086"/>
                <a:gd name="T41" fmla="*/ 2147483647 h 726"/>
                <a:gd name="T42" fmla="*/ 2147483647 w 1086"/>
                <a:gd name="T43" fmla="*/ 2147483647 h 726"/>
                <a:gd name="T44" fmla="*/ 2147483647 w 1086"/>
                <a:gd name="T45" fmla="*/ 2147483647 h 726"/>
                <a:gd name="T46" fmla="*/ 2147483647 w 1086"/>
                <a:gd name="T47" fmla="*/ 2147483647 h 726"/>
                <a:gd name="T48" fmla="*/ 2147483647 w 1086"/>
                <a:gd name="T49" fmla="*/ 2147483647 h 726"/>
                <a:gd name="T50" fmla="*/ 2147483647 w 1086"/>
                <a:gd name="T51" fmla="*/ 2147483647 h 726"/>
                <a:gd name="T52" fmla="*/ 2147483647 w 1086"/>
                <a:gd name="T53" fmla="*/ 2147483647 h 726"/>
                <a:gd name="T54" fmla="*/ 2147483647 w 1086"/>
                <a:gd name="T55" fmla="*/ 2147483647 h 726"/>
                <a:gd name="T56" fmla="*/ 2147483647 w 1086"/>
                <a:gd name="T57" fmla="*/ 2147483647 h 726"/>
                <a:gd name="T58" fmla="*/ 2147483647 w 1086"/>
                <a:gd name="T59" fmla="*/ 2147483647 h 726"/>
                <a:gd name="T60" fmla="*/ 2147483647 w 1086"/>
                <a:gd name="T61" fmla="*/ 2147483647 h 726"/>
                <a:gd name="T62" fmla="*/ 2147483647 w 1086"/>
                <a:gd name="T63" fmla="*/ 2147483647 h 726"/>
                <a:gd name="T64" fmla="*/ 2147483647 w 1086"/>
                <a:gd name="T65" fmla="*/ 2147483647 h 726"/>
                <a:gd name="T66" fmla="*/ 2147483647 w 1086"/>
                <a:gd name="T67" fmla="*/ 2147483647 h 726"/>
                <a:gd name="T68" fmla="*/ 2147483647 w 1086"/>
                <a:gd name="T69" fmla="*/ 2147483647 h 726"/>
                <a:gd name="T70" fmla="*/ 2147483647 w 1086"/>
                <a:gd name="T71" fmla="*/ 2147483647 h 726"/>
                <a:gd name="T72" fmla="*/ 2147483647 w 1086"/>
                <a:gd name="T73" fmla="*/ 2147483647 h 726"/>
                <a:gd name="T74" fmla="*/ 2147483647 w 1086"/>
                <a:gd name="T75" fmla="*/ 2147483647 h 726"/>
                <a:gd name="T76" fmla="*/ 2147483647 w 1086"/>
                <a:gd name="T77" fmla="*/ 2147483647 h 726"/>
                <a:gd name="T78" fmla="*/ 2147483647 w 1086"/>
                <a:gd name="T79" fmla="*/ 2147483647 h 726"/>
                <a:gd name="T80" fmla="*/ 2147483647 w 1086"/>
                <a:gd name="T81" fmla="*/ 2147483647 h 726"/>
                <a:gd name="T82" fmla="*/ 2147483647 w 1086"/>
                <a:gd name="T83" fmla="*/ 2147483647 h 726"/>
                <a:gd name="T84" fmla="*/ 2147483647 w 1086"/>
                <a:gd name="T85" fmla="*/ 2147483647 h 726"/>
                <a:gd name="T86" fmla="*/ 2147483647 w 1086"/>
                <a:gd name="T87" fmla="*/ 2147483647 h 726"/>
                <a:gd name="T88" fmla="*/ 2147483647 w 1086"/>
                <a:gd name="T89" fmla="*/ 2147483647 h 726"/>
                <a:gd name="T90" fmla="*/ 2147483647 w 1086"/>
                <a:gd name="T91" fmla="*/ 2147483647 h 726"/>
                <a:gd name="T92" fmla="*/ 2147483647 w 1086"/>
                <a:gd name="T93" fmla="*/ 2147483647 h 726"/>
                <a:gd name="T94" fmla="*/ 2147483647 w 1086"/>
                <a:gd name="T95" fmla="*/ 2147483647 h 726"/>
                <a:gd name="T96" fmla="*/ 2147483647 w 1086"/>
                <a:gd name="T97" fmla="*/ 2147483647 h 726"/>
                <a:gd name="T98" fmla="*/ 2147483647 w 1086"/>
                <a:gd name="T99" fmla="*/ 2147483647 h 726"/>
                <a:gd name="T100" fmla="*/ 2147483647 w 1086"/>
                <a:gd name="T101" fmla="*/ 2147483647 h 726"/>
                <a:gd name="T102" fmla="*/ 2147483647 w 1086"/>
                <a:gd name="T103" fmla="*/ 2147483647 h 726"/>
                <a:gd name="T104" fmla="*/ 2147483647 w 1086"/>
                <a:gd name="T105" fmla="*/ 2147483647 h 726"/>
                <a:gd name="T106" fmla="*/ 2147483647 w 1086"/>
                <a:gd name="T107" fmla="*/ 2147483647 h 726"/>
                <a:gd name="T108" fmla="*/ 2147483647 w 1086"/>
                <a:gd name="T109" fmla="*/ 2147483647 h 726"/>
                <a:gd name="T110" fmla="*/ 2147483647 w 1086"/>
                <a:gd name="T111" fmla="*/ 2147483647 h 726"/>
                <a:gd name="T112" fmla="*/ 2147483647 w 1086"/>
                <a:gd name="T113" fmla="*/ 2147483647 h 72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86"/>
                <a:gd name="T172" fmla="*/ 0 h 726"/>
                <a:gd name="T173" fmla="*/ 1086 w 1086"/>
                <a:gd name="T174" fmla="*/ 726 h 72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86" h="726">
                  <a:moveTo>
                    <a:pt x="486" y="0"/>
                  </a:moveTo>
                  <a:lnTo>
                    <a:pt x="462" y="0"/>
                  </a:lnTo>
                  <a:lnTo>
                    <a:pt x="450" y="6"/>
                  </a:lnTo>
                  <a:lnTo>
                    <a:pt x="444" y="12"/>
                  </a:lnTo>
                  <a:lnTo>
                    <a:pt x="432" y="18"/>
                  </a:lnTo>
                  <a:lnTo>
                    <a:pt x="462" y="36"/>
                  </a:lnTo>
                  <a:lnTo>
                    <a:pt x="474" y="36"/>
                  </a:lnTo>
                  <a:lnTo>
                    <a:pt x="486" y="30"/>
                  </a:lnTo>
                  <a:lnTo>
                    <a:pt x="498" y="18"/>
                  </a:lnTo>
                  <a:lnTo>
                    <a:pt x="492" y="6"/>
                  </a:lnTo>
                  <a:lnTo>
                    <a:pt x="486" y="0"/>
                  </a:lnTo>
                  <a:close/>
                  <a:moveTo>
                    <a:pt x="756" y="216"/>
                  </a:moveTo>
                  <a:lnTo>
                    <a:pt x="750" y="222"/>
                  </a:lnTo>
                  <a:lnTo>
                    <a:pt x="750" y="228"/>
                  </a:lnTo>
                  <a:lnTo>
                    <a:pt x="756" y="234"/>
                  </a:lnTo>
                  <a:lnTo>
                    <a:pt x="768" y="240"/>
                  </a:lnTo>
                  <a:lnTo>
                    <a:pt x="774" y="246"/>
                  </a:lnTo>
                  <a:lnTo>
                    <a:pt x="774" y="264"/>
                  </a:lnTo>
                  <a:lnTo>
                    <a:pt x="702" y="300"/>
                  </a:lnTo>
                  <a:lnTo>
                    <a:pt x="666" y="300"/>
                  </a:lnTo>
                  <a:lnTo>
                    <a:pt x="630" y="312"/>
                  </a:lnTo>
                  <a:lnTo>
                    <a:pt x="594" y="330"/>
                  </a:lnTo>
                  <a:lnTo>
                    <a:pt x="588" y="336"/>
                  </a:lnTo>
                  <a:lnTo>
                    <a:pt x="570" y="336"/>
                  </a:lnTo>
                  <a:lnTo>
                    <a:pt x="564" y="342"/>
                  </a:lnTo>
                  <a:lnTo>
                    <a:pt x="588" y="378"/>
                  </a:lnTo>
                  <a:lnTo>
                    <a:pt x="684" y="378"/>
                  </a:lnTo>
                  <a:lnTo>
                    <a:pt x="702" y="366"/>
                  </a:lnTo>
                  <a:lnTo>
                    <a:pt x="738" y="366"/>
                  </a:lnTo>
                  <a:lnTo>
                    <a:pt x="750" y="360"/>
                  </a:lnTo>
                  <a:lnTo>
                    <a:pt x="774" y="336"/>
                  </a:lnTo>
                  <a:lnTo>
                    <a:pt x="774" y="330"/>
                  </a:lnTo>
                  <a:lnTo>
                    <a:pt x="804" y="324"/>
                  </a:lnTo>
                  <a:lnTo>
                    <a:pt x="798" y="300"/>
                  </a:lnTo>
                  <a:lnTo>
                    <a:pt x="822" y="300"/>
                  </a:lnTo>
                  <a:lnTo>
                    <a:pt x="822" y="288"/>
                  </a:lnTo>
                  <a:lnTo>
                    <a:pt x="828" y="258"/>
                  </a:lnTo>
                  <a:lnTo>
                    <a:pt x="828" y="228"/>
                  </a:lnTo>
                  <a:lnTo>
                    <a:pt x="822" y="198"/>
                  </a:lnTo>
                  <a:lnTo>
                    <a:pt x="816" y="192"/>
                  </a:lnTo>
                  <a:lnTo>
                    <a:pt x="804" y="186"/>
                  </a:lnTo>
                  <a:lnTo>
                    <a:pt x="792" y="192"/>
                  </a:lnTo>
                  <a:lnTo>
                    <a:pt x="786" y="198"/>
                  </a:lnTo>
                  <a:lnTo>
                    <a:pt x="762" y="210"/>
                  </a:lnTo>
                  <a:lnTo>
                    <a:pt x="756" y="216"/>
                  </a:lnTo>
                  <a:close/>
                  <a:moveTo>
                    <a:pt x="834" y="132"/>
                  </a:moveTo>
                  <a:lnTo>
                    <a:pt x="822" y="132"/>
                  </a:lnTo>
                  <a:lnTo>
                    <a:pt x="816" y="120"/>
                  </a:lnTo>
                  <a:lnTo>
                    <a:pt x="804" y="108"/>
                  </a:lnTo>
                  <a:lnTo>
                    <a:pt x="792" y="102"/>
                  </a:lnTo>
                  <a:lnTo>
                    <a:pt x="786" y="90"/>
                  </a:lnTo>
                  <a:lnTo>
                    <a:pt x="774" y="78"/>
                  </a:lnTo>
                  <a:lnTo>
                    <a:pt x="768" y="78"/>
                  </a:lnTo>
                  <a:lnTo>
                    <a:pt x="762" y="72"/>
                  </a:lnTo>
                  <a:lnTo>
                    <a:pt x="756" y="72"/>
                  </a:lnTo>
                  <a:lnTo>
                    <a:pt x="732" y="36"/>
                  </a:lnTo>
                  <a:lnTo>
                    <a:pt x="720" y="84"/>
                  </a:lnTo>
                  <a:lnTo>
                    <a:pt x="762" y="96"/>
                  </a:lnTo>
                  <a:lnTo>
                    <a:pt x="816" y="150"/>
                  </a:lnTo>
                  <a:lnTo>
                    <a:pt x="828" y="150"/>
                  </a:lnTo>
                  <a:lnTo>
                    <a:pt x="834" y="156"/>
                  </a:lnTo>
                  <a:lnTo>
                    <a:pt x="846" y="162"/>
                  </a:lnTo>
                  <a:lnTo>
                    <a:pt x="852" y="174"/>
                  </a:lnTo>
                  <a:lnTo>
                    <a:pt x="852" y="180"/>
                  </a:lnTo>
                  <a:lnTo>
                    <a:pt x="858" y="192"/>
                  </a:lnTo>
                  <a:lnTo>
                    <a:pt x="852" y="204"/>
                  </a:lnTo>
                  <a:lnTo>
                    <a:pt x="852" y="240"/>
                  </a:lnTo>
                  <a:lnTo>
                    <a:pt x="858" y="252"/>
                  </a:lnTo>
                  <a:lnTo>
                    <a:pt x="864" y="258"/>
                  </a:lnTo>
                  <a:lnTo>
                    <a:pt x="882" y="258"/>
                  </a:lnTo>
                  <a:lnTo>
                    <a:pt x="894" y="246"/>
                  </a:lnTo>
                  <a:lnTo>
                    <a:pt x="900" y="234"/>
                  </a:lnTo>
                  <a:lnTo>
                    <a:pt x="900" y="222"/>
                  </a:lnTo>
                  <a:lnTo>
                    <a:pt x="888" y="186"/>
                  </a:lnTo>
                  <a:lnTo>
                    <a:pt x="876" y="174"/>
                  </a:lnTo>
                  <a:lnTo>
                    <a:pt x="864" y="156"/>
                  </a:lnTo>
                  <a:lnTo>
                    <a:pt x="852" y="150"/>
                  </a:lnTo>
                  <a:lnTo>
                    <a:pt x="846" y="138"/>
                  </a:lnTo>
                  <a:lnTo>
                    <a:pt x="834" y="132"/>
                  </a:lnTo>
                  <a:close/>
                  <a:moveTo>
                    <a:pt x="1086" y="360"/>
                  </a:moveTo>
                  <a:lnTo>
                    <a:pt x="1020" y="294"/>
                  </a:lnTo>
                  <a:lnTo>
                    <a:pt x="1020" y="288"/>
                  </a:lnTo>
                  <a:lnTo>
                    <a:pt x="1002" y="270"/>
                  </a:lnTo>
                  <a:lnTo>
                    <a:pt x="984" y="270"/>
                  </a:lnTo>
                  <a:lnTo>
                    <a:pt x="978" y="276"/>
                  </a:lnTo>
                  <a:lnTo>
                    <a:pt x="978" y="300"/>
                  </a:lnTo>
                  <a:lnTo>
                    <a:pt x="996" y="330"/>
                  </a:lnTo>
                  <a:lnTo>
                    <a:pt x="1020" y="378"/>
                  </a:lnTo>
                  <a:lnTo>
                    <a:pt x="1086" y="438"/>
                  </a:lnTo>
                  <a:lnTo>
                    <a:pt x="1086" y="360"/>
                  </a:lnTo>
                  <a:close/>
                  <a:moveTo>
                    <a:pt x="672" y="672"/>
                  </a:moveTo>
                  <a:lnTo>
                    <a:pt x="630" y="642"/>
                  </a:lnTo>
                  <a:lnTo>
                    <a:pt x="648" y="630"/>
                  </a:lnTo>
                  <a:lnTo>
                    <a:pt x="636" y="630"/>
                  </a:lnTo>
                  <a:lnTo>
                    <a:pt x="624" y="624"/>
                  </a:lnTo>
                  <a:lnTo>
                    <a:pt x="612" y="624"/>
                  </a:lnTo>
                  <a:lnTo>
                    <a:pt x="600" y="618"/>
                  </a:lnTo>
                  <a:lnTo>
                    <a:pt x="594" y="606"/>
                  </a:lnTo>
                  <a:lnTo>
                    <a:pt x="594" y="594"/>
                  </a:lnTo>
                  <a:lnTo>
                    <a:pt x="600" y="582"/>
                  </a:lnTo>
                  <a:lnTo>
                    <a:pt x="600" y="564"/>
                  </a:lnTo>
                  <a:lnTo>
                    <a:pt x="588" y="570"/>
                  </a:lnTo>
                  <a:lnTo>
                    <a:pt x="582" y="570"/>
                  </a:lnTo>
                  <a:lnTo>
                    <a:pt x="570" y="576"/>
                  </a:lnTo>
                  <a:lnTo>
                    <a:pt x="564" y="576"/>
                  </a:lnTo>
                  <a:lnTo>
                    <a:pt x="552" y="582"/>
                  </a:lnTo>
                  <a:lnTo>
                    <a:pt x="552" y="552"/>
                  </a:lnTo>
                  <a:lnTo>
                    <a:pt x="528" y="540"/>
                  </a:lnTo>
                  <a:lnTo>
                    <a:pt x="528" y="492"/>
                  </a:lnTo>
                  <a:lnTo>
                    <a:pt x="474" y="456"/>
                  </a:lnTo>
                  <a:lnTo>
                    <a:pt x="450" y="402"/>
                  </a:lnTo>
                  <a:lnTo>
                    <a:pt x="474" y="390"/>
                  </a:lnTo>
                  <a:lnTo>
                    <a:pt x="480" y="384"/>
                  </a:lnTo>
                  <a:lnTo>
                    <a:pt x="492" y="378"/>
                  </a:lnTo>
                  <a:lnTo>
                    <a:pt x="504" y="366"/>
                  </a:lnTo>
                  <a:lnTo>
                    <a:pt x="504" y="360"/>
                  </a:lnTo>
                  <a:lnTo>
                    <a:pt x="492" y="336"/>
                  </a:lnTo>
                  <a:lnTo>
                    <a:pt x="468" y="324"/>
                  </a:lnTo>
                  <a:lnTo>
                    <a:pt x="462" y="318"/>
                  </a:lnTo>
                  <a:lnTo>
                    <a:pt x="456" y="318"/>
                  </a:lnTo>
                  <a:lnTo>
                    <a:pt x="450" y="312"/>
                  </a:lnTo>
                  <a:lnTo>
                    <a:pt x="438" y="312"/>
                  </a:lnTo>
                  <a:lnTo>
                    <a:pt x="402" y="300"/>
                  </a:lnTo>
                  <a:lnTo>
                    <a:pt x="390" y="300"/>
                  </a:lnTo>
                  <a:lnTo>
                    <a:pt x="378" y="294"/>
                  </a:lnTo>
                  <a:lnTo>
                    <a:pt x="372" y="294"/>
                  </a:lnTo>
                  <a:lnTo>
                    <a:pt x="372" y="234"/>
                  </a:lnTo>
                  <a:lnTo>
                    <a:pt x="366" y="222"/>
                  </a:lnTo>
                  <a:lnTo>
                    <a:pt x="354" y="210"/>
                  </a:lnTo>
                  <a:lnTo>
                    <a:pt x="342" y="210"/>
                  </a:lnTo>
                  <a:lnTo>
                    <a:pt x="288" y="156"/>
                  </a:lnTo>
                  <a:lnTo>
                    <a:pt x="252" y="162"/>
                  </a:lnTo>
                  <a:lnTo>
                    <a:pt x="216" y="126"/>
                  </a:lnTo>
                  <a:lnTo>
                    <a:pt x="186" y="120"/>
                  </a:lnTo>
                  <a:lnTo>
                    <a:pt x="66" y="60"/>
                  </a:lnTo>
                  <a:lnTo>
                    <a:pt x="42" y="72"/>
                  </a:lnTo>
                  <a:lnTo>
                    <a:pt x="0" y="42"/>
                  </a:lnTo>
                  <a:lnTo>
                    <a:pt x="42" y="72"/>
                  </a:lnTo>
                  <a:lnTo>
                    <a:pt x="36" y="102"/>
                  </a:lnTo>
                  <a:lnTo>
                    <a:pt x="36" y="240"/>
                  </a:lnTo>
                  <a:lnTo>
                    <a:pt x="30" y="258"/>
                  </a:lnTo>
                  <a:lnTo>
                    <a:pt x="30" y="372"/>
                  </a:lnTo>
                  <a:lnTo>
                    <a:pt x="24" y="378"/>
                  </a:lnTo>
                  <a:lnTo>
                    <a:pt x="12" y="384"/>
                  </a:lnTo>
                  <a:lnTo>
                    <a:pt x="0" y="396"/>
                  </a:lnTo>
                  <a:lnTo>
                    <a:pt x="0" y="402"/>
                  </a:lnTo>
                  <a:lnTo>
                    <a:pt x="6" y="408"/>
                  </a:lnTo>
                  <a:lnTo>
                    <a:pt x="18" y="414"/>
                  </a:lnTo>
                  <a:lnTo>
                    <a:pt x="30" y="414"/>
                  </a:lnTo>
                  <a:lnTo>
                    <a:pt x="30" y="444"/>
                  </a:lnTo>
                  <a:lnTo>
                    <a:pt x="24" y="456"/>
                  </a:lnTo>
                  <a:lnTo>
                    <a:pt x="24" y="480"/>
                  </a:lnTo>
                  <a:lnTo>
                    <a:pt x="18" y="492"/>
                  </a:lnTo>
                  <a:lnTo>
                    <a:pt x="18" y="504"/>
                  </a:lnTo>
                  <a:lnTo>
                    <a:pt x="12" y="510"/>
                  </a:lnTo>
                  <a:lnTo>
                    <a:pt x="12" y="516"/>
                  </a:lnTo>
                  <a:lnTo>
                    <a:pt x="18" y="540"/>
                  </a:lnTo>
                  <a:lnTo>
                    <a:pt x="18" y="588"/>
                  </a:lnTo>
                  <a:lnTo>
                    <a:pt x="30" y="594"/>
                  </a:lnTo>
                  <a:lnTo>
                    <a:pt x="48" y="594"/>
                  </a:lnTo>
                  <a:lnTo>
                    <a:pt x="60" y="588"/>
                  </a:lnTo>
                  <a:lnTo>
                    <a:pt x="90" y="588"/>
                  </a:lnTo>
                  <a:lnTo>
                    <a:pt x="96" y="582"/>
                  </a:lnTo>
                  <a:lnTo>
                    <a:pt x="102" y="582"/>
                  </a:lnTo>
                  <a:lnTo>
                    <a:pt x="126" y="600"/>
                  </a:lnTo>
                  <a:lnTo>
                    <a:pt x="132" y="600"/>
                  </a:lnTo>
                  <a:lnTo>
                    <a:pt x="138" y="594"/>
                  </a:lnTo>
                  <a:lnTo>
                    <a:pt x="156" y="588"/>
                  </a:lnTo>
                  <a:lnTo>
                    <a:pt x="168" y="582"/>
                  </a:lnTo>
                  <a:lnTo>
                    <a:pt x="180" y="570"/>
                  </a:lnTo>
                  <a:lnTo>
                    <a:pt x="180" y="564"/>
                  </a:lnTo>
                  <a:lnTo>
                    <a:pt x="168" y="552"/>
                  </a:lnTo>
                  <a:lnTo>
                    <a:pt x="150" y="540"/>
                  </a:lnTo>
                  <a:lnTo>
                    <a:pt x="138" y="534"/>
                  </a:lnTo>
                  <a:lnTo>
                    <a:pt x="120" y="522"/>
                  </a:lnTo>
                  <a:lnTo>
                    <a:pt x="108" y="516"/>
                  </a:lnTo>
                  <a:lnTo>
                    <a:pt x="102" y="510"/>
                  </a:lnTo>
                  <a:lnTo>
                    <a:pt x="96" y="510"/>
                  </a:lnTo>
                  <a:lnTo>
                    <a:pt x="108" y="510"/>
                  </a:lnTo>
                  <a:lnTo>
                    <a:pt x="138" y="516"/>
                  </a:lnTo>
                  <a:lnTo>
                    <a:pt x="204" y="516"/>
                  </a:lnTo>
                  <a:lnTo>
                    <a:pt x="204" y="510"/>
                  </a:lnTo>
                  <a:lnTo>
                    <a:pt x="198" y="504"/>
                  </a:lnTo>
                  <a:lnTo>
                    <a:pt x="198" y="498"/>
                  </a:lnTo>
                  <a:lnTo>
                    <a:pt x="186" y="486"/>
                  </a:lnTo>
                  <a:lnTo>
                    <a:pt x="192" y="492"/>
                  </a:lnTo>
                  <a:lnTo>
                    <a:pt x="204" y="492"/>
                  </a:lnTo>
                  <a:lnTo>
                    <a:pt x="210" y="498"/>
                  </a:lnTo>
                  <a:lnTo>
                    <a:pt x="216" y="498"/>
                  </a:lnTo>
                  <a:lnTo>
                    <a:pt x="222" y="492"/>
                  </a:lnTo>
                  <a:lnTo>
                    <a:pt x="222" y="486"/>
                  </a:lnTo>
                  <a:lnTo>
                    <a:pt x="216" y="480"/>
                  </a:lnTo>
                  <a:lnTo>
                    <a:pt x="216" y="468"/>
                  </a:lnTo>
                  <a:lnTo>
                    <a:pt x="210" y="462"/>
                  </a:lnTo>
                  <a:lnTo>
                    <a:pt x="222" y="468"/>
                  </a:lnTo>
                  <a:lnTo>
                    <a:pt x="228" y="474"/>
                  </a:lnTo>
                  <a:lnTo>
                    <a:pt x="246" y="474"/>
                  </a:lnTo>
                  <a:lnTo>
                    <a:pt x="252" y="468"/>
                  </a:lnTo>
                  <a:lnTo>
                    <a:pt x="264" y="462"/>
                  </a:lnTo>
                  <a:lnTo>
                    <a:pt x="270" y="456"/>
                  </a:lnTo>
                  <a:lnTo>
                    <a:pt x="288" y="474"/>
                  </a:lnTo>
                  <a:lnTo>
                    <a:pt x="300" y="480"/>
                  </a:lnTo>
                  <a:lnTo>
                    <a:pt x="306" y="486"/>
                  </a:lnTo>
                  <a:lnTo>
                    <a:pt x="312" y="486"/>
                  </a:lnTo>
                  <a:lnTo>
                    <a:pt x="330" y="492"/>
                  </a:lnTo>
                  <a:lnTo>
                    <a:pt x="342" y="492"/>
                  </a:lnTo>
                  <a:lnTo>
                    <a:pt x="378" y="504"/>
                  </a:lnTo>
                  <a:lnTo>
                    <a:pt x="390" y="510"/>
                  </a:lnTo>
                  <a:lnTo>
                    <a:pt x="402" y="534"/>
                  </a:lnTo>
                  <a:lnTo>
                    <a:pt x="402" y="558"/>
                  </a:lnTo>
                  <a:lnTo>
                    <a:pt x="408" y="570"/>
                  </a:lnTo>
                  <a:lnTo>
                    <a:pt x="420" y="582"/>
                  </a:lnTo>
                  <a:lnTo>
                    <a:pt x="438" y="582"/>
                  </a:lnTo>
                  <a:lnTo>
                    <a:pt x="450" y="594"/>
                  </a:lnTo>
                  <a:lnTo>
                    <a:pt x="450" y="606"/>
                  </a:lnTo>
                  <a:lnTo>
                    <a:pt x="456" y="618"/>
                  </a:lnTo>
                  <a:lnTo>
                    <a:pt x="468" y="654"/>
                  </a:lnTo>
                  <a:lnTo>
                    <a:pt x="486" y="672"/>
                  </a:lnTo>
                  <a:lnTo>
                    <a:pt x="516" y="678"/>
                  </a:lnTo>
                  <a:lnTo>
                    <a:pt x="558" y="684"/>
                  </a:lnTo>
                  <a:lnTo>
                    <a:pt x="618" y="684"/>
                  </a:lnTo>
                  <a:lnTo>
                    <a:pt x="630" y="690"/>
                  </a:lnTo>
                  <a:lnTo>
                    <a:pt x="654" y="714"/>
                  </a:lnTo>
                  <a:lnTo>
                    <a:pt x="678" y="726"/>
                  </a:lnTo>
                  <a:lnTo>
                    <a:pt x="684" y="726"/>
                  </a:lnTo>
                  <a:lnTo>
                    <a:pt x="684" y="720"/>
                  </a:lnTo>
                  <a:lnTo>
                    <a:pt x="678" y="708"/>
                  </a:lnTo>
                  <a:lnTo>
                    <a:pt x="678" y="702"/>
                  </a:lnTo>
                  <a:lnTo>
                    <a:pt x="672" y="690"/>
                  </a:lnTo>
                  <a:lnTo>
                    <a:pt x="666" y="684"/>
                  </a:lnTo>
                  <a:lnTo>
                    <a:pt x="672" y="67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38" name="Panama" descr="© INSCALE GmbH, 05.05.2010&#10;http://www.presentationload.com/">
              <a:extLst>
                <a:ext uri="{FF2B5EF4-FFF2-40B4-BE49-F238E27FC236}">
                  <a16:creationId xmlns:a16="http://schemas.microsoft.com/office/drawing/2014/main" id="{FF795B62-43F7-4CF4-8B69-F410549595DF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786898" y="2747686"/>
              <a:ext cx="134412" cy="64222"/>
            </a:xfrm>
            <a:custGeom>
              <a:avLst/>
              <a:gdLst>
                <a:gd name="T0" fmla="*/ 2147483647 w 408"/>
                <a:gd name="T1" fmla="*/ 2147483647 h 198"/>
                <a:gd name="T2" fmla="*/ 2147483647 w 408"/>
                <a:gd name="T3" fmla="*/ 2147483647 h 198"/>
                <a:gd name="T4" fmla="*/ 2147483647 w 408"/>
                <a:gd name="T5" fmla="*/ 2147483647 h 198"/>
                <a:gd name="T6" fmla="*/ 2147483647 w 408"/>
                <a:gd name="T7" fmla="*/ 2147483647 h 198"/>
                <a:gd name="T8" fmla="*/ 2147483647 w 408"/>
                <a:gd name="T9" fmla="*/ 2147483647 h 198"/>
                <a:gd name="T10" fmla="*/ 2147483647 w 408"/>
                <a:gd name="T11" fmla="*/ 2147483647 h 198"/>
                <a:gd name="T12" fmla="*/ 2147483647 w 408"/>
                <a:gd name="T13" fmla="*/ 2147483647 h 198"/>
                <a:gd name="T14" fmla="*/ 2147483647 w 408"/>
                <a:gd name="T15" fmla="*/ 2147483647 h 198"/>
                <a:gd name="T16" fmla="*/ 2147483647 w 408"/>
                <a:gd name="T17" fmla="*/ 2147483647 h 198"/>
                <a:gd name="T18" fmla="*/ 2147483647 w 408"/>
                <a:gd name="T19" fmla="*/ 2147483647 h 198"/>
                <a:gd name="T20" fmla="*/ 2147483647 w 408"/>
                <a:gd name="T21" fmla="*/ 2147483647 h 198"/>
                <a:gd name="T22" fmla="*/ 2147483647 w 408"/>
                <a:gd name="T23" fmla="*/ 2147483647 h 198"/>
                <a:gd name="T24" fmla="*/ 2147483647 w 408"/>
                <a:gd name="T25" fmla="*/ 2147483647 h 198"/>
                <a:gd name="T26" fmla="*/ 2147483647 w 408"/>
                <a:gd name="T27" fmla="*/ 2147483647 h 198"/>
                <a:gd name="T28" fmla="*/ 2147483647 w 408"/>
                <a:gd name="T29" fmla="*/ 2147483647 h 198"/>
                <a:gd name="T30" fmla="*/ 2147483647 w 408"/>
                <a:gd name="T31" fmla="*/ 2147483647 h 198"/>
                <a:gd name="T32" fmla="*/ 2147483647 w 408"/>
                <a:gd name="T33" fmla="*/ 0 h 198"/>
                <a:gd name="T34" fmla="*/ 2147483647 w 408"/>
                <a:gd name="T35" fmla="*/ 2147483647 h 198"/>
                <a:gd name="T36" fmla="*/ 2147483647 w 408"/>
                <a:gd name="T37" fmla="*/ 2147483647 h 198"/>
                <a:gd name="T38" fmla="*/ 2147483647 w 408"/>
                <a:gd name="T39" fmla="*/ 2147483647 h 198"/>
                <a:gd name="T40" fmla="*/ 2147483647 w 408"/>
                <a:gd name="T41" fmla="*/ 2147483647 h 198"/>
                <a:gd name="T42" fmla="*/ 2147483647 w 408"/>
                <a:gd name="T43" fmla="*/ 2147483647 h 198"/>
                <a:gd name="T44" fmla="*/ 2147483647 w 408"/>
                <a:gd name="T45" fmla="*/ 2147483647 h 198"/>
                <a:gd name="T46" fmla="*/ 2147483647 w 408"/>
                <a:gd name="T47" fmla="*/ 2147483647 h 198"/>
                <a:gd name="T48" fmla="*/ 2147483647 w 408"/>
                <a:gd name="T49" fmla="*/ 2147483647 h 198"/>
                <a:gd name="T50" fmla="*/ 2147483647 w 408"/>
                <a:gd name="T51" fmla="*/ 2147483647 h 198"/>
                <a:gd name="T52" fmla="*/ 2147483647 w 408"/>
                <a:gd name="T53" fmla="*/ 2147483647 h 198"/>
                <a:gd name="T54" fmla="*/ 2147483647 w 408"/>
                <a:gd name="T55" fmla="*/ 2147483647 h 198"/>
                <a:gd name="T56" fmla="*/ 0 w 408"/>
                <a:gd name="T57" fmla="*/ 2147483647 h 198"/>
                <a:gd name="T58" fmla="*/ 2147483647 w 408"/>
                <a:gd name="T59" fmla="*/ 2147483647 h 198"/>
                <a:gd name="T60" fmla="*/ 2147483647 w 408"/>
                <a:gd name="T61" fmla="*/ 2147483647 h 198"/>
                <a:gd name="T62" fmla="*/ 2147483647 w 408"/>
                <a:gd name="T63" fmla="*/ 2147483647 h 198"/>
                <a:gd name="T64" fmla="*/ 0 w 408"/>
                <a:gd name="T65" fmla="*/ 2147483647 h 198"/>
                <a:gd name="T66" fmla="*/ 2147483647 w 408"/>
                <a:gd name="T67" fmla="*/ 2147483647 h 198"/>
                <a:gd name="T68" fmla="*/ 2147483647 w 408"/>
                <a:gd name="T69" fmla="*/ 2147483647 h 198"/>
                <a:gd name="T70" fmla="*/ 2147483647 w 408"/>
                <a:gd name="T71" fmla="*/ 2147483647 h 198"/>
                <a:gd name="T72" fmla="*/ 2147483647 w 408"/>
                <a:gd name="T73" fmla="*/ 2147483647 h 198"/>
                <a:gd name="T74" fmla="*/ 2147483647 w 408"/>
                <a:gd name="T75" fmla="*/ 2147483647 h 198"/>
                <a:gd name="T76" fmla="*/ 2147483647 w 408"/>
                <a:gd name="T77" fmla="*/ 2147483647 h 198"/>
                <a:gd name="T78" fmla="*/ 2147483647 w 408"/>
                <a:gd name="T79" fmla="*/ 2147483647 h 198"/>
                <a:gd name="T80" fmla="*/ 2147483647 w 408"/>
                <a:gd name="T81" fmla="*/ 2147483647 h 198"/>
                <a:gd name="T82" fmla="*/ 2147483647 w 408"/>
                <a:gd name="T83" fmla="*/ 2147483647 h 198"/>
                <a:gd name="T84" fmla="*/ 2147483647 w 408"/>
                <a:gd name="T85" fmla="*/ 2147483647 h 198"/>
                <a:gd name="T86" fmla="*/ 2147483647 w 408"/>
                <a:gd name="T87" fmla="*/ 2147483647 h 198"/>
                <a:gd name="T88" fmla="*/ 2147483647 w 408"/>
                <a:gd name="T89" fmla="*/ 2147483647 h 198"/>
                <a:gd name="T90" fmla="*/ 2147483647 w 408"/>
                <a:gd name="T91" fmla="*/ 2147483647 h 198"/>
                <a:gd name="T92" fmla="*/ 2147483647 w 408"/>
                <a:gd name="T93" fmla="*/ 2147483647 h 198"/>
                <a:gd name="T94" fmla="*/ 2147483647 w 408"/>
                <a:gd name="T95" fmla="*/ 2147483647 h 198"/>
                <a:gd name="T96" fmla="*/ 2147483647 w 408"/>
                <a:gd name="T97" fmla="*/ 2147483647 h 198"/>
                <a:gd name="T98" fmla="*/ 2147483647 w 408"/>
                <a:gd name="T99" fmla="*/ 2147483647 h 198"/>
                <a:gd name="T100" fmla="*/ 2147483647 w 408"/>
                <a:gd name="T101" fmla="*/ 2147483647 h 19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408"/>
                <a:gd name="T154" fmla="*/ 0 h 198"/>
                <a:gd name="T155" fmla="*/ 408 w 408"/>
                <a:gd name="T156" fmla="*/ 198 h 198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408" h="198">
                  <a:moveTo>
                    <a:pt x="306" y="66"/>
                  </a:moveTo>
                  <a:lnTo>
                    <a:pt x="318" y="78"/>
                  </a:lnTo>
                  <a:lnTo>
                    <a:pt x="324" y="90"/>
                  </a:lnTo>
                  <a:lnTo>
                    <a:pt x="330" y="96"/>
                  </a:lnTo>
                  <a:lnTo>
                    <a:pt x="342" y="90"/>
                  </a:lnTo>
                  <a:lnTo>
                    <a:pt x="372" y="120"/>
                  </a:lnTo>
                  <a:lnTo>
                    <a:pt x="342" y="102"/>
                  </a:lnTo>
                  <a:lnTo>
                    <a:pt x="342" y="120"/>
                  </a:lnTo>
                  <a:lnTo>
                    <a:pt x="336" y="132"/>
                  </a:lnTo>
                  <a:lnTo>
                    <a:pt x="336" y="162"/>
                  </a:lnTo>
                  <a:lnTo>
                    <a:pt x="342" y="168"/>
                  </a:lnTo>
                  <a:lnTo>
                    <a:pt x="348" y="180"/>
                  </a:lnTo>
                  <a:lnTo>
                    <a:pt x="354" y="186"/>
                  </a:lnTo>
                  <a:lnTo>
                    <a:pt x="360" y="186"/>
                  </a:lnTo>
                  <a:lnTo>
                    <a:pt x="372" y="156"/>
                  </a:lnTo>
                  <a:lnTo>
                    <a:pt x="378" y="162"/>
                  </a:lnTo>
                  <a:lnTo>
                    <a:pt x="390" y="168"/>
                  </a:lnTo>
                  <a:lnTo>
                    <a:pt x="396" y="162"/>
                  </a:lnTo>
                  <a:lnTo>
                    <a:pt x="408" y="138"/>
                  </a:lnTo>
                  <a:lnTo>
                    <a:pt x="408" y="126"/>
                  </a:lnTo>
                  <a:lnTo>
                    <a:pt x="396" y="120"/>
                  </a:lnTo>
                  <a:lnTo>
                    <a:pt x="390" y="108"/>
                  </a:lnTo>
                  <a:lnTo>
                    <a:pt x="390" y="90"/>
                  </a:lnTo>
                  <a:lnTo>
                    <a:pt x="396" y="84"/>
                  </a:lnTo>
                  <a:lnTo>
                    <a:pt x="372" y="66"/>
                  </a:lnTo>
                  <a:lnTo>
                    <a:pt x="372" y="60"/>
                  </a:lnTo>
                  <a:lnTo>
                    <a:pt x="366" y="54"/>
                  </a:lnTo>
                  <a:lnTo>
                    <a:pt x="366" y="42"/>
                  </a:lnTo>
                  <a:lnTo>
                    <a:pt x="360" y="30"/>
                  </a:lnTo>
                  <a:lnTo>
                    <a:pt x="348" y="24"/>
                  </a:lnTo>
                  <a:lnTo>
                    <a:pt x="330" y="18"/>
                  </a:lnTo>
                  <a:lnTo>
                    <a:pt x="288" y="18"/>
                  </a:lnTo>
                  <a:lnTo>
                    <a:pt x="282" y="0"/>
                  </a:lnTo>
                  <a:lnTo>
                    <a:pt x="246" y="0"/>
                  </a:lnTo>
                  <a:lnTo>
                    <a:pt x="234" y="6"/>
                  </a:lnTo>
                  <a:lnTo>
                    <a:pt x="228" y="12"/>
                  </a:lnTo>
                  <a:lnTo>
                    <a:pt x="222" y="24"/>
                  </a:lnTo>
                  <a:lnTo>
                    <a:pt x="210" y="36"/>
                  </a:lnTo>
                  <a:lnTo>
                    <a:pt x="204" y="36"/>
                  </a:lnTo>
                  <a:lnTo>
                    <a:pt x="198" y="30"/>
                  </a:lnTo>
                  <a:lnTo>
                    <a:pt x="192" y="30"/>
                  </a:lnTo>
                  <a:lnTo>
                    <a:pt x="168" y="42"/>
                  </a:lnTo>
                  <a:lnTo>
                    <a:pt x="144" y="66"/>
                  </a:lnTo>
                  <a:lnTo>
                    <a:pt x="132" y="72"/>
                  </a:lnTo>
                  <a:lnTo>
                    <a:pt x="120" y="72"/>
                  </a:lnTo>
                  <a:lnTo>
                    <a:pt x="114" y="66"/>
                  </a:lnTo>
                  <a:lnTo>
                    <a:pt x="102" y="60"/>
                  </a:lnTo>
                  <a:lnTo>
                    <a:pt x="90" y="42"/>
                  </a:lnTo>
                  <a:lnTo>
                    <a:pt x="78" y="54"/>
                  </a:lnTo>
                  <a:lnTo>
                    <a:pt x="60" y="54"/>
                  </a:lnTo>
                  <a:lnTo>
                    <a:pt x="48" y="42"/>
                  </a:lnTo>
                  <a:lnTo>
                    <a:pt x="48" y="18"/>
                  </a:lnTo>
                  <a:lnTo>
                    <a:pt x="36" y="6"/>
                  </a:lnTo>
                  <a:lnTo>
                    <a:pt x="24" y="6"/>
                  </a:lnTo>
                  <a:lnTo>
                    <a:pt x="18" y="12"/>
                  </a:lnTo>
                  <a:lnTo>
                    <a:pt x="6" y="12"/>
                  </a:lnTo>
                  <a:lnTo>
                    <a:pt x="0" y="18"/>
                  </a:lnTo>
                  <a:lnTo>
                    <a:pt x="0" y="36"/>
                  </a:lnTo>
                  <a:lnTo>
                    <a:pt x="6" y="42"/>
                  </a:lnTo>
                  <a:lnTo>
                    <a:pt x="6" y="48"/>
                  </a:lnTo>
                  <a:lnTo>
                    <a:pt x="24" y="48"/>
                  </a:lnTo>
                  <a:lnTo>
                    <a:pt x="30" y="54"/>
                  </a:lnTo>
                  <a:lnTo>
                    <a:pt x="12" y="72"/>
                  </a:lnTo>
                  <a:lnTo>
                    <a:pt x="6" y="72"/>
                  </a:lnTo>
                  <a:lnTo>
                    <a:pt x="6" y="96"/>
                  </a:lnTo>
                  <a:lnTo>
                    <a:pt x="0" y="102"/>
                  </a:lnTo>
                  <a:lnTo>
                    <a:pt x="6" y="108"/>
                  </a:lnTo>
                  <a:lnTo>
                    <a:pt x="48" y="102"/>
                  </a:lnTo>
                  <a:lnTo>
                    <a:pt x="60" y="120"/>
                  </a:lnTo>
                  <a:lnTo>
                    <a:pt x="90" y="114"/>
                  </a:lnTo>
                  <a:lnTo>
                    <a:pt x="90" y="126"/>
                  </a:lnTo>
                  <a:lnTo>
                    <a:pt x="84" y="132"/>
                  </a:lnTo>
                  <a:lnTo>
                    <a:pt x="84" y="150"/>
                  </a:lnTo>
                  <a:lnTo>
                    <a:pt x="90" y="156"/>
                  </a:lnTo>
                  <a:lnTo>
                    <a:pt x="108" y="156"/>
                  </a:lnTo>
                  <a:lnTo>
                    <a:pt x="114" y="150"/>
                  </a:lnTo>
                  <a:lnTo>
                    <a:pt x="120" y="150"/>
                  </a:lnTo>
                  <a:lnTo>
                    <a:pt x="120" y="132"/>
                  </a:lnTo>
                  <a:lnTo>
                    <a:pt x="138" y="126"/>
                  </a:lnTo>
                  <a:lnTo>
                    <a:pt x="138" y="150"/>
                  </a:lnTo>
                  <a:lnTo>
                    <a:pt x="144" y="168"/>
                  </a:lnTo>
                  <a:lnTo>
                    <a:pt x="144" y="180"/>
                  </a:lnTo>
                  <a:lnTo>
                    <a:pt x="150" y="192"/>
                  </a:lnTo>
                  <a:lnTo>
                    <a:pt x="156" y="198"/>
                  </a:lnTo>
                  <a:lnTo>
                    <a:pt x="162" y="198"/>
                  </a:lnTo>
                  <a:lnTo>
                    <a:pt x="180" y="192"/>
                  </a:lnTo>
                  <a:lnTo>
                    <a:pt x="198" y="174"/>
                  </a:lnTo>
                  <a:lnTo>
                    <a:pt x="204" y="174"/>
                  </a:lnTo>
                  <a:lnTo>
                    <a:pt x="198" y="168"/>
                  </a:lnTo>
                  <a:lnTo>
                    <a:pt x="186" y="162"/>
                  </a:lnTo>
                  <a:lnTo>
                    <a:pt x="180" y="150"/>
                  </a:lnTo>
                  <a:lnTo>
                    <a:pt x="174" y="144"/>
                  </a:lnTo>
                  <a:lnTo>
                    <a:pt x="168" y="132"/>
                  </a:lnTo>
                  <a:lnTo>
                    <a:pt x="162" y="126"/>
                  </a:lnTo>
                  <a:lnTo>
                    <a:pt x="186" y="102"/>
                  </a:lnTo>
                  <a:lnTo>
                    <a:pt x="222" y="84"/>
                  </a:lnTo>
                  <a:lnTo>
                    <a:pt x="228" y="72"/>
                  </a:lnTo>
                  <a:lnTo>
                    <a:pt x="246" y="54"/>
                  </a:lnTo>
                  <a:lnTo>
                    <a:pt x="258" y="48"/>
                  </a:lnTo>
                  <a:lnTo>
                    <a:pt x="276" y="54"/>
                  </a:lnTo>
                  <a:lnTo>
                    <a:pt x="288" y="60"/>
                  </a:lnTo>
                  <a:lnTo>
                    <a:pt x="306" y="6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39" name="Paraguay" descr="© INSCALE GmbH, 05.05.2010&#10;http://www.presentationload.com/">
              <a:extLst>
                <a:ext uri="{FF2B5EF4-FFF2-40B4-BE49-F238E27FC236}">
                  <a16:creationId xmlns:a16="http://schemas.microsoft.com/office/drawing/2014/main" id="{956BC870-AD46-4766-9674-29FCE8CBAD84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296110" y="3511924"/>
              <a:ext cx="197740" cy="222208"/>
            </a:xfrm>
            <a:custGeom>
              <a:avLst/>
              <a:gdLst>
                <a:gd name="T0" fmla="*/ 2147483647 w 600"/>
                <a:gd name="T1" fmla="*/ 2147483647 h 678"/>
                <a:gd name="T2" fmla="*/ 2147483647 w 600"/>
                <a:gd name="T3" fmla="*/ 2147483647 h 678"/>
                <a:gd name="T4" fmla="*/ 2147483647 w 600"/>
                <a:gd name="T5" fmla="*/ 2147483647 h 678"/>
                <a:gd name="T6" fmla="*/ 2147483647 w 600"/>
                <a:gd name="T7" fmla="*/ 2147483647 h 678"/>
                <a:gd name="T8" fmla="*/ 2147483647 w 600"/>
                <a:gd name="T9" fmla="*/ 2147483647 h 678"/>
                <a:gd name="T10" fmla="*/ 2147483647 w 600"/>
                <a:gd name="T11" fmla="*/ 2147483647 h 678"/>
                <a:gd name="T12" fmla="*/ 2147483647 w 600"/>
                <a:gd name="T13" fmla="*/ 2147483647 h 678"/>
                <a:gd name="T14" fmla="*/ 2147483647 w 600"/>
                <a:gd name="T15" fmla="*/ 2147483647 h 678"/>
                <a:gd name="T16" fmla="*/ 2147483647 w 600"/>
                <a:gd name="T17" fmla="*/ 2147483647 h 678"/>
                <a:gd name="T18" fmla="*/ 2147483647 w 600"/>
                <a:gd name="T19" fmla="*/ 2147483647 h 678"/>
                <a:gd name="T20" fmla="*/ 2147483647 w 600"/>
                <a:gd name="T21" fmla="*/ 2147483647 h 678"/>
                <a:gd name="T22" fmla="*/ 2147483647 w 600"/>
                <a:gd name="T23" fmla="*/ 2147483647 h 678"/>
                <a:gd name="T24" fmla="*/ 2147483647 w 600"/>
                <a:gd name="T25" fmla="*/ 2147483647 h 678"/>
                <a:gd name="T26" fmla="*/ 2147483647 w 600"/>
                <a:gd name="T27" fmla="*/ 2147483647 h 678"/>
                <a:gd name="T28" fmla="*/ 2147483647 w 600"/>
                <a:gd name="T29" fmla="*/ 2147483647 h 678"/>
                <a:gd name="T30" fmla="*/ 2147483647 w 600"/>
                <a:gd name="T31" fmla="*/ 2147483647 h 678"/>
                <a:gd name="T32" fmla="*/ 2147483647 w 600"/>
                <a:gd name="T33" fmla="*/ 2147483647 h 678"/>
                <a:gd name="T34" fmla="*/ 2147483647 w 600"/>
                <a:gd name="T35" fmla="*/ 2147483647 h 678"/>
                <a:gd name="T36" fmla="*/ 2147483647 w 600"/>
                <a:gd name="T37" fmla="*/ 2147483647 h 678"/>
                <a:gd name="T38" fmla="*/ 2147483647 w 600"/>
                <a:gd name="T39" fmla="*/ 2147483647 h 678"/>
                <a:gd name="T40" fmla="*/ 2147483647 w 600"/>
                <a:gd name="T41" fmla="*/ 2147483647 h 678"/>
                <a:gd name="T42" fmla="*/ 2147483647 w 600"/>
                <a:gd name="T43" fmla="*/ 2147483647 h 678"/>
                <a:gd name="T44" fmla="*/ 2147483647 w 600"/>
                <a:gd name="T45" fmla="*/ 2147483647 h 678"/>
                <a:gd name="T46" fmla="*/ 2147483647 w 600"/>
                <a:gd name="T47" fmla="*/ 2147483647 h 678"/>
                <a:gd name="T48" fmla="*/ 2147483647 w 600"/>
                <a:gd name="T49" fmla="*/ 2147483647 h 678"/>
                <a:gd name="T50" fmla="*/ 2147483647 w 600"/>
                <a:gd name="T51" fmla="*/ 2147483647 h 678"/>
                <a:gd name="T52" fmla="*/ 2147483647 w 600"/>
                <a:gd name="T53" fmla="*/ 0 h 678"/>
                <a:gd name="T54" fmla="*/ 2147483647 w 600"/>
                <a:gd name="T55" fmla="*/ 2147483647 h 678"/>
                <a:gd name="T56" fmla="*/ 2147483647 w 600"/>
                <a:gd name="T57" fmla="*/ 2147483647 h 678"/>
                <a:gd name="T58" fmla="*/ 0 w 600"/>
                <a:gd name="T59" fmla="*/ 2147483647 h 678"/>
                <a:gd name="T60" fmla="*/ 2147483647 w 600"/>
                <a:gd name="T61" fmla="*/ 2147483647 h 678"/>
                <a:gd name="T62" fmla="*/ 2147483647 w 600"/>
                <a:gd name="T63" fmla="*/ 2147483647 h 678"/>
                <a:gd name="T64" fmla="*/ 2147483647 w 600"/>
                <a:gd name="T65" fmla="*/ 2147483647 h 678"/>
                <a:gd name="T66" fmla="*/ 2147483647 w 600"/>
                <a:gd name="T67" fmla="*/ 2147483647 h 678"/>
                <a:gd name="T68" fmla="*/ 2147483647 w 600"/>
                <a:gd name="T69" fmla="*/ 2147483647 h 678"/>
                <a:gd name="T70" fmla="*/ 2147483647 w 600"/>
                <a:gd name="T71" fmla="*/ 2147483647 h 678"/>
                <a:gd name="T72" fmla="*/ 2147483647 w 600"/>
                <a:gd name="T73" fmla="*/ 2147483647 h 678"/>
                <a:gd name="T74" fmla="*/ 2147483647 w 600"/>
                <a:gd name="T75" fmla="*/ 2147483647 h 678"/>
                <a:gd name="T76" fmla="*/ 2147483647 w 600"/>
                <a:gd name="T77" fmla="*/ 2147483647 h 678"/>
                <a:gd name="T78" fmla="*/ 2147483647 w 600"/>
                <a:gd name="T79" fmla="*/ 2147483647 h 678"/>
                <a:gd name="T80" fmla="*/ 2147483647 w 600"/>
                <a:gd name="T81" fmla="*/ 2147483647 h 678"/>
                <a:gd name="T82" fmla="*/ 2147483647 w 600"/>
                <a:gd name="T83" fmla="*/ 2147483647 h 678"/>
                <a:gd name="T84" fmla="*/ 2147483647 w 600"/>
                <a:gd name="T85" fmla="*/ 2147483647 h 678"/>
                <a:gd name="T86" fmla="*/ 2147483647 w 600"/>
                <a:gd name="T87" fmla="*/ 2147483647 h 678"/>
                <a:gd name="T88" fmla="*/ 2147483647 w 600"/>
                <a:gd name="T89" fmla="*/ 2147483647 h 678"/>
                <a:gd name="T90" fmla="*/ 2147483647 w 600"/>
                <a:gd name="T91" fmla="*/ 2147483647 h 678"/>
                <a:gd name="T92" fmla="*/ 2147483647 w 600"/>
                <a:gd name="T93" fmla="*/ 2147483647 h 678"/>
                <a:gd name="T94" fmla="*/ 2147483647 w 600"/>
                <a:gd name="T95" fmla="*/ 2147483647 h 678"/>
                <a:gd name="T96" fmla="*/ 2147483647 w 600"/>
                <a:gd name="T97" fmla="*/ 2147483647 h 678"/>
                <a:gd name="T98" fmla="*/ 2147483647 w 600"/>
                <a:gd name="T99" fmla="*/ 2147483647 h 678"/>
                <a:gd name="T100" fmla="*/ 2147483647 w 600"/>
                <a:gd name="T101" fmla="*/ 2147483647 h 678"/>
                <a:gd name="T102" fmla="*/ 2147483647 w 600"/>
                <a:gd name="T103" fmla="*/ 2147483647 h 678"/>
                <a:gd name="T104" fmla="*/ 2147483647 w 600"/>
                <a:gd name="T105" fmla="*/ 2147483647 h 678"/>
                <a:gd name="T106" fmla="*/ 2147483647 w 600"/>
                <a:gd name="T107" fmla="*/ 2147483647 h 678"/>
                <a:gd name="T108" fmla="*/ 2147483647 w 600"/>
                <a:gd name="T109" fmla="*/ 2147483647 h 678"/>
                <a:gd name="T110" fmla="*/ 2147483647 w 600"/>
                <a:gd name="T111" fmla="*/ 2147483647 h 678"/>
                <a:gd name="T112" fmla="*/ 2147483647 w 600"/>
                <a:gd name="T113" fmla="*/ 2147483647 h 678"/>
                <a:gd name="T114" fmla="*/ 2147483647 w 600"/>
                <a:gd name="T115" fmla="*/ 2147483647 h 678"/>
                <a:gd name="T116" fmla="*/ 2147483647 w 600"/>
                <a:gd name="T117" fmla="*/ 2147483647 h 678"/>
                <a:gd name="T118" fmla="*/ 2147483647 w 600"/>
                <a:gd name="T119" fmla="*/ 2147483647 h 67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600"/>
                <a:gd name="T181" fmla="*/ 0 h 678"/>
                <a:gd name="T182" fmla="*/ 600 w 600"/>
                <a:gd name="T183" fmla="*/ 678 h 67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600" h="678">
                  <a:moveTo>
                    <a:pt x="480" y="660"/>
                  </a:moveTo>
                  <a:lnTo>
                    <a:pt x="492" y="678"/>
                  </a:lnTo>
                  <a:lnTo>
                    <a:pt x="492" y="660"/>
                  </a:lnTo>
                  <a:lnTo>
                    <a:pt x="498" y="654"/>
                  </a:lnTo>
                  <a:lnTo>
                    <a:pt x="510" y="654"/>
                  </a:lnTo>
                  <a:lnTo>
                    <a:pt x="516" y="660"/>
                  </a:lnTo>
                  <a:lnTo>
                    <a:pt x="516" y="666"/>
                  </a:lnTo>
                  <a:lnTo>
                    <a:pt x="522" y="660"/>
                  </a:lnTo>
                  <a:lnTo>
                    <a:pt x="534" y="636"/>
                  </a:lnTo>
                  <a:lnTo>
                    <a:pt x="546" y="624"/>
                  </a:lnTo>
                  <a:lnTo>
                    <a:pt x="552" y="624"/>
                  </a:lnTo>
                  <a:lnTo>
                    <a:pt x="558" y="618"/>
                  </a:lnTo>
                  <a:lnTo>
                    <a:pt x="570" y="612"/>
                  </a:lnTo>
                  <a:lnTo>
                    <a:pt x="576" y="600"/>
                  </a:lnTo>
                  <a:lnTo>
                    <a:pt x="588" y="594"/>
                  </a:lnTo>
                  <a:lnTo>
                    <a:pt x="588" y="516"/>
                  </a:lnTo>
                  <a:lnTo>
                    <a:pt x="582" y="498"/>
                  </a:lnTo>
                  <a:lnTo>
                    <a:pt x="582" y="486"/>
                  </a:lnTo>
                  <a:lnTo>
                    <a:pt x="588" y="474"/>
                  </a:lnTo>
                  <a:lnTo>
                    <a:pt x="588" y="468"/>
                  </a:lnTo>
                  <a:lnTo>
                    <a:pt x="594" y="462"/>
                  </a:lnTo>
                  <a:lnTo>
                    <a:pt x="594" y="432"/>
                  </a:lnTo>
                  <a:lnTo>
                    <a:pt x="600" y="414"/>
                  </a:lnTo>
                  <a:lnTo>
                    <a:pt x="600" y="396"/>
                  </a:lnTo>
                  <a:lnTo>
                    <a:pt x="594" y="384"/>
                  </a:lnTo>
                  <a:lnTo>
                    <a:pt x="582" y="372"/>
                  </a:lnTo>
                  <a:lnTo>
                    <a:pt x="570" y="366"/>
                  </a:lnTo>
                  <a:lnTo>
                    <a:pt x="558" y="366"/>
                  </a:lnTo>
                  <a:lnTo>
                    <a:pt x="540" y="384"/>
                  </a:lnTo>
                  <a:lnTo>
                    <a:pt x="528" y="384"/>
                  </a:lnTo>
                  <a:lnTo>
                    <a:pt x="516" y="378"/>
                  </a:lnTo>
                  <a:lnTo>
                    <a:pt x="504" y="354"/>
                  </a:lnTo>
                  <a:lnTo>
                    <a:pt x="504" y="336"/>
                  </a:lnTo>
                  <a:lnTo>
                    <a:pt x="498" y="318"/>
                  </a:lnTo>
                  <a:lnTo>
                    <a:pt x="498" y="294"/>
                  </a:lnTo>
                  <a:lnTo>
                    <a:pt x="492" y="276"/>
                  </a:lnTo>
                  <a:lnTo>
                    <a:pt x="492" y="252"/>
                  </a:lnTo>
                  <a:lnTo>
                    <a:pt x="486" y="246"/>
                  </a:lnTo>
                  <a:lnTo>
                    <a:pt x="474" y="240"/>
                  </a:lnTo>
                  <a:lnTo>
                    <a:pt x="402" y="240"/>
                  </a:lnTo>
                  <a:lnTo>
                    <a:pt x="360" y="234"/>
                  </a:lnTo>
                  <a:lnTo>
                    <a:pt x="324" y="222"/>
                  </a:lnTo>
                  <a:lnTo>
                    <a:pt x="318" y="216"/>
                  </a:lnTo>
                  <a:lnTo>
                    <a:pt x="312" y="204"/>
                  </a:lnTo>
                  <a:lnTo>
                    <a:pt x="312" y="162"/>
                  </a:lnTo>
                  <a:lnTo>
                    <a:pt x="318" y="150"/>
                  </a:lnTo>
                  <a:lnTo>
                    <a:pt x="318" y="132"/>
                  </a:lnTo>
                  <a:lnTo>
                    <a:pt x="306" y="132"/>
                  </a:lnTo>
                  <a:lnTo>
                    <a:pt x="306" y="96"/>
                  </a:lnTo>
                  <a:lnTo>
                    <a:pt x="294" y="90"/>
                  </a:lnTo>
                  <a:lnTo>
                    <a:pt x="288" y="84"/>
                  </a:lnTo>
                  <a:lnTo>
                    <a:pt x="288" y="78"/>
                  </a:lnTo>
                  <a:lnTo>
                    <a:pt x="270" y="42"/>
                  </a:lnTo>
                  <a:lnTo>
                    <a:pt x="216" y="0"/>
                  </a:lnTo>
                  <a:lnTo>
                    <a:pt x="138" y="12"/>
                  </a:lnTo>
                  <a:lnTo>
                    <a:pt x="36" y="30"/>
                  </a:lnTo>
                  <a:lnTo>
                    <a:pt x="30" y="60"/>
                  </a:lnTo>
                  <a:lnTo>
                    <a:pt x="18" y="72"/>
                  </a:lnTo>
                  <a:lnTo>
                    <a:pt x="6" y="78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12" y="120"/>
                  </a:lnTo>
                  <a:lnTo>
                    <a:pt x="12" y="126"/>
                  </a:lnTo>
                  <a:lnTo>
                    <a:pt x="18" y="132"/>
                  </a:lnTo>
                  <a:lnTo>
                    <a:pt x="18" y="156"/>
                  </a:lnTo>
                  <a:lnTo>
                    <a:pt x="6" y="228"/>
                  </a:lnTo>
                  <a:lnTo>
                    <a:pt x="6" y="246"/>
                  </a:lnTo>
                  <a:lnTo>
                    <a:pt x="24" y="264"/>
                  </a:lnTo>
                  <a:lnTo>
                    <a:pt x="24" y="270"/>
                  </a:lnTo>
                  <a:lnTo>
                    <a:pt x="30" y="276"/>
                  </a:lnTo>
                  <a:lnTo>
                    <a:pt x="36" y="288"/>
                  </a:lnTo>
                  <a:lnTo>
                    <a:pt x="48" y="294"/>
                  </a:lnTo>
                  <a:lnTo>
                    <a:pt x="54" y="306"/>
                  </a:lnTo>
                  <a:lnTo>
                    <a:pt x="60" y="312"/>
                  </a:lnTo>
                  <a:lnTo>
                    <a:pt x="84" y="324"/>
                  </a:lnTo>
                  <a:lnTo>
                    <a:pt x="102" y="342"/>
                  </a:lnTo>
                  <a:lnTo>
                    <a:pt x="114" y="348"/>
                  </a:lnTo>
                  <a:lnTo>
                    <a:pt x="120" y="366"/>
                  </a:lnTo>
                  <a:lnTo>
                    <a:pt x="126" y="366"/>
                  </a:lnTo>
                  <a:lnTo>
                    <a:pt x="132" y="372"/>
                  </a:lnTo>
                  <a:lnTo>
                    <a:pt x="168" y="390"/>
                  </a:lnTo>
                  <a:lnTo>
                    <a:pt x="198" y="390"/>
                  </a:lnTo>
                  <a:lnTo>
                    <a:pt x="210" y="396"/>
                  </a:lnTo>
                  <a:lnTo>
                    <a:pt x="216" y="402"/>
                  </a:lnTo>
                  <a:lnTo>
                    <a:pt x="228" y="408"/>
                  </a:lnTo>
                  <a:lnTo>
                    <a:pt x="234" y="414"/>
                  </a:lnTo>
                  <a:lnTo>
                    <a:pt x="240" y="414"/>
                  </a:lnTo>
                  <a:lnTo>
                    <a:pt x="246" y="420"/>
                  </a:lnTo>
                  <a:lnTo>
                    <a:pt x="258" y="426"/>
                  </a:lnTo>
                  <a:lnTo>
                    <a:pt x="276" y="438"/>
                  </a:lnTo>
                  <a:lnTo>
                    <a:pt x="312" y="456"/>
                  </a:lnTo>
                  <a:lnTo>
                    <a:pt x="318" y="462"/>
                  </a:lnTo>
                  <a:lnTo>
                    <a:pt x="330" y="462"/>
                  </a:lnTo>
                  <a:lnTo>
                    <a:pt x="342" y="468"/>
                  </a:lnTo>
                  <a:lnTo>
                    <a:pt x="360" y="474"/>
                  </a:lnTo>
                  <a:lnTo>
                    <a:pt x="372" y="480"/>
                  </a:lnTo>
                  <a:lnTo>
                    <a:pt x="378" y="486"/>
                  </a:lnTo>
                  <a:lnTo>
                    <a:pt x="372" y="492"/>
                  </a:lnTo>
                  <a:lnTo>
                    <a:pt x="372" y="504"/>
                  </a:lnTo>
                  <a:lnTo>
                    <a:pt x="366" y="510"/>
                  </a:lnTo>
                  <a:lnTo>
                    <a:pt x="360" y="522"/>
                  </a:lnTo>
                  <a:lnTo>
                    <a:pt x="366" y="528"/>
                  </a:lnTo>
                  <a:lnTo>
                    <a:pt x="372" y="540"/>
                  </a:lnTo>
                  <a:lnTo>
                    <a:pt x="372" y="546"/>
                  </a:lnTo>
                  <a:lnTo>
                    <a:pt x="366" y="552"/>
                  </a:lnTo>
                  <a:lnTo>
                    <a:pt x="348" y="552"/>
                  </a:lnTo>
                  <a:lnTo>
                    <a:pt x="348" y="588"/>
                  </a:lnTo>
                  <a:lnTo>
                    <a:pt x="342" y="594"/>
                  </a:lnTo>
                  <a:lnTo>
                    <a:pt x="336" y="606"/>
                  </a:lnTo>
                  <a:lnTo>
                    <a:pt x="330" y="612"/>
                  </a:lnTo>
                  <a:lnTo>
                    <a:pt x="324" y="624"/>
                  </a:lnTo>
                  <a:lnTo>
                    <a:pt x="324" y="636"/>
                  </a:lnTo>
                  <a:lnTo>
                    <a:pt x="330" y="642"/>
                  </a:lnTo>
                  <a:lnTo>
                    <a:pt x="354" y="642"/>
                  </a:lnTo>
                  <a:lnTo>
                    <a:pt x="366" y="636"/>
                  </a:lnTo>
                  <a:lnTo>
                    <a:pt x="372" y="636"/>
                  </a:lnTo>
                  <a:lnTo>
                    <a:pt x="384" y="642"/>
                  </a:lnTo>
                  <a:lnTo>
                    <a:pt x="390" y="648"/>
                  </a:lnTo>
                  <a:lnTo>
                    <a:pt x="402" y="654"/>
                  </a:lnTo>
                  <a:lnTo>
                    <a:pt x="420" y="660"/>
                  </a:lnTo>
                  <a:lnTo>
                    <a:pt x="480" y="66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40" name="Pa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4C8ABD56-39D5-4C6F-819D-40DF20A90726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5120044" y="2021974"/>
              <a:ext cx="347661" cy="346798"/>
            </a:xfrm>
            <a:custGeom>
              <a:avLst/>
              <a:gdLst>
                <a:gd name="T0" fmla="*/ 2147483647 w 1050"/>
                <a:gd name="T1" fmla="*/ 2147483647 h 1056"/>
                <a:gd name="T2" fmla="*/ 2147483647 w 1050"/>
                <a:gd name="T3" fmla="*/ 2147483647 h 1056"/>
                <a:gd name="T4" fmla="*/ 2147483647 w 1050"/>
                <a:gd name="T5" fmla="*/ 2147483647 h 1056"/>
                <a:gd name="T6" fmla="*/ 2147483647 w 1050"/>
                <a:gd name="T7" fmla="*/ 2147483647 h 1056"/>
                <a:gd name="T8" fmla="*/ 2147483647 w 1050"/>
                <a:gd name="T9" fmla="*/ 2147483647 h 1056"/>
                <a:gd name="T10" fmla="*/ 2147483647 w 1050"/>
                <a:gd name="T11" fmla="*/ 2147483647 h 1056"/>
                <a:gd name="T12" fmla="*/ 2147483647 w 1050"/>
                <a:gd name="T13" fmla="*/ 2147483647 h 1056"/>
                <a:gd name="T14" fmla="*/ 2147483647 w 1050"/>
                <a:gd name="T15" fmla="*/ 2147483647 h 1056"/>
                <a:gd name="T16" fmla="*/ 2147483647 w 1050"/>
                <a:gd name="T17" fmla="*/ 2147483647 h 1056"/>
                <a:gd name="T18" fmla="*/ 2147483647 w 1050"/>
                <a:gd name="T19" fmla="*/ 2147483647 h 1056"/>
                <a:gd name="T20" fmla="*/ 2147483647 w 1050"/>
                <a:gd name="T21" fmla="*/ 2147483647 h 1056"/>
                <a:gd name="T22" fmla="*/ 2147483647 w 1050"/>
                <a:gd name="T23" fmla="*/ 2147483647 h 1056"/>
                <a:gd name="T24" fmla="*/ 2147483647 w 1050"/>
                <a:gd name="T25" fmla="*/ 2147483647 h 1056"/>
                <a:gd name="T26" fmla="*/ 2147483647 w 1050"/>
                <a:gd name="T27" fmla="*/ 2147483647 h 1056"/>
                <a:gd name="T28" fmla="*/ 2147483647 w 1050"/>
                <a:gd name="T29" fmla="*/ 2147483647 h 1056"/>
                <a:gd name="T30" fmla="*/ 2147483647 w 1050"/>
                <a:gd name="T31" fmla="*/ 2147483647 h 1056"/>
                <a:gd name="T32" fmla="*/ 2147483647 w 1050"/>
                <a:gd name="T33" fmla="*/ 2147483647 h 1056"/>
                <a:gd name="T34" fmla="*/ 2147483647 w 1050"/>
                <a:gd name="T35" fmla="*/ 2147483647 h 1056"/>
                <a:gd name="T36" fmla="*/ 2147483647 w 1050"/>
                <a:gd name="T37" fmla="*/ 2147483647 h 1056"/>
                <a:gd name="T38" fmla="*/ 2147483647 w 1050"/>
                <a:gd name="T39" fmla="*/ 2147483647 h 1056"/>
                <a:gd name="T40" fmla="*/ 2147483647 w 1050"/>
                <a:gd name="T41" fmla="*/ 2147483647 h 1056"/>
                <a:gd name="T42" fmla="*/ 2147483647 w 1050"/>
                <a:gd name="T43" fmla="*/ 2147483647 h 1056"/>
                <a:gd name="T44" fmla="*/ 0 w 1050"/>
                <a:gd name="T45" fmla="*/ 2147483647 h 1056"/>
                <a:gd name="T46" fmla="*/ 2147483647 w 1050"/>
                <a:gd name="T47" fmla="*/ 2147483647 h 1056"/>
                <a:gd name="T48" fmla="*/ 2147483647 w 1050"/>
                <a:gd name="T49" fmla="*/ 2147483647 h 1056"/>
                <a:gd name="T50" fmla="*/ 2147483647 w 1050"/>
                <a:gd name="T51" fmla="*/ 2147483647 h 1056"/>
                <a:gd name="T52" fmla="*/ 2147483647 w 1050"/>
                <a:gd name="T53" fmla="*/ 2147483647 h 1056"/>
                <a:gd name="T54" fmla="*/ 2147483647 w 1050"/>
                <a:gd name="T55" fmla="*/ 2147483647 h 1056"/>
                <a:gd name="T56" fmla="*/ 2147483647 w 1050"/>
                <a:gd name="T57" fmla="*/ 2147483647 h 1056"/>
                <a:gd name="T58" fmla="*/ 2147483647 w 1050"/>
                <a:gd name="T59" fmla="*/ 2147483647 h 1056"/>
                <a:gd name="T60" fmla="*/ 2147483647 w 1050"/>
                <a:gd name="T61" fmla="*/ 2147483647 h 1056"/>
                <a:gd name="T62" fmla="*/ 2147483647 w 1050"/>
                <a:gd name="T63" fmla="*/ 2147483647 h 1056"/>
                <a:gd name="T64" fmla="*/ 2147483647 w 1050"/>
                <a:gd name="T65" fmla="*/ 2147483647 h 1056"/>
                <a:gd name="T66" fmla="*/ 2147483647 w 1050"/>
                <a:gd name="T67" fmla="*/ 2147483647 h 1056"/>
                <a:gd name="T68" fmla="*/ 2147483647 w 1050"/>
                <a:gd name="T69" fmla="*/ 2147483647 h 1056"/>
                <a:gd name="T70" fmla="*/ 2147483647 w 1050"/>
                <a:gd name="T71" fmla="*/ 2147483647 h 1056"/>
                <a:gd name="T72" fmla="*/ 2147483647 w 1050"/>
                <a:gd name="T73" fmla="*/ 2147483647 h 1056"/>
                <a:gd name="T74" fmla="*/ 2147483647 w 1050"/>
                <a:gd name="T75" fmla="*/ 2147483647 h 1056"/>
                <a:gd name="T76" fmla="*/ 2147483647 w 1050"/>
                <a:gd name="T77" fmla="*/ 2147483647 h 1056"/>
                <a:gd name="T78" fmla="*/ 2147483647 w 1050"/>
                <a:gd name="T79" fmla="*/ 2147483647 h 1056"/>
                <a:gd name="T80" fmla="*/ 2147483647 w 1050"/>
                <a:gd name="T81" fmla="*/ 2147483647 h 1056"/>
                <a:gd name="T82" fmla="*/ 2147483647 w 1050"/>
                <a:gd name="T83" fmla="*/ 2147483647 h 1056"/>
                <a:gd name="T84" fmla="*/ 2147483647 w 1050"/>
                <a:gd name="T85" fmla="*/ 2147483647 h 1056"/>
                <a:gd name="T86" fmla="*/ 2147483647 w 1050"/>
                <a:gd name="T87" fmla="*/ 2147483647 h 1056"/>
                <a:gd name="T88" fmla="*/ 2147483647 w 1050"/>
                <a:gd name="T89" fmla="*/ 2147483647 h 1056"/>
                <a:gd name="T90" fmla="*/ 2147483647 w 1050"/>
                <a:gd name="T91" fmla="*/ 2147483647 h 1056"/>
                <a:gd name="T92" fmla="*/ 2147483647 w 1050"/>
                <a:gd name="T93" fmla="*/ 2147483647 h 1056"/>
                <a:gd name="T94" fmla="*/ 2147483647 w 1050"/>
                <a:gd name="T95" fmla="*/ 2147483647 h 1056"/>
                <a:gd name="T96" fmla="*/ 2147483647 w 1050"/>
                <a:gd name="T97" fmla="*/ 2147483647 h 1056"/>
                <a:gd name="T98" fmla="*/ 2147483647 w 1050"/>
                <a:gd name="T99" fmla="*/ 2147483647 h 1056"/>
                <a:gd name="T100" fmla="*/ 2147483647 w 1050"/>
                <a:gd name="T101" fmla="*/ 2147483647 h 1056"/>
                <a:gd name="T102" fmla="*/ 2147483647 w 1050"/>
                <a:gd name="T103" fmla="*/ 2147483647 h 1056"/>
                <a:gd name="T104" fmla="*/ 2147483647 w 1050"/>
                <a:gd name="T105" fmla="*/ 2147483647 h 1056"/>
                <a:gd name="T106" fmla="*/ 2147483647 w 1050"/>
                <a:gd name="T107" fmla="*/ 2147483647 h 1056"/>
                <a:gd name="T108" fmla="*/ 2147483647 w 1050"/>
                <a:gd name="T109" fmla="*/ 2147483647 h 1056"/>
                <a:gd name="T110" fmla="*/ 2147483647 w 1050"/>
                <a:gd name="T111" fmla="*/ 2147483647 h 1056"/>
                <a:gd name="T112" fmla="*/ 2147483647 w 1050"/>
                <a:gd name="T113" fmla="*/ 2147483647 h 1056"/>
                <a:gd name="T114" fmla="*/ 2147483647 w 1050"/>
                <a:gd name="T115" fmla="*/ 2147483647 h 1056"/>
                <a:gd name="T116" fmla="*/ 2147483647 w 1050"/>
                <a:gd name="T117" fmla="*/ 2147483647 h 1056"/>
                <a:gd name="T118" fmla="*/ 2147483647 w 1050"/>
                <a:gd name="T119" fmla="*/ 2147483647 h 1056"/>
                <a:gd name="T120" fmla="*/ 2147483647 w 1050"/>
                <a:gd name="T121" fmla="*/ 2147483647 h 1056"/>
                <a:gd name="T122" fmla="*/ 2147483647 w 1050"/>
                <a:gd name="T123" fmla="*/ 2147483647 h 105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50"/>
                <a:gd name="T187" fmla="*/ 0 h 1056"/>
                <a:gd name="T188" fmla="*/ 1050 w 1050"/>
                <a:gd name="T189" fmla="*/ 1056 h 105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50" h="1056">
                  <a:moveTo>
                    <a:pt x="1008" y="120"/>
                  </a:moveTo>
                  <a:lnTo>
                    <a:pt x="996" y="120"/>
                  </a:lnTo>
                  <a:lnTo>
                    <a:pt x="984" y="114"/>
                  </a:lnTo>
                  <a:lnTo>
                    <a:pt x="978" y="102"/>
                  </a:lnTo>
                  <a:lnTo>
                    <a:pt x="972" y="96"/>
                  </a:lnTo>
                  <a:lnTo>
                    <a:pt x="972" y="90"/>
                  </a:lnTo>
                  <a:lnTo>
                    <a:pt x="960" y="96"/>
                  </a:lnTo>
                  <a:lnTo>
                    <a:pt x="924" y="84"/>
                  </a:lnTo>
                  <a:lnTo>
                    <a:pt x="924" y="60"/>
                  </a:lnTo>
                  <a:lnTo>
                    <a:pt x="912" y="36"/>
                  </a:lnTo>
                  <a:lnTo>
                    <a:pt x="900" y="24"/>
                  </a:lnTo>
                  <a:lnTo>
                    <a:pt x="888" y="18"/>
                  </a:lnTo>
                  <a:lnTo>
                    <a:pt x="876" y="18"/>
                  </a:lnTo>
                  <a:lnTo>
                    <a:pt x="870" y="6"/>
                  </a:lnTo>
                  <a:lnTo>
                    <a:pt x="822" y="6"/>
                  </a:lnTo>
                  <a:lnTo>
                    <a:pt x="810" y="0"/>
                  </a:lnTo>
                  <a:lnTo>
                    <a:pt x="804" y="6"/>
                  </a:lnTo>
                  <a:lnTo>
                    <a:pt x="792" y="6"/>
                  </a:lnTo>
                  <a:lnTo>
                    <a:pt x="786" y="12"/>
                  </a:lnTo>
                  <a:lnTo>
                    <a:pt x="774" y="12"/>
                  </a:lnTo>
                  <a:lnTo>
                    <a:pt x="762" y="6"/>
                  </a:lnTo>
                  <a:lnTo>
                    <a:pt x="738" y="6"/>
                  </a:lnTo>
                  <a:lnTo>
                    <a:pt x="732" y="12"/>
                  </a:lnTo>
                  <a:lnTo>
                    <a:pt x="690" y="12"/>
                  </a:lnTo>
                  <a:lnTo>
                    <a:pt x="684" y="18"/>
                  </a:lnTo>
                  <a:lnTo>
                    <a:pt x="678" y="18"/>
                  </a:lnTo>
                  <a:lnTo>
                    <a:pt x="654" y="30"/>
                  </a:lnTo>
                  <a:lnTo>
                    <a:pt x="648" y="36"/>
                  </a:lnTo>
                  <a:lnTo>
                    <a:pt x="624" y="48"/>
                  </a:lnTo>
                  <a:lnTo>
                    <a:pt x="618" y="54"/>
                  </a:lnTo>
                  <a:lnTo>
                    <a:pt x="612" y="66"/>
                  </a:lnTo>
                  <a:lnTo>
                    <a:pt x="606" y="72"/>
                  </a:lnTo>
                  <a:lnTo>
                    <a:pt x="606" y="78"/>
                  </a:lnTo>
                  <a:lnTo>
                    <a:pt x="636" y="108"/>
                  </a:lnTo>
                  <a:lnTo>
                    <a:pt x="636" y="138"/>
                  </a:lnTo>
                  <a:lnTo>
                    <a:pt x="642" y="144"/>
                  </a:lnTo>
                  <a:lnTo>
                    <a:pt x="648" y="156"/>
                  </a:lnTo>
                  <a:lnTo>
                    <a:pt x="648" y="162"/>
                  </a:lnTo>
                  <a:lnTo>
                    <a:pt x="624" y="186"/>
                  </a:lnTo>
                  <a:lnTo>
                    <a:pt x="618" y="198"/>
                  </a:lnTo>
                  <a:lnTo>
                    <a:pt x="618" y="210"/>
                  </a:lnTo>
                  <a:lnTo>
                    <a:pt x="624" y="216"/>
                  </a:lnTo>
                  <a:lnTo>
                    <a:pt x="624" y="246"/>
                  </a:lnTo>
                  <a:lnTo>
                    <a:pt x="606" y="246"/>
                  </a:lnTo>
                  <a:lnTo>
                    <a:pt x="600" y="252"/>
                  </a:lnTo>
                  <a:lnTo>
                    <a:pt x="594" y="252"/>
                  </a:lnTo>
                  <a:lnTo>
                    <a:pt x="576" y="246"/>
                  </a:lnTo>
                  <a:lnTo>
                    <a:pt x="570" y="240"/>
                  </a:lnTo>
                  <a:lnTo>
                    <a:pt x="552" y="240"/>
                  </a:lnTo>
                  <a:lnTo>
                    <a:pt x="552" y="252"/>
                  </a:lnTo>
                  <a:lnTo>
                    <a:pt x="564" y="264"/>
                  </a:lnTo>
                  <a:lnTo>
                    <a:pt x="576" y="270"/>
                  </a:lnTo>
                  <a:lnTo>
                    <a:pt x="576" y="276"/>
                  </a:lnTo>
                  <a:lnTo>
                    <a:pt x="582" y="282"/>
                  </a:lnTo>
                  <a:lnTo>
                    <a:pt x="582" y="288"/>
                  </a:lnTo>
                  <a:lnTo>
                    <a:pt x="594" y="294"/>
                  </a:lnTo>
                  <a:lnTo>
                    <a:pt x="600" y="294"/>
                  </a:lnTo>
                  <a:lnTo>
                    <a:pt x="570" y="312"/>
                  </a:lnTo>
                  <a:lnTo>
                    <a:pt x="552" y="312"/>
                  </a:lnTo>
                  <a:lnTo>
                    <a:pt x="546" y="318"/>
                  </a:lnTo>
                  <a:lnTo>
                    <a:pt x="546" y="354"/>
                  </a:lnTo>
                  <a:lnTo>
                    <a:pt x="540" y="354"/>
                  </a:lnTo>
                  <a:lnTo>
                    <a:pt x="534" y="360"/>
                  </a:lnTo>
                  <a:lnTo>
                    <a:pt x="534" y="378"/>
                  </a:lnTo>
                  <a:lnTo>
                    <a:pt x="540" y="390"/>
                  </a:lnTo>
                  <a:lnTo>
                    <a:pt x="540" y="402"/>
                  </a:lnTo>
                  <a:lnTo>
                    <a:pt x="546" y="408"/>
                  </a:lnTo>
                  <a:lnTo>
                    <a:pt x="546" y="414"/>
                  </a:lnTo>
                  <a:lnTo>
                    <a:pt x="540" y="420"/>
                  </a:lnTo>
                  <a:lnTo>
                    <a:pt x="534" y="432"/>
                  </a:lnTo>
                  <a:lnTo>
                    <a:pt x="522" y="438"/>
                  </a:lnTo>
                  <a:lnTo>
                    <a:pt x="510" y="438"/>
                  </a:lnTo>
                  <a:lnTo>
                    <a:pt x="504" y="432"/>
                  </a:lnTo>
                  <a:lnTo>
                    <a:pt x="504" y="420"/>
                  </a:lnTo>
                  <a:lnTo>
                    <a:pt x="474" y="420"/>
                  </a:lnTo>
                  <a:lnTo>
                    <a:pt x="462" y="426"/>
                  </a:lnTo>
                  <a:lnTo>
                    <a:pt x="456" y="432"/>
                  </a:lnTo>
                  <a:lnTo>
                    <a:pt x="444" y="438"/>
                  </a:lnTo>
                  <a:lnTo>
                    <a:pt x="438" y="438"/>
                  </a:lnTo>
                  <a:lnTo>
                    <a:pt x="432" y="444"/>
                  </a:lnTo>
                  <a:lnTo>
                    <a:pt x="432" y="450"/>
                  </a:lnTo>
                  <a:lnTo>
                    <a:pt x="438" y="450"/>
                  </a:lnTo>
                  <a:lnTo>
                    <a:pt x="444" y="456"/>
                  </a:lnTo>
                  <a:lnTo>
                    <a:pt x="444" y="462"/>
                  </a:lnTo>
                  <a:lnTo>
                    <a:pt x="438" y="468"/>
                  </a:lnTo>
                  <a:lnTo>
                    <a:pt x="396" y="468"/>
                  </a:lnTo>
                  <a:lnTo>
                    <a:pt x="396" y="456"/>
                  </a:lnTo>
                  <a:lnTo>
                    <a:pt x="378" y="456"/>
                  </a:lnTo>
                  <a:lnTo>
                    <a:pt x="372" y="468"/>
                  </a:lnTo>
                  <a:lnTo>
                    <a:pt x="360" y="474"/>
                  </a:lnTo>
                  <a:lnTo>
                    <a:pt x="354" y="486"/>
                  </a:lnTo>
                  <a:lnTo>
                    <a:pt x="354" y="504"/>
                  </a:lnTo>
                  <a:lnTo>
                    <a:pt x="360" y="516"/>
                  </a:lnTo>
                  <a:lnTo>
                    <a:pt x="360" y="534"/>
                  </a:lnTo>
                  <a:lnTo>
                    <a:pt x="366" y="540"/>
                  </a:lnTo>
                  <a:lnTo>
                    <a:pt x="366" y="570"/>
                  </a:lnTo>
                  <a:lnTo>
                    <a:pt x="360" y="576"/>
                  </a:lnTo>
                  <a:lnTo>
                    <a:pt x="354" y="576"/>
                  </a:lnTo>
                  <a:lnTo>
                    <a:pt x="306" y="600"/>
                  </a:lnTo>
                  <a:lnTo>
                    <a:pt x="276" y="600"/>
                  </a:lnTo>
                  <a:lnTo>
                    <a:pt x="258" y="606"/>
                  </a:lnTo>
                  <a:lnTo>
                    <a:pt x="234" y="606"/>
                  </a:lnTo>
                  <a:lnTo>
                    <a:pt x="228" y="612"/>
                  </a:lnTo>
                  <a:lnTo>
                    <a:pt x="204" y="612"/>
                  </a:lnTo>
                  <a:lnTo>
                    <a:pt x="204" y="606"/>
                  </a:lnTo>
                  <a:lnTo>
                    <a:pt x="150" y="606"/>
                  </a:lnTo>
                  <a:lnTo>
                    <a:pt x="144" y="612"/>
                  </a:lnTo>
                  <a:lnTo>
                    <a:pt x="138" y="612"/>
                  </a:lnTo>
                  <a:lnTo>
                    <a:pt x="120" y="618"/>
                  </a:lnTo>
                  <a:lnTo>
                    <a:pt x="102" y="618"/>
                  </a:lnTo>
                  <a:lnTo>
                    <a:pt x="78" y="606"/>
                  </a:lnTo>
                  <a:lnTo>
                    <a:pt x="60" y="600"/>
                  </a:lnTo>
                  <a:lnTo>
                    <a:pt x="42" y="588"/>
                  </a:lnTo>
                  <a:lnTo>
                    <a:pt x="30" y="582"/>
                  </a:lnTo>
                  <a:lnTo>
                    <a:pt x="0" y="582"/>
                  </a:lnTo>
                  <a:lnTo>
                    <a:pt x="24" y="606"/>
                  </a:lnTo>
                  <a:lnTo>
                    <a:pt x="30" y="618"/>
                  </a:lnTo>
                  <a:lnTo>
                    <a:pt x="36" y="624"/>
                  </a:lnTo>
                  <a:lnTo>
                    <a:pt x="48" y="642"/>
                  </a:lnTo>
                  <a:lnTo>
                    <a:pt x="60" y="654"/>
                  </a:lnTo>
                  <a:lnTo>
                    <a:pt x="66" y="672"/>
                  </a:lnTo>
                  <a:lnTo>
                    <a:pt x="78" y="690"/>
                  </a:lnTo>
                  <a:lnTo>
                    <a:pt x="84" y="696"/>
                  </a:lnTo>
                  <a:lnTo>
                    <a:pt x="102" y="696"/>
                  </a:lnTo>
                  <a:lnTo>
                    <a:pt x="114" y="690"/>
                  </a:lnTo>
                  <a:lnTo>
                    <a:pt x="126" y="708"/>
                  </a:lnTo>
                  <a:lnTo>
                    <a:pt x="150" y="708"/>
                  </a:lnTo>
                  <a:lnTo>
                    <a:pt x="144" y="738"/>
                  </a:lnTo>
                  <a:lnTo>
                    <a:pt x="150" y="738"/>
                  </a:lnTo>
                  <a:lnTo>
                    <a:pt x="150" y="762"/>
                  </a:lnTo>
                  <a:lnTo>
                    <a:pt x="156" y="774"/>
                  </a:lnTo>
                  <a:lnTo>
                    <a:pt x="156" y="786"/>
                  </a:lnTo>
                  <a:lnTo>
                    <a:pt x="174" y="786"/>
                  </a:lnTo>
                  <a:lnTo>
                    <a:pt x="180" y="792"/>
                  </a:lnTo>
                  <a:lnTo>
                    <a:pt x="186" y="804"/>
                  </a:lnTo>
                  <a:lnTo>
                    <a:pt x="192" y="822"/>
                  </a:lnTo>
                  <a:lnTo>
                    <a:pt x="192" y="834"/>
                  </a:lnTo>
                  <a:lnTo>
                    <a:pt x="186" y="840"/>
                  </a:lnTo>
                  <a:lnTo>
                    <a:pt x="180" y="840"/>
                  </a:lnTo>
                  <a:lnTo>
                    <a:pt x="180" y="834"/>
                  </a:lnTo>
                  <a:lnTo>
                    <a:pt x="150" y="834"/>
                  </a:lnTo>
                  <a:lnTo>
                    <a:pt x="138" y="840"/>
                  </a:lnTo>
                  <a:lnTo>
                    <a:pt x="132" y="846"/>
                  </a:lnTo>
                  <a:lnTo>
                    <a:pt x="132" y="852"/>
                  </a:lnTo>
                  <a:lnTo>
                    <a:pt x="126" y="852"/>
                  </a:lnTo>
                  <a:lnTo>
                    <a:pt x="126" y="858"/>
                  </a:lnTo>
                  <a:lnTo>
                    <a:pt x="120" y="864"/>
                  </a:lnTo>
                  <a:lnTo>
                    <a:pt x="108" y="864"/>
                  </a:lnTo>
                  <a:lnTo>
                    <a:pt x="102" y="882"/>
                  </a:lnTo>
                  <a:lnTo>
                    <a:pt x="96" y="888"/>
                  </a:lnTo>
                  <a:lnTo>
                    <a:pt x="96" y="894"/>
                  </a:lnTo>
                  <a:lnTo>
                    <a:pt x="84" y="906"/>
                  </a:lnTo>
                  <a:lnTo>
                    <a:pt x="84" y="936"/>
                  </a:lnTo>
                  <a:lnTo>
                    <a:pt x="90" y="948"/>
                  </a:lnTo>
                  <a:lnTo>
                    <a:pt x="90" y="954"/>
                  </a:lnTo>
                  <a:lnTo>
                    <a:pt x="96" y="948"/>
                  </a:lnTo>
                  <a:lnTo>
                    <a:pt x="108" y="948"/>
                  </a:lnTo>
                  <a:lnTo>
                    <a:pt x="114" y="942"/>
                  </a:lnTo>
                  <a:lnTo>
                    <a:pt x="120" y="942"/>
                  </a:lnTo>
                  <a:lnTo>
                    <a:pt x="126" y="948"/>
                  </a:lnTo>
                  <a:lnTo>
                    <a:pt x="138" y="948"/>
                  </a:lnTo>
                  <a:lnTo>
                    <a:pt x="150" y="954"/>
                  </a:lnTo>
                  <a:lnTo>
                    <a:pt x="174" y="954"/>
                  </a:lnTo>
                  <a:lnTo>
                    <a:pt x="210" y="936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34" y="936"/>
                  </a:lnTo>
                  <a:lnTo>
                    <a:pt x="276" y="936"/>
                  </a:lnTo>
                  <a:lnTo>
                    <a:pt x="288" y="930"/>
                  </a:lnTo>
                  <a:lnTo>
                    <a:pt x="300" y="930"/>
                  </a:lnTo>
                  <a:lnTo>
                    <a:pt x="306" y="924"/>
                  </a:lnTo>
                  <a:lnTo>
                    <a:pt x="312" y="924"/>
                  </a:lnTo>
                  <a:lnTo>
                    <a:pt x="348" y="930"/>
                  </a:lnTo>
                  <a:lnTo>
                    <a:pt x="354" y="924"/>
                  </a:lnTo>
                  <a:lnTo>
                    <a:pt x="366" y="918"/>
                  </a:lnTo>
                  <a:lnTo>
                    <a:pt x="372" y="912"/>
                  </a:lnTo>
                  <a:lnTo>
                    <a:pt x="384" y="912"/>
                  </a:lnTo>
                  <a:lnTo>
                    <a:pt x="396" y="918"/>
                  </a:lnTo>
                  <a:lnTo>
                    <a:pt x="408" y="930"/>
                  </a:lnTo>
                  <a:lnTo>
                    <a:pt x="432" y="978"/>
                  </a:lnTo>
                  <a:lnTo>
                    <a:pt x="444" y="984"/>
                  </a:lnTo>
                  <a:lnTo>
                    <a:pt x="450" y="990"/>
                  </a:lnTo>
                  <a:lnTo>
                    <a:pt x="468" y="996"/>
                  </a:lnTo>
                  <a:lnTo>
                    <a:pt x="486" y="996"/>
                  </a:lnTo>
                  <a:lnTo>
                    <a:pt x="522" y="1008"/>
                  </a:lnTo>
                  <a:lnTo>
                    <a:pt x="540" y="1044"/>
                  </a:lnTo>
                  <a:lnTo>
                    <a:pt x="552" y="1056"/>
                  </a:lnTo>
                  <a:lnTo>
                    <a:pt x="570" y="1056"/>
                  </a:lnTo>
                  <a:lnTo>
                    <a:pt x="588" y="1050"/>
                  </a:lnTo>
                  <a:lnTo>
                    <a:pt x="582" y="1044"/>
                  </a:lnTo>
                  <a:lnTo>
                    <a:pt x="582" y="1032"/>
                  </a:lnTo>
                  <a:lnTo>
                    <a:pt x="594" y="1020"/>
                  </a:lnTo>
                  <a:lnTo>
                    <a:pt x="606" y="1020"/>
                  </a:lnTo>
                  <a:lnTo>
                    <a:pt x="618" y="1026"/>
                  </a:lnTo>
                  <a:lnTo>
                    <a:pt x="624" y="1032"/>
                  </a:lnTo>
                  <a:lnTo>
                    <a:pt x="648" y="1020"/>
                  </a:lnTo>
                  <a:lnTo>
                    <a:pt x="648" y="1026"/>
                  </a:lnTo>
                  <a:lnTo>
                    <a:pt x="654" y="1032"/>
                  </a:lnTo>
                  <a:lnTo>
                    <a:pt x="678" y="1032"/>
                  </a:lnTo>
                  <a:lnTo>
                    <a:pt x="690" y="1020"/>
                  </a:lnTo>
                  <a:lnTo>
                    <a:pt x="702" y="1014"/>
                  </a:lnTo>
                  <a:lnTo>
                    <a:pt x="708" y="1014"/>
                  </a:lnTo>
                  <a:lnTo>
                    <a:pt x="708" y="1026"/>
                  </a:lnTo>
                  <a:lnTo>
                    <a:pt x="714" y="1032"/>
                  </a:lnTo>
                  <a:lnTo>
                    <a:pt x="732" y="1032"/>
                  </a:lnTo>
                  <a:lnTo>
                    <a:pt x="738" y="1026"/>
                  </a:lnTo>
                  <a:lnTo>
                    <a:pt x="750" y="1020"/>
                  </a:lnTo>
                  <a:lnTo>
                    <a:pt x="750" y="996"/>
                  </a:lnTo>
                  <a:lnTo>
                    <a:pt x="744" y="990"/>
                  </a:lnTo>
                  <a:lnTo>
                    <a:pt x="738" y="978"/>
                  </a:lnTo>
                  <a:lnTo>
                    <a:pt x="714" y="936"/>
                  </a:lnTo>
                  <a:lnTo>
                    <a:pt x="714" y="912"/>
                  </a:lnTo>
                  <a:lnTo>
                    <a:pt x="690" y="912"/>
                  </a:lnTo>
                  <a:lnTo>
                    <a:pt x="678" y="900"/>
                  </a:lnTo>
                  <a:lnTo>
                    <a:pt x="672" y="888"/>
                  </a:lnTo>
                  <a:lnTo>
                    <a:pt x="666" y="882"/>
                  </a:lnTo>
                  <a:lnTo>
                    <a:pt x="672" y="852"/>
                  </a:lnTo>
                  <a:lnTo>
                    <a:pt x="672" y="834"/>
                  </a:lnTo>
                  <a:lnTo>
                    <a:pt x="642" y="840"/>
                  </a:lnTo>
                  <a:lnTo>
                    <a:pt x="636" y="840"/>
                  </a:lnTo>
                  <a:lnTo>
                    <a:pt x="624" y="834"/>
                  </a:lnTo>
                  <a:lnTo>
                    <a:pt x="618" y="828"/>
                  </a:lnTo>
                  <a:lnTo>
                    <a:pt x="618" y="804"/>
                  </a:lnTo>
                  <a:lnTo>
                    <a:pt x="624" y="792"/>
                  </a:lnTo>
                  <a:lnTo>
                    <a:pt x="636" y="780"/>
                  </a:lnTo>
                  <a:lnTo>
                    <a:pt x="642" y="768"/>
                  </a:lnTo>
                  <a:lnTo>
                    <a:pt x="648" y="762"/>
                  </a:lnTo>
                  <a:lnTo>
                    <a:pt x="654" y="750"/>
                  </a:lnTo>
                  <a:lnTo>
                    <a:pt x="654" y="744"/>
                  </a:lnTo>
                  <a:lnTo>
                    <a:pt x="666" y="732"/>
                  </a:lnTo>
                  <a:lnTo>
                    <a:pt x="678" y="726"/>
                  </a:lnTo>
                  <a:lnTo>
                    <a:pt x="684" y="726"/>
                  </a:lnTo>
                  <a:lnTo>
                    <a:pt x="690" y="732"/>
                  </a:lnTo>
                  <a:lnTo>
                    <a:pt x="690" y="744"/>
                  </a:lnTo>
                  <a:lnTo>
                    <a:pt x="696" y="750"/>
                  </a:lnTo>
                  <a:lnTo>
                    <a:pt x="702" y="750"/>
                  </a:lnTo>
                  <a:lnTo>
                    <a:pt x="726" y="738"/>
                  </a:lnTo>
                  <a:lnTo>
                    <a:pt x="732" y="732"/>
                  </a:lnTo>
                  <a:lnTo>
                    <a:pt x="738" y="738"/>
                  </a:lnTo>
                  <a:lnTo>
                    <a:pt x="756" y="738"/>
                  </a:lnTo>
                  <a:lnTo>
                    <a:pt x="762" y="732"/>
                  </a:lnTo>
                  <a:lnTo>
                    <a:pt x="768" y="720"/>
                  </a:lnTo>
                  <a:lnTo>
                    <a:pt x="774" y="714"/>
                  </a:lnTo>
                  <a:lnTo>
                    <a:pt x="774" y="708"/>
                  </a:lnTo>
                  <a:lnTo>
                    <a:pt x="792" y="696"/>
                  </a:lnTo>
                  <a:lnTo>
                    <a:pt x="792" y="678"/>
                  </a:lnTo>
                  <a:lnTo>
                    <a:pt x="798" y="672"/>
                  </a:lnTo>
                  <a:lnTo>
                    <a:pt x="798" y="666"/>
                  </a:lnTo>
                  <a:lnTo>
                    <a:pt x="804" y="660"/>
                  </a:lnTo>
                  <a:lnTo>
                    <a:pt x="828" y="648"/>
                  </a:lnTo>
                  <a:lnTo>
                    <a:pt x="840" y="636"/>
                  </a:lnTo>
                  <a:lnTo>
                    <a:pt x="846" y="618"/>
                  </a:lnTo>
                  <a:lnTo>
                    <a:pt x="846" y="606"/>
                  </a:lnTo>
                  <a:lnTo>
                    <a:pt x="852" y="588"/>
                  </a:lnTo>
                  <a:lnTo>
                    <a:pt x="852" y="576"/>
                  </a:lnTo>
                  <a:lnTo>
                    <a:pt x="858" y="570"/>
                  </a:lnTo>
                  <a:lnTo>
                    <a:pt x="870" y="564"/>
                  </a:lnTo>
                  <a:lnTo>
                    <a:pt x="876" y="558"/>
                  </a:lnTo>
                  <a:lnTo>
                    <a:pt x="888" y="558"/>
                  </a:lnTo>
                  <a:lnTo>
                    <a:pt x="870" y="534"/>
                  </a:lnTo>
                  <a:lnTo>
                    <a:pt x="894" y="498"/>
                  </a:lnTo>
                  <a:lnTo>
                    <a:pt x="924" y="480"/>
                  </a:lnTo>
                  <a:lnTo>
                    <a:pt x="924" y="474"/>
                  </a:lnTo>
                  <a:lnTo>
                    <a:pt x="912" y="462"/>
                  </a:lnTo>
                  <a:lnTo>
                    <a:pt x="906" y="450"/>
                  </a:lnTo>
                  <a:lnTo>
                    <a:pt x="906" y="414"/>
                  </a:lnTo>
                  <a:lnTo>
                    <a:pt x="912" y="408"/>
                  </a:lnTo>
                  <a:lnTo>
                    <a:pt x="924" y="408"/>
                  </a:lnTo>
                  <a:lnTo>
                    <a:pt x="948" y="396"/>
                  </a:lnTo>
                  <a:lnTo>
                    <a:pt x="954" y="390"/>
                  </a:lnTo>
                  <a:lnTo>
                    <a:pt x="954" y="384"/>
                  </a:lnTo>
                  <a:lnTo>
                    <a:pt x="948" y="378"/>
                  </a:lnTo>
                  <a:lnTo>
                    <a:pt x="936" y="372"/>
                  </a:lnTo>
                  <a:lnTo>
                    <a:pt x="900" y="372"/>
                  </a:lnTo>
                  <a:lnTo>
                    <a:pt x="894" y="336"/>
                  </a:lnTo>
                  <a:lnTo>
                    <a:pt x="876" y="336"/>
                  </a:lnTo>
                  <a:lnTo>
                    <a:pt x="864" y="318"/>
                  </a:lnTo>
                  <a:lnTo>
                    <a:pt x="846" y="318"/>
                  </a:lnTo>
                  <a:lnTo>
                    <a:pt x="846" y="306"/>
                  </a:lnTo>
                  <a:lnTo>
                    <a:pt x="852" y="294"/>
                  </a:lnTo>
                  <a:lnTo>
                    <a:pt x="852" y="288"/>
                  </a:lnTo>
                  <a:lnTo>
                    <a:pt x="846" y="288"/>
                  </a:lnTo>
                  <a:lnTo>
                    <a:pt x="834" y="276"/>
                  </a:lnTo>
                  <a:lnTo>
                    <a:pt x="834" y="270"/>
                  </a:lnTo>
                  <a:lnTo>
                    <a:pt x="840" y="264"/>
                  </a:lnTo>
                  <a:lnTo>
                    <a:pt x="846" y="252"/>
                  </a:lnTo>
                  <a:lnTo>
                    <a:pt x="852" y="246"/>
                  </a:lnTo>
                  <a:lnTo>
                    <a:pt x="822" y="240"/>
                  </a:lnTo>
                  <a:lnTo>
                    <a:pt x="828" y="228"/>
                  </a:lnTo>
                  <a:lnTo>
                    <a:pt x="804" y="210"/>
                  </a:lnTo>
                  <a:lnTo>
                    <a:pt x="804" y="204"/>
                  </a:lnTo>
                  <a:lnTo>
                    <a:pt x="810" y="192"/>
                  </a:lnTo>
                  <a:lnTo>
                    <a:pt x="834" y="180"/>
                  </a:lnTo>
                  <a:lnTo>
                    <a:pt x="876" y="180"/>
                  </a:lnTo>
                  <a:lnTo>
                    <a:pt x="894" y="186"/>
                  </a:lnTo>
                  <a:lnTo>
                    <a:pt x="912" y="186"/>
                  </a:lnTo>
                  <a:lnTo>
                    <a:pt x="918" y="192"/>
                  </a:lnTo>
                  <a:lnTo>
                    <a:pt x="918" y="204"/>
                  </a:lnTo>
                  <a:lnTo>
                    <a:pt x="930" y="204"/>
                  </a:lnTo>
                  <a:lnTo>
                    <a:pt x="942" y="198"/>
                  </a:lnTo>
                  <a:lnTo>
                    <a:pt x="948" y="192"/>
                  </a:lnTo>
                  <a:lnTo>
                    <a:pt x="960" y="186"/>
                  </a:lnTo>
                  <a:lnTo>
                    <a:pt x="966" y="180"/>
                  </a:lnTo>
                  <a:lnTo>
                    <a:pt x="972" y="186"/>
                  </a:lnTo>
                  <a:lnTo>
                    <a:pt x="978" y="180"/>
                  </a:lnTo>
                  <a:lnTo>
                    <a:pt x="1002" y="180"/>
                  </a:lnTo>
                  <a:lnTo>
                    <a:pt x="1002" y="162"/>
                  </a:lnTo>
                  <a:lnTo>
                    <a:pt x="1026" y="156"/>
                  </a:lnTo>
                  <a:lnTo>
                    <a:pt x="1050" y="120"/>
                  </a:lnTo>
                  <a:lnTo>
                    <a:pt x="1008" y="12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41" name="Parcel Islands" descr="© INSCALE GmbH, 05.05.2010&#10;http://www.presentationload.com/">
              <a:extLst>
                <a:ext uri="{FF2B5EF4-FFF2-40B4-BE49-F238E27FC236}">
                  <a16:creationId xmlns:a16="http://schemas.microsoft.com/office/drawing/2014/main" id="{80A12FE0-B106-4768-8FC6-0CD7F773B6BD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6321991" y="2544741"/>
              <a:ext cx="31018" cy="20551"/>
            </a:xfrm>
            <a:custGeom>
              <a:avLst/>
              <a:gdLst>
                <a:gd name="T0" fmla="*/ 2147483647 w 96"/>
                <a:gd name="T1" fmla="*/ 2147483647 h 66"/>
                <a:gd name="T2" fmla="*/ 2147483647 w 96"/>
                <a:gd name="T3" fmla="*/ 2147483647 h 66"/>
                <a:gd name="T4" fmla="*/ 0 w 96"/>
                <a:gd name="T5" fmla="*/ 2147483647 h 66"/>
                <a:gd name="T6" fmla="*/ 0 w 96"/>
                <a:gd name="T7" fmla="*/ 2147483647 h 66"/>
                <a:gd name="T8" fmla="*/ 2147483647 w 96"/>
                <a:gd name="T9" fmla="*/ 2147483647 h 66"/>
                <a:gd name="T10" fmla="*/ 2147483647 w 96"/>
                <a:gd name="T11" fmla="*/ 2147483647 h 66"/>
                <a:gd name="T12" fmla="*/ 2147483647 w 96"/>
                <a:gd name="T13" fmla="*/ 2147483647 h 66"/>
                <a:gd name="T14" fmla="*/ 2147483647 w 96"/>
                <a:gd name="T15" fmla="*/ 2147483647 h 66"/>
                <a:gd name="T16" fmla="*/ 2147483647 w 96"/>
                <a:gd name="T17" fmla="*/ 2147483647 h 66"/>
                <a:gd name="T18" fmla="*/ 2147483647 w 96"/>
                <a:gd name="T19" fmla="*/ 0 h 66"/>
                <a:gd name="T20" fmla="*/ 2147483647 w 96"/>
                <a:gd name="T21" fmla="*/ 2147483647 h 66"/>
                <a:gd name="T22" fmla="*/ 2147483647 w 96"/>
                <a:gd name="T23" fmla="*/ 2147483647 h 66"/>
                <a:gd name="T24" fmla="*/ 2147483647 w 96"/>
                <a:gd name="T25" fmla="*/ 2147483647 h 66"/>
                <a:gd name="T26" fmla="*/ 2147483647 w 96"/>
                <a:gd name="T27" fmla="*/ 2147483647 h 66"/>
                <a:gd name="T28" fmla="*/ 2147483647 w 96"/>
                <a:gd name="T29" fmla="*/ 0 h 66"/>
                <a:gd name="T30" fmla="*/ 2147483647 w 96"/>
                <a:gd name="T31" fmla="*/ 0 h 66"/>
                <a:gd name="T32" fmla="*/ 2147483647 w 96"/>
                <a:gd name="T33" fmla="*/ 2147483647 h 66"/>
                <a:gd name="T34" fmla="*/ 2147483647 w 96"/>
                <a:gd name="T35" fmla="*/ 2147483647 h 66"/>
                <a:gd name="T36" fmla="*/ 2147483647 w 96"/>
                <a:gd name="T37" fmla="*/ 2147483647 h 66"/>
                <a:gd name="T38" fmla="*/ 2147483647 w 96"/>
                <a:gd name="T39" fmla="*/ 2147483647 h 66"/>
                <a:gd name="T40" fmla="*/ 2147483647 w 96"/>
                <a:gd name="T41" fmla="*/ 2147483647 h 66"/>
                <a:gd name="T42" fmla="*/ 2147483647 w 96"/>
                <a:gd name="T43" fmla="*/ 2147483647 h 66"/>
                <a:gd name="T44" fmla="*/ 2147483647 w 96"/>
                <a:gd name="T45" fmla="*/ 2147483647 h 6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96"/>
                <a:gd name="T70" fmla="*/ 0 h 66"/>
                <a:gd name="T71" fmla="*/ 96 w 96"/>
                <a:gd name="T72" fmla="*/ 66 h 6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96" h="66">
                  <a:moveTo>
                    <a:pt x="12" y="42"/>
                  </a:moveTo>
                  <a:lnTo>
                    <a:pt x="6" y="42"/>
                  </a:lnTo>
                  <a:lnTo>
                    <a:pt x="0" y="48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24" y="54"/>
                  </a:lnTo>
                  <a:lnTo>
                    <a:pt x="24" y="42"/>
                  </a:lnTo>
                  <a:lnTo>
                    <a:pt x="12" y="42"/>
                  </a:lnTo>
                  <a:close/>
                  <a:moveTo>
                    <a:pt x="42" y="0"/>
                  </a:moveTo>
                  <a:lnTo>
                    <a:pt x="42" y="18"/>
                  </a:lnTo>
                  <a:lnTo>
                    <a:pt x="54" y="30"/>
                  </a:lnTo>
                  <a:lnTo>
                    <a:pt x="60" y="30"/>
                  </a:lnTo>
                  <a:lnTo>
                    <a:pt x="72" y="24"/>
                  </a:lnTo>
                  <a:lnTo>
                    <a:pt x="48" y="0"/>
                  </a:lnTo>
                  <a:lnTo>
                    <a:pt x="42" y="0"/>
                  </a:lnTo>
                  <a:close/>
                  <a:moveTo>
                    <a:pt x="96" y="36"/>
                  </a:moveTo>
                  <a:lnTo>
                    <a:pt x="78" y="36"/>
                  </a:lnTo>
                  <a:lnTo>
                    <a:pt x="72" y="42"/>
                  </a:lnTo>
                  <a:lnTo>
                    <a:pt x="72" y="54"/>
                  </a:lnTo>
                  <a:lnTo>
                    <a:pt x="84" y="60"/>
                  </a:lnTo>
                  <a:lnTo>
                    <a:pt x="96" y="48"/>
                  </a:lnTo>
                  <a:lnTo>
                    <a:pt x="96" y="3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42" name="Oman" descr="© INSCALE GmbH, 05.05.2010&#10;http://www.presentationload.com/">
              <a:extLst>
                <a:ext uri="{FF2B5EF4-FFF2-40B4-BE49-F238E27FC236}">
                  <a16:creationId xmlns:a16="http://schemas.microsoft.com/office/drawing/2014/main" id="{B8E63433-3BC5-452B-BB08-42F494F109CB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941689" y="2339233"/>
              <a:ext cx="178354" cy="220923"/>
            </a:xfrm>
            <a:custGeom>
              <a:avLst/>
              <a:gdLst>
                <a:gd name="T0" fmla="*/ 2147483647 w 540"/>
                <a:gd name="T1" fmla="*/ 2147483647 h 672"/>
                <a:gd name="T2" fmla="*/ 2147483647 w 540"/>
                <a:gd name="T3" fmla="*/ 2147483647 h 672"/>
                <a:gd name="T4" fmla="*/ 2147483647 w 540"/>
                <a:gd name="T5" fmla="*/ 2147483647 h 672"/>
                <a:gd name="T6" fmla="*/ 2147483647 w 540"/>
                <a:gd name="T7" fmla="*/ 2147483647 h 672"/>
                <a:gd name="T8" fmla="*/ 2147483647 w 540"/>
                <a:gd name="T9" fmla="*/ 2147483647 h 672"/>
                <a:gd name="T10" fmla="*/ 2147483647 w 540"/>
                <a:gd name="T11" fmla="*/ 2147483647 h 672"/>
                <a:gd name="T12" fmla="*/ 2147483647 w 540"/>
                <a:gd name="T13" fmla="*/ 2147483647 h 672"/>
                <a:gd name="T14" fmla="*/ 2147483647 w 540"/>
                <a:gd name="T15" fmla="*/ 2147483647 h 672"/>
                <a:gd name="T16" fmla="*/ 2147483647 w 540"/>
                <a:gd name="T17" fmla="*/ 2147483647 h 672"/>
                <a:gd name="T18" fmla="*/ 2147483647 w 540"/>
                <a:gd name="T19" fmla="*/ 2147483647 h 672"/>
                <a:gd name="T20" fmla="*/ 2147483647 w 540"/>
                <a:gd name="T21" fmla="*/ 2147483647 h 672"/>
                <a:gd name="T22" fmla="*/ 2147483647 w 540"/>
                <a:gd name="T23" fmla="*/ 2147483647 h 672"/>
                <a:gd name="T24" fmla="*/ 2147483647 w 540"/>
                <a:gd name="T25" fmla="*/ 2147483647 h 672"/>
                <a:gd name="T26" fmla="*/ 2147483647 w 540"/>
                <a:gd name="T27" fmla="*/ 2147483647 h 672"/>
                <a:gd name="T28" fmla="*/ 2147483647 w 540"/>
                <a:gd name="T29" fmla="*/ 2147483647 h 672"/>
                <a:gd name="T30" fmla="*/ 2147483647 w 540"/>
                <a:gd name="T31" fmla="*/ 2147483647 h 672"/>
                <a:gd name="T32" fmla="*/ 2147483647 w 540"/>
                <a:gd name="T33" fmla="*/ 2147483647 h 672"/>
                <a:gd name="T34" fmla="*/ 2147483647 w 540"/>
                <a:gd name="T35" fmla="*/ 2147483647 h 672"/>
                <a:gd name="T36" fmla="*/ 2147483647 w 540"/>
                <a:gd name="T37" fmla="*/ 2147483647 h 672"/>
                <a:gd name="T38" fmla="*/ 2147483647 w 540"/>
                <a:gd name="T39" fmla="*/ 2147483647 h 672"/>
                <a:gd name="T40" fmla="*/ 2147483647 w 540"/>
                <a:gd name="T41" fmla="*/ 2147483647 h 672"/>
                <a:gd name="T42" fmla="*/ 2147483647 w 540"/>
                <a:gd name="T43" fmla="*/ 2147483647 h 672"/>
                <a:gd name="T44" fmla="*/ 2147483647 w 540"/>
                <a:gd name="T45" fmla="*/ 2147483647 h 672"/>
                <a:gd name="T46" fmla="*/ 2147483647 w 540"/>
                <a:gd name="T47" fmla="*/ 2147483647 h 672"/>
                <a:gd name="T48" fmla="*/ 2147483647 w 540"/>
                <a:gd name="T49" fmla="*/ 2147483647 h 672"/>
                <a:gd name="T50" fmla="*/ 2147483647 w 540"/>
                <a:gd name="T51" fmla="*/ 0 h 672"/>
                <a:gd name="T52" fmla="*/ 2147483647 w 540"/>
                <a:gd name="T53" fmla="*/ 2147483647 h 672"/>
                <a:gd name="T54" fmla="*/ 2147483647 w 540"/>
                <a:gd name="T55" fmla="*/ 2147483647 h 672"/>
                <a:gd name="T56" fmla="*/ 2147483647 w 540"/>
                <a:gd name="T57" fmla="*/ 2147483647 h 672"/>
                <a:gd name="T58" fmla="*/ 2147483647 w 540"/>
                <a:gd name="T59" fmla="*/ 2147483647 h 672"/>
                <a:gd name="T60" fmla="*/ 2147483647 w 540"/>
                <a:gd name="T61" fmla="*/ 2147483647 h 672"/>
                <a:gd name="T62" fmla="*/ 2147483647 w 540"/>
                <a:gd name="T63" fmla="*/ 2147483647 h 672"/>
                <a:gd name="T64" fmla="*/ 2147483647 w 540"/>
                <a:gd name="T65" fmla="*/ 2147483647 h 672"/>
                <a:gd name="T66" fmla="*/ 2147483647 w 540"/>
                <a:gd name="T67" fmla="*/ 2147483647 h 672"/>
                <a:gd name="T68" fmla="*/ 2147483647 w 540"/>
                <a:gd name="T69" fmla="*/ 2147483647 h 672"/>
                <a:gd name="T70" fmla="*/ 2147483647 w 540"/>
                <a:gd name="T71" fmla="*/ 2147483647 h 672"/>
                <a:gd name="T72" fmla="*/ 2147483647 w 540"/>
                <a:gd name="T73" fmla="*/ 2147483647 h 672"/>
                <a:gd name="T74" fmla="*/ 2147483647 w 540"/>
                <a:gd name="T75" fmla="*/ 2147483647 h 672"/>
                <a:gd name="T76" fmla="*/ 2147483647 w 540"/>
                <a:gd name="T77" fmla="*/ 2147483647 h 672"/>
                <a:gd name="T78" fmla="*/ 2147483647 w 540"/>
                <a:gd name="T79" fmla="*/ 2147483647 h 672"/>
                <a:gd name="T80" fmla="*/ 2147483647 w 540"/>
                <a:gd name="T81" fmla="*/ 2147483647 h 672"/>
                <a:gd name="T82" fmla="*/ 2147483647 w 540"/>
                <a:gd name="T83" fmla="*/ 2147483647 h 672"/>
                <a:gd name="T84" fmla="*/ 2147483647 w 540"/>
                <a:gd name="T85" fmla="*/ 2147483647 h 672"/>
                <a:gd name="T86" fmla="*/ 2147483647 w 540"/>
                <a:gd name="T87" fmla="*/ 2147483647 h 67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40"/>
                <a:gd name="T133" fmla="*/ 0 h 672"/>
                <a:gd name="T134" fmla="*/ 540 w 540"/>
                <a:gd name="T135" fmla="*/ 672 h 67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40" h="672">
                  <a:moveTo>
                    <a:pt x="258" y="564"/>
                  </a:moveTo>
                  <a:lnTo>
                    <a:pt x="276" y="564"/>
                  </a:lnTo>
                  <a:lnTo>
                    <a:pt x="288" y="558"/>
                  </a:lnTo>
                  <a:lnTo>
                    <a:pt x="306" y="552"/>
                  </a:lnTo>
                  <a:lnTo>
                    <a:pt x="330" y="540"/>
                  </a:lnTo>
                  <a:lnTo>
                    <a:pt x="336" y="528"/>
                  </a:lnTo>
                  <a:lnTo>
                    <a:pt x="342" y="510"/>
                  </a:lnTo>
                  <a:lnTo>
                    <a:pt x="342" y="498"/>
                  </a:lnTo>
                  <a:lnTo>
                    <a:pt x="348" y="498"/>
                  </a:lnTo>
                  <a:lnTo>
                    <a:pt x="354" y="492"/>
                  </a:lnTo>
                  <a:lnTo>
                    <a:pt x="366" y="486"/>
                  </a:lnTo>
                  <a:lnTo>
                    <a:pt x="384" y="480"/>
                  </a:lnTo>
                  <a:lnTo>
                    <a:pt x="408" y="456"/>
                  </a:lnTo>
                  <a:lnTo>
                    <a:pt x="414" y="444"/>
                  </a:lnTo>
                  <a:lnTo>
                    <a:pt x="414" y="426"/>
                  </a:lnTo>
                  <a:lnTo>
                    <a:pt x="420" y="408"/>
                  </a:lnTo>
                  <a:lnTo>
                    <a:pt x="420" y="378"/>
                  </a:lnTo>
                  <a:lnTo>
                    <a:pt x="426" y="372"/>
                  </a:lnTo>
                  <a:lnTo>
                    <a:pt x="432" y="372"/>
                  </a:lnTo>
                  <a:lnTo>
                    <a:pt x="444" y="378"/>
                  </a:lnTo>
                  <a:lnTo>
                    <a:pt x="450" y="384"/>
                  </a:lnTo>
                  <a:lnTo>
                    <a:pt x="462" y="384"/>
                  </a:lnTo>
                  <a:lnTo>
                    <a:pt x="468" y="378"/>
                  </a:lnTo>
                  <a:lnTo>
                    <a:pt x="480" y="354"/>
                  </a:lnTo>
                  <a:lnTo>
                    <a:pt x="480" y="330"/>
                  </a:lnTo>
                  <a:lnTo>
                    <a:pt x="534" y="276"/>
                  </a:lnTo>
                  <a:lnTo>
                    <a:pt x="534" y="264"/>
                  </a:lnTo>
                  <a:lnTo>
                    <a:pt x="540" y="252"/>
                  </a:lnTo>
                  <a:lnTo>
                    <a:pt x="540" y="204"/>
                  </a:lnTo>
                  <a:lnTo>
                    <a:pt x="528" y="192"/>
                  </a:lnTo>
                  <a:lnTo>
                    <a:pt x="510" y="192"/>
                  </a:lnTo>
                  <a:lnTo>
                    <a:pt x="510" y="186"/>
                  </a:lnTo>
                  <a:lnTo>
                    <a:pt x="492" y="168"/>
                  </a:lnTo>
                  <a:lnTo>
                    <a:pt x="486" y="150"/>
                  </a:lnTo>
                  <a:lnTo>
                    <a:pt x="462" y="126"/>
                  </a:lnTo>
                  <a:lnTo>
                    <a:pt x="456" y="114"/>
                  </a:lnTo>
                  <a:lnTo>
                    <a:pt x="432" y="96"/>
                  </a:lnTo>
                  <a:lnTo>
                    <a:pt x="396" y="84"/>
                  </a:lnTo>
                  <a:lnTo>
                    <a:pt x="366" y="78"/>
                  </a:lnTo>
                  <a:lnTo>
                    <a:pt x="348" y="78"/>
                  </a:lnTo>
                  <a:lnTo>
                    <a:pt x="342" y="72"/>
                  </a:lnTo>
                  <a:lnTo>
                    <a:pt x="330" y="72"/>
                  </a:lnTo>
                  <a:lnTo>
                    <a:pt x="318" y="60"/>
                  </a:lnTo>
                  <a:lnTo>
                    <a:pt x="294" y="48"/>
                  </a:lnTo>
                  <a:lnTo>
                    <a:pt x="288" y="36"/>
                  </a:lnTo>
                  <a:lnTo>
                    <a:pt x="288" y="30"/>
                  </a:lnTo>
                  <a:lnTo>
                    <a:pt x="282" y="18"/>
                  </a:lnTo>
                  <a:lnTo>
                    <a:pt x="276" y="12"/>
                  </a:lnTo>
                  <a:lnTo>
                    <a:pt x="252" y="18"/>
                  </a:lnTo>
                  <a:lnTo>
                    <a:pt x="246" y="6"/>
                  </a:lnTo>
                  <a:lnTo>
                    <a:pt x="246" y="0"/>
                  </a:lnTo>
                  <a:lnTo>
                    <a:pt x="240" y="0"/>
                  </a:lnTo>
                  <a:lnTo>
                    <a:pt x="234" y="6"/>
                  </a:lnTo>
                  <a:lnTo>
                    <a:pt x="234" y="12"/>
                  </a:lnTo>
                  <a:lnTo>
                    <a:pt x="228" y="24"/>
                  </a:lnTo>
                  <a:lnTo>
                    <a:pt x="228" y="54"/>
                  </a:lnTo>
                  <a:lnTo>
                    <a:pt x="246" y="72"/>
                  </a:lnTo>
                  <a:lnTo>
                    <a:pt x="246" y="78"/>
                  </a:lnTo>
                  <a:lnTo>
                    <a:pt x="240" y="78"/>
                  </a:lnTo>
                  <a:lnTo>
                    <a:pt x="240" y="72"/>
                  </a:lnTo>
                  <a:lnTo>
                    <a:pt x="228" y="72"/>
                  </a:lnTo>
                  <a:lnTo>
                    <a:pt x="228" y="78"/>
                  </a:lnTo>
                  <a:lnTo>
                    <a:pt x="222" y="84"/>
                  </a:lnTo>
                  <a:lnTo>
                    <a:pt x="222" y="96"/>
                  </a:lnTo>
                  <a:lnTo>
                    <a:pt x="216" y="108"/>
                  </a:lnTo>
                  <a:lnTo>
                    <a:pt x="216" y="120"/>
                  </a:lnTo>
                  <a:lnTo>
                    <a:pt x="210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2" y="156"/>
                  </a:lnTo>
                  <a:lnTo>
                    <a:pt x="192" y="168"/>
                  </a:lnTo>
                  <a:lnTo>
                    <a:pt x="210" y="204"/>
                  </a:lnTo>
                  <a:lnTo>
                    <a:pt x="216" y="210"/>
                  </a:lnTo>
                  <a:lnTo>
                    <a:pt x="216" y="222"/>
                  </a:lnTo>
                  <a:lnTo>
                    <a:pt x="222" y="228"/>
                  </a:lnTo>
                  <a:lnTo>
                    <a:pt x="234" y="234"/>
                  </a:lnTo>
                  <a:lnTo>
                    <a:pt x="240" y="240"/>
                  </a:lnTo>
                  <a:lnTo>
                    <a:pt x="204" y="414"/>
                  </a:lnTo>
                  <a:lnTo>
                    <a:pt x="0" y="486"/>
                  </a:lnTo>
                  <a:lnTo>
                    <a:pt x="84" y="672"/>
                  </a:lnTo>
                  <a:lnTo>
                    <a:pt x="114" y="660"/>
                  </a:lnTo>
                  <a:lnTo>
                    <a:pt x="198" y="636"/>
                  </a:lnTo>
                  <a:lnTo>
                    <a:pt x="228" y="624"/>
                  </a:lnTo>
                  <a:lnTo>
                    <a:pt x="246" y="618"/>
                  </a:lnTo>
                  <a:lnTo>
                    <a:pt x="252" y="606"/>
                  </a:lnTo>
                  <a:lnTo>
                    <a:pt x="252" y="594"/>
                  </a:lnTo>
                  <a:lnTo>
                    <a:pt x="258" y="582"/>
                  </a:lnTo>
                  <a:lnTo>
                    <a:pt x="258" y="56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43" name="Norway" descr="© INSCALE GmbH, 05.05.2010&#10;http://www.presentationload.com/">
              <a:extLst>
                <a:ext uri="{FF2B5EF4-FFF2-40B4-BE49-F238E27FC236}">
                  <a16:creationId xmlns:a16="http://schemas.microsoft.com/office/drawing/2014/main" id="{B5E6CFE9-A432-44EE-988B-6066BCAA6263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3876738" y="989289"/>
              <a:ext cx="449762" cy="491941"/>
            </a:xfrm>
            <a:custGeom>
              <a:avLst/>
              <a:gdLst>
                <a:gd name="T0" fmla="*/ 2147483647 w 1362"/>
                <a:gd name="T1" fmla="*/ 2147483647 h 1500"/>
                <a:gd name="T2" fmla="*/ 2147483647 w 1362"/>
                <a:gd name="T3" fmla="*/ 2147483647 h 1500"/>
                <a:gd name="T4" fmla="*/ 2147483647 w 1362"/>
                <a:gd name="T5" fmla="*/ 2147483647 h 1500"/>
                <a:gd name="T6" fmla="*/ 2147483647 w 1362"/>
                <a:gd name="T7" fmla="*/ 2147483647 h 1500"/>
                <a:gd name="T8" fmla="*/ 2147483647 w 1362"/>
                <a:gd name="T9" fmla="*/ 0 h 1500"/>
                <a:gd name="T10" fmla="*/ 2147483647 w 1362"/>
                <a:gd name="T11" fmla="*/ 2147483647 h 1500"/>
                <a:gd name="T12" fmla="*/ 2147483647 w 1362"/>
                <a:gd name="T13" fmla="*/ 2147483647 h 1500"/>
                <a:gd name="T14" fmla="*/ 2147483647 w 1362"/>
                <a:gd name="T15" fmla="*/ 2147483647 h 1500"/>
                <a:gd name="T16" fmla="*/ 2147483647 w 1362"/>
                <a:gd name="T17" fmla="*/ 2147483647 h 1500"/>
                <a:gd name="T18" fmla="*/ 2147483647 w 1362"/>
                <a:gd name="T19" fmla="*/ 2147483647 h 1500"/>
                <a:gd name="T20" fmla="*/ 2147483647 w 1362"/>
                <a:gd name="T21" fmla="*/ 2147483647 h 1500"/>
                <a:gd name="T22" fmla="*/ 2147483647 w 1362"/>
                <a:gd name="T23" fmla="*/ 2147483647 h 1500"/>
                <a:gd name="T24" fmla="*/ 2147483647 w 1362"/>
                <a:gd name="T25" fmla="*/ 2147483647 h 1500"/>
                <a:gd name="T26" fmla="*/ 2147483647 w 1362"/>
                <a:gd name="T27" fmla="*/ 2147483647 h 1500"/>
                <a:gd name="T28" fmla="*/ 2147483647 w 1362"/>
                <a:gd name="T29" fmla="*/ 2147483647 h 1500"/>
                <a:gd name="T30" fmla="*/ 2147483647 w 1362"/>
                <a:gd name="T31" fmla="*/ 2147483647 h 1500"/>
                <a:gd name="T32" fmla="*/ 2147483647 w 1362"/>
                <a:gd name="T33" fmla="*/ 2147483647 h 1500"/>
                <a:gd name="T34" fmla="*/ 2147483647 w 1362"/>
                <a:gd name="T35" fmla="*/ 2147483647 h 1500"/>
                <a:gd name="T36" fmla="*/ 2147483647 w 1362"/>
                <a:gd name="T37" fmla="*/ 2147483647 h 1500"/>
                <a:gd name="T38" fmla="*/ 2147483647 w 1362"/>
                <a:gd name="T39" fmla="*/ 2147483647 h 1500"/>
                <a:gd name="T40" fmla="*/ 2147483647 w 1362"/>
                <a:gd name="T41" fmla="*/ 2147483647 h 1500"/>
                <a:gd name="T42" fmla="*/ 2147483647 w 1362"/>
                <a:gd name="T43" fmla="*/ 2147483647 h 1500"/>
                <a:gd name="T44" fmla="*/ 2147483647 w 1362"/>
                <a:gd name="T45" fmla="*/ 2147483647 h 1500"/>
                <a:gd name="T46" fmla="*/ 2147483647 w 1362"/>
                <a:gd name="T47" fmla="*/ 2147483647 h 1500"/>
                <a:gd name="T48" fmla="*/ 2147483647 w 1362"/>
                <a:gd name="T49" fmla="*/ 2147483647 h 1500"/>
                <a:gd name="T50" fmla="*/ 2147483647 w 1362"/>
                <a:gd name="T51" fmla="*/ 2147483647 h 1500"/>
                <a:gd name="T52" fmla="*/ 2147483647 w 1362"/>
                <a:gd name="T53" fmla="*/ 2147483647 h 1500"/>
                <a:gd name="T54" fmla="*/ 2147483647 w 1362"/>
                <a:gd name="T55" fmla="*/ 2147483647 h 1500"/>
                <a:gd name="T56" fmla="*/ 2147483647 w 1362"/>
                <a:gd name="T57" fmla="*/ 2147483647 h 1500"/>
                <a:gd name="T58" fmla="*/ 2147483647 w 1362"/>
                <a:gd name="T59" fmla="*/ 2147483647 h 1500"/>
                <a:gd name="T60" fmla="*/ 2147483647 w 1362"/>
                <a:gd name="T61" fmla="*/ 2147483647 h 1500"/>
                <a:gd name="T62" fmla="*/ 2147483647 w 1362"/>
                <a:gd name="T63" fmla="*/ 2147483647 h 1500"/>
                <a:gd name="T64" fmla="*/ 2147483647 w 1362"/>
                <a:gd name="T65" fmla="*/ 2147483647 h 1500"/>
                <a:gd name="T66" fmla="*/ 2147483647 w 1362"/>
                <a:gd name="T67" fmla="*/ 2147483647 h 1500"/>
                <a:gd name="T68" fmla="*/ 2147483647 w 1362"/>
                <a:gd name="T69" fmla="*/ 2147483647 h 1500"/>
                <a:gd name="T70" fmla="*/ 2147483647 w 1362"/>
                <a:gd name="T71" fmla="*/ 2147483647 h 1500"/>
                <a:gd name="T72" fmla="*/ 2147483647 w 1362"/>
                <a:gd name="T73" fmla="*/ 2147483647 h 1500"/>
                <a:gd name="T74" fmla="*/ 2147483647 w 1362"/>
                <a:gd name="T75" fmla="*/ 2147483647 h 1500"/>
                <a:gd name="T76" fmla="*/ 2147483647 w 1362"/>
                <a:gd name="T77" fmla="*/ 2147483647 h 1500"/>
                <a:gd name="T78" fmla="*/ 2147483647 w 1362"/>
                <a:gd name="T79" fmla="*/ 2147483647 h 1500"/>
                <a:gd name="T80" fmla="*/ 2147483647 w 1362"/>
                <a:gd name="T81" fmla="*/ 2147483647 h 1500"/>
                <a:gd name="T82" fmla="*/ 2147483647 w 1362"/>
                <a:gd name="T83" fmla="*/ 2147483647 h 1500"/>
                <a:gd name="T84" fmla="*/ 2147483647 w 1362"/>
                <a:gd name="T85" fmla="*/ 2147483647 h 1500"/>
                <a:gd name="T86" fmla="*/ 2147483647 w 1362"/>
                <a:gd name="T87" fmla="*/ 2147483647 h 1500"/>
                <a:gd name="T88" fmla="*/ 2147483647 w 1362"/>
                <a:gd name="T89" fmla="*/ 2147483647 h 1500"/>
                <a:gd name="T90" fmla="*/ 2147483647 w 1362"/>
                <a:gd name="T91" fmla="*/ 2147483647 h 1500"/>
                <a:gd name="T92" fmla="*/ 2147483647 w 1362"/>
                <a:gd name="T93" fmla="*/ 2147483647 h 1500"/>
                <a:gd name="T94" fmla="*/ 2147483647 w 1362"/>
                <a:gd name="T95" fmla="*/ 2147483647 h 1500"/>
                <a:gd name="T96" fmla="*/ 2147483647 w 1362"/>
                <a:gd name="T97" fmla="*/ 2147483647 h 1500"/>
                <a:gd name="T98" fmla="*/ 2147483647 w 1362"/>
                <a:gd name="T99" fmla="*/ 2147483647 h 1500"/>
                <a:gd name="T100" fmla="*/ 2147483647 w 1362"/>
                <a:gd name="T101" fmla="*/ 2147483647 h 1500"/>
                <a:gd name="T102" fmla="*/ 2147483647 w 1362"/>
                <a:gd name="T103" fmla="*/ 2147483647 h 1500"/>
                <a:gd name="T104" fmla="*/ 2147483647 w 1362"/>
                <a:gd name="T105" fmla="*/ 2147483647 h 1500"/>
                <a:gd name="T106" fmla="*/ 2147483647 w 1362"/>
                <a:gd name="T107" fmla="*/ 2147483647 h 1500"/>
                <a:gd name="T108" fmla="*/ 2147483647 w 1362"/>
                <a:gd name="T109" fmla="*/ 2147483647 h 1500"/>
                <a:gd name="T110" fmla="*/ 2147483647 w 1362"/>
                <a:gd name="T111" fmla="*/ 2147483647 h 1500"/>
                <a:gd name="T112" fmla="*/ 2147483647 w 1362"/>
                <a:gd name="T113" fmla="*/ 2147483647 h 1500"/>
                <a:gd name="T114" fmla="*/ 2147483647 w 1362"/>
                <a:gd name="T115" fmla="*/ 2147483647 h 150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362"/>
                <a:gd name="T175" fmla="*/ 0 h 1500"/>
                <a:gd name="T176" fmla="*/ 1362 w 1362"/>
                <a:gd name="T177" fmla="*/ 1500 h 150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362" h="1500">
                  <a:moveTo>
                    <a:pt x="324" y="120"/>
                  </a:moveTo>
                  <a:lnTo>
                    <a:pt x="336" y="126"/>
                  </a:lnTo>
                  <a:lnTo>
                    <a:pt x="354" y="132"/>
                  </a:lnTo>
                  <a:lnTo>
                    <a:pt x="378" y="132"/>
                  </a:lnTo>
                  <a:lnTo>
                    <a:pt x="294" y="90"/>
                  </a:lnTo>
                  <a:lnTo>
                    <a:pt x="294" y="102"/>
                  </a:lnTo>
                  <a:lnTo>
                    <a:pt x="306" y="108"/>
                  </a:lnTo>
                  <a:lnTo>
                    <a:pt x="312" y="114"/>
                  </a:lnTo>
                  <a:lnTo>
                    <a:pt x="324" y="120"/>
                  </a:lnTo>
                  <a:close/>
                  <a:moveTo>
                    <a:pt x="684" y="48"/>
                  </a:moveTo>
                  <a:lnTo>
                    <a:pt x="732" y="48"/>
                  </a:lnTo>
                  <a:lnTo>
                    <a:pt x="738" y="54"/>
                  </a:lnTo>
                  <a:lnTo>
                    <a:pt x="750" y="54"/>
                  </a:lnTo>
                  <a:lnTo>
                    <a:pt x="774" y="66"/>
                  </a:lnTo>
                  <a:lnTo>
                    <a:pt x="786" y="66"/>
                  </a:lnTo>
                  <a:lnTo>
                    <a:pt x="798" y="60"/>
                  </a:lnTo>
                  <a:lnTo>
                    <a:pt x="804" y="60"/>
                  </a:lnTo>
                  <a:lnTo>
                    <a:pt x="816" y="54"/>
                  </a:lnTo>
                  <a:lnTo>
                    <a:pt x="828" y="54"/>
                  </a:lnTo>
                  <a:lnTo>
                    <a:pt x="840" y="60"/>
                  </a:lnTo>
                  <a:lnTo>
                    <a:pt x="876" y="72"/>
                  </a:lnTo>
                  <a:lnTo>
                    <a:pt x="888" y="78"/>
                  </a:lnTo>
                  <a:lnTo>
                    <a:pt x="894" y="84"/>
                  </a:lnTo>
                  <a:lnTo>
                    <a:pt x="900" y="84"/>
                  </a:lnTo>
                  <a:lnTo>
                    <a:pt x="924" y="60"/>
                  </a:lnTo>
                  <a:lnTo>
                    <a:pt x="984" y="66"/>
                  </a:lnTo>
                  <a:lnTo>
                    <a:pt x="984" y="42"/>
                  </a:lnTo>
                  <a:lnTo>
                    <a:pt x="1014" y="42"/>
                  </a:lnTo>
                  <a:lnTo>
                    <a:pt x="1026" y="36"/>
                  </a:lnTo>
                  <a:lnTo>
                    <a:pt x="1032" y="24"/>
                  </a:lnTo>
                  <a:lnTo>
                    <a:pt x="1038" y="18"/>
                  </a:lnTo>
                  <a:lnTo>
                    <a:pt x="1032" y="12"/>
                  </a:lnTo>
                  <a:lnTo>
                    <a:pt x="1002" y="12"/>
                  </a:lnTo>
                  <a:lnTo>
                    <a:pt x="990" y="18"/>
                  </a:lnTo>
                  <a:lnTo>
                    <a:pt x="984" y="18"/>
                  </a:lnTo>
                  <a:lnTo>
                    <a:pt x="972" y="6"/>
                  </a:lnTo>
                  <a:lnTo>
                    <a:pt x="960" y="0"/>
                  </a:lnTo>
                  <a:lnTo>
                    <a:pt x="918" y="0"/>
                  </a:lnTo>
                  <a:lnTo>
                    <a:pt x="900" y="6"/>
                  </a:lnTo>
                  <a:lnTo>
                    <a:pt x="882" y="18"/>
                  </a:lnTo>
                  <a:lnTo>
                    <a:pt x="870" y="18"/>
                  </a:lnTo>
                  <a:lnTo>
                    <a:pt x="864" y="12"/>
                  </a:lnTo>
                  <a:lnTo>
                    <a:pt x="864" y="6"/>
                  </a:lnTo>
                  <a:lnTo>
                    <a:pt x="858" y="6"/>
                  </a:lnTo>
                  <a:lnTo>
                    <a:pt x="852" y="0"/>
                  </a:lnTo>
                  <a:lnTo>
                    <a:pt x="822" y="0"/>
                  </a:lnTo>
                  <a:lnTo>
                    <a:pt x="804" y="18"/>
                  </a:lnTo>
                  <a:lnTo>
                    <a:pt x="738" y="0"/>
                  </a:lnTo>
                  <a:lnTo>
                    <a:pt x="726" y="0"/>
                  </a:lnTo>
                  <a:lnTo>
                    <a:pt x="708" y="6"/>
                  </a:lnTo>
                  <a:lnTo>
                    <a:pt x="690" y="6"/>
                  </a:lnTo>
                  <a:lnTo>
                    <a:pt x="672" y="12"/>
                  </a:lnTo>
                  <a:lnTo>
                    <a:pt x="660" y="12"/>
                  </a:lnTo>
                  <a:lnTo>
                    <a:pt x="660" y="6"/>
                  </a:lnTo>
                  <a:lnTo>
                    <a:pt x="666" y="0"/>
                  </a:lnTo>
                  <a:lnTo>
                    <a:pt x="630" y="12"/>
                  </a:lnTo>
                  <a:lnTo>
                    <a:pt x="648" y="36"/>
                  </a:lnTo>
                  <a:lnTo>
                    <a:pt x="684" y="48"/>
                  </a:lnTo>
                  <a:close/>
                  <a:moveTo>
                    <a:pt x="324" y="66"/>
                  </a:moveTo>
                  <a:lnTo>
                    <a:pt x="342" y="66"/>
                  </a:lnTo>
                  <a:lnTo>
                    <a:pt x="348" y="72"/>
                  </a:lnTo>
                  <a:lnTo>
                    <a:pt x="360" y="72"/>
                  </a:lnTo>
                  <a:lnTo>
                    <a:pt x="360" y="78"/>
                  </a:lnTo>
                  <a:lnTo>
                    <a:pt x="342" y="96"/>
                  </a:lnTo>
                  <a:lnTo>
                    <a:pt x="336" y="96"/>
                  </a:lnTo>
                  <a:lnTo>
                    <a:pt x="378" y="114"/>
                  </a:lnTo>
                  <a:lnTo>
                    <a:pt x="390" y="120"/>
                  </a:lnTo>
                  <a:lnTo>
                    <a:pt x="396" y="126"/>
                  </a:lnTo>
                  <a:lnTo>
                    <a:pt x="414" y="126"/>
                  </a:lnTo>
                  <a:lnTo>
                    <a:pt x="426" y="132"/>
                  </a:lnTo>
                  <a:lnTo>
                    <a:pt x="438" y="132"/>
                  </a:lnTo>
                  <a:lnTo>
                    <a:pt x="462" y="108"/>
                  </a:lnTo>
                  <a:lnTo>
                    <a:pt x="504" y="96"/>
                  </a:lnTo>
                  <a:lnTo>
                    <a:pt x="534" y="120"/>
                  </a:lnTo>
                  <a:lnTo>
                    <a:pt x="528" y="120"/>
                  </a:lnTo>
                  <a:lnTo>
                    <a:pt x="516" y="126"/>
                  </a:lnTo>
                  <a:lnTo>
                    <a:pt x="504" y="126"/>
                  </a:lnTo>
                  <a:lnTo>
                    <a:pt x="480" y="132"/>
                  </a:lnTo>
                  <a:lnTo>
                    <a:pt x="468" y="138"/>
                  </a:lnTo>
                  <a:lnTo>
                    <a:pt x="456" y="150"/>
                  </a:lnTo>
                  <a:lnTo>
                    <a:pt x="486" y="150"/>
                  </a:lnTo>
                  <a:lnTo>
                    <a:pt x="498" y="156"/>
                  </a:lnTo>
                  <a:lnTo>
                    <a:pt x="522" y="156"/>
                  </a:lnTo>
                  <a:lnTo>
                    <a:pt x="516" y="162"/>
                  </a:lnTo>
                  <a:lnTo>
                    <a:pt x="504" y="162"/>
                  </a:lnTo>
                  <a:lnTo>
                    <a:pt x="486" y="168"/>
                  </a:lnTo>
                  <a:lnTo>
                    <a:pt x="474" y="174"/>
                  </a:lnTo>
                  <a:lnTo>
                    <a:pt x="468" y="180"/>
                  </a:lnTo>
                  <a:lnTo>
                    <a:pt x="462" y="180"/>
                  </a:lnTo>
                  <a:lnTo>
                    <a:pt x="516" y="198"/>
                  </a:lnTo>
                  <a:lnTo>
                    <a:pt x="522" y="198"/>
                  </a:lnTo>
                  <a:lnTo>
                    <a:pt x="528" y="204"/>
                  </a:lnTo>
                  <a:lnTo>
                    <a:pt x="540" y="210"/>
                  </a:lnTo>
                  <a:lnTo>
                    <a:pt x="558" y="210"/>
                  </a:lnTo>
                  <a:lnTo>
                    <a:pt x="576" y="216"/>
                  </a:lnTo>
                  <a:lnTo>
                    <a:pt x="594" y="210"/>
                  </a:lnTo>
                  <a:lnTo>
                    <a:pt x="606" y="204"/>
                  </a:lnTo>
                  <a:lnTo>
                    <a:pt x="612" y="204"/>
                  </a:lnTo>
                  <a:lnTo>
                    <a:pt x="618" y="198"/>
                  </a:lnTo>
                  <a:lnTo>
                    <a:pt x="612" y="192"/>
                  </a:lnTo>
                  <a:lnTo>
                    <a:pt x="612" y="186"/>
                  </a:lnTo>
                  <a:lnTo>
                    <a:pt x="606" y="180"/>
                  </a:lnTo>
                  <a:lnTo>
                    <a:pt x="606" y="174"/>
                  </a:lnTo>
                  <a:lnTo>
                    <a:pt x="612" y="168"/>
                  </a:lnTo>
                  <a:lnTo>
                    <a:pt x="618" y="168"/>
                  </a:lnTo>
                  <a:lnTo>
                    <a:pt x="630" y="162"/>
                  </a:lnTo>
                  <a:lnTo>
                    <a:pt x="648" y="162"/>
                  </a:lnTo>
                  <a:lnTo>
                    <a:pt x="648" y="144"/>
                  </a:lnTo>
                  <a:lnTo>
                    <a:pt x="678" y="132"/>
                  </a:lnTo>
                  <a:lnTo>
                    <a:pt x="690" y="102"/>
                  </a:lnTo>
                  <a:lnTo>
                    <a:pt x="714" y="114"/>
                  </a:lnTo>
                  <a:lnTo>
                    <a:pt x="738" y="102"/>
                  </a:lnTo>
                  <a:lnTo>
                    <a:pt x="750" y="114"/>
                  </a:lnTo>
                  <a:lnTo>
                    <a:pt x="762" y="120"/>
                  </a:lnTo>
                  <a:lnTo>
                    <a:pt x="780" y="126"/>
                  </a:lnTo>
                  <a:lnTo>
                    <a:pt x="792" y="138"/>
                  </a:lnTo>
                  <a:lnTo>
                    <a:pt x="792" y="144"/>
                  </a:lnTo>
                  <a:lnTo>
                    <a:pt x="786" y="150"/>
                  </a:lnTo>
                  <a:lnTo>
                    <a:pt x="786" y="162"/>
                  </a:lnTo>
                  <a:lnTo>
                    <a:pt x="774" y="174"/>
                  </a:lnTo>
                  <a:lnTo>
                    <a:pt x="828" y="174"/>
                  </a:lnTo>
                  <a:lnTo>
                    <a:pt x="834" y="180"/>
                  </a:lnTo>
                  <a:lnTo>
                    <a:pt x="846" y="186"/>
                  </a:lnTo>
                  <a:lnTo>
                    <a:pt x="852" y="192"/>
                  </a:lnTo>
                  <a:lnTo>
                    <a:pt x="858" y="192"/>
                  </a:lnTo>
                  <a:lnTo>
                    <a:pt x="864" y="186"/>
                  </a:lnTo>
                  <a:lnTo>
                    <a:pt x="876" y="186"/>
                  </a:lnTo>
                  <a:lnTo>
                    <a:pt x="894" y="174"/>
                  </a:lnTo>
                  <a:lnTo>
                    <a:pt x="906" y="168"/>
                  </a:lnTo>
                  <a:lnTo>
                    <a:pt x="924" y="162"/>
                  </a:lnTo>
                  <a:lnTo>
                    <a:pt x="936" y="156"/>
                  </a:lnTo>
                  <a:lnTo>
                    <a:pt x="942" y="150"/>
                  </a:lnTo>
                  <a:lnTo>
                    <a:pt x="942" y="144"/>
                  </a:lnTo>
                  <a:lnTo>
                    <a:pt x="936" y="144"/>
                  </a:lnTo>
                  <a:lnTo>
                    <a:pt x="924" y="138"/>
                  </a:lnTo>
                  <a:lnTo>
                    <a:pt x="888" y="138"/>
                  </a:lnTo>
                  <a:lnTo>
                    <a:pt x="882" y="120"/>
                  </a:lnTo>
                  <a:lnTo>
                    <a:pt x="828" y="114"/>
                  </a:lnTo>
                  <a:lnTo>
                    <a:pt x="828" y="96"/>
                  </a:lnTo>
                  <a:lnTo>
                    <a:pt x="798" y="102"/>
                  </a:lnTo>
                  <a:lnTo>
                    <a:pt x="798" y="84"/>
                  </a:lnTo>
                  <a:lnTo>
                    <a:pt x="726" y="84"/>
                  </a:lnTo>
                  <a:lnTo>
                    <a:pt x="720" y="72"/>
                  </a:lnTo>
                  <a:lnTo>
                    <a:pt x="684" y="72"/>
                  </a:lnTo>
                  <a:lnTo>
                    <a:pt x="678" y="60"/>
                  </a:lnTo>
                  <a:lnTo>
                    <a:pt x="654" y="48"/>
                  </a:lnTo>
                  <a:lnTo>
                    <a:pt x="624" y="48"/>
                  </a:lnTo>
                  <a:lnTo>
                    <a:pt x="624" y="30"/>
                  </a:lnTo>
                  <a:lnTo>
                    <a:pt x="618" y="30"/>
                  </a:lnTo>
                  <a:lnTo>
                    <a:pt x="612" y="24"/>
                  </a:lnTo>
                  <a:lnTo>
                    <a:pt x="540" y="24"/>
                  </a:lnTo>
                  <a:lnTo>
                    <a:pt x="534" y="30"/>
                  </a:lnTo>
                  <a:lnTo>
                    <a:pt x="534" y="36"/>
                  </a:lnTo>
                  <a:lnTo>
                    <a:pt x="540" y="42"/>
                  </a:lnTo>
                  <a:lnTo>
                    <a:pt x="546" y="54"/>
                  </a:lnTo>
                  <a:lnTo>
                    <a:pt x="564" y="72"/>
                  </a:lnTo>
                  <a:lnTo>
                    <a:pt x="552" y="66"/>
                  </a:lnTo>
                  <a:lnTo>
                    <a:pt x="546" y="60"/>
                  </a:lnTo>
                  <a:lnTo>
                    <a:pt x="528" y="48"/>
                  </a:lnTo>
                  <a:lnTo>
                    <a:pt x="492" y="30"/>
                  </a:lnTo>
                  <a:lnTo>
                    <a:pt x="480" y="30"/>
                  </a:lnTo>
                  <a:lnTo>
                    <a:pt x="474" y="36"/>
                  </a:lnTo>
                  <a:lnTo>
                    <a:pt x="468" y="48"/>
                  </a:lnTo>
                  <a:lnTo>
                    <a:pt x="462" y="54"/>
                  </a:lnTo>
                  <a:lnTo>
                    <a:pt x="450" y="54"/>
                  </a:lnTo>
                  <a:lnTo>
                    <a:pt x="438" y="48"/>
                  </a:lnTo>
                  <a:lnTo>
                    <a:pt x="420" y="48"/>
                  </a:lnTo>
                  <a:lnTo>
                    <a:pt x="420" y="42"/>
                  </a:lnTo>
                  <a:lnTo>
                    <a:pt x="426" y="42"/>
                  </a:lnTo>
                  <a:lnTo>
                    <a:pt x="438" y="30"/>
                  </a:lnTo>
                  <a:lnTo>
                    <a:pt x="384" y="30"/>
                  </a:lnTo>
                  <a:lnTo>
                    <a:pt x="372" y="42"/>
                  </a:lnTo>
                  <a:lnTo>
                    <a:pt x="366" y="30"/>
                  </a:lnTo>
                  <a:lnTo>
                    <a:pt x="354" y="30"/>
                  </a:lnTo>
                  <a:lnTo>
                    <a:pt x="318" y="48"/>
                  </a:lnTo>
                  <a:lnTo>
                    <a:pt x="318" y="60"/>
                  </a:lnTo>
                  <a:lnTo>
                    <a:pt x="324" y="66"/>
                  </a:lnTo>
                  <a:close/>
                  <a:moveTo>
                    <a:pt x="642" y="708"/>
                  </a:moveTo>
                  <a:lnTo>
                    <a:pt x="666" y="696"/>
                  </a:lnTo>
                  <a:lnTo>
                    <a:pt x="666" y="690"/>
                  </a:lnTo>
                  <a:lnTo>
                    <a:pt x="678" y="690"/>
                  </a:lnTo>
                  <a:lnTo>
                    <a:pt x="678" y="678"/>
                  </a:lnTo>
                  <a:lnTo>
                    <a:pt x="672" y="672"/>
                  </a:lnTo>
                  <a:lnTo>
                    <a:pt x="630" y="690"/>
                  </a:lnTo>
                  <a:lnTo>
                    <a:pt x="642" y="708"/>
                  </a:lnTo>
                  <a:close/>
                  <a:moveTo>
                    <a:pt x="774" y="648"/>
                  </a:moveTo>
                  <a:lnTo>
                    <a:pt x="780" y="642"/>
                  </a:lnTo>
                  <a:lnTo>
                    <a:pt x="786" y="642"/>
                  </a:lnTo>
                  <a:lnTo>
                    <a:pt x="792" y="636"/>
                  </a:lnTo>
                  <a:lnTo>
                    <a:pt x="792" y="630"/>
                  </a:lnTo>
                  <a:lnTo>
                    <a:pt x="786" y="624"/>
                  </a:lnTo>
                  <a:lnTo>
                    <a:pt x="774" y="624"/>
                  </a:lnTo>
                  <a:lnTo>
                    <a:pt x="768" y="630"/>
                  </a:lnTo>
                  <a:lnTo>
                    <a:pt x="768" y="642"/>
                  </a:lnTo>
                  <a:lnTo>
                    <a:pt x="774" y="648"/>
                  </a:lnTo>
                  <a:close/>
                  <a:moveTo>
                    <a:pt x="594" y="696"/>
                  </a:moveTo>
                  <a:lnTo>
                    <a:pt x="576" y="696"/>
                  </a:lnTo>
                  <a:lnTo>
                    <a:pt x="552" y="708"/>
                  </a:lnTo>
                  <a:lnTo>
                    <a:pt x="546" y="714"/>
                  </a:lnTo>
                  <a:lnTo>
                    <a:pt x="570" y="720"/>
                  </a:lnTo>
                  <a:lnTo>
                    <a:pt x="576" y="714"/>
                  </a:lnTo>
                  <a:lnTo>
                    <a:pt x="588" y="714"/>
                  </a:lnTo>
                  <a:lnTo>
                    <a:pt x="600" y="702"/>
                  </a:lnTo>
                  <a:lnTo>
                    <a:pt x="594" y="696"/>
                  </a:lnTo>
                  <a:close/>
                  <a:moveTo>
                    <a:pt x="918" y="612"/>
                  </a:moveTo>
                  <a:lnTo>
                    <a:pt x="936" y="618"/>
                  </a:lnTo>
                  <a:lnTo>
                    <a:pt x="942" y="606"/>
                  </a:lnTo>
                  <a:lnTo>
                    <a:pt x="948" y="600"/>
                  </a:lnTo>
                  <a:lnTo>
                    <a:pt x="948" y="594"/>
                  </a:lnTo>
                  <a:lnTo>
                    <a:pt x="918" y="594"/>
                  </a:lnTo>
                  <a:lnTo>
                    <a:pt x="918" y="612"/>
                  </a:lnTo>
                  <a:close/>
                  <a:moveTo>
                    <a:pt x="486" y="756"/>
                  </a:moveTo>
                  <a:lnTo>
                    <a:pt x="474" y="756"/>
                  </a:lnTo>
                  <a:lnTo>
                    <a:pt x="438" y="774"/>
                  </a:lnTo>
                  <a:lnTo>
                    <a:pt x="432" y="780"/>
                  </a:lnTo>
                  <a:lnTo>
                    <a:pt x="432" y="786"/>
                  </a:lnTo>
                  <a:lnTo>
                    <a:pt x="444" y="786"/>
                  </a:lnTo>
                  <a:lnTo>
                    <a:pt x="456" y="780"/>
                  </a:lnTo>
                  <a:lnTo>
                    <a:pt x="462" y="774"/>
                  </a:lnTo>
                  <a:lnTo>
                    <a:pt x="474" y="768"/>
                  </a:lnTo>
                  <a:lnTo>
                    <a:pt x="510" y="768"/>
                  </a:lnTo>
                  <a:lnTo>
                    <a:pt x="510" y="762"/>
                  </a:lnTo>
                  <a:lnTo>
                    <a:pt x="504" y="762"/>
                  </a:lnTo>
                  <a:lnTo>
                    <a:pt x="504" y="756"/>
                  </a:lnTo>
                  <a:lnTo>
                    <a:pt x="486" y="756"/>
                  </a:lnTo>
                  <a:close/>
                  <a:moveTo>
                    <a:pt x="1356" y="660"/>
                  </a:moveTo>
                  <a:lnTo>
                    <a:pt x="1326" y="666"/>
                  </a:lnTo>
                  <a:lnTo>
                    <a:pt x="1290" y="654"/>
                  </a:lnTo>
                  <a:lnTo>
                    <a:pt x="1260" y="642"/>
                  </a:lnTo>
                  <a:lnTo>
                    <a:pt x="1302" y="642"/>
                  </a:lnTo>
                  <a:lnTo>
                    <a:pt x="1326" y="630"/>
                  </a:lnTo>
                  <a:lnTo>
                    <a:pt x="1344" y="630"/>
                  </a:lnTo>
                  <a:lnTo>
                    <a:pt x="1350" y="624"/>
                  </a:lnTo>
                  <a:lnTo>
                    <a:pt x="1356" y="624"/>
                  </a:lnTo>
                  <a:lnTo>
                    <a:pt x="1344" y="618"/>
                  </a:lnTo>
                  <a:lnTo>
                    <a:pt x="1338" y="612"/>
                  </a:lnTo>
                  <a:lnTo>
                    <a:pt x="1320" y="606"/>
                  </a:lnTo>
                  <a:lnTo>
                    <a:pt x="1308" y="600"/>
                  </a:lnTo>
                  <a:lnTo>
                    <a:pt x="1284" y="600"/>
                  </a:lnTo>
                  <a:lnTo>
                    <a:pt x="1260" y="588"/>
                  </a:lnTo>
                  <a:lnTo>
                    <a:pt x="1254" y="588"/>
                  </a:lnTo>
                  <a:lnTo>
                    <a:pt x="1242" y="582"/>
                  </a:lnTo>
                  <a:lnTo>
                    <a:pt x="1242" y="588"/>
                  </a:lnTo>
                  <a:lnTo>
                    <a:pt x="1236" y="594"/>
                  </a:lnTo>
                  <a:lnTo>
                    <a:pt x="1236" y="600"/>
                  </a:lnTo>
                  <a:lnTo>
                    <a:pt x="1218" y="618"/>
                  </a:lnTo>
                  <a:lnTo>
                    <a:pt x="1206" y="618"/>
                  </a:lnTo>
                  <a:lnTo>
                    <a:pt x="1200" y="612"/>
                  </a:lnTo>
                  <a:lnTo>
                    <a:pt x="1224" y="588"/>
                  </a:lnTo>
                  <a:lnTo>
                    <a:pt x="1158" y="564"/>
                  </a:lnTo>
                  <a:lnTo>
                    <a:pt x="1158" y="576"/>
                  </a:lnTo>
                  <a:lnTo>
                    <a:pt x="1152" y="594"/>
                  </a:lnTo>
                  <a:lnTo>
                    <a:pt x="1134" y="630"/>
                  </a:lnTo>
                  <a:lnTo>
                    <a:pt x="1128" y="630"/>
                  </a:lnTo>
                  <a:lnTo>
                    <a:pt x="1122" y="624"/>
                  </a:lnTo>
                  <a:lnTo>
                    <a:pt x="1116" y="612"/>
                  </a:lnTo>
                  <a:lnTo>
                    <a:pt x="1116" y="594"/>
                  </a:lnTo>
                  <a:lnTo>
                    <a:pt x="1122" y="582"/>
                  </a:lnTo>
                  <a:lnTo>
                    <a:pt x="1116" y="594"/>
                  </a:lnTo>
                  <a:lnTo>
                    <a:pt x="1104" y="600"/>
                  </a:lnTo>
                  <a:lnTo>
                    <a:pt x="1080" y="624"/>
                  </a:lnTo>
                  <a:lnTo>
                    <a:pt x="1056" y="636"/>
                  </a:lnTo>
                  <a:lnTo>
                    <a:pt x="1050" y="636"/>
                  </a:lnTo>
                  <a:lnTo>
                    <a:pt x="1050" y="630"/>
                  </a:lnTo>
                  <a:lnTo>
                    <a:pt x="1056" y="618"/>
                  </a:lnTo>
                  <a:lnTo>
                    <a:pt x="1086" y="588"/>
                  </a:lnTo>
                  <a:lnTo>
                    <a:pt x="1092" y="576"/>
                  </a:lnTo>
                  <a:lnTo>
                    <a:pt x="1104" y="570"/>
                  </a:lnTo>
                  <a:lnTo>
                    <a:pt x="1068" y="570"/>
                  </a:lnTo>
                  <a:lnTo>
                    <a:pt x="1050" y="582"/>
                  </a:lnTo>
                  <a:lnTo>
                    <a:pt x="1026" y="582"/>
                  </a:lnTo>
                  <a:lnTo>
                    <a:pt x="984" y="606"/>
                  </a:lnTo>
                  <a:lnTo>
                    <a:pt x="960" y="606"/>
                  </a:lnTo>
                  <a:lnTo>
                    <a:pt x="954" y="636"/>
                  </a:lnTo>
                  <a:lnTo>
                    <a:pt x="918" y="624"/>
                  </a:lnTo>
                  <a:lnTo>
                    <a:pt x="882" y="630"/>
                  </a:lnTo>
                  <a:lnTo>
                    <a:pt x="894" y="660"/>
                  </a:lnTo>
                  <a:lnTo>
                    <a:pt x="846" y="648"/>
                  </a:lnTo>
                  <a:lnTo>
                    <a:pt x="828" y="654"/>
                  </a:lnTo>
                  <a:lnTo>
                    <a:pt x="834" y="678"/>
                  </a:lnTo>
                  <a:lnTo>
                    <a:pt x="792" y="690"/>
                  </a:lnTo>
                  <a:lnTo>
                    <a:pt x="792" y="654"/>
                  </a:lnTo>
                  <a:lnTo>
                    <a:pt x="762" y="654"/>
                  </a:lnTo>
                  <a:lnTo>
                    <a:pt x="774" y="678"/>
                  </a:lnTo>
                  <a:lnTo>
                    <a:pt x="750" y="660"/>
                  </a:lnTo>
                  <a:lnTo>
                    <a:pt x="750" y="690"/>
                  </a:lnTo>
                  <a:lnTo>
                    <a:pt x="726" y="690"/>
                  </a:lnTo>
                  <a:lnTo>
                    <a:pt x="726" y="660"/>
                  </a:lnTo>
                  <a:lnTo>
                    <a:pt x="738" y="654"/>
                  </a:lnTo>
                  <a:lnTo>
                    <a:pt x="744" y="648"/>
                  </a:lnTo>
                  <a:lnTo>
                    <a:pt x="708" y="642"/>
                  </a:lnTo>
                  <a:lnTo>
                    <a:pt x="708" y="684"/>
                  </a:lnTo>
                  <a:lnTo>
                    <a:pt x="678" y="696"/>
                  </a:lnTo>
                  <a:lnTo>
                    <a:pt x="696" y="708"/>
                  </a:lnTo>
                  <a:lnTo>
                    <a:pt x="660" y="714"/>
                  </a:lnTo>
                  <a:lnTo>
                    <a:pt x="672" y="726"/>
                  </a:lnTo>
                  <a:lnTo>
                    <a:pt x="630" y="726"/>
                  </a:lnTo>
                  <a:lnTo>
                    <a:pt x="630" y="738"/>
                  </a:lnTo>
                  <a:lnTo>
                    <a:pt x="660" y="750"/>
                  </a:lnTo>
                  <a:lnTo>
                    <a:pt x="654" y="762"/>
                  </a:lnTo>
                  <a:lnTo>
                    <a:pt x="618" y="744"/>
                  </a:lnTo>
                  <a:lnTo>
                    <a:pt x="600" y="750"/>
                  </a:lnTo>
                  <a:lnTo>
                    <a:pt x="624" y="762"/>
                  </a:lnTo>
                  <a:lnTo>
                    <a:pt x="606" y="780"/>
                  </a:lnTo>
                  <a:lnTo>
                    <a:pt x="594" y="762"/>
                  </a:lnTo>
                  <a:lnTo>
                    <a:pt x="576" y="768"/>
                  </a:lnTo>
                  <a:lnTo>
                    <a:pt x="576" y="780"/>
                  </a:lnTo>
                  <a:lnTo>
                    <a:pt x="546" y="780"/>
                  </a:lnTo>
                  <a:lnTo>
                    <a:pt x="540" y="792"/>
                  </a:lnTo>
                  <a:lnTo>
                    <a:pt x="564" y="804"/>
                  </a:lnTo>
                  <a:lnTo>
                    <a:pt x="564" y="822"/>
                  </a:lnTo>
                  <a:lnTo>
                    <a:pt x="528" y="810"/>
                  </a:lnTo>
                  <a:lnTo>
                    <a:pt x="522" y="822"/>
                  </a:lnTo>
                  <a:lnTo>
                    <a:pt x="552" y="834"/>
                  </a:lnTo>
                  <a:lnTo>
                    <a:pt x="504" y="834"/>
                  </a:lnTo>
                  <a:lnTo>
                    <a:pt x="504" y="852"/>
                  </a:lnTo>
                  <a:lnTo>
                    <a:pt x="492" y="846"/>
                  </a:lnTo>
                  <a:lnTo>
                    <a:pt x="486" y="846"/>
                  </a:lnTo>
                  <a:lnTo>
                    <a:pt x="474" y="852"/>
                  </a:lnTo>
                  <a:lnTo>
                    <a:pt x="468" y="858"/>
                  </a:lnTo>
                  <a:lnTo>
                    <a:pt x="456" y="858"/>
                  </a:lnTo>
                  <a:lnTo>
                    <a:pt x="456" y="870"/>
                  </a:lnTo>
                  <a:lnTo>
                    <a:pt x="462" y="876"/>
                  </a:lnTo>
                  <a:lnTo>
                    <a:pt x="456" y="876"/>
                  </a:lnTo>
                  <a:lnTo>
                    <a:pt x="450" y="882"/>
                  </a:lnTo>
                  <a:lnTo>
                    <a:pt x="444" y="882"/>
                  </a:lnTo>
                  <a:lnTo>
                    <a:pt x="444" y="900"/>
                  </a:lnTo>
                  <a:lnTo>
                    <a:pt x="480" y="900"/>
                  </a:lnTo>
                  <a:lnTo>
                    <a:pt x="468" y="912"/>
                  </a:lnTo>
                  <a:lnTo>
                    <a:pt x="432" y="906"/>
                  </a:lnTo>
                  <a:lnTo>
                    <a:pt x="420" y="912"/>
                  </a:lnTo>
                  <a:lnTo>
                    <a:pt x="414" y="918"/>
                  </a:lnTo>
                  <a:lnTo>
                    <a:pt x="414" y="930"/>
                  </a:lnTo>
                  <a:lnTo>
                    <a:pt x="420" y="936"/>
                  </a:lnTo>
                  <a:lnTo>
                    <a:pt x="420" y="948"/>
                  </a:lnTo>
                  <a:lnTo>
                    <a:pt x="408" y="954"/>
                  </a:lnTo>
                  <a:lnTo>
                    <a:pt x="390" y="954"/>
                  </a:lnTo>
                  <a:lnTo>
                    <a:pt x="390" y="972"/>
                  </a:lnTo>
                  <a:lnTo>
                    <a:pt x="408" y="990"/>
                  </a:lnTo>
                  <a:lnTo>
                    <a:pt x="408" y="996"/>
                  </a:lnTo>
                  <a:lnTo>
                    <a:pt x="402" y="1002"/>
                  </a:lnTo>
                  <a:lnTo>
                    <a:pt x="366" y="1002"/>
                  </a:lnTo>
                  <a:lnTo>
                    <a:pt x="360" y="1008"/>
                  </a:lnTo>
                  <a:lnTo>
                    <a:pt x="360" y="1026"/>
                  </a:lnTo>
                  <a:lnTo>
                    <a:pt x="354" y="1032"/>
                  </a:lnTo>
                  <a:lnTo>
                    <a:pt x="342" y="1032"/>
                  </a:lnTo>
                  <a:lnTo>
                    <a:pt x="336" y="1026"/>
                  </a:lnTo>
                  <a:lnTo>
                    <a:pt x="318" y="1026"/>
                  </a:lnTo>
                  <a:lnTo>
                    <a:pt x="294" y="1050"/>
                  </a:lnTo>
                  <a:lnTo>
                    <a:pt x="282" y="1050"/>
                  </a:lnTo>
                  <a:lnTo>
                    <a:pt x="270" y="1062"/>
                  </a:lnTo>
                  <a:lnTo>
                    <a:pt x="270" y="1068"/>
                  </a:lnTo>
                  <a:lnTo>
                    <a:pt x="276" y="1074"/>
                  </a:lnTo>
                  <a:lnTo>
                    <a:pt x="276" y="1080"/>
                  </a:lnTo>
                  <a:lnTo>
                    <a:pt x="264" y="1092"/>
                  </a:lnTo>
                  <a:lnTo>
                    <a:pt x="252" y="1092"/>
                  </a:lnTo>
                  <a:lnTo>
                    <a:pt x="246" y="1086"/>
                  </a:lnTo>
                  <a:lnTo>
                    <a:pt x="234" y="1080"/>
                  </a:lnTo>
                  <a:lnTo>
                    <a:pt x="234" y="1074"/>
                  </a:lnTo>
                  <a:lnTo>
                    <a:pt x="228" y="1074"/>
                  </a:lnTo>
                  <a:lnTo>
                    <a:pt x="204" y="1086"/>
                  </a:lnTo>
                  <a:lnTo>
                    <a:pt x="198" y="1092"/>
                  </a:lnTo>
                  <a:lnTo>
                    <a:pt x="180" y="1092"/>
                  </a:lnTo>
                  <a:lnTo>
                    <a:pt x="180" y="1110"/>
                  </a:lnTo>
                  <a:lnTo>
                    <a:pt x="186" y="1116"/>
                  </a:lnTo>
                  <a:lnTo>
                    <a:pt x="192" y="1116"/>
                  </a:lnTo>
                  <a:lnTo>
                    <a:pt x="192" y="1128"/>
                  </a:lnTo>
                  <a:lnTo>
                    <a:pt x="186" y="1128"/>
                  </a:lnTo>
                  <a:lnTo>
                    <a:pt x="174" y="1116"/>
                  </a:lnTo>
                  <a:lnTo>
                    <a:pt x="162" y="1116"/>
                  </a:lnTo>
                  <a:lnTo>
                    <a:pt x="156" y="1122"/>
                  </a:lnTo>
                  <a:lnTo>
                    <a:pt x="156" y="1134"/>
                  </a:lnTo>
                  <a:lnTo>
                    <a:pt x="168" y="1134"/>
                  </a:lnTo>
                  <a:lnTo>
                    <a:pt x="174" y="1140"/>
                  </a:lnTo>
                  <a:lnTo>
                    <a:pt x="180" y="1140"/>
                  </a:lnTo>
                  <a:lnTo>
                    <a:pt x="180" y="1152"/>
                  </a:lnTo>
                  <a:lnTo>
                    <a:pt x="138" y="1152"/>
                  </a:lnTo>
                  <a:lnTo>
                    <a:pt x="138" y="1146"/>
                  </a:lnTo>
                  <a:lnTo>
                    <a:pt x="132" y="1146"/>
                  </a:lnTo>
                  <a:lnTo>
                    <a:pt x="126" y="1158"/>
                  </a:lnTo>
                  <a:lnTo>
                    <a:pt x="126" y="1170"/>
                  </a:lnTo>
                  <a:lnTo>
                    <a:pt x="120" y="1164"/>
                  </a:lnTo>
                  <a:lnTo>
                    <a:pt x="102" y="1164"/>
                  </a:lnTo>
                  <a:lnTo>
                    <a:pt x="96" y="1158"/>
                  </a:lnTo>
                  <a:lnTo>
                    <a:pt x="90" y="1158"/>
                  </a:lnTo>
                  <a:lnTo>
                    <a:pt x="90" y="1164"/>
                  </a:lnTo>
                  <a:lnTo>
                    <a:pt x="96" y="1170"/>
                  </a:lnTo>
                  <a:lnTo>
                    <a:pt x="120" y="1182"/>
                  </a:lnTo>
                  <a:lnTo>
                    <a:pt x="132" y="1182"/>
                  </a:lnTo>
                  <a:lnTo>
                    <a:pt x="108" y="1200"/>
                  </a:lnTo>
                  <a:lnTo>
                    <a:pt x="108" y="1188"/>
                  </a:lnTo>
                  <a:lnTo>
                    <a:pt x="90" y="1188"/>
                  </a:lnTo>
                  <a:lnTo>
                    <a:pt x="84" y="1194"/>
                  </a:lnTo>
                  <a:lnTo>
                    <a:pt x="60" y="1182"/>
                  </a:lnTo>
                  <a:lnTo>
                    <a:pt x="54" y="1194"/>
                  </a:lnTo>
                  <a:lnTo>
                    <a:pt x="66" y="1200"/>
                  </a:lnTo>
                  <a:lnTo>
                    <a:pt x="30" y="1194"/>
                  </a:lnTo>
                  <a:lnTo>
                    <a:pt x="30" y="1212"/>
                  </a:lnTo>
                  <a:lnTo>
                    <a:pt x="78" y="1212"/>
                  </a:lnTo>
                  <a:lnTo>
                    <a:pt x="54" y="1218"/>
                  </a:lnTo>
                  <a:lnTo>
                    <a:pt x="18" y="1212"/>
                  </a:lnTo>
                  <a:lnTo>
                    <a:pt x="6" y="1224"/>
                  </a:lnTo>
                  <a:lnTo>
                    <a:pt x="6" y="1230"/>
                  </a:lnTo>
                  <a:lnTo>
                    <a:pt x="18" y="1242"/>
                  </a:lnTo>
                  <a:lnTo>
                    <a:pt x="36" y="1242"/>
                  </a:lnTo>
                  <a:lnTo>
                    <a:pt x="18" y="1248"/>
                  </a:lnTo>
                  <a:lnTo>
                    <a:pt x="12" y="1254"/>
                  </a:lnTo>
                  <a:lnTo>
                    <a:pt x="12" y="1260"/>
                  </a:lnTo>
                  <a:lnTo>
                    <a:pt x="66" y="1260"/>
                  </a:lnTo>
                  <a:lnTo>
                    <a:pt x="78" y="1272"/>
                  </a:lnTo>
                  <a:lnTo>
                    <a:pt x="96" y="1260"/>
                  </a:lnTo>
                  <a:lnTo>
                    <a:pt x="108" y="1272"/>
                  </a:lnTo>
                  <a:lnTo>
                    <a:pt x="138" y="1260"/>
                  </a:lnTo>
                  <a:lnTo>
                    <a:pt x="132" y="1266"/>
                  </a:lnTo>
                  <a:lnTo>
                    <a:pt x="126" y="1278"/>
                  </a:lnTo>
                  <a:lnTo>
                    <a:pt x="60" y="1278"/>
                  </a:lnTo>
                  <a:lnTo>
                    <a:pt x="54" y="1272"/>
                  </a:lnTo>
                  <a:lnTo>
                    <a:pt x="24" y="1272"/>
                  </a:lnTo>
                  <a:lnTo>
                    <a:pt x="12" y="1278"/>
                  </a:lnTo>
                  <a:lnTo>
                    <a:pt x="0" y="1278"/>
                  </a:lnTo>
                  <a:lnTo>
                    <a:pt x="6" y="1284"/>
                  </a:lnTo>
                  <a:lnTo>
                    <a:pt x="6" y="1296"/>
                  </a:lnTo>
                  <a:lnTo>
                    <a:pt x="12" y="1296"/>
                  </a:lnTo>
                  <a:lnTo>
                    <a:pt x="18" y="1302"/>
                  </a:lnTo>
                  <a:lnTo>
                    <a:pt x="30" y="1302"/>
                  </a:lnTo>
                  <a:lnTo>
                    <a:pt x="24" y="1308"/>
                  </a:lnTo>
                  <a:lnTo>
                    <a:pt x="18" y="1320"/>
                  </a:lnTo>
                  <a:lnTo>
                    <a:pt x="36" y="1338"/>
                  </a:lnTo>
                  <a:lnTo>
                    <a:pt x="48" y="1338"/>
                  </a:lnTo>
                  <a:lnTo>
                    <a:pt x="72" y="1320"/>
                  </a:lnTo>
                  <a:lnTo>
                    <a:pt x="102" y="1314"/>
                  </a:lnTo>
                  <a:lnTo>
                    <a:pt x="90" y="1338"/>
                  </a:lnTo>
                  <a:lnTo>
                    <a:pt x="78" y="1332"/>
                  </a:lnTo>
                  <a:lnTo>
                    <a:pt x="66" y="1350"/>
                  </a:lnTo>
                  <a:lnTo>
                    <a:pt x="30" y="1350"/>
                  </a:lnTo>
                  <a:lnTo>
                    <a:pt x="48" y="1368"/>
                  </a:lnTo>
                  <a:lnTo>
                    <a:pt x="24" y="1380"/>
                  </a:lnTo>
                  <a:lnTo>
                    <a:pt x="6" y="1380"/>
                  </a:lnTo>
                  <a:lnTo>
                    <a:pt x="6" y="1398"/>
                  </a:lnTo>
                  <a:lnTo>
                    <a:pt x="66" y="1398"/>
                  </a:lnTo>
                  <a:lnTo>
                    <a:pt x="54" y="1422"/>
                  </a:lnTo>
                  <a:lnTo>
                    <a:pt x="66" y="1422"/>
                  </a:lnTo>
                  <a:lnTo>
                    <a:pt x="54" y="1440"/>
                  </a:lnTo>
                  <a:lnTo>
                    <a:pt x="42" y="1434"/>
                  </a:lnTo>
                  <a:lnTo>
                    <a:pt x="36" y="1434"/>
                  </a:lnTo>
                  <a:lnTo>
                    <a:pt x="30" y="1428"/>
                  </a:lnTo>
                  <a:lnTo>
                    <a:pt x="18" y="1428"/>
                  </a:lnTo>
                  <a:lnTo>
                    <a:pt x="18" y="1440"/>
                  </a:lnTo>
                  <a:lnTo>
                    <a:pt x="24" y="1452"/>
                  </a:lnTo>
                  <a:lnTo>
                    <a:pt x="36" y="1464"/>
                  </a:lnTo>
                  <a:lnTo>
                    <a:pt x="84" y="1482"/>
                  </a:lnTo>
                  <a:lnTo>
                    <a:pt x="78" y="1488"/>
                  </a:lnTo>
                  <a:lnTo>
                    <a:pt x="84" y="1494"/>
                  </a:lnTo>
                  <a:lnTo>
                    <a:pt x="126" y="1494"/>
                  </a:lnTo>
                  <a:lnTo>
                    <a:pt x="132" y="1500"/>
                  </a:lnTo>
                  <a:lnTo>
                    <a:pt x="144" y="1500"/>
                  </a:lnTo>
                  <a:lnTo>
                    <a:pt x="192" y="1476"/>
                  </a:lnTo>
                  <a:lnTo>
                    <a:pt x="204" y="1464"/>
                  </a:lnTo>
                  <a:lnTo>
                    <a:pt x="216" y="1458"/>
                  </a:lnTo>
                  <a:lnTo>
                    <a:pt x="222" y="1452"/>
                  </a:lnTo>
                  <a:lnTo>
                    <a:pt x="258" y="1422"/>
                  </a:lnTo>
                  <a:lnTo>
                    <a:pt x="282" y="1422"/>
                  </a:lnTo>
                  <a:lnTo>
                    <a:pt x="294" y="1416"/>
                  </a:lnTo>
                  <a:lnTo>
                    <a:pt x="300" y="1410"/>
                  </a:lnTo>
                  <a:lnTo>
                    <a:pt x="300" y="1386"/>
                  </a:lnTo>
                  <a:lnTo>
                    <a:pt x="294" y="1380"/>
                  </a:lnTo>
                  <a:lnTo>
                    <a:pt x="294" y="1374"/>
                  </a:lnTo>
                  <a:lnTo>
                    <a:pt x="312" y="1368"/>
                  </a:lnTo>
                  <a:lnTo>
                    <a:pt x="306" y="1374"/>
                  </a:lnTo>
                  <a:lnTo>
                    <a:pt x="306" y="1380"/>
                  </a:lnTo>
                  <a:lnTo>
                    <a:pt x="300" y="1386"/>
                  </a:lnTo>
                  <a:lnTo>
                    <a:pt x="300" y="1392"/>
                  </a:lnTo>
                  <a:lnTo>
                    <a:pt x="312" y="1404"/>
                  </a:lnTo>
                  <a:lnTo>
                    <a:pt x="330" y="1410"/>
                  </a:lnTo>
                  <a:lnTo>
                    <a:pt x="342" y="1410"/>
                  </a:lnTo>
                  <a:lnTo>
                    <a:pt x="348" y="1416"/>
                  </a:lnTo>
                  <a:lnTo>
                    <a:pt x="354" y="1416"/>
                  </a:lnTo>
                  <a:lnTo>
                    <a:pt x="372" y="1434"/>
                  </a:lnTo>
                  <a:lnTo>
                    <a:pt x="378" y="1422"/>
                  </a:lnTo>
                  <a:lnTo>
                    <a:pt x="384" y="1416"/>
                  </a:lnTo>
                  <a:lnTo>
                    <a:pt x="384" y="1398"/>
                  </a:lnTo>
                  <a:lnTo>
                    <a:pt x="372" y="1386"/>
                  </a:lnTo>
                  <a:lnTo>
                    <a:pt x="372" y="1380"/>
                  </a:lnTo>
                  <a:lnTo>
                    <a:pt x="378" y="1374"/>
                  </a:lnTo>
                  <a:lnTo>
                    <a:pt x="384" y="1374"/>
                  </a:lnTo>
                  <a:lnTo>
                    <a:pt x="384" y="1368"/>
                  </a:lnTo>
                  <a:lnTo>
                    <a:pt x="378" y="1356"/>
                  </a:lnTo>
                  <a:lnTo>
                    <a:pt x="414" y="1356"/>
                  </a:lnTo>
                  <a:lnTo>
                    <a:pt x="420" y="1350"/>
                  </a:lnTo>
                  <a:lnTo>
                    <a:pt x="420" y="1326"/>
                  </a:lnTo>
                  <a:lnTo>
                    <a:pt x="426" y="1326"/>
                  </a:lnTo>
                  <a:lnTo>
                    <a:pt x="420" y="1314"/>
                  </a:lnTo>
                  <a:lnTo>
                    <a:pt x="420" y="1308"/>
                  </a:lnTo>
                  <a:lnTo>
                    <a:pt x="414" y="1302"/>
                  </a:lnTo>
                  <a:lnTo>
                    <a:pt x="414" y="1296"/>
                  </a:lnTo>
                  <a:lnTo>
                    <a:pt x="408" y="1284"/>
                  </a:lnTo>
                  <a:lnTo>
                    <a:pt x="402" y="1278"/>
                  </a:lnTo>
                  <a:lnTo>
                    <a:pt x="426" y="1272"/>
                  </a:lnTo>
                  <a:lnTo>
                    <a:pt x="438" y="1260"/>
                  </a:lnTo>
                  <a:lnTo>
                    <a:pt x="438" y="1248"/>
                  </a:lnTo>
                  <a:lnTo>
                    <a:pt x="420" y="1230"/>
                  </a:lnTo>
                  <a:lnTo>
                    <a:pt x="414" y="1230"/>
                  </a:lnTo>
                  <a:lnTo>
                    <a:pt x="402" y="1218"/>
                  </a:lnTo>
                  <a:lnTo>
                    <a:pt x="402" y="1200"/>
                  </a:lnTo>
                  <a:lnTo>
                    <a:pt x="408" y="1188"/>
                  </a:lnTo>
                  <a:lnTo>
                    <a:pt x="408" y="1176"/>
                  </a:lnTo>
                  <a:lnTo>
                    <a:pt x="384" y="1152"/>
                  </a:lnTo>
                  <a:lnTo>
                    <a:pt x="384" y="1140"/>
                  </a:lnTo>
                  <a:lnTo>
                    <a:pt x="390" y="1134"/>
                  </a:lnTo>
                  <a:lnTo>
                    <a:pt x="396" y="1134"/>
                  </a:lnTo>
                  <a:lnTo>
                    <a:pt x="402" y="1128"/>
                  </a:lnTo>
                  <a:lnTo>
                    <a:pt x="402" y="1122"/>
                  </a:lnTo>
                  <a:lnTo>
                    <a:pt x="396" y="1116"/>
                  </a:lnTo>
                  <a:lnTo>
                    <a:pt x="390" y="1116"/>
                  </a:lnTo>
                  <a:lnTo>
                    <a:pt x="384" y="1110"/>
                  </a:lnTo>
                  <a:lnTo>
                    <a:pt x="426" y="1068"/>
                  </a:lnTo>
                  <a:lnTo>
                    <a:pt x="438" y="1062"/>
                  </a:lnTo>
                  <a:lnTo>
                    <a:pt x="444" y="1056"/>
                  </a:lnTo>
                  <a:lnTo>
                    <a:pt x="456" y="1050"/>
                  </a:lnTo>
                  <a:lnTo>
                    <a:pt x="498" y="1050"/>
                  </a:lnTo>
                  <a:lnTo>
                    <a:pt x="504" y="1044"/>
                  </a:lnTo>
                  <a:lnTo>
                    <a:pt x="504" y="1038"/>
                  </a:lnTo>
                  <a:lnTo>
                    <a:pt x="486" y="1020"/>
                  </a:lnTo>
                  <a:lnTo>
                    <a:pt x="474" y="1014"/>
                  </a:lnTo>
                  <a:lnTo>
                    <a:pt x="486" y="1008"/>
                  </a:lnTo>
                  <a:lnTo>
                    <a:pt x="492" y="1008"/>
                  </a:lnTo>
                  <a:lnTo>
                    <a:pt x="522" y="978"/>
                  </a:lnTo>
                  <a:lnTo>
                    <a:pt x="528" y="936"/>
                  </a:lnTo>
                  <a:lnTo>
                    <a:pt x="528" y="900"/>
                  </a:lnTo>
                  <a:lnTo>
                    <a:pt x="546" y="912"/>
                  </a:lnTo>
                  <a:lnTo>
                    <a:pt x="558" y="906"/>
                  </a:lnTo>
                  <a:lnTo>
                    <a:pt x="564" y="906"/>
                  </a:lnTo>
                  <a:lnTo>
                    <a:pt x="570" y="900"/>
                  </a:lnTo>
                  <a:lnTo>
                    <a:pt x="576" y="900"/>
                  </a:lnTo>
                  <a:lnTo>
                    <a:pt x="576" y="894"/>
                  </a:lnTo>
                  <a:lnTo>
                    <a:pt x="570" y="888"/>
                  </a:lnTo>
                  <a:lnTo>
                    <a:pt x="570" y="882"/>
                  </a:lnTo>
                  <a:lnTo>
                    <a:pt x="564" y="876"/>
                  </a:lnTo>
                  <a:lnTo>
                    <a:pt x="582" y="876"/>
                  </a:lnTo>
                  <a:lnTo>
                    <a:pt x="588" y="870"/>
                  </a:lnTo>
                  <a:lnTo>
                    <a:pt x="588" y="864"/>
                  </a:lnTo>
                  <a:lnTo>
                    <a:pt x="594" y="858"/>
                  </a:lnTo>
                  <a:lnTo>
                    <a:pt x="606" y="852"/>
                  </a:lnTo>
                  <a:lnTo>
                    <a:pt x="612" y="852"/>
                  </a:lnTo>
                  <a:lnTo>
                    <a:pt x="618" y="834"/>
                  </a:lnTo>
                  <a:lnTo>
                    <a:pt x="612" y="828"/>
                  </a:lnTo>
                  <a:lnTo>
                    <a:pt x="600" y="822"/>
                  </a:lnTo>
                  <a:lnTo>
                    <a:pt x="600" y="810"/>
                  </a:lnTo>
                  <a:lnTo>
                    <a:pt x="606" y="810"/>
                  </a:lnTo>
                  <a:lnTo>
                    <a:pt x="618" y="804"/>
                  </a:lnTo>
                  <a:lnTo>
                    <a:pt x="636" y="786"/>
                  </a:lnTo>
                  <a:lnTo>
                    <a:pt x="678" y="780"/>
                  </a:lnTo>
                  <a:lnTo>
                    <a:pt x="696" y="780"/>
                  </a:lnTo>
                  <a:lnTo>
                    <a:pt x="702" y="774"/>
                  </a:lnTo>
                  <a:lnTo>
                    <a:pt x="702" y="744"/>
                  </a:lnTo>
                  <a:lnTo>
                    <a:pt x="714" y="732"/>
                  </a:lnTo>
                  <a:lnTo>
                    <a:pt x="720" y="738"/>
                  </a:lnTo>
                  <a:lnTo>
                    <a:pt x="720" y="750"/>
                  </a:lnTo>
                  <a:lnTo>
                    <a:pt x="744" y="744"/>
                  </a:lnTo>
                  <a:lnTo>
                    <a:pt x="768" y="750"/>
                  </a:lnTo>
                  <a:lnTo>
                    <a:pt x="792" y="750"/>
                  </a:lnTo>
                  <a:lnTo>
                    <a:pt x="798" y="756"/>
                  </a:lnTo>
                  <a:lnTo>
                    <a:pt x="810" y="756"/>
                  </a:lnTo>
                  <a:lnTo>
                    <a:pt x="816" y="750"/>
                  </a:lnTo>
                  <a:lnTo>
                    <a:pt x="810" y="750"/>
                  </a:lnTo>
                  <a:lnTo>
                    <a:pt x="798" y="738"/>
                  </a:lnTo>
                  <a:lnTo>
                    <a:pt x="798" y="732"/>
                  </a:lnTo>
                  <a:lnTo>
                    <a:pt x="810" y="732"/>
                  </a:lnTo>
                  <a:lnTo>
                    <a:pt x="810" y="708"/>
                  </a:lnTo>
                  <a:lnTo>
                    <a:pt x="840" y="714"/>
                  </a:lnTo>
                  <a:lnTo>
                    <a:pt x="834" y="708"/>
                  </a:lnTo>
                  <a:lnTo>
                    <a:pt x="840" y="702"/>
                  </a:lnTo>
                  <a:lnTo>
                    <a:pt x="858" y="708"/>
                  </a:lnTo>
                  <a:lnTo>
                    <a:pt x="858" y="696"/>
                  </a:lnTo>
                  <a:lnTo>
                    <a:pt x="864" y="690"/>
                  </a:lnTo>
                  <a:lnTo>
                    <a:pt x="882" y="690"/>
                  </a:lnTo>
                  <a:lnTo>
                    <a:pt x="888" y="696"/>
                  </a:lnTo>
                  <a:lnTo>
                    <a:pt x="894" y="708"/>
                  </a:lnTo>
                  <a:lnTo>
                    <a:pt x="906" y="714"/>
                  </a:lnTo>
                  <a:lnTo>
                    <a:pt x="918" y="726"/>
                  </a:lnTo>
                  <a:lnTo>
                    <a:pt x="930" y="726"/>
                  </a:lnTo>
                  <a:lnTo>
                    <a:pt x="942" y="732"/>
                  </a:lnTo>
                  <a:lnTo>
                    <a:pt x="960" y="732"/>
                  </a:lnTo>
                  <a:lnTo>
                    <a:pt x="966" y="738"/>
                  </a:lnTo>
                  <a:lnTo>
                    <a:pt x="978" y="738"/>
                  </a:lnTo>
                  <a:lnTo>
                    <a:pt x="990" y="732"/>
                  </a:lnTo>
                  <a:lnTo>
                    <a:pt x="996" y="726"/>
                  </a:lnTo>
                  <a:lnTo>
                    <a:pt x="1026" y="726"/>
                  </a:lnTo>
                  <a:lnTo>
                    <a:pt x="1038" y="732"/>
                  </a:lnTo>
                  <a:lnTo>
                    <a:pt x="1044" y="738"/>
                  </a:lnTo>
                  <a:lnTo>
                    <a:pt x="1062" y="738"/>
                  </a:lnTo>
                  <a:lnTo>
                    <a:pt x="1062" y="726"/>
                  </a:lnTo>
                  <a:lnTo>
                    <a:pt x="1068" y="720"/>
                  </a:lnTo>
                  <a:lnTo>
                    <a:pt x="1068" y="714"/>
                  </a:lnTo>
                  <a:lnTo>
                    <a:pt x="1092" y="714"/>
                  </a:lnTo>
                  <a:lnTo>
                    <a:pt x="1092" y="678"/>
                  </a:lnTo>
                  <a:lnTo>
                    <a:pt x="1098" y="672"/>
                  </a:lnTo>
                  <a:lnTo>
                    <a:pt x="1098" y="660"/>
                  </a:lnTo>
                  <a:lnTo>
                    <a:pt x="1110" y="654"/>
                  </a:lnTo>
                  <a:lnTo>
                    <a:pt x="1116" y="654"/>
                  </a:lnTo>
                  <a:lnTo>
                    <a:pt x="1128" y="648"/>
                  </a:lnTo>
                  <a:lnTo>
                    <a:pt x="1158" y="648"/>
                  </a:lnTo>
                  <a:lnTo>
                    <a:pt x="1170" y="642"/>
                  </a:lnTo>
                  <a:lnTo>
                    <a:pt x="1206" y="642"/>
                  </a:lnTo>
                  <a:lnTo>
                    <a:pt x="1206" y="654"/>
                  </a:lnTo>
                  <a:lnTo>
                    <a:pt x="1242" y="660"/>
                  </a:lnTo>
                  <a:lnTo>
                    <a:pt x="1248" y="660"/>
                  </a:lnTo>
                  <a:lnTo>
                    <a:pt x="1260" y="672"/>
                  </a:lnTo>
                  <a:lnTo>
                    <a:pt x="1266" y="684"/>
                  </a:lnTo>
                  <a:lnTo>
                    <a:pt x="1266" y="702"/>
                  </a:lnTo>
                  <a:lnTo>
                    <a:pt x="1260" y="702"/>
                  </a:lnTo>
                  <a:lnTo>
                    <a:pt x="1260" y="696"/>
                  </a:lnTo>
                  <a:lnTo>
                    <a:pt x="1254" y="696"/>
                  </a:lnTo>
                  <a:lnTo>
                    <a:pt x="1254" y="708"/>
                  </a:lnTo>
                  <a:lnTo>
                    <a:pt x="1278" y="708"/>
                  </a:lnTo>
                  <a:lnTo>
                    <a:pt x="1284" y="696"/>
                  </a:lnTo>
                  <a:lnTo>
                    <a:pt x="1284" y="690"/>
                  </a:lnTo>
                  <a:lnTo>
                    <a:pt x="1308" y="684"/>
                  </a:lnTo>
                  <a:lnTo>
                    <a:pt x="1314" y="672"/>
                  </a:lnTo>
                  <a:lnTo>
                    <a:pt x="1350" y="672"/>
                  </a:lnTo>
                  <a:lnTo>
                    <a:pt x="1362" y="660"/>
                  </a:lnTo>
                  <a:lnTo>
                    <a:pt x="1356" y="660"/>
                  </a:lnTo>
                  <a:close/>
                  <a:moveTo>
                    <a:pt x="564" y="726"/>
                  </a:moveTo>
                  <a:lnTo>
                    <a:pt x="540" y="738"/>
                  </a:lnTo>
                  <a:lnTo>
                    <a:pt x="546" y="756"/>
                  </a:lnTo>
                  <a:lnTo>
                    <a:pt x="576" y="756"/>
                  </a:lnTo>
                  <a:lnTo>
                    <a:pt x="570" y="738"/>
                  </a:lnTo>
                  <a:lnTo>
                    <a:pt x="564" y="726"/>
                  </a:lnTo>
                  <a:close/>
                  <a:moveTo>
                    <a:pt x="522" y="714"/>
                  </a:moveTo>
                  <a:lnTo>
                    <a:pt x="516" y="720"/>
                  </a:lnTo>
                  <a:lnTo>
                    <a:pt x="510" y="732"/>
                  </a:lnTo>
                  <a:lnTo>
                    <a:pt x="510" y="750"/>
                  </a:lnTo>
                  <a:lnTo>
                    <a:pt x="528" y="768"/>
                  </a:lnTo>
                  <a:lnTo>
                    <a:pt x="528" y="756"/>
                  </a:lnTo>
                  <a:lnTo>
                    <a:pt x="534" y="744"/>
                  </a:lnTo>
                  <a:lnTo>
                    <a:pt x="534" y="720"/>
                  </a:lnTo>
                  <a:lnTo>
                    <a:pt x="528" y="714"/>
                  </a:lnTo>
                  <a:lnTo>
                    <a:pt x="522" y="714"/>
                  </a:lnTo>
                  <a:close/>
                  <a:moveTo>
                    <a:pt x="606" y="738"/>
                  </a:moveTo>
                  <a:lnTo>
                    <a:pt x="618" y="732"/>
                  </a:lnTo>
                  <a:lnTo>
                    <a:pt x="624" y="732"/>
                  </a:lnTo>
                  <a:lnTo>
                    <a:pt x="630" y="726"/>
                  </a:lnTo>
                  <a:lnTo>
                    <a:pt x="618" y="720"/>
                  </a:lnTo>
                  <a:lnTo>
                    <a:pt x="588" y="720"/>
                  </a:lnTo>
                  <a:lnTo>
                    <a:pt x="576" y="732"/>
                  </a:lnTo>
                  <a:lnTo>
                    <a:pt x="582" y="744"/>
                  </a:lnTo>
                  <a:lnTo>
                    <a:pt x="606" y="73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44" name="Nigeria" descr="© INSCALE GmbH, 05.05.2010&#10;http://www.presentationload.com/">
              <a:extLst>
                <a:ext uri="{FF2B5EF4-FFF2-40B4-BE49-F238E27FC236}">
                  <a16:creationId xmlns:a16="http://schemas.microsoft.com/office/drawing/2014/main" id="{58B0918B-CD41-4E29-91C8-CADD65620999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797900" y="2634652"/>
              <a:ext cx="276576" cy="253035"/>
            </a:xfrm>
            <a:custGeom>
              <a:avLst/>
              <a:gdLst>
                <a:gd name="T0" fmla="*/ 2147483647 w 840"/>
                <a:gd name="T1" fmla="*/ 2147483647 h 768"/>
                <a:gd name="T2" fmla="*/ 2147483647 w 840"/>
                <a:gd name="T3" fmla="*/ 2147483647 h 768"/>
                <a:gd name="T4" fmla="*/ 2147483647 w 840"/>
                <a:gd name="T5" fmla="*/ 2147483647 h 768"/>
                <a:gd name="T6" fmla="*/ 2147483647 w 840"/>
                <a:gd name="T7" fmla="*/ 2147483647 h 768"/>
                <a:gd name="T8" fmla="*/ 2147483647 w 840"/>
                <a:gd name="T9" fmla="*/ 2147483647 h 768"/>
                <a:gd name="T10" fmla="*/ 2147483647 w 840"/>
                <a:gd name="T11" fmla="*/ 2147483647 h 768"/>
                <a:gd name="T12" fmla="*/ 2147483647 w 840"/>
                <a:gd name="T13" fmla="*/ 2147483647 h 768"/>
                <a:gd name="T14" fmla="*/ 2147483647 w 840"/>
                <a:gd name="T15" fmla="*/ 2147483647 h 768"/>
                <a:gd name="T16" fmla="*/ 2147483647 w 840"/>
                <a:gd name="T17" fmla="*/ 2147483647 h 768"/>
                <a:gd name="T18" fmla="*/ 2147483647 w 840"/>
                <a:gd name="T19" fmla="*/ 2147483647 h 768"/>
                <a:gd name="T20" fmla="*/ 2147483647 w 840"/>
                <a:gd name="T21" fmla="*/ 2147483647 h 768"/>
                <a:gd name="T22" fmla="*/ 2147483647 w 840"/>
                <a:gd name="T23" fmla="*/ 2147483647 h 768"/>
                <a:gd name="T24" fmla="*/ 2147483647 w 840"/>
                <a:gd name="T25" fmla="*/ 2147483647 h 768"/>
                <a:gd name="T26" fmla="*/ 2147483647 w 840"/>
                <a:gd name="T27" fmla="*/ 2147483647 h 768"/>
                <a:gd name="T28" fmla="*/ 2147483647 w 840"/>
                <a:gd name="T29" fmla="*/ 2147483647 h 768"/>
                <a:gd name="T30" fmla="*/ 2147483647 w 840"/>
                <a:gd name="T31" fmla="*/ 2147483647 h 768"/>
                <a:gd name="T32" fmla="*/ 2147483647 w 840"/>
                <a:gd name="T33" fmla="*/ 2147483647 h 768"/>
                <a:gd name="T34" fmla="*/ 2147483647 w 840"/>
                <a:gd name="T35" fmla="*/ 2147483647 h 768"/>
                <a:gd name="T36" fmla="*/ 2147483647 w 840"/>
                <a:gd name="T37" fmla="*/ 2147483647 h 768"/>
                <a:gd name="T38" fmla="*/ 2147483647 w 840"/>
                <a:gd name="T39" fmla="*/ 2147483647 h 768"/>
                <a:gd name="T40" fmla="*/ 2147483647 w 840"/>
                <a:gd name="T41" fmla="*/ 2147483647 h 768"/>
                <a:gd name="T42" fmla="*/ 2147483647 w 840"/>
                <a:gd name="T43" fmla="*/ 2147483647 h 768"/>
                <a:gd name="T44" fmla="*/ 2147483647 w 840"/>
                <a:gd name="T45" fmla="*/ 2147483647 h 768"/>
                <a:gd name="T46" fmla="*/ 2147483647 w 840"/>
                <a:gd name="T47" fmla="*/ 2147483647 h 768"/>
                <a:gd name="T48" fmla="*/ 2147483647 w 840"/>
                <a:gd name="T49" fmla="*/ 2147483647 h 768"/>
                <a:gd name="T50" fmla="*/ 2147483647 w 840"/>
                <a:gd name="T51" fmla="*/ 2147483647 h 768"/>
                <a:gd name="T52" fmla="*/ 2147483647 w 840"/>
                <a:gd name="T53" fmla="*/ 2147483647 h 768"/>
                <a:gd name="T54" fmla="*/ 2147483647 w 840"/>
                <a:gd name="T55" fmla="*/ 2147483647 h 768"/>
                <a:gd name="T56" fmla="*/ 2147483647 w 840"/>
                <a:gd name="T57" fmla="*/ 2147483647 h 768"/>
                <a:gd name="T58" fmla="*/ 2147483647 w 840"/>
                <a:gd name="T59" fmla="*/ 2147483647 h 768"/>
                <a:gd name="T60" fmla="*/ 2147483647 w 840"/>
                <a:gd name="T61" fmla="*/ 2147483647 h 768"/>
                <a:gd name="T62" fmla="*/ 2147483647 w 840"/>
                <a:gd name="T63" fmla="*/ 2147483647 h 768"/>
                <a:gd name="T64" fmla="*/ 2147483647 w 840"/>
                <a:gd name="T65" fmla="*/ 2147483647 h 768"/>
                <a:gd name="T66" fmla="*/ 2147483647 w 840"/>
                <a:gd name="T67" fmla="*/ 2147483647 h 768"/>
                <a:gd name="T68" fmla="*/ 2147483647 w 840"/>
                <a:gd name="T69" fmla="*/ 2147483647 h 768"/>
                <a:gd name="T70" fmla="*/ 2147483647 w 840"/>
                <a:gd name="T71" fmla="*/ 2147483647 h 768"/>
                <a:gd name="T72" fmla="*/ 2147483647 w 840"/>
                <a:gd name="T73" fmla="*/ 2147483647 h 768"/>
                <a:gd name="T74" fmla="*/ 2147483647 w 840"/>
                <a:gd name="T75" fmla="*/ 2147483647 h 768"/>
                <a:gd name="T76" fmla="*/ 2147483647 w 840"/>
                <a:gd name="T77" fmla="*/ 2147483647 h 768"/>
                <a:gd name="T78" fmla="*/ 2147483647 w 840"/>
                <a:gd name="T79" fmla="*/ 2147483647 h 768"/>
                <a:gd name="T80" fmla="*/ 2147483647 w 840"/>
                <a:gd name="T81" fmla="*/ 2147483647 h 768"/>
                <a:gd name="T82" fmla="*/ 2147483647 w 840"/>
                <a:gd name="T83" fmla="*/ 2147483647 h 768"/>
                <a:gd name="T84" fmla="*/ 2147483647 w 840"/>
                <a:gd name="T85" fmla="*/ 2147483647 h 768"/>
                <a:gd name="T86" fmla="*/ 2147483647 w 840"/>
                <a:gd name="T87" fmla="*/ 2147483647 h 768"/>
                <a:gd name="T88" fmla="*/ 2147483647 w 840"/>
                <a:gd name="T89" fmla="*/ 2147483647 h 768"/>
                <a:gd name="T90" fmla="*/ 2147483647 w 840"/>
                <a:gd name="T91" fmla="*/ 2147483647 h 768"/>
                <a:gd name="T92" fmla="*/ 2147483647 w 840"/>
                <a:gd name="T93" fmla="*/ 2147483647 h 768"/>
                <a:gd name="T94" fmla="*/ 2147483647 w 840"/>
                <a:gd name="T95" fmla="*/ 2147483647 h 768"/>
                <a:gd name="T96" fmla="*/ 2147483647 w 840"/>
                <a:gd name="T97" fmla="*/ 2147483647 h 768"/>
                <a:gd name="T98" fmla="*/ 2147483647 w 840"/>
                <a:gd name="T99" fmla="*/ 2147483647 h 768"/>
                <a:gd name="T100" fmla="*/ 2147483647 w 840"/>
                <a:gd name="T101" fmla="*/ 2147483647 h 768"/>
                <a:gd name="T102" fmla="*/ 2147483647 w 840"/>
                <a:gd name="T103" fmla="*/ 2147483647 h 768"/>
                <a:gd name="T104" fmla="*/ 2147483647 w 840"/>
                <a:gd name="T105" fmla="*/ 2147483647 h 768"/>
                <a:gd name="T106" fmla="*/ 2147483647 w 840"/>
                <a:gd name="T107" fmla="*/ 2147483647 h 768"/>
                <a:gd name="T108" fmla="*/ 2147483647 w 840"/>
                <a:gd name="T109" fmla="*/ 2147483647 h 768"/>
                <a:gd name="T110" fmla="*/ 2147483647 w 840"/>
                <a:gd name="T111" fmla="*/ 2147483647 h 768"/>
                <a:gd name="T112" fmla="*/ 2147483647 w 840"/>
                <a:gd name="T113" fmla="*/ 2147483647 h 768"/>
                <a:gd name="T114" fmla="*/ 2147483647 w 840"/>
                <a:gd name="T115" fmla="*/ 2147483647 h 768"/>
                <a:gd name="T116" fmla="*/ 2147483647 w 840"/>
                <a:gd name="T117" fmla="*/ 2147483647 h 768"/>
                <a:gd name="T118" fmla="*/ 2147483647 w 840"/>
                <a:gd name="T119" fmla="*/ 2147483647 h 76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840"/>
                <a:gd name="T181" fmla="*/ 0 h 768"/>
                <a:gd name="T182" fmla="*/ 840 w 840"/>
                <a:gd name="T183" fmla="*/ 768 h 76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840" h="768">
                  <a:moveTo>
                    <a:pt x="420" y="738"/>
                  </a:moveTo>
                  <a:lnTo>
                    <a:pt x="420" y="732"/>
                  </a:lnTo>
                  <a:lnTo>
                    <a:pt x="426" y="726"/>
                  </a:lnTo>
                  <a:lnTo>
                    <a:pt x="426" y="714"/>
                  </a:lnTo>
                  <a:lnTo>
                    <a:pt x="432" y="702"/>
                  </a:lnTo>
                  <a:lnTo>
                    <a:pt x="432" y="648"/>
                  </a:lnTo>
                  <a:lnTo>
                    <a:pt x="498" y="594"/>
                  </a:lnTo>
                  <a:lnTo>
                    <a:pt x="498" y="588"/>
                  </a:lnTo>
                  <a:lnTo>
                    <a:pt x="504" y="582"/>
                  </a:lnTo>
                  <a:lnTo>
                    <a:pt x="516" y="558"/>
                  </a:lnTo>
                  <a:lnTo>
                    <a:pt x="522" y="552"/>
                  </a:lnTo>
                  <a:lnTo>
                    <a:pt x="528" y="552"/>
                  </a:lnTo>
                  <a:lnTo>
                    <a:pt x="534" y="558"/>
                  </a:lnTo>
                  <a:lnTo>
                    <a:pt x="546" y="564"/>
                  </a:lnTo>
                  <a:lnTo>
                    <a:pt x="552" y="564"/>
                  </a:lnTo>
                  <a:lnTo>
                    <a:pt x="558" y="558"/>
                  </a:lnTo>
                  <a:lnTo>
                    <a:pt x="558" y="546"/>
                  </a:lnTo>
                  <a:lnTo>
                    <a:pt x="552" y="540"/>
                  </a:lnTo>
                  <a:lnTo>
                    <a:pt x="564" y="540"/>
                  </a:lnTo>
                  <a:lnTo>
                    <a:pt x="570" y="552"/>
                  </a:lnTo>
                  <a:lnTo>
                    <a:pt x="582" y="564"/>
                  </a:lnTo>
                  <a:lnTo>
                    <a:pt x="588" y="576"/>
                  </a:lnTo>
                  <a:lnTo>
                    <a:pt x="588" y="582"/>
                  </a:lnTo>
                  <a:lnTo>
                    <a:pt x="594" y="594"/>
                  </a:lnTo>
                  <a:lnTo>
                    <a:pt x="600" y="600"/>
                  </a:lnTo>
                  <a:lnTo>
                    <a:pt x="606" y="600"/>
                  </a:lnTo>
                  <a:lnTo>
                    <a:pt x="624" y="582"/>
                  </a:lnTo>
                  <a:lnTo>
                    <a:pt x="624" y="570"/>
                  </a:lnTo>
                  <a:lnTo>
                    <a:pt x="630" y="558"/>
                  </a:lnTo>
                  <a:lnTo>
                    <a:pt x="642" y="552"/>
                  </a:lnTo>
                  <a:lnTo>
                    <a:pt x="648" y="546"/>
                  </a:lnTo>
                  <a:lnTo>
                    <a:pt x="648" y="516"/>
                  </a:lnTo>
                  <a:lnTo>
                    <a:pt x="672" y="486"/>
                  </a:lnTo>
                  <a:lnTo>
                    <a:pt x="684" y="438"/>
                  </a:lnTo>
                  <a:lnTo>
                    <a:pt x="696" y="432"/>
                  </a:lnTo>
                  <a:lnTo>
                    <a:pt x="702" y="426"/>
                  </a:lnTo>
                  <a:lnTo>
                    <a:pt x="714" y="420"/>
                  </a:lnTo>
                  <a:lnTo>
                    <a:pt x="720" y="414"/>
                  </a:lnTo>
                  <a:lnTo>
                    <a:pt x="720" y="402"/>
                  </a:lnTo>
                  <a:lnTo>
                    <a:pt x="726" y="384"/>
                  </a:lnTo>
                  <a:lnTo>
                    <a:pt x="726" y="354"/>
                  </a:lnTo>
                  <a:lnTo>
                    <a:pt x="744" y="354"/>
                  </a:lnTo>
                  <a:lnTo>
                    <a:pt x="750" y="348"/>
                  </a:lnTo>
                  <a:lnTo>
                    <a:pt x="756" y="330"/>
                  </a:lnTo>
                  <a:lnTo>
                    <a:pt x="756" y="300"/>
                  </a:lnTo>
                  <a:lnTo>
                    <a:pt x="762" y="294"/>
                  </a:lnTo>
                  <a:lnTo>
                    <a:pt x="768" y="264"/>
                  </a:lnTo>
                  <a:lnTo>
                    <a:pt x="774" y="252"/>
                  </a:lnTo>
                  <a:lnTo>
                    <a:pt x="786" y="240"/>
                  </a:lnTo>
                  <a:lnTo>
                    <a:pt x="786" y="234"/>
                  </a:lnTo>
                  <a:lnTo>
                    <a:pt x="792" y="228"/>
                  </a:lnTo>
                  <a:lnTo>
                    <a:pt x="792" y="222"/>
                  </a:lnTo>
                  <a:lnTo>
                    <a:pt x="798" y="216"/>
                  </a:lnTo>
                  <a:lnTo>
                    <a:pt x="798" y="210"/>
                  </a:lnTo>
                  <a:lnTo>
                    <a:pt x="810" y="210"/>
                  </a:lnTo>
                  <a:lnTo>
                    <a:pt x="822" y="204"/>
                  </a:lnTo>
                  <a:lnTo>
                    <a:pt x="840" y="186"/>
                  </a:lnTo>
                  <a:lnTo>
                    <a:pt x="840" y="174"/>
                  </a:lnTo>
                  <a:lnTo>
                    <a:pt x="834" y="168"/>
                  </a:lnTo>
                  <a:lnTo>
                    <a:pt x="834" y="162"/>
                  </a:lnTo>
                  <a:lnTo>
                    <a:pt x="840" y="156"/>
                  </a:lnTo>
                  <a:lnTo>
                    <a:pt x="840" y="126"/>
                  </a:lnTo>
                  <a:lnTo>
                    <a:pt x="810" y="126"/>
                  </a:lnTo>
                  <a:lnTo>
                    <a:pt x="810" y="120"/>
                  </a:lnTo>
                  <a:lnTo>
                    <a:pt x="804" y="108"/>
                  </a:lnTo>
                  <a:lnTo>
                    <a:pt x="804" y="60"/>
                  </a:lnTo>
                  <a:lnTo>
                    <a:pt x="774" y="12"/>
                  </a:lnTo>
                  <a:lnTo>
                    <a:pt x="756" y="12"/>
                  </a:lnTo>
                  <a:lnTo>
                    <a:pt x="750" y="18"/>
                  </a:lnTo>
                  <a:lnTo>
                    <a:pt x="750" y="24"/>
                  </a:lnTo>
                  <a:lnTo>
                    <a:pt x="744" y="30"/>
                  </a:lnTo>
                  <a:lnTo>
                    <a:pt x="744" y="36"/>
                  </a:lnTo>
                  <a:lnTo>
                    <a:pt x="720" y="36"/>
                  </a:lnTo>
                  <a:lnTo>
                    <a:pt x="714" y="42"/>
                  </a:lnTo>
                  <a:lnTo>
                    <a:pt x="702" y="48"/>
                  </a:lnTo>
                  <a:lnTo>
                    <a:pt x="696" y="54"/>
                  </a:lnTo>
                  <a:lnTo>
                    <a:pt x="684" y="60"/>
                  </a:lnTo>
                  <a:lnTo>
                    <a:pt x="654" y="60"/>
                  </a:lnTo>
                  <a:lnTo>
                    <a:pt x="648" y="54"/>
                  </a:lnTo>
                  <a:lnTo>
                    <a:pt x="636" y="48"/>
                  </a:lnTo>
                  <a:lnTo>
                    <a:pt x="600" y="36"/>
                  </a:lnTo>
                  <a:lnTo>
                    <a:pt x="546" y="36"/>
                  </a:lnTo>
                  <a:lnTo>
                    <a:pt x="528" y="42"/>
                  </a:lnTo>
                  <a:lnTo>
                    <a:pt x="516" y="54"/>
                  </a:lnTo>
                  <a:lnTo>
                    <a:pt x="504" y="60"/>
                  </a:lnTo>
                  <a:lnTo>
                    <a:pt x="492" y="84"/>
                  </a:lnTo>
                  <a:lnTo>
                    <a:pt x="486" y="90"/>
                  </a:lnTo>
                  <a:lnTo>
                    <a:pt x="480" y="90"/>
                  </a:lnTo>
                  <a:lnTo>
                    <a:pt x="468" y="84"/>
                  </a:lnTo>
                  <a:lnTo>
                    <a:pt x="438" y="84"/>
                  </a:lnTo>
                  <a:lnTo>
                    <a:pt x="414" y="72"/>
                  </a:lnTo>
                  <a:lnTo>
                    <a:pt x="402" y="60"/>
                  </a:lnTo>
                  <a:lnTo>
                    <a:pt x="390" y="54"/>
                  </a:lnTo>
                  <a:lnTo>
                    <a:pt x="384" y="48"/>
                  </a:lnTo>
                  <a:lnTo>
                    <a:pt x="372" y="42"/>
                  </a:lnTo>
                  <a:lnTo>
                    <a:pt x="360" y="42"/>
                  </a:lnTo>
                  <a:lnTo>
                    <a:pt x="336" y="54"/>
                  </a:lnTo>
                  <a:lnTo>
                    <a:pt x="324" y="66"/>
                  </a:lnTo>
                  <a:lnTo>
                    <a:pt x="312" y="72"/>
                  </a:lnTo>
                  <a:lnTo>
                    <a:pt x="306" y="72"/>
                  </a:lnTo>
                  <a:lnTo>
                    <a:pt x="294" y="66"/>
                  </a:lnTo>
                  <a:lnTo>
                    <a:pt x="288" y="60"/>
                  </a:lnTo>
                  <a:lnTo>
                    <a:pt x="288" y="54"/>
                  </a:lnTo>
                  <a:lnTo>
                    <a:pt x="282" y="48"/>
                  </a:lnTo>
                  <a:lnTo>
                    <a:pt x="282" y="42"/>
                  </a:lnTo>
                  <a:lnTo>
                    <a:pt x="258" y="18"/>
                  </a:lnTo>
                  <a:lnTo>
                    <a:pt x="222" y="18"/>
                  </a:lnTo>
                  <a:lnTo>
                    <a:pt x="222" y="12"/>
                  </a:lnTo>
                  <a:lnTo>
                    <a:pt x="210" y="0"/>
                  </a:lnTo>
                  <a:lnTo>
                    <a:pt x="198" y="0"/>
                  </a:lnTo>
                  <a:lnTo>
                    <a:pt x="186" y="6"/>
                  </a:lnTo>
                  <a:lnTo>
                    <a:pt x="180" y="6"/>
                  </a:lnTo>
                  <a:lnTo>
                    <a:pt x="180" y="12"/>
                  </a:lnTo>
                  <a:lnTo>
                    <a:pt x="126" y="12"/>
                  </a:lnTo>
                  <a:lnTo>
                    <a:pt x="102" y="36"/>
                  </a:lnTo>
                  <a:lnTo>
                    <a:pt x="102" y="60"/>
                  </a:lnTo>
                  <a:lnTo>
                    <a:pt x="96" y="78"/>
                  </a:lnTo>
                  <a:lnTo>
                    <a:pt x="90" y="90"/>
                  </a:lnTo>
                  <a:lnTo>
                    <a:pt x="84" y="96"/>
                  </a:lnTo>
                  <a:lnTo>
                    <a:pt x="78" y="108"/>
                  </a:lnTo>
                  <a:lnTo>
                    <a:pt x="72" y="114"/>
                  </a:lnTo>
                  <a:lnTo>
                    <a:pt x="66" y="114"/>
                  </a:lnTo>
                  <a:lnTo>
                    <a:pt x="66" y="168"/>
                  </a:lnTo>
                  <a:lnTo>
                    <a:pt x="60" y="180"/>
                  </a:lnTo>
                  <a:lnTo>
                    <a:pt x="60" y="186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72" y="222"/>
                  </a:lnTo>
                  <a:lnTo>
                    <a:pt x="78" y="234"/>
                  </a:lnTo>
                  <a:lnTo>
                    <a:pt x="78" y="246"/>
                  </a:lnTo>
                  <a:lnTo>
                    <a:pt x="84" y="252"/>
                  </a:lnTo>
                  <a:lnTo>
                    <a:pt x="84" y="264"/>
                  </a:lnTo>
                  <a:lnTo>
                    <a:pt x="78" y="270"/>
                  </a:lnTo>
                  <a:lnTo>
                    <a:pt x="72" y="270"/>
                  </a:lnTo>
                  <a:lnTo>
                    <a:pt x="60" y="276"/>
                  </a:lnTo>
                  <a:lnTo>
                    <a:pt x="60" y="318"/>
                  </a:lnTo>
                  <a:lnTo>
                    <a:pt x="48" y="324"/>
                  </a:lnTo>
                  <a:lnTo>
                    <a:pt x="42" y="336"/>
                  </a:lnTo>
                  <a:lnTo>
                    <a:pt x="36" y="342"/>
                  </a:lnTo>
                  <a:lnTo>
                    <a:pt x="36" y="372"/>
                  </a:lnTo>
                  <a:lnTo>
                    <a:pt x="24" y="396"/>
                  </a:lnTo>
                  <a:lnTo>
                    <a:pt x="6" y="396"/>
                  </a:lnTo>
                  <a:lnTo>
                    <a:pt x="0" y="426"/>
                  </a:lnTo>
                  <a:lnTo>
                    <a:pt x="6" y="462"/>
                  </a:lnTo>
                  <a:lnTo>
                    <a:pt x="0" y="492"/>
                  </a:lnTo>
                  <a:lnTo>
                    <a:pt x="0" y="606"/>
                  </a:lnTo>
                  <a:lnTo>
                    <a:pt x="6" y="612"/>
                  </a:lnTo>
                  <a:lnTo>
                    <a:pt x="30" y="612"/>
                  </a:lnTo>
                  <a:lnTo>
                    <a:pt x="54" y="600"/>
                  </a:lnTo>
                  <a:lnTo>
                    <a:pt x="60" y="594"/>
                  </a:lnTo>
                  <a:lnTo>
                    <a:pt x="66" y="600"/>
                  </a:lnTo>
                  <a:lnTo>
                    <a:pt x="108" y="600"/>
                  </a:lnTo>
                  <a:lnTo>
                    <a:pt x="126" y="606"/>
                  </a:lnTo>
                  <a:lnTo>
                    <a:pt x="138" y="618"/>
                  </a:lnTo>
                  <a:lnTo>
                    <a:pt x="150" y="636"/>
                  </a:lnTo>
                  <a:lnTo>
                    <a:pt x="156" y="648"/>
                  </a:lnTo>
                  <a:lnTo>
                    <a:pt x="168" y="660"/>
                  </a:lnTo>
                  <a:lnTo>
                    <a:pt x="186" y="660"/>
                  </a:lnTo>
                  <a:lnTo>
                    <a:pt x="180" y="666"/>
                  </a:lnTo>
                  <a:lnTo>
                    <a:pt x="180" y="678"/>
                  </a:lnTo>
                  <a:lnTo>
                    <a:pt x="174" y="684"/>
                  </a:lnTo>
                  <a:lnTo>
                    <a:pt x="186" y="684"/>
                  </a:lnTo>
                  <a:lnTo>
                    <a:pt x="198" y="678"/>
                  </a:lnTo>
                  <a:lnTo>
                    <a:pt x="198" y="684"/>
                  </a:lnTo>
                  <a:lnTo>
                    <a:pt x="192" y="690"/>
                  </a:lnTo>
                  <a:lnTo>
                    <a:pt x="186" y="702"/>
                  </a:lnTo>
                  <a:lnTo>
                    <a:pt x="186" y="714"/>
                  </a:lnTo>
                  <a:lnTo>
                    <a:pt x="204" y="750"/>
                  </a:lnTo>
                  <a:lnTo>
                    <a:pt x="216" y="762"/>
                  </a:lnTo>
                  <a:lnTo>
                    <a:pt x="234" y="768"/>
                  </a:lnTo>
                  <a:lnTo>
                    <a:pt x="270" y="768"/>
                  </a:lnTo>
                  <a:lnTo>
                    <a:pt x="276" y="762"/>
                  </a:lnTo>
                  <a:lnTo>
                    <a:pt x="282" y="762"/>
                  </a:lnTo>
                  <a:lnTo>
                    <a:pt x="288" y="738"/>
                  </a:lnTo>
                  <a:lnTo>
                    <a:pt x="312" y="750"/>
                  </a:lnTo>
                  <a:lnTo>
                    <a:pt x="336" y="744"/>
                  </a:lnTo>
                  <a:lnTo>
                    <a:pt x="354" y="756"/>
                  </a:lnTo>
                  <a:lnTo>
                    <a:pt x="396" y="756"/>
                  </a:lnTo>
                  <a:lnTo>
                    <a:pt x="396" y="732"/>
                  </a:lnTo>
                  <a:lnTo>
                    <a:pt x="420" y="732"/>
                  </a:lnTo>
                  <a:lnTo>
                    <a:pt x="420" y="73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45" name="Niger" descr="© INSCALE GmbH, 05.05.2010&#10;http://www.presentationload.com/">
              <a:extLst>
                <a:ext uri="{FF2B5EF4-FFF2-40B4-BE49-F238E27FC236}">
                  <a16:creationId xmlns:a16="http://schemas.microsoft.com/office/drawing/2014/main" id="{B6C81395-6DBF-4FD2-A0B7-4A21760AC640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739740" y="2380334"/>
              <a:ext cx="367048" cy="309550"/>
            </a:xfrm>
            <a:custGeom>
              <a:avLst/>
              <a:gdLst>
                <a:gd name="T0" fmla="*/ 2147483647 w 1110"/>
                <a:gd name="T1" fmla="*/ 2147483647 h 942"/>
                <a:gd name="T2" fmla="*/ 2147483647 w 1110"/>
                <a:gd name="T3" fmla="*/ 2147483647 h 942"/>
                <a:gd name="T4" fmla="*/ 2147483647 w 1110"/>
                <a:gd name="T5" fmla="*/ 2147483647 h 942"/>
                <a:gd name="T6" fmla="*/ 2147483647 w 1110"/>
                <a:gd name="T7" fmla="*/ 2147483647 h 942"/>
                <a:gd name="T8" fmla="*/ 2147483647 w 1110"/>
                <a:gd name="T9" fmla="*/ 2147483647 h 942"/>
                <a:gd name="T10" fmla="*/ 2147483647 w 1110"/>
                <a:gd name="T11" fmla="*/ 2147483647 h 942"/>
                <a:gd name="T12" fmla="*/ 2147483647 w 1110"/>
                <a:gd name="T13" fmla="*/ 2147483647 h 942"/>
                <a:gd name="T14" fmla="*/ 2147483647 w 1110"/>
                <a:gd name="T15" fmla="*/ 2147483647 h 942"/>
                <a:gd name="T16" fmla="*/ 2147483647 w 1110"/>
                <a:gd name="T17" fmla="*/ 2147483647 h 942"/>
                <a:gd name="T18" fmla="*/ 2147483647 w 1110"/>
                <a:gd name="T19" fmla="*/ 2147483647 h 942"/>
                <a:gd name="T20" fmla="*/ 2147483647 w 1110"/>
                <a:gd name="T21" fmla="*/ 2147483647 h 942"/>
                <a:gd name="T22" fmla="*/ 2147483647 w 1110"/>
                <a:gd name="T23" fmla="*/ 2147483647 h 942"/>
                <a:gd name="T24" fmla="*/ 2147483647 w 1110"/>
                <a:gd name="T25" fmla="*/ 2147483647 h 942"/>
                <a:gd name="T26" fmla="*/ 2147483647 w 1110"/>
                <a:gd name="T27" fmla="*/ 2147483647 h 942"/>
                <a:gd name="T28" fmla="*/ 2147483647 w 1110"/>
                <a:gd name="T29" fmla="*/ 2147483647 h 942"/>
                <a:gd name="T30" fmla="*/ 2147483647 w 1110"/>
                <a:gd name="T31" fmla="*/ 2147483647 h 942"/>
                <a:gd name="T32" fmla="*/ 2147483647 w 1110"/>
                <a:gd name="T33" fmla="*/ 2147483647 h 942"/>
                <a:gd name="T34" fmla="*/ 2147483647 w 1110"/>
                <a:gd name="T35" fmla="*/ 2147483647 h 942"/>
                <a:gd name="T36" fmla="*/ 2147483647 w 1110"/>
                <a:gd name="T37" fmla="*/ 2147483647 h 942"/>
                <a:gd name="T38" fmla="*/ 2147483647 w 1110"/>
                <a:gd name="T39" fmla="*/ 2147483647 h 942"/>
                <a:gd name="T40" fmla="*/ 2147483647 w 1110"/>
                <a:gd name="T41" fmla="*/ 2147483647 h 942"/>
                <a:gd name="T42" fmla="*/ 2147483647 w 1110"/>
                <a:gd name="T43" fmla="*/ 2147483647 h 942"/>
                <a:gd name="T44" fmla="*/ 2147483647 w 1110"/>
                <a:gd name="T45" fmla="*/ 2147483647 h 942"/>
                <a:gd name="T46" fmla="*/ 2147483647 w 1110"/>
                <a:gd name="T47" fmla="*/ 2147483647 h 942"/>
                <a:gd name="T48" fmla="*/ 2147483647 w 1110"/>
                <a:gd name="T49" fmla="*/ 2147483647 h 942"/>
                <a:gd name="T50" fmla="*/ 2147483647 w 1110"/>
                <a:gd name="T51" fmla="*/ 2147483647 h 942"/>
                <a:gd name="T52" fmla="*/ 2147483647 w 1110"/>
                <a:gd name="T53" fmla="*/ 2147483647 h 942"/>
                <a:gd name="T54" fmla="*/ 2147483647 w 1110"/>
                <a:gd name="T55" fmla="*/ 2147483647 h 942"/>
                <a:gd name="T56" fmla="*/ 2147483647 w 1110"/>
                <a:gd name="T57" fmla="*/ 2147483647 h 942"/>
                <a:gd name="T58" fmla="*/ 2147483647 w 1110"/>
                <a:gd name="T59" fmla="*/ 2147483647 h 942"/>
                <a:gd name="T60" fmla="*/ 2147483647 w 1110"/>
                <a:gd name="T61" fmla="*/ 2147483647 h 942"/>
                <a:gd name="T62" fmla="*/ 2147483647 w 1110"/>
                <a:gd name="T63" fmla="*/ 2147483647 h 942"/>
                <a:gd name="T64" fmla="*/ 2147483647 w 1110"/>
                <a:gd name="T65" fmla="*/ 2147483647 h 942"/>
                <a:gd name="T66" fmla="*/ 2147483647 w 1110"/>
                <a:gd name="T67" fmla="*/ 2147483647 h 942"/>
                <a:gd name="T68" fmla="*/ 2147483647 w 1110"/>
                <a:gd name="T69" fmla="*/ 2147483647 h 942"/>
                <a:gd name="T70" fmla="*/ 2147483647 w 1110"/>
                <a:gd name="T71" fmla="*/ 2147483647 h 942"/>
                <a:gd name="T72" fmla="*/ 2147483647 w 1110"/>
                <a:gd name="T73" fmla="*/ 2147483647 h 942"/>
                <a:gd name="T74" fmla="*/ 2147483647 w 1110"/>
                <a:gd name="T75" fmla="*/ 2147483647 h 942"/>
                <a:gd name="T76" fmla="*/ 2147483647 w 1110"/>
                <a:gd name="T77" fmla="*/ 2147483647 h 942"/>
                <a:gd name="T78" fmla="*/ 2147483647 w 1110"/>
                <a:gd name="T79" fmla="*/ 2147483647 h 942"/>
                <a:gd name="T80" fmla="*/ 2147483647 w 1110"/>
                <a:gd name="T81" fmla="*/ 2147483647 h 942"/>
                <a:gd name="T82" fmla="*/ 2147483647 w 1110"/>
                <a:gd name="T83" fmla="*/ 2147483647 h 942"/>
                <a:gd name="T84" fmla="*/ 2147483647 w 1110"/>
                <a:gd name="T85" fmla="*/ 2147483647 h 942"/>
                <a:gd name="T86" fmla="*/ 2147483647 w 1110"/>
                <a:gd name="T87" fmla="*/ 2147483647 h 942"/>
                <a:gd name="T88" fmla="*/ 2147483647 w 1110"/>
                <a:gd name="T89" fmla="*/ 2147483647 h 942"/>
                <a:gd name="T90" fmla="*/ 2147483647 w 1110"/>
                <a:gd name="T91" fmla="*/ 2147483647 h 942"/>
                <a:gd name="T92" fmla="*/ 2147483647 w 1110"/>
                <a:gd name="T93" fmla="*/ 2147483647 h 942"/>
                <a:gd name="T94" fmla="*/ 2147483647 w 1110"/>
                <a:gd name="T95" fmla="*/ 2147483647 h 942"/>
                <a:gd name="T96" fmla="*/ 2147483647 w 1110"/>
                <a:gd name="T97" fmla="*/ 2147483647 h 942"/>
                <a:gd name="T98" fmla="*/ 0 w 1110"/>
                <a:gd name="T99" fmla="*/ 2147483647 h 942"/>
                <a:gd name="T100" fmla="*/ 2147483647 w 1110"/>
                <a:gd name="T101" fmla="*/ 2147483647 h 94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110"/>
                <a:gd name="T154" fmla="*/ 0 h 942"/>
                <a:gd name="T155" fmla="*/ 1110 w 1110"/>
                <a:gd name="T156" fmla="*/ 942 h 94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110" h="942">
                  <a:moveTo>
                    <a:pt x="54" y="792"/>
                  </a:moveTo>
                  <a:lnTo>
                    <a:pt x="54" y="810"/>
                  </a:lnTo>
                  <a:lnTo>
                    <a:pt x="66" y="810"/>
                  </a:lnTo>
                  <a:lnTo>
                    <a:pt x="48" y="828"/>
                  </a:lnTo>
                  <a:lnTo>
                    <a:pt x="48" y="834"/>
                  </a:lnTo>
                  <a:lnTo>
                    <a:pt x="72" y="858"/>
                  </a:lnTo>
                  <a:lnTo>
                    <a:pt x="84" y="864"/>
                  </a:lnTo>
                  <a:lnTo>
                    <a:pt x="90" y="876"/>
                  </a:lnTo>
                  <a:lnTo>
                    <a:pt x="108" y="876"/>
                  </a:lnTo>
                  <a:lnTo>
                    <a:pt x="120" y="864"/>
                  </a:lnTo>
                  <a:lnTo>
                    <a:pt x="132" y="864"/>
                  </a:lnTo>
                  <a:lnTo>
                    <a:pt x="144" y="876"/>
                  </a:lnTo>
                  <a:lnTo>
                    <a:pt x="150" y="888"/>
                  </a:lnTo>
                  <a:lnTo>
                    <a:pt x="126" y="894"/>
                  </a:lnTo>
                  <a:lnTo>
                    <a:pt x="150" y="930"/>
                  </a:lnTo>
                  <a:lnTo>
                    <a:pt x="150" y="906"/>
                  </a:lnTo>
                  <a:lnTo>
                    <a:pt x="180" y="894"/>
                  </a:lnTo>
                  <a:lnTo>
                    <a:pt x="192" y="906"/>
                  </a:lnTo>
                  <a:lnTo>
                    <a:pt x="198" y="918"/>
                  </a:lnTo>
                  <a:lnTo>
                    <a:pt x="204" y="924"/>
                  </a:lnTo>
                  <a:lnTo>
                    <a:pt x="210" y="924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34" y="936"/>
                  </a:lnTo>
                  <a:lnTo>
                    <a:pt x="240" y="942"/>
                  </a:lnTo>
                  <a:lnTo>
                    <a:pt x="240" y="888"/>
                  </a:lnTo>
                  <a:lnTo>
                    <a:pt x="246" y="888"/>
                  </a:lnTo>
                  <a:lnTo>
                    <a:pt x="252" y="882"/>
                  </a:lnTo>
                  <a:lnTo>
                    <a:pt x="258" y="870"/>
                  </a:lnTo>
                  <a:lnTo>
                    <a:pt x="264" y="864"/>
                  </a:lnTo>
                  <a:lnTo>
                    <a:pt x="270" y="852"/>
                  </a:lnTo>
                  <a:lnTo>
                    <a:pt x="276" y="834"/>
                  </a:lnTo>
                  <a:lnTo>
                    <a:pt x="276" y="810"/>
                  </a:lnTo>
                  <a:lnTo>
                    <a:pt x="300" y="786"/>
                  </a:lnTo>
                  <a:lnTo>
                    <a:pt x="354" y="786"/>
                  </a:lnTo>
                  <a:lnTo>
                    <a:pt x="354" y="780"/>
                  </a:lnTo>
                  <a:lnTo>
                    <a:pt x="360" y="780"/>
                  </a:lnTo>
                  <a:lnTo>
                    <a:pt x="372" y="774"/>
                  </a:lnTo>
                  <a:lnTo>
                    <a:pt x="384" y="774"/>
                  </a:lnTo>
                  <a:lnTo>
                    <a:pt x="396" y="786"/>
                  </a:lnTo>
                  <a:lnTo>
                    <a:pt x="396" y="792"/>
                  </a:lnTo>
                  <a:lnTo>
                    <a:pt x="432" y="792"/>
                  </a:lnTo>
                  <a:lnTo>
                    <a:pt x="456" y="816"/>
                  </a:lnTo>
                  <a:lnTo>
                    <a:pt x="456" y="822"/>
                  </a:lnTo>
                  <a:lnTo>
                    <a:pt x="462" y="828"/>
                  </a:lnTo>
                  <a:lnTo>
                    <a:pt x="462" y="834"/>
                  </a:lnTo>
                  <a:lnTo>
                    <a:pt x="468" y="840"/>
                  </a:lnTo>
                  <a:lnTo>
                    <a:pt x="480" y="846"/>
                  </a:lnTo>
                  <a:lnTo>
                    <a:pt x="486" y="846"/>
                  </a:lnTo>
                  <a:lnTo>
                    <a:pt x="498" y="840"/>
                  </a:lnTo>
                  <a:lnTo>
                    <a:pt x="510" y="828"/>
                  </a:lnTo>
                  <a:lnTo>
                    <a:pt x="534" y="816"/>
                  </a:lnTo>
                  <a:lnTo>
                    <a:pt x="546" y="816"/>
                  </a:lnTo>
                  <a:lnTo>
                    <a:pt x="558" y="822"/>
                  </a:lnTo>
                  <a:lnTo>
                    <a:pt x="564" y="828"/>
                  </a:lnTo>
                  <a:lnTo>
                    <a:pt x="576" y="834"/>
                  </a:lnTo>
                  <a:lnTo>
                    <a:pt x="588" y="846"/>
                  </a:lnTo>
                  <a:lnTo>
                    <a:pt x="612" y="858"/>
                  </a:lnTo>
                  <a:lnTo>
                    <a:pt x="642" y="858"/>
                  </a:lnTo>
                  <a:lnTo>
                    <a:pt x="654" y="864"/>
                  </a:lnTo>
                  <a:lnTo>
                    <a:pt x="660" y="864"/>
                  </a:lnTo>
                  <a:lnTo>
                    <a:pt x="666" y="858"/>
                  </a:lnTo>
                  <a:lnTo>
                    <a:pt x="678" y="834"/>
                  </a:lnTo>
                  <a:lnTo>
                    <a:pt x="690" y="828"/>
                  </a:lnTo>
                  <a:lnTo>
                    <a:pt x="702" y="816"/>
                  </a:lnTo>
                  <a:lnTo>
                    <a:pt x="720" y="810"/>
                  </a:lnTo>
                  <a:lnTo>
                    <a:pt x="774" y="810"/>
                  </a:lnTo>
                  <a:lnTo>
                    <a:pt x="810" y="822"/>
                  </a:lnTo>
                  <a:lnTo>
                    <a:pt x="822" y="828"/>
                  </a:lnTo>
                  <a:lnTo>
                    <a:pt x="828" y="834"/>
                  </a:lnTo>
                  <a:lnTo>
                    <a:pt x="858" y="834"/>
                  </a:lnTo>
                  <a:lnTo>
                    <a:pt x="870" y="828"/>
                  </a:lnTo>
                  <a:lnTo>
                    <a:pt x="876" y="822"/>
                  </a:lnTo>
                  <a:lnTo>
                    <a:pt x="888" y="816"/>
                  </a:lnTo>
                  <a:lnTo>
                    <a:pt x="894" y="810"/>
                  </a:lnTo>
                  <a:lnTo>
                    <a:pt x="918" y="810"/>
                  </a:lnTo>
                  <a:lnTo>
                    <a:pt x="918" y="804"/>
                  </a:lnTo>
                  <a:lnTo>
                    <a:pt x="924" y="798"/>
                  </a:lnTo>
                  <a:lnTo>
                    <a:pt x="924" y="792"/>
                  </a:lnTo>
                  <a:lnTo>
                    <a:pt x="930" y="786"/>
                  </a:lnTo>
                  <a:lnTo>
                    <a:pt x="936" y="786"/>
                  </a:lnTo>
                  <a:lnTo>
                    <a:pt x="930" y="726"/>
                  </a:lnTo>
                  <a:lnTo>
                    <a:pt x="948" y="720"/>
                  </a:lnTo>
                  <a:lnTo>
                    <a:pt x="948" y="714"/>
                  </a:lnTo>
                  <a:lnTo>
                    <a:pt x="954" y="708"/>
                  </a:lnTo>
                  <a:lnTo>
                    <a:pt x="954" y="696"/>
                  </a:lnTo>
                  <a:lnTo>
                    <a:pt x="960" y="678"/>
                  </a:lnTo>
                  <a:lnTo>
                    <a:pt x="966" y="666"/>
                  </a:lnTo>
                  <a:lnTo>
                    <a:pt x="978" y="648"/>
                  </a:lnTo>
                  <a:lnTo>
                    <a:pt x="984" y="636"/>
                  </a:lnTo>
                  <a:lnTo>
                    <a:pt x="1002" y="618"/>
                  </a:lnTo>
                  <a:lnTo>
                    <a:pt x="1026" y="588"/>
                  </a:lnTo>
                  <a:lnTo>
                    <a:pt x="1050" y="564"/>
                  </a:lnTo>
                  <a:lnTo>
                    <a:pt x="1068" y="540"/>
                  </a:lnTo>
                  <a:lnTo>
                    <a:pt x="1074" y="534"/>
                  </a:lnTo>
                  <a:lnTo>
                    <a:pt x="1092" y="288"/>
                  </a:lnTo>
                  <a:lnTo>
                    <a:pt x="1110" y="252"/>
                  </a:lnTo>
                  <a:lnTo>
                    <a:pt x="1080" y="216"/>
                  </a:lnTo>
                  <a:lnTo>
                    <a:pt x="1074" y="192"/>
                  </a:lnTo>
                  <a:lnTo>
                    <a:pt x="1044" y="156"/>
                  </a:lnTo>
                  <a:lnTo>
                    <a:pt x="1056" y="108"/>
                  </a:lnTo>
                  <a:lnTo>
                    <a:pt x="1038" y="42"/>
                  </a:lnTo>
                  <a:lnTo>
                    <a:pt x="1020" y="48"/>
                  </a:lnTo>
                  <a:lnTo>
                    <a:pt x="1002" y="60"/>
                  </a:lnTo>
                  <a:lnTo>
                    <a:pt x="990" y="66"/>
                  </a:lnTo>
                  <a:lnTo>
                    <a:pt x="984" y="66"/>
                  </a:lnTo>
                  <a:lnTo>
                    <a:pt x="978" y="60"/>
                  </a:lnTo>
                  <a:lnTo>
                    <a:pt x="966" y="54"/>
                  </a:lnTo>
                  <a:lnTo>
                    <a:pt x="960" y="42"/>
                  </a:lnTo>
                  <a:lnTo>
                    <a:pt x="954" y="36"/>
                  </a:lnTo>
                  <a:lnTo>
                    <a:pt x="942" y="30"/>
                  </a:lnTo>
                  <a:lnTo>
                    <a:pt x="936" y="24"/>
                  </a:lnTo>
                  <a:lnTo>
                    <a:pt x="930" y="24"/>
                  </a:lnTo>
                  <a:lnTo>
                    <a:pt x="918" y="18"/>
                  </a:lnTo>
                  <a:lnTo>
                    <a:pt x="900" y="12"/>
                  </a:lnTo>
                  <a:lnTo>
                    <a:pt x="888" y="12"/>
                  </a:lnTo>
                  <a:lnTo>
                    <a:pt x="876" y="6"/>
                  </a:lnTo>
                  <a:lnTo>
                    <a:pt x="864" y="6"/>
                  </a:lnTo>
                  <a:lnTo>
                    <a:pt x="828" y="0"/>
                  </a:lnTo>
                  <a:lnTo>
                    <a:pt x="816" y="6"/>
                  </a:lnTo>
                  <a:lnTo>
                    <a:pt x="786" y="30"/>
                  </a:lnTo>
                  <a:lnTo>
                    <a:pt x="738" y="66"/>
                  </a:lnTo>
                  <a:lnTo>
                    <a:pt x="684" y="102"/>
                  </a:lnTo>
                  <a:lnTo>
                    <a:pt x="624" y="144"/>
                  </a:lnTo>
                  <a:lnTo>
                    <a:pt x="576" y="180"/>
                  </a:lnTo>
                  <a:lnTo>
                    <a:pt x="534" y="210"/>
                  </a:lnTo>
                  <a:lnTo>
                    <a:pt x="510" y="222"/>
                  </a:lnTo>
                  <a:lnTo>
                    <a:pt x="480" y="246"/>
                  </a:lnTo>
                  <a:lnTo>
                    <a:pt x="450" y="282"/>
                  </a:lnTo>
                  <a:lnTo>
                    <a:pt x="414" y="312"/>
                  </a:lnTo>
                  <a:lnTo>
                    <a:pt x="390" y="330"/>
                  </a:lnTo>
                  <a:lnTo>
                    <a:pt x="366" y="336"/>
                  </a:lnTo>
                  <a:lnTo>
                    <a:pt x="324" y="342"/>
                  </a:lnTo>
                  <a:lnTo>
                    <a:pt x="282" y="354"/>
                  </a:lnTo>
                  <a:lnTo>
                    <a:pt x="282" y="558"/>
                  </a:lnTo>
                  <a:lnTo>
                    <a:pt x="264" y="582"/>
                  </a:lnTo>
                  <a:lnTo>
                    <a:pt x="264" y="594"/>
                  </a:lnTo>
                  <a:lnTo>
                    <a:pt x="258" y="606"/>
                  </a:lnTo>
                  <a:lnTo>
                    <a:pt x="258" y="624"/>
                  </a:lnTo>
                  <a:lnTo>
                    <a:pt x="252" y="636"/>
                  </a:lnTo>
                  <a:lnTo>
                    <a:pt x="240" y="642"/>
                  </a:lnTo>
                  <a:lnTo>
                    <a:pt x="222" y="648"/>
                  </a:lnTo>
                  <a:lnTo>
                    <a:pt x="198" y="648"/>
                  </a:lnTo>
                  <a:lnTo>
                    <a:pt x="186" y="654"/>
                  </a:lnTo>
                  <a:lnTo>
                    <a:pt x="138" y="648"/>
                  </a:lnTo>
                  <a:lnTo>
                    <a:pt x="138" y="666"/>
                  </a:lnTo>
                  <a:lnTo>
                    <a:pt x="72" y="660"/>
                  </a:lnTo>
                  <a:lnTo>
                    <a:pt x="48" y="678"/>
                  </a:lnTo>
                  <a:lnTo>
                    <a:pt x="0" y="690"/>
                  </a:lnTo>
                  <a:lnTo>
                    <a:pt x="0" y="726"/>
                  </a:lnTo>
                  <a:lnTo>
                    <a:pt x="6" y="738"/>
                  </a:lnTo>
                  <a:lnTo>
                    <a:pt x="6" y="762"/>
                  </a:lnTo>
                  <a:lnTo>
                    <a:pt x="18" y="786"/>
                  </a:lnTo>
                  <a:lnTo>
                    <a:pt x="30" y="792"/>
                  </a:lnTo>
                  <a:lnTo>
                    <a:pt x="54" y="79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46" name="Nicaragua" descr="© INSCALE GmbH, 05.05.2010&#10;http://www.presentationload.com/">
              <a:extLst>
                <a:ext uri="{FF2B5EF4-FFF2-40B4-BE49-F238E27FC236}">
                  <a16:creationId xmlns:a16="http://schemas.microsoft.com/office/drawing/2014/main" id="{E9CA6B24-39F9-4A0A-B387-B0A0CB250F09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687383" y="2608962"/>
              <a:ext cx="107272" cy="109178"/>
            </a:xfrm>
            <a:custGeom>
              <a:avLst/>
              <a:gdLst>
                <a:gd name="T0" fmla="*/ 2147483647 w 324"/>
                <a:gd name="T1" fmla="*/ 2147483647 h 330"/>
                <a:gd name="T2" fmla="*/ 2147483647 w 324"/>
                <a:gd name="T3" fmla="*/ 0 h 330"/>
                <a:gd name="T4" fmla="*/ 2147483647 w 324"/>
                <a:gd name="T5" fmla="*/ 2147483647 h 330"/>
                <a:gd name="T6" fmla="*/ 2147483647 w 324"/>
                <a:gd name="T7" fmla="*/ 2147483647 h 330"/>
                <a:gd name="T8" fmla="*/ 2147483647 w 324"/>
                <a:gd name="T9" fmla="*/ 0 h 330"/>
                <a:gd name="T10" fmla="*/ 2147483647 w 324"/>
                <a:gd name="T11" fmla="*/ 2147483647 h 330"/>
                <a:gd name="T12" fmla="*/ 2147483647 w 324"/>
                <a:gd name="T13" fmla="*/ 2147483647 h 330"/>
                <a:gd name="T14" fmla="*/ 2147483647 w 324"/>
                <a:gd name="T15" fmla="*/ 2147483647 h 330"/>
                <a:gd name="T16" fmla="*/ 2147483647 w 324"/>
                <a:gd name="T17" fmla="*/ 2147483647 h 330"/>
                <a:gd name="T18" fmla="*/ 2147483647 w 324"/>
                <a:gd name="T19" fmla="*/ 2147483647 h 330"/>
                <a:gd name="T20" fmla="*/ 2147483647 w 324"/>
                <a:gd name="T21" fmla="*/ 2147483647 h 330"/>
                <a:gd name="T22" fmla="*/ 2147483647 w 324"/>
                <a:gd name="T23" fmla="*/ 2147483647 h 330"/>
                <a:gd name="T24" fmla="*/ 2147483647 w 324"/>
                <a:gd name="T25" fmla="*/ 2147483647 h 330"/>
                <a:gd name="T26" fmla="*/ 2147483647 w 324"/>
                <a:gd name="T27" fmla="*/ 2147483647 h 330"/>
                <a:gd name="T28" fmla="*/ 2147483647 w 324"/>
                <a:gd name="T29" fmla="*/ 2147483647 h 330"/>
                <a:gd name="T30" fmla="*/ 2147483647 w 324"/>
                <a:gd name="T31" fmla="*/ 2147483647 h 330"/>
                <a:gd name="T32" fmla="*/ 2147483647 w 324"/>
                <a:gd name="T33" fmla="*/ 2147483647 h 330"/>
                <a:gd name="T34" fmla="*/ 2147483647 w 324"/>
                <a:gd name="T35" fmla="*/ 2147483647 h 330"/>
                <a:gd name="T36" fmla="*/ 2147483647 w 324"/>
                <a:gd name="T37" fmla="*/ 2147483647 h 330"/>
                <a:gd name="T38" fmla="*/ 2147483647 w 324"/>
                <a:gd name="T39" fmla="*/ 2147483647 h 330"/>
                <a:gd name="T40" fmla="*/ 2147483647 w 324"/>
                <a:gd name="T41" fmla="*/ 2147483647 h 330"/>
                <a:gd name="T42" fmla="*/ 2147483647 w 324"/>
                <a:gd name="T43" fmla="*/ 2147483647 h 330"/>
                <a:gd name="T44" fmla="*/ 2147483647 w 324"/>
                <a:gd name="T45" fmla="*/ 2147483647 h 330"/>
                <a:gd name="T46" fmla="*/ 2147483647 w 324"/>
                <a:gd name="T47" fmla="*/ 2147483647 h 330"/>
                <a:gd name="T48" fmla="*/ 2147483647 w 324"/>
                <a:gd name="T49" fmla="*/ 2147483647 h 330"/>
                <a:gd name="T50" fmla="*/ 2147483647 w 324"/>
                <a:gd name="T51" fmla="*/ 2147483647 h 330"/>
                <a:gd name="T52" fmla="*/ 2147483647 w 324"/>
                <a:gd name="T53" fmla="*/ 2147483647 h 330"/>
                <a:gd name="T54" fmla="*/ 2147483647 w 324"/>
                <a:gd name="T55" fmla="*/ 2147483647 h 330"/>
                <a:gd name="T56" fmla="*/ 2147483647 w 324"/>
                <a:gd name="T57" fmla="*/ 2147483647 h 330"/>
                <a:gd name="T58" fmla="*/ 2147483647 w 324"/>
                <a:gd name="T59" fmla="*/ 2147483647 h 330"/>
                <a:gd name="T60" fmla="*/ 2147483647 w 324"/>
                <a:gd name="T61" fmla="*/ 2147483647 h 330"/>
                <a:gd name="T62" fmla="*/ 2147483647 w 324"/>
                <a:gd name="T63" fmla="*/ 2147483647 h 330"/>
                <a:gd name="T64" fmla="*/ 2147483647 w 324"/>
                <a:gd name="T65" fmla="*/ 2147483647 h 330"/>
                <a:gd name="T66" fmla="*/ 2147483647 w 324"/>
                <a:gd name="T67" fmla="*/ 2147483647 h 330"/>
                <a:gd name="T68" fmla="*/ 2147483647 w 324"/>
                <a:gd name="T69" fmla="*/ 2147483647 h 330"/>
                <a:gd name="T70" fmla="*/ 2147483647 w 324"/>
                <a:gd name="T71" fmla="*/ 2147483647 h 330"/>
                <a:gd name="T72" fmla="*/ 2147483647 w 324"/>
                <a:gd name="T73" fmla="*/ 2147483647 h 330"/>
                <a:gd name="T74" fmla="*/ 2147483647 w 324"/>
                <a:gd name="T75" fmla="*/ 2147483647 h 330"/>
                <a:gd name="T76" fmla="*/ 2147483647 w 324"/>
                <a:gd name="T77" fmla="*/ 2147483647 h 330"/>
                <a:gd name="T78" fmla="*/ 2147483647 w 324"/>
                <a:gd name="T79" fmla="*/ 2147483647 h 330"/>
                <a:gd name="T80" fmla="*/ 2147483647 w 324"/>
                <a:gd name="T81" fmla="*/ 2147483647 h 33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24"/>
                <a:gd name="T124" fmla="*/ 0 h 330"/>
                <a:gd name="T125" fmla="*/ 324 w 324"/>
                <a:gd name="T126" fmla="*/ 330 h 33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24" h="330">
                  <a:moveTo>
                    <a:pt x="324" y="18"/>
                  </a:moveTo>
                  <a:lnTo>
                    <a:pt x="318" y="12"/>
                  </a:lnTo>
                  <a:lnTo>
                    <a:pt x="318" y="6"/>
                  </a:lnTo>
                  <a:lnTo>
                    <a:pt x="312" y="0"/>
                  </a:lnTo>
                  <a:lnTo>
                    <a:pt x="264" y="0"/>
                  </a:lnTo>
                  <a:lnTo>
                    <a:pt x="264" y="6"/>
                  </a:lnTo>
                  <a:lnTo>
                    <a:pt x="252" y="18"/>
                  </a:lnTo>
                  <a:lnTo>
                    <a:pt x="240" y="18"/>
                  </a:lnTo>
                  <a:lnTo>
                    <a:pt x="222" y="0"/>
                  </a:lnTo>
                  <a:lnTo>
                    <a:pt x="210" y="0"/>
                  </a:lnTo>
                  <a:lnTo>
                    <a:pt x="198" y="12"/>
                  </a:lnTo>
                  <a:lnTo>
                    <a:pt x="198" y="30"/>
                  </a:lnTo>
                  <a:lnTo>
                    <a:pt x="180" y="30"/>
                  </a:lnTo>
                  <a:lnTo>
                    <a:pt x="168" y="54"/>
                  </a:lnTo>
                  <a:lnTo>
                    <a:pt x="144" y="78"/>
                  </a:lnTo>
                  <a:lnTo>
                    <a:pt x="126" y="78"/>
                  </a:lnTo>
                  <a:lnTo>
                    <a:pt x="120" y="72"/>
                  </a:lnTo>
                  <a:lnTo>
                    <a:pt x="120" y="66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96" y="84"/>
                  </a:lnTo>
                  <a:lnTo>
                    <a:pt x="60" y="84"/>
                  </a:lnTo>
                  <a:lnTo>
                    <a:pt x="54" y="90"/>
                  </a:lnTo>
                  <a:lnTo>
                    <a:pt x="54" y="102"/>
                  </a:lnTo>
                  <a:lnTo>
                    <a:pt x="60" y="108"/>
                  </a:lnTo>
                  <a:lnTo>
                    <a:pt x="60" y="120"/>
                  </a:lnTo>
                  <a:lnTo>
                    <a:pt x="66" y="126"/>
                  </a:lnTo>
                  <a:lnTo>
                    <a:pt x="48" y="126"/>
                  </a:lnTo>
                  <a:lnTo>
                    <a:pt x="48" y="144"/>
                  </a:lnTo>
                  <a:lnTo>
                    <a:pt x="36" y="150"/>
                  </a:lnTo>
                  <a:lnTo>
                    <a:pt x="0" y="150"/>
                  </a:lnTo>
                  <a:lnTo>
                    <a:pt x="48" y="204"/>
                  </a:lnTo>
                  <a:lnTo>
                    <a:pt x="48" y="210"/>
                  </a:lnTo>
                  <a:lnTo>
                    <a:pt x="54" y="216"/>
                  </a:lnTo>
                  <a:lnTo>
                    <a:pt x="54" y="228"/>
                  </a:lnTo>
                  <a:lnTo>
                    <a:pt x="66" y="252"/>
                  </a:lnTo>
                  <a:lnTo>
                    <a:pt x="72" y="258"/>
                  </a:lnTo>
                  <a:lnTo>
                    <a:pt x="96" y="270"/>
                  </a:lnTo>
                  <a:lnTo>
                    <a:pt x="108" y="282"/>
                  </a:lnTo>
                  <a:lnTo>
                    <a:pt x="114" y="294"/>
                  </a:lnTo>
                  <a:lnTo>
                    <a:pt x="138" y="294"/>
                  </a:lnTo>
                  <a:lnTo>
                    <a:pt x="132" y="294"/>
                  </a:lnTo>
                  <a:lnTo>
                    <a:pt x="120" y="282"/>
                  </a:lnTo>
                  <a:lnTo>
                    <a:pt x="120" y="276"/>
                  </a:lnTo>
                  <a:lnTo>
                    <a:pt x="126" y="270"/>
                  </a:lnTo>
                  <a:lnTo>
                    <a:pt x="138" y="270"/>
                  </a:lnTo>
                  <a:lnTo>
                    <a:pt x="138" y="264"/>
                  </a:lnTo>
                  <a:lnTo>
                    <a:pt x="132" y="258"/>
                  </a:lnTo>
                  <a:lnTo>
                    <a:pt x="126" y="258"/>
                  </a:lnTo>
                  <a:lnTo>
                    <a:pt x="120" y="264"/>
                  </a:lnTo>
                  <a:lnTo>
                    <a:pt x="114" y="264"/>
                  </a:lnTo>
                  <a:lnTo>
                    <a:pt x="114" y="222"/>
                  </a:lnTo>
                  <a:lnTo>
                    <a:pt x="120" y="222"/>
                  </a:lnTo>
                  <a:lnTo>
                    <a:pt x="132" y="228"/>
                  </a:lnTo>
                  <a:lnTo>
                    <a:pt x="144" y="240"/>
                  </a:lnTo>
                  <a:lnTo>
                    <a:pt x="156" y="246"/>
                  </a:lnTo>
                  <a:lnTo>
                    <a:pt x="180" y="270"/>
                  </a:lnTo>
                  <a:lnTo>
                    <a:pt x="192" y="306"/>
                  </a:lnTo>
                  <a:lnTo>
                    <a:pt x="210" y="306"/>
                  </a:lnTo>
                  <a:lnTo>
                    <a:pt x="216" y="312"/>
                  </a:lnTo>
                  <a:lnTo>
                    <a:pt x="222" y="312"/>
                  </a:lnTo>
                  <a:lnTo>
                    <a:pt x="222" y="318"/>
                  </a:lnTo>
                  <a:lnTo>
                    <a:pt x="234" y="330"/>
                  </a:lnTo>
                  <a:lnTo>
                    <a:pt x="270" y="330"/>
                  </a:lnTo>
                  <a:lnTo>
                    <a:pt x="270" y="324"/>
                  </a:lnTo>
                  <a:lnTo>
                    <a:pt x="258" y="312"/>
                  </a:lnTo>
                  <a:lnTo>
                    <a:pt x="252" y="300"/>
                  </a:lnTo>
                  <a:lnTo>
                    <a:pt x="252" y="276"/>
                  </a:lnTo>
                  <a:lnTo>
                    <a:pt x="264" y="264"/>
                  </a:lnTo>
                  <a:lnTo>
                    <a:pt x="270" y="264"/>
                  </a:lnTo>
                  <a:lnTo>
                    <a:pt x="270" y="246"/>
                  </a:lnTo>
                  <a:lnTo>
                    <a:pt x="264" y="234"/>
                  </a:lnTo>
                  <a:lnTo>
                    <a:pt x="264" y="222"/>
                  </a:lnTo>
                  <a:lnTo>
                    <a:pt x="270" y="174"/>
                  </a:lnTo>
                  <a:lnTo>
                    <a:pt x="282" y="192"/>
                  </a:lnTo>
                  <a:lnTo>
                    <a:pt x="288" y="108"/>
                  </a:lnTo>
                  <a:lnTo>
                    <a:pt x="288" y="102"/>
                  </a:lnTo>
                  <a:lnTo>
                    <a:pt x="294" y="96"/>
                  </a:lnTo>
                  <a:lnTo>
                    <a:pt x="306" y="72"/>
                  </a:lnTo>
                  <a:lnTo>
                    <a:pt x="312" y="66"/>
                  </a:lnTo>
                  <a:lnTo>
                    <a:pt x="324" y="42"/>
                  </a:lnTo>
                  <a:lnTo>
                    <a:pt x="324" y="1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47" name="Newfoundland" descr="© INSCALE GmbH, 05.05.2010&#10;http://www.presentationload.com/">
              <a:extLst>
                <a:ext uri="{FF2B5EF4-FFF2-40B4-BE49-F238E27FC236}">
                  <a16:creationId xmlns:a16="http://schemas.microsoft.com/office/drawing/2014/main" id="{AD508123-DA7F-40F8-AFCD-1AC16D9B20B9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530040" y="1645632"/>
              <a:ext cx="140873" cy="125875"/>
            </a:xfrm>
            <a:custGeom>
              <a:avLst/>
              <a:gdLst>
                <a:gd name="T0" fmla="*/ 2147483647 w 426"/>
                <a:gd name="T1" fmla="*/ 2147483647 h 384"/>
                <a:gd name="T2" fmla="*/ 2147483647 w 426"/>
                <a:gd name="T3" fmla="*/ 2147483647 h 384"/>
                <a:gd name="T4" fmla="*/ 2147483647 w 426"/>
                <a:gd name="T5" fmla="*/ 0 h 384"/>
                <a:gd name="T6" fmla="*/ 2147483647 w 426"/>
                <a:gd name="T7" fmla="*/ 2147483647 h 384"/>
                <a:gd name="T8" fmla="*/ 2147483647 w 426"/>
                <a:gd name="T9" fmla="*/ 2147483647 h 384"/>
                <a:gd name="T10" fmla="*/ 2147483647 w 426"/>
                <a:gd name="T11" fmla="*/ 2147483647 h 384"/>
                <a:gd name="T12" fmla="*/ 2147483647 w 426"/>
                <a:gd name="T13" fmla="*/ 2147483647 h 384"/>
                <a:gd name="T14" fmla="*/ 2147483647 w 426"/>
                <a:gd name="T15" fmla="*/ 2147483647 h 384"/>
                <a:gd name="T16" fmla="*/ 2147483647 w 426"/>
                <a:gd name="T17" fmla="*/ 2147483647 h 384"/>
                <a:gd name="T18" fmla="*/ 2147483647 w 426"/>
                <a:gd name="T19" fmla="*/ 2147483647 h 384"/>
                <a:gd name="T20" fmla="*/ 2147483647 w 426"/>
                <a:gd name="T21" fmla="*/ 2147483647 h 384"/>
                <a:gd name="T22" fmla="*/ 2147483647 w 426"/>
                <a:gd name="T23" fmla="*/ 2147483647 h 384"/>
                <a:gd name="T24" fmla="*/ 2147483647 w 426"/>
                <a:gd name="T25" fmla="*/ 2147483647 h 384"/>
                <a:gd name="T26" fmla="*/ 2147483647 w 426"/>
                <a:gd name="T27" fmla="*/ 2147483647 h 384"/>
                <a:gd name="T28" fmla="*/ 2147483647 w 426"/>
                <a:gd name="T29" fmla="*/ 2147483647 h 384"/>
                <a:gd name="T30" fmla="*/ 2147483647 w 426"/>
                <a:gd name="T31" fmla="*/ 2147483647 h 384"/>
                <a:gd name="T32" fmla="*/ 2147483647 w 426"/>
                <a:gd name="T33" fmla="*/ 2147483647 h 384"/>
                <a:gd name="T34" fmla="*/ 2147483647 w 426"/>
                <a:gd name="T35" fmla="*/ 2147483647 h 384"/>
                <a:gd name="T36" fmla="*/ 2147483647 w 426"/>
                <a:gd name="T37" fmla="*/ 2147483647 h 384"/>
                <a:gd name="T38" fmla="*/ 2147483647 w 426"/>
                <a:gd name="T39" fmla="*/ 2147483647 h 384"/>
                <a:gd name="T40" fmla="*/ 2147483647 w 426"/>
                <a:gd name="T41" fmla="*/ 2147483647 h 384"/>
                <a:gd name="T42" fmla="*/ 2147483647 w 426"/>
                <a:gd name="T43" fmla="*/ 2147483647 h 384"/>
                <a:gd name="T44" fmla="*/ 2147483647 w 426"/>
                <a:gd name="T45" fmla="*/ 2147483647 h 384"/>
                <a:gd name="T46" fmla="*/ 2147483647 w 426"/>
                <a:gd name="T47" fmla="*/ 2147483647 h 384"/>
                <a:gd name="T48" fmla="*/ 2147483647 w 426"/>
                <a:gd name="T49" fmla="*/ 2147483647 h 384"/>
                <a:gd name="T50" fmla="*/ 2147483647 w 426"/>
                <a:gd name="T51" fmla="*/ 2147483647 h 384"/>
                <a:gd name="T52" fmla="*/ 2147483647 w 426"/>
                <a:gd name="T53" fmla="*/ 2147483647 h 384"/>
                <a:gd name="T54" fmla="*/ 2147483647 w 426"/>
                <a:gd name="T55" fmla="*/ 2147483647 h 384"/>
                <a:gd name="T56" fmla="*/ 2147483647 w 426"/>
                <a:gd name="T57" fmla="*/ 2147483647 h 384"/>
                <a:gd name="T58" fmla="*/ 2147483647 w 426"/>
                <a:gd name="T59" fmla="*/ 2147483647 h 384"/>
                <a:gd name="T60" fmla="*/ 2147483647 w 426"/>
                <a:gd name="T61" fmla="*/ 2147483647 h 384"/>
                <a:gd name="T62" fmla="*/ 2147483647 w 426"/>
                <a:gd name="T63" fmla="*/ 2147483647 h 384"/>
                <a:gd name="T64" fmla="*/ 2147483647 w 426"/>
                <a:gd name="T65" fmla="*/ 2147483647 h 384"/>
                <a:gd name="T66" fmla="*/ 2147483647 w 426"/>
                <a:gd name="T67" fmla="*/ 2147483647 h 384"/>
                <a:gd name="T68" fmla="*/ 2147483647 w 426"/>
                <a:gd name="T69" fmla="*/ 2147483647 h 384"/>
                <a:gd name="T70" fmla="*/ 2147483647 w 426"/>
                <a:gd name="T71" fmla="*/ 2147483647 h 384"/>
                <a:gd name="T72" fmla="*/ 2147483647 w 426"/>
                <a:gd name="T73" fmla="*/ 2147483647 h 384"/>
                <a:gd name="T74" fmla="*/ 2147483647 w 426"/>
                <a:gd name="T75" fmla="*/ 2147483647 h 384"/>
                <a:gd name="T76" fmla="*/ 2147483647 w 426"/>
                <a:gd name="T77" fmla="*/ 2147483647 h 384"/>
                <a:gd name="T78" fmla="*/ 2147483647 w 426"/>
                <a:gd name="T79" fmla="*/ 2147483647 h 384"/>
                <a:gd name="T80" fmla="*/ 2147483647 w 426"/>
                <a:gd name="T81" fmla="*/ 2147483647 h 384"/>
                <a:gd name="T82" fmla="*/ 2147483647 w 426"/>
                <a:gd name="T83" fmla="*/ 2147483647 h 38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26"/>
                <a:gd name="T127" fmla="*/ 0 h 384"/>
                <a:gd name="T128" fmla="*/ 426 w 426"/>
                <a:gd name="T129" fmla="*/ 384 h 38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26" h="384">
                  <a:moveTo>
                    <a:pt x="258" y="18"/>
                  </a:moveTo>
                  <a:lnTo>
                    <a:pt x="270" y="12"/>
                  </a:lnTo>
                  <a:lnTo>
                    <a:pt x="276" y="12"/>
                  </a:lnTo>
                  <a:lnTo>
                    <a:pt x="294" y="6"/>
                  </a:lnTo>
                  <a:lnTo>
                    <a:pt x="306" y="0"/>
                  </a:lnTo>
                  <a:lnTo>
                    <a:pt x="330" y="0"/>
                  </a:lnTo>
                  <a:lnTo>
                    <a:pt x="342" y="6"/>
                  </a:lnTo>
                  <a:lnTo>
                    <a:pt x="342" y="18"/>
                  </a:lnTo>
                  <a:lnTo>
                    <a:pt x="336" y="24"/>
                  </a:lnTo>
                  <a:lnTo>
                    <a:pt x="312" y="42"/>
                  </a:lnTo>
                  <a:lnTo>
                    <a:pt x="312" y="48"/>
                  </a:lnTo>
                  <a:lnTo>
                    <a:pt x="306" y="54"/>
                  </a:lnTo>
                  <a:lnTo>
                    <a:pt x="300" y="72"/>
                  </a:lnTo>
                  <a:lnTo>
                    <a:pt x="276" y="96"/>
                  </a:lnTo>
                  <a:lnTo>
                    <a:pt x="258" y="102"/>
                  </a:lnTo>
                  <a:lnTo>
                    <a:pt x="246" y="102"/>
                  </a:lnTo>
                  <a:lnTo>
                    <a:pt x="210" y="150"/>
                  </a:lnTo>
                  <a:lnTo>
                    <a:pt x="210" y="174"/>
                  </a:lnTo>
                  <a:lnTo>
                    <a:pt x="234" y="156"/>
                  </a:lnTo>
                  <a:lnTo>
                    <a:pt x="264" y="108"/>
                  </a:lnTo>
                  <a:lnTo>
                    <a:pt x="282" y="126"/>
                  </a:lnTo>
                  <a:lnTo>
                    <a:pt x="306" y="138"/>
                  </a:lnTo>
                  <a:lnTo>
                    <a:pt x="294" y="168"/>
                  </a:lnTo>
                  <a:lnTo>
                    <a:pt x="324" y="168"/>
                  </a:lnTo>
                  <a:lnTo>
                    <a:pt x="330" y="192"/>
                  </a:lnTo>
                  <a:lnTo>
                    <a:pt x="384" y="162"/>
                  </a:lnTo>
                  <a:lnTo>
                    <a:pt x="402" y="174"/>
                  </a:lnTo>
                  <a:lnTo>
                    <a:pt x="396" y="180"/>
                  </a:lnTo>
                  <a:lnTo>
                    <a:pt x="390" y="192"/>
                  </a:lnTo>
                  <a:lnTo>
                    <a:pt x="378" y="204"/>
                  </a:lnTo>
                  <a:lnTo>
                    <a:pt x="372" y="204"/>
                  </a:lnTo>
                  <a:lnTo>
                    <a:pt x="384" y="204"/>
                  </a:lnTo>
                  <a:lnTo>
                    <a:pt x="396" y="210"/>
                  </a:lnTo>
                  <a:lnTo>
                    <a:pt x="408" y="210"/>
                  </a:lnTo>
                  <a:lnTo>
                    <a:pt x="408" y="216"/>
                  </a:lnTo>
                  <a:lnTo>
                    <a:pt x="396" y="240"/>
                  </a:lnTo>
                  <a:lnTo>
                    <a:pt x="384" y="252"/>
                  </a:lnTo>
                  <a:lnTo>
                    <a:pt x="378" y="264"/>
                  </a:lnTo>
                  <a:lnTo>
                    <a:pt x="366" y="276"/>
                  </a:lnTo>
                  <a:lnTo>
                    <a:pt x="360" y="288"/>
                  </a:lnTo>
                  <a:lnTo>
                    <a:pt x="354" y="294"/>
                  </a:lnTo>
                  <a:lnTo>
                    <a:pt x="390" y="294"/>
                  </a:lnTo>
                  <a:lnTo>
                    <a:pt x="354" y="312"/>
                  </a:lnTo>
                  <a:lnTo>
                    <a:pt x="384" y="312"/>
                  </a:lnTo>
                  <a:lnTo>
                    <a:pt x="420" y="300"/>
                  </a:lnTo>
                  <a:lnTo>
                    <a:pt x="426" y="324"/>
                  </a:lnTo>
                  <a:lnTo>
                    <a:pt x="360" y="384"/>
                  </a:lnTo>
                  <a:lnTo>
                    <a:pt x="318" y="378"/>
                  </a:lnTo>
                  <a:lnTo>
                    <a:pt x="336" y="354"/>
                  </a:lnTo>
                  <a:lnTo>
                    <a:pt x="306" y="360"/>
                  </a:lnTo>
                  <a:lnTo>
                    <a:pt x="300" y="348"/>
                  </a:lnTo>
                  <a:lnTo>
                    <a:pt x="228" y="360"/>
                  </a:lnTo>
                  <a:lnTo>
                    <a:pt x="192" y="354"/>
                  </a:lnTo>
                  <a:lnTo>
                    <a:pt x="186" y="348"/>
                  </a:lnTo>
                  <a:lnTo>
                    <a:pt x="228" y="336"/>
                  </a:lnTo>
                  <a:lnTo>
                    <a:pt x="234" y="330"/>
                  </a:lnTo>
                  <a:lnTo>
                    <a:pt x="234" y="324"/>
                  </a:lnTo>
                  <a:lnTo>
                    <a:pt x="228" y="324"/>
                  </a:lnTo>
                  <a:lnTo>
                    <a:pt x="222" y="318"/>
                  </a:lnTo>
                  <a:lnTo>
                    <a:pt x="198" y="318"/>
                  </a:lnTo>
                  <a:lnTo>
                    <a:pt x="162" y="312"/>
                  </a:lnTo>
                  <a:lnTo>
                    <a:pt x="126" y="300"/>
                  </a:lnTo>
                  <a:lnTo>
                    <a:pt x="96" y="294"/>
                  </a:lnTo>
                  <a:lnTo>
                    <a:pt x="78" y="294"/>
                  </a:lnTo>
                  <a:lnTo>
                    <a:pt x="72" y="300"/>
                  </a:lnTo>
                  <a:lnTo>
                    <a:pt x="48" y="300"/>
                  </a:lnTo>
                  <a:lnTo>
                    <a:pt x="36" y="306"/>
                  </a:lnTo>
                  <a:lnTo>
                    <a:pt x="24" y="306"/>
                  </a:lnTo>
                  <a:lnTo>
                    <a:pt x="12" y="300"/>
                  </a:lnTo>
                  <a:lnTo>
                    <a:pt x="6" y="294"/>
                  </a:lnTo>
                  <a:lnTo>
                    <a:pt x="18" y="282"/>
                  </a:lnTo>
                  <a:lnTo>
                    <a:pt x="24" y="282"/>
                  </a:lnTo>
                  <a:lnTo>
                    <a:pt x="30" y="276"/>
                  </a:lnTo>
                  <a:lnTo>
                    <a:pt x="42" y="276"/>
                  </a:lnTo>
                  <a:lnTo>
                    <a:pt x="30" y="276"/>
                  </a:lnTo>
                  <a:lnTo>
                    <a:pt x="12" y="270"/>
                  </a:lnTo>
                  <a:lnTo>
                    <a:pt x="0" y="258"/>
                  </a:lnTo>
                  <a:lnTo>
                    <a:pt x="6" y="252"/>
                  </a:lnTo>
                  <a:lnTo>
                    <a:pt x="18" y="252"/>
                  </a:lnTo>
                  <a:lnTo>
                    <a:pt x="54" y="234"/>
                  </a:lnTo>
                  <a:lnTo>
                    <a:pt x="60" y="228"/>
                  </a:lnTo>
                  <a:lnTo>
                    <a:pt x="66" y="228"/>
                  </a:lnTo>
                  <a:lnTo>
                    <a:pt x="204" y="90"/>
                  </a:lnTo>
                  <a:lnTo>
                    <a:pt x="258" y="1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48" name="New Zealand" descr="© INSCALE GmbH, 05.05.2010&#10;http://www.presentationload.com/">
              <a:extLst>
                <a:ext uri="{FF2B5EF4-FFF2-40B4-BE49-F238E27FC236}">
                  <a16:creationId xmlns:a16="http://schemas.microsoft.com/office/drawing/2014/main" id="{27FA1271-6F8B-4BCE-84FF-89B471B3BD74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7242194" y="3910104"/>
              <a:ext cx="420034" cy="322395"/>
            </a:xfrm>
            <a:custGeom>
              <a:avLst/>
              <a:gdLst>
                <a:gd name="T0" fmla="*/ 2147483647 w 1272"/>
                <a:gd name="T1" fmla="*/ 2147483647 h 984"/>
                <a:gd name="T2" fmla="*/ 2147483647 w 1272"/>
                <a:gd name="T3" fmla="*/ 2147483647 h 984"/>
                <a:gd name="T4" fmla="*/ 2147483647 w 1272"/>
                <a:gd name="T5" fmla="*/ 2147483647 h 984"/>
                <a:gd name="T6" fmla="*/ 2147483647 w 1272"/>
                <a:gd name="T7" fmla="*/ 2147483647 h 984"/>
                <a:gd name="T8" fmla="*/ 2147483647 w 1272"/>
                <a:gd name="T9" fmla="*/ 2147483647 h 984"/>
                <a:gd name="T10" fmla="*/ 2147483647 w 1272"/>
                <a:gd name="T11" fmla="*/ 2147483647 h 984"/>
                <a:gd name="T12" fmla="*/ 2147483647 w 1272"/>
                <a:gd name="T13" fmla="*/ 2147483647 h 984"/>
                <a:gd name="T14" fmla="*/ 2147483647 w 1272"/>
                <a:gd name="T15" fmla="*/ 2147483647 h 984"/>
                <a:gd name="T16" fmla="*/ 2147483647 w 1272"/>
                <a:gd name="T17" fmla="*/ 2147483647 h 984"/>
                <a:gd name="T18" fmla="*/ 2147483647 w 1272"/>
                <a:gd name="T19" fmla="*/ 2147483647 h 984"/>
                <a:gd name="T20" fmla="*/ 2147483647 w 1272"/>
                <a:gd name="T21" fmla="*/ 2147483647 h 984"/>
                <a:gd name="T22" fmla="*/ 2147483647 w 1272"/>
                <a:gd name="T23" fmla="*/ 2147483647 h 984"/>
                <a:gd name="T24" fmla="*/ 2147483647 w 1272"/>
                <a:gd name="T25" fmla="*/ 2147483647 h 984"/>
                <a:gd name="T26" fmla="*/ 2147483647 w 1272"/>
                <a:gd name="T27" fmla="*/ 2147483647 h 984"/>
                <a:gd name="T28" fmla="*/ 2147483647 w 1272"/>
                <a:gd name="T29" fmla="*/ 2147483647 h 984"/>
                <a:gd name="T30" fmla="*/ 2147483647 w 1272"/>
                <a:gd name="T31" fmla="*/ 2147483647 h 984"/>
                <a:gd name="T32" fmla="*/ 2147483647 w 1272"/>
                <a:gd name="T33" fmla="*/ 2147483647 h 984"/>
                <a:gd name="T34" fmla="*/ 2147483647 w 1272"/>
                <a:gd name="T35" fmla="*/ 2147483647 h 984"/>
                <a:gd name="T36" fmla="*/ 2147483647 w 1272"/>
                <a:gd name="T37" fmla="*/ 2147483647 h 984"/>
                <a:gd name="T38" fmla="*/ 2147483647 w 1272"/>
                <a:gd name="T39" fmla="*/ 2147483647 h 984"/>
                <a:gd name="T40" fmla="*/ 2147483647 w 1272"/>
                <a:gd name="T41" fmla="*/ 2147483647 h 984"/>
                <a:gd name="T42" fmla="*/ 2147483647 w 1272"/>
                <a:gd name="T43" fmla="*/ 2147483647 h 984"/>
                <a:gd name="T44" fmla="*/ 2147483647 w 1272"/>
                <a:gd name="T45" fmla="*/ 2147483647 h 984"/>
                <a:gd name="T46" fmla="*/ 2147483647 w 1272"/>
                <a:gd name="T47" fmla="*/ 2147483647 h 984"/>
                <a:gd name="T48" fmla="*/ 2147483647 w 1272"/>
                <a:gd name="T49" fmla="*/ 2147483647 h 984"/>
                <a:gd name="T50" fmla="*/ 2147483647 w 1272"/>
                <a:gd name="T51" fmla="*/ 2147483647 h 984"/>
                <a:gd name="T52" fmla="*/ 2147483647 w 1272"/>
                <a:gd name="T53" fmla="*/ 2147483647 h 984"/>
                <a:gd name="T54" fmla="*/ 2147483647 w 1272"/>
                <a:gd name="T55" fmla="*/ 2147483647 h 984"/>
                <a:gd name="T56" fmla="*/ 2147483647 w 1272"/>
                <a:gd name="T57" fmla="*/ 2147483647 h 984"/>
                <a:gd name="T58" fmla="*/ 2147483647 w 1272"/>
                <a:gd name="T59" fmla="*/ 2147483647 h 984"/>
                <a:gd name="T60" fmla="*/ 2147483647 w 1272"/>
                <a:gd name="T61" fmla="*/ 2147483647 h 984"/>
                <a:gd name="T62" fmla="*/ 2147483647 w 1272"/>
                <a:gd name="T63" fmla="*/ 2147483647 h 984"/>
                <a:gd name="T64" fmla="*/ 2147483647 w 1272"/>
                <a:gd name="T65" fmla="*/ 2147483647 h 984"/>
                <a:gd name="T66" fmla="*/ 2147483647 w 1272"/>
                <a:gd name="T67" fmla="*/ 2147483647 h 984"/>
                <a:gd name="T68" fmla="*/ 2147483647 w 1272"/>
                <a:gd name="T69" fmla="*/ 2147483647 h 984"/>
                <a:gd name="T70" fmla="*/ 2147483647 w 1272"/>
                <a:gd name="T71" fmla="*/ 2147483647 h 984"/>
                <a:gd name="T72" fmla="*/ 2147483647 w 1272"/>
                <a:gd name="T73" fmla="*/ 2147483647 h 984"/>
                <a:gd name="T74" fmla="*/ 2147483647 w 1272"/>
                <a:gd name="T75" fmla="*/ 2147483647 h 984"/>
                <a:gd name="T76" fmla="*/ 2147483647 w 1272"/>
                <a:gd name="T77" fmla="*/ 2147483647 h 984"/>
                <a:gd name="T78" fmla="*/ 2147483647 w 1272"/>
                <a:gd name="T79" fmla="*/ 2147483647 h 984"/>
                <a:gd name="T80" fmla="*/ 2147483647 w 1272"/>
                <a:gd name="T81" fmla="*/ 2147483647 h 984"/>
                <a:gd name="T82" fmla="*/ 2147483647 w 1272"/>
                <a:gd name="T83" fmla="*/ 2147483647 h 984"/>
                <a:gd name="T84" fmla="*/ 2147483647 w 1272"/>
                <a:gd name="T85" fmla="*/ 2147483647 h 984"/>
                <a:gd name="T86" fmla="*/ 2147483647 w 1272"/>
                <a:gd name="T87" fmla="*/ 2147483647 h 984"/>
                <a:gd name="T88" fmla="*/ 2147483647 w 1272"/>
                <a:gd name="T89" fmla="*/ 2147483647 h 984"/>
                <a:gd name="T90" fmla="*/ 2147483647 w 1272"/>
                <a:gd name="T91" fmla="*/ 2147483647 h 984"/>
                <a:gd name="T92" fmla="*/ 2147483647 w 1272"/>
                <a:gd name="T93" fmla="*/ 2147483647 h 984"/>
                <a:gd name="T94" fmla="*/ 2147483647 w 1272"/>
                <a:gd name="T95" fmla="*/ 2147483647 h 984"/>
                <a:gd name="T96" fmla="*/ 2147483647 w 1272"/>
                <a:gd name="T97" fmla="*/ 2147483647 h 984"/>
                <a:gd name="T98" fmla="*/ 2147483647 w 1272"/>
                <a:gd name="T99" fmla="*/ 2147483647 h 984"/>
                <a:gd name="T100" fmla="*/ 2147483647 w 1272"/>
                <a:gd name="T101" fmla="*/ 2147483647 h 984"/>
                <a:gd name="T102" fmla="*/ 2147483647 w 1272"/>
                <a:gd name="T103" fmla="*/ 2147483647 h 984"/>
                <a:gd name="T104" fmla="*/ 2147483647 w 1272"/>
                <a:gd name="T105" fmla="*/ 2147483647 h 984"/>
                <a:gd name="T106" fmla="*/ 2147483647 w 1272"/>
                <a:gd name="T107" fmla="*/ 2147483647 h 984"/>
                <a:gd name="T108" fmla="*/ 2147483647 w 1272"/>
                <a:gd name="T109" fmla="*/ 2147483647 h 984"/>
                <a:gd name="T110" fmla="*/ 2147483647 w 1272"/>
                <a:gd name="T111" fmla="*/ 2147483647 h 984"/>
                <a:gd name="T112" fmla="*/ 2147483647 w 1272"/>
                <a:gd name="T113" fmla="*/ 2147483647 h 984"/>
                <a:gd name="T114" fmla="*/ 2147483647 w 1272"/>
                <a:gd name="T115" fmla="*/ 2147483647 h 984"/>
                <a:gd name="T116" fmla="*/ 2147483647 w 1272"/>
                <a:gd name="T117" fmla="*/ 2147483647 h 984"/>
                <a:gd name="T118" fmla="*/ 2147483647 w 1272"/>
                <a:gd name="T119" fmla="*/ 2147483647 h 984"/>
                <a:gd name="T120" fmla="*/ 2147483647 w 1272"/>
                <a:gd name="T121" fmla="*/ 2147483647 h 98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72"/>
                <a:gd name="T184" fmla="*/ 0 h 984"/>
                <a:gd name="T185" fmla="*/ 1272 w 1272"/>
                <a:gd name="T186" fmla="*/ 984 h 98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72" h="984">
                  <a:moveTo>
                    <a:pt x="750" y="564"/>
                  </a:moveTo>
                  <a:lnTo>
                    <a:pt x="738" y="564"/>
                  </a:lnTo>
                  <a:lnTo>
                    <a:pt x="744" y="528"/>
                  </a:lnTo>
                  <a:lnTo>
                    <a:pt x="720" y="546"/>
                  </a:lnTo>
                  <a:lnTo>
                    <a:pt x="726" y="540"/>
                  </a:lnTo>
                  <a:lnTo>
                    <a:pt x="726" y="504"/>
                  </a:lnTo>
                  <a:lnTo>
                    <a:pt x="708" y="504"/>
                  </a:lnTo>
                  <a:lnTo>
                    <a:pt x="702" y="510"/>
                  </a:lnTo>
                  <a:lnTo>
                    <a:pt x="696" y="522"/>
                  </a:lnTo>
                  <a:lnTo>
                    <a:pt x="690" y="528"/>
                  </a:lnTo>
                  <a:lnTo>
                    <a:pt x="672" y="540"/>
                  </a:lnTo>
                  <a:lnTo>
                    <a:pt x="660" y="546"/>
                  </a:lnTo>
                  <a:lnTo>
                    <a:pt x="654" y="558"/>
                  </a:lnTo>
                  <a:lnTo>
                    <a:pt x="642" y="570"/>
                  </a:lnTo>
                  <a:lnTo>
                    <a:pt x="630" y="576"/>
                  </a:lnTo>
                  <a:lnTo>
                    <a:pt x="618" y="588"/>
                  </a:lnTo>
                  <a:lnTo>
                    <a:pt x="606" y="588"/>
                  </a:lnTo>
                  <a:lnTo>
                    <a:pt x="588" y="600"/>
                  </a:lnTo>
                  <a:lnTo>
                    <a:pt x="576" y="606"/>
                  </a:lnTo>
                  <a:lnTo>
                    <a:pt x="546" y="636"/>
                  </a:lnTo>
                  <a:lnTo>
                    <a:pt x="540" y="648"/>
                  </a:lnTo>
                  <a:lnTo>
                    <a:pt x="534" y="648"/>
                  </a:lnTo>
                  <a:lnTo>
                    <a:pt x="528" y="654"/>
                  </a:lnTo>
                  <a:lnTo>
                    <a:pt x="510" y="660"/>
                  </a:lnTo>
                  <a:lnTo>
                    <a:pt x="498" y="666"/>
                  </a:lnTo>
                  <a:lnTo>
                    <a:pt x="462" y="678"/>
                  </a:lnTo>
                  <a:lnTo>
                    <a:pt x="438" y="690"/>
                  </a:lnTo>
                  <a:lnTo>
                    <a:pt x="426" y="702"/>
                  </a:lnTo>
                  <a:lnTo>
                    <a:pt x="414" y="708"/>
                  </a:lnTo>
                  <a:lnTo>
                    <a:pt x="408" y="720"/>
                  </a:lnTo>
                  <a:lnTo>
                    <a:pt x="396" y="726"/>
                  </a:lnTo>
                  <a:lnTo>
                    <a:pt x="378" y="726"/>
                  </a:lnTo>
                  <a:lnTo>
                    <a:pt x="366" y="732"/>
                  </a:lnTo>
                  <a:lnTo>
                    <a:pt x="312" y="750"/>
                  </a:lnTo>
                  <a:lnTo>
                    <a:pt x="288" y="762"/>
                  </a:lnTo>
                  <a:lnTo>
                    <a:pt x="270" y="774"/>
                  </a:lnTo>
                  <a:lnTo>
                    <a:pt x="246" y="786"/>
                  </a:lnTo>
                  <a:lnTo>
                    <a:pt x="222" y="792"/>
                  </a:lnTo>
                  <a:lnTo>
                    <a:pt x="198" y="804"/>
                  </a:lnTo>
                  <a:lnTo>
                    <a:pt x="180" y="810"/>
                  </a:lnTo>
                  <a:lnTo>
                    <a:pt x="174" y="816"/>
                  </a:lnTo>
                  <a:lnTo>
                    <a:pt x="168" y="828"/>
                  </a:lnTo>
                  <a:lnTo>
                    <a:pt x="168" y="846"/>
                  </a:lnTo>
                  <a:lnTo>
                    <a:pt x="156" y="834"/>
                  </a:lnTo>
                  <a:lnTo>
                    <a:pt x="150" y="834"/>
                  </a:lnTo>
                  <a:lnTo>
                    <a:pt x="144" y="840"/>
                  </a:lnTo>
                  <a:lnTo>
                    <a:pt x="120" y="852"/>
                  </a:lnTo>
                  <a:lnTo>
                    <a:pt x="108" y="864"/>
                  </a:lnTo>
                  <a:lnTo>
                    <a:pt x="72" y="882"/>
                  </a:lnTo>
                  <a:lnTo>
                    <a:pt x="66" y="882"/>
                  </a:lnTo>
                  <a:lnTo>
                    <a:pt x="54" y="888"/>
                  </a:lnTo>
                  <a:lnTo>
                    <a:pt x="36" y="888"/>
                  </a:lnTo>
                  <a:lnTo>
                    <a:pt x="18" y="894"/>
                  </a:lnTo>
                  <a:lnTo>
                    <a:pt x="12" y="906"/>
                  </a:lnTo>
                  <a:lnTo>
                    <a:pt x="0" y="912"/>
                  </a:lnTo>
                  <a:lnTo>
                    <a:pt x="18" y="912"/>
                  </a:lnTo>
                  <a:lnTo>
                    <a:pt x="24" y="918"/>
                  </a:lnTo>
                  <a:lnTo>
                    <a:pt x="30" y="918"/>
                  </a:lnTo>
                  <a:lnTo>
                    <a:pt x="24" y="924"/>
                  </a:lnTo>
                  <a:lnTo>
                    <a:pt x="24" y="942"/>
                  </a:lnTo>
                  <a:lnTo>
                    <a:pt x="30" y="948"/>
                  </a:lnTo>
                  <a:lnTo>
                    <a:pt x="42" y="948"/>
                  </a:lnTo>
                  <a:lnTo>
                    <a:pt x="54" y="942"/>
                  </a:lnTo>
                  <a:lnTo>
                    <a:pt x="60" y="936"/>
                  </a:lnTo>
                  <a:lnTo>
                    <a:pt x="72" y="948"/>
                  </a:lnTo>
                  <a:lnTo>
                    <a:pt x="96" y="948"/>
                  </a:lnTo>
                  <a:lnTo>
                    <a:pt x="102" y="954"/>
                  </a:lnTo>
                  <a:lnTo>
                    <a:pt x="132" y="954"/>
                  </a:lnTo>
                  <a:lnTo>
                    <a:pt x="150" y="972"/>
                  </a:lnTo>
                  <a:lnTo>
                    <a:pt x="180" y="966"/>
                  </a:lnTo>
                  <a:lnTo>
                    <a:pt x="192" y="972"/>
                  </a:lnTo>
                  <a:lnTo>
                    <a:pt x="198" y="978"/>
                  </a:lnTo>
                  <a:lnTo>
                    <a:pt x="216" y="984"/>
                  </a:lnTo>
                  <a:lnTo>
                    <a:pt x="228" y="984"/>
                  </a:lnTo>
                  <a:lnTo>
                    <a:pt x="252" y="972"/>
                  </a:lnTo>
                  <a:lnTo>
                    <a:pt x="264" y="948"/>
                  </a:lnTo>
                  <a:lnTo>
                    <a:pt x="288" y="936"/>
                  </a:lnTo>
                  <a:lnTo>
                    <a:pt x="312" y="936"/>
                  </a:lnTo>
                  <a:lnTo>
                    <a:pt x="336" y="924"/>
                  </a:lnTo>
                  <a:lnTo>
                    <a:pt x="342" y="912"/>
                  </a:lnTo>
                  <a:lnTo>
                    <a:pt x="342" y="894"/>
                  </a:lnTo>
                  <a:lnTo>
                    <a:pt x="348" y="882"/>
                  </a:lnTo>
                  <a:lnTo>
                    <a:pt x="372" y="870"/>
                  </a:lnTo>
                  <a:lnTo>
                    <a:pt x="396" y="870"/>
                  </a:lnTo>
                  <a:lnTo>
                    <a:pt x="408" y="858"/>
                  </a:lnTo>
                  <a:lnTo>
                    <a:pt x="408" y="846"/>
                  </a:lnTo>
                  <a:lnTo>
                    <a:pt x="402" y="840"/>
                  </a:lnTo>
                  <a:lnTo>
                    <a:pt x="420" y="840"/>
                  </a:lnTo>
                  <a:lnTo>
                    <a:pt x="480" y="792"/>
                  </a:lnTo>
                  <a:lnTo>
                    <a:pt x="462" y="774"/>
                  </a:lnTo>
                  <a:lnTo>
                    <a:pt x="504" y="792"/>
                  </a:lnTo>
                  <a:lnTo>
                    <a:pt x="504" y="774"/>
                  </a:lnTo>
                  <a:lnTo>
                    <a:pt x="510" y="768"/>
                  </a:lnTo>
                  <a:lnTo>
                    <a:pt x="540" y="768"/>
                  </a:lnTo>
                  <a:lnTo>
                    <a:pt x="546" y="774"/>
                  </a:lnTo>
                  <a:lnTo>
                    <a:pt x="558" y="780"/>
                  </a:lnTo>
                  <a:lnTo>
                    <a:pt x="570" y="780"/>
                  </a:lnTo>
                  <a:lnTo>
                    <a:pt x="576" y="774"/>
                  </a:lnTo>
                  <a:lnTo>
                    <a:pt x="576" y="768"/>
                  </a:lnTo>
                  <a:lnTo>
                    <a:pt x="582" y="762"/>
                  </a:lnTo>
                  <a:lnTo>
                    <a:pt x="582" y="756"/>
                  </a:lnTo>
                  <a:lnTo>
                    <a:pt x="570" y="744"/>
                  </a:lnTo>
                  <a:lnTo>
                    <a:pt x="612" y="702"/>
                  </a:lnTo>
                  <a:lnTo>
                    <a:pt x="618" y="702"/>
                  </a:lnTo>
                  <a:lnTo>
                    <a:pt x="624" y="696"/>
                  </a:lnTo>
                  <a:lnTo>
                    <a:pt x="660" y="678"/>
                  </a:lnTo>
                  <a:lnTo>
                    <a:pt x="666" y="666"/>
                  </a:lnTo>
                  <a:lnTo>
                    <a:pt x="672" y="660"/>
                  </a:lnTo>
                  <a:lnTo>
                    <a:pt x="672" y="654"/>
                  </a:lnTo>
                  <a:lnTo>
                    <a:pt x="696" y="654"/>
                  </a:lnTo>
                  <a:lnTo>
                    <a:pt x="708" y="648"/>
                  </a:lnTo>
                  <a:lnTo>
                    <a:pt x="738" y="618"/>
                  </a:lnTo>
                  <a:lnTo>
                    <a:pt x="738" y="612"/>
                  </a:lnTo>
                  <a:lnTo>
                    <a:pt x="744" y="612"/>
                  </a:lnTo>
                  <a:lnTo>
                    <a:pt x="750" y="606"/>
                  </a:lnTo>
                  <a:lnTo>
                    <a:pt x="768" y="594"/>
                  </a:lnTo>
                  <a:lnTo>
                    <a:pt x="780" y="582"/>
                  </a:lnTo>
                  <a:lnTo>
                    <a:pt x="786" y="570"/>
                  </a:lnTo>
                  <a:lnTo>
                    <a:pt x="786" y="546"/>
                  </a:lnTo>
                  <a:lnTo>
                    <a:pt x="780" y="540"/>
                  </a:lnTo>
                  <a:lnTo>
                    <a:pt x="780" y="534"/>
                  </a:lnTo>
                  <a:lnTo>
                    <a:pt x="750" y="564"/>
                  </a:lnTo>
                  <a:close/>
                  <a:moveTo>
                    <a:pt x="1224" y="324"/>
                  </a:moveTo>
                  <a:lnTo>
                    <a:pt x="1236" y="318"/>
                  </a:lnTo>
                  <a:lnTo>
                    <a:pt x="1242" y="318"/>
                  </a:lnTo>
                  <a:lnTo>
                    <a:pt x="1266" y="306"/>
                  </a:lnTo>
                  <a:lnTo>
                    <a:pt x="1272" y="300"/>
                  </a:lnTo>
                  <a:lnTo>
                    <a:pt x="1272" y="282"/>
                  </a:lnTo>
                  <a:lnTo>
                    <a:pt x="1266" y="270"/>
                  </a:lnTo>
                  <a:lnTo>
                    <a:pt x="1260" y="264"/>
                  </a:lnTo>
                  <a:lnTo>
                    <a:pt x="1248" y="264"/>
                  </a:lnTo>
                  <a:lnTo>
                    <a:pt x="1236" y="276"/>
                  </a:lnTo>
                  <a:lnTo>
                    <a:pt x="1236" y="282"/>
                  </a:lnTo>
                  <a:lnTo>
                    <a:pt x="1224" y="282"/>
                  </a:lnTo>
                  <a:lnTo>
                    <a:pt x="1212" y="276"/>
                  </a:lnTo>
                  <a:lnTo>
                    <a:pt x="1200" y="276"/>
                  </a:lnTo>
                  <a:lnTo>
                    <a:pt x="1194" y="282"/>
                  </a:lnTo>
                  <a:lnTo>
                    <a:pt x="1176" y="288"/>
                  </a:lnTo>
                  <a:lnTo>
                    <a:pt x="1158" y="288"/>
                  </a:lnTo>
                  <a:lnTo>
                    <a:pt x="1146" y="276"/>
                  </a:lnTo>
                  <a:lnTo>
                    <a:pt x="1146" y="222"/>
                  </a:lnTo>
                  <a:lnTo>
                    <a:pt x="1170" y="180"/>
                  </a:lnTo>
                  <a:lnTo>
                    <a:pt x="1170" y="174"/>
                  </a:lnTo>
                  <a:lnTo>
                    <a:pt x="1164" y="162"/>
                  </a:lnTo>
                  <a:lnTo>
                    <a:pt x="1158" y="156"/>
                  </a:lnTo>
                  <a:lnTo>
                    <a:pt x="1146" y="156"/>
                  </a:lnTo>
                  <a:lnTo>
                    <a:pt x="1140" y="168"/>
                  </a:lnTo>
                  <a:lnTo>
                    <a:pt x="1134" y="174"/>
                  </a:lnTo>
                  <a:lnTo>
                    <a:pt x="1134" y="204"/>
                  </a:lnTo>
                  <a:lnTo>
                    <a:pt x="1128" y="216"/>
                  </a:lnTo>
                  <a:lnTo>
                    <a:pt x="1116" y="222"/>
                  </a:lnTo>
                  <a:lnTo>
                    <a:pt x="1116" y="192"/>
                  </a:lnTo>
                  <a:lnTo>
                    <a:pt x="1092" y="174"/>
                  </a:lnTo>
                  <a:lnTo>
                    <a:pt x="1104" y="150"/>
                  </a:lnTo>
                  <a:lnTo>
                    <a:pt x="1116" y="138"/>
                  </a:lnTo>
                  <a:lnTo>
                    <a:pt x="1122" y="126"/>
                  </a:lnTo>
                  <a:lnTo>
                    <a:pt x="1128" y="108"/>
                  </a:lnTo>
                  <a:lnTo>
                    <a:pt x="1128" y="84"/>
                  </a:lnTo>
                  <a:lnTo>
                    <a:pt x="1116" y="78"/>
                  </a:lnTo>
                  <a:lnTo>
                    <a:pt x="1110" y="72"/>
                  </a:lnTo>
                  <a:lnTo>
                    <a:pt x="1098" y="66"/>
                  </a:lnTo>
                  <a:lnTo>
                    <a:pt x="1092" y="60"/>
                  </a:lnTo>
                  <a:lnTo>
                    <a:pt x="1080" y="60"/>
                  </a:lnTo>
                  <a:lnTo>
                    <a:pt x="1086" y="42"/>
                  </a:lnTo>
                  <a:lnTo>
                    <a:pt x="1062" y="42"/>
                  </a:lnTo>
                  <a:lnTo>
                    <a:pt x="1044" y="18"/>
                  </a:lnTo>
                  <a:lnTo>
                    <a:pt x="1050" y="0"/>
                  </a:lnTo>
                  <a:lnTo>
                    <a:pt x="1020" y="18"/>
                  </a:lnTo>
                  <a:lnTo>
                    <a:pt x="1044" y="54"/>
                  </a:lnTo>
                  <a:lnTo>
                    <a:pt x="1032" y="90"/>
                  </a:lnTo>
                  <a:lnTo>
                    <a:pt x="1056" y="102"/>
                  </a:lnTo>
                  <a:lnTo>
                    <a:pt x="1044" y="108"/>
                  </a:lnTo>
                  <a:lnTo>
                    <a:pt x="1044" y="126"/>
                  </a:lnTo>
                  <a:lnTo>
                    <a:pt x="1068" y="132"/>
                  </a:lnTo>
                  <a:lnTo>
                    <a:pt x="1044" y="150"/>
                  </a:lnTo>
                  <a:lnTo>
                    <a:pt x="1062" y="156"/>
                  </a:lnTo>
                  <a:lnTo>
                    <a:pt x="1062" y="168"/>
                  </a:lnTo>
                  <a:lnTo>
                    <a:pt x="1056" y="174"/>
                  </a:lnTo>
                  <a:lnTo>
                    <a:pt x="1056" y="192"/>
                  </a:lnTo>
                  <a:lnTo>
                    <a:pt x="1068" y="198"/>
                  </a:lnTo>
                  <a:lnTo>
                    <a:pt x="1074" y="204"/>
                  </a:lnTo>
                  <a:lnTo>
                    <a:pt x="1056" y="210"/>
                  </a:lnTo>
                  <a:lnTo>
                    <a:pt x="1044" y="222"/>
                  </a:lnTo>
                  <a:lnTo>
                    <a:pt x="1062" y="234"/>
                  </a:lnTo>
                  <a:lnTo>
                    <a:pt x="1038" y="258"/>
                  </a:lnTo>
                  <a:lnTo>
                    <a:pt x="1032" y="270"/>
                  </a:lnTo>
                  <a:lnTo>
                    <a:pt x="1026" y="276"/>
                  </a:lnTo>
                  <a:lnTo>
                    <a:pt x="1026" y="288"/>
                  </a:lnTo>
                  <a:lnTo>
                    <a:pt x="1038" y="300"/>
                  </a:lnTo>
                  <a:lnTo>
                    <a:pt x="1026" y="300"/>
                  </a:lnTo>
                  <a:lnTo>
                    <a:pt x="1014" y="306"/>
                  </a:lnTo>
                  <a:lnTo>
                    <a:pt x="1002" y="306"/>
                  </a:lnTo>
                  <a:lnTo>
                    <a:pt x="978" y="318"/>
                  </a:lnTo>
                  <a:lnTo>
                    <a:pt x="948" y="348"/>
                  </a:lnTo>
                  <a:lnTo>
                    <a:pt x="930" y="360"/>
                  </a:lnTo>
                  <a:lnTo>
                    <a:pt x="894" y="372"/>
                  </a:lnTo>
                  <a:lnTo>
                    <a:pt x="870" y="384"/>
                  </a:lnTo>
                  <a:lnTo>
                    <a:pt x="858" y="396"/>
                  </a:lnTo>
                  <a:lnTo>
                    <a:pt x="858" y="432"/>
                  </a:lnTo>
                  <a:lnTo>
                    <a:pt x="864" y="444"/>
                  </a:lnTo>
                  <a:lnTo>
                    <a:pt x="870" y="450"/>
                  </a:lnTo>
                  <a:lnTo>
                    <a:pt x="870" y="456"/>
                  </a:lnTo>
                  <a:lnTo>
                    <a:pt x="924" y="456"/>
                  </a:lnTo>
                  <a:lnTo>
                    <a:pt x="924" y="474"/>
                  </a:lnTo>
                  <a:lnTo>
                    <a:pt x="918" y="486"/>
                  </a:lnTo>
                  <a:lnTo>
                    <a:pt x="918" y="522"/>
                  </a:lnTo>
                  <a:lnTo>
                    <a:pt x="894" y="534"/>
                  </a:lnTo>
                  <a:lnTo>
                    <a:pt x="882" y="534"/>
                  </a:lnTo>
                  <a:lnTo>
                    <a:pt x="864" y="540"/>
                  </a:lnTo>
                  <a:lnTo>
                    <a:pt x="852" y="546"/>
                  </a:lnTo>
                  <a:lnTo>
                    <a:pt x="852" y="558"/>
                  </a:lnTo>
                  <a:lnTo>
                    <a:pt x="840" y="570"/>
                  </a:lnTo>
                  <a:lnTo>
                    <a:pt x="852" y="576"/>
                  </a:lnTo>
                  <a:lnTo>
                    <a:pt x="858" y="582"/>
                  </a:lnTo>
                  <a:lnTo>
                    <a:pt x="876" y="588"/>
                  </a:lnTo>
                  <a:lnTo>
                    <a:pt x="888" y="588"/>
                  </a:lnTo>
                  <a:lnTo>
                    <a:pt x="912" y="576"/>
                  </a:lnTo>
                  <a:lnTo>
                    <a:pt x="924" y="558"/>
                  </a:lnTo>
                  <a:lnTo>
                    <a:pt x="972" y="510"/>
                  </a:lnTo>
                  <a:lnTo>
                    <a:pt x="996" y="498"/>
                  </a:lnTo>
                  <a:lnTo>
                    <a:pt x="1014" y="492"/>
                  </a:lnTo>
                  <a:lnTo>
                    <a:pt x="1026" y="486"/>
                  </a:lnTo>
                  <a:lnTo>
                    <a:pt x="1032" y="480"/>
                  </a:lnTo>
                  <a:lnTo>
                    <a:pt x="1038" y="480"/>
                  </a:lnTo>
                  <a:lnTo>
                    <a:pt x="1044" y="474"/>
                  </a:lnTo>
                  <a:lnTo>
                    <a:pt x="1050" y="462"/>
                  </a:lnTo>
                  <a:lnTo>
                    <a:pt x="1056" y="462"/>
                  </a:lnTo>
                  <a:lnTo>
                    <a:pt x="1062" y="456"/>
                  </a:lnTo>
                  <a:lnTo>
                    <a:pt x="1074" y="450"/>
                  </a:lnTo>
                  <a:lnTo>
                    <a:pt x="1080" y="444"/>
                  </a:lnTo>
                  <a:lnTo>
                    <a:pt x="1080" y="420"/>
                  </a:lnTo>
                  <a:lnTo>
                    <a:pt x="1074" y="414"/>
                  </a:lnTo>
                  <a:lnTo>
                    <a:pt x="1080" y="414"/>
                  </a:lnTo>
                  <a:lnTo>
                    <a:pt x="1086" y="408"/>
                  </a:lnTo>
                  <a:lnTo>
                    <a:pt x="1110" y="396"/>
                  </a:lnTo>
                  <a:lnTo>
                    <a:pt x="1140" y="396"/>
                  </a:lnTo>
                  <a:lnTo>
                    <a:pt x="1152" y="402"/>
                  </a:lnTo>
                  <a:lnTo>
                    <a:pt x="1164" y="402"/>
                  </a:lnTo>
                  <a:lnTo>
                    <a:pt x="1176" y="390"/>
                  </a:lnTo>
                  <a:lnTo>
                    <a:pt x="1176" y="360"/>
                  </a:lnTo>
                  <a:lnTo>
                    <a:pt x="1200" y="360"/>
                  </a:lnTo>
                  <a:lnTo>
                    <a:pt x="1212" y="354"/>
                  </a:lnTo>
                  <a:lnTo>
                    <a:pt x="1218" y="354"/>
                  </a:lnTo>
                  <a:lnTo>
                    <a:pt x="1224" y="348"/>
                  </a:lnTo>
                  <a:lnTo>
                    <a:pt x="1224" y="32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49" name="Netherlands" descr="© INSCALE GmbH, 05.05.2010&#10;http://www.presentationload.com/">
              <a:extLst>
                <a:ext uri="{FF2B5EF4-FFF2-40B4-BE49-F238E27FC236}">
                  <a16:creationId xmlns:a16="http://schemas.microsoft.com/office/drawing/2014/main" id="{080739E9-3927-4D22-92ED-A35425929072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825041" y="1595545"/>
              <a:ext cx="89177" cy="69360"/>
            </a:xfrm>
            <a:custGeom>
              <a:avLst/>
              <a:gdLst>
                <a:gd name="T0" fmla="*/ 0 w 270"/>
                <a:gd name="T1" fmla="*/ 2147483647 h 210"/>
                <a:gd name="T2" fmla="*/ 2147483647 w 270"/>
                <a:gd name="T3" fmla="*/ 2147483647 h 210"/>
                <a:gd name="T4" fmla="*/ 2147483647 w 270"/>
                <a:gd name="T5" fmla="*/ 2147483647 h 210"/>
                <a:gd name="T6" fmla="*/ 2147483647 w 270"/>
                <a:gd name="T7" fmla="*/ 2147483647 h 210"/>
                <a:gd name="T8" fmla="*/ 2147483647 w 270"/>
                <a:gd name="T9" fmla="*/ 2147483647 h 210"/>
                <a:gd name="T10" fmla="*/ 2147483647 w 270"/>
                <a:gd name="T11" fmla="*/ 2147483647 h 210"/>
                <a:gd name="T12" fmla="*/ 2147483647 w 270"/>
                <a:gd name="T13" fmla="*/ 2147483647 h 210"/>
                <a:gd name="T14" fmla="*/ 2147483647 w 270"/>
                <a:gd name="T15" fmla="*/ 2147483647 h 210"/>
                <a:gd name="T16" fmla="*/ 2147483647 w 270"/>
                <a:gd name="T17" fmla="*/ 2147483647 h 210"/>
                <a:gd name="T18" fmla="*/ 2147483647 w 270"/>
                <a:gd name="T19" fmla="*/ 2147483647 h 210"/>
                <a:gd name="T20" fmla="*/ 2147483647 w 270"/>
                <a:gd name="T21" fmla="*/ 2147483647 h 210"/>
                <a:gd name="T22" fmla="*/ 2147483647 w 270"/>
                <a:gd name="T23" fmla="*/ 2147483647 h 210"/>
                <a:gd name="T24" fmla="*/ 2147483647 w 270"/>
                <a:gd name="T25" fmla="*/ 2147483647 h 210"/>
                <a:gd name="T26" fmla="*/ 2147483647 w 270"/>
                <a:gd name="T27" fmla="*/ 2147483647 h 210"/>
                <a:gd name="T28" fmla="*/ 2147483647 w 270"/>
                <a:gd name="T29" fmla="*/ 2147483647 h 210"/>
                <a:gd name="T30" fmla="*/ 2147483647 w 270"/>
                <a:gd name="T31" fmla="*/ 2147483647 h 210"/>
                <a:gd name="T32" fmla="*/ 2147483647 w 270"/>
                <a:gd name="T33" fmla="*/ 2147483647 h 210"/>
                <a:gd name="T34" fmla="*/ 2147483647 w 270"/>
                <a:gd name="T35" fmla="*/ 2147483647 h 210"/>
                <a:gd name="T36" fmla="*/ 2147483647 w 270"/>
                <a:gd name="T37" fmla="*/ 2147483647 h 210"/>
                <a:gd name="T38" fmla="*/ 2147483647 w 270"/>
                <a:gd name="T39" fmla="*/ 2147483647 h 210"/>
                <a:gd name="T40" fmla="*/ 2147483647 w 270"/>
                <a:gd name="T41" fmla="*/ 2147483647 h 210"/>
                <a:gd name="T42" fmla="*/ 2147483647 w 270"/>
                <a:gd name="T43" fmla="*/ 2147483647 h 210"/>
                <a:gd name="T44" fmla="*/ 2147483647 w 270"/>
                <a:gd name="T45" fmla="*/ 2147483647 h 210"/>
                <a:gd name="T46" fmla="*/ 2147483647 w 270"/>
                <a:gd name="T47" fmla="*/ 2147483647 h 210"/>
                <a:gd name="T48" fmla="*/ 2147483647 w 270"/>
                <a:gd name="T49" fmla="*/ 2147483647 h 210"/>
                <a:gd name="T50" fmla="*/ 2147483647 w 270"/>
                <a:gd name="T51" fmla="*/ 2147483647 h 210"/>
                <a:gd name="T52" fmla="*/ 2147483647 w 270"/>
                <a:gd name="T53" fmla="*/ 2147483647 h 210"/>
                <a:gd name="T54" fmla="*/ 2147483647 w 270"/>
                <a:gd name="T55" fmla="*/ 2147483647 h 210"/>
                <a:gd name="T56" fmla="*/ 2147483647 w 270"/>
                <a:gd name="T57" fmla="*/ 2147483647 h 210"/>
                <a:gd name="T58" fmla="*/ 2147483647 w 270"/>
                <a:gd name="T59" fmla="*/ 0 h 210"/>
                <a:gd name="T60" fmla="*/ 2147483647 w 270"/>
                <a:gd name="T61" fmla="*/ 2147483647 h 210"/>
                <a:gd name="T62" fmla="*/ 2147483647 w 270"/>
                <a:gd name="T63" fmla="*/ 2147483647 h 210"/>
                <a:gd name="T64" fmla="*/ 2147483647 w 270"/>
                <a:gd name="T65" fmla="*/ 2147483647 h 210"/>
                <a:gd name="T66" fmla="*/ 2147483647 w 270"/>
                <a:gd name="T67" fmla="*/ 2147483647 h 210"/>
                <a:gd name="T68" fmla="*/ 2147483647 w 270"/>
                <a:gd name="T69" fmla="*/ 2147483647 h 210"/>
                <a:gd name="T70" fmla="*/ 2147483647 w 270"/>
                <a:gd name="T71" fmla="*/ 2147483647 h 210"/>
                <a:gd name="T72" fmla="*/ 2147483647 w 270"/>
                <a:gd name="T73" fmla="*/ 2147483647 h 210"/>
                <a:gd name="T74" fmla="*/ 2147483647 w 270"/>
                <a:gd name="T75" fmla="*/ 2147483647 h 210"/>
                <a:gd name="T76" fmla="*/ 2147483647 w 270"/>
                <a:gd name="T77" fmla="*/ 2147483647 h 210"/>
                <a:gd name="T78" fmla="*/ 2147483647 w 270"/>
                <a:gd name="T79" fmla="*/ 2147483647 h 210"/>
                <a:gd name="T80" fmla="*/ 2147483647 w 270"/>
                <a:gd name="T81" fmla="*/ 2147483647 h 210"/>
                <a:gd name="T82" fmla="*/ 2147483647 w 270"/>
                <a:gd name="T83" fmla="*/ 2147483647 h 210"/>
                <a:gd name="T84" fmla="*/ 2147483647 w 270"/>
                <a:gd name="T85" fmla="*/ 2147483647 h 210"/>
                <a:gd name="T86" fmla="*/ 2147483647 w 270"/>
                <a:gd name="T87" fmla="*/ 2147483647 h 210"/>
                <a:gd name="T88" fmla="*/ 2147483647 w 270"/>
                <a:gd name="T89" fmla="*/ 2147483647 h 21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70"/>
                <a:gd name="T136" fmla="*/ 0 h 210"/>
                <a:gd name="T137" fmla="*/ 270 w 270"/>
                <a:gd name="T138" fmla="*/ 210 h 21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70" h="210">
                  <a:moveTo>
                    <a:pt x="18" y="156"/>
                  </a:moveTo>
                  <a:lnTo>
                    <a:pt x="0" y="174"/>
                  </a:lnTo>
                  <a:lnTo>
                    <a:pt x="12" y="162"/>
                  </a:lnTo>
                  <a:lnTo>
                    <a:pt x="24" y="162"/>
                  </a:lnTo>
                  <a:lnTo>
                    <a:pt x="30" y="168"/>
                  </a:lnTo>
                  <a:lnTo>
                    <a:pt x="54" y="168"/>
                  </a:lnTo>
                  <a:lnTo>
                    <a:pt x="60" y="174"/>
                  </a:lnTo>
                  <a:lnTo>
                    <a:pt x="66" y="162"/>
                  </a:lnTo>
                  <a:lnTo>
                    <a:pt x="84" y="168"/>
                  </a:lnTo>
                  <a:lnTo>
                    <a:pt x="84" y="156"/>
                  </a:lnTo>
                  <a:lnTo>
                    <a:pt x="96" y="162"/>
                  </a:lnTo>
                  <a:lnTo>
                    <a:pt x="96" y="156"/>
                  </a:lnTo>
                  <a:lnTo>
                    <a:pt x="132" y="156"/>
                  </a:lnTo>
                  <a:lnTo>
                    <a:pt x="132" y="168"/>
                  </a:lnTo>
                  <a:lnTo>
                    <a:pt x="138" y="174"/>
                  </a:lnTo>
                  <a:lnTo>
                    <a:pt x="150" y="174"/>
                  </a:lnTo>
                  <a:lnTo>
                    <a:pt x="162" y="168"/>
                  </a:lnTo>
                  <a:lnTo>
                    <a:pt x="168" y="168"/>
                  </a:lnTo>
                  <a:lnTo>
                    <a:pt x="174" y="174"/>
                  </a:lnTo>
                  <a:lnTo>
                    <a:pt x="174" y="192"/>
                  </a:lnTo>
                  <a:lnTo>
                    <a:pt x="168" y="198"/>
                  </a:lnTo>
                  <a:lnTo>
                    <a:pt x="168" y="210"/>
                  </a:lnTo>
                  <a:lnTo>
                    <a:pt x="180" y="210"/>
                  </a:lnTo>
                  <a:lnTo>
                    <a:pt x="180" y="198"/>
                  </a:lnTo>
                  <a:lnTo>
                    <a:pt x="186" y="192"/>
                  </a:lnTo>
                  <a:lnTo>
                    <a:pt x="186" y="180"/>
                  </a:lnTo>
                  <a:lnTo>
                    <a:pt x="180" y="174"/>
                  </a:lnTo>
                  <a:lnTo>
                    <a:pt x="186" y="168"/>
                  </a:lnTo>
                  <a:lnTo>
                    <a:pt x="198" y="162"/>
                  </a:lnTo>
                  <a:lnTo>
                    <a:pt x="198" y="156"/>
                  </a:lnTo>
                  <a:lnTo>
                    <a:pt x="192" y="150"/>
                  </a:lnTo>
                  <a:lnTo>
                    <a:pt x="192" y="144"/>
                  </a:lnTo>
                  <a:lnTo>
                    <a:pt x="186" y="120"/>
                  </a:lnTo>
                  <a:lnTo>
                    <a:pt x="192" y="120"/>
                  </a:lnTo>
                  <a:lnTo>
                    <a:pt x="198" y="126"/>
                  </a:lnTo>
                  <a:lnTo>
                    <a:pt x="222" y="126"/>
                  </a:lnTo>
                  <a:lnTo>
                    <a:pt x="222" y="120"/>
                  </a:lnTo>
                  <a:lnTo>
                    <a:pt x="228" y="114"/>
                  </a:lnTo>
                  <a:lnTo>
                    <a:pt x="234" y="114"/>
                  </a:lnTo>
                  <a:lnTo>
                    <a:pt x="240" y="102"/>
                  </a:lnTo>
                  <a:lnTo>
                    <a:pt x="246" y="96"/>
                  </a:lnTo>
                  <a:lnTo>
                    <a:pt x="252" y="96"/>
                  </a:lnTo>
                  <a:lnTo>
                    <a:pt x="252" y="90"/>
                  </a:lnTo>
                  <a:lnTo>
                    <a:pt x="240" y="78"/>
                  </a:lnTo>
                  <a:lnTo>
                    <a:pt x="234" y="78"/>
                  </a:lnTo>
                  <a:lnTo>
                    <a:pt x="228" y="72"/>
                  </a:lnTo>
                  <a:lnTo>
                    <a:pt x="228" y="66"/>
                  </a:lnTo>
                  <a:lnTo>
                    <a:pt x="234" y="66"/>
                  </a:lnTo>
                  <a:lnTo>
                    <a:pt x="246" y="60"/>
                  </a:lnTo>
                  <a:lnTo>
                    <a:pt x="258" y="60"/>
                  </a:lnTo>
                  <a:lnTo>
                    <a:pt x="252" y="54"/>
                  </a:lnTo>
                  <a:lnTo>
                    <a:pt x="252" y="36"/>
                  </a:lnTo>
                  <a:lnTo>
                    <a:pt x="258" y="36"/>
                  </a:lnTo>
                  <a:lnTo>
                    <a:pt x="270" y="30"/>
                  </a:lnTo>
                  <a:lnTo>
                    <a:pt x="264" y="18"/>
                  </a:lnTo>
                  <a:lnTo>
                    <a:pt x="270" y="12"/>
                  </a:lnTo>
                  <a:lnTo>
                    <a:pt x="264" y="12"/>
                  </a:lnTo>
                  <a:lnTo>
                    <a:pt x="252" y="6"/>
                  </a:lnTo>
                  <a:lnTo>
                    <a:pt x="246" y="6"/>
                  </a:lnTo>
                  <a:lnTo>
                    <a:pt x="234" y="0"/>
                  </a:lnTo>
                  <a:lnTo>
                    <a:pt x="180" y="0"/>
                  </a:lnTo>
                  <a:lnTo>
                    <a:pt x="168" y="12"/>
                  </a:lnTo>
                  <a:lnTo>
                    <a:pt x="156" y="18"/>
                  </a:lnTo>
                  <a:lnTo>
                    <a:pt x="156" y="30"/>
                  </a:lnTo>
                  <a:lnTo>
                    <a:pt x="162" y="36"/>
                  </a:lnTo>
                  <a:lnTo>
                    <a:pt x="162" y="54"/>
                  </a:lnTo>
                  <a:lnTo>
                    <a:pt x="168" y="60"/>
                  </a:lnTo>
                  <a:lnTo>
                    <a:pt x="174" y="60"/>
                  </a:lnTo>
                  <a:lnTo>
                    <a:pt x="180" y="66"/>
                  </a:lnTo>
                  <a:lnTo>
                    <a:pt x="180" y="78"/>
                  </a:lnTo>
                  <a:lnTo>
                    <a:pt x="168" y="84"/>
                  </a:lnTo>
                  <a:lnTo>
                    <a:pt x="162" y="90"/>
                  </a:lnTo>
                  <a:lnTo>
                    <a:pt x="144" y="90"/>
                  </a:lnTo>
                  <a:lnTo>
                    <a:pt x="138" y="84"/>
                  </a:lnTo>
                  <a:lnTo>
                    <a:pt x="138" y="66"/>
                  </a:lnTo>
                  <a:lnTo>
                    <a:pt x="150" y="54"/>
                  </a:lnTo>
                  <a:lnTo>
                    <a:pt x="150" y="36"/>
                  </a:lnTo>
                  <a:lnTo>
                    <a:pt x="144" y="30"/>
                  </a:lnTo>
                  <a:lnTo>
                    <a:pt x="144" y="24"/>
                  </a:lnTo>
                  <a:lnTo>
                    <a:pt x="132" y="36"/>
                  </a:lnTo>
                  <a:lnTo>
                    <a:pt x="120" y="42"/>
                  </a:lnTo>
                  <a:lnTo>
                    <a:pt x="114" y="48"/>
                  </a:lnTo>
                  <a:lnTo>
                    <a:pt x="102" y="54"/>
                  </a:lnTo>
                  <a:lnTo>
                    <a:pt x="96" y="66"/>
                  </a:lnTo>
                  <a:lnTo>
                    <a:pt x="96" y="84"/>
                  </a:lnTo>
                  <a:lnTo>
                    <a:pt x="90" y="90"/>
                  </a:lnTo>
                  <a:lnTo>
                    <a:pt x="90" y="102"/>
                  </a:lnTo>
                  <a:lnTo>
                    <a:pt x="60" y="132"/>
                  </a:lnTo>
                  <a:lnTo>
                    <a:pt x="72" y="144"/>
                  </a:lnTo>
                  <a:lnTo>
                    <a:pt x="42" y="144"/>
                  </a:lnTo>
                  <a:lnTo>
                    <a:pt x="18" y="15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50" name="Nepal" descr="© INSCALE GmbH, 05.05.2010&#10;http://www.presentationload.com/">
              <a:extLst>
                <a:ext uri="{FF2B5EF4-FFF2-40B4-BE49-F238E27FC236}">
                  <a16:creationId xmlns:a16="http://schemas.microsoft.com/office/drawing/2014/main" id="{F4198CD6-DF96-424C-BAEC-825D0A4388DC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5556881" y="2195375"/>
              <a:ext cx="193863" cy="107893"/>
            </a:xfrm>
            <a:custGeom>
              <a:avLst/>
              <a:gdLst>
                <a:gd name="T0" fmla="*/ 2147483647 w 588"/>
                <a:gd name="T1" fmla="*/ 2147483647 h 330"/>
                <a:gd name="T2" fmla="*/ 2147483647 w 588"/>
                <a:gd name="T3" fmla="*/ 2147483647 h 330"/>
                <a:gd name="T4" fmla="*/ 2147483647 w 588"/>
                <a:gd name="T5" fmla="*/ 2147483647 h 330"/>
                <a:gd name="T6" fmla="*/ 2147483647 w 588"/>
                <a:gd name="T7" fmla="*/ 2147483647 h 330"/>
                <a:gd name="T8" fmla="*/ 2147483647 w 588"/>
                <a:gd name="T9" fmla="*/ 2147483647 h 330"/>
                <a:gd name="T10" fmla="*/ 2147483647 w 588"/>
                <a:gd name="T11" fmla="*/ 2147483647 h 330"/>
                <a:gd name="T12" fmla="*/ 2147483647 w 588"/>
                <a:gd name="T13" fmla="*/ 2147483647 h 330"/>
                <a:gd name="T14" fmla="*/ 2147483647 w 588"/>
                <a:gd name="T15" fmla="*/ 2147483647 h 330"/>
                <a:gd name="T16" fmla="*/ 2147483647 w 588"/>
                <a:gd name="T17" fmla="*/ 2147483647 h 330"/>
                <a:gd name="T18" fmla="*/ 2147483647 w 588"/>
                <a:gd name="T19" fmla="*/ 2147483647 h 330"/>
                <a:gd name="T20" fmla="*/ 2147483647 w 588"/>
                <a:gd name="T21" fmla="*/ 2147483647 h 330"/>
                <a:gd name="T22" fmla="*/ 2147483647 w 588"/>
                <a:gd name="T23" fmla="*/ 2147483647 h 330"/>
                <a:gd name="T24" fmla="*/ 2147483647 w 588"/>
                <a:gd name="T25" fmla="*/ 2147483647 h 330"/>
                <a:gd name="T26" fmla="*/ 2147483647 w 588"/>
                <a:gd name="T27" fmla="*/ 2147483647 h 330"/>
                <a:gd name="T28" fmla="*/ 2147483647 w 588"/>
                <a:gd name="T29" fmla="*/ 2147483647 h 330"/>
                <a:gd name="T30" fmla="*/ 2147483647 w 588"/>
                <a:gd name="T31" fmla="*/ 2147483647 h 330"/>
                <a:gd name="T32" fmla="*/ 2147483647 w 588"/>
                <a:gd name="T33" fmla="*/ 2147483647 h 330"/>
                <a:gd name="T34" fmla="*/ 2147483647 w 588"/>
                <a:gd name="T35" fmla="*/ 2147483647 h 330"/>
                <a:gd name="T36" fmla="*/ 2147483647 w 588"/>
                <a:gd name="T37" fmla="*/ 2147483647 h 330"/>
                <a:gd name="T38" fmla="*/ 2147483647 w 588"/>
                <a:gd name="T39" fmla="*/ 2147483647 h 330"/>
                <a:gd name="T40" fmla="*/ 2147483647 w 588"/>
                <a:gd name="T41" fmla="*/ 2147483647 h 330"/>
                <a:gd name="T42" fmla="*/ 2147483647 w 588"/>
                <a:gd name="T43" fmla="*/ 2147483647 h 330"/>
                <a:gd name="T44" fmla="*/ 2147483647 w 588"/>
                <a:gd name="T45" fmla="*/ 2147483647 h 330"/>
                <a:gd name="T46" fmla="*/ 2147483647 w 588"/>
                <a:gd name="T47" fmla="*/ 2147483647 h 330"/>
                <a:gd name="T48" fmla="*/ 2147483647 w 588"/>
                <a:gd name="T49" fmla="*/ 2147483647 h 330"/>
                <a:gd name="T50" fmla="*/ 2147483647 w 588"/>
                <a:gd name="T51" fmla="*/ 2147483647 h 330"/>
                <a:gd name="T52" fmla="*/ 2147483647 w 588"/>
                <a:gd name="T53" fmla="*/ 2147483647 h 330"/>
                <a:gd name="T54" fmla="*/ 2147483647 w 588"/>
                <a:gd name="T55" fmla="*/ 2147483647 h 330"/>
                <a:gd name="T56" fmla="*/ 2147483647 w 588"/>
                <a:gd name="T57" fmla="*/ 2147483647 h 330"/>
                <a:gd name="T58" fmla="*/ 2147483647 w 588"/>
                <a:gd name="T59" fmla="*/ 2147483647 h 330"/>
                <a:gd name="T60" fmla="*/ 2147483647 w 588"/>
                <a:gd name="T61" fmla="*/ 2147483647 h 330"/>
                <a:gd name="T62" fmla="*/ 2147483647 w 588"/>
                <a:gd name="T63" fmla="*/ 2147483647 h 330"/>
                <a:gd name="T64" fmla="*/ 2147483647 w 588"/>
                <a:gd name="T65" fmla="*/ 2147483647 h 330"/>
                <a:gd name="T66" fmla="*/ 2147483647 w 588"/>
                <a:gd name="T67" fmla="*/ 2147483647 h 330"/>
                <a:gd name="T68" fmla="*/ 2147483647 w 588"/>
                <a:gd name="T69" fmla="*/ 2147483647 h 330"/>
                <a:gd name="T70" fmla="*/ 2147483647 w 588"/>
                <a:gd name="T71" fmla="*/ 0 h 330"/>
                <a:gd name="T72" fmla="*/ 2147483647 w 588"/>
                <a:gd name="T73" fmla="*/ 2147483647 h 330"/>
                <a:gd name="T74" fmla="*/ 2147483647 w 588"/>
                <a:gd name="T75" fmla="*/ 2147483647 h 330"/>
                <a:gd name="T76" fmla="*/ 2147483647 w 588"/>
                <a:gd name="T77" fmla="*/ 2147483647 h 330"/>
                <a:gd name="T78" fmla="*/ 2147483647 w 588"/>
                <a:gd name="T79" fmla="*/ 2147483647 h 330"/>
                <a:gd name="T80" fmla="*/ 2147483647 w 588"/>
                <a:gd name="T81" fmla="*/ 2147483647 h 330"/>
                <a:gd name="T82" fmla="*/ 2147483647 w 588"/>
                <a:gd name="T83" fmla="*/ 2147483647 h 330"/>
                <a:gd name="T84" fmla="*/ 0 w 588"/>
                <a:gd name="T85" fmla="*/ 2147483647 h 330"/>
                <a:gd name="T86" fmla="*/ 2147483647 w 588"/>
                <a:gd name="T87" fmla="*/ 2147483647 h 330"/>
                <a:gd name="T88" fmla="*/ 2147483647 w 588"/>
                <a:gd name="T89" fmla="*/ 2147483647 h 330"/>
                <a:gd name="T90" fmla="*/ 2147483647 w 588"/>
                <a:gd name="T91" fmla="*/ 2147483647 h 330"/>
                <a:gd name="T92" fmla="*/ 2147483647 w 588"/>
                <a:gd name="T93" fmla="*/ 2147483647 h 330"/>
                <a:gd name="T94" fmla="*/ 2147483647 w 588"/>
                <a:gd name="T95" fmla="*/ 2147483647 h 330"/>
                <a:gd name="T96" fmla="*/ 2147483647 w 588"/>
                <a:gd name="T97" fmla="*/ 2147483647 h 330"/>
                <a:gd name="T98" fmla="*/ 2147483647 w 588"/>
                <a:gd name="T99" fmla="*/ 2147483647 h 330"/>
                <a:gd name="T100" fmla="*/ 2147483647 w 588"/>
                <a:gd name="T101" fmla="*/ 2147483647 h 330"/>
                <a:gd name="T102" fmla="*/ 2147483647 w 588"/>
                <a:gd name="T103" fmla="*/ 2147483647 h 330"/>
                <a:gd name="T104" fmla="*/ 2147483647 w 588"/>
                <a:gd name="T105" fmla="*/ 2147483647 h 330"/>
                <a:gd name="T106" fmla="*/ 2147483647 w 588"/>
                <a:gd name="T107" fmla="*/ 2147483647 h 330"/>
                <a:gd name="T108" fmla="*/ 2147483647 w 588"/>
                <a:gd name="T109" fmla="*/ 2147483647 h 33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88"/>
                <a:gd name="T166" fmla="*/ 0 h 330"/>
                <a:gd name="T167" fmla="*/ 588 w 588"/>
                <a:gd name="T168" fmla="*/ 330 h 33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88" h="330">
                  <a:moveTo>
                    <a:pt x="294" y="234"/>
                  </a:moveTo>
                  <a:lnTo>
                    <a:pt x="306" y="246"/>
                  </a:lnTo>
                  <a:lnTo>
                    <a:pt x="306" y="252"/>
                  </a:lnTo>
                  <a:lnTo>
                    <a:pt x="330" y="252"/>
                  </a:lnTo>
                  <a:lnTo>
                    <a:pt x="384" y="306"/>
                  </a:lnTo>
                  <a:lnTo>
                    <a:pt x="402" y="294"/>
                  </a:lnTo>
                  <a:lnTo>
                    <a:pt x="432" y="312"/>
                  </a:lnTo>
                  <a:lnTo>
                    <a:pt x="438" y="306"/>
                  </a:lnTo>
                  <a:lnTo>
                    <a:pt x="456" y="306"/>
                  </a:lnTo>
                  <a:lnTo>
                    <a:pt x="474" y="312"/>
                  </a:lnTo>
                  <a:lnTo>
                    <a:pt x="486" y="318"/>
                  </a:lnTo>
                  <a:lnTo>
                    <a:pt x="492" y="330"/>
                  </a:lnTo>
                  <a:lnTo>
                    <a:pt x="498" y="318"/>
                  </a:lnTo>
                  <a:lnTo>
                    <a:pt x="510" y="312"/>
                  </a:lnTo>
                  <a:lnTo>
                    <a:pt x="516" y="312"/>
                  </a:lnTo>
                  <a:lnTo>
                    <a:pt x="522" y="318"/>
                  </a:lnTo>
                  <a:lnTo>
                    <a:pt x="522" y="330"/>
                  </a:lnTo>
                  <a:lnTo>
                    <a:pt x="588" y="330"/>
                  </a:lnTo>
                  <a:lnTo>
                    <a:pt x="588" y="294"/>
                  </a:lnTo>
                  <a:lnTo>
                    <a:pt x="576" y="270"/>
                  </a:lnTo>
                  <a:lnTo>
                    <a:pt x="576" y="222"/>
                  </a:lnTo>
                  <a:lnTo>
                    <a:pt x="564" y="204"/>
                  </a:lnTo>
                  <a:lnTo>
                    <a:pt x="540" y="216"/>
                  </a:lnTo>
                  <a:lnTo>
                    <a:pt x="522" y="216"/>
                  </a:lnTo>
                  <a:lnTo>
                    <a:pt x="498" y="204"/>
                  </a:lnTo>
                  <a:lnTo>
                    <a:pt x="480" y="198"/>
                  </a:lnTo>
                  <a:lnTo>
                    <a:pt x="474" y="192"/>
                  </a:lnTo>
                  <a:lnTo>
                    <a:pt x="462" y="186"/>
                  </a:lnTo>
                  <a:lnTo>
                    <a:pt x="462" y="192"/>
                  </a:lnTo>
                  <a:lnTo>
                    <a:pt x="456" y="198"/>
                  </a:lnTo>
                  <a:lnTo>
                    <a:pt x="438" y="198"/>
                  </a:lnTo>
                  <a:lnTo>
                    <a:pt x="432" y="192"/>
                  </a:lnTo>
                  <a:lnTo>
                    <a:pt x="432" y="180"/>
                  </a:lnTo>
                  <a:lnTo>
                    <a:pt x="432" y="186"/>
                  </a:lnTo>
                  <a:lnTo>
                    <a:pt x="420" y="198"/>
                  </a:lnTo>
                  <a:lnTo>
                    <a:pt x="408" y="198"/>
                  </a:lnTo>
                  <a:lnTo>
                    <a:pt x="402" y="192"/>
                  </a:lnTo>
                  <a:lnTo>
                    <a:pt x="402" y="174"/>
                  </a:lnTo>
                  <a:lnTo>
                    <a:pt x="396" y="174"/>
                  </a:lnTo>
                  <a:lnTo>
                    <a:pt x="390" y="180"/>
                  </a:lnTo>
                  <a:lnTo>
                    <a:pt x="378" y="180"/>
                  </a:lnTo>
                  <a:lnTo>
                    <a:pt x="360" y="174"/>
                  </a:lnTo>
                  <a:lnTo>
                    <a:pt x="354" y="168"/>
                  </a:lnTo>
                  <a:lnTo>
                    <a:pt x="348" y="168"/>
                  </a:lnTo>
                  <a:lnTo>
                    <a:pt x="348" y="162"/>
                  </a:lnTo>
                  <a:lnTo>
                    <a:pt x="354" y="156"/>
                  </a:lnTo>
                  <a:lnTo>
                    <a:pt x="354" y="150"/>
                  </a:lnTo>
                  <a:lnTo>
                    <a:pt x="348" y="144"/>
                  </a:lnTo>
                  <a:lnTo>
                    <a:pt x="342" y="144"/>
                  </a:lnTo>
                  <a:lnTo>
                    <a:pt x="330" y="150"/>
                  </a:lnTo>
                  <a:lnTo>
                    <a:pt x="324" y="156"/>
                  </a:lnTo>
                  <a:lnTo>
                    <a:pt x="312" y="150"/>
                  </a:lnTo>
                  <a:lnTo>
                    <a:pt x="282" y="120"/>
                  </a:lnTo>
                  <a:lnTo>
                    <a:pt x="282" y="102"/>
                  </a:lnTo>
                  <a:lnTo>
                    <a:pt x="276" y="90"/>
                  </a:lnTo>
                  <a:lnTo>
                    <a:pt x="270" y="84"/>
                  </a:lnTo>
                  <a:lnTo>
                    <a:pt x="258" y="84"/>
                  </a:lnTo>
                  <a:lnTo>
                    <a:pt x="252" y="96"/>
                  </a:lnTo>
                  <a:lnTo>
                    <a:pt x="246" y="102"/>
                  </a:lnTo>
                  <a:lnTo>
                    <a:pt x="246" y="108"/>
                  </a:lnTo>
                  <a:lnTo>
                    <a:pt x="234" y="108"/>
                  </a:lnTo>
                  <a:lnTo>
                    <a:pt x="234" y="96"/>
                  </a:lnTo>
                  <a:lnTo>
                    <a:pt x="228" y="90"/>
                  </a:lnTo>
                  <a:lnTo>
                    <a:pt x="222" y="78"/>
                  </a:lnTo>
                  <a:lnTo>
                    <a:pt x="216" y="72"/>
                  </a:lnTo>
                  <a:lnTo>
                    <a:pt x="210" y="60"/>
                  </a:lnTo>
                  <a:lnTo>
                    <a:pt x="168" y="54"/>
                  </a:lnTo>
                  <a:lnTo>
                    <a:pt x="150" y="36"/>
                  </a:lnTo>
                  <a:lnTo>
                    <a:pt x="138" y="30"/>
                  </a:lnTo>
                  <a:lnTo>
                    <a:pt x="132" y="18"/>
                  </a:lnTo>
                  <a:lnTo>
                    <a:pt x="120" y="6"/>
                  </a:lnTo>
                  <a:lnTo>
                    <a:pt x="108" y="0"/>
                  </a:lnTo>
                  <a:lnTo>
                    <a:pt x="96" y="0"/>
                  </a:lnTo>
                  <a:lnTo>
                    <a:pt x="84" y="6"/>
                  </a:lnTo>
                  <a:lnTo>
                    <a:pt x="78" y="12"/>
                  </a:lnTo>
                  <a:lnTo>
                    <a:pt x="54" y="30"/>
                  </a:lnTo>
                  <a:lnTo>
                    <a:pt x="36" y="12"/>
                  </a:lnTo>
                  <a:lnTo>
                    <a:pt x="30" y="36"/>
                  </a:lnTo>
                  <a:lnTo>
                    <a:pt x="6" y="60"/>
                  </a:lnTo>
                  <a:lnTo>
                    <a:pt x="12" y="72"/>
                  </a:lnTo>
                  <a:lnTo>
                    <a:pt x="6" y="78"/>
                  </a:lnTo>
                  <a:lnTo>
                    <a:pt x="6" y="84"/>
                  </a:lnTo>
                  <a:lnTo>
                    <a:pt x="18" y="96"/>
                  </a:lnTo>
                  <a:lnTo>
                    <a:pt x="12" y="96"/>
                  </a:lnTo>
                  <a:lnTo>
                    <a:pt x="0" y="108"/>
                  </a:lnTo>
                  <a:lnTo>
                    <a:pt x="0" y="120"/>
                  </a:lnTo>
                  <a:lnTo>
                    <a:pt x="30" y="150"/>
                  </a:lnTo>
                  <a:lnTo>
                    <a:pt x="42" y="144"/>
                  </a:lnTo>
                  <a:lnTo>
                    <a:pt x="60" y="168"/>
                  </a:lnTo>
                  <a:lnTo>
                    <a:pt x="84" y="168"/>
                  </a:lnTo>
                  <a:lnTo>
                    <a:pt x="96" y="186"/>
                  </a:lnTo>
                  <a:lnTo>
                    <a:pt x="138" y="204"/>
                  </a:lnTo>
                  <a:lnTo>
                    <a:pt x="150" y="204"/>
                  </a:lnTo>
                  <a:lnTo>
                    <a:pt x="156" y="210"/>
                  </a:lnTo>
                  <a:lnTo>
                    <a:pt x="162" y="222"/>
                  </a:lnTo>
                  <a:lnTo>
                    <a:pt x="168" y="228"/>
                  </a:lnTo>
                  <a:lnTo>
                    <a:pt x="186" y="228"/>
                  </a:lnTo>
                  <a:lnTo>
                    <a:pt x="192" y="222"/>
                  </a:lnTo>
                  <a:lnTo>
                    <a:pt x="204" y="222"/>
                  </a:lnTo>
                  <a:lnTo>
                    <a:pt x="204" y="234"/>
                  </a:lnTo>
                  <a:lnTo>
                    <a:pt x="210" y="240"/>
                  </a:lnTo>
                  <a:lnTo>
                    <a:pt x="234" y="240"/>
                  </a:lnTo>
                  <a:lnTo>
                    <a:pt x="240" y="246"/>
                  </a:lnTo>
                  <a:lnTo>
                    <a:pt x="246" y="258"/>
                  </a:lnTo>
                  <a:lnTo>
                    <a:pt x="258" y="246"/>
                  </a:lnTo>
                  <a:lnTo>
                    <a:pt x="276" y="246"/>
                  </a:lnTo>
                  <a:lnTo>
                    <a:pt x="282" y="252"/>
                  </a:lnTo>
                  <a:lnTo>
                    <a:pt x="282" y="258"/>
                  </a:lnTo>
                  <a:lnTo>
                    <a:pt x="282" y="240"/>
                  </a:lnTo>
                  <a:lnTo>
                    <a:pt x="288" y="234"/>
                  </a:lnTo>
                  <a:lnTo>
                    <a:pt x="294" y="23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51" name="Namibia" descr="© INSCALE GmbH, 05.05.2010&#10;http://www.presentationload.com/">
              <a:extLst>
                <a:ext uri="{FF2B5EF4-FFF2-40B4-BE49-F238E27FC236}">
                  <a16:creationId xmlns:a16="http://schemas.microsoft.com/office/drawing/2014/main" id="{9846E9F0-D4DB-4BCA-9EA8-B1F921E3146D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005981" y="3450270"/>
              <a:ext cx="315351" cy="319826"/>
            </a:xfrm>
            <a:custGeom>
              <a:avLst/>
              <a:gdLst>
                <a:gd name="T0" fmla="*/ 2147483647 w 954"/>
                <a:gd name="T1" fmla="*/ 2147483647 h 972"/>
                <a:gd name="T2" fmla="*/ 2147483647 w 954"/>
                <a:gd name="T3" fmla="*/ 2147483647 h 972"/>
                <a:gd name="T4" fmla="*/ 2147483647 w 954"/>
                <a:gd name="T5" fmla="*/ 2147483647 h 972"/>
                <a:gd name="T6" fmla="*/ 2147483647 w 954"/>
                <a:gd name="T7" fmla="*/ 2147483647 h 972"/>
                <a:gd name="T8" fmla="*/ 2147483647 w 954"/>
                <a:gd name="T9" fmla="*/ 2147483647 h 972"/>
                <a:gd name="T10" fmla="*/ 2147483647 w 954"/>
                <a:gd name="T11" fmla="*/ 2147483647 h 972"/>
                <a:gd name="T12" fmla="*/ 2147483647 w 954"/>
                <a:gd name="T13" fmla="*/ 2147483647 h 972"/>
                <a:gd name="T14" fmla="*/ 2147483647 w 954"/>
                <a:gd name="T15" fmla="*/ 2147483647 h 972"/>
                <a:gd name="T16" fmla="*/ 2147483647 w 954"/>
                <a:gd name="T17" fmla="*/ 2147483647 h 972"/>
                <a:gd name="T18" fmla="*/ 2147483647 w 954"/>
                <a:gd name="T19" fmla="*/ 2147483647 h 972"/>
                <a:gd name="T20" fmla="*/ 2147483647 w 954"/>
                <a:gd name="T21" fmla="*/ 2147483647 h 972"/>
                <a:gd name="T22" fmla="*/ 2147483647 w 954"/>
                <a:gd name="T23" fmla="*/ 2147483647 h 972"/>
                <a:gd name="T24" fmla="*/ 2147483647 w 954"/>
                <a:gd name="T25" fmla="*/ 2147483647 h 972"/>
                <a:gd name="T26" fmla="*/ 2147483647 w 954"/>
                <a:gd name="T27" fmla="*/ 2147483647 h 972"/>
                <a:gd name="T28" fmla="*/ 2147483647 w 954"/>
                <a:gd name="T29" fmla="*/ 2147483647 h 972"/>
                <a:gd name="T30" fmla="*/ 2147483647 w 954"/>
                <a:gd name="T31" fmla="*/ 2147483647 h 972"/>
                <a:gd name="T32" fmla="*/ 2147483647 w 954"/>
                <a:gd name="T33" fmla="*/ 2147483647 h 972"/>
                <a:gd name="T34" fmla="*/ 2147483647 w 954"/>
                <a:gd name="T35" fmla="*/ 2147483647 h 972"/>
                <a:gd name="T36" fmla="*/ 2147483647 w 954"/>
                <a:gd name="T37" fmla="*/ 2147483647 h 972"/>
                <a:gd name="T38" fmla="*/ 2147483647 w 954"/>
                <a:gd name="T39" fmla="*/ 2147483647 h 972"/>
                <a:gd name="T40" fmla="*/ 2147483647 w 954"/>
                <a:gd name="T41" fmla="*/ 2147483647 h 972"/>
                <a:gd name="T42" fmla="*/ 2147483647 w 954"/>
                <a:gd name="T43" fmla="*/ 2147483647 h 972"/>
                <a:gd name="T44" fmla="*/ 2147483647 w 954"/>
                <a:gd name="T45" fmla="*/ 2147483647 h 972"/>
                <a:gd name="T46" fmla="*/ 2147483647 w 954"/>
                <a:gd name="T47" fmla="*/ 2147483647 h 972"/>
                <a:gd name="T48" fmla="*/ 2147483647 w 954"/>
                <a:gd name="T49" fmla="*/ 2147483647 h 972"/>
                <a:gd name="T50" fmla="*/ 2147483647 w 954"/>
                <a:gd name="T51" fmla="*/ 2147483647 h 972"/>
                <a:gd name="T52" fmla="*/ 2147483647 w 954"/>
                <a:gd name="T53" fmla="*/ 2147483647 h 972"/>
                <a:gd name="T54" fmla="*/ 2147483647 w 954"/>
                <a:gd name="T55" fmla="*/ 2147483647 h 972"/>
                <a:gd name="T56" fmla="*/ 2147483647 w 954"/>
                <a:gd name="T57" fmla="*/ 2147483647 h 972"/>
                <a:gd name="T58" fmla="*/ 2147483647 w 954"/>
                <a:gd name="T59" fmla="*/ 2147483647 h 972"/>
                <a:gd name="T60" fmla="*/ 2147483647 w 954"/>
                <a:gd name="T61" fmla="*/ 2147483647 h 972"/>
                <a:gd name="T62" fmla="*/ 2147483647 w 954"/>
                <a:gd name="T63" fmla="*/ 2147483647 h 972"/>
                <a:gd name="T64" fmla="*/ 2147483647 w 954"/>
                <a:gd name="T65" fmla="*/ 2147483647 h 972"/>
                <a:gd name="T66" fmla="*/ 2147483647 w 954"/>
                <a:gd name="T67" fmla="*/ 0 h 972"/>
                <a:gd name="T68" fmla="*/ 2147483647 w 954"/>
                <a:gd name="T69" fmla="*/ 2147483647 h 972"/>
                <a:gd name="T70" fmla="*/ 2147483647 w 954"/>
                <a:gd name="T71" fmla="*/ 2147483647 h 972"/>
                <a:gd name="T72" fmla="*/ 0 w 954"/>
                <a:gd name="T73" fmla="*/ 2147483647 h 972"/>
                <a:gd name="T74" fmla="*/ 2147483647 w 954"/>
                <a:gd name="T75" fmla="*/ 2147483647 h 972"/>
                <a:gd name="T76" fmla="*/ 2147483647 w 954"/>
                <a:gd name="T77" fmla="*/ 2147483647 h 972"/>
                <a:gd name="T78" fmla="*/ 2147483647 w 954"/>
                <a:gd name="T79" fmla="*/ 2147483647 h 972"/>
                <a:gd name="T80" fmla="*/ 2147483647 w 954"/>
                <a:gd name="T81" fmla="*/ 2147483647 h 972"/>
                <a:gd name="T82" fmla="*/ 2147483647 w 954"/>
                <a:gd name="T83" fmla="*/ 2147483647 h 972"/>
                <a:gd name="T84" fmla="*/ 2147483647 w 954"/>
                <a:gd name="T85" fmla="*/ 2147483647 h 972"/>
                <a:gd name="T86" fmla="*/ 2147483647 w 954"/>
                <a:gd name="T87" fmla="*/ 2147483647 h 972"/>
                <a:gd name="T88" fmla="*/ 2147483647 w 954"/>
                <a:gd name="T89" fmla="*/ 2147483647 h 972"/>
                <a:gd name="T90" fmla="*/ 2147483647 w 954"/>
                <a:gd name="T91" fmla="*/ 2147483647 h 972"/>
                <a:gd name="T92" fmla="*/ 2147483647 w 954"/>
                <a:gd name="T93" fmla="*/ 2147483647 h 972"/>
                <a:gd name="T94" fmla="*/ 2147483647 w 954"/>
                <a:gd name="T95" fmla="*/ 2147483647 h 972"/>
                <a:gd name="T96" fmla="*/ 2147483647 w 954"/>
                <a:gd name="T97" fmla="*/ 2147483647 h 972"/>
                <a:gd name="T98" fmla="*/ 2147483647 w 954"/>
                <a:gd name="T99" fmla="*/ 2147483647 h 972"/>
                <a:gd name="T100" fmla="*/ 2147483647 w 954"/>
                <a:gd name="T101" fmla="*/ 2147483647 h 972"/>
                <a:gd name="T102" fmla="*/ 2147483647 w 954"/>
                <a:gd name="T103" fmla="*/ 2147483647 h 972"/>
                <a:gd name="T104" fmla="*/ 2147483647 w 954"/>
                <a:gd name="T105" fmla="*/ 2147483647 h 972"/>
                <a:gd name="T106" fmla="*/ 2147483647 w 954"/>
                <a:gd name="T107" fmla="*/ 2147483647 h 972"/>
                <a:gd name="T108" fmla="*/ 2147483647 w 954"/>
                <a:gd name="T109" fmla="*/ 2147483647 h 972"/>
                <a:gd name="T110" fmla="*/ 2147483647 w 954"/>
                <a:gd name="T111" fmla="*/ 2147483647 h 972"/>
                <a:gd name="T112" fmla="*/ 2147483647 w 954"/>
                <a:gd name="T113" fmla="*/ 2147483647 h 972"/>
                <a:gd name="T114" fmla="*/ 2147483647 w 954"/>
                <a:gd name="T115" fmla="*/ 2147483647 h 972"/>
                <a:gd name="T116" fmla="*/ 2147483647 w 954"/>
                <a:gd name="T117" fmla="*/ 2147483647 h 972"/>
                <a:gd name="T118" fmla="*/ 2147483647 w 954"/>
                <a:gd name="T119" fmla="*/ 2147483647 h 97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954"/>
                <a:gd name="T181" fmla="*/ 0 h 972"/>
                <a:gd name="T182" fmla="*/ 954 w 954"/>
                <a:gd name="T183" fmla="*/ 972 h 97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954" h="972">
                  <a:moveTo>
                    <a:pt x="366" y="894"/>
                  </a:moveTo>
                  <a:lnTo>
                    <a:pt x="372" y="894"/>
                  </a:lnTo>
                  <a:lnTo>
                    <a:pt x="390" y="912"/>
                  </a:lnTo>
                  <a:lnTo>
                    <a:pt x="390" y="936"/>
                  </a:lnTo>
                  <a:lnTo>
                    <a:pt x="396" y="948"/>
                  </a:lnTo>
                  <a:lnTo>
                    <a:pt x="402" y="954"/>
                  </a:lnTo>
                  <a:lnTo>
                    <a:pt x="426" y="954"/>
                  </a:lnTo>
                  <a:lnTo>
                    <a:pt x="432" y="960"/>
                  </a:lnTo>
                  <a:lnTo>
                    <a:pt x="432" y="966"/>
                  </a:lnTo>
                  <a:lnTo>
                    <a:pt x="438" y="972"/>
                  </a:lnTo>
                  <a:lnTo>
                    <a:pt x="462" y="972"/>
                  </a:lnTo>
                  <a:lnTo>
                    <a:pt x="474" y="960"/>
                  </a:lnTo>
                  <a:lnTo>
                    <a:pt x="486" y="960"/>
                  </a:lnTo>
                  <a:lnTo>
                    <a:pt x="498" y="972"/>
                  </a:lnTo>
                  <a:lnTo>
                    <a:pt x="522" y="972"/>
                  </a:lnTo>
                  <a:lnTo>
                    <a:pt x="522" y="948"/>
                  </a:lnTo>
                  <a:lnTo>
                    <a:pt x="534" y="948"/>
                  </a:lnTo>
                  <a:lnTo>
                    <a:pt x="534" y="942"/>
                  </a:lnTo>
                  <a:lnTo>
                    <a:pt x="540" y="936"/>
                  </a:lnTo>
                  <a:lnTo>
                    <a:pt x="552" y="930"/>
                  </a:lnTo>
                  <a:lnTo>
                    <a:pt x="570" y="930"/>
                  </a:lnTo>
                  <a:lnTo>
                    <a:pt x="582" y="414"/>
                  </a:lnTo>
                  <a:lnTo>
                    <a:pt x="654" y="414"/>
                  </a:lnTo>
                  <a:lnTo>
                    <a:pt x="648" y="288"/>
                  </a:lnTo>
                  <a:lnTo>
                    <a:pt x="654" y="282"/>
                  </a:lnTo>
                  <a:lnTo>
                    <a:pt x="654" y="108"/>
                  </a:lnTo>
                  <a:lnTo>
                    <a:pt x="690" y="108"/>
                  </a:lnTo>
                  <a:lnTo>
                    <a:pt x="708" y="102"/>
                  </a:lnTo>
                  <a:lnTo>
                    <a:pt x="744" y="102"/>
                  </a:lnTo>
                  <a:lnTo>
                    <a:pt x="792" y="90"/>
                  </a:lnTo>
                  <a:lnTo>
                    <a:pt x="804" y="84"/>
                  </a:lnTo>
                  <a:lnTo>
                    <a:pt x="822" y="84"/>
                  </a:lnTo>
                  <a:lnTo>
                    <a:pt x="828" y="90"/>
                  </a:lnTo>
                  <a:lnTo>
                    <a:pt x="828" y="108"/>
                  </a:lnTo>
                  <a:lnTo>
                    <a:pt x="834" y="108"/>
                  </a:lnTo>
                  <a:lnTo>
                    <a:pt x="834" y="126"/>
                  </a:lnTo>
                  <a:lnTo>
                    <a:pt x="840" y="126"/>
                  </a:lnTo>
                  <a:lnTo>
                    <a:pt x="882" y="84"/>
                  </a:lnTo>
                  <a:lnTo>
                    <a:pt x="906" y="84"/>
                  </a:lnTo>
                  <a:lnTo>
                    <a:pt x="918" y="72"/>
                  </a:lnTo>
                  <a:lnTo>
                    <a:pt x="954" y="66"/>
                  </a:lnTo>
                  <a:lnTo>
                    <a:pt x="936" y="48"/>
                  </a:lnTo>
                  <a:lnTo>
                    <a:pt x="906" y="54"/>
                  </a:lnTo>
                  <a:lnTo>
                    <a:pt x="906" y="48"/>
                  </a:lnTo>
                  <a:lnTo>
                    <a:pt x="900" y="42"/>
                  </a:lnTo>
                  <a:lnTo>
                    <a:pt x="882" y="42"/>
                  </a:lnTo>
                  <a:lnTo>
                    <a:pt x="876" y="48"/>
                  </a:lnTo>
                  <a:lnTo>
                    <a:pt x="870" y="48"/>
                  </a:lnTo>
                  <a:lnTo>
                    <a:pt x="846" y="60"/>
                  </a:lnTo>
                  <a:lnTo>
                    <a:pt x="828" y="54"/>
                  </a:lnTo>
                  <a:lnTo>
                    <a:pt x="816" y="60"/>
                  </a:lnTo>
                  <a:lnTo>
                    <a:pt x="780" y="72"/>
                  </a:lnTo>
                  <a:lnTo>
                    <a:pt x="732" y="78"/>
                  </a:lnTo>
                  <a:lnTo>
                    <a:pt x="696" y="84"/>
                  </a:lnTo>
                  <a:lnTo>
                    <a:pt x="624" y="84"/>
                  </a:lnTo>
                  <a:lnTo>
                    <a:pt x="618" y="72"/>
                  </a:lnTo>
                  <a:lnTo>
                    <a:pt x="546" y="78"/>
                  </a:lnTo>
                  <a:lnTo>
                    <a:pt x="540" y="66"/>
                  </a:lnTo>
                  <a:lnTo>
                    <a:pt x="504" y="66"/>
                  </a:lnTo>
                  <a:lnTo>
                    <a:pt x="480" y="42"/>
                  </a:lnTo>
                  <a:lnTo>
                    <a:pt x="480" y="36"/>
                  </a:lnTo>
                  <a:lnTo>
                    <a:pt x="174" y="36"/>
                  </a:lnTo>
                  <a:lnTo>
                    <a:pt x="168" y="30"/>
                  </a:lnTo>
                  <a:lnTo>
                    <a:pt x="156" y="30"/>
                  </a:lnTo>
                  <a:lnTo>
                    <a:pt x="132" y="18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90" y="0"/>
                  </a:lnTo>
                  <a:lnTo>
                    <a:pt x="90" y="6"/>
                  </a:lnTo>
                  <a:lnTo>
                    <a:pt x="72" y="24"/>
                  </a:lnTo>
                  <a:lnTo>
                    <a:pt x="42" y="24"/>
                  </a:lnTo>
                  <a:lnTo>
                    <a:pt x="36" y="18"/>
                  </a:lnTo>
                  <a:lnTo>
                    <a:pt x="18" y="24"/>
                  </a:lnTo>
                  <a:lnTo>
                    <a:pt x="0" y="24"/>
                  </a:lnTo>
                  <a:lnTo>
                    <a:pt x="6" y="96"/>
                  </a:lnTo>
                  <a:lnTo>
                    <a:pt x="12" y="108"/>
                  </a:lnTo>
                  <a:lnTo>
                    <a:pt x="30" y="126"/>
                  </a:lnTo>
                  <a:lnTo>
                    <a:pt x="36" y="138"/>
                  </a:lnTo>
                  <a:lnTo>
                    <a:pt x="54" y="162"/>
                  </a:lnTo>
                  <a:lnTo>
                    <a:pt x="72" y="192"/>
                  </a:lnTo>
                  <a:lnTo>
                    <a:pt x="96" y="228"/>
                  </a:lnTo>
                  <a:lnTo>
                    <a:pt x="102" y="258"/>
                  </a:lnTo>
                  <a:lnTo>
                    <a:pt x="102" y="276"/>
                  </a:lnTo>
                  <a:lnTo>
                    <a:pt x="114" y="294"/>
                  </a:lnTo>
                  <a:lnTo>
                    <a:pt x="120" y="312"/>
                  </a:lnTo>
                  <a:lnTo>
                    <a:pt x="138" y="348"/>
                  </a:lnTo>
                  <a:lnTo>
                    <a:pt x="156" y="366"/>
                  </a:lnTo>
                  <a:lnTo>
                    <a:pt x="156" y="390"/>
                  </a:lnTo>
                  <a:lnTo>
                    <a:pt x="162" y="396"/>
                  </a:lnTo>
                  <a:lnTo>
                    <a:pt x="174" y="402"/>
                  </a:lnTo>
                  <a:lnTo>
                    <a:pt x="180" y="414"/>
                  </a:lnTo>
                  <a:lnTo>
                    <a:pt x="192" y="420"/>
                  </a:lnTo>
                  <a:lnTo>
                    <a:pt x="198" y="432"/>
                  </a:lnTo>
                  <a:lnTo>
                    <a:pt x="198" y="582"/>
                  </a:lnTo>
                  <a:lnTo>
                    <a:pt x="222" y="630"/>
                  </a:lnTo>
                  <a:lnTo>
                    <a:pt x="222" y="678"/>
                  </a:lnTo>
                  <a:lnTo>
                    <a:pt x="216" y="678"/>
                  </a:lnTo>
                  <a:lnTo>
                    <a:pt x="228" y="726"/>
                  </a:lnTo>
                  <a:lnTo>
                    <a:pt x="228" y="762"/>
                  </a:lnTo>
                  <a:lnTo>
                    <a:pt x="240" y="762"/>
                  </a:lnTo>
                  <a:lnTo>
                    <a:pt x="240" y="804"/>
                  </a:lnTo>
                  <a:lnTo>
                    <a:pt x="252" y="810"/>
                  </a:lnTo>
                  <a:lnTo>
                    <a:pt x="258" y="816"/>
                  </a:lnTo>
                  <a:lnTo>
                    <a:pt x="258" y="846"/>
                  </a:lnTo>
                  <a:lnTo>
                    <a:pt x="264" y="858"/>
                  </a:lnTo>
                  <a:lnTo>
                    <a:pt x="270" y="864"/>
                  </a:lnTo>
                  <a:lnTo>
                    <a:pt x="276" y="876"/>
                  </a:lnTo>
                  <a:lnTo>
                    <a:pt x="282" y="894"/>
                  </a:lnTo>
                  <a:lnTo>
                    <a:pt x="282" y="900"/>
                  </a:lnTo>
                  <a:lnTo>
                    <a:pt x="288" y="912"/>
                  </a:lnTo>
                  <a:lnTo>
                    <a:pt x="294" y="918"/>
                  </a:lnTo>
                  <a:lnTo>
                    <a:pt x="318" y="930"/>
                  </a:lnTo>
                  <a:lnTo>
                    <a:pt x="324" y="936"/>
                  </a:lnTo>
                  <a:lnTo>
                    <a:pt x="330" y="936"/>
                  </a:lnTo>
                  <a:lnTo>
                    <a:pt x="330" y="942"/>
                  </a:lnTo>
                  <a:lnTo>
                    <a:pt x="348" y="930"/>
                  </a:lnTo>
                  <a:lnTo>
                    <a:pt x="348" y="924"/>
                  </a:lnTo>
                  <a:lnTo>
                    <a:pt x="354" y="918"/>
                  </a:lnTo>
                  <a:lnTo>
                    <a:pt x="360" y="906"/>
                  </a:lnTo>
                  <a:lnTo>
                    <a:pt x="360" y="900"/>
                  </a:lnTo>
                  <a:lnTo>
                    <a:pt x="366" y="89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52" name="Myanmar" descr="© INSCALE GmbH, 05.05.2010&#10;http://www.presentationload.com/">
              <a:extLst>
                <a:ext uri="{FF2B5EF4-FFF2-40B4-BE49-F238E27FC236}">
                  <a16:creationId xmlns:a16="http://schemas.microsoft.com/office/drawing/2014/main" id="{F479BEA6-E041-41AD-B3E5-ABA77A627955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5861893" y="2246752"/>
              <a:ext cx="210664" cy="491941"/>
            </a:xfrm>
            <a:custGeom>
              <a:avLst/>
              <a:gdLst>
                <a:gd name="T0" fmla="*/ 2147483647 w 636"/>
                <a:gd name="T1" fmla="*/ 2147483647 h 1500"/>
                <a:gd name="T2" fmla="*/ 2147483647 w 636"/>
                <a:gd name="T3" fmla="*/ 2147483647 h 1500"/>
                <a:gd name="T4" fmla="*/ 2147483647 w 636"/>
                <a:gd name="T5" fmla="*/ 2147483647 h 1500"/>
                <a:gd name="T6" fmla="*/ 2147483647 w 636"/>
                <a:gd name="T7" fmla="*/ 2147483647 h 1500"/>
                <a:gd name="T8" fmla="*/ 2147483647 w 636"/>
                <a:gd name="T9" fmla="*/ 2147483647 h 1500"/>
                <a:gd name="T10" fmla="*/ 2147483647 w 636"/>
                <a:gd name="T11" fmla="*/ 2147483647 h 1500"/>
                <a:gd name="T12" fmla="*/ 2147483647 w 636"/>
                <a:gd name="T13" fmla="*/ 2147483647 h 1500"/>
                <a:gd name="T14" fmla="*/ 2147483647 w 636"/>
                <a:gd name="T15" fmla="*/ 2147483647 h 1500"/>
                <a:gd name="T16" fmla="*/ 2147483647 w 636"/>
                <a:gd name="T17" fmla="*/ 2147483647 h 1500"/>
                <a:gd name="T18" fmla="*/ 2147483647 w 636"/>
                <a:gd name="T19" fmla="*/ 2147483647 h 1500"/>
                <a:gd name="T20" fmla="*/ 2147483647 w 636"/>
                <a:gd name="T21" fmla="*/ 2147483647 h 1500"/>
                <a:gd name="T22" fmla="*/ 2147483647 w 636"/>
                <a:gd name="T23" fmla="*/ 2147483647 h 1500"/>
                <a:gd name="T24" fmla="*/ 2147483647 w 636"/>
                <a:gd name="T25" fmla="*/ 2147483647 h 1500"/>
                <a:gd name="T26" fmla="*/ 2147483647 w 636"/>
                <a:gd name="T27" fmla="*/ 2147483647 h 1500"/>
                <a:gd name="T28" fmla="*/ 2147483647 w 636"/>
                <a:gd name="T29" fmla="*/ 2147483647 h 1500"/>
                <a:gd name="T30" fmla="*/ 2147483647 w 636"/>
                <a:gd name="T31" fmla="*/ 2147483647 h 1500"/>
                <a:gd name="T32" fmla="*/ 2147483647 w 636"/>
                <a:gd name="T33" fmla="*/ 2147483647 h 1500"/>
                <a:gd name="T34" fmla="*/ 2147483647 w 636"/>
                <a:gd name="T35" fmla="*/ 2147483647 h 1500"/>
                <a:gd name="T36" fmla="*/ 2147483647 w 636"/>
                <a:gd name="T37" fmla="*/ 2147483647 h 1500"/>
                <a:gd name="T38" fmla="*/ 2147483647 w 636"/>
                <a:gd name="T39" fmla="*/ 2147483647 h 1500"/>
                <a:gd name="T40" fmla="*/ 2147483647 w 636"/>
                <a:gd name="T41" fmla="*/ 2147483647 h 1500"/>
                <a:gd name="T42" fmla="*/ 2147483647 w 636"/>
                <a:gd name="T43" fmla="*/ 2147483647 h 1500"/>
                <a:gd name="T44" fmla="*/ 2147483647 w 636"/>
                <a:gd name="T45" fmla="*/ 2147483647 h 1500"/>
                <a:gd name="T46" fmla="*/ 2147483647 w 636"/>
                <a:gd name="T47" fmla="*/ 2147483647 h 1500"/>
                <a:gd name="T48" fmla="*/ 2147483647 w 636"/>
                <a:gd name="T49" fmla="*/ 2147483647 h 1500"/>
                <a:gd name="T50" fmla="*/ 2147483647 w 636"/>
                <a:gd name="T51" fmla="*/ 2147483647 h 1500"/>
                <a:gd name="T52" fmla="*/ 2147483647 w 636"/>
                <a:gd name="T53" fmla="*/ 2147483647 h 1500"/>
                <a:gd name="T54" fmla="*/ 2147483647 w 636"/>
                <a:gd name="T55" fmla="*/ 2147483647 h 1500"/>
                <a:gd name="T56" fmla="*/ 2147483647 w 636"/>
                <a:gd name="T57" fmla="*/ 2147483647 h 1500"/>
                <a:gd name="T58" fmla="*/ 2147483647 w 636"/>
                <a:gd name="T59" fmla="*/ 2147483647 h 1500"/>
                <a:gd name="T60" fmla="*/ 2147483647 w 636"/>
                <a:gd name="T61" fmla="*/ 2147483647 h 1500"/>
                <a:gd name="T62" fmla="*/ 2147483647 w 636"/>
                <a:gd name="T63" fmla="*/ 2147483647 h 1500"/>
                <a:gd name="T64" fmla="*/ 2147483647 w 636"/>
                <a:gd name="T65" fmla="*/ 2147483647 h 1500"/>
                <a:gd name="T66" fmla="*/ 2147483647 w 636"/>
                <a:gd name="T67" fmla="*/ 2147483647 h 1500"/>
                <a:gd name="T68" fmla="*/ 2147483647 w 636"/>
                <a:gd name="T69" fmla="*/ 2147483647 h 1500"/>
                <a:gd name="T70" fmla="*/ 2147483647 w 636"/>
                <a:gd name="T71" fmla="*/ 2147483647 h 1500"/>
                <a:gd name="T72" fmla="*/ 2147483647 w 636"/>
                <a:gd name="T73" fmla="*/ 2147483647 h 1500"/>
                <a:gd name="T74" fmla="*/ 2147483647 w 636"/>
                <a:gd name="T75" fmla="*/ 2147483647 h 1500"/>
                <a:gd name="T76" fmla="*/ 2147483647 w 636"/>
                <a:gd name="T77" fmla="*/ 2147483647 h 1500"/>
                <a:gd name="T78" fmla="*/ 2147483647 w 636"/>
                <a:gd name="T79" fmla="*/ 2147483647 h 1500"/>
                <a:gd name="T80" fmla="*/ 2147483647 w 636"/>
                <a:gd name="T81" fmla="*/ 2147483647 h 1500"/>
                <a:gd name="T82" fmla="*/ 2147483647 w 636"/>
                <a:gd name="T83" fmla="*/ 2147483647 h 1500"/>
                <a:gd name="T84" fmla="*/ 2147483647 w 636"/>
                <a:gd name="T85" fmla="*/ 2147483647 h 1500"/>
                <a:gd name="T86" fmla="*/ 2147483647 w 636"/>
                <a:gd name="T87" fmla="*/ 0 h 1500"/>
                <a:gd name="T88" fmla="*/ 2147483647 w 636"/>
                <a:gd name="T89" fmla="*/ 2147483647 h 1500"/>
                <a:gd name="T90" fmla="*/ 2147483647 w 636"/>
                <a:gd name="T91" fmla="*/ 2147483647 h 1500"/>
                <a:gd name="T92" fmla="*/ 2147483647 w 636"/>
                <a:gd name="T93" fmla="*/ 2147483647 h 1500"/>
                <a:gd name="T94" fmla="*/ 2147483647 w 636"/>
                <a:gd name="T95" fmla="*/ 2147483647 h 1500"/>
                <a:gd name="T96" fmla="*/ 2147483647 w 636"/>
                <a:gd name="T97" fmla="*/ 2147483647 h 1500"/>
                <a:gd name="T98" fmla="*/ 2147483647 w 636"/>
                <a:gd name="T99" fmla="*/ 2147483647 h 1500"/>
                <a:gd name="T100" fmla="*/ 2147483647 w 636"/>
                <a:gd name="T101" fmla="*/ 2147483647 h 1500"/>
                <a:gd name="T102" fmla="*/ 2147483647 w 636"/>
                <a:gd name="T103" fmla="*/ 2147483647 h 1500"/>
                <a:gd name="T104" fmla="*/ 2147483647 w 636"/>
                <a:gd name="T105" fmla="*/ 2147483647 h 1500"/>
                <a:gd name="T106" fmla="*/ 2147483647 w 636"/>
                <a:gd name="T107" fmla="*/ 2147483647 h 1500"/>
                <a:gd name="T108" fmla="*/ 2147483647 w 636"/>
                <a:gd name="T109" fmla="*/ 2147483647 h 150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636"/>
                <a:gd name="T166" fmla="*/ 0 h 1500"/>
                <a:gd name="T167" fmla="*/ 636 w 636"/>
                <a:gd name="T168" fmla="*/ 1500 h 150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636" h="1500">
                  <a:moveTo>
                    <a:pt x="0" y="588"/>
                  </a:moveTo>
                  <a:lnTo>
                    <a:pt x="18" y="588"/>
                  </a:lnTo>
                  <a:lnTo>
                    <a:pt x="12" y="630"/>
                  </a:lnTo>
                  <a:lnTo>
                    <a:pt x="18" y="630"/>
                  </a:lnTo>
                  <a:lnTo>
                    <a:pt x="24" y="636"/>
                  </a:lnTo>
                  <a:lnTo>
                    <a:pt x="42" y="642"/>
                  </a:lnTo>
                  <a:lnTo>
                    <a:pt x="54" y="648"/>
                  </a:lnTo>
                  <a:lnTo>
                    <a:pt x="72" y="666"/>
                  </a:lnTo>
                  <a:lnTo>
                    <a:pt x="84" y="690"/>
                  </a:lnTo>
                  <a:lnTo>
                    <a:pt x="90" y="696"/>
                  </a:lnTo>
                  <a:lnTo>
                    <a:pt x="90" y="702"/>
                  </a:lnTo>
                  <a:lnTo>
                    <a:pt x="126" y="696"/>
                  </a:lnTo>
                  <a:lnTo>
                    <a:pt x="102" y="738"/>
                  </a:lnTo>
                  <a:lnTo>
                    <a:pt x="108" y="738"/>
                  </a:lnTo>
                  <a:lnTo>
                    <a:pt x="114" y="744"/>
                  </a:lnTo>
                  <a:lnTo>
                    <a:pt x="126" y="744"/>
                  </a:lnTo>
                  <a:lnTo>
                    <a:pt x="144" y="750"/>
                  </a:lnTo>
                  <a:lnTo>
                    <a:pt x="156" y="762"/>
                  </a:lnTo>
                  <a:lnTo>
                    <a:pt x="168" y="768"/>
                  </a:lnTo>
                  <a:lnTo>
                    <a:pt x="174" y="780"/>
                  </a:lnTo>
                  <a:lnTo>
                    <a:pt x="186" y="792"/>
                  </a:lnTo>
                  <a:lnTo>
                    <a:pt x="192" y="804"/>
                  </a:lnTo>
                  <a:lnTo>
                    <a:pt x="192" y="822"/>
                  </a:lnTo>
                  <a:lnTo>
                    <a:pt x="198" y="834"/>
                  </a:lnTo>
                  <a:lnTo>
                    <a:pt x="198" y="840"/>
                  </a:lnTo>
                  <a:lnTo>
                    <a:pt x="204" y="846"/>
                  </a:lnTo>
                  <a:lnTo>
                    <a:pt x="210" y="858"/>
                  </a:lnTo>
                  <a:lnTo>
                    <a:pt x="222" y="870"/>
                  </a:lnTo>
                  <a:lnTo>
                    <a:pt x="210" y="888"/>
                  </a:lnTo>
                  <a:lnTo>
                    <a:pt x="216" y="978"/>
                  </a:lnTo>
                  <a:lnTo>
                    <a:pt x="204" y="990"/>
                  </a:lnTo>
                  <a:lnTo>
                    <a:pt x="204" y="1002"/>
                  </a:lnTo>
                  <a:lnTo>
                    <a:pt x="222" y="1020"/>
                  </a:lnTo>
                  <a:lnTo>
                    <a:pt x="234" y="1020"/>
                  </a:lnTo>
                  <a:lnTo>
                    <a:pt x="246" y="1014"/>
                  </a:lnTo>
                  <a:lnTo>
                    <a:pt x="252" y="1008"/>
                  </a:lnTo>
                  <a:lnTo>
                    <a:pt x="258" y="1014"/>
                  </a:lnTo>
                  <a:lnTo>
                    <a:pt x="258" y="1020"/>
                  </a:lnTo>
                  <a:lnTo>
                    <a:pt x="276" y="1020"/>
                  </a:lnTo>
                  <a:lnTo>
                    <a:pt x="282" y="1014"/>
                  </a:lnTo>
                  <a:lnTo>
                    <a:pt x="294" y="1008"/>
                  </a:lnTo>
                  <a:lnTo>
                    <a:pt x="300" y="996"/>
                  </a:lnTo>
                  <a:lnTo>
                    <a:pt x="306" y="990"/>
                  </a:lnTo>
                  <a:lnTo>
                    <a:pt x="312" y="978"/>
                  </a:lnTo>
                  <a:lnTo>
                    <a:pt x="324" y="978"/>
                  </a:lnTo>
                  <a:lnTo>
                    <a:pt x="360" y="960"/>
                  </a:lnTo>
                  <a:lnTo>
                    <a:pt x="366" y="954"/>
                  </a:lnTo>
                  <a:lnTo>
                    <a:pt x="366" y="900"/>
                  </a:lnTo>
                  <a:lnTo>
                    <a:pt x="372" y="894"/>
                  </a:lnTo>
                  <a:lnTo>
                    <a:pt x="378" y="894"/>
                  </a:lnTo>
                  <a:lnTo>
                    <a:pt x="396" y="912"/>
                  </a:lnTo>
                  <a:lnTo>
                    <a:pt x="402" y="924"/>
                  </a:lnTo>
                  <a:lnTo>
                    <a:pt x="402" y="954"/>
                  </a:lnTo>
                  <a:lnTo>
                    <a:pt x="408" y="954"/>
                  </a:lnTo>
                  <a:lnTo>
                    <a:pt x="426" y="972"/>
                  </a:lnTo>
                  <a:lnTo>
                    <a:pt x="432" y="984"/>
                  </a:lnTo>
                  <a:lnTo>
                    <a:pt x="444" y="1014"/>
                  </a:lnTo>
                  <a:lnTo>
                    <a:pt x="450" y="1050"/>
                  </a:lnTo>
                  <a:lnTo>
                    <a:pt x="450" y="1074"/>
                  </a:lnTo>
                  <a:lnTo>
                    <a:pt x="456" y="1092"/>
                  </a:lnTo>
                  <a:lnTo>
                    <a:pt x="456" y="1128"/>
                  </a:lnTo>
                  <a:lnTo>
                    <a:pt x="462" y="1134"/>
                  </a:lnTo>
                  <a:lnTo>
                    <a:pt x="480" y="1170"/>
                  </a:lnTo>
                  <a:lnTo>
                    <a:pt x="486" y="1176"/>
                  </a:lnTo>
                  <a:lnTo>
                    <a:pt x="486" y="1182"/>
                  </a:lnTo>
                  <a:lnTo>
                    <a:pt x="528" y="1272"/>
                  </a:lnTo>
                  <a:lnTo>
                    <a:pt x="540" y="1320"/>
                  </a:lnTo>
                  <a:lnTo>
                    <a:pt x="522" y="1320"/>
                  </a:lnTo>
                  <a:lnTo>
                    <a:pt x="516" y="1326"/>
                  </a:lnTo>
                  <a:lnTo>
                    <a:pt x="516" y="1350"/>
                  </a:lnTo>
                  <a:lnTo>
                    <a:pt x="510" y="1362"/>
                  </a:lnTo>
                  <a:lnTo>
                    <a:pt x="510" y="1374"/>
                  </a:lnTo>
                  <a:lnTo>
                    <a:pt x="552" y="1362"/>
                  </a:lnTo>
                  <a:lnTo>
                    <a:pt x="540" y="1416"/>
                  </a:lnTo>
                  <a:lnTo>
                    <a:pt x="540" y="1428"/>
                  </a:lnTo>
                  <a:lnTo>
                    <a:pt x="534" y="1440"/>
                  </a:lnTo>
                  <a:lnTo>
                    <a:pt x="534" y="1464"/>
                  </a:lnTo>
                  <a:lnTo>
                    <a:pt x="540" y="1482"/>
                  </a:lnTo>
                  <a:lnTo>
                    <a:pt x="540" y="1488"/>
                  </a:lnTo>
                  <a:lnTo>
                    <a:pt x="546" y="1500"/>
                  </a:lnTo>
                  <a:lnTo>
                    <a:pt x="552" y="1488"/>
                  </a:lnTo>
                  <a:lnTo>
                    <a:pt x="558" y="1482"/>
                  </a:lnTo>
                  <a:lnTo>
                    <a:pt x="564" y="1470"/>
                  </a:lnTo>
                  <a:lnTo>
                    <a:pt x="564" y="1458"/>
                  </a:lnTo>
                  <a:lnTo>
                    <a:pt x="558" y="1452"/>
                  </a:lnTo>
                  <a:lnTo>
                    <a:pt x="558" y="1440"/>
                  </a:lnTo>
                  <a:lnTo>
                    <a:pt x="576" y="1422"/>
                  </a:lnTo>
                  <a:lnTo>
                    <a:pt x="594" y="1386"/>
                  </a:lnTo>
                  <a:lnTo>
                    <a:pt x="594" y="1368"/>
                  </a:lnTo>
                  <a:lnTo>
                    <a:pt x="600" y="1356"/>
                  </a:lnTo>
                  <a:lnTo>
                    <a:pt x="600" y="1326"/>
                  </a:lnTo>
                  <a:lnTo>
                    <a:pt x="594" y="1314"/>
                  </a:lnTo>
                  <a:lnTo>
                    <a:pt x="594" y="1290"/>
                  </a:lnTo>
                  <a:lnTo>
                    <a:pt x="570" y="1266"/>
                  </a:lnTo>
                  <a:lnTo>
                    <a:pt x="570" y="1242"/>
                  </a:lnTo>
                  <a:lnTo>
                    <a:pt x="564" y="1224"/>
                  </a:lnTo>
                  <a:lnTo>
                    <a:pt x="564" y="1194"/>
                  </a:lnTo>
                  <a:lnTo>
                    <a:pt x="558" y="1182"/>
                  </a:lnTo>
                  <a:lnTo>
                    <a:pt x="516" y="1140"/>
                  </a:lnTo>
                  <a:lnTo>
                    <a:pt x="510" y="1128"/>
                  </a:lnTo>
                  <a:lnTo>
                    <a:pt x="504" y="1122"/>
                  </a:lnTo>
                  <a:lnTo>
                    <a:pt x="498" y="1110"/>
                  </a:lnTo>
                  <a:lnTo>
                    <a:pt x="492" y="1104"/>
                  </a:lnTo>
                  <a:lnTo>
                    <a:pt x="492" y="1098"/>
                  </a:lnTo>
                  <a:lnTo>
                    <a:pt x="486" y="1092"/>
                  </a:lnTo>
                  <a:lnTo>
                    <a:pt x="504" y="1056"/>
                  </a:lnTo>
                  <a:lnTo>
                    <a:pt x="510" y="1050"/>
                  </a:lnTo>
                  <a:lnTo>
                    <a:pt x="516" y="1038"/>
                  </a:lnTo>
                  <a:lnTo>
                    <a:pt x="516" y="1014"/>
                  </a:lnTo>
                  <a:lnTo>
                    <a:pt x="510" y="1002"/>
                  </a:lnTo>
                  <a:lnTo>
                    <a:pt x="522" y="1002"/>
                  </a:lnTo>
                  <a:lnTo>
                    <a:pt x="528" y="996"/>
                  </a:lnTo>
                  <a:lnTo>
                    <a:pt x="528" y="978"/>
                  </a:lnTo>
                  <a:lnTo>
                    <a:pt x="522" y="972"/>
                  </a:lnTo>
                  <a:lnTo>
                    <a:pt x="516" y="978"/>
                  </a:lnTo>
                  <a:lnTo>
                    <a:pt x="510" y="978"/>
                  </a:lnTo>
                  <a:lnTo>
                    <a:pt x="504" y="972"/>
                  </a:lnTo>
                  <a:lnTo>
                    <a:pt x="498" y="960"/>
                  </a:lnTo>
                  <a:lnTo>
                    <a:pt x="498" y="942"/>
                  </a:lnTo>
                  <a:lnTo>
                    <a:pt x="504" y="942"/>
                  </a:lnTo>
                  <a:lnTo>
                    <a:pt x="504" y="936"/>
                  </a:lnTo>
                  <a:lnTo>
                    <a:pt x="498" y="930"/>
                  </a:lnTo>
                  <a:lnTo>
                    <a:pt x="486" y="924"/>
                  </a:lnTo>
                  <a:lnTo>
                    <a:pt x="474" y="912"/>
                  </a:lnTo>
                  <a:lnTo>
                    <a:pt x="462" y="906"/>
                  </a:lnTo>
                  <a:lnTo>
                    <a:pt x="444" y="888"/>
                  </a:lnTo>
                  <a:lnTo>
                    <a:pt x="438" y="876"/>
                  </a:lnTo>
                  <a:lnTo>
                    <a:pt x="438" y="870"/>
                  </a:lnTo>
                  <a:lnTo>
                    <a:pt x="432" y="870"/>
                  </a:lnTo>
                  <a:lnTo>
                    <a:pt x="438" y="846"/>
                  </a:lnTo>
                  <a:lnTo>
                    <a:pt x="426" y="840"/>
                  </a:lnTo>
                  <a:lnTo>
                    <a:pt x="402" y="816"/>
                  </a:lnTo>
                  <a:lnTo>
                    <a:pt x="402" y="810"/>
                  </a:lnTo>
                  <a:lnTo>
                    <a:pt x="426" y="810"/>
                  </a:lnTo>
                  <a:lnTo>
                    <a:pt x="426" y="792"/>
                  </a:lnTo>
                  <a:lnTo>
                    <a:pt x="408" y="774"/>
                  </a:lnTo>
                  <a:lnTo>
                    <a:pt x="408" y="768"/>
                  </a:lnTo>
                  <a:lnTo>
                    <a:pt x="414" y="762"/>
                  </a:lnTo>
                  <a:lnTo>
                    <a:pt x="420" y="762"/>
                  </a:lnTo>
                  <a:lnTo>
                    <a:pt x="426" y="756"/>
                  </a:lnTo>
                  <a:lnTo>
                    <a:pt x="426" y="708"/>
                  </a:lnTo>
                  <a:lnTo>
                    <a:pt x="456" y="708"/>
                  </a:lnTo>
                  <a:lnTo>
                    <a:pt x="468" y="714"/>
                  </a:lnTo>
                  <a:lnTo>
                    <a:pt x="480" y="714"/>
                  </a:lnTo>
                  <a:lnTo>
                    <a:pt x="486" y="708"/>
                  </a:lnTo>
                  <a:lnTo>
                    <a:pt x="492" y="696"/>
                  </a:lnTo>
                  <a:lnTo>
                    <a:pt x="498" y="690"/>
                  </a:lnTo>
                  <a:lnTo>
                    <a:pt x="498" y="684"/>
                  </a:lnTo>
                  <a:lnTo>
                    <a:pt x="522" y="684"/>
                  </a:lnTo>
                  <a:lnTo>
                    <a:pt x="528" y="660"/>
                  </a:lnTo>
                  <a:lnTo>
                    <a:pt x="534" y="660"/>
                  </a:lnTo>
                  <a:lnTo>
                    <a:pt x="540" y="654"/>
                  </a:lnTo>
                  <a:lnTo>
                    <a:pt x="564" y="654"/>
                  </a:lnTo>
                  <a:lnTo>
                    <a:pt x="564" y="642"/>
                  </a:lnTo>
                  <a:lnTo>
                    <a:pt x="582" y="624"/>
                  </a:lnTo>
                  <a:lnTo>
                    <a:pt x="594" y="624"/>
                  </a:lnTo>
                  <a:lnTo>
                    <a:pt x="600" y="618"/>
                  </a:lnTo>
                  <a:lnTo>
                    <a:pt x="594" y="612"/>
                  </a:lnTo>
                  <a:lnTo>
                    <a:pt x="600" y="600"/>
                  </a:lnTo>
                  <a:lnTo>
                    <a:pt x="600" y="588"/>
                  </a:lnTo>
                  <a:lnTo>
                    <a:pt x="636" y="570"/>
                  </a:lnTo>
                  <a:lnTo>
                    <a:pt x="636" y="552"/>
                  </a:lnTo>
                  <a:lnTo>
                    <a:pt x="630" y="546"/>
                  </a:lnTo>
                  <a:lnTo>
                    <a:pt x="618" y="546"/>
                  </a:lnTo>
                  <a:lnTo>
                    <a:pt x="600" y="564"/>
                  </a:lnTo>
                  <a:lnTo>
                    <a:pt x="600" y="570"/>
                  </a:lnTo>
                  <a:lnTo>
                    <a:pt x="558" y="570"/>
                  </a:lnTo>
                  <a:lnTo>
                    <a:pt x="558" y="552"/>
                  </a:lnTo>
                  <a:lnTo>
                    <a:pt x="546" y="552"/>
                  </a:lnTo>
                  <a:lnTo>
                    <a:pt x="534" y="522"/>
                  </a:lnTo>
                  <a:lnTo>
                    <a:pt x="480" y="516"/>
                  </a:lnTo>
                  <a:lnTo>
                    <a:pt x="486" y="504"/>
                  </a:lnTo>
                  <a:lnTo>
                    <a:pt x="486" y="498"/>
                  </a:lnTo>
                  <a:lnTo>
                    <a:pt x="492" y="492"/>
                  </a:lnTo>
                  <a:lnTo>
                    <a:pt x="492" y="480"/>
                  </a:lnTo>
                  <a:lnTo>
                    <a:pt x="480" y="468"/>
                  </a:lnTo>
                  <a:lnTo>
                    <a:pt x="486" y="462"/>
                  </a:lnTo>
                  <a:lnTo>
                    <a:pt x="498" y="462"/>
                  </a:lnTo>
                  <a:lnTo>
                    <a:pt x="504" y="456"/>
                  </a:lnTo>
                  <a:lnTo>
                    <a:pt x="504" y="450"/>
                  </a:lnTo>
                  <a:lnTo>
                    <a:pt x="498" y="444"/>
                  </a:lnTo>
                  <a:lnTo>
                    <a:pt x="486" y="438"/>
                  </a:lnTo>
                  <a:lnTo>
                    <a:pt x="456" y="438"/>
                  </a:lnTo>
                  <a:lnTo>
                    <a:pt x="444" y="396"/>
                  </a:lnTo>
                  <a:lnTo>
                    <a:pt x="420" y="378"/>
                  </a:lnTo>
                  <a:lnTo>
                    <a:pt x="450" y="354"/>
                  </a:lnTo>
                  <a:lnTo>
                    <a:pt x="390" y="354"/>
                  </a:lnTo>
                  <a:lnTo>
                    <a:pt x="384" y="360"/>
                  </a:lnTo>
                  <a:lnTo>
                    <a:pt x="372" y="360"/>
                  </a:lnTo>
                  <a:lnTo>
                    <a:pt x="366" y="366"/>
                  </a:lnTo>
                  <a:lnTo>
                    <a:pt x="354" y="372"/>
                  </a:lnTo>
                  <a:lnTo>
                    <a:pt x="366" y="354"/>
                  </a:lnTo>
                  <a:lnTo>
                    <a:pt x="360" y="342"/>
                  </a:lnTo>
                  <a:lnTo>
                    <a:pt x="342" y="324"/>
                  </a:lnTo>
                  <a:lnTo>
                    <a:pt x="342" y="306"/>
                  </a:lnTo>
                  <a:lnTo>
                    <a:pt x="354" y="306"/>
                  </a:lnTo>
                  <a:lnTo>
                    <a:pt x="348" y="276"/>
                  </a:lnTo>
                  <a:lnTo>
                    <a:pt x="360" y="276"/>
                  </a:lnTo>
                  <a:lnTo>
                    <a:pt x="366" y="270"/>
                  </a:lnTo>
                  <a:lnTo>
                    <a:pt x="366" y="234"/>
                  </a:lnTo>
                  <a:lnTo>
                    <a:pt x="372" y="240"/>
                  </a:lnTo>
                  <a:lnTo>
                    <a:pt x="384" y="240"/>
                  </a:lnTo>
                  <a:lnTo>
                    <a:pt x="390" y="234"/>
                  </a:lnTo>
                  <a:lnTo>
                    <a:pt x="396" y="222"/>
                  </a:lnTo>
                  <a:lnTo>
                    <a:pt x="396" y="216"/>
                  </a:lnTo>
                  <a:lnTo>
                    <a:pt x="378" y="198"/>
                  </a:lnTo>
                  <a:lnTo>
                    <a:pt x="390" y="198"/>
                  </a:lnTo>
                  <a:lnTo>
                    <a:pt x="396" y="192"/>
                  </a:lnTo>
                  <a:lnTo>
                    <a:pt x="408" y="192"/>
                  </a:lnTo>
                  <a:lnTo>
                    <a:pt x="396" y="132"/>
                  </a:lnTo>
                  <a:lnTo>
                    <a:pt x="384" y="108"/>
                  </a:lnTo>
                  <a:lnTo>
                    <a:pt x="384" y="78"/>
                  </a:lnTo>
                  <a:lnTo>
                    <a:pt x="378" y="72"/>
                  </a:lnTo>
                  <a:lnTo>
                    <a:pt x="342" y="72"/>
                  </a:lnTo>
                  <a:lnTo>
                    <a:pt x="342" y="66"/>
                  </a:lnTo>
                  <a:lnTo>
                    <a:pt x="336" y="60"/>
                  </a:lnTo>
                  <a:lnTo>
                    <a:pt x="318" y="24"/>
                  </a:lnTo>
                  <a:lnTo>
                    <a:pt x="306" y="18"/>
                  </a:lnTo>
                  <a:lnTo>
                    <a:pt x="300" y="6"/>
                  </a:lnTo>
                  <a:lnTo>
                    <a:pt x="294" y="0"/>
                  </a:lnTo>
                  <a:lnTo>
                    <a:pt x="288" y="0"/>
                  </a:lnTo>
                  <a:lnTo>
                    <a:pt x="282" y="18"/>
                  </a:lnTo>
                  <a:lnTo>
                    <a:pt x="282" y="48"/>
                  </a:lnTo>
                  <a:lnTo>
                    <a:pt x="276" y="48"/>
                  </a:lnTo>
                  <a:lnTo>
                    <a:pt x="270" y="54"/>
                  </a:lnTo>
                  <a:lnTo>
                    <a:pt x="258" y="60"/>
                  </a:lnTo>
                  <a:lnTo>
                    <a:pt x="246" y="72"/>
                  </a:lnTo>
                  <a:lnTo>
                    <a:pt x="252" y="84"/>
                  </a:lnTo>
                  <a:lnTo>
                    <a:pt x="258" y="90"/>
                  </a:lnTo>
                  <a:lnTo>
                    <a:pt x="270" y="96"/>
                  </a:lnTo>
                  <a:lnTo>
                    <a:pt x="276" y="102"/>
                  </a:lnTo>
                  <a:lnTo>
                    <a:pt x="276" y="108"/>
                  </a:lnTo>
                  <a:lnTo>
                    <a:pt x="258" y="108"/>
                  </a:lnTo>
                  <a:lnTo>
                    <a:pt x="252" y="102"/>
                  </a:lnTo>
                  <a:lnTo>
                    <a:pt x="216" y="102"/>
                  </a:lnTo>
                  <a:lnTo>
                    <a:pt x="204" y="108"/>
                  </a:lnTo>
                  <a:lnTo>
                    <a:pt x="198" y="108"/>
                  </a:lnTo>
                  <a:lnTo>
                    <a:pt x="198" y="126"/>
                  </a:lnTo>
                  <a:lnTo>
                    <a:pt x="186" y="138"/>
                  </a:lnTo>
                  <a:lnTo>
                    <a:pt x="174" y="144"/>
                  </a:lnTo>
                  <a:lnTo>
                    <a:pt x="162" y="144"/>
                  </a:lnTo>
                  <a:lnTo>
                    <a:pt x="156" y="150"/>
                  </a:lnTo>
                  <a:lnTo>
                    <a:pt x="150" y="150"/>
                  </a:lnTo>
                  <a:lnTo>
                    <a:pt x="150" y="174"/>
                  </a:lnTo>
                  <a:lnTo>
                    <a:pt x="156" y="180"/>
                  </a:lnTo>
                  <a:lnTo>
                    <a:pt x="156" y="186"/>
                  </a:lnTo>
                  <a:lnTo>
                    <a:pt x="162" y="192"/>
                  </a:lnTo>
                  <a:lnTo>
                    <a:pt x="162" y="204"/>
                  </a:lnTo>
                  <a:lnTo>
                    <a:pt x="144" y="234"/>
                  </a:lnTo>
                  <a:lnTo>
                    <a:pt x="138" y="240"/>
                  </a:lnTo>
                  <a:lnTo>
                    <a:pt x="126" y="246"/>
                  </a:lnTo>
                  <a:lnTo>
                    <a:pt x="126" y="264"/>
                  </a:lnTo>
                  <a:lnTo>
                    <a:pt x="132" y="276"/>
                  </a:lnTo>
                  <a:lnTo>
                    <a:pt x="138" y="282"/>
                  </a:lnTo>
                  <a:lnTo>
                    <a:pt x="120" y="336"/>
                  </a:lnTo>
                  <a:lnTo>
                    <a:pt x="120" y="372"/>
                  </a:lnTo>
                  <a:lnTo>
                    <a:pt x="108" y="372"/>
                  </a:lnTo>
                  <a:lnTo>
                    <a:pt x="96" y="366"/>
                  </a:lnTo>
                  <a:lnTo>
                    <a:pt x="42" y="366"/>
                  </a:lnTo>
                  <a:lnTo>
                    <a:pt x="48" y="366"/>
                  </a:lnTo>
                  <a:lnTo>
                    <a:pt x="66" y="384"/>
                  </a:lnTo>
                  <a:lnTo>
                    <a:pt x="72" y="432"/>
                  </a:lnTo>
                  <a:lnTo>
                    <a:pt x="66" y="432"/>
                  </a:lnTo>
                  <a:lnTo>
                    <a:pt x="48" y="450"/>
                  </a:lnTo>
                  <a:lnTo>
                    <a:pt x="54" y="462"/>
                  </a:lnTo>
                  <a:lnTo>
                    <a:pt x="54" y="486"/>
                  </a:lnTo>
                  <a:lnTo>
                    <a:pt x="72" y="504"/>
                  </a:lnTo>
                  <a:lnTo>
                    <a:pt x="72" y="516"/>
                  </a:lnTo>
                  <a:lnTo>
                    <a:pt x="60" y="516"/>
                  </a:lnTo>
                  <a:lnTo>
                    <a:pt x="54" y="510"/>
                  </a:lnTo>
                  <a:lnTo>
                    <a:pt x="48" y="510"/>
                  </a:lnTo>
                  <a:lnTo>
                    <a:pt x="48" y="534"/>
                  </a:lnTo>
                  <a:lnTo>
                    <a:pt x="30" y="516"/>
                  </a:lnTo>
                  <a:lnTo>
                    <a:pt x="42" y="576"/>
                  </a:lnTo>
                  <a:lnTo>
                    <a:pt x="6" y="570"/>
                  </a:lnTo>
                  <a:lnTo>
                    <a:pt x="6" y="576"/>
                  </a:lnTo>
                  <a:lnTo>
                    <a:pt x="0" y="58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53" name="Morocco" descr="© INSCALE GmbH, 05.05.2010&#10;http://www.presentationload.com/">
              <a:extLst>
                <a:ext uri="{FF2B5EF4-FFF2-40B4-BE49-F238E27FC236}">
                  <a16:creationId xmlns:a16="http://schemas.microsoft.com/office/drawing/2014/main" id="{4BF7129B-F205-4D58-9A07-AF542619ECDB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439902" y="2052802"/>
              <a:ext cx="280455" cy="217070"/>
            </a:xfrm>
            <a:custGeom>
              <a:avLst/>
              <a:gdLst>
                <a:gd name="T0" fmla="*/ 2147483647 w 846"/>
                <a:gd name="T1" fmla="*/ 2147483647 h 660"/>
                <a:gd name="T2" fmla="*/ 2147483647 w 846"/>
                <a:gd name="T3" fmla="*/ 2147483647 h 660"/>
                <a:gd name="T4" fmla="*/ 2147483647 w 846"/>
                <a:gd name="T5" fmla="*/ 2147483647 h 660"/>
                <a:gd name="T6" fmla="*/ 2147483647 w 846"/>
                <a:gd name="T7" fmla="*/ 2147483647 h 660"/>
                <a:gd name="T8" fmla="*/ 2147483647 w 846"/>
                <a:gd name="T9" fmla="*/ 2147483647 h 660"/>
                <a:gd name="T10" fmla="*/ 2147483647 w 846"/>
                <a:gd name="T11" fmla="*/ 2147483647 h 660"/>
                <a:gd name="T12" fmla="*/ 2147483647 w 846"/>
                <a:gd name="T13" fmla="*/ 2147483647 h 660"/>
                <a:gd name="T14" fmla="*/ 2147483647 w 846"/>
                <a:gd name="T15" fmla="*/ 2147483647 h 660"/>
                <a:gd name="T16" fmla="*/ 2147483647 w 846"/>
                <a:gd name="T17" fmla="*/ 2147483647 h 660"/>
                <a:gd name="T18" fmla="*/ 2147483647 w 846"/>
                <a:gd name="T19" fmla="*/ 0 h 660"/>
                <a:gd name="T20" fmla="*/ 2147483647 w 846"/>
                <a:gd name="T21" fmla="*/ 2147483647 h 660"/>
                <a:gd name="T22" fmla="*/ 2147483647 w 846"/>
                <a:gd name="T23" fmla="*/ 2147483647 h 660"/>
                <a:gd name="T24" fmla="*/ 2147483647 w 846"/>
                <a:gd name="T25" fmla="*/ 2147483647 h 660"/>
                <a:gd name="T26" fmla="*/ 2147483647 w 846"/>
                <a:gd name="T27" fmla="*/ 2147483647 h 660"/>
                <a:gd name="T28" fmla="*/ 2147483647 w 846"/>
                <a:gd name="T29" fmla="*/ 2147483647 h 660"/>
                <a:gd name="T30" fmla="*/ 2147483647 w 846"/>
                <a:gd name="T31" fmla="*/ 2147483647 h 660"/>
                <a:gd name="T32" fmla="*/ 2147483647 w 846"/>
                <a:gd name="T33" fmla="*/ 2147483647 h 660"/>
                <a:gd name="T34" fmla="*/ 2147483647 w 846"/>
                <a:gd name="T35" fmla="*/ 2147483647 h 660"/>
                <a:gd name="T36" fmla="*/ 2147483647 w 846"/>
                <a:gd name="T37" fmla="*/ 2147483647 h 660"/>
                <a:gd name="T38" fmla="*/ 2147483647 w 846"/>
                <a:gd name="T39" fmla="*/ 2147483647 h 660"/>
                <a:gd name="T40" fmla="*/ 2147483647 w 846"/>
                <a:gd name="T41" fmla="*/ 2147483647 h 660"/>
                <a:gd name="T42" fmla="*/ 2147483647 w 846"/>
                <a:gd name="T43" fmla="*/ 2147483647 h 660"/>
                <a:gd name="T44" fmla="*/ 2147483647 w 846"/>
                <a:gd name="T45" fmla="*/ 2147483647 h 660"/>
                <a:gd name="T46" fmla="*/ 2147483647 w 846"/>
                <a:gd name="T47" fmla="*/ 2147483647 h 660"/>
                <a:gd name="T48" fmla="*/ 2147483647 w 846"/>
                <a:gd name="T49" fmla="*/ 2147483647 h 660"/>
                <a:gd name="T50" fmla="*/ 2147483647 w 846"/>
                <a:gd name="T51" fmla="*/ 2147483647 h 660"/>
                <a:gd name="T52" fmla="*/ 2147483647 w 846"/>
                <a:gd name="T53" fmla="*/ 2147483647 h 660"/>
                <a:gd name="T54" fmla="*/ 2147483647 w 846"/>
                <a:gd name="T55" fmla="*/ 2147483647 h 660"/>
                <a:gd name="T56" fmla="*/ 2147483647 w 846"/>
                <a:gd name="T57" fmla="*/ 2147483647 h 660"/>
                <a:gd name="T58" fmla="*/ 2147483647 w 846"/>
                <a:gd name="T59" fmla="*/ 2147483647 h 660"/>
                <a:gd name="T60" fmla="*/ 2147483647 w 846"/>
                <a:gd name="T61" fmla="*/ 2147483647 h 660"/>
                <a:gd name="T62" fmla="*/ 2147483647 w 846"/>
                <a:gd name="T63" fmla="*/ 2147483647 h 660"/>
                <a:gd name="T64" fmla="*/ 2147483647 w 846"/>
                <a:gd name="T65" fmla="*/ 2147483647 h 660"/>
                <a:gd name="T66" fmla="*/ 2147483647 w 846"/>
                <a:gd name="T67" fmla="*/ 2147483647 h 660"/>
                <a:gd name="T68" fmla="*/ 2147483647 w 846"/>
                <a:gd name="T69" fmla="*/ 2147483647 h 660"/>
                <a:gd name="T70" fmla="*/ 2147483647 w 846"/>
                <a:gd name="T71" fmla="*/ 2147483647 h 660"/>
                <a:gd name="T72" fmla="*/ 2147483647 w 846"/>
                <a:gd name="T73" fmla="*/ 2147483647 h 660"/>
                <a:gd name="T74" fmla="*/ 2147483647 w 846"/>
                <a:gd name="T75" fmla="*/ 2147483647 h 660"/>
                <a:gd name="T76" fmla="*/ 2147483647 w 846"/>
                <a:gd name="T77" fmla="*/ 2147483647 h 660"/>
                <a:gd name="T78" fmla="*/ 2147483647 w 846"/>
                <a:gd name="T79" fmla="*/ 2147483647 h 660"/>
                <a:gd name="T80" fmla="*/ 2147483647 w 846"/>
                <a:gd name="T81" fmla="*/ 2147483647 h 660"/>
                <a:gd name="T82" fmla="*/ 2147483647 w 846"/>
                <a:gd name="T83" fmla="*/ 2147483647 h 660"/>
                <a:gd name="T84" fmla="*/ 2147483647 w 846"/>
                <a:gd name="T85" fmla="*/ 2147483647 h 660"/>
                <a:gd name="T86" fmla="*/ 2147483647 w 846"/>
                <a:gd name="T87" fmla="*/ 2147483647 h 660"/>
                <a:gd name="T88" fmla="*/ 2147483647 w 846"/>
                <a:gd name="T89" fmla="*/ 2147483647 h 66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846"/>
                <a:gd name="T136" fmla="*/ 0 h 660"/>
                <a:gd name="T137" fmla="*/ 846 w 846"/>
                <a:gd name="T138" fmla="*/ 660 h 66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846" h="660">
                  <a:moveTo>
                    <a:pt x="822" y="246"/>
                  </a:moveTo>
                  <a:lnTo>
                    <a:pt x="822" y="216"/>
                  </a:lnTo>
                  <a:lnTo>
                    <a:pt x="804" y="216"/>
                  </a:lnTo>
                  <a:lnTo>
                    <a:pt x="816" y="186"/>
                  </a:lnTo>
                  <a:lnTo>
                    <a:pt x="804" y="168"/>
                  </a:lnTo>
                  <a:lnTo>
                    <a:pt x="810" y="102"/>
                  </a:lnTo>
                  <a:lnTo>
                    <a:pt x="798" y="102"/>
                  </a:lnTo>
                  <a:lnTo>
                    <a:pt x="798" y="90"/>
                  </a:lnTo>
                  <a:lnTo>
                    <a:pt x="804" y="84"/>
                  </a:lnTo>
                  <a:lnTo>
                    <a:pt x="792" y="78"/>
                  </a:lnTo>
                  <a:lnTo>
                    <a:pt x="786" y="66"/>
                  </a:lnTo>
                  <a:lnTo>
                    <a:pt x="780" y="60"/>
                  </a:lnTo>
                  <a:lnTo>
                    <a:pt x="744" y="42"/>
                  </a:lnTo>
                  <a:lnTo>
                    <a:pt x="720" y="42"/>
                  </a:lnTo>
                  <a:lnTo>
                    <a:pt x="708" y="48"/>
                  </a:lnTo>
                  <a:lnTo>
                    <a:pt x="702" y="54"/>
                  </a:lnTo>
                  <a:lnTo>
                    <a:pt x="696" y="54"/>
                  </a:lnTo>
                  <a:lnTo>
                    <a:pt x="690" y="48"/>
                  </a:lnTo>
                  <a:lnTo>
                    <a:pt x="678" y="48"/>
                  </a:lnTo>
                  <a:lnTo>
                    <a:pt x="666" y="42"/>
                  </a:lnTo>
                  <a:lnTo>
                    <a:pt x="654" y="42"/>
                  </a:lnTo>
                  <a:lnTo>
                    <a:pt x="642" y="48"/>
                  </a:lnTo>
                  <a:lnTo>
                    <a:pt x="636" y="54"/>
                  </a:lnTo>
                  <a:lnTo>
                    <a:pt x="624" y="54"/>
                  </a:lnTo>
                  <a:lnTo>
                    <a:pt x="588" y="36"/>
                  </a:lnTo>
                  <a:lnTo>
                    <a:pt x="570" y="18"/>
                  </a:lnTo>
                  <a:lnTo>
                    <a:pt x="564" y="6"/>
                  </a:lnTo>
                  <a:lnTo>
                    <a:pt x="558" y="6"/>
                  </a:lnTo>
                  <a:lnTo>
                    <a:pt x="552" y="0"/>
                  </a:lnTo>
                  <a:lnTo>
                    <a:pt x="528" y="0"/>
                  </a:lnTo>
                  <a:lnTo>
                    <a:pt x="528" y="6"/>
                  </a:lnTo>
                  <a:lnTo>
                    <a:pt x="522" y="12"/>
                  </a:lnTo>
                  <a:lnTo>
                    <a:pt x="522" y="30"/>
                  </a:lnTo>
                  <a:lnTo>
                    <a:pt x="516" y="48"/>
                  </a:lnTo>
                  <a:lnTo>
                    <a:pt x="498" y="84"/>
                  </a:lnTo>
                  <a:lnTo>
                    <a:pt x="492" y="102"/>
                  </a:lnTo>
                  <a:lnTo>
                    <a:pt x="468" y="138"/>
                  </a:lnTo>
                  <a:lnTo>
                    <a:pt x="462" y="150"/>
                  </a:lnTo>
                  <a:lnTo>
                    <a:pt x="450" y="162"/>
                  </a:lnTo>
                  <a:lnTo>
                    <a:pt x="438" y="168"/>
                  </a:lnTo>
                  <a:lnTo>
                    <a:pt x="420" y="168"/>
                  </a:lnTo>
                  <a:lnTo>
                    <a:pt x="408" y="174"/>
                  </a:lnTo>
                  <a:lnTo>
                    <a:pt x="402" y="174"/>
                  </a:lnTo>
                  <a:lnTo>
                    <a:pt x="396" y="180"/>
                  </a:lnTo>
                  <a:lnTo>
                    <a:pt x="384" y="186"/>
                  </a:lnTo>
                  <a:lnTo>
                    <a:pt x="378" y="198"/>
                  </a:lnTo>
                  <a:lnTo>
                    <a:pt x="360" y="192"/>
                  </a:lnTo>
                  <a:lnTo>
                    <a:pt x="330" y="204"/>
                  </a:lnTo>
                  <a:lnTo>
                    <a:pt x="330" y="210"/>
                  </a:lnTo>
                  <a:lnTo>
                    <a:pt x="324" y="216"/>
                  </a:lnTo>
                  <a:lnTo>
                    <a:pt x="324" y="228"/>
                  </a:lnTo>
                  <a:lnTo>
                    <a:pt x="318" y="240"/>
                  </a:lnTo>
                  <a:lnTo>
                    <a:pt x="312" y="240"/>
                  </a:lnTo>
                  <a:lnTo>
                    <a:pt x="288" y="264"/>
                  </a:lnTo>
                  <a:lnTo>
                    <a:pt x="288" y="288"/>
                  </a:lnTo>
                  <a:lnTo>
                    <a:pt x="276" y="312"/>
                  </a:lnTo>
                  <a:lnTo>
                    <a:pt x="264" y="324"/>
                  </a:lnTo>
                  <a:lnTo>
                    <a:pt x="258" y="336"/>
                  </a:lnTo>
                  <a:lnTo>
                    <a:pt x="246" y="354"/>
                  </a:lnTo>
                  <a:lnTo>
                    <a:pt x="246" y="402"/>
                  </a:lnTo>
                  <a:lnTo>
                    <a:pt x="240" y="408"/>
                  </a:lnTo>
                  <a:lnTo>
                    <a:pt x="234" y="408"/>
                  </a:lnTo>
                  <a:lnTo>
                    <a:pt x="234" y="414"/>
                  </a:lnTo>
                  <a:lnTo>
                    <a:pt x="240" y="420"/>
                  </a:lnTo>
                  <a:lnTo>
                    <a:pt x="252" y="420"/>
                  </a:lnTo>
                  <a:lnTo>
                    <a:pt x="252" y="474"/>
                  </a:lnTo>
                  <a:lnTo>
                    <a:pt x="240" y="474"/>
                  </a:lnTo>
                  <a:lnTo>
                    <a:pt x="228" y="480"/>
                  </a:lnTo>
                  <a:lnTo>
                    <a:pt x="192" y="540"/>
                  </a:lnTo>
                  <a:lnTo>
                    <a:pt x="180" y="552"/>
                  </a:lnTo>
                  <a:lnTo>
                    <a:pt x="168" y="552"/>
                  </a:lnTo>
                  <a:lnTo>
                    <a:pt x="162" y="558"/>
                  </a:lnTo>
                  <a:lnTo>
                    <a:pt x="150" y="564"/>
                  </a:lnTo>
                  <a:lnTo>
                    <a:pt x="144" y="576"/>
                  </a:lnTo>
                  <a:lnTo>
                    <a:pt x="132" y="588"/>
                  </a:lnTo>
                  <a:lnTo>
                    <a:pt x="126" y="600"/>
                  </a:lnTo>
                  <a:lnTo>
                    <a:pt x="120" y="606"/>
                  </a:lnTo>
                  <a:lnTo>
                    <a:pt x="84" y="624"/>
                  </a:lnTo>
                  <a:lnTo>
                    <a:pt x="66" y="624"/>
                  </a:lnTo>
                  <a:lnTo>
                    <a:pt x="54" y="630"/>
                  </a:lnTo>
                  <a:lnTo>
                    <a:pt x="48" y="630"/>
                  </a:lnTo>
                  <a:lnTo>
                    <a:pt x="42" y="636"/>
                  </a:lnTo>
                  <a:lnTo>
                    <a:pt x="12" y="636"/>
                  </a:lnTo>
                  <a:lnTo>
                    <a:pt x="6" y="642"/>
                  </a:lnTo>
                  <a:lnTo>
                    <a:pt x="6" y="654"/>
                  </a:lnTo>
                  <a:lnTo>
                    <a:pt x="0" y="660"/>
                  </a:lnTo>
                  <a:lnTo>
                    <a:pt x="312" y="660"/>
                  </a:lnTo>
                  <a:lnTo>
                    <a:pt x="312" y="600"/>
                  </a:lnTo>
                  <a:lnTo>
                    <a:pt x="318" y="570"/>
                  </a:lnTo>
                  <a:lnTo>
                    <a:pt x="330" y="564"/>
                  </a:lnTo>
                  <a:lnTo>
                    <a:pt x="336" y="558"/>
                  </a:lnTo>
                  <a:lnTo>
                    <a:pt x="348" y="552"/>
                  </a:lnTo>
                  <a:lnTo>
                    <a:pt x="378" y="522"/>
                  </a:lnTo>
                  <a:lnTo>
                    <a:pt x="378" y="516"/>
                  </a:lnTo>
                  <a:lnTo>
                    <a:pt x="396" y="516"/>
                  </a:lnTo>
                  <a:lnTo>
                    <a:pt x="426" y="498"/>
                  </a:lnTo>
                  <a:lnTo>
                    <a:pt x="438" y="504"/>
                  </a:lnTo>
                  <a:lnTo>
                    <a:pt x="444" y="510"/>
                  </a:lnTo>
                  <a:lnTo>
                    <a:pt x="456" y="510"/>
                  </a:lnTo>
                  <a:lnTo>
                    <a:pt x="462" y="498"/>
                  </a:lnTo>
                  <a:lnTo>
                    <a:pt x="462" y="492"/>
                  </a:lnTo>
                  <a:lnTo>
                    <a:pt x="486" y="486"/>
                  </a:lnTo>
                  <a:lnTo>
                    <a:pt x="492" y="474"/>
                  </a:lnTo>
                  <a:lnTo>
                    <a:pt x="504" y="474"/>
                  </a:lnTo>
                  <a:lnTo>
                    <a:pt x="516" y="480"/>
                  </a:lnTo>
                  <a:lnTo>
                    <a:pt x="540" y="480"/>
                  </a:lnTo>
                  <a:lnTo>
                    <a:pt x="552" y="468"/>
                  </a:lnTo>
                  <a:lnTo>
                    <a:pt x="564" y="444"/>
                  </a:lnTo>
                  <a:lnTo>
                    <a:pt x="570" y="438"/>
                  </a:lnTo>
                  <a:lnTo>
                    <a:pt x="576" y="426"/>
                  </a:lnTo>
                  <a:lnTo>
                    <a:pt x="618" y="426"/>
                  </a:lnTo>
                  <a:lnTo>
                    <a:pt x="624" y="420"/>
                  </a:lnTo>
                  <a:lnTo>
                    <a:pt x="636" y="414"/>
                  </a:lnTo>
                  <a:lnTo>
                    <a:pt x="648" y="402"/>
                  </a:lnTo>
                  <a:lnTo>
                    <a:pt x="648" y="396"/>
                  </a:lnTo>
                  <a:lnTo>
                    <a:pt x="672" y="384"/>
                  </a:lnTo>
                  <a:lnTo>
                    <a:pt x="660" y="366"/>
                  </a:lnTo>
                  <a:lnTo>
                    <a:pt x="654" y="354"/>
                  </a:lnTo>
                  <a:lnTo>
                    <a:pt x="648" y="348"/>
                  </a:lnTo>
                  <a:lnTo>
                    <a:pt x="648" y="336"/>
                  </a:lnTo>
                  <a:lnTo>
                    <a:pt x="654" y="330"/>
                  </a:lnTo>
                  <a:lnTo>
                    <a:pt x="678" y="330"/>
                  </a:lnTo>
                  <a:lnTo>
                    <a:pt x="690" y="324"/>
                  </a:lnTo>
                  <a:lnTo>
                    <a:pt x="714" y="324"/>
                  </a:lnTo>
                  <a:lnTo>
                    <a:pt x="714" y="312"/>
                  </a:lnTo>
                  <a:lnTo>
                    <a:pt x="720" y="306"/>
                  </a:lnTo>
                  <a:lnTo>
                    <a:pt x="720" y="300"/>
                  </a:lnTo>
                  <a:lnTo>
                    <a:pt x="732" y="300"/>
                  </a:lnTo>
                  <a:lnTo>
                    <a:pt x="738" y="306"/>
                  </a:lnTo>
                  <a:lnTo>
                    <a:pt x="744" y="300"/>
                  </a:lnTo>
                  <a:lnTo>
                    <a:pt x="744" y="294"/>
                  </a:lnTo>
                  <a:lnTo>
                    <a:pt x="762" y="294"/>
                  </a:lnTo>
                  <a:lnTo>
                    <a:pt x="774" y="300"/>
                  </a:lnTo>
                  <a:lnTo>
                    <a:pt x="828" y="294"/>
                  </a:lnTo>
                  <a:lnTo>
                    <a:pt x="828" y="282"/>
                  </a:lnTo>
                  <a:lnTo>
                    <a:pt x="846" y="264"/>
                  </a:lnTo>
                  <a:lnTo>
                    <a:pt x="822" y="24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54" name="Montenegro" descr="© INSCALE GmbH, 05.05.2010&#10;http://www.presentationload.com/">
              <a:extLst>
                <a:ext uri="{FF2B5EF4-FFF2-40B4-BE49-F238E27FC236}">
                  <a16:creationId xmlns:a16="http://schemas.microsoft.com/office/drawing/2014/main" id="{AC7CA3D2-C9D8-4297-AA9B-DD5A2AB9D99A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146853" y="1848574"/>
              <a:ext cx="37481" cy="44955"/>
            </a:xfrm>
            <a:custGeom>
              <a:avLst/>
              <a:gdLst>
                <a:gd name="T0" fmla="*/ 2147483647 w 114"/>
                <a:gd name="T1" fmla="*/ 2147483647 h 138"/>
                <a:gd name="T2" fmla="*/ 2147483647 w 114"/>
                <a:gd name="T3" fmla="*/ 2147483647 h 138"/>
                <a:gd name="T4" fmla="*/ 2147483647 w 114"/>
                <a:gd name="T5" fmla="*/ 2147483647 h 138"/>
                <a:gd name="T6" fmla="*/ 2147483647 w 114"/>
                <a:gd name="T7" fmla="*/ 2147483647 h 138"/>
                <a:gd name="T8" fmla="*/ 2147483647 w 114"/>
                <a:gd name="T9" fmla="*/ 2147483647 h 138"/>
                <a:gd name="T10" fmla="*/ 2147483647 w 114"/>
                <a:gd name="T11" fmla="*/ 2147483647 h 138"/>
                <a:gd name="T12" fmla="*/ 2147483647 w 114"/>
                <a:gd name="T13" fmla="*/ 0 h 138"/>
                <a:gd name="T14" fmla="*/ 2147483647 w 114"/>
                <a:gd name="T15" fmla="*/ 0 h 138"/>
                <a:gd name="T16" fmla="*/ 2147483647 w 114"/>
                <a:gd name="T17" fmla="*/ 2147483647 h 138"/>
                <a:gd name="T18" fmla="*/ 2147483647 w 114"/>
                <a:gd name="T19" fmla="*/ 2147483647 h 138"/>
                <a:gd name="T20" fmla="*/ 2147483647 w 114"/>
                <a:gd name="T21" fmla="*/ 2147483647 h 138"/>
                <a:gd name="T22" fmla="*/ 2147483647 w 114"/>
                <a:gd name="T23" fmla="*/ 2147483647 h 138"/>
                <a:gd name="T24" fmla="*/ 2147483647 w 114"/>
                <a:gd name="T25" fmla="*/ 2147483647 h 138"/>
                <a:gd name="T26" fmla="*/ 2147483647 w 114"/>
                <a:gd name="T27" fmla="*/ 2147483647 h 138"/>
                <a:gd name="T28" fmla="*/ 0 w 114"/>
                <a:gd name="T29" fmla="*/ 2147483647 h 138"/>
                <a:gd name="T30" fmla="*/ 0 w 114"/>
                <a:gd name="T31" fmla="*/ 2147483647 h 138"/>
                <a:gd name="T32" fmla="*/ 2147483647 w 114"/>
                <a:gd name="T33" fmla="*/ 2147483647 h 138"/>
                <a:gd name="T34" fmla="*/ 2147483647 w 114"/>
                <a:gd name="T35" fmla="*/ 2147483647 h 138"/>
                <a:gd name="T36" fmla="*/ 2147483647 w 114"/>
                <a:gd name="T37" fmla="*/ 2147483647 h 138"/>
                <a:gd name="T38" fmla="*/ 2147483647 w 114"/>
                <a:gd name="T39" fmla="*/ 2147483647 h 138"/>
                <a:gd name="T40" fmla="*/ 2147483647 w 114"/>
                <a:gd name="T41" fmla="*/ 2147483647 h 138"/>
                <a:gd name="T42" fmla="*/ 2147483647 w 114"/>
                <a:gd name="T43" fmla="*/ 2147483647 h 138"/>
                <a:gd name="T44" fmla="*/ 2147483647 w 114"/>
                <a:gd name="T45" fmla="*/ 2147483647 h 138"/>
                <a:gd name="T46" fmla="*/ 2147483647 w 114"/>
                <a:gd name="T47" fmla="*/ 2147483647 h 138"/>
                <a:gd name="T48" fmla="*/ 2147483647 w 114"/>
                <a:gd name="T49" fmla="*/ 2147483647 h 138"/>
                <a:gd name="T50" fmla="*/ 2147483647 w 114"/>
                <a:gd name="T51" fmla="*/ 2147483647 h 138"/>
                <a:gd name="T52" fmla="*/ 2147483647 w 114"/>
                <a:gd name="T53" fmla="*/ 2147483647 h 138"/>
                <a:gd name="T54" fmla="*/ 2147483647 w 114"/>
                <a:gd name="T55" fmla="*/ 2147483647 h 138"/>
                <a:gd name="T56" fmla="*/ 2147483647 w 114"/>
                <a:gd name="T57" fmla="*/ 2147483647 h 138"/>
                <a:gd name="T58" fmla="*/ 2147483647 w 114"/>
                <a:gd name="T59" fmla="*/ 2147483647 h 138"/>
                <a:gd name="T60" fmla="*/ 2147483647 w 114"/>
                <a:gd name="T61" fmla="*/ 2147483647 h 138"/>
                <a:gd name="T62" fmla="*/ 2147483647 w 114"/>
                <a:gd name="T63" fmla="*/ 2147483647 h 138"/>
                <a:gd name="T64" fmla="*/ 2147483647 w 114"/>
                <a:gd name="T65" fmla="*/ 2147483647 h 138"/>
                <a:gd name="T66" fmla="*/ 2147483647 w 114"/>
                <a:gd name="T67" fmla="*/ 2147483647 h 138"/>
                <a:gd name="T68" fmla="*/ 2147483647 w 114"/>
                <a:gd name="T69" fmla="*/ 2147483647 h 138"/>
                <a:gd name="T70" fmla="*/ 2147483647 w 114"/>
                <a:gd name="T71" fmla="*/ 2147483647 h 13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14"/>
                <a:gd name="T109" fmla="*/ 0 h 138"/>
                <a:gd name="T110" fmla="*/ 114 w 114"/>
                <a:gd name="T111" fmla="*/ 138 h 13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14" h="138">
                  <a:moveTo>
                    <a:pt x="114" y="42"/>
                  </a:moveTo>
                  <a:lnTo>
                    <a:pt x="108" y="48"/>
                  </a:lnTo>
                  <a:lnTo>
                    <a:pt x="96" y="30"/>
                  </a:lnTo>
                  <a:lnTo>
                    <a:pt x="84" y="18"/>
                  </a:lnTo>
                  <a:lnTo>
                    <a:pt x="66" y="6"/>
                  </a:lnTo>
                  <a:lnTo>
                    <a:pt x="60" y="6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42" y="24"/>
                  </a:lnTo>
                  <a:lnTo>
                    <a:pt x="24" y="24"/>
                  </a:lnTo>
                  <a:lnTo>
                    <a:pt x="18" y="30"/>
                  </a:lnTo>
                  <a:lnTo>
                    <a:pt x="18" y="36"/>
                  </a:lnTo>
                  <a:lnTo>
                    <a:pt x="12" y="48"/>
                  </a:lnTo>
                  <a:lnTo>
                    <a:pt x="6" y="48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24" y="72"/>
                  </a:lnTo>
                  <a:lnTo>
                    <a:pt x="6" y="102"/>
                  </a:lnTo>
                  <a:lnTo>
                    <a:pt x="18" y="102"/>
                  </a:lnTo>
                  <a:lnTo>
                    <a:pt x="24" y="96"/>
                  </a:lnTo>
                  <a:lnTo>
                    <a:pt x="36" y="96"/>
                  </a:lnTo>
                  <a:lnTo>
                    <a:pt x="36" y="114"/>
                  </a:lnTo>
                  <a:lnTo>
                    <a:pt x="60" y="138"/>
                  </a:lnTo>
                  <a:lnTo>
                    <a:pt x="72" y="126"/>
                  </a:lnTo>
                  <a:lnTo>
                    <a:pt x="66" y="108"/>
                  </a:lnTo>
                  <a:lnTo>
                    <a:pt x="60" y="114"/>
                  </a:lnTo>
                  <a:lnTo>
                    <a:pt x="42" y="102"/>
                  </a:lnTo>
                  <a:lnTo>
                    <a:pt x="66" y="102"/>
                  </a:lnTo>
                  <a:lnTo>
                    <a:pt x="78" y="96"/>
                  </a:lnTo>
                  <a:lnTo>
                    <a:pt x="78" y="78"/>
                  </a:lnTo>
                  <a:lnTo>
                    <a:pt x="108" y="90"/>
                  </a:lnTo>
                  <a:lnTo>
                    <a:pt x="114" y="84"/>
                  </a:lnTo>
                  <a:lnTo>
                    <a:pt x="114" y="90"/>
                  </a:lnTo>
                  <a:lnTo>
                    <a:pt x="114" y="4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55" name="Moldova" descr="© INSCALE GmbH, 05.05.2010&#10;http://www.presentationload.com/">
              <a:extLst>
                <a:ext uri="{FF2B5EF4-FFF2-40B4-BE49-F238E27FC236}">
                  <a16:creationId xmlns:a16="http://schemas.microsoft.com/office/drawing/2014/main" id="{AECA7D22-21A8-494B-AC0B-09B4BE5A2C90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313577" y="1722702"/>
              <a:ext cx="71083" cy="78352"/>
            </a:xfrm>
            <a:custGeom>
              <a:avLst/>
              <a:gdLst>
                <a:gd name="T0" fmla="*/ 2147483647 w 216"/>
                <a:gd name="T1" fmla="*/ 2147483647 h 240"/>
                <a:gd name="T2" fmla="*/ 2147483647 w 216"/>
                <a:gd name="T3" fmla="*/ 2147483647 h 240"/>
                <a:gd name="T4" fmla="*/ 2147483647 w 216"/>
                <a:gd name="T5" fmla="*/ 2147483647 h 240"/>
                <a:gd name="T6" fmla="*/ 2147483647 w 216"/>
                <a:gd name="T7" fmla="*/ 2147483647 h 240"/>
                <a:gd name="T8" fmla="*/ 2147483647 w 216"/>
                <a:gd name="T9" fmla="*/ 2147483647 h 240"/>
                <a:gd name="T10" fmla="*/ 2147483647 w 216"/>
                <a:gd name="T11" fmla="*/ 2147483647 h 240"/>
                <a:gd name="T12" fmla="*/ 2147483647 w 216"/>
                <a:gd name="T13" fmla="*/ 2147483647 h 240"/>
                <a:gd name="T14" fmla="*/ 2147483647 w 216"/>
                <a:gd name="T15" fmla="*/ 2147483647 h 240"/>
                <a:gd name="T16" fmla="*/ 2147483647 w 216"/>
                <a:gd name="T17" fmla="*/ 2147483647 h 240"/>
                <a:gd name="T18" fmla="*/ 2147483647 w 216"/>
                <a:gd name="T19" fmla="*/ 2147483647 h 240"/>
                <a:gd name="T20" fmla="*/ 2147483647 w 216"/>
                <a:gd name="T21" fmla="*/ 2147483647 h 240"/>
                <a:gd name="T22" fmla="*/ 2147483647 w 216"/>
                <a:gd name="T23" fmla="*/ 2147483647 h 240"/>
                <a:gd name="T24" fmla="*/ 2147483647 w 216"/>
                <a:gd name="T25" fmla="*/ 2147483647 h 240"/>
                <a:gd name="T26" fmla="*/ 2147483647 w 216"/>
                <a:gd name="T27" fmla="*/ 2147483647 h 240"/>
                <a:gd name="T28" fmla="*/ 2147483647 w 216"/>
                <a:gd name="T29" fmla="*/ 2147483647 h 240"/>
                <a:gd name="T30" fmla="*/ 2147483647 w 216"/>
                <a:gd name="T31" fmla="*/ 2147483647 h 240"/>
                <a:gd name="T32" fmla="*/ 2147483647 w 216"/>
                <a:gd name="T33" fmla="*/ 2147483647 h 240"/>
                <a:gd name="T34" fmla="*/ 2147483647 w 216"/>
                <a:gd name="T35" fmla="*/ 2147483647 h 240"/>
                <a:gd name="T36" fmla="*/ 2147483647 w 216"/>
                <a:gd name="T37" fmla="*/ 2147483647 h 240"/>
                <a:gd name="T38" fmla="*/ 2147483647 w 216"/>
                <a:gd name="T39" fmla="*/ 2147483647 h 240"/>
                <a:gd name="T40" fmla="*/ 2147483647 w 216"/>
                <a:gd name="T41" fmla="*/ 2147483647 h 240"/>
                <a:gd name="T42" fmla="*/ 2147483647 w 216"/>
                <a:gd name="T43" fmla="*/ 2147483647 h 240"/>
                <a:gd name="T44" fmla="*/ 2147483647 w 216"/>
                <a:gd name="T45" fmla="*/ 2147483647 h 240"/>
                <a:gd name="T46" fmla="*/ 2147483647 w 216"/>
                <a:gd name="T47" fmla="*/ 2147483647 h 240"/>
                <a:gd name="T48" fmla="*/ 2147483647 w 216"/>
                <a:gd name="T49" fmla="*/ 2147483647 h 240"/>
                <a:gd name="T50" fmla="*/ 2147483647 w 216"/>
                <a:gd name="T51" fmla="*/ 2147483647 h 240"/>
                <a:gd name="T52" fmla="*/ 2147483647 w 216"/>
                <a:gd name="T53" fmla="*/ 2147483647 h 240"/>
                <a:gd name="T54" fmla="*/ 2147483647 w 216"/>
                <a:gd name="T55" fmla="*/ 2147483647 h 240"/>
                <a:gd name="T56" fmla="*/ 2147483647 w 216"/>
                <a:gd name="T57" fmla="*/ 2147483647 h 240"/>
                <a:gd name="T58" fmla="*/ 2147483647 w 216"/>
                <a:gd name="T59" fmla="*/ 2147483647 h 240"/>
                <a:gd name="T60" fmla="*/ 2147483647 w 216"/>
                <a:gd name="T61" fmla="*/ 0 h 240"/>
                <a:gd name="T62" fmla="*/ 2147483647 w 216"/>
                <a:gd name="T63" fmla="*/ 2147483647 h 240"/>
                <a:gd name="T64" fmla="*/ 2147483647 w 216"/>
                <a:gd name="T65" fmla="*/ 2147483647 h 240"/>
                <a:gd name="T66" fmla="*/ 2147483647 w 216"/>
                <a:gd name="T67" fmla="*/ 2147483647 h 24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16"/>
                <a:gd name="T103" fmla="*/ 0 h 240"/>
                <a:gd name="T104" fmla="*/ 216 w 216"/>
                <a:gd name="T105" fmla="*/ 240 h 24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16" h="240">
                  <a:moveTo>
                    <a:pt x="0" y="18"/>
                  </a:moveTo>
                  <a:lnTo>
                    <a:pt x="18" y="24"/>
                  </a:lnTo>
                  <a:lnTo>
                    <a:pt x="24" y="30"/>
                  </a:lnTo>
                  <a:lnTo>
                    <a:pt x="30" y="42"/>
                  </a:lnTo>
                  <a:lnTo>
                    <a:pt x="36" y="48"/>
                  </a:lnTo>
                  <a:lnTo>
                    <a:pt x="36" y="60"/>
                  </a:lnTo>
                  <a:lnTo>
                    <a:pt x="60" y="72"/>
                  </a:lnTo>
                  <a:lnTo>
                    <a:pt x="66" y="96"/>
                  </a:lnTo>
                  <a:lnTo>
                    <a:pt x="78" y="96"/>
                  </a:lnTo>
                  <a:lnTo>
                    <a:pt x="84" y="114"/>
                  </a:lnTo>
                  <a:lnTo>
                    <a:pt x="102" y="114"/>
                  </a:lnTo>
                  <a:lnTo>
                    <a:pt x="108" y="120"/>
                  </a:lnTo>
                  <a:lnTo>
                    <a:pt x="108" y="162"/>
                  </a:lnTo>
                  <a:lnTo>
                    <a:pt x="114" y="162"/>
                  </a:lnTo>
                  <a:lnTo>
                    <a:pt x="108" y="168"/>
                  </a:lnTo>
                  <a:lnTo>
                    <a:pt x="108" y="180"/>
                  </a:lnTo>
                  <a:lnTo>
                    <a:pt x="102" y="186"/>
                  </a:lnTo>
                  <a:lnTo>
                    <a:pt x="102" y="198"/>
                  </a:lnTo>
                  <a:lnTo>
                    <a:pt x="108" y="210"/>
                  </a:lnTo>
                  <a:lnTo>
                    <a:pt x="114" y="216"/>
                  </a:lnTo>
                  <a:lnTo>
                    <a:pt x="114" y="240"/>
                  </a:lnTo>
                  <a:lnTo>
                    <a:pt x="138" y="234"/>
                  </a:lnTo>
                  <a:lnTo>
                    <a:pt x="138" y="222"/>
                  </a:lnTo>
                  <a:lnTo>
                    <a:pt x="132" y="216"/>
                  </a:lnTo>
                  <a:lnTo>
                    <a:pt x="132" y="204"/>
                  </a:lnTo>
                  <a:lnTo>
                    <a:pt x="138" y="204"/>
                  </a:lnTo>
                  <a:lnTo>
                    <a:pt x="150" y="198"/>
                  </a:lnTo>
                  <a:lnTo>
                    <a:pt x="156" y="192"/>
                  </a:lnTo>
                  <a:lnTo>
                    <a:pt x="174" y="180"/>
                  </a:lnTo>
                  <a:lnTo>
                    <a:pt x="168" y="174"/>
                  </a:lnTo>
                  <a:lnTo>
                    <a:pt x="156" y="168"/>
                  </a:lnTo>
                  <a:lnTo>
                    <a:pt x="150" y="168"/>
                  </a:lnTo>
                  <a:lnTo>
                    <a:pt x="150" y="162"/>
                  </a:lnTo>
                  <a:lnTo>
                    <a:pt x="156" y="156"/>
                  </a:lnTo>
                  <a:lnTo>
                    <a:pt x="174" y="156"/>
                  </a:lnTo>
                  <a:lnTo>
                    <a:pt x="180" y="162"/>
                  </a:lnTo>
                  <a:lnTo>
                    <a:pt x="198" y="162"/>
                  </a:lnTo>
                  <a:lnTo>
                    <a:pt x="210" y="156"/>
                  </a:lnTo>
                  <a:lnTo>
                    <a:pt x="216" y="156"/>
                  </a:lnTo>
                  <a:lnTo>
                    <a:pt x="216" y="126"/>
                  </a:lnTo>
                  <a:lnTo>
                    <a:pt x="210" y="120"/>
                  </a:lnTo>
                  <a:lnTo>
                    <a:pt x="198" y="120"/>
                  </a:lnTo>
                  <a:lnTo>
                    <a:pt x="192" y="114"/>
                  </a:lnTo>
                  <a:lnTo>
                    <a:pt x="180" y="114"/>
                  </a:lnTo>
                  <a:lnTo>
                    <a:pt x="180" y="96"/>
                  </a:lnTo>
                  <a:lnTo>
                    <a:pt x="186" y="90"/>
                  </a:lnTo>
                  <a:lnTo>
                    <a:pt x="180" y="84"/>
                  </a:lnTo>
                  <a:lnTo>
                    <a:pt x="174" y="84"/>
                  </a:lnTo>
                  <a:lnTo>
                    <a:pt x="162" y="90"/>
                  </a:lnTo>
                  <a:lnTo>
                    <a:pt x="162" y="66"/>
                  </a:lnTo>
                  <a:lnTo>
                    <a:pt x="168" y="60"/>
                  </a:lnTo>
                  <a:lnTo>
                    <a:pt x="162" y="48"/>
                  </a:lnTo>
                  <a:lnTo>
                    <a:pt x="156" y="42"/>
                  </a:lnTo>
                  <a:lnTo>
                    <a:pt x="144" y="36"/>
                  </a:lnTo>
                  <a:lnTo>
                    <a:pt x="126" y="36"/>
                  </a:lnTo>
                  <a:lnTo>
                    <a:pt x="126" y="24"/>
                  </a:lnTo>
                  <a:lnTo>
                    <a:pt x="120" y="18"/>
                  </a:lnTo>
                  <a:lnTo>
                    <a:pt x="78" y="18"/>
                  </a:lnTo>
                  <a:lnTo>
                    <a:pt x="78" y="12"/>
                  </a:lnTo>
                  <a:lnTo>
                    <a:pt x="72" y="12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2" y="6"/>
                  </a:lnTo>
                  <a:lnTo>
                    <a:pt x="36" y="6"/>
                  </a:lnTo>
                  <a:lnTo>
                    <a:pt x="36" y="12"/>
                  </a:lnTo>
                  <a:lnTo>
                    <a:pt x="24" y="12"/>
                  </a:lnTo>
                  <a:lnTo>
                    <a:pt x="12" y="6"/>
                  </a:lnTo>
                  <a:lnTo>
                    <a:pt x="6" y="6"/>
                  </a:lnTo>
                  <a:lnTo>
                    <a:pt x="0" y="1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56" name="Mozambique" descr="© INSCALE GmbH, 05.05.2010&#10;http://www.presentationload.com/">
              <a:extLst>
                <a:ext uri="{FF2B5EF4-FFF2-40B4-BE49-F238E27FC236}">
                  <a16:creationId xmlns:a16="http://schemas.microsoft.com/office/drawing/2014/main" id="{5D1D31E5-6A61-4338-8E30-4C287FC6AA46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436354" y="3279441"/>
              <a:ext cx="252022" cy="439277"/>
            </a:xfrm>
            <a:custGeom>
              <a:avLst/>
              <a:gdLst>
                <a:gd name="T0" fmla="*/ 2147483647 w 762"/>
                <a:gd name="T1" fmla="*/ 2147483647 h 1338"/>
                <a:gd name="T2" fmla="*/ 2147483647 w 762"/>
                <a:gd name="T3" fmla="*/ 2147483647 h 1338"/>
                <a:gd name="T4" fmla="*/ 2147483647 w 762"/>
                <a:gd name="T5" fmla="*/ 2147483647 h 1338"/>
                <a:gd name="T6" fmla="*/ 2147483647 w 762"/>
                <a:gd name="T7" fmla="*/ 2147483647 h 1338"/>
                <a:gd name="T8" fmla="*/ 2147483647 w 762"/>
                <a:gd name="T9" fmla="*/ 2147483647 h 1338"/>
                <a:gd name="T10" fmla="*/ 2147483647 w 762"/>
                <a:gd name="T11" fmla="*/ 2147483647 h 1338"/>
                <a:gd name="T12" fmla="*/ 2147483647 w 762"/>
                <a:gd name="T13" fmla="*/ 2147483647 h 1338"/>
                <a:gd name="T14" fmla="*/ 2147483647 w 762"/>
                <a:gd name="T15" fmla="*/ 2147483647 h 1338"/>
                <a:gd name="T16" fmla="*/ 2147483647 w 762"/>
                <a:gd name="T17" fmla="*/ 2147483647 h 1338"/>
                <a:gd name="T18" fmla="*/ 2147483647 w 762"/>
                <a:gd name="T19" fmla="*/ 2147483647 h 1338"/>
                <a:gd name="T20" fmla="*/ 2147483647 w 762"/>
                <a:gd name="T21" fmla="*/ 2147483647 h 1338"/>
                <a:gd name="T22" fmla="*/ 2147483647 w 762"/>
                <a:gd name="T23" fmla="*/ 2147483647 h 1338"/>
                <a:gd name="T24" fmla="*/ 2147483647 w 762"/>
                <a:gd name="T25" fmla="*/ 2147483647 h 1338"/>
                <a:gd name="T26" fmla="*/ 2147483647 w 762"/>
                <a:gd name="T27" fmla="*/ 2147483647 h 1338"/>
                <a:gd name="T28" fmla="*/ 2147483647 w 762"/>
                <a:gd name="T29" fmla="*/ 2147483647 h 1338"/>
                <a:gd name="T30" fmla="*/ 2147483647 w 762"/>
                <a:gd name="T31" fmla="*/ 2147483647 h 1338"/>
                <a:gd name="T32" fmla="*/ 2147483647 w 762"/>
                <a:gd name="T33" fmla="*/ 2147483647 h 1338"/>
                <a:gd name="T34" fmla="*/ 2147483647 w 762"/>
                <a:gd name="T35" fmla="*/ 2147483647 h 1338"/>
                <a:gd name="T36" fmla="*/ 2147483647 w 762"/>
                <a:gd name="T37" fmla="*/ 2147483647 h 1338"/>
                <a:gd name="T38" fmla="*/ 2147483647 w 762"/>
                <a:gd name="T39" fmla="*/ 2147483647 h 1338"/>
                <a:gd name="T40" fmla="*/ 2147483647 w 762"/>
                <a:gd name="T41" fmla="*/ 2147483647 h 1338"/>
                <a:gd name="T42" fmla="*/ 2147483647 w 762"/>
                <a:gd name="T43" fmla="*/ 2147483647 h 1338"/>
                <a:gd name="T44" fmla="*/ 2147483647 w 762"/>
                <a:gd name="T45" fmla="*/ 2147483647 h 1338"/>
                <a:gd name="T46" fmla="*/ 2147483647 w 762"/>
                <a:gd name="T47" fmla="*/ 2147483647 h 1338"/>
                <a:gd name="T48" fmla="*/ 2147483647 w 762"/>
                <a:gd name="T49" fmla="*/ 2147483647 h 1338"/>
                <a:gd name="T50" fmla="*/ 2147483647 w 762"/>
                <a:gd name="T51" fmla="*/ 2147483647 h 1338"/>
                <a:gd name="T52" fmla="*/ 2147483647 w 762"/>
                <a:gd name="T53" fmla="*/ 2147483647 h 1338"/>
                <a:gd name="T54" fmla="*/ 2147483647 w 762"/>
                <a:gd name="T55" fmla="*/ 2147483647 h 1338"/>
                <a:gd name="T56" fmla="*/ 0 w 762"/>
                <a:gd name="T57" fmla="*/ 2147483647 h 1338"/>
                <a:gd name="T58" fmla="*/ 2147483647 w 762"/>
                <a:gd name="T59" fmla="*/ 2147483647 h 1338"/>
                <a:gd name="T60" fmla="*/ 2147483647 w 762"/>
                <a:gd name="T61" fmla="*/ 2147483647 h 1338"/>
                <a:gd name="T62" fmla="*/ 2147483647 w 762"/>
                <a:gd name="T63" fmla="*/ 2147483647 h 1338"/>
                <a:gd name="T64" fmla="*/ 2147483647 w 762"/>
                <a:gd name="T65" fmla="*/ 2147483647 h 1338"/>
                <a:gd name="T66" fmla="*/ 2147483647 w 762"/>
                <a:gd name="T67" fmla="*/ 2147483647 h 1338"/>
                <a:gd name="T68" fmla="*/ 2147483647 w 762"/>
                <a:gd name="T69" fmla="*/ 2147483647 h 1338"/>
                <a:gd name="T70" fmla="*/ 2147483647 w 762"/>
                <a:gd name="T71" fmla="*/ 2147483647 h 1338"/>
                <a:gd name="T72" fmla="*/ 2147483647 w 762"/>
                <a:gd name="T73" fmla="*/ 2147483647 h 1338"/>
                <a:gd name="T74" fmla="*/ 2147483647 w 762"/>
                <a:gd name="T75" fmla="*/ 2147483647 h 1338"/>
                <a:gd name="T76" fmla="*/ 2147483647 w 762"/>
                <a:gd name="T77" fmla="*/ 2147483647 h 1338"/>
                <a:gd name="T78" fmla="*/ 2147483647 w 762"/>
                <a:gd name="T79" fmla="*/ 2147483647 h 1338"/>
                <a:gd name="T80" fmla="*/ 2147483647 w 762"/>
                <a:gd name="T81" fmla="*/ 2147483647 h 1338"/>
                <a:gd name="T82" fmla="*/ 2147483647 w 762"/>
                <a:gd name="T83" fmla="*/ 2147483647 h 1338"/>
                <a:gd name="T84" fmla="*/ 2147483647 w 762"/>
                <a:gd name="T85" fmla="*/ 2147483647 h 1338"/>
                <a:gd name="T86" fmla="*/ 2147483647 w 762"/>
                <a:gd name="T87" fmla="*/ 2147483647 h 1338"/>
                <a:gd name="T88" fmla="*/ 2147483647 w 762"/>
                <a:gd name="T89" fmla="*/ 2147483647 h 1338"/>
                <a:gd name="T90" fmla="*/ 2147483647 w 762"/>
                <a:gd name="T91" fmla="*/ 2147483647 h 1338"/>
                <a:gd name="T92" fmla="*/ 2147483647 w 762"/>
                <a:gd name="T93" fmla="*/ 2147483647 h 1338"/>
                <a:gd name="T94" fmla="*/ 2147483647 w 762"/>
                <a:gd name="T95" fmla="*/ 2147483647 h 1338"/>
                <a:gd name="T96" fmla="*/ 2147483647 w 762"/>
                <a:gd name="T97" fmla="*/ 2147483647 h 1338"/>
                <a:gd name="T98" fmla="*/ 2147483647 w 762"/>
                <a:gd name="T99" fmla="*/ 2147483647 h 1338"/>
                <a:gd name="T100" fmla="*/ 2147483647 w 762"/>
                <a:gd name="T101" fmla="*/ 2147483647 h 1338"/>
                <a:gd name="T102" fmla="*/ 2147483647 w 762"/>
                <a:gd name="T103" fmla="*/ 2147483647 h 1338"/>
                <a:gd name="T104" fmla="*/ 2147483647 w 762"/>
                <a:gd name="T105" fmla="*/ 2147483647 h 1338"/>
                <a:gd name="T106" fmla="*/ 2147483647 w 762"/>
                <a:gd name="T107" fmla="*/ 2147483647 h 1338"/>
                <a:gd name="T108" fmla="*/ 2147483647 w 762"/>
                <a:gd name="T109" fmla="*/ 2147483647 h 1338"/>
                <a:gd name="T110" fmla="*/ 2147483647 w 762"/>
                <a:gd name="T111" fmla="*/ 2147483647 h 1338"/>
                <a:gd name="T112" fmla="*/ 2147483647 w 762"/>
                <a:gd name="T113" fmla="*/ 2147483647 h 1338"/>
                <a:gd name="T114" fmla="*/ 2147483647 w 762"/>
                <a:gd name="T115" fmla="*/ 2147483647 h 1338"/>
                <a:gd name="T116" fmla="*/ 2147483647 w 762"/>
                <a:gd name="T117" fmla="*/ 2147483647 h 1338"/>
                <a:gd name="T118" fmla="*/ 2147483647 w 762"/>
                <a:gd name="T119" fmla="*/ 2147483647 h 1338"/>
                <a:gd name="T120" fmla="*/ 2147483647 w 762"/>
                <a:gd name="T121" fmla="*/ 2147483647 h 1338"/>
                <a:gd name="T122" fmla="*/ 2147483647 w 762"/>
                <a:gd name="T123" fmla="*/ 2147483647 h 133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2"/>
                <a:gd name="T187" fmla="*/ 0 h 1338"/>
                <a:gd name="T188" fmla="*/ 762 w 762"/>
                <a:gd name="T189" fmla="*/ 1338 h 133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2" h="1338">
                  <a:moveTo>
                    <a:pt x="762" y="342"/>
                  </a:moveTo>
                  <a:lnTo>
                    <a:pt x="762" y="324"/>
                  </a:lnTo>
                  <a:lnTo>
                    <a:pt x="756" y="318"/>
                  </a:lnTo>
                  <a:lnTo>
                    <a:pt x="744" y="318"/>
                  </a:lnTo>
                  <a:lnTo>
                    <a:pt x="744" y="258"/>
                  </a:lnTo>
                  <a:lnTo>
                    <a:pt x="732" y="246"/>
                  </a:lnTo>
                  <a:lnTo>
                    <a:pt x="750" y="234"/>
                  </a:lnTo>
                  <a:lnTo>
                    <a:pt x="738" y="186"/>
                  </a:lnTo>
                  <a:lnTo>
                    <a:pt x="750" y="156"/>
                  </a:lnTo>
                  <a:lnTo>
                    <a:pt x="738" y="120"/>
                  </a:lnTo>
                  <a:lnTo>
                    <a:pt x="738" y="108"/>
                  </a:lnTo>
                  <a:lnTo>
                    <a:pt x="750" y="72"/>
                  </a:lnTo>
                  <a:lnTo>
                    <a:pt x="756" y="42"/>
                  </a:lnTo>
                  <a:lnTo>
                    <a:pt x="756" y="12"/>
                  </a:lnTo>
                  <a:lnTo>
                    <a:pt x="744" y="0"/>
                  </a:lnTo>
                  <a:lnTo>
                    <a:pt x="666" y="54"/>
                  </a:lnTo>
                  <a:lnTo>
                    <a:pt x="636" y="60"/>
                  </a:lnTo>
                  <a:lnTo>
                    <a:pt x="630" y="60"/>
                  </a:lnTo>
                  <a:lnTo>
                    <a:pt x="618" y="72"/>
                  </a:lnTo>
                  <a:lnTo>
                    <a:pt x="606" y="78"/>
                  </a:lnTo>
                  <a:lnTo>
                    <a:pt x="594" y="78"/>
                  </a:lnTo>
                  <a:lnTo>
                    <a:pt x="594" y="72"/>
                  </a:lnTo>
                  <a:lnTo>
                    <a:pt x="588" y="66"/>
                  </a:lnTo>
                  <a:lnTo>
                    <a:pt x="564" y="66"/>
                  </a:lnTo>
                  <a:lnTo>
                    <a:pt x="558" y="72"/>
                  </a:lnTo>
                  <a:lnTo>
                    <a:pt x="552" y="84"/>
                  </a:lnTo>
                  <a:lnTo>
                    <a:pt x="540" y="90"/>
                  </a:lnTo>
                  <a:lnTo>
                    <a:pt x="528" y="102"/>
                  </a:lnTo>
                  <a:lnTo>
                    <a:pt x="510" y="102"/>
                  </a:lnTo>
                  <a:lnTo>
                    <a:pt x="498" y="96"/>
                  </a:lnTo>
                  <a:lnTo>
                    <a:pt x="492" y="90"/>
                  </a:lnTo>
                  <a:lnTo>
                    <a:pt x="486" y="90"/>
                  </a:lnTo>
                  <a:lnTo>
                    <a:pt x="468" y="108"/>
                  </a:lnTo>
                  <a:lnTo>
                    <a:pt x="456" y="108"/>
                  </a:lnTo>
                  <a:lnTo>
                    <a:pt x="450" y="102"/>
                  </a:lnTo>
                  <a:lnTo>
                    <a:pt x="438" y="96"/>
                  </a:lnTo>
                  <a:lnTo>
                    <a:pt x="432" y="84"/>
                  </a:lnTo>
                  <a:lnTo>
                    <a:pt x="420" y="78"/>
                  </a:lnTo>
                  <a:lnTo>
                    <a:pt x="408" y="78"/>
                  </a:lnTo>
                  <a:lnTo>
                    <a:pt x="396" y="90"/>
                  </a:lnTo>
                  <a:lnTo>
                    <a:pt x="390" y="90"/>
                  </a:lnTo>
                  <a:lnTo>
                    <a:pt x="384" y="96"/>
                  </a:lnTo>
                  <a:lnTo>
                    <a:pt x="354" y="96"/>
                  </a:lnTo>
                  <a:lnTo>
                    <a:pt x="354" y="114"/>
                  </a:lnTo>
                  <a:lnTo>
                    <a:pt x="330" y="138"/>
                  </a:lnTo>
                  <a:lnTo>
                    <a:pt x="330" y="150"/>
                  </a:lnTo>
                  <a:lnTo>
                    <a:pt x="342" y="162"/>
                  </a:lnTo>
                  <a:lnTo>
                    <a:pt x="348" y="174"/>
                  </a:lnTo>
                  <a:lnTo>
                    <a:pt x="348" y="204"/>
                  </a:lnTo>
                  <a:lnTo>
                    <a:pt x="342" y="216"/>
                  </a:lnTo>
                  <a:lnTo>
                    <a:pt x="336" y="234"/>
                  </a:lnTo>
                  <a:lnTo>
                    <a:pt x="336" y="246"/>
                  </a:lnTo>
                  <a:lnTo>
                    <a:pt x="342" y="246"/>
                  </a:lnTo>
                  <a:lnTo>
                    <a:pt x="342" y="252"/>
                  </a:lnTo>
                  <a:lnTo>
                    <a:pt x="348" y="252"/>
                  </a:lnTo>
                  <a:lnTo>
                    <a:pt x="372" y="276"/>
                  </a:lnTo>
                  <a:lnTo>
                    <a:pt x="384" y="300"/>
                  </a:lnTo>
                  <a:lnTo>
                    <a:pt x="390" y="306"/>
                  </a:lnTo>
                  <a:lnTo>
                    <a:pt x="396" y="318"/>
                  </a:lnTo>
                  <a:lnTo>
                    <a:pt x="408" y="336"/>
                  </a:lnTo>
                  <a:lnTo>
                    <a:pt x="420" y="348"/>
                  </a:lnTo>
                  <a:lnTo>
                    <a:pt x="420" y="366"/>
                  </a:lnTo>
                  <a:lnTo>
                    <a:pt x="414" y="372"/>
                  </a:lnTo>
                  <a:lnTo>
                    <a:pt x="408" y="384"/>
                  </a:lnTo>
                  <a:lnTo>
                    <a:pt x="402" y="390"/>
                  </a:lnTo>
                  <a:lnTo>
                    <a:pt x="402" y="450"/>
                  </a:lnTo>
                  <a:lnTo>
                    <a:pt x="396" y="456"/>
                  </a:lnTo>
                  <a:lnTo>
                    <a:pt x="372" y="456"/>
                  </a:lnTo>
                  <a:lnTo>
                    <a:pt x="360" y="462"/>
                  </a:lnTo>
                  <a:lnTo>
                    <a:pt x="354" y="474"/>
                  </a:lnTo>
                  <a:lnTo>
                    <a:pt x="354" y="492"/>
                  </a:lnTo>
                  <a:lnTo>
                    <a:pt x="360" y="492"/>
                  </a:lnTo>
                  <a:lnTo>
                    <a:pt x="366" y="498"/>
                  </a:lnTo>
                  <a:lnTo>
                    <a:pt x="366" y="528"/>
                  </a:lnTo>
                  <a:lnTo>
                    <a:pt x="354" y="534"/>
                  </a:lnTo>
                  <a:lnTo>
                    <a:pt x="348" y="540"/>
                  </a:lnTo>
                  <a:lnTo>
                    <a:pt x="342" y="534"/>
                  </a:lnTo>
                  <a:lnTo>
                    <a:pt x="342" y="522"/>
                  </a:lnTo>
                  <a:lnTo>
                    <a:pt x="348" y="516"/>
                  </a:lnTo>
                  <a:lnTo>
                    <a:pt x="348" y="504"/>
                  </a:lnTo>
                  <a:lnTo>
                    <a:pt x="336" y="498"/>
                  </a:lnTo>
                  <a:lnTo>
                    <a:pt x="330" y="492"/>
                  </a:lnTo>
                  <a:lnTo>
                    <a:pt x="318" y="486"/>
                  </a:lnTo>
                  <a:lnTo>
                    <a:pt x="312" y="480"/>
                  </a:lnTo>
                  <a:lnTo>
                    <a:pt x="300" y="474"/>
                  </a:lnTo>
                  <a:lnTo>
                    <a:pt x="300" y="444"/>
                  </a:lnTo>
                  <a:lnTo>
                    <a:pt x="288" y="444"/>
                  </a:lnTo>
                  <a:lnTo>
                    <a:pt x="288" y="438"/>
                  </a:lnTo>
                  <a:lnTo>
                    <a:pt x="294" y="432"/>
                  </a:lnTo>
                  <a:lnTo>
                    <a:pt x="306" y="426"/>
                  </a:lnTo>
                  <a:lnTo>
                    <a:pt x="312" y="420"/>
                  </a:lnTo>
                  <a:lnTo>
                    <a:pt x="300" y="402"/>
                  </a:lnTo>
                  <a:lnTo>
                    <a:pt x="312" y="396"/>
                  </a:lnTo>
                  <a:lnTo>
                    <a:pt x="318" y="366"/>
                  </a:lnTo>
                  <a:lnTo>
                    <a:pt x="312" y="366"/>
                  </a:lnTo>
                  <a:lnTo>
                    <a:pt x="312" y="330"/>
                  </a:lnTo>
                  <a:lnTo>
                    <a:pt x="306" y="324"/>
                  </a:lnTo>
                  <a:lnTo>
                    <a:pt x="288" y="324"/>
                  </a:lnTo>
                  <a:lnTo>
                    <a:pt x="282" y="330"/>
                  </a:lnTo>
                  <a:lnTo>
                    <a:pt x="252" y="330"/>
                  </a:lnTo>
                  <a:lnTo>
                    <a:pt x="222" y="282"/>
                  </a:lnTo>
                  <a:lnTo>
                    <a:pt x="216" y="282"/>
                  </a:lnTo>
                  <a:lnTo>
                    <a:pt x="210" y="288"/>
                  </a:lnTo>
                  <a:lnTo>
                    <a:pt x="192" y="294"/>
                  </a:lnTo>
                  <a:lnTo>
                    <a:pt x="180" y="300"/>
                  </a:lnTo>
                  <a:lnTo>
                    <a:pt x="162" y="312"/>
                  </a:lnTo>
                  <a:lnTo>
                    <a:pt x="138" y="324"/>
                  </a:lnTo>
                  <a:lnTo>
                    <a:pt x="132" y="324"/>
                  </a:lnTo>
                  <a:lnTo>
                    <a:pt x="120" y="330"/>
                  </a:lnTo>
                  <a:lnTo>
                    <a:pt x="102" y="336"/>
                  </a:lnTo>
                  <a:lnTo>
                    <a:pt x="84" y="336"/>
                  </a:lnTo>
                  <a:lnTo>
                    <a:pt x="72" y="342"/>
                  </a:lnTo>
                  <a:lnTo>
                    <a:pt x="60" y="342"/>
                  </a:lnTo>
                  <a:lnTo>
                    <a:pt x="42" y="360"/>
                  </a:lnTo>
                  <a:lnTo>
                    <a:pt x="12" y="360"/>
                  </a:lnTo>
                  <a:lnTo>
                    <a:pt x="0" y="372"/>
                  </a:lnTo>
                  <a:lnTo>
                    <a:pt x="18" y="390"/>
                  </a:lnTo>
                  <a:lnTo>
                    <a:pt x="24" y="444"/>
                  </a:lnTo>
                  <a:lnTo>
                    <a:pt x="84" y="444"/>
                  </a:lnTo>
                  <a:lnTo>
                    <a:pt x="96" y="462"/>
                  </a:lnTo>
                  <a:lnTo>
                    <a:pt x="114" y="462"/>
                  </a:lnTo>
                  <a:lnTo>
                    <a:pt x="132" y="486"/>
                  </a:lnTo>
                  <a:lnTo>
                    <a:pt x="138" y="486"/>
                  </a:lnTo>
                  <a:lnTo>
                    <a:pt x="150" y="480"/>
                  </a:lnTo>
                  <a:lnTo>
                    <a:pt x="162" y="480"/>
                  </a:lnTo>
                  <a:lnTo>
                    <a:pt x="180" y="498"/>
                  </a:lnTo>
                  <a:lnTo>
                    <a:pt x="192" y="498"/>
                  </a:lnTo>
                  <a:lnTo>
                    <a:pt x="204" y="510"/>
                  </a:lnTo>
                  <a:lnTo>
                    <a:pt x="204" y="516"/>
                  </a:lnTo>
                  <a:lnTo>
                    <a:pt x="198" y="528"/>
                  </a:lnTo>
                  <a:lnTo>
                    <a:pt x="192" y="534"/>
                  </a:lnTo>
                  <a:lnTo>
                    <a:pt x="204" y="552"/>
                  </a:lnTo>
                  <a:lnTo>
                    <a:pt x="192" y="564"/>
                  </a:lnTo>
                  <a:lnTo>
                    <a:pt x="204" y="576"/>
                  </a:lnTo>
                  <a:lnTo>
                    <a:pt x="198" y="582"/>
                  </a:lnTo>
                  <a:lnTo>
                    <a:pt x="198" y="588"/>
                  </a:lnTo>
                  <a:lnTo>
                    <a:pt x="192" y="594"/>
                  </a:lnTo>
                  <a:lnTo>
                    <a:pt x="192" y="606"/>
                  </a:lnTo>
                  <a:lnTo>
                    <a:pt x="204" y="630"/>
                  </a:lnTo>
                  <a:lnTo>
                    <a:pt x="204" y="642"/>
                  </a:lnTo>
                  <a:lnTo>
                    <a:pt x="198" y="648"/>
                  </a:lnTo>
                  <a:lnTo>
                    <a:pt x="198" y="654"/>
                  </a:lnTo>
                  <a:lnTo>
                    <a:pt x="192" y="654"/>
                  </a:lnTo>
                  <a:lnTo>
                    <a:pt x="192" y="666"/>
                  </a:lnTo>
                  <a:lnTo>
                    <a:pt x="174" y="678"/>
                  </a:lnTo>
                  <a:lnTo>
                    <a:pt x="192" y="702"/>
                  </a:lnTo>
                  <a:lnTo>
                    <a:pt x="174" y="720"/>
                  </a:lnTo>
                  <a:lnTo>
                    <a:pt x="174" y="732"/>
                  </a:lnTo>
                  <a:lnTo>
                    <a:pt x="198" y="756"/>
                  </a:lnTo>
                  <a:lnTo>
                    <a:pt x="198" y="762"/>
                  </a:lnTo>
                  <a:lnTo>
                    <a:pt x="192" y="774"/>
                  </a:lnTo>
                  <a:lnTo>
                    <a:pt x="180" y="786"/>
                  </a:lnTo>
                  <a:lnTo>
                    <a:pt x="180" y="798"/>
                  </a:lnTo>
                  <a:lnTo>
                    <a:pt x="168" y="810"/>
                  </a:lnTo>
                  <a:lnTo>
                    <a:pt x="156" y="816"/>
                  </a:lnTo>
                  <a:lnTo>
                    <a:pt x="156" y="846"/>
                  </a:lnTo>
                  <a:lnTo>
                    <a:pt x="144" y="858"/>
                  </a:lnTo>
                  <a:lnTo>
                    <a:pt x="156" y="876"/>
                  </a:lnTo>
                  <a:lnTo>
                    <a:pt x="138" y="882"/>
                  </a:lnTo>
                  <a:lnTo>
                    <a:pt x="72" y="966"/>
                  </a:lnTo>
                  <a:lnTo>
                    <a:pt x="72" y="996"/>
                  </a:lnTo>
                  <a:lnTo>
                    <a:pt x="78" y="1014"/>
                  </a:lnTo>
                  <a:lnTo>
                    <a:pt x="78" y="1032"/>
                  </a:lnTo>
                  <a:lnTo>
                    <a:pt x="84" y="1044"/>
                  </a:lnTo>
                  <a:lnTo>
                    <a:pt x="84" y="1062"/>
                  </a:lnTo>
                  <a:lnTo>
                    <a:pt x="114" y="1122"/>
                  </a:lnTo>
                  <a:lnTo>
                    <a:pt x="114" y="1212"/>
                  </a:lnTo>
                  <a:lnTo>
                    <a:pt x="90" y="1248"/>
                  </a:lnTo>
                  <a:lnTo>
                    <a:pt x="114" y="1248"/>
                  </a:lnTo>
                  <a:lnTo>
                    <a:pt x="108" y="1260"/>
                  </a:lnTo>
                  <a:lnTo>
                    <a:pt x="108" y="1284"/>
                  </a:lnTo>
                  <a:lnTo>
                    <a:pt x="114" y="1290"/>
                  </a:lnTo>
                  <a:lnTo>
                    <a:pt x="120" y="1290"/>
                  </a:lnTo>
                  <a:lnTo>
                    <a:pt x="126" y="1314"/>
                  </a:lnTo>
                  <a:lnTo>
                    <a:pt x="144" y="1314"/>
                  </a:lnTo>
                  <a:lnTo>
                    <a:pt x="156" y="1326"/>
                  </a:lnTo>
                  <a:lnTo>
                    <a:pt x="162" y="1338"/>
                  </a:lnTo>
                  <a:lnTo>
                    <a:pt x="168" y="1320"/>
                  </a:lnTo>
                  <a:lnTo>
                    <a:pt x="168" y="1284"/>
                  </a:lnTo>
                  <a:lnTo>
                    <a:pt x="162" y="1272"/>
                  </a:lnTo>
                  <a:lnTo>
                    <a:pt x="156" y="1266"/>
                  </a:lnTo>
                  <a:lnTo>
                    <a:pt x="150" y="1266"/>
                  </a:lnTo>
                  <a:lnTo>
                    <a:pt x="150" y="1242"/>
                  </a:lnTo>
                  <a:lnTo>
                    <a:pt x="162" y="1230"/>
                  </a:lnTo>
                  <a:lnTo>
                    <a:pt x="222" y="1188"/>
                  </a:lnTo>
                  <a:lnTo>
                    <a:pt x="276" y="1158"/>
                  </a:lnTo>
                  <a:lnTo>
                    <a:pt x="294" y="1146"/>
                  </a:lnTo>
                  <a:lnTo>
                    <a:pt x="312" y="1140"/>
                  </a:lnTo>
                  <a:lnTo>
                    <a:pt x="330" y="1128"/>
                  </a:lnTo>
                  <a:lnTo>
                    <a:pt x="342" y="1122"/>
                  </a:lnTo>
                  <a:lnTo>
                    <a:pt x="360" y="1104"/>
                  </a:lnTo>
                  <a:lnTo>
                    <a:pt x="360" y="1080"/>
                  </a:lnTo>
                  <a:lnTo>
                    <a:pt x="354" y="1080"/>
                  </a:lnTo>
                  <a:lnTo>
                    <a:pt x="354" y="1086"/>
                  </a:lnTo>
                  <a:lnTo>
                    <a:pt x="348" y="1080"/>
                  </a:lnTo>
                  <a:lnTo>
                    <a:pt x="342" y="1080"/>
                  </a:lnTo>
                  <a:lnTo>
                    <a:pt x="342" y="1068"/>
                  </a:lnTo>
                  <a:lnTo>
                    <a:pt x="366" y="1020"/>
                  </a:lnTo>
                  <a:lnTo>
                    <a:pt x="366" y="990"/>
                  </a:lnTo>
                  <a:lnTo>
                    <a:pt x="360" y="984"/>
                  </a:lnTo>
                  <a:lnTo>
                    <a:pt x="360" y="978"/>
                  </a:lnTo>
                  <a:lnTo>
                    <a:pt x="372" y="948"/>
                  </a:lnTo>
                  <a:lnTo>
                    <a:pt x="366" y="942"/>
                  </a:lnTo>
                  <a:lnTo>
                    <a:pt x="348" y="960"/>
                  </a:lnTo>
                  <a:lnTo>
                    <a:pt x="354" y="918"/>
                  </a:lnTo>
                  <a:lnTo>
                    <a:pt x="348" y="906"/>
                  </a:lnTo>
                  <a:lnTo>
                    <a:pt x="336" y="900"/>
                  </a:lnTo>
                  <a:lnTo>
                    <a:pt x="330" y="888"/>
                  </a:lnTo>
                  <a:lnTo>
                    <a:pt x="330" y="870"/>
                  </a:lnTo>
                  <a:lnTo>
                    <a:pt x="336" y="858"/>
                  </a:lnTo>
                  <a:lnTo>
                    <a:pt x="336" y="834"/>
                  </a:lnTo>
                  <a:lnTo>
                    <a:pt x="324" y="822"/>
                  </a:lnTo>
                  <a:lnTo>
                    <a:pt x="318" y="822"/>
                  </a:lnTo>
                  <a:lnTo>
                    <a:pt x="312" y="816"/>
                  </a:lnTo>
                  <a:lnTo>
                    <a:pt x="312" y="792"/>
                  </a:lnTo>
                  <a:lnTo>
                    <a:pt x="318" y="780"/>
                  </a:lnTo>
                  <a:lnTo>
                    <a:pt x="324" y="762"/>
                  </a:lnTo>
                  <a:lnTo>
                    <a:pt x="336" y="750"/>
                  </a:lnTo>
                  <a:lnTo>
                    <a:pt x="372" y="732"/>
                  </a:lnTo>
                  <a:lnTo>
                    <a:pt x="378" y="726"/>
                  </a:lnTo>
                  <a:lnTo>
                    <a:pt x="378" y="714"/>
                  </a:lnTo>
                  <a:lnTo>
                    <a:pt x="390" y="690"/>
                  </a:lnTo>
                  <a:lnTo>
                    <a:pt x="396" y="684"/>
                  </a:lnTo>
                  <a:lnTo>
                    <a:pt x="402" y="684"/>
                  </a:lnTo>
                  <a:lnTo>
                    <a:pt x="414" y="678"/>
                  </a:lnTo>
                  <a:lnTo>
                    <a:pt x="420" y="678"/>
                  </a:lnTo>
                  <a:lnTo>
                    <a:pt x="426" y="672"/>
                  </a:lnTo>
                  <a:lnTo>
                    <a:pt x="450" y="660"/>
                  </a:lnTo>
                  <a:lnTo>
                    <a:pt x="462" y="648"/>
                  </a:lnTo>
                  <a:lnTo>
                    <a:pt x="474" y="612"/>
                  </a:lnTo>
                  <a:lnTo>
                    <a:pt x="498" y="576"/>
                  </a:lnTo>
                  <a:lnTo>
                    <a:pt x="522" y="564"/>
                  </a:lnTo>
                  <a:lnTo>
                    <a:pt x="558" y="552"/>
                  </a:lnTo>
                  <a:lnTo>
                    <a:pt x="600" y="534"/>
                  </a:lnTo>
                  <a:lnTo>
                    <a:pt x="624" y="522"/>
                  </a:lnTo>
                  <a:lnTo>
                    <a:pt x="630" y="516"/>
                  </a:lnTo>
                  <a:lnTo>
                    <a:pt x="666" y="498"/>
                  </a:lnTo>
                  <a:lnTo>
                    <a:pt x="672" y="492"/>
                  </a:lnTo>
                  <a:lnTo>
                    <a:pt x="684" y="486"/>
                  </a:lnTo>
                  <a:lnTo>
                    <a:pt x="684" y="474"/>
                  </a:lnTo>
                  <a:lnTo>
                    <a:pt x="714" y="444"/>
                  </a:lnTo>
                  <a:lnTo>
                    <a:pt x="714" y="432"/>
                  </a:lnTo>
                  <a:lnTo>
                    <a:pt x="720" y="420"/>
                  </a:lnTo>
                  <a:lnTo>
                    <a:pt x="732" y="414"/>
                  </a:lnTo>
                  <a:lnTo>
                    <a:pt x="738" y="402"/>
                  </a:lnTo>
                  <a:lnTo>
                    <a:pt x="744" y="396"/>
                  </a:lnTo>
                  <a:lnTo>
                    <a:pt x="744" y="378"/>
                  </a:lnTo>
                  <a:lnTo>
                    <a:pt x="750" y="372"/>
                  </a:lnTo>
                  <a:lnTo>
                    <a:pt x="762" y="348"/>
                  </a:lnTo>
                  <a:lnTo>
                    <a:pt x="762" y="34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57" name="Mongolia" descr="© INSCALE GmbH, 05.05.2010&#10;http://www.presentationload.com/">
              <a:extLst>
                <a:ext uri="{FF2B5EF4-FFF2-40B4-BE49-F238E27FC236}">
                  <a16:creationId xmlns:a16="http://schemas.microsoft.com/office/drawing/2014/main" id="{2051425F-0F46-4355-96FA-9B6CEC528E63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5568512" y="1627651"/>
              <a:ext cx="694027" cy="273586"/>
            </a:xfrm>
            <a:custGeom>
              <a:avLst/>
              <a:gdLst>
                <a:gd name="T0" fmla="*/ 2147483647 w 2100"/>
                <a:gd name="T1" fmla="*/ 2147483647 h 834"/>
                <a:gd name="T2" fmla="*/ 2147483647 w 2100"/>
                <a:gd name="T3" fmla="*/ 2147483647 h 834"/>
                <a:gd name="T4" fmla="*/ 2147483647 w 2100"/>
                <a:gd name="T5" fmla="*/ 2147483647 h 834"/>
                <a:gd name="T6" fmla="*/ 2147483647 w 2100"/>
                <a:gd name="T7" fmla="*/ 2147483647 h 834"/>
                <a:gd name="T8" fmla="*/ 2147483647 w 2100"/>
                <a:gd name="T9" fmla="*/ 2147483647 h 834"/>
                <a:gd name="T10" fmla="*/ 2147483647 w 2100"/>
                <a:gd name="T11" fmla="*/ 2147483647 h 834"/>
                <a:gd name="T12" fmla="*/ 2147483647 w 2100"/>
                <a:gd name="T13" fmla="*/ 2147483647 h 834"/>
                <a:gd name="T14" fmla="*/ 2147483647 w 2100"/>
                <a:gd name="T15" fmla="*/ 2147483647 h 834"/>
                <a:gd name="T16" fmla="*/ 2147483647 w 2100"/>
                <a:gd name="T17" fmla="*/ 2147483647 h 834"/>
                <a:gd name="T18" fmla="*/ 2147483647 w 2100"/>
                <a:gd name="T19" fmla="*/ 2147483647 h 834"/>
                <a:gd name="T20" fmla="*/ 2147483647 w 2100"/>
                <a:gd name="T21" fmla="*/ 2147483647 h 834"/>
                <a:gd name="T22" fmla="*/ 2147483647 w 2100"/>
                <a:gd name="T23" fmla="*/ 2147483647 h 834"/>
                <a:gd name="T24" fmla="*/ 2147483647 w 2100"/>
                <a:gd name="T25" fmla="*/ 2147483647 h 834"/>
                <a:gd name="T26" fmla="*/ 2147483647 w 2100"/>
                <a:gd name="T27" fmla="*/ 2147483647 h 834"/>
                <a:gd name="T28" fmla="*/ 2147483647 w 2100"/>
                <a:gd name="T29" fmla="*/ 2147483647 h 834"/>
                <a:gd name="T30" fmla="*/ 2147483647 w 2100"/>
                <a:gd name="T31" fmla="*/ 2147483647 h 834"/>
                <a:gd name="T32" fmla="*/ 2147483647 w 2100"/>
                <a:gd name="T33" fmla="*/ 2147483647 h 834"/>
                <a:gd name="T34" fmla="*/ 2147483647 w 2100"/>
                <a:gd name="T35" fmla="*/ 2147483647 h 834"/>
                <a:gd name="T36" fmla="*/ 2147483647 w 2100"/>
                <a:gd name="T37" fmla="*/ 2147483647 h 834"/>
                <a:gd name="T38" fmla="*/ 2147483647 w 2100"/>
                <a:gd name="T39" fmla="*/ 2147483647 h 834"/>
                <a:gd name="T40" fmla="*/ 2147483647 w 2100"/>
                <a:gd name="T41" fmla="*/ 2147483647 h 834"/>
                <a:gd name="T42" fmla="*/ 2147483647 w 2100"/>
                <a:gd name="T43" fmla="*/ 2147483647 h 834"/>
                <a:gd name="T44" fmla="*/ 2147483647 w 2100"/>
                <a:gd name="T45" fmla="*/ 2147483647 h 834"/>
                <a:gd name="T46" fmla="*/ 2147483647 w 2100"/>
                <a:gd name="T47" fmla="*/ 2147483647 h 834"/>
                <a:gd name="T48" fmla="*/ 2147483647 w 2100"/>
                <a:gd name="T49" fmla="*/ 2147483647 h 834"/>
                <a:gd name="T50" fmla="*/ 2147483647 w 2100"/>
                <a:gd name="T51" fmla="*/ 2147483647 h 834"/>
                <a:gd name="T52" fmla="*/ 2147483647 w 2100"/>
                <a:gd name="T53" fmla="*/ 2147483647 h 834"/>
                <a:gd name="T54" fmla="*/ 2147483647 w 2100"/>
                <a:gd name="T55" fmla="*/ 2147483647 h 834"/>
                <a:gd name="T56" fmla="*/ 2147483647 w 2100"/>
                <a:gd name="T57" fmla="*/ 2147483647 h 834"/>
                <a:gd name="T58" fmla="*/ 2147483647 w 2100"/>
                <a:gd name="T59" fmla="*/ 2147483647 h 834"/>
                <a:gd name="T60" fmla="*/ 2147483647 w 2100"/>
                <a:gd name="T61" fmla="*/ 2147483647 h 834"/>
                <a:gd name="T62" fmla="*/ 0 w 2100"/>
                <a:gd name="T63" fmla="*/ 2147483647 h 834"/>
                <a:gd name="T64" fmla="*/ 2147483647 w 2100"/>
                <a:gd name="T65" fmla="*/ 2147483647 h 834"/>
                <a:gd name="T66" fmla="*/ 2147483647 w 2100"/>
                <a:gd name="T67" fmla="*/ 2147483647 h 834"/>
                <a:gd name="T68" fmla="*/ 2147483647 w 2100"/>
                <a:gd name="T69" fmla="*/ 2147483647 h 834"/>
                <a:gd name="T70" fmla="*/ 2147483647 w 2100"/>
                <a:gd name="T71" fmla="*/ 2147483647 h 834"/>
                <a:gd name="T72" fmla="*/ 2147483647 w 2100"/>
                <a:gd name="T73" fmla="*/ 2147483647 h 834"/>
                <a:gd name="T74" fmla="*/ 2147483647 w 2100"/>
                <a:gd name="T75" fmla="*/ 2147483647 h 834"/>
                <a:gd name="T76" fmla="*/ 2147483647 w 2100"/>
                <a:gd name="T77" fmla="*/ 2147483647 h 834"/>
                <a:gd name="T78" fmla="*/ 2147483647 w 2100"/>
                <a:gd name="T79" fmla="*/ 2147483647 h 834"/>
                <a:gd name="T80" fmla="*/ 2147483647 w 2100"/>
                <a:gd name="T81" fmla="*/ 2147483647 h 834"/>
                <a:gd name="T82" fmla="*/ 2147483647 w 2100"/>
                <a:gd name="T83" fmla="*/ 2147483647 h 834"/>
                <a:gd name="T84" fmla="*/ 2147483647 w 2100"/>
                <a:gd name="T85" fmla="*/ 2147483647 h 834"/>
                <a:gd name="T86" fmla="*/ 2147483647 w 2100"/>
                <a:gd name="T87" fmla="*/ 2147483647 h 834"/>
                <a:gd name="T88" fmla="*/ 2147483647 w 2100"/>
                <a:gd name="T89" fmla="*/ 2147483647 h 834"/>
                <a:gd name="T90" fmla="*/ 2147483647 w 2100"/>
                <a:gd name="T91" fmla="*/ 2147483647 h 834"/>
                <a:gd name="T92" fmla="*/ 2147483647 w 2100"/>
                <a:gd name="T93" fmla="*/ 2147483647 h 834"/>
                <a:gd name="T94" fmla="*/ 2147483647 w 2100"/>
                <a:gd name="T95" fmla="*/ 2147483647 h 834"/>
                <a:gd name="T96" fmla="*/ 2147483647 w 2100"/>
                <a:gd name="T97" fmla="*/ 2147483647 h 834"/>
                <a:gd name="T98" fmla="*/ 2147483647 w 2100"/>
                <a:gd name="T99" fmla="*/ 2147483647 h 834"/>
                <a:gd name="T100" fmla="*/ 2147483647 w 2100"/>
                <a:gd name="T101" fmla="*/ 2147483647 h 834"/>
                <a:gd name="T102" fmla="*/ 2147483647 w 2100"/>
                <a:gd name="T103" fmla="*/ 2147483647 h 834"/>
                <a:gd name="T104" fmla="*/ 2147483647 w 2100"/>
                <a:gd name="T105" fmla="*/ 2147483647 h 834"/>
                <a:gd name="T106" fmla="*/ 2147483647 w 2100"/>
                <a:gd name="T107" fmla="*/ 2147483647 h 834"/>
                <a:gd name="T108" fmla="*/ 2147483647 w 2100"/>
                <a:gd name="T109" fmla="*/ 2147483647 h 834"/>
                <a:gd name="T110" fmla="*/ 2147483647 w 2100"/>
                <a:gd name="T111" fmla="*/ 2147483647 h 834"/>
                <a:gd name="T112" fmla="*/ 2147483647 w 2100"/>
                <a:gd name="T113" fmla="*/ 2147483647 h 834"/>
                <a:gd name="T114" fmla="*/ 2147483647 w 2100"/>
                <a:gd name="T115" fmla="*/ 2147483647 h 834"/>
                <a:gd name="T116" fmla="*/ 2147483647 w 2100"/>
                <a:gd name="T117" fmla="*/ 2147483647 h 834"/>
                <a:gd name="T118" fmla="*/ 2147483647 w 2100"/>
                <a:gd name="T119" fmla="*/ 2147483647 h 834"/>
                <a:gd name="T120" fmla="*/ 2147483647 w 2100"/>
                <a:gd name="T121" fmla="*/ 2147483647 h 834"/>
                <a:gd name="T122" fmla="*/ 2147483647 w 2100"/>
                <a:gd name="T123" fmla="*/ 2147483647 h 83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100"/>
                <a:gd name="T187" fmla="*/ 0 h 834"/>
                <a:gd name="T188" fmla="*/ 2100 w 2100"/>
                <a:gd name="T189" fmla="*/ 834 h 83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100" h="834">
                  <a:moveTo>
                    <a:pt x="2088" y="408"/>
                  </a:moveTo>
                  <a:lnTo>
                    <a:pt x="2076" y="396"/>
                  </a:lnTo>
                  <a:lnTo>
                    <a:pt x="2070" y="384"/>
                  </a:lnTo>
                  <a:lnTo>
                    <a:pt x="2058" y="384"/>
                  </a:lnTo>
                  <a:lnTo>
                    <a:pt x="2034" y="372"/>
                  </a:lnTo>
                  <a:lnTo>
                    <a:pt x="2022" y="360"/>
                  </a:lnTo>
                  <a:lnTo>
                    <a:pt x="2010" y="354"/>
                  </a:lnTo>
                  <a:lnTo>
                    <a:pt x="2004" y="348"/>
                  </a:lnTo>
                  <a:lnTo>
                    <a:pt x="1986" y="348"/>
                  </a:lnTo>
                  <a:lnTo>
                    <a:pt x="1974" y="342"/>
                  </a:lnTo>
                  <a:lnTo>
                    <a:pt x="1968" y="336"/>
                  </a:lnTo>
                  <a:lnTo>
                    <a:pt x="1968" y="324"/>
                  </a:lnTo>
                  <a:lnTo>
                    <a:pt x="1902" y="324"/>
                  </a:lnTo>
                  <a:lnTo>
                    <a:pt x="1902" y="348"/>
                  </a:lnTo>
                  <a:lnTo>
                    <a:pt x="1896" y="354"/>
                  </a:lnTo>
                  <a:lnTo>
                    <a:pt x="1890" y="354"/>
                  </a:lnTo>
                  <a:lnTo>
                    <a:pt x="1878" y="348"/>
                  </a:lnTo>
                  <a:lnTo>
                    <a:pt x="1866" y="336"/>
                  </a:lnTo>
                  <a:lnTo>
                    <a:pt x="1812" y="336"/>
                  </a:lnTo>
                  <a:lnTo>
                    <a:pt x="1806" y="342"/>
                  </a:lnTo>
                  <a:lnTo>
                    <a:pt x="1812" y="342"/>
                  </a:lnTo>
                  <a:lnTo>
                    <a:pt x="1812" y="348"/>
                  </a:lnTo>
                  <a:lnTo>
                    <a:pt x="1794" y="348"/>
                  </a:lnTo>
                  <a:lnTo>
                    <a:pt x="1788" y="342"/>
                  </a:lnTo>
                  <a:lnTo>
                    <a:pt x="1776" y="336"/>
                  </a:lnTo>
                  <a:lnTo>
                    <a:pt x="1770" y="324"/>
                  </a:lnTo>
                  <a:lnTo>
                    <a:pt x="1770" y="306"/>
                  </a:lnTo>
                  <a:lnTo>
                    <a:pt x="1776" y="306"/>
                  </a:lnTo>
                  <a:lnTo>
                    <a:pt x="1770" y="294"/>
                  </a:lnTo>
                  <a:lnTo>
                    <a:pt x="1764" y="270"/>
                  </a:lnTo>
                  <a:lnTo>
                    <a:pt x="1758" y="258"/>
                  </a:lnTo>
                  <a:lnTo>
                    <a:pt x="1758" y="174"/>
                  </a:lnTo>
                  <a:lnTo>
                    <a:pt x="1740" y="174"/>
                  </a:lnTo>
                  <a:lnTo>
                    <a:pt x="1716" y="168"/>
                  </a:lnTo>
                  <a:lnTo>
                    <a:pt x="1710" y="174"/>
                  </a:lnTo>
                  <a:lnTo>
                    <a:pt x="1698" y="180"/>
                  </a:lnTo>
                  <a:lnTo>
                    <a:pt x="1674" y="180"/>
                  </a:lnTo>
                  <a:lnTo>
                    <a:pt x="1662" y="174"/>
                  </a:lnTo>
                  <a:lnTo>
                    <a:pt x="1644" y="156"/>
                  </a:lnTo>
                  <a:lnTo>
                    <a:pt x="1608" y="156"/>
                  </a:lnTo>
                  <a:lnTo>
                    <a:pt x="1596" y="150"/>
                  </a:lnTo>
                  <a:lnTo>
                    <a:pt x="1578" y="150"/>
                  </a:lnTo>
                  <a:lnTo>
                    <a:pt x="1548" y="180"/>
                  </a:lnTo>
                  <a:lnTo>
                    <a:pt x="1548" y="192"/>
                  </a:lnTo>
                  <a:lnTo>
                    <a:pt x="1536" y="204"/>
                  </a:lnTo>
                  <a:lnTo>
                    <a:pt x="1500" y="204"/>
                  </a:lnTo>
                  <a:lnTo>
                    <a:pt x="1488" y="216"/>
                  </a:lnTo>
                  <a:lnTo>
                    <a:pt x="1440" y="216"/>
                  </a:lnTo>
                  <a:lnTo>
                    <a:pt x="1440" y="222"/>
                  </a:lnTo>
                  <a:lnTo>
                    <a:pt x="1422" y="240"/>
                  </a:lnTo>
                  <a:lnTo>
                    <a:pt x="1416" y="240"/>
                  </a:lnTo>
                  <a:lnTo>
                    <a:pt x="1416" y="234"/>
                  </a:lnTo>
                  <a:lnTo>
                    <a:pt x="1410" y="228"/>
                  </a:lnTo>
                  <a:lnTo>
                    <a:pt x="1392" y="228"/>
                  </a:lnTo>
                  <a:lnTo>
                    <a:pt x="1380" y="234"/>
                  </a:lnTo>
                  <a:lnTo>
                    <a:pt x="1356" y="234"/>
                  </a:lnTo>
                  <a:lnTo>
                    <a:pt x="1344" y="228"/>
                  </a:lnTo>
                  <a:lnTo>
                    <a:pt x="1338" y="228"/>
                  </a:lnTo>
                  <a:lnTo>
                    <a:pt x="1332" y="222"/>
                  </a:lnTo>
                  <a:lnTo>
                    <a:pt x="1266" y="222"/>
                  </a:lnTo>
                  <a:lnTo>
                    <a:pt x="1260" y="216"/>
                  </a:lnTo>
                  <a:lnTo>
                    <a:pt x="1260" y="204"/>
                  </a:lnTo>
                  <a:lnTo>
                    <a:pt x="1248" y="198"/>
                  </a:lnTo>
                  <a:lnTo>
                    <a:pt x="1230" y="198"/>
                  </a:lnTo>
                  <a:lnTo>
                    <a:pt x="1230" y="192"/>
                  </a:lnTo>
                  <a:lnTo>
                    <a:pt x="1218" y="180"/>
                  </a:lnTo>
                  <a:lnTo>
                    <a:pt x="1218" y="174"/>
                  </a:lnTo>
                  <a:lnTo>
                    <a:pt x="1212" y="168"/>
                  </a:lnTo>
                  <a:lnTo>
                    <a:pt x="1152" y="168"/>
                  </a:lnTo>
                  <a:lnTo>
                    <a:pt x="1128" y="144"/>
                  </a:lnTo>
                  <a:lnTo>
                    <a:pt x="1092" y="144"/>
                  </a:lnTo>
                  <a:lnTo>
                    <a:pt x="1086" y="138"/>
                  </a:lnTo>
                  <a:lnTo>
                    <a:pt x="1080" y="138"/>
                  </a:lnTo>
                  <a:lnTo>
                    <a:pt x="1068" y="132"/>
                  </a:lnTo>
                  <a:lnTo>
                    <a:pt x="1020" y="132"/>
                  </a:lnTo>
                  <a:lnTo>
                    <a:pt x="966" y="150"/>
                  </a:lnTo>
                  <a:lnTo>
                    <a:pt x="954" y="156"/>
                  </a:lnTo>
                  <a:lnTo>
                    <a:pt x="942" y="156"/>
                  </a:lnTo>
                  <a:lnTo>
                    <a:pt x="930" y="150"/>
                  </a:lnTo>
                  <a:lnTo>
                    <a:pt x="918" y="150"/>
                  </a:lnTo>
                  <a:lnTo>
                    <a:pt x="912" y="144"/>
                  </a:lnTo>
                  <a:lnTo>
                    <a:pt x="882" y="144"/>
                  </a:lnTo>
                  <a:lnTo>
                    <a:pt x="864" y="126"/>
                  </a:lnTo>
                  <a:lnTo>
                    <a:pt x="864" y="120"/>
                  </a:lnTo>
                  <a:lnTo>
                    <a:pt x="840" y="126"/>
                  </a:lnTo>
                  <a:lnTo>
                    <a:pt x="840" y="120"/>
                  </a:lnTo>
                  <a:lnTo>
                    <a:pt x="834" y="114"/>
                  </a:lnTo>
                  <a:lnTo>
                    <a:pt x="822" y="90"/>
                  </a:lnTo>
                  <a:lnTo>
                    <a:pt x="810" y="78"/>
                  </a:lnTo>
                  <a:lnTo>
                    <a:pt x="804" y="66"/>
                  </a:lnTo>
                  <a:lnTo>
                    <a:pt x="798" y="60"/>
                  </a:lnTo>
                  <a:lnTo>
                    <a:pt x="786" y="54"/>
                  </a:lnTo>
                  <a:lnTo>
                    <a:pt x="768" y="54"/>
                  </a:lnTo>
                  <a:lnTo>
                    <a:pt x="756" y="60"/>
                  </a:lnTo>
                  <a:lnTo>
                    <a:pt x="750" y="60"/>
                  </a:lnTo>
                  <a:lnTo>
                    <a:pt x="726" y="48"/>
                  </a:lnTo>
                  <a:lnTo>
                    <a:pt x="720" y="42"/>
                  </a:lnTo>
                  <a:lnTo>
                    <a:pt x="708" y="36"/>
                  </a:lnTo>
                  <a:lnTo>
                    <a:pt x="672" y="36"/>
                  </a:lnTo>
                  <a:lnTo>
                    <a:pt x="648" y="30"/>
                  </a:lnTo>
                  <a:lnTo>
                    <a:pt x="636" y="30"/>
                  </a:lnTo>
                  <a:lnTo>
                    <a:pt x="576" y="0"/>
                  </a:lnTo>
                  <a:lnTo>
                    <a:pt x="576" y="18"/>
                  </a:lnTo>
                  <a:lnTo>
                    <a:pt x="570" y="30"/>
                  </a:lnTo>
                  <a:lnTo>
                    <a:pt x="558" y="36"/>
                  </a:lnTo>
                  <a:lnTo>
                    <a:pt x="552" y="36"/>
                  </a:lnTo>
                  <a:lnTo>
                    <a:pt x="558" y="48"/>
                  </a:lnTo>
                  <a:lnTo>
                    <a:pt x="540" y="48"/>
                  </a:lnTo>
                  <a:lnTo>
                    <a:pt x="540" y="60"/>
                  </a:lnTo>
                  <a:lnTo>
                    <a:pt x="552" y="72"/>
                  </a:lnTo>
                  <a:lnTo>
                    <a:pt x="558" y="90"/>
                  </a:lnTo>
                  <a:lnTo>
                    <a:pt x="582" y="126"/>
                  </a:lnTo>
                  <a:lnTo>
                    <a:pt x="588" y="126"/>
                  </a:lnTo>
                  <a:lnTo>
                    <a:pt x="594" y="132"/>
                  </a:lnTo>
                  <a:lnTo>
                    <a:pt x="600" y="144"/>
                  </a:lnTo>
                  <a:lnTo>
                    <a:pt x="600" y="168"/>
                  </a:lnTo>
                  <a:lnTo>
                    <a:pt x="582" y="168"/>
                  </a:lnTo>
                  <a:lnTo>
                    <a:pt x="582" y="174"/>
                  </a:lnTo>
                  <a:lnTo>
                    <a:pt x="576" y="180"/>
                  </a:lnTo>
                  <a:lnTo>
                    <a:pt x="552" y="192"/>
                  </a:lnTo>
                  <a:lnTo>
                    <a:pt x="546" y="186"/>
                  </a:lnTo>
                  <a:lnTo>
                    <a:pt x="546" y="174"/>
                  </a:lnTo>
                  <a:lnTo>
                    <a:pt x="498" y="180"/>
                  </a:lnTo>
                  <a:lnTo>
                    <a:pt x="498" y="168"/>
                  </a:lnTo>
                  <a:lnTo>
                    <a:pt x="456" y="168"/>
                  </a:lnTo>
                  <a:lnTo>
                    <a:pt x="450" y="174"/>
                  </a:lnTo>
                  <a:lnTo>
                    <a:pt x="450" y="180"/>
                  </a:lnTo>
                  <a:lnTo>
                    <a:pt x="444" y="168"/>
                  </a:lnTo>
                  <a:lnTo>
                    <a:pt x="420" y="174"/>
                  </a:lnTo>
                  <a:lnTo>
                    <a:pt x="414" y="162"/>
                  </a:lnTo>
                  <a:lnTo>
                    <a:pt x="384" y="162"/>
                  </a:lnTo>
                  <a:lnTo>
                    <a:pt x="366" y="156"/>
                  </a:lnTo>
                  <a:lnTo>
                    <a:pt x="360" y="150"/>
                  </a:lnTo>
                  <a:lnTo>
                    <a:pt x="360" y="138"/>
                  </a:lnTo>
                  <a:lnTo>
                    <a:pt x="354" y="132"/>
                  </a:lnTo>
                  <a:lnTo>
                    <a:pt x="354" y="126"/>
                  </a:lnTo>
                  <a:lnTo>
                    <a:pt x="312" y="126"/>
                  </a:lnTo>
                  <a:lnTo>
                    <a:pt x="294" y="132"/>
                  </a:lnTo>
                  <a:lnTo>
                    <a:pt x="270" y="132"/>
                  </a:lnTo>
                  <a:lnTo>
                    <a:pt x="264" y="114"/>
                  </a:lnTo>
                  <a:lnTo>
                    <a:pt x="228" y="114"/>
                  </a:lnTo>
                  <a:lnTo>
                    <a:pt x="228" y="108"/>
                  </a:lnTo>
                  <a:lnTo>
                    <a:pt x="210" y="114"/>
                  </a:lnTo>
                  <a:lnTo>
                    <a:pt x="204" y="108"/>
                  </a:lnTo>
                  <a:lnTo>
                    <a:pt x="186" y="108"/>
                  </a:lnTo>
                  <a:lnTo>
                    <a:pt x="180" y="114"/>
                  </a:lnTo>
                  <a:lnTo>
                    <a:pt x="180" y="120"/>
                  </a:lnTo>
                  <a:lnTo>
                    <a:pt x="174" y="126"/>
                  </a:lnTo>
                  <a:lnTo>
                    <a:pt x="174" y="132"/>
                  </a:lnTo>
                  <a:lnTo>
                    <a:pt x="150" y="132"/>
                  </a:lnTo>
                  <a:lnTo>
                    <a:pt x="138" y="150"/>
                  </a:lnTo>
                  <a:lnTo>
                    <a:pt x="120" y="150"/>
                  </a:lnTo>
                  <a:lnTo>
                    <a:pt x="84" y="186"/>
                  </a:lnTo>
                  <a:lnTo>
                    <a:pt x="84" y="192"/>
                  </a:lnTo>
                  <a:lnTo>
                    <a:pt x="90" y="198"/>
                  </a:lnTo>
                  <a:lnTo>
                    <a:pt x="66" y="198"/>
                  </a:lnTo>
                  <a:lnTo>
                    <a:pt x="72" y="210"/>
                  </a:lnTo>
                  <a:lnTo>
                    <a:pt x="12" y="210"/>
                  </a:lnTo>
                  <a:lnTo>
                    <a:pt x="12" y="228"/>
                  </a:lnTo>
                  <a:lnTo>
                    <a:pt x="0" y="240"/>
                  </a:lnTo>
                  <a:lnTo>
                    <a:pt x="6" y="246"/>
                  </a:lnTo>
                  <a:lnTo>
                    <a:pt x="6" y="258"/>
                  </a:lnTo>
                  <a:lnTo>
                    <a:pt x="0" y="264"/>
                  </a:lnTo>
                  <a:lnTo>
                    <a:pt x="24" y="264"/>
                  </a:lnTo>
                  <a:lnTo>
                    <a:pt x="24" y="282"/>
                  </a:lnTo>
                  <a:lnTo>
                    <a:pt x="36" y="288"/>
                  </a:lnTo>
                  <a:lnTo>
                    <a:pt x="48" y="288"/>
                  </a:lnTo>
                  <a:lnTo>
                    <a:pt x="60" y="294"/>
                  </a:lnTo>
                  <a:lnTo>
                    <a:pt x="72" y="294"/>
                  </a:lnTo>
                  <a:lnTo>
                    <a:pt x="78" y="306"/>
                  </a:lnTo>
                  <a:lnTo>
                    <a:pt x="102" y="330"/>
                  </a:lnTo>
                  <a:lnTo>
                    <a:pt x="138" y="318"/>
                  </a:lnTo>
                  <a:lnTo>
                    <a:pt x="156" y="330"/>
                  </a:lnTo>
                  <a:lnTo>
                    <a:pt x="162" y="336"/>
                  </a:lnTo>
                  <a:lnTo>
                    <a:pt x="174" y="336"/>
                  </a:lnTo>
                  <a:lnTo>
                    <a:pt x="186" y="342"/>
                  </a:lnTo>
                  <a:lnTo>
                    <a:pt x="204" y="348"/>
                  </a:lnTo>
                  <a:lnTo>
                    <a:pt x="222" y="366"/>
                  </a:lnTo>
                  <a:lnTo>
                    <a:pt x="228" y="378"/>
                  </a:lnTo>
                  <a:lnTo>
                    <a:pt x="240" y="396"/>
                  </a:lnTo>
                  <a:lnTo>
                    <a:pt x="264" y="414"/>
                  </a:lnTo>
                  <a:lnTo>
                    <a:pt x="276" y="426"/>
                  </a:lnTo>
                  <a:lnTo>
                    <a:pt x="282" y="438"/>
                  </a:lnTo>
                  <a:lnTo>
                    <a:pt x="282" y="450"/>
                  </a:lnTo>
                  <a:lnTo>
                    <a:pt x="288" y="456"/>
                  </a:lnTo>
                  <a:lnTo>
                    <a:pt x="294" y="468"/>
                  </a:lnTo>
                  <a:lnTo>
                    <a:pt x="300" y="474"/>
                  </a:lnTo>
                  <a:lnTo>
                    <a:pt x="300" y="480"/>
                  </a:lnTo>
                  <a:lnTo>
                    <a:pt x="288" y="492"/>
                  </a:lnTo>
                  <a:lnTo>
                    <a:pt x="288" y="504"/>
                  </a:lnTo>
                  <a:lnTo>
                    <a:pt x="294" y="522"/>
                  </a:lnTo>
                  <a:lnTo>
                    <a:pt x="300" y="534"/>
                  </a:lnTo>
                  <a:lnTo>
                    <a:pt x="306" y="540"/>
                  </a:lnTo>
                  <a:lnTo>
                    <a:pt x="318" y="546"/>
                  </a:lnTo>
                  <a:lnTo>
                    <a:pt x="330" y="546"/>
                  </a:lnTo>
                  <a:lnTo>
                    <a:pt x="342" y="552"/>
                  </a:lnTo>
                  <a:lnTo>
                    <a:pt x="348" y="552"/>
                  </a:lnTo>
                  <a:lnTo>
                    <a:pt x="366" y="558"/>
                  </a:lnTo>
                  <a:lnTo>
                    <a:pt x="390" y="564"/>
                  </a:lnTo>
                  <a:lnTo>
                    <a:pt x="486" y="564"/>
                  </a:lnTo>
                  <a:lnTo>
                    <a:pt x="492" y="570"/>
                  </a:lnTo>
                  <a:lnTo>
                    <a:pt x="498" y="570"/>
                  </a:lnTo>
                  <a:lnTo>
                    <a:pt x="510" y="576"/>
                  </a:lnTo>
                  <a:lnTo>
                    <a:pt x="516" y="576"/>
                  </a:lnTo>
                  <a:lnTo>
                    <a:pt x="528" y="582"/>
                  </a:lnTo>
                  <a:lnTo>
                    <a:pt x="534" y="594"/>
                  </a:lnTo>
                  <a:lnTo>
                    <a:pt x="540" y="594"/>
                  </a:lnTo>
                  <a:lnTo>
                    <a:pt x="546" y="600"/>
                  </a:lnTo>
                  <a:lnTo>
                    <a:pt x="552" y="600"/>
                  </a:lnTo>
                  <a:lnTo>
                    <a:pt x="576" y="612"/>
                  </a:lnTo>
                  <a:lnTo>
                    <a:pt x="588" y="612"/>
                  </a:lnTo>
                  <a:lnTo>
                    <a:pt x="594" y="618"/>
                  </a:lnTo>
                  <a:lnTo>
                    <a:pt x="630" y="618"/>
                  </a:lnTo>
                  <a:lnTo>
                    <a:pt x="642" y="642"/>
                  </a:lnTo>
                  <a:lnTo>
                    <a:pt x="684" y="684"/>
                  </a:lnTo>
                  <a:lnTo>
                    <a:pt x="690" y="696"/>
                  </a:lnTo>
                  <a:lnTo>
                    <a:pt x="720" y="726"/>
                  </a:lnTo>
                  <a:lnTo>
                    <a:pt x="732" y="732"/>
                  </a:lnTo>
                  <a:lnTo>
                    <a:pt x="738" y="744"/>
                  </a:lnTo>
                  <a:lnTo>
                    <a:pt x="750" y="750"/>
                  </a:lnTo>
                  <a:lnTo>
                    <a:pt x="810" y="744"/>
                  </a:lnTo>
                  <a:lnTo>
                    <a:pt x="864" y="750"/>
                  </a:lnTo>
                  <a:lnTo>
                    <a:pt x="912" y="750"/>
                  </a:lnTo>
                  <a:lnTo>
                    <a:pt x="948" y="756"/>
                  </a:lnTo>
                  <a:lnTo>
                    <a:pt x="954" y="750"/>
                  </a:lnTo>
                  <a:lnTo>
                    <a:pt x="966" y="744"/>
                  </a:lnTo>
                  <a:lnTo>
                    <a:pt x="972" y="738"/>
                  </a:lnTo>
                  <a:lnTo>
                    <a:pt x="984" y="738"/>
                  </a:lnTo>
                  <a:lnTo>
                    <a:pt x="996" y="744"/>
                  </a:lnTo>
                  <a:lnTo>
                    <a:pt x="1002" y="744"/>
                  </a:lnTo>
                  <a:lnTo>
                    <a:pt x="1008" y="750"/>
                  </a:lnTo>
                  <a:lnTo>
                    <a:pt x="1062" y="750"/>
                  </a:lnTo>
                  <a:lnTo>
                    <a:pt x="1080" y="756"/>
                  </a:lnTo>
                  <a:lnTo>
                    <a:pt x="1092" y="756"/>
                  </a:lnTo>
                  <a:lnTo>
                    <a:pt x="1110" y="774"/>
                  </a:lnTo>
                  <a:lnTo>
                    <a:pt x="1116" y="786"/>
                  </a:lnTo>
                  <a:lnTo>
                    <a:pt x="1128" y="792"/>
                  </a:lnTo>
                  <a:lnTo>
                    <a:pt x="1152" y="798"/>
                  </a:lnTo>
                  <a:lnTo>
                    <a:pt x="1200" y="798"/>
                  </a:lnTo>
                  <a:lnTo>
                    <a:pt x="1218" y="804"/>
                  </a:lnTo>
                  <a:lnTo>
                    <a:pt x="1242" y="816"/>
                  </a:lnTo>
                  <a:lnTo>
                    <a:pt x="1248" y="822"/>
                  </a:lnTo>
                  <a:lnTo>
                    <a:pt x="1260" y="822"/>
                  </a:lnTo>
                  <a:lnTo>
                    <a:pt x="1266" y="816"/>
                  </a:lnTo>
                  <a:lnTo>
                    <a:pt x="1278" y="816"/>
                  </a:lnTo>
                  <a:lnTo>
                    <a:pt x="1290" y="810"/>
                  </a:lnTo>
                  <a:lnTo>
                    <a:pt x="1302" y="810"/>
                  </a:lnTo>
                  <a:lnTo>
                    <a:pt x="1302" y="816"/>
                  </a:lnTo>
                  <a:lnTo>
                    <a:pt x="1308" y="828"/>
                  </a:lnTo>
                  <a:lnTo>
                    <a:pt x="1314" y="828"/>
                  </a:lnTo>
                  <a:lnTo>
                    <a:pt x="1320" y="834"/>
                  </a:lnTo>
                  <a:lnTo>
                    <a:pt x="1338" y="834"/>
                  </a:lnTo>
                  <a:lnTo>
                    <a:pt x="1344" y="828"/>
                  </a:lnTo>
                  <a:lnTo>
                    <a:pt x="1362" y="816"/>
                  </a:lnTo>
                  <a:lnTo>
                    <a:pt x="1422" y="780"/>
                  </a:lnTo>
                  <a:lnTo>
                    <a:pt x="1440" y="768"/>
                  </a:lnTo>
                  <a:lnTo>
                    <a:pt x="1596" y="768"/>
                  </a:lnTo>
                  <a:lnTo>
                    <a:pt x="1614" y="744"/>
                  </a:lnTo>
                  <a:lnTo>
                    <a:pt x="1638" y="744"/>
                  </a:lnTo>
                  <a:lnTo>
                    <a:pt x="1650" y="738"/>
                  </a:lnTo>
                  <a:lnTo>
                    <a:pt x="1662" y="714"/>
                  </a:lnTo>
                  <a:lnTo>
                    <a:pt x="1662" y="708"/>
                  </a:lnTo>
                  <a:lnTo>
                    <a:pt x="1668" y="696"/>
                  </a:lnTo>
                  <a:lnTo>
                    <a:pt x="1668" y="690"/>
                  </a:lnTo>
                  <a:lnTo>
                    <a:pt x="1692" y="690"/>
                  </a:lnTo>
                  <a:lnTo>
                    <a:pt x="1704" y="678"/>
                  </a:lnTo>
                  <a:lnTo>
                    <a:pt x="1710" y="666"/>
                  </a:lnTo>
                  <a:lnTo>
                    <a:pt x="1716" y="660"/>
                  </a:lnTo>
                  <a:lnTo>
                    <a:pt x="1716" y="654"/>
                  </a:lnTo>
                  <a:lnTo>
                    <a:pt x="1704" y="648"/>
                  </a:lnTo>
                  <a:lnTo>
                    <a:pt x="1686" y="630"/>
                  </a:lnTo>
                  <a:lnTo>
                    <a:pt x="1674" y="624"/>
                  </a:lnTo>
                  <a:lnTo>
                    <a:pt x="1656" y="606"/>
                  </a:lnTo>
                  <a:lnTo>
                    <a:pt x="1650" y="594"/>
                  </a:lnTo>
                  <a:lnTo>
                    <a:pt x="1650" y="582"/>
                  </a:lnTo>
                  <a:lnTo>
                    <a:pt x="1656" y="570"/>
                  </a:lnTo>
                  <a:lnTo>
                    <a:pt x="1656" y="558"/>
                  </a:lnTo>
                  <a:lnTo>
                    <a:pt x="1668" y="552"/>
                  </a:lnTo>
                  <a:lnTo>
                    <a:pt x="1692" y="552"/>
                  </a:lnTo>
                  <a:lnTo>
                    <a:pt x="1698" y="558"/>
                  </a:lnTo>
                  <a:lnTo>
                    <a:pt x="1704" y="558"/>
                  </a:lnTo>
                  <a:lnTo>
                    <a:pt x="1710" y="564"/>
                  </a:lnTo>
                  <a:lnTo>
                    <a:pt x="1722" y="570"/>
                  </a:lnTo>
                  <a:lnTo>
                    <a:pt x="1728" y="576"/>
                  </a:lnTo>
                  <a:lnTo>
                    <a:pt x="1740" y="582"/>
                  </a:lnTo>
                  <a:lnTo>
                    <a:pt x="1764" y="582"/>
                  </a:lnTo>
                  <a:lnTo>
                    <a:pt x="1776" y="576"/>
                  </a:lnTo>
                  <a:lnTo>
                    <a:pt x="1794" y="576"/>
                  </a:lnTo>
                  <a:lnTo>
                    <a:pt x="1806" y="570"/>
                  </a:lnTo>
                  <a:lnTo>
                    <a:pt x="1812" y="558"/>
                  </a:lnTo>
                  <a:lnTo>
                    <a:pt x="1818" y="552"/>
                  </a:lnTo>
                  <a:lnTo>
                    <a:pt x="1818" y="528"/>
                  </a:lnTo>
                  <a:lnTo>
                    <a:pt x="1890" y="528"/>
                  </a:lnTo>
                  <a:lnTo>
                    <a:pt x="1914" y="504"/>
                  </a:lnTo>
                  <a:lnTo>
                    <a:pt x="1902" y="492"/>
                  </a:lnTo>
                  <a:lnTo>
                    <a:pt x="1896" y="480"/>
                  </a:lnTo>
                  <a:lnTo>
                    <a:pt x="1902" y="474"/>
                  </a:lnTo>
                  <a:lnTo>
                    <a:pt x="1938" y="456"/>
                  </a:lnTo>
                  <a:lnTo>
                    <a:pt x="1950" y="456"/>
                  </a:lnTo>
                  <a:lnTo>
                    <a:pt x="1950" y="438"/>
                  </a:lnTo>
                  <a:lnTo>
                    <a:pt x="1980" y="444"/>
                  </a:lnTo>
                  <a:lnTo>
                    <a:pt x="1998" y="426"/>
                  </a:lnTo>
                  <a:lnTo>
                    <a:pt x="2004" y="426"/>
                  </a:lnTo>
                  <a:lnTo>
                    <a:pt x="2010" y="420"/>
                  </a:lnTo>
                  <a:lnTo>
                    <a:pt x="2040" y="420"/>
                  </a:lnTo>
                  <a:lnTo>
                    <a:pt x="2052" y="426"/>
                  </a:lnTo>
                  <a:lnTo>
                    <a:pt x="2058" y="432"/>
                  </a:lnTo>
                  <a:lnTo>
                    <a:pt x="2094" y="432"/>
                  </a:lnTo>
                  <a:lnTo>
                    <a:pt x="2100" y="426"/>
                  </a:lnTo>
                  <a:lnTo>
                    <a:pt x="2100" y="420"/>
                  </a:lnTo>
                  <a:lnTo>
                    <a:pt x="2088" y="40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58" name="Mexico" descr="© INSCALE GmbH, 05.05.2010&#10;http://www.presentationload.com/">
              <a:extLst>
                <a:ext uri="{FF2B5EF4-FFF2-40B4-BE49-F238E27FC236}">
                  <a16:creationId xmlns:a16="http://schemas.microsoft.com/office/drawing/2014/main" id="{3055DFA5-8BA5-4FFF-8C9E-2FAAF00AA04F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120011" y="2137576"/>
              <a:ext cx="615192" cy="479096"/>
            </a:xfrm>
            <a:custGeom>
              <a:avLst/>
              <a:gdLst>
                <a:gd name="T0" fmla="*/ 2147483647 w 1860"/>
                <a:gd name="T1" fmla="*/ 2147483647 h 1458"/>
                <a:gd name="T2" fmla="*/ 2147483647 w 1860"/>
                <a:gd name="T3" fmla="*/ 2147483647 h 1458"/>
                <a:gd name="T4" fmla="*/ 2147483647 w 1860"/>
                <a:gd name="T5" fmla="*/ 2147483647 h 1458"/>
                <a:gd name="T6" fmla="*/ 2147483647 w 1860"/>
                <a:gd name="T7" fmla="*/ 2147483647 h 1458"/>
                <a:gd name="T8" fmla="*/ 2147483647 w 1860"/>
                <a:gd name="T9" fmla="*/ 2147483647 h 1458"/>
                <a:gd name="T10" fmla="*/ 2147483647 w 1860"/>
                <a:gd name="T11" fmla="*/ 2147483647 h 1458"/>
                <a:gd name="T12" fmla="*/ 2147483647 w 1860"/>
                <a:gd name="T13" fmla="*/ 2147483647 h 1458"/>
                <a:gd name="T14" fmla="*/ 2147483647 w 1860"/>
                <a:gd name="T15" fmla="*/ 2147483647 h 1458"/>
                <a:gd name="T16" fmla="*/ 2147483647 w 1860"/>
                <a:gd name="T17" fmla="*/ 2147483647 h 1458"/>
                <a:gd name="T18" fmla="*/ 2147483647 w 1860"/>
                <a:gd name="T19" fmla="*/ 2147483647 h 1458"/>
                <a:gd name="T20" fmla="*/ 2147483647 w 1860"/>
                <a:gd name="T21" fmla="*/ 2147483647 h 1458"/>
                <a:gd name="T22" fmla="*/ 2147483647 w 1860"/>
                <a:gd name="T23" fmla="*/ 2147483647 h 1458"/>
                <a:gd name="T24" fmla="*/ 2147483647 w 1860"/>
                <a:gd name="T25" fmla="*/ 2147483647 h 1458"/>
                <a:gd name="T26" fmla="*/ 2147483647 w 1860"/>
                <a:gd name="T27" fmla="*/ 2147483647 h 1458"/>
                <a:gd name="T28" fmla="*/ 2147483647 w 1860"/>
                <a:gd name="T29" fmla="*/ 2147483647 h 1458"/>
                <a:gd name="T30" fmla="*/ 2147483647 w 1860"/>
                <a:gd name="T31" fmla="*/ 2147483647 h 1458"/>
                <a:gd name="T32" fmla="*/ 2147483647 w 1860"/>
                <a:gd name="T33" fmla="*/ 2147483647 h 1458"/>
                <a:gd name="T34" fmla="*/ 2147483647 w 1860"/>
                <a:gd name="T35" fmla="*/ 2147483647 h 1458"/>
                <a:gd name="T36" fmla="*/ 2147483647 w 1860"/>
                <a:gd name="T37" fmla="*/ 2147483647 h 1458"/>
                <a:gd name="T38" fmla="*/ 2147483647 w 1860"/>
                <a:gd name="T39" fmla="*/ 2147483647 h 1458"/>
                <a:gd name="T40" fmla="*/ 2147483647 w 1860"/>
                <a:gd name="T41" fmla="*/ 2147483647 h 1458"/>
                <a:gd name="T42" fmla="*/ 2147483647 w 1860"/>
                <a:gd name="T43" fmla="*/ 2147483647 h 1458"/>
                <a:gd name="T44" fmla="*/ 2147483647 w 1860"/>
                <a:gd name="T45" fmla="*/ 2147483647 h 1458"/>
                <a:gd name="T46" fmla="*/ 2147483647 w 1860"/>
                <a:gd name="T47" fmla="*/ 2147483647 h 1458"/>
                <a:gd name="T48" fmla="*/ 2147483647 w 1860"/>
                <a:gd name="T49" fmla="*/ 2147483647 h 1458"/>
                <a:gd name="T50" fmla="*/ 2147483647 w 1860"/>
                <a:gd name="T51" fmla="*/ 2147483647 h 1458"/>
                <a:gd name="T52" fmla="*/ 2147483647 w 1860"/>
                <a:gd name="T53" fmla="*/ 2147483647 h 1458"/>
                <a:gd name="T54" fmla="*/ 2147483647 w 1860"/>
                <a:gd name="T55" fmla="*/ 2147483647 h 1458"/>
                <a:gd name="T56" fmla="*/ 0 w 1860"/>
                <a:gd name="T57" fmla="*/ 2147483647 h 1458"/>
                <a:gd name="T58" fmla="*/ 2147483647 w 1860"/>
                <a:gd name="T59" fmla="*/ 2147483647 h 1458"/>
                <a:gd name="T60" fmla="*/ 2147483647 w 1860"/>
                <a:gd name="T61" fmla="*/ 2147483647 h 1458"/>
                <a:gd name="T62" fmla="*/ 2147483647 w 1860"/>
                <a:gd name="T63" fmla="*/ 2147483647 h 1458"/>
                <a:gd name="T64" fmla="*/ 2147483647 w 1860"/>
                <a:gd name="T65" fmla="*/ 2147483647 h 1458"/>
                <a:gd name="T66" fmla="*/ 2147483647 w 1860"/>
                <a:gd name="T67" fmla="*/ 2147483647 h 1458"/>
                <a:gd name="T68" fmla="*/ 2147483647 w 1860"/>
                <a:gd name="T69" fmla="*/ 2147483647 h 1458"/>
                <a:gd name="T70" fmla="*/ 2147483647 w 1860"/>
                <a:gd name="T71" fmla="*/ 2147483647 h 1458"/>
                <a:gd name="T72" fmla="*/ 2147483647 w 1860"/>
                <a:gd name="T73" fmla="*/ 2147483647 h 1458"/>
                <a:gd name="T74" fmla="*/ 2147483647 w 1860"/>
                <a:gd name="T75" fmla="*/ 2147483647 h 1458"/>
                <a:gd name="T76" fmla="*/ 2147483647 w 1860"/>
                <a:gd name="T77" fmla="*/ 2147483647 h 1458"/>
                <a:gd name="T78" fmla="*/ 2147483647 w 1860"/>
                <a:gd name="T79" fmla="*/ 2147483647 h 1458"/>
                <a:gd name="T80" fmla="*/ 2147483647 w 1860"/>
                <a:gd name="T81" fmla="*/ 2147483647 h 1458"/>
                <a:gd name="T82" fmla="*/ 2147483647 w 1860"/>
                <a:gd name="T83" fmla="*/ 2147483647 h 1458"/>
                <a:gd name="T84" fmla="*/ 2147483647 w 1860"/>
                <a:gd name="T85" fmla="*/ 2147483647 h 1458"/>
                <a:gd name="T86" fmla="*/ 2147483647 w 1860"/>
                <a:gd name="T87" fmla="*/ 2147483647 h 1458"/>
                <a:gd name="T88" fmla="*/ 2147483647 w 1860"/>
                <a:gd name="T89" fmla="*/ 2147483647 h 1458"/>
                <a:gd name="T90" fmla="*/ 2147483647 w 1860"/>
                <a:gd name="T91" fmla="*/ 2147483647 h 1458"/>
                <a:gd name="T92" fmla="*/ 2147483647 w 1860"/>
                <a:gd name="T93" fmla="*/ 2147483647 h 1458"/>
                <a:gd name="T94" fmla="*/ 2147483647 w 1860"/>
                <a:gd name="T95" fmla="*/ 2147483647 h 1458"/>
                <a:gd name="T96" fmla="*/ 2147483647 w 1860"/>
                <a:gd name="T97" fmla="*/ 2147483647 h 1458"/>
                <a:gd name="T98" fmla="*/ 2147483647 w 1860"/>
                <a:gd name="T99" fmla="*/ 2147483647 h 1458"/>
                <a:gd name="T100" fmla="*/ 2147483647 w 1860"/>
                <a:gd name="T101" fmla="*/ 2147483647 h 1458"/>
                <a:gd name="T102" fmla="*/ 2147483647 w 1860"/>
                <a:gd name="T103" fmla="*/ 2147483647 h 1458"/>
                <a:gd name="T104" fmla="*/ 2147483647 w 1860"/>
                <a:gd name="T105" fmla="*/ 2147483647 h 1458"/>
                <a:gd name="T106" fmla="*/ 2147483647 w 1860"/>
                <a:gd name="T107" fmla="*/ 2147483647 h 1458"/>
                <a:gd name="T108" fmla="*/ 2147483647 w 1860"/>
                <a:gd name="T109" fmla="*/ 2147483647 h 1458"/>
                <a:gd name="T110" fmla="*/ 2147483647 w 1860"/>
                <a:gd name="T111" fmla="*/ 2147483647 h 1458"/>
                <a:gd name="T112" fmla="*/ 2147483647 w 1860"/>
                <a:gd name="T113" fmla="*/ 2147483647 h 1458"/>
                <a:gd name="T114" fmla="*/ 2147483647 w 1860"/>
                <a:gd name="T115" fmla="*/ 2147483647 h 1458"/>
                <a:gd name="T116" fmla="*/ 2147483647 w 1860"/>
                <a:gd name="T117" fmla="*/ 2147483647 h 1458"/>
                <a:gd name="T118" fmla="*/ 2147483647 w 1860"/>
                <a:gd name="T119" fmla="*/ 2147483647 h 1458"/>
                <a:gd name="T120" fmla="*/ 2147483647 w 1860"/>
                <a:gd name="T121" fmla="*/ 2147483647 h 145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860"/>
                <a:gd name="T184" fmla="*/ 0 h 1458"/>
                <a:gd name="T185" fmla="*/ 1860 w 1860"/>
                <a:gd name="T186" fmla="*/ 1458 h 145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860" h="1458">
                  <a:moveTo>
                    <a:pt x="1422" y="1440"/>
                  </a:moveTo>
                  <a:lnTo>
                    <a:pt x="1422" y="1380"/>
                  </a:lnTo>
                  <a:lnTo>
                    <a:pt x="1452" y="1332"/>
                  </a:lnTo>
                  <a:lnTo>
                    <a:pt x="1542" y="1338"/>
                  </a:lnTo>
                  <a:lnTo>
                    <a:pt x="1542" y="1320"/>
                  </a:lnTo>
                  <a:lnTo>
                    <a:pt x="1548" y="1320"/>
                  </a:lnTo>
                  <a:lnTo>
                    <a:pt x="1554" y="1314"/>
                  </a:lnTo>
                  <a:lnTo>
                    <a:pt x="1554" y="1302"/>
                  </a:lnTo>
                  <a:lnTo>
                    <a:pt x="1536" y="1302"/>
                  </a:lnTo>
                  <a:lnTo>
                    <a:pt x="1530" y="1278"/>
                  </a:lnTo>
                  <a:lnTo>
                    <a:pt x="1524" y="1278"/>
                  </a:lnTo>
                  <a:lnTo>
                    <a:pt x="1512" y="1272"/>
                  </a:lnTo>
                  <a:lnTo>
                    <a:pt x="1506" y="1272"/>
                  </a:lnTo>
                  <a:lnTo>
                    <a:pt x="1500" y="1266"/>
                  </a:lnTo>
                  <a:lnTo>
                    <a:pt x="1494" y="1254"/>
                  </a:lnTo>
                  <a:lnTo>
                    <a:pt x="1494" y="1248"/>
                  </a:lnTo>
                  <a:lnTo>
                    <a:pt x="1482" y="1242"/>
                  </a:lnTo>
                  <a:lnTo>
                    <a:pt x="1506" y="1242"/>
                  </a:lnTo>
                  <a:lnTo>
                    <a:pt x="1518" y="1236"/>
                  </a:lnTo>
                  <a:lnTo>
                    <a:pt x="1524" y="1236"/>
                  </a:lnTo>
                  <a:lnTo>
                    <a:pt x="1524" y="1212"/>
                  </a:lnTo>
                  <a:lnTo>
                    <a:pt x="1518" y="1200"/>
                  </a:lnTo>
                  <a:lnTo>
                    <a:pt x="1518" y="1188"/>
                  </a:lnTo>
                  <a:lnTo>
                    <a:pt x="1650" y="1194"/>
                  </a:lnTo>
                  <a:lnTo>
                    <a:pt x="1656" y="1182"/>
                  </a:lnTo>
                  <a:lnTo>
                    <a:pt x="1656" y="1176"/>
                  </a:lnTo>
                  <a:lnTo>
                    <a:pt x="1662" y="1176"/>
                  </a:lnTo>
                  <a:lnTo>
                    <a:pt x="1668" y="1182"/>
                  </a:lnTo>
                  <a:lnTo>
                    <a:pt x="1668" y="1188"/>
                  </a:lnTo>
                  <a:lnTo>
                    <a:pt x="1674" y="1188"/>
                  </a:lnTo>
                  <a:lnTo>
                    <a:pt x="1680" y="1182"/>
                  </a:lnTo>
                  <a:lnTo>
                    <a:pt x="1692" y="1176"/>
                  </a:lnTo>
                  <a:lnTo>
                    <a:pt x="1698" y="1164"/>
                  </a:lnTo>
                  <a:lnTo>
                    <a:pt x="1698" y="1152"/>
                  </a:lnTo>
                  <a:lnTo>
                    <a:pt x="1704" y="1146"/>
                  </a:lnTo>
                  <a:lnTo>
                    <a:pt x="1704" y="1140"/>
                  </a:lnTo>
                  <a:lnTo>
                    <a:pt x="1710" y="1152"/>
                  </a:lnTo>
                  <a:lnTo>
                    <a:pt x="1746" y="1116"/>
                  </a:lnTo>
                  <a:lnTo>
                    <a:pt x="1746" y="1122"/>
                  </a:lnTo>
                  <a:lnTo>
                    <a:pt x="1740" y="1128"/>
                  </a:lnTo>
                  <a:lnTo>
                    <a:pt x="1740" y="1146"/>
                  </a:lnTo>
                  <a:lnTo>
                    <a:pt x="1746" y="1152"/>
                  </a:lnTo>
                  <a:lnTo>
                    <a:pt x="1758" y="1152"/>
                  </a:lnTo>
                  <a:lnTo>
                    <a:pt x="1782" y="1086"/>
                  </a:lnTo>
                  <a:lnTo>
                    <a:pt x="1770" y="1074"/>
                  </a:lnTo>
                  <a:lnTo>
                    <a:pt x="1794" y="1068"/>
                  </a:lnTo>
                  <a:lnTo>
                    <a:pt x="1794" y="1056"/>
                  </a:lnTo>
                  <a:lnTo>
                    <a:pt x="1776" y="1050"/>
                  </a:lnTo>
                  <a:lnTo>
                    <a:pt x="1794" y="1032"/>
                  </a:lnTo>
                  <a:lnTo>
                    <a:pt x="1800" y="1008"/>
                  </a:lnTo>
                  <a:lnTo>
                    <a:pt x="1806" y="996"/>
                  </a:lnTo>
                  <a:lnTo>
                    <a:pt x="1818" y="990"/>
                  </a:lnTo>
                  <a:lnTo>
                    <a:pt x="1824" y="978"/>
                  </a:lnTo>
                  <a:lnTo>
                    <a:pt x="1836" y="966"/>
                  </a:lnTo>
                  <a:lnTo>
                    <a:pt x="1842" y="954"/>
                  </a:lnTo>
                  <a:lnTo>
                    <a:pt x="1848" y="948"/>
                  </a:lnTo>
                  <a:lnTo>
                    <a:pt x="1854" y="936"/>
                  </a:lnTo>
                  <a:lnTo>
                    <a:pt x="1854" y="930"/>
                  </a:lnTo>
                  <a:lnTo>
                    <a:pt x="1860" y="918"/>
                  </a:lnTo>
                  <a:lnTo>
                    <a:pt x="1860" y="900"/>
                  </a:lnTo>
                  <a:lnTo>
                    <a:pt x="1854" y="894"/>
                  </a:lnTo>
                  <a:lnTo>
                    <a:pt x="1818" y="894"/>
                  </a:lnTo>
                  <a:lnTo>
                    <a:pt x="1812" y="900"/>
                  </a:lnTo>
                  <a:lnTo>
                    <a:pt x="1800" y="900"/>
                  </a:lnTo>
                  <a:lnTo>
                    <a:pt x="1794" y="894"/>
                  </a:lnTo>
                  <a:lnTo>
                    <a:pt x="1782" y="894"/>
                  </a:lnTo>
                  <a:lnTo>
                    <a:pt x="1770" y="888"/>
                  </a:lnTo>
                  <a:lnTo>
                    <a:pt x="1746" y="888"/>
                  </a:lnTo>
                  <a:lnTo>
                    <a:pt x="1734" y="894"/>
                  </a:lnTo>
                  <a:lnTo>
                    <a:pt x="1716" y="900"/>
                  </a:lnTo>
                  <a:lnTo>
                    <a:pt x="1698" y="900"/>
                  </a:lnTo>
                  <a:lnTo>
                    <a:pt x="1686" y="906"/>
                  </a:lnTo>
                  <a:lnTo>
                    <a:pt x="1668" y="906"/>
                  </a:lnTo>
                  <a:lnTo>
                    <a:pt x="1656" y="912"/>
                  </a:lnTo>
                  <a:lnTo>
                    <a:pt x="1626" y="912"/>
                  </a:lnTo>
                  <a:lnTo>
                    <a:pt x="1614" y="918"/>
                  </a:lnTo>
                  <a:lnTo>
                    <a:pt x="1608" y="924"/>
                  </a:lnTo>
                  <a:lnTo>
                    <a:pt x="1596" y="948"/>
                  </a:lnTo>
                  <a:lnTo>
                    <a:pt x="1590" y="966"/>
                  </a:lnTo>
                  <a:lnTo>
                    <a:pt x="1590" y="1026"/>
                  </a:lnTo>
                  <a:lnTo>
                    <a:pt x="1572" y="1032"/>
                  </a:lnTo>
                  <a:lnTo>
                    <a:pt x="1572" y="1062"/>
                  </a:lnTo>
                  <a:lnTo>
                    <a:pt x="1566" y="1074"/>
                  </a:lnTo>
                  <a:lnTo>
                    <a:pt x="1542" y="1086"/>
                  </a:lnTo>
                  <a:lnTo>
                    <a:pt x="1524" y="1098"/>
                  </a:lnTo>
                  <a:lnTo>
                    <a:pt x="1512" y="1110"/>
                  </a:lnTo>
                  <a:lnTo>
                    <a:pt x="1512" y="1122"/>
                  </a:lnTo>
                  <a:lnTo>
                    <a:pt x="1506" y="1128"/>
                  </a:lnTo>
                  <a:lnTo>
                    <a:pt x="1506" y="1140"/>
                  </a:lnTo>
                  <a:lnTo>
                    <a:pt x="1500" y="1146"/>
                  </a:lnTo>
                  <a:lnTo>
                    <a:pt x="1488" y="1146"/>
                  </a:lnTo>
                  <a:lnTo>
                    <a:pt x="1476" y="1134"/>
                  </a:lnTo>
                  <a:lnTo>
                    <a:pt x="1476" y="1128"/>
                  </a:lnTo>
                  <a:lnTo>
                    <a:pt x="1470" y="1122"/>
                  </a:lnTo>
                  <a:lnTo>
                    <a:pt x="1440" y="1122"/>
                  </a:lnTo>
                  <a:lnTo>
                    <a:pt x="1416" y="1128"/>
                  </a:lnTo>
                  <a:lnTo>
                    <a:pt x="1392" y="1140"/>
                  </a:lnTo>
                  <a:lnTo>
                    <a:pt x="1356" y="1140"/>
                  </a:lnTo>
                  <a:lnTo>
                    <a:pt x="1338" y="1146"/>
                  </a:lnTo>
                  <a:lnTo>
                    <a:pt x="1290" y="1170"/>
                  </a:lnTo>
                  <a:lnTo>
                    <a:pt x="1284" y="1170"/>
                  </a:lnTo>
                  <a:lnTo>
                    <a:pt x="1272" y="1158"/>
                  </a:lnTo>
                  <a:lnTo>
                    <a:pt x="1266" y="1146"/>
                  </a:lnTo>
                  <a:lnTo>
                    <a:pt x="1266" y="1140"/>
                  </a:lnTo>
                  <a:lnTo>
                    <a:pt x="1260" y="1128"/>
                  </a:lnTo>
                  <a:lnTo>
                    <a:pt x="1242" y="1128"/>
                  </a:lnTo>
                  <a:lnTo>
                    <a:pt x="1224" y="1122"/>
                  </a:lnTo>
                  <a:lnTo>
                    <a:pt x="1194" y="1122"/>
                  </a:lnTo>
                  <a:lnTo>
                    <a:pt x="1194" y="1104"/>
                  </a:lnTo>
                  <a:lnTo>
                    <a:pt x="1188" y="1092"/>
                  </a:lnTo>
                  <a:lnTo>
                    <a:pt x="1176" y="1080"/>
                  </a:lnTo>
                  <a:lnTo>
                    <a:pt x="1170" y="1068"/>
                  </a:lnTo>
                  <a:lnTo>
                    <a:pt x="1164" y="1062"/>
                  </a:lnTo>
                  <a:lnTo>
                    <a:pt x="1164" y="1026"/>
                  </a:lnTo>
                  <a:lnTo>
                    <a:pt x="1128" y="966"/>
                  </a:lnTo>
                  <a:lnTo>
                    <a:pt x="1122" y="924"/>
                  </a:lnTo>
                  <a:lnTo>
                    <a:pt x="1110" y="894"/>
                  </a:lnTo>
                  <a:lnTo>
                    <a:pt x="1104" y="804"/>
                  </a:lnTo>
                  <a:lnTo>
                    <a:pt x="1110" y="798"/>
                  </a:lnTo>
                  <a:lnTo>
                    <a:pt x="1122" y="774"/>
                  </a:lnTo>
                  <a:lnTo>
                    <a:pt x="1128" y="768"/>
                  </a:lnTo>
                  <a:lnTo>
                    <a:pt x="1128" y="654"/>
                  </a:lnTo>
                  <a:lnTo>
                    <a:pt x="1152" y="648"/>
                  </a:lnTo>
                  <a:lnTo>
                    <a:pt x="1152" y="612"/>
                  </a:lnTo>
                  <a:lnTo>
                    <a:pt x="1158" y="600"/>
                  </a:lnTo>
                  <a:lnTo>
                    <a:pt x="1158" y="594"/>
                  </a:lnTo>
                  <a:lnTo>
                    <a:pt x="1164" y="588"/>
                  </a:lnTo>
                  <a:lnTo>
                    <a:pt x="1176" y="588"/>
                  </a:lnTo>
                  <a:lnTo>
                    <a:pt x="1182" y="594"/>
                  </a:lnTo>
                  <a:lnTo>
                    <a:pt x="1188" y="594"/>
                  </a:lnTo>
                  <a:lnTo>
                    <a:pt x="1188" y="588"/>
                  </a:lnTo>
                  <a:lnTo>
                    <a:pt x="1194" y="576"/>
                  </a:lnTo>
                  <a:lnTo>
                    <a:pt x="1194" y="564"/>
                  </a:lnTo>
                  <a:lnTo>
                    <a:pt x="1200" y="558"/>
                  </a:lnTo>
                  <a:lnTo>
                    <a:pt x="1206" y="546"/>
                  </a:lnTo>
                  <a:lnTo>
                    <a:pt x="1206" y="540"/>
                  </a:lnTo>
                  <a:lnTo>
                    <a:pt x="1206" y="546"/>
                  </a:lnTo>
                  <a:lnTo>
                    <a:pt x="1182" y="546"/>
                  </a:lnTo>
                  <a:lnTo>
                    <a:pt x="1176" y="534"/>
                  </a:lnTo>
                  <a:lnTo>
                    <a:pt x="1176" y="528"/>
                  </a:lnTo>
                  <a:lnTo>
                    <a:pt x="1134" y="528"/>
                  </a:lnTo>
                  <a:lnTo>
                    <a:pt x="1122" y="516"/>
                  </a:lnTo>
                  <a:lnTo>
                    <a:pt x="1110" y="516"/>
                  </a:lnTo>
                  <a:lnTo>
                    <a:pt x="1092" y="510"/>
                  </a:lnTo>
                  <a:lnTo>
                    <a:pt x="1080" y="498"/>
                  </a:lnTo>
                  <a:lnTo>
                    <a:pt x="1080" y="468"/>
                  </a:lnTo>
                  <a:lnTo>
                    <a:pt x="1068" y="456"/>
                  </a:lnTo>
                  <a:lnTo>
                    <a:pt x="1068" y="420"/>
                  </a:lnTo>
                  <a:lnTo>
                    <a:pt x="1074" y="420"/>
                  </a:lnTo>
                  <a:lnTo>
                    <a:pt x="1080" y="414"/>
                  </a:lnTo>
                  <a:lnTo>
                    <a:pt x="1080" y="408"/>
                  </a:lnTo>
                  <a:lnTo>
                    <a:pt x="1068" y="396"/>
                  </a:lnTo>
                  <a:lnTo>
                    <a:pt x="1056" y="390"/>
                  </a:lnTo>
                  <a:lnTo>
                    <a:pt x="1050" y="384"/>
                  </a:lnTo>
                  <a:lnTo>
                    <a:pt x="1050" y="360"/>
                  </a:lnTo>
                  <a:lnTo>
                    <a:pt x="1038" y="354"/>
                  </a:lnTo>
                  <a:lnTo>
                    <a:pt x="1032" y="342"/>
                  </a:lnTo>
                  <a:lnTo>
                    <a:pt x="1032" y="330"/>
                  </a:lnTo>
                  <a:lnTo>
                    <a:pt x="1038" y="318"/>
                  </a:lnTo>
                  <a:lnTo>
                    <a:pt x="1038" y="294"/>
                  </a:lnTo>
                  <a:lnTo>
                    <a:pt x="1026" y="282"/>
                  </a:lnTo>
                  <a:lnTo>
                    <a:pt x="1020" y="270"/>
                  </a:lnTo>
                  <a:lnTo>
                    <a:pt x="1008" y="258"/>
                  </a:lnTo>
                  <a:lnTo>
                    <a:pt x="1002" y="246"/>
                  </a:lnTo>
                  <a:lnTo>
                    <a:pt x="996" y="240"/>
                  </a:lnTo>
                  <a:lnTo>
                    <a:pt x="990" y="228"/>
                  </a:lnTo>
                  <a:lnTo>
                    <a:pt x="948" y="228"/>
                  </a:lnTo>
                  <a:lnTo>
                    <a:pt x="930" y="222"/>
                  </a:lnTo>
                  <a:lnTo>
                    <a:pt x="930" y="228"/>
                  </a:lnTo>
                  <a:lnTo>
                    <a:pt x="912" y="228"/>
                  </a:lnTo>
                  <a:lnTo>
                    <a:pt x="900" y="240"/>
                  </a:lnTo>
                  <a:lnTo>
                    <a:pt x="888" y="264"/>
                  </a:lnTo>
                  <a:lnTo>
                    <a:pt x="876" y="276"/>
                  </a:lnTo>
                  <a:lnTo>
                    <a:pt x="852" y="288"/>
                  </a:lnTo>
                  <a:lnTo>
                    <a:pt x="840" y="288"/>
                  </a:lnTo>
                  <a:lnTo>
                    <a:pt x="822" y="276"/>
                  </a:lnTo>
                  <a:lnTo>
                    <a:pt x="810" y="270"/>
                  </a:lnTo>
                  <a:lnTo>
                    <a:pt x="780" y="240"/>
                  </a:lnTo>
                  <a:lnTo>
                    <a:pt x="780" y="228"/>
                  </a:lnTo>
                  <a:lnTo>
                    <a:pt x="786" y="216"/>
                  </a:lnTo>
                  <a:lnTo>
                    <a:pt x="786" y="174"/>
                  </a:lnTo>
                  <a:lnTo>
                    <a:pt x="780" y="162"/>
                  </a:lnTo>
                  <a:lnTo>
                    <a:pt x="768" y="150"/>
                  </a:lnTo>
                  <a:lnTo>
                    <a:pt x="756" y="144"/>
                  </a:lnTo>
                  <a:lnTo>
                    <a:pt x="744" y="144"/>
                  </a:lnTo>
                  <a:lnTo>
                    <a:pt x="738" y="114"/>
                  </a:lnTo>
                  <a:lnTo>
                    <a:pt x="708" y="102"/>
                  </a:lnTo>
                  <a:lnTo>
                    <a:pt x="708" y="78"/>
                  </a:lnTo>
                  <a:lnTo>
                    <a:pt x="696" y="66"/>
                  </a:lnTo>
                  <a:lnTo>
                    <a:pt x="582" y="66"/>
                  </a:lnTo>
                  <a:lnTo>
                    <a:pt x="576" y="72"/>
                  </a:lnTo>
                  <a:lnTo>
                    <a:pt x="576" y="90"/>
                  </a:lnTo>
                  <a:lnTo>
                    <a:pt x="570" y="102"/>
                  </a:lnTo>
                  <a:lnTo>
                    <a:pt x="570" y="108"/>
                  </a:lnTo>
                  <a:lnTo>
                    <a:pt x="366" y="108"/>
                  </a:lnTo>
                  <a:lnTo>
                    <a:pt x="156" y="12"/>
                  </a:lnTo>
                  <a:lnTo>
                    <a:pt x="150" y="12"/>
                  </a:lnTo>
                  <a:lnTo>
                    <a:pt x="150" y="6"/>
                  </a:lnTo>
                  <a:lnTo>
                    <a:pt x="156" y="0"/>
                  </a:lnTo>
                  <a:lnTo>
                    <a:pt x="12" y="6"/>
                  </a:lnTo>
                  <a:lnTo>
                    <a:pt x="6" y="0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2" y="66"/>
                  </a:lnTo>
                  <a:lnTo>
                    <a:pt x="18" y="78"/>
                  </a:lnTo>
                  <a:lnTo>
                    <a:pt x="0" y="90"/>
                  </a:lnTo>
                  <a:lnTo>
                    <a:pt x="12" y="114"/>
                  </a:lnTo>
                  <a:lnTo>
                    <a:pt x="6" y="126"/>
                  </a:lnTo>
                  <a:lnTo>
                    <a:pt x="24" y="144"/>
                  </a:lnTo>
                  <a:lnTo>
                    <a:pt x="6" y="174"/>
                  </a:lnTo>
                  <a:lnTo>
                    <a:pt x="18" y="180"/>
                  </a:lnTo>
                  <a:lnTo>
                    <a:pt x="18" y="210"/>
                  </a:lnTo>
                  <a:lnTo>
                    <a:pt x="24" y="228"/>
                  </a:lnTo>
                  <a:lnTo>
                    <a:pt x="24" y="240"/>
                  </a:lnTo>
                  <a:lnTo>
                    <a:pt x="30" y="252"/>
                  </a:lnTo>
                  <a:lnTo>
                    <a:pt x="42" y="264"/>
                  </a:lnTo>
                  <a:lnTo>
                    <a:pt x="60" y="264"/>
                  </a:lnTo>
                  <a:lnTo>
                    <a:pt x="60" y="270"/>
                  </a:lnTo>
                  <a:lnTo>
                    <a:pt x="66" y="276"/>
                  </a:lnTo>
                  <a:lnTo>
                    <a:pt x="72" y="288"/>
                  </a:lnTo>
                  <a:lnTo>
                    <a:pt x="84" y="300"/>
                  </a:lnTo>
                  <a:lnTo>
                    <a:pt x="90" y="318"/>
                  </a:lnTo>
                  <a:lnTo>
                    <a:pt x="96" y="330"/>
                  </a:lnTo>
                  <a:lnTo>
                    <a:pt x="96" y="342"/>
                  </a:lnTo>
                  <a:lnTo>
                    <a:pt x="78" y="378"/>
                  </a:lnTo>
                  <a:lnTo>
                    <a:pt x="72" y="384"/>
                  </a:lnTo>
                  <a:lnTo>
                    <a:pt x="72" y="390"/>
                  </a:lnTo>
                  <a:lnTo>
                    <a:pt x="84" y="396"/>
                  </a:lnTo>
                  <a:lnTo>
                    <a:pt x="72" y="414"/>
                  </a:lnTo>
                  <a:lnTo>
                    <a:pt x="60" y="396"/>
                  </a:lnTo>
                  <a:lnTo>
                    <a:pt x="12" y="390"/>
                  </a:lnTo>
                  <a:lnTo>
                    <a:pt x="36" y="414"/>
                  </a:lnTo>
                  <a:lnTo>
                    <a:pt x="42" y="438"/>
                  </a:lnTo>
                  <a:lnTo>
                    <a:pt x="66" y="444"/>
                  </a:lnTo>
                  <a:lnTo>
                    <a:pt x="78" y="456"/>
                  </a:lnTo>
                  <a:lnTo>
                    <a:pt x="84" y="468"/>
                  </a:lnTo>
                  <a:lnTo>
                    <a:pt x="90" y="474"/>
                  </a:lnTo>
                  <a:lnTo>
                    <a:pt x="96" y="474"/>
                  </a:lnTo>
                  <a:lnTo>
                    <a:pt x="102" y="468"/>
                  </a:lnTo>
                  <a:lnTo>
                    <a:pt x="108" y="468"/>
                  </a:lnTo>
                  <a:lnTo>
                    <a:pt x="120" y="462"/>
                  </a:lnTo>
                  <a:lnTo>
                    <a:pt x="126" y="456"/>
                  </a:lnTo>
                  <a:lnTo>
                    <a:pt x="126" y="480"/>
                  </a:lnTo>
                  <a:lnTo>
                    <a:pt x="144" y="516"/>
                  </a:lnTo>
                  <a:lnTo>
                    <a:pt x="156" y="528"/>
                  </a:lnTo>
                  <a:lnTo>
                    <a:pt x="168" y="552"/>
                  </a:lnTo>
                  <a:lnTo>
                    <a:pt x="168" y="564"/>
                  </a:lnTo>
                  <a:lnTo>
                    <a:pt x="156" y="588"/>
                  </a:lnTo>
                  <a:lnTo>
                    <a:pt x="150" y="606"/>
                  </a:lnTo>
                  <a:lnTo>
                    <a:pt x="150" y="618"/>
                  </a:lnTo>
                  <a:lnTo>
                    <a:pt x="180" y="648"/>
                  </a:lnTo>
                  <a:lnTo>
                    <a:pt x="192" y="666"/>
                  </a:lnTo>
                  <a:lnTo>
                    <a:pt x="222" y="696"/>
                  </a:lnTo>
                  <a:lnTo>
                    <a:pt x="234" y="714"/>
                  </a:lnTo>
                  <a:lnTo>
                    <a:pt x="264" y="744"/>
                  </a:lnTo>
                  <a:lnTo>
                    <a:pt x="258" y="750"/>
                  </a:lnTo>
                  <a:lnTo>
                    <a:pt x="258" y="762"/>
                  </a:lnTo>
                  <a:lnTo>
                    <a:pt x="252" y="768"/>
                  </a:lnTo>
                  <a:lnTo>
                    <a:pt x="252" y="780"/>
                  </a:lnTo>
                  <a:lnTo>
                    <a:pt x="258" y="786"/>
                  </a:lnTo>
                  <a:lnTo>
                    <a:pt x="276" y="786"/>
                  </a:lnTo>
                  <a:lnTo>
                    <a:pt x="288" y="780"/>
                  </a:lnTo>
                  <a:lnTo>
                    <a:pt x="294" y="768"/>
                  </a:lnTo>
                  <a:lnTo>
                    <a:pt x="306" y="762"/>
                  </a:lnTo>
                  <a:lnTo>
                    <a:pt x="312" y="756"/>
                  </a:lnTo>
                  <a:lnTo>
                    <a:pt x="306" y="738"/>
                  </a:lnTo>
                  <a:lnTo>
                    <a:pt x="306" y="732"/>
                  </a:lnTo>
                  <a:lnTo>
                    <a:pt x="300" y="726"/>
                  </a:lnTo>
                  <a:lnTo>
                    <a:pt x="300" y="708"/>
                  </a:lnTo>
                  <a:lnTo>
                    <a:pt x="288" y="684"/>
                  </a:lnTo>
                  <a:lnTo>
                    <a:pt x="282" y="678"/>
                  </a:lnTo>
                  <a:lnTo>
                    <a:pt x="258" y="678"/>
                  </a:lnTo>
                  <a:lnTo>
                    <a:pt x="240" y="648"/>
                  </a:lnTo>
                  <a:lnTo>
                    <a:pt x="240" y="576"/>
                  </a:lnTo>
                  <a:lnTo>
                    <a:pt x="222" y="546"/>
                  </a:lnTo>
                  <a:lnTo>
                    <a:pt x="228" y="534"/>
                  </a:lnTo>
                  <a:lnTo>
                    <a:pt x="228" y="528"/>
                  </a:lnTo>
                  <a:lnTo>
                    <a:pt x="234" y="516"/>
                  </a:lnTo>
                  <a:lnTo>
                    <a:pt x="234" y="492"/>
                  </a:lnTo>
                  <a:lnTo>
                    <a:pt x="228" y="486"/>
                  </a:lnTo>
                  <a:lnTo>
                    <a:pt x="216" y="480"/>
                  </a:lnTo>
                  <a:lnTo>
                    <a:pt x="210" y="474"/>
                  </a:lnTo>
                  <a:lnTo>
                    <a:pt x="198" y="474"/>
                  </a:lnTo>
                  <a:lnTo>
                    <a:pt x="198" y="432"/>
                  </a:lnTo>
                  <a:lnTo>
                    <a:pt x="168" y="396"/>
                  </a:lnTo>
                  <a:lnTo>
                    <a:pt x="174" y="336"/>
                  </a:lnTo>
                  <a:lnTo>
                    <a:pt x="168" y="330"/>
                  </a:lnTo>
                  <a:lnTo>
                    <a:pt x="162" y="318"/>
                  </a:lnTo>
                  <a:lnTo>
                    <a:pt x="144" y="300"/>
                  </a:lnTo>
                  <a:lnTo>
                    <a:pt x="138" y="288"/>
                  </a:lnTo>
                  <a:lnTo>
                    <a:pt x="138" y="276"/>
                  </a:lnTo>
                  <a:lnTo>
                    <a:pt x="132" y="264"/>
                  </a:lnTo>
                  <a:lnTo>
                    <a:pt x="132" y="246"/>
                  </a:lnTo>
                  <a:lnTo>
                    <a:pt x="126" y="240"/>
                  </a:lnTo>
                  <a:lnTo>
                    <a:pt x="120" y="228"/>
                  </a:lnTo>
                  <a:lnTo>
                    <a:pt x="108" y="216"/>
                  </a:lnTo>
                  <a:lnTo>
                    <a:pt x="102" y="204"/>
                  </a:lnTo>
                  <a:lnTo>
                    <a:pt x="96" y="198"/>
                  </a:lnTo>
                  <a:lnTo>
                    <a:pt x="96" y="192"/>
                  </a:lnTo>
                  <a:lnTo>
                    <a:pt x="102" y="186"/>
                  </a:lnTo>
                  <a:lnTo>
                    <a:pt x="114" y="162"/>
                  </a:lnTo>
                  <a:lnTo>
                    <a:pt x="114" y="114"/>
                  </a:lnTo>
                  <a:lnTo>
                    <a:pt x="120" y="108"/>
                  </a:lnTo>
                  <a:lnTo>
                    <a:pt x="126" y="96"/>
                  </a:lnTo>
                  <a:lnTo>
                    <a:pt x="126" y="60"/>
                  </a:lnTo>
                  <a:lnTo>
                    <a:pt x="132" y="66"/>
                  </a:lnTo>
                  <a:lnTo>
                    <a:pt x="144" y="72"/>
                  </a:lnTo>
                  <a:lnTo>
                    <a:pt x="150" y="84"/>
                  </a:lnTo>
                  <a:lnTo>
                    <a:pt x="162" y="90"/>
                  </a:lnTo>
                  <a:lnTo>
                    <a:pt x="180" y="90"/>
                  </a:lnTo>
                  <a:lnTo>
                    <a:pt x="186" y="84"/>
                  </a:lnTo>
                  <a:lnTo>
                    <a:pt x="198" y="84"/>
                  </a:lnTo>
                  <a:lnTo>
                    <a:pt x="198" y="102"/>
                  </a:lnTo>
                  <a:lnTo>
                    <a:pt x="204" y="108"/>
                  </a:lnTo>
                  <a:lnTo>
                    <a:pt x="216" y="114"/>
                  </a:lnTo>
                  <a:lnTo>
                    <a:pt x="234" y="114"/>
                  </a:lnTo>
                  <a:lnTo>
                    <a:pt x="234" y="120"/>
                  </a:lnTo>
                  <a:lnTo>
                    <a:pt x="228" y="126"/>
                  </a:lnTo>
                  <a:lnTo>
                    <a:pt x="228" y="186"/>
                  </a:lnTo>
                  <a:lnTo>
                    <a:pt x="240" y="258"/>
                  </a:lnTo>
                  <a:lnTo>
                    <a:pt x="240" y="270"/>
                  </a:lnTo>
                  <a:lnTo>
                    <a:pt x="246" y="282"/>
                  </a:lnTo>
                  <a:lnTo>
                    <a:pt x="252" y="306"/>
                  </a:lnTo>
                  <a:lnTo>
                    <a:pt x="264" y="342"/>
                  </a:lnTo>
                  <a:lnTo>
                    <a:pt x="276" y="372"/>
                  </a:lnTo>
                  <a:lnTo>
                    <a:pt x="282" y="384"/>
                  </a:lnTo>
                  <a:lnTo>
                    <a:pt x="324" y="384"/>
                  </a:lnTo>
                  <a:lnTo>
                    <a:pt x="318" y="390"/>
                  </a:lnTo>
                  <a:lnTo>
                    <a:pt x="306" y="414"/>
                  </a:lnTo>
                  <a:lnTo>
                    <a:pt x="318" y="438"/>
                  </a:lnTo>
                  <a:lnTo>
                    <a:pt x="330" y="444"/>
                  </a:lnTo>
                  <a:lnTo>
                    <a:pt x="336" y="450"/>
                  </a:lnTo>
                  <a:lnTo>
                    <a:pt x="348" y="450"/>
                  </a:lnTo>
                  <a:lnTo>
                    <a:pt x="354" y="474"/>
                  </a:lnTo>
                  <a:lnTo>
                    <a:pt x="384" y="474"/>
                  </a:lnTo>
                  <a:lnTo>
                    <a:pt x="390" y="516"/>
                  </a:lnTo>
                  <a:lnTo>
                    <a:pt x="384" y="516"/>
                  </a:lnTo>
                  <a:lnTo>
                    <a:pt x="378" y="522"/>
                  </a:lnTo>
                  <a:lnTo>
                    <a:pt x="366" y="528"/>
                  </a:lnTo>
                  <a:lnTo>
                    <a:pt x="360" y="534"/>
                  </a:lnTo>
                  <a:lnTo>
                    <a:pt x="354" y="546"/>
                  </a:lnTo>
                  <a:lnTo>
                    <a:pt x="354" y="558"/>
                  </a:lnTo>
                  <a:lnTo>
                    <a:pt x="360" y="564"/>
                  </a:lnTo>
                  <a:lnTo>
                    <a:pt x="372" y="570"/>
                  </a:lnTo>
                  <a:lnTo>
                    <a:pt x="384" y="558"/>
                  </a:lnTo>
                  <a:lnTo>
                    <a:pt x="384" y="564"/>
                  </a:lnTo>
                  <a:lnTo>
                    <a:pt x="396" y="576"/>
                  </a:lnTo>
                  <a:lnTo>
                    <a:pt x="396" y="588"/>
                  </a:lnTo>
                  <a:lnTo>
                    <a:pt x="402" y="594"/>
                  </a:lnTo>
                  <a:lnTo>
                    <a:pt x="414" y="594"/>
                  </a:lnTo>
                  <a:lnTo>
                    <a:pt x="426" y="600"/>
                  </a:lnTo>
                  <a:lnTo>
                    <a:pt x="432" y="600"/>
                  </a:lnTo>
                  <a:lnTo>
                    <a:pt x="438" y="606"/>
                  </a:lnTo>
                  <a:lnTo>
                    <a:pt x="438" y="624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26" y="648"/>
                  </a:lnTo>
                  <a:lnTo>
                    <a:pt x="426" y="654"/>
                  </a:lnTo>
                  <a:lnTo>
                    <a:pt x="468" y="654"/>
                  </a:lnTo>
                  <a:lnTo>
                    <a:pt x="468" y="684"/>
                  </a:lnTo>
                  <a:lnTo>
                    <a:pt x="504" y="720"/>
                  </a:lnTo>
                  <a:lnTo>
                    <a:pt x="510" y="732"/>
                  </a:lnTo>
                  <a:lnTo>
                    <a:pt x="528" y="750"/>
                  </a:lnTo>
                  <a:lnTo>
                    <a:pt x="534" y="768"/>
                  </a:lnTo>
                  <a:lnTo>
                    <a:pt x="546" y="780"/>
                  </a:lnTo>
                  <a:lnTo>
                    <a:pt x="552" y="798"/>
                  </a:lnTo>
                  <a:lnTo>
                    <a:pt x="558" y="810"/>
                  </a:lnTo>
                  <a:lnTo>
                    <a:pt x="558" y="870"/>
                  </a:lnTo>
                  <a:lnTo>
                    <a:pt x="564" y="882"/>
                  </a:lnTo>
                  <a:lnTo>
                    <a:pt x="576" y="894"/>
                  </a:lnTo>
                  <a:lnTo>
                    <a:pt x="576" y="906"/>
                  </a:lnTo>
                  <a:lnTo>
                    <a:pt x="570" y="918"/>
                  </a:lnTo>
                  <a:lnTo>
                    <a:pt x="552" y="936"/>
                  </a:lnTo>
                  <a:lnTo>
                    <a:pt x="546" y="948"/>
                  </a:lnTo>
                  <a:lnTo>
                    <a:pt x="546" y="954"/>
                  </a:lnTo>
                  <a:lnTo>
                    <a:pt x="552" y="960"/>
                  </a:lnTo>
                  <a:lnTo>
                    <a:pt x="564" y="966"/>
                  </a:lnTo>
                  <a:lnTo>
                    <a:pt x="540" y="966"/>
                  </a:lnTo>
                  <a:lnTo>
                    <a:pt x="528" y="972"/>
                  </a:lnTo>
                  <a:lnTo>
                    <a:pt x="528" y="1038"/>
                  </a:lnTo>
                  <a:lnTo>
                    <a:pt x="534" y="1056"/>
                  </a:lnTo>
                  <a:lnTo>
                    <a:pt x="540" y="1062"/>
                  </a:lnTo>
                  <a:lnTo>
                    <a:pt x="546" y="1074"/>
                  </a:lnTo>
                  <a:lnTo>
                    <a:pt x="558" y="1074"/>
                  </a:lnTo>
                  <a:lnTo>
                    <a:pt x="576" y="1080"/>
                  </a:lnTo>
                  <a:lnTo>
                    <a:pt x="600" y="1080"/>
                  </a:lnTo>
                  <a:lnTo>
                    <a:pt x="612" y="1086"/>
                  </a:lnTo>
                  <a:lnTo>
                    <a:pt x="636" y="1110"/>
                  </a:lnTo>
                  <a:lnTo>
                    <a:pt x="642" y="1122"/>
                  </a:lnTo>
                  <a:lnTo>
                    <a:pt x="648" y="1140"/>
                  </a:lnTo>
                  <a:lnTo>
                    <a:pt x="654" y="1152"/>
                  </a:lnTo>
                  <a:lnTo>
                    <a:pt x="666" y="1164"/>
                  </a:lnTo>
                  <a:lnTo>
                    <a:pt x="678" y="1170"/>
                  </a:lnTo>
                  <a:lnTo>
                    <a:pt x="732" y="1170"/>
                  </a:lnTo>
                  <a:lnTo>
                    <a:pt x="750" y="1176"/>
                  </a:lnTo>
                  <a:lnTo>
                    <a:pt x="762" y="1182"/>
                  </a:lnTo>
                  <a:lnTo>
                    <a:pt x="768" y="1188"/>
                  </a:lnTo>
                  <a:lnTo>
                    <a:pt x="774" y="1200"/>
                  </a:lnTo>
                  <a:lnTo>
                    <a:pt x="786" y="1218"/>
                  </a:lnTo>
                  <a:lnTo>
                    <a:pt x="810" y="1242"/>
                  </a:lnTo>
                  <a:lnTo>
                    <a:pt x="834" y="1254"/>
                  </a:lnTo>
                  <a:lnTo>
                    <a:pt x="870" y="1266"/>
                  </a:lnTo>
                  <a:lnTo>
                    <a:pt x="912" y="1272"/>
                  </a:lnTo>
                  <a:lnTo>
                    <a:pt x="942" y="1278"/>
                  </a:lnTo>
                  <a:lnTo>
                    <a:pt x="960" y="1290"/>
                  </a:lnTo>
                  <a:lnTo>
                    <a:pt x="966" y="1302"/>
                  </a:lnTo>
                  <a:lnTo>
                    <a:pt x="978" y="1314"/>
                  </a:lnTo>
                  <a:lnTo>
                    <a:pt x="990" y="1320"/>
                  </a:lnTo>
                  <a:lnTo>
                    <a:pt x="996" y="1320"/>
                  </a:lnTo>
                  <a:lnTo>
                    <a:pt x="1002" y="1326"/>
                  </a:lnTo>
                  <a:lnTo>
                    <a:pt x="1008" y="1338"/>
                  </a:lnTo>
                  <a:lnTo>
                    <a:pt x="1014" y="1344"/>
                  </a:lnTo>
                  <a:lnTo>
                    <a:pt x="1080" y="1344"/>
                  </a:lnTo>
                  <a:lnTo>
                    <a:pt x="1092" y="1356"/>
                  </a:lnTo>
                  <a:lnTo>
                    <a:pt x="1098" y="1368"/>
                  </a:lnTo>
                  <a:lnTo>
                    <a:pt x="1104" y="1374"/>
                  </a:lnTo>
                  <a:lnTo>
                    <a:pt x="1116" y="1374"/>
                  </a:lnTo>
                  <a:lnTo>
                    <a:pt x="1140" y="1362"/>
                  </a:lnTo>
                  <a:lnTo>
                    <a:pt x="1170" y="1350"/>
                  </a:lnTo>
                  <a:lnTo>
                    <a:pt x="1206" y="1332"/>
                  </a:lnTo>
                  <a:lnTo>
                    <a:pt x="1260" y="1314"/>
                  </a:lnTo>
                  <a:lnTo>
                    <a:pt x="1278" y="1326"/>
                  </a:lnTo>
                  <a:lnTo>
                    <a:pt x="1308" y="1350"/>
                  </a:lnTo>
                  <a:lnTo>
                    <a:pt x="1344" y="1374"/>
                  </a:lnTo>
                  <a:lnTo>
                    <a:pt x="1386" y="1416"/>
                  </a:lnTo>
                  <a:lnTo>
                    <a:pt x="1386" y="1428"/>
                  </a:lnTo>
                  <a:lnTo>
                    <a:pt x="1392" y="1446"/>
                  </a:lnTo>
                  <a:lnTo>
                    <a:pt x="1398" y="1458"/>
                  </a:lnTo>
                  <a:lnTo>
                    <a:pt x="1416" y="1458"/>
                  </a:lnTo>
                  <a:lnTo>
                    <a:pt x="1422" y="1452"/>
                  </a:lnTo>
                  <a:lnTo>
                    <a:pt x="1422" y="144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59" name="Mauritania" descr="© INSCALE GmbH, 05.05.2010&#10;http://www.presentationload.com/">
              <a:extLst>
                <a:ext uri="{FF2B5EF4-FFF2-40B4-BE49-F238E27FC236}">
                  <a16:creationId xmlns:a16="http://schemas.microsoft.com/office/drawing/2014/main" id="{A8EDFC60-754A-48A0-B716-CB86661A5DED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345553" y="2281432"/>
              <a:ext cx="283040" cy="330102"/>
            </a:xfrm>
            <a:custGeom>
              <a:avLst/>
              <a:gdLst>
                <a:gd name="T0" fmla="*/ 2147483647 w 858"/>
                <a:gd name="T1" fmla="*/ 2147483647 h 1002"/>
                <a:gd name="T2" fmla="*/ 2147483647 w 858"/>
                <a:gd name="T3" fmla="*/ 2147483647 h 1002"/>
                <a:gd name="T4" fmla="*/ 2147483647 w 858"/>
                <a:gd name="T5" fmla="*/ 2147483647 h 1002"/>
                <a:gd name="T6" fmla="*/ 2147483647 w 858"/>
                <a:gd name="T7" fmla="*/ 2147483647 h 1002"/>
                <a:gd name="T8" fmla="*/ 2147483647 w 858"/>
                <a:gd name="T9" fmla="*/ 2147483647 h 1002"/>
                <a:gd name="T10" fmla="*/ 2147483647 w 858"/>
                <a:gd name="T11" fmla="*/ 2147483647 h 1002"/>
                <a:gd name="T12" fmla="*/ 2147483647 w 858"/>
                <a:gd name="T13" fmla="*/ 2147483647 h 1002"/>
                <a:gd name="T14" fmla="*/ 2147483647 w 858"/>
                <a:gd name="T15" fmla="*/ 2147483647 h 1002"/>
                <a:gd name="T16" fmla="*/ 2147483647 w 858"/>
                <a:gd name="T17" fmla="*/ 2147483647 h 1002"/>
                <a:gd name="T18" fmla="*/ 2147483647 w 858"/>
                <a:gd name="T19" fmla="*/ 2147483647 h 1002"/>
                <a:gd name="T20" fmla="*/ 2147483647 w 858"/>
                <a:gd name="T21" fmla="*/ 2147483647 h 1002"/>
                <a:gd name="T22" fmla="*/ 2147483647 w 858"/>
                <a:gd name="T23" fmla="*/ 2147483647 h 1002"/>
                <a:gd name="T24" fmla="*/ 2147483647 w 858"/>
                <a:gd name="T25" fmla="*/ 2147483647 h 1002"/>
                <a:gd name="T26" fmla="*/ 2147483647 w 858"/>
                <a:gd name="T27" fmla="*/ 2147483647 h 1002"/>
                <a:gd name="T28" fmla="*/ 2147483647 w 858"/>
                <a:gd name="T29" fmla="*/ 2147483647 h 1002"/>
                <a:gd name="T30" fmla="*/ 2147483647 w 858"/>
                <a:gd name="T31" fmla="*/ 2147483647 h 1002"/>
                <a:gd name="T32" fmla="*/ 2147483647 w 858"/>
                <a:gd name="T33" fmla="*/ 2147483647 h 1002"/>
                <a:gd name="T34" fmla="*/ 2147483647 w 858"/>
                <a:gd name="T35" fmla="*/ 2147483647 h 1002"/>
                <a:gd name="T36" fmla="*/ 2147483647 w 858"/>
                <a:gd name="T37" fmla="*/ 2147483647 h 1002"/>
                <a:gd name="T38" fmla="*/ 2147483647 w 858"/>
                <a:gd name="T39" fmla="*/ 2147483647 h 1002"/>
                <a:gd name="T40" fmla="*/ 2147483647 w 858"/>
                <a:gd name="T41" fmla="*/ 2147483647 h 1002"/>
                <a:gd name="T42" fmla="*/ 2147483647 w 858"/>
                <a:gd name="T43" fmla="*/ 2147483647 h 1002"/>
                <a:gd name="T44" fmla="*/ 2147483647 w 858"/>
                <a:gd name="T45" fmla="*/ 2147483647 h 1002"/>
                <a:gd name="T46" fmla="*/ 2147483647 w 858"/>
                <a:gd name="T47" fmla="*/ 2147483647 h 1002"/>
                <a:gd name="T48" fmla="*/ 2147483647 w 858"/>
                <a:gd name="T49" fmla="*/ 2147483647 h 1002"/>
                <a:gd name="T50" fmla="*/ 2147483647 w 858"/>
                <a:gd name="T51" fmla="*/ 2147483647 h 1002"/>
                <a:gd name="T52" fmla="*/ 2147483647 w 858"/>
                <a:gd name="T53" fmla="*/ 2147483647 h 1002"/>
                <a:gd name="T54" fmla="*/ 2147483647 w 858"/>
                <a:gd name="T55" fmla="*/ 2147483647 h 1002"/>
                <a:gd name="T56" fmla="*/ 2147483647 w 858"/>
                <a:gd name="T57" fmla="*/ 2147483647 h 1002"/>
                <a:gd name="T58" fmla="*/ 2147483647 w 858"/>
                <a:gd name="T59" fmla="*/ 2147483647 h 1002"/>
                <a:gd name="T60" fmla="*/ 2147483647 w 858"/>
                <a:gd name="T61" fmla="*/ 2147483647 h 1002"/>
                <a:gd name="T62" fmla="*/ 2147483647 w 858"/>
                <a:gd name="T63" fmla="*/ 2147483647 h 1002"/>
                <a:gd name="T64" fmla="*/ 2147483647 w 858"/>
                <a:gd name="T65" fmla="*/ 2147483647 h 1002"/>
                <a:gd name="T66" fmla="*/ 2147483647 w 858"/>
                <a:gd name="T67" fmla="*/ 2147483647 h 1002"/>
                <a:gd name="T68" fmla="*/ 2147483647 w 858"/>
                <a:gd name="T69" fmla="*/ 2147483647 h 1002"/>
                <a:gd name="T70" fmla="*/ 2147483647 w 858"/>
                <a:gd name="T71" fmla="*/ 2147483647 h 1002"/>
                <a:gd name="T72" fmla="*/ 2147483647 w 858"/>
                <a:gd name="T73" fmla="*/ 2147483647 h 1002"/>
                <a:gd name="T74" fmla="*/ 2147483647 w 858"/>
                <a:gd name="T75" fmla="*/ 2147483647 h 1002"/>
                <a:gd name="T76" fmla="*/ 2147483647 w 858"/>
                <a:gd name="T77" fmla="*/ 2147483647 h 1002"/>
                <a:gd name="T78" fmla="*/ 2147483647 w 858"/>
                <a:gd name="T79" fmla="*/ 2147483647 h 1002"/>
                <a:gd name="T80" fmla="*/ 2147483647 w 858"/>
                <a:gd name="T81" fmla="*/ 2147483647 h 1002"/>
                <a:gd name="T82" fmla="*/ 2147483647 w 858"/>
                <a:gd name="T83" fmla="*/ 2147483647 h 1002"/>
                <a:gd name="T84" fmla="*/ 2147483647 w 858"/>
                <a:gd name="T85" fmla="*/ 2147483647 h 1002"/>
                <a:gd name="T86" fmla="*/ 2147483647 w 858"/>
                <a:gd name="T87" fmla="*/ 2147483647 h 1002"/>
                <a:gd name="T88" fmla="*/ 2147483647 w 858"/>
                <a:gd name="T89" fmla="*/ 2147483647 h 1002"/>
                <a:gd name="T90" fmla="*/ 2147483647 w 858"/>
                <a:gd name="T91" fmla="*/ 2147483647 h 1002"/>
                <a:gd name="T92" fmla="*/ 2147483647 w 858"/>
                <a:gd name="T93" fmla="*/ 2147483647 h 1002"/>
                <a:gd name="T94" fmla="*/ 2147483647 w 858"/>
                <a:gd name="T95" fmla="*/ 2147483647 h 1002"/>
                <a:gd name="T96" fmla="*/ 2147483647 w 858"/>
                <a:gd name="T97" fmla="*/ 2147483647 h 1002"/>
                <a:gd name="T98" fmla="*/ 0 w 858"/>
                <a:gd name="T99" fmla="*/ 2147483647 h 100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858"/>
                <a:gd name="T151" fmla="*/ 0 h 1002"/>
                <a:gd name="T152" fmla="*/ 858 w 858"/>
                <a:gd name="T153" fmla="*/ 1002 h 1002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858" h="1002">
                  <a:moveTo>
                    <a:pt x="0" y="498"/>
                  </a:moveTo>
                  <a:lnTo>
                    <a:pt x="18" y="498"/>
                  </a:lnTo>
                  <a:lnTo>
                    <a:pt x="18" y="528"/>
                  </a:lnTo>
                  <a:lnTo>
                    <a:pt x="24" y="534"/>
                  </a:lnTo>
                  <a:lnTo>
                    <a:pt x="30" y="534"/>
                  </a:lnTo>
                  <a:lnTo>
                    <a:pt x="30" y="528"/>
                  </a:lnTo>
                  <a:lnTo>
                    <a:pt x="36" y="522"/>
                  </a:lnTo>
                  <a:lnTo>
                    <a:pt x="48" y="558"/>
                  </a:lnTo>
                  <a:lnTo>
                    <a:pt x="42" y="600"/>
                  </a:lnTo>
                  <a:lnTo>
                    <a:pt x="30" y="600"/>
                  </a:lnTo>
                  <a:lnTo>
                    <a:pt x="36" y="624"/>
                  </a:lnTo>
                  <a:lnTo>
                    <a:pt x="24" y="630"/>
                  </a:lnTo>
                  <a:lnTo>
                    <a:pt x="30" y="642"/>
                  </a:lnTo>
                  <a:lnTo>
                    <a:pt x="36" y="648"/>
                  </a:lnTo>
                  <a:lnTo>
                    <a:pt x="48" y="666"/>
                  </a:lnTo>
                  <a:lnTo>
                    <a:pt x="60" y="690"/>
                  </a:lnTo>
                  <a:lnTo>
                    <a:pt x="60" y="720"/>
                  </a:lnTo>
                  <a:lnTo>
                    <a:pt x="54" y="738"/>
                  </a:lnTo>
                  <a:lnTo>
                    <a:pt x="54" y="750"/>
                  </a:lnTo>
                  <a:lnTo>
                    <a:pt x="48" y="756"/>
                  </a:lnTo>
                  <a:lnTo>
                    <a:pt x="48" y="804"/>
                  </a:lnTo>
                  <a:lnTo>
                    <a:pt x="42" y="816"/>
                  </a:lnTo>
                  <a:lnTo>
                    <a:pt x="30" y="822"/>
                  </a:lnTo>
                  <a:lnTo>
                    <a:pt x="24" y="840"/>
                  </a:lnTo>
                  <a:lnTo>
                    <a:pt x="18" y="852"/>
                  </a:lnTo>
                  <a:lnTo>
                    <a:pt x="18" y="864"/>
                  </a:lnTo>
                  <a:lnTo>
                    <a:pt x="12" y="876"/>
                  </a:lnTo>
                  <a:lnTo>
                    <a:pt x="12" y="906"/>
                  </a:lnTo>
                  <a:lnTo>
                    <a:pt x="18" y="900"/>
                  </a:lnTo>
                  <a:lnTo>
                    <a:pt x="36" y="864"/>
                  </a:lnTo>
                  <a:lnTo>
                    <a:pt x="42" y="858"/>
                  </a:lnTo>
                  <a:lnTo>
                    <a:pt x="54" y="852"/>
                  </a:lnTo>
                  <a:lnTo>
                    <a:pt x="60" y="852"/>
                  </a:lnTo>
                  <a:lnTo>
                    <a:pt x="66" y="858"/>
                  </a:lnTo>
                  <a:lnTo>
                    <a:pt x="72" y="858"/>
                  </a:lnTo>
                  <a:lnTo>
                    <a:pt x="84" y="852"/>
                  </a:lnTo>
                  <a:lnTo>
                    <a:pt x="114" y="858"/>
                  </a:lnTo>
                  <a:lnTo>
                    <a:pt x="114" y="840"/>
                  </a:lnTo>
                  <a:lnTo>
                    <a:pt x="138" y="852"/>
                  </a:lnTo>
                  <a:lnTo>
                    <a:pt x="162" y="852"/>
                  </a:lnTo>
                  <a:lnTo>
                    <a:pt x="174" y="858"/>
                  </a:lnTo>
                  <a:lnTo>
                    <a:pt x="180" y="858"/>
                  </a:lnTo>
                  <a:lnTo>
                    <a:pt x="186" y="870"/>
                  </a:lnTo>
                  <a:lnTo>
                    <a:pt x="198" y="882"/>
                  </a:lnTo>
                  <a:lnTo>
                    <a:pt x="204" y="894"/>
                  </a:lnTo>
                  <a:lnTo>
                    <a:pt x="216" y="888"/>
                  </a:lnTo>
                  <a:lnTo>
                    <a:pt x="234" y="888"/>
                  </a:lnTo>
                  <a:lnTo>
                    <a:pt x="240" y="894"/>
                  </a:lnTo>
                  <a:lnTo>
                    <a:pt x="240" y="900"/>
                  </a:lnTo>
                  <a:lnTo>
                    <a:pt x="246" y="912"/>
                  </a:lnTo>
                  <a:lnTo>
                    <a:pt x="246" y="942"/>
                  </a:lnTo>
                  <a:lnTo>
                    <a:pt x="264" y="942"/>
                  </a:lnTo>
                  <a:lnTo>
                    <a:pt x="270" y="948"/>
                  </a:lnTo>
                  <a:lnTo>
                    <a:pt x="270" y="972"/>
                  </a:lnTo>
                  <a:lnTo>
                    <a:pt x="300" y="978"/>
                  </a:lnTo>
                  <a:lnTo>
                    <a:pt x="312" y="1002"/>
                  </a:lnTo>
                  <a:lnTo>
                    <a:pt x="330" y="1002"/>
                  </a:lnTo>
                  <a:lnTo>
                    <a:pt x="342" y="996"/>
                  </a:lnTo>
                  <a:lnTo>
                    <a:pt x="348" y="996"/>
                  </a:lnTo>
                  <a:lnTo>
                    <a:pt x="348" y="948"/>
                  </a:lnTo>
                  <a:lnTo>
                    <a:pt x="360" y="936"/>
                  </a:lnTo>
                  <a:lnTo>
                    <a:pt x="378" y="936"/>
                  </a:lnTo>
                  <a:lnTo>
                    <a:pt x="402" y="960"/>
                  </a:lnTo>
                  <a:lnTo>
                    <a:pt x="408" y="972"/>
                  </a:lnTo>
                  <a:lnTo>
                    <a:pt x="420" y="948"/>
                  </a:lnTo>
                  <a:lnTo>
                    <a:pt x="456" y="948"/>
                  </a:lnTo>
                  <a:lnTo>
                    <a:pt x="462" y="954"/>
                  </a:lnTo>
                  <a:lnTo>
                    <a:pt x="492" y="954"/>
                  </a:lnTo>
                  <a:lnTo>
                    <a:pt x="504" y="948"/>
                  </a:lnTo>
                  <a:lnTo>
                    <a:pt x="510" y="948"/>
                  </a:lnTo>
                  <a:lnTo>
                    <a:pt x="510" y="936"/>
                  </a:lnTo>
                  <a:lnTo>
                    <a:pt x="516" y="930"/>
                  </a:lnTo>
                  <a:lnTo>
                    <a:pt x="522" y="930"/>
                  </a:lnTo>
                  <a:lnTo>
                    <a:pt x="522" y="942"/>
                  </a:lnTo>
                  <a:lnTo>
                    <a:pt x="786" y="942"/>
                  </a:lnTo>
                  <a:lnTo>
                    <a:pt x="798" y="900"/>
                  </a:lnTo>
                  <a:lnTo>
                    <a:pt x="804" y="894"/>
                  </a:lnTo>
                  <a:lnTo>
                    <a:pt x="804" y="882"/>
                  </a:lnTo>
                  <a:lnTo>
                    <a:pt x="786" y="864"/>
                  </a:lnTo>
                  <a:lnTo>
                    <a:pt x="780" y="864"/>
                  </a:lnTo>
                  <a:lnTo>
                    <a:pt x="738" y="174"/>
                  </a:lnTo>
                  <a:lnTo>
                    <a:pt x="858" y="180"/>
                  </a:lnTo>
                  <a:lnTo>
                    <a:pt x="600" y="0"/>
                  </a:lnTo>
                  <a:lnTo>
                    <a:pt x="594" y="48"/>
                  </a:lnTo>
                  <a:lnTo>
                    <a:pt x="588" y="54"/>
                  </a:lnTo>
                  <a:lnTo>
                    <a:pt x="588" y="90"/>
                  </a:lnTo>
                  <a:lnTo>
                    <a:pt x="366" y="96"/>
                  </a:lnTo>
                  <a:lnTo>
                    <a:pt x="366" y="108"/>
                  </a:lnTo>
                  <a:lnTo>
                    <a:pt x="354" y="114"/>
                  </a:lnTo>
                  <a:lnTo>
                    <a:pt x="354" y="306"/>
                  </a:lnTo>
                  <a:lnTo>
                    <a:pt x="348" y="312"/>
                  </a:lnTo>
                  <a:lnTo>
                    <a:pt x="336" y="318"/>
                  </a:lnTo>
                  <a:lnTo>
                    <a:pt x="306" y="318"/>
                  </a:lnTo>
                  <a:lnTo>
                    <a:pt x="282" y="330"/>
                  </a:lnTo>
                  <a:lnTo>
                    <a:pt x="276" y="342"/>
                  </a:lnTo>
                  <a:lnTo>
                    <a:pt x="276" y="360"/>
                  </a:lnTo>
                  <a:lnTo>
                    <a:pt x="282" y="372"/>
                  </a:lnTo>
                  <a:lnTo>
                    <a:pt x="276" y="474"/>
                  </a:lnTo>
                  <a:lnTo>
                    <a:pt x="0" y="474"/>
                  </a:lnTo>
                  <a:lnTo>
                    <a:pt x="0" y="49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60" name="Malta" descr="© INSCALE GmbH, 05.05.2010&#10;http://www.presentationload.com/">
              <a:extLst>
                <a:ext uri="{FF2B5EF4-FFF2-40B4-BE49-F238E27FC236}">
                  <a16:creationId xmlns:a16="http://schemas.microsoft.com/office/drawing/2014/main" id="{72AF33A8-1149-48EF-8BC7-D057F369E0E0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058968" y="2043811"/>
              <a:ext cx="10339" cy="8992"/>
            </a:xfrm>
            <a:custGeom>
              <a:avLst/>
              <a:gdLst>
                <a:gd name="T0" fmla="*/ 2147483647 w 30"/>
                <a:gd name="T1" fmla="*/ 2147483647 h 30"/>
                <a:gd name="T2" fmla="*/ 2147483647 w 30"/>
                <a:gd name="T3" fmla="*/ 2147483647 h 30"/>
                <a:gd name="T4" fmla="*/ 2147483647 w 30"/>
                <a:gd name="T5" fmla="*/ 2147483647 h 30"/>
                <a:gd name="T6" fmla="*/ 2147483647 w 30"/>
                <a:gd name="T7" fmla="*/ 0 h 30"/>
                <a:gd name="T8" fmla="*/ 2147483647 w 30"/>
                <a:gd name="T9" fmla="*/ 0 h 30"/>
                <a:gd name="T10" fmla="*/ 0 w 30"/>
                <a:gd name="T11" fmla="*/ 2147483647 h 30"/>
                <a:gd name="T12" fmla="*/ 0 w 30"/>
                <a:gd name="T13" fmla="*/ 2147483647 h 30"/>
                <a:gd name="T14" fmla="*/ 2147483647 w 30"/>
                <a:gd name="T15" fmla="*/ 2147483647 h 30"/>
                <a:gd name="T16" fmla="*/ 2147483647 w 30"/>
                <a:gd name="T17" fmla="*/ 2147483647 h 30"/>
                <a:gd name="T18" fmla="*/ 2147483647 w 30"/>
                <a:gd name="T19" fmla="*/ 2147483647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0"/>
                <a:gd name="T31" fmla="*/ 0 h 30"/>
                <a:gd name="T32" fmla="*/ 30 w 30"/>
                <a:gd name="T33" fmla="*/ 30 h 3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0" h="30">
                  <a:moveTo>
                    <a:pt x="24" y="30"/>
                  </a:moveTo>
                  <a:lnTo>
                    <a:pt x="30" y="24"/>
                  </a:lnTo>
                  <a:lnTo>
                    <a:pt x="30" y="12"/>
                  </a:lnTo>
                  <a:lnTo>
                    <a:pt x="18" y="0"/>
                  </a:lnTo>
                  <a:lnTo>
                    <a:pt x="6" y="0"/>
                  </a:lnTo>
                  <a:lnTo>
                    <a:pt x="0" y="6"/>
                  </a:lnTo>
                  <a:lnTo>
                    <a:pt x="0" y="18"/>
                  </a:lnTo>
                  <a:lnTo>
                    <a:pt x="6" y="24"/>
                  </a:lnTo>
                  <a:lnTo>
                    <a:pt x="18" y="30"/>
                  </a:lnTo>
                  <a:lnTo>
                    <a:pt x="24" y="3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61" name="Malaysia Part 2" descr="© INSCALE GmbH, 05.05.2010&#10;http://www.presentationload.com/">
              <a:extLst>
                <a:ext uri="{FF2B5EF4-FFF2-40B4-BE49-F238E27FC236}">
                  <a16:creationId xmlns:a16="http://schemas.microsoft.com/office/drawing/2014/main" id="{198FB51E-640E-4A80-B37A-487257637F0F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6318113" y="2806767"/>
              <a:ext cx="227466" cy="173400"/>
            </a:xfrm>
            <a:custGeom>
              <a:avLst/>
              <a:gdLst>
                <a:gd name="T0" fmla="*/ 2147483647 w 690"/>
                <a:gd name="T1" fmla="*/ 2147483647 h 528"/>
                <a:gd name="T2" fmla="*/ 2147483647 w 690"/>
                <a:gd name="T3" fmla="*/ 2147483647 h 528"/>
                <a:gd name="T4" fmla="*/ 2147483647 w 690"/>
                <a:gd name="T5" fmla="*/ 2147483647 h 528"/>
                <a:gd name="T6" fmla="*/ 2147483647 w 690"/>
                <a:gd name="T7" fmla="*/ 2147483647 h 528"/>
                <a:gd name="T8" fmla="*/ 2147483647 w 690"/>
                <a:gd name="T9" fmla="*/ 2147483647 h 528"/>
                <a:gd name="T10" fmla="*/ 2147483647 w 690"/>
                <a:gd name="T11" fmla="*/ 2147483647 h 528"/>
                <a:gd name="T12" fmla="*/ 2147483647 w 690"/>
                <a:gd name="T13" fmla="*/ 2147483647 h 528"/>
                <a:gd name="T14" fmla="*/ 2147483647 w 690"/>
                <a:gd name="T15" fmla="*/ 2147483647 h 528"/>
                <a:gd name="T16" fmla="*/ 2147483647 w 690"/>
                <a:gd name="T17" fmla="*/ 2147483647 h 528"/>
                <a:gd name="T18" fmla="*/ 2147483647 w 690"/>
                <a:gd name="T19" fmla="*/ 2147483647 h 528"/>
                <a:gd name="T20" fmla="*/ 2147483647 w 690"/>
                <a:gd name="T21" fmla="*/ 2147483647 h 528"/>
                <a:gd name="T22" fmla="*/ 2147483647 w 690"/>
                <a:gd name="T23" fmla="*/ 2147483647 h 528"/>
                <a:gd name="T24" fmla="*/ 2147483647 w 690"/>
                <a:gd name="T25" fmla="*/ 2147483647 h 528"/>
                <a:gd name="T26" fmla="*/ 2147483647 w 690"/>
                <a:gd name="T27" fmla="*/ 2147483647 h 528"/>
                <a:gd name="T28" fmla="*/ 2147483647 w 690"/>
                <a:gd name="T29" fmla="*/ 2147483647 h 528"/>
                <a:gd name="T30" fmla="*/ 2147483647 w 690"/>
                <a:gd name="T31" fmla="*/ 2147483647 h 528"/>
                <a:gd name="T32" fmla="*/ 2147483647 w 690"/>
                <a:gd name="T33" fmla="*/ 2147483647 h 528"/>
                <a:gd name="T34" fmla="*/ 2147483647 w 690"/>
                <a:gd name="T35" fmla="*/ 2147483647 h 528"/>
                <a:gd name="T36" fmla="*/ 2147483647 w 690"/>
                <a:gd name="T37" fmla="*/ 2147483647 h 528"/>
                <a:gd name="T38" fmla="*/ 2147483647 w 690"/>
                <a:gd name="T39" fmla="*/ 2147483647 h 528"/>
                <a:gd name="T40" fmla="*/ 2147483647 w 690"/>
                <a:gd name="T41" fmla="*/ 2147483647 h 528"/>
                <a:gd name="T42" fmla="*/ 2147483647 w 690"/>
                <a:gd name="T43" fmla="*/ 2147483647 h 528"/>
                <a:gd name="T44" fmla="*/ 2147483647 w 690"/>
                <a:gd name="T45" fmla="*/ 2147483647 h 528"/>
                <a:gd name="T46" fmla="*/ 2147483647 w 690"/>
                <a:gd name="T47" fmla="*/ 2147483647 h 528"/>
                <a:gd name="T48" fmla="*/ 2147483647 w 690"/>
                <a:gd name="T49" fmla="*/ 2147483647 h 528"/>
                <a:gd name="T50" fmla="*/ 2147483647 w 690"/>
                <a:gd name="T51" fmla="*/ 2147483647 h 528"/>
                <a:gd name="T52" fmla="*/ 2147483647 w 690"/>
                <a:gd name="T53" fmla="*/ 2147483647 h 528"/>
                <a:gd name="T54" fmla="*/ 2147483647 w 690"/>
                <a:gd name="T55" fmla="*/ 2147483647 h 528"/>
                <a:gd name="T56" fmla="*/ 2147483647 w 690"/>
                <a:gd name="T57" fmla="*/ 2147483647 h 528"/>
                <a:gd name="T58" fmla="*/ 2147483647 w 690"/>
                <a:gd name="T59" fmla="*/ 2147483647 h 528"/>
                <a:gd name="T60" fmla="*/ 2147483647 w 690"/>
                <a:gd name="T61" fmla="*/ 2147483647 h 528"/>
                <a:gd name="T62" fmla="*/ 2147483647 w 690"/>
                <a:gd name="T63" fmla="*/ 2147483647 h 528"/>
                <a:gd name="T64" fmla="*/ 2147483647 w 690"/>
                <a:gd name="T65" fmla="*/ 2147483647 h 528"/>
                <a:gd name="T66" fmla="*/ 2147483647 w 690"/>
                <a:gd name="T67" fmla="*/ 2147483647 h 528"/>
                <a:gd name="T68" fmla="*/ 2147483647 w 690"/>
                <a:gd name="T69" fmla="*/ 2147483647 h 528"/>
                <a:gd name="T70" fmla="*/ 2147483647 w 690"/>
                <a:gd name="T71" fmla="*/ 0 h 528"/>
                <a:gd name="T72" fmla="*/ 2147483647 w 690"/>
                <a:gd name="T73" fmla="*/ 0 h 528"/>
                <a:gd name="T74" fmla="*/ 2147483647 w 690"/>
                <a:gd name="T75" fmla="*/ 2147483647 h 528"/>
                <a:gd name="T76" fmla="*/ 2147483647 w 690"/>
                <a:gd name="T77" fmla="*/ 2147483647 h 528"/>
                <a:gd name="T78" fmla="*/ 2147483647 w 690"/>
                <a:gd name="T79" fmla="*/ 2147483647 h 528"/>
                <a:gd name="T80" fmla="*/ 2147483647 w 690"/>
                <a:gd name="T81" fmla="*/ 2147483647 h 528"/>
                <a:gd name="T82" fmla="*/ 2147483647 w 690"/>
                <a:gd name="T83" fmla="*/ 2147483647 h 528"/>
                <a:gd name="T84" fmla="*/ 2147483647 w 690"/>
                <a:gd name="T85" fmla="*/ 2147483647 h 528"/>
                <a:gd name="T86" fmla="*/ 2147483647 w 690"/>
                <a:gd name="T87" fmla="*/ 2147483647 h 528"/>
                <a:gd name="T88" fmla="*/ 2147483647 w 690"/>
                <a:gd name="T89" fmla="*/ 2147483647 h 528"/>
                <a:gd name="T90" fmla="*/ 2147483647 w 690"/>
                <a:gd name="T91" fmla="*/ 2147483647 h 528"/>
                <a:gd name="T92" fmla="*/ 2147483647 w 690"/>
                <a:gd name="T93" fmla="*/ 2147483647 h 528"/>
                <a:gd name="T94" fmla="*/ 2147483647 w 690"/>
                <a:gd name="T95" fmla="*/ 2147483647 h 528"/>
                <a:gd name="T96" fmla="*/ 2147483647 w 690"/>
                <a:gd name="T97" fmla="*/ 2147483647 h 528"/>
                <a:gd name="T98" fmla="*/ 2147483647 w 690"/>
                <a:gd name="T99" fmla="*/ 2147483647 h 528"/>
                <a:gd name="T100" fmla="*/ 2147483647 w 690"/>
                <a:gd name="T101" fmla="*/ 2147483647 h 528"/>
                <a:gd name="T102" fmla="*/ 2147483647 w 690"/>
                <a:gd name="T103" fmla="*/ 2147483647 h 528"/>
                <a:gd name="T104" fmla="*/ 2147483647 w 690"/>
                <a:gd name="T105" fmla="*/ 2147483647 h 528"/>
                <a:gd name="T106" fmla="*/ 2147483647 w 690"/>
                <a:gd name="T107" fmla="*/ 2147483647 h 528"/>
                <a:gd name="T108" fmla="*/ 2147483647 w 690"/>
                <a:gd name="T109" fmla="*/ 2147483647 h 528"/>
                <a:gd name="T110" fmla="*/ 2147483647 w 690"/>
                <a:gd name="T111" fmla="*/ 2147483647 h 528"/>
                <a:gd name="T112" fmla="*/ 2147483647 w 690"/>
                <a:gd name="T113" fmla="*/ 2147483647 h 528"/>
                <a:gd name="T114" fmla="*/ 0 w 690"/>
                <a:gd name="T115" fmla="*/ 2147483647 h 52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90"/>
                <a:gd name="T175" fmla="*/ 0 h 528"/>
                <a:gd name="T176" fmla="*/ 690 w 690"/>
                <a:gd name="T177" fmla="*/ 528 h 52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90" h="528">
                  <a:moveTo>
                    <a:pt x="12" y="504"/>
                  </a:moveTo>
                  <a:lnTo>
                    <a:pt x="24" y="510"/>
                  </a:lnTo>
                  <a:lnTo>
                    <a:pt x="30" y="516"/>
                  </a:lnTo>
                  <a:lnTo>
                    <a:pt x="54" y="528"/>
                  </a:lnTo>
                  <a:lnTo>
                    <a:pt x="60" y="528"/>
                  </a:lnTo>
                  <a:lnTo>
                    <a:pt x="78" y="510"/>
                  </a:lnTo>
                  <a:lnTo>
                    <a:pt x="102" y="510"/>
                  </a:lnTo>
                  <a:lnTo>
                    <a:pt x="120" y="516"/>
                  </a:lnTo>
                  <a:lnTo>
                    <a:pt x="144" y="516"/>
                  </a:lnTo>
                  <a:lnTo>
                    <a:pt x="174" y="486"/>
                  </a:lnTo>
                  <a:lnTo>
                    <a:pt x="180" y="474"/>
                  </a:lnTo>
                  <a:lnTo>
                    <a:pt x="222" y="474"/>
                  </a:lnTo>
                  <a:lnTo>
                    <a:pt x="234" y="486"/>
                  </a:lnTo>
                  <a:lnTo>
                    <a:pt x="258" y="498"/>
                  </a:lnTo>
                  <a:lnTo>
                    <a:pt x="264" y="504"/>
                  </a:lnTo>
                  <a:lnTo>
                    <a:pt x="270" y="504"/>
                  </a:lnTo>
                  <a:lnTo>
                    <a:pt x="282" y="492"/>
                  </a:lnTo>
                  <a:lnTo>
                    <a:pt x="294" y="486"/>
                  </a:lnTo>
                  <a:lnTo>
                    <a:pt x="300" y="480"/>
                  </a:lnTo>
                  <a:lnTo>
                    <a:pt x="324" y="480"/>
                  </a:lnTo>
                  <a:lnTo>
                    <a:pt x="354" y="444"/>
                  </a:lnTo>
                  <a:lnTo>
                    <a:pt x="348" y="432"/>
                  </a:lnTo>
                  <a:lnTo>
                    <a:pt x="384" y="402"/>
                  </a:lnTo>
                  <a:lnTo>
                    <a:pt x="378" y="390"/>
                  </a:lnTo>
                  <a:lnTo>
                    <a:pt x="372" y="384"/>
                  </a:lnTo>
                  <a:lnTo>
                    <a:pt x="372" y="360"/>
                  </a:lnTo>
                  <a:lnTo>
                    <a:pt x="378" y="354"/>
                  </a:lnTo>
                  <a:lnTo>
                    <a:pt x="396" y="354"/>
                  </a:lnTo>
                  <a:lnTo>
                    <a:pt x="402" y="342"/>
                  </a:lnTo>
                  <a:lnTo>
                    <a:pt x="402" y="336"/>
                  </a:lnTo>
                  <a:lnTo>
                    <a:pt x="408" y="318"/>
                  </a:lnTo>
                  <a:lnTo>
                    <a:pt x="408" y="264"/>
                  </a:lnTo>
                  <a:lnTo>
                    <a:pt x="414" y="252"/>
                  </a:lnTo>
                  <a:lnTo>
                    <a:pt x="420" y="246"/>
                  </a:lnTo>
                  <a:lnTo>
                    <a:pt x="516" y="246"/>
                  </a:lnTo>
                  <a:lnTo>
                    <a:pt x="540" y="270"/>
                  </a:lnTo>
                  <a:lnTo>
                    <a:pt x="552" y="276"/>
                  </a:lnTo>
                  <a:lnTo>
                    <a:pt x="558" y="282"/>
                  </a:lnTo>
                  <a:lnTo>
                    <a:pt x="576" y="276"/>
                  </a:lnTo>
                  <a:lnTo>
                    <a:pt x="564" y="216"/>
                  </a:lnTo>
                  <a:lnTo>
                    <a:pt x="576" y="222"/>
                  </a:lnTo>
                  <a:lnTo>
                    <a:pt x="582" y="234"/>
                  </a:lnTo>
                  <a:lnTo>
                    <a:pt x="594" y="240"/>
                  </a:lnTo>
                  <a:lnTo>
                    <a:pt x="636" y="240"/>
                  </a:lnTo>
                  <a:lnTo>
                    <a:pt x="630" y="234"/>
                  </a:lnTo>
                  <a:lnTo>
                    <a:pt x="624" y="222"/>
                  </a:lnTo>
                  <a:lnTo>
                    <a:pt x="618" y="216"/>
                  </a:lnTo>
                  <a:lnTo>
                    <a:pt x="606" y="192"/>
                  </a:lnTo>
                  <a:lnTo>
                    <a:pt x="606" y="186"/>
                  </a:lnTo>
                  <a:lnTo>
                    <a:pt x="612" y="180"/>
                  </a:lnTo>
                  <a:lnTo>
                    <a:pt x="624" y="180"/>
                  </a:lnTo>
                  <a:lnTo>
                    <a:pt x="642" y="186"/>
                  </a:lnTo>
                  <a:lnTo>
                    <a:pt x="654" y="186"/>
                  </a:lnTo>
                  <a:lnTo>
                    <a:pt x="660" y="192"/>
                  </a:lnTo>
                  <a:lnTo>
                    <a:pt x="666" y="192"/>
                  </a:lnTo>
                  <a:lnTo>
                    <a:pt x="690" y="162"/>
                  </a:lnTo>
                  <a:lnTo>
                    <a:pt x="666" y="156"/>
                  </a:lnTo>
                  <a:lnTo>
                    <a:pt x="660" y="144"/>
                  </a:lnTo>
                  <a:lnTo>
                    <a:pt x="642" y="126"/>
                  </a:lnTo>
                  <a:lnTo>
                    <a:pt x="630" y="120"/>
                  </a:lnTo>
                  <a:lnTo>
                    <a:pt x="612" y="120"/>
                  </a:lnTo>
                  <a:lnTo>
                    <a:pt x="600" y="114"/>
                  </a:lnTo>
                  <a:lnTo>
                    <a:pt x="588" y="114"/>
                  </a:lnTo>
                  <a:lnTo>
                    <a:pt x="588" y="108"/>
                  </a:lnTo>
                  <a:lnTo>
                    <a:pt x="582" y="102"/>
                  </a:lnTo>
                  <a:lnTo>
                    <a:pt x="582" y="90"/>
                  </a:lnTo>
                  <a:lnTo>
                    <a:pt x="576" y="78"/>
                  </a:lnTo>
                  <a:lnTo>
                    <a:pt x="564" y="66"/>
                  </a:lnTo>
                  <a:lnTo>
                    <a:pt x="540" y="54"/>
                  </a:lnTo>
                  <a:lnTo>
                    <a:pt x="534" y="60"/>
                  </a:lnTo>
                  <a:lnTo>
                    <a:pt x="528" y="60"/>
                  </a:lnTo>
                  <a:lnTo>
                    <a:pt x="510" y="0"/>
                  </a:lnTo>
                  <a:lnTo>
                    <a:pt x="504" y="18"/>
                  </a:lnTo>
                  <a:lnTo>
                    <a:pt x="492" y="0"/>
                  </a:lnTo>
                  <a:lnTo>
                    <a:pt x="480" y="60"/>
                  </a:lnTo>
                  <a:lnTo>
                    <a:pt x="468" y="66"/>
                  </a:lnTo>
                  <a:lnTo>
                    <a:pt x="462" y="66"/>
                  </a:lnTo>
                  <a:lnTo>
                    <a:pt x="450" y="72"/>
                  </a:lnTo>
                  <a:lnTo>
                    <a:pt x="438" y="96"/>
                  </a:lnTo>
                  <a:lnTo>
                    <a:pt x="438" y="114"/>
                  </a:lnTo>
                  <a:lnTo>
                    <a:pt x="408" y="126"/>
                  </a:lnTo>
                  <a:lnTo>
                    <a:pt x="420" y="162"/>
                  </a:lnTo>
                  <a:lnTo>
                    <a:pt x="408" y="162"/>
                  </a:lnTo>
                  <a:lnTo>
                    <a:pt x="390" y="156"/>
                  </a:lnTo>
                  <a:lnTo>
                    <a:pt x="378" y="156"/>
                  </a:lnTo>
                  <a:lnTo>
                    <a:pt x="360" y="150"/>
                  </a:lnTo>
                  <a:lnTo>
                    <a:pt x="354" y="150"/>
                  </a:lnTo>
                  <a:lnTo>
                    <a:pt x="342" y="156"/>
                  </a:lnTo>
                  <a:lnTo>
                    <a:pt x="342" y="168"/>
                  </a:lnTo>
                  <a:lnTo>
                    <a:pt x="336" y="180"/>
                  </a:lnTo>
                  <a:lnTo>
                    <a:pt x="336" y="204"/>
                  </a:lnTo>
                  <a:lnTo>
                    <a:pt x="294" y="246"/>
                  </a:lnTo>
                  <a:lnTo>
                    <a:pt x="294" y="258"/>
                  </a:lnTo>
                  <a:lnTo>
                    <a:pt x="282" y="294"/>
                  </a:lnTo>
                  <a:lnTo>
                    <a:pt x="276" y="306"/>
                  </a:lnTo>
                  <a:lnTo>
                    <a:pt x="264" y="318"/>
                  </a:lnTo>
                  <a:lnTo>
                    <a:pt x="228" y="336"/>
                  </a:lnTo>
                  <a:lnTo>
                    <a:pt x="186" y="342"/>
                  </a:lnTo>
                  <a:lnTo>
                    <a:pt x="162" y="348"/>
                  </a:lnTo>
                  <a:lnTo>
                    <a:pt x="156" y="354"/>
                  </a:lnTo>
                  <a:lnTo>
                    <a:pt x="132" y="366"/>
                  </a:lnTo>
                  <a:lnTo>
                    <a:pt x="114" y="384"/>
                  </a:lnTo>
                  <a:lnTo>
                    <a:pt x="102" y="390"/>
                  </a:lnTo>
                  <a:lnTo>
                    <a:pt x="84" y="426"/>
                  </a:lnTo>
                  <a:lnTo>
                    <a:pt x="102" y="444"/>
                  </a:lnTo>
                  <a:lnTo>
                    <a:pt x="102" y="462"/>
                  </a:lnTo>
                  <a:lnTo>
                    <a:pt x="96" y="474"/>
                  </a:lnTo>
                  <a:lnTo>
                    <a:pt x="84" y="480"/>
                  </a:lnTo>
                  <a:lnTo>
                    <a:pt x="72" y="480"/>
                  </a:lnTo>
                  <a:lnTo>
                    <a:pt x="48" y="468"/>
                  </a:lnTo>
                  <a:lnTo>
                    <a:pt x="42" y="462"/>
                  </a:lnTo>
                  <a:lnTo>
                    <a:pt x="30" y="456"/>
                  </a:lnTo>
                  <a:lnTo>
                    <a:pt x="24" y="456"/>
                  </a:lnTo>
                  <a:lnTo>
                    <a:pt x="12" y="462"/>
                  </a:lnTo>
                  <a:lnTo>
                    <a:pt x="0" y="474"/>
                  </a:lnTo>
                  <a:lnTo>
                    <a:pt x="0" y="492"/>
                  </a:lnTo>
                  <a:lnTo>
                    <a:pt x="12" y="50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62" name="Malaysia" descr="© INSCALE GmbH, 05.05.2010&#10;http://www.presentationload.com/">
              <a:extLst>
                <a:ext uri="{FF2B5EF4-FFF2-40B4-BE49-F238E27FC236}">
                  <a16:creationId xmlns:a16="http://schemas.microsoft.com/office/drawing/2014/main" id="{617D6FA3-4A30-4AE2-921D-4DF44255BFC7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6081602" y="2823465"/>
              <a:ext cx="100809" cy="143813"/>
            </a:xfrm>
            <a:custGeom>
              <a:avLst/>
              <a:gdLst/>
              <a:ahLst/>
              <a:cxnLst/>
              <a:rect l="l" t="t" r="r" b="b"/>
              <a:pathLst>
                <a:path w="100809" h="144840">
                  <a:moveTo>
                    <a:pt x="3954" y="0"/>
                  </a:moveTo>
                  <a:lnTo>
                    <a:pt x="7907" y="0"/>
                  </a:lnTo>
                  <a:lnTo>
                    <a:pt x="9883" y="3970"/>
                  </a:lnTo>
                  <a:lnTo>
                    <a:pt x="9883" y="5954"/>
                  </a:lnTo>
                  <a:lnTo>
                    <a:pt x="15813" y="5954"/>
                  </a:lnTo>
                  <a:lnTo>
                    <a:pt x="19767" y="7939"/>
                  </a:lnTo>
                  <a:lnTo>
                    <a:pt x="21743" y="9924"/>
                  </a:lnTo>
                  <a:lnTo>
                    <a:pt x="21743" y="13893"/>
                  </a:lnTo>
                  <a:lnTo>
                    <a:pt x="25697" y="13893"/>
                  </a:lnTo>
                  <a:lnTo>
                    <a:pt x="25697" y="17863"/>
                  </a:lnTo>
                  <a:lnTo>
                    <a:pt x="21743" y="21832"/>
                  </a:lnTo>
                  <a:lnTo>
                    <a:pt x="21743" y="23817"/>
                  </a:lnTo>
                  <a:lnTo>
                    <a:pt x="23720" y="25802"/>
                  </a:lnTo>
                  <a:lnTo>
                    <a:pt x="29650" y="25802"/>
                  </a:lnTo>
                  <a:lnTo>
                    <a:pt x="29650" y="23817"/>
                  </a:lnTo>
                  <a:lnTo>
                    <a:pt x="33603" y="23817"/>
                  </a:lnTo>
                  <a:lnTo>
                    <a:pt x="35580" y="21832"/>
                  </a:lnTo>
                  <a:lnTo>
                    <a:pt x="37557" y="21832"/>
                  </a:lnTo>
                  <a:lnTo>
                    <a:pt x="43486" y="27786"/>
                  </a:lnTo>
                  <a:lnTo>
                    <a:pt x="45463" y="25802"/>
                  </a:lnTo>
                  <a:lnTo>
                    <a:pt x="45463" y="23817"/>
                  </a:lnTo>
                  <a:lnTo>
                    <a:pt x="47440" y="19848"/>
                  </a:lnTo>
                  <a:lnTo>
                    <a:pt x="49416" y="17863"/>
                  </a:lnTo>
                  <a:lnTo>
                    <a:pt x="51393" y="13893"/>
                  </a:lnTo>
                  <a:lnTo>
                    <a:pt x="59300" y="21832"/>
                  </a:lnTo>
                  <a:lnTo>
                    <a:pt x="63253" y="23817"/>
                  </a:lnTo>
                  <a:lnTo>
                    <a:pt x="67206" y="27786"/>
                  </a:lnTo>
                  <a:lnTo>
                    <a:pt x="73136" y="29771"/>
                  </a:lnTo>
                  <a:lnTo>
                    <a:pt x="81043" y="37710"/>
                  </a:lnTo>
                  <a:lnTo>
                    <a:pt x="83019" y="41680"/>
                  </a:lnTo>
                  <a:lnTo>
                    <a:pt x="83019" y="83359"/>
                  </a:lnTo>
                  <a:lnTo>
                    <a:pt x="81043" y="85344"/>
                  </a:lnTo>
                  <a:lnTo>
                    <a:pt x="81043" y="89313"/>
                  </a:lnTo>
                  <a:lnTo>
                    <a:pt x="83019" y="91298"/>
                  </a:lnTo>
                  <a:lnTo>
                    <a:pt x="84996" y="95268"/>
                  </a:lnTo>
                  <a:lnTo>
                    <a:pt x="84996" y="103207"/>
                  </a:lnTo>
                  <a:lnTo>
                    <a:pt x="86973" y="105191"/>
                  </a:lnTo>
                  <a:lnTo>
                    <a:pt x="88949" y="109161"/>
                  </a:lnTo>
                  <a:lnTo>
                    <a:pt x="96856" y="117100"/>
                  </a:lnTo>
                  <a:lnTo>
                    <a:pt x="100809" y="125039"/>
                  </a:lnTo>
                  <a:lnTo>
                    <a:pt x="100809" y="131021"/>
                  </a:lnTo>
                  <a:cubicBezTo>
                    <a:pt x="92065" y="131032"/>
                    <a:pt x="84702" y="136507"/>
                    <a:pt x="82989" y="144840"/>
                  </a:cubicBezTo>
                  <a:lnTo>
                    <a:pt x="75113" y="132978"/>
                  </a:lnTo>
                  <a:lnTo>
                    <a:pt x="73136" y="132978"/>
                  </a:lnTo>
                  <a:lnTo>
                    <a:pt x="71160" y="130993"/>
                  </a:lnTo>
                  <a:lnTo>
                    <a:pt x="67206" y="130993"/>
                  </a:lnTo>
                  <a:lnTo>
                    <a:pt x="65230" y="129008"/>
                  </a:lnTo>
                  <a:lnTo>
                    <a:pt x="61276" y="127023"/>
                  </a:lnTo>
                  <a:lnTo>
                    <a:pt x="59300" y="127023"/>
                  </a:lnTo>
                  <a:lnTo>
                    <a:pt x="57323" y="125039"/>
                  </a:lnTo>
                  <a:lnTo>
                    <a:pt x="57323" y="123054"/>
                  </a:lnTo>
                  <a:lnTo>
                    <a:pt x="55346" y="121069"/>
                  </a:lnTo>
                  <a:lnTo>
                    <a:pt x="55346" y="117100"/>
                  </a:lnTo>
                  <a:lnTo>
                    <a:pt x="53370" y="117100"/>
                  </a:lnTo>
                  <a:lnTo>
                    <a:pt x="47440" y="111146"/>
                  </a:lnTo>
                  <a:lnTo>
                    <a:pt x="43486" y="109161"/>
                  </a:lnTo>
                  <a:lnTo>
                    <a:pt x="37557" y="105191"/>
                  </a:lnTo>
                  <a:lnTo>
                    <a:pt x="33603" y="103207"/>
                  </a:lnTo>
                  <a:lnTo>
                    <a:pt x="31627" y="101222"/>
                  </a:lnTo>
                  <a:lnTo>
                    <a:pt x="27673" y="93283"/>
                  </a:lnTo>
                  <a:lnTo>
                    <a:pt x="27673" y="83359"/>
                  </a:lnTo>
                  <a:lnTo>
                    <a:pt x="29650" y="79390"/>
                  </a:lnTo>
                  <a:lnTo>
                    <a:pt x="29650" y="75420"/>
                  </a:lnTo>
                  <a:lnTo>
                    <a:pt x="27673" y="77405"/>
                  </a:lnTo>
                  <a:lnTo>
                    <a:pt x="21743" y="77405"/>
                  </a:lnTo>
                  <a:lnTo>
                    <a:pt x="19767" y="75420"/>
                  </a:lnTo>
                  <a:lnTo>
                    <a:pt x="17790" y="71451"/>
                  </a:lnTo>
                  <a:lnTo>
                    <a:pt x="15813" y="65497"/>
                  </a:lnTo>
                  <a:lnTo>
                    <a:pt x="15813" y="59542"/>
                  </a:lnTo>
                  <a:lnTo>
                    <a:pt x="17790" y="55573"/>
                  </a:lnTo>
                  <a:lnTo>
                    <a:pt x="17790" y="45649"/>
                  </a:lnTo>
                  <a:lnTo>
                    <a:pt x="13837" y="43664"/>
                  </a:lnTo>
                  <a:lnTo>
                    <a:pt x="7907" y="43664"/>
                  </a:lnTo>
                  <a:lnTo>
                    <a:pt x="5930" y="45649"/>
                  </a:lnTo>
                  <a:lnTo>
                    <a:pt x="1977" y="45649"/>
                  </a:lnTo>
                  <a:lnTo>
                    <a:pt x="0" y="13893"/>
                  </a:lnTo>
                  <a:lnTo>
                    <a:pt x="1977" y="11909"/>
                  </a:lnTo>
                  <a:lnTo>
                    <a:pt x="3954" y="7939"/>
                  </a:lnTo>
                  <a:lnTo>
                    <a:pt x="1977" y="5954"/>
                  </a:lnTo>
                  <a:lnTo>
                    <a:pt x="1977" y="1985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63" name="Malawi" descr="© INSCALE GmbH, 05.05.2010&#10;http://www.presentationload.com/">
              <a:extLst>
                <a:ext uri="{FF2B5EF4-FFF2-40B4-BE49-F238E27FC236}">
                  <a16:creationId xmlns:a16="http://schemas.microsoft.com/office/drawing/2014/main" id="{28FA3035-85D3-44C2-9ED4-7E81D33026F1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497099" y="3251183"/>
              <a:ext cx="77545" cy="205510"/>
            </a:xfrm>
            <a:custGeom>
              <a:avLst/>
              <a:gdLst>
                <a:gd name="T0" fmla="*/ 2147483647 w 234"/>
                <a:gd name="T1" fmla="*/ 2147483647 h 624"/>
                <a:gd name="T2" fmla="*/ 2147483647 w 234"/>
                <a:gd name="T3" fmla="*/ 2147483647 h 624"/>
                <a:gd name="T4" fmla="*/ 2147483647 w 234"/>
                <a:gd name="T5" fmla="*/ 2147483647 h 624"/>
                <a:gd name="T6" fmla="*/ 2147483647 w 234"/>
                <a:gd name="T7" fmla="*/ 2147483647 h 624"/>
                <a:gd name="T8" fmla="*/ 2147483647 w 234"/>
                <a:gd name="T9" fmla="*/ 2147483647 h 624"/>
                <a:gd name="T10" fmla="*/ 2147483647 w 234"/>
                <a:gd name="T11" fmla="*/ 2147483647 h 624"/>
                <a:gd name="T12" fmla="*/ 2147483647 w 234"/>
                <a:gd name="T13" fmla="*/ 2147483647 h 624"/>
                <a:gd name="T14" fmla="*/ 2147483647 w 234"/>
                <a:gd name="T15" fmla="*/ 2147483647 h 624"/>
                <a:gd name="T16" fmla="*/ 2147483647 w 234"/>
                <a:gd name="T17" fmla="*/ 2147483647 h 624"/>
                <a:gd name="T18" fmla="*/ 2147483647 w 234"/>
                <a:gd name="T19" fmla="*/ 2147483647 h 624"/>
                <a:gd name="T20" fmla="*/ 2147483647 w 234"/>
                <a:gd name="T21" fmla="*/ 2147483647 h 624"/>
                <a:gd name="T22" fmla="*/ 2147483647 w 234"/>
                <a:gd name="T23" fmla="*/ 2147483647 h 624"/>
                <a:gd name="T24" fmla="*/ 2147483647 w 234"/>
                <a:gd name="T25" fmla="*/ 2147483647 h 624"/>
                <a:gd name="T26" fmla="*/ 2147483647 w 234"/>
                <a:gd name="T27" fmla="*/ 2147483647 h 624"/>
                <a:gd name="T28" fmla="*/ 2147483647 w 234"/>
                <a:gd name="T29" fmla="*/ 2147483647 h 624"/>
                <a:gd name="T30" fmla="*/ 2147483647 w 234"/>
                <a:gd name="T31" fmla="*/ 2147483647 h 624"/>
                <a:gd name="T32" fmla="*/ 2147483647 w 234"/>
                <a:gd name="T33" fmla="*/ 2147483647 h 624"/>
                <a:gd name="T34" fmla="*/ 2147483647 w 234"/>
                <a:gd name="T35" fmla="*/ 2147483647 h 624"/>
                <a:gd name="T36" fmla="*/ 2147483647 w 234"/>
                <a:gd name="T37" fmla="*/ 2147483647 h 624"/>
                <a:gd name="T38" fmla="*/ 2147483647 w 234"/>
                <a:gd name="T39" fmla="*/ 2147483647 h 624"/>
                <a:gd name="T40" fmla="*/ 2147483647 w 234"/>
                <a:gd name="T41" fmla="*/ 2147483647 h 624"/>
                <a:gd name="T42" fmla="*/ 2147483647 w 234"/>
                <a:gd name="T43" fmla="*/ 2147483647 h 624"/>
                <a:gd name="T44" fmla="*/ 2147483647 w 234"/>
                <a:gd name="T45" fmla="*/ 2147483647 h 624"/>
                <a:gd name="T46" fmla="*/ 2147483647 w 234"/>
                <a:gd name="T47" fmla="*/ 0 h 624"/>
                <a:gd name="T48" fmla="*/ 2147483647 w 234"/>
                <a:gd name="T49" fmla="*/ 2147483647 h 624"/>
                <a:gd name="T50" fmla="*/ 2147483647 w 234"/>
                <a:gd name="T51" fmla="*/ 2147483647 h 624"/>
                <a:gd name="T52" fmla="*/ 2147483647 w 234"/>
                <a:gd name="T53" fmla="*/ 2147483647 h 624"/>
                <a:gd name="T54" fmla="*/ 2147483647 w 234"/>
                <a:gd name="T55" fmla="*/ 2147483647 h 624"/>
                <a:gd name="T56" fmla="*/ 2147483647 w 234"/>
                <a:gd name="T57" fmla="*/ 2147483647 h 624"/>
                <a:gd name="T58" fmla="*/ 2147483647 w 234"/>
                <a:gd name="T59" fmla="*/ 2147483647 h 624"/>
                <a:gd name="T60" fmla="*/ 2147483647 w 234"/>
                <a:gd name="T61" fmla="*/ 2147483647 h 624"/>
                <a:gd name="T62" fmla="*/ 2147483647 w 234"/>
                <a:gd name="T63" fmla="*/ 2147483647 h 624"/>
                <a:gd name="T64" fmla="*/ 2147483647 w 234"/>
                <a:gd name="T65" fmla="*/ 2147483647 h 624"/>
                <a:gd name="T66" fmla="*/ 2147483647 w 234"/>
                <a:gd name="T67" fmla="*/ 2147483647 h 624"/>
                <a:gd name="T68" fmla="*/ 2147483647 w 234"/>
                <a:gd name="T69" fmla="*/ 2147483647 h 624"/>
                <a:gd name="T70" fmla="*/ 2147483647 w 234"/>
                <a:gd name="T71" fmla="*/ 2147483647 h 624"/>
                <a:gd name="T72" fmla="*/ 2147483647 w 234"/>
                <a:gd name="T73" fmla="*/ 2147483647 h 624"/>
                <a:gd name="T74" fmla="*/ 0 w 234"/>
                <a:gd name="T75" fmla="*/ 2147483647 h 624"/>
                <a:gd name="T76" fmla="*/ 2147483647 w 234"/>
                <a:gd name="T77" fmla="*/ 2147483647 h 624"/>
                <a:gd name="T78" fmla="*/ 2147483647 w 234"/>
                <a:gd name="T79" fmla="*/ 2147483647 h 624"/>
                <a:gd name="T80" fmla="*/ 2147483647 w 234"/>
                <a:gd name="T81" fmla="*/ 2147483647 h 624"/>
                <a:gd name="T82" fmla="*/ 2147483647 w 234"/>
                <a:gd name="T83" fmla="*/ 2147483647 h 624"/>
                <a:gd name="T84" fmla="*/ 2147483647 w 234"/>
                <a:gd name="T85" fmla="*/ 2147483647 h 624"/>
                <a:gd name="T86" fmla="*/ 2147483647 w 234"/>
                <a:gd name="T87" fmla="*/ 2147483647 h 624"/>
                <a:gd name="T88" fmla="*/ 2147483647 w 234"/>
                <a:gd name="T89" fmla="*/ 2147483647 h 624"/>
                <a:gd name="T90" fmla="*/ 2147483647 w 234"/>
                <a:gd name="T91" fmla="*/ 2147483647 h 624"/>
                <a:gd name="T92" fmla="*/ 2147483647 w 234"/>
                <a:gd name="T93" fmla="*/ 2147483647 h 624"/>
                <a:gd name="T94" fmla="*/ 2147483647 w 234"/>
                <a:gd name="T95" fmla="*/ 2147483647 h 624"/>
                <a:gd name="T96" fmla="*/ 2147483647 w 234"/>
                <a:gd name="T97" fmla="*/ 2147483647 h 624"/>
                <a:gd name="T98" fmla="*/ 2147483647 w 234"/>
                <a:gd name="T99" fmla="*/ 2147483647 h 624"/>
                <a:gd name="T100" fmla="*/ 2147483647 w 234"/>
                <a:gd name="T101" fmla="*/ 2147483647 h 624"/>
                <a:gd name="T102" fmla="*/ 2147483647 w 234"/>
                <a:gd name="T103" fmla="*/ 2147483647 h 624"/>
                <a:gd name="T104" fmla="*/ 2147483647 w 234"/>
                <a:gd name="T105" fmla="*/ 2147483647 h 624"/>
                <a:gd name="T106" fmla="*/ 2147483647 w 234"/>
                <a:gd name="T107" fmla="*/ 2147483647 h 624"/>
                <a:gd name="T108" fmla="*/ 2147483647 w 234"/>
                <a:gd name="T109" fmla="*/ 2147483647 h 624"/>
                <a:gd name="T110" fmla="*/ 2147483647 w 234"/>
                <a:gd name="T111" fmla="*/ 2147483647 h 624"/>
                <a:gd name="T112" fmla="*/ 2147483647 w 234"/>
                <a:gd name="T113" fmla="*/ 2147483647 h 624"/>
                <a:gd name="T114" fmla="*/ 2147483647 w 234"/>
                <a:gd name="T115" fmla="*/ 2147483647 h 624"/>
                <a:gd name="T116" fmla="*/ 2147483647 w 234"/>
                <a:gd name="T117" fmla="*/ 2147483647 h 6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34"/>
                <a:gd name="T178" fmla="*/ 0 h 624"/>
                <a:gd name="T179" fmla="*/ 234 w 234"/>
                <a:gd name="T180" fmla="*/ 624 h 6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34" h="624">
                  <a:moveTo>
                    <a:pt x="234" y="432"/>
                  </a:moveTo>
                  <a:lnTo>
                    <a:pt x="222" y="420"/>
                  </a:lnTo>
                  <a:lnTo>
                    <a:pt x="210" y="402"/>
                  </a:lnTo>
                  <a:lnTo>
                    <a:pt x="204" y="390"/>
                  </a:lnTo>
                  <a:lnTo>
                    <a:pt x="198" y="384"/>
                  </a:lnTo>
                  <a:lnTo>
                    <a:pt x="186" y="360"/>
                  </a:lnTo>
                  <a:lnTo>
                    <a:pt x="162" y="336"/>
                  </a:lnTo>
                  <a:lnTo>
                    <a:pt x="156" y="336"/>
                  </a:lnTo>
                  <a:lnTo>
                    <a:pt x="156" y="330"/>
                  </a:lnTo>
                  <a:lnTo>
                    <a:pt x="150" y="330"/>
                  </a:lnTo>
                  <a:lnTo>
                    <a:pt x="150" y="342"/>
                  </a:lnTo>
                  <a:lnTo>
                    <a:pt x="156" y="342"/>
                  </a:lnTo>
                  <a:lnTo>
                    <a:pt x="168" y="354"/>
                  </a:lnTo>
                  <a:lnTo>
                    <a:pt x="168" y="366"/>
                  </a:lnTo>
                  <a:lnTo>
                    <a:pt x="174" y="378"/>
                  </a:lnTo>
                  <a:lnTo>
                    <a:pt x="174" y="390"/>
                  </a:lnTo>
                  <a:lnTo>
                    <a:pt x="168" y="396"/>
                  </a:lnTo>
                  <a:lnTo>
                    <a:pt x="162" y="396"/>
                  </a:lnTo>
                  <a:lnTo>
                    <a:pt x="162" y="390"/>
                  </a:lnTo>
                  <a:lnTo>
                    <a:pt x="156" y="384"/>
                  </a:lnTo>
                  <a:lnTo>
                    <a:pt x="156" y="378"/>
                  </a:lnTo>
                  <a:lnTo>
                    <a:pt x="144" y="384"/>
                  </a:lnTo>
                  <a:lnTo>
                    <a:pt x="132" y="384"/>
                  </a:lnTo>
                  <a:lnTo>
                    <a:pt x="132" y="360"/>
                  </a:lnTo>
                  <a:lnTo>
                    <a:pt x="126" y="354"/>
                  </a:lnTo>
                  <a:lnTo>
                    <a:pt x="126" y="342"/>
                  </a:lnTo>
                  <a:lnTo>
                    <a:pt x="120" y="330"/>
                  </a:lnTo>
                  <a:lnTo>
                    <a:pt x="120" y="282"/>
                  </a:lnTo>
                  <a:lnTo>
                    <a:pt x="84" y="246"/>
                  </a:lnTo>
                  <a:lnTo>
                    <a:pt x="90" y="240"/>
                  </a:lnTo>
                  <a:lnTo>
                    <a:pt x="90" y="222"/>
                  </a:lnTo>
                  <a:lnTo>
                    <a:pt x="96" y="210"/>
                  </a:lnTo>
                  <a:lnTo>
                    <a:pt x="114" y="192"/>
                  </a:lnTo>
                  <a:lnTo>
                    <a:pt x="120" y="180"/>
                  </a:lnTo>
                  <a:lnTo>
                    <a:pt x="126" y="174"/>
                  </a:lnTo>
                  <a:lnTo>
                    <a:pt x="126" y="156"/>
                  </a:lnTo>
                  <a:lnTo>
                    <a:pt x="120" y="150"/>
                  </a:lnTo>
                  <a:lnTo>
                    <a:pt x="120" y="102"/>
                  </a:lnTo>
                  <a:lnTo>
                    <a:pt x="114" y="78"/>
                  </a:lnTo>
                  <a:lnTo>
                    <a:pt x="114" y="60"/>
                  </a:lnTo>
                  <a:lnTo>
                    <a:pt x="102" y="60"/>
                  </a:lnTo>
                  <a:lnTo>
                    <a:pt x="84" y="42"/>
                  </a:lnTo>
                  <a:lnTo>
                    <a:pt x="84" y="36"/>
                  </a:lnTo>
                  <a:lnTo>
                    <a:pt x="90" y="24"/>
                  </a:lnTo>
                  <a:lnTo>
                    <a:pt x="90" y="18"/>
                  </a:lnTo>
                  <a:lnTo>
                    <a:pt x="60" y="18"/>
                  </a:lnTo>
                  <a:lnTo>
                    <a:pt x="54" y="0"/>
                  </a:lnTo>
                  <a:lnTo>
                    <a:pt x="30" y="0"/>
                  </a:lnTo>
                  <a:lnTo>
                    <a:pt x="30" y="12"/>
                  </a:lnTo>
                  <a:lnTo>
                    <a:pt x="42" y="12"/>
                  </a:lnTo>
                  <a:lnTo>
                    <a:pt x="54" y="24"/>
                  </a:lnTo>
                  <a:lnTo>
                    <a:pt x="54" y="66"/>
                  </a:lnTo>
                  <a:lnTo>
                    <a:pt x="60" y="66"/>
                  </a:lnTo>
                  <a:lnTo>
                    <a:pt x="66" y="60"/>
                  </a:lnTo>
                  <a:lnTo>
                    <a:pt x="66" y="84"/>
                  </a:lnTo>
                  <a:lnTo>
                    <a:pt x="78" y="84"/>
                  </a:lnTo>
                  <a:lnTo>
                    <a:pt x="78" y="96"/>
                  </a:lnTo>
                  <a:lnTo>
                    <a:pt x="54" y="108"/>
                  </a:lnTo>
                  <a:lnTo>
                    <a:pt x="48" y="114"/>
                  </a:lnTo>
                  <a:lnTo>
                    <a:pt x="42" y="114"/>
                  </a:lnTo>
                  <a:lnTo>
                    <a:pt x="42" y="132"/>
                  </a:lnTo>
                  <a:lnTo>
                    <a:pt x="54" y="138"/>
                  </a:lnTo>
                  <a:lnTo>
                    <a:pt x="48" y="156"/>
                  </a:lnTo>
                  <a:lnTo>
                    <a:pt x="48" y="228"/>
                  </a:lnTo>
                  <a:lnTo>
                    <a:pt x="60" y="228"/>
                  </a:lnTo>
                  <a:lnTo>
                    <a:pt x="60" y="234"/>
                  </a:lnTo>
                  <a:lnTo>
                    <a:pt x="42" y="252"/>
                  </a:lnTo>
                  <a:lnTo>
                    <a:pt x="30" y="258"/>
                  </a:lnTo>
                  <a:lnTo>
                    <a:pt x="24" y="264"/>
                  </a:lnTo>
                  <a:lnTo>
                    <a:pt x="18" y="264"/>
                  </a:lnTo>
                  <a:lnTo>
                    <a:pt x="24" y="300"/>
                  </a:lnTo>
                  <a:lnTo>
                    <a:pt x="18" y="312"/>
                  </a:lnTo>
                  <a:lnTo>
                    <a:pt x="12" y="318"/>
                  </a:lnTo>
                  <a:lnTo>
                    <a:pt x="6" y="330"/>
                  </a:lnTo>
                  <a:lnTo>
                    <a:pt x="0" y="336"/>
                  </a:lnTo>
                  <a:lnTo>
                    <a:pt x="0" y="342"/>
                  </a:lnTo>
                  <a:lnTo>
                    <a:pt x="12" y="348"/>
                  </a:lnTo>
                  <a:lnTo>
                    <a:pt x="24" y="360"/>
                  </a:lnTo>
                  <a:lnTo>
                    <a:pt x="36" y="366"/>
                  </a:lnTo>
                  <a:lnTo>
                    <a:pt x="66" y="414"/>
                  </a:lnTo>
                  <a:lnTo>
                    <a:pt x="96" y="414"/>
                  </a:lnTo>
                  <a:lnTo>
                    <a:pt x="102" y="408"/>
                  </a:lnTo>
                  <a:lnTo>
                    <a:pt x="120" y="408"/>
                  </a:lnTo>
                  <a:lnTo>
                    <a:pt x="126" y="414"/>
                  </a:lnTo>
                  <a:lnTo>
                    <a:pt x="126" y="450"/>
                  </a:lnTo>
                  <a:lnTo>
                    <a:pt x="132" y="450"/>
                  </a:lnTo>
                  <a:lnTo>
                    <a:pt x="126" y="480"/>
                  </a:lnTo>
                  <a:lnTo>
                    <a:pt x="114" y="486"/>
                  </a:lnTo>
                  <a:lnTo>
                    <a:pt x="126" y="504"/>
                  </a:lnTo>
                  <a:lnTo>
                    <a:pt x="120" y="510"/>
                  </a:lnTo>
                  <a:lnTo>
                    <a:pt x="108" y="516"/>
                  </a:lnTo>
                  <a:lnTo>
                    <a:pt x="102" y="522"/>
                  </a:lnTo>
                  <a:lnTo>
                    <a:pt x="102" y="528"/>
                  </a:lnTo>
                  <a:lnTo>
                    <a:pt x="114" y="528"/>
                  </a:lnTo>
                  <a:lnTo>
                    <a:pt x="114" y="558"/>
                  </a:lnTo>
                  <a:lnTo>
                    <a:pt x="126" y="564"/>
                  </a:lnTo>
                  <a:lnTo>
                    <a:pt x="132" y="570"/>
                  </a:lnTo>
                  <a:lnTo>
                    <a:pt x="144" y="576"/>
                  </a:lnTo>
                  <a:lnTo>
                    <a:pt x="150" y="582"/>
                  </a:lnTo>
                  <a:lnTo>
                    <a:pt x="162" y="588"/>
                  </a:lnTo>
                  <a:lnTo>
                    <a:pt x="162" y="600"/>
                  </a:lnTo>
                  <a:lnTo>
                    <a:pt x="156" y="606"/>
                  </a:lnTo>
                  <a:lnTo>
                    <a:pt x="156" y="618"/>
                  </a:lnTo>
                  <a:lnTo>
                    <a:pt x="162" y="624"/>
                  </a:lnTo>
                  <a:lnTo>
                    <a:pt x="168" y="618"/>
                  </a:lnTo>
                  <a:lnTo>
                    <a:pt x="180" y="612"/>
                  </a:lnTo>
                  <a:lnTo>
                    <a:pt x="180" y="582"/>
                  </a:lnTo>
                  <a:lnTo>
                    <a:pt x="174" y="576"/>
                  </a:lnTo>
                  <a:lnTo>
                    <a:pt x="168" y="576"/>
                  </a:lnTo>
                  <a:lnTo>
                    <a:pt x="168" y="558"/>
                  </a:lnTo>
                  <a:lnTo>
                    <a:pt x="174" y="546"/>
                  </a:lnTo>
                  <a:lnTo>
                    <a:pt x="186" y="540"/>
                  </a:lnTo>
                  <a:lnTo>
                    <a:pt x="210" y="540"/>
                  </a:lnTo>
                  <a:lnTo>
                    <a:pt x="216" y="534"/>
                  </a:lnTo>
                  <a:lnTo>
                    <a:pt x="216" y="474"/>
                  </a:lnTo>
                  <a:lnTo>
                    <a:pt x="222" y="468"/>
                  </a:lnTo>
                  <a:lnTo>
                    <a:pt x="228" y="456"/>
                  </a:lnTo>
                  <a:lnTo>
                    <a:pt x="234" y="450"/>
                  </a:lnTo>
                  <a:lnTo>
                    <a:pt x="234" y="43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64" name="Mali" descr="© INSCALE GmbH, 05.05.2010&#10;http://www.presentationload.com/">
              <a:extLst>
                <a:ext uri="{FF2B5EF4-FFF2-40B4-BE49-F238E27FC236}">
                  <a16:creationId xmlns:a16="http://schemas.microsoft.com/office/drawing/2014/main" id="{EBFF0D87-ADC8-4EBA-B51A-B3DF5D943ABC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448948" y="2339230"/>
              <a:ext cx="383848" cy="394323"/>
            </a:xfrm>
            <a:custGeom>
              <a:avLst/>
              <a:gdLst>
                <a:gd name="T0" fmla="*/ 2147483647 w 1164"/>
                <a:gd name="T1" fmla="*/ 2147483647 h 1200"/>
                <a:gd name="T2" fmla="*/ 2147483647 w 1164"/>
                <a:gd name="T3" fmla="*/ 2147483647 h 1200"/>
                <a:gd name="T4" fmla="*/ 2147483647 w 1164"/>
                <a:gd name="T5" fmla="*/ 2147483647 h 1200"/>
                <a:gd name="T6" fmla="*/ 2147483647 w 1164"/>
                <a:gd name="T7" fmla="*/ 2147483647 h 1200"/>
                <a:gd name="T8" fmla="*/ 2147483647 w 1164"/>
                <a:gd name="T9" fmla="*/ 2147483647 h 1200"/>
                <a:gd name="T10" fmla="*/ 2147483647 w 1164"/>
                <a:gd name="T11" fmla="*/ 2147483647 h 1200"/>
                <a:gd name="T12" fmla="*/ 2147483647 w 1164"/>
                <a:gd name="T13" fmla="*/ 2147483647 h 1200"/>
                <a:gd name="T14" fmla="*/ 2147483647 w 1164"/>
                <a:gd name="T15" fmla="*/ 2147483647 h 1200"/>
                <a:gd name="T16" fmla="*/ 2147483647 w 1164"/>
                <a:gd name="T17" fmla="*/ 2147483647 h 1200"/>
                <a:gd name="T18" fmla="*/ 2147483647 w 1164"/>
                <a:gd name="T19" fmla="*/ 2147483647 h 1200"/>
                <a:gd name="T20" fmla="*/ 2147483647 w 1164"/>
                <a:gd name="T21" fmla="*/ 2147483647 h 1200"/>
                <a:gd name="T22" fmla="*/ 2147483647 w 1164"/>
                <a:gd name="T23" fmla="*/ 2147483647 h 1200"/>
                <a:gd name="T24" fmla="*/ 2147483647 w 1164"/>
                <a:gd name="T25" fmla="*/ 2147483647 h 1200"/>
                <a:gd name="T26" fmla="*/ 2147483647 w 1164"/>
                <a:gd name="T27" fmla="*/ 2147483647 h 1200"/>
                <a:gd name="T28" fmla="*/ 2147483647 w 1164"/>
                <a:gd name="T29" fmla="*/ 2147483647 h 1200"/>
                <a:gd name="T30" fmla="*/ 2147483647 w 1164"/>
                <a:gd name="T31" fmla="*/ 2147483647 h 1200"/>
                <a:gd name="T32" fmla="*/ 2147483647 w 1164"/>
                <a:gd name="T33" fmla="*/ 2147483647 h 1200"/>
                <a:gd name="T34" fmla="*/ 2147483647 w 1164"/>
                <a:gd name="T35" fmla="*/ 2147483647 h 1200"/>
                <a:gd name="T36" fmla="*/ 2147483647 w 1164"/>
                <a:gd name="T37" fmla="*/ 2147483647 h 1200"/>
                <a:gd name="T38" fmla="*/ 2147483647 w 1164"/>
                <a:gd name="T39" fmla="*/ 2147483647 h 1200"/>
                <a:gd name="T40" fmla="*/ 2147483647 w 1164"/>
                <a:gd name="T41" fmla="*/ 2147483647 h 1200"/>
                <a:gd name="T42" fmla="*/ 2147483647 w 1164"/>
                <a:gd name="T43" fmla="*/ 2147483647 h 1200"/>
                <a:gd name="T44" fmla="*/ 2147483647 w 1164"/>
                <a:gd name="T45" fmla="*/ 2147483647 h 1200"/>
                <a:gd name="T46" fmla="*/ 2147483647 w 1164"/>
                <a:gd name="T47" fmla="*/ 2147483647 h 1200"/>
                <a:gd name="T48" fmla="*/ 2147483647 w 1164"/>
                <a:gd name="T49" fmla="*/ 2147483647 h 1200"/>
                <a:gd name="T50" fmla="*/ 2147483647 w 1164"/>
                <a:gd name="T51" fmla="*/ 2147483647 h 1200"/>
                <a:gd name="T52" fmla="*/ 2147483647 w 1164"/>
                <a:gd name="T53" fmla="*/ 2147483647 h 1200"/>
                <a:gd name="T54" fmla="*/ 0 w 1164"/>
                <a:gd name="T55" fmla="*/ 2147483647 h 1200"/>
                <a:gd name="T56" fmla="*/ 2147483647 w 1164"/>
                <a:gd name="T57" fmla="*/ 2147483647 h 1200"/>
                <a:gd name="T58" fmla="*/ 2147483647 w 1164"/>
                <a:gd name="T59" fmla="*/ 2147483647 h 1200"/>
                <a:gd name="T60" fmla="*/ 2147483647 w 1164"/>
                <a:gd name="T61" fmla="*/ 2147483647 h 1200"/>
                <a:gd name="T62" fmla="*/ 2147483647 w 1164"/>
                <a:gd name="T63" fmla="*/ 2147483647 h 1200"/>
                <a:gd name="T64" fmla="*/ 2147483647 w 1164"/>
                <a:gd name="T65" fmla="*/ 2147483647 h 1200"/>
                <a:gd name="T66" fmla="*/ 2147483647 w 1164"/>
                <a:gd name="T67" fmla="*/ 2147483647 h 1200"/>
                <a:gd name="T68" fmla="*/ 2147483647 w 1164"/>
                <a:gd name="T69" fmla="*/ 2147483647 h 1200"/>
                <a:gd name="T70" fmla="*/ 2147483647 w 1164"/>
                <a:gd name="T71" fmla="*/ 2147483647 h 1200"/>
                <a:gd name="T72" fmla="*/ 2147483647 w 1164"/>
                <a:gd name="T73" fmla="*/ 2147483647 h 1200"/>
                <a:gd name="T74" fmla="*/ 2147483647 w 1164"/>
                <a:gd name="T75" fmla="*/ 2147483647 h 1200"/>
                <a:gd name="T76" fmla="*/ 2147483647 w 1164"/>
                <a:gd name="T77" fmla="*/ 2147483647 h 1200"/>
                <a:gd name="T78" fmla="*/ 2147483647 w 1164"/>
                <a:gd name="T79" fmla="*/ 2147483647 h 1200"/>
                <a:gd name="T80" fmla="*/ 2147483647 w 1164"/>
                <a:gd name="T81" fmla="*/ 2147483647 h 1200"/>
                <a:gd name="T82" fmla="*/ 2147483647 w 1164"/>
                <a:gd name="T83" fmla="*/ 2147483647 h 1200"/>
                <a:gd name="T84" fmla="*/ 2147483647 w 1164"/>
                <a:gd name="T85" fmla="*/ 2147483647 h 1200"/>
                <a:gd name="T86" fmla="*/ 2147483647 w 1164"/>
                <a:gd name="T87" fmla="*/ 2147483647 h 1200"/>
                <a:gd name="T88" fmla="*/ 2147483647 w 1164"/>
                <a:gd name="T89" fmla="*/ 2147483647 h 1200"/>
                <a:gd name="T90" fmla="*/ 2147483647 w 1164"/>
                <a:gd name="T91" fmla="*/ 2147483647 h 1200"/>
                <a:gd name="T92" fmla="*/ 2147483647 w 1164"/>
                <a:gd name="T93" fmla="*/ 2147483647 h 1200"/>
                <a:gd name="T94" fmla="*/ 2147483647 w 1164"/>
                <a:gd name="T95" fmla="*/ 2147483647 h 1200"/>
                <a:gd name="T96" fmla="*/ 2147483647 w 1164"/>
                <a:gd name="T97" fmla="*/ 2147483647 h 1200"/>
                <a:gd name="T98" fmla="*/ 2147483647 w 1164"/>
                <a:gd name="T99" fmla="*/ 2147483647 h 1200"/>
                <a:gd name="T100" fmla="*/ 2147483647 w 1164"/>
                <a:gd name="T101" fmla="*/ 2147483647 h 1200"/>
                <a:gd name="T102" fmla="*/ 2147483647 w 1164"/>
                <a:gd name="T103" fmla="*/ 2147483647 h 1200"/>
                <a:gd name="T104" fmla="*/ 2147483647 w 1164"/>
                <a:gd name="T105" fmla="*/ 2147483647 h 1200"/>
                <a:gd name="T106" fmla="*/ 2147483647 w 1164"/>
                <a:gd name="T107" fmla="*/ 2147483647 h 120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164"/>
                <a:gd name="T163" fmla="*/ 0 h 1200"/>
                <a:gd name="T164" fmla="*/ 1164 w 1164"/>
                <a:gd name="T165" fmla="*/ 1200 h 120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164" h="1200">
                  <a:moveTo>
                    <a:pt x="612" y="954"/>
                  </a:moveTo>
                  <a:lnTo>
                    <a:pt x="636" y="948"/>
                  </a:lnTo>
                  <a:lnTo>
                    <a:pt x="636" y="912"/>
                  </a:lnTo>
                  <a:lnTo>
                    <a:pt x="654" y="912"/>
                  </a:lnTo>
                  <a:lnTo>
                    <a:pt x="654" y="906"/>
                  </a:lnTo>
                  <a:lnTo>
                    <a:pt x="660" y="900"/>
                  </a:lnTo>
                  <a:lnTo>
                    <a:pt x="666" y="888"/>
                  </a:lnTo>
                  <a:lnTo>
                    <a:pt x="678" y="882"/>
                  </a:lnTo>
                  <a:lnTo>
                    <a:pt x="684" y="870"/>
                  </a:lnTo>
                  <a:lnTo>
                    <a:pt x="690" y="864"/>
                  </a:lnTo>
                  <a:lnTo>
                    <a:pt x="696" y="864"/>
                  </a:lnTo>
                  <a:lnTo>
                    <a:pt x="708" y="876"/>
                  </a:lnTo>
                  <a:lnTo>
                    <a:pt x="720" y="876"/>
                  </a:lnTo>
                  <a:lnTo>
                    <a:pt x="720" y="870"/>
                  </a:lnTo>
                  <a:lnTo>
                    <a:pt x="726" y="864"/>
                  </a:lnTo>
                  <a:lnTo>
                    <a:pt x="726" y="846"/>
                  </a:lnTo>
                  <a:lnTo>
                    <a:pt x="750" y="846"/>
                  </a:lnTo>
                  <a:lnTo>
                    <a:pt x="768" y="822"/>
                  </a:lnTo>
                  <a:lnTo>
                    <a:pt x="792" y="822"/>
                  </a:lnTo>
                  <a:lnTo>
                    <a:pt x="810" y="804"/>
                  </a:lnTo>
                  <a:lnTo>
                    <a:pt x="858" y="804"/>
                  </a:lnTo>
                  <a:lnTo>
                    <a:pt x="882" y="816"/>
                  </a:lnTo>
                  <a:lnTo>
                    <a:pt x="930" y="804"/>
                  </a:lnTo>
                  <a:lnTo>
                    <a:pt x="954" y="786"/>
                  </a:lnTo>
                  <a:lnTo>
                    <a:pt x="1020" y="792"/>
                  </a:lnTo>
                  <a:lnTo>
                    <a:pt x="1020" y="774"/>
                  </a:lnTo>
                  <a:lnTo>
                    <a:pt x="1068" y="780"/>
                  </a:lnTo>
                  <a:lnTo>
                    <a:pt x="1080" y="774"/>
                  </a:lnTo>
                  <a:lnTo>
                    <a:pt x="1104" y="774"/>
                  </a:lnTo>
                  <a:lnTo>
                    <a:pt x="1122" y="768"/>
                  </a:lnTo>
                  <a:lnTo>
                    <a:pt x="1134" y="762"/>
                  </a:lnTo>
                  <a:lnTo>
                    <a:pt x="1140" y="750"/>
                  </a:lnTo>
                  <a:lnTo>
                    <a:pt x="1140" y="732"/>
                  </a:lnTo>
                  <a:lnTo>
                    <a:pt x="1146" y="720"/>
                  </a:lnTo>
                  <a:lnTo>
                    <a:pt x="1146" y="708"/>
                  </a:lnTo>
                  <a:lnTo>
                    <a:pt x="1164" y="684"/>
                  </a:lnTo>
                  <a:lnTo>
                    <a:pt x="1164" y="480"/>
                  </a:lnTo>
                  <a:lnTo>
                    <a:pt x="1140" y="480"/>
                  </a:lnTo>
                  <a:lnTo>
                    <a:pt x="1134" y="486"/>
                  </a:lnTo>
                  <a:lnTo>
                    <a:pt x="1104" y="486"/>
                  </a:lnTo>
                  <a:lnTo>
                    <a:pt x="1092" y="480"/>
                  </a:lnTo>
                  <a:lnTo>
                    <a:pt x="1086" y="474"/>
                  </a:lnTo>
                  <a:lnTo>
                    <a:pt x="1086" y="468"/>
                  </a:lnTo>
                  <a:lnTo>
                    <a:pt x="1104" y="450"/>
                  </a:lnTo>
                  <a:lnTo>
                    <a:pt x="1104" y="432"/>
                  </a:lnTo>
                  <a:lnTo>
                    <a:pt x="1092" y="408"/>
                  </a:lnTo>
                  <a:lnTo>
                    <a:pt x="1080" y="402"/>
                  </a:lnTo>
                  <a:lnTo>
                    <a:pt x="1050" y="402"/>
                  </a:lnTo>
                  <a:lnTo>
                    <a:pt x="1044" y="408"/>
                  </a:lnTo>
                  <a:lnTo>
                    <a:pt x="1038" y="408"/>
                  </a:lnTo>
                  <a:lnTo>
                    <a:pt x="1032" y="378"/>
                  </a:lnTo>
                  <a:lnTo>
                    <a:pt x="996" y="378"/>
                  </a:lnTo>
                  <a:lnTo>
                    <a:pt x="984" y="366"/>
                  </a:lnTo>
                  <a:lnTo>
                    <a:pt x="984" y="348"/>
                  </a:lnTo>
                  <a:lnTo>
                    <a:pt x="978" y="342"/>
                  </a:lnTo>
                  <a:lnTo>
                    <a:pt x="954" y="342"/>
                  </a:lnTo>
                  <a:lnTo>
                    <a:pt x="954" y="318"/>
                  </a:lnTo>
                  <a:lnTo>
                    <a:pt x="546" y="6"/>
                  </a:lnTo>
                  <a:lnTo>
                    <a:pt x="426" y="0"/>
                  </a:lnTo>
                  <a:lnTo>
                    <a:pt x="468" y="690"/>
                  </a:lnTo>
                  <a:lnTo>
                    <a:pt x="474" y="690"/>
                  </a:lnTo>
                  <a:lnTo>
                    <a:pt x="492" y="708"/>
                  </a:lnTo>
                  <a:lnTo>
                    <a:pt x="492" y="720"/>
                  </a:lnTo>
                  <a:lnTo>
                    <a:pt x="486" y="726"/>
                  </a:lnTo>
                  <a:lnTo>
                    <a:pt x="474" y="768"/>
                  </a:lnTo>
                  <a:lnTo>
                    <a:pt x="210" y="768"/>
                  </a:lnTo>
                  <a:lnTo>
                    <a:pt x="210" y="756"/>
                  </a:lnTo>
                  <a:lnTo>
                    <a:pt x="204" y="756"/>
                  </a:lnTo>
                  <a:lnTo>
                    <a:pt x="198" y="762"/>
                  </a:lnTo>
                  <a:lnTo>
                    <a:pt x="198" y="774"/>
                  </a:lnTo>
                  <a:lnTo>
                    <a:pt x="192" y="774"/>
                  </a:lnTo>
                  <a:lnTo>
                    <a:pt x="180" y="780"/>
                  </a:lnTo>
                  <a:lnTo>
                    <a:pt x="150" y="780"/>
                  </a:lnTo>
                  <a:lnTo>
                    <a:pt x="144" y="774"/>
                  </a:lnTo>
                  <a:lnTo>
                    <a:pt x="108" y="774"/>
                  </a:lnTo>
                  <a:lnTo>
                    <a:pt x="96" y="798"/>
                  </a:lnTo>
                  <a:lnTo>
                    <a:pt x="90" y="786"/>
                  </a:lnTo>
                  <a:lnTo>
                    <a:pt x="66" y="762"/>
                  </a:lnTo>
                  <a:lnTo>
                    <a:pt x="48" y="762"/>
                  </a:lnTo>
                  <a:lnTo>
                    <a:pt x="36" y="774"/>
                  </a:lnTo>
                  <a:lnTo>
                    <a:pt x="36" y="822"/>
                  </a:lnTo>
                  <a:lnTo>
                    <a:pt x="30" y="822"/>
                  </a:lnTo>
                  <a:lnTo>
                    <a:pt x="18" y="828"/>
                  </a:lnTo>
                  <a:lnTo>
                    <a:pt x="0" y="828"/>
                  </a:lnTo>
                  <a:lnTo>
                    <a:pt x="0" y="852"/>
                  </a:lnTo>
                  <a:lnTo>
                    <a:pt x="12" y="870"/>
                  </a:lnTo>
                  <a:lnTo>
                    <a:pt x="12" y="876"/>
                  </a:lnTo>
                  <a:lnTo>
                    <a:pt x="24" y="888"/>
                  </a:lnTo>
                  <a:lnTo>
                    <a:pt x="24" y="906"/>
                  </a:lnTo>
                  <a:lnTo>
                    <a:pt x="18" y="912"/>
                  </a:lnTo>
                  <a:lnTo>
                    <a:pt x="18" y="936"/>
                  </a:lnTo>
                  <a:lnTo>
                    <a:pt x="24" y="942"/>
                  </a:lnTo>
                  <a:lnTo>
                    <a:pt x="36" y="942"/>
                  </a:lnTo>
                  <a:lnTo>
                    <a:pt x="36" y="936"/>
                  </a:lnTo>
                  <a:lnTo>
                    <a:pt x="42" y="936"/>
                  </a:lnTo>
                  <a:lnTo>
                    <a:pt x="48" y="942"/>
                  </a:lnTo>
                  <a:lnTo>
                    <a:pt x="54" y="954"/>
                  </a:lnTo>
                  <a:lnTo>
                    <a:pt x="54" y="1032"/>
                  </a:lnTo>
                  <a:lnTo>
                    <a:pt x="60" y="1044"/>
                  </a:lnTo>
                  <a:lnTo>
                    <a:pt x="60" y="1050"/>
                  </a:lnTo>
                  <a:lnTo>
                    <a:pt x="66" y="1056"/>
                  </a:lnTo>
                  <a:lnTo>
                    <a:pt x="72" y="1050"/>
                  </a:lnTo>
                  <a:lnTo>
                    <a:pt x="78" y="1038"/>
                  </a:lnTo>
                  <a:lnTo>
                    <a:pt x="90" y="1026"/>
                  </a:lnTo>
                  <a:lnTo>
                    <a:pt x="102" y="1038"/>
                  </a:lnTo>
                  <a:lnTo>
                    <a:pt x="108" y="1050"/>
                  </a:lnTo>
                  <a:lnTo>
                    <a:pt x="108" y="1062"/>
                  </a:lnTo>
                  <a:lnTo>
                    <a:pt x="114" y="1050"/>
                  </a:lnTo>
                  <a:lnTo>
                    <a:pt x="126" y="1038"/>
                  </a:lnTo>
                  <a:lnTo>
                    <a:pt x="132" y="1026"/>
                  </a:lnTo>
                  <a:lnTo>
                    <a:pt x="138" y="1026"/>
                  </a:lnTo>
                  <a:lnTo>
                    <a:pt x="144" y="1032"/>
                  </a:lnTo>
                  <a:lnTo>
                    <a:pt x="150" y="1032"/>
                  </a:lnTo>
                  <a:lnTo>
                    <a:pt x="162" y="1038"/>
                  </a:lnTo>
                  <a:lnTo>
                    <a:pt x="168" y="1044"/>
                  </a:lnTo>
                  <a:lnTo>
                    <a:pt x="180" y="1050"/>
                  </a:lnTo>
                  <a:lnTo>
                    <a:pt x="198" y="1032"/>
                  </a:lnTo>
                  <a:lnTo>
                    <a:pt x="198" y="1014"/>
                  </a:lnTo>
                  <a:lnTo>
                    <a:pt x="204" y="1008"/>
                  </a:lnTo>
                  <a:lnTo>
                    <a:pt x="216" y="1008"/>
                  </a:lnTo>
                  <a:lnTo>
                    <a:pt x="228" y="1014"/>
                  </a:lnTo>
                  <a:lnTo>
                    <a:pt x="228" y="1032"/>
                  </a:lnTo>
                  <a:lnTo>
                    <a:pt x="246" y="1044"/>
                  </a:lnTo>
                  <a:lnTo>
                    <a:pt x="234" y="1074"/>
                  </a:lnTo>
                  <a:lnTo>
                    <a:pt x="270" y="1092"/>
                  </a:lnTo>
                  <a:lnTo>
                    <a:pt x="246" y="1128"/>
                  </a:lnTo>
                  <a:lnTo>
                    <a:pt x="270" y="1128"/>
                  </a:lnTo>
                  <a:lnTo>
                    <a:pt x="270" y="1164"/>
                  </a:lnTo>
                  <a:lnTo>
                    <a:pt x="300" y="1194"/>
                  </a:lnTo>
                  <a:lnTo>
                    <a:pt x="312" y="1200"/>
                  </a:lnTo>
                  <a:lnTo>
                    <a:pt x="312" y="1182"/>
                  </a:lnTo>
                  <a:lnTo>
                    <a:pt x="318" y="1176"/>
                  </a:lnTo>
                  <a:lnTo>
                    <a:pt x="330" y="1176"/>
                  </a:lnTo>
                  <a:lnTo>
                    <a:pt x="348" y="1182"/>
                  </a:lnTo>
                  <a:lnTo>
                    <a:pt x="366" y="1200"/>
                  </a:lnTo>
                  <a:lnTo>
                    <a:pt x="372" y="1182"/>
                  </a:lnTo>
                  <a:lnTo>
                    <a:pt x="390" y="1182"/>
                  </a:lnTo>
                  <a:lnTo>
                    <a:pt x="396" y="1158"/>
                  </a:lnTo>
                  <a:lnTo>
                    <a:pt x="408" y="1176"/>
                  </a:lnTo>
                  <a:lnTo>
                    <a:pt x="420" y="1152"/>
                  </a:lnTo>
                  <a:lnTo>
                    <a:pt x="420" y="1188"/>
                  </a:lnTo>
                  <a:lnTo>
                    <a:pt x="444" y="1194"/>
                  </a:lnTo>
                  <a:lnTo>
                    <a:pt x="450" y="1188"/>
                  </a:lnTo>
                  <a:lnTo>
                    <a:pt x="456" y="1176"/>
                  </a:lnTo>
                  <a:lnTo>
                    <a:pt x="462" y="1170"/>
                  </a:lnTo>
                  <a:lnTo>
                    <a:pt x="474" y="1170"/>
                  </a:lnTo>
                  <a:lnTo>
                    <a:pt x="468" y="1116"/>
                  </a:lnTo>
                  <a:lnTo>
                    <a:pt x="492" y="1116"/>
                  </a:lnTo>
                  <a:lnTo>
                    <a:pt x="504" y="1092"/>
                  </a:lnTo>
                  <a:lnTo>
                    <a:pt x="480" y="1062"/>
                  </a:lnTo>
                  <a:lnTo>
                    <a:pt x="498" y="1050"/>
                  </a:lnTo>
                  <a:lnTo>
                    <a:pt x="504" y="1050"/>
                  </a:lnTo>
                  <a:lnTo>
                    <a:pt x="510" y="1044"/>
                  </a:lnTo>
                  <a:lnTo>
                    <a:pt x="546" y="1044"/>
                  </a:lnTo>
                  <a:lnTo>
                    <a:pt x="546" y="1032"/>
                  </a:lnTo>
                  <a:lnTo>
                    <a:pt x="540" y="1026"/>
                  </a:lnTo>
                  <a:lnTo>
                    <a:pt x="546" y="1026"/>
                  </a:lnTo>
                  <a:lnTo>
                    <a:pt x="552" y="1020"/>
                  </a:lnTo>
                  <a:lnTo>
                    <a:pt x="552" y="990"/>
                  </a:lnTo>
                  <a:lnTo>
                    <a:pt x="570" y="990"/>
                  </a:lnTo>
                  <a:lnTo>
                    <a:pt x="570" y="960"/>
                  </a:lnTo>
                  <a:lnTo>
                    <a:pt x="564" y="954"/>
                  </a:lnTo>
                  <a:lnTo>
                    <a:pt x="582" y="924"/>
                  </a:lnTo>
                  <a:lnTo>
                    <a:pt x="612" y="95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65" name="Madagascar" descr="© INSCALE GmbH, 05.05.2010&#10;http://www.presentationload.com/">
              <a:extLst>
                <a:ext uri="{FF2B5EF4-FFF2-40B4-BE49-F238E27FC236}">
                  <a16:creationId xmlns:a16="http://schemas.microsoft.com/office/drawing/2014/main" id="{852BC65E-9FAD-47BF-9A55-079C47D7B410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723271" y="3326966"/>
              <a:ext cx="196448" cy="358360"/>
            </a:xfrm>
            <a:custGeom>
              <a:avLst/>
              <a:gdLst>
                <a:gd name="T0" fmla="*/ 2147483647 w 594"/>
                <a:gd name="T1" fmla="*/ 2147483647 h 1092"/>
                <a:gd name="T2" fmla="*/ 2147483647 w 594"/>
                <a:gd name="T3" fmla="*/ 2147483647 h 1092"/>
                <a:gd name="T4" fmla="*/ 2147483647 w 594"/>
                <a:gd name="T5" fmla="*/ 2147483647 h 1092"/>
                <a:gd name="T6" fmla="*/ 2147483647 w 594"/>
                <a:gd name="T7" fmla="*/ 2147483647 h 1092"/>
                <a:gd name="T8" fmla="*/ 2147483647 w 594"/>
                <a:gd name="T9" fmla="*/ 2147483647 h 1092"/>
                <a:gd name="T10" fmla="*/ 2147483647 w 594"/>
                <a:gd name="T11" fmla="*/ 2147483647 h 1092"/>
                <a:gd name="T12" fmla="*/ 2147483647 w 594"/>
                <a:gd name="T13" fmla="*/ 2147483647 h 1092"/>
                <a:gd name="T14" fmla="*/ 2147483647 w 594"/>
                <a:gd name="T15" fmla="*/ 2147483647 h 1092"/>
                <a:gd name="T16" fmla="*/ 2147483647 w 594"/>
                <a:gd name="T17" fmla="*/ 2147483647 h 1092"/>
                <a:gd name="T18" fmla="*/ 2147483647 w 594"/>
                <a:gd name="T19" fmla="*/ 2147483647 h 1092"/>
                <a:gd name="T20" fmla="*/ 2147483647 w 594"/>
                <a:gd name="T21" fmla="*/ 2147483647 h 1092"/>
                <a:gd name="T22" fmla="*/ 2147483647 w 594"/>
                <a:gd name="T23" fmla="*/ 2147483647 h 1092"/>
                <a:gd name="T24" fmla="*/ 2147483647 w 594"/>
                <a:gd name="T25" fmla="*/ 2147483647 h 1092"/>
                <a:gd name="T26" fmla="*/ 2147483647 w 594"/>
                <a:gd name="T27" fmla="*/ 2147483647 h 1092"/>
                <a:gd name="T28" fmla="*/ 2147483647 w 594"/>
                <a:gd name="T29" fmla="*/ 2147483647 h 1092"/>
                <a:gd name="T30" fmla="*/ 2147483647 w 594"/>
                <a:gd name="T31" fmla="*/ 2147483647 h 1092"/>
                <a:gd name="T32" fmla="*/ 2147483647 w 594"/>
                <a:gd name="T33" fmla="*/ 0 h 1092"/>
                <a:gd name="T34" fmla="*/ 2147483647 w 594"/>
                <a:gd name="T35" fmla="*/ 2147483647 h 1092"/>
                <a:gd name="T36" fmla="*/ 2147483647 w 594"/>
                <a:gd name="T37" fmla="*/ 2147483647 h 1092"/>
                <a:gd name="T38" fmla="*/ 2147483647 w 594"/>
                <a:gd name="T39" fmla="*/ 2147483647 h 1092"/>
                <a:gd name="T40" fmla="*/ 2147483647 w 594"/>
                <a:gd name="T41" fmla="*/ 2147483647 h 1092"/>
                <a:gd name="T42" fmla="*/ 2147483647 w 594"/>
                <a:gd name="T43" fmla="*/ 2147483647 h 1092"/>
                <a:gd name="T44" fmla="*/ 2147483647 w 594"/>
                <a:gd name="T45" fmla="*/ 2147483647 h 1092"/>
                <a:gd name="T46" fmla="*/ 2147483647 w 594"/>
                <a:gd name="T47" fmla="*/ 2147483647 h 1092"/>
                <a:gd name="T48" fmla="*/ 2147483647 w 594"/>
                <a:gd name="T49" fmla="*/ 2147483647 h 1092"/>
                <a:gd name="T50" fmla="*/ 2147483647 w 594"/>
                <a:gd name="T51" fmla="*/ 2147483647 h 1092"/>
                <a:gd name="T52" fmla="*/ 2147483647 w 594"/>
                <a:gd name="T53" fmla="*/ 2147483647 h 1092"/>
                <a:gd name="T54" fmla="*/ 2147483647 w 594"/>
                <a:gd name="T55" fmla="*/ 2147483647 h 1092"/>
                <a:gd name="T56" fmla="*/ 2147483647 w 594"/>
                <a:gd name="T57" fmla="*/ 2147483647 h 1092"/>
                <a:gd name="T58" fmla="*/ 2147483647 w 594"/>
                <a:gd name="T59" fmla="*/ 2147483647 h 1092"/>
                <a:gd name="T60" fmla="*/ 2147483647 w 594"/>
                <a:gd name="T61" fmla="*/ 2147483647 h 1092"/>
                <a:gd name="T62" fmla="*/ 2147483647 w 594"/>
                <a:gd name="T63" fmla="*/ 2147483647 h 1092"/>
                <a:gd name="T64" fmla="*/ 2147483647 w 594"/>
                <a:gd name="T65" fmla="*/ 2147483647 h 1092"/>
                <a:gd name="T66" fmla="*/ 2147483647 w 594"/>
                <a:gd name="T67" fmla="*/ 2147483647 h 1092"/>
                <a:gd name="T68" fmla="*/ 2147483647 w 594"/>
                <a:gd name="T69" fmla="*/ 2147483647 h 1092"/>
                <a:gd name="T70" fmla="*/ 2147483647 w 594"/>
                <a:gd name="T71" fmla="*/ 2147483647 h 1092"/>
                <a:gd name="T72" fmla="*/ 2147483647 w 594"/>
                <a:gd name="T73" fmla="*/ 2147483647 h 1092"/>
                <a:gd name="T74" fmla="*/ 2147483647 w 594"/>
                <a:gd name="T75" fmla="*/ 2147483647 h 1092"/>
                <a:gd name="T76" fmla="*/ 2147483647 w 594"/>
                <a:gd name="T77" fmla="*/ 2147483647 h 1092"/>
                <a:gd name="T78" fmla="*/ 2147483647 w 594"/>
                <a:gd name="T79" fmla="*/ 2147483647 h 1092"/>
                <a:gd name="T80" fmla="*/ 2147483647 w 594"/>
                <a:gd name="T81" fmla="*/ 2147483647 h 1092"/>
                <a:gd name="T82" fmla="*/ 2147483647 w 594"/>
                <a:gd name="T83" fmla="*/ 2147483647 h 1092"/>
                <a:gd name="T84" fmla="*/ 2147483647 w 594"/>
                <a:gd name="T85" fmla="*/ 2147483647 h 1092"/>
                <a:gd name="T86" fmla="*/ 0 w 594"/>
                <a:gd name="T87" fmla="*/ 2147483647 h 1092"/>
                <a:gd name="T88" fmla="*/ 2147483647 w 594"/>
                <a:gd name="T89" fmla="*/ 2147483647 h 1092"/>
                <a:gd name="T90" fmla="*/ 2147483647 w 594"/>
                <a:gd name="T91" fmla="*/ 2147483647 h 1092"/>
                <a:gd name="T92" fmla="*/ 2147483647 w 594"/>
                <a:gd name="T93" fmla="*/ 2147483647 h 1092"/>
                <a:gd name="T94" fmla="*/ 2147483647 w 594"/>
                <a:gd name="T95" fmla="*/ 2147483647 h 1092"/>
                <a:gd name="T96" fmla="*/ 2147483647 w 594"/>
                <a:gd name="T97" fmla="*/ 2147483647 h 1092"/>
                <a:gd name="T98" fmla="*/ 2147483647 w 594"/>
                <a:gd name="T99" fmla="*/ 2147483647 h 1092"/>
                <a:gd name="T100" fmla="*/ 2147483647 w 594"/>
                <a:gd name="T101" fmla="*/ 2147483647 h 1092"/>
                <a:gd name="T102" fmla="*/ 2147483647 w 594"/>
                <a:gd name="T103" fmla="*/ 2147483647 h 109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94"/>
                <a:gd name="T157" fmla="*/ 0 h 1092"/>
                <a:gd name="T158" fmla="*/ 594 w 594"/>
                <a:gd name="T159" fmla="*/ 1092 h 109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94" h="1092">
                  <a:moveTo>
                    <a:pt x="120" y="330"/>
                  </a:moveTo>
                  <a:lnTo>
                    <a:pt x="144" y="324"/>
                  </a:lnTo>
                  <a:lnTo>
                    <a:pt x="192" y="324"/>
                  </a:lnTo>
                  <a:lnTo>
                    <a:pt x="192" y="300"/>
                  </a:lnTo>
                  <a:lnTo>
                    <a:pt x="252" y="312"/>
                  </a:lnTo>
                  <a:lnTo>
                    <a:pt x="270" y="282"/>
                  </a:lnTo>
                  <a:lnTo>
                    <a:pt x="312" y="288"/>
                  </a:lnTo>
                  <a:lnTo>
                    <a:pt x="312" y="258"/>
                  </a:lnTo>
                  <a:lnTo>
                    <a:pt x="324" y="228"/>
                  </a:lnTo>
                  <a:lnTo>
                    <a:pt x="324" y="258"/>
                  </a:lnTo>
                  <a:lnTo>
                    <a:pt x="336" y="276"/>
                  </a:lnTo>
                  <a:lnTo>
                    <a:pt x="348" y="240"/>
                  </a:lnTo>
                  <a:lnTo>
                    <a:pt x="348" y="210"/>
                  </a:lnTo>
                  <a:lnTo>
                    <a:pt x="354" y="192"/>
                  </a:lnTo>
                  <a:lnTo>
                    <a:pt x="354" y="186"/>
                  </a:lnTo>
                  <a:lnTo>
                    <a:pt x="360" y="186"/>
                  </a:lnTo>
                  <a:lnTo>
                    <a:pt x="372" y="198"/>
                  </a:lnTo>
                  <a:lnTo>
                    <a:pt x="372" y="204"/>
                  </a:lnTo>
                  <a:lnTo>
                    <a:pt x="378" y="204"/>
                  </a:lnTo>
                  <a:lnTo>
                    <a:pt x="402" y="180"/>
                  </a:lnTo>
                  <a:lnTo>
                    <a:pt x="396" y="168"/>
                  </a:lnTo>
                  <a:lnTo>
                    <a:pt x="396" y="150"/>
                  </a:lnTo>
                  <a:lnTo>
                    <a:pt x="390" y="138"/>
                  </a:lnTo>
                  <a:lnTo>
                    <a:pt x="402" y="126"/>
                  </a:lnTo>
                  <a:lnTo>
                    <a:pt x="414" y="126"/>
                  </a:lnTo>
                  <a:lnTo>
                    <a:pt x="420" y="132"/>
                  </a:lnTo>
                  <a:lnTo>
                    <a:pt x="426" y="132"/>
                  </a:lnTo>
                  <a:lnTo>
                    <a:pt x="432" y="126"/>
                  </a:lnTo>
                  <a:lnTo>
                    <a:pt x="438" y="114"/>
                  </a:lnTo>
                  <a:lnTo>
                    <a:pt x="450" y="102"/>
                  </a:lnTo>
                  <a:lnTo>
                    <a:pt x="456" y="90"/>
                  </a:lnTo>
                  <a:lnTo>
                    <a:pt x="462" y="72"/>
                  </a:lnTo>
                  <a:lnTo>
                    <a:pt x="462" y="42"/>
                  </a:lnTo>
                  <a:lnTo>
                    <a:pt x="492" y="0"/>
                  </a:lnTo>
                  <a:lnTo>
                    <a:pt x="546" y="60"/>
                  </a:lnTo>
                  <a:lnTo>
                    <a:pt x="546" y="90"/>
                  </a:lnTo>
                  <a:lnTo>
                    <a:pt x="552" y="96"/>
                  </a:lnTo>
                  <a:lnTo>
                    <a:pt x="558" y="114"/>
                  </a:lnTo>
                  <a:lnTo>
                    <a:pt x="576" y="150"/>
                  </a:lnTo>
                  <a:lnTo>
                    <a:pt x="582" y="156"/>
                  </a:lnTo>
                  <a:lnTo>
                    <a:pt x="582" y="162"/>
                  </a:lnTo>
                  <a:lnTo>
                    <a:pt x="564" y="216"/>
                  </a:lnTo>
                  <a:lnTo>
                    <a:pt x="594" y="276"/>
                  </a:lnTo>
                  <a:lnTo>
                    <a:pt x="594" y="288"/>
                  </a:lnTo>
                  <a:lnTo>
                    <a:pt x="588" y="294"/>
                  </a:lnTo>
                  <a:lnTo>
                    <a:pt x="576" y="294"/>
                  </a:lnTo>
                  <a:lnTo>
                    <a:pt x="564" y="288"/>
                  </a:lnTo>
                  <a:lnTo>
                    <a:pt x="558" y="282"/>
                  </a:lnTo>
                  <a:lnTo>
                    <a:pt x="552" y="282"/>
                  </a:lnTo>
                  <a:lnTo>
                    <a:pt x="522" y="288"/>
                  </a:lnTo>
                  <a:lnTo>
                    <a:pt x="528" y="330"/>
                  </a:lnTo>
                  <a:lnTo>
                    <a:pt x="522" y="336"/>
                  </a:lnTo>
                  <a:lnTo>
                    <a:pt x="516" y="348"/>
                  </a:lnTo>
                  <a:lnTo>
                    <a:pt x="504" y="354"/>
                  </a:lnTo>
                  <a:lnTo>
                    <a:pt x="486" y="390"/>
                  </a:lnTo>
                  <a:lnTo>
                    <a:pt x="486" y="402"/>
                  </a:lnTo>
                  <a:lnTo>
                    <a:pt x="492" y="414"/>
                  </a:lnTo>
                  <a:lnTo>
                    <a:pt x="504" y="450"/>
                  </a:lnTo>
                  <a:lnTo>
                    <a:pt x="498" y="468"/>
                  </a:lnTo>
                  <a:lnTo>
                    <a:pt x="486" y="510"/>
                  </a:lnTo>
                  <a:lnTo>
                    <a:pt x="462" y="570"/>
                  </a:lnTo>
                  <a:lnTo>
                    <a:pt x="432" y="642"/>
                  </a:lnTo>
                  <a:lnTo>
                    <a:pt x="390" y="720"/>
                  </a:lnTo>
                  <a:lnTo>
                    <a:pt x="324" y="852"/>
                  </a:lnTo>
                  <a:lnTo>
                    <a:pt x="312" y="894"/>
                  </a:lnTo>
                  <a:lnTo>
                    <a:pt x="306" y="912"/>
                  </a:lnTo>
                  <a:lnTo>
                    <a:pt x="306" y="948"/>
                  </a:lnTo>
                  <a:lnTo>
                    <a:pt x="294" y="984"/>
                  </a:lnTo>
                  <a:lnTo>
                    <a:pt x="276" y="1014"/>
                  </a:lnTo>
                  <a:lnTo>
                    <a:pt x="258" y="1032"/>
                  </a:lnTo>
                  <a:lnTo>
                    <a:pt x="240" y="1044"/>
                  </a:lnTo>
                  <a:lnTo>
                    <a:pt x="222" y="1062"/>
                  </a:lnTo>
                  <a:lnTo>
                    <a:pt x="216" y="1062"/>
                  </a:lnTo>
                  <a:lnTo>
                    <a:pt x="210" y="1068"/>
                  </a:lnTo>
                  <a:lnTo>
                    <a:pt x="186" y="1068"/>
                  </a:lnTo>
                  <a:lnTo>
                    <a:pt x="150" y="1086"/>
                  </a:lnTo>
                  <a:lnTo>
                    <a:pt x="114" y="1092"/>
                  </a:lnTo>
                  <a:lnTo>
                    <a:pt x="78" y="1074"/>
                  </a:lnTo>
                  <a:lnTo>
                    <a:pt x="60" y="1056"/>
                  </a:lnTo>
                  <a:lnTo>
                    <a:pt x="48" y="1038"/>
                  </a:lnTo>
                  <a:lnTo>
                    <a:pt x="36" y="1026"/>
                  </a:lnTo>
                  <a:lnTo>
                    <a:pt x="36" y="1020"/>
                  </a:lnTo>
                  <a:lnTo>
                    <a:pt x="30" y="1014"/>
                  </a:lnTo>
                  <a:lnTo>
                    <a:pt x="48" y="990"/>
                  </a:lnTo>
                  <a:lnTo>
                    <a:pt x="42" y="978"/>
                  </a:lnTo>
                  <a:lnTo>
                    <a:pt x="24" y="948"/>
                  </a:lnTo>
                  <a:lnTo>
                    <a:pt x="12" y="900"/>
                  </a:lnTo>
                  <a:lnTo>
                    <a:pt x="0" y="834"/>
                  </a:lnTo>
                  <a:lnTo>
                    <a:pt x="0" y="786"/>
                  </a:lnTo>
                  <a:lnTo>
                    <a:pt x="6" y="756"/>
                  </a:lnTo>
                  <a:lnTo>
                    <a:pt x="18" y="738"/>
                  </a:lnTo>
                  <a:lnTo>
                    <a:pt x="60" y="696"/>
                  </a:lnTo>
                  <a:lnTo>
                    <a:pt x="72" y="678"/>
                  </a:lnTo>
                  <a:lnTo>
                    <a:pt x="90" y="672"/>
                  </a:lnTo>
                  <a:lnTo>
                    <a:pt x="96" y="660"/>
                  </a:lnTo>
                  <a:lnTo>
                    <a:pt x="108" y="654"/>
                  </a:lnTo>
                  <a:lnTo>
                    <a:pt x="108" y="636"/>
                  </a:lnTo>
                  <a:lnTo>
                    <a:pt x="102" y="600"/>
                  </a:lnTo>
                  <a:lnTo>
                    <a:pt x="96" y="558"/>
                  </a:lnTo>
                  <a:lnTo>
                    <a:pt x="96" y="522"/>
                  </a:lnTo>
                  <a:lnTo>
                    <a:pt x="78" y="432"/>
                  </a:lnTo>
                  <a:lnTo>
                    <a:pt x="90" y="408"/>
                  </a:lnTo>
                  <a:lnTo>
                    <a:pt x="132" y="366"/>
                  </a:lnTo>
                  <a:lnTo>
                    <a:pt x="132" y="360"/>
                  </a:lnTo>
                  <a:lnTo>
                    <a:pt x="120" y="33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66" name="Macedonia" descr="© INSCALE GmbH, 05.05.2010&#10;http://www.presentationload.com/">
              <a:extLst>
                <a:ext uri="{FF2B5EF4-FFF2-40B4-BE49-F238E27FC236}">
                  <a16:creationId xmlns:a16="http://schemas.microsoft.com/office/drawing/2014/main" id="{4F14FF59-818D-493A-ABBB-9922AF2790E3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193380" y="1879401"/>
              <a:ext cx="54282" cy="42387"/>
            </a:xfrm>
            <a:custGeom>
              <a:avLst/>
              <a:gdLst>
                <a:gd name="T0" fmla="*/ 2147483647 w 162"/>
                <a:gd name="T1" fmla="*/ 2147483647 h 126"/>
                <a:gd name="T2" fmla="*/ 2147483647 w 162"/>
                <a:gd name="T3" fmla="*/ 2147483647 h 126"/>
                <a:gd name="T4" fmla="*/ 2147483647 w 162"/>
                <a:gd name="T5" fmla="*/ 2147483647 h 126"/>
                <a:gd name="T6" fmla="*/ 2147483647 w 162"/>
                <a:gd name="T7" fmla="*/ 2147483647 h 126"/>
                <a:gd name="T8" fmla="*/ 2147483647 w 162"/>
                <a:gd name="T9" fmla="*/ 0 h 126"/>
                <a:gd name="T10" fmla="*/ 2147483647 w 162"/>
                <a:gd name="T11" fmla="*/ 2147483647 h 126"/>
                <a:gd name="T12" fmla="*/ 2147483647 w 162"/>
                <a:gd name="T13" fmla="*/ 2147483647 h 126"/>
                <a:gd name="T14" fmla="*/ 2147483647 w 162"/>
                <a:gd name="T15" fmla="*/ 2147483647 h 126"/>
                <a:gd name="T16" fmla="*/ 2147483647 w 162"/>
                <a:gd name="T17" fmla="*/ 2147483647 h 126"/>
                <a:gd name="T18" fmla="*/ 2147483647 w 162"/>
                <a:gd name="T19" fmla="*/ 2147483647 h 126"/>
                <a:gd name="T20" fmla="*/ 2147483647 w 162"/>
                <a:gd name="T21" fmla="*/ 2147483647 h 126"/>
                <a:gd name="T22" fmla="*/ 0 w 162"/>
                <a:gd name="T23" fmla="*/ 2147483647 h 126"/>
                <a:gd name="T24" fmla="*/ 0 w 162"/>
                <a:gd name="T25" fmla="*/ 2147483647 h 126"/>
                <a:gd name="T26" fmla="*/ 2147483647 w 162"/>
                <a:gd name="T27" fmla="*/ 2147483647 h 126"/>
                <a:gd name="T28" fmla="*/ 2147483647 w 162"/>
                <a:gd name="T29" fmla="*/ 2147483647 h 126"/>
                <a:gd name="T30" fmla="*/ 2147483647 w 162"/>
                <a:gd name="T31" fmla="*/ 2147483647 h 126"/>
                <a:gd name="T32" fmla="*/ 2147483647 w 162"/>
                <a:gd name="T33" fmla="*/ 2147483647 h 126"/>
                <a:gd name="T34" fmla="*/ 2147483647 w 162"/>
                <a:gd name="T35" fmla="*/ 2147483647 h 126"/>
                <a:gd name="T36" fmla="*/ 2147483647 w 162"/>
                <a:gd name="T37" fmla="*/ 2147483647 h 126"/>
                <a:gd name="T38" fmla="*/ 2147483647 w 162"/>
                <a:gd name="T39" fmla="*/ 2147483647 h 126"/>
                <a:gd name="T40" fmla="*/ 2147483647 w 162"/>
                <a:gd name="T41" fmla="*/ 2147483647 h 126"/>
                <a:gd name="T42" fmla="*/ 2147483647 w 162"/>
                <a:gd name="T43" fmla="*/ 2147483647 h 126"/>
                <a:gd name="T44" fmla="*/ 2147483647 w 162"/>
                <a:gd name="T45" fmla="*/ 2147483647 h 126"/>
                <a:gd name="T46" fmla="*/ 2147483647 w 162"/>
                <a:gd name="T47" fmla="*/ 2147483647 h 126"/>
                <a:gd name="T48" fmla="*/ 2147483647 w 162"/>
                <a:gd name="T49" fmla="*/ 2147483647 h 126"/>
                <a:gd name="T50" fmla="*/ 2147483647 w 162"/>
                <a:gd name="T51" fmla="*/ 2147483647 h 126"/>
                <a:gd name="T52" fmla="*/ 2147483647 w 162"/>
                <a:gd name="T53" fmla="*/ 2147483647 h 126"/>
                <a:gd name="T54" fmla="*/ 2147483647 w 162"/>
                <a:gd name="T55" fmla="*/ 2147483647 h 126"/>
                <a:gd name="T56" fmla="*/ 2147483647 w 162"/>
                <a:gd name="T57" fmla="*/ 2147483647 h 126"/>
                <a:gd name="T58" fmla="*/ 2147483647 w 162"/>
                <a:gd name="T59" fmla="*/ 2147483647 h 126"/>
                <a:gd name="T60" fmla="*/ 2147483647 w 162"/>
                <a:gd name="T61" fmla="*/ 2147483647 h 126"/>
                <a:gd name="T62" fmla="*/ 2147483647 w 162"/>
                <a:gd name="T63" fmla="*/ 2147483647 h 126"/>
                <a:gd name="T64" fmla="*/ 2147483647 w 162"/>
                <a:gd name="T65" fmla="*/ 2147483647 h 12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62"/>
                <a:gd name="T100" fmla="*/ 0 h 126"/>
                <a:gd name="T101" fmla="*/ 162 w 162"/>
                <a:gd name="T102" fmla="*/ 126 h 12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62" h="126">
                  <a:moveTo>
                    <a:pt x="150" y="42"/>
                  </a:moveTo>
                  <a:lnTo>
                    <a:pt x="132" y="30"/>
                  </a:lnTo>
                  <a:lnTo>
                    <a:pt x="132" y="18"/>
                  </a:lnTo>
                  <a:lnTo>
                    <a:pt x="126" y="18"/>
                  </a:lnTo>
                  <a:lnTo>
                    <a:pt x="114" y="0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48" y="12"/>
                  </a:lnTo>
                  <a:lnTo>
                    <a:pt x="48" y="24"/>
                  </a:lnTo>
                  <a:lnTo>
                    <a:pt x="24" y="24"/>
                  </a:lnTo>
                  <a:lnTo>
                    <a:pt x="18" y="36"/>
                  </a:lnTo>
                  <a:lnTo>
                    <a:pt x="0" y="42"/>
                  </a:lnTo>
                  <a:lnTo>
                    <a:pt x="0" y="66"/>
                  </a:lnTo>
                  <a:lnTo>
                    <a:pt x="6" y="78"/>
                  </a:lnTo>
                  <a:lnTo>
                    <a:pt x="6" y="102"/>
                  </a:lnTo>
                  <a:lnTo>
                    <a:pt x="12" y="108"/>
                  </a:lnTo>
                  <a:lnTo>
                    <a:pt x="18" y="108"/>
                  </a:lnTo>
                  <a:lnTo>
                    <a:pt x="18" y="126"/>
                  </a:lnTo>
                  <a:lnTo>
                    <a:pt x="42" y="120"/>
                  </a:lnTo>
                  <a:lnTo>
                    <a:pt x="42" y="126"/>
                  </a:lnTo>
                  <a:lnTo>
                    <a:pt x="54" y="120"/>
                  </a:lnTo>
                  <a:lnTo>
                    <a:pt x="60" y="120"/>
                  </a:lnTo>
                  <a:lnTo>
                    <a:pt x="66" y="126"/>
                  </a:lnTo>
                  <a:lnTo>
                    <a:pt x="90" y="126"/>
                  </a:lnTo>
                  <a:lnTo>
                    <a:pt x="96" y="114"/>
                  </a:lnTo>
                  <a:lnTo>
                    <a:pt x="96" y="108"/>
                  </a:lnTo>
                  <a:lnTo>
                    <a:pt x="120" y="108"/>
                  </a:lnTo>
                  <a:lnTo>
                    <a:pt x="132" y="102"/>
                  </a:lnTo>
                  <a:lnTo>
                    <a:pt x="156" y="78"/>
                  </a:lnTo>
                  <a:lnTo>
                    <a:pt x="162" y="66"/>
                  </a:lnTo>
                  <a:lnTo>
                    <a:pt x="162" y="60"/>
                  </a:lnTo>
                  <a:lnTo>
                    <a:pt x="156" y="48"/>
                  </a:lnTo>
                  <a:lnTo>
                    <a:pt x="150" y="4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67" name="Luxembourg" descr="© INSCALE GmbH, 05.05.2010&#10;http://www.presentationload.com/">
              <a:extLst>
                <a:ext uri="{FF2B5EF4-FFF2-40B4-BE49-F238E27FC236}">
                  <a16:creationId xmlns:a16="http://schemas.microsoft.com/office/drawing/2014/main" id="{6982A94C-8840-4FA7-9A4D-A87FE2D6BBBC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879322" y="1680315"/>
              <a:ext cx="16802" cy="14129"/>
            </a:xfrm>
            <a:custGeom>
              <a:avLst/>
              <a:gdLst>
                <a:gd name="T0" fmla="*/ 2147483647 w 54"/>
                <a:gd name="T1" fmla="*/ 2147483647 h 42"/>
                <a:gd name="T2" fmla="*/ 2147483647 w 54"/>
                <a:gd name="T3" fmla="*/ 2147483647 h 42"/>
                <a:gd name="T4" fmla="*/ 2147483647 w 54"/>
                <a:gd name="T5" fmla="*/ 2147483647 h 42"/>
                <a:gd name="T6" fmla="*/ 2147483647 w 54"/>
                <a:gd name="T7" fmla="*/ 2147483647 h 42"/>
                <a:gd name="T8" fmla="*/ 2147483647 w 54"/>
                <a:gd name="T9" fmla="*/ 2147483647 h 42"/>
                <a:gd name="T10" fmla="*/ 2147483647 w 54"/>
                <a:gd name="T11" fmla="*/ 2147483647 h 42"/>
                <a:gd name="T12" fmla="*/ 2147483647 w 54"/>
                <a:gd name="T13" fmla="*/ 2147483647 h 42"/>
                <a:gd name="T14" fmla="*/ 2147483647 w 54"/>
                <a:gd name="T15" fmla="*/ 2147483647 h 42"/>
                <a:gd name="T16" fmla="*/ 2147483647 w 54"/>
                <a:gd name="T17" fmla="*/ 0 h 42"/>
                <a:gd name="T18" fmla="*/ 2147483647 w 54"/>
                <a:gd name="T19" fmla="*/ 0 h 42"/>
                <a:gd name="T20" fmla="*/ 2147483647 w 54"/>
                <a:gd name="T21" fmla="*/ 2147483647 h 42"/>
                <a:gd name="T22" fmla="*/ 2147483647 w 54"/>
                <a:gd name="T23" fmla="*/ 2147483647 h 42"/>
                <a:gd name="T24" fmla="*/ 0 w 54"/>
                <a:gd name="T25" fmla="*/ 2147483647 h 42"/>
                <a:gd name="T26" fmla="*/ 0 w 54"/>
                <a:gd name="T27" fmla="*/ 2147483647 h 42"/>
                <a:gd name="T28" fmla="*/ 2147483647 w 54"/>
                <a:gd name="T29" fmla="*/ 2147483647 h 42"/>
                <a:gd name="T30" fmla="*/ 2147483647 w 54"/>
                <a:gd name="T31" fmla="*/ 2147483647 h 4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54"/>
                <a:gd name="T49" fmla="*/ 0 h 42"/>
                <a:gd name="T50" fmla="*/ 54 w 54"/>
                <a:gd name="T51" fmla="*/ 42 h 42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54" h="42">
                  <a:moveTo>
                    <a:pt x="18" y="42"/>
                  </a:moveTo>
                  <a:lnTo>
                    <a:pt x="30" y="36"/>
                  </a:lnTo>
                  <a:lnTo>
                    <a:pt x="48" y="42"/>
                  </a:lnTo>
                  <a:lnTo>
                    <a:pt x="54" y="36"/>
                  </a:lnTo>
                  <a:lnTo>
                    <a:pt x="54" y="24"/>
                  </a:lnTo>
                  <a:lnTo>
                    <a:pt x="42" y="18"/>
                  </a:lnTo>
                  <a:lnTo>
                    <a:pt x="36" y="18"/>
                  </a:lnTo>
                  <a:lnTo>
                    <a:pt x="30" y="12"/>
                  </a:lnTo>
                  <a:lnTo>
                    <a:pt x="30" y="0"/>
                  </a:lnTo>
                  <a:lnTo>
                    <a:pt x="24" y="0"/>
                  </a:lnTo>
                  <a:lnTo>
                    <a:pt x="18" y="6"/>
                  </a:lnTo>
                  <a:lnTo>
                    <a:pt x="6" y="12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12" y="30"/>
                  </a:lnTo>
                  <a:lnTo>
                    <a:pt x="18" y="4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68" name="Lithuania" descr="© INSCALE GmbH, 05.05.2010&#10;http://www.presentationload.com/">
              <a:extLst>
                <a:ext uri="{FF2B5EF4-FFF2-40B4-BE49-F238E27FC236}">
                  <a16:creationId xmlns:a16="http://schemas.microsoft.com/office/drawing/2014/main" id="{1DA66756-9E8C-4ABD-94AB-419781CB38B0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184333" y="1519760"/>
              <a:ext cx="112440" cy="64222"/>
            </a:xfrm>
            <a:custGeom>
              <a:avLst/>
              <a:gdLst>
                <a:gd name="T0" fmla="*/ 2147483647 w 342"/>
                <a:gd name="T1" fmla="*/ 2147483647 h 198"/>
                <a:gd name="T2" fmla="*/ 2147483647 w 342"/>
                <a:gd name="T3" fmla="*/ 2147483647 h 198"/>
                <a:gd name="T4" fmla="*/ 2147483647 w 342"/>
                <a:gd name="T5" fmla="*/ 2147483647 h 198"/>
                <a:gd name="T6" fmla="*/ 2147483647 w 342"/>
                <a:gd name="T7" fmla="*/ 2147483647 h 198"/>
                <a:gd name="T8" fmla="*/ 2147483647 w 342"/>
                <a:gd name="T9" fmla="*/ 2147483647 h 198"/>
                <a:gd name="T10" fmla="*/ 2147483647 w 342"/>
                <a:gd name="T11" fmla="*/ 2147483647 h 198"/>
                <a:gd name="T12" fmla="*/ 2147483647 w 342"/>
                <a:gd name="T13" fmla="*/ 2147483647 h 198"/>
                <a:gd name="T14" fmla="*/ 2147483647 w 342"/>
                <a:gd name="T15" fmla="*/ 2147483647 h 198"/>
                <a:gd name="T16" fmla="*/ 2147483647 w 342"/>
                <a:gd name="T17" fmla="*/ 2147483647 h 198"/>
                <a:gd name="T18" fmla="*/ 2147483647 w 342"/>
                <a:gd name="T19" fmla="*/ 2147483647 h 198"/>
                <a:gd name="T20" fmla="*/ 2147483647 w 342"/>
                <a:gd name="T21" fmla="*/ 2147483647 h 198"/>
                <a:gd name="T22" fmla="*/ 2147483647 w 342"/>
                <a:gd name="T23" fmla="*/ 2147483647 h 198"/>
                <a:gd name="T24" fmla="*/ 2147483647 w 342"/>
                <a:gd name="T25" fmla="*/ 0 h 198"/>
                <a:gd name="T26" fmla="*/ 2147483647 w 342"/>
                <a:gd name="T27" fmla="*/ 2147483647 h 198"/>
                <a:gd name="T28" fmla="*/ 0 w 342"/>
                <a:gd name="T29" fmla="*/ 2147483647 h 198"/>
                <a:gd name="T30" fmla="*/ 2147483647 w 342"/>
                <a:gd name="T31" fmla="*/ 2147483647 h 198"/>
                <a:gd name="T32" fmla="*/ 2147483647 w 342"/>
                <a:gd name="T33" fmla="*/ 2147483647 h 198"/>
                <a:gd name="T34" fmla="*/ 2147483647 w 342"/>
                <a:gd name="T35" fmla="*/ 2147483647 h 198"/>
                <a:gd name="T36" fmla="*/ 2147483647 w 342"/>
                <a:gd name="T37" fmla="*/ 2147483647 h 198"/>
                <a:gd name="T38" fmla="*/ 2147483647 w 342"/>
                <a:gd name="T39" fmla="*/ 2147483647 h 198"/>
                <a:gd name="T40" fmla="*/ 2147483647 w 342"/>
                <a:gd name="T41" fmla="*/ 2147483647 h 198"/>
                <a:gd name="T42" fmla="*/ 2147483647 w 342"/>
                <a:gd name="T43" fmla="*/ 2147483647 h 198"/>
                <a:gd name="T44" fmla="*/ 2147483647 w 342"/>
                <a:gd name="T45" fmla="*/ 2147483647 h 198"/>
                <a:gd name="T46" fmla="*/ 2147483647 w 342"/>
                <a:gd name="T47" fmla="*/ 2147483647 h 198"/>
                <a:gd name="T48" fmla="*/ 2147483647 w 342"/>
                <a:gd name="T49" fmla="*/ 2147483647 h 198"/>
                <a:gd name="T50" fmla="*/ 2147483647 w 342"/>
                <a:gd name="T51" fmla="*/ 2147483647 h 198"/>
                <a:gd name="T52" fmla="*/ 2147483647 w 342"/>
                <a:gd name="T53" fmla="*/ 2147483647 h 198"/>
                <a:gd name="T54" fmla="*/ 2147483647 w 342"/>
                <a:gd name="T55" fmla="*/ 2147483647 h 198"/>
                <a:gd name="T56" fmla="*/ 2147483647 w 342"/>
                <a:gd name="T57" fmla="*/ 2147483647 h 198"/>
                <a:gd name="T58" fmla="*/ 2147483647 w 342"/>
                <a:gd name="T59" fmla="*/ 2147483647 h 198"/>
                <a:gd name="T60" fmla="*/ 2147483647 w 342"/>
                <a:gd name="T61" fmla="*/ 2147483647 h 198"/>
                <a:gd name="T62" fmla="*/ 2147483647 w 342"/>
                <a:gd name="T63" fmla="*/ 2147483647 h 198"/>
                <a:gd name="T64" fmla="*/ 2147483647 w 342"/>
                <a:gd name="T65" fmla="*/ 2147483647 h 198"/>
                <a:gd name="T66" fmla="*/ 2147483647 w 342"/>
                <a:gd name="T67" fmla="*/ 2147483647 h 198"/>
                <a:gd name="T68" fmla="*/ 2147483647 w 342"/>
                <a:gd name="T69" fmla="*/ 2147483647 h 198"/>
                <a:gd name="T70" fmla="*/ 2147483647 w 342"/>
                <a:gd name="T71" fmla="*/ 2147483647 h 198"/>
                <a:gd name="T72" fmla="*/ 2147483647 w 342"/>
                <a:gd name="T73" fmla="*/ 2147483647 h 198"/>
                <a:gd name="T74" fmla="*/ 2147483647 w 342"/>
                <a:gd name="T75" fmla="*/ 2147483647 h 198"/>
                <a:gd name="T76" fmla="*/ 2147483647 w 342"/>
                <a:gd name="T77" fmla="*/ 2147483647 h 198"/>
                <a:gd name="T78" fmla="*/ 2147483647 w 342"/>
                <a:gd name="T79" fmla="*/ 2147483647 h 198"/>
                <a:gd name="T80" fmla="*/ 2147483647 w 342"/>
                <a:gd name="T81" fmla="*/ 2147483647 h 198"/>
                <a:gd name="T82" fmla="*/ 2147483647 w 342"/>
                <a:gd name="T83" fmla="*/ 2147483647 h 198"/>
                <a:gd name="T84" fmla="*/ 2147483647 w 342"/>
                <a:gd name="T85" fmla="*/ 2147483647 h 19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42"/>
                <a:gd name="T130" fmla="*/ 0 h 198"/>
                <a:gd name="T131" fmla="*/ 342 w 342"/>
                <a:gd name="T132" fmla="*/ 198 h 19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42" h="198">
                  <a:moveTo>
                    <a:pt x="330" y="60"/>
                  </a:moveTo>
                  <a:lnTo>
                    <a:pt x="312" y="54"/>
                  </a:lnTo>
                  <a:lnTo>
                    <a:pt x="294" y="42"/>
                  </a:lnTo>
                  <a:lnTo>
                    <a:pt x="282" y="30"/>
                  </a:lnTo>
                  <a:lnTo>
                    <a:pt x="276" y="30"/>
                  </a:lnTo>
                  <a:lnTo>
                    <a:pt x="264" y="24"/>
                  </a:lnTo>
                  <a:lnTo>
                    <a:pt x="234" y="24"/>
                  </a:lnTo>
                  <a:lnTo>
                    <a:pt x="228" y="12"/>
                  </a:lnTo>
                  <a:lnTo>
                    <a:pt x="222" y="6"/>
                  </a:lnTo>
                  <a:lnTo>
                    <a:pt x="210" y="6"/>
                  </a:lnTo>
                  <a:lnTo>
                    <a:pt x="198" y="18"/>
                  </a:lnTo>
                  <a:lnTo>
                    <a:pt x="180" y="18"/>
                  </a:lnTo>
                  <a:lnTo>
                    <a:pt x="174" y="12"/>
                  </a:lnTo>
                  <a:lnTo>
                    <a:pt x="162" y="12"/>
                  </a:lnTo>
                  <a:lnTo>
                    <a:pt x="156" y="18"/>
                  </a:lnTo>
                  <a:lnTo>
                    <a:pt x="150" y="18"/>
                  </a:lnTo>
                  <a:lnTo>
                    <a:pt x="144" y="12"/>
                  </a:lnTo>
                  <a:lnTo>
                    <a:pt x="138" y="12"/>
                  </a:lnTo>
                  <a:lnTo>
                    <a:pt x="126" y="6"/>
                  </a:lnTo>
                  <a:lnTo>
                    <a:pt x="120" y="6"/>
                  </a:lnTo>
                  <a:lnTo>
                    <a:pt x="114" y="12"/>
                  </a:lnTo>
                  <a:lnTo>
                    <a:pt x="108" y="12"/>
                  </a:lnTo>
                  <a:lnTo>
                    <a:pt x="102" y="6"/>
                  </a:lnTo>
                  <a:lnTo>
                    <a:pt x="96" y="6"/>
                  </a:lnTo>
                  <a:lnTo>
                    <a:pt x="90" y="0"/>
                  </a:lnTo>
                  <a:lnTo>
                    <a:pt x="72" y="0"/>
                  </a:lnTo>
                  <a:lnTo>
                    <a:pt x="60" y="12"/>
                  </a:lnTo>
                  <a:lnTo>
                    <a:pt x="18" y="12"/>
                  </a:lnTo>
                  <a:lnTo>
                    <a:pt x="6" y="18"/>
                  </a:lnTo>
                  <a:lnTo>
                    <a:pt x="0" y="18"/>
                  </a:lnTo>
                  <a:lnTo>
                    <a:pt x="0" y="60"/>
                  </a:lnTo>
                  <a:lnTo>
                    <a:pt x="12" y="84"/>
                  </a:lnTo>
                  <a:lnTo>
                    <a:pt x="18" y="90"/>
                  </a:lnTo>
                  <a:lnTo>
                    <a:pt x="18" y="96"/>
                  </a:lnTo>
                  <a:lnTo>
                    <a:pt x="30" y="96"/>
                  </a:lnTo>
                  <a:lnTo>
                    <a:pt x="30" y="102"/>
                  </a:lnTo>
                  <a:lnTo>
                    <a:pt x="42" y="102"/>
                  </a:lnTo>
                  <a:lnTo>
                    <a:pt x="48" y="108"/>
                  </a:lnTo>
                  <a:lnTo>
                    <a:pt x="72" y="108"/>
                  </a:lnTo>
                  <a:lnTo>
                    <a:pt x="84" y="102"/>
                  </a:lnTo>
                  <a:lnTo>
                    <a:pt x="102" y="102"/>
                  </a:lnTo>
                  <a:lnTo>
                    <a:pt x="108" y="114"/>
                  </a:lnTo>
                  <a:lnTo>
                    <a:pt x="108" y="132"/>
                  </a:lnTo>
                  <a:lnTo>
                    <a:pt x="96" y="144"/>
                  </a:lnTo>
                  <a:lnTo>
                    <a:pt x="102" y="162"/>
                  </a:lnTo>
                  <a:lnTo>
                    <a:pt x="120" y="162"/>
                  </a:lnTo>
                  <a:lnTo>
                    <a:pt x="138" y="168"/>
                  </a:lnTo>
                  <a:lnTo>
                    <a:pt x="144" y="168"/>
                  </a:lnTo>
                  <a:lnTo>
                    <a:pt x="156" y="174"/>
                  </a:lnTo>
                  <a:lnTo>
                    <a:pt x="156" y="198"/>
                  </a:lnTo>
                  <a:lnTo>
                    <a:pt x="162" y="198"/>
                  </a:lnTo>
                  <a:lnTo>
                    <a:pt x="168" y="192"/>
                  </a:lnTo>
                  <a:lnTo>
                    <a:pt x="180" y="192"/>
                  </a:lnTo>
                  <a:lnTo>
                    <a:pt x="192" y="186"/>
                  </a:lnTo>
                  <a:lnTo>
                    <a:pt x="198" y="186"/>
                  </a:lnTo>
                  <a:lnTo>
                    <a:pt x="204" y="192"/>
                  </a:lnTo>
                  <a:lnTo>
                    <a:pt x="204" y="198"/>
                  </a:lnTo>
                  <a:lnTo>
                    <a:pt x="234" y="198"/>
                  </a:lnTo>
                  <a:lnTo>
                    <a:pt x="234" y="180"/>
                  </a:lnTo>
                  <a:lnTo>
                    <a:pt x="246" y="192"/>
                  </a:lnTo>
                  <a:lnTo>
                    <a:pt x="252" y="180"/>
                  </a:lnTo>
                  <a:lnTo>
                    <a:pt x="258" y="174"/>
                  </a:lnTo>
                  <a:lnTo>
                    <a:pt x="270" y="168"/>
                  </a:lnTo>
                  <a:lnTo>
                    <a:pt x="288" y="168"/>
                  </a:lnTo>
                  <a:lnTo>
                    <a:pt x="288" y="174"/>
                  </a:lnTo>
                  <a:lnTo>
                    <a:pt x="282" y="180"/>
                  </a:lnTo>
                  <a:lnTo>
                    <a:pt x="294" y="180"/>
                  </a:lnTo>
                  <a:lnTo>
                    <a:pt x="294" y="174"/>
                  </a:lnTo>
                  <a:lnTo>
                    <a:pt x="288" y="168"/>
                  </a:lnTo>
                  <a:lnTo>
                    <a:pt x="288" y="156"/>
                  </a:lnTo>
                  <a:lnTo>
                    <a:pt x="282" y="150"/>
                  </a:lnTo>
                  <a:lnTo>
                    <a:pt x="282" y="144"/>
                  </a:lnTo>
                  <a:lnTo>
                    <a:pt x="294" y="144"/>
                  </a:lnTo>
                  <a:lnTo>
                    <a:pt x="294" y="138"/>
                  </a:lnTo>
                  <a:lnTo>
                    <a:pt x="288" y="126"/>
                  </a:lnTo>
                  <a:lnTo>
                    <a:pt x="288" y="120"/>
                  </a:lnTo>
                  <a:lnTo>
                    <a:pt x="294" y="114"/>
                  </a:lnTo>
                  <a:lnTo>
                    <a:pt x="312" y="114"/>
                  </a:lnTo>
                  <a:lnTo>
                    <a:pt x="306" y="96"/>
                  </a:lnTo>
                  <a:lnTo>
                    <a:pt x="312" y="96"/>
                  </a:lnTo>
                  <a:lnTo>
                    <a:pt x="318" y="102"/>
                  </a:lnTo>
                  <a:lnTo>
                    <a:pt x="336" y="102"/>
                  </a:lnTo>
                  <a:lnTo>
                    <a:pt x="342" y="96"/>
                  </a:lnTo>
                  <a:lnTo>
                    <a:pt x="324" y="78"/>
                  </a:lnTo>
                  <a:lnTo>
                    <a:pt x="324" y="72"/>
                  </a:lnTo>
                  <a:lnTo>
                    <a:pt x="330" y="66"/>
                  </a:lnTo>
                  <a:lnTo>
                    <a:pt x="330" y="6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69" name="Libya" descr="© INSCALE GmbH, 05.05.2010&#10;http://www.presentationload.com/">
              <a:extLst>
                <a:ext uri="{FF2B5EF4-FFF2-40B4-BE49-F238E27FC236}">
                  <a16:creationId xmlns:a16="http://schemas.microsoft.com/office/drawing/2014/main" id="{D1D2572A-A696-44D2-92CE-7A14F790D87E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951698" y="2122161"/>
              <a:ext cx="363170" cy="364779"/>
            </a:xfrm>
            <a:custGeom>
              <a:avLst/>
              <a:gdLst>
                <a:gd name="T0" fmla="*/ 2147483647 w 1098"/>
                <a:gd name="T1" fmla="*/ 2147483647 h 1110"/>
                <a:gd name="T2" fmla="*/ 2147483647 w 1098"/>
                <a:gd name="T3" fmla="*/ 2147483647 h 1110"/>
                <a:gd name="T4" fmla="*/ 2147483647 w 1098"/>
                <a:gd name="T5" fmla="*/ 2147483647 h 1110"/>
                <a:gd name="T6" fmla="*/ 2147483647 w 1098"/>
                <a:gd name="T7" fmla="*/ 2147483647 h 1110"/>
                <a:gd name="T8" fmla="*/ 2147483647 w 1098"/>
                <a:gd name="T9" fmla="*/ 2147483647 h 1110"/>
                <a:gd name="T10" fmla="*/ 2147483647 w 1098"/>
                <a:gd name="T11" fmla="*/ 2147483647 h 1110"/>
                <a:gd name="T12" fmla="*/ 2147483647 w 1098"/>
                <a:gd name="T13" fmla="*/ 2147483647 h 1110"/>
                <a:gd name="T14" fmla="*/ 2147483647 w 1098"/>
                <a:gd name="T15" fmla="*/ 2147483647 h 1110"/>
                <a:gd name="T16" fmla="*/ 2147483647 w 1098"/>
                <a:gd name="T17" fmla="*/ 2147483647 h 1110"/>
                <a:gd name="T18" fmla="*/ 2147483647 w 1098"/>
                <a:gd name="T19" fmla="*/ 2147483647 h 1110"/>
                <a:gd name="T20" fmla="*/ 2147483647 w 1098"/>
                <a:gd name="T21" fmla="*/ 2147483647 h 1110"/>
                <a:gd name="T22" fmla="*/ 2147483647 w 1098"/>
                <a:gd name="T23" fmla="*/ 2147483647 h 1110"/>
                <a:gd name="T24" fmla="*/ 0 w 1098"/>
                <a:gd name="T25" fmla="*/ 2147483647 h 1110"/>
                <a:gd name="T26" fmla="*/ 2147483647 w 1098"/>
                <a:gd name="T27" fmla="*/ 2147483647 h 1110"/>
                <a:gd name="T28" fmla="*/ 2147483647 w 1098"/>
                <a:gd name="T29" fmla="*/ 2147483647 h 1110"/>
                <a:gd name="T30" fmla="*/ 2147483647 w 1098"/>
                <a:gd name="T31" fmla="*/ 2147483647 h 1110"/>
                <a:gd name="T32" fmla="*/ 2147483647 w 1098"/>
                <a:gd name="T33" fmla="*/ 2147483647 h 1110"/>
                <a:gd name="T34" fmla="*/ 2147483647 w 1098"/>
                <a:gd name="T35" fmla="*/ 2147483647 h 1110"/>
                <a:gd name="T36" fmla="*/ 2147483647 w 1098"/>
                <a:gd name="T37" fmla="*/ 2147483647 h 1110"/>
                <a:gd name="T38" fmla="*/ 2147483647 w 1098"/>
                <a:gd name="T39" fmla="*/ 2147483647 h 1110"/>
                <a:gd name="T40" fmla="*/ 2147483647 w 1098"/>
                <a:gd name="T41" fmla="*/ 2147483647 h 1110"/>
                <a:gd name="T42" fmla="*/ 2147483647 w 1098"/>
                <a:gd name="T43" fmla="*/ 2147483647 h 1110"/>
                <a:gd name="T44" fmla="*/ 2147483647 w 1098"/>
                <a:gd name="T45" fmla="*/ 2147483647 h 1110"/>
                <a:gd name="T46" fmla="*/ 2147483647 w 1098"/>
                <a:gd name="T47" fmla="*/ 2147483647 h 1110"/>
                <a:gd name="T48" fmla="*/ 2147483647 w 1098"/>
                <a:gd name="T49" fmla="*/ 2147483647 h 1110"/>
                <a:gd name="T50" fmla="*/ 2147483647 w 1098"/>
                <a:gd name="T51" fmla="*/ 2147483647 h 1110"/>
                <a:gd name="T52" fmla="*/ 2147483647 w 1098"/>
                <a:gd name="T53" fmla="*/ 2147483647 h 1110"/>
                <a:gd name="T54" fmla="*/ 2147483647 w 1098"/>
                <a:gd name="T55" fmla="*/ 2147483647 h 1110"/>
                <a:gd name="T56" fmla="*/ 2147483647 w 1098"/>
                <a:gd name="T57" fmla="*/ 2147483647 h 1110"/>
                <a:gd name="T58" fmla="*/ 2147483647 w 1098"/>
                <a:gd name="T59" fmla="*/ 2147483647 h 1110"/>
                <a:gd name="T60" fmla="*/ 2147483647 w 1098"/>
                <a:gd name="T61" fmla="*/ 2147483647 h 1110"/>
                <a:gd name="T62" fmla="*/ 2147483647 w 1098"/>
                <a:gd name="T63" fmla="*/ 2147483647 h 1110"/>
                <a:gd name="T64" fmla="*/ 2147483647 w 1098"/>
                <a:gd name="T65" fmla="*/ 2147483647 h 1110"/>
                <a:gd name="T66" fmla="*/ 2147483647 w 1098"/>
                <a:gd name="T67" fmla="*/ 2147483647 h 1110"/>
                <a:gd name="T68" fmla="*/ 2147483647 w 1098"/>
                <a:gd name="T69" fmla="*/ 2147483647 h 1110"/>
                <a:gd name="T70" fmla="*/ 2147483647 w 1098"/>
                <a:gd name="T71" fmla="*/ 2147483647 h 1110"/>
                <a:gd name="T72" fmla="*/ 2147483647 w 1098"/>
                <a:gd name="T73" fmla="*/ 2147483647 h 1110"/>
                <a:gd name="T74" fmla="*/ 2147483647 w 1098"/>
                <a:gd name="T75" fmla="*/ 2147483647 h 1110"/>
                <a:gd name="T76" fmla="*/ 2147483647 w 1098"/>
                <a:gd name="T77" fmla="*/ 2147483647 h 1110"/>
                <a:gd name="T78" fmla="*/ 2147483647 w 1098"/>
                <a:gd name="T79" fmla="*/ 2147483647 h 1110"/>
                <a:gd name="T80" fmla="*/ 2147483647 w 1098"/>
                <a:gd name="T81" fmla="*/ 2147483647 h 1110"/>
                <a:gd name="T82" fmla="*/ 2147483647 w 1098"/>
                <a:gd name="T83" fmla="*/ 2147483647 h 1110"/>
                <a:gd name="T84" fmla="*/ 2147483647 w 1098"/>
                <a:gd name="T85" fmla="*/ 2147483647 h 1110"/>
                <a:gd name="T86" fmla="*/ 2147483647 w 1098"/>
                <a:gd name="T87" fmla="*/ 2147483647 h 1110"/>
                <a:gd name="T88" fmla="*/ 2147483647 w 1098"/>
                <a:gd name="T89" fmla="*/ 2147483647 h 1110"/>
                <a:gd name="T90" fmla="*/ 2147483647 w 1098"/>
                <a:gd name="T91" fmla="*/ 2147483647 h 1110"/>
                <a:gd name="T92" fmla="*/ 2147483647 w 1098"/>
                <a:gd name="T93" fmla="*/ 2147483647 h 1110"/>
                <a:gd name="T94" fmla="*/ 2147483647 w 1098"/>
                <a:gd name="T95" fmla="*/ 2147483647 h 1110"/>
                <a:gd name="T96" fmla="*/ 2147483647 w 1098"/>
                <a:gd name="T97" fmla="*/ 2147483647 h 1110"/>
                <a:gd name="T98" fmla="*/ 2147483647 w 1098"/>
                <a:gd name="T99" fmla="*/ 2147483647 h 1110"/>
                <a:gd name="T100" fmla="*/ 2147483647 w 1098"/>
                <a:gd name="T101" fmla="*/ 2147483647 h 1110"/>
                <a:gd name="T102" fmla="*/ 2147483647 w 1098"/>
                <a:gd name="T103" fmla="*/ 2147483647 h 1110"/>
                <a:gd name="T104" fmla="*/ 2147483647 w 1098"/>
                <a:gd name="T105" fmla="*/ 2147483647 h 1110"/>
                <a:gd name="T106" fmla="*/ 2147483647 w 1098"/>
                <a:gd name="T107" fmla="*/ 2147483647 h 1110"/>
                <a:gd name="T108" fmla="*/ 2147483647 w 1098"/>
                <a:gd name="T109" fmla="*/ 2147483647 h 1110"/>
                <a:gd name="T110" fmla="*/ 2147483647 w 1098"/>
                <a:gd name="T111" fmla="*/ 2147483647 h 1110"/>
                <a:gd name="T112" fmla="*/ 2147483647 w 1098"/>
                <a:gd name="T113" fmla="*/ 2147483647 h 111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98"/>
                <a:gd name="T172" fmla="*/ 0 h 1110"/>
                <a:gd name="T173" fmla="*/ 1098 w 1098"/>
                <a:gd name="T174" fmla="*/ 1110 h 111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98" h="1110">
                  <a:moveTo>
                    <a:pt x="156" y="60"/>
                  </a:moveTo>
                  <a:lnTo>
                    <a:pt x="150" y="66"/>
                  </a:lnTo>
                  <a:lnTo>
                    <a:pt x="126" y="78"/>
                  </a:lnTo>
                  <a:lnTo>
                    <a:pt x="114" y="78"/>
                  </a:lnTo>
                  <a:lnTo>
                    <a:pt x="102" y="84"/>
                  </a:lnTo>
                  <a:lnTo>
                    <a:pt x="96" y="90"/>
                  </a:lnTo>
                  <a:lnTo>
                    <a:pt x="90" y="102"/>
                  </a:lnTo>
                  <a:lnTo>
                    <a:pt x="84" y="108"/>
                  </a:lnTo>
                  <a:lnTo>
                    <a:pt x="78" y="120"/>
                  </a:lnTo>
                  <a:lnTo>
                    <a:pt x="72" y="120"/>
                  </a:lnTo>
                  <a:lnTo>
                    <a:pt x="54" y="138"/>
                  </a:lnTo>
                  <a:lnTo>
                    <a:pt x="54" y="156"/>
                  </a:lnTo>
                  <a:lnTo>
                    <a:pt x="66" y="180"/>
                  </a:lnTo>
                  <a:lnTo>
                    <a:pt x="66" y="204"/>
                  </a:lnTo>
                  <a:lnTo>
                    <a:pt x="36" y="234"/>
                  </a:lnTo>
                  <a:lnTo>
                    <a:pt x="30" y="234"/>
                  </a:lnTo>
                  <a:lnTo>
                    <a:pt x="24" y="240"/>
                  </a:lnTo>
                  <a:lnTo>
                    <a:pt x="12" y="246"/>
                  </a:lnTo>
                  <a:lnTo>
                    <a:pt x="6" y="246"/>
                  </a:lnTo>
                  <a:lnTo>
                    <a:pt x="0" y="252"/>
                  </a:lnTo>
                  <a:lnTo>
                    <a:pt x="12" y="270"/>
                  </a:lnTo>
                  <a:lnTo>
                    <a:pt x="36" y="330"/>
                  </a:lnTo>
                  <a:lnTo>
                    <a:pt x="48" y="354"/>
                  </a:lnTo>
                  <a:lnTo>
                    <a:pt x="48" y="360"/>
                  </a:lnTo>
                  <a:lnTo>
                    <a:pt x="42" y="372"/>
                  </a:lnTo>
                  <a:lnTo>
                    <a:pt x="42" y="402"/>
                  </a:lnTo>
                  <a:lnTo>
                    <a:pt x="36" y="408"/>
                  </a:lnTo>
                  <a:lnTo>
                    <a:pt x="36" y="414"/>
                  </a:lnTo>
                  <a:lnTo>
                    <a:pt x="42" y="432"/>
                  </a:lnTo>
                  <a:lnTo>
                    <a:pt x="30" y="456"/>
                  </a:lnTo>
                  <a:lnTo>
                    <a:pt x="36" y="510"/>
                  </a:lnTo>
                  <a:lnTo>
                    <a:pt x="36" y="516"/>
                  </a:lnTo>
                  <a:lnTo>
                    <a:pt x="42" y="522"/>
                  </a:lnTo>
                  <a:lnTo>
                    <a:pt x="42" y="534"/>
                  </a:lnTo>
                  <a:lnTo>
                    <a:pt x="36" y="546"/>
                  </a:lnTo>
                  <a:lnTo>
                    <a:pt x="30" y="552"/>
                  </a:lnTo>
                  <a:lnTo>
                    <a:pt x="18" y="558"/>
                  </a:lnTo>
                  <a:lnTo>
                    <a:pt x="6" y="558"/>
                  </a:lnTo>
                  <a:lnTo>
                    <a:pt x="0" y="564"/>
                  </a:lnTo>
                  <a:lnTo>
                    <a:pt x="0" y="570"/>
                  </a:lnTo>
                  <a:lnTo>
                    <a:pt x="6" y="582"/>
                  </a:lnTo>
                  <a:lnTo>
                    <a:pt x="18" y="594"/>
                  </a:lnTo>
                  <a:lnTo>
                    <a:pt x="24" y="612"/>
                  </a:lnTo>
                  <a:lnTo>
                    <a:pt x="36" y="624"/>
                  </a:lnTo>
                  <a:lnTo>
                    <a:pt x="42" y="636"/>
                  </a:lnTo>
                  <a:lnTo>
                    <a:pt x="48" y="642"/>
                  </a:lnTo>
                  <a:lnTo>
                    <a:pt x="48" y="684"/>
                  </a:lnTo>
                  <a:lnTo>
                    <a:pt x="72" y="708"/>
                  </a:lnTo>
                  <a:lnTo>
                    <a:pt x="96" y="696"/>
                  </a:lnTo>
                  <a:lnTo>
                    <a:pt x="102" y="696"/>
                  </a:lnTo>
                  <a:lnTo>
                    <a:pt x="138" y="714"/>
                  </a:lnTo>
                  <a:lnTo>
                    <a:pt x="150" y="714"/>
                  </a:lnTo>
                  <a:lnTo>
                    <a:pt x="162" y="726"/>
                  </a:lnTo>
                  <a:lnTo>
                    <a:pt x="162" y="732"/>
                  </a:lnTo>
                  <a:lnTo>
                    <a:pt x="168" y="744"/>
                  </a:lnTo>
                  <a:lnTo>
                    <a:pt x="174" y="762"/>
                  </a:lnTo>
                  <a:lnTo>
                    <a:pt x="180" y="774"/>
                  </a:lnTo>
                  <a:lnTo>
                    <a:pt x="186" y="780"/>
                  </a:lnTo>
                  <a:lnTo>
                    <a:pt x="186" y="786"/>
                  </a:lnTo>
                  <a:lnTo>
                    <a:pt x="222" y="792"/>
                  </a:lnTo>
                  <a:lnTo>
                    <a:pt x="234" y="792"/>
                  </a:lnTo>
                  <a:lnTo>
                    <a:pt x="246" y="798"/>
                  </a:lnTo>
                  <a:lnTo>
                    <a:pt x="258" y="798"/>
                  </a:lnTo>
                  <a:lnTo>
                    <a:pt x="276" y="804"/>
                  </a:lnTo>
                  <a:lnTo>
                    <a:pt x="288" y="810"/>
                  </a:lnTo>
                  <a:lnTo>
                    <a:pt x="294" y="810"/>
                  </a:lnTo>
                  <a:lnTo>
                    <a:pt x="300" y="816"/>
                  </a:lnTo>
                  <a:lnTo>
                    <a:pt x="312" y="822"/>
                  </a:lnTo>
                  <a:lnTo>
                    <a:pt x="318" y="828"/>
                  </a:lnTo>
                  <a:lnTo>
                    <a:pt x="324" y="840"/>
                  </a:lnTo>
                  <a:lnTo>
                    <a:pt x="336" y="846"/>
                  </a:lnTo>
                  <a:lnTo>
                    <a:pt x="342" y="852"/>
                  </a:lnTo>
                  <a:lnTo>
                    <a:pt x="360" y="846"/>
                  </a:lnTo>
                  <a:lnTo>
                    <a:pt x="396" y="828"/>
                  </a:lnTo>
                  <a:lnTo>
                    <a:pt x="456" y="792"/>
                  </a:lnTo>
                  <a:lnTo>
                    <a:pt x="468" y="786"/>
                  </a:lnTo>
                  <a:lnTo>
                    <a:pt x="1026" y="1110"/>
                  </a:lnTo>
                  <a:lnTo>
                    <a:pt x="1026" y="1062"/>
                  </a:lnTo>
                  <a:lnTo>
                    <a:pt x="1098" y="1062"/>
                  </a:lnTo>
                  <a:lnTo>
                    <a:pt x="1098" y="828"/>
                  </a:lnTo>
                  <a:lnTo>
                    <a:pt x="1092" y="750"/>
                  </a:lnTo>
                  <a:lnTo>
                    <a:pt x="1092" y="660"/>
                  </a:lnTo>
                  <a:lnTo>
                    <a:pt x="1086" y="564"/>
                  </a:lnTo>
                  <a:lnTo>
                    <a:pt x="1086" y="468"/>
                  </a:lnTo>
                  <a:lnTo>
                    <a:pt x="1080" y="390"/>
                  </a:lnTo>
                  <a:lnTo>
                    <a:pt x="1080" y="306"/>
                  </a:lnTo>
                  <a:lnTo>
                    <a:pt x="1068" y="270"/>
                  </a:lnTo>
                  <a:lnTo>
                    <a:pt x="1056" y="258"/>
                  </a:lnTo>
                  <a:lnTo>
                    <a:pt x="1050" y="246"/>
                  </a:lnTo>
                  <a:lnTo>
                    <a:pt x="1050" y="240"/>
                  </a:lnTo>
                  <a:lnTo>
                    <a:pt x="1056" y="228"/>
                  </a:lnTo>
                  <a:lnTo>
                    <a:pt x="1062" y="222"/>
                  </a:lnTo>
                  <a:lnTo>
                    <a:pt x="1068" y="210"/>
                  </a:lnTo>
                  <a:lnTo>
                    <a:pt x="1074" y="204"/>
                  </a:lnTo>
                  <a:lnTo>
                    <a:pt x="1074" y="198"/>
                  </a:lnTo>
                  <a:lnTo>
                    <a:pt x="1068" y="186"/>
                  </a:lnTo>
                  <a:lnTo>
                    <a:pt x="1056" y="180"/>
                  </a:lnTo>
                  <a:lnTo>
                    <a:pt x="1056" y="150"/>
                  </a:lnTo>
                  <a:lnTo>
                    <a:pt x="1080" y="126"/>
                  </a:lnTo>
                  <a:lnTo>
                    <a:pt x="1074" y="114"/>
                  </a:lnTo>
                  <a:lnTo>
                    <a:pt x="1074" y="96"/>
                  </a:lnTo>
                  <a:lnTo>
                    <a:pt x="1056" y="102"/>
                  </a:lnTo>
                  <a:lnTo>
                    <a:pt x="1044" y="90"/>
                  </a:lnTo>
                  <a:lnTo>
                    <a:pt x="1032" y="102"/>
                  </a:lnTo>
                  <a:lnTo>
                    <a:pt x="1026" y="102"/>
                  </a:lnTo>
                  <a:lnTo>
                    <a:pt x="1020" y="96"/>
                  </a:lnTo>
                  <a:lnTo>
                    <a:pt x="1008" y="90"/>
                  </a:lnTo>
                  <a:lnTo>
                    <a:pt x="1002" y="84"/>
                  </a:lnTo>
                  <a:lnTo>
                    <a:pt x="990" y="78"/>
                  </a:lnTo>
                  <a:lnTo>
                    <a:pt x="978" y="78"/>
                  </a:lnTo>
                  <a:lnTo>
                    <a:pt x="966" y="84"/>
                  </a:lnTo>
                  <a:lnTo>
                    <a:pt x="954" y="84"/>
                  </a:lnTo>
                  <a:lnTo>
                    <a:pt x="942" y="78"/>
                  </a:lnTo>
                  <a:lnTo>
                    <a:pt x="936" y="72"/>
                  </a:lnTo>
                  <a:lnTo>
                    <a:pt x="936" y="48"/>
                  </a:lnTo>
                  <a:lnTo>
                    <a:pt x="930" y="42"/>
                  </a:lnTo>
                  <a:lnTo>
                    <a:pt x="918" y="36"/>
                  </a:lnTo>
                  <a:lnTo>
                    <a:pt x="882" y="36"/>
                  </a:lnTo>
                  <a:lnTo>
                    <a:pt x="876" y="30"/>
                  </a:lnTo>
                  <a:lnTo>
                    <a:pt x="864" y="30"/>
                  </a:lnTo>
                  <a:lnTo>
                    <a:pt x="852" y="24"/>
                  </a:lnTo>
                  <a:lnTo>
                    <a:pt x="840" y="24"/>
                  </a:lnTo>
                  <a:lnTo>
                    <a:pt x="834" y="30"/>
                  </a:lnTo>
                  <a:lnTo>
                    <a:pt x="834" y="36"/>
                  </a:lnTo>
                  <a:lnTo>
                    <a:pt x="798" y="36"/>
                  </a:lnTo>
                  <a:lnTo>
                    <a:pt x="780" y="42"/>
                  </a:lnTo>
                  <a:lnTo>
                    <a:pt x="768" y="48"/>
                  </a:lnTo>
                  <a:lnTo>
                    <a:pt x="732" y="84"/>
                  </a:lnTo>
                  <a:lnTo>
                    <a:pt x="720" y="108"/>
                  </a:lnTo>
                  <a:lnTo>
                    <a:pt x="720" y="120"/>
                  </a:lnTo>
                  <a:lnTo>
                    <a:pt x="726" y="138"/>
                  </a:lnTo>
                  <a:lnTo>
                    <a:pt x="738" y="150"/>
                  </a:lnTo>
                  <a:lnTo>
                    <a:pt x="744" y="162"/>
                  </a:lnTo>
                  <a:lnTo>
                    <a:pt x="744" y="180"/>
                  </a:lnTo>
                  <a:lnTo>
                    <a:pt x="738" y="192"/>
                  </a:lnTo>
                  <a:lnTo>
                    <a:pt x="714" y="216"/>
                  </a:lnTo>
                  <a:lnTo>
                    <a:pt x="708" y="228"/>
                  </a:lnTo>
                  <a:lnTo>
                    <a:pt x="696" y="234"/>
                  </a:lnTo>
                  <a:lnTo>
                    <a:pt x="666" y="234"/>
                  </a:lnTo>
                  <a:lnTo>
                    <a:pt x="648" y="228"/>
                  </a:lnTo>
                  <a:lnTo>
                    <a:pt x="630" y="216"/>
                  </a:lnTo>
                  <a:lnTo>
                    <a:pt x="612" y="198"/>
                  </a:lnTo>
                  <a:lnTo>
                    <a:pt x="582" y="180"/>
                  </a:lnTo>
                  <a:lnTo>
                    <a:pt x="552" y="168"/>
                  </a:lnTo>
                  <a:lnTo>
                    <a:pt x="528" y="162"/>
                  </a:lnTo>
                  <a:lnTo>
                    <a:pt x="462" y="162"/>
                  </a:lnTo>
                  <a:lnTo>
                    <a:pt x="438" y="150"/>
                  </a:lnTo>
                  <a:lnTo>
                    <a:pt x="426" y="138"/>
                  </a:lnTo>
                  <a:lnTo>
                    <a:pt x="420" y="126"/>
                  </a:lnTo>
                  <a:lnTo>
                    <a:pt x="414" y="108"/>
                  </a:lnTo>
                  <a:lnTo>
                    <a:pt x="414" y="96"/>
                  </a:lnTo>
                  <a:lnTo>
                    <a:pt x="402" y="72"/>
                  </a:lnTo>
                  <a:lnTo>
                    <a:pt x="378" y="60"/>
                  </a:lnTo>
                  <a:lnTo>
                    <a:pt x="366" y="60"/>
                  </a:lnTo>
                  <a:lnTo>
                    <a:pt x="354" y="54"/>
                  </a:lnTo>
                  <a:lnTo>
                    <a:pt x="348" y="48"/>
                  </a:lnTo>
                  <a:lnTo>
                    <a:pt x="324" y="36"/>
                  </a:lnTo>
                  <a:lnTo>
                    <a:pt x="318" y="36"/>
                  </a:lnTo>
                  <a:lnTo>
                    <a:pt x="306" y="30"/>
                  </a:lnTo>
                  <a:lnTo>
                    <a:pt x="264" y="30"/>
                  </a:lnTo>
                  <a:lnTo>
                    <a:pt x="252" y="36"/>
                  </a:lnTo>
                  <a:lnTo>
                    <a:pt x="216" y="36"/>
                  </a:lnTo>
                  <a:lnTo>
                    <a:pt x="192" y="24"/>
                  </a:lnTo>
                  <a:lnTo>
                    <a:pt x="180" y="12"/>
                  </a:lnTo>
                  <a:lnTo>
                    <a:pt x="168" y="6"/>
                  </a:lnTo>
                  <a:lnTo>
                    <a:pt x="150" y="6"/>
                  </a:lnTo>
                  <a:lnTo>
                    <a:pt x="144" y="0"/>
                  </a:lnTo>
                  <a:lnTo>
                    <a:pt x="138" y="42"/>
                  </a:lnTo>
                  <a:lnTo>
                    <a:pt x="144" y="42"/>
                  </a:lnTo>
                  <a:lnTo>
                    <a:pt x="156" y="54"/>
                  </a:lnTo>
                  <a:lnTo>
                    <a:pt x="156" y="6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70" name="Liechtenstein" descr="© INSCALE GmbH, 05.05.2010&#10;http://www.presentationload.com/">
              <a:extLst>
                <a:ext uri="{FF2B5EF4-FFF2-40B4-BE49-F238E27FC236}">
                  <a16:creationId xmlns:a16="http://schemas.microsoft.com/office/drawing/2014/main" id="{A1E5530A-6538-4C25-9F90-C6F904DBC9B1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954283" y="1752243"/>
              <a:ext cx="5170" cy="7707"/>
            </a:xfrm>
            <a:custGeom>
              <a:avLst/>
              <a:gdLst>
                <a:gd name="T0" fmla="*/ 2147483647 w 18"/>
                <a:gd name="T1" fmla="*/ 0 h 24"/>
                <a:gd name="T2" fmla="*/ 2147483647 w 18"/>
                <a:gd name="T3" fmla="*/ 2147483647 h 24"/>
                <a:gd name="T4" fmla="*/ 0 w 18"/>
                <a:gd name="T5" fmla="*/ 2147483647 h 24"/>
                <a:gd name="T6" fmla="*/ 0 w 18"/>
                <a:gd name="T7" fmla="*/ 2147483647 h 24"/>
                <a:gd name="T8" fmla="*/ 2147483647 w 18"/>
                <a:gd name="T9" fmla="*/ 2147483647 h 24"/>
                <a:gd name="T10" fmla="*/ 2147483647 w 18"/>
                <a:gd name="T11" fmla="*/ 0 h 24"/>
                <a:gd name="T12" fmla="*/ 2147483647 w 18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8"/>
                <a:gd name="T22" fmla="*/ 0 h 24"/>
                <a:gd name="T23" fmla="*/ 18 w 18"/>
                <a:gd name="T24" fmla="*/ 24 h 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8" h="24">
                  <a:moveTo>
                    <a:pt x="12" y="0"/>
                  </a:moveTo>
                  <a:lnTo>
                    <a:pt x="6" y="6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18" y="24"/>
                  </a:lnTo>
                  <a:lnTo>
                    <a:pt x="18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71" name="Liberia" descr="© INSCALE GmbH, 05.05.2010&#10;http://www.presentationload.com/">
              <a:extLst>
                <a:ext uri="{FF2B5EF4-FFF2-40B4-BE49-F238E27FC236}">
                  <a16:creationId xmlns:a16="http://schemas.microsoft.com/office/drawing/2014/main" id="{32BB8D7F-9671-4E7C-BECA-2E42A604E1F3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456702" y="2774656"/>
              <a:ext cx="102102" cy="113030"/>
            </a:xfrm>
            <a:custGeom>
              <a:avLst/>
              <a:gdLst>
                <a:gd name="T0" fmla="*/ 2147483647 w 312"/>
                <a:gd name="T1" fmla="*/ 2147483647 h 342"/>
                <a:gd name="T2" fmla="*/ 2147483647 w 312"/>
                <a:gd name="T3" fmla="*/ 2147483647 h 342"/>
                <a:gd name="T4" fmla="*/ 2147483647 w 312"/>
                <a:gd name="T5" fmla="*/ 2147483647 h 342"/>
                <a:gd name="T6" fmla="*/ 2147483647 w 312"/>
                <a:gd name="T7" fmla="*/ 2147483647 h 342"/>
                <a:gd name="T8" fmla="*/ 2147483647 w 312"/>
                <a:gd name="T9" fmla="*/ 2147483647 h 342"/>
                <a:gd name="T10" fmla="*/ 2147483647 w 312"/>
                <a:gd name="T11" fmla="*/ 2147483647 h 342"/>
                <a:gd name="T12" fmla="*/ 2147483647 w 312"/>
                <a:gd name="T13" fmla="*/ 2147483647 h 342"/>
                <a:gd name="T14" fmla="*/ 2147483647 w 312"/>
                <a:gd name="T15" fmla="*/ 2147483647 h 342"/>
                <a:gd name="T16" fmla="*/ 2147483647 w 312"/>
                <a:gd name="T17" fmla="*/ 2147483647 h 342"/>
                <a:gd name="T18" fmla="*/ 2147483647 w 312"/>
                <a:gd name="T19" fmla="*/ 2147483647 h 342"/>
                <a:gd name="T20" fmla="*/ 2147483647 w 312"/>
                <a:gd name="T21" fmla="*/ 2147483647 h 342"/>
                <a:gd name="T22" fmla="*/ 2147483647 w 312"/>
                <a:gd name="T23" fmla="*/ 2147483647 h 342"/>
                <a:gd name="T24" fmla="*/ 2147483647 w 312"/>
                <a:gd name="T25" fmla="*/ 2147483647 h 342"/>
                <a:gd name="T26" fmla="*/ 2147483647 w 312"/>
                <a:gd name="T27" fmla="*/ 2147483647 h 342"/>
                <a:gd name="T28" fmla="*/ 2147483647 w 312"/>
                <a:gd name="T29" fmla="*/ 2147483647 h 342"/>
                <a:gd name="T30" fmla="*/ 2147483647 w 312"/>
                <a:gd name="T31" fmla="*/ 2147483647 h 342"/>
                <a:gd name="T32" fmla="*/ 2147483647 w 312"/>
                <a:gd name="T33" fmla="*/ 2147483647 h 342"/>
                <a:gd name="T34" fmla="*/ 2147483647 w 312"/>
                <a:gd name="T35" fmla="*/ 2147483647 h 342"/>
                <a:gd name="T36" fmla="*/ 2147483647 w 312"/>
                <a:gd name="T37" fmla="*/ 2147483647 h 342"/>
                <a:gd name="T38" fmla="*/ 2147483647 w 312"/>
                <a:gd name="T39" fmla="*/ 2147483647 h 342"/>
                <a:gd name="T40" fmla="*/ 2147483647 w 312"/>
                <a:gd name="T41" fmla="*/ 2147483647 h 342"/>
                <a:gd name="T42" fmla="*/ 2147483647 w 312"/>
                <a:gd name="T43" fmla="*/ 2147483647 h 342"/>
                <a:gd name="T44" fmla="*/ 2147483647 w 312"/>
                <a:gd name="T45" fmla="*/ 2147483647 h 342"/>
                <a:gd name="T46" fmla="*/ 2147483647 w 312"/>
                <a:gd name="T47" fmla="*/ 2147483647 h 342"/>
                <a:gd name="T48" fmla="*/ 2147483647 w 312"/>
                <a:gd name="T49" fmla="*/ 2147483647 h 342"/>
                <a:gd name="T50" fmla="*/ 2147483647 w 312"/>
                <a:gd name="T51" fmla="*/ 0 h 342"/>
                <a:gd name="T52" fmla="*/ 2147483647 w 312"/>
                <a:gd name="T53" fmla="*/ 0 h 342"/>
                <a:gd name="T54" fmla="*/ 2147483647 w 312"/>
                <a:gd name="T55" fmla="*/ 2147483647 h 342"/>
                <a:gd name="T56" fmla="*/ 2147483647 w 312"/>
                <a:gd name="T57" fmla="*/ 2147483647 h 342"/>
                <a:gd name="T58" fmla="*/ 2147483647 w 312"/>
                <a:gd name="T59" fmla="*/ 2147483647 h 342"/>
                <a:gd name="T60" fmla="*/ 2147483647 w 312"/>
                <a:gd name="T61" fmla="*/ 2147483647 h 342"/>
                <a:gd name="T62" fmla="*/ 2147483647 w 312"/>
                <a:gd name="T63" fmla="*/ 2147483647 h 342"/>
                <a:gd name="T64" fmla="*/ 2147483647 w 312"/>
                <a:gd name="T65" fmla="*/ 2147483647 h 342"/>
                <a:gd name="T66" fmla="*/ 2147483647 w 312"/>
                <a:gd name="T67" fmla="*/ 2147483647 h 342"/>
                <a:gd name="T68" fmla="*/ 2147483647 w 312"/>
                <a:gd name="T69" fmla="*/ 2147483647 h 342"/>
                <a:gd name="T70" fmla="*/ 2147483647 w 312"/>
                <a:gd name="T71" fmla="*/ 2147483647 h 342"/>
                <a:gd name="T72" fmla="*/ 2147483647 w 312"/>
                <a:gd name="T73" fmla="*/ 2147483647 h 342"/>
                <a:gd name="T74" fmla="*/ 2147483647 w 312"/>
                <a:gd name="T75" fmla="*/ 2147483647 h 342"/>
                <a:gd name="T76" fmla="*/ 2147483647 w 312"/>
                <a:gd name="T77" fmla="*/ 2147483647 h 342"/>
                <a:gd name="T78" fmla="*/ 0 w 312"/>
                <a:gd name="T79" fmla="*/ 2147483647 h 342"/>
                <a:gd name="T80" fmla="*/ 2147483647 w 312"/>
                <a:gd name="T81" fmla="*/ 2147483647 h 342"/>
                <a:gd name="T82" fmla="*/ 2147483647 w 312"/>
                <a:gd name="T83" fmla="*/ 2147483647 h 342"/>
                <a:gd name="T84" fmla="*/ 2147483647 w 312"/>
                <a:gd name="T85" fmla="*/ 2147483647 h 342"/>
                <a:gd name="T86" fmla="*/ 2147483647 w 312"/>
                <a:gd name="T87" fmla="*/ 2147483647 h 342"/>
                <a:gd name="T88" fmla="*/ 2147483647 w 312"/>
                <a:gd name="T89" fmla="*/ 2147483647 h 342"/>
                <a:gd name="T90" fmla="*/ 2147483647 w 312"/>
                <a:gd name="T91" fmla="*/ 2147483647 h 342"/>
                <a:gd name="T92" fmla="*/ 2147483647 w 312"/>
                <a:gd name="T93" fmla="*/ 2147483647 h 342"/>
                <a:gd name="T94" fmla="*/ 2147483647 w 312"/>
                <a:gd name="T95" fmla="*/ 2147483647 h 342"/>
                <a:gd name="T96" fmla="*/ 2147483647 w 312"/>
                <a:gd name="T97" fmla="*/ 2147483647 h 342"/>
                <a:gd name="T98" fmla="*/ 2147483647 w 312"/>
                <a:gd name="T99" fmla="*/ 2147483647 h 342"/>
                <a:gd name="T100" fmla="*/ 2147483647 w 312"/>
                <a:gd name="T101" fmla="*/ 2147483647 h 342"/>
                <a:gd name="T102" fmla="*/ 2147483647 w 312"/>
                <a:gd name="T103" fmla="*/ 2147483647 h 342"/>
                <a:gd name="T104" fmla="*/ 2147483647 w 312"/>
                <a:gd name="T105" fmla="*/ 2147483647 h 342"/>
                <a:gd name="T106" fmla="*/ 2147483647 w 312"/>
                <a:gd name="T107" fmla="*/ 2147483647 h 342"/>
                <a:gd name="T108" fmla="*/ 2147483647 w 312"/>
                <a:gd name="T109" fmla="*/ 2147483647 h 342"/>
                <a:gd name="T110" fmla="*/ 2147483647 w 312"/>
                <a:gd name="T111" fmla="*/ 2147483647 h 342"/>
                <a:gd name="T112" fmla="*/ 2147483647 w 312"/>
                <a:gd name="T113" fmla="*/ 2147483647 h 342"/>
                <a:gd name="T114" fmla="*/ 2147483647 w 312"/>
                <a:gd name="T115" fmla="*/ 2147483647 h 342"/>
                <a:gd name="T116" fmla="*/ 2147483647 w 312"/>
                <a:gd name="T117" fmla="*/ 2147483647 h 342"/>
                <a:gd name="T118" fmla="*/ 2147483647 w 312"/>
                <a:gd name="T119" fmla="*/ 2147483647 h 342"/>
                <a:gd name="T120" fmla="*/ 2147483647 w 312"/>
                <a:gd name="T121" fmla="*/ 2147483647 h 34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12"/>
                <a:gd name="T184" fmla="*/ 0 h 342"/>
                <a:gd name="T185" fmla="*/ 312 w 312"/>
                <a:gd name="T186" fmla="*/ 342 h 34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12" h="342">
                  <a:moveTo>
                    <a:pt x="312" y="252"/>
                  </a:moveTo>
                  <a:lnTo>
                    <a:pt x="312" y="240"/>
                  </a:lnTo>
                  <a:lnTo>
                    <a:pt x="282" y="210"/>
                  </a:lnTo>
                  <a:lnTo>
                    <a:pt x="282" y="180"/>
                  </a:lnTo>
                  <a:lnTo>
                    <a:pt x="246" y="186"/>
                  </a:lnTo>
                  <a:lnTo>
                    <a:pt x="246" y="174"/>
                  </a:lnTo>
                  <a:lnTo>
                    <a:pt x="228" y="174"/>
                  </a:lnTo>
                  <a:lnTo>
                    <a:pt x="222" y="168"/>
                  </a:lnTo>
                  <a:lnTo>
                    <a:pt x="228" y="156"/>
                  </a:lnTo>
                  <a:lnTo>
                    <a:pt x="240" y="150"/>
                  </a:lnTo>
                  <a:lnTo>
                    <a:pt x="246" y="132"/>
                  </a:lnTo>
                  <a:lnTo>
                    <a:pt x="246" y="108"/>
                  </a:lnTo>
                  <a:lnTo>
                    <a:pt x="228" y="72"/>
                  </a:lnTo>
                  <a:lnTo>
                    <a:pt x="222" y="72"/>
                  </a:lnTo>
                  <a:lnTo>
                    <a:pt x="216" y="78"/>
                  </a:lnTo>
                  <a:lnTo>
                    <a:pt x="210" y="90"/>
                  </a:lnTo>
                  <a:lnTo>
                    <a:pt x="210" y="102"/>
                  </a:lnTo>
                  <a:lnTo>
                    <a:pt x="198" y="114"/>
                  </a:lnTo>
                  <a:lnTo>
                    <a:pt x="192" y="114"/>
                  </a:lnTo>
                  <a:lnTo>
                    <a:pt x="180" y="102"/>
                  </a:lnTo>
                  <a:lnTo>
                    <a:pt x="180" y="96"/>
                  </a:lnTo>
                  <a:lnTo>
                    <a:pt x="168" y="96"/>
                  </a:lnTo>
                  <a:lnTo>
                    <a:pt x="168" y="36"/>
                  </a:lnTo>
                  <a:lnTo>
                    <a:pt x="162" y="18"/>
                  </a:lnTo>
                  <a:lnTo>
                    <a:pt x="150" y="6"/>
                  </a:lnTo>
                  <a:lnTo>
                    <a:pt x="138" y="0"/>
                  </a:lnTo>
                  <a:lnTo>
                    <a:pt x="132" y="0"/>
                  </a:lnTo>
                  <a:lnTo>
                    <a:pt x="126" y="6"/>
                  </a:lnTo>
                  <a:lnTo>
                    <a:pt x="126" y="18"/>
                  </a:lnTo>
                  <a:lnTo>
                    <a:pt x="102" y="12"/>
                  </a:lnTo>
                  <a:lnTo>
                    <a:pt x="108" y="36"/>
                  </a:lnTo>
                  <a:lnTo>
                    <a:pt x="84" y="42"/>
                  </a:lnTo>
                  <a:lnTo>
                    <a:pt x="84" y="60"/>
                  </a:lnTo>
                  <a:lnTo>
                    <a:pt x="78" y="72"/>
                  </a:lnTo>
                  <a:lnTo>
                    <a:pt x="66" y="78"/>
                  </a:lnTo>
                  <a:lnTo>
                    <a:pt x="54" y="90"/>
                  </a:lnTo>
                  <a:lnTo>
                    <a:pt x="42" y="96"/>
                  </a:lnTo>
                  <a:lnTo>
                    <a:pt x="24" y="114"/>
                  </a:lnTo>
                  <a:lnTo>
                    <a:pt x="24" y="150"/>
                  </a:lnTo>
                  <a:lnTo>
                    <a:pt x="0" y="126"/>
                  </a:lnTo>
                  <a:lnTo>
                    <a:pt x="36" y="162"/>
                  </a:lnTo>
                  <a:lnTo>
                    <a:pt x="60" y="162"/>
                  </a:lnTo>
                  <a:lnTo>
                    <a:pt x="72" y="192"/>
                  </a:lnTo>
                  <a:lnTo>
                    <a:pt x="102" y="192"/>
                  </a:lnTo>
                  <a:lnTo>
                    <a:pt x="108" y="198"/>
                  </a:lnTo>
                  <a:lnTo>
                    <a:pt x="120" y="222"/>
                  </a:lnTo>
                  <a:lnTo>
                    <a:pt x="132" y="240"/>
                  </a:lnTo>
                  <a:lnTo>
                    <a:pt x="150" y="252"/>
                  </a:lnTo>
                  <a:lnTo>
                    <a:pt x="162" y="270"/>
                  </a:lnTo>
                  <a:lnTo>
                    <a:pt x="180" y="282"/>
                  </a:lnTo>
                  <a:lnTo>
                    <a:pt x="198" y="288"/>
                  </a:lnTo>
                  <a:lnTo>
                    <a:pt x="210" y="294"/>
                  </a:lnTo>
                  <a:lnTo>
                    <a:pt x="228" y="300"/>
                  </a:lnTo>
                  <a:lnTo>
                    <a:pt x="258" y="330"/>
                  </a:lnTo>
                  <a:lnTo>
                    <a:pt x="294" y="342"/>
                  </a:lnTo>
                  <a:lnTo>
                    <a:pt x="300" y="342"/>
                  </a:lnTo>
                  <a:lnTo>
                    <a:pt x="300" y="294"/>
                  </a:lnTo>
                  <a:lnTo>
                    <a:pt x="306" y="288"/>
                  </a:lnTo>
                  <a:lnTo>
                    <a:pt x="306" y="276"/>
                  </a:lnTo>
                  <a:lnTo>
                    <a:pt x="312" y="264"/>
                  </a:lnTo>
                  <a:lnTo>
                    <a:pt x="312" y="25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72" name="Lebanon" descr="© INSCALE GmbH, 05.05.2010&#10;http://www.presentationload.com/">
              <a:extLst>
                <a:ext uri="{FF2B5EF4-FFF2-40B4-BE49-F238E27FC236}">
                  <a16:creationId xmlns:a16="http://schemas.microsoft.com/office/drawing/2014/main" id="{C71B84B0-F2EB-4AA7-B0F0-F1D8E84570F8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522947" y="2084913"/>
              <a:ext cx="36187" cy="51378"/>
            </a:xfrm>
            <a:custGeom>
              <a:avLst/>
              <a:gdLst>
                <a:gd name="T0" fmla="*/ 2147483647 w 108"/>
                <a:gd name="T1" fmla="*/ 2147483647 h 156"/>
                <a:gd name="T2" fmla="*/ 2147483647 w 108"/>
                <a:gd name="T3" fmla="*/ 2147483647 h 156"/>
                <a:gd name="T4" fmla="*/ 2147483647 w 108"/>
                <a:gd name="T5" fmla="*/ 2147483647 h 156"/>
                <a:gd name="T6" fmla="*/ 2147483647 w 108"/>
                <a:gd name="T7" fmla="*/ 2147483647 h 156"/>
                <a:gd name="T8" fmla="*/ 2147483647 w 108"/>
                <a:gd name="T9" fmla="*/ 2147483647 h 156"/>
                <a:gd name="T10" fmla="*/ 2147483647 w 108"/>
                <a:gd name="T11" fmla="*/ 2147483647 h 156"/>
                <a:gd name="T12" fmla="*/ 2147483647 w 108"/>
                <a:gd name="T13" fmla="*/ 2147483647 h 156"/>
                <a:gd name="T14" fmla="*/ 2147483647 w 108"/>
                <a:gd name="T15" fmla="*/ 2147483647 h 156"/>
                <a:gd name="T16" fmla="*/ 2147483647 w 108"/>
                <a:gd name="T17" fmla="*/ 2147483647 h 156"/>
                <a:gd name="T18" fmla="*/ 2147483647 w 108"/>
                <a:gd name="T19" fmla="*/ 2147483647 h 156"/>
                <a:gd name="T20" fmla="*/ 2147483647 w 108"/>
                <a:gd name="T21" fmla="*/ 0 h 156"/>
                <a:gd name="T22" fmla="*/ 2147483647 w 108"/>
                <a:gd name="T23" fmla="*/ 0 h 156"/>
                <a:gd name="T24" fmla="*/ 2147483647 w 108"/>
                <a:gd name="T25" fmla="*/ 0 h 156"/>
                <a:gd name="T26" fmla="*/ 2147483647 w 108"/>
                <a:gd name="T27" fmla="*/ 2147483647 h 156"/>
                <a:gd name="T28" fmla="*/ 2147483647 w 108"/>
                <a:gd name="T29" fmla="*/ 2147483647 h 156"/>
                <a:gd name="T30" fmla="*/ 2147483647 w 108"/>
                <a:gd name="T31" fmla="*/ 2147483647 h 156"/>
                <a:gd name="T32" fmla="*/ 2147483647 w 108"/>
                <a:gd name="T33" fmla="*/ 2147483647 h 156"/>
                <a:gd name="T34" fmla="*/ 2147483647 w 108"/>
                <a:gd name="T35" fmla="*/ 2147483647 h 156"/>
                <a:gd name="T36" fmla="*/ 2147483647 w 108"/>
                <a:gd name="T37" fmla="*/ 2147483647 h 156"/>
                <a:gd name="T38" fmla="*/ 2147483647 w 108"/>
                <a:gd name="T39" fmla="*/ 2147483647 h 156"/>
                <a:gd name="T40" fmla="*/ 2147483647 w 108"/>
                <a:gd name="T41" fmla="*/ 2147483647 h 156"/>
                <a:gd name="T42" fmla="*/ 0 w 108"/>
                <a:gd name="T43" fmla="*/ 2147483647 h 156"/>
                <a:gd name="T44" fmla="*/ 0 w 108"/>
                <a:gd name="T45" fmla="*/ 2147483647 h 156"/>
                <a:gd name="T46" fmla="*/ 2147483647 w 108"/>
                <a:gd name="T47" fmla="*/ 2147483647 h 156"/>
                <a:gd name="T48" fmla="*/ 2147483647 w 108"/>
                <a:gd name="T49" fmla="*/ 2147483647 h 156"/>
                <a:gd name="T50" fmla="*/ 2147483647 w 108"/>
                <a:gd name="T51" fmla="*/ 2147483647 h 156"/>
                <a:gd name="T52" fmla="*/ 2147483647 w 108"/>
                <a:gd name="T53" fmla="*/ 2147483647 h 156"/>
                <a:gd name="T54" fmla="*/ 2147483647 w 108"/>
                <a:gd name="T55" fmla="*/ 2147483647 h 156"/>
                <a:gd name="T56" fmla="*/ 2147483647 w 108"/>
                <a:gd name="T57" fmla="*/ 2147483647 h 156"/>
                <a:gd name="T58" fmla="*/ 2147483647 w 108"/>
                <a:gd name="T59" fmla="*/ 2147483647 h 156"/>
                <a:gd name="T60" fmla="*/ 2147483647 w 108"/>
                <a:gd name="T61" fmla="*/ 2147483647 h 15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08"/>
                <a:gd name="T94" fmla="*/ 0 h 156"/>
                <a:gd name="T95" fmla="*/ 108 w 108"/>
                <a:gd name="T96" fmla="*/ 156 h 15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08" h="156">
                  <a:moveTo>
                    <a:pt x="72" y="96"/>
                  </a:moveTo>
                  <a:lnTo>
                    <a:pt x="72" y="72"/>
                  </a:lnTo>
                  <a:lnTo>
                    <a:pt x="78" y="66"/>
                  </a:lnTo>
                  <a:lnTo>
                    <a:pt x="84" y="66"/>
                  </a:lnTo>
                  <a:lnTo>
                    <a:pt x="96" y="60"/>
                  </a:lnTo>
                  <a:lnTo>
                    <a:pt x="102" y="60"/>
                  </a:lnTo>
                  <a:lnTo>
                    <a:pt x="108" y="48"/>
                  </a:lnTo>
                  <a:lnTo>
                    <a:pt x="108" y="30"/>
                  </a:lnTo>
                  <a:lnTo>
                    <a:pt x="102" y="18"/>
                  </a:lnTo>
                  <a:lnTo>
                    <a:pt x="96" y="12"/>
                  </a:lnTo>
                  <a:lnTo>
                    <a:pt x="102" y="0"/>
                  </a:lnTo>
                  <a:lnTo>
                    <a:pt x="54" y="0"/>
                  </a:lnTo>
                  <a:lnTo>
                    <a:pt x="60" y="0"/>
                  </a:lnTo>
                  <a:lnTo>
                    <a:pt x="60" y="6"/>
                  </a:lnTo>
                  <a:lnTo>
                    <a:pt x="54" y="6"/>
                  </a:lnTo>
                  <a:lnTo>
                    <a:pt x="48" y="18"/>
                  </a:lnTo>
                  <a:lnTo>
                    <a:pt x="36" y="24"/>
                  </a:lnTo>
                  <a:lnTo>
                    <a:pt x="30" y="30"/>
                  </a:lnTo>
                  <a:lnTo>
                    <a:pt x="18" y="66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0" y="114"/>
                  </a:lnTo>
                  <a:lnTo>
                    <a:pt x="0" y="156"/>
                  </a:lnTo>
                  <a:lnTo>
                    <a:pt x="12" y="150"/>
                  </a:lnTo>
                  <a:lnTo>
                    <a:pt x="24" y="126"/>
                  </a:lnTo>
                  <a:lnTo>
                    <a:pt x="30" y="132"/>
                  </a:lnTo>
                  <a:lnTo>
                    <a:pt x="36" y="132"/>
                  </a:lnTo>
                  <a:lnTo>
                    <a:pt x="42" y="126"/>
                  </a:lnTo>
                  <a:lnTo>
                    <a:pt x="48" y="114"/>
                  </a:lnTo>
                  <a:lnTo>
                    <a:pt x="48" y="102"/>
                  </a:lnTo>
                  <a:lnTo>
                    <a:pt x="72" y="9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73" name="Lesotho" descr="© INSCALE GmbH, 05.05.2010&#10;http://www.presentationload.com/">
              <a:extLst>
                <a:ext uri="{FF2B5EF4-FFF2-40B4-BE49-F238E27FC236}">
                  <a16:creationId xmlns:a16="http://schemas.microsoft.com/office/drawing/2014/main" id="{DF427A86-968F-4AB0-AFEB-51A1263264E5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352347" y="3759823"/>
              <a:ext cx="55575" cy="53947"/>
            </a:xfrm>
            <a:custGeom>
              <a:avLst/>
              <a:gdLst>
                <a:gd name="T0" fmla="*/ 0 w 168"/>
                <a:gd name="T1" fmla="*/ 2147483647 h 162"/>
                <a:gd name="T2" fmla="*/ 2147483647 w 168"/>
                <a:gd name="T3" fmla="*/ 2147483647 h 162"/>
                <a:gd name="T4" fmla="*/ 2147483647 w 168"/>
                <a:gd name="T5" fmla="*/ 2147483647 h 162"/>
                <a:gd name="T6" fmla="*/ 2147483647 w 168"/>
                <a:gd name="T7" fmla="*/ 2147483647 h 162"/>
                <a:gd name="T8" fmla="*/ 2147483647 w 168"/>
                <a:gd name="T9" fmla="*/ 2147483647 h 162"/>
                <a:gd name="T10" fmla="*/ 2147483647 w 168"/>
                <a:gd name="T11" fmla="*/ 2147483647 h 162"/>
                <a:gd name="T12" fmla="*/ 2147483647 w 168"/>
                <a:gd name="T13" fmla="*/ 2147483647 h 162"/>
                <a:gd name="T14" fmla="*/ 2147483647 w 168"/>
                <a:gd name="T15" fmla="*/ 2147483647 h 162"/>
                <a:gd name="T16" fmla="*/ 2147483647 w 168"/>
                <a:gd name="T17" fmla="*/ 2147483647 h 162"/>
                <a:gd name="T18" fmla="*/ 2147483647 w 168"/>
                <a:gd name="T19" fmla="*/ 2147483647 h 162"/>
                <a:gd name="T20" fmla="*/ 2147483647 w 168"/>
                <a:gd name="T21" fmla="*/ 2147483647 h 162"/>
                <a:gd name="T22" fmla="*/ 2147483647 w 168"/>
                <a:gd name="T23" fmla="*/ 2147483647 h 162"/>
                <a:gd name="T24" fmla="*/ 2147483647 w 168"/>
                <a:gd name="T25" fmla="*/ 2147483647 h 162"/>
                <a:gd name="T26" fmla="*/ 2147483647 w 168"/>
                <a:gd name="T27" fmla="*/ 2147483647 h 162"/>
                <a:gd name="T28" fmla="*/ 2147483647 w 168"/>
                <a:gd name="T29" fmla="*/ 2147483647 h 162"/>
                <a:gd name="T30" fmla="*/ 2147483647 w 168"/>
                <a:gd name="T31" fmla="*/ 2147483647 h 162"/>
                <a:gd name="T32" fmla="*/ 2147483647 w 168"/>
                <a:gd name="T33" fmla="*/ 2147483647 h 162"/>
                <a:gd name="T34" fmla="*/ 2147483647 w 168"/>
                <a:gd name="T35" fmla="*/ 2147483647 h 162"/>
                <a:gd name="T36" fmla="*/ 2147483647 w 168"/>
                <a:gd name="T37" fmla="*/ 2147483647 h 162"/>
                <a:gd name="T38" fmla="*/ 2147483647 w 168"/>
                <a:gd name="T39" fmla="*/ 2147483647 h 162"/>
                <a:gd name="T40" fmla="*/ 2147483647 w 168"/>
                <a:gd name="T41" fmla="*/ 2147483647 h 162"/>
                <a:gd name="T42" fmla="*/ 2147483647 w 168"/>
                <a:gd name="T43" fmla="*/ 0 h 162"/>
                <a:gd name="T44" fmla="*/ 2147483647 w 168"/>
                <a:gd name="T45" fmla="*/ 0 h 162"/>
                <a:gd name="T46" fmla="*/ 2147483647 w 168"/>
                <a:gd name="T47" fmla="*/ 2147483647 h 162"/>
                <a:gd name="T48" fmla="*/ 2147483647 w 168"/>
                <a:gd name="T49" fmla="*/ 2147483647 h 162"/>
                <a:gd name="T50" fmla="*/ 2147483647 w 168"/>
                <a:gd name="T51" fmla="*/ 2147483647 h 162"/>
                <a:gd name="T52" fmla="*/ 2147483647 w 168"/>
                <a:gd name="T53" fmla="*/ 2147483647 h 162"/>
                <a:gd name="T54" fmla="*/ 2147483647 w 168"/>
                <a:gd name="T55" fmla="*/ 2147483647 h 162"/>
                <a:gd name="T56" fmla="*/ 2147483647 w 168"/>
                <a:gd name="T57" fmla="*/ 2147483647 h 162"/>
                <a:gd name="T58" fmla="*/ 2147483647 w 168"/>
                <a:gd name="T59" fmla="*/ 2147483647 h 162"/>
                <a:gd name="T60" fmla="*/ 0 w 168"/>
                <a:gd name="T61" fmla="*/ 2147483647 h 16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68"/>
                <a:gd name="T94" fmla="*/ 0 h 162"/>
                <a:gd name="T95" fmla="*/ 168 w 168"/>
                <a:gd name="T96" fmla="*/ 162 h 162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68" h="162">
                  <a:moveTo>
                    <a:pt x="0" y="78"/>
                  </a:moveTo>
                  <a:lnTo>
                    <a:pt x="24" y="114"/>
                  </a:lnTo>
                  <a:lnTo>
                    <a:pt x="24" y="132"/>
                  </a:lnTo>
                  <a:lnTo>
                    <a:pt x="54" y="162"/>
                  </a:lnTo>
                  <a:lnTo>
                    <a:pt x="72" y="162"/>
                  </a:lnTo>
                  <a:lnTo>
                    <a:pt x="72" y="150"/>
                  </a:lnTo>
                  <a:lnTo>
                    <a:pt x="78" y="144"/>
                  </a:lnTo>
                  <a:lnTo>
                    <a:pt x="84" y="132"/>
                  </a:lnTo>
                  <a:lnTo>
                    <a:pt x="90" y="126"/>
                  </a:lnTo>
                  <a:lnTo>
                    <a:pt x="102" y="120"/>
                  </a:lnTo>
                  <a:lnTo>
                    <a:pt x="120" y="120"/>
                  </a:lnTo>
                  <a:lnTo>
                    <a:pt x="132" y="114"/>
                  </a:lnTo>
                  <a:lnTo>
                    <a:pt x="138" y="108"/>
                  </a:lnTo>
                  <a:lnTo>
                    <a:pt x="150" y="102"/>
                  </a:lnTo>
                  <a:lnTo>
                    <a:pt x="144" y="84"/>
                  </a:lnTo>
                  <a:lnTo>
                    <a:pt x="168" y="66"/>
                  </a:lnTo>
                  <a:lnTo>
                    <a:pt x="162" y="42"/>
                  </a:lnTo>
                  <a:lnTo>
                    <a:pt x="150" y="36"/>
                  </a:lnTo>
                  <a:lnTo>
                    <a:pt x="144" y="24"/>
                  </a:lnTo>
                  <a:lnTo>
                    <a:pt x="138" y="18"/>
                  </a:lnTo>
                  <a:lnTo>
                    <a:pt x="132" y="6"/>
                  </a:lnTo>
                  <a:lnTo>
                    <a:pt x="126" y="0"/>
                  </a:lnTo>
                  <a:lnTo>
                    <a:pt x="90" y="0"/>
                  </a:lnTo>
                  <a:lnTo>
                    <a:pt x="78" y="6"/>
                  </a:lnTo>
                  <a:lnTo>
                    <a:pt x="78" y="18"/>
                  </a:lnTo>
                  <a:lnTo>
                    <a:pt x="54" y="18"/>
                  </a:lnTo>
                  <a:lnTo>
                    <a:pt x="48" y="24"/>
                  </a:lnTo>
                  <a:lnTo>
                    <a:pt x="48" y="42"/>
                  </a:lnTo>
                  <a:lnTo>
                    <a:pt x="30" y="60"/>
                  </a:lnTo>
                  <a:lnTo>
                    <a:pt x="24" y="78"/>
                  </a:lnTo>
                  <a:lnTo>
                    <a:pt x="0" y="7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74" name="Latvia" descr="© INSCALE GmbH, 05.05.2010&#10;http://www.presentationload.com/">
              <a:extLst>
                <a:ext uri="{FF2B5EF4-FFF2-40B4-BE49-F238E27FC236}">
                  <a16:creationId xmlns:a16="http://schemas.microsoft.com/office/drawing/2014/main" id="{FC7FBE35-4031-4ADD-9A2A-0CA5F6B812A8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181749" y="1479941"/>
              <a:ext cx="140873" cy="59085"/>
            </a:xfrm>
            <a:custGeom>
              <a:avLst/>
              <a:gdLst>
                <a:gd name="T0" fmla="*/ 2147483647 w 426"/>
                <a:gd name="T1" fmla="*/ 2147483647 h 180"/>
                <a:gd name="T2" fmla="*/ 2147483647 w 426"/>
                <a:gd name="T3" fmla="*/ 2147483647 h 180"/>
                <a:gd name="T4" fmla="*/ 2147483647 w 426"/>
                <a:gd name="T5" fmla="*/ 2147483647 h 180"/>
                <a:gd name="T6" fmla="*/ 2147483647 w 426"/>
                <a:gd name="T7" fmla="*/ 2147483647 h 180"/>
                <a:gd name="T8" fmla="*/ 2147483647 w 426"/>
                <a:gd name="T9" fmla="*/ 2147483647 h 180"/>
                <a:gd name="T10" fmla="*/ 2147483647 w 426"/>
                <a:gd name="T11" fmla="*/ 2147483647 h 180"/>
                <a:gd name="T12" fmla="*/ 2147483647 w 426"/>
                <a:gd name="T13" fmla="*/ 2147483647 h 180"/>
                <a:gd name="T14" fmla="*/ 2147483647 w 426"/>
                <a:gd name="T15" fmla="*/ 2147483647 h 180"/>
                <a:gd name="T16" fmla="*/ 2147483647 w 426"/>
                <a:gd name="T17" fmla="*/ 2147483647 h 180"/>
                <a:gd name="T18" fmla="*/ 2147483647 w 426"/>
                <a:gd name="T19" fmla="*/ 2147483647 h 180"/>
                <a:gd name="T20" fmla="*/ 2147483647 w 426"/>
                <a:gd name="T21" fmla="*/ 2147483647 h 180"/>
                <a:gd name="T22" fmla="*/ 2147483647 w 426"/>
                <a:gd name="T23" fmla="*/ 2147483647 h 180"/>
                <a:gd name="T24" fmla="*/ 2147483647 w 426"/>
                <a:gd name="T25" fmla="*/ 2147483647 h 180"/>
                <a:gd name="T26" fmla="*/ 2147483647 w 426"/>
                <a:gd name="T27" fmla="*/ 2147483647 h 180"/>
                <a:gd name="T28" fmla="*/ 2147483647 w 426"/>
                <a:gd name="T29" fmla="*/ 2147483647 h 180"/>
                <a:gd name="T30" fmla="*/ 2147483647 w 426"/>
                <a:gd name="T31" fmla="*/ 2147483647 h 180"/>
                <a:gd name="T32" fmla="*/ 2147483647 w 426"/>
                <a:gd name="T33" fmla="*/ 2147483647 h 180"/>
                <a:gd name="T34" fmla="*/ 2147483647 w 426"/>
                <a:gd name="T35" fmla="*/ 2147483647 h 180"/>
                <a:gd name="T36" fmla="*/ 2147483647 w 426"/>
                <a:gd name="T37" fmla="*/ 2147483647 h 180"/>
                <a:gd name="T38" fmla="*/ 2147483647 w 426"/>
                <a:gd name="T39" fmla="*/ 2147483647 h 180"/>
                <a:gd name="T40" fmla="*/ 2147483647 w 426"/>
                <a:gd name="T41" fmla="*/ 2147483647 h 180"/>
                <a:gd name="T42" fmla="*/ 2147483647 w 426"/>
                <a:gd name="T43" fmla="*/ 2147483647 h 180"/>
                <a:gd name="T44" fmla="*/ 2147483647 w 426"/>
                <a:gd name="T45" fmla="*/ 2147483647 h 180"/>
                <a:gd name="T46" fmla="*/ 2147483647 w 426"/>
                <a:gd name="T47" fmla="*/ 2147483647 h 180"/>
                <a:gd name="T48" fmla="*/ 2147483647 w 426"/>
                <a:gd name="T49" fmla="*/ 2147483647 h 180"/>
                <a:gd name="T50" fmla="*/ 2147483647 w 426"/>
                <a:gd name="T51" fmla="*/ 2147483647 h 180"/>
                <a:gd name="T52" fmla="*/ 2147483647 w 426"/>
                <a:gd name="T53" fmla="*/ 2147483647 h 180"/>
                <a:gd name="T54" fmla="*/ 2147483647 w 426"/>
                <a:gd name="T55" fmla="*/ 2147483647 h 180"/>
                <a:gd name="T56" fmla="*/ 2147483647 w 426"/>
                <a:gd name="T57" fmla="*/ 2147483647 h 180"/>
                <a:gd name="T58" fmla="*/ 2147483647 w 426"/>
                <a:gd name="T59" fmla="*/ 2147483647 h 180"/>
                <a:gd name="T60" fmla="*/ 2147483647 w 426"/>
                <a:gd name="T61" fmla="*/ 0 h 180"/>
                <a:gd name="T62" fmla="*/ 2147483647 w 426"/>
                <a:gd name="T63" fmla="*/ 2147483647 h 180"/>
                <a:gd name="T64" fmla="*/ 2147483647 w 426"/>
                <a:gd name="T65" fmla="*/ 2147483647 h 180"/>
                <a:gd name="T66" fmla="*/ 2147483647 w 426"/>
                <a:gd name="T67" fmla="*/ 2147483647 h 180"/>
                <a:gd name="T68" fmla="*/ 2147483647 w 426"/>
                <a:gd name="T69" fmla="*/ 2147483647 h 180"/>
                <a:gd name="T70" fmla="*/ 2147483647 w 426"/>
                <a:gd name="T71" fmla="*/ 2147483647 h 180"/>
                <a:gd name="T72" fmla="*/ 2147483647 w 426"/>
                <a:gd name="T73" fmla="*/ 2147483647 h 180"/>
                <a:gd name="T74" fmla="*/ 2147483647 w 426"/>
                <a:gd name="T75" fmla="*/ 2147483647 h 180"/>
                <a:gd name="T76" fmla="*/ 2147483647 w 426"/>
                <a:gd name="T77" fmla="*/ 2147483647 h 180"/>
                <a:gd name="T78" fmla="*/ 2147483647 w 426"/>
                <a:gd name="T79" fmla="*/ 2147483647 h 180"/>
                <a:gd name="T80" fmla="*/ 2147483647 w 426"/>
                <a:gd name="T81" fmla="*/ 2147483647 h 180"/>
                <a:gd name="T82" fmla="*/ 2147483647 w 426"/>
                <a:gd name="T83" fmla="*/ 2147483647 h 180"/>
                <a:gd name="T84" fmla="*/ 0 w 426"/>
                <a:gd name="T85" fmla="*/ 2147483647 h 180"/>
                <a:gd name="T86" fmla="*/ 2147483647 w 426"/>
                <a:gd name="T87" fmla="*/ 2147483647 h 18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26"/>
                <a:gd name="T133" fmla="*/ 0 h 180"/>
                <a:gd name="T134" fmla="*/ 426 w 426"/>
                <a:gd name="T135" fmla="*/ 180 h 18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26" h="180">
                  <a:moveTo>
                    <a:pt x="6" y="144"/>
                  </a:moveTo>
                  <a:lnTo>
                    <a:pt x="6" y="138"/>
                  </a:lnTo>
                  <a:lnTo>
                    <a:pt x="12" y="138"/>
                  </a:lnTo>
                  <a:lnTo>
                    <a:pt x="24" y="132"/>
                  </a:lnTo>
                  <a:lnTo>
                    <a:pt x="66" y="132"/>
                  </a:lnTo>
                  <a:lnTo>
                    <a:pt x="78" y="120"/>
                  </a:lnTo>
                  <a:lnTo>
                    <a:pt x="96" y="120"/>
                  </a:lnTo>
                  <a:lnTo>
                    <a:pt x="102" y="126"/>
                  </a:lnTo>
                  <a:lnTo>
                    <a:pt x="108" y="126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6" y="126"/>
                  </a:lnTo>
                  <a:lnTo>
                    <a:pt x="132" y="126"/>
                  </a:lnTo>
                  <a:lnTo>
                    <a:pt x="144" y="132"/>
                  </a:lnTo>
                  <a:lnTo>
                    <a:pt x="150" y="132"/>
                  </a:lnTo>
                  <a:lnTo>
                    <a:pt x="156" y="138"/>
                  </a:lnTo>
                  <a:lnTo>
                    <a:pt x="162" y="138"/>
                  </a:lnTo>
                  <a:lnTo>
                    <a:pt x="168" y="132"/>
                  </a:lnTo>
                  <a:lnTo>
                    <a:pt x="180" y="132"/>
                  </a:lnTo>
                  <a:lnTo>
                    <a:pt x="186" y="138"/>
                  </a:lnTo>
                  <a:lnTo>
                    <a:pt x="204" y="138"/>
                  </a:lnTo>
                  <a:lnTo>
                    <a:pt x="216" y="126"/>
                  </a:lnTo>
                  <a:lnTo>
                    <a:pt x="228" y="126"/>
                  </a:lnTo>
                  <a:lnTo>
                    <a:pt x="234" y="132"/>
                  </a:lnTo>
                  <a:lnTo>
                    <a:pt x="240" y="144"/>
                  </a:lnTo>
                  <a:lnTo>
                    <a:pt x="270" y="144"/>
                  </a:lnTo>
                  <a:lnTo>
                    <a:pt x="282" y="150"/>
                  </a:lnTo>
                  <a:lnTo>
                    <a:pt x="288" y="150"/>
                  </a:lnTo>
                  <a:lnTo>
                    <a:pt x="300" y="162"/>
                  </a:lnTo>
                  <a:lnTo>
                    <a:pt x="318" y="174"/>
                  </a:lnTo>
                  <a:lnTo>
                    <a:pt x="336" y="180"/>
                  </a:lnTo>
                  <a:lnTo>
                    <a:pt x="360" y="168"/>
                  </a:lnTo>
                  <a:lnTo>
                    <a:pt x="378" y="168"/>
                  </a:lnTo>
                  <a:lnTo>
                    <a:pt x="384" y="174"/>
                  </a:lnTo>
                  <a:lnTo>
                    <a:pt x="390" y="168"/>
                  </a:lnTo>
                  <a:lnTo>
                    <a:pt x="396" y="168"/>
                  </a:lnTo>
                  <a:lnTo>
                    <a:pt x="402" y="162"/>
                  </a:lnTo>
                  <a:lnTo>
                    <a:pt x="408" y="150"/>
                  </a:lnTo>
                  <a:lnTo>
                    <a:pt x="414" y="144"/>
                  </a:lnTo>
                  <a:lnTo>
                    <a:pt x="420" y="150"/>
                  </a:lnTo>
                  <a:lnTo>
                    <a:pt x="426" y="150"/>
                  </a:lnTo>
                  <a:lnTo>
                    <a:pt x="426" y="126"/>
                  </a:lnTo>
                  <a:lnTo>
                    <a:pt x="414" y="114"/>
                  </a:lnTo>
                  <a:lnTo>
                    <a:pt x="408" y="102"/>
                  </a:lnTo>
                  <a:lnTo>
                    <a:pt x="402" y="96"/>
                  </a:lnTo>
                  <a:lnTo>
                    <a:pt x="378" y="90"/>
                  </a:lnTo>
                  <a:lnTo>
                    <a:pt x="384" y="72"/>
                  </a:lnTo>
                  <a:lnTo>
                    <a:pt x="402" y="72"/>
                  </a:lnTo>
                  <a:lnTo>
                    <a:pt x="402" y="66"/>
                  </a:lnTo>
                  <a:lnTo>
                    <a:pt x="396" y="60"/>
                  </a:lnTo>
                  <a:lnTo>
                    <a:pt x="384" y="54"/>
                  </a:lnTo>
                  <a:lnTo>
                    <a:pt x="372" y="42"/>
                  </a:lnTo>
                  <a:lnTo>
                    <a:pt x="354" y="42"/>
                  </a:lnTo>
                  <a:lnTo>
                    <a:pt x="348" y="36"/>
                  </a:lnTo>
                  <a:lnTo>
                    <a:pt x="330" y="36"/>
                  </a:lnTo>
                  <a:lnTo>
                    <a:pt x="324" y="42"/>
                  </a:lnTo>
                  <a:lnTo>
                    <a:pt x="306" y="42"/>
                  </a:lnTo>
                  <a:lnTo>
                    <a:pt x="288" y="24"/>
                  </a:lnTo>
                  <a:lnTo>
                    <a:pt x="276" y="18"/>
                  </a:lnTo>
                  <a:lnTo>
                    <a:pt x="270" y="12"/>
                  </a:lnTo>
                  <a:lnTo>
                    <a:pt x="246" y="0"/>
                  </a:lnTo>
                  <a:lnTo>
                    <a:pt x="216" y="0"/>
                  </a:lnTo>
                  <a:lnTo>
                    <a:pt x="186" y="12"/>
                  </a:lnTo>
                  <a:lnTo>
                    <a:pt x="174" y="12"/>
                  </a:lnTo>
                  <a:lnTo>
                    <a:pt x="180" y="24"/>
                  </a:lnTo>
                  <a:lnTo>
                    <a:pt x="180" y="30"/>
                  </a:lnTo>
                  <a:lnTo>
                    <a:pt x="186" y="42"/>
                  </a:lnTo>
                  <a:lnTo>
                    <a:pt x="186" y="60"/>
                  </a:lnTo>
                  <a:lnTo>
                    <a:pt x="192" y="66"/>
                  </a:lnTo>
                  <a:lnTo>
                    <a:pt x="186" y="78"/>
                  </a:lnTo>
                  <a:lnTo>
                    <a:pt x="156" y="78"/>
                  </a:lnTo>
                  <a:lnTo>
                    <a:pt x="138" y="72"/>
                  </a:lnTo>
                  <a:lnTo>
                    <a:pt x="126" y="72"/>
                  </a:lnTo>
                  <a:lnTo>
                    <a:pt x="114" y="54"/>
                  </a:lnTo>
                  <a:lnTo>
                    <a:pt x="84" y="24"/>
                  </a:lnTo>
                  <a:lnTo>
                    <a:pt x="72" y="24"/>
                  </a:lnTo>
                  <a:lnTo>
                    <a:pt x="60" y="30"/>
                  </a:lnTo>
                  <a:lnTo>
                    <a:pt x="48" y="30"/>
                  </a:lnTo>
                  <a:lnTo>
                    <a:pt x="36" y="36"/>
                  </a:lnTo>
                  <a:lnTo>
                    <a:pt x="30" y="42"/>
                  </a:lnTo>
                  <a:lnTo>
                    <a:pt x="24" y="54"/>
                  </a:lnTo>
                  <a:lnTo>
                    <a:pt x="24" y="66"/>
                  </a:lnTo>
                  <a:lnTo>
                    <a:pt x="18" y="78"/>
                  </a:lnTo>
                  <a:lnTo>
                    <a:pt x="6" y="84"/>
                  </a:lnTo>
                  <a:lnTo>
                    <a:pt x="0" y="96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6" y="150"/>
                  </a:lnTo>
                  <a:lnTo>
                    <a:pt x="6" y="14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75" name="Laos" descr="© INSCALE GmbH, 05.05.2010&#10;http://www.presentationload.com/">
              <a:extLst>
                <a:ext uri="{FF2B5EF4-FFF2-40B4-BE49-F238E27FC236}">
                  <a16:creationId xmlns:a16="http://schemas.microsoft.com/office/drawing/2014/main" id="{4792FB2A-8A8A-49DF-BB95-3CE7EA6CFAF9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6047998" y="2406022"/>
              <a:ext cx="199032" cy="228630"/>
            </a:xfrm>
            <a:custGeom>
              <a:avLst/>
              <a:gdLst>
                <a:gd name="T0" fmla="*/ 2147483647 w 600"/>
                <a:gd name="T1" fmla="*/ 2147483647 h 696"/>
                <a:gd name="T2" fmla="*/ 2147483647 w 600"/>
                <a:gd name="T3" fmla="*/ 2147483647 h 696"/>
                <a:gd name="T4" fmla="*/ 2147483647 w 600"/>
                <a:gd name="T5" fmla="*/ 2147483647 h 696"/>
                <a:gd name="T6" fmla="*/ 2147483647 w 600"/>
                <a:gd name="T7" fmla="*/ 2147483647 h 696"/>
                <a:gd name="T8" fmla="*/ 2147483647 w 600"/>
                <a:gd name="T9" fmla="*/ 2147483647 h 696"/>
                <a:gd name="T10" fmla="*/ 2147483647 w 600"/>
                <a:gd name="T11" fmla="*/ 2147483647 h 696"/>
                <a:gd name="T12" fmla="*/ 2147483647 w 600"/>
                <a:gd name="T13" fmla="*/ 2147483647 h 696"/>
                <a:gd name="T14" fmla="*/ 2147483647 w 600"/>
                <a:gd name="T15" fmla="*/ 2147483647 h 696"/>
                <a:gd name="T16" fmla="*/ 2147483647 w 600"/>
                <a:gd name="T17" fmla="*/ 2147483647 h 696"/>
                <a:gd name="T18" fmla="*/ 2147483647 w 600"/>
                <a:gd name="T19" fmla="*/ 2147483647 h 696"/>
                <a:gd name="T20" fmla="*/ 2147483647 w 600"/>
                <a:gd name="T21" fmla="*/ 2147483647 h 696"/>
                <a:gd name="T22" fmla="*/ 2147483647 w 600"/>
                <a:gd name="T23" fmla="*/ 2147483647 h 696"/>
                <a:gd name="T24" fmla="*/ 2147483647 w 600"/>
                <a:gd name="T25" fmla="*/ 2147483647 h 696"/>
                <a:gd name="T26" fmla="*/ 2147483647 w 600"/>
                <a:gd name="T27" fmla="*/ 2147483647 h 696"/>
                <a:gd name="T28" fmla="*/ 2147483647 w 600"/>
                <a:gd name="T29" fmla="*/ 2147483647 h 696"/>
                <a:gd name="T30" fmla="*/ 2147483647 w 600"/>
                <a:gd name="T31" fmla="*/ 2147483647 h 696"/>
                <a:gd name="T32" fmla="*/ 2147483647 w 600"/>
                <a:gd name="T33" fmla="*/ 2147483647 h 696"/>
                <a:gd name="T34" fmla="*/ 2147483647 w 600"/>
                <a:gd name="T35" fmla="*/ 2147483647 h 696"/>
                <a:gd name="T36" fmla="*/ 2147483647 w 600"/>
                <a:gd name="T37" fmla="*/ 2147483647 h 696"/>
                <a:gd name="T38" fmla="*/ 2147483647 w 600"/>
                <a:gd name="T39" fmla="*/ 2147483647 h 696"/>
                <a:gd name="T40" fmla="*/ 2147483647 w 600"/>
                <a:gd name="T41" fmla="*/ 2147483647 h 696"/>
                <a:gd name="T42" fmla="*/ 2147483647 w 600"/>
                <a:gd name="T43" fmla="*/ 2147483647 h 696"/>
                <a:gd name="T44" fmla="*/ 2147483647 w 600"/>
                <a:gd name="T45" fmla="*/ 2147483647 h 696"/>
                <a:gd name="T46" fmla="*/ 2147483647 w 600"/>
                <a:gd name="T47" fmla="*/ 2147483647 h 696"/>
                <a:gd name="T48" fmla="*/ 2147483647 w 600"/>
                <a:gd name="T49" fmla="*/ 2147483647 h 696"/>
                <a:gd name="T50" fmla="*/ 2147483647 w 600"/>
                <a:gd name="T51" fmla="*/ 2147483647 h 696"/>
                <a:gd name="T52" fmla="*/ 2147483647 w 600"/>
                <a:gd name="T53" fmla="*/ 2147483647 h 696"/>
                <a:gd name="T54" fmla="*/ 2147483647 w 600"/>
                <a:gd name="T55" fmla="*/ 2147483647 h 696"/>
                <a:gd name="T56" fmla="*/ 2147483647 w 600"/>
                <a:gd name="T57" fmla="*/ 2147483647 h 696"/>
                <a:gd name="T58" fmla="*/ 2147483647 w 600"/>
                <a:gd name="T59" fmla="*/ 2147483647 h 696"/>
                <a:gd name="T60" fmla="*/ 2147483647 w 600"/>
                <a:gd name="T61" fmla="*/ 2147483647 h 696"/>
                <a:gd name="T62" fmla="*/ 2147483647 w 600"/>
                <a:gd name="T63" fmla="*/ 2147483647 h 696"/>
                <a:gd name="T64" fmla="*/ 2147483647 w 600"/>
                <a:gd name="T65" fmla="*/ 2147483647 h 696"/>
                <a:gd name="T66" fmla="*/ 2147483647 w 600"/>
                <a:gd name="T67" fmla="*/ 2147483647 h 696"/>
                <a:gd name="T68" fmla="*/ 2147483647 w 600"/>
                <a:gd name="T69" fmla="*/ 2147483647 h 696"/>
                <a:gd name="T70" fmla="*/ 2147483647 w 600"/>
                <a:gd name="T71" fmla="*/ 2147483647 h 696"/>
                <a:gd name="T72" fmla="*/ 2147483647 w 600"/>
                <a:gd name="T73" fmla="*/ 2147483647 h 696"/>
                <a:gd name="T74" fmla="*/ 2147483647 w 600"/>
                <a:gd name="T75" fmla="*/ 2147483647 h 696"/>
                <a:gd name="T76" fmla="*/ 2147483647 w 600"/>
                <a:gd name="T77" fmla="*/ 2147483647 h 696"/>
                <a:gd name="T78" fmla="*/ 2147483647 w 600"/>
                <a:gd name="T79" fmla="*/ 2147483647 h 696"/>
                <a:gd name="T80" fmla="*/ 2147483647 w 600"/>
                <a:gd name="T81" fmla="*/ 2147483647 h 696"/>
                <a:gd name="T82" fmla="*/ 2147483647 w 600"/>
                <a:gd name="T83" fmla="*/ 2147483647 h 696"/>
                <a:gd name="T84" fmla="*/ 2147483647 w 600"/>
                <a:gd name="T85" fmla="*/ 2147483647 h 696"/>
                <a:gd name="T86" fmla="*/ 2147483647 w 600"/>
                <a:gd name="T87" fmla="*/ 2147483647 h 696"/>
                <a:gd name="T88" fmla="*/ 2147483647 w 600"/>
                <a:gd name="T89" fmla="*/ 2147483647 h 696"/>
                <a:gd name="T90" fmla="*/ 2147483647 w 600"/>
                <a:gd name="T91" fmla="*/ 2147483647 h 696"/>
                <a:gd name="T92" fmla="*/ 2147483647 w 600"/>
                <a:gd name="T93" fmla="*/ 2147483647 h 696"/>
                <a:gd name="T94" fmla="*/ 2147483647 w 600"/>
                <a:gd name="T95" fmla="*/ 2147483647 h 696"/>
                <a:gd name="T96" fmla="*/ 2147483647 w 600"/>
                <a:gd name="T97" fmla="*/ 2147483647 h 696"/>
                <a:gd name="T98" fmla="*/ 2147483647 w 600"/>
                <a:gd name="T99" fmla="*/ 2147483647 h 696"/>
                <a:gd name="T100" fmla="*/ 2147483647 w 600"/>
                <a:gd name="T101" fmla="*/ 2147483647 h 696"/>
                <a:gd name="T102" fmla="*/ 2147483647 w 600"/>
                <a:gd name="T103" fmla="*/ 2147483647 h 696"/>
                <a:gd name="T104" fmla="*/ 2147483647 w 600"/>
                <a:gd name="T105" fmla="*/ 2147483647 h 696"/>
                <a:gd name="T106" fmla="*/ 2147483647 w 600"/>
                <a:gd name="T107" fmla="*/ 2147483647 h 696"/>
                <a:gd name="T108" fmla="*/ 2147483647 w 600"/>
                <a:gd name="T109" fmla="*/ 2147483647 h 696"/>
                <a:gd name="T110" fmla="*/ 2147483647 w 600"/>
                <a:gd name="T111" fmla="*/ 2147483647 h 696"/>
                <a:gd name="T112" fmla="*/ 2147483647 w 600"/>
                <a:gd name="T113" fmla="*/ 2147483647 h 696"/>
                <a:gd name="T114" fmla="*/ 2147483647 w 600"/>
                <a:gd name="T115" fmla="*/ 2147483647 h 696"/>
                <a:gd name="T116" fmla="*/ 2147483647 w 600"/>
                <a:gd name="T117" fmla="*/ 2147483647 h 696"/>
                <a:gd name="T118" fmla="*/ 0 w 600"/>
                <a:gd name="T119" fmla="*/ 2147483647 h 696"/>
                <a:gd name="T120" fmla="*/ 2147483647 w 600"/>
                <a:gd name="T121" fmla="*/ 2147483647 h 69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00"/>
                <a:gd name="T184" fmla="*/ 0 h 696"/>
                <a:gd name="T185" fmla="*/ 600 w 600"/>
                <a:gd name="T186" fmla="*/ 696 h 69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00" h="696">
                  <a:moveTo>
                    <a:pt x="24" y="180"/>
                  </a:moveTo>
                  <a:lnTo>
                    <a:pt x="36" y="180"/>
                  </a:lnTo>
                  <a:lnTo>
                    <a:pt x="42" y="186"/>
                  </a:lnTo>
                  <a:lnTo>
                    <a:pt x="42" y="198"/>
                  </a:lnTo>
                  <a:lnTo>
                    <a:pt x="36" y="204"/>
                  </a:lnTo>
                  <a:lnTo>
                    <a:pt x="36" y="228"/>
                  </a:lnTo>
                  <a:lnTo>
                    <a:pt x="42" y="240"/>
                  </a:lnTo>
                  <a:lnTo>
                    <a:pt x="48" y="246"/>
                  </a:lnTo>
                  <a:lnTo>
                    <a:pt x="66" y="246"/>
                  </a:lnTo>
                  <a:lnTo>
                    <a:pt x="66" y="234"/>
                  </a:lnTo>
                  <a:lnTo>
                    <a:pt x="78" y="234"/>
                  </a:lnTo>
                  <a:lnTo>
                    <a:pt x="84" y="228"/>
                  </a:lnTo>
                  <a:lnTo>
                    <a:pt x="90" y="228"/>
                  </a:lnTo>
                  <a:lnTo>
                    <a:pt x="102" y="234"/>
                  </a:lnTo>
                  <a:lnTo>
                    <a:pt x="102" y="264"/>
                  </a:lnTo>
                  <a:lnTo>
                    <a:pt x="96" y="270"/>
                  </a:lnTo>
                  <a:lnTo>
                    <a:pt x="102" y="276"/>
                  </a:lnTo>
                  <a:lnTo>
                    <a:pt x="108" y="288"/>
                  </a:lnTo>
                  <a:lnTo>
                    <a:pt x="108" y="300"/>
                  </a:lnTo>
                  <a:lnTo>
                    <a:pt x="102" y="312"/>
                  </a:lnTo>
                  <a:lnTo>
                    <a:pt x="90" y="324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08" y="342"/>
                  </a:lnTo>
                  <a:lnTo>
                    <a:pt x="84" y="390"/>
                  </a:lnTo>
                  <a:lnTo>
                    <a:pt x="84" y="402"/>
                  </a:lnTo>
                  <a:lnTo>
                    <a:pt x="102" y="402"/>
                  </a:lnTo>
                  <a:lnTo>
                    <a:pt x="126" y="390"/>
                  </a:lnTo>
                  <a:lnTo>
                    <a:pt x="132" y="384"/>
                  </a:lnTo>
                  <a:lnTo>
                    <a:pt x="132" y="378"/>
                  </a:lnTo>
                  <a:lnTo>
                    <a:pt x="144" y="366"/>
                  </a:lnTo>
                  <a:lnTo>
                    <a:pt x="150" y="354"/>
                  </a:lnTo>
                  <a:lnTo>
                    <a:pt x="156" y="348"/>
                  </a:lnTo>
                  <a:lnTo>
                    <a:pt x="168" y="348"/>
                  </a:lnTo>
                  <a:lnTo>
                    <a:pt x="174" y="354"/>
                  </a:lnTo>
                  <a:lnTo>
                    <a:pt x="198" y="366"/>
                  </a:lnTo>
                  <a:lnTo>
                    <a:pt x="216" y="366"/>
                  </a:lnTo>
                  <a:lnTo>
                    <a:pt x="234" y="348"/>
                  </a:lnTo>
                  <a:lnTo>
                    <a:pt x="234" y="336"/>
                  </a:lnTo>
                  <a:lnTo>
                    <a:pt x="240" y="330"/>
                  </a:lnTo>
                  <a:lnTo>
                    <a:pt x="258" y="330"/>
                  </a:lnTo>
                  <a:lnTo>
                    <a:pt x="264" y="336"/>
                  </a:lnTo>
                  <a:lnTo>
                    <a:pt x="276" y="342"/>
                  </a:lnTo>
                  <a:lnTo>
                    <a:pt x="300" y="342"/>
                  </a:lnTo>
                  <a:lnTo>
                    <a:pt x="306" y="348"/>
                  </a:lnTo>
                  <a:lnTo>
                    <a:pt x="306" y="360"/>
                  </a:lnTo>
                  <a:lnTo>
                    <a:pt x="318" y="372"/>
                  </a:lnTo>
                  <a:lnTo>
                    <a:pt x="336" y="384"/>
                  </a:lnTo>
                  <a:lnTo>
                    <a:pt x="348" y="390"/>
                  </a:lnTo>
                  <a:lnTo>
                    <a:pt x="366" y="408"/>
                  </a:lnTo>
                  <a:lnTo>
                    <a:pt x="372" y="450"/>
                  </a:lnTo>
                  <a:lnTo>
                    <a:pt x="372" y="462"/>
                  </a:lnTo>
                  <a:lnTo>
                    <a:pt x="384" y="486"/>
                  </a:lnTo>
                  <a:lnTo>
                    <a:pt x="420" y="522"/>
                  </a:lnTo>
                  <a:lnTo>
                    <a:pt x="420" y="528"/>
                  </a:lnTo>
                  <a:lnTo>
                    <a:pt x="426" y="534"/>
                  </a:lnTo>
                  <a:lnTo>
                    <a:pt x="426" y="546"/>
                  </a:lnTo>
                  <a:lnTo>
                    <a:pt x="432" y="540"/>
                  </a:lnTo>
                  <a:lnTo>
                    <a:pt x="432" y="546"/>
                  </a:lnTo>
                  <a:lnTo>
                    <a:pt x="444" y="558"/>
                  </a:lnTo>
                  <a:lnTo>
                    <a:pt x="432" y="582"/>
                  </a:lnTo>
                  <a:lnTo>
                    <a:pt x="426" y="588"/>
                  </a:lnTo>
                  <a:lnTo>
                    <a:pt x="426" y="594"/>
                  </a:lnTo>
                  <a:lnTo>
                    <a:pt x="438" y="606"/>
                  </a:lnTo>
                  <a:lnTo>
                    <a:pt x="450" y="612"/>
                  </a:lnTo>
                  <a:lnTo>
                    <a:pt x="456" y="618"/>
                  </a:lnTo>
                  <a:lnTo>
                    <a:pt x="456" y="630"/>
                  </a:lnTo>
                  <a:lnTo>
                    <a:pt x="450" y="636"/>
                  </a:lnTo>
                  <a:lnTo>
                    <a:pt x="444" y="648"/>
                  </a:lnTo>
                  <a:lnTo>
                    <a:pt x="432" y="654"/>
                  </a:lnTo>
                  <a:lnTo>
                    <a:pt x="426" y="660"/>
                  </a:lnTo>
                  <a:lnTo>
                    <a:pt x="426" y="672"/>
                  </a:lnTo>
                  <a:lnTo>
                    <a:pt x="450" y="672"/>
                  </a:lnTo>
                  <a:lnTo>
                    <a:pt x="456" y="678"/>
                  </a:lnTo>
                  <a:lnTo>
                    <a:pt x="462" y="678"/>
                  </a:lnTo>
                  <a:lnTo>
                    <a:pt x="462" y="684"/>
                  </a:lnTo>
                  <a:lnTo>
                    <a:pt x="474" y="696"/>
                  </a:lnTo>
                  <a:lnTo>
                    <a:pt x="486" y="696"/>
                  </a:lnTo>
                  <a:lnTo>
                    <a:pt x="492" y="690"/>
                  </a:lnTo>
                  <a:lnTo>
                    <a:pt x="492" y="678"/>
                  </a:lnTo>
                  <a:lnTo>
                    <a:pt x="480" y="666"/>
                  </a:lnTo>
                  <a:lnTo>
                    <a:pt x="498" y="654"/>
                  </a:lnTo>
                  <a:lnTo>
                    <a:pt x="510" y="642"/>
                  </a:lnTo>
                  <a:lnTo>
                    <a:pt x="546" y="654"/>
                  </a:lnTo>
                  <a:lnTo>
                    <a:pt x="558" y="642"/>
                  </a:lnTo>
                  <a:lnTo>
                    <a:pt x="582" y="648"/>
                  </a:lnTo>
                  <a:lnTo>
                    <a:pt x="588" y="648"/>
                  </a:lnTo>
                  <a:lnTo>
                    <a:pt x="600" y="636"/>
                  </a:lnTo>
                  <a:lnTo>
                    <a:pt x="600" y="630"/>
                  </a:lnTo>
                  <a:lnTo>
                    <a:pt x="588" y="618"/>
                  </a:lnTo>
                  <a:lnTo>
                    <a:pt x="582" y="618"/>
                  </a:lnTo>
                  <a:lnTo>
                    <a:pt x="600" y="582"/>
                  </a:lnTo>
                  <a:lnTo>
                    <a:pt x="594" y="582"/>
                  </a:lnTo>
                  <a:lnTo>
                    <a:pt x="588" y="576"/>
                  </a:lnTo>
                  <a:lnTo>
                    <a:pt x="564" y="564"/>
                  </a:lnTo>
                  <a:lnTo>
                    <a:pt x="540" y="540"/>
                  </a:lnTo>
                  <a:lnTo>
                    <a:pt x="546" y="540"/>
                  </a:lnTo>
                  <a:lnTo>
                    <a:pt x="552" y="534"/>
                  </a:lnTo>
                  <a:lnTo>
                    <a:pt x="558" y="534"/>
                  </a:lnTo>
                  <a:lnTo>
                    <a:pt x="564" y="528"/>
                  </a:lnTo>
                  <a:lnTo>
                    <a:pt x="564" y="516"/>
                  </a:lnTo>
                  <a:lnTo>
                    <a:pt x="558" y="510"/>
                  </a:lnTo>
                  <a:lnTo>
                    <a:pt x="546" y="504"/>
                  </a:lnTo>
                  <a:lnTo>
                    <a:pt x="540" y="498"/>
                  </a:lnTo>
                  <a:lnTo>
                    <a:pt x="528" y="498"/>
                  </a:lnTo>
                  <a:lnTo>
                    <a:pt x="516" y="486"/>
                  </a:lnTo>
                  <a:lnTo>
                    <a:pt x="504" y="462"/>
                  </a:lnTo>
                  <a:lnTo>
                    <a:pt x="498" y="456"/>
                  </a:lnTo>
                  <a:lnTo>
                    <a:pt x="498" y="450"/>
                  </a:lnTo>
                  <a:lnTo>
                    <a:pt x="480" y="450"/>
                  </a:lnTo>
                  <a:lnTo>
                    <a:pt x="474" y="432"/>
                  </a:lnTo>
                  <a:lnTo>
                    <a:pt x="456" y="414"/>
                  </a:lnTo>
                  <a:lnTo>
                    <a:pt x="438" y="402"/>
                  </a:lnTo>
                  <a:lnTo>
                    <a:pt x="426" y="378"/>
                  </a:lnTo>
                  <a:lnTo>
                    <a:pt x="426" y="354"/>
                  </a:lnTo>
                  <a:lnTo>
                    <a:pt x="420" y="354"/>
                  </a:lnTo>
                  <a:lnTo>
                    <a:pt x="414" y="348"/>
                  </a:lnTo>
                  <a:lnTo>
                    <a:pt x="402" y="342"/>
                  </a:lnTo>
                  <a:lnTo>
                    <a:pt x="390" y="342"/>
                  </a:lnTo>
                  <a:lnTo>
                    <a:pt x="384" y="336"/>
                  </a:lnTo>
                  <a:lnTo>
                    <a:pt x="384" y="306"/>
                  </a:lnTo>
                  <a:lnTo>
                    <a:pt x="372" y="306"/>
                  </a:lnTo>
                  <a:lnTo>
                    <a:pt x="366" y="300"/>
                  </a:lnTo>
                  <a:lnTo>
                    <a:pt x="354" y="294"/>
                  </a:lnTo>
                  <a:lnTo>
                    <a:pt x="342" y="282"/>
                  </a:lnTo>
                  <a:lnTo>
                    <a:pt x="306" y="264"/>
                  </a:lnTo>
                  <a:lnTo>
                    <a:pt x="300" y="258"/>
                  </a:lnTo>
                  <a:lnTo>
                    <a:pt x="288" y="252"/>
                  </a:lnTo>
                  <a:lnTo>
                    <a:pt x="288" y="234"/>
                  </a:lnTo>
                  <a:lnTo>
                    <a:pt x="282" y="228"/>
                  </a:lnTo>
                  <a:lnTo>
                    <a:pt x="306" y="228"/>
                  </a:lnTo>
                  <a:lnTo>
                    <a:pt x="312" y="234"/>
                  </a:lnTo>
                  <a:lnTo>
                    <a:pt x="330" y="234"/>
                  </a:lnTo>
                  <a:lnTo>
                    <a:pt x="336" y="228"/>
                  </a:lnTo>
                  <a:lnTo>
                    <a:pt x="342" y="216"/>
                  </a:lnTo>
                  <a:lnTo>
                    <a:pt x="354" y="210"/>
                  </a:lnTo>
                  <a:lnTo>
                    <a:pt x="360" y="198"/>
                  </a:lnTo>
                  <a:lnTo>
                    <a:pt x="360" y="186"/>
                  </a:lnTo>
                  <a:lnTo>
                    <a:pt x="348" y="180"/>
                  </a:lnTo>
                  <a:lnTo>
                    <a:pt x="330" y="174"/>
                  </a:lnTo>
                  <a:lnTo>
                    <a:pt x="306" y="162"/>
                  </a:lnTo>
                  <a:lnTo>
                    <a:pt x="306" y="156"/>
                  </a:lnTo>
                  <a:lnTo>
                    <a:pt x="312" y="150"/>
                  </a:lnTo>
                  <a:lnTo>
                    <a:pt x="318" y="150"/>
                  </a:lnTo>
                  <a:lnTo>
                    <a:pt x="294" y="126"/>
                  </a:lnTo>
                  <a:lnTo>
                    <a:pt x="282" y="120"/>
                  </a:lnTo>
                  <a:lnTo>
                    <a:pt x="270" y="120"/>
                  </a:lnTo>
                  <a:lnTo>
                    <a:pt x="264" y="132"/>
                  </a:lnTo>
                  <a:lnTo>
                    <a:pt x="264" y="138"/>
                  </a:lnTo>
                  <a:lnTo>
                    <a:pt x="258" y="150"/>
                  </a:lnTo>
                  <a:lnTo>
                    <a:pt x="252" y="156"/>
                  </a:lnTo>
                  <a:lnTo>
                    <a:pt x="240" y="144"/>
                  </a:lnTo>
                  <a:lnTo>
                    <a:pt x="240" y="138"/>
                  </a:lnTo>
                  <a:lnTo>
                    <a:pt x="222" y="138"/>
                  </a:lnTo>
                  <a:lnTo>
                    <a:pt x="216" y="126"/>
                  </a:lnTo>
                  <a:lnTo>
                    <a:pt x="198" y="108"/>
                  </a:lnTo>
                  <a:lnTo>
                    <a:pt x="186" y="84"/>
                  </a:lnTo>
                  <a:lnTo>
                    <a:pt x="186" y="54"/>
                  </a:lnTo>
                  <a:lnTo>
                    <a:pt x="180" y="54"/>
                  </a:lnTo>
                  <a:lnTo>
                    <a:pt x="174" y="60"/>
                  </a:lnTo>
                  <a:lnTo>
                    <a:pt x="168" y="48"/>
                  </a:lnTo>
                  <a:lnTo>
                    <a:pt x="156" y="42"/>
                  </a:lnTo>
                  <a:lnTo>
                    <a:pt x="150" y="30"/>
                  </a:lnTo>
                  <a:lnTo>
                    <a:pt x="144" y="24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96" y="0"/>
                  </a:lnTo>
                  <a:lnTo>
                    <a:pt x="90" y="6"/>
                  </a:lnTo>
                  <a:lnTo>
                    <a:pt x="90" y="48"/>
                  </a:lnTo>
                  <a:lnTo>
                    <a:pt x="114" y="72"/>
                  </a:lnTo>
                  <a:lnTo>
                    <a:pt x="114" y="108"/>
                  </a:lnTo>
                  <a:lnTo>
                    <a:pt x="72" y="108"/>
                  </a:lnTo>
                  <a:lnTo>
                    <a:pt x="72" y="84"/>
                  </a:lnTo>
                  <a:lnTo>
                    <a:pt x="36" y="102"/>
                  </a:lnTo>
                  <a:lnTo>
                    <a:pt x="36" y="114"/>
                  </a:lnTo>
                  <a:lnTo>
                    <a:pt x="30" y="126"/>
                  </a:lnTo>
                  <a:lnTo>
                    <a:pt x="36" y="132"/>
                  </a:lnTo>
                  <a:lnTo>
                    <a:pt x="30" y="138"/>
                  </a:lnTo>
                  <a:lnTo>
                    <a:pt x="18" y="138"/>
                  </a:lnTo>
                  <a:lnTo>
                    <a:pt x="0" y="156"/>
                  </a:lnTo>
                  <a:lnTo>
                    <a:pt x="0" y="168"/>
                  </a:lnTo>
                  <a:lnTo>
                    <a:pt x="6" y="168"/>
                  </a:lnTo>
                  <a:lnTo>
                    <a:pt x="12" y="174"/>
                  </a:lnTo>
                  <a:lnTo>
                    <a:pt x="24" y="18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76" name="Kyrgyzstan" descr="© INSCALE GmbH, 05.05.2010&#10;http://www.presentationload.com/">
              <a:extLst>
                <a:ext uri="{FF2B5EF4-FFF2-40B4-BE49-F238E27FC236}">
                  <a16:creationId xmlns:a16="http://schemas.microsoft.com/office/drawing/2014/main" id="{F9E41616-0547-4F91-9F7A-E1FF7CAFC71B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5254454" y="1860139"/>
              <a:ext cx="222296" cy="102755"/>
            </a:xfrm>
            <a:custGeom>
              <a:avLst/>
              <a:gdLst>
                <a:gd name="T0" fmla="*/ 2147483647 w 672"/>
                <a:gd name="T1" fmla="*/ 2147483647 h 312"/>
                <a:gd name="T2" fmla="*/ 2147483647 w 672"/>
                <a:gd name="T3" fmla="*/ 2147483647 h 312"/>
                <a:gd name="T4" fmla="*/ 2147483647 w 672"/>
                <a:gd name="T5" fmla="*/ 2147483647 h 312"/>
                <a:gd name="T6" fmla="*/ 2147483647 w 672"/>
                <a:gd name="T7" fmla="*/ 2147483647 h 312"/>
                <a:gd name="T8" fmla="*/ 2147483647 w 672"/>
                <a:gd name="T9" fmla="*/ 2147483647 h 312"/>
                <a:gd name="T10" fmla="*/ 2147483647 w 672"/>
                <a:gd name="T11" fmla="*/ 2147483647 h 312"/>
                <a:gd name="T12" fmla="*/ 2147483647 w 672"/>
                <a:gd name="T13" fmla="*/ 2147483647 h 312"/>
                <a:gd name="T14" fmla="*/ 2147483647 w 672"/>
                <a:gd name="T15" fmla="*/ 2147483647 h 312"/>
                <a:gd name="T16" fmla="*/ 2147483647 w 672"/>
                <a:gd name="T17" fmla="*/ 2147483647 h 312"/>
                <a:gd name="T18" fmla="*/ 2147483647 w 672"/>
                <a:gd name="T19" fmla="*/ 2147483647 h 312"/>
                <a:gd name="T20" fmla="*/ 2147483647 w 672"/>
                <a:gd name="T21" fmla="*/ 2147483647 h 312"/>
                <a:gd name="T22" fmla="*/ 2147483647 w 672"/>
                <a:gd name="T23" fmla="*/ 2147483647 h 312"/>
                <a:gd name="T24" fmla="*/ 0 w 672"/>
                <a:gd name="T25" fmla="*/ 2147483647 h 312"/>
                <a:gd name="T26" fmla="*/ 2147483647 w 672"/>
                <a:gd name="T27" fmla="*/ 2147483647 h 312"/>
                <a:gd name="T28" fmla="*/ 2147483647 w 672"/>
                <a:gd name="T29" fmla="*/ 2147483647 h 312"/>
                <a:gd name="T30" fmla="*/ 2147483647 w 672"/>
                <a:gd name="T31" fmla="*/ 2147483647 h 312"/>
                <a:gd name="T32" fmla="*/ 2147483647 w 672"/>
                <a:gd name="T33" fmla="*/ 2147483647 h 312"/>
                <a:gd name="T34" fmla="*/ 2147483647 w 672"/>
                <a:gd name="T35" fmla="*/ 2147483647 h 312"/>
                <a:gd name="T36" fmla="*/ 2147483647 w 672"/>
                <a:gd name="T37" fmla="*/ 2147483647 h 312"/>
                <a:gd name="T38" fmla="*/ 2147483647 w 672"/>
                <a:gd name="T39" fmla="*/ 2147483647 h 312"/>
                <a:gd name="T40" fmla="*/ 2147483647 w 672"/>
                <a:gd name="T41" fmla="*/ 2147483647 h 312"/>
                <a:gd name="T42" fmla="*/ 2147483647 w 672"/>
                <a:gd name="T43" fmla="*/ 2147483647 h 312"/>
                <a:gd name="T44" fmla="*/ 2147483647 w 672"/>
                <a:gd name="T45" fmla="*/ 2147483647 h 312"/>
                <a:gd name="T46" fmla="*/ 2147483647 w 672"/>
                <a:gd name="T47" fmla="*/ 2147483647 h 312"/>
                <a:gd name="T48" fmla="*/ 2147483647 w 672"/>
                <a:gd name="T49" fmla="*/ 2147483647 h 312"/>
                <a:gd name="T50" fmla="*/ 2147483647 w 672"/>
                <a:gd name="T51" fmla="*/ 2147483647 h 312"/>
                <a:gd name="T52" fmla="*/ 2147483647 w 672"/>
                <a:gd name="T53" fmla="*/ 2147483647 h 312"/>
                <a:gd name="T54" fmla="*/ 2147483647 w 672"/>
                <a:gd name="T55" fmla="*/ 2147483647 h 312"/>
                <a:gd name="T56" fmla="*/ 2147483647 w 672"/>
                <a:gd name="T57" fmla="*/ 2147483647 h 312"/>
                <a:gd name="T58" fmla="*/ 2147483647 w 672"/>
                <a:gd name="T59" fmla="*/ 2147483647 h 312"/>
                <a:gd name="T60" fmla="*/ 2147483647 w 672"/>
                <a:gd name="T61" fmla="*/ 2147483647 h 312"/>
                <a:gd name="T62" fmla="*/ 2147483647 w 672"/>
                <a:gd name="T63" fmla="*/ 2147483647 h 312"/>
                <a:gd name="T64" fmla="*/ 2147483647 w 672"/>
                <a:gd name="T65" fmla="*/ 2147483647 h 312"/>
                <a:gd name="T66" fmla="*/ 2147483647 w 672"/>
                <a:gd name="T67" fmla="*/ 2147483647 h 312"/>
                <a:gd name="T68" fmla="*/ 2147483647 w 672"/>
                <a:gd name="T69" fmla="*/ 2147483647 h 312"/>
                <a:gd name="T70" fmla="*/ 2147483647 w 672"/>
                <a:gd name="T71" fmla="*/ 2147483647 h 312"/>
                <a:gd name="T72" fmla="*/ 2147483647 w 672"/>
                <a:gd name="T73" fmla="*/ 2147483647 h 312"/>
                <a:gd name="T74" fmla="*/ 2147483647 w 672"/>
                <a:gd name="T75" fmla="*/ 2147483647 h 312"/>
                <a:gd name="T76" fmla="*/ 2147483647 w 672"/>
                <a:gd name="T77" fmla="*/ 0 h 312"/>
                <a:gd name="T78" fmla="*/ 2147483647 w 672"/>
                <a:gd name="T79" fmla="*/ 2147483647 h 312"/>
                <a:gd name="T80" fmla="*/ 2147483647 w 672"/>
                <a:gd name="T81" fmla="*/ 2147483647 h 312"/>
                <a:gd name="T82" fmla="*/ 2147483647 w 672"/>
                <a:gd name="T83" fmla="*/ 2147483647 h 312"/>
                <a:gd name="T84" fmla="*/ 2147483647 w 672"/>
                <a:gd name="T85" fmla="*/ 2147483647 h 312"/>
                <a:gd name="T86" fmla="*/ 2147483647 w 672"/>
                <a:gd name="T87" fmla="*/ 2147483647 h 312"/>
                <a:gd name="T88" fmla="*/ 2147483647 w 672"/>
                <a:gd name="T89" fmla="*/ 2147483647 h 31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672"/>
                <a:gd name="T136" fmla="*/ 0 h 312"/>
                <a:gd name="T137" fmla="*/ 672 w 672"/>
                <a:gd name="T138" fmla="*/ 312 h 31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672" h="312">
                  <a:moveTo>
                    <a:pt x="36" y="132"/>
                  </a:moveTo>
                  <a:lnTo>
                    <a:pt x="66" y="144"/>
                  </a:lnTo>
                  <a:lnTo>
                    <a:pt x="78" y="156"/>
                  </a:lnTo>
                  <a:lnTo>
                    <a:pt x="114" y="156"/>
                  </a:lnTo>
                  <a:lnTo>
                    <a:pt x="114" y="144"/>
                  </a:lnTo>
                  <a:lnTo>
                    <a:pt x="126" y="144"/>
                  </a:lnTo>
                  <a:lnTo>
                    <a:pt x="126" y="132"/>
                  </a:lnTo>
                  <a:lnTo>
                    <a:pt x="144" y="156"/>
                  </a:lnTo>
                  <a:lnTo>
                    <a:pt x="162" y="156"/>
                  </a:lnTo>
                  <a:lnTo>
                    <a:pt x="168" y="174"/>
                  </a:lnTo>
                  <a:lnTo>
                    <a:pt x="192" y="174"/>
                  </a:lnTo>
                  <a:lnTo>
                    <a:pt x="198" y="186"/>
                  </a:lnTo>
                  <a:lnTo>
                    <a:pt x="204" y="186"/>
                  </a:lnTo>
                  <a:lnTo>
                    <a:pt x="216" y="180"/>
                  </a:lnTo>
                  <a:lnTo>
                    <a:pt x="228" y="180"/>
                  </a:lnTo>
                  <a:lnTo>
                    <a:pt x="228" y="192"/>
                  </a:lnTo>
                  <a:lnTo>
                    <a:pt x="216" y="204"/>
                  </a:lnTo>
                  <a:lnTo>
                    <a:pt x="204" y="210"/>
                  </a:lnTo>
                  <a:lnTo>
                    <a:pt x="192" y="210"/>
                  </a:lnTo>
                  <a:lnTo>
                    <a:pt x="192" y="216"/>
                  </a:lnTo>
                  <a:lnTo>
                    <a:pt x="174" y="222"/>
                  </a:lnTo>
                  <a:lnTo>
                    <a:pt x="156" y="240"/>
                  </a:lnTo>
                  <a:lnTo>
                    <a:pt x="150" y="240"/>
                  </a:lnTo>
                  <a:lnTo>
                    <a:pt x="144" y="234"/>
                  </a:lnTo>
                  <a:lnTo>
                    <a:pt x="138" y="234"/>
                  </a:lnTo>
                  <a:lnTo>
                    <a:pt x="132" y="228"/>
                  </a:lnTo>
                  <a:lnTo>
                    <a:pt x="114" y="228"/>
                  </a:lnTo>
                  <a:lnTo>
                    <a:pt x="102" y="234"/>
                  </a:lnTo>
                  <a:lnTo>
                    <a:pt x="96" y="234"/>
                  </a:lnTo>
                  <a:lnTo>
                    <a:pt x="96" y="246"/>
                  </a:lnTo>
                  <a:lnTo>
                    <a:pt x="90" y="252"/>
                  </a:lnTo>
                  <a:lnTo>
                    <a:pt x="84" y="252"/>
                  </a:lnTo>
                  <a:lnTo>
                    <a:pt x="72" y="246"/>
                  </a:lnTo>
                  <a:lnTo>
                    <a:pt x="36" y="234"/>
                  </a:lnTo>
                  <a:lnTo>
                    <a:pt x="24" y="234"/>
                  </a:lnTo>
                  <a:lnTo>
                    <a:pt x="18" y="240"/>
                  </a:lnTo>
                  <a:lnTo>
                    <a:pt x="18" y="252"/>
                  </a:lnTo>
                  <a:lnTo>
                    <a:pt x="12" y="258"/>
                  </a:lnTo>
                  <a:lnTo>
                    <a:pt x="0" y="264"/>
                  </a:lnTo>
                  <a:lnTo>
                    <a:pt x="0" y="276"/>
                  </a:lnTo>
                  <a:lnTo>
                    <a:pt x="6" y="282"/>
                  </a:lnTo>
                  <a:lnTo>
                    <a:pt x="6" y="288"/>
                  </a:lnTo>
                  <a:lnTo>
                    <a:pt x="12" y="294"/>
                  </a:lnTo>
                  <a:lnTo>
                    <a:pt x="24" y="288"/>
                  </a:lnTo>
                  <a:lnTo>
                    <a:pt x="36" y="288"/>
                  </a:lnTo>
                  <a:lnTo>
                    <a:pt x="42" y="282"/>
                  </a:lnTo>
                  <a:lnTo>
                    <a:pt x="60" y="282"/>
                  </a:lnTo>
                  <a:lnTo>
                    <a:pt x="72" y="288"/>
                  </a:lnTo>
                  <a:lnTo>
                    <a:pt x="96" y="288"/>
                  </a:lnTo>
                  <a:lnTo>
                    <a:pt x="108" y="300"/>
                  </a:lnTo>
                  <a:lnTo>
                    <a:pt x="126" y="300"/>
                  </a:lnTo>
                  <a:lnTo>
                    <a:pt x="132" y="294"/>
                  </a:lnTo>
                  <a:lnTo>
                    <a:pt x="144" y="288"/>
                  </a:lnTo>
                  <a:lnTo>
                    <a:pt x="150" y="282"/>
                  </a:lnTo>
                  <a:lnTo>
                    <a:pt x="180" y="312"/>
                  </a:lnTo>
                  <a:lnTo>
                    <a:pt x="192" y="306"/>
                  </a:lnTo>
                  <a:lnTo>
                    <a:pt x="198" y="306"/>
                  </a:lnTo>
                  <a:lnTo>
                    <a:pt x="198" y="312"/>
                  </a:lnTo>
                  <a:lnTo>
                    <a:pt x="210" y="312"/>
                  </a:lnTo>
                  <a:lnTo>
                    <a:pt x="222" y="306"/>
                  </a:lnTo>
                  <a:lnTo>
                    <a:pt x="228" y="300"/>
                  </a:lnTo>
                  <a:lnTo>
                    <a:pt x="270" y="300"/>
                  </a:lnTo>
                  <a:lnTo>
                    <a:pt x="282" y="288"/>
                  </a:lnTo>
                  <a:lnTo>
                    <a:pt x="300" y="294"/>
                  </a:lnTo>
                  <a:lnTo>
                    <a:pt x="318" y="294"/>
                  </a:lnTo>
                  <a:lnTo>
                    <a:pt x="318" y="282"/>
                  </a:lnTo>
                  <a:lnTo>
                    <a:pt x="312" y="270"/>
                  </a:lnTo>
                  <a:lnTo>
                    <a:pt x="300" y="264"/>
                  </a:lnTo>
                  <a:lnTo>
                    <a:pt x="300" y="258"/>
                  </a:lnTo>
                  <a:lnTo>
                    <a:pt x="306" y="252"/>
                  </a:lnTo>
                  <a:lnTo>
                    <a:pt x="318" y="246"/>
                  </a:lnTo>
                  <a:lnTo>
                    <a:pt x="330" y="246"/>
                  </a:lnTo>
                  <a:lnTo>
                    <a:pt x="336" y="240"/>
                  </a:lnTo>
                  <a:lnTo>
                    <a:pt x="348" y="234"/>
                  </a:lnTo>
                  <a:lnTo>
                    <a:pt x="348" y="216"/>
                  </a:lnTo>
                  <a:lnTo>
                    <a:pt x="372" y="216"/>
                  </a:lnTo>
                  <a:lnTo>
                    <a:pt x="384" y="204"/>
                  </a:lnTo>
                  <a:lnTo>
                    <a:pt x="396" y="204"/>
                  </a:lnTo>
                  <a:lnTo>
                    <a:pt x="402" y="210"/>
                  </a:lnTo>
                  <a:lnTo>
                    <a:pt x="408" y="222"/>
                  </a:lnTo>
                  <a:lnTo>
                    <a:pt x="414" y="228"/>
                  </a:lnTo>
                  <a:lnTo>
                    <a:pt x="426" y="222"/>
                  </a:lnTo>
                  <a:lnTo>
                    <a:pt x="456" y="228"/>
                  </a:lnTo>
                  <a:lnTo>
                    <a:pt x="462" y="222"/>
                  </a:lnTo>
                  <a:lnTo>
                    <a:pt x="462" y="198"/>
                  </a:lnTo>
                  <a:lnTo>
                    <a:pt x="468" y="186"/>
                  </a:lnTo>
                  <a:lnTo>
                    <a:pt x="486" y="168"/>
                  </a:lnTo>
                  <a:lnTo>
                    <a:pt x="516" y="168"/>
                  </a:lnTo>
                  <a:lnTo>
                    <a:pt x="534" y="174"/>
                  </a:lnTo>
                  <a:lnTo>
                    <a:pt x="552" y="174"/>
                  </a:lnTo>
                  <a:lnTo>
                    <a:pt x="558" y="168"/>
                  </a:lnTo>
                  <a:lnTo>
                    <a:pt x="564" y="156"/>
                  </a:lnTo>
                  <a:lnTo>
                    <a:pt x="564" y="138"/>
                  </a:lnTo>
                  <a:lnTo>
                    <a:pt x="570" y="132"/>
                  </a:lnTo>
                  <a:lnTo>
                    <a:pt x="582" y="126"/>
                  </a:lnTo>
                  <a:lnTo>
                    <a:pt x="594" y="114"/>
                  </a:lnTo>
                  <a:lnTo>
                    <a:pt x="642" y="96"/>
                  </a:lnTo>
                  <a:lnTo>
                    <a:pt x="666" y="96"/>
                  </a:lnTo>
                  <a:lnTo>
                    <a:pt x="672" y="90"/>
                  </a:lnTo>
                  <a:lnTo>
                    <a:pt x="672" y="78"/>
                  </a:lnTo>
                  <a:lnTo>
                    <a:pt x="660" y="66"/>
                  </a:lnTo>
                  <a:lnTo>
                    <a:pt x="642" y="60"/>
                  </a:lnTo>
                  <a:lnTo>
                    <a:pt x="600" y="60"/>
                  </a:lnTo>
                  <a:lnTo>
                    <a:pt x="576" y="30"/>
                  </a:lnTo>
                  <a:lnTo>
                    <a:pt x="558" y="30"/>
                  </a:lnTo>
                  <a:lnTo>
                    <a:pt x="546" y="18"/>
                  </a:lnTo>
                  <a:lnTo>
                    <a:pt x="498" y="24"/>
                  </a:lnTo>
                  <a:lnTo>
                    <a:pt x="486" y="24"/>
                  </a:lnTo>
                  <a:lnTo>
                    <a:pt x="474" y="18"/>
                  </a:lnTo>
                  <a:lnTo>
                    <a:pt x="354" y="18"/>
                  </a:lnTo>
                  <a:lnTo>
                    <a:pt x="336" y="24"/>
                  </a:lnTo>
                  <a:lnTo>
                    <a:pt x="318" y="24"/>
                  </a:lnTo>
                  <a:lnTo>
                    <a:pt x="306" y="18"/>
                  </a:lnTo>
                  <a:lnTo>
                    <a:pt x="282" y="18"/>
                  </a:lnTo>
                  <a:lnTo>
                    <a:pt x="276" y="6"/>
                  </a:lnTo>
                  <a:lnTo>
                    <a:pt x="264" y="0"/>
                  </a:lnTo>
                  <a:lnTo>
                    <a:pt x="222" y="0"/>
                  </a:lnTo>
                  <a:lnTo>
                    <a:pt x="216" y="6"/>
                  </a:lnTo>
                  <a:lnTo>
                    <a:pt x="216" y="36"/>
                  </a:lnTo>
                  <a:lnTo>
                    <a:pt x="222" y="48"/>
                  </a:lnTo>
                  <a:lnTo>
                    <a:pt x="222" y="60"/>
                  </a:lnTo>
                  <a:lnTo>
                    <a:pt x="204" y="54"/>
                  </a:lnTo>
                  <a:lnTo>
                    <a:pt x="174" y="54"/>
                  </a:lnTo>
                  <a:lnTo>
                    <a:pt x="138" y="36"/>
                  </a:lnTo>
                  <a:lnTo>
                    <a:pt x="120" y="30"/>
                  </a:lnTo>
                  <a:lnTo>
                    <a:pt x="108" y="24"/>
                  </a:lnTo>
                  <a:lnTo>
                    <a:pt x="78" y="24"/>
                  </a:lnTo>
                  <a:lnTo>
                    <a:pt x="60" y="42"/>
                  </a:lnTo>
                  <a:lnTo>
                    <a:pt x="54" y="54"/>
                  </a:lnTo>
                  <a:lnTo>
                    <a:pt x="54" y="72"/>
                  </a:lnTo>
                  <a:lnTo>
                    <a:pt x="72" y="72"/>
                  </a:lnTo>
                  <a:lnTo>
                    <a:pt x="78" y="78"/>
                  </a:lnTo>
                  <a:lnTo>
                    <a:pt x="84" y="78"/>
                  </a:lnTo>
                  <a:lnTo>
                    <a:pt x="84" y="84"/>
                  </a:lnTo>
                  <a:lnTo>
                    <a:pt x="36" y="13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77" name="Kuwait" descr="© INSCALE GmbH, 05.05.2010&#10;http://www.presentationload.com/">
              <a:extLst>
                <a:ext uri="{FF2B5EF4-FFF2-40B4-BE49-F238E27FC236}">
                  <a16:creationId xmlns:a16="http://schemas.microsoft.com/office/drawing/2014/main" id="{F1F238D7-5B01-4FB4-B0C4-551E770A839A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796938" y="2206934"/>
              <a:ext cx="45235" cy="39818"/>
            </a:xfrm>
            <a:custGeom>
              <a:avLst/>
              <a:gdLst>
                <a:gd name="T0" fmla="*/ 2147483647 w 138"/>
                <a:gd name="T1" fmla="*/ 0 h 120"/>
                <a:gd name="T2" fmla="*/ 2147483647 w 138"/>
                <a:gd name="T3" fmla="*/ 0 h 120"/>
                <a:gd name="T4" fmla="*/ 2147483647 w 138"/>
                <a:gd name="T5" fmla="*/ 2147483647 h 120"/>
                <a:gd name="T6" fmla="*/ 2147483647 w 138"/>
                <a:gd name="T7" fmla="*/ 2147483647 h 120"/>
                <a:gd name="T8" fmla="*/ 2147483647 w 138"/>
                <a:gd name="T9" fmla="*/ 2147483647 h 120"/>
                <a:gd name="T10" fmla="*/ 2147483647 w 138"/>
                <a:gd name="T11" fmla="*/ 2147483647 h 120"/>
                <a:gd name="T12" fmla="*/ 0 w 138"/>
                <a:gd name="T13" fmla="*/ 2147483647 h 120"/>
                <a:gd name="T14" fmla="*/ 2147483647 w 138"/>
                <a:gd name="T15" fmla="*/ 2147483647 h 120"/>
                <a:gd name="T16" fmla="*/ 2147483647 w 138"/>
                <a:gd name="T17" fmla="*/ 2147483647 h 120"/>
                <a:gd name="T18" fmla="*/ 2147483647 w 138"/>
                <a:gd name="T19" fmla="*/ 2147483647 h 120"/>
                <a:gd name="T20" fmla="*/ 2147483647 w 138"/>
                <a:gd name="T21" fmla="*/ 2147483647 h 120"/>
                <a:gd name="T22" fmla="*/ 2147483647 w 138"/>
                <a:gd name="T23" fmla="*/ 2147483647 h 120"/>
                <a:gd name="T24" fmla="*/ 2147483647 w 138"/>
                <a:gd name="T25" fmla="*/ 2147483647 h 120"/>
                <a:gd name="T26" fmla="*/ 2147483647 w 138"/>
                <a:gd name="T27" fmla="*/ 2147483647 h 120"/>
                <a:gd name="T28" fmla="*/ 2147483647 w 138"/>
                <a:gd name="T29" fmla="*/ 2147483647 h 120"/>
                <a:gd name="T30" fmla="*/ 2147483647 w 138"/>
                <a:gd name="T31" fmla="*/ 2147483647 h 120"/>
                <a:gd name="T32" fmla="*/ 2147483647 w 138"/>
                <a:gd name="T33" fmla="*/ 2147483647 h 120"/>
                <a:gd name="T34" fmla="*/ 2147483647 w 138"/>
                <a:gd name="T35" fmla="*/ 2147483647 h 120"/>
                <a:gd name="T36" fmla="*/ 2147483647 w 138"/>
                <a:gd name="T37" fmla="*/ 2147483647 h 120"/>
                <a:gd name="T38" fmla="*/ 2147483647 w 138"/>
                <a:gd name="T39" fmla="*/ 2147483647 h 120"/>
                <a:gd name="T40" fmla="*/ 2147483647 w 138"/>
                <a:gd name="T41" fmla="*/ 2147483647 h 120"/>
                <a:gd name="T42" fmla="*/ 2147483647 w 138"/>
                <a:gd name="T43" fmla="*/ 2147483647 h 120"/>
                <a:gd name="T44" fmla="*/ 2147483647 w 138"/>
                <a:gd name="T45" fmla="*/ 2147483647 h 120"/>
                <a:gd name="T46" fmla="*/ 2147483647 w 138"/>
                <a:gd name="T47" fmla="*/ 2147483647 h 120"/>
                <a:gd name="T48" fmla="*/ 2147483647 w 138"/>
                <a:gd name="T49" fmla="*/ 0 h 120"/>
                <a:gd name="T50" fmla="*/ 2147483647 w 138"/>
                <a:gd name="T51" fmla="*/ 0 h 12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8"/>
                <a:gd name="T79" fmla="*/ 0 h 120"/>
                <a:gd name="T80" fmla="*/ 138 w 138"/>
                <a:gd name="T81" fmla="*/ 120 h 12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8" h="120">
                  <a:moveTo>
                    <a:pt x="54" y="0"/>
                  </a:moveTo>
                  <a:lnTo>
                    <a:pt x="36" y="0"/>
                  </a:lnTo>
                  <a:lnTo>
                    <a:pt x="30" y="12"/>
                  </a:lnTo>
                  <a:lnTo>
                    <a:pt x="24" y="18"/>
                  </a:lnTo>
                  <a:lnTo>
                    <a:pt x="24" y="30"/>
                  </a:lnTo>
                  <a:lnTo>
                    <a:pt x="6" y="66"/>
                  </a:lnTo>
                  <a:lnTo>
                    <a:pt x="0" y="72"/>
                  </a:lnTo>
                  <a:lnTo>
                    <a:pt x="42" y="72"/>
                  </a:lnTo>
                  <a:lnTo>
                    <a:pt x="60" y="78"/>
                  </a:lnTo>
                  <a:lnTo>
                    <a:pt x="66" y="78"/>
                  </a:lnTo>
                  <a:lnTo>
                    <a:pt x="66" y="114"/>
                  </a:lnTo>
                  <a:lnTo>
                    <a:pt x="72" y="120"/>
                  </a:lnTo>
                  <a:lnTo>
                    <a:pt x="138" y="120"/>
                  </a:lnTo>
                  <a:lnTo>
                    <a:pt x="126" y="114"/>
                  </a:lnTo>
                  <a:lnTo>
                    <a:pt x="114" y="102"/>
                  </a:lnTo>
                  <a:lnTo>
                    <a:pt x="102" y="78"/>
                  </a:lnTo>
                  <a:lnTo>
                    <a:pt x="102" y="66"/>
                  </a:lnTo>
                  <a:lnTo>
                    <a:pt x="90" y="60"/>
                  </a:lnTo>
                  <a:lnTo>
                    <a:pt x="84" y="36"/>
                  </a:lnTo>
                  <a:lnTo>
                    <a:pt x="120" y="36"/>
                  </a:lnTo>
                  <a:lnTo>
                    <a:pt x="120" y="18"/>
                  </a:lnTo>
                  <a:lnTo>
                    <a:pt x="114" y="12"/>
                  </a:lnTo>
                  <a:lnTo>
                    <a:pt x="90" y="12"/>
                  </a:lnTo>
                  <a:lnTo>
                    <a:pt x="90" y="18"/>
                  </a:lnTo>
                  <a:lnTo>
                    <a:pt x="84" y="0"/>
                  </a:lnTo>
                  <a:lnTo>
                    <a:pt x="54" y="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78" name="Kosovo" descr="© INSCALE GmbH, 05.05.2010&#10;http://www.presentationload.com/">
              <a:extLst>
                <a:ext uri="{FF2B5EF4-FFF2-40B4-BE49-F238E27FC236}">
                  <a16:creationId xmlns:a16="http://schemas.microsoft.com/office/drawing/2014/main" id="{B68A880A-CC09-4F55-BBE1-D3F152AF841A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4182891" y="1849609"/>
              <a:ext cx="42596" cy="42647"/>
            </a:xfrm>
            <a:custGeom>
              <a:avLst/>
              <a:gdLst/>
              <a:ahLst/>
              <a:cxnLst>
                <a:cxn ang="0">
                  <a:pos x="6" y="75"/>
                </a:cxn>
                <a:cxn ang="0">
                  <a:pos x="0" y="72"/>
                </a:cxn>
                <a:cxn ang="0">
                  <a:pos x="227" y="122"/>
                </a:cxn>
                <a:cxn ang="0">
                  <a:pos x="218" y="127"/>
                </a:cxn>
                <a:cxn ang="0">
                  <a:pos x="214" y="120"/>
                </a:cxn>
                <a:cxn ang="0">
                  <a:pos x="206" y="113"/>
                </a:cxn>
                <a:cxn ang="0">
                  <a:pos x="197" y="111"/>
                </a:cxn>
                <a:cxn ang="0">
                  <a:pos x="190" y="110"/>
                </a:cxn>
                <a:cxn ang="0">
                  <a:pos x="185" y="110"/>
                </a:cxn>
                <a:cxn ang="0">
                  <a:pos x="185" y="101"/>
                </a:cxn>
                <a:cxn ang="0">
                  <a:pos x="189" y="95"/>
                </a:cxn>
                <a:cxn ang="0">
                  <a:pos x="187" y="84"/>
                </a:cxn>
                <a:cxn ang="0">
                  <a:pos x="177" y="78"/>
                </a:cxn>
                <a:cxn ang="0">
                  <a:pos x="169" y="76"/>
                </a:cxn>
                <a:cxn ang="0">
                  <a:pos x="170" y="61"/>
                </a:cxn>
                <a:cxn ang="0">
                  <a:pos x="165" y="56"/>
                </a:cxn>
                <a:cxn ang="0">
                  <a:pos x="161" y="61"/>
                </a:cxn>
                <a:cxn ang="0">
                  <a:pos x="157" y="53"/>
                </a:cxn>
                <a:cxn ang="0">
                  <a:pos x="158" y="35"/>
                </a:cxn>
                <a:cxn ang="0">
                  <a:pos x="154" y="32"/>
                </a:cxn>
                <a:cxn ang="0">
                  <a:pos x="147" y="32"/>
                </a:cxn>
                <a:cxn ang="0">
                  <a:pos x="137" y="32"/>
                </a:cxn>
                <a:cxn ang="0">
                  <a:pos x="126" y="27"/>
                </a:cxn>
                <a:cxn ang="0">
                  <a:pos x="131" y="20"/>
                </a:cxn>
                <a:cxn ang="0">
                  <a:pos x="130" y="12"/>
                </a:cxn>
                <a:cxn ang="0">
                  <a:pos x="122" y="0"/>
                </a:cxn>
                <a:cxn ang="0">
                  <a:pos x="115" y="6"/>
                </a:cxn>
                <a:cxn ang="0">
                  <a:pos x="104" y="13"/>
                </a:cxn>
                <a:cxn ang="0">
                  <a:pos x="96" y="15"/>
                </a:cxn>
                <a:cxn ang="0">
                  <a:pos x="89" y="13"/>
                </a:cxn>
                <a:cxn ang="0">
                  <a:pos x="91" y="22"/>
                </a:cxn>
                <a:cxn ang="0">
                  <a:pos x="101" y="27"/>
                </a:cxn>
                <a:cxn ang="0">
                  <a:pos x="97" y="33"/>
                </a:cxn>
                <a:cxn ang="0">
                  <a:pos x="100" y="40"/>
                </a:cxn>
                <a:cxn ang="0">
                  <a:pos x="99" y="46"/>
                </a:cxn>
                <a:cxn ang="0">
                  <a:pos x="92" y="49"/>
                </a:cxn>
                <a:cxn ang="0">
                  <a:pos x="88" y="45"/>
                </a:cxn>
                <a:cxn ang="0">
                  <a:pos x="70" y="59"/>
                </a:cxn>
                <a:cxn ang="0">
                  <a:pos x="73" y="71"/>
                </a:cxn>
                <a:cxn ang="0">
                  <a:pos x="45" y="74"/>
                </a:cxn>
                <a:cxn ang="0">
                  <a:pos x="14" y="72"/>
                </a:cxn>
                <a:cxn ang="0">
                  <a:pos x="6" y="75"/>
                </a:cxn>
                <a:cxn ang="0">
                  <a:pos x="6" y="141"/>
                </a:cxn>
                <a:cxn ang="0">
                  <a:pos x="14" y="155"/>
                </a:cxn>
                <a:cxn ang="0">
                  <a:pos x="27" y="173"/>
                </a:cxn>
                <a:cxn ang="0">
                  <a:pos x="50" y="175"/>
                </a:cxn>
                <a:cxn ang="0">
                  <a:pos x="60" y="211"/>
                </a:cxn>
                <a:cxn ang="0">
                  <a:pos x="60" y="237"/>
                </a:cxn>
                <a:cxn ang="0">
                  <a:pos x="92" y="226"/>
                </a:cxn>
                <a:cxn ang="0">
                  <a:pos x="138" y="205"/>
                </a:cxn>
                <a:cxn ang="0">
                  <a:pos x="146" y="184"/>
                </a:cxn>
                <a:cxn ang="0">
                  <a:pos x="189" y="173"/>
                </a:cxn>
                <a:cxn ang="0">
                  <a:pos x="209" y="163"/>
                </a:cxn>
                <a:cxn ang="0">
                  <a:pos x="217" y="156"/>
                </a:cxn>
                <a:cxn ang="0">
                  <a:pos x="225" y="144"/>
                </a:cxn>
                <a:cxn ang="0">
                  <a:pos x="228" y="137"/>
                </a:cxn>
                <a:cxn ang="0">
                  <a:pos x="232" y="129"/>
                </a:cxn>
              </a:cxnLst>
              <a:rect l="0" t="0" r="r" b="b"/>
              <a:pathLst>
                <a:path w="232" h="237">
                  <a:moveTo>
                    <a:pt x="0" y="72"/>
                  </a:moveTo>
                  <a:cubicBezTo>
                    <a:pt x="1" y="72"/>
                    <a:pt x="2" y="73"/>
                    <a:pt x="6" y="75"/>
                  </a:cubicBezTo>
                  <a:cubicBezTo>
                    <a:pt x="6" y="66"/>
                    <a:pt x="6" y="66"/>
                    <a:pt x="6" y="66"/>
                  </a:cubicBezTo>
                  <a:lnTo>
                    <a:pt x="0" y="72"/>
                  </a:lnTo>
                  <a:close/>
                  <a:moveTo>
                    <a:pt x="231" y="124"/>
                  </a:moveTo>
                  <a:cubicBezTo>
                    <a:pt x="227" y="122"/>
                    <a:pt x="227" y="122"/>
                    <a:pt x="227" y="122"/>
                  </a:cubicBezTo>
                  <a:cubicBezTo>
                    <a:pt x="223" y="124"/>
                    <a:pt x="223" y="124"/>
                    <a:pt x="223" y="124"/>
                  </a:cubicBezTo>
                  <a:cubicBezTo>
                    <a:pt x="218" y="127"/>
                    <a:pt x="218" y="127"/>
                    <a:pt x="218" y="127"/>
                  </a:cubicBezTo>
                  <a:cubicBezTo>
                    <a:pt x="216" y="124"/>
                    <a:pt x="216" y="124"/>
                    <a:pt x="216" y="124"/>
                  </a:cubicBezTo>
                  <a:cubicBezTo>
                    <a:pt x="214" y="120"/>
                    <a:pt x="214" y="120"/>
                    <a:pt x="214" y="120"/>
                  </a:cubicBezTo>
                  <a:cubicBezTo>
                    <a:pt x="210" y="117"/>
                    <a:pt x="210" y="117"/>
                    <a:pt x="210" y="117"/>
                  </a:cubicBezTo>
                  <a:cubicBezTo>
                    <a:pt x="206" y="113"/>
                    <a:pt x="206" y="113"/>
                    <a:pt x="206" y="113"/>
                  </a:cubicBezTo>
                  <a:cubicBezTo>
                    <a:pt x="202" y="113"/>
                    <a:pt x="202" y="113"/>
                    <a:pt x="202" y="113"/>
                  </a:cubicBezTo>
                  <a:cubicBezTo>
                    <a:pt x="197" y="111"/>
                    <a:pt x="197" y="111"/>
                    <a:pt x="197" y="111"/>
                  </a:cubicBezTo>
                  <a:cubicBezTo>
                    <a:pt x="195" y="113"/>
                    <a:pt x="195" y="113"/>
                    <a:pt x="195" y="113"/>
                  </a:cubicBezTo>
                  <a:cubicBezTo>
                    <a:pt x="190" y="110"/>
                    <a:pt x="190" y="110"/>
                    <a:pt x="190" y="110"/>
                  </a:cubicBezTo>
                  <a:cubicBezTo>
                    <a:pt x="186" y="111"/>
                    <a:pt x="186" y="111"/>
                    <a:pt x="186" y="111"/>
                  </a:cubicBezTo>
                  <a:cubicBezTo>
                    <a:pt x="185" y="110"/>
                    <a:pt x="185" y="110"/>
                    <a:pt x="185" y="110"/>
                  </a:cubicBezTo>
                  <a:cubicBezTo>
                    <a:pt x="187" y="106"/>
                    <a:pt x="187" y="106"/>
                    <a:pt x="187" y="106"/>
                  </a:cubicBezTo>
                  <a:cubicBezTo>
                    <a:pt x="185" y="101"/>
                    <a:pt x="185" y="101"/>
                    <a:pt x="185" y="101"/>
                  </a:cubicBezTo>
                  <a:cubicBezTo>
                    <a:pt x="189" y="100"/>
                    <a:pt x="189" y="100"/>
                    <a:pt x="189" y="100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1" y="85"/>
                    <a:pt x="191" y="85"/>
                    <a:pt x="191" y="85"/>
                  </a:cubicBezTo>
                  <a:cubicBezTo>
                    <a:pt x="187" y="84"/>
                    <a:pt x="187" y="84"/>
                    <a:pt x="187" y="84"/>
                  </a:cubicBezTo>
                  <a:cubicBezTo>
                    <a:pt x="182" y="80"/>
                    <a:pt x="182" y="80"/>
                    <a:pt x="182" y="80"/>
                  </a:cubicBezTo>
                  <a:cubicBezTo>
                    <a:pt x="177" y="78"/>
                    <a:pt x="177" y="78"/>
                    <a:pt x="177" y="78"/>
                  </a:cubicBezTo>
                  <a:cubicBezTo>
                    <a:pt x="172" y="78"/>
                    <a:pt x="172" y="78"/>
                    <a:pt x="172" y="78"/>
                  </a:cubicBezTo>
                  <a:cubicBezTo>
                    <a:pt x="169" y="76"/>
                    <a:pt x="169" y="76"/>
                    <a:pt x="169" y="76"/>
                  </a:cubicBezTo>
                  <a:cubicBezTo>
                    <a:pt x="169" y="71"/>
                    <a:pt x="169" y="71"/>
                    <a:pt x="169" y="71"/>
                  </a:cubicBezTo>
                  <a:cubicBezTo>
                    <a:pt x="170" y="61"/>
                    <a:pt x="170" y="61"/>
                    <a:pt x="170" y="61"/>
                  </a:cubicBezTo>
                  <a:cubicBezTo>
                    <a:pt x="167" y="57"/>
                    <a:pt x="167" y="57"/>
                    <a:pt x="167" y="57"/>
                  </a:cubicBezTo>
                  <a:cubicBezTo>
                    <a:pt x="165" y="56"/>
                    <a:pt x="165" y="56"/>
                    <a:pt x="165" y="56"/>
                  </a:cubicBezTo>
                  <a:cubicBezTo>
                    <a:pt x="163" y="59"/>
                    <a:pt x="163" y="59"/>
                    <a:pt x="163" y="59"/>
                  </a:cubicBezTo>
                  <a:cubicBezTo>
                    <a:pt x="161" y="61"/>
                    <a:pt x="161" y="61"/>
                    <a:pt x="161" y="61"/>
                  </a:cubicBezTo>
                  <a:cubicBezTo>
                    <a:pt x="158" y="60"/>
                    <a:pt x="158" y="60"/>
                    <a:pt x="158" y="60"/>
                  </a:cubicBezTo>
                  <a:cubicBezTo>
                    <a:pt x="157" y="53"/>
                    <a:pt x="157" y="53"/>
                    <a:pt x="157" y="53"/>
                  </a:cubicBezTo>
                  <a:cubicBezTo>
                    <a:pt x="159" y="36"/>
                    <a:pt x="159" y="36"/>
                    <a:pt x="159" y="36"/>
                  </a:cubicBezTo>
                  <a:cubicBezTo>
                    <a:pt x="158" y="35"/>
                    <a:pt x="158" y="35"/>
                    <a:pt x="158" y="35"/>
                  </a:cubicBezTo>
                  <a:cubicBezTo>
                    <a:pt x="151" y="36"/>
                    <a:pt x="151" y="36"/>
                    <a:pt x="151" y="36"/>
                  </a:cubicBezTo>
                  <a:cubicBezTo>
                    <a:pt x="154" y="32"/>
                    <a:pt x="154" y="32"/>
                    <a:pt x="154" y="32"/>
                  </a:cubicBezTo>
                  <a:cubicBezTo>
                    <a:pt x="152" y="29"/>
                    <a:pt x="152" y="29"/>
                    <a:pt x="152" y="29"/>
                  </a:cubicBezTo>
                  <a:cubicBezTo>
                    <a:pt x="147" y="32"/>
                    <a:pt x="147" y="32"/>
                    <a:pt x="147" y="32"/>
                  </a:cubicBezTo>
                  <a:cubicBezTo>
                    <a:pt x="142" y="30"/>
                    <a:pt x="142" y="30"/>
                    <a:pt x="142" y="30"/>
                  </a:cubicBezTo>
                  <a:cubicBezTo>
                    <a:pt x="137" y="32"/>
                    <a:pt x="137" y="32"/>
                    <a:pt x="137" y="32"/>
                  </a:cubicBezTo>
                  <a:cubicBezTo>
                    <a:pt x="132" y="28"/>
                    <a:pt x="132" y="28"/>
                    <a:pt x="132" y="28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1" y="20"/>
                    <a:pt x="131" y="20"/>
                    <a:pt x="131" y="20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30" y="12"/>
                    <a:pt x="130" y="12"/>
                    <a:pt x="130" y="12"/>
                  </a:cubicBezTo>
                  <a:cubicBezTo>
                    <a:pt x="126" y="5"/>
                    <a:pt x="126" y="5"/>
                    <a:pt x="126" y="5"/>
                  </a:cubicBezTo>
                  <a:cubicBezTo>
                    <a:pt x="122" y="0"/>
                    <a:pt x="122" y="0"/>
                    <a:pt x="122" y="0"/>
                  </a:cubicBezTo>
                  <a:cubicBezTo>
                    <a:pt x="116" y="2"/>
                    <a:pt x="116" y="2"/>
                    <a:pt x="116" y="2"/>
                  </a:cubicBezTo>
                  <a:cubicBezTo>
                    <a:pt x="115" y="6"/>
                    <a:pt x="115" y="6"/>
                    <a:pt x="115" y="6"/>
                  </a:cubicBezTo>
                  <a:cubicBezTo>
                    <a:pt x="112" y="8"/>
                    <a:pt x="112" y="8"/>
                    <a:pt x="112" y="8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0" y="16"/>
                    <a:pt x="100" y="16"/>
                    <a:pt x="100" y="16"/>
                  </a:cubicBezTo>
                  <a:cubicBezTo>
                    <a:pt x="96" y="15"/>
                    <a:pt x="96" y="15"/>
                    <a:pt x="96" y="15"/>
                  </a:cubicBezTo>
                  <a:cubicBezTo>
                    <a:pt x="92" y="17"/>
                    <a:pt x="92" y="17"/>
                    <a:pt x="92" y="17"/>
                  </a:cubicBezTo>
                  <a:cubicBezTo>
                    <a:pt x="89" y="13"/>
                    <a:pt x="89" y="13"/>
                    <a:pt x="89" y="13"/>
                  </a:cubicBezTo>
                  <a:cubicBezTo>
                    <a:pt x="88" y="16"/>
                    <a:pt x="88" y="16"/>
                    <a:pt x="88" y="16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99" y="24"/>
                    <a:pt x="99" y="24"/>
                    <a:pt x="99" y="24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97" y="30"/>
                    <a:pt x="97" y="30"/>
                    <a:pt x="97" y="30"/>
                  </a:cubicBezTo>
                  <a:cubicBezTo>
                    <a:pt x="97" y="33"/>
                    <a:pt x="97" y="33"/>
                    <a:pt x="97" y="33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00" y="40"/>
                    <a:pt x="100" y="40"/>
                    <a:pt x="100" y="40"/>
                  </a:cubicBezTo>
                  <a:cubicBezTo>
                    <a:pt x="97" y="42"/>
                    <a:pt x="97" y="42"/>
                    <a:pt x="97" y="42"/>
                  </a:cubicBezTo>
                  <a:cubicBezTo>
                    <a:pt x="99" y="46"/>
                    <a:pt x="99" y="46"/>
                    <a:pt x="99" y="46"/>
                  </a:cubicBezTo>
                  <a:cubicBezTo>
                    <a:pt x="96" y="47"/>
                    <a:pt x="96" y="47"/>
                    <a:pt x="96" y="47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1" y="44"/>
                    <a:pt x="91" y="44"/>
                    <a:pt x="91" y="44"/>
                  </a:cubicBezTo>
                  <a:cubicBezTo>
                    <a:pt x="88" y="45"/>
                    <a:pt x="88" y="45"/>
                    <a:pt x="88" y="45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70" y="59"/>
                    <a:pt x="70" y="59"/>
                    <a:pt x="70" y="59"/>
                  </a:cubicBezTo>
                  <a:cubicBezTo>
                    <a:pt x="72" y="65"/>
                    <a:pt x="72" y="65"/>
                    <a:pt x="72" y="65"/>
                  </a:cubicBezTo>
                  <a:cubicBezTo>
                    <a:pt x="73" y="71"/>
                    <a:pt x="73" y="71"/>
                    <a:pt x="73" y="71"/>
                  </a:cubicBezTo>
                  <a:cubicBezTo>
                    <a:pt x="63" y="74"/>
                    <a:pt x="63" y="74"/>
                    <a:pt x="63" y="74"/>
                  </a:cubicBezTo>
                  <a:cubicBezTo>
                    <a:pt x="45" y="74"/>
                    <a:pt x="45" y="74"/>
                    <a:pt x="45" y="74"/>
                  </a:cubicBezTo>
                  <a:cubicBezTo>
                    <a:pt x="32" y="75"/>
                    <a:pt x="32" y="75"/>
                    <a:pt x="32" y="75"/>
                  </a:cubicBezTo>
                  <a:cubicBezTo>
                    <a:pt x="14" y="72"/>
                    <a:pt x="14" y="72"/>
                    <a:pt x="14" y="72"/>
                  </a:cubicBezTo>
                  <a:cubicBezTo>
                    <a:pt x="9" y="77"/>
                    <a:pt x="9" y="77"/>
                    <a:pt x="9" y="77"/>
                  </a:cubicBezTo>
                  <a:cubicBezTo>
                    <a:pt x="8" y="76"/>
                    <a:pt x="7" y="76"/>
                    <a:pt x="6" y="75"/>
                  </a:cubicBezTo>
                  <a:cubicBezTo>
                    <a:pt x="6" y="116"/>
                    <a:pt x="6" y="116"/>
                    <a:pt x="6" y="116"/>
                  </a:cubicBezTo>
                  <a:cubicBezTo>
                    <a:pt x="6" y="141"/>
                    <a:pt x="6" y="141"/>
                    <a:pt x="6" y="141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4" y="154"/>
                    <a:pt x="14" y="155"/>
                    <a:pt x="14" y="155"/>
                  </a:cubicBezTo>
                  <a:cubicBezTo>
                    <a:pt x="14" y="155"/>
                    <a:pt x="15" y="155"/>
                    <a:pt x="16" y="156"/>
                  </a:cubicBezTo>
                  <a:cubicBezTo>
                    <a:pt x="27" y="173"/>
                    <a:pt x="27" y="173"/>
                    <a:pt x="27" y="173"/>
                  </a:cubicBezTo>
                  <a:cubicBezTo>
                    <a:pt x="48" y="173"/>
                    <a:pt x="48" y="173"/>
                    <a:pt x="48" y="173"/>
                  </a:cubicBezTo>
                  <a:cubicBezTo>
                    <a:pt x="48" y="173"/>
                    <a:pt x="49" y="174"/>
                    <a:pt x="50" y="175"/>
                  </a:cubicBezTo>
                  <a:cubicBezTo>
                    <a:pt x="59" y="201"/>
                    <a:pt x="59" y="201"/>
                    <a:pt x="59" y="201"/>
                  </a:cubicBezTo>
                  <a:cubicBezTo>
                    <a:pt x="59" y="205"/>
                    <a:pt x="60" y="208"/>
                    <a:pt x="60" y="211"/>
                  </a:cubicBezTo>
                  <a:cubicBezTo>
                    <a:pt x="60" y="229"/>
                    <a:pt x="60" y="229"/>
                    <a:pt x="60" y="229"/>
                  </a:cubicBezTo>
                  <a:cubicBezTo>
                    <a:pt x="60" y="237"/>
                    <a:pt x="60" y="237"/>
                    <a:pt x="60" y="237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92" y="226"/>
                    <a:pt x="92" y="226"/>
                    <a:pt x="92" y="226"/>
                  </a:cubicBezTo>
                  <a:cubicBezTo>
                    <a:pt x="103" y="205"/>
                    <a:pt x="103" y="205"/>
                    <a:pt x="103" y="205"/>
                  </a:cubicBezTo>
                  <a:cubicBezTo>
                    <a:pt x="138" y="205"/>
                    <a:pt x="138" y="205"/>
                    <a:pt x="138" y="205"/>
                  </a:cubicBezTo>
                  <a:cubicBezTo>
                    <a:pt x="146" y="205"/>
                    <a:pt x="146" y="205"/>
                    <a:pt x="146" y="205"/>
                  </a:cubicBezTo>
                  <a:cubicBezTo>
                    <a:pt x="146" y="184"/>
                    <a:pt x="146" y="184"/>
                    <a:pt x="146" y="184"/>
                  </a:cubicBezTo>
                  <a:cubicBezTo>
                    <a:pt x="178" y="184"/>
                    <a:pt x="178" y="184"/>
                    <a:pt x="178" y="184"/>
                  </a:cubicBezTo>
                  <a:cubicBezTo>
                    <a:pt x="189" y="173"/>
                    <a:pt x="189" y="173"/>
                    <a:pt x="189" y="173"/>
                  </a:cubicBezTo>
                  <a:cubicBezTo>
                    <a:pt x="210" y="170"/>
                    <a:pt x="210" y="170"/>
                    <a:pt x="210" y="170"/>
                  </a:cubicBezTo>
                  <a:cubicBezTo>
                    <a:pt x="209" y="163"/>
                    <a:pt x="209" y="163"/>
                    <a:pt x="209" y="163"/>
                  </a:cubicBezTo>
                  <a:cubicBezTo>
                    <a:pt x="213" y="159"/>
                    <a:pt x="213" y="159"/>
                    <a:pt x="213" y="159"/>
                  </a:cubicBezTo>
                  <a:cubicBezTo>
                    <a:pt x="217" y="156"/>
                    <a:pt x="217" y="156"/>
                    <a:pt x="217" y="156"/>
                  </a:cubicBezTo>
                  <a:cubicBezTo>
                    <a:pt x="219" y="147"/>
                    <a:pt x="219" y="147"/>
                    <a:pt x="219" y="147"/>
                  </a:cubicBezTo>
                  <a:cubicBezTo>
                    <a:pt x="225" y="144"/>
                    <a:pt x="225" y="144"/>
                    <a:pt x="225" y="144"/>
                  </a:cubicBezTo>
                  <a:cubicBezTo>
                    <a:pt x="225" y="141"/>
                    <a:pt x="225" y="141"/>
                    <a:pt x="225" y="141"/>
                  </a:cubicBezTo>
                  <a:cubicBezTo>
                    <a:pt x="228" y="137"/>
                    <a:pt x="228" y="137"/>
                    <a:pt x="228" y="137"/>
                  </a:cubicBezTo>
                  <a:cubicBezTo>
                    <a:pt x="229" y="133"/>
                    <a:pt x="229" y="133"/>
                    <a:pt x="229" y="133"/>
                  </a:cubicBezTo>
                  <a:cubicBezTo>
                    <a:pt x="232" y="129"/>
                    <a:pt x="232" y="129"/>
                    <a:pt x="232" y="129"/>
                  </a:cubicBezTo>
                  <a:cubicBezTo>
                    <a:pt x="231" y="124"/>
                    <a:pt x="231" y="124"/>
                    <a:pt x="231" y="124"/>
                  </a:cubicBez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wrap="none"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79" name="Korea, South" descr="© INSCALE GmbH, 05.05.2010&#10;http://www.presentationload.com/">
              <a:extLst>
                <a:ext uri="{FF2B5EF4-FFF2-40B4-BE49-F238E27FC236}">
                  <a16:creationId xmlns:a16="http://schemas.microsoft.com/office/drawing/2014/main" id="{690BDC0C-4E8B-40B6-80F8-567ED56F8572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6522316" y="1982161"/>
              <a:ext cx="90469" cy="140005"/>
            </a:xfrm>
            <a:custGeom>
              <a:avLst/>
              <a:gdLst>
                <a:gd name="T0" fmla="*/ 2147483647 w 276"/>
                <a:gd name="T1" fmla="*/ 2147483647 h 426"/>
                <a:gd name="T2" fmla="*/ 2147483647 w 276"/>
                <a:gd name="T3" fmla="*/ 2147483647 h 426"/>
                <a:gd name="T4" fmla="*/ 2147483647 w 276"/>
                <a:gd name="T5" fmla="*/ 2147483647 h 426"/>
                <a:gd name="T6" fmla="*/ 2147483647 w 276"/>
                <a:gd name="T7" fmla="*/ 2147483647 h 426"/>
                <a:gd name="T8" fmla="*/ 2147483647 w 276"/>
                <a:gd name="T9" fmla="*/ 2147483647 h 426"/>
                <a:gd name="T10" fmla="*/ 2147483647 w 276"/>
                <a:gd name="T11" fmla="*/ 2147483647 h 426"/>
                <a:gd name="T12" fmla="*/ 2147483647 w 276"/>
                <a:gd name="T13" fmla="*/ 2147483647 h 426"/>
                <a:gd name="T14" fmla="*/ 2147483647 w 276"/>
                <a:gd name="T15" fmla="*/ 2147483647 h 426"/>
                <a:gd name="T16" fmla="*/ 2147483647 w 276"/>
                <a:gd name="T17" fmla="*/ 2147483647 h 426"/>
                <a:gd name="T18" fmla="*/ 2147483647 w 276"/>
                <a:gd name="T19" fmla="*/ 2147483647 h 426"/>
                <a:gd name="T20" fmla="*/ 2147483647 w 276"/>
                <a:gd name="T21" fmla="*/ 2147483647 h 426"/>
                <a:gd name="T22" fmla="*/ 2147483647 w 276"/>
                <a:gd name="T23" fmla="*/ 2147483647 h 426"/>
                <a:gd name="T24" fmla="*/ 2147483647 w 276"/>
                <a:gd name="T25" fmla="*/ 0 h 426"/>
                <a:gd name="T26" fmla="*/ 2147483647 w 276"/>
                <a:gd name="T27" fmla="*/ 2147483647 h 426"/>
                <a:gd name="T28" fmla="*/ 2147483647 w 276"/>
                <a:gd name="T29" fmla="*/ 2147483647 h 426"/>
                <a:gd name="T30" fmla="*/ 2147483647 w 276"/>
                <a:gd name="T31" fmla="*/ 2147483647 h 426"/>
                <a:gd name="T32" fmla="*/ 2147483647 w 276"/>
                <a:gd name="T33" fmla="*/ 2147483647 h 426"/>
                <a:gd name="T34" fmla="*/ 0 w 276"/>
                <a:gd name="T35" fmla="*/ 2147483647 h 426"/>
                <a:gd name="T36" fmla="*/ 2147483647 w 276"/>
                <a:gd name="T37" fmla="*/ 2147483647 h 426"/>
                <a:gd name="T38" fmla="*/ 2147483647 w 276"/>
                <a:gd name="T39" fmla="*/ 2147483647 h 426"/>
                <a:gd name="T40" fmla="*/ 2147483647 w 276"/>
                <a:gd name="T41" fmla="*/ 2147483647 h 426"/>
                <a:gd name="T42" fmla="*/ 2147483647 w 276"/>
                <a:gd name="T43" fmla="*/ 2147483647 h 426"/>
                <a:gd name="T44" fmla="*/ 2147483647 w 276"/>
                <a:gd name="T45" fmla="*/ 2147483647 h 426"/>
                <a:gd name="T46" fmla="*/ 2147483647 w 276"/>
                <a:gd name="T47" fmla="*/ 2147483647 h 426"/>
                <a:gd name="T48" fmla="*/ 2147483647 w 276"/>
                <a:gd name="T49" fmla="*/ 2147483647 h 426"/>
                <a:gd name="T50" fmla="*/ 2147483647 w 276"/>
                <a:gd name="T51" fmla="*/ 2147483647 h 426"/>
                <a:gd name="T52" fmla="*/ 2147483647 w 276"/>
                <a:gd name="T53" fmla="*/ 2147483647 h 426"/>
                <a:gd name="T54" fmla="*/ 2147483647 w 276"/>
                <a:gd name="T55" fmla="*/ 2147483647 h 426"/>
                <a:gd name="T56" fmla="*/ 2147483647 w 276"/>
                <a:gd name="T57" fmla="*/ 2147483647 h 426"/>
                <a:gd name="T58" fmla="*/ 2147483647 w 276"/>
                <a:gd name="T59" fmla="*/ 2147483647 h 426"/>
                <a:gd name="T60" fmla="*/ 2147483647 w 276"/>
                <a:gd name="T61" fmla="*/ 2147483647 h 426"/>
                <a:gd name="T62" fmla="*/ 2147483647 w 276"/>
                <a:gd name="T63" fmla="*/ 2147483647 h 426"/>
                <a:gd name="T64" fmla="*/ 2147483647 w 276"/>
                <a:gd name="T65" fmla="*/ 2147483647 h 426"/>
                <a:gd name="T66" fmla="*/ 2147483647 w 276"/>
                <a:gd name="T67" fmla="*/ 2147483647 h 426"/>
                <a:gd name="T68" fmla="*/ 2147483647 w 276"/>
                <a:gd name="T69" fmla="*/ 2147483647 h 426"/>
                <a:gd name="T70" fmla="*/ 2147483647 w 276"/>
                <a:gd name="T71" fmla="*/ 2147483647 h 426"/>
                <a:gd name="T72" fmla="*/ 2147483647 w 276"/>
                <a:gd name="T73" fmla="*/ 2147483647 h 426"/>
                <a:gd name="T74" fmla="*/ 2147483647 w 276"/>
                <a:gd name="T75" fmla="*/ 2147483647 h 42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276"/>
                <a:gd name="T115" fmla="*/ 0 h 426"/>
                <a:gd name="T116" fmla="*/ 276 w 276"/>
                <a:gd name="T117" fmla="*/ 426 h 42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276" h="426">
                  <a:moveTo>
                    <a:pt x="150" y="402"/>
                  </a:moveTo>
                  <a:lnTo>
                    <a:pt x="132" y="408"/>
                  </a:lnTo>
                  <a:lnTo>
                    <a:pt x="126" y="414"/>
                  </a:lnTo>
                  <a:lnTo>
                    <a:pt x="138" y="426"/>
                  </a:lnTo>
                  <a:lnTo>
                    <a:pt x="162" y="426"/>
                  </a:lnTo>
                  <a:lnTo>
                    <a:pt x="174" y="414"/>
                  </a:lnTo>
                  <a:lnTo>
                    <a:pt x="174" y="408"/>
                  </a:lnTo>
                  <a:lnTo>
                    <a:pt x="168" y="402"/>
                  </a:lnTo>
                  <a:lnTo>
                    <a:pt x="150" y="402"/>
                  </a:lnTo>
                  <a:close/>
                  <a:moveTo>
                    <a:pt x="276" y="246"/>
                  </a:moveTo>
                  <a:lnTo>
                    <a:pt x="270" y="228"/>
                  </a:lnTo>
                  <a:lnTo>
                    <a:pt x="264" y="216"/>
                  </a:lnTo>
                  <a:lnTo>
                    <a:pt x="246" y="198"/>
                  </a:lnTo>
                  <a:lnTo>
                    <a:pt x="252" y="186"/>
                  </a:lnTo>
                  <a:lnTo>
                    <a:pt x="252" y="180"/>
                  </a:lnTo>
                  <a:lnTo>
                    <a:pt x="246" y="162"/>
                  </a:lnTo>
                  <a:lnTo>
                    <a:pt x="240" y="150"/>
                  </a:lnTo>
                  <a:lnTo>
                    <a:pt x="210" y="120"/>
                  </a:lnTo>
                  <a:lnTo>
                    <a:pt x="198" y="102"/>
                  </a:lnTo>
                  <a:lnTo>
                    <a:pt x="168" y="72"/>
                  </a:lnTo>
                  <a:lnTo>
                    <a:pt x="144" y="66"/>
                  </a:lnTo>
                  <a:lnTo>
                    <a:pt x="144" y="60"/>
                  </a:lnTo>
                  <a:lnTo>
                    <a:pt x="138" y="54"/>
                  </a:lnTo>
                  <a:lnTo>
                    <a:pt x="132" y="42"/>
                  </a:lnTo>
                  <a:lnTo>
                    <a:pt x="102" y="12"/>
                  </a:lnTo>
                  <a:lnTo>
                    <a:pt x="96" y="0"/>
                  </a:lnTo>
                  <a:lnTo>
                    <a:pt x="78" y="12"/>
                  </a:lnTo>
                  <a:lnTo>
                    <a:pt x="48" y="12"/>
                  </a:lnTo>
                  <a:lnTo>
                    <a:pt x="24" y="24"/>
                  </a:lnTo>
                  <a:lnTo>
                    <a:pt x="18" y="30"/>
                  </a:lnTo>
                  <a:lnTo>
                    <a:pt x="12" y="30"/>
                  </a:lnTo>
                  <a:lnTo>
                    <a:pt x="12" y="36"/>
                  </a:lnTo>
                  <a:lnTo>
                    <a:pt x="18" y="42"/>
                  </a:lnTo>
                  <a:lnTo>
                    <a:pt x="18" y="48"/>
                  </a:lnTo>
                  <a:lnTo>
                    <a:pt x="12" y="54"/>
                  </a:lnTo>
                  <a:lnTo>
                    <a:pt x="0" y="60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2" y="84"/>
                  </a:lnTo>
                  <a:lnTo>
                    <a:pt x="24" y="90"/>
                  </a:lnTo>
                  <a:lnTo>
                    <a:pt x="30" y="90"/>
                  </a:lnTo>
                  <a:lnTo>
                    <a:pt x="42" y="96"/>
                  </a:lnTo>
                  <a:lnTo>
                    <a:pt x="60" y="132"/>
                  </a:lnTo>
                  <a:lnTo>
                    <a:pt x="54" y="132"/>
                  </a:lnTo>
                  <a:lnTo>
                    <a:pt x="48" y="126"/>
                  </a:lnTo>
                  <a:lnTo>
                    <a:pt x="36" y="126"/>
                  </a:lnTo>
                  <a:lnTo>
                    <a:pt x="24" y="120"/>
                  </a:lnTo>
                  <a:lnTo>
                    <a:pt x="6" y="120"/>
                  </a:lnTo>
                  <a:lnTo>
                    <a:pt x="6" y="126"/>
                  </a:lnTo>
                  <a:lnTo>
                    <a:pt x="18" y="132"/>
                  </a:lnTo>
                  <a:lnTo>
                    <a:pt x="30" y="144"/>
                  </a:lnTo>
                  <a:lnTo>
                    <a:pt x="42" y="150"/>
                  </a:lnTo>
                  <a:lnTo>
                    <a:pt x="54" y="192"/>
                  </a:lnTo>
                  <a:lnTo>
                    <a:pt x="90" y="198"/>
                  </a:lnTo>
                  <a:lnTo>
                    <a:pt x="90" y="228"/>
                  </a:lnTo>
                  <a:lnTo>
                    <a:pt x="78" y="240"/>
                  </a:lnTo>
                  <a:lnTo>
                    <a:pt x="78" y="270"/>
                  </a:lnTo>
                  <a:lnTo>
                    <a:pt x="84" y="282"/>
                  </a:lnTo>
                  <a:lnTo>
                    <a:pt x="102" y="300"/>
                  </a:lnTo>
                  <a:lnTo>
                    <a:pt x="108" y="300"/>
                  </a:lnTo>
                  <a:lnTo>
                    <a:pt x="108" y="306"/>
                  </a:lnTo>
                  <a:lnTo>
                    <a:pt x="102" y="312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32" y="330"/>
                  </a:lnTo>
                  <a:lnTo>
                    <a:pt x="144" y="324"/>
                  </a:lnTo>
                  <a:lnTo>
                    <a:pt x="144" y="318"/>
                  </a:lnTo>
                  <a:lnTo>
                    <a:pt x="150" y="312"/>
                  </a:lnTo>
                  <a:lnTo>
                    <a:pt x="150" y="306"/>
                  </a:lnTo>
                  <a:lnTo>
                    <a:pt x="198" y="282"/>
                  </a:lnTo>
                  <a:lnTo>
                    <a:pt x="222" y="288"/>
                  </a:lnTo>
                  <a:lnTo>
                    <a:pt x="234" y="270"/>
                  </a:lnTo>
                  <a:lnTo>
                    <a:pt x="258" y="270"/>
                  </a:lnTo>
                  <a:lnTo>
                    <a:pt x="270" y="264"/>
                  </a:lnTo>
                  <a:lnTo>
                    <a:pt x="276" y="264"/>
                  </a:lnTo>
                  <a:lnTo>
                    <a:pt x="276" y="24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80" name="Korea, North" descr="© INSCALE GmbH, 05.05.2010&#10;http://www.presentationload.com/">
              <a:extLst>
                <a:ext uri="{FF2B5EF4-FFF2-40B4-BE49-F238E27FC236}">
                  <a16:creationId xmlns:a16="http://schemas.microsoft.com/office/drawing/2014/main" id="{55343A60-5CC7-4AFE-8728-EF035B679C39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6447355" y="1866557"/>
              <a:ext cx="108563" cy="137435"/>
            </a:xfrm>
            <a:custGeom>
              <a:avLst/>
              <a:gdLst>
                <a:gd name="T0" fmla="*/ 2147483647 w 330"/>
                <a:gd name="T1" fmla="*/ 0 h 420"/>
                <a:gd name="T2" fmla="*/ 2147483647 w 330"/>
                <a:gd name="T3" fmla="*/ 2147483647 h 420"/>
                <a:gd name="T4" fmla="*/ 2147483647 w 330"/>
                <a:gd name="T5" fmla="*/ 2147483647 h 420"/>
                <a:gd name="T6" fmla="*/ 2147483647 w 330"/>
                <a:gd name="T7" fmla="*/ 2147483647 h 420"/>
                <a:gd name="T8" fmla="*/ 2147483647 w 330"/>
                <a:gd name="T9" fmla="*/ 2147483647 h 420"/>
                <a:gd name="T10" fmla="*/ 2147483647 w 330"/>
                <a:gd name="T11" fmla="*/ 2147483647 h 420"/>
                <a:gd name="T12" fmla="*/ 2147483647 w 330"/>
                <a:gd name="T13" fmla="*/ 2147483647 h 420"/>
                <a:gd name="T14" fmla="*/ 2147483647 w 330"/>
                <a:gd name="T15" fmla="*/ 2147483647 h 420"/>
                <a:gd name="T16" fmla="*/ 2147483647 w 330"/>
                <a:gd name="T17" fmla="*/ 2147483647 h 420"/>
                <a:gd name="T18" fmla="*/ 2147483647 w 330"/>
                <a:gd name="T19" fmla="*/ 2147483647 h 420"/>
                <a:gd name="T20" fmla="*/ 2147483647 w 330"/>
                <a:gd name="T21" fmla="*/ 2147483647 h 420"/>
                <a:gd name="T22" fmla="*/ 2147483647 w 330"/>
                <a:gd name="T23" fmla="*/ 2147483647 h 420"/>
                <a:gd name="T24" fmla="*/ 2147483647 w 330"/>
                <a:gd name="T25" fmla="*/ 2147483647 h 420"/>
                <a:gd name="T26" fmla="*/ 2147483647 w 330"/>
                <a:gd name="T27" fmla="*/ 2147483647 h 420"/>
                <a:gd name="T28" fmla="*/ 2147483647 w 330"/>
                <a:gd name="T29" fmla="*/ 2147483647 h 420"/>
                <a:gd name="T30" fmla="*/ 2147483647 w 330"/>
                <a:gd name="T31" fmla="*/ 2147483647 h 420"/>
                <a:gd name="T32" fmla="*/ 2147483647 w 330"/>
                <a:gd name="T33" fmla="*/ 2147483647 h 420"/>
                <a:gd name="T34" fmla="*/ 2147483647 w 330"/>
                <a:gd name="T35" fmla="*/ 2147483647 h 420"/>
                <a:gd name="T36" fmla="*/ 2147483647 w 330"/>
                <a:gd name="T37" fmla="*/ 2147483647 h 420"/>
                <a:gd name="T38" fmla="*/ 2147483647 w 330"/>
                <a:gd name="T39" fmla="*/ 2147483647 h 420"/>
                <a:gd name="T40" fmla="*/ 2147483647 w 330"/>
                <a:gd name="T41" fmla="*/ 2147483647 h 420"/>
                <a:gd name="T42" fmla="*/ 2147483647 w 330"/>
                <a:gd name="T43" fmla="*/ 2147483647 h 420"/>
                <a:gd name="T44" fmla="*/ 2147483647 w 330"/>
                <a:gd name="T45" fmla="*/ 2147483647 h 420"/>
                <a:gd name="T46" fmla="*/ 2147483647 w 330"/>
                <a:gd name="T47" fmla="*/ 2147483647 h 420"/>
                <a:gd name="T48" fmla="*/ 2147483647 w 330"/>
                <a:gd name="T49" fmla="*/ 2147483647 h 420"/>
                <a:gd name="T50" fmla="*/ 2147483647 w 330"/>
                <a:gd name="T51" fmla="*/ 2147483647 h 420"/>
                <a:gd name="T52" fmla="*/ 2147483647 w 330"/>
                <a:gd name="T53" fmla="*/ 2147483647 h 420"/>
                <a:gd name="T54" fmla="*/ 2147483647 w 330"/>
                <a:gd name="T55" fmla="*/ 2147483647 h 420"/>
                <a:gd name="T56" fmla="*/ 2147483647 w 330"/>
                <a:gd name="T57" fmla="*/ 2147483647 h 420"/>
                <a:gd name="T58" fmla="*/ 2147483647 w 330"/>
                <a:gd name="T59" fmla="*/ 2147483647 h 420"/>
                <a:gd name="T60" fmla="*/ 2147483647 w 330"/>
                <a:gd name="T61" fmla="*/ 2147483647 h 420"/>
                <a:gd name="T62" fmla="*/ 2147483647 w 330"/>
                <a:gd name="T63" fmla="*/ 2147483647 h 420"/>
                <a:gd name="T64" fmla="*/ 2147483647 w 330"/>
                <a:gd name="T65" fmla="*/ 2147483647 h 420"/>
                <a:gd name="T66" fmla="*/ 2147483647 w 330"/>
                <a:gd name="T67" fmla="*/ 2147483647 h 420"/>
                <a:gd name="T68" fmla="*/ 2147483647 w 330"/>
                <a:gd name="T69" fmla="*/ 2147483647 h 420"/>
                <a:gd name="T70" fmla="*/ 2147483647 w 330"/>
                <a:gd name="T71" fmla="*/ 2147483647 h 420"/>
                <a:gd name="T72" fmla="*/ 2147483647 w 330"/>
                <a:gd name="T73" fmla="*/ 2147483647 h 420"/>
                <a:gd name="T74" fmla="*/ 2147483647 w 330"/>
                <a:gd name="T75" fmla="*/ 2147483647 h 420"/>
                <a:gd name="T76" fmla="*/ 2147483647 w 330"/>
                <a:gd name="T77" fmla="*/ 2147483647 h 420"/>
                <a:gd name="T78" fmla="*/ 2147483647 w 330"/>
                <a:gd name="T79" fmla="*/ 2147483647 h 420"/>
                <a:gd name="T80" fmla="*/ 2147483647 w 330"/>
                <a:gd name="T81" fmla="*/ 2147483647 h 420"/>
                <a:gd name="T82" fmla="*/ 2147483647 w 330"/>
                <a:gd name="T83" fmla="*/ 2147483647 h 420"/>
                <a:gd name="T84" fmla="*/ 2147483647 w 330"/>
                <a:gd name="T85" fmla="*/ 2147483647 h 420"/>
                <a:gd name="T86" fmla="*/ 2147483647 w 330"/>
                <a:gd name="T87" fmla="*/ 2147483647 h 420"/>
                <a:gd name="T88" fmla="*/ 2147483647 w 330"/>
                <a:gd name="T89" fmla="*/ 2147483647 h 420"/>
                <a:gd name="T90" fmla="*/ 2147483647 w 330"/>
                <a:gd name="T91" fmla="*/ 2147483647 h 420"/>
                <a:gd name="T92" fmla="*/ 2147483647 w 330"/>
                <a:gd name="T93" fmla="*/ 2147483647 h 420"/>
                <a:gd name="T94" fmla="*/ 2147483647 w 330"/>
                <a:gd name="T95" fmla="*/ 2147483647 h 420"/>
                <a:gd name="T96" fmla="*/ 2147483647 w 330"/>
                <a:gd name="T97" fmla="*/ 2147483647 h 420"/>
                <a:gd name="T98" fmla="*/ 2147483647 w 330"/>
                <a:gd name="T99" fmla="*/ 2147483647 h 420"/>
                <a:gd name="T100" fmla="*/ 2147483647 w 330"/>
                <a:gd name="T101" fmla="*/ 2147483647 h 420"/>
                <a:gd name="T102" fmla="*/ 2147483647 w 330"/>
                <a:gd name="T103" fmla="*/ 0 h 42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330"/>
                <a:gd name="T157" fmla="*/ 0 h 420"/>
                <a:gd name="T158" fmla="*/ 330 w 330"/>
                <a:gd name="T159" fmla="*/ 420 h 42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330" h="420">
                  <a:moveTo>
                    <a:pt x="270" y="0"/>
                  </a:moveTo>
                  <a:lnTo>
                    <a:pt x="240" y="0"/>
                  </a:lnTo>
                  <a:lnTo>
                    <a:pt x="240" y="6"/>
                  </a:lnTo>
                  <a:lnTo>
                    <a:pt x="246" y="12"/>
                  </a:lnTo>
                  <a:lnTo>
                    <a:pt x="252" y="24"/>
                  </a:lnTo>
                  <a:lnTo>
                    <a:pt x="252" y="42"/>
                  </a:lnTo>
                  <a:lnTo>
                    <a:pt x="228" y="42"/>
                  </a:lnTo>
                  <a:lnTo>
                    <a:pt x="234" y="54"/>
                  </a:lnTo>
                  <a:lnTo>
                    <a:pt x="234" y="60"/>
                  </a:lnTo>
                  <a:lnTo>
                    <a:pt x="228" y="72"/>
                  </a:lnTo>
                  <a:lnTo>
                    <a:pt x="216" y="78"/>
                  </a:lnTo>
                  <a:lnTo>
                    <a:pt x="204" y="72"/>
                  </a:lnTo>
                  <a:lnTo>
                    <a:pt x="180" y="72"/>
                  </a:lnTo>
                  <a:lnTo>
                    <a:pt x="174" y="66"/>
                  </a:lnTo>
                  <a:lnTo>
                    <a:pt x="168" y="72"/>
                  </a:lnTo>
                  <a:lnTo>
                    <a:pt x="168" y="84"/>
                  </a:lnTo>
                  <a:lnTo>
                    <a:pt x="192" y="108"/>
                  </a:lnTo>
                  <a:lnTo>
                    <a:pt x="198" y="108"/>
                  </a:lnTo>
                  <a:lnTo>
                    <a:pt x="198" y="120"/>
                  </a:lnTo>
                  <a:lnTo>
                    <a:pt x="150" y="120"/>
                  </a:lnTo>
                  <a:lnTo>
                    <a:pt x="138" y="114"/>
                  </a:lnTo>
                  <a:lnTo>
                    <a:pt x="126" y="114"/>
                  </a:lnTo>
                  <a:lnTo>
                    <a:pt x="114" y="102"/>
                  </a:lnTo>
                  <a:lnTo>
                    <a:pt x="102" y="96"/>
                  </a:lnTo>
                  <a:lnTo>
                    <a:pt x="90" y="96"/>
                  </a:lnTo>
                  <a:lnTo>
                    <a:pt x="90" y="102"/>
                  </a:lnTo>
                  <a:lnTo>
                    <a:pt x="84" y="108"/>
                  </a:lnTo>
                  <a:lnTo>
                    <a:pt x="84" y="138"/>
                  </a:lnTo>
                  <a:lnTo>
                    <a:pt x="66" y="174"/>
                  </a:lnTo>
                  <a:lnTo>
                    <a:pt x="54" y="186"/>
                  </a:lnTo>
                  <a:lnTo>
                    <a:pt x="18" y="204"/>
                  </a:lnTo>
                  <a:lnTo>
                    <a:pt x="12" y="216"/>
                  </a:lnTo>
                  <a:lnTo>
                    <a:pt x="6" y="222"/>
                  </a:lnTo>
                  <a:lnTo>
                    <a:pt x="6" y="234"/>
                  </a:lnTo>
                  <a:lnTo>
                    <a:pt x="0" y="246"/>
                  </a:lnTo>
                  <a:lnTo>
                    <a:pt x="12" y="228"/>
                  </a:lnTo>
                  <a:lnTo>
                    <a:pt x="18" y="246"/>
                  </a:lnTo>
                  <a:lnTo>
                    <a:pt x="36" y="270"/>
                  </a:lnTo>
                  <a:lnTo>
                    <a:pt x="48" y="252"/>
                  </a:lnTo>
                  <a:lnTo>
                    <a:pt x="54" y="258"/>
                  </a:lnTo>
                  <a:lnTo>
                    <a:pt x="60" y="270"/>
                  </a:lnTo>
                  <a:lnTo>
                    <a:pt x="96" y="270"/>
                  </a:lnTo>
                  <a:lnTo>
                    <a:pt x="96" y="282"/>
                  </a:lnTo>
                  <a:lnTo>
                    <a:pt x="102" y="294"/>
                  </a:lnTo>
                  <a:lnTo>
                    <a:pt x="102" y="336"/>
                  </a:lnTo>
                  <a:lnTo>
                    <a:pt x="138" y="336"/>
                  </a:lnTo>
                  <a:lnTo>
                    <a:pt x="144" y="348"/>
                  </a:lnTo>
                  <a:lnTo>
                    <a:pt x="132" y="342"/>
                  </a:lnTo>
                  <a:lnTo>
                    <a:pt x="108" y="342"/>
                  </a:lnTo>
                  <a:lnTo>
                    <a:pt x="102" y="348"/>
                  </a:lnTo>
                  <a:lnTo>
                    <a:pt x="102" y="360"/>
                  </a:lnTo>
                  <a:lnTo>
                    <a:pt x="108" y="378"/>
                  </a:lnTo>
                  <a:lnTo>
                    <a:pt x="114" y="384"/>
                  </a:lnTo>
                  <a:lnTo>
                    <a:pt x="126" y="408"/>
                  </a:lnTo>
                  <a:lnTo>
                    <a:pt x="156" y="396"/>
                  </a:lnTo>
                  <a:lnTo>
                    <a:pt x="162" y="402"/>
                  </a:lnTo>
                  <a:lnTo>
                    <a:pt x="174" y="408"/>
                  </a:lnTo>
                  <a:lnTo>
                    <a:pt x="180" y="414"/>
                  </a:lnTo>
                  <a:lnTo>
                    <a:pt x="192" y="420"/>
                  </a:lnTo>
                  <a:lnTo>
                    <a:pt x="198" y="420"/>
                  </a:lnTo>
                  <a:lnTo>
                    <a:pt x="216" y="414"/>
                  </a:lnTo>
                  <a:lnTo>
                    <a:pt x="228" y="414"/>
                  </a:lnTo>
                  <a:lnTo>
                    <a:pt x="240" y="408"/>
                  </a:lnTo>
                  <a:lnTo>
                    <a:pt x="246" y="402"/>
                  </a:lnTo>
                  <a:lnTo>
                    <a:pt x="246" y="396"/>
                  </a:lnTo>
                  <a:lnTo>
                    <a:pt x="240" y="390"/>
                  </a:lnTo>
                  <a:lnTo>
                    <a:pt x="240" y="384"/>
                  </a:lnTo>
                  <a:lnTo>
                    <a:pt x="246" y="384"/>
                  </a:lnTo>
                  <a:lnTo>
                    <a:pt x="252" y="378"/>
                  </a:lnTo>
                  <a:lnTo>
                    <a:pt x="276" y="366"/>
                  </a:lnTo>
                  <a:lnTo>
                    <a:pt x="306" y="366"/>
                  </a:lnTo>
                  <a:lnTo>
                    <a:pt x="324" y="354"/>
                  </a:lnTo>
                  <a:lnTo>
                    <a:pt x="312" y="342"/>
                  </a:lnTo>
                  <a:lnTo>
                    <a:pt x="312" y="336"/>
                  </a:lnTo>
                  <a:lnTo>
                    <a:pt x="264" y="312"/>
                  </a:lnTo>
                  <a:lnTo>
                    <a:pt x="240" y="312"/>
                  </a:lnTo>
                  <a:lnTo>
                    <a:pt x="240" y="300"/>
                  </a:lnTo>
                  <a:lnTo>
                    <a:pt x="246" y="288"/>
                  </a:lnTo>
                  <a:lnTo>
                    <a:pt x="252" y="282"/>
                  </a:lnTo>
                  <a:lnTo>
                    <a:pt x="246" y="276"/>
                  </a:lnTo>
                  <a:lnTo>
                    <a:pt x="234" y="270"/>
                  </a:lnTo>
                  <a:lnTo>
                    <a:pt x="228" y="264"/>
                  </a:lnTo>
                  <a:lnTo>
                    <a:pt x="228" y="252"/>
                  </a:lnTo>
                  <a:lnTo>
                    <a:pt x="240" y="246"/>
                  </a:lnTo>
                  <a:lnTo>
                    <a:pt x="246" y="240"/>
                  </a:lnTo>
                  <a:lnTo>
                    <a:pt x="258" y="234"/>
                  </a:lnTo>
                  <a:lnTo>
                    <a:pt x="270" y="234"/>
                  </a:lnTo>
                  <a:lnTo>
                    <a:pt x="276" y="228"/>
                  </a:lnTo>
                  <a:lnTo>
                    <a:pt x="288" y="204"/>
                  </a:lnTo>
                  <a:lnTo>
                    <a:pt x="288" y="192"/>
                  </a:lnTo>
                  <a:lnTo>
                    <a:pt x="294" y="186"/>
                  </a:lnTo>
                  <a:lnTo>
                    <a:pt x="300" y="174"/>
                  </a:lnTo>
                  <a:lnTo>
                    <a:pt x="324" y="162"/>
                  </a:lnTo>
                  <a:lnTo>
                    <a:pt x="312" y="132"/>
                  </a:lnTo>
                  <a:lnTo>
                    <a:pt x="306" y="126"/>
                  </a:lnTo>
                  <a:lnTo>
                    <a:pt x="294" y="102"/>
                  </a:lnTo>
                  <a:lnTo>
                    <a:pt x="294" y="90"/>
                  </a:lnTo>
                  <a:lnTo>
                    <a:pt x="306" y="66"/>
                  </a:lnTo>
                  <a:lnTo>
                    <a:pt x="318" y="60"/>
                  </a:lnTo>
                  <a:lnTo>
                    <a:pt x="324" y="54"/>
                  </a:lnTo>
                  <a:lnTo>
                    <a:pt x="330" y="54"/>
                  </a:lnTo>
                  <a:lnTo>
                    <a:pt x="312" y="36"/>
                  </a:lnTo>
                  <a:lnTo>
                    <a:pt x="288" y="24"/>
                  </a:lnTo>
                  <a:lnTo>
                    <a:pt x="270" y="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81" name="Kenya" descr="© INSCALE GmbH, 05.05.2010&#10;http://www.presentationload.com/">
              <a:extLst>
                <a:ext uri="{FF2B5EF4-FFF2-40B4-BE49-F238E27FC236}">
                  <a16:creationId xmlns:a16="http://schemas.microsoft.com/office/drawing/2014/main" id="{927E2561-D41B-4EA0-BCA4-5F7DB022600E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533285" y="2877411"/>
              <a:ext cx="186108" cy="250466"/>
            </a:xfrm>
            <a:custGeom>
              <a:avLst/>
              <a:gdLst>
                <a:gd name="T0" fmla="*/ 2147483647 w 564"/>
                <a:gd name="T1" fmla="*/ 2147483647 h 762"/>
                <a:gd name="T2" fmla="*/ 2147483647 w 564"/>
                <a:gd name="T3" fmla="*/ 2147483647 h 762"/>
                <a:gd name="T4" fmla="*/ 2147483647 w 564"/>
                <a:gd name="T5" fmla="*/ 2147483647 h 762"/>
                <a:gd name="T6" fmla="*/ 2147483647 w 564"/>
                <a:gd name="T7" fmla="*/ 2147483647 h 762"/>
                <a:gd name="T8" fmla="*/ 2147483647 w 564"/>
                <a:gd name="T9" fmla="*/ 2147483647 h 762"/>
                <a:gd name="T10" fmla="*/ 2147483647 w 564"/>
                <a:gd name="T11" fmla="*/ 2147483647 h 762"/>
                <a:gd name="T12" fmla="*/ 2147483647 w 564"/>
                <a:gd name="T13" fmla="*/ 2147483647 h 762"/>
                <a:gd name="T14" fmla="*/ 2147483647 w 564"/>
                <a:gd name="T15" fmla="*/ 2147483647 h 762"/>
                <a:gd name="T16" fmla="*/ 2147483647 w 564"/>
                <a:gd name="T17" fmla="*/ 2147483647 h 762"/>
                <a:gd name="T18" fmla="*/ 2147483647 w 564"/>
                <a:gd name="T19" fmla="*/ 2147483647 h 762"/>
                <a:gd name="T20" fmla="*/ 2147483647 w 564"/>
                <a:gd name="T21" fmla="*/ 2147483647 h 762"/>
                <a:gd name="T22" fmla="*/ 2147483647 w 564"/>
                <a:gd name="T23" fmla="*/ 2147483647 h 762"/>
                <a:gd name="T24" fmla="*/ 2147483647 w 564"/>
                <a:gd name="T25" fmla="*/ 0 h 762"/>
                <a:gd name="T26" fmla="*/ 2147483647 w 564"/>
                <a:gd name="T27" fmla="*/ 2147483647 h 762"/>
                <a:gd name="T28" fmla="*/ 2147483647 w 564"/>
                <a:gd name="T29" fmla="*/ 2147483647 h 762"/>
                <a:gd name="T30" fmla="*/ 2147483647 w 564"/>
                <a:gd name="T31" fmla="*/ 2147483647 h 762"/>
                <a:gd name="T32" fmla="*/ 2147483647 w 564"/>
                <a:gd name="T33" fmla="*/ 2147483647 h 762"/>
                <a:gd name="T34" fmla="*/ 2147483647 w 564"/>
                <a:gd name="T35" fmla="*/ 2147483647 h 762"/>
                <a:gd name="T36" fmla="*/ 2147483647 w 564"/>
                <a:gd name="T37" fmla="*/ 2147483647 h 762"/>
                <a:gd name="T38" fmla="*/ 2147483647 w 564"/>
                <a:gd name="T39" fmla="*/ 2147483647 h 762"/>
                <a:gd name="T40" fmla="*/ 2147483647 w 564"/>
                <a:gd name="T41" fmla="*/ 2147483647 h 762"/>
                <a:gd name="T42" fmla="*/ 2147483647 w 564"/>
                <a:gd name="T43" fmla="*/ 2147483647 h 762"/>
                <a:gd name="T44" fmla="*/ 2147483647 w 564"/>
                <a:gd name="T45" fmla="*/ 2147483647 h 762"/>
                <a:gd name="T46" fmla="*/ 2147483647 w 564"/>
                <a:gd name="T47" fmla="*/ 2147483647 h 762"/>
                <a:gd name="T48" fmla="*/ 2147483647 w 564"/>
                <a:gd name="T49" fmla="*/ 2147483647 h 762"/>
                <a:gd name="T50" fmla="*/ 2147483647 w 564"/>
                <a:gd name="T51" fmla="*/ 2147483647 h 762"/>
                <a:gd name="T52" fmla="*/ 2147483647 w 564"/>
                <a:gd name="T53" fmla="*/ 2147483647 h 762"/>
                <a:gd name="T54" fmla="*/ 2147483647 w 564"/>
                <a:gd name="T55" fmla="*/ 2147483647 h 762"/>
                <a:gd name="T56" fmla="*/ 2147483647 w 564"/>
                <a:gd name="T57" fmla="*/ 2147483647 h 762"/>
                <a:gd name="T58" fmla="*/ 0 w 564"/>
                <a:gd name="T59" fmla="*/ 2147483647 h 762"/>
                <a:gd name="T60" fmla="*/ 2147483647 w 564"/>
                <a:gd name="T61" fmla="*/ 2147483647 h 762"/>
                <a:gd name="T62" fmla="*/ 2147483647 w 564"/>
                <a:gd name="T63" fmla="*/ 2147483647 h 762"/>
                <a:gd name="T64" fmla="*/ 2147483647 w 564"/>
                <a:gd name="T65" fmla="*/ 2147483647 h 762"/>
                <a:gd name="T66" fmla="*/ 2147483647 w 564"/>
                <a:gd name="T67" fmla="*/ 2147483647 h 762"/>
                <a:gd name="T68" fmla="*/ 2147483647 w 564"/>
                <a:gd name="T69" fmla="*/ 2147483647 h 762"/>
                <a:gd name="T70" fmla="*/ 0 w 564"/>
                <a:gd name="T71" fmla="*/ 2147483647 h 762"/>
                <a:gd name="T72" fmla="*/ 2147483647 w 564"/>
                <a:gd name="T73" fmla="*/ 2147483647 h 762"/>
                <a:gd name="T74" fmla="*/ 2147483647 w 564"/>
                <a:gd name="T75" fmla="*/ 2147483647 h 762"/>
                <a:gd name="T76" fmla="*/ 2147483647 w 564"/>
                <a:gd name="T77" fmla="*/ 2147483647 h 762"/>
                <a:gd name="T78" fmla="*/ 2147483647 w 564"/>
                <a:gd name="T79" fmla="*/ 2147483647 h 762"/>
                <a:gd name="T80" fmla="*/ 2147483647 w 564"/>
                <a:gd name="T81" fmla="*/ 2147483647 h 762"/>
                <a:gd name="T82" fmla="*/ 2147483647 w 564"/>
                <a:gd name="T83" fmla="*/ 2147483647 h 762"/>
                <a:gd name="T84" fmla="*/ 2147483647 w 564"/>
                <a:gd name="T85" fmla="*/ 2147483647 h 762"/>
                <a:gd name="T86" fmla="*/ 2147483647 w 564"/>
                <a:gd name="T87" fmla="*/ 2147483647 h 762"/>
                <a:gd name="T88" fmla="*/ 2147483647 w 564"/>
                <a:gd name="T89" fmla="*/ 2147483647 h 762"/>
                <a:gd name="T90" fmla="*/ 2147483647 w 564"/>
                <a:gd name="T91" fmla="*/ 2147483647 h 762"/>
                <a:gd name="T92" fmla="*/ 2147483647 w 564"/>
                <a:gd name="T93" fmla="*/ 2147483647 h 762"/>
                <a:gd name="T94" fmla="*/ 2147483647 w 564"/>
                <a:gd name="T95" fmla="*/ 2147483647 h 762"/>
                <a:gd name="T96" fmla="*/ 2147483647 w 564"/>
                <a:gd name="T97" fmla="*/ 2147483647 h 762"/>
                <a:gd name="T98" fmla="*/ 2147483647 w 564"/>
                <a:gd name="T99" fmla="*/ 2147483647 h 762"/>
                <a:gd name="T100" fmla="*/ 2147483647 w 564"/>
                <a:gd name="T101" fmla="*/ 2147483647 h 76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564"/>
                <a:gd name="T154" fmla="*/ 0 h 762"/>
                <a:gd name="T155" fmla="*/ 564 w 564"/>
                <a:gd name="T156" fmla="*/ 762 h 76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564" h="762">
                  <a:moveTo>
                    <a:pt x="498" y="150"/>
                  </a:moveTo>
                  <a:lnTo>
                    <a:pt x="540" y="108"/>
                  </a:lnTo>
                  <a:lnTo>
                    <a:pt x="558" y="72"/>
                  </a:lnTo>
                  <a:lnTo>
                    <a:pt x="564" y="66"/>
                  </a:lnTo>
                  <a:lnTo>
                    <a:pt x="564" y="60"/>
                  </a:lnTo>
                  <a:lnTo>
                    <a:pt x="540" y="54"/>
                  </a:lnTo>
                  <a:lnTo>
                    <a:pt x="534" y="60"/>
                  </a:lnTo>
                  <a:lnTo>
                    <a:pt x="504" y="60"/>
                  </a:lnTo>
                  <a:lnTo>
                    <a:pt x="480" y="30"/>
                  </a:lnTo>
                  <a:lnTo>
                    <a:pt x="462" y="48"/>
                  </a:lnTo>
                  <a:lnTo>
                    <a:pt x="456" y="48"/>
                  </a:lnTo>
                  <a:lnTo>
                    <a:pt x="450" y="54"/>
                  </a:lnTo>
                  <a:lnTo>
                    <a:pt x="438" y="60"/>
                  </a:lnTo>
                  <a:lnTo>
                    <a:pt x="426" y="60"/>
                  </a:lnTo>
                  <a:lnTo>
                    <a:pt x="414" y="72"/>
                  </a:lnTo>
                  <a:lnTo>
                    <a:pt x="414" y="84"/>
                  </a:lnTo>
                  <a:lnTo>
                    <a:pt x="390" y="102"/>
                  </a:lnTo>
                  <a:lnTo>
                    <a:pt x="378" y="96"/>
                  </a:lnTo>
                  <a:lnTo>
                    <a:pt x="372" y="96"/>
                  </a:lnTo>
                  <a:lnTo>
                    <a:pt x="360" y="90"/>
                  </a:lnTo>
                  <a:lnTo>
                    <a:pt x="330" y="90"/>
                  </a:lnTo>
                  <a:lnTo>
                    <a:pt x="318" y="84"/>
                  </a:lnTo>
                  <a:lnTo>
                    <a:pt x="288" y="84"/>
                  </a:lnTo>
                  <a:lnTo>
                    <a:pt x="210" y="24"/>
                  </a:lnTo>
                  <a:lnTo>
                    <a:pt x="138" y="18"/>
                  </a:lnTo>
                  <a:lnTo>
                    <a:pt x="132" y="0"/>
                  </a:lnTo>
                  <a:lnTo>
                    <a:pt x="108" y="12"/>
                  </a:lnTo>
                  <a:lnTo>
                    <a:pt x="18" y="12"/>
                  </a:lnTo>
                  <a:lnTo>
                    <a:pt x="0" y="42"/>
                  </a:lnTo>
                  <a:lnTo>
                    <a:pt x="6" y="48"/>
                  </a:lnTo>
                  <a:lnTo>
                    <a:pt x="12" y="60"/>
                  </a:lnTo>
                  <a:lnTo>
                    <a:pt x="12" y="84"/>
                  </a:lnTo>
                  <a:lnTo>
                    <a:pt x="18" y="84"/>
                  </a:lnTo>
                  <a:lnTo>
                    <a:pt x="24" y="90"/>
                  </a:lnTo>
                  <a:lnTo>
                    <a:pt x="24" y="84"/>
                  </a:lnTo>
                  <a:lnTo>
                    <a:pt x="30" y="84"/>
                  </a:lnTo>
                  <a:lnTo>
                    <a:pt x="30" y="96"/>
                  </a:lnTo>
                  <a:lnTo>
                    <a:pt x="24" y="102"/>
                  </a:lnTo>
                  <a:lnTo>
                    <a:pt x="24" y="108"/>
                  </a:lnTo>
                  <a:lnTo>
                    <a:pt x="42" y="126"/>
                  </a:lnTo>
                  <a:lnTo>
                    <a:pt x="36" y="132"/>
                  </a:lnTo>
                  <a:lnTo>
                    <a:pt x="72" y="174"/>
                  </a:lnTo>
                  <a:lnTo>
                    <a:pt x="66" y="180"/>
                  </a:lnTo>
                  <a:lnTo>
                    <a:pt x="60" y="180"/>
                  </a:lnTo>
                  <a:lnTo>
                    <a:pt x="54" y="186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72" y="222"/>
                  </a:lnTo>
                  <a:lnTo>
                    <a:pt x="78" y="234"/>
                  </a:lnTo>
                  <a:lnTo>
                    <a:pt x="78" y="246"/>
                  </a:lnTo>
                  <a:lnTo>
                    <a:pt x="66" y="258"/>
                  </a:lnTo>
                  <a:lnTo>
                    <a:pt x="60" y="282"/>
                  </a:lnTo>
                  <a:lnTo>
                    <a:pt x="42" y="282"/>
                  </a:lnTo>
                  <a:lnTo>
                    <a:pt x="36" y="288"/>
                  </a:lnTo>
                  <a:lnTo>
                    <a:pt x="36" y="312"/>
                  </a:lnTo>
                  <a:lnTo>
                    <a:pt x="18" y="324"/>
                  </a:lnTo>
                  <a:lnTo>
                    <a:pt x="12" y="342"/>
                  </a:lnTo>
                  <a:lnTo>
                    <a:pt x="6" y="348"/>
                  </a:lnTo>
                  <a:lnTo>
                    <a:pt x="0" y="360"/>
                  </a:lnTo>
                  <a:lnTo>
                    <a:pt x="0" y="384"/>
                  </a:lnTo>
                  <a:lnTo>
                    <a:pt x="18" y="402"/>
                  </a:lnTo>
                  <a:lnTo>
                    <a:pt x="30" y="402"/>
                  </a:lnTo>
                  <a:lnTo>
                    <a:pt x="30" y="390"/>
                  </a:lnTo>
                  <a:lnTo>
                    <a:pt x="54" y="390"/>
                  </a:lnTo>
                  <a:lnTo>
                    <a:pt x="60" y="408"/>
                  </a:lnTo>
                  <a:lnTo>
                    <a:pt x="42" y="408"/>
                  </a:lnTo>
                  <a:lnTo>
                    <a:pt x="30" y="420"/>
                  </a:lnTo>
                  <a:lnTo>
                    <a:pt x="24" y="414"/>
                  </a:lnTo>
                  <a:lnTo>
                    <a:pt x="18" y="414"/>
                  </a:lnTo>
                  <a:lnTo>
                    <a:pt x="6" y="420"/>
                  </a:lnTo>
                  <a:lnTo>
                    <a:pt x="0" y="432"/>
                  </a:lnTo>
                  <a:lnTo>
                    <a:pt x="0" y="438"/>
                  </a:lnTo>
                  <a:lnTo>
                    <a:pt x="12" y="450"/>
                  </a:lnTo>
                  <a:lnTo>
                    <a:pt x="6" y="468"/>
                  </a:lnTo>
                  <a:lnTo>
                    <a:pt x="258" y="624"/>
                  </a:lnTo>
                  <a:lnTo>
                    <a:pt x="270" y="636"/>
                  </a:lnTo>
                  <a:lnTo>
                    <a:pt x="270" y="642"/>
                  </a:lnTo>
                  <a:lnTo>
                    <a:pt x="264" y="648"/>
                  </a:lnTo>
                  <a:lnTo>
                    <a:pt x="258" y="648"/>
                  </a:lnTo>
                  <a:lnTo>
                    <a:pt x="252" y="654"/>
                  </a:lnTo>
                  <a:lnTo>
                    <a:pt x="366" y="762"/>
                  </a:lnTo>
                  <a:lnTo>
                    <a:pt x="384" y="756"/>
                  </a:lnTo>
                  <a:lnTo>
                    <a:pt x="414" y="690"/>
                  </a:lnTo>
                  <a:lnTo>
                    <a:pt x="414" y="660"/>
                  </a:lnTo>
                  <a:lnTo>
                    <a:pt x="426" y="648"/>
                  </a:lnTo>
                  <a:lnTo>
                    <a:pt x="432" y="648"/>
                  </a:lnTo>
                  <a:lnTo>
                    <a:pt x="444" y="636"/>
                  </a:lnTo>
                  <a:lnTo>
                    <a:pt x="444" y="624"/>
                  </a:lnTo>
                  <a:lnTo>
                    <a:pt x="438" y="618"/>
                  </a:lnTo>
                  <a:lnTo>
                    <a:pt x="438" y="600"/>
                  </a:lnTo>
                  <a:lnTo>
                    <a:pt x="444" y="594"/>
                  </a:lnTo>
                  <a:lnTo>
                    <a:pt x="456" y="588"/>
                  </a:lnTo>
                  <a:lnTo>
                    <a:pt x="468" y="588"/>
                  </a:lnTo>
                  <a:lnTo>
                    <a:pt x="474" y="582"/>
                  </a:lnTo>
                  <a:lnTo>
                    <a:pt x="480" y="582"/>
                  </a:lnTo>
                  <a:lnTo>
                    <a:pt x="486" y="540"/>
                  </a:lnTo>
                  <a:lnTo>
                    <a:pt x="516" y="540"/>
                  </a:lnTo>
                  <a:lnTo>
                    <a:pt x="528" y="534"/>
                  </a:lnTo>
                  <a:lnTo>
                    <a:pt x="534" y="522"/>
                  </a:lnTo>
                  <a:lnTo>
                    <a:pt x="540" y="516"/>
                  </a:lnTo>
                  <a:lnTo>
                    <a:pt x="498" y="450"/>
                  </a:lnTo>
                  <a:lnTo>
                    <a:pt x="498" y="15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82" name="Kazakhstan" descr="© INSCALE GmbH, 05.05.2010&#10;http://www.presentationload.com/">
              <a:extLst>
                <a:ext uri="{FF2B5EF4-FFF2-40B4-BE49-F238E27FC236}">
                  <a16:creationId xmlns:a16="http://schemas.microsoft.com/office/drawing/2014/main" id="{E8D94422-EB4D-4438-8633-CDEA1548AA7B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4723271" y="1546731"/>
              <a:ext cx="831024" cy="382763"/>
            </a:xfrm>
            <a:custGeom>
              <a:avLst/>
              <a:gdLst>
                <a:gd name="T0" fmla="*/ 2147483647 w 2514"/>
                <a:gd name="T1" fmla="*/ 2147483647 h 1164"/>
                <a:gd name="T2" fmla="*/ 2147483647 w 2514"/>
                <a:gd name="T3" fmla="*/ 2147483647 h 1164"/>
                <a:gd name="T4" fmla="*/ 2147483647 w 2514"/>
                <a:gd name="T5" fmla="*/ 2147483647 h 1164"/>
                <a:gd name="T6" fmla="*/ 2147483647 w 2514"/>
                <a:gd name="T7" fmla="*/ 2147483647 h 1164"/>
                <a:gd name="T8" fmla="*/ 2147483647 w 2514"/>
                <a:gd name="T9" fmla="*/ 2147483647 h 1164"/>
                <a:gd name="T10" fmla="*/ 2147483647 w 2514"/>
                <a:gd name="T11" fmla="*/ 2147483647 h 1164"/>
                <a:gd name="T12" fmla="*/ 2147483647 w 2514"/>
                <a:gd name="T13" fmla="*/ 2147483647 h 1164"/>
                <a:gd name="T14" fmla="*/ 2147483647 w 2514"/>
                <a:gd name="T15" fmla="*/ 2147483647 h 1164"/>
                <a:gd name="T16" fmla="*/ 2147483647 w 2514"/>
                <a:gd name="T17" fmla="*/ 2147483647 h 1164"/>
                <a:gd name="T18" fmla="*/ 2147483647 w 2514"/>
                <a:gd name="T19" fmla="*/ 2147483647 h 1164"/>
                <a:gd name="T20" fmla="*/ 2147483647 w 2514"/>
                <a:gd name="T21" fmla="*/ 2147483647 h 1164"/>
                <a:gd name="T22" fmla="*/ 2147483647 w 2514"/>
                <a:gd name="T23" fmla="*/ 2147483647 h 1164"/>
                <a:gd name="T24" fmla="*/ 2147483647 w 2514"/>
                <a:gd name="T25" fmla="*/ 2147483647 h 1164"/>
                <a:gd name="T26" fmla="*/ 2147483647 w 2514"/>
                <a:gd name="T27" fmla="*/ 2147483647 h 1164"/>
                <a:gd name="T28" fmla="*/ 2147483647 w 2514"/>
                <a:gd name="T29" fmla="*/ 2147483647 h 1164"/>
                <a:gd name="T30" fmla="*/ 2147483647 w 2514"/>
                <a:gd name="T31" fmla="*/ 2147483647 h 1164"/>
                <a:gd name="T32" fmla="*/ 2147483647 w 2514"/>
                <a:gd name="T33" fmla="*/ 2147483647 h 1164"/>
                <a:gd name="T34" fmla="*/ 2147483647 w 2514"/>
                <a:gd name="T35" fmla="*/ 2147483647 h 1164"/>
                <a:gd name="T36" fmla="*/ 2147483647 w 2514"/>
                <a:gd name="T37" fmla="*/ 2147483647 h 1164"/>
                <a:gd name="T38" fmla="*/ 2147483647 w 2514"/>
                <a:gd name="T39" fmla="*/ 2147483647 h 1164"/>
                <a:gd name="T40" fmla="*/ 2147483647 w 2514"/>
                <a:gd name="T41" fmla="*/ 2147483647 h 1164"/>
                <a:gd name="T42" fmla="*/ 2147483647 w 2514"/>
                <a:gd name="T43" fmla="*/ 2147483647 h 1164"/>
                <a:gd name="T44" fmla="*/ 2147483647 w 2514"/>
                <a:gd name="T45" fmla="*/ 2147483647 h 1164"/>
                <a:gd name="T46" fmla="*/ 2147483647 w 2514"/>
                <a:gd name="T47" fmla="*/ 2147483647 h 1164"/>
                <a:gd name="T48" fmla="*/ 2147483647 w 2514"/>
                <a:gd name="T49" fmla="*/ 2147483647 h 1164"/>
                <a:gd name="T50" fmla="*/ 2147483647 w 2514"/>
                <a:gd name="T51" fmla="*/ 2147483647 h 1164"/>
                <a:gd name="T52" fmla="*/ 2147483647 w 2514"/>
                <a:gd name="T53" fmla="*/ 2147483647 h 1164"/>
                <a:gd name="T54" fmla="*/ 2147483647 w 2514"/>
                <a:gd name="T55" fmla="*/ 2147483647 h 1164"/>
                <a:gd name="T56" fmla="*/ 2147483647 w 2514"/>
                <a:gd name="T57" fmla="*/ 2147483647 h 1164"/>
                <a:gd name="T58" fmla="*/ 2147483647 w 2514"/>
                <a:gd name="T59" fmla="*/ 2147483647 h 1164"/>
                <a:gd name="T60" fmla="*/ 2147483647 w 2514"/>
                <a:gd name="T61" fmla="*/ 2147483647 h 1164"/>
                <a:gd name="T62" fmla="*/ 2147483647 w 2514"/>
                <a:gd name="T63" fmla="*/ 2147483647 h 1164"/>
                <a:gd name="T64" fmla="*/ 2147483647 w 2514"/>
                <a:gd name="T65" fmla="*/ 2147483647 h 1164"/>
                <a:gd name="T66" fmla="*/ 2147483647 w 2514"/>
                <a:gd name="T67" fmla="*/ 2147483647 h 1164"/>
                <a:gd name="T68" fmla="*/ 2147483647 w 2514"/>
                <a:gd name="T69" fmla="*/ 2147483647 h 1164"/>
                <a:gd name="T70" fmla="*/ 2147483647 w 2514"/>
                <a:gd name="T71" fmla="*/ 2147483647 h 1164"/>
                <a:gd name="T72" fmla="*/ 2147483647 w 2514"/>
                <a:gd name="T73" fmla="*/ 2147483647 h 1164"/>
                <a:gd name="T74" fmla="*/ 2147483647 w 2514"/>
                <a:gd name="T75" fmla="*/ 2147483647 h 1164"/>
                <a:gd name="T76" fmla="*/ 2147483647 w 2514"/>
                <a:gd name="T77" fmla="*/ 2147483647 h 1164"/>
                <a:gd name="T78" fmla="*/ 2147483647 w 2514"/>
                <a:gd name="T79" fmla="*/ 2147483647 h 1164"/>
                <a:gd name="T80" fmla="*/ 2147483647 w 2514"/>
                <a:gd name="T81" fmla="*/ 2147483647 h 1164"/>
                <a:gd name="T82" fmla="*/ 2147483647 w 2514"/>
                <a:gd name="T83" fmla="*/ 2147483647 h 1164"/>
                <a:gd name="T84" fmla="*/ 2147483647 w 2514"/>
                <a:gd name="T85" fmla="*/ 2147483647 h 1164"/>
                <a:gd name="T86" fmla="*/ 2147483647 w 2514"/>
                <a:gd name="T87" fmla="*/ 2147483647 h 1164"/>
                <a:gd name="T88" fmla="*/ 2147483647 w 2514"/>
                <a:gd name="T89" fmla="*/ 2147483647 h 1164"/>
                <a:gd name="T90" fmla="*/ 2147483647 w 2514"/>
                <a:gd name="T91" fmla="*/ 2147483647 h 1164"/>
                <a:gd name="T92" fmla="*/ 2147483647 w 2514"/>
                <a:gd name="T93" fmla="*/ 2147483647 h 1164"/>
                <a:gd name="T94" fmla="*/ 2147483647 w 2514"/>
                <a:gd name="T95" fmla="*/ 2147483647 h 1164"/>
                <a:gd name="T96" fmla="*/ 2147483647 w 2514"/>
                <a:gd name="T97" fmla="*/ 2147483647 h 1164"/>
                <a:gd name="T98" fmla="*/ 2147483647 w 2514"/>
                <a:gd name="T99" fmla="*/ 2147483647 h 1164"/>
                <a:gd name="T100" fmla="*/ 2147483647 w 2514"/>
                <a:gd name="T101" fmla="*/ 2147483647 h 1164"/>
                <a:gd name="T102" fmla="*/ 2147483647 w 2514"/>
                <a:gd name="T103" fmla="*/ 2147483647 h 1164"/>
                <a:gd name="T104" fmla="*/ 2147483647 w 2514"/>
                <a:gd name="T105" fmla="*/ 2147483647 h 1164"/>
                <a:gd name="T106" fmla="*/ 2147483647 w 2514"/>
                <a:gd name="T107" fmla="*/ 2147483647 h 1164"/>
                <a:gd name="T108" fmla="*/ 2147483647 w 2514"/>
                <a:gd name="T109" fmla="*/ 2147483647 h 1164"/>
                <a:gd name="T110" fmla="*/ 2147483647 w 2514"/>
                <a:gd name="T111" fmla="*/ 2147483647 h 1164"/>
                <a:gd name="T112" fmla="*/ 2147483647 w 2514"/>
                <a:gd name="T113" fmla="*/ 2147483647 h 1164"/>
                <a:gd name="T114" fmla="*/ 2147483647 w 2514"/>
                <a:gd name="T115" fmla="*/ 2147483647 h 1164"/>
                <a:gd name="T116" fmla="*/ 2147483647 w 2514"/>
                <a:gd name="T117" fmla="*/ 2147483647 h 1164"/>
                <a:gd name="T118" fmla="*/ 2147483647 w 2514"/>
                <a:gd name="T119" fmla="*/ 2147483647 h 1164"/>
                <a:gd name="T120" fmla="*/ 2147483647 w 2514"/>
                <a:gd name="T121" fmla="*/ 2147483647 h 1164"/>
                <a:gd name="T122" fmla="*/ 2147483647 w 2514"/>
                <a:gd name="T123" fmla="*/ 2147483647 h 116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514"/>
                <a:gd name="T187" fmla="*/ 0 h 1164"/>
                <a:gd name="T188" fmla="*/ 2514 w 2514"/>
                <a:gd name="T189" fmla="*/ 1164 h 116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514" h="1164">
                  <a:moveTo>
                    <a:pt x="852" y="756"/>
                  </a:moveTo>
                  <a:lnTo>
                    <a:pt x="840" y="744"/>
                  </a:lnTo>
                  <a:lnTo>
                    <a:pt x="822" y="768"/>
                  </a:lnTo>
                  <a:lnTo>
                    <a:pt x="816" y="780"/>
                  </a:lnTo>
                  <a:lnTo>
                    <a:pt x="870" y="804"/>
                  </a:lnTo>
                  <a:lnTo>
                    <a:pt x="870" y="786"/>
                  </a:lnTo>
                  <a:lnTo>
                    <a:pt x="864" y="780"/>
                  </a:lnTo>
                  <a:lnTo>
                    <a:pt x="858" y="768"/>
                  </a:lnTo>
                  <a:lnTo>
                    <a:pt x="858" y="762"/>
                  </a:lnTo>
                  <a:lnTo>
                    <a:pt x="852" y="756"/>
                  </a:lnTo>
                  <a:close/>
                  <a:moveTo>
                    <a:pt x="2484" y="492"/>
                  </a:moveTo>
                  <a:lnTo>
                    <a:pt x="2484" y="486"/>
                  </a:lnTo>
                  <a:lnTo>
                    <a:pt x="2514" y="486"/>
                  </a:lnTo>
                  <a:lnTo>
                    <a:pt x="2478" y="444"/>
                  </a:lnTo>
                  <a:lnTo>
                    <a:pt x="2454" y="420"/>
                  </a:lnTo>
                  <a:lnTo>
                    <a:pt x="2442" y="456"/>
                  </a:lnTo>
                  <a:lnTo>
                    <a:pt x="2370" y="450"/>
                  </a:lnTo>
                  <a:lnTo>
                    <a:pt x="2370" y="444"/>
                  </a:lnTo>
                  <a:lnTo>
                    <a:pt x="2364" y="438"/>
                  </a:lnTo>
                  <a:lnTo>
                    <a:pt x="2358" y="426"/>
                  </a:lnTo>
                  <a:lnTo>
                    <a:pt x="2352" y="420"/>
                  </a:lnTo>
                  <a:lnTo>
                    <a:pt x="2346" y="408"/>
                  </a:lnTo>
                  <a:lnTo>
                    <a:pt x="2346" y="402"/>
                  </a:lnTo>
                  <a:lnTo>
                    <a:pt x="2340" y="402"/>
                  </a:lnTo>
                  <a:lnTo>
                    <a:pt x="2328" y="396"/>
                  </a:lnTo>
                  <a:lnTo>
                    <a:pt x="2316" y="396"/>
                  </a:lnTo>
                  <a:lnTo>
                    <a:pt x="2304" y="390"/>
                  </a:lnTo>
                  <a:lnTo>
                    <a:pt x="2292" y="390"/>
                  </a:lnTo>
                  <a:lnTo>
                    <a:pt x="2286" y="378"/>
                  </a:lnTo>
                  <a:lnTo>
                    <a:pt x="2274" y="372"/>
                  </a:lnTo>
                  <a:lnTo>
                    <a:pt x="2250" y="348"/>
                  </a:lnTo>
                  <a:lnTo>
                    <a:pt x="2226" y="336"/>
                  </a:lnTo>
                  <a:lnTo>
                    <a:pt x="2208" y="336"/>
                  </a:lnTo>
                  <a:lnTo>
                    <a:pt x="2196" y="342"/>
                  </a:lnTo>
                  <a:lnTo>
                    <a:pt x="2178" y="348"/>
                  </a:lnTo>
                  <a:lnTo>
                    <a:pt x="2166" y="354"/>
                  </a:lnTo>
                  <a:lnTo>
                    <a:pt x="2160" y="366"/>
                  </a:lnTo>
                  <a:lnTo>
                    <a:pt x="2136" y="366"/>
                  </a:lnTo>
                  <a:lnTo>
                    <a:pt x="2124" y="360"/>
                  </a:lnTo>
                  <a:lnTo>
                    <a:pt x="2118" y="348"/>
                  </a:lnTo>
                  <a:lnTo>
                    <a:pt x="2106" y="342"/>
                  </a:lnTo>
                  <a:lnTo>
                    <a:pt x="2076" y="342"/>
                  </a:lnTo>
                  <a:lnTo>
                    <a:pt x="2076" y="336"/>
                  </a:lnTo>
                  <a:lnTo>
                    <a:pt x="2070" y="330"/>
                  </a:lnTo>
                  <a:lnTo>
                    <a:pt x="2070" y="318"/>
                  </a:lnTo>
                  <a:lnTo>
                    <a:pt x="2064" y="312"/>
                  </a:lnTo>
                  <a:lnTo>
                    <a:pt x="2052" y="312"/>
                  </a:lnTo>
                  <a:lnTo>
                    <a:pt x="2052" y="318"/>
                  </a:lnTo>
                  <a:lnTo>
                    <a:pt x="2046" y="324"/>
                  </a:lnTo>
                  <a:lnTo>
                    <a:pt x="2046" y="336"/>
                  </a:lnTo>
                  <a:lnTo>
                    <a:pt x="2034" y="348"/>
                  </a:lnTo>
                  <a:lnTo>
                    <a:pt x="2022" y="354"/>
                  </a:lnTo>
                  <a:lnTo>
                    <a:pt x="2010" y="354"/>
                  </a:lnTo>
                  <a:lnTo>
                    <a:pt x="1998" y="348"/>
                  </a:lnTo>
                  <a:lnTo>
                    <a:pt x="1986" y="336"/>
                  </a:lnTo>
                  <a:lnTo>
                    <a:pt x="1974" y="318"/>
                  </a:lnTo>
                  <a:lnTo>
                    <a:pt x="1938" y="282"/>
                  </a:lnTo>
                  <a:lnTo>
                    <a:pt x="1920" y="258"/>
                  </a:lnTo>
                  <a:lnTo>
                    <a:pt x="1848" y="198"/>
                  </a:lnTo>
                  <a:lnTo>
                    <a:pt x="1818" y="168"/>
                  </a:lnTo>
                  <a:lnTo>
                    <a:pt x="1800" y="156"/>
                  </a:lnTo>
                  <a:lnTo>
                    <a:pt x="1788" y="150"/>
                  </a:lnTo>
                  <a:lnTo>
                    <a:pt x="1758" y="132"/>
                  </a:lnTo>
                  <a:lnTo>
                    <a:pt x="1728" y="120"/>
                  </a:lnTo>
                  <a:lnTo>
                    <a:pt x="1692" y="102"/>
                  </a:lnTo>
                  <a:lnTo>
                    <a:pt x="1698" y="102"/>
                  </a:lnTo>
                  <a:lnTo>
                    <a:pt x="1710" y="90"/>
                  </a:lnTo>
                  <a:lnTo>
                    <a:pt x="1710" y="72"/>
                  </a:lnTo>
                  <a:lnTo>
                    <a:pt x="1704" y="66"/>
                  </a:lnTo>
                  <a:lnTo>
                    <a:pt x="1698" y="66"/>
                  </a:lnTo>
                  <a:lnTo>
                    <a:pt x="1680" y="84"/>
                  </a:lnTo>
                  <a:lnTo>
                    <a:pt x="1644" y="96"/>
                  </a:lnTo>
                  <a:lnTo>
                    <a:pt x="1632" y="114"/>
                  </a:lnTo>
                  <a:lnTo>
                    <a:pt x="1620" y="114"/>
                  </a:lnTo>
                  <a:lnTo>
                    <a:pt x="1608" y="120"/>
                  </a:lnTo>
                  <a:lnTo>
                    <a:pt x="1602" y="126"/>
                  </a:lnTo>
                  <a:lnTo>
                    <a:pt x="1602" y="144"/>
                  </a:lnTo>
                  <a:lnTo>
                    <a:pt x="1590" y="156"/>
                  </a:lnTo>
                  <a:lnTo>
                    <a:pt x="1578" y="150"/>
                  </a:lnTo>
                  <a:lnTo>
                    <a:pt x="1572" y="144"/>
                  </a:lnTo>
                  <a:lnTo>
                    <a:pt x="1560" y="138"/>
                  </a:lnTo>
                  <a:lnTo>
                    <a:pt x="1554" y="132"/>
                  </a:lnTo>
                  <a:lnTo>
                    <a:pt x="1548" y="132"/>
                  </a:lnTo>
                  <a:lnTo>
                    <a:pt x="1542" y="138"/>
                  </a:lnTo>
                  <a:lnTo>
                    <a:pt x="1536" y="138"/>
                  </a:lnTo>
                  <a:lnTo>
                    <a:pt x="1530" y="144"/>
                  </a:lnTo>
                  <a:lnTo>
                    <a:pt x="1524" y="144"/>
                  </a:lnTo>
                  <a:lnTo>
                    <a:pt x="1524" y="138"/>
                  </a:lnTo>
                  <a:lnTo>
                    <a:pt x="1530" y="132"/>
                  </a:lnTo>
                  <a:lnTo>
                    <a:pt x="1530" y="108"/>
                  </a:lnTo>
                  <a:lnTo>
                    <a:pt x="1518" y="102"/>
                  </a:lnTo>
                  <a:lnTo>
                    <a:pt x="1512" y="102"/>
                  </a:lnTo>
                  <a:lnTo>
                    <a:pt x="1506" y="108"/>
                  </a:lnTo>
                  <a:lnTo>
                    <a:pt x="1482" y="96"/>
                  </a:lnTo>
                  <a:lnTo>
                    <a:pt x="1458" y="108"/>
                  </a:lnTo>
                  <a:lnTo>
                    <a:pt x="1434" y="72"/>
                  </a:lnTo>
                  <a:lnTo>
                    <a:pt x="1422" y="90"/>
                  </a:lnTo>
                  <a:lnTo>
                    <a:pt x="1404" y="90"/>
                  </a:lnTo>
                  <a:lnTo>
                    <a:pt x="1392" y="96"/>
                  </a:lnTo>
                  <a:lnTo>
                    <a:pt x="1374" y="96"/>
                  </a:lnTo>
                  <a:lnTo>
                    <a:pt x="1368" y="90"/>
                  </a:lnTo>
                  <a:lnTo>
                    <a:pt x="1368" y="48"/>
                  </a:lnTo>
                  <a:lnTo>
                    <a:pt x="1362" y="42"/>
                  </a:lnTo>
                  <a:lnTo>
                    <a:pt x="1350" y="42"/>
                  </a:lnTo>
                  <a:lnTo>
                    <a:pt x="1344" y="36"/>
                  </a:lnTo>
                  <a:lnTo>
                    <a:pt x="1338" y="24"/>
                  </a:lnTo>
                  <a:lnTo>
                    <a:pt x="1320" y="6"/>
                  </a:lnTo>
                  <a:lnTo>
                    <a:pt x="1314" y="6"/>
                  </a:lnTo>
                  <a:lnTo>
                    <a:pt x="1302" y="18"/>
                  </a:lnTo>
                  <a:lnTo>
                    <a:pt x="1290" y="18"/>
                  </a:lnTo>
                  <a:lnTo>
                    <a:pt x="1278" y="6"/>
                  </a:lnTo>
                  <a:lnTo>
                    <a:pt x="1260" y="6"/>
                  </a:lnTo>
                  <a:lnTo>
                    <a:pt x="1242" y="0"/>
                  </a:lnTo>
                  <a:lnTo>
                    <a:pt x="1218" y="0"/>
                  </a:lnTo>
                  <a:lnTo>
                    <a:pt x="1200" y="6"/>
                  </a:lnTo>
                  <a:lnTo>
                    <a:pt x="1188" y="12"/>
                  </a:lnTo>
                  <a:lnTo>
                    <a:pt x="1176" y="24"/>
                  </a:lnTo>
                  <a:lnTo>
                    <a:pt x="1176" y="36"/>
                  </a:lnTo>
                  <a:lnTo>
                    <a:pt x="1164" y="36"/>
                  </a:lnTo>
                  <a:lnTo>
                    <a:pt x="1110" y="54"/>
                  </a:lnTo>
                  <a:lnTo>
                    <a:pt x="1020" y="54"/>
                  </a:lnTo>
                  <a:lnTo>
                    <a:pt x="1014" y="60"/>
                  </a:lnTo>
                  <a:lnTo>
                    <a:pt x="1014" y="78"/>
                  </a:lnTo>
                  <a:lnTo>
                    <a:pt x="948" y="78"/>
                  </a:lnTo>
                  <a:lnTo>
                    <a:pt x="942" y="96"/>
                  </a:lnTo>
                  <a:lnTo>
                    <a:pt x="888" y="96"/>
                  </a:lnTo>
                  <a:lnTo>
                    <a:pt x="828" y="102"/>
                  </a:lnTo>
                  <a:lnTo>
                    <a:pt x="792" y="114"/>
                  </a:lnTo>
                  <a:lnTo>
                    <a:pt x="780" y="126"/>
                  </a:lnTo>
                  <a:lnTo>
                    <a:pt x="780" y="132"/>
                  </a:lnTo>
                  <a:lnTo>
                    <a:pt x="786" y="138"/>
                  </a:lnTo>
                  <a:lnTo>
                    <a:pt x="786" y="144"/>
                  </a:lnTo>
                  <a:lnTo>
                    <a:pt x="810" y="144"/>
                  </a:lnTo>
                  <a:lnTo>
                    <a:pt x="798" y="162"/>
                  </a:lnTo>
                  <a:lnTo>
                    <a:pt x="810" y="162"/>
                  </a:lnTo>
                  <a:lnTo>
                    <a:pt x="834" y="174"/>
                  </a:lnTo>
                  <a:lnTo>
                    <a:pt x="846" y="174"/>
                  </a:lnTo>
                  <a:lnTo>
                    <a:pt x="858" y="186"/>
                  </a:lnTo>
                  <a:lnTo>
                    <a:pt x="804" y="186"/>
                  </a:lnTo>
                  <a:lnTo>
                    <a:pt x="792" y="198"/>
                  </a:lnTo>
                  <a:lnTo>
                    <a:pt x="798" y="204"/>
                  </a:lnTo>
                  <a:lnTo>
                    <a:pt x="804" y="216"/>
                  </a:lnTo>
                  <a:lnTo>
                    <a:pt x="810" y="222"/>
                  </a:lnTo>
                  <a:lnTo>
                    <a:pt x="810" y="234"/>
                  </a:lnTo>
                  <a:lnTo>
                    <a:pt x="798" y="246"/>
                  </a:lnTo>
                  <a:lnTo>
                    <a:pt x="786" y="246"/>
                  </a:lnTo>
                  <a:lnTo>
                    <a:pt x="774" y="252"/>
                  </a:lnTo>
                  <a:lnTo>
                    <a:pt x="762" y="252"/>
                  </a:lnTo>
                  <a:lnTo>
                    <a:pt x="792" y="282"/>
                  </a:lnTo>
                  <a:lnTo>
                    <a:pt x="816" y="282"/>
                  </a:lnTo>
                  <a:lnTo>
                    <a:pt x="834" y="288"/>
                  </a:lnTo>
                  <a:lnTo>
                    <a:pt x="846" y="294"/>
                  </a:lnTo>
                  <a:lnTo>
                    <a:pt x="870" y="318"/>
                  </a:lnTo>
                  <a:lnTo>
                    <a:pt x="876" y="336"/>
                  </a:lnTo>
                  <a:lnTo>
                    <a:pt x="876" y="348"/>
                  </a:lnTo>
                  <a:lnTo>
                    <a:pt x="870" y="360"/>
                  </a:lnTo>
                  <a:lnTo>
                    <a:pt x="864" y="366"/>
                  </a:lnTo>
                  <a:lnTo>
                    <a:pt x="828" y="366"/>
                  </a:lnTo>
                  <a:lnTo>
                    <a:pt x="816" y="360"/>
                  </a:lnTo>
                  <a:lnTo>
                    <a:pt x="810" y="354"/>
                  </a:lnTo>
                  <a:lnTo>
                    <a:pt x="798" y="354"/>
                  </a:lnTo>
                  <a:lnTo>
                    <a:pt x="792" y="348"/>
                  </a:lnTo>
                  <a:lnTo>
                    <a:pt x="780" y="372"/>
                  </a:lnTo>
                  <a:lnTo>
                    <a:pt x="768" y="372"/>
                  </a:lnTo>
                  <a:lnTo>
                    <a:pt x="756" y="366"/>
                  </a:lnTo>
                  <a:lnTo>
                    <a:pt x="732" y="366"/>
                  </a:lnTo>
                  <a:lnTo>
                    <a:pt x="708" y="354"/>
                  </a:lnTo>
                  <a:lnTo>
                    <a:pt x="702" y="342"/>
                  </a:lnTo>
                  <a:lnTo>
                    <a:pt x="690" y="336"/>
                  </a:lnTo>
                  <a:lnTo>
                    <a:pt x="684" y="330"/>
                  </a:lnTo>
                  <a:lnTo>
                    <a:pt x="672" y="330"/>
                  </a:lnTo>
                  <a:lnTo>
                    <a:pt x="666" y="336"/>
                  </a:lnTo>
                  <a:lnTo>
                    <a:pt x="654" y="342"/>
                  </a:lnTo>
                  <a:lnTo>
                    <a:pt x="636" y="348"/>
                  </a:lnTo>
                  <a:lnTo>
                    <a:pt x="624" y="348"/>
                  </a:lnTo>
                  <a:lnTo>
                    <a:pt x="588" y="330"/>
                  </a:lnTo>
                  <a:lnTo>
                    <a:pt x="582" y="330"/>
                  </a:lnTo>
                  <a:lnTo>
                    <a:pt x="570" y="336"/>
                  </a:lnTo>
                  <a:lnTo>
                    <a:pt x="558" y="348"/>
                  </a:lnTo>
                  <a:lnTo>
                    <a:pt x="546" y="354"/>
                  </a:lnTo>
                  <a:lnTo>
                    <a:pt x="540" y="366"/>
                  </a:lnTo>
                  <a:lnTo>
                    <a:pt x="534" y="372"/>
                  </a:lnTo>
                  <a:lnTo>
                    <a:pt x="462" y="336"/>
                  </a:lnTo>
                  <a:lnTo>
                    <a:pt x="450" y="336"/>
                  </a:lnTo>
                  <a:lnTo>
                    <a:pt x="450" y="342"/>
                  </a:lnTo>
                  <a:lnTo>
                    <a:pt x="462" y="354"/>
                  </a:lnTo>
                  <a:lnTo>
                    <a:pt x="462" y="372"/>
                  </a:lnTo>
                  <a:lnTo>
                    <a:pt x="450" y="372"/>
                  </a:lnTo>
                  <a:lnTo>
                    <a:pt x="438" y="360"/>
                  </a:lnTo>
                  <a:lnTo>
                    <a:pt x="438" y="354"/>
                  </a:lnTo>
                  <a:lnTo>
                    <a:pt x="426" y="324"/>
                  </a:lnTo>
                  <a:lnTo>
                    <a:pt x="390" y="324"/>
                  </a:lnTo>
                  <a:lnTo>
                    <a:pt x="384" y="312"/>
                  </a:lnTo>
                  <a:lnTo>
                    <a:pt x="384" y="306"/>
                  </a:lnTo>
                  <a:lnTo>
                    <a:pt x="378" y="300"/>
                  </a:lnTo>
                  <a:lnTo>
                    <a:pt x="318" y="300"/>
                  </a:lnTo>
                  <a:lnTo>
                    <a:pt x="312" y="288"/>
                  </a:lnTo>
                  <a:lnTo>
                    <a:pt x="306" y="282"/>
                  </a:lnTo>
                  <a:lnTo>
                    <a:pt x="288" y="282"/>
                  </a:lnTo>
                  <a:lnTo>
                    <a:pt x="276" y="288"/>
                  </a:lnTo>
                  <a:lnTo>
                    <a:pt x="264" y="300"/>
                  </a:lnTo>
                  <a:lnTo>
                    <a:pt x="234" y="300"/>
                  </a:lnTo>
                  <a:lnTo>
                    <a:pt x="228" y="294"/>
                  </a:lnTo>
                  <a:lnTo>
                    <a:pt x="228" y="288"/>
                  </a:lnTo>
                  <a:lnTo>
                    <a:pt x="222" y="288"/>
                  </a:lnTo>
                  <a:lnTo>
                    <a:pt x="210" y="282"/>
                  </a:lnTo>
                  <a:lnTo>
                    <a:pt x="180" y="282"/>
                  </a:lnTo>
                  <a:lnTo>
                    <a:pt x="180" y="288"/>
                  </a:lnTo>
                  <a:lnTo>
                    <a:pt x="186" y="294"/>
                  </a:lnTo>
                  <a:lnTo>
                    <a:pt x="186" y="312"/>
                  </a:lnTo>
                  <a:lnTo>
                    <a:pt x="174" y="324"/>
                  </a:lnTo>
                  <a:lnTo>
                    <a:pt x="162" y="330"/>
                  </a:lnTo>
                  <a:lnTo>
                    <a:pt x="150" y="330"/>
                  </a:lnTo>
                  <a:lnTo>
                    <a:pt x="138" y="336"/>
                  </a:lnTo>
                  <a:lnTo>
                    <a:pt x="132" y="336"/>
                  </a:lnTo>
                  <a:lnTo>
                    <a:pt x="132" y="360"/>
                  </a:lnTo>
                  <a:lnTo>
                    <a:pt x="102" y="372"/>
                  </a:lnTo>
                  <a:lnTo>
                    <a:pt x="114" y="384"/>
                  </a:lnTo>
                  <a:lnTo>
                    <a:pt x="120" y="396"/>
                  </a:lnTo>
                  <a:lnTo>
                    <a:pt x="114" y="402"/>
                  </a:lnTo>
                  <a:lnTo>
                    <a:pt x="108" y="414"/>
                  </a:lnTo>
                  <a:lnTo>
                    <a:pt x="102" y="420"/>
                  </a:lnTo>
                  <a:lnTo>
                    <a:pt x="90" y="420"/>
                  </a:lnTo>
                  <a:lnTo>
                    <a:pt x="78" y="414"/>
                  </a:lnTo>
                  <a:lnTo>
                    <a:pt x="72" y="402"/>
                  </a:lnTo>
                  <a:lnTo>
                    <a:pt x="60" y="396"/>
                  </a:lnTo>
                  <a:lnTo>
                    <a:pt x="48" y="384"/>
                  </a:lnTo>
                  <a:lnTo>
                    <a:pt x="36" y="378"/>
                  </a:lnTo>
                  <a:lnTo>
                    <a:pt x="24" y="378"/>
                  </a:lnTo>
                  <a:lnTo>
                    <a:pt x="18" y="384"/>
                  </a:lnTo>
                  <a:lnTo>
                    <a:pt x="18" y="396"/>
                  </a:lnTo>
                  <a:lnTo>
                    <a:pt x="24" y="402"/>
                  </a:lnTo>
                  <a:lnTo>
                    <a:pt x="24" y="426"/>
                  </a:lnTo>
                  <a:lnTo>
                    <a:pt x="0" y="426"/>
                  </a:lnTo>
                  <a:lnTo>
                    <a:pt x="6" y="462"/>
                  </a:lnTo>
                  <a:lnTo>
                    <a:pt x="12" y="468"/>
                  </a:lnTo>
                  <a:lnTo>
                    <a:pt x="12" y="492"/>
                  </a:lnTo>
                  <a:lnTo>
                    <a:pt x="0" y="516"/>
                  </a:lnTo>
                  <a:lnTo>
                    <a:pt x="0" y="546"/>
                  </a:lnTo>
                  <a:lnTo>
                    <a:pt x="6" y="546"/>
                  </a:lnTo>
                  <a:lnTo>
                    <a:pt x="12" y="552"/>
                  </a:lnTo>
                  <a:lnTo>
                    <a:pt x="36" y="552"/>
                  </a:lnTo>
                  <a:lnTo>
                    <a:pt x="42" y="558"/>
                  </a:lnTo>
                  <a:lnTo>
                    <a:pt x="42" y="588"/>
                  </a:lnTo>
                  <a:lnTo>
                    <a:pt x="48" y="594"/>
                  </a:lnTo>
                  <a:lnTo>
                    <a:pt x="90" y="594"/>
                  </a:lnTo>
                  <a:lnTo>
                    <a:pt x="102" y="588"/>
                  </a:lnTo>
                  <a:lnTo>
                    <a:pt x="114" y="588"/>
                  </a:lnTo>
                  <a:lnTo>
                    <a:pt x="162" y="636"/>
                  </a:lnTo>
                  <a:lnTo>
                    <a:pt x="168" y="648"/>
                  </a:lnTo>
                  <a:lnTo>
                    <a:pt x="180" y="660"/>
                  </a:lnTo>
                  <a:lnTo>
                    <a:pt x="180" y="672"/>
                  </a:lnTo>
                  <a:lnTo>
                    <a:pt x="144" y="672"/>
                  </a:lnTo>
                  <a:lnTo>
                    <a:pt x="144" y="678"/>
                  </a:lnTo>
                  <a:lnTo>
                    <a:pt x="156" y="690"/>
                  </a:lnTo>
                  <a:lnTo>
                    <a:pt x="174" y="696"/>
                  </a:lnTo>
                  <a:lnTo>
                    <a:pt x="186" y="696"/>
                  </a:lnTo>
                  <a:lnTo>
                    <a:pt x="192" y="702"/>
                  </a:lnTo>
                  <a:lnTo>
                    <a:pt x="198" y="702"/>
                  </a:lnTo>
                  <a:lnTo>
                    <a:pt x="204" y="690"/>
                  </a:lnTo>
                  <a:lnTo>
                    <a:pt x="222" y="690"/>
                  </a:lnTo>
                  <a:lnTo>
                    <a:pt x="228" y="684"/>
                  </a:lnTo>
                  <a:lnTo>
                    <a:pt x="246" y="672"/>
                  </a:lnTo>
                  <a:lnTo>
                    <a:pt x="306" y="648"/>
                  </a:lnTo>
                  <a:lnTo>
                    <a:pt x="324" y="642"/>
                  </a:lnTo>
                  <a:lnTo>
                    <a:pt x="336" y="648"/>
                  </a:lnTo>
                  <a:lnTo>
                    <a:pt x="342" y="654"/>
                  </a:lnTo>
                  <a:lnTo>
                    <a:pt x="360" y="666"/>
                  </a:lnTo>
                  <a:lnTo>
                    <a:pt x="366" y="672"/>
                  </a:lnTo>
                  <a:lnTo>
                    <a:pt x="384" y="672"/>
                  </a:lnTo>
                  <a:lnTo>
                    <a:pt x="390" y="666"/>
                  </a:lnTo>
                  <a:lnTo>
                    <a:pt x="402" y="666"/>
                  </a:lnTo>
                  <a:lnTo>
                    <a:pt x="408" y="660"/>
                  </a:lnTo>
                  <a:lnTo>
                    <a:pt x="414" y="666"/>
                  </a:lnTo>
                  <a:lnTo>
                    <a:pt x="426" y="672"/>
                  </a:lnTo>
                  <a:lnTo>
                    <a:pt x="450" y="696"/>
                  </a:lnTo>
                  <a:lnTo>
                    <a:pt x="450" y="726"/>
                  </a:lnTo>
                  <a:lnTo>
                    <a:pt x="444" y="732"/>
                  </a:lnTo>
                  <a:lnTo>
                    <a:pt x="444" y="738"/>
                  </a:lnTo>
                  <a:lnTo>
                    <a:pt x="438" y="744"/>
                  </a:lnTo>
                  <a:lnTo>
                    <a:pt x="438" y="750"/>
                  </a:lnTo>
                  <a:lnTo>
                    <a:pt x="444" y="756"/>
                  </a:lnTo>
                  <a:lnTo>
                    <a:pt x="450" y="768"/>
                  </a:lnTo>
                  <a:lnTo>
                    <a:pt x="462" y="774"/>
                  </a:lnTo>
                  <a:lnTo>
                    <a:pt x="474" y="786"/>
                  </a:lnTo>
                  <a:lnTo>
                    <a:pt x="486" y="786"/>
                  </a:lnTo>
                  <a:lnTo>
                    <a:pt x="504" y="768"/>
                  </a:lnTo>
                  <a:lnTo>
                    <a:pt x="516" y="762"/>
                  </a:lnTo>
                  <a:lnTo>
                    <a:pt x="528" y="762"/>
                  </a:lnTo>
                  <a:lnTo>
                    <a:pt x="528" y="792"/>
                  </a:lnTo>
                  <a:lnTo>
                    <a:pt x="546" y="810"/>
                  </a:lnTo>
                  <a:lnTo>
                    <a:pt x="510" y="816"/>
                  </a:lnTo>
                  <a:lnTo>
                    <a:pt x="510" y="828"/>
                  </a:lnTo>
                  <a:lnTo>
                    <a:pt x="504" y="834"/>
                  </a:lnTo>
                  <a:lnTo>
                    <a:pt x="498" y="834"/>
                  </a:lnTo>
                  <a:lnTo>
                    <a:pt x="486" y="822"/>
                  </a:lnTo>
                  <a:lnTo>
                    <a:pt x="486" y="816"/>
                  </a:lnTo>
                  <a:lnTo>
                    <a:pt x="498" y="804"/>
                  </a:lnTo>
                  <a:lnTo>
                    <a:pt x="504" y="804"/>
                  </a:lnTo>
                  <a:lnTo>
                    <a:pt x="510" y="798"/>
                  </a:lnTo>
                  <a:lnTo>
                    <a:pt x="480" y="798"/>
                  </a:lnTo>
                  <a:lnTo>
                    <a:pt x="462" y="792"/>
                  </a:lnTo>
                  <a:lnTo>
                    <a:pt x="450" y="792"/>
                  </a:lnTo>
                  <a:lnTo>
                    <a:pt x="432" y="786"/>
                  </a:lnTo>
                  <a:lnTo>
                    <a:pt x="408" y="786"/>
                  </a:lnTo>
                  <a:lnTo>
                    <a:pt x="390" y="780"/>
                  </a:lnTo>
                  <a:lnTo>
                    <a:pt x="372" y="780"/>
                  </a:lnTo>
                  <a:lnTo>
                    <a:pt x="360" y="774"/>
                  </a:lnTo>
                  <a:lnTo>
                    <a:pt x="348" y="774"/>
                  </a:lnTo>
                  <a:lnTo>
                    <a:pt x="360" y="804"/>
                  </a:lnTo>
                  <a:lnTo>
                    <a:pt x="342" y="804"/>
                  </a:lnTo>
                  <a:lnTo>
                    <a:pt x="330" y="816"/>
                  </a:lnTo>
                  <a:lnTo>
                    <a:pt x="330" y="822"/>
                  </a:lnTo>
                  <a:lnTo>
                    <a:pt x="336" y="828"/>
                  </a:lnTo>
                  <a:lnTo>
                    <a:pt x="348" y="834"/>
                  </a:lnTo>
                  <a:lnTo>
                    <a:pt x="354" y="840"/>
                  </a:lnTo>
                  <a:lnTo>
                    <a:pt x="366" y="840"/>
                  </a:lnTo>
                  <a:lnTo>
                    <a:pt x="372" y="846"/>
                  </a:lnTo>
                  <a:lnTo>
                    <a:pt x="372" y="852"/>
                  </a:lnTo>
                  <a:lnTo>
                    <a:pt x="360" y="852"/>
                  </a:lnTo>
                  <a:lnTo>
                    <a:pt x="348" y="846"/>
                  </a:lnTo>
                  <a:lnTo>
                    <a:pt x="336" y="846"/>
                  </a:lnTo>
                  <a:lnTo>
                    <a:pt x="324" y="840"/>
                  </a:lnTo>
                  <a:lnTo>
                    <a:pt x="306" y="834"/>
                  </a:lnTo>
                  <a:lnTo>
                    <a:pt x="300" y="834"/>
                  </a:lnTo>
                  <a:lnTo>
                    <a:pt x="294" y="840"/>
                  </a:lnTo>
                  <a:lnTo>
                    <a:pt x="294" y="846"/>
                  </a:lnTo>
                  <a:lnTo>
                    <a:pt x="306" y="858"/>
                  </a:lnTo>
                  <a:lnTo>
                    <a:pt x="318" y="864"/>
                  </a:lnTo>
                  <a:lnTo>
                    <a:pt x="324" y="870"/>
                  </a:lnTo>
                  <a:lnTo>
                    <a:pt x="336" y="870"/>
                  </a:lnTo>
                  <a:lnTo>
                    <a:pt x="336" y="882"/>
                  </a:lnTo>
                  <a:lnTo>
                    <a:pt x="342" y="894"/>
                  </a:lnTo>
                  <a:lnTo>
                    <a:pt x="366" y="918"/>
                  </a:lnTo>
                  <a:lnTo>
                    <a:pt x="372" y="930"/>
                  </a:lnTo>
                  <a:lnTo>
                    <a:pt x="372" y="954"/>
                  </a:lnTo>
                  <a:lnTo>
                    <a:pt x="408" y="960"/>
                  </a:lnTo>
                  <a:lnTo>
                    <a:pt x="414" y="978"/>
                  </a:lnTo>
                  <a:lnTo>
                    <a:pt x="444" y="978"/>
                  </a:lnTo>
                  <a:lnTo>
                    <a:pt x="480" y="996"/>
                  </a:lnTo>
                  <a:lnTo>
                    <a:pt x="486" y="1002"/>
                  </a:lnTo>
                  <a:lnTo>
                    <a:pt x="486" y="1014"/>
                  </a:lnTo>
                  <a:lnTo>
                    <a:pt x="480" y="1020"/>
                  </a:lnTo>
                  <a:lnTo>
                    <a:pt x="468" y="1026"/>
                  </a:lnTo>
                  <a:lnTo>
                    <a:pt x="462" y="1038"/>
                  </a:lnTo>
                  <a:lnTo>
                    <a:pt x="462" y="1056"/>
                  </a:lnTo>
                  <a:lnTo>
                    <a:pt x="468" y="1062"/>
                  </a:lnTo>
                  <a:lnTo>
                    <a:pt x="492" y="1062"/>
                  </a:lnTo>
                  <a:lnTo>
                    <a:pt x="498" y="1056"/>
                  </a:lnTo>
                  <a:lnTo>
                    <a:pt x="504" y="1038"/>
                  </a:lnTo>
                  <a:lnTo>
                    <a:pt x="510" y="1026"/>
                  </a:lnTo>
                  <a:lnTo>
                    <a:pt x="516" y="1020"/>
                  </a:lnTo>
                  <a:lnTo>
                    <a:pt x="528" y="1020"/>
                  </a:lnTo>
                  <a:lnTo>
                    <a:pt x="546" y="1026"/>
                  </a:lnTo>
                  <a:lnTo>
                    <a:pt x="546" y="1020"/>
                  </a:lnTo>
                  <a:lnTo>
                    <a:pt x="552" y="1014"/>
                  </a:lnTo>
                  <a:lnTo>
                    <a:pt x="570" y="1014"/>
                  </a:lnTo>
                  <a:lnTo>
                    <a:pt x="594" y="1026"/>
                  </a:lnTo>
                  <a:lnTo>
                    <a:pt x="606" y="1026"/>
                  </a:lnTo>
                  <a:lnTo>
                    <a:pt x="618" y="1038"/>
                  </a:lnTo>
                  <a:lnTo>
                    <a:pt x="630" y="1044"/>
                  </a:lnTo>
                  <a:lnTo>
                    <a:pt x="636" y="1056"/>
                  </a:lnTo>
                  <a:lnTo>
                    <a:pt x="642" y="1062"/>
                  </a:lnTo>
                  <a:lnTo>
                    <a:pt x="648" y="1074"/>
                  </a:lnTo>
                  <a:lnTo>
                    <a:pt x="672" y="1098"/>
                  </a:lnTo>
                  <a:lnTo>
                    <a:pt x="684" y="1104"/>
                  </a:lnTo>
                  <a:lnTo>
                    <a:pt x="690" y="1110"/>
                  </a:lnTo>
                  <a:lnTo>
                    <a:pt x="696" y="1104"/>
                  </a:lnTo>
                  <a:lnTo>
                    <a:pt x="696" y="1098"/>
                  </a:lnTo>
                  <a:lnTo>
                    <a:pt x="702" y="1092"/>
                  </a:lnTo>
                  <a:lnTo>
                    <a:pt x="654" y="810"/>
                  </a:lnTo>
                  <a:lnTo>
                    <a:pt x="798" y="768"/>
                  </a:lnTo>
                  <a:lnTo>
                    <a:pt x="804" y="774"/>
                  </a:lnTo>
                  <a:lnTo>
                    <a:pt x="804" y="762"/>
                  </a:lnTo>
                  <a:lnTo>
                    <a:pt x="810" y="756"/>
                  </a:lnTo>
                  <a:lnTo>
                    <a:pt x="810" y="750"/>
                  </a:lnTo>
                  <a:lnTo>
                    <a:pt x="816" y="738"/>
                  </a:lnTo>
                  <a:lnTo>
                    <a:pt x="816" y="732"/>
                  </a:lnTo>
                  <a:lnTo>
                    <a:pt x="822" y="726"/>
                  </a:lnTo>
                  <a:lnTo>
                    <a:pt x="846" y="726"/>
                  </a:lnTo>
                  <a:lnTo>
                    <a:pt x="852" y="750"/>
                  </a:lnTo>
                  <a:lnTo>
                    <a:pt x="864" y="744"/>
                  </a:lnTo>
                  <a:lnTo>
                    <a:pt x="870" y="744"/>
                  </a:lnTo>
                  <a:lnTo>
                    <a:pt x="876" y="738"/>
                  </a:lnTo>
                  <a:lnTo>
                    <a:pt x="876" y="732"/>
                  </a:lnTo>
                  <a:lnTo>
                    <a:pt x="852" y="708"/>
                  </a:lnTo>
                  <a:lnTo>
                    <a:pt x="870" y="708"/>
                  </a:lnTo>
                  <a:lnTo>
                    <a:pt x="882" y="720"/>
                  </a:lnTo>
                  <a:lnTo>
                    <a:pt x="936" y="720"/>
                  </a:lnTo>
                  <a:lnTo>
                    <a:pt x="924" y="708"/>
                  </a:lnTo>
                  <a:lnTo>
                    <a:pt x="918" y="708"/>
                  </a:lnTo>
                  <a:lnTo>
                    <a:pt x="906" y="696"/>
                  </a:lnTo>
                  <a:lnTo>
                    <a:pt x="882" y="696"/>
                  </a:lnTo>
                  <a:lnTo>
                    <a:pt x="876" y="690"/>
                  </a:lnTo>
                  <a:lnTo>
                    <a:pt x="876" y="684"/>
                  </a:lnTo>
                  <a:lnTo>
                    <a:pt x="882" y="678"/>
                  </a:lnTo>
                  <a:lnTo>
                    <a:pt x="906" y="678"/>
                  </a:lnTo>
                  <a:lnTo>
                    <a:pt x="924" y="666"/>
                  </a:lnTo>
                  <a:lnTo>
                    <a:pt x="930" y="672"/>
                  </a:lnTo>
                  <a:lnTo>
                    <a:pt x="936" y="684"/>
                  </a:lnTo>
                  <a:lnTo>
                    <a:pt x="942" y="690"/>
                  </a:lnTo>
                  <a:lnTo>
                    <a:pt x="948" y="690"/>
                  </a:lnTo>
                  <a:lnTo>
                    <a:pt x="954" y="684"/>
                  </a:lnTo>
                  <a:lnTo>
                    <a:pt x="960" y="690"/>
                  </a:lnTo>
                  <a:lnTo>
                    <a:pt x="966" y="702"/>
                  </a:lnTo>
                  <a:lnTo>
                    <a:pt x="966" y="708"/>
                  </a:lnTo>
                  <a:lnTo>
                    <a:pt x="960" y="714"/>
                  </a:lnTo>
                  <a:lnTo>
                    <a:pt x="954" y="714"/>
                  </a:lnTo>
                  <a:lnTo>
                    <a:pt x="942" y="720"/>
                  </a:lnTo>
                  <a:lnTo>
                    <a:pt x="924" y="738"/>
                  </a:lnTo>
                  <a:lnTo>
                    <a:pt x="888" y="738"/>
                  </a:lnTo>
                  <a:lnTo>
                    <a:pt x="882" y="744"/>
                  </a:lnTo>
                  <a:lnTo>
                    <a:pt x="882" y="756"/>
                  </a:lnTo>
                  <a:lnTo>
                    <a:pt x="888" y="762"/>
                  </a:lnTo>
                  <a:lnTo>
                    <a:pt x="900" y="762"/>
                  </a:lnTo>
                  <a:lnTo>
                    <a:pt x="906" y="768"/>
                  </a:lnTo>
                  <a:lnTo>
                    <a:pt x="918" y="768"/>
                  </a:lnTo>
                  <a:lnTo>
                    <a:pt x="918" y="786"/>
                  </a:lnTo>
                  <a:lnTo>
                    <a:pt x="912" y="798"/>
                  </a:lnTo>
                  <a:lnTo>
                    <a:pt x="912" y="816"/>
                  </a:lnTo>
                  <a:lnTo>
                    <a:pt x="918" y="822"/>
                  </a:lnTo>
                  <a:lnTo>
                    <a:pt x="984" y="858"/>
                  </a:lnTo>
                  <a:lnTo>
                    <a:pt x="1062" y="930"/>
                  </a:lnTo>
                  <a:lnTo>
                    <a:pt x="1068" y="930"/>
                  </a:lnTo>
                  <a:lnTo>
                    <a:pt x="1074" y="924"/>
                  </a:lnTo>
                  <a:lnTo>
                    <a:pt x="1110" y="924"/>
                  </a:lnTo>
                  <a:lnTo>
                    <a:pt x="1128" y="918"/>
                  </a:lnTo>
                  <a:lnTo>
                    <a:pt x="1188" y="918"/>
                  </a:lnTo>
                  <a:lnTo>
                    <a:pt x="1206" y="924"/>
                  </a:lnTo>
                  <a:lnTo>
                    <a:pt x="1224" y="924"/>
                  </a:lnTo>
                  <a:lnTo>
                    <a:pt x="1230" y="918"/>
                  </a:lnTo>
                  <a:lnTo>
                    <a:pt x="1254" y="906"/>
                  </a:lnTo>
                  <a:lnTo>
                    <a:pt x="1266" y="906"/>
                  </a:lnTo>
                  <a:lnTo>
                    <a:pt x="1272" y="918"/>
                  </a:lnTo>
                  <a:lnTo>
                    <a:pt x="1290" y="936"/>
                  </a:lnTo>
                  <a:lnTo>
                    <a:pt x="1296" y="954"/>
                  </a:lnTo>
                  <a:lnTo>
                    <a:pt x="1308" y="960"/>
                  </a:lnTo>
                  <a:lnTo>
                    <a:pt x="1314" y="972"/>
                  </a:lnTo>
                  <a:lnTo>
                    <a:pt x="1344" y="972"/>
                  </a:lnTo>
                  <a:lnTo>
                    <a:pt x="1344" y="984"/>
                  </a:lnTo>
                  <a:lnTo>
                    <a:pt x="1350" y="1002"/>
                  </a:lnTo>
                  <a:lnTo>
                    <a:pt x="1350" y="1044"/>
                  </a:lnTo>
                  <a:lnTo>
                    <a:pt x="1356" y="1050"/>
                  </a:lnTo>
                  <a:lnTo>
                    <a:pt x="1362" y="1050"/>
                  </a:lnTo>
                  <a:lnTo>
                    <a:pt x="1368" y="1044"/>
                  </a:lnTo>
                  <a:lnTo>
                    <a:pt x="1380" y="1044"/>
                  </a:lnTo>
                  <a:lnTo>
                    <a:pt x="1386" y="1050"/>
                  </a:lnTo>
                  <a:lnTo>
                    <a:pt x="1416" y="1110"/>
                  </a:lnTo>
                  <a:lnTo>
                    <a:pt x="1494" y="1110"/>
                  </a:lnTo>
                  <a:lnTo>
                    <a:pt x="1512" y="1116"/>
                  </a:lnTo>
                  <a:lnTo>
                    <a:pt x="1512" y="1134"/>
                  </a:lnTo>
                  <a:lnTo>
                    <a:pt x="1506" y="1140"/>
                  </a:lnTo>
                  <a:lnTo>
                    <a:pt x="1506" y="1152"/>
                  </a:lnTo>
                  <a:lnTo>
                    <a:pt x="1512" y="1152"/>
                  </a:lnTo>
                  <a:lnTo>
                    <a:pt x="1524" y="1158"/>
                  </a:lnTo>
                  <a:lnTo>
                    <a:pt x="1536" y="1158"/>
                  </a:lnTo>
                  <a:lnTo>
                    <a:pt x="1542" y="1164"/>
                  </a:lnTo>
                  <a:lnTo>
                    <a:pt x="1542" y="1152"/>
                  </a:lnTo>
                  <a:lnTo>
                    <a:pt x="1536" y="1146"/>
                  </a:lnTo>
                  <a:lnTo>
                    <a:pt x="1536" y="1134"/>
                  </a:lnTo>
                  <a:lnTo>
                    <a:pt x="1548" y="1122"/>
                  </a:lnTo>
                  <a:lnTo>
                    <a:pt x="1560" y="1116"/>
                  </a:lnTo>
                  <a:lnTo>
                    <a:pt x="1566" y="1110"/>
                  </a:lnTo>
                  <a:lnTo>
                    <a:pt x="1572" y="1110"/>
                  </a:lnTo>
                  <a:lnTo>
                    <a:pt x="1572" y="1092"/>
                  </a:lnTo>
                  <a:lnTo>
                    <a:pt x="1584" y="1080"/>
                  </a:lnTo>
                  <a:lnTo>
                    <a:pt x="1596" y="1074"/>
                  </a:lnTo>
                  <a:lnTo>
                    <a:pt x="1608" y="1074"/>
                  </a:lnTo>
                  <a:lnTo>
                    <a:pt x="1614" y="1068"/>
                  </a:lnTo>
                  <a:lnTo>
                    <a:pt x="1620" y="1068"/>
                  </a:lnTo>
                  <a:lnTo>
                    <a:pt x="1632" y="1044"/>
                  </a:lnTo>
                  <a:lnTo>
                    <a:pt x="1656" y="1044"/>
                  </a:lnTo>
                  <a:lnTo>
                    <a:pt x="1686" y="1026"/>
                  </a:lnTo>
                  <a:lnTo>
                    <a:pt x="1662" y="1026"/>
                  </a:lnTo>
                  <a:lnTo>
                    <a:pt x="1662" y="1008"/>
                  </a:lnTo>
                  <a:lnTo>
                    <a:pt x="1668" y="996"/>
                  </a:lnTo>
                  <a:lnTo>
                    <a:pt x="1686" y="978"/>
                  </a:lnTo>
                  <a:lnTo>
                    <a:pt x="1716" y="978"/>
                  </a:lnTo>
                  <a:lnTo>
                    <a:pt x="1728" y="984"/>
                  </a:lnTo>
                  <a:lnTo>
                    <a:pt x="1746" y="990"/>
                  </a:lnTo>
                  <a:lnTo>
                    <a:pt x="1782" y="1008"/>
                  </a:lnTo>
                  <a:lnTo>
                    <a:pt x="1812" y="1008"/>
                  </a:lnTo>
                  <a:lnTo>
                    <a:pt x="1830" y="1014"/>
                  </a:lnTo>
                  <a:lnTo>
                    <a:pt x="1830" y="1002"/>
                  </a:lnTo>
                  <a:lnTo>
                    <a:pt x="1824" y="990"/>
                  </a:lnTo>
                  <a:lnTo>
                    <a:pt x="1824" y="960"/>
                  </a:lnTo>
                  <a:lnTo>
                    <a:pt x="1830" y="954"/>
                  </a:lnTo>
                  <a:lnTo>
                    <a:pt x="1872" y="954"/>
                  </a:lnTo>
                  <a:lnTo>
                    <a:pt x="1884" y="960"/>
                  </a:lnTo>
                  <a:lnTo>
                    <a:pt x="1890" y="972"/>
                  </a:lnTo>
                  <a:lnTo>
                    <a:pt x="1914" y="972"/>
                  </a:lnTo>
                  <a:lnTo>
                    <a:pt x="1926" y="978"/>
                  </a:lnTo>
                  <a:lnTo>
                    <a:pt x="1944" y="978"/>
                  </a:lnTo>
                  <a:lnTo>
                    <a:pt x="1962" y="972"/>
                  </a:lnTo>
                  <a:lnTo>
                    <a:pt x="2082" y="972"/>
                  </a:lnTo>
                  <a:lnTo>
                    <a:pt x="2094" y="978"/>
                  </a:lnTo>
                  <a:lnTo>
                    <a:pt x="2106" y="978"/>
                  </a:lnTo>
                  <a:lnTo>
                    <a:pt x="2154" y="972"/>
                  </a:lnTo>
                  <a:lnTo>
                    <a:pt x="2166" y="984"/>
                  </a:lnTo>
                  <a:lnTo>
                    <a:pt x="2184" y="984"/>
                  </a:lnTo>
                  <a:lnTo>
                    <a:pt x="2208" y="1014"/>
                  </a:lnTo>
                  <a:lnTo>
                    <a:pt x="2250" y="1014"/>
                  </a:lnTo>
                  <a:lnTo>
                    <a:pt x="2268" y="1020"/>
                  </a:lnTo>
                  <a:lnTo>
                    <a:pt x="2262" y="1014"/>
                  </a:lnTo>
                  <a:lnTo>
                    <a:pt x="2262" y="1002"/>
                  </a:lnTo>
                  <a:lnTo>
                    <a:pt x="2256" y="996"/>
                  </a:lnTo>
                  <a:lnTo>
                    <a:pt x="2256" y="984"/>
                  </a:lnTo>
                  <a:lnTo>
                    <a:pt x="2280" y="984"/>
                  </a:lnTo>
                  <a:lnTo>
                    <a:pt x="2262" y="966"/>
                  </a:lnTo>
                  <a:lnTo>
                    <a:pt x="2262" y="960"/>
                  </a:lnTo>
                  <a:lnTo>
                    <a:pt x="2268" y="954"/>
                  </a:lnTo>
                  <a:lnTo>
                    <a:pt x="2286" y="954"/>
                  </a:lnTo>
                  <a:lnTo>
                    <a:pt x="2286" y="942"/>
                  </a:lnTo>
                  <a:lnTo>
                    <a:pt x="2274" y="936"/>
                  </a:lnTo>
                  <a:lnTo>
                    <a:pt x="2268" y="924"/>
                  </a:lnTo>
                  <a:lnTo>
                    <a:pt x="2226" y="882"/>
                  </a:lnTo>
                  <a:lnTo>
                    <a:pt x="2214" y="858"/>
                  </a:lnTo>
                  <a:lnTo>
                    <a:pt x="2214" y="828"/>
                  </a:lnTo>
                  <a:lnTo>
                    <a:pt x="2196" y="828"/>
                  </a:lnTo>
                  <a:lnTo>
                    <a:pt x="2184" y="822"/>
                  </a:lnTo>
                  <a:lnTo>
                    <a:pt x="2178" y="816"/>
                  </a:lnTo>
                  <a:lnTo>
                    <a:pt x="2178" y="810"/>
                  </a:lnTo>
                  <a:lnTo>
                    <a:pt x="2184" y="804"/>
                  </a:lnTo>
                  <a:lnTo>
                    <a:pt x="2196" y="798"/>
                  </a:lnTo>
                  <a:lnTo>
                    <a:pt x="2208" y="798"/>
                  </a:lnTo>
                  <a:lnTo>
                    <a:pt x="2220" y="792"/>
                  </a:lnTo>
                  <a:lnTo>
                    <a:pt x="2232" y="792"/>
                  </a:lnTo>
                  <a:lnTo>
                    <a:pt x="2268" y="774"/>
                  </a:lnTo>
                  <a:lnTo>
                    <a:pt x="2280" y="774"/>
                  </a:lnTo>
                  <a:lnTo>
                    <a:pt x="2286" y="780"/>
                  </a:lnTo>
                  <a:lnTo>
                    <a:pt x="2292" y="792"/>
                  </a:lnTo>
                  <a:lnTo>
                    <a:pt x="2298" y="798"/>
                  </a:lnTo>
                  <a:lnTo>
                    <a:pt x="2316" y="786"/>
                  </a:lnTo>
                  <a:lnTo>
                    <a:pt x="2328" y="798"/>
                  </a:lnTo>
                  <a:lnTo>
                    <a:pt x="2334" y="798"/>
                  </a:lnTo>
                  <a:lnTo>
                    <a:pt x="2340" y="792"/>
                  </a:lnTo>
                  <a:lnTo>
                    <a:pt x="2340" y="780"/>
                  </a:lnTo>
                  <a:lnTo>
                    <a:pt x="2334" y="774"/>
                  </a:lnTo>
                  <a:lnTo>
                    <a:pt x="2328" y="774"/>
                  </a:lnTo>
                  <a:lnTo>
                    <a:pt x="2322" y="768"/>
                  </a:lnTo>
                  <a:lnTo>
                    <a:pt x="2316" y="768"/>
                  </a:lnTo>
                  <a:lnTo>
                    <a:pt x="2316" y="630"/>
                  </a:lnTo>
                  <a:lnTo>
                    <a:pt x="2328" y="630"/>
                  </a:lnTo>
                  <a:lnTo>
                    <a:pt x="2340" y="636"/>
                  </a:lnTo>
                  <a:lnTo>
                    <a:pt x="2352" y="636"/>
                  </a:lnTo>
                  <a:lnTo>
                    <a:pt x="2376" y="648"/>
                  </a:lnTo>
                  <a:lnTo>
                    <a:pt x="2424" y="648"/>
                  </a:lnTo>
                  <a:lnTo>
                    <a:pt x="2436" y="660"/>
                  </a:lnTo>
                  <a:lnTo>
                    <a:pt x="2454" y="642"/>
                  </a:lnTo>
                  <a:lnTo>
                    <a:pt x="2472" y="642"/>
                  </a:lnTo>
                  <a:lnTo>
                    <a:pt x="2478" y="636"/>
                  </a:lnTo>
                  <a:lnTo>
                    <a:pt x="2478" y="618"/>
                  </a:lnTo>
                  <a:lnTo>
                    <a:pt x="2466" y="594"/>
                  </a:lnTo>
                  <a:lnTo>
                    <a:pt x="2454" y="582"/>
                  </a:lnTo>
                  <a:lnTo>
                    <a:pt x="2442" y="558"/>
                  </a:lnTo>
                  <a:lnTo>
                    <a:pt x="2442" y="540"/>
                  </a:lnTo>
                  <a:lnTo>
                    <a:pt x="2454" y="528"/>
                  </a:lnTo>
                  <a:lnTo>
                    <a:pt x="2496" y="528"/>
                  </a:lnTo>
                  <a:lnTo>
                    <a:pt x="2502" y="522"/>
                  </a:lnTo>
                  <a:lnTo>
                    <a:pt x="2502" y="510"/>
                  </a:lnTo>
                  <a:lnTo>
                    <a:pt x="2484" y="492"/>
                  </a:lnTo>
                  <a:close/>
                  <a:moveTo>
                    <a:pt x="2082" y="696"/>
                  </a:moveTo>
                  <a:lnTo>
                    <a:pt x="2046" y="696"/>
                  </a:lnTo>
                  <a:lnTo>
                    <a:pt x="2046" y="702"/>
                  </a:lnTo>
                  <a:lnTo>
                    <a:pt x="2040" y="708"/>
                  </a:lnTo>
                  <a:lnTo>
                    <a:pt x="2028" y="708"/>
                  </a:lnTo>
                  <a:lnTo>
                    <a:pt x="2022" y="702"/>
                  </a:lnTo>
                  <a:lnTo>
                    <a:pt x="2010" y="696"/>
                  </a:lnTo>
                  <a:lnTo>
                    <a:pt x="1980" y="702"/>
                  </a:lnTo>
                  <a:lnTo>
                    <a:pt x="1950" y="696"/>
                  </a:lnTo>
                  <a:lnTo>
                    <a:pt x="1932" y="696"/>
                  </a:lnTo>
                  <a:lnTo>
                    <a:pt x="1908" y="690"/>
                  </a:lnTo>
                  <a:lnTo>
                    <a:pt x="1860" y="690"/>
                  </a:lnTo>
                  <a:lnTo>
                    <a:pt x="1854" y="684"/>
                  </a:lnTo>
                  <a:lnTo>
                    <a:pt x="1854" y="678"/>
                  </a:lnTo>
                  <a:lnTo>
                    <a:pt x="1836" y="696"/>
                  </a:lnTo>
                  <a:lnTo>
                    <a:pt x="1830" y="696"/>
                  </a:lnTo>
                  <a:lnTo>
                    <a:pt x="1824" y="708"/>
                  </a:lnTo>
                  <a:lnTo>
                    <a:pt x="1824" y="714"/>
                  </a:lnTo>
                  <a:lnTo>
                    <a:pt x="1818" y="726"/>
                  </a:lnTo>
                  <a:lnTo>
                    <a:pt x="1812" y="732"/>
                  </a:lnTo>
                  <a:lnTo>
                    <a:pt x="1794" y="732"/>
                  </a:lnTo>
                  <a:lnTo>
                    <a:pt x="1800" y="762"/>
                  </a:lnTo>
                  <a:lnTo>
                    <a:pt x="1788" y="768"/>
                  </a:lnTo>
                  <a:lnTo>
                    <a:pt x="1806" y="786"/>
                  </a:lnTo>
                  <a:lnTo>
                    <a:pt x="1800" y="810"/>
                  </a:lnTo>
                  <a:lnTo>
                    <a:pt x="1794" y="810"/>
                  </a:lnTo>
                  <a:lnTo>
                    <a:pt x="1788" y="798"/>
                  </a:lnTo>
                  <a:lnTo>
                    <a:pt x="1776" y="792"/>
                  </a:lnTo>
                  <a:lnTo>
                    <a:pt x="1770" y="780"/>
                  </a:lnTo>
                  <a:lnTo>
                    <a:pt x="1758" y="774"/>
                  </a:lnTo>
                  <a:lnTo>
                    <a:pt x="1752" y="762"/>
                  </a:lnTo>
                  <a:lnTo>
                    <a:pt x="1752" y="750"/>
                  </a:lnTo>
                  <a:lnTo>
                    <a:pt x="1746" y="732"/>
                  </a:lnTo>
                  <a:lnTo>
                    <a:pt x="1746" y="720"/>
                  </a:lnTo>
                  <a:lnTo>
                    <a:pt x="1764" y="702"/>
                  </a:lnTo>
                  <a:lnTo>
                    <a:pt x="1776" y="702"/>
                  </a:lnTo>
                  <a:lnTo>
                    <a:pt x="1782" y="696"/>
                  </a:lnTo>
                  <a:lnTo>
                    <a:pt x="1788" y="684"/>
                  </a:lnTo>
                  <a:lnTo>
                    <a:pt x="1788" y="678"/>
                  </a:lnTo>
                  <a:lnTo>
                    <a:pt x="1800" y="666"/>
                  </a:lnTo>
                  <a:lnTo>
                    <a:pt x="1818" y="666"/>
                  </a:lnTo>
                  <a:lnTo>
                    <a:pt x="1830" y="672"/>
                  </a:lnTo>
                  <a:lnTo>
                    <a:pt x="1848" y="672"/>
                  </a:lnTo>
                  <a:lnTo>
                    <a:pt x="1854" y="666"/>
                  </a:lnTo>
                  <a:lnTo>
                    <a:pt x="1896" y="666"/>
                  </a:lnTo>
                  <a:lnTo>
                    <a:pt x="1908" y="672"/>
                  </a:lnTo>
                  <a:lnTo>
                    <a:pt x="1914" y="678"/>
                  </a:lnTo>
                  <a:lnTo>
                    <a:pt x="1932" y="678"/>
                  </a:lnTo>
                  <a:lnTo>
                    <a:pt x="1944" y="684"/>
                  </a:lnTo>
                  <a:lnTo>
                    <a:pt x="1974" y="684"/>
                  </a:lnTo>
                  <a:lnTo>
                    <a:pt x="1986" y="672"/>
                  </a:lnTo>
                  <a:lnTo>
                    <a:pt x="2028" y="672"/>
                  </a:lnTo>
                  <a:lnTo>
                    <a:pt x="2034" y="678"/>
                  </a:lnTo>
                  <a:lnTo>
                    <a:pt x="2046" y="678"/>
                  </a:lnTo>
                  <a:lnTo>
                    <a:pt x="2052" y="672"/>
                  </a:lnTo>
                  <a:lnTo>
                    <a:pt x="2064" y="666"/>
                  </a:lnTo>
                  <a:lnTo>
                    <a:pt x="2088" y="666"/>
                  </a:lnTo>
                  <a:lnTo>
                    <a:pt x="2088" y="684"/>
                  </a:lnTo>
                  <a:lnTo>
                    <a:pt x="2082" y="690"/>
                  </a:lnTo>
                  <a:lnTo>
                    <a:pt x="2082" y="69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83" name="Jordan" descr="© INSCALE GmbH, 05.05.2010&#10;http://www.presentationload.com/">
              <a:extLst>
                <a:ext uri="{FF2B5EF4-FFF2-40B4-BE49-F238E27FC236}">
                  <a16:creationId xmlns:a16="http://schemas.microsoft.com/office/drawing/2014/main" id="{C1E6B4BA-0429-476E-A4BE-17392171D731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533285" y="2120876"/>
              <a:ext cx="93054" cy="110462"/>
            </a:xfrm>
            <a:custGeom>
              <a:avLst/>
              <a:gdLst>
                <a:gd name="T0" fmla="*/ 2147483647 w 282"/>
                <a:gd name="T1" fmla="*/ 2147483647 h 336"/>
                <a:gd name="T2" fmla="*/ 2147483647 w 282"/>
                <a:gd name="T3" fmla="*/ 2147483647 h 336"/>
                <a:gd name="T4" fmla="*/ 2147483647 w 282"/>
                <a:gd name="T5" fmla="*/ 0 h 336"/>
                <a:gd name="T6" fmla="*/ 2147483647 w 282"/>
                <a:gd name="T7" fmla="*/ 2147483647 h 336"/>
                <a:gd name="T8" fmla="*/ 2147483647 w 282"/>
                <a:gd name="T9" fmla="*/ 2147483647 h 336"/>
                <a:gd name="T10" fmla="*/ 2147483647 w 282"/>
                <a:gd name="T11" fmla="*/ 2147483647 h 336"/>
                <a:gd name="T12" fmla="*/ 2147483647 w 282"/>
                <a:gd name="T13" fmla="*/ 2147483647 h 336"/>
                <a:gd name="T14" fmla="*/ 2147483647 w 282"/>
                <a:gd name="T15" fmla="*/ 2147483647 h 336"/>
                <a:gd name="T16" fmla="*/ 2147483647 w 282"/>
                <a:gd name="T17" fmla="*/ 2147483647 h 336"/>
                <a:gd name="T18" fmla="*/ 2147483647 w 282"/>
                <a:gd name="T19" fmla="*/ 2147483647 h 336"/>
                <a:gd name="T20" fmla="*/ 2147483647 w 282"/>
                <a:gd name="T21" fmla="*/ 2147483647 h 336"/>
                <a:gd name="T22" fmla="*/ 2147483647 w 282"/>
                <a:gd name="T23" fmla="*/ 2147483647 h 336"/>
                <a:gd name="T24" fmla="*/ 2147483647 w 282"/>
                <a:gd name="T25" fmla="*/ 2147483647 h 336"/>
                <a:gd name="T26" fmla="*/ 2147483647 w 282"/>
                <a:gd name="T27" fmla="*/ 2147483647 h 336"/>
                <a:gd name="T28" fmla="*/ 2147483647 w 282"/>
                <a:gd name="T29" fmla="*/ 2147483647 h 336"/>
                <a:gd name="T30" fmla="*/ 2147483647 w 282"/>
                <a:gd name="T31" fmla="*/ 2147483647 h 336"/>
                <a:gd name="T32" fmla="*/ 2147483647 w 282"/>
                <a:gd name="T33" fmla="*/ 2147483647 h 336"/>
                <a:gd name="T34" fmla="*/ 2147483647 w 282"/>
                <a:gd name="T35" fmla="*/ 2147483647 h 336"/>
                <a:gd name="T36" fmla="*/ 2147483647 w 282"/>
                <a:gd name="T37" fmla="*/ 2147483647 h 336"/>
                <a:gd name="T38" fmla="*/ 2147483647 w 282"/>
                <a:gd name="T39" fmla="*/ 2147483647 h 336"/>
                <a:gd name="T40" fmla="*/ 2147483647 w 282"/>
                <a:gd name="T41" fmla="*/ 2147483647 h 336"/>
                <a:gd name="T42" fmla="*/ 2147483647 w 282"/>
                <a:gd name="T43" fmla="*/ 2147483647 h 336"/>
                <a:gd name="T44" fmla="*/ 2147483647 w 282"/>
                <a:gd name="T45" fmla="*/ 2147483647 h 336"/>
                <a:gd name="T46" fmla="*/ 0 w 282"/>
                <a:gd name="T47" fmla="*/ 2147483647 h 336"/>
                <a:gd name="T48" fmla="*/ 0 w 282"/>
                <a:gd name="T49" fmla="*/ 2147483647 h 336"/>
                <a:gd name="T50" fmla="*/ 2147483647 w 282"/>
                <a:gd name="T51" fmla="*/ 2147483647 h 336"/>
                <a:gd name="T52" fmla="*/ 2147483647 w 282"/>
                <a:gd name="T53" fmla="*/ 2147483647 h 336"/>
                <a:gd name="T54" fmla="*/ 2147483647 w 282"/>
                <a:gd name="T55" fmla="*/ 2147483647 h 336"/>
                <a:gd name="T56" fmla="*/ 2147483647 w 282"/>
                <a:gd name="T57" fmla="*/ 2147483647 h 336"/>
                <a:gd name="T58" fmla="*/ 2147483647 w 282"/>
                <a:gd name="T59" fmla="*/ 2147483647 h 336"/>
                <a:gd name="T60" fmla="*/ 2147483647 w 282"/>
                <a:gd name="T61" fmla="*/ 2147483647 h 336"/>
                <a:gd name="T62" fmla="*/ 2147483647 w 282"/>
                <a:gd name="T63" fmla="*/ 2147483647 h 336"/>
                <a:gd name="T64" fmla="*/ 2147483647 w 282"/>
                <a:gd name="T65" fmla="*/ 2147483647 h 336"/>
                <a:gd name="T66" fmla="*/ 2147483647 w 282"/>
                <a:gd name="T67" fmla="*/ 2147483647 h 336"/>
                <a:gd name="T68" fmla="*/ 2147483647 w 282"/>
                <a:gd name="T69" fmla="*/ 2147483647 h 336"/>
                <a:gd name="T70" fmla="*/ 2147483647 w 282"/>
                <a:gd name="T71" fmla="*/ 2147483647 h 336"/>
                <a:gd name="T72" fmla="*/ 2147483647 w 282"/>
                <a:gd name="T73" fmla="*/ 2147483647 h 336"/>
                <a:gd name="T74" fmla="*/ 2147483647 w 282"/>
                <a:gd name="T75" fmla="*/ 2147483647 h 336"/>
                <a:gd name="T76" fmla="*/ 2147483647 w 282"/>
                <a:gd name="T77" fmla="*/ 2147483647 h 336"/>
                <a:gd name="T78" fmla="*/ 2147483647 w 282"/>
                <a:gd name="T79" fmla="*/ 2147483647 h 336"/>
                <a:gd name="T80" fmla="*/ 2147483647 w 282"/>
                <a:gd name="T81" fmla="*/ 2147483647 h 336"/>
                <a:gd name="T82" fmla="*/ 2147483647 w 282"/>
                <a:gd name="T83" fmla="*/ 2147483647 h 336"/>
                <a:gd name="T84" fmla="*/ 2147483647 w 282"/>
                <a:gd name="T85" fmla="*/ 2147483647 h 336"/>
                <a:gd name="T86" fmla="*/ 2147483647 w 282"/>
                <a:gd name="T87" fmla="*/ 2147483647 h 336"/>
                <a:gd name="T88" fmla="*/ 2147483647 w 282"/>
                <a:gd name="T89" fmla="*/ 2147483647 h 336"/>
                <a:gd name="T90" fmla="*/ 2147483647 w 282"/>
                <a:gd name="T91" fmla="*/ 2147483647 h 336"/>
                <a:gd name="T92" fmla="*/ 2147483647 w 282"/>
                <a:gd name="T93" fmla="*/ 2147483647 h 336"/>
                <a:gd name="T94" fmla="*/ 2147483647 w 282"/>
                <a:gd name="T95" fmla="*/ 2147483647 h 336"/>
                <a:gd name="T96" fmla="*/ 2147483647 w 282"/>
                <a:gd name="T97" fmla="*/ 2147483647 h 336"/>
                <a:gd name="T98" fmla="*/ 2147483647 w 282"/>
                <a:gd name="T99" fmla="*/ 2147483647 h 336"/>
                <a:gd name="T100" fmla="*/ 2147483647 w 282"/>
                <a:gd name="T101" fmla="*/ 2147483647 h 336"/>
                <a:gd name="T102" fmla="*/ 2147483647 w 282"/>
                <a:gd name="T103" fmla="*/ 2147483647 h 336"/>
                <a:gd name="T104" fmla="*/ 2147483647 w 282"/>
                <a:gd name="T105" fmla="*/ 2147483647 h 336"/>
                <a:gd name="T106" fmla="*/ 2147483647 w 282"/>
                <a:gd name="T107" fmla="*/ 2147483647 h 336"/>
                <a:gd name="T108" fmla="*/ 2147483647 w 282"/>
                <a:gd name="T109" fmla="*/ 2147483647 h 336"/>
                <a:gd name="T110" fmla="*/ 2147483647 w 282"/>
                <a:gd name="T111" fmla="*/ 2147483647 h 336"/>
                <a:gd name="T112" fmla="*/ 2147483647 w 282"/>
                <a:gd name="T113" fmla="*/ 2147483647 h 336"/>
                <a:gd name="T114" fmla="*/ 2147483647 w 282"/>
                <a:gd name="T115" fmla="*/ 2147483647 h 336"/>
                <a:gd name="T116" fmla="*/ 2147483647 w 282"/>
                <a:gd name="T117" fmla="*/ 2147483647 h 336"/>
                <a:gd name="T118" fmla="*/ 2147483647 w 282"/>
                <a:gd name="T119" fmla="*/ 2147483647 h 336"/>
                <a:gd name="T120" fmla="*/ 2147483647 w 282"/>
                <a:gd name="T121" fmla="*/ 2147483647 h 336"/>
                <a:gd name="T122" fmla="*/ 2147483647 w 282"/>
                <a:gd name="T123" fmla="*/ 2147483647 h 3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82"/>
                <a:gd name="T187" fmla="*/ 0 h 336"/>
                <a:gd name="T188" fmla="*/ 282 w 282"/>
                <a:gd name="T189" fmla="*/ 336 h 3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82" h="336">
                  <a:moveTo>
                    <a:pt x="258" y="60"/>
                  </a:moveTo>
                  <a:lnTo>
                    <a:pt x="258" y="42"/>
                  </a:lnTo>
                  <a:lnTo>
                    <a:pt x="234" y="0"/>
                  </a:lnTo>
                  <a:lnTo>
                    <a:pt x="222" y="6"/>
                  </a:lnTo>
                  <a:lnTo>
                    <a:pt x="198" y="30"/>
                  </a:lnTo>
                  <a:lnTo>
                    <a:pt x="138" y="78"/>
                  </a:lnTo>
                  <a:lnTo>
                    <a:pt x="114" y="84"/>
                  </a:lnTo>
                  <a:lnTo>
                    <a:pt x="96" y="84"/>
                  </a:lnTo>
                  <a:lnTo>
                    <a:pt x="84" y="78"/>
                  </a:lnTo>
                  <a:lnTo>
                    <a:pt x="72" y="66"/>
                  </a:lnTo>
                  <a:lnTo>
                    <a:pt x="36" y="48"/>
                  </a:lnTo>
                  <a:lnTo>
                    <a:pt x="30" y="48"/>
                  </a:lnTo>
                  <a:lnTo>
                    <a:pt x="24" y="66"/>
                  </a:lnTo>
                  <a:lnTo>
                    <a:pt x="30" y="138"/>
                  </a:lnTo>
                  <a:lnTo>
                    <a:pt x="18" y="150"/>
                  </a:lnTo>
                  <a:lnTo>
                    <a:pt x="18" y="162"/>
                  </a:lnTo>
                  <a:lnTo>
                    <a:pt x="30" y="174"/>
                  </a:lnTo>
                  <a:lnTo>
                    <a:pt x="30" y="186"/>
                  </a:lnTo>
                  <a:lnTo>
                    <a:pt x="24" y="198"/>
                  </a:lnTo>
                  <a:lnTo>
                    <a:pt x="18" y="204"/>
                  </a:lnTo>
                  <a:lnTo>
                    <a:pt x="12" y="216"/>
                  </a:lnTo>
                  <a:lnTo>
                    <a:pt x="6" y="222"/>
                  </a:lnTo>
                  <a:lnTo>
                    <a:pt x="6" y="282"/>
                  </a:lnTo>
                  <a:lnTo>
                    <a:pt x="0" y="294"/>
                  </a:lnTo>
                  <a:lnTo>
                    <a:pt x="0" y="312"/>
                  </a:lnTo>
                  <a:lnTo>
                    <a:pt x="6" y="324"/>
                  </a:lnTo>
                  <a:lnTo>
                    <a:pt x="24" y="324"/>
                  </a:lnTo>
                  <a:lnTo>
                    <a:pt x="48" y="336"/>
                  </a:lnTo>
                  <a:lnTo>
                    <a:pt x="84" y="336"/>
                  </a:lnTo>
                  <a:lnTo>
                    <a:pt x="96" y="324"/>
                  </a:lnTo>
                  <a:lnTo>
                    <a:pt x="108" y="300"/>
                  </a:lnTo>
                  <a:lnTo>
                    <a:pt x="108" y="288"/>
                  </a:lnTo>
                  <a:lnTo>
                    <a:pt x="120" y="276"/>
                  </a:lnTo>
                  <a:lnTo>
                    <a:pt x="126" y="276"/>
                  </a:lnTo>
                  <a:lnTo>
                    <a:pt x="138" y="270"/>
                  </a:lnTo>
                  <a:lnTo>
                    <a:pt x="150" y="270"/>
                  </a:lnTo>
                  <a:lnTo>
                    <a:pt x="162" y="264"/>
                  </a:lnTo>
                  <a:lnTo>
                    <a:pt x="168" y="258"/>
                  </a:lnTo>
                  <a:lnTo>
                    <a:pt x="174" y="246"/>
                  </a:lnTo>
                  <a:lnTo>
                    <a:pt x="180" y="240"/>
                  </a:lnTo>
                  <a:lnTo>
                    <a:pt x="180" y="228"/>
                  </a:lnTo>
                  <a:lnTo>
                    <a:pt x="186" y="222"/>
                  </a:lnTo>
                  <a:lnTo>
                    <a:pt x="186" y="210"/>
                  </a:lnTo>
                  <a:lnTo>
                    <a:pt x="180" y="204"/>
                  </a:lnTo>
                  <a:lnTo>
                    <a:pt x="168" y="180"/>
                  </a:lnTo>
                  <a:lnTo>
                    <a:pt x="144" y="156"/>
                  </a:lnTo>
                  <a:lnTo>
                    <a:pt x="132" y="156"/>
                  </a:lnTo>
                  <a:lnTo>
                    <a:pt x="120" y="150"/>
                  </a:lnTo>
                  <a:lnTo>
                    <a:pt x="96" y="150"/>
                  </a:lnTo>
                  <a:lnTo>
                    <a:pt x="96" y="144"/>
                  </a:lnTo>
                  <a:lnTo>
                    <a:pt x="108" y="144"/>
                  </a:lnTo>
                  <a:lnTo>
                    <a:pt x="120" y="138"/>
                  </a:lnTo>
                  <a:lnTo>
                    <a:pt x="186" y="138"/>
                  </a:lnTo>
                  <a:lnTo>
                    <a:pt x="198" y="114"/>
                  </a:lnTo>
                  <a:lnTo>
                    <a:pt x="240" y="114"/>
                  </a:lnTo>
                  <a:lnTo>
                    <a:pt x="252" y="108"/>
                  </a:lnTo>
                  <a:lnTo>
                    <a:pt x="258" y="102"/>
                  </a:lnTo>
                  <a:lnTo>
                    <a:pt x="264" y="102"/>
                  </a:lnTo>
                  <a:lnTo>
                    <a:pt x="276" y="96"/>
                  </a:lnTo>
                  <a:lnTo>
                    <a:pt x="282" y="90"/>
                  </a:lnTo>
                  <a:lnTo>
                    <a:pt x="282" y="78"/>
                  </a:lnTo>
                  <a:lnTo>
                    <a:pt x="258" y="6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84" name="Japan" descr="© INSCALE GmbH, 05.05.2010&#10;http://www.presentationload.com/">
              <a:extLst>
                <a:ext uri="{FF2B5EF4-FFF2-40B4-BE49-F238E27FC236}">
                  <a16:creationId xmlns:a16="http://schemas.microsoft.com/office/drawing/2014/main" id="{F72471DD-DD99-4780-95AF-4A37DF090BFA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6574013" y="1799766"/>
              <a:ext cx="289503" cy="561301"/>
            </a:xfrm>
            <a:custGeom>
              <a:avLst/>
              <a:gdLst>
                <a:gd name="T0" fmla="*/ 2147483647 w 876"/>
                <a:gd name="T1" fmla="*/ 2147483647 h 1710"/>
                <a:gd name="T2" fmla="*/ 2147483647 w 876"/>
                <a:gd name="T3" fmla="*/ 2147483647 h 1710"/>
                <a:gd name="T4" fmla="*/ 2147483647 w 876"/>
                <a:gd name="T5" fmla="*/ 2147483647 h 1710"/>
                <a:gd name="T6" fmla="*/ 2147483647 w 876"/>
                <a:gd name="T7" fmla="*/ 2147483647 h 1710"/>
                <a:gd name="T8" fmla="*/ 2147483647 w 876"/>
                <a:gd name="T9" fmla="*/ 2147483647 h 1710"/>
                <a:gd name="T10" fmla="*/ 2147483647 w 876"/>
                <a:gd name="T11" fmla="*/ 2147483647 h 1710"/>
                <a:gd name="T12" fmla="*/ 2147483647 w 876"/>
                <a:gd name="T13" fmla="*/ 2147483647 h 1710"/>
                <a:gd name="T14" fmla="*/ 2147483647 w 876"/>
                <a:gd name="T15" fmla="*/ 2147483647 h 1710"/>
                <a:gd name="T16" fmla="*/ 2147483647 w 876"/>
                <a:gd name="T17" fmla="*/ 2147483647 h 1710"/>
                <a:gd name="T18" fmla="*/ 2147483647 w 876"/>
                <a:gd name="T19" fmla="*/ 2147483647 h 1710"/>
                <a:gd name="T20" fmla="*/ 2147483647 w 876"/>
                <a:gd name="T21" fmla="*/ 2147483647 h 1710"/>
                <a:gd name="T22" fmla="*/ 2147483647 w 876"/>
                <a:gd name="T23" fmla="*/ 2147483647 h 1710"/>
                <a:gd name="T24" fmla="*/ 2147483647 w 876"/>
                <a:gd name="T25" fmla="*/ 2147483647 h 1710"/>
                <a:gd name="T26" fmla="*/ 2147483647 w 876"/>
                <a:gd name="T27" fmla="*/ 2147483647 h 1710"/>
                <a:gd name="T28" fmla="*/ 2147483647 w 876"/>
                <a:gd name="T29" fmla="*/ 2147483647 h 1710"/>
                <a:gd name="T30" fmla="*/ 2147483647 w 876"/>
                <a:gd name="T31" fmla="*/ 2147483647 h 1710"/>
                <a:gd name="T32" fmla="*/ 2147483647 w 876"/>
                <a:gd name="T33" fmla="*/ 2147483647 h 1710"/>
                <a:gd name="T34" fmla="*/ 2147483647 w 876"/>
                <a:gd name="T35" fmla="*/ 2147483647 h 1710"/>
                <a:gd name="T36" fmla="*/ 2147483647 w 876"/>
                <a:gd name="T37" fmla="*/ 2147483647 h 1710"/>
                <a:gd name="T38" fmla="*/ 2147483647 w 876"/>
                <a:gd name="T39" fmla="*/ 2147483647 h 1710"/>
                <a:gd name="T40" fmla="*/ 2147483647 w 876"/>
                <a:gd name="T41" fmla="*/ 2147483647 h 1710"/>
                <a:gd name="T42" fmla="*/ 2147483647 w 876"/>
                <a:gd name="T43" fmla="*/ 2147483647 h 1710"/>
                <a:gd name="T44" fmla="*/ 2147483647 w 876"/>
                <a:gd name="T45" fmla="*/ 2147483647 h 1710"/>
                <a:gd name="T46" fmla="*/ 2147483647 w 876"/>
                <a:gd name="T47" fmla="*/ 2147483647 h 1710"/>
                <a:gd name="T48" fmla="*/ 2147483647 w 876"/>
                <a:gd name="T49" fmla="*/ 2147483647 h 1710"/>
                <a:gd name="T50" fmla="*/ 2147483647 w 876"/>
                <a:gd name="T51" fmla="*/ 2147483647 h 1710"/>
                <a:gd name="T52" fmla="*/ 2147483647 w 876"/>
                <a:gd name="T53" fmla="*/ 2147483647 h 1710"/>
                <a:gd name="T54" fmla="*/ 2147483647 w 876"/>
                <a:gd name="T55" fmla="*/ 2147483647 h 1710"/>
                <a:gd name="T56" fmla="*/ 2147483647 w 876"/>
                <a:gd name="T57" fmla="*/ 2147483647 h 1710"/>
                <a:gd name="T58" fmla="*/ 2147483647 w 876"/>
                <a:gd name="T59" fmla="*/ 2147483647 h 1710"/>
                <a:gd name="T60" fmla="*/ 2147483647 w 876"/>
                <a:gd name="T61" fmla="*/ 2147483647 h 1710"/>
                <a:gd name="T62" fmla="*/ 2147483647 w 876"/>
                <a:gd name="T63" fmla="*/ 2147483647 h 1710"/>
                <a:gd name="T64" fmla="*/ 2147483647 w 876"/>
                <a:gd name="T65" fmla="*/ 2147483647 h 1710"/>
                <a:gd name="T66" fmla="*/ 2147483647 w 876"/>
                <a:gd name="T67" fmla="*/ 2147483647 h 1710"/>
                <a:gd name="T68" fmla="*/ 2147483647 w 876"/>
                <a:gd name="T69" fmla="*/ 2147483647 h 1710"/>
                <a:gd name="T70" fmla="*/ 2147483647 w 876"/>
                <a:gd name="T71" fmla="*/ 2147483647 h 1710"/>
                <a:gd name="T72" fmla="*/ 2147483647 w 876"/>
                <a:gd name="T73" fmla="*/ 2147483647 h 1710"/>
                <a:gd name="T74" fmla="*/ 2147483647 w 876"/>
                <a:gd name="T75" fmla="*/ 2147483647 h 1710"/>
                <a:gd name="T76" fmla="*/ 2147483647 w 876"/>
                <a:gd name="T77" fmla="*/ 2147483647 h 1710"/>
                <a:gd name="T78" fmla="*/ 2147483647 w 876"/>
                <a:gd name="T79" fmla="*/ 2147483647 h 1710"/>
                <a:gd name="T80" fmla="*/ 2147483647 w 876"/>
                <a:gd name="T81" fmla="*/ 2147483647 h 1710"/>
                <a:gd name="T82" fmla="*/ 2147483647 w 876"/>
                <a:gd name="T83" fmla="*/ 2147483647 h 1710"/>
                <a:gd name="T84" fmla="*/ 2147483647 w 876"/>
                <a:gd name="T85" fmla="*/ 2147483647 h 1710"/>
                <a:gd name="T86" fmla="*/ 2147483647 w 876"/>
                <a:gd name="T87" fmla="*/ 2147483647 h 1710"/>
                <a:gd name="T88" fmla="*/ 2147483647 w 876"/>
                <a:gd name="T89" fmla="*/ 2147483647 h 1710"/>
                <a:gd name="T90" fmla="*/ 2147483647 w 876"/>
                <a:gd name="T91" fmla="*/ 2147483647 h 1710"/>
                <a:gd name="T92" fmla="*/ 2147483647 w 876"/>
                <a:gd name="T93" fmla="*/ 2147483647 h 1710"/>
                <a:gd name="T94" fmla="*/ 2147483647 w 876"/>
                <a:gd name="T95" fmla="*/ 2147483647 h 1710"/>
                <a:gd name="T96" fmla="*/ 2147483647 w 876"/>
                <a:gd name="T97" fmla="*/ 2147483647 h 1710"/>
                <a:gd name="T98" fmla="*/ 2147483647 w 876"/>
                <a:gd name="T99" fmla="*/ 2147483647 h 1710"/>
                <a:gd name="T100" fmla="*/ 2147483647 w 876"/>
                <a:gd name="T101" fmla="*/ 2147483647 h 1710"/>
                <a:gd name="T102" fmla="*/ 2147483647 w 876"/>
                <a:gd name="T103" fmla="*/ 2147483647 h 1710"/>
                <a:gd name="T104" fmla="*/ 2147483647 w 876"/>
                <a:gd name="T105" fmla="*/ 2147483647 h 1710"/>
                <a:gd name="T106" fmla="*/ 2147483647 w 876"/>
                <a:gd name="T107" fmla="*/ 2147483647 h 1710"/>
                <a:gd name="T108" fmla="*/ 2147483647 w 876"/>
                <a:gd name="T109" fmla="*/ 2147483647 h 1710"/>
                <a:gd name="T110" fmla="*/ 2147483647 w 876"/>
                <a:gd name="T111" fmla="*/ 2147483647 h 1710"/>
                <a:gd name="T112" fmla="*/ 2147483647 w 876"/>
                <a:gd name="T113" fmla="*/ 2147483647 h 1710"/>
                <a:gd name="T114" fmla="*/ 2147483647 w 876"/>
                <a:gd name="T115" fmla="*/ 2147483647 h 1710"/>
                <a:gd name="T116" fmla="*/ 2147483647 w 876"/>
                <a:gd name="T117" fmla="*/ 2147483647 h 1710"/>
                <a:gd name="T118" fmla="*/ 2147483647 w 876"/>
                <a:gd name="T119" fmla="*/ 2147483647 h 171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876"/>
                <a:gd name="T181" fmla="*/ 0 h 1710"/>
                <a:gd name="T182" fmla="*/ 876 w 876"/>
                <a:gd name="T183" fmla="*/ 1710 h 171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876" h="1710">
                  <a:moveTo>
                    <a:pt x="876" y="780"/>
                  </a:moveTo>
                  <a:lnTo>
                    <a:pt x="864" y="774"/>
                  </a:lnTo>
                  <a:lnTo>
                    <a:pt x="858" y="768"/>
                  </a:lnTo>
                  <a:lnTo>
                    <a:pt x="846" y="762"/>
                  </a:lnTo>
                  <a:lnTo>
                    <a:pt x="840" y="750"/>
                  </a:lnTo>
                  <a:lnTo>
                    <a:pt x="828" y="744"/>
                  </a:lnTo>
                  <a:lnTo>
                    <a:pt x="828" y="720"/>
                  </a:lnTo>
                  <a:lnTo>
                    <a:pt x="834" y="702"/>
                  </a:lnTo>
                  <a:lnTo>
                    <a:pt x="834" y="684"/>
                  </a:lnTo>
                  <a:lnTo>
                    <a:pt x="828" y="666"/>
                  </a:lnTo>
                  <a:lnTo>
                    <a:pt x="816" y="642"/>
                  </a:lnTo>
                  <a:lnTo>
                    <a:pt x="792" y="618"/>
                  </a:lnTo>
                  <a:lnTo>
                    <a:pt x="786" y="600"/>
                  </a:lnTo>
                  <a:lnTo>
                    <a:pt x="786" y="576"/>
                  </a:lnTo>
                  <a:lnTo>
                    <a:pt x="792" y="570"/>
                  </a:lnTo>
                  <a:lnTo>
                    <a:pt x="810" y="570"/>
                  </a:lnTo>
                  <a:lnTo>
                    <a:pt x="810" y="528"/>
                  </a:lnTo>
                  <a:lnTo>
                    <a:pt x="798" y="516"/>
                  </a:lnTo>
                  <a:lnTo>
                    <a:pt x="810" y="510"/>
                  </a:lnTo>
                  <a:lnTo>
                    <a:pt x="810" y="498"/>
                  </a:lnTo>
                  <a:lnTo>
                    <a:pt x="804" y="486"/>
                  </a:lnTo>
                  <a:lnTo>
                    <a:pt x="804" y="474"/>
                  </a:lnTo>
                  <a:lnTo>
                    <a:pt x="798" y="468"/>
                  </a:lnTo>
                  <a:lnTo>
                    <a:pt x="792" y="456"/>
                  </a:lnTo>
                  <a:lnTo>
                    <a:pt x="786" y="450"/>
                  </a:lnTo>
                  <a:lnTo>
                    <a:pt x="774" y="444"/>
                  </a:lnTo>
                  <a:lnTo>
                    <a:pt x="768" y="438"/>
                  </a:lnTo>
                  <a:lnTo>
                    <a:pt x="762" y="420"/>
                  </a:lnTo>
                  <a:lnTo>
                    <a:pt x="756" y="420"/>
                  </a:lnTo>
                  <a:lnTo>
                    <a:pt x="738" y="402"/>
                  </a:lnTo>
                  <a:lnTo>
                    <a:pt x="714" y="390"/>
                  </a:lnTo>
                  <a:lnTo>
                    <a:pt x="702" y="378"/>
                  </a:lnTo>
                  <a:lnTo>
                    <a:pt x="696" y="360"/>
                  </a:lnTo>
                  <a:lnTo>
                    <a:pt x="690" y="348"/>
                  </a:lnTo>
                  <a:lnTo>
                    <a:pt x="690" y="330"/>
                  </a:lnTo>
                  <a:lnTo>
                    <a:pt x="684" y="324"/>
                  </a:lnTo>
                  <a:lnTo>
                    <a:pt x="678" y="324"/>
                  </a:lnTo>
                  <a:lnTo>
                    <a:pt x="666" y="318"/>
                  </a:lnTo>
                  <a:lnTo>
                    <a:pt x="654" y="318"/>
                  </a:lnTo>
                  <a:lnTo>
                    <a:pt x="648" y="324"/>
                  </a:lnTo>
                  <a:lnTo>
                    <a:pt x="648" y="342"/>
                  </a:lnTo>
                  <a:lnTo>
                    <a:pt x="654" y="342"/>
                  </a:lnTo>
                  <a:lnTo>
                    <a:pt x="660" y="348"/>
                  </a:lnTo>
                  <a:lnTo>
                    <a:pt x="672" y="342"/>
                  </a:lnTo>
                  <a:lnTo>
                    <a:pt x="678" y="348"/>
                  </a:lnTo>
                  <a:lnTo>
                    <a:pt x="678" y="366"/>
                  </a:lnTo>
                  <a:lnTo>
                    <a:pt x="672" y="366"/>
                  </a:lnTo>
                  <a:lnTo>
                    <a:pt x="666" y="360"/>
                  </a:lnTo>
                  <a:lnTo>
                    <a:pt x="654" y="372"/>
                  </a:lnTo>
                  <a:lnTo>
                    <a:pt x="630" y="342"/>
                  </a:lnTo>
                  <a:lnTo>
                    <a:pt x="612" y="342"/>
                  </a:lnTo>
                  <a:lnTo>
                    <a:pt x="636" y="378"/>
                  </a:lnTo>
                  <a:lnTo>
                    <a:pt x="618" y="378"/>
                  </a:lnTo>
                  <a:lnTo>
                    <a:pt x="648" y="426"/>
                  </a:lnTo>
                  <a:lnTo>
                    <a:pt x="636" y="438"/>
                  </a:lnTo>
                  <a:lnTo>
                    <a:pt x="648" y="444"/>
                  </a:lnTo>
                  <a:lnTo>
                    <a:pt x="666" y="462"/>
                  </a:lnTo>
                  <a:lnTo>
                    <a:pt x="678" y="468"/>
                  </a:lnTo>
                  <a:lnTo>
                    <a:pt x="684" y="480"/>
                  </a:lnTo>
                  <a:lnTo>
                    <a:pt x="684" y="504"/>
                  </a:lnTo>
                  <a:lnTo>
                    <a:pt x="678" y="516"/>
                  </a:lnTo>
                  <a:lnTo>
                    <a:pt x="678" y="534"/>
                  </a:lnTo>
                  <a:lnTo>
                    <a:pt x="672" y="540"/>
                  </a:lnTo>
                  <a:lnTo>
                    <a:pt x="672" y="570"/>
                  </a:lnTo>
                  <a:lnTo>
                    <a:pt x="678" y="570"/>
                  </a:lnTo>
                  <a:lnTo>
                    <a:pt x="690" y="582"/>
                  </a:lnTo>
                  <a:lnTo>
                    <a:pt x="690" y="600"/>
                  </a:lnTo>
                  <a:lnTo>
                    <a:pt x="678" y="606"/>
                  </a:lnTo>
                  <a:lnTo>
                    <a:pt x="660" y="606"/>
                  </a:lnTo>
                  <a:lnTo>
                    <a:pt x="660" y="618"/>
                  </a:lnTo>
                  <a:lnTo>
                    <a:pt x="666" y="630"/>
                  </a:lnTo>
                  <a:lnTo>
                    <a:pt x="666" y="642"/>
                  </a:lnTo>
                  <a:lnTo>
                    <a:pt x="660" y="654"/>
                  </a:lnTo>
                  <a:lnTo>
                    <a:pt x="654" y="660"/>
                  </a:lnTo>
                  <a:lnTo>
                    <a:pt x="642" y="666"/>
                  </a:lnTo>
                  <a:lnTo>
                    <a:pt x="630" y="666"/>
                  </a:lnTo>
                  <a:lnTo>
                    <a:pt x="618" y="672"/>
                  </a:lnTo>
                  <a:lnTo>
                    <a:pt x="612" y="678"/>
                  </a:lnTo>
                  <a:lnTo>
                    <a:pt x="606" y="678"/>
                  </a:lnTo>
                  <a:lnTo>
                    <a:pt x="606" y="696"/>
                  </a:lnTo>
                  <a:lnTo>
                    <a:pt x="588" y="696"/>
                  </a:lnTo>
                  <a:lnTo>
                    <a:pt x="564" y="672"/>
                  </a:lnTo>
                  <a:lnTo>
                    <a:pt x="564" y="654"/>
                  </a:lnTo>
                  <a:lnTo>
                    <a:pt x="570" y="636"/>
                  </a:lnTo>
                  <a:lnTo>
                    <a:pt x="558" y="636"/>
                  </a:lnTo>
                  <a:lnTo>
                    <a:pt x="552" y="642"/>
                  </a:lnTo>
                  <a:lnTo>
                    <a:pt x="540" y="648"/>
                  </a:lnTo>
                  <a:lnTo>
                    <a:pt x="534" y="654"/>
                  </a:lnTo>
                  <a:lnTo>
                    <a:pt x="534" y="660"/>
                  </a:lnTo>
                  <a:lnTo>
                    <a:pt x="540" y="666"/>
                  </a:lnTo>
                  <a:lnTo>
                    <a:pt x="558" y="702"/>
                  </a:lnTo>
                  <a:lnTo>
                    <a:pt x="558" y="714"/>
                  </a:lnTo>
                  <a:lnTo>
                    <a:pt x="552" y="720"/>
                  </a:lnTo>
                  <a:lnTo>
                    <a:pt x="540" y="744"/>
                  </a:lnTo>
                  <a:lnTo>
                    <a:pt x="540" y="756"/>
                  </a:lnTo>
                  <a:lnTo>
                    <a:pt x="546" y="762"/>
                  </a:lnTo>
                  <a:lnTo>
                    <a:pt x="546" y="768"/>
                  </a:lnTo>
                  <a:lnTo>
                    <a:pt x="552" y="780"/>
                  </a:lnTo>
                  <a:lnTo>
                    <a:pt x="558" y="786"/>
                  </a:lnTo>
                  <a:lnTo>
                    <a:pt x="558" y="792"/>
                  </a:lnTo>
                  <a:lnTo>
                    <a:pt x="522" y="792"/>
                  </a:lnTo>
                  <a:lnTo>
                    <a:pt x="498" y="780"/>
                  </a:lnTo>
                  <a:lnTo>
                    <a:pt x="474" y="780"/>
                  </a:lnTo>
                  <a:lnTo>
                    <a:pt x="450" y="792"/>
                  </a:lnTo>
                  <a:lnTo>
                    <a:pt x="438" y="792"/>
                  </a:lnTo>
                  <a:lnTo>
                    <a:pt x="420" y="798"/>
                  </a:lnTo>
                  <a:lnTo>
                    <a:pt x="414" y="804"/>
                  </a:lnTo>
                  <a:lnTo>
                    <a:pt x="378" y="804"/>
                  </a:lnTo>
                  <a:lnTo>
                    <a:pt x="366" y="792"/>
                  </a:lnTo>
                  <a:lnTo>
                    <a:pt x="336" y="816"/>
                  </a:lnTo>
                  <a:lnTo>
                    <a:pt x="330" y="828"/>
                  </a:lnTo>
                  <a:lnTo>
                    <a:pt x="312" y="846"/>
                  </a:lnTo>
                  <a:lnTo>
                    <a:pt x="306" y="864"/>
                  </a:lnTo>
                  <a:lnTo>
                    <a:pt x="300" y="870"/>
                  </a:lnTo>
                  <a:lnTo>
                    <a:pt x="294" y="882"/>
                  </a:lnTo>
                  <a:lnTo>
                    <a:pt x="270" y="882"/>
                  </a:lnTo>
                  <a:lnTo>
                    <a:pt x="264" y="888"/>
                  </a:lnTo>
                  <a:lnTo>
                    <a:pt x="258" y="888"/>
                  </a:lnTo>
                  <a:lnTo>
                    <a:pt x="258" y="900"/>
                  </a:lnTo>
                  <a:lnTo>
                    <a:pt x="264" y="912"/>
                  </a:lnTo>
                  <a:lnTo>
                    <a:pt x="276" y="924"/>
                  </a:lnTo>
                  <a:lnTo>
                    <a:pt x="288" y="924"/>
                  </a:lnTo>
                  <a:lnTo>
                    <a:pt x="294" y="918"/>
                  </a:lnTo>
                  <a:lnTo>
                    <a:pt x="312" y="918"/>
                  </a:lnTo>
                  <a:lnTo>
                    <a:pt x="318" y="924"/>
                  </a:lnTo>
                  <a:lnTo>
                    <a:pt x="324" y="924"/>
                  </a:lnTo>
                  <a:lnTo>
                    <a:pt x="336" y="930"/>
                  </a:lnTo>
                  <a:lnTo>
                    <a:pt x="342" y="930"/>
                  </a:lnTo>
                  <a:lnTo>
                    <a:pt x="348" y="924"/>
                  </a:lnTo>
                  <a:lnTo>
                    <a:pt x="348" y="912"/>
                  </a:lnTo>
                  <a:lnTo>
                    <a:pt x="354" y="906"/>
                  </a:lnTo>
                  <a:lnTo>
                    <a:pt x="354" y="894"/>
                  </a:lnTo>
                  <a:lnTo>
                    <a:pt x="372" y="906"/>
                  </a:lnTo>
                  <a:lnTo>
                    <a:pt x="378" y="906"/>
                  </a:lnTo>
                  <a:lnTo>
                    <a:pt x="384" y="900"/>
                  </a:lnTo>
                  <a:lnTo>
                    <a:pt x="420" y="882"/>
                  </a:lnTo>
                  <a:lnTo>
                    <a:pt x="426" y="882"/>
                  </a:lnTo>
                  <a:lnTo>
                    <a:pt x="432" y="876"/>
                  </a:lnTo>
                  <a:lnTo>
                    <a:pt x="444" y="876"/>
                  </a:lnTo>
                  <a:lnTo>
                    <a:pt x="456" y="882"/>
                  </a:lnTo>
                  <a:lnTo>
                    <a:pt x="480" y="882"/>
                  </a:lnTo>
                  <a:lnTo>
                    <a:pt x="480" y="876"/>
                  </a:lnTo>
                  <a:lnTo>
                    <a:pt x="474" y="870"/>
                  </a:lnTo>
                  <a:lnTo>
                    <a:pt x="474" y="864"/>
                  </a:lnTo>
                  <a:lnTo>
                    <a:pt x="480" y="858"/>
                  </a:lnTo>
                  <a:lnTo>
                    <a:pt x="498" y="858"/>
                  </a:lnTo>
                  <a:lnTo>
                    <a:pt x="516" y="876"/>
                  </a:lnTo>
                  <a:lnTo>
                    <a:pt x="522" y="870"/>
                  </a:lnTo>
                  <a:lnTo>
                    <a:pt x="534" y="864"/>
                  </a:lnTo>
                  <a:lnTo>
                    <a:pt x="540" y="864"/>
                  </a:lnTo>
                  <a:lnTo>
                    <a:pt x="546" y="858"/>
                  </a:lnTo>
                  <a:lnTo>
                    <a:pt x="552" y="864"/>
                  </a:lnTo>
                  <a:lnTo>
                    <a:pt x="552" y="882"/>
                  </a:lnTo>
                  <a:lnTo>
                    <a:pt x="546" y="894"/>
                  </a:lnTo>
                  <a:lnTo>
                    <a:pt x="540" y="900"/>
                  </a:lnTo>
                  <a:lnTo>
                    <a:pt x="540" y="912"/>
                  </a:lnTo>
                  <a:lnTo>
                    <a:pt x="546" y="918"/>
                  </a:lnTo>
                  <a:lnTo>
                    <a:pt x="552" y="930"/>
                  </a:lnTo>
                  <a:lnTo>
                    <a:pt x="576" y="954"/>
                  </a:lnTo>
                  <a:lnTo>
                    <a:pt x="600" y="966"/>
                  </a:lnTo>
                  <a:lnTo>
                    <a:pt x="612" y="960"/>
                  </a:lnTo>
                  <a:lnTo>
                    <a:pt x="618" y="954"/>
                  </a:lnTo>
                  <a:lnTo>
                    <a:pt x="630" y="930"/>
                  </a:lnTo>
                  <a:lnTo>
                    <a:pt x="630" y="906"/>
                  </a:lnTo>
                  <a:lnTo>
                    <a:pt x="660" y="900"/>
                  </a:lnTo>
                  <a:lnTo>
                    <a:pt x="654" y="894"/>
                  </a:lnTo>
                  <a:lnTo>
                    <a:pt x="648" y="882"/>
                  </a:lnTo>
                  <a:lnTo>
                    <a:pt x="636" y="870"/>
                  </a:lnTo>
                  <a:lnTo>
                    <a:pt x="624" y="870"/>
                  </a:lnTo>
                  <a:lnTo>
                    <a:pt x="612" y="858"/>
                  </a:lnTo>
                  <a:lnTo>
                    <a:pt x="630" y="834"/>
                  </a:lnTo>
                  <a:lnTo>
                    <a:pt x="636" y="834"/>
                  </a:lnTo>
                  <a:lnTo>
                    <a:pt x="636" y="840"/>
                  </a:lnTo>
                  <a:lnTo>
                    <a:pt x="642" y="852"/>
                  </a:lnTo>
                  <a:lnTo>
                    <a:pt x="642" y="858"/>
                  </a:lnTo>
                  <a:lnTo>
                    <a:pt x="654" y="858"/>
                  </a:lnTo>
                  <a:lnTo>
                    <a:pt x="666" y="870"/>
                  </a:lnTo>
                  <a:lnTo>
                    <a:pt x="666" y="876"/>
                  </a:lnTo>
                  <a:lnTo>
                    <a:pt x="684" y="864"/>
                  </a:lnTo>
                  <a:lnTo>
                    <a:pt x="696" y="870"/>
                  </a:lnTo>
                  <a:lnTo>
                    <a:pt x="732" y="870"/>
                  </a:lnTo>
                  <a:lnTo>
                    <a:pt x="744" y="858"/>
                  </a:lnTo>
                  <a:lnTo>
                    <a:pt x="744" y="852"/>
                  </a:lnTo>
                  <a:lnTo>
                    <a:pt x="738" y="846"/>
                  </a:lnTo>
                  <a:lnTo>
                    <a:pt x="738" y="840"/>
                  </a:lnTo>
                  <a:lnTo>
                    <a:pt x="744" y="834"/>
                  </a:lnTo>
                  <a:lnTo>
                    <a:pt x="762" y="834"/>
                  </a:lnTo>
                  <a:lnTo>
                    <a:pt x="768" y="840"/>
                  </a:lnTo>
                  <a:lnTo>
                    <a:pt x="768" y="858"/>
                  </a:lnTo>
                  <a:lnTo>
                    <a:pt x="774" y="864"/>
                  </a:lnTo>
                  <a:lnTo>
                    <a:pt x="774" y="870"/>
                  </a:lnTo>
                  <a:lnTo>
                    <a:pt x="780" y="870"/>
                  </a:lnTo>
                  <a:lnTo>
                    <a:pt x="786" y="864"/>
                  </a:lnTo>
                  <a:lnTo>
                    <a:pt x="786" y="852"/>
                  </a:lnTo>
                  <a:lnTo>
                    <a:pt x="780" y="840"/>
                  </a:lnTo>
                  <a:lnTo>
                    <a:pt x="780" y="816"/>
                  </a:lnTo>
                  <a:lnTo>
                    <a:pt x="804" y="816"/>
                  </a:lnTo>
                  <a:lnTo>
                    <a:pt x="804" y="798"/>
                  </a:lnTo>
                  <a:lnTo>
                    <a:pt x="810" y="792"/>
                  </a:lnTo>
                  <a:lnTo>
                    <a:pt x="810" y="786"/>
                  </a:lnTo>
                  <a:lnTo>
                    <a:pt x="816" y="780"/>
                  </a:lnTo>
                  <a:lnTo>
                    <a:pt x="828" y="792"/>
                  </a:lnTo>
                  <a:lnTo>
                    <a:pt x="828" y="840"/>
                  </a:lnTo>
                  <a:lnTo>
                    <a:pt x="852" y="840"/>
                  </a:lnTo>
                  <a:lnTo>
                    <a:pt x="858" y="828"/>
                  </a:lnTo>
                  <a:lnTo>
                    <a:pt x="858" y="792"/>
                  </a:lnTo>
                  <a:lnTo>
                    <a:pt x="876" y="780"/>
                  </a:lnTo>
                  <a:close/>
                  <a:moveTo>
                    <a:pt x="498" y="912"/>
                  </a:moveTo>
                  <a:lnTo>
                    <a:pt x="486" y="906"/>
                  </a:lnTo>
                  <a:lnTo>
                    <a:pt x="480" y="900"/>
                  </a:lnTo>
                  <a:lnTo>
                    <a:pt x="468" y="894"/>
                  </a:lnTo>
                  <a:lnTo>
                    <a:pt x="444" y="894"/>
                  </a:lnTo>
                  <a:lnTo>
                    <a:pt x="438" y="900"/>
                  </a:lnTo>
                  <a:lnTo>
                    <a:pt x="438" y="924"/>
                  </a:lnTo>
                  <a:lnTo>
                    <a:pt x="432" y="924"/>
                  </a:lnTo>
                  <a:lnTo>
                    <a:pt x="426" y="918"/>
                  </a:lnTo>
                  <a:lnTo>
                    <a:pt x="396" y="918"/>
                  </a:lnTo>
                  <a:lnTo>
                    <a:pt x="390" y="924"/>
                  </a:lnTo>
                  <a:lnTo>
                    <a:pt x="390" y="942"/>
                  </a:lnTo>
                  <a:lnTo>
                    <a:pt x="396" y="948"/>
                  </a:lnTo>
                  <a:lnTo>
                    <a:pt x="396" y="954"/>
                  </a:lnTo>
                  <a:lnTo>
                    <a:pt x="378" y="972"/>
                  </a:lnTo>
                  <a:lnTo>
                    <a:pt x="390" y="978"/>
                  </a:lnTo>
                  <a:lnTo>
                    <a:pt x="396" y="990"/>
                  </a:lnTo>
                  <a:lnTo>
                    <a:pt x="408" y="1002"/>
                  </a:lnTo>
                  <a:lnTo>
                    <a:pt x="432" y="1014"/>
                  </a:lnTo>
                  <a:lnTo>
                    <a:pt x="438" y="1020"/>
                  </a:lnTo>
                  <a:lnTo>
                    <a:pt x="450" y="1026"/>
                  </a:lnTo>
                  <a:lnTo>
                    <a:pt x="450" y="984"/>
                  </a:lnTo>
                  <a:lnTo>
                    <a:pt x="456" y="972"/>
                  </a:lnTo>
                  <a:lnTo>
                    <a:pt x="462" y="966"/>
                  </a:lnTo>
                  <a:lnTo>
                    <a:pt x="474" y="960"/>
                  </a:lnTo>
                  <a:lnTo>
                    <a:pt x="486" y="960"/>
                  </a:lnTo>
                  <a:lnTo>
                    <a:pt x="492" y="966"/>
                  </a:lnTo>
                  <a:lnTo>
                    <a:pt x="504" y="972"/>
                  </a:lnTo>
                  <a:lnTo>
                    <a:pt x="510" y="984"/>
                  </a:lnTo>
                  <a:lnTo>
                    <a:pt x="516" y="990"/>
                  </a:lnTo>
                  <a:lnTo>
                    <a:pt x="516" y="978"/>
                  </a:lnTo>
                  <a:lnTo>
                    <a:pt x="522" y="966"/>
                  </a:lnTo>
                  <a:lnTo>
                    <a:pt x="522" y="954"/>
                  </a:lnTo>
                  <a:lnTo>
                    <a:pt x="528" y="942"/>
                  </a:lnTo>
                  <a:lnTo>
                    <a:pt x="528" y="930"/>
                  </a:lnTo>
                  <a:lnTo>
                    <a:pt x="522" y="918"/>
                  </a:lnTo>
                  <a:lnTo>
                    <a:pt x="516" y="912"/>
                  </a:lnTo>
                  <a:lnTo>
                    <a:pt x="516" y="906"/>
                  </a:lnTo>
                  <a:lnTo>
                    <a:pt x="498" y="912"/>
                  </a:lnTo>
                  <a:close/>
                  <a:moveTo>
                    <a:pt x="354" y="1050"/>
                  </a:moveTo>
                  <a:lnTo>
                    <a:pt x="354" y="1038"/>
                  </a:lnTo>
                  <a:lnTo>
                    <a:pt x="372" y="1020"/>
                  </a:lnTo>
                  <a:lnTo>
                    <a:pt x="372" y="1008"/>
                  </a:lnTo>
                  <a:lnTo>
                    <a:pt x="360" y="1002"/>
                  </a:lnTo>
                  <a:lnTo>
                    <a:pt x="354" y="990"/>
                  </a:lnTo>
                  <a:lnTo>
                    <a:pt x="348" y="984"/>
                  </a:lnTo>
                  <a:lnTo>
                    <a:pt x="336" y="978"/>
                  </a:lnTo>
                  <a:lnTo>
                    <a:pt x="336" y="966"/>
                  </a:lnTo>
                  <a:lnTo>
                    <a:pt x="330" y="960"/>
                  </a:lnTo>
                  <a:lnTo>
                    <a:pt x="324" y="960"/>
                  </a:lnTo>
                  <a:lnTo>
                    <a:pt x="318" y="954"/>
                  </a:lnTo>
                  <a:lnTo>
                    <a:pt x="300" y="954"/>
                  </a:lnTo>
                  <a:lnTo>
                    <a:pt x="294" y="948"/>
                  </a:lnTo>
                  <a:lnTo>
                    <a:pt x="270" y="936"/>
                  </a:lnTo>
                  <a:lnTo>
                    <a:pt x="258" y="936"/>
                  </a:lnTo>
                  <a:lnTo>
                    <a:pt x="240" y="954"/>
                  </a:lnTo>
                  <a:lnTo>
                    <a:pt x="204" y="972"/>
                  </a:lnTo>
                  <a:lnTo>
                    <a:pt x="234" y="1026"/>
                  </a:lnTo>
                  <a:lnTo>
                    <a:pt x="252" y="1014"/>
                  </a:lnTo>
                  <a:lnTo>
                    <a:pt x="252" y="1008"/>
                  </a:lnTo>
                  <a:lnTo>
                    <a:pt x="246" y="1002"/>
                  </a:lnTo>
                  <a:lnTo>
                    <a:pt x="246" y="990"/>
                  </a:lnTo>
                  <a:lnTo>
                    <a:pt x="252" y="990"/>
                  </a:lnTo>
                  <a:lnTo>
                    <a:pt x="264" y="1002"/>
                  </a:lnTo>
                  <a:lnTo>
                    <a:pt x="270" y="1014"/>
                  </a:lnTo>
                  <a:lnTo>
                    <a:pt x="276" y="1020"/>
                  </a:lnTo>
                  <a:lnTo>
                    <a:pt x="282" y="1032"/>
                  </a:lnTo>
                  <a:lnTo>
                    <a:pt x="282" y="1068"/>
                  </a:lnTo>
                  <a:lnTo>
                    <a:pt x="264" y="1074"/>
                  </a:lnTo>
                  <a:lnTo>
                    <a:pt x="264" y="1080"/>
                  </a:lnTo>
                  <a:lnTo>
                    <a:pt x="270" y="1086"/>
                  </a:lnTo>
                  <a:lnTo>
                    <a:pt x="270" y="1104"/>
                  </a:lnTo>
                  <a:lnTo>
                    <a:pt x="276" y="1116"/>
                  </a:lnTo>
                  <a:lnTo>
                    <a:pt x="282" y="1134"/>
                  </a:lnTo>
                  <a:lnTo>
                    <a:pt x="294" y="1146"/>
                  </a:lnTo>
                  <a:lnTo>
                    <a:pt x="300" y="1146"/>
                  </a:lnTo>
                  <a:lnTo>
                    <a:pt x="306" y="1140"/>
                  </a:lnTo>
                  <a:lnTo>
                    <a:pt x="306" y="1104"/>
                  </a:lnTo>
                  <a:lnTo>
                    <a:pt x="336" y="1116"/>
                  </a:lnTo>
                  <a:lnTo>
                    <a:pt x="336" y="1140"/>
                  </a:lnTo>
                  <a:lnTo>
                    <a:pt x="342" y="1146"/>
                  </a:lnTo>
                  <a:lnTo>
                    <a:pt x="342" y="1152"/>
                  </a:lnTo>
                  <a:lnTo>
                    <a:pt x="348" y="1152"/>
                  </a:lnTo>
                  <a:lnTo>
                    <a:pt x="348" y="1140"/>
                  </a:lnTo>
                  <a:lnTo>
                    <a:pt x="360" y="1128"/>
                  </a:lnTo>
                  <a:lnTo>
                    <a:pt x="366" y="1116"/>
                  </a:lnTo>
                  <a:lnTo>
                    <a:pt x="366" y="1110"/>
                  </a:lnTo>
                  <a:lnTo>
                    <a:pt x="360" y="1104"/>
                  </a:lnTo>
                  <a:lnTo>
                    <a:pt x="360" y="1074"/>
                  </a:lnTo>
                  <a:lnTo>
                    <a:pt x="354" y="1062"/>
                  </a:lnTo>
                  <a:lnTo>
                    <a:pt x="354" y="1050"/>
                  </a:lnTo>
                  <a:close/>
                  <a:moveTo>
                    <a:pt x="264" y="1026"/>
                  </a:moveTo>
                  <a:lnTo>
                    <a:pt x="246" y="1062"/>
                  </a:lnTo>
                  <a:lnTo>
                    <a:pt x="264" y="1056"/>
                  </a:lnTo>
                  <a:lnTo>
                    <a:pt x="264" y="1026"/>
                  </a:lnTo>
                  <a:close/>
                  <a:moveTo>
                    <a:pt x="624" y="618"/>
                  </a:moveTo>
                  <a:lnTo>
                    <a:pt x="636" y="618"/>
                  </a:lnTo>
                  <a:lnTo>
                    <a:pt x="636" y="594"/>
                  </a:lnTo>
                  <a:lnTo>
                    <a:pt x="630" y="594"/>
                  </a:lnTo>
                  <a:lnTo>
                    <a:pt x="612" y="570"/>
                  </a:lnTo>
                  <a:lnTo>
                    <a:pt x="606" y="582"/>
                  </a:lnTo>
                  <a:lnTo>
                    <a:pt x="618" y="600"/>
                  </a:lnTo>
                  <a:lnTo>
                    <a:pt x="624" y="618"/>
                  </a:lnTo>
                  <a:close/>
                  <a:moveTo>
                    <a:pt x="546" y="72"/>
                  </a:moveTo>
                  <a:lnTo>
                    <a:pt x="552" y="96"/>
                  </a:lnTo>
                  <a:lnTo>
                    <a:pt x="558" y="102"/>
                  </a:lnTo>
                  <a:lnTo>
                    <a:pt x="570" y="108"/>
                  </a:lnTo>
                  <a:lnTo>
                    <a:pt x="576" y="114"/>
                  </a:lnTo>
                  <a:lnTo>
                    <a:pt x="576" y="132"/>
                  </a:lnTo>
                  <a:lnTo>
                    <a:pt x="564" y="144"/>
                  </a:lnTo>
                  <a:lnTo>
                    <a:pt x="564" y="150"/>
                  </a:lnTo>
                  <a:lnTo>
                    <a:pt x="570" y="156"/>
                  </a:lnTo>
                  <a:lnTo>
                    <a:pt x="576" y="168"/>
                  </a:lnTo>
                  <a:lnTo>
                    <a:pt x="582" y="174"/>
                  </a:lnTo>
                  <a:lnTo>
                    <a:pt x="582" y="186"/>
                  </a:lnTo>
                  <a:lnTo>
                    <a:pt x="576" y="186"/>
                  </a:lnTo>
                  <a:lnTo>
                    <a:pt x="564" y="180"/>
                  </a:lnTo>
                  <a:lnTo>
                    <a:pt x="552" y="180"/>
                  </a:lnTo>
                  <a:lnTo>
                    <a:pt x="540" y="174"/>
                  </a:lnTo>
                  <a:lnTo>
                    <a:pt x="528" y="174"/>
                  </a:lnTo>
                  <a:lnTo>
                    <a:pt x="522" y="168"/>
                  </a:lnTo>
                  <a:lnTo>
                    <a:pt x="522" y="180"/>
                  </a:lnTo>
                  <a:lnTo>
                    <a:pt x="540" y="198"/>
                  </a:lnTo>
                  <a:lnTo>
                    <a:pt x="516" y="228"/>
                  </a:lnTo>
                  <a:lnTo>
                    <a:pt x="522" y="240"/>
                  </a:lnTo>
                  <a:lnTo>
                    <a:pt x="528" y="246"/>
                  </a:lnTo>
                  <a:lnTo>
                    <a:pt x="528" y="252"/>
                  </a:lnTo>
                  <a:lnTo>
                    <a:pt x="534" y="258"/>
                  </a:lnTo>
                  <a:lnTo>
                    <a:pt x="546" y="264"/>
                  </a:lnTo>
                  <a:lnTo>
                    <a:pt x="552" y="270"/>
                  </a:lnTo>
                  <a:lnTo>
                    <a:pt x="564" y="276"/>
                  </a:lnTo>
                  <a:lnTo>
                    <a:pt x="570" y="282"/>
                  </a:lnTo>
                  <a:lnTo>
                    <a:pt x="576" y="282"/>
                  </a:lnTo>
                  <a:lnTo>
                    <a:pt x="576" y="318"/>
                  </a:lnTo>
                  <a:lnTo>
                    <a:pt x="582" y="330"/>
                  </a:lnTo>
                  <a:lnTo>
                    <a:pt x="600" y="330"/>
                  </a:lnTo>
                  <a:lnTo>
                    <a:pt x="600" y="300"/>
                  </a:lnTo>
                  <a:lnTo>
                    <a:pt x="636" y="300"/>
                  </a:lnTo>
                  <a:lnTo>
                    <a:pt x="642" y="294"/>
                  </a:lnTo>
                  <a:lnTo>
                    <a:pt x="606" y="270"/>
                  </a:lnTo>
                  <a:lnTo>
                    <a:pt x="588" y="270"/>
                  </a:lnTo>
                  <a:lnTo>
                    <a:pt x="576" y="264"/>
                  </a:lnTo>
                  <a:lnTo>
                    <a:pt x="570" y="264"/>
                  </a:lnTo>
                  <a:lnTo>
                    <a:pt x="558" y="258"/>
                  </a:lnTo>
                  <a:lnTo>
                    <a:pt x="558" y="246"/>
                  </a:lnTo>
                  <a:lnTo>
                    <a:pt x="564" y="240"/>
                  </a:lnTo>
                  <a:lnTo>
                    <a:pt x="576" y="234"/>
                  </a:lnTo>
                  <a:lnTo>
                    <a:pt x="600" y="246"/>
                  </a:lnTo>
                  <a:lnTo>
                    <a:pt x="606" y="252"/>
                  </a:lnTo>
                  <a:lnTo>
                    <a:pt x="618" y="240"/>
                  </a:lnTo>
                  <a:lnTo>
                    <a:pt x="630" y="234"/>
                  </a:lnTo>
                  <a:lnTo>
                    <a:pt x="636" y="234"/>
                  </a:lnTo>
                  <a:lnTo>
                    <a:pt x="690" y="252"/>
                  </a:lnTo>
                  <a:lnTo>
                    <a:pt x="726" y="270"/>
                  </a:lnTo>
                  <a:lnTo>
                    <a:pt x="756" y="282"/>
                  </a:lnTo>
                  <a:lnTo>
                    <a:pt x="768" y="282"/>
                  </a:lnTo>
                  <a:lnTo>
                    <a:pt x="768" y="270"/>
                  </a:lnTo>
                  <a:lnTo>
                    <a:pt x="762" y="258"/>
                  </a:lnTo>
                  <a:lnTo>
                    <a:pt x="762" y="222"/>
                  </a:lnTo>
                  <a:lnTo>
                    <a:pt x="780" y="204"/>
                  </a:lnTo>
                  <a:lnTo>
                    <a:pt x="792" y="204"/>
                  </a:lnTo>
                  <a:lnTo>
                    <a:pt x="798" y="210"/>
                  </a:lnTo>
                  <a:lnTo>
                    <a:pt x="816" y="210"/>
                  </a:lnTo>
                  <a:lnTo>
                    <a:pt x="840" y="198"/>
                  </a:lnTo>
                  <a:lnTo>
                    <a:pt x="858" y="180"/>
                  </a:lnTo>
                  <a:lnTo>
                    <a:pt x="804" y="144"/>
                  </a:lnTo>
                  <a:lnTo>
                    <a:pt x="804" y="120"/>
                  </a:lnTo>
                  <a:lnTo>
                    <a:pt x="798" y="108"/>
                  </a:lnTo>
                  <a:lnTo>
                    <a:pt x="792" y="102"/>
                  </a:lnTo>
                  <a:lnTo>
                    <a:pt x="786" y="102"/>
                  </a:lnTo>
                  <a:lnTo>
                    <a:pt x="774" y="114"/>
                  </a:lnTo>
                  <a:lnTo>
                    <a:pt x="774" y="126"/>
                  </a:lnTo>
                  <a:lnTo>
                    <a:pt x="756" y="120"/>
                  </a:lnTo>
                  <a:lnTo>
                    <a:pt x="720" y="114"/>
                  </a:lnTo>
                  <a:lnTo>
                    <a:pt x="678" y="102"/>
                  </a:lnTo>
                  <a:lnTo>
                    <a:pt x="648" y="90"/>
                  </a:lnTo>
                  <a:lnTo>
                    <a:pt x="624" y="72"/>
                  </a:lnTo>
                  <a:lnTo>
                    <a:pt x="552" y="24"/>
                  </a:lnTo>
                  <a:lnTo>
                    <a:pt x="516" y="6"/>
                  </a:lnTo>
                  <a:lnTo>
                    <a:pt x="498" y="0"/>
                  </a:lnTo>
                  <a:lnTo>
                    <a:pt x="498" y="18"/>
                  </a:lnTo>
                  <a:lnTo>
                    <a:pt x="510" y="30"/>
                  </a:lnTo>
                  <a:lnTo>
                    <a:pt x="516" y="42"/>
                  </a:lnTo>
                  <a:lnTo>
                    <a:pt x="528" y="54"/>
                  </a:lnTo>
                  <a:lnTo>
                    <a:pt x="534" y="66"/>
                  </a:lnTo>
                  <a:lnTo>
                    <a:pt x="546" y="72"/>
                  </a:lnTo>
                  <a:close/>
                  <a:moveTo>
                    <a:pt x="282" y="1458"/>
                  </a:moveTo>
                  <a:lnTo>
                    <a:pt x="306" y="1458"/>
                  </a:lnTo>
                  <a:lnTo>
                    <a:pt x="276" y="1440"/>
                  </a:lnTo>
                  <a:lnTo>
                    <a:pt x="282" y="1458"/>
                  </a:lnTo>
                  <a:close/>
                  <a:moveTo>
                    <a:pt x="300" y="1386"/>
                  </a:moveTo>
                  <a:lnTo>
                    <a:pt x="312" y="1398"/>
                  </a:lnTo>
                  <a:lnTo>
                    <a:pt x="318" y="1398"/>
                  </a:lnTo>
                  <a:lnTo>
                    <a:pt x="330" y="1386"/>
                  </a:lnTo>
                  <a:lnTo>
                    <a:pt x="336" y="1386"/>
                  </a:lnTo>
                  <a:lnTo>
                    <a:pt x="342" y="1380"/>
                  </a:lnTo>
                  <a:lnTo>
                    <a:pt x="342" y="1368"/>
                  </a:lnTo>
                  <a:lnTo>
                    <a:pt x="336" y="1362"/>
                  </a:lnTo>
                  <a:lnTo>
                    <a:pt x="318" y="1362"/>
                  </a:lnTo>
                  <a:lnTo>
                    <a:pt x="306" y="1368"/>
                  </a:lnTo>
                  <a:lnTo>
                    <a:pt x="300" y="1380"/>
                  </a:lnTo>
                  <a:lnTo>
                    <a:pt x="300" y="1386"/>
                  </a:lnTo>
                  <a:close/>
                  <a:moveTo>
                    <a:pt x="312" y="1416"/>
                  </a:moveTo>
                  <a:lnTo>
                    <a:pt x="300" y="1416"/>
                  </a:lnTo>
                  <a:lnTo>
                    <a:pt x="300" y="1428"/>
                  </a:lnTo>
                  <a:lnTo>
                    <a:pt x="318" y="1428"/>
                  </a:lnTo>
                  <a:lnTo>
                    <a:pt x="318" y="1422"/>
                  </a:lnTo>
                  <a:lnTo>
                    <a:pt x="312" y="1416"/>
                  </a:lnTo>
                  <a:close/>
                  <a:moveTo>
                    <a:pt x="336" y="1200"/>
                  </a:moveTo>
                  <a:lnTo>
                    <a:pt x="336" y="1206"/>
                  </a:lnTo>
                  <a:lnTo>
                    <a:pt x="330" y="1206"/>
                  </a:lnTo>
                  <a:lnTo>
                    <a:pt x="318" y="1212"/>
                  </a:lnTo>
                  <a:lnTo>
                    <a:pt x="342" y="1230"/>
                  </a:lnTo>
                  <a:lnTo>
                    <a:pt x="342" y="1218"/>
                  </a:lnTo>
                  <a:lnTo>
                    <a:pt x="336" y="1206"/>
                  </a:lnTo>
                  <a:lnTo>
                    <a:pt x="336" y="1200"/>
                  </a:lnTo>
                  <a:close/>
                  <a:moveTo>
                    <a:pt x="366" y="1170"/>
                  </a:moveTo>
                  <a:lnTo>
                    <a:pt x="366" y="1182"/>
                  </a:lnTo>
                  <a:lnTo>
                    <a:pt x="360" y="1194"/>
                  </a:lnTo>
                  <a:lnTo>
                    <a:pt x="378" y="1224"/>
                  </a:lnTo>
                  <a:lnTo>
                    <a:pt x="378" y="1200"/>
                  </a:lnTo>
                  <a:lnTo>
                    <a:pt x="372" y="1194"/>
                  </a:lnTo>
                  <a:lnTo>
                    <a:pt x="372" y="1176"/>
                  </a:lnTo>
                  <a:lnTo>
                    <a:pt x="366" y="1170"/>
                  </a:lnTo>
                  <a:close/>
                  <a:moveTo>
                    <a:pt x="36" y="1698"/>
                  </a:moveTo>
                  <a:lnTo>
                    <a:pt x="54" y="1698"/>
                  </a:lnTo>
                  <a:lnTo>
                    <a:pt x="60" y="1692"/>
                  </a:lnTo>
                  <a:lnTo>
                    <a:pt x="72" y="1692"/>
                  </a:lnTo>
                  <a:lnTo>
                    <a:pt x="42" y="1680"/>
                  </a:lnTo>
                  <a:lnTo>
                    <a:pt x="36" y="1686"/>
                  </a:lnTo>
                  <a:lnTo>
                    <a:pt x="36" y="1698"/>
                  </a:lnTo>
                  <a:close/>
                  <a:moveTo>
                    <a:pt x="114" y="1662"/>
                  </a:moveTo>
                  <a:lnTo>
                    <a:pt x="96" y="1632"/>
                  </a:lnTo>
                  <a:lnTo>
                    <a:pt x="96" y="1662"/>
                  </a:lnTo>
                  <a:lnTo>
                    <a:pt x="102" y="1674"/>
                  </a:lnTo>
                  <a:lnTo>
                    <a:pt x="114" y="1680"/>
                  </a:lnTo>
                  <a:lnTo>
                    <a:pt x="120" y="1680"/>
                  </a:lnTo>
                  <a:lnTo>
                    <a:pt x="126" y="1674"/>
                  </a:lnTo>
                  <a:lnTo>
                    <a:pt x="126" y="1662"/>
                  </a:lnTo>
                  <a:lnTo>
                    <a:pt x="114" y="1662"/>
                  </a:lnTo>
                  <a:close/>
                  <a:moveTo>
                    <a:pt x="12" y="1686"/>
                  </a:moveTo>
                  <a:lnTo>
                    <a:pt x="6" y="1686"/>
                  </a:lnTo>
                  <a:lnTo>
                    <a:pt x="0" y="1692"/>
                  </a:lnTo>
                  <a:lnTo>
                    <a:pt x="0" y="1704"/>
                  </a:lnTo>
                  <a:lnTo>
                    <a:pt x="6" y="1710"/>
                  </a:lnTo>
                  <a:lnTo>
                    <a:pt x="12" y="1710"/>
                  </a:lnTo>
                  <a:lnTo>
                    <a:pt x="24" y="1698"/>
                  </a:lnTo>
                  <a:lnTo>
                    <a:pt x="24" y="1686"/>
                  </a:lnTo>
                  <a:lnTo>
                    <a:pt x="12" y="1686"/>
                  </a:lnTo>
                  <a:close/>
                  <a:moveTo>
                    <a:pt x="168" y="1536"/>
                  </a:moveTo>
                  <a:lnTo>
                    <a:pt x="168" y="1542"/>
                  </a:lnTo>
                  <a:lnTo>
                    <a:pt x="180" y="1548"/>
                  </a:lnTo>
                  <a:lnTo>
                    <a:pt x="186" y="1548"/>
                  </a:lnTo>
                  <a:lnTo>
                    <a:pt x="186" y="1536"/>
                  </a:lnTo>
                  <a:lnTo>
                    <a:pt x="180" y="1530"/>
                  </a:lnTo>
                  <a:lnTo>
                    <a:pt x="168" y="1530"/>
                  </a:lnTo>
                  <a:lnTo>
                    <a:pt x="168" y="1536"/>
                  </a:lnTo>
                  <a:close/>
                  <a:moveTo>
                    <a:pt x="264" y="1494"/>
                  </a:moveTo>
                  <a:lnTo>
                    <a:pt x="252" y="1518"/>
                  </a:lnTo>
                  <a:lnTo>
                    <a:pt x="246" y="1536"/>
                  </a:lnTo>
                  <a:lnTo>
                    <a:pt x="246" y="1548"/>
                  </a:lnTo>
                  <a:lnTo>
                    <a:pt x="240" y="1554"/>
                  </a:lnTo>
                  <a:lnTo>
                    <a:pt x="240" y="1560"/>
                  </a:lnTo>
                  <a:lnTo>
                    <a:pt x="258" y="1566"/>
                  </a:lnTo>
                  <a:lnTo>
                    <a:pt x="264" y="1554"/>
                  </a:lnTo>
                  <a:lnTo>
                    <a:pt x="264" y="1548"/>
                  </a:lnTo>
                  <a:lnTo>
                    <a:pt x="270" y="1542"/>
                  </a:lnTo>
                  <a:lnTo>
                    <a:pt x="270" y="1524"/>
                  </a:lnTo>
                  <a:lnTo>
                    <a:pt x="288" y="1506"/>
                  </a:lnTo>
                  <a:lnTo>
                    <a:pt x="282" y="1500"/>
                  </a:lnTo>
                  <a:lnTo>
                    <a:pt x="282" y="1494"/>
                  </a:lnTo>
                  <a:lnTo>
                    <a:pt x="276" y="1488"/>
                  </a:lnTo>
                  <a:lnTo>
                    <a:pt x="264" y="149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85" name="Jamaica" descr="© INSCALE GmbH, 05.05.2010&#10;http://www.presentationload.com/">
              <a:extLst>
                <a:ext uri="{FF2B5EF4-FFF2-40B4-BE49-F238E27FC236}">
                  <a16:creationId xmlns:a16="http://schemas.microsoft.com/office/drawing/2014/main" id="{52006898-FC66-4561-BC35-76E56435630C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914848" y="2515203"/>
              <a:ext cx="51697" cy="16698"/>
            </a:xfrm>
            <a:custGeom>
              <a:avLst/>
              <a:gdLst>
                <a:gd name="T0" fmla="*/ 2147483647 w 156"/>
                <a:gd name="T1" fmla="*/ 2147483647 h 54"/>
                <a:gd name="T2" fmla="*/ 2147483647 w 156"/>
                <a:gd name="T3" fmla="*/ 2147483647 h 54"/>
                <a:gd name="T4" fmla="*/ 2147483647 w 156"/>
                <a:gd name="T5" fmla="*/ 2147483647 h 54"/>
                <a:gd name="T6" fmla="*/ 2147483647 w 156"/>
                <a:gd name="T7" fmla="*/ 2147483647 h 54"/>
                <a:gd name="T8" fmla="*/ 2147483647 w 156"/>
                <a:gd name="T9" fmla="*/ 2147483647 h 54"/>
                <a:gd name="T10" fmla="*/ 2147483647 w 156"/>
                <a:gd name="T11" fmla="*/ 2147483647 h 54"/>
                <a:gd name="T12" fmla="*/ 2147483647 w 156"/>
                <a:gd name="T13" fmla="*/ 2147483647 h 54"/>
                <a:gd name="T14" fmla="*/ 2147483647 w 156"/>
                <a:gd name="T15" fmla="*/ 2147483647 h 54"/>
                <a:gd name="T16" fmla="*/ 2147483647 w 156"/>
                <a:gd name="T17" fmla="*/ 0 h 54"/>
                <a:gd name="T18" fmla="*/ 2147483647 w 156"/>
                <a:gd name="T19" fmla="*/ 0 h 54"/>
                <a:gd name="T20" fmla="*/ 2147483647 w 156"/>
                <a:gd name="T21" fmla="*/ 2147483647 h 54"/>
                <a:gd name="T22" fmla="*/ 0 w 156"/>
                <a:gd name="T23" fmla="*/ 2147483647 h 54"/>
                <a:gd name="T24" fmla="*/ 2147483647 w 156"/>
                <a:gd name="T25" fmla="*/ 2147483647 h 54"/>
                <a:gd name="T26" fmla="*/ 2147483647 w 156"/>
                <a:gd name="T27" fmla="*/ 2147483647 h 54"/>
                <a:gd name="T28" fmla="*/ 2147483647 w 156"/>
                <a:gd name="T29" fmla="*/ 2147483647 h 54"/>
                <a:gd name="T30" fmla="*/ 2147483647 w 156"/>
                <a:gd name="T31" fmla="*/ 2147483647 h 54"/>
                <a:gd name="T32" fmla="*/ 2147483647 w 156"/>
                <a:gd name="T33" fmla="*/ 2147483647 h 54"/>
                <a:gd name="T34" fmla="*/ 2147483647 w 156"/>
                <a:gd name="T35" fmla="*/ 2147483647 h 54"/>
                <a:gd name="T36" fmla="*/ 2147483647 w 156"/>
                <a:gd name="T37" fmla="*/ 2147483647 h 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56"/>
                <a:gd name="T58" fmla="*/ 0 h 54"/>
                <a:gd name="T59" fmla="*/ 156 w 156"/>
                <a:gd name="T60" fmla="*/ 54 h 5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56" h="54">
                  <a:moveTo>
                    <a:pt x="108" y="54"/>
                  </a:moveTo>
                  <a:lnTo>
                    <a:pt x="114" y="36"/>
                  </a:lnTo>
                  <a:lnTo>
                    <a:pt x="156" y="48"/>
                  </a:lnTo>
                  <a:lnTo>
                    <a:pt x="156" y="42"/>
                  </a:lnTo>
                  <a:lnTo>
                    <a:pt x="150" y="36"/>
                  </a:lnTo>
                  <a:lnTo>
                    <a:pt x="144" y="24"/>
                  </a:lnTo>
                  <a:lnTo>
                    <a:pt x="126" y="6"/>
                  </a:lnTo>
                  <a:lnTo>
                    <a:pt x="84" y="6"/>
                  </a:lnTo>
                  <a:lnTo>
                    <a:pt x="66" y="0"/>
                  </a:lnTo>
                  <a:lnTo>
                    <a:pt x="24" y="0"/>
                  </a:lnTo>
                  <a:lnTo>
                    <a:pt x="12" y="6"/>
                  </a:lnTo>
                  <a:lnTo>
                    <a:pt x="0" y="6"/>
                  </a:lnTo>
                  <a:lnTo>
                    <a:pt x="6" y="18"/>
                  </a:lnTo>
                  <a:lnTo>
                    <a:pt x="18" y="24"/>
                  </a:lnTo>
                  <a:lnTo>
                    <a:pt x="24" y="36"/>
                  </a:lnTo>
                  <a:lnTo>
                    <a:pt x="36" y="42"/>
                  </a:lnTo>
                  <a:lnTo>
                    <a:pt x="60" y="42"/>
                  </a:lnTo>
                  <a:lnTo>
                    <a:pt x="78" y="48"/>
                  </a:lnTo>
                  <a:lnTo>
                    <a:pt x="108" y="5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86" name="Italy" descr="© INSCALE GmbH, 05.05.2010&#10;http://www.presentationload.com/">
              <a:extLst>
                <a:ext uri="{FF2B5EF4-FFF2-40B4-BE49-F238E27FC236}">
                  <a16:creationId xmlns:a16="http://schemas.microsoft.com/office/drawing/2014/main" id="{2CA4C0D6-87FF-4263-901A-DF657D897395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3894826" y="1757380"/>
              <a:ext cx="257192" cy="272301"/>
            </a:xfrm>
            <a:custGeom>
              <a:avLst/>
              <a:gdLst>
                <a:gd name="T0" fmla="*/ 2147483647 w 780"/>
                <a:gd name="T1" fmla="*/ 2147483647 h 828"/>
                <a:gd name="T2" fmla="*/ 2147483647 w 780"/>
                <a:gd name="T3" fmla="*/ 2147483647 h 828"/>
                <a:gd name="T4" fmla="*/ 2147483647 w 780"/>
                <a:gd name="T5" fmla="*/ 2147483647 h 828"/>
                <a:gd name="T6" fmla="*/ 2147483647 w 780"/>
                <a:gd name="T7" fmla="*/ 2147483647 h 828"/>
                <a:gd name="T8" fmla="*/ 2147483647 w 780"/>
                <a:gd name="T9" fmla="*/ 2147483647 h 828"/>
                <a:gd name="T10" fmla="*/ 2147483647 w 780"/>
                <a:gd name="T11" fmla="*/ 2147483647 h 828"/>
                <a:gd name="T12" fmla="*/ 2147483647 w 780"/>
                <a:gd name="T13" fmla="*/ 2147483647 h 828"/>
                <a:gd name="T14" fmla="*/ 2147483647 w 780"/>
                <a:gd name="T15" fmla="*/ 2147483647 h 828"/>
                <a:gd name="T16" fmla="*/ 2147483647 w 780"/>
                <a:gd name="T17" fmla="*/ 2147483647 h 828"/>
                <a:gd name="T18" fmla="*/ 2147483647 w 780"/>
                <a:gd name="T19" fmla="*/ 2147483647 h 828"/>
                <a:gd name="T20" fmla="*/ 2147483647 w 780"/>
                <a:gd name="T21" fmla="*/ 2147483647 h 828"/>
                <a:gd name="T22" fmla="*/ 2147483647 w 780"/>
                <a:gd name="T23" fmla="*/ 2147483647 h 828"/>
                <a:gd name="T24" fmla="*/ 2147483647 w 780"/>
                <a:gd name="T25" fmla="*/ 2147483647 h 828"/>
                <a:gd name="T26" fmla="*/ 2147483647 w 780"/>
                <a:gd name="T27" fmla="*/ 2147483647 h 828"/>
                <a:gd name="T28" fmla="*/ 2147483647 w 780"/>
                <a:gd name="T29" fmla="*/ 2147483647 h 828"/>
                <a:gd name="T30" fmla="*/ 2147483647 w 780"/>
                <a:gd name="T31" fmla="*/ 2147483647 h 828"/>
                <a:gd name="T32" fmla="*/ 2147483647 w 780"/>
                <a:gd name="T33" fmla="*/ 2147483647 h 828"/>
                <a:gd name="T34" fmla="*/ 2147483647 w 780"/>
                <a:gd name="T35" fmla="*/ 2147483647 h 828"/>
                <a:gd name="T36" fmla="*/ 2147483647 w 780"/>
                <a:gd name="T37" fmla="*/ 2147483647 h 828"/>
                <a:gd name="T38" fmla="*/ 2147483647 w 780"/>
                <a:gd name="T39" fmla="*/ 2147483647 h 828"/>
                <a:gd name="T40" fmla="*/ 2147483647 w 780"/>
                <a:gd name="T41" fmla="*/ 2147483647 h 828"/>
                <a:gd name="T42" fmla="*/ 2147483647 w 780"/>
                <a:gd name="T43" fmla="*/ 2147483647 h 828"/>
                <a:gd name="T44" fmla="*/ 2147483647 w 780"/>
                <a:gd name="T45" fmla="*/ 2147483647 h 828"/>
                <a:gd name="T46" fmla="*/ 2147483647 w 780"/>
                <a:gd name="T47" fmla="*/ 2147483647 h 828"/>
                <a:gd name="T48" fmla="*/ 2147483647 w 780"/>
                <a:gd name="T49" fmla="*/ 2147483647 h 828"/>
                <a:gd name="T50" fmla="*/ 2147483647 w 780"/>
                <a:gd name="T51" fmla="*/ 2147483647 h 828"/>
                <a:gd name="T52" fmla="*/ 2147483647 w 780"/>
                <a:gd name="T53" fmla="*/ 2147483647 h 828"/>
                <a:gd name="T54" fmla="*/ 2147483647 w 780"/>
                <a:gd name="T55" fmla="*/ 2147483647 h 828"/>
                <a:gd name="T56" fmla="*/ 2147483647 w 780"/>
                <a:gd name="T57" fmla="*/ 2147483647 h 828"/>
                <a:gd name="T58" fmla="*/ 2147483647 w 780"/>
                <a:gd name="T59" fmla="*/ 2147483647 h 828"/>
                <a:gd name="T60" fmla="*/ 2147483647 w 780"/>
                <a:gd name="T61" fmla="*/ 2147483647 h 828"/>
                <a:gd name="T62" fmla="*/ 2147483647 w 780"/>
                <a:gd name="T63" fmla="*/ 2147483647 h 828"/>
                <a:gd name="T64" fmla="*/ 2147483647 w 780"/>
                <a:gd name="T65" fmla="*/ 2147483647 h 828"/>
                <a:gd name="T66" fmla="*/ 2147483647 w 780"/>
                <a:gd name="T67" fmla="*/ 2147483647 h 828"/>
                <a:gd name="T68" fmla="*/ 2147483647 w 780"/>
                <a:gd name="T69" fmla="*/ 2147483647 h 828"/>
                <a:gd name="T70" fmla="*/ 2147483647 w 780"/>
                <a:gd name="T71" fmla="*/ 2147483647 h 828"/>
                <a:gd name="T72" fmla="*/ 2147483647 w 780"/>
                <a:gd name="T73" fmla="*/ 2147483647 h 828"/>
                <a:gd name="T74" fmla="*/ 2147483647 w 780"/>
                <a:gd name="T75" fmla="*/ 2147483647 h 828"/>
                <a:gd name="T76" fmla="*/ 2147483647 w 780"/>
                <a:gd name="T77" fmla="*/ 2147483647 h 828"/>
                <a:gd name="T78" fmla="*/ 2147483647 w 780"/>
                <a:gd name="T79" fmla="*/ 2147483647 h 828"/>
                <a:gd name="T80" fmla="*/ 2147483647 w 780"/>
                <a:gd name="T81" fmla="*/ 2147483647 h 828"/>
                <a:gd name="T82" fmla="*/ 2147483647 w 780"/>
                <a:gd name="T83" fmla="*/ 2147483647 h 828"/>
                <a:gd name="T84" fmla="*/ 2147483647 w 780"/>
                <a:gd name="T85" fmla="*/ 2147483647 h 828"/>
                <a:gd name="T86" fmla="*/ 2147483647 w 780"/>
                <a:gd name="T87" fmla="*/ 2147483647 h 828"/>
                <a:gd name="T88" fmla="*/ 2147483647 w 780"/>
                <a:gd name="T89" fmla="*/ 2147483647 h 828"/>
                <a:gd name="T90" fmla="*/ 2147483647 w 780"/>
                <a:gd name="T91" fmla="*/ 2147483647 h 828"/>
                <a:gd name="T92" fmla="*/ 2147483647 w 780"/>
                <a:gd name="T93" fmla="*/ 2147483647 h 828"/>
                <a:gd name="T94" fmla="*/ 2147483647 w 780"/>
                <a:gd name="T95" fmla="*/ 2147483647 h 828"/>
                <a:gd name="T96" fmla="*/ 2147483647 w 780"/>
                <a:gd name="T97" fmla="*/ 2147483647 h 828"/>
                <a:gd name="T98" fmla="*/ 2147483647 w 780"/>
                <a:gd name="T99" fmla="*/ 2147483647 h 828"/>
                <a:gd name="T100" fmla="*/ 2147483647 w 780"/>
                <a:gd name="T101" fmla="*/ 2147483647 h 828"/>
                <a:gd name="T102" fmla="*/ 2147483647 w 780"/>
                <a:gd name="T103" fmla="*/ 2147483647 h 828"/>
                <a:gd name="T104" fmla="*/ 2147483647 w 780"/>
                <a:gd name="T105" fmla="*/ 2147483647 h 828"/>
                <a:gd name="T106" fmla="*/ 2147483647 w 780"/>
                <a:gd name="T107" fmla="*/ 2147483647 h 828"/>
                <a:gd name="T108" fmla="*/ 2147483647 w 780"/>
                <a:gd name="T109" fmla="*/ 2147483647 h 828"/>
                <a:gd name="T110" fmla="*/ 2147483647 w 780"/>
                <a:gd name="T111" fmla="*/ 2147483647 h 828"/>
                <a:gd name="T112" fmla="*/ 2147483647 w 780"/>
                <a:gd name="T113" fmla="*/ 2147483647 h 82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80"/>
                <a:gd name="T172" fmla="*/ 0 h 828"/>
                <a:gd name="T173" fmla="*/ 780 w 780"/>
                <a:gd name="T174" fmla="*/ 828 h 82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80" h="828">
                  <a:moveTo>
                    <a:pt x="570" y="720"/>
                  </a:moveTo>
                  <a:lnTo>
                    <a:pt x="558" y="714"/>
                  </a:lnTo>
                  <a:lnTo>
                    <a:pt x="552" y="708"/>
                  </a:lnTo>
                  <a:lnTo>
                    <a:pt x="540" y="708"/>
                  </a:lnTo>
                  <a:lnTo>
                    <a:pt x="534" y="714"/>
                  </a:lnTo>
                  <a:lnTo>
                    <a:pt x="522" y="720"/>
                  </a:lnTo>
                  <a:lnTo>
                    <a:pt x="516" y="726"/>
                  </a:lnTo>
                  <a:lnTo>
                    <a:pt x="468" y="726"/>
                  </a:lnTo>
                  <a:lnTo>
                    <a:pt x="456" y="720"/>
                  </a:lnTo>
                  <a:lnTo>
                    <a:pt x="444" y="708"/>
                  </a:lnTo>
                  <a:lnTo>
                    <a:pt x="438" y="708"/>
                  </a:lnTo>
                  <a:lnTo>
                    <a:pt x="420" y="726"/>
                  </a:lnTo>
                  <a:lnTo>
                    <a:pt x="402" y="714"/>
                  </a:lnTo>
                  <a:lnTo>
                    <a:pt x="396" y="714"/>
                  </a:lnTo>
                  <a:lnTo>
                    <a:pt x="384" y="726"/>
                  </a:lnTo>
                  <a:lnTo>
                    <a:pt x="384" y="738"/>
                  </a:lnTo>
                  <a:lnTo>
                    <a:pt x="396" y="750"/>
                  </a:lnTo>
                  <a:lnTo>
                    <a:pt x="420" y="762"/>
                  </a:lnTo>
                  <a:lnTo>
                    <a:pt x="426" y="762"/>
                  </a:lnTo>
                  <a:lnTo>
                    <a:pt x="444" y="780"/>
                  </a:lnTo>
                  <a:lnTo>
                    <a:pt x="444" y="786"/>
                  </a:lnTo>
                  <a:lnTo>
                    <a:pt x="456" y="786"/>
                  </a:lnTo>
                  <a:lnTo>
                    <a:pt x="468" y="798"/>
                  </a:lnTo>
                  <a:lnTo>
                    <a:pt x="480" y="804"/>
                  </a:lnTo>
                  <a:lnTo>
                    <a:pt x="498" y="798"/>
                  </a:lnTo>
                  <a:lnTo>
                    <a:pt x="504" y="804"/>
                  </a:lnTo>
                  <a:lnTo>
                    <a:pt x="516" y="810"/>
                  </a:lnTo>
                  <a:lnTo>
                    <a:pt x="522" y="822"/>
                  </a:lnTo>
                  <a:lnTo>
                    <a:pt x="534" y="828"/>
                  </a:lnTo>
                  <a:lnTo>
                    <a:pt x="558" y="828"/>
                  </a:lnTo>
                  <a:lnTo>
                    <a:pt x="570" y="816"/>
                  </a:lnTo>
                  <a:lnTo>
                    <a:pt x="570" y="792"/>
                  </a:lnTo>
                  <a:lnTo>
                    <a:pt x="564" y="780"/>
                  </a:lnTo>
                  <a:lnTo>
                    <a:pt x="564" y="768"/>
                  </a:lnTo>
                  <a:lnTo>
                    <a:pt x="570" y="750"/>
                  </a:lnTo>
                  <a:lnTo>
                    <a:pt x="576" y="738"/>
                  </a:lnTo>
                  <a:lnTo>
                    <a:pt x="582" y="732"/>
                  </a:lnTo>
                  <a:lnTo>
                    <a:pt x="582" y="714"/>
                  </a:lnTo>
                  <a:lnTo>
                    <a:pt x="576" y="702"/>
                  </a:lnTo>
                  <a:lnTo>
                    <a:pt x="570" y="720"/>
                  </a:lnTo>
                  <a:close/>
                  <a:moveTo>
                    <a:pt x="180" y="468"/>
                  </a:moveTo>
                  <a:lnTo>
                    <a:pt x="156" y="480"/>
                  </a:lnTo>
                  <a:lnTo>
                    <a:pt x="150" y="486"/>
                  </a:lnTo>
                  <a:lnTo>
                    <a:pt x="138" y="492"/>
                  </a:lnTo>
                  <a:lnTo>
                    <a:pt x="132" y="498"/>
                  </a:lnTo>
                  <a:lnTo>
                    <a:pt x="126" y="498"/>
                  </a:lnTo>
                  <a:lnTo>
                    <a:pt x="114" y="492"/>
                  </a:lnTo>
                  <a:lnTo>
                    <a:pt x="102" y="480"/>
                  </a:lnTo>
                  <a:lnTo>
                    <a:pt x="96" y="498"/>
                  </a:lnTo>
                  <a:lnTo>
                    <a:pt x="102" y="504"/>
                  </a:lnTo>
                  <a:lnTo>
                    <a:pt x="114" y="510"/>
                  </a:lnTo>
                  <a:lnTo>
                    <a:pt x="120" y="522"/>
                  </a:lnTo>
                  <a:lnTo>
                    <a:pt x="120" y="540"/>
                  </a:lnTo>
                  <a:lnTo>
                    <a:pt x="114" y="558"/>
                  </a:lnTo>
                  <a:lnTo>
                    <a:pt x="114" y="570"/>
                  </a:lnTo>
                  <a:lnTo>
                    <a:pt x="126" y="582"/>
                  </a:lnTo>
                  <a:lnTo>
                    <a:pt x="114" y="588"/>
                  </a:lnTo>
                  <a:lnTo>
                    <a:pt x="120" y="636"/>
                  </a:lnTo>
                  <a:lnTo>
                    <a:pt x="108" y="636"/>
                  </a:lnTo>
                  <a:lnTo>
                    <a:pt x="126" y="654"/>
                  </a:lnTo>
                  <a:lnTo>
                    <a:pt x="138" y="654"/>
                  </a:lnTo>
                  <a:lnTo>
                    <a:pt x="144" y="642"/>
                  </a:lnTo>
                  <a:lnTo>
                    <a:pt x="156" y="630"/>
                  </a:lnTo>
                  <a:lnTo>
                    <a:pt x="156" y="618"/>
                  </a:lnTo>
                  <a:lnTo>
                    <a:pt x="168" y="630"/>
                  </a:lnTo>
                  <a:lnTo>
                    <a:pt x="180" y="636"/>
                  </a:lnTo>
                  <a:lnTo>
                    <a:pt x="186" y="636"/>
                  </a:lnTo>
                  <a:lnTo>
                    <a:pt x="192" y="630"/>
                  </a:lnTo>
                  <a:lnTo>
                    <a:pt x="198" y="618"/>
                  </a:lnTo>
                  <a:lnTo>
                    <a:pt x="198" y="594"/>
                  </a:lnTo>
                  <a:lnTo>
                    <a:pt x="204" y="582"/>
                  </a:lnTo>
                  <a:lnTo>
                    <a:pt x="204" y="558"/>
                  </a:lnTo>
                  <a:lnTo>
                    <a:pt x="198" y="552"/>
                  </a:lnTo>
                  <a:lnTo>
                    <a:pt x="192" y="552"/>
                  </a:lnTo>
                  <a:lnTo>
                    <a:pt x="192" y="546"/>
                  </a:lnTo>
                  <a:lnTo>
                    <a:pt x="198" y="540"/>
                  </a:lnTo>
                  <a:lnTo>
                    <a:pt x="204" y="540"/>
                  </a:lnTo>
                  <a:lnTo>
                    <a:pt x="210" y="534"/>
                  </a:lnTo>
                  <a:lnTo>
                    <a:pt x="210" y="522"/>
                  </a:lnTo>
                  <a:lnTo>
                    <a:pt x="204" y="510"/>
                  </a:lnTo>
                  <a:lnTo>
                    <a:pt x="204" y="492"/>
                  </a:lnTo>
                  <a:lnTo>
                    <a:pt x="198" y="480"/>
                  </a:lnTo>
                  <a:lnTo>
                    <a:pt x="186" y="474"/>
                  </a:lnTo>
                  <a:lnTo>
                    <a:pt x="180" y="468"/>
                  </a:lnTo>
                  <a:close/>
                  <a:moveTo>
                    <a:pt x="774" y="546"/>
                  </a:moveTo>
                  <a:lnTo>
                    <a:pt x="768" y="534"/>
                  </a:lnTo>
                  <a:lnTo>
                    <a:pt x="756" y="528"/>
                  </a:lnTo>
                  <a:lnTo>
                    <a:pt x="738" y="510"/>
                  </a:lnTo>
                  <a:lnTo>
                    <a:pt x="678" y="480"/>
                  </a:lnTo>
                  <a:lnTo>
                    <a:pt x="672" y="480"/>
                  </a:lnTo>
                  <a:lnTo>
                    <a:pt x="660" y="474"/>
                  </a:lnTo>
                  <a:lnTo>
                    <a:pt x="648" y="474"/>
                  </a:lnTo>
                  <a:lnTo>
                    <a:pt x="630" y="468"/>
                  </a:lnTo>
                  <a:lnTo>
                    <a:pt x="606" y="456"/>
                  </a:lnTo>
                  <a:lnTo>
                    <a:pt x="606" y="450"/>
                  </a:lnTo>
                  <a:lnTo>
                    <a:pt x="612" y="438"/>
                  </a:lnTo>
                  <a:lnTo>
                    <a:pt x="624" y="426"/>
                  </a:lnTo>
                  <a:lnTo>
                    <a:pt x="624" y="420"/>
                  </a:lnTo>
                  <a:lnTo>
                    <a:pt x="618" y="414"/>
                  </a:lnTo>
                  <a:lnTo>
                    <a:pt x="612" y="414"/>
                  </a:lnTo>
                  <a:lnTo>
                    <a:pt x="594" y="408"/>
                  </a:lnTo>
                  <a:lnTo>
                    <a:pt x="552" y="408"/>
                  </a:lnTo>
                  <a:lnTo>
                    <a:pt x="540" y="402"/>
                  </a:lnTo>
                  <a:lnTo>
                    <a:pt x="534" y="396"/>
                  </a:lnTo>
                  <a:lnTo>
                    <a:pt x="516" y="384"/>
                  </a:lnTo>
                  <a:lnTo>
                    <a:pt x="492" y="360"/>
                  </a:lnTo>
                  <a:lnTo>
                    <a:pt x="480" y="342"/>
                  </a:lnTo>
                  <a:lnTo>
                    <a:pt x="474" y="336"/>
                  </a:lnTo>
                  <a:lnTo>
                    <a:pt x="468" y="324"/>
                  </a:lnTo>
                  <a:lnTo>
                    <a:pt x="468" y="312"/>
                  </a:lnTo>
                  <a:lnTo>
                    <a:pt x="450" y="276"/>
                  </a:lnTo>
                  <a:lnTo>
                    <a:pt x="438" y="270"/>
                  </a:lnTo>
                  <a:lnTo>
                    <a:pt x="432" y="264"/>
                  </a:lnTo>
                  <a:lnTo>
                    <a:pt x="420" y="258"/>
                  </a:lnTo>
                  <a:lnTo>
                    <a:pt x="414" y="252"/>
                  </a:lnTo>
                  <a:lnTo>
                    <a:pt x="378" y="222"/>
                  </a:lnTo>
                  <a:lnTo>
                    <a:pt x="372" y="210"/>
                  </a:lnTo>
                  <a:lnTo>
                    <a:pt x="360" y="198"/>
                  </a:lnTo>
                  <a:lnTo>
                    <a:pt x="360" y="186"/>
                  </a:lnTo>
                  <a:lnTo>
                    <a:pt x="366" y="180"/>
                  </a:lnTo>
                  <a:lnTo>
                    <a:pt x="384" y="180"/>
                  </a:lnTo>
                  <a:lnTo>
                    <a:pt x="384" y="174"/>
                  </a:lnTo>
                  <a:lnTo>
                    <a:pt x="372" y="162"/>
                  </a:lnTo>
                  <a:lnTo>
                    <a:pt x="366" y="150"/>
                  </a:lnTo>
                  <a:lnTo>
                    <a:pt x="366" y="138"/>
                  </a:lnTo>
                  <a:lnTo>
                    <a:pt x="402" y="120"/>
                  </a:lnTo>
                  <a:lnTo>
                    <a:pt x="408" y="114"/>
                  </a:lnTo>
                  <a:lnTo>
                    <a:pt x="414" y="114"/>
                  </a:lnTo>
                  <a:lnTo>
                    <a:pt x="438" y="108"/>
                  </a:lnTo>
                  <a:lnTo>
                    <a:pt x="444" y="72"/>
                  </a:lnTo>
                  <a:lnTo>
                    <a:pt x="432" y="66"/>
                  </a:lnTo>
                  <a:lnTo>
                    <a:pt x="438" y="60"/>
                  </a:lnTo>
                  <a:lnTo>
                    <a:pt x="438" y="42"/>
                  </a:lnTo>
                  <a:lnTo>
                    <a:pt x="384" y="42"/>
                  </a:lnTo>
                  <a:lnTo>
                    <a:pt x="378" y="24"/>
                  </a:lnTo>
                  <a:lnTo>
                    <a:pt x="366" y="24"/>
                  </a:lnTo>
                  <a:lnTo>
                    <a:pt x="366" y="6"/>
                  </a:lnTo>
                  <a:lnTo>
                    <a:pt x="360" y="0"/>
                  </a:lnTo>
                  <a:lnTo>
                    <a:pt x="342" y="0"/>
                  </a:lnTo>
                  <a:lnTo>
                    <a:pt x="336" y="6"/>
                  </a:lnTo>
                  <a:lnTo>
                    <a:pt x="336" y="12"/>
                  </a:lnTo>
                  <a:lnTo>
                    <a:pt x="294" y="12"/>
                  </a:lnTo>
                  <a:lnTo>
                    <a:pt x="282" y="30"/>
                  </a:lnTo>
                  <a:lnTo>
                    <a:pt x="270" y="24"/>
                  </a:lnTo>
                  <a:lnTo>
                    <a:pt x="252" y="24"/>
                  </a:lnTo>
                  <a:lnTo>
                    <a:pt x="246" y="42"/>
                  </a:lnTo>
                  <a:lnTo>
                    <a:pt x="222" y="42"/>
                  </a:lnTo>
                  <a:lnTo>
                    <a:pt x="222" y="48"/>
                  </a:lnTo>
                  <a:lnTo>
                    <a:pt x="234" y="60"/>
                  </a:lnTo>
                  <a:lnTo>
                    <a:pt x="228" y="72"/>
                  </a:lnTo>
                  <a:lnTo>
                    <a:pt x="210" y="60"/>
                  </a:lnTo>
                  <a:lnTo>
                    <a:pt x="192" y="66"/>
                  </a:lnTo>
                  <a:lnTo>
                    <a:pt x="180" y="48"/>
                  </a:lnTo>
                  <a:lnTo>
                    <a:pt x="174" y="72"/>
                  </a:lnTo>
                  <a:lnTo>
                    <a:pt x="162" y="84"/>
                  </a:lnTo>
                  <a:lnTo>
                    <a:pt x="162" y="102"/>
                  </a:lnTo>
                  <a:lnTo>
                    <a:pt x="138" y="78"/>
                  </a:lnTo>
                  <a:lnTo>
                    <a:pt x="132" y="78"/>
                  </a:lnTo>
                  <a:lnTo>
                    <a:pt x="132" y="72"/>
                  </a:lnTo>
                  <a:lnTo>
                    <a:pt x="126" y="66"/>
                  </a:lnTo>
                  <a:lnTo>
                    <a:pt x="126" y="60"/>
                  </a:lnTo>
                  <a:lnTo>
                    <a:pt x="120" y="54"/>
                  </a:lnTo>
                  <a:lnTo>
                    <a:pt x="108" y="54"/>
                  </a:lnTo>
                  <a:lnTo>
                    <a:pt x="102" y="60"/>
                  </a:lnTo>
                  <a:lnTo>
                    <a:pt x="102" y="78"/>
                  </a:lnTo>
                  <a:lnTo>
                    <a:pt x="84" y="96"/>
                  </a:lnTo>
                  <a:lnTo>
                    <a:pt x="78" y="96"/>
                  </a:lnTo>
                  <a:lnTo>
                    <a:pt x="66" y="84"/>
                  </a:lnTo>
                  <a:lnTo>
                    <a:pt x="54" y="84"/>
                  </a:lnTo>
                  <a:lnTo>
                    <a:pt x="42" y="96"/>
                  </a:lnTo>
                  <a:lnTo>
                    <a:pt x="30" y="96"/>
                  </a:lnTo>
                  <a:lnTo>
                    <a:pt x="30" y="102"/>
                  </a:lnTo>
                  <a:lnTo>
                    <a:pt x="24" y="102"/>
                  </a:lnTo>
                  <a:lnTo>
                    <a:pt x="18" y="108"/>
                  </a:lnTo>
                  <a:lnTo>
                    <a:pt x="42" y="132"/>
                  </a:lnTo>
                  <a:lnTo>
                    <a:pt x="42" y="138"/>
                  </a:lnTo>
                  <a:lnTo>
                    <a:pt x="24" y="156"/>
                  </a:lnTo>
                  <a:lnTo>
                    <a:pt x="0" y="156"/>
                  </a:lnTo>
                  <a:lnTo>
                    <a:pt x="12" y="174"/>
                  </a:lnTo>
                  <a:lnTo>
                    <a:pt x="24" y="174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24" y="198"/>
                  </a:lnTo>
                  <a:lnTo>
                    <a:pt x="24" y="204"/>
                  </a:lnTo>
                  <a:lnTo>
                    <a:pt x="18" y="210"/>
                  </a:lnTo>
                  <a:lnTo>
                    <a:pt x="18" y="216"/>
                  </a:lnTo>
                  <a:lnTo>
                    <a:pt x="24" y="222"/>
                  </a:lnTo>
                  <a:lnTo>
                    <a:pt x="36" y="228"/>
                  </a:lnTo>
                  <a:lnTo>
                    <a:pt x="42" y="228"/>
                  </a:lnTo>
                  <a:lnTo>
                    <a:pt x="42" y="234"/>
                  </a:lnTo>
                  <a:lnTo>
                    <a:pt x="66" y="234"/>
                  </a:lnTo>
                  <a:lnTo>
                    <a:pt x="72" y="240"/>
                  </a:lnTo>
                  <a:lnTo>
                    <a:pt x="72" y="246"/>
                  </a:lnTo>
                  <a:lnTo>
                    <a:pt x="54" y="264"/>
                  </a:lnTo>
                  <a:lnTo>
                    <a:pt x="54" y="270"/>
                  </a:lnTo>
                  <a:lnTo>
                    <a:pt x="66" y="270"/>
                  </a:lnTo>
                  <a:lnTo>
                    <a:pt x="90" y="258"/>
                  </a:lnTo>
                  <a:lnTo>
                    <a:pt x="120" y="228"/>
                  </a:lnTo>
                  <a:lnTo>
                    <a:pt x="144" y="216"/>
                  </a:lnTo>
                  <a:lnTo>
                    <a:pt x="156" y="216"/>
                  </a:lnTo>
                  <a:lnTo>
                    <a:pt x="168" y="222"/>
                  </a:lnTo>
                  <a:lnTo>
                    <a:pt x="204" y="234"/>
                  </a:lnTo>
                  <a:lnTo>
                    <a:pt x="216" y="240"/>
                  </a:lnTo>
                  <a:lnTo>
                    <a:pt x="228" y="252"/>
                  </a:lnTo>
                  <a:lnTo>
                    <a:pt x="234" y="264"/>
                  </a:lnTo>
                  <a:lnTo>
                    <a:pt x="234" y="276"/>
                  </a:lnTo>
                  <a:lnTo>
                    <a:pt x="240" y="282"/>
                  </a:lnTo>
                  <a:lnTo>
                    <a:pt x="240" y="288"/>
                  </a:lnTo>
                  <a:lnTo>
                    <a:pt x="252" y="300"/>
                  </a:lnTo>
                  <a:lnTo>
                    <a:pt x="252" y="306"/>
                  </a:lnTo>
                  <a:lnTo>
                    <a:pt x="246" y="318"/>
                  </a:lnTo>
                  <a:lnTo>
                    <a:pt x="246" y="324"/>
                  </a:lnTo>
                  <a:lnTo>
                    <a:pt x="258" y="336"/>
                  </a:lnTo>
                  <a:lnTo>
                    <a:pt x="282" y="348"/>
                  </a:lnTo>
                  <a:lnTo>
                    <a:pt x="288" y="354"/>
                  </a:lnTo>
                  <a:lnTo>
                    <a:pt x="294" y="354"/>
                  </a:lnTo>
                  <a:lnTo>
                    <a:pt x="300" y="372"/>
                  </a:lnTo>
                  <a:lnTo>
                    <a:pt x="330" y="372"/>
                  </a:lnTo>
                  <a:lnTo>
                    <a:pt x="348" y="390"/>
                  </a:lnTo>
                  <a:lnTo>
                    <a:pt x="354" y="402"/>
                  </a:lnTo>
                  <a:lnTo>
                    <a:pt x="366" y="414"/>
                  </a:lnTo>
                  <a:lnTo>
                    <a:pt x="378" y="420"/>
                  </a:lnTo>
                  <a:lnTo>
                    <a:pt x="384" y="432"/>
                  </a:lnTo>
                  <a:lnTo>
                    <a:pt x="420" y="468"/>
                  </a:lnTo>
                  <a:lnTo>
                    <a:pt x="456" y="468"/>
                  </a:lnTo>
                  <a:lnTo>
                    <a:pt x="462" y="474"/>
                  </a:lnTo>
                  <a:lnTo>
                    <a:pt x="468" y="486"/>
                  </a:lnTo>
                  <a:lnTo>
                    <a:pt x="492" y="498"/>
                  </a:lnTo>
                  <a:lnTo>
                    <a:pt x="510" y="504"/>
                  </a:lnTo>
                  <a:lnTo>
                    <a:pt x="528" y="504"/>
                  </a:lnTo>
                  <a:lnTo>
                    <a:pt x="540" y="510"/>
                  </a:lnTo>
                  <a:lnTo>
                    <a:pt x="546" y="510"/>
                  </a:lnTo>
                  <a:lnTo>
                    <a:pt x="552" y="522"/>
                  </a:lnTo>
                  <a:lnTo>
                    <a:pt x="552" y="534"/>
                  </a:lnTo>
                  <a:lnTo>
                    <a:pt x="564" y="558"/>
                  </a:lnTo>
                  <a:lnTo>
                    <a:pt x="570" y="564"/>
                  </a:lnTo>
                  <a:lnTo>
                    <a:pt x="582" y="564"/>
                  </a:lnTo>
                  <a:lnTo>
                    <a:pt x="594" y="558"/>
                  </a:lnTo>
                  <a:lnTo>
                    <a:pt x="600" y="558"/>
                  </a:lnTo>
                  <a:lnTo>
                    <a:pt x="600" y="570"/>
                  </a:lnTo>
                  <a:lnTo>
                    <a:pt x="606" y="582"/>
                  </a:lnTo>
                  <a:lnTo>
                    <a:pt x="606" y="606"/>
                  </a:lnTo>
                  <a:lnTo>
                    <a:pt x="612" y="618"/>
                  </a:lnTo>
                  <a:lnTo>
                    <a:pt x="630" y="636"/>
                  </a:lnTo>
                  <a:lnTo>
                    <a:pt x="630" y="666"/>
                  </a:lnTo>
                  <a:lnTo>
                    <a:pt x="612" y="666"/>
                  </a:lnTo>
                  <a:lnTo>
                    <a:pt x="612" y="690"/>
                  </a:lnTo>
                  <a:lnTo>
                    <a:pt x="606" y="696"/>
                  </a:lnTo>
                  <a:lnTo>
                    <a:pt x="600" y="708"/>
                  </a:lnTo>
                  <a:lnTo>
                    <a:pt x="594" y="714"/>
                  </a:lnTo>
                  <a:lnTo>
                    <a:pt x="594" y="732"/>
                  </a:lnTo>
                  <a:lnTo>
                    <a:pt x="606" y="732"/>
                  </a:lnTo>
                  <a:lnTo>
                    <a:pt x="618" y="726"/>
                  </a:lnTo>
                  <a:lnTo>
                    <a:pt x="624" y="726"/>
                  </a:lnTo>
                  <a:lnTo>
                    <a:pt x="636" y="702"/>
                  </a:lnTo>
                  <a:lnTo>
                    <a:pt x="654" y="696"/>
                  </a:lnTo>
                  <a:lnTo>
                    <a:pt x="654" y="666"/>
                  </a:lnTo>
                  <a:lnTo>
                    <a:pt x="666" y="654"/>
                  </a:lnTo>
                  <a:lnTo>
                    <a:pt x="678" y="654"/>
                  </a:lnTo>
                  <a:lnTo>
                    <a:pt x="684" y="648"/>
                  </a:lnTo>
                  <a:lnTo>
                    <a:pt x="696" y="648"/>
                  </a:lnTo>
                  <a:lnTo>
                    <a:pt x="696" y="636"/>
                  </a:lnTo>
                  <a:lnTo>
                    <a:pt x="690" y="630"/>
                  </a:lnTo>
                  <a:lnTo>
                    <a:pt x="690" y="618"/>
                  </a:lnTo>
                  <a:lnTo>
                    <a:pt x="678" y="606"/>
                  </a:lnTo>
                  <a:lnTo>
                    <a:pt x="666" y="606"/>
                  </a:lnTo>
                  <a:lnTo>
                    <a:pt x="648" y="588"/>
                  </a:lnTo>
                  <a:lnTo>
                    <a:pt x="654" y="582"/>
                  </a:lnTo>
                  <a:lnTo>
                    <a:pt x="660" y="570"/>
                  </a:lnTo>
                  <a:lnTo>
                    <a:pt x="666" y="552"/>
                  </a:lnTo>
                  <a:lnTo>
                    <a:pt x="672" y="540"/>
                  </a:lnTo>
                  <a:lnTo>
                    <a:pt x="684" y="528"/>
                  </a:lnTo>
                  <a:lnTo>
                    <a:pt x="690" y="534"/>
                  </a:lnTo>
                  <a:lnTo>
                    <a:pt x="702" y="534"/>
                  </a:lnTo>
                  <a:lnTo>
                    <a:pt x="708" y="540"/>
                  </a:lnTo>
                  <a:lnTo>
                    <a:pt x="738" y="540"/>
                  </a:lnTo>
                  <a:lnTo>
                    <a:pt x="738" y="552"/>
                  </a:lnTo>
                  <a:lnTo>
                    <a:pt x="744" y="558"/>
                  </a:lnTo>
                  <a:lnTo>
                    <a:pt x="744" y="564"/>
                  </a:lnTo>
                  <a:lnTo>
                    <a:pt x="750" y="576"/>
                  </a:lnTo>
                  <a:lnTo>
                    <a:pt x="762" y="576"/>
                  </a:lnTo>
                  <a:lnTo>
                    <a:pt x="774" y="570"/>
                  </a:lnTo>
                  <a:lnTo>
                    <a:pt x="780" y="564"/>
                  </a:lnTo>
                  <a:lnTo>
                    <a:pt x="780" y="558"/>
                  </a:lnTo>
                  <a:lnTo>
                    <a:pt x="774" y="54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87" name="Israel" descr="© INSCALE GmbH, 05.05.2010&#10;http://www.presentationload.com/">
              <a:extLst>
                <a:ext uri="{FF2B5EF4-FFF2-40B4-BE49-F238E27FC236}">
                  <a16:creationId xmlns:a16="http://schemas.microsoft.com/office/drawing/2014/main" id="{E0B1898E-416A-47FF-8B5F-29CB90689328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513899" y="2117026"/>
              <a:ext cx="33602" cy="105325"/>
            </a:xfrm>
            <a:custGeom>
              <a:avLst/>
              <a:gdLst>
                <a:gd name="T0" fmla="*/ 0 w 102"/>
                <a:gd name="T1" fmla="*/ 2147483647 h 324"/>
                <a:gd name="T2" fmla="*/ 2147483647 w 102"/>
                <a:gd name="T3" fmla="*/ 2147483647 h 324"/>
                <a:gd name="T4" fmla="*/ 2147483647 w 102"/>
                <a:gd name="T5" fmla="*/ 2147483647 h 324"/>
                <a:gd name="T6" fmla="*/ 2147483647 w 102"/>
                <a:gd name="T7" fmla="*/ 2147483647 h 324"/>
                <a:gd name="T8" fmla="*/ 2147483647 w 102"/>
                <a:gd name="T9" fmla="*/ 2147483647 h 324"/>
                <a:gd name="T10" fmla="*/ 2147483647 w 102"/>
                <a:gd name="T11" fmla="*/ 2147483647 h 324"/>
                <a:gd name="T12" fmla="*/ 2147483647 w 102"/>
                <a:gd name="T13" fmla="*/ 2147483647 h 324"/>
                <a:gd name="T14" fmla="*/ 2147483647 w 102"/>
                <a:gd name="T15" fmla="*/ 2147483647 h 324"/>
                <a:gd name="T16" fmla="*/ 2147483647 w 102"/>
                <a:gd name="T17" fmla="*/ 2147483647 h 324"/>
                <a:gd name="T18" fmla="*/ 2147483647 w 102"/>
                <a:gd name="T19" fmla="*/ 2147483647 h 324"/>
                <a:gd name="T20" fmla="*/ 2147483647 w 102"/>
                <a:gd name="T21" fmla="*/ 2147483647 h 324"/>
                <a:gd name="T22" fmla="*/ 2147483647 w 102"/>
                <a:gd name="T23" fmla="*/ 2147483647 h 324"/>
                <a:gd name="T24" fmla="*/ 2147483647 w 102"/>
                <a:gd name="T25" fmla="*/ 2147483647 h 324"/>
                <a:gd name="T26" fmla="*/ 2147483647 w 102"/>
                <a:gd name="T27" fmla="*/ 2147483647 h 324"/>
                <a:gd name="T28" fmla="*/ 2147483647 w 102"/>
                <a:gd name="T29" fmla="*/ 2147483647 h 324"/>
                <a:gd name="T30" fmla="*/ 2147483647 w 102"/>
                <a:gd name="T31" fmla="*/ 2147483647 h 324"/>
                <a:gd name="T32" fmla="*/ 2147483647 w 102"/>
                <a:gd name="T33" fmla="*/ 2147483647 h 324"/>
                <a:gd name="T34" fmla="*/ 2147483647 w 102"/>
                <a:gd name="T35" fmla="*/ 2147483647 h 324"/>
                <a:gd name="T36" fmla="*/ 2147483647 w 102"/>
                <a:gd name="T37" fmla="*/ 2147483647 h 324"/>
                <a:gd name="T38" fmla="*/ 2147483647 w 102"/>
                <a:gd name="T39" fmla="*/ 2147483647 h 324"/>
                <a:gd name="T40" fmla="*/ 2147483647 w 102"/>
                <a:gd name="T41" fmla="*/ 2147483647 h 324"/>
                <a:gd name="T42" fmla="*/ 2147483647 w 102"/>
                <a:gd name="T43" fmla="*/ 2147483647 h 324"/>
                <a:gd name="T44" fmla="*/ 2147483647 w 102"/>
                <a:gd name="T45" fmla="*/ 2147483647 h 324"/>
                <a:gd name="T46" fmla="*/ 2147483647 w 102"/>
                <a:gd name="T47" fmla="*/ 2147483647 h 324"/>
                <a:gd name="T48" fmla="*/ 2147483647 w 102"/>
                <a:gd name="T49" fmla="*/ 0 h 324"/>
                <a:gd name="T50" fmla="*/ 2147483647 w 102"/>
                <a:gd name="T51" fmla="*/ 2147483647 h 324"/>
                <a:gd name="T52" fmla="*/ 2147483647 w 102"/>
                <a:gd name="T53" fmla="*/ 2147483647 h 324"/>
                <a:gd name="T54" fmla="*/ 2147483647 w 102"/>
                <a:gd name="T55" fmla="*/ 2147483647 h 324"/>
                <a:gd name="T56" fmla="*/ 2147483647 w 102"/>
                <a:gd name="T57" fmla="*/ 2147483647 h 324"/>
                <a:gd name="T58" fmla="*/ 2147483647 w 102"/>
                <a:gd name="T59" fmla="*/ 2147483647 h 324"/>
                <a:gd name="T60" fmla="*/ 2147483647 w 102"/>
                <a:gd name="T61" fmla="*/ 2147483647 h 324"/>
                <a:gd name="T62" fmla="*/ 2147483647 w 102"/>
                <a:gd name="T63" fmla="*/ 2147483647 h 324"/>
                <a:gd name="T64" fmla="*/ 2147483647 w 102"/>
                <a:gd name="T65" fmla="*/ 2147483647 h 324"/>
                <a:gd name="T66" fmla="*/ 2147483647 w 102"/>
                <a:gd name="T67" fmla="*/ 2147483647 h 324"/>
                <a:gd name="T68" fmla="*/ 2147483647 w 102"/>
                <a:gd name="T69" fmla="*/ 2147483647 h 324"/>
                <a:gd name="T70" fmla="*/ 2147483647 w 102"/>
                <a:gd name="T71" fmla="*/ 2147483647 h 324"/>
                <a:gd name="T72" fmla="*/ 2147483647 w 102"/>
                <a:gd name="T73" fmla="*/ 2147483647 h 324"/>
                <a:gd name="T74" fmla="*/ 2147483647 w 102"/>
                <a:gd name="T75" fmla="*/ 2147483647 h 324"/>
                <a:gd name="T76" fmla="*/ 2147483647 w 102"/>
                <a:gd name="T77" fmla="*/ 2147483647 h 324"/>
                <a:gd name="T78" fmla="*/ 0 w 102"/>
                <a:gd name="T79" fmla="*/ 2147483647 h 32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02"/>
                <a:gd name="T121" fmla="*/ 0 h 324"/>
                <a:gd name="T122" fmla="*/ 102 w 102"/>
                <a:gd name="T123" fmla="*/ 324 h 324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02" h="324">
                  <a:moveTo>
                    <a:pt x="0" y="168"/>
                  </a:moveTo>
                  <a:lnTo>
                    <a:pt x="54" y="312"/>
                  </a:lnTo>
                  <a:lnTo>
                    <a:pt x="60" y="324"/>
                  </a:lnTo>
                  <a:lnTo>
                    <a:pt x="60" y="306"/>
                  </a:lnTo>
                  <a:lnTo>
                    <a:pt x="66" y="294"/>
                  </a:lnTo>
                  <a:lnTo>
                    <a:pt x="66" y="234"/>
                  </a:lnTo>
                  <a:lnTo>
                    <a:pt x="72" y="228"/>
                  </a:lnTo>
                  <a:lnTo>
                    <a:pt x="78" y="216"/>
                  </a:lnTo>
                  <a:lnTo>
                    <a:pt x="84" y="210"/>
                  </a:lnTo>
                  <a:lnTo>
                    <a:pt x="90" y="198"/>
                  </a:lnTo>
                  <a:lnTo>
                    <a:pt x="90" y="186"/>
                  </a:lnTo>
                  <a:lnTo>
                    <a:pt x="78" y="174"/>
                  </a:lnTo>
                  <a:lnTo>
                    <a:pt x="78" y="162"/>
                  </a:lnTo>
                  <a:lnTo>
                    <a:pt x="72" y="156"/>
                  </a:lnTo>
                  <a:lnTo>
                    <a:pt x="66" y="162"/>
                  </a:lnTo>
                  <a:lnTo>
                    <a:pt x="66" y="168"/>
                  </a:lnTo>
                  <a:lnTo>
                    <a:pt x="60" y="168"/>
                  </a:lnTo>
                  <a:lnTo>
                    <a:pt x="54" y="174"/>
                  </a:lnTo>
                  <a:lnTo>
                    <a:pt x="48" y="168"/>
                  </a:lnTo>
                  <a:lnTo>
                    <a:pt x="48" y="96"/>
                  </a:lnTo>
                  <a:lnTo>
                    <a:pt x="66" y="78"/>
                  </a:lnTo>
                  <a:lnTo>
                    <a:pt x="84" y="78"/>
                  </a:lnTo>
                  <a:lnTo>
                    <a:pt x="90" y="60"/>
                  </a:lnTo>
                  <a:lnTo>
                    <a:pt x="84" y="18"/>
                  </a:lnTo>
                  <a:lnTo>
                    <a:pt x="102" y="0"/>
                  </a:lnTo>
                  <a:lnTo>
                    <a:pt x="78" y="6"/>
                  </a:lnTo>
                  <a:lnTo>
                    <a:pt x="78" y="18"/>
                  </a:lnTo>
                  <a:lnTo>
                    <a:pt x="72" y="30"/>
                  </a:lnTo>
                  <a:lnTo>
                    <a:pt x="66" y="36"/>
                  </a:lnTo>
                  <a:lnTo>
                    <a:pt x="60" y="36"/>
                  </a:lnTo>
                  <a:lnTo>
                    <a:pt x="54" y="30"/>
                  </a:lnTo>
                  <a:lnTo>
                    <a:pt x="42" y="54"/>
                  </a:lnTo>
                  <a:lnTo>
                    <a:pt x="30" y="60"/>
                  </a:lnTo>
                  <a:lnTo>
                    <a:pt x="36" y="72"/>
                  </a:lnTo>
                  <a:lnTo>
                    <a:pt x="36" y="84"/>
                  </a:lnTo>
                  <a:lnTo>
                    <a:pt x="42" y="90"/>
                  </a:lnTo>
                  <a:lnTo>
                    <a:pt x="42" y="96"/>
                  </a:lnTo>
                  <a:lnTo>
                    <a:pt x="18" y="138"/>
                  </a:lnTo>
                  <a:lnTo>
                    <a:pt x="18" y="156"/>
                  </a:lnTo>
                  <a:lnTo>
                    <a:pt x="0" y="16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88" name="Ireland" descr="© INSCALE GmbH, 05.05.2010&#10;http://www.presentationload.com/">
              <a:extLst>
                <a:ext uri="{FF2B5EF4-FFF2-40B4-BE49-F238E27FC236}">
                  <a16:creationId xmlns:a16="http://schemas.microsoft.com/office/drawing/2014/main" id="{D9810F6D-230B-43EB-A0BA-8C4FAF02DB94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557511" y="1549302"/>
              <a:ext cx="93054" cy="97618"/>
            </a:xfrm>
            <a:custGeom>
              <a:avLst/>
              <a:gdLst>
                <a:gd name="T0" fmla="*/ 2147483647 w 282"/>
                <a:gd name="T1" fmla="*/ 2147483647 h 300"/>
                <a:gd name="T2" fmla="*/ 2147483647 w 282"/>
                <a:gd name="T3" fmla="*/ 2147483647 h 300"/>
                <a:gd name="T4" fmla="*/ 2147483647 w 282"/>
                <a:gd name="T5" fmla="*/ 2147483647 h 300"/>
                <a:gd name="T6" fmla="*/ 2147483647 w 282"/>
                <a:gd name="T7" fmla="*/ 2147483647 h 300"/>
                <a:gd name="T8" fmla="*/ 2147483647 w 282"/>
                <a:gd name="T9" fmla="*/ 2147483647 h 300"/>
                <a:gd name="T10" fmla="*/ 2147483647 w 282"/>
                <a:gd name="T11" fmla="*/ 2147483647 h 300"/>
                <a:gd name="T12" fmla="*/ 2147483647 w 282"/>
                <a:gd name="T13" fmla="*/ 2147483647 h 300"/>
                <a:gd name="T14" fmla="*/ 2147483647 w 282"/>
                <a:gd name="T15" fmla="*/ 2147483647 h 300"/>
                <a:gd name="T16" fmla="*/ 2147483647 w 282"/>
                <a:gd name="T17" fmla="*/ 2147483647 h 300"/>
                <a:gd name="T18" fmla="*/ 2147483647 w 282"/>
                <a:gd name="T19" fmla="*/ 2147483647 h 300"/>
                <a:gd name="T20" fmla="*/ 2147483647 w 282"/>
                <a:gd name="T21" fmla="*/ 2147483647 h 300"/>
                <a:gd name="T22" fmla="*/ 2147483647 w 282"/>
                <a:gd name="T23" fmla="*/ 2147483647 h 300"/>
                <a:gd name="T24" fmla="*/ 2147483647 w 282"/>
                <a:gd name="T25" fmla="*/ 0 h 300"/>
                <a:gd name="T26" fmla="*/ 2147483647 w 282"/>
                <a:gd name="T27" fmla="*/ 2147483647 h 300"/>
                <a:gd name="T28" fmla="*/ 2147483647 w 282"/>
                <a:gd name="T29" fmla="*/ 2147483647 h 300"/>
                <a:gd name="T30" fmla="*/ 2147483647 w 282"/>
                <a:gd name="T31" fmla="*/ 2147483647 h 300"/>
                <a:gd name="T32" fmla="*/ 2147483647 w 282"/>
                <a:gd name="T33" fmla="*/ 2147483647 h 300"/>
                <a:gd name="T34" fmla="*/ 2147483647 w 282"/>
                <a:gd name="T35" fmla="*/ 2147483647 h 300"/>
                <a:gd name="T36" fmla="*/ 2147483647 w 282"/>
                <a:gd name="T37" fmla="*/ 2147483647 h 300"/>
                <a:gd name="T38" fmla="*/ 2147483647 w 282"/>
                <a:gd name="T39" fmla="*/ 2147483647 h 300"/>
                <a:gd name="T40" fmla="*/ 2147483647 w 282"/>
                <a:gd name="T41" fmla="*/ 2147483647 h 300"/>
                <a:gd name="T42" fmla="*/ 2147483647 w 282"/>
                <a:gd name="T43" fmla="*/ 2147483647 h 300"/>
                <a:gd name="T44" fmla="*/ 2147483647 w 282"/>
                <a:gd name="T45" fmla="*/ 2147483647 h 300"/>
                <a:gd name="T46" fmla="*/ 2147483647 w 282"/>
                <a:gd name="T47" fmla="*/ 2147483647 h 300"/>
                <a:gd name="T48" fmla="*/ 2147483647 w 282"/>
                <a:gd name="T49" fmla="*/ 2147483647 h 300"/>
                <a:gd name="T50" fmla="*/ 2147483647 w 282"/>
                <a:gd name="T51" fmla="*/ 2147483647 h 300"/>
                <a:gd name="T52" fmla="*/ 2147483647 w 282"/>
                <a:gd name="T53" fmla="*/ 2147483647 h 300"/>
                <a:gd name="T54" fmla="*/ 2147483647 w 282"/>
                <a:gd name="T55" fmla="*/ 2147483647 h 300"/>
                <a:gd name="T56" fmla="*/ 2147483647 w 282"/>
                <a:gd name="T57" fmla="*/ 2147483647 h 300"/>
                <a:gd name="T58" fmla="*/ 2147483647 w 282"/>
                <a:gd name="T59" fmla="*/ 2147483647 h 300"/>
                <a:gd name="T60" fmla="*/ 2147483647 w 282"/>
                <a:gd name="T61" fmla="*/ 2147483647 h 300"/>
                <a:gd name="T62" fmla="*/ 2147483647 w 282"/>
                <a:gd name="T63" fmla="*/ 2147483647 h 300"/>
                <a:gd name="T64" fmla="*/ 2147483647 w 282"/>
                <a:gd name="T65" fmla="*/ 2147483647 h 300"/>
                <a:gd name="T66" fmla="*/ 2147483647 w 282"/>
                <a:gd name="T67" fmla="*/ 2147483647 h 300"/>
                <a:gd name="T68" fmla="*/ 2147483647 w 282"/>
                <a:gd name="T69" fmla="*/ 2147483647 h 300"/>
                <a:gd name="T70" fmla="*/ 2147483647 w 282"/>
                <a:gd name="T71" fmla="*/ 2147483647 h 300"/>
                <a:gd name="T72" fmla="*/ 2147483647 w 282"/>
                <a:gd name="T73" fmla="*/ 2147483647 h 300"/>
                <a:gd name="T74" fmla="*/ 2147483647 w 282"/>
                <a:gd name="T75" fmla="*/ 2147483647 h 300"/>
                <a:gd name="T76" fmla="*/ 2147483647 w 282"/>
                <a:gd name="T77" fmla="*/ 2147483647 h 300"/>
                <a:gd name="T78" fmla="*/ 2147483647 w 282"/>
                <a:gd name="T79" fmla="*/ 2147483647 h 300"/>
                <a:gd name="T80" fmla="*/ 0 w 282"/>
                <a:gd name="T81" fmla="*/ 2147483647 h 300"/>
                <a:gd name="T82" fmla="*/ 2147483647 w 282"/>
                <a:gd name="T83" fmla="*/ 2147483647 h 300"/>
                <a:gd name="T84" fmla="*/ 2147483647 w 282"/>
                <a:gd name="T85" fmla="*/ 2147483647 h 300"/>
                <a:gd name="T86" fmla="*/ 2147483647 w 282"/>
                <a:gd name="T87" fmla="*/ 2147483647 h 300"/>
                <a:gd name="T88" fmla="*/ 2147483647 w 282"/>
                <a:gd name="T89" fmla="*/ 2147483647 h 300"/>
                <a:gd name="T90" fmla="*/ 2147483647 w 282"/>
                <a:gd name="T91" fmla="*/ 2147483647 h 300"/>
                <a:gd name="T92" fmla="*/ 2147483647 w 282"/>
                <a:gd name="T93" fmla="*/ 2147483647 h 300"/>
                <a:gd name="T94" fmla="*/ 2147483647 w 282"/>
                <a:gd name="T95" fmla="*/ 2147483647 h 300"/>
                <a:gd name="T96" fmla="*/ 2147483647 w 282"/>
                <a:gd name="T97" fmla="*/ 2147483647 h 300"/>
                <a:gd name="T98" fmla="*/ 2147483647 w 282"/>
                <a:gd name="T99" fmla="*/ 2147483647 h 300"/>
                <a:gd name="T100" fmla="*/ 2147483647 w 282"/>
                <a:gd name="T101" fmla="*/ 2147483647 h 300"/>
                <a:gd name="T102" fmla="*/ 2147483647 w 282"/>
                <a:gd name="T103" fmla="*/ 2147483647 h 300"/>
                <a:gd name="T104" fmla="*/ 2147483647 w 282"/>
                <a:gd name="T105" fmla="*/ 2147483647 h 300"/>
                <a:gd name="T106" fmla="*/ 2147483647 w 282"/>
                <a:gd name="T107" fmla="*/ 2147483647 h 300"/>
                <a:gd name="T108" fmla="*/ 2147483647 w 282"/>
                <a:gd name="T109" fmla="*/ 2147483647 h 300"/>
                <a:gd name="T110" fmla="*/ 2147483647 w 282"/>
                <a:gd name="T111" fmla="*/ 2147483647 h 30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82"/>
                <a:gd name="T169" fmla="*/ 0 h 300"/>
                <a:gd name="T170" fmla="*/ 282 w 282"/>
                <a:gd name="T171" fmla="*/ 300 h 30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82" h="300">
                  <a:moveTo>
                    <a:pt x="276" y="156"/>
                  </a:moveTo>
                  <a:lnTo>
                    <a:pt x="276" y="144"/>
                  </a:lnTo>
                  <a:lnTo>
                    <a:pt x="270" y="132"/>
                  </a:lnTo>
                  <a:lnTo>
                    <a:pt x="264" y="126"/>
                  </a:lnTo>
                  <a:lnTo>
                    <a:pt x="264" y="114"/>
                  </a:lnTo>
                  <a:lnTo>
                    <a:pt x="258" y="108"/>
                  </a:lnTo>
                  <a:lnTo>
                    <a:pt x="258" y="102"/>
                  </a:lnTo>
                  <a:lnTo>
                    <a:pt x="276" y="102"/>
                  </a:lnTo>
                  <a:lnTo>
                    <a:pt x="282" y="96"/>
                  </a:lnTo>
                  <a:lnTo>
                    <a:pt x="246" y="90"/>
                  </a:lnTo>
                  <a:lnTo>
                    <a:pt x="228" y="66"/>
                  </a:lnTo>
                  <a:lnTo>
                    <a:pt x="204" y="90"/>
                  </a:lnTo>
                  <a:lnTo>
                    <a:pt x="192" y="90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74" y="60"/>
                  </a:lnTo>
                  <a:lnTo>
                    <a:pt x="180" y="60"/>
                  </a:lnTo>
                  <a:lnTo>
                    <a:pt x="186" y="54"/>
                  </a:lnTo>
                  <a:lnTo>
                    <a:pt x="192" y="54"/>
                  </a:lnTo>
                  <a:lnTo>
                    <a:pt x="192" y="42"/>
                  </a:lnTo>
                  <a:lnTo>
                    <a:pt x="234" y="18"/>
                  </a:lnTo>
                  <a:lnTo>
                    <a:pt x="240" y="12"/>
                  </a:lnTo>
                  <a:lnTo>
                    <a:pt x="240" y="6"/>
                  </a:lnTo>
                  <a:lnTo>
                    <a:pt x="234" y="6"/>
                  </a:lnTo>
                  <a:lnTo>
                    <a:pt x="228" y="0"/>
                  </a:lnTo>
                  <a:lnTo>
                    <a:pt x="222" y="0"/>
                  </a:lnTo>
                  <a:lnTo>
                    <a:pt x="210" y="6"/>
                  </a:lnTo>
                  <a:lnTo>
                    <a:pt x="204" y="18"/>
                  </a:lnTo>
                  <a:lnTo>
                    <a:pt x="198" y="6"/>
                  </a:lnTo>
                  <a:lnTo>
                    <a:pt x="174" y="6"/>
                  </a:lnTo>
                  <a:lnTo>
                    <a:pt x="162" y="12"/>
                  </a:lnTo>
                  <a:lnTo>
                    <a:pt x="156" y="12"/>
                  </a:lnTo>
                  <a:lnTo>
                    <a:pt x="150" y="18"/>
                  </a:lnTo>
                  <a:lnTo>
                    <a:pt x="150" y="30"/>
                  </a:lnTo>
                  <a:lnTo>
                    <a:pt x="144" y="36"/>
                  </a:lnTo>
                  <a:lnTo>
                    <a:pt x="144" y="42"/>
                  </a:lnTo>
                  <a:lnTo>
                    <a:pt x="126" y="42"/>
                  </a:lnTo>
                  <a:lnTo>
                    <a:pt x="120" y="48"/>
                  </a:lnTo>
                  <a:lnTo>
                    <a:pt x="120" y="54"/>
                  </a:lnTo>
                  <a:lnTo>
                    <a:pt x="138" y="54"/>
                  </a:lnTo>
                  <a:lnTo>
                    <a:pt x="144" y="60"/>
                  </a:lnTo>
                  <a:lnTo>
                    <a:pt x="150" y="60"/>
                  </a:lnTo>
                  <a:lnTo>
                    <a:pt x="150" y="66"/>
                  </a:lnTo>
                  <a:lnTo>
                    <a:pt x="144" y="72"/>
                  </a:lnTo>
                  <a:lnTo>
                    <a:pt x="132" y="72"/>
                  </a:lnTo>
                  <a:lnTo>
                    <a:pt x="132" y="78"/>
                  </a:lnTo>
                  <a:lnTo>
                    <a:pt x="126" y="84"/>
                  </a:lnTo>
                  <a:lnTo>
                    <a:pt x="102" y="84"/>
                  </a:lnTo>
                  <a:lnTo>
                    <a:pt x="102" y="90"/>
                  </a:lnTo>
                  <a:lnTo>
                    <a:pt x="90" y="78"/>
                  </a:lnTo>
                  <a:lnTo>
                    <a:pt x="42" y="78"/>
                  </a:lnTo>
                  <a:lnTo>
                    <a:pt x="42" y="102"/>
                  </a:lnTo>
                  <a:lnTo>
                    <a:pt x="54" y="102"/>
                  </a:lnTo>
                  <a:lnTo>
                    <a:pt x="54" y="108"/>
                  </a:lnTo>
                  <a:lnTo>
                    <a:pt x="60" y="114"/>
                  </a:lnTo>
                  <a:lnTo>
                    <a:pt x="42" y="126"/>
                  </a:lnTo>
                  <a:lnTo>
                    <a:pt x="36" y="126"/>
                  </a:lnTo>
                  <a:lnTo>
                    <a:pt x="30" y="132"/>
                  </a:lnTo>
                  <a:lnTo>
                    <a:pt x="30" y="138"/>
                  </a:lnTo>
                  <a:lnTo>
                    <a:pt x="42" y="150"/>
                  </a:lnTo>
                  <a:lnTo>
                    <a:pt x="54" y="156"/>
                  </a:lnTo>
                  <a:lnTo>
                    <a:pt x="60" y="162"/>
                  </a:lnTo>
                  <a:lnTo>
                    <a:pt x="72" y="162"/>
                  </a:lnTo>
                  <a:lnTo>
                    <a:pt x="78" y="156"/>
                  </a:lnTo>
                  <a:lnTo>
                    <a:pt x="96" y="156"/>
                  </a:lnTo>
                  <a:lnTo>
                    <a:pt x="96" y="168"/>
                  </a:lnTo>
                  <a:lnTo>
                    <a:pt x="90" y="174"/>
                  </a:lnTo>
                  <a:lnTo>
                    <a:pt x="72" y="174"/>
                  </a:lnTo>
                  <a:lnTo>
                    <a:pt x="72" y="192"/>
                  </a:lnTo>
                  <a:lnTo>
                    <a:pt x="54" y="192"/>
                  </a:lnTo>
                  <a:lnTo>
                    <a:pt x="48" y="198"/>
                  </a:lnTo>
                  <a:lnTo>
                    <a:pt x="48" y="210"/>
                  </a:lnTo>
                  <a:lnTo>
                    <a:pt x="42" y="222"/>
                  </a:lnTo>
                  <a:lnTo>
                    <a:pt x="42" y="234"/>
                  </a:lnTo>
                  <a:lnTo>
                    <a:pt x="18" y="234"/>
                  </a:lnTo>
                  <a:lnTo>
                    <a:pt x="12" y="240"/>
                  </a:lnTo>
                  <a:lnTo>
                    <a:pt x="6" y="240"/>
                  </a:lnTo>
                  <a:lnTo>
                    <a:pt x="6" y="246"/>
                  </a:lnTo>
                  <a:lnTo>
                    <a:pt x="12" y="246"/>
                  </a:lnTo>
                  <a:lnTo>
                    <a:pt x="18" y="252"/>
                  </a:lnTo>
                  <a:lnTo>
                    <a:pt x="6" y="252"/>
                  </a:lnTo>
                  <a:lnTo>
                    <a:pt x="0" y="258"/>
                  </a:lnTo>
                  <a:lnTo>
                    <a:pt x="0" y="270"/>
                  </a:lnTo>
                  <a:lnTo>
                    <a:pt x="42" y="270"/>
                  </a:lnTo>
                  <a:lnTo>
                    <a:pt x="24" y="288"/>
                  </a:lnTo>
                  <a:lnTo>
                    <a:pt x="30" y="282"/>
                  </a:lnTo>
                  <a:lnTo>
                    <a:pt x="48" y="282"/>
                  </a:lnTo>
                  <a:lnTo>
                    <a:pt x="48" y="288"/>
                  </a:lnTo>
                  <a:lnTo>
                    <a:pt x="42" y="288"/>
                  </a:lnTo>
                  <a:lnTo>
                    <a:pt x="36" y="294"/>
                  </a:lnTo>
                  <a:lnTo>
                    <a:pt x="30" y="294"/>
                  </a:lnTo>
                  <a:lnTo>
                    <a:pt x="36" y="300"/>
                  </a:lnTo>
                  <a:lnTo>
                    <a:pt x="60" y="300"/>
                  </a:lnTo>
                  <a:lnTo>
                    <a:pt x="96" y="288"/>
                  </a:lnTo>
                  <a:lnTo>
                    <a:pt x="108" y="282"/>
                  </a:lnTo>
                  <a:lnTo>
                    <a:pt x="120" y="270"/>
                  </a:lnTo>
                  <a:lnTo>
                    <a:pt x="120" y="264"/>
                  </a:lnTo>
                  <a:lnTo>
                    <a:pt x="132" y="270"/>
                  </a:lnTo>
                  <a:lnTo>
                    <a:pt x="138" y="270"/>
                  </a:lnTo>
                  <a:lnTo>
                    <a:pt x="150" y="264"/>
                  </a:lnTo>
                  <a:lnTo>
                    <a:pt x="162" y="252"/>
                  </a:lnTo>
                  <a:lnTo>
                    <a:pt x="180" y="246"/>
                  </a:lnTo>
                  <a:lnTo>
                    <a:pt x="204" y="246"/>
                  </a:lnTo>
                  <a:lnTo>
                    <a:pt x="210" y="240"/>
                  </a:lnTo>
                  <a:lnTo>
                    <a:pt x="252" y="240"/>
                  </a:lnTo>
                  <a:lnTo>
                    <a:pt x="246" y="222"/>
                  </a:lnTo>
                  <a:lnTo>
                    <a:pt x="264" y="222"/>
                  </a:lnTo>
                  <a:lnTo>
                    <a:pt x="264" y="198"/>
                  </a:lnTo>
                  <a:lnTo>
                    <a:pt x="270" y="192"/>
                  </a:lnTo>
                  <a:lnTo>
                    <a:pt x="270" y="180"/>
                  </a:lnTo>
                  <a:lnTo>
                    <a:pt x="276" y="168"/>
                  </a:lnTo>
                  <a:lnTo>
                    <a:pt x="276" y="15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89" name="Iraq" descr="© INSCALE GmbH, 05.05.2010&#10;http://www.presentationload.com/">
              <a:extLst>
                <a:ext uri="{FF2B5EF4-FFF2-40B4-BE49-F238E27FC236}">
                  <a16:creationId xmlns:a16="http://schemas.microsoft.com/office/drawing/2014/main" id="{9FB1A452-BF4F-4E5A-BFD5-104516C5BB4A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610830" y="2014271"/>
              <a:ext cx="226173" cy="217070"/>
            </a:xfrm>
            <a:custGeom>
              <a:avLst/>
              <a:gdLst>
                <a:gd name="T0" fmla="*/ 2147483647 w 684"/>
                <a:gd name="T1" fmla="*/ 2147483647 h 660"/>
                <a:gd name="T2" fmla="*/ 2147483647 w 684"/>
                <a:gd name="T3" fmla="*/ 2147483647 h 660"/>
                <a:gd name="T4" fmla="*/ 2147483647 w 684"/>
                <a:gd name="T5" fmla="*/ 2147483647 h 660"/>
                <a:gd name="T6" fmla="*/ 2147483647 w 684"/>
                <a:gd name="T7" fmla="*/ 2147483647 h 660"/>
                <a:gd name="T8" fmla="*/ 2147483647 w 684"/>
                <a:gd name="T9" fmla="*/ 2147483647 h 660"/>
                <a:gd name="T10" fmla="*/ 2147483647 w 684"/>
                <a:gd name="T11" fmla="*/ 2147483647 h 660"/>
                <a:gd name="T12" fmla="*/ 2147483647 w 684"/>
                <a:gd name="T13" fmla="*/ 2147483647 h 660"/>
                <a:gd name="T14" fmla="*/ 2147483647 w 684"/>
                <a:gd name="T15" fmla="*/ 2147483647 h 660"/>
                <a:gd name="T16" fmla="*/ 2147483647 w 684"/>
                <a:gd name="T17" fmla="*/ 2147483647 h 660"/>
                <a:gd name="T18" fmla="*/ 2147483647 w 684"/>
                <a:gd name="T19" fmla="*/ 2147483647 h 660"/>
                <a:gd name="T20" fmla="*/ 2147483647 w 684"/>
                <a:gd name="T21" fmla="*/ 2147483647 h 660"/>
                <a:gd name="T22" fmla="*/ 2147483647 w 684"/>
                <a:gd name="T23" fmla="*/ 2147483647 h 660"/>
                <a:gd name="T24" fmla="*/ 2147483647 w 684"/>
                <a:gd name="T25" fmla="*/ 2147483647 h 660"/>
                <a:gd name="T26" fmla="*/ 2147483647 w 684"/>
                <a:gd name="T27" fmla="*/ 2147483647 h 660"/>
                <a:gd name="T28" fmla="*/ 2147483647 w 684"/>
                <a:gd name="T29" fmla="*/ 2147483647 h 660"/>
                <a:gd name="T30" fmla="*/ 2147483647 w 684"/>
                <a:gd name="T31" fmla="*/ 2147483647 h 660"/>
                <a:gd name="T32" fmla="*/ 2147483647 w 684"/>
                <a:gd name="T33" fmla="*/ 2147483647 h 660"/>
                <a:gd name="T34" fmla="*/ 2147483647 w 684"/>
                <a:gd name="T35" fmla="*/ 2147483647 h 660"/>
                <a:gd name="T36" fmla="*/ 2147483647 w 684"/>
                <a:gd name="T37" fmla="*/ 2147483647 h 660"/>
                <a:gd name="T38" fmla="*/ 2147483647 w 684"/>
                <a:gd name="T39" fmla="*/ 2147483647 h 660"/>
                <a:gd name="T40" fmla="*/ 2147483647 w 684"/>
                <a:gd name="T41" fmla="*/ 2147483647 h 660"/>
                <a:gd name="T42" fmla="*/ 2147483647 w 684"/>
                <a:gd name="T43" fmla="*/ 2147483647 h 660"/>
                <a:gd name="T44" fmla="*/ 2147483647 w 684"/>
                <a:gd name="T45" fmla="*/ 2147483647 h 660"/>
                <a:gd name="T46" fmla="*/ 2147483647 w 684"/>
                <a:gd name="T47" fmla="*/ 2147483647 h 660"/>
                <a:gd name="T48" fmla="*/ 2147483647 w 684"/>
                <a:gd name="T49" fmla="*/ 2147483647 h 660"/>
                <a:gd name="T50" fmla="*/ 2147483647 w 684"/>
                <a:gd name="T51" fmla="*/ 2147483647 h 660"/>
                <a:gd name="T52" fmla="*/ 2147483647 w 684"/>
                <a:gd name="T53" fmla="*/ 0 h 660"/>
                <a:gd name="T54" fmla="*/ 2147483647 w 684"/>
                <a:gd name="T55" fmla="*/ 2147483647 h 660"/>
                <a:gd name="T56" fmla="*/ 2147483647 w 684"/>
                <a:gd name="T57" fmla="*/ 2147483647 h 660"/>
                <a:gd name="T58" fmla="*/ 2147483647 w 684"/>
                <a:gd name="T59" fmla="*/ 0 h 660"/>
                <a:gd name="T60" fmla="*/ 2147483647 w 684"/>
                <a:gd name="T61" fmla="*/ 2147483647 h 660"/>
                <a:gd name="T62" fmla="*/ 2147483647 w 684"/>
                <a:gd name="T63" fmla="*/ 2147483647 h 660"/>
                <a:gd name="T64" fmla="*/ 2147483647 w 684"/>
                <a:gd name="T65" fmla="*/ 2147483647 h 660"/>
                <a:gd name="T66" fmla="*/ 2147483647 w 684"/>
                <a:gd name="T67" fmla="*/ 2147483647 h 660"/>
                <a:gd name="T68" fmla="*/ 2147483647 w 684"/>
                <a:gd name="T69" fmla="*/ 2147483647 h 660"/>
                <a:gd name="T70" fmla="*/ 2147483647 w 684"/>
                <a:gd name="T71" fmla="*/ 2147483647 h 660"/>
                <a:gd name="T72" fmla="*/ 2147483647 w 684"/>
                <a:gd name="T73" fmla="*/ 2147483647 h 660"/>
                <a:gd name="T74" fmla="*/ 2147483647 w 684"/>
                <a:gd name="T75" fmla="*/ 2147483647 h 660"/>
                <a:gd name="T76" fmla="*/ 2147483647 w 684"/>
                <a:gd name="T77" fmla="*/ 2147483647 h 660"/>
                <a:gd name="T78" fmla="*/ 2147483647 w 684"/>
                <a:gd name="T79" fmla="*/ 2147483647 h 660"/>
                <a:gd name="T80" fmla="*/ 2147483647 w 684"/>
                <a:gd name="T81" fmla="*/ 2147483647 h 660"/>
                <a:gd name="T82" fmla="*/ 2147483647 w 684"/>
                <a:gd name="T83" fmla="*/ 2147483647 h 660"/>
                <a:gd name="T84" fmla="*/ 2147483647 w 684"/>
                <a:gd name="T85" fmla="*/ 2147483647 h 660"/>
                <a:gd name="T86" fmla="*/ 0 w 684"/>
                <a:gd name="T87" fmla="*/ 2147483647 h 660"/>
                <a:gd name="T88" fmla="*/ 2147483647 w 684"/>
                <a:gd name="T89" fmla="*/ 2147483647 h 660"/>
                <a:gd name="T90" fmla="*/ 2147483647 w 684"/>
                <a:gd name="T91" fmla="*/ 2147483647 h 660"/>
                <a:gd name="T92" fmla="*/ 2147483647 w 684"/>
                <a:gd name="T93" fmla="*/ 2147483647 h 660"/>
                <a:gd name="T94" fmla="*/ 2147483647 w 684"/>
                <a:gd name="T95" fmla="*/ 2147483647 h 660"/>
                <a:gd name="T96" fmla="*/ 2147483647 w 684"/>
                <a:gd name="T97" fmla="*/ 2147483647 h 660"/>
                <a:gd name="T98" fmla="*/ 2147483647 w 684"/>
                <a:gd name="T99" fmla="*/ 2147483647 h 660"/>
                <a:gd name="T100" fmla="*/ 2147483647 w 684"/>
                <a:gd name="T101" fmla="*/ 2147483647 h 660"/>
                <a:gd name="T102" fmla="*/ 2147483647 w 684"/>
                <a:gd name="T103" fmla="*/ 2147483647 h 660"/>
                <a:gd name="T104" fmla="*/ 2147483647 w 684"/>
                <a:gd name="T105" fmla="*/ 2147483647 h 660"/>
                <a:gd name="T106" fmla="*/ 2147483647 w 684"/>
                <a:gd name="T107" fmla="*/ 2147483647 h 660"/>
                <a:gd name="T108" fmla="*/ 2147483647 w 684"/>
                <a:gd name="T109" fmla="*/ 2147483647 h 660"/>
                <a:gd name="T110" fmla="*/ 2147483647 w 684"/>
                <a:gd name="T111" fmla="*/ 2147483647 h 660"/>
                <a:gd name="T112" fmla="*/ 2147483647 w 684"/>
                <a:gd name="T113" fmla="*/ 2147483647 h 660"/>
                <a:gd name="T114" fmla="*/ 2147483647 w 684"/>
                <a:gd name="T115" fmla="*/ 2147483647 h 66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84"/>
                <a:gd name="T175" fmla="*/ 0 h 660"/>
                <a:gd name="T176" fmla="*/ 684 w 684"/>
                <a:gd name="T177" fmla="*/ 660 h 66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84" h="660">
                  <a:moveTo>
                    <a:pt x="678" y="564"/>
                  </a:moveTo>
                  <a:lnTo>
                    <a:pt x="666" y="552"/>
                  </a:lnTo>
                  <a:lnTo>
                    <a:pt x="654" y="546"/>
                  </a:lnTo>
                  <a:lnTo>
                    <a:pt x="648" y="516"/>
                  </a:lnTo>
                  <a:lnTo>
                    <a:pt x="642" y="516"/>
                  </a:lnTo>
                  <a:lnTo>
                    <a:pt x="636" y="510"/>
                  </a:lnTo>
                  <a:lnTo>
                    <a:pt x="624" y="504"/>
                  </a:lnTo>
                  <a:lnTo>
                    <a:pt x="618" y="498"/>
                  </a:lnTo>
                  <a:lnTo>
                    <a:pt x="618" y="462"/>
                  </a:lnTo>
                  <a:lnTo>
                    <a:pt x="624" y="450"/>
                  </a:lnTo>
                  <a:lnTo>
                    <a:pt x="624" y="438"/>
                  </a:lnTo>
                  <a:lnTo>
                    <a:pt x="594" y="402"/>
                  </a:lnTo>
                  <a:lnTo>
                    <a:pt x="588" y="390"/>
                  </a:lnTo>
                  <a:lnTo>
                    <a:pt x="582" y="384"/>
                  </a:lnTo>
                  <a:lnTo>
                    <a:pt x="564" y="384"/>
                  </a:lnTo>
                  <a:lnTo>
                    <a:pt x="546" y="366"/>
                  </a:lnTo>
                  <a:lnTo>
                    <a:pt x="534" y="360"/>
                  </a:lnTo>
                  <a:lnTo>
                    <a:pt x="528" y="354"/>
                  </a:lnTo>
                  <a:lnTo>
                    <a:pt x="504" y="354"/>
                  </a:lnTo>
                  <a:lnTo>
                    <a:pt x="504" y="312"/>
                  </a:lnTo>
                  <a:lnTo>
                    <a:pt x="498" y="312"/>
                  </a:lnTo>
                  <a:lnTo>
                    <a:pt x="492" y="306"/>
                  </a:lnTo>
                  <a:lnTo>
                    <a:pt x="468" y="294"/>
                  </a:lnTo>
                  <a:lnTo>
                    <a:pt x="456" y="282"/>
                  </a:lnTo>
                  <a:lnTo>
                    <a:pt x="444" y="276"/>
                  </a:lnTo>
                  <a:lnTo>
                    <a:pt x="438" y="270"/>
                  </a:lnTo>
                  <a:lnTo>
                    <a:pt x="438" y="264"/>
                  </a:lnTo>
                  <a:lnTo>
                    <a:pt x="444" y="252"/>
                  </a:lnTo>
                  <a:lnTo>
                    <a:pt x="450" y="246"/>
                  </a:lnTo>
                  <a:lnTo>
                    <a:pt x="438" y="234"/>
                  </a:lnTo>
                  <a:lnTo>
                    <a:pt x="438" y="228"/>
                  </a:lnTo>
                  <a:lnTo>
                    <a:pt x="450" y="216"/>
                  </a:lnTo>
                  <a:lnTo>
                    <a:pt x="462" y="216"/>
                  </a:lnTo>
                  <a:lnTo>
                    <a:pt x="462" y="186"/>
                  </a:lnTo>
                  <a:lnTo>
                    <a:pt x="468" y="186"/>
                  </a:lnTo>
                  <a:lnTo>
                    <a:pt x="480" y="174"/>
                  </a:lnTo>
                  <a:lnTo>
                    <a:pt x="480" y="168"/>
                  </a:lnTo>
                  <a:lnTo>
                    <a:pt x="474" y="156"/>
                  </a:lnTo>
                  <a:lnTo>
                    <a:pt x="462" y="144"/>
                  </a:lnTo>
                  <a:lnTo>
                    <a:pt x="462" y="138"/>
                  </a:lnTo>
                  <a:lnTo>
                    <a:pt x="480" y="120"/>
                  </a:lnTo>
                  <a:lnTo>
                    <a:pt x="480" y="114"/>
                  </a:lnTo>
                  <a:lnTo>
                    <a:pt x="468" y="114"/>
                  </a:lnTo>
                  <a:lnTo>
                    <a:pt x="456" y="120"/>
                  </a:lnTo>
                  <a:lnTo>
                    <a:pt x="450" y="126"/>
                  </a:lnTo>
                  <a:lnTo>
                    <a:pt x="438" y="108"/>
                  </a:lnTo>
                  <a:lnTo>
                    <a:pt x="414" y="102"/>
                  </a:lnTo>
                  <a:lnTo>
                    <a:pt x="414" y="84"/>
                  </a:lnTo>
                  <a:lnTo>
                    <a:pt x="402" y="72"/>
                  </a:lnTo>
                  <a:lnTo>
                    <a:pt x="378" y="24"/>
                  </a:lnTo>
                  <a:lnTo>
                    <a:pt x="378" y="12"/>
                  </a:lnTo>
                  <a:lnTo>
                    <a:pt x="336" y="24"/>
                  </a:lnTo>
                  <a:lnTo>
                    <a:pt x="336" y="6"/>
                  </a:lnTo>
                  <a:lnTo>
                    <a:pt x="330" y="0"/>
                  </a:lnTo>
                  <a:lnTo>
                    <a:pt x="306" y="0"/>
                  </a:lnTo>
                  <a:lnTo>
                    <a:pt x="306" y="6"/>
                  </a:lnTo>
                  <a:lnTo>
                    <a:pt x="300" y="12"/>
                  </a:lnTo>
                  <a:lnTo>
                    <a:pt x="288" y="12"/>
                  </a:lnTo>
                  <a:lnTo>
                    <a:pt x="276" y="0"/>
                  </a:lnTo>
                  <a:lnTo>
                    <a:pt x="234" y="0"/>
                  </a:lnTo>
                  <a:lnTo>
                    <a:pt x="234" y="12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204" y="36"/>
                  </a:lnTo>
                  <a:lnTo>
                    <a:pt x="198" y="48"/>
                  </a:lnTo>
                  <a:lnTo>
                    <a:pt x="192" y="54"/>
                  </a:lnTo>
                  <a:lnTo>
                    <a:pt x="180" y="54"/>
                  </a:lnTo>
                  <a:lnTo>
                    <a:pt x="168" y="60"/>
                  </a:lnTo>
                  <a:lnTo>
                    <a:pt x="156" y="60"/>
                  </a:lnTo>
                  <a:lnTo>
                    <a:pt x="150" y="66"/>
                  </a:lnTo>
                  <a:lnTo>
                    <a:pt x="144" y="78"/>
                  </a:lnTo>
                  <a:lnTo>
                    <a:pt x="144" y="90"/>
                  </a:lnTo>
                  <a:lnTo>
                    <a:pt x="150" y="102"/>
                  </a:lnTo>
                  <a:lnTo>
                    <a:pt x="156" y="108"/>
                  </a:lnTo>
                  <a:lnTo>
                    <a:pt x="156" y="120"/>
                  </a:lnTo>
                  <a:lnTo>
                    <a:pt x="162" y="132"/>
                  </a:lnTo>
                  <a:lnTo>
                    <a:pt x="162" y="162"/>
                  </a:lnTo>
                  <a:lnTo>
                    <a:pt x="156" y="174"/>
                  </a:lnTo>
                  <a:lnTo>
                    <a:pt x="150" y="192"/>
                  </a:lnTo>
                  <a:lnTo>
                    <a:pt x="150" y="198"/>
                  </a:lnTo>
                  <a:lnTo>
                    <a:pt x="168" y="216"/>
                  </a:lnTo>
                  <a:lnTo>
                    <a:pt x="168" y="222"/>
                  </a:lnTo>
                  <a:lnTo>
                    <a:pt x="162" y="228"/>
                  </a:lnTo>
                  <a:lnTo>
                    <a:pt x="138" y="240"/>
                  </a:lnTo>
                  <a:lnTo>
                    <a:pt x="78" y="264"/>
                  </a:lnTo>
                  <a:lnTo>
                    <a:pt x="66" y="270"/>
                  </a:lnTo>
                  <a:lnTo>
                    <a:pt x="6" y="318"/>
                  </a:lnTo>
                  <a:lnTo>
                    <a:pt x="0" y="318"/>
                  </a:lnTo>
                  <a:lnTo>
                    <a:pt x="0" y="324"/>
                  </a:lnTo>
                  <a:lnTo>
                    <a:pt x="24" y="366"/>
                  </a:lnTo>
                  <a:lnTo>
                    <a:pt x="24" y="384"/>
                  </a:lnTo>
                  <a:lnTo>
                    <a:pt x="48" y="402"/>
                  </a:lnTo>
                  <a:lnTo>
                    <a:pt x="48" y="414"/>
                  </a:lnTo>
                  <a:lnTo>
                    <a:pt x="60" y="426"/>
                  </a:lnTo>
                  <a:lnTo>
                    <a:pt x="126" y="426"/>
                  </a:lnTo>
                  <a:lnTo>
                    <a:pt x="156" y="456"/>
                  </a:lnTo>
                  <a:lnTo>
                    <a:pt x="168" y="462"/>
                  </a:lnTo>
                  <a:lnTo>
                    <a:pt x="180" y="474"/>
                  </a:lnTo>
                  <a:lnTo>
                    <a:pt x="228" y="498"/>
                  </a:lnTo>
                  <a:lnTo>
                    <a:pt x="234" y="504"/>
                  </a:lnTo>
                  <a:lnTo>
                    <a:pt x="246" y="510"/>
                  </a:lnTo>
                  <a:lnTo>
                    <a:pt x="438" y="654"/>
                  </a:lnTo>
                  <a:lnTo>
                    <a:pt x="522" y="654"/>
                  </a:lnTo>
                  <a:lnTo>
                    <a:pt x="570" y="660"/>
                  </a:lnTo>
                  <a:lnTo>
                    <a:pt x="564" y="660"/>
                  </a:lnTo>
                  <a:lnTo>
                    <a:pt x="570" y="654"/>
                  </a:lnTo>
                  <a:lnTo>
                    <a:pt x="588" y="618"/>
                  </a:lnTo>
                  <a:lnTo>
                    <a:pt x="588" y="606"/>
                  </a:lnTo>
                  <a:lnTo>
                    <a:pt x="594" y="600"/>
                  </a:lnTo>
                  <a:lnTo>
                    <a:pt x="600" y="588"/>
                  </a:lnTo>
                  <a:lnTo>
                    <a:pt x="648" y="588"/>
                  </a:lnTo>
                  <a:lnTo>
                    <a:pt x="654" y="594"/>
                  </a:lnTo>
                  <a:lnTo>
                    <a:pt x="678" y="582"/>
                  </a:lnTo>
                  <a:lnTo>
                    <a:pt x="684" y="576"/>
                  </a:lnTo>
                  <a:lnTo>
                    <a:pt x="678" y="570"/>
                  </a:lnTo>
                  <a:lnTo>
                    <a:pt x="678" y="56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90" name="Iran" descr="© INSCALE GmbH, 05.05.2010&#10;http://www.presentationload.com/">
              <a:extLst>
                <a:ext uri="{FF2B5EF4-FFF2-40B4-BE49-F238E27FC236}">
                  <a16:creationId xmlns:a16="http://schemas.microsoft.com/office/drawing/2014/main" id="{402067A9-87BB-48F1-B489-6FC86474F632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707763" y="1948761"/>
              <a:ext cx="475609" cy="387901"/>
            </a:xfrm>
            <a:custGeom>
              <a:avLst/>
              <a:gdLst>
                <a:gd name="T0" fmla="*/ 2147483647 w 1440"/>
                <a:gd name="T1" fmla="*/ 2147483647 h 1182"/>
                <a:gd name="T2" fmla="*/ 2147483647 w 1440"/>
                <a:gd name="T3" fmla="*/ 2147483647 h 1182"/>
                <a:gd name="T4" fmla="*/ 2147483647 w 1440"/>
                <a:gd name="T5" fmla="*/ 2147483647 h 1182"/>
                <a:gd name="T6" fmla="*/ 2147483647 w 1440"/>
                <a:gd name="T7" fmla="*/ 2147483647 h 1182"/>
                <a:gd name="T8" fmla="*/ 2147483647 w 1440"/>
                <a:gd name="T9" fmla="*/ 2147483647 h 1182"/>
                <a:gd name="T10" fmla="*/ 2147483647 w 1440"/>
                <a:gd name="T11" fmla="*/ 2147483647 h 1182"/>
                <a:gd name="T12" fmla="*/ 2147483647 w 1440"/>
                <a:gd name="T13" fmla="*/ 2147483647 h 1182"/>
                <a:gd name="T14" fmla="*/ 2147483647 w 1440"/>
                <a:gd name="T15" fmla="*/ 2147483647 h 1182"/>
                <a:gd name="T16" fmla="*/ 2147483647 w 1440"/>
                <a:gd name="T17" fmla="*/ 2147483647 h 1182"/>
                <a:gd name="T18" fmla="*/ 2147483647 w 1440"/>
                <a:gd name="T19" fmla="*/ 2147483647 h 1182"/>
                <a:gd name="T20" fmla="*/ 2147483647 w 1440"/>
                <a:gd name="T21" fmla="*/ 2147483647 h 1182"/>
                <a:gd name="T22" fmla="*/ 2147483647 w 1440"/>
                <a:gd name="T23" fmla="*/ 2147483647 h 1182"/>
                <a:gd name="T24" fmla="*/ 2147483647 w 1440"/>
                <a:gd name="T25" fmla="*/ 2147483647 h 1182"/>
                <a:gd name="T26" fmla="*/ 2147483647 w 1440"/>
                <a:gd name="T27" fmla="*/ 2147483647 h 1182"/>
                <a:gd name="T28" fmla="*/ 2147483647 w 1440"/>
                <a:gd name="T29" fmla="*/ 2147483647 h 1182"/>
                <a:gd name="T30" fmla="*/ 2147483647 w 1440"/>
                <a:gd name="T31" fmla="*/ 2147483647 h 1182"/>
                <a:gd name="T32" fmla="*/ 2147483647 w 1440"/>
                <a:gd name="T33" fmla="*/ 2147483647 h 1182"/>
                <a:gd name="T34" fmla="*/ 2147483647 w 1440"/>
                <a:gd name="T35" fmla="*/ 2147483647 h 1182"/>
                <a:gd name="T36" fmla="*/ 2147483647 w 1440"/>
                <a:gd name="T37" fmla="*/ 2147483647 h 1182"/>
                <a:gd name="T38" fmla="*/ 2147483647 w 1440"/>
                <a:gd name="T39" fmla="*/ 2147483647 h 1182"/>
                <a:gd name="T40" fmla="*/ 2147483647 w 1440"/>
                <a:gd name="T41" fmla="*/ 2147483647 h 1182"/>
                <a:gd name="T42" fmla="*/ 2147483647 w 1440"/>
                <a:gd name="T43" fmla="*/ 2147483647 h 1182"/>
                <a:gd name="T44" fmla="*/ 2147483647 w 1440"/>
                <a:gd name="T45" fmla="*/ 2147483647 h 1182"/>
                <a:gd name="T46" fmla="*/ 2147483647 w 1440"/>
                <a:gd name="T47" fmla="*/ 2147483647 h 1182"/>
                <a:gd name="T48" fmla="*/ 2147483647 w 1440"/>
                <a:gd name="T49" fmla="*/ 2147483647 h 1182"/>
                <a:gd name="T50" fmla="*/ 2147483647 w 1440"/>
                <a:gd name="T51" fmla="*/ 2147483647 h 1182"/>
                <a:gd name="T52" fmla="*/ 2147483647 w 1440"/>
                <a:gd name="T53" fmla="*/ 2147483647 h 1182"/>
                <a:gd name="T54" fmla="*/ 2147483647 w 1440"/>
                <a:gd name="T55" fmla="*/ 2147483647 h 1182"/>
                <a:gd name="T56" fmla="*/ 2147483647 w 1440"/>
                <a:gd name="T57" fmla="*/ 2147483647 h 1182"/>
                <a:gd name="T58" fmla="*/ 2147483647 w 1440"/>
                <a:gd name="T59" fmla="*/ 2147483647 h 1182"/>
                <a:gd name="T60" fmla="*/ 2147483647 w 1440"/>
                <a:gd name="T61" fmla="*/ 0 h 1182"/>
                <a:gd name="T62" fmla="*/ 2147483647 w 1440"/>
                <a:gd name="T63" fmla="*/ 2147483647 h 1182"/>
                <a:gd name="T64" fmla="*/ 2147483647 w 1440"/>
                <a:gd name="T65" fmla="*/ 2147483647 h 1182"/>
                <a:gd name="T66" fmla="*/ 2147483647 w 1440"/>
                <a:gd name="T67" fmla="*/ 2147483647 h 1182"/>
                <a:gd name="T68" fmla="*/ 2147483647 w 1440"/>
                <a:gd name="T69" fmla="*/ 2147483647 h 1182"/>
                <a:gd name="T70" fmla="*/ 2147483647 w 1440"/>
                <a:gd name="T71" fmla="*/ 2147483647 h 1182"/>
                <a:gd name="T72" fmla="*/ 2147483647 w 1440"/>
                <a:gd name="T73" fmla="*/ 2147483647 h 1182"/>
                <a:gd name="T74" fmla="*/ 2147483647 w 1440"/>
                <a:gd name="T75" fmla="*/ 2147483647 h 1182"/>
                <a:gd name="T76" fmla="*/ 2147483647 w 1440"/>
                <a:gd name="T77" fmla="*/ 2147483647 h 1182"/>
                <a:gd name="T78" fmla="*/ 2147483647 w 1440"/>
                <a:gd name="T79" fmla="*/ 2147483647 h 1182"/>
                <a:gd name="T80" fmla="*/ 2147483647 w 1440"/>
                <a:gd name="T81" fmla="*/ 2147483647 h 1182"/>
                <a:gd name="T82" fmla="*/ 2147483647 w 1440"/>
                <a:gd name="T83" fmla="*/ 2147483647 h 1182"/>
                <a:gd name="T84" fmla="*/ 2147483647 w 1440"/>
                <a:gd name="T85" fmla="*/ 2147483647 h 1182"/>
                <a:gd name="T86" fmla="*/ 2147483647 w 1440"/>
                <a:gd name="T87" fmla="*/ 2147483647 h 1182"/>
                <a:gd name="T88" fmla="*/ 2147483647 w 1440"/>
                <a:gd name="T89" fmla="*/ 2147483647 h 1182"/>
                <a:gd name="T90" fmla="*/ 2147483647 w 1440"/>
                <a:gd name="T91" fmla="*/ 2147483647 h 1182"/>
                <a:gd name="T92" fmla="*/ 2147483647 w 1440"/>
                <a:gd name="T93" fmla="*/ 2147483647 h 1182"/>
                <a:gd name="T94" fmla="*/ 2147483647 w 1440"/>
                <a:gd name="T95" fmla="*/ 2147483647 h 1182"/>
                <a:gd name="T96" fmla="*/ 2147483647 w 1440"/>
                <a:gd name="T97" fmla="*/ 2147483647 h 1182"/>
                <a:gd name="T98" fmla="*/ 2147483647 w 1440"/>
                <a:gd name="T99" fmla="*/ 2147483647 h 1182"/>
                <a:gd name="T100" fmla="*/ 2147483647 w 1440"/>
                <a:gd name="T101" fmla="*/ 2147483647 h 1182"/>
                <a:gd name="T102" fmla="*/ 2147483647 w 1440"/>
                <a:gd name="T103" fmla="*/ 2147483647 h 1182"/>
                <a:gd name="T104" fmla="*/ 2147483647 w 1440"/>
                <a:gd name="T105" fmla="*/ 2147483647 h 1182"/>
                <a:gd name="T106" fmla="*/ 2147483647 w 1440"/>
                <a:gd name="T107" fmla="*/ 2147483647 h 1182"/>
                <a:gd name="T108" fmla="*/ 2147483647 w 1440"/>
                <a:gd name="T109" fmla="*/ 2147483647 h 1182"/>
                <a:gd name="T110" fmla="*/ 2147483647 w 1440"/>
                <a:gd name="T111" fmla="*/ 2147483647 h 118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40"/>
                <a:gd name="T169" fmla="*/ 0 h 1182"/>
                <a:gd name="T170" fmla="*/ 1440 w 1440"/>
                <a:gd name="T171" fmla="*/ 1182 h 118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40" h="1182">
                  <a:moveTo>
                    <a:pt x="1338" y="1176"/>
                  </a:moveTo>
                  <a:lnTo>
                    <a:pt x="1338" y="1170"/>
                  </a:lnTo>
                  <a:lnTo>
                    <a:pt x="1332" y="1158"/>
                  </a:lnTo>
                  <a:lnTo>
                    <a:pt x="1332" y="1128"/>
                  </a:lnTo>
                  <a:lnTo>
                    <a:pt x="1344" y="1116"/>
                  </a:lnTo>
                  <a:lnTo>
                    <a:pt x="1344" y="1110"/>
                  </a:lnTo>
                  <a:lnTo>
                    <a:pt x="1350" y="1104"/>
                  </a:lnTo>
                  <a:lnTo>
                    <a:pt x="1356" y="1086"/>
                  </a:lnTo>
                  <a:lnTo>
                    <a:pt x="1368" y="1086"/>
                  </a:lnTo>
                  <a:lnTo>
                    <a:pt x="1374" y="1080"/>
                  </a:lnTo>
                  <a:lnTo>
                    <a:pt x="1374" y="1074"/>
                  </a:lnTo>
                  <a:lnTo>
                    <a:pt x="1380" y="1074"/>
                  </a:lnTo>
                  <a:lnTo>
                    <a:pt x="1380" y="1068"/>
                  </a:lnTo>
                  <a:lnTo>
                    <a:pt x="1386" y="1062"/>
                  </a:lnTo>
                  <a:lnTo>
                    <a:pt x="1398" y="1056"/>
                  </a:lnTo>
                  <a:lnTo>
                    <a:pt x="1428" y="1056"/>
                  </a:lnTo>
                  <a:lnTo>
                    <a:pt x="1428" y="1062"/>
                  </a:lnTo>
                  <a:lnTo>
                    <a:pt x="1434" y="1062"/>
                  </a:lnTo>
                  <a:lnTo>
                    <a:pt x="1440" y="1056"/>
                  </a:lnTo>
                  <a:lnTo>
                    <a:pt x="1440" y="1044"/>
                  </a:lnTo>
                  <a:lnTo>
                    <a:pt x="1434" y="1026"/>
                  </a:lnTo>
                  <a:lnTo>
                    <a:pt x="1428" y="1014"/>
                  </a:lnTo>
                  <a:lnTo>
                    <a:pt x="1422" y="1008"/>
                  </a:lnTo>
                  <a:lnTo>
                    <a:pt x="1404" y="1008"/>
                  </a:lnTo>
                  <a:lnTo>
                    <a:pt x="1404" y="996"/>
                  </a:lnTo>
                  <a:lnTo>
                    <a:pt x="1398" y="984"/>
                  </a:lnTo>
                  <a:lnTo>
                    <a:pt x="1398" y="960"/>
                  </a:lnTo>
                  <a:lnTo>
                    <a:pt x="1392" y="960"/>
                  </a:lnTo>
                  <a:lnTo>
                    <a:pt x="1398" y="930"/>
                  </a:lnTo>
                  <a:lnTo>
                    <a:pt x="1374" y="930"/>
                  </a:lnTo>
                  <a:lnTo>
                    <a:pt x="1362" y="912"/>
                  </a:lnTo>
                  <a:lnTo>
                    <a:pt x="1350" y="918"/>
                  </a:lnTo>
                  <a:lnTo>
                    <a:pt x="1332" y="918"/>
                  </a:lnTo>
                  <a:lnTo>
                    <a:pt x="1326" y="912"/>
                  </a:lnTo>
                  <a:lnTo>
                    <a:pt x="1314" y="894"/>
                  </a:lnTo>
                  <a:lnTo>
                    <a:pt x="1308" y="876"/>
                  </a:lnTo>
                  <a:lnTo>
                    <a:pt x="1296" y="864"/>
                  </a:lnTo>
                  <a:lnTo>
                    <a:pt x="1284" y="846"/>
                  </a:lnTo>
                  <a:lnTo>
                    <a:pt x="1278" y="840"/>
                  </a:lnTo>
                  <a:lnTo>
                    <a:pt x="1272" y="828"/>
                  </a:lnTo>
                  <a:lnTo>
                    <a:pt x="1248" y="804"/>
                  </a:lnTo>
                  <a:lnTo>
                    <a:pt x="1242" y="804"/>
                  </a:lnTo>
                  <a:lnTo>
                    <a:pt x="1242" y="792"/>
                  </a:lnTo>
                  <a:lnTo>
                    <a:pt x="1260" y="774"/>
                  </a:lnTo>
                  <a:lnTo>
                    <a:pt x="1266" y="762"/>
                  </a:lnTo>
                  <a:lnTo>
                    <a:pt x="1272" y="756"/>
                  </a:lnTo>
                  <a:lnTo>
                    <a:pt x="1296" y="708"/>
                  </a:lnTo>
                  <a:lnTo>
                    <a:pt x="1284" y="684"/>
                  </a:lnTo>
                  <a:lnTo>
                    <a:pt x="1278" y="678"/>
                  </a:lnTo>
                  <a:lnTo>
                    <a:pt x="1242" y="678"/>
                  </a:lnTo>
                  <a:lnTo>
                    <a:pt x="1230" y="672"/>
                  </a:lnTo>
                  <a:lnTo>
                    <a:pt x="1224" y="672"/>
                  </a:lnTo>
                  <a:lnTo>
                    <a:pt x="1218" y="666"/>
                  </a:lnTo>
                  <a:lnTo>
                    <a:pt x="1218" y="612"/>
                  </a:lnTo>
                  <a:lnTo>
                    <a:pt x="1212" y="606"/>
                  </a:lnTo>
                  <a:lnTo>
                    <a:pt x="1200" y="582"/>
                  </a:lnTo>
                  <a:lnTo>
                    <a:pt x="1188" y="564"/>
                  </a:lnTo>
                  <a:lnTo>
                    <a:pt x="1176" y="540"/>
                  </a:lnTo>
                  <a:lnTo>
                    <a:pt x="1182" y="528"/>
                  </a:lnTo>
                  <a:lnTo>
                    <a:pt x="1200" y="510"/>
                  </a:lnTo>
                  <a:lnTo>
                    <a:pt x="1200" y="504"/>
                  </a:lnTo>
                  <a:lnTo>
                    <a:pt x="1194" y="498"/>
                  </a:lnTo>
                  <a:lnTo>
                    <a:pt x="1170" y="498"/>
                  </a:lnTo>
                  <a:lnTo>
                    <a:pt x="1170" y="468"/>
                  </a:lnTo>
                  <a:lnTo>
                    <a:pt x="1158" y="456"/>
                  </a:lnTo>
                  <a:lnTo>
                    <a:pt x="1158" y="450"/>
                  </a:lnTo>
                  <a:lnTo>
                    <a:pt x="1164" y="444"/>
                  </a:lnTo>
                  <a:lnTo>
                    <a:pt x="1176" y="438"/>
                  </a:lnTo>
                  <a:lnTo>
                    <a:pt x="1182" y="432"/>
                  </a:lnTo>
                  <a:lnTo>
                    <a:pt x="1188" y="432"/>
                  </a:lnTo>
                  <a:lnTo>
                    <a:pt x="1176" y="414"/>
                  </a:lnTo>
                  <a:lnTo>
                    <a:pt x="1200" y="408"/>
                  </a:lnTo>
                  <a:lnTo>
                    <a:pt x="1200" y="402"/>
                  </a:lnTo>
                  <a:lnTo>
                    <a:pt x="1194" y="396"/>
                  </a:lnTo>
                  <a:lnTo>
                    <a:pt x="1194" y="372"/>
                  </a:lnTo>
                  <a:lnTo>
                    <a:pt x="1188" y="360"/>
                  </a:lnTo>
                  <a:lnTo>
                    <a:pt x="1188" y="354"/>
                  </a:lnTo>
                  <a:lnTo>
                    <a:pt x="1194" y="342"/>
                  </a:lnTo>
                  <a:lnTo>
                    <a:pt x="1200" y="336"/>
                  </a:lnTo>
                  <a:lnTo>
                    <a:pt x="1188" y="306"/>
                  </a:lnTo>
                  <a:lnTo>
                    <a:pt x="1194" y="282"/>
                  </a:lnTo>
                  <a:lnTo>
                    <a:pt x="1182" y="282"/>
                  </a:lnTo>
                  <a:lnTo>
                    <a:pt x="1182" y="246"/>
                  </a:lnTo>
                  <a:lnTo>
                    <a:pt x="1116" y="252"/>
                  </a:lnTo>
                  <a:lnTo>
                    <a:pt x="1110" y="246"/>
                  </a:lnTo>
                  <a:lnTo>
                    <a:pt x="1104" y="234"/>
                  </a:lnTo>
                  <a:lnTo>
                    <a:pt x="1092" y="228"/>
                  </a:lnTo>
                  <a:lnTo>
                    <a:pt x="1080" y="216"/>
                  </a:lnTo>
                  <a:lnTo>
                    <a:pt x="1068" y="216"/>
                  </a:lnTo>
                  <a:lnTo>
                    <a:pt x="1062" y="210"/>
                  </a:lnTo>
                  <a:lnTo>
                    <a:pt x="1056" y="210"/>
                  </a:lnTo>
                  <a:lnTo>
                    <a:pt x="1050" y="204"/>
                  </a:lnTo>
                  <a:lnTo>
                    <a:pt x="1044" y="192"/>
                  </a:lnTo>
                  <a:lnTo>
                    <a:pt x="1044" y="186"/>
                  </a:lnTo>
                  <a:lnTo>
                    <a:pt x="1038" y="180"/>
                  </a:lnTo>
                  <a:lnTo>
                    <a:pt x="1032" y="180"/>
                  </a:lnTo>
                  <a:lnTo>
                    <a:pt x="1020" y="174"/>
                  </a:lnTo>
                  <a:lnTo>
                    <a:pt x="1002" y="174"/>
                  </a:lnTo>
                  <a:lnTo>
                    <a:pt x="990" y="168"/>
                  </a:lnTo>
                  <a:lnTo>
                    <a:pt x="972" y="168"/>
                  </a:lnTo>
                  <a:lnTo>
                    <a:pt x="972" y="174"/>
                  </a:lnTo>
                  <a:lnTo>
                    <a:pt x="960" y="168"/>
                  </a:lnTo>
                  <a:lnTo>
                    <a:pt x="954" y="162"/>
                  </a:lnTo>
                  <a:lnTo>
                    <a:pt x="942" y="156"/>
                  </a:lnTo>
                  <a:lnTo>
                    <a:pt x="936" y="150"/>
                  </a:lnTo>
                  <a:lnTo>
                    <a:pt x="906" y="150"/>
                  </a:lnTo>
                  <a:lnTo>
                    <a:pt x="906" y="138"/>
                  </a:lnTo>
                  <a:lnTo>
                    <a:pt x="894" y="126"/>
                  </a:lnTo>
                  <a:lnTo>
                    <a:pt x="834" y="126"/>
                  </a:lnTo>
                  <a:lnTo>
                    <a:pt x="834" y="132"/>
                  </a:lnTo>
                  <a:lnTo>
                    <a:pt x="828" y="138"/>
                  </a:lnTo>
                  <a:lnTo>
                    <a:pt x="816" y="132"/>
                  </a:lnTo>
                  <a:lnTo>
                    <a:pt x="780" y="132"/>
                  </a:lnTo>
                  <a:lnTo>
                    <a:pt x="768" y="138"/>
                  </a:lnTo>
                  <a:lnTo>
                    <a:pt x="750" y="156"/>
                  </a:lnTo>
                  <a:lnTo>
                    <a:pt x="738" y="162"/>
                  </a:lnTo>
                  <a:lnTo>
                    <a:pt x="732" y="168"/>
                  </a:lnTo>
                  <a:lnTo>
                    <a:pt x="732" y="180"/>
                  </a:lnTo>
                  <a:lnTo>
                    <a:pt x="720" y="186"/>
                  </a:lnTo>
                  <a:lnTo>
                    <a:pt x="708" y="198"/>
                  </a:lnTo>
                  <a:lnTo>
                    <a:pt x="678" y="198"/>
                  </a:lnTo>
                  <a:lnTo>
                    <a:pt x="690" y="210"/>
                  </a:lnTo>
                  <a:lnTo>
                    <a:pt x="690" y="222"/>
                  </a:lnTo>
                  <a:lnTo>
                    <a:pt x="696" y="228"/>
                  </a:lnTo>
                  <a:lnTo>
                    <a:pt x="696" y="234"/>
                  </a:lnTo>
                  <a:lnTo>
                    <a:pt x="690" y="240"/>
                  </a:lnTo>
                  <a:lnTo>
                    <a:pt x="678" y="240"/>
                  </a:lnTo>
                  <a:lnTo>
                    <a:pt x="666" y="234"/>
                  </a:lnTo>
                  <a:lnTo>
                    <a:pt x="660" y="228"/>
                  </a:lnTo>
                  <a:lnTo>
                    <a:pt x="654" y="228"/>
                  </a:lnTo>
                  <a:lnTo>
                    <a:pt x="648" y="234"/>
                  </a:lnTo>
                  <a:lnTo>
                    <a:pt x="624" y="234"/>
                  </a:lnTo>
                  <a:lnTo>
                    <a:pt x="612" y="240"/>
                  </a:lnTo>
                  <a:lnTo>
                    <a:pt x="600" y="240"/>
                  </a:lnTo>
                  <a:lnTo>
                    <a:pt x="582" y="246"/>
                  </a:lnTo>
                  <a:lnTo>
                    <a:pt x="558" y="258"/>
                  </a:lnTo>
                  <a:lnTo>
                    <a:pt x="546" y="252"/>
                  </a:lnTo>
                  <a:lnTo>
                    <a:pt x="534" y="252"/>
                  </a:lnTo>
                  <a:lnTo>
                    <a:pt x="522" y="246"/>
                  </a:lnTo>
                  <a:lnTo>
                    <a:pt x="498" y="246"/>
                  </a:lnTo>
                  <a:lnTo>
                    <a:pt x="480" y="240"/>
                  </a:lnTo>
                  <a:lnTo>
                    <a:pt x="468" y="228"/>
                  </a:lnTo>
                  <a:lnTo>
                    <a:pt x="456" y="222"/>
                  </a:lnTo>
                  <a:lnTo>
                    <a:pt x="444" y="210"/>
                  </a:lnTo>
                  <a:lnTo>
                    <a:pt x="438" y="198"/>
                  </a:lnTo>
                  <a:lnTo>
                    <a:pt x="432" y="192"/>
                  </a:lnTo>
                  <a:lnTo>
                    <a:pt x="432" y="186"/>
                  </a:lnTo>
                  <a:lnTo>
                    <a:pt x="378" y="186"/>
                  </a:lnTo>
                  <a:lnTo>
                    <a:pt x="354" y="162"/>
                  </a:lnTo>
                  <a:lnTo>
                    <a:pt x="336" y="126"/>
                  </a:lnTo>
                  <a:lnTo>
                    <a:pt x="330" y="120"/>
                  </a:lnTo>
                  <a:lnTo>
                    <a:pt x="330" y="114"/>
                  </a:lnTo>
                  <a:lnTo>
                    <a:pt x="312" y="114"/>
                  </a:lnTo>
                  <a:lnTo>
                    <a:pt x="312" y="108"/>
                  </a:lnTo>
                  <a:lnTo>
                    <a:pt x="306" y="102"/>
                  </a:lnTo>
                  <a:lnTo>
                    <a:pt x="300" y="102"/>
                  </a:lnTo>
                  <a:lnTo>
                    <a:pt x="294" y="96"/>
                  </a:lnTo>
                  <a:lnTo>
                    <a:pt x="282" y="90"/>
                  </a:lnTo>
                  <a:lnTo>
                    <a:pt x="270" y="78"/>
                  </a:lnTo>
                  <a:lnTo>
                    <a:pt x="270" y="72"/>
                  </a:lnTo>
                  <a:lnTo>
                    <a:pt x="282" y="72"/>
                  </a:lnTo>
                  <a:lnTo>
                    <a:pt x="288" y="66"/>
                  </a:lnTo>
                  <a:lnTo>
                    <a:pt x="288" y="60"/>
                  </a:lnTo>
                  <a:lnTo>
                    <a:pt x="282" y="54"/>
                  </a:lnTo>
                  <a:lnTo>
                    <a:pt x="276" y="54"/>
                  </a:lnTo>
                  <a:lnTo>
                    <a:pt x="276" y="42"/>
                  </a:lnTo>
                  <a:lnTo>
                    <a:pt x="282" y="36"/>
                  </a:lnTo>
                  <a:lnTo>
                    <a:pt x="282" y="18"/>
                  </a:lnTo>
                  <a:lnTo>
                    <a:pt x="276" y="12"/>
                  </a:lnTo>
                  <a:lnTo>
                    <a:pt x="270" y="0"/>
                  </a:lnTo>
                  <a:lnTo>
                    <a:pt x="258" y="0"/>
                  </a:lnTo>
                  <a:lnTo>
                    <a:pt x="246" y="6"/>
                  </a:lnTo>
                  <a:lnTo>
                    <a:pt x="234" y="18"/>
                  </a:lnTo>
                  <a:lnTo>
                    <a:pt x="222" y="24"/>
                  </a:lnTo>
                  <a:lnTo>
                    <a:pt x="204" y="36"/>
                  </a:lnTo>
                  <a:lnTo>
                    <a:pt x="192" y="48"/>
                  </a:lnTo>
                  <a:lnTo>
                    <a:pt x="192" y="54"/>
                  </a:lnTo>
                  <a:lnTo>
                    <a:pt x="186" y="60"/>
                  </a:lnTo>
                  <a:lnTo>
                    <a:pt x="180" y="72"/>
                  </a:lnTo>
                  <a:lnTo>
                    <a:pt x="132" y="72"/>
                  </a:lnTo>
                  <a:lnTo>
                    <a:pt x="96" y="60"/>
                  </a:lnTo>
                  <a:lnTo>
                    <a:pt x="84" y="54"/>
                  </a:lnTo>
                  <a:lnTo>
                    <a:pt x="66" y="36"/>
                  </a:lnTo>
                  <a:lnTo>
                    <a:pt x="54" y="12"/>
                  </a:lnTo>
                  <a:lnTo>
                    <a:pt x="54" y="6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24" y="18"/>
                  </a:lnTo>
                  <a:lnTo>
                    <a:pt x="24" y="30"/>
                  </a:lnTo>
                  <a:lnTo>
                    <a:pt x="0" y="30"/>
                  </a:lnTo>
                  <a:lnTo>
                    <a:pt x="18" y="54"/>
                  </a:lnTo>
                  <a:lnTo>
                    <a:pt x="18" y="84"/>
                  </a:lnTo>
                  <a:lnTo>
                    <a:pt x="30" y="96"/>
                  </a:lnTo>
                  <a:lnTo>
                    <a:pt x="30" y="108"/>
                  </a:lnTo>
                  <a:lnTo>
                    <a:pt x="36" y="114"/>
                  </a:lnTo>
                  <a:lnTo>
                    <a:pt x="42" y="114"/>
                  </a:lnTo>
                  <a:lnTo>
                    <a:pt x="36" y="120"/>
                  </a:lnTo>
                  <a:lnTo>
                    <a:pt x="36" y="126"/>
                  </a:lnTo>
                  <a:lnTo>
                    <a:pt x="30" y="138"/>
                  </a:lnTo>
                  <a:lnTo>
                    <a:pt x="24" y="144"/>
                  </a:lnTo>
                  <a:lnTo>
                    <a:pt x="60" y="162"/>
                  </a:lnTo>
                  <a:lnTo>
                    <a:pt x="60" y="192"/>
                  </a:lnTo>
                  <a:lnTo>
                    <a:pt x="84" y="198"/>
                  </a:lnTo>
                  <a:lnTo>
                    <a:pt x="84" y="210"/>
                  </a:lnTo>
                  <a:lnTo>
                    <a:pt x="96" y="246"/>
                  </a:lnTo>
                  <a:lnTo>
                    <a:pt x="108" y="270"/>
                  </a:lnTo>
                  <a:lnTo>
                    <a:pt x="120" y="282"/>
                  </a:lnTo>
                  <a:lnTo>
                    <a:pt x="120" y="300"/>
                  </a:lnTo>
                  <a:lnTo>
                    <a:pt x="144" y="306"/>
                  </a:lnTo>
                  <a:lnTo>
                    <a:pt x="156" y="324"/>
                  </a:lnTo>
                  <a:lnTo>
                    <a:pt x="162" y="318"/>
                  </a:lnTo>
                  <a:lnTo>
                    <a:pt x="174" y="312"/>
                  </a:lnTo>
                  <a:lnTo>
                    <a:pt x="186" y="312"/>
                  </a:lnTo>
                  <a:lnTo>
                    <a:pt x="186" y="318"/>
                  </a:lnTo>
                  <a:lnTo>
                    <a:pt x="168" y="336"/>
                  </a:lnTo>
                  <a:lnTo>
                    <a:pt x="168" y="342"/>
                  </a:lnTo>
                  <a:lnTo>
                    <a:pt x="180" y="354"/>
                  </a:lnTo>
                  <a:lnTo>
                    <a:pt x="186" y="366"/>
                  </a:lnTo>
                  <a:lnTo>
                    <a:pt x="186" y="372"/>
                  </a:lnTo>
                  <a:lnTo>
                    <a:pt x="174" y="384"/>
                  </a:lnTo>
                  <a:lnTo>
                    <a:pt x="168" y="384"/>
                  </a:lnTo>
                  <a:lnTo>
                    <a:pt x="168" y="414"/>
                  </a:lnTo>
                  <a:lnTo>
                    <a:pt x="156" y="414"/>
                  </a:lnTo>
                  <a:lnTo>
                    <a:pt x="144" y="426"/>
                  </a:lnTo>
                  <a:lnTo>
                    <a:pt x="144" y="432"/>
                  </a:lnTo>
                  <a:lnTo>
                    <a:pt x="156" y="444"/>
                  </a:lnTo>
                  <a:lnTo>
                    <a:pt x="150" y="450"/>
                  </a:lnTo>
                  <a:lnTo>
                    <a:pt x="144" y="462"/>
                  </a:lnTo>
                  <a:lnTo>
                    <a:pt x="144" y="468"/>
                  </a:lnTo>
                  <a:lnTo>
                    <a:pt x="150" y="474"/>
                  </a:lnTo>
                  <a:lnTo>
                    <a:pt x="162" y="480"/>
                  </a:lnTo>
                  <a:lnTo>
                    <a:pt x="174" y="492"/>
                  </a:lnTo>
                  <a:lnTo>
                    <a:pt x="198" y="504"/>
                  </a:lnTo>
                  <a:lnTo>
                    <a:pt x="204" y="510"/>
                  </a:lnTo>
                  <a:lnTo>
                    <a:pt x="210" y="510"/>
                  </a:lnTo>
                  <a:lnTo>
                    <a:pt x="210" y="552"/>
                  </a:lnTo>
                  <a:lnTo>
                    <a:pt x="234" y="552"/>
                  </a:lnTo>
                  <a:lnTo>
                    <a:pt x="240" y="558"/>
                  </a:lnTo>
                  <a:lnTo>
                    <a:pt x="252" y="564"/>
                  </a:lnTo>
                  <a:lnTo>
                    <a:pt x="270" y="582"/>
                  </a:lnTo>
                  <a:lnTo>
                    <a:pt x="288" y="582"/>
                  </a:lnTo>
                  <a:lnTo>
                    <a:pt x="294" y="588"/>
                  </a:lnTo>
                  <a:lnTo>
                    <a:pt x="300" y="600"/>
                  </a:lnTo>
                  <a:lnTo>
                    <a:pt x="330" y="636"/>
                  </a:lnTo>
                  <a:lnTo>
                    <a:pt x="330" y="648"/>
                  </a:lnTo>
                  <a:lnTo>
                    <a:pt x="324" y="660"/>
                  </a:lnTo>
                  <a:lnTo>
                    <a:pt x="324" y="696"/>
                  </a:lnTo>
                  <a:lnTo>
                    <a:pt x="330" y="702"/>
                  </a:lnTo>
                  <a:lnTo>
                    <a:pt x="342" y="708"/>
                  </a:lnTo>
                  <a:lnTo>
                    <a:pt x="348" y="714"/>
                  </a:lnTo>
                  <a:lnTo>
                    <a:pt x="354" y="714"/>
                  </a:lnTo>
                  <a:lnTo>
                    <a:pt x="360" y="744"/>
                  </a:lnTo>
                  <a:lnTo>
                    <a:pt x="372" y="750"/>
                  </a:lnTo>
                  <a:lnTo>
                    <a:pt x="384" y="762"/>
                  </a:lnTo>
                  <a:lnTo>
                    <a:pt x="384" y="768"/>
                  </a:lnTo>
                  <a:lnTo>
                    <a:pt x="390" y="774"/>
                  </a:lnTo>
                  <a:lnTo>
                    <a:pt x="402" y="780"/>
                  </a:lnTo>
                  <a:lnTo>
                    <a:pt x="408" y="786"/>
                  </a:lnTo>
                  <a:lnTo>
                    <a:pt x="420" y="792"/>
                  </a:lnTo>
                  <a:lnTo>
                    <a:pt x="426" y="786"/>
                  </a:lnTo>
                  <a:lnTo>
                    <a:pt x="426" y="774"/>
                  </a:lnTo>
                  <a:lnTo>
                    <a:pt x="420" y="768"/>
                  </a:lnTo>
                  <a:lnTo>
                    <a:pt x="420" y="762"/>
                  </a:lnTo>
                  <a:lnTo>
                    <a:pt x="426" y="756"/>
                  </a:lnTo>
                  <a:lnTo>
                    <a:pt x="438" y="750"/>
                  </a:lnTo>
                  <a:lnTo>
                    <a:pt x="444" y="756"/>
                  </a:lnTo>
                  <a:lnTo>
                    <a:pt x="450" y="756"/>
                  </a:lnTo>
                  <a:lnTo>
                    <a:pt x="450" y="768"/>
                  </a:lnTo>
                  <a:lnTo>
                    <a:pt x="456" y="780"/>
                  </a:lnTo>
                  <a:lnTo>
                    <a:pt x="474" y="780"/>
                  </a:lnTo>
                  <a:lnTo>
                    <a:pt x="474" y="786"/>
                  </a:lnTo>
                  <a:lnTo>
                    <a:pt x="474" y="780"/>
                  </a:lnTo>
                  <a:lnTo>
                    <a:pt x="480" y="780"/>
                  </a:lnTo>
                  <a:lnTo>
                    <a:pt x="480" y="768"/>
                  </a:lnTo>
                  <a:lnTo>
                    <a:pt x="504" y="768"/>
                  </a:lnTo>
                  <a:lnTo>
                    <a:pt x="504" y="804"/>
                  </a:lnTo>
                  <a:lnTo>
                    <a:pt x="510" y="810"/>
                  </a:lnTo>
                  <a:lnTo>
                    <a:pt x="516" y="810"/>
                  </a:lnTo>
                  <a:lnTo>
                    <a:pt x="528" y="816"/>
                  </a:lnTo>
                  <a:lnTo>
                    <a:pt x="540" y="828"/>
                  </a:lnTo>
                  <a:lnTo>
                    <a:pt x="540" y="846"/>
                  </a:lnTo>
                  <a:lnTo>
                    <a:pt x="552" y="858"/>
                  </a:lnTo>
                  <a:lnTo>
                    <a:pt x="558" y="870"/>
                  </a:lnTo>
                  <a:lnTo>
                    <a:pt x="564" y="876"/>
                  </a:lnTo>
                  <a:lnTo>
                    <a:pt x="570" y="876"/>
                  </a:lnTo>
                  <a:lnTo>
                    <a:pt x="582" y="894"/>
                  </a:lnTo>
                  <a:lnTo>
                    <a:pt x="582" y="906"/>
                  </a:lnTo>
                  <a:lnTo>
                    <a:pt x="594" y="930"/>
                  </a:lnTo>
                  <a:lnTo>
                    <a:pt x="600" y="936"/>
                  </a:lnTo>
                  <a:lnTo>
                    <a:pt x="606" y="936"/>
                  </a:lnTo>
                  <a:lnTo>
                    <a:pt x="612" y="942"/>
                  </a:lnTo>
                  <a:lnTo>
                    <a:pt x="618" y="954"/>
                  </a:lnTo>
                  <a:lnTo>
                    <a:pt x="618" y="960"/>
                  </a:lnTo>
                  <a:lnTo>
                    <a:pt x="648" y="960"/>
                  </a:lnTo>
                  <a:lnTo>
                    <a:pt x="666" y="984"/>
                  </a:lnTo>
                  <a:lnTo>
                    <a:pt x="684" y="978"/>
                  </a:lnTo>
                  <a:lnTo>
                    <a:pt x="702" y="978"/>
                  </a:lnTo>
                  <a:lnTo>
                    <a:pt x="720" y="996"/>
                  </a:lnTo>
                  <a:lnTo>
                    <a:pt x="738" y="1008"/>
                  </a:lnTo>
                  <a:lnTo>
                    <a:pt x="756" y="1026"/>
                  </a:lnTo>
                  <a:lnTo>
                    <a:pt x="792" y="1050"/>
                  </a:lnTo>
                  <a:lnTo>
                    <a:pt x="810" y="1050"/>
                  </a:lnTo>
                  <a:lnTo>
                    <a:pt x="822" y="1056"/>
                  </a:lnTo>
                  <a:lnTo>
                    <a:pt x="834" y="1068"/>
                  </a:lnTo>
                  <a:lnTo>
                    <a:pt x="852" y="1068"/>
                  </a:lnTo>
                  <a:lnTo>
                    <a:pt x="876" y="1056"/>
                  </a:lnTo>
                  <a:lnTo>
                    <a:pt x="876" y="1050"/>
                  </a:lnTo>
                  <a:lnTo>
                    <a:pt x="900" y="1056"/>
                  </a:lnTo>
                  <a:lnTo>
                    <a:pt x="912" y="1032"/>
                  </a:lnTo>
                  <a:lnTo>
                    <a:pt x="930" y="1032"/>
                  </a:lnTo>
                  <a:lnTo>
                    <a:pt x="954" y="1008"/>
                  </a:lnTo>
                  <a:lnTo>
                    <a:pt x="966" y="1020"/>
                  </a:lnTo>
                  <a:lnTo>
                    <a:pt x="972" y="1014"/>
                  </a:lnTo>
                  <a:lnTo>
                    <a:pt x="984" y="1014"/>
                  </a:lnTo>
                  <a:lnTo>
                    <a:pt x="1002" y="1032"/>
                  </a:lnTo>
                  <a:lnTo>
                    <a:pt x="1014" y="1050"/>
                  </a:lnTo>
                  <a:lnTo>
                    <a:pt x="1020" y="1068"/>
                  </a:lnTo>
                  <a:lnTo>
                    <a:pt x="1032" y="1080"/>
                  </a:lnTo>
                  <a:lnTo>
                    <a:pt x="1032" y="1098"/>
                  </a:lnTo>
                  <a:lnTo>
                    <a:pt x="1038" y="1110"/>
                  </a:lnTo>
                  <a:lnTo>
                    <a:pt x="1044" y="1116"/>
                  </a:lnTo>
                  <a:lnTo>
                    <a:pt x="1056" y="1122"/>
                  </a:lnTo>
                  <a:lnTo>
                    <a:pt x="1080" y="1122"/>
                  </a:lnTo>
                  <a:lnTo>
                    <a:pt x="1080" y="1128"/>
                  </a:lnTo>
                  <a:lnTo>
                    <a:pt x="1086" y="1134"/>
                  </a:lnTo>
                  <a:lnTo>
                    <a:pt x="1098" y="1140"/>
                  </a:lnTo>
                  <a:lnTo>
                    <a:pt x="1164" y="1140"/>
                  </a:lnTo>
                  <a:lnTo>
                    <a:pt x="1176" y="1146"/>
                  </a:lnTo>
                  <a:lnTo>
                    <a:pt x="1200" y="1170"/>
                  </a:lnTo>
                  <a:lnTo>
                    <a:pt x="1212" y="1170"/>
                  </a:lnTo>
                  <a:lnTo>
                    <a:pt x="1224" y="1164"/>
                  </a:lnTo>
                  <a:lnTo>
                    <a:pt x="1230" y="1164"/>
                  </a:lnTo>
                  <a:lnTo>
                    <a:pt x="1242" y="1158"/>
                  </a:lnTo>
                  <a:lnTo>
                    <a:pt x="1248" y="1158"/>
                  </a:lnTo>
                  <a:lnTo>
                    <a:pt x="1254" y="1164"/>
                  </a:lnTo>
                  <a:lnTo>
                    <a:pt x="1278" y="1176"/>
                  </a:lnTo>
                  <a:lnTo>
                    <a:pt x="1296" y="1182"/>
                  </a:lnTo>
                  <a:lnTo>
                    <a:pt x="1326" y="1182"/>
                  </a:lnTo>
                  <a:lnTo>
                    <a:pt x="1338" y="117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91" name="Indonesia" descr="© INSCALE GmbH, 05.05.2010&#10;http://www.presentationload.com/">
              <a:extLst>
                <a:ext uri="{FF2B5EF4-FFF2-40B4-BE49-F238E27FC236}">
                  <a16:creationId xmlns:a16="http://schemas.microsoft.com/office/drawing/2014/main" id="{9582F5FB-8CB5-4B6C-9E67-DFD449EF9B2C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5970454" y="2851724"/>
              <a:ext cx="1079169" cy="427718"/>
            </a:xfrm>
            <a:custGeom>
              <a:avLst/>
              <a:gdLst>
                <a:gd name="T0" fmla="*/ 2147483647 w 3264"/>
                <a:gd name="T1" fmla="*/ 2147483647 h 1302"/>
                <a:gd name="T2" fmla="*/ 2147483647 w 3264"/>
                <a:gd name="T3" fmla="*/ 2147483647 h 1302"/>
                <a:gd name="T4" fmla="*/ 2147483647 w 3264"/>
                <a:gd name="T5" fmla="*/ 2147483647 h 1302"/>
                <a:gd name="T6" fmla="*/ 2147483647 w 3264"/>
                <a:gd name="T7" fmla="*/ 2147483647 h 1302"/>
                <a:gd name="T8" fmla="*/ 2147483647 w 3264"/>
                <a:gd name="T9" fmla="*/ 2147483647 h 1302"/>
                <a:gd name="T10" fmla="*/ 2147483647 w 3264"/>
                <a:gd name="T11" fmla="*/ 2147483647 h 1302"/>
                <a:gd name="T12" fmla="*/ 2147483647 w 3264"/>
                <a:gd name="T13" fmla="*/ 2147483647 h 1302"/>
                <a:gd name="T14" fmla="*/ 2147483647 w 3264"/>
                <a:gd name="T15" fmla="*/ 2147483647 h 1302"/>
                <a:gd name="T16" fmla="*/ 2147483647 w 3264"/>
                <a:gd name="T17" fmla="*/ 2147483647 h 1302"/>
                <a:gd name="T18" fmla="*/ 2147483647 w 3264"/>
                <a:gd name="T19" fmla="*/ 2147483647 h 1302"/>
                <a:gd name="T20" fmla="*/ 2147483647 w 3264"/>
                <a:gd name="T21" fmla="*/ 2147483647 h 1302"/>
                <a:gd name="T22" fmla="*/ 2147483647 w 3264"/>
                <a:gd name="T23" fmla="*/ 2147483647 h 1302"/>
                <a:gd name="T24" fmla="*/ 2147483647 w 3264"/>
                <a:gd name="T25" fmla="*/ 2147483647 h 1302"/>
                <a:gd name="T26" fmla="*/ 2147483647 w 3264"/>
                <a:gd name="T27" fmla="*/ 2147483647 h 1302"/>
                <a:gd name="T28" fmla="*/ 2147483647 w 3264"/>
                <a:gd name="T29" fmla="*/ 2147483647 h 1302"/>
                <a:gd name="T30" fmla="*/ 2147483647 w 3264"/>
                <a:gd name="T31" fmla="*/ 2147483647 h 1302"/>
                <a:gd name="T32" fmla="*/ 2147483647 w 3264"/>
                <a:gd name="T33" fmla="*/ 2147483647 h 1302"/>
                <a:gd name="T34" fmla="*/ 2147483647 w 3264"/>
                <a:gd name="T35" fmla="*/ 2147483647 h 1302"/>
                <a:gd name="T36" fmla="*/ 2147483647 w 3264"/>
                <a:gd name="T37" fmla="*/ 2147483647 h 1302"/>
                <a:gd name="T38" fmla="*/ 2147483647 w 3264"/>
                <a:gd name="T39" fmla="*/ 2147483647 h 1302"/>
                <a:gd name="T40" fmla="*/ 2147483647 w 3264"/>
                <a:gd name="T41" fmla="*/ 2147483647 h 1302"/>
                <a:gd name="T42" fmla="*/ 2147483647 w 3264"/>
                <a:gd name="T43" fmla="*/ 2147483647 h 1302"/>
                <a:gd name="T44" fmla="*/ 2147483647 w 3264"/>
                <a:gd name="T45" fmla="*/ 2147483647 h 1302"/>
                <a:gd name="T46" fmla="*/ 2147483647 w 3264"/>
                <a:gd name="T47" fmla="*/ 2147483647 h 1302"/>
                <a:gd name="T48" fmla="*/ 2147483647 w 3264"/>
                <a:gd name="T49" fmla="*/ 2147483647 h 1302"/>
                <a:gd name="T50" fmla="*/ 2147483647 w 3264"/>
                <a:gd name="T51" fmla="*/ 2147483647 h 1302"/>
                <a:gd name="T52" fmla="*/ 2147483647 w 3264"/>
                <a:gd name="T53" fmla="*/ 2147483647 h 1302"/>
                <a:gd name="T54" fmla="*/ 2147483647 w 3264"/>
                <a:gd name="T55" fmla="*/ 2147483647 h 1302"/>
                <a:gd name="T56" fmla="*/ 2147483647 w 3264"/>
                <a:gd name="T57" fmla="*/ 2147483647 h 1302"/>
                <a:gd name="T58" fmla="*/ 2147483647 w 3264"/>
                <a:gd name="T59" fmla="*/ 2147483647 h 1302"/>
                <a:gd name="T60" fmla="*/ 2147483647 w 3264"/>
                <a:gd name="T61" fmla="*/ 2147483647 h 1302"/>
                <a:gd name="T62" fmla="*/ 2147483647 w 3264"/>
                <a:gd name="T63" fmla="*/ 2147483647 h 1302"/>
                <a:gd name="T64" fmla="*/ 2147483647 w 3264"/>
                <a:gd name="T65" fmla="*/ 2147483647 h 1302"/>
                <a:gd name="T66" fmla="*/ 2147483647 w 3264"/>
                <a:gd name="T67" fmla="*/ 2147483647 h 1302"/>
                <a:gd name="T68" fmla="*/ 2147483647 w 3264"/>
                <a:gd name="T69" fmla="*/ 2147483647 h 1302"/>
                <a:gd name="T70" fmla="*/ 2147483647 w 3264"/>
                <a:gd name="T71" fmla="*/ 2147483647 h 1302"/>
                <a:gd name="T72" fmla="*/ 2147483647 w 3264"/>
                <a:gd name="T73" fmla="*/ 2147483647 h 1302"/>
                <a:gd name="T74" fmla="*/ 2147483647 w 3264"/>
                <a:gd name="T75" fmla="*/ 2147483647 h 1302"/>
                <a:gd name="T76" fmla="*/ 2147483647 w 3264"/>
                <a:gd name="T77" fmla="*/ 2147483647 h 1302"/>
                <a:gd name="T78" fmla="*/ 2147483647 w 3264"/>
                <a:gd name="T79" fmla="*/ 2147483647 h 1302"/>
                <a:gd name="T80" fmla="*/ 2147483647 w 3264"/>
                <a:gd name="T81" fmla="*/ 2147483647 h 1302"/>
                <a:gd name="T82" fmla="*/ 2147483647 w 3264"/>
                <a:gd name="T83" fmla="*/ 2147483647 h 1302"/>
                <a:gd name="T84" fmla="*/ 2147483647 w 3264"/>
                <a:gd name="T85" fmla="*/ 2147483647 h 1302"/>
                <a:gd name="T86" fmla="*/ 2147483647 w 3264"/>
                <a:gd name="T87" fmla="*/ 2147483647 h 1302"/>
                <a:gd name="T88" fmla="*/ 2147483647 w 3264"/>
                <a:gd name="T89" fmla="*/ 2147483647 h 1302"/>
                <a:gd name="T90" fmla="*/ 2147483647 w 3264"/>
                <a:gd name="T91" fmla="*/ 2147483647 h 1302"/>
                <a:gd name="T92" fmla="*/ 2147483647 w 3264"/>
                <a:gd name="T93" fmla="*/ 2147483647 h 1302"/>
                <a:gd name="T94" fmla="*/ 2147483647 w 3264"/>
                <a:gd name="T95" fmla="*/ 2147483647 h 1302"/>
                <a:gd name="T96" fmla="*/ 2147483647 w 3264"/>
                <a:gd name="T97" fmla="*/ 2147483647 h 1302"/>
                <a:gd name="T98" fmla="*/ 2147483647 w 3264"/>
                <a:gd name="T99" fmla="*/ 2147483647 h 1302"/>
                <a:gd name="T100" fmla="*/ 2147483647 w 3264"/>
                <a:gd name="T101" fmla="*/ 2147483647 h 1302"/>
                <a:gd name="T102" fmla="*/ 2147483647 w 3264"/>
                <a:gd name="T103" fmla="*/ 2147483647 h 1302"/>
                <a:gd name="T104" fmla="*/ 2147483647 w 3264"/>
                <a:gd name="T105" fmla="*/ 2147483647 h 1302"/>
                <a:gd name="T106" fmla="*/ 2147483647 w 3264"/>
                <a:gd name="T107" fmla="*/ 2147483647 h 1302"/>
                <a:gd name="T108" fmla="*/ 2147483647 w 3264"/>
                <a:gd name="T109" fmla="*/ 2147483647 h 1302"/>
                <a:gd name="T110" fmla="*/ 2147483647 w 3264"/>
                <a:gd name="T111" fmla="*/ 2147483647 h 1302"/>
                <a:gd name="T112" fmla="*/ 2147483647 w 3264"/>
                <a:gd name="T113" fmla="*/ 2147483647 h 1302"/>
                <a:gd name="T114" fmla="*/ 2147483647 w 3264"/>
                <a:gd name="T115" fmla="*/ 2147483647 h 1302"/>
                <a:gd name="T116" fmla="*/ 2147483647 w 3264"/>
                <a:gd name="T117" fmla="*/ 2147483647 h 1302"/>
                <a:gd name="T118" fmla="*/ 2147483647 w 3264"/>
                <a:gd name="T119" fmla="*/ 2147483647 h 1302"/>
                <a:gd name="T120" fmla="*/ 2147483647 w 3264"/>
                <a:gd name="T121" fmla="*/ 2147483647 h 1302"/>
                <a:gd name="T122" fmla="*/ 2147483647 w 3264"/>
                <a:gd name="T123" fmla="*/ 2147483647 h 1302"/>
                <a:gd name="T124" fmla="*/ 2147483647 w 3264"/>
                <a:gd name="T125" fmla="*/ 2147483647 h 130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264"/>
                <a:gd name="T190" fmla="*/ 0 h 1302"/>
                <a:gd name="T191" fmla="*/ 3264 w 3264"/>
                <a:gd name="T192" fmla="*/ 1302 h 130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264" h="1302">
                  <a:moveTo>
                    <a:pt x="1788" y="984"/>
                  </a:moveTo>
                  <a:lnTo>
                    <a:pt x="1806" y="978"/>
                  </a:lnTo>
                  <a:lnTo>
                    <a:pt x="1818" y="954"/>
                  </a:lnTo>
                  <a:lnTo>
                    <a:pt x="1812" y="930"/>
                  </a:lnTo>
                  <a:lnTo>
                    <a:pt x="1788" y="984"/>
                  </a:lnTo>
                  <a:close/>
                  <a:moveTo>
                    <a:pt x="672" y="462"/>
                  </a:moveTo>
                  <a:lnTo>
                    <a:pt x="702" y="480"/>
                  </a:lnTo>
                  <a:lnTo>
                    <a:pt x="702" y="450"/>
                  </a:lnTo>
                  <a:lnTo>
                    <a:pt x="672" y="426"/>
                  </a:lnTo>
                  <a:lnTo>
                    <a:pt x="672" y="462"/>
                  </a:lnTo>
                  <a:close/>
                  <a:moveTo>
                    <a:pt x="678" y="492"/>
                  </a:moveTo>
                  <a:lnTo>
                    <a:pt x="654" y="516"/>
                  </a:lnTo>
                  <a:lnTo>
                    <a:pt x="678" y="546"/>
                  </a:lnTo>
                  <a:lnTo>
                    <a:pt x="678" y="492"/>
                  </a:lnTo>
                  <a:close/>
                  <a:moveTo>
                    <a:pt x="906" y="714"/>
                  </a:moveTo>
                  <a:lnTo>
                    <a:pt x="930" y="732"/>
                  </a:lnTo>
                  <a:lnTo>
                    <a:pt x="936" y="708"/>
                  </a:lnTo>
                  <a:lnTo>
                    <a:pt x="936" y="702"/>
                  </a:lnTo>
                  <a:lnTo>
                    <a:pt x="930" y="696"/>
                  </a:lnTo>
                  <a:lnTo>
                    <a:pt x="930" y="690"/>
                  </a:lnTo>
                  <a:lnTo>
                    <a:pt x="912" y="672"/>
                  </a:lnTo>
                  <a:lnTo>
                    <a:pt x="900" y="666"/>
                  </a:lnTo>
                  <a:lnTo>
                    <a:pt x="888" y="666"/>
                  </a:lnTo>
                  <a:lnTo>
                    <a:pt x="882" y="672"/>
                  </a:lnTo>
                  <a:lnTo>
                    <a:pt x="876" y="684"/>
                  </a:lnTo>
                  <a:lnTo>
                    <a:pt x="882" y="696"/>
                  </a:lnTo>
                  <a:lnTo>
                    <a:pt x="882" y="708"/>
                  </a:lnTo>
                  <a:lnTo>
                    <a:pt x="888" y="720"/>
                  </a:lnTo>
                  <a:lnTo>
                    <a:pt x="906" y="714"/>
                  </a:lnTo>
                  <a:close/>
                  <a:moveTo>
                    <a:pt x="684" y="372"/>
                  </a:moveTo>
                  <a:lnTo>
                    <a:pt x="672" y="360"/>
                  </a:lnTo>
                  <a:lnTo>
                    <a:pt x="660" y="372"/>
                  </a:lnTo>
                  <a:lnTo>
                    <a:pt x="672" y="396"/>
                  </a:lnTo>
                  <a:lnTo>
                    <a:pt x="684" y="396"/>
                  </a:lnTo>
                  <a:lnTo>
                    <a:pt x="684" y="372"/>
                  </a:lnTo>
                  <a:close/>
                  <a:moveTo>
                    <a:pt x="750" y="624"/>
                  </a:moveTo>
                  <a:lnTo>
                    <a:pt x="750" y="630"/>
                  </a:lnTo>
                  <a:lnTo>
                    <a:pt x="756" y="636"/>
                  </a:lnTo>
                  <a:lnTo>
                    <a:pt x="756" y="648"/>
                  </a:lnTo>
                  <a:lnTo>
                    <a:pt x="774" y="684"/>
                  </a:lnTo>
                  <a:lnTo>
                    <a:pt x="786" y="690"/>
                  </a:lnTo>
                  <a:lnTo>
                    <a:pt x="804" y="696"/>
                  </a:lnTo>
                  <a:lnTo>
                    <a:pt x="816" y="702"/>
                  </a:lnTo>
                  <a:lnTo>
                    <a:pt x="834" y="702"/>
                  </a:lnTo>
                  <a:lnTo>
                    <a:pt x="828" y="660"/>
                  </a:lnTo>
                  <a:lnTo>
                    <a:pt x="810" y="648"/>
                  </a:lnTo>
                  <a:lnTo>
                    <a:pt x="810" y="618"/>
                  </a:lnTo>
                  <a:lnTo>
                    <a:pt x="804" y="606"/>
                  </a:lnTo>
                  <a:lnTo>
                    <a:pt x="792" y="600"/>
                  </a:lnTo>
                  <a:lnTo>
                    <a:pt x="786" y="588"/>
                  </a:lnTo>
                  <a:lnTo>
                    <a:pt x="768" y="582"/>
                  </a:lnTo>
                  <a:lnTo>
                    <a:pt x="756" y="576"/>
                  </a:lnTo>
                  <a:lnTo>
                    <a:pt x="732" y="576"/>
                  </a:lnTo>
                  <a:lnTo>
                    <a:pt x="732" y="582"/>
                  </a:lnTo>
                  <a:lnTo>
                    <a:pt x="726" y="588"/>
                  </a:lnTo>
                  <a:lnTo>
                    <a:pt x="726" y="600"/>
                  </a:lnTo>
                  <a:lnTo>
                    <a:pt x="714" y="600"/>
                  </a:lnTo>
                  <a:lnTo>
                    <a:pt x="714" y="606"/>
                  </a:lnTo>
                  <a:lnTo>
                    <a:pt x="708" y="612"/>
                  </a:lnTo>
                  <a:lnTo>
                    <a:pt x="714" y="624"/>
                  </a:lnTo>
                  <a:lnTo>
                    <a:pt x="750" y="624"/>
                  </a:lnTo>
                  <a:close/>
                  <a:moveTo>
                    <a:pt x="246" y="438"/>
                  </a:moveTo>
                  <a:lnTo>
                    <a:pt x="222" y="462"/>
                  </a:lnTo>
                  <a:lnTo>
                    <a:pt x="234" y="492"/>
                  </a:lnTo>
                  <a:lnTo>
                    <a:pt x="234" y="498"/>
                  </a:lnTo>
                  <a:lnTo>
                    <a:pt x="228" y="504"/>
                  </a:lnTo>
                  <a:lnTo>
                    <a:pt x="228" y="510"/>
                  </a:lnTo>
                  <a:lnTo>
                    <a:pt x="240" y="510"/>
                  </a:lnTo>
                  <a:lnTo>
                    <a:pt x="246" y="504"/>
                  </a:lnTo>
                  <a:lnTo>
                    <a:pt x="246" y="468"/>
                  </a:lnTo>
                  <a:lnTo>
                    <a:pt x="252" y="456"/>
                  </a:lnTo>
                  <a:lnTo>
                    <a:pt x="246" y="438"/>
                  </a:lnTo>
                  <a:close/>
                  <a:moveTo>
                    <a:pt x="264" y="534"/>
                  </a:moveTo>
                  <a:lnTo>
                    <a:pt x="258" y="546"/>
                  </a:lnTo>
                  <a:lnTo>
                    <a:pt x="258" y="588"/>
                  </a:lnTo>
                  <a:lnTo>
                    <a:pt x="264" y="600"/>
                  </a:lnTo>
                  <a:lnTo>
                    <a:pt x="276" y="612"/>
                  </a:lnTo>
                  <a:lnTo>
                    <a:pt x="288" y="612"/>
                  </a:lnTo>
                  <a:lnTo>
                    <a:pt x="294" y="606"/>
                  </a:lnTo>
                  <a:lnTo>
                    <a:pt x="294" y="588"/>
                  </a:lnTo>
                  <a:lnTo>
                    <a:pt x="288" y="576"/>
                  </a:lnTo>
                  <a:lnTo>
                    <a:pt x="282" y="558"/>
                  </a:lnTo>
                  <a:lnTo>
                    <a:pt x="282" y="546"/>
                  </a:lnTo>
                  <a:lnTo>
                    <a:pt x="276" y="534"/>
                  </a:lnTo>
                  <a:lnTo>
                    <a:pt x="264" y="534"/>
                  </a:lnTo>
                  <a:close/>
                  <a:moveTo>
                    <a:pt x="48" y="222"/>
                  </a:moveTo>
                  <a:lnTo>
                    <a:pt x="42" y="228"/>
                  </a:lnTo>
                  <a:lnTo>
                    <a:pt x="42" y="246"/>
                  </a:lnTo>
                  <a:lnTo>
                    <a:pt x="48" y="258"/>
                  </a:lnTo>
                  <a:lnTo>
                    <a:pt x="66" y="258"/>
                  </a:lnTo>
                  <a:lnTo>
                    <a:pt x="84" y="276"/>
                  </a:lnTo>
                  <a:lnTo>
                    <a:pt x="90" y="270"/>
                  </a:lnTo>
                  <a:lnTo>
                    <a:pt x="90" y="252"/>
                  </a:lnTo>
                  <a:lnTo>
                    <a:pt x="78" y="246"/>
                  </a:lnTo>
                  <a:lnTo>
                    <a:pt x="72" y="234"/>
                  </a:lnTo>
                  <a:lnTo>
                    <a:pt x="60" y="228"/>
                  </a:lnTo>
                  <a:lnTo>
                    <a:pt x="54" y="222"/>
                  </a:lnTo>
                  <a:lnTo>
                    <a:pt x="48" y="222"/>
                  </a:lnTo>
                  <a:close/>
                  <a:moveTo>
                    <a:pt x="162" y="330"/>
                  </a:moveTo>
                  <a:lnTo>
                    <a:pt x="156" y="330"/>
                  </a:lnTo>
                  <a:lnTo>
                    <a:pt x="144" y="342"/>
                  </a:lnTo>
                  <a:lnTo>
                    <a:pt x="144" y="354"/>
                  </a:lnTo>
                  <a:lnTo>
                    <a:pt x="156" y="366"/>
                  </a:lnTo>
                  <a:lnTo>
                    <a:pt x="162" y="378"/>
                  </a:lnTo>
                  <a:lnTo>
                    <a:pt x="174" y="390"/>
                  </a:lnTo>
                  <a:lnTo>
                    <a:pt x="180" y="402"/>
                  </a:lnTo>
                  <a:lnTo>
                    <a:pt x="192" y="414"/>
                  </a:lnTo>
                  <a:lnTo>
                    <a:pt x="198" y="408"/>
                  </a:lnTo>
                  <a:lnTo>
                    <a:pt x="198" y="402"/>
                  </a:lnTo>
                  <a:lnTo>
                    <a:pt x="204" y="390"/>
                  </a:lnTo>
                  <a:lnTo>
                    <a:pt x="204" y="384"/>
                  </a:lnTo>
                  <a:lnTo>
                    <a:pt x="198" y="372"/>
                  </a:lnTo>
                  <a:lnTo>
                    <a:pt x="198" y="366"/>
                  </a:lnTo>
                  <a:lnTo>
                    <a:pt x="192" y="360"/>
                  </a:lnTo>
                  <a:lnTo>
                    <a:pt x="186" y="348"/>
                  </a:lnTo>
                  <a:lnTo>
                    <a:pt x="180" y="342"/>
                  </a:lnTo>
                  <a:lnTo>
                    <a:pt x="168" y="336"/>
                  </a:lnTo>
                  <a:lnTo>
                    <a:pt x="162" y="330"/>
                  </a:lnTo>
                  <a:close/>
                  <a:moveTo>
                    <a:pt x="2574" y="486"/>
                  </a:moveTo>
                  <a:lnTo>
                    <a:pt x="2574" y="474"/>
                  </a:lnTo>
                  <a:lnTo>
                    <a:pt x="2568" y="474"/>
                  </a:lnTo>
                  <a:lnTo>
                    <a:pt x="2556" y="468"/>
                  </a:lnTo>
                  <a:lnTo>
                    <a:pt x="2520" y="468"/>
                  </a:lnTo>
                  <a:lnTo>
                    <a:pt x="2514" y="474"/>
                  </a:lnTo>
                  <a:lnTo>
                    <a:pt x="2520" y="498"/>
                  </a:lnTo>
                  <a:lnTo>
                    <a:pt x="2526" y="498"/>
                  </a:lnTo>
                  <a:lnTo>
                    <a:pt x="2538" y="492"/>
                  </a:lnTo>
                  <a:lnTo>
                    <a:pt x="2562" y="492"/>
                  </a:lnTo>
                  <a:lnTo>
                    <a:pt x="2568" y="486"/>
                  </a:lnTo>
                  <a:lnTo>
                    <a:pt x="2574" y="486"/>
                  </a:lnTo>
                  <a:close/>
                  <a:moveTo>
                    <a:pt x="336" y="648"/>
                  </a:moveTo>
                  <a:lnTo>
                    <a:pt x="342" y="648"/>
                  </a:lnTo>
                  <a:lnTo>
                    <a:pt x="342" y="636"/>
                  </a:lnTo>
                  <a:lnTo>
                    <a:pt x="330" y="624"/>
                  </a:lnTo>
                  <a:lnTo>
                    <a:pt x="318" y="624"/>
                  </a:lnTo>
                  <a:lnTo>
                    <a:pt x="318" y="636"/>
                  </a:lnTo>
                  <a:lnTo>
                    <a:pt x="330" y="648"/>
                  </a:lnTo>
                  <a:lnTo>
                    <a:pt x="336" y="648"/>
                  </a:lnTo>
                  <a:close/>
                  <a:moveTo>
                    <a:pt x="2472" y="654"/>
                  </a:moveTo>
                  <a:lnTo>
                    <a:pt x="2484" y="648"/>
                  </a:lnTo>
                  <a:lnTo>
                    <a:pt x="2502" y="630"/>
                  </a:lnTo>
                  <a:lnTo>
                    <a:pt x="2502" y="618"/>
                  </a:lnTo>
                  <a:lnTo>
                    <a:pt x="2430" y="612"/>
                  </a:lnTo>
                  <a:lnTo>
                    <a:pt x="2430" y="624"/>
                  </a:lnTo>
                  <a:lnTo>
                    <a:pt x="2436" y="630"/>
                  </a:lnTo>
                  <a:lnTo>
                    <a:pt x="2442" y="642"/>
                  </a:lnTo>
                  <a:lnTo>
                    <a:pt x="2448" y="648"/>
                  </a:lnTo>
                  <a:lnTo>
                    <a:pt x="2460" y="654"/>
                  </a:lnTo>
                  <a:lnTo>
                    <a:pt x="2472" y="654"/>
                  </a:lnTo>
                  <a:close/>
                  <a:moveTo>
                    <a:pt x="2406" y="288"/>
                  </a:moveTo>
                  <a:lnTo>
                    <a:pt x="2418" y="276"/>
                  </a:lnTo>
                  <a:lnTo>
                    <a:pt x="2418" y="264"/>
                  </a:lnTo>
                  <a:lnTo>
                    <a:pt x="2412" y="258"/>
                  </a:lnTo>
                  <a:lnTo>
                    <a:pt x="2400" y="252"/>
                  </a:lnTo>
                  <a:lnTo>
                    <a:pt x="2376" y="252"/>
                  </a:lnTo>
                  <a:lnTo>
                    <a:pt x="2370" y="258"/>
                  </a:lnTo>
                  <a:lnTo>
                    <a:pt x="2370" y="264"/>
                  </a:lnTo>
                  <a:lnTo>
                    <a:pt x="2394" y="288"/>
                  </a:lnTo>
                  <a:lnTo>
                    <a:pt x="2406" y="288"/>
                  </a:lnTo>
                  <a:close/>
                  <a:moveTo>
                    <a:pt x="2868" y="528"/>
                  </a:moveTo>
                  <a:lnTo>
                    <a:pt x="2886" y="534"/>
                  </a:lnTo>
                  <a:lnTo>
                    <a:pt x="2892" y="534"/>
                  </a:lnTo>
                  <a:lnTo>
                    <a:pt x="2898" y="528"/>
                  </a:lnTo>
                  <a:lnTo>
                    <a:pt x="2898" y="522"/>
                  </a:lnTo>
                  <a:lnTo>
                    <a:pt x="2874" y="510"/>
                  </a:lnTo>
                  <a:lnTo>
                    <a:pt x="2868" y="516"/>
                  </a:lnTo>
                  <a:lnTo>
                    <a:pt x="2862" y="516"/>
                  </a:lnTo>
                  <a:lnTo>
                    <a:pt x="2862" y="522"/>
                  </a:lnTo>
                  <a:lnTo>
                    <a:pt x="2868" y="528"/>
                  </a:lnTo>
                  <a:close/>
                  <a:moveTo>
                    <a:pt x="2916" y="618"/>
                  </a:moveTo>
                  <a:lnTo>
                    <a:pt x="2928" y="618"/>
                  </a:lnTo>
                  <a:lnTo>
                    <a:pt x="2940" y="612"/>
                  </a:lnTo>
                  <a:lnTo>
                    <a:pt x="2958" y="612"/>
                  </a:lnTo>
                  <a:lnTo>
                    <a:pt x="2964" y="606"/>
                  </a:lnTo>
                  <a:lnTo>
                    <a:pt x="2970" y="606"/>
                  </a:lnTo>
                  <a:lnTo>
                    <a:pt x="2964" y="606"/>
                  </a:lnTo>
                  <a:lnTo>
                    <a:pt x="2958" y="600"/>
                  </a:lnTo>
                  <a:lnTo>
                    <a:pt x="2946" y="594"/>
                  </a:lnTo>
                  <a:lnTo>
                    <a:pt x="2934" y="594"/>
                  </a:lnTo>
                  <a:lnTo>
                    <a:pt x="2928" y="588"/>
                  </a:lnTo>
                  <a:lnTo>
                    <a:pt x="2922" y="588"/>
                  </a:lnTo>
                  <a:lnTo>
                    <a:pt x="2910" y="594"/>
                  </a:lnTo>
                  <a:lnTo>
                    <a:pt x="2892" y="594"/>
                  </a:lnTo>
                  <a:lnTo>
                    <a:pt x="2886" y="600"/>
                  </a:lnTo>
                  <a:lnTo>
                    <a:pt x="2880" y="600"/>
                  </a:lnTo>
                  <a:lnTo>
                    <a:pt x="2892" y="606"/>
                  </a:lnTo>
                  <a:lnTo>
                    <a:pt x="2898" y="612"/>
                  </a:lnTo>
                  <a:lnTo>
                    <a:pt x="2910" y="618"/>
                  </a:lnTo>
                  <a:lnTo>
                    <a:pt x="2916" y="618"/>
                  </a:lnTo>
                  <a:close/>
                  <a:moveTo>
                    <a:pt x="1710" y="552"/>
                  </a:moveTo>
                  <a:lnTo>
                    <a:pt x="1710" y="564"/>
                  </a:lnTo>
                  <a:lnTo>
                    <a:pt x="1716" y="570"/>
                  </a:lnTo>
                  <a:lnTo>
                    <a:pt x="1716" y="582"/>
                  </a:lnTo>
                  <a:lnTo>
                    <a:pt x="1722" y="594"/>
                  </a:lnTo>
                  <a:lnTo>
                    <a:pt x="1722" y="612"/>
                  </a:lnTo>
                  <a:lnTo>
                    <a:pt x="1716" y="618"/>
                  </a:lnTo>
                  <a:lnTo>
                    <a:pt x="1692" y="630"/>
                  </a:lnTo>
                  <a:lnTo>
                    <a:pt x="1686" y="636"/>
                  </a:lnTo>
                  <a:lnTo>
                    <a:pt x="1674" y="642"/>
                  </a:lnTo>
                  <a:lnTo>
                    <a:pt x="1674" y="678"/>
                  </a:lnTo>
                  <a:lnTo>
                    <a:pt x="1680" y="684"/>
                  </a:lnTo>
                  <a:lnTo>
                    <a:pt x="1686" y="696"/>
                  </a:lnTo>
                  <a:lnTo>
                    <a:pt x="1674" y="708"/>
                  </a:lnTo>
                  <a:lnTo>
                    <a:pt x="1674" y="720"/>
                  </a:lnTo>
                  <a:lnTo>
                    <a:pt x="1680" y="726"/>
                  </a:lnTo>
                  <a:lnTo>
                    <a:pt x="1692" y="732"/>
                  </a:lnTo>
                  <a:lnTo>
                    <a:pt x="1698" y="726"/>
                  </a:lnTo>
                  <a:lnTo>
                    <a:pt x="1722" y="726"/>
                  </a:lnTo>
                  <a:lnTo>
                    <a:pt x="1728" y="732"/>
                  </a:lnTo>
                  <a:lnTo>
                    <a:pt x="1728" y="756"/>
                  </a:lnTo>
                  <a:lnTo>
                    <a:pt x="1722" y="762"/>
                  </a:lnTo>
                  <a:lnTo>
                    <a:pt x="1740" y="780"/>
                  </a:lnTo>
                  <a:lnTo>
                    <a:pt x="1728" y="846"/>
                  </a:lnTo>
                  <a:lnTo>
                    <a:pt x="1710" y="864"/>
                  </a:lnTo>
                  <a:lnTo>
                    <a:pt x="1704" y="876"/>
                  </a:lnTo>
                  <a:lnTo>
                    <a:pt x="1704" y="888"/>
                  </a:lnTo>
                  <a:lnTo>
                    <a:pt x="1710" y="906"/>
                  </a:lnTo>
                  <a:lnTo>
                    <a:pt x="1722" y="924"/>
                  </a:lnTo>
                  <a:lnTo>
                    <a:pt x="1746" y="936"/>
                  </a:lnTo>
                  <a:lnTo>
                    <a:pt x="1764" y="930"/>
                  </a:lnTo>
                  <a:lnTo>
                    <a:pt x="1788" y="906"/>
                  </a:lnTo>
                  <a:lnTo>
                    <a:pt x="1788" y="864"/>
                  </a:lnTo>
                  <a:lnTo>
                    <a:pt x="1782" y="858"/>
                  </a:lnTo>
                  <a:lnTo>
                    <a:pt x="1776" y="846"/>
                  </a:lnTo>
                  <a:lnTo>
                    <a:pt x="1800" y="822"/>
                  </a:lnTo>
                  <a:lnTo>
                    <a:pt x="1806" y="804"/>
                  </a:lnTo>
                  <a:lnTo>
                    <a:pt x="1806" y="774"/>
                  </a:lnTo>
                  <a:lnTo>
                    <a:pt x="1812" y="756"/>
                  </a:lnTo>
                  <a:lnTo>
                    <a:pt x="1812" y="726"/>
                  </a:lnTo>
                  <a:lnTo>
                    <a:pt x="1806" y="714"/>
                  </a:lnTo>
                  <a:lnTo>
                    <a:pt x="1800" y="696"/>
                  </a:lnTo>
                  <a:lnTo>
                    <a:pt x="1794" y="684"/>
                  </a:lnTo>
                  <a:lnTo>
                    <a:pt x="1794" y="636"/>
                  </a:lnTo>
                  <a:lnTo>
                    <a:pt x="1800" y="630"/>
                  </a:lnTo>
                  <a:lnTo>
                    <a:pt x="1800" y="624"/>
                  </a:lnTo>
                  <a:lnTo>
                    <a:pt x="1806" y="618"/>
                  </a:lnTo>
                  <a:lnTo>
                    <a:pt x="1812" y="618"/>
                  </a:lnTo>
                  <a:lnTo>
                    <a:pt x="1818" y="624"/>
                  </a:lnTo>
                  <a:lnTo>
                    <a:pt x="1824" y="642"/>
                  </a:lnTo>
                  <a:lnTo>
                    <a:pt x="1830" y="666"/>
                  </a:lnTo>
                  <a:lnTo>
                    <a:pt x="1836" y="684"/>
                  </a:lnTo>
                  <a:lnTo>
                    <a:pt x="1836" y="702"/>
                  </a:lnTo>
                  <a:lnTo>
                    <a:pt x="1866" y="738"/>
                  </a:lnTo>
                  <a:lnTo>
                    <a:pt x="1866" y="792"/>
                  </a:lnTo>
                  <a:lnTo>
                    <a:pt x="1890" y="822"/>
                  </a:lnTo>
                  <a:lnTo>
                    <a:pt x="1890" y="858"/>
                  </a:lnTo>
                  <a:lnTo>
                    <a:pt x="1902" y="930"/>
                  </a:lnTo>
                  <a:lnTo>
                    <a:pt x="1920" y="918"/>
                  </a:lnTo>
                  <a:lnTo>
                    <a:pt x="1962" y="930"/>
                  </a:lnTo>
                  <a:lnTo>
                    <a:pt x="1962" y="870"/>
                  </a:lnTo>
                  <a:lnTo>
                    <a:pt x="1968" y="864"/>
                  </a:lnTo>
                  <a:lnTo>
                    <a:pt x="1974" y="852"/>
                  </a:lnTo>
                  <a:lnTo>
                    <a:pt x="1980" y="876"/>
                  </a:lnTo>
                  <a:lnTo>
                    <a:pt x="1998" y="876"/>
                  </a:lnTo>
                  <a:lnTo>
                    <a:pt x="2004" y="870"/>
                  </a:lnTo>
                  <a:lnTo>
                    <a:pt x="2010" y="858"/>
                  </a:lnTo>
                  <a:lnTo>
                    <a:pt x="2010" y="828"/>
                  </a:lnTo>
                  <a:lnTo>
                    <a:pt x="2004" y="822"/>
                  </a:lnTo>
                  <a:lnTo>
                    <a:pt x="2004" y="816"/>
                  </a:lnTo>
                  <a:lnTo>
                    <a:pt x="1992" y="810"/>
                  </a:lnTo>
                  <a:lnTo>
                    <a:pt x="1986" y="798"/>
                  </a:lnTo>
                  <a:lnTo>
                    <a:pt x="1974" y="792"/>
                  </a:lnTo>
                  <a:lnTo>
                    <a:pt x="1962" y="780"/>
                  </a:lnTo>
                  <a:lnTo>
                    <a:pt x="1956" y="768"/>
                  </a:lnTo>
                  <a:lnTo>
                    <a:pt x="1944" y="756"/>
                  </a:lnTo>
                  <a:lnTo>
                    <a:pt x="1944" y="750"/>
                  </a:lnTo>
                  <a:lnTo>
                    <a:pt x="1956" y="726"/>
                  </a:lnTo>
                  <a:lnTo>
                    <a:pt x="1968" y="720"/>
                  </a:lnTo>
                  <a:lnTo>
                    <a:pt x="1968" y="708"/>
                  </a:lnTo>
                  <a:lnTo>
                    <a:pt x="1962" y="696"/>
                  </a:lnTo>
                  <a:lnTo>
                    <a:pt x="1938" y="684"/>
                  </a:lnTo>
                  <a:lnTo>
                    <a:pt x="1932" y="672"/>
                  </a:lnTo>
                  <a:lnTo>
                    <a:pt x="1932" y="642"/>
                  </a:lnTo>
                  <a:lnTo>
                    <a:pt x="1938" y="636"/>
                  </a:lnTo>
                  <a:lnTo>
                    <a:pt x="1938" y="630"/>
                  </a:lnTo>
                  <a:lnTo>
                    <a:pt x="1926" y="618"/>
                  </a:lnTo>
                  <a:lnTo>
                    <a:pt x="1914" y="612"/>
                  </a:lnTo>
                  <a:lnTo>
                    <a:pt x="1896" y="594"/>
                  </a:lnTo>
                  <a:lnTo>
                    <a:pt x="1884" y="588"/>
                  </a:lnTo>
                  <a:lnTo>
                    <a:pt x="1878" y="582"/>
                  </a:lnTo>
                  <a:lnTo>
                    <a:pt x="1914" y="582"/>
                  </a:lnTo>
                  <a:lnTo>
                    <a:pt x="1926" y="576"/>
                  </a:lnTo>
                  <a:lnTo>
                    <a:pt x="1932" y="570"/>
                  </a:lnTo>
                  <a:lnTo>
                    <a:pt x="1944" y="546"/>
                  </a:lnTo>
                  <a:lnTo>
                    <a:pt x="1950" y="540"/>
                  </a:lnTo>
                  <a:lnTo>
                    <a:pt x="1956" y="528"/>
                  </a:lnTo>
                  <a:lnTo>
                    <a:pt x="1992" y="528"/>
                  </a:lnTo>
                  <a:lnTo>
                    <a:pt x="2004" y="522"/>
                  </a:lnTo>
                  <a:lnTo>
                    <a:pt x="2010" y="522"/>
                  </a:lnTo>
                  <a:lnTo>
                    <a:pt x="2016" y="516"/>
                  </a:lnTo>
                  <a:lnTo>
                    <a:pt x="2016" y="504"/>
                  </a:lnTo>
                  <a:lnTo>
                    <a:pt x="1998" y="486"/>
                  </a:lnTo>
                  <a:lnTo>
                    <a:pt x="1986" y="480"/>
                  </a:lnTo>
                  <a:lnTo>
                    <a:pt x="1974" y="486"/>
                  </a:lnTo>
                  <a:lnTo>
                    <a:pt x="1956" y="504"/>
                  </a:lnTo>
                  <a:lnTo>
                    <a:pt x="1956" y="510"/>
                  </a:lnTo>
                  <a:lnTo>
                    <a:pt x="1944" y="510"/>
                  </a:lnTo>
                  <a:lnTo>
                    <a:pt x="1932" y="504"/>
                  </a:lnTo>
                  <a:lnTo>
                    <a:pt x="1896" y="504"/>
                  </a:lnTo>
                  <a:lnTo>
                    <a:pt x="1890" y="510"/>
                  </a:lnTo>
                  <a:lnTo>
                    <a:pt x="1884" y="522"/>
                  </a:lnTo>
                  <a:lnTo>
                    <a:pt x="1854" y="552"/>
                  </a:lnTo>
                  <a:lnTo>
                    <a:pt x="1848" y="546"/>
                  </a:lnTo>
                  <a:lnTo>
                    <a:pt x="1836" y="540"/>
                  </a:lnTo>
                  <a:lnTo>
                    <a:pt x="1824" y="516"/>
                  </a:lnTo>
                  <a:lnTo>
                    <a:pt x="1788" y="498"/>
                  </a:lnTo>
                  <a:lnTo>
                    <a:pt x="1776" y="498"/>
                  </a:lnTo>
                  <a:lnTo>
                    <a:pt x="1776" y="486"/>
                  </a:lnTo>
                  <a:lnTo>
                    <a:pt x="1782" y="468"/>
                  </a:lnTo>
                  <a:lnTo>
                    <a:pt x="1782" y="456"/>
                  </a:lnTo>
                  <a:lnTo>
                    <a:pt x="1794" y="420"/>
                  </a:lnTo>
                  <a:lnTo>
                    <a:pt x="1806" y="408"/>
                  </a:lnTo>
                  <a:lnTo>
                    <a:pt x="1824" y="408"/>
                  </a:lnTo>
                  <a:lnTo>
                    <a:pt x="1842" y="414"/>
                  </a:lnTo>
                  <a:lnTo>
                    <a:pt x="1896" y="414"/>
                  </a:lnTo>
                  <a:lnTo>
                    <a:pt x="1902" y="408"/>
                  </a:lnTo>
                  <a:lnTo>
                    <a:pt x="1908" y="408"/>
                  </a:lnTo>
                  <a:lnTo>
                    <a:pt x="1908" y="402"/>
                  </a:lnTo>
                  <a:lnTo>
                    <a:pt x="1914" y="396"/>
                  </a:lnTo>
                  <a:lnTo>
                    <a:pt x="1920" y="396"/>
                  </a:lnTo>
                  <a:lnTo>
                    <a:pt x="1944" y="402"/>
                  </a:lnTo>
                  <a:lnTo>
                    <a:pt x="1980" y="420"/>
                  </a:lnTo>
                  <a:lnTo>
                    <a:pt x="2010" y="432"/>
                  </a:lnTo>
                  <a:lnTo>
                    <a:pt x="2034" y="438"/>
                  </a:lnTo>
                  <a:lnTo>
                    <a:pt x="2040" y="438"/>
                  </a:lnTo>
                  <a:lnTo>
                    <a:pt x="2052" y="432"/>
                  </a:lnTo>
                  <a:lnTo>
                    <a:pt x="2064" y="420"/>
                  </a:lnTo>
                  <a:lnTo>
                    <a:pt x="2082" y="420"/>
                  </a:lnTo>
                  <a:lnTo>
                    <a:pt x="2094" y="414"/>
                  </a:lnTo>
                  <a:lnTo>
                    <a:pt x="2106" y="414"/>
                  </a:lnTo>
                  <a:lnTo>
                    <a:pt x="2112" y="408"/>
                  </a:lnTo>
                  <a:lnTo>
                    <a:pt x="2112" y="402"/>
                  </a:lnTo>
                  <a:lnTo>
                    <a:pt x="2106" y="396"/>
                  </a:lnTo>
                  <a:lnTo>
                    <a:pt x="2106" y="390"/>
                  </a:lnTo>
                  <a:lnTo>
                    <a:pt x="2118" y="378"/>
                  </a:lnTo>
                  <a:lnTo>
                    <a:pt x="2142" y="366"/>
                  </a:lnTo>
                  <a:lnTo>
                    <a:pt x="2148" y="360"/>
                  </a:lnTo>
                  <a:lnTo>
                    <a:pt x="2160" y="354"/>
                  </a:lnTo>
                  <a:lnTo>
                    <a:pt x="2148" y="324"/>
                  </a:lnTo>
                  <a:lnTo>
                    <a:pt x="2070" y="360"/>
                  </a:lnTo>
                  <a:lnTo>
                    <a:pt x="2076" y="366"/>
                  </a:lnTo>
                  <a:lnTo>
                    <a:pt x="2076" y="372"/>
                  </a:lnTo>
                  <a:lnTo>
                    <a:pt x="2070" y="378"/>
                  </a:lnTo>
                  <a:lnTo>
                    <a:pt x="2046" y="378"/>
                  </a:lnTo>
                  <a:lnTo>
                    <a:pt x="2022" y="366"/>
                  </a:lnTo>
                  <a:lnTo>
                    <a:pt x="2004" y="366"/>
                  </a:lnTo>
                  <a:lnTo>
                    <a:pt x="1968" y="384"/>
                  </a:lnTo>
                  <a:lnTo>
                    <a:pt x="1950" y="384"/>
                  </a:lnTo>
                  <a:lnTo>
                    <a:pt x="1938" y="378"/>
                  </a:lnTo>
                  <a:lnTo>
                    <a:pt x="1926" y="378"/>
                  </a:lnTo>
                  <a:lnTo>
                    <a:pt x="1902" y="366"/>
                  </a:lnTo>
                  <a:lnTo>
                    <a:pt x="1860" y="366"/>
                  </a:lnTo>
                  <a:lnTo>
                    <a:pt x="1872" y="348"/>
                  </a:lnTo>
                  <a:lnTo>
                    <a:pt x="1860" y="348"/>
                  </a:lnTo>
                  <a:lnTo>
                    <a:pt x="1848" y="342"/>
                  </a:lnTo>
                  <a:lnTo>
                    <a:pt x="1824" y="342"/>
                  </a:lnTo>
                  <a:lnTo>
                    <a:pt x="1824" y="366"/>
                  </a:lnTo>
                  <a:lnTo>
                    <a:pt x="1812" y="378"/>
                  </a:lnTo>
                  <a:lnTo>
                    <a:pt x="1788" y="390"/>
                  </a:lnTo>
                  <a:lnTo>
                    <a:pt x="1764" y="390"/>
                  </a:lnTo>
                  <a:lnTo>
                    <a:pt x="1758" y="396"/>
                  </a:lnTo>
                  <a:lnTo>
                    <a:pt x="1758" y="426"/>
                  </a:lnTo>
                  <a:lnTo>
                    <a:pt x="1740" y="432"/>
                  </a:lnTo>
                  <a:lnTo>
                    <a:pt x="1752" y="498"/>
                  </a:lnTo>
                  <a:lnTo>
                    <a:pt x="1740" y="498"/>
                  </a:lnTo>
                  <a:lnTo>
                    <a:pt x="1734" y="510"/>
                  </a:lnTo>
                  <a:lnTo>
                    <a:pt x="1728" y="516"/>
                  </a:lnTo>
                  <a:lnTo>
                    <a:pt x="1710" y="552"/>
                  </a:lnTo>
                  <a:close/>
                  <a:moveTo>
                    <a:pt x="1986" y="576"/>
                  </a:moveTo>
                  <a:lnTo>
                    <a:pt x="1986" y="594"/>
                  </a:lnTo>
                  <a:lnTo>
                    <a:pt x="1992" y="600"/>
                  </a:lnTo>
                  <a:lnTo>
                    <a:pt x="2004" y="600"/>
                  </a:lnTo>
                  <a:lnTo>
                    <a:pt x="2016" y="588"/>
                  </a:lnTo>
                  <a:lnTo>
                    <a:pt x="2016" y="576"/>
                  </a:lnTo>
                  <a:lnTo>
                    <a:pt x="1986" y="576"/>
                  </a:lnTo>
                  <a:close/>
                  <a:moveTo>
                    <a:pt x="1686" y="1110"/>
                  </a:moveTo>
                  <a:lnTo>
                    <a:pt x="1674" y="1110"/>
                  </a:lnTo>
                  <a:lnTo>
                    <a:pt x="1668" y="1116"/>
                  </a:lnTo>
                  <a:lnTo>
                    <a:pt x="1662" y="1116"/>
                  </a:lnTo>
                  <a:lnTo>
                    <a:pt x="1614" y="1104"/>
                  </a:lnTo>
                  <a:lnTo>
                    <a:pt x="1644" y="1146"/>
                  </a:lnTo>
                  <a:lnTo>
                    <a:pt x="1650" y="1152"/>
                  </a:lnTo>
                  <a:lnTo>
                    <a:pt x="1662" y="1158"/>
                  </a:lnTo>
                  <a:lnTo>
                    <a:pt x="1668" y="1164"/>
                  </a:lnTo>
                  <a:lnTo>
                    <a:pt x="1680" y="1170"/>
                  </a:lnTo>
                  <a:lnTo>
                    <a:pt x="1692" y="1158"/>
                  </a:lnTo>
                  <a:lnTo>
                    <a:pt x="1698" y="1140"/>
                  </a:lnTo>
                  <a:lnTo>
                    <a:pt x="1698" y="1128"/>
                  </a:lnTo>
                  <a:lnTo>
                    <a:pt x="1692" y="1116"/>
                  </a:lnTo>
                  <a:lnTo>
                    <a:pt x="1686" y="1110"/>
                  </a:lnTo>
                  <a:close/>
                  <a:moveTo>
                    <a:pt x="2094" y="1104"/>
                  </a:moveTo>
                  <a:lnTo>
                    <a:pt x="2064" y="1128"/>
                  </a:lnTo>
                  <a:lnTo>
                    <a:pt x="2094" y="1134"/>
                  </a:lnTo>
                  <a:lnTo>
                    <a:pt x="2094" y="1104"/>
                  </a:lnTo>
                  <a:close/>
                  <a:moveTo>
                    <a:pt x="486" y="294"/>
                  </a:moveTo>
                  <a:lnTo>
                    <a:pt x="474" y="288"/>
                  </a:lnTo>
                  <a:lnTo>
                    <a:pt x="468" y="288"/>
                  </a:lnTo>
                  <a:lnTo>
                    <a:pt x="456" y="294"/>
                  </a:lnTo>
                  <a:lnTo>
                    <a:pt x="456" y="312"/>
                  </a:lnTo>
                  <a:lnTo>
                    <a:pt x="468" y="324"/>
                  </a:lnTo>
                  <a:lnTo>
                    <a:pt x="474" y="318"/>
                  </a:lnTo>
                  <a:lnTo>
                    <a:pt x="486" y="318"/>
                  </a:lnTo>
                  <a:lnTo>
                    <a:pt x="486" y="312"/>
                  </a:lnTo>
                  <a:lnTo>
                    <a:pt x="492" y="300"/>
                  </a:lnTo>
                  <a:lnTo>
                    <a:pt x="486" y="294"/>
                  </a:lnTo>
                  <a:close/>
                  <a:moveTo>
                    <a:pt x="2346" y="588"/>
                  </a:moveTo>
                  <a:lnTo>
                    <a:pt x="2340" y="576"/>
                  </a:lnTo>
                  <a:lnTo>
                    <a:pt x="2328" y="570"/>
                  </a:lnTo>
                  <a:lnTo>
                    <a:pt x="2310" y="552"/>
                  </a:lnTo>
                  <a:lnTo>
                    <a:pt x="2304" y="552"/>
                  </a:lnTo>
                  <a:lnTo>
                    <a:pt x="2304" y="600"/>
                  </a:lnTo>
                  <a:lnTo>
                    <a:pt x="2316" y="600"/>
                  </a:lnTo>
                  <a:lnTo>
                    <a:pt x="2328" y="606"/>
                  </a:lnTo>
                  <a:lnTo>
                    <a:pt x="2334" y="606"/>
                  </a:lnTo>
                  <a:lnTo>
                    <a:pt x="2346" y="600"/>
                  </a:lnTo>
                  <a:lnTo>
                    <a:pt x="2346" y="588"/>
                  </a:lnTo>
                  <a:close/>
                  <a:moveTo>
                    <a:pt x="2310" y="474"/>
                  </a:moveTo>
                  <a:lnTo>
                    <a:pt x="2340" y="504"/>
                  </a:lnTo>
                  <a:lnTo>
                    <a:pt x="2358" y="516"/>
                  </a:lnTo>
                  <a:lnTo>
                    <a:pt x="2382" y="528"/>
                  </a:lnTo>
                  <a:lnTo>
                    <a:pt x="2400" y="528"/>
                  </a:lnTo>
                  <a:lnTo>
                    <a:pt x="2400" y="522"/>
                  </a:lnTo>
                  <a:lnTo>
                    <a:pt x="2358" y="480"/>
                  </a:lnTo>
                  <a:lnTo>
                    <a:pt x="2358" y="468"/>
                  </a:lnTo>
                  <a:lnTo>
                    <a:pt x="2364" y="456"/>
                  </a:lnTo>
                  <a:lnTo>
                    <a:pt x="2376" y="450"/>
                  </a:lnTo>
                  <a:lnTo>
                    <a:pt x="2394" y="450"/>
                  </a:lnTo>
                  <a:lnTo>
                    <a:pt x="2406" y="456"/>
                  </a:lnTo>
                  <a:lnTo>
                    <a:pt x="2424" y="444"/>
                  </a:lnTo>
                  <a:lnTo>
                    <a:pt x="2400" y="432"/>
                  </a:lnTo>
                  <a:lnTo>
                    <a:pt x="2412" y="426"/>
                  </a:lnTo>
                  <a:lnTo>
                    <a:pt x="2424" y="402"/>
                  </a:lnTo>
                  <a:lnTo>
                    <a:pt x="2412" y="378"/>
                  </a:lnTo>
                  <a:lnTo>
                    <a:pt x="2400" y="372"/>
                  </a:lnTo>
                  <a:lnTo>
                    <a:pt x="2382" y="372"/>
                  </a:lnTo>
                  <a:lnTo>
                    <a:pt x="2358" y="396"/>
                  </a:lnTo>
                  <a:lnTo>
                    <a:pt x="2346" y="402"/>
                  </a:lnTo>
                  <a:lnTo>
                    <a:pt x="2340" y="408"/>
                  </a:lnTo>
                  <a:lnTo>
                    <a:pt x="2334" y="408"/>
                  </a:lnTo>
                  <a:lnTo>
                    <a:pt x="2328" y="402"/>
                  </a:lnTo>
                  <a:lnTo>
                    <a:pt x="2328" y="366"/>
                  </a:lnTo>
                  <a:lnTo>
                    <a:pt x="2334" y="360"/>
                  </a:lnTo>
                  <a:lnTo>
                    <a:pt x="2346" y="336"/>
                  </a:lnTo>
                  <a:lnTo>
                    <a:pt x="2346" y="318"/>
                  </a:lnTo>
                  <a:lnTo>
                    <a:pt x="2340" y="312"/>
                  </a:lnTo>
                  <a:lnTo>
                    <a:pt x="2358" y="276"/>
                  </a:lnTo>
                  <a:lnTo>
                    <a:pt x="2316" y="312"/>
                  </a:lnTo>
                  <a:lnTo>
                    <a:pt x="2316" y="342"/>
                  </a:lnTo>
                  <a:lnTo>
                    <a:pt x="2304" y="348"/>
                  </a:lnTo>
                  <a:lnTo>
                    <a:pt x="2298" y="354"/>
                  </a:lnTo>
                  <a:lnTo>
                    <a:pt x="2286" y="378"/>
                  </a:lnTo>
                  <a:lnTo>
                    <a:pt x="2286" y="408"/>
                  </a:lnTo>
                  <a:lnTo>
                    <a:pt x="2298" y="420"/>
                  </a:lnTo>
                  <a:lnTo>
                    <a:pt x="2304" y="432"/>
                  </a:lnTo>
                  <a:lnTo>
                    <a:pt x="2310" y="438"/>
                  </a:lnTo>
                  <a:lnTo>
                    <a:pt x="2310" y="444"/>
                  </a:lnTo>
                  <a:lnTo>
                    <a:pt x="2304" y="450"/>
                  </a:lnTo>
                  <a:lnTo>
                    <a:pt x="2304" y="468"/>
                  </a:lnTo>
                  <a:lnTo>
                    <a:pt x="2310" y="474"/>
                  </a:lnTo>
                  <a:close/>
                  <a:moveTo>
                    <a:pt x="2250" y="708"/>
                  </a:moveTo>
                  <a:lnTo>
                    <a:pt x="2238" y="696"/>
                  </a:lnTo>
                  <a:lnTo>
                    <a:pt x="2214" y="708"/>
                  </a:lnTo>
                  <a:lnTo>
                    <a:pt x="2214" y="732"/>
                  </a:lnTo>
                  <a:lnTo>
                    <a:pt x="2220" y="744"/>
                  </a:lnTo>
                  <a:lnTo>
                    <a:pt x="2226" y="750"/>
                  </a:lnTo>
                  <a:lnTo>
                    <a:pt x="2250" y="762"/>
                  </a:lnTo>
                  <a:lnTo>
                    <a:pt x="2274" y="762"/>
                  </a:lnTo>
                  <a:lnTo>
                    <a:pt x="2280" y="750"/>
                  </a:lnTo>
                  <a:lnTo>
                    <a:pt x="2280" y="738"/>
                  </a:lnTo>
                  <a:lnTo>
                    <a:pt x="2274" y="726"/>
                  </a:lnTo>
                  <a:lnTo>
                    <a:pt x="2274" y="714"/>
                  </a:lnTo>
                  <a:lnTo>
                    <a:pt x="2268" y="708"/>
                  </a:lnTo>
                  <a:lnTo>
                    <a:pt x="2268" y="702"/>
                  </a:lnTo>
                  <a:lnTo>
                    <a:pt x="2250" y="708"/>
                  </a:lnTo>
                  <a:close/>
                  <a:moveTo>
                    <a:pt x="2148" y="1104"/>
                  </a:moveTo>
                  <a:lnTo>
                    <a:pt x="2226" y="1092"/>
                  </a:lnTo>
                  <a:lnTo>
                    <a:pt x="2166" y="1074"/>
                  </a:lnTo>
                  <a:lnTo>
                    <a:pt x="2148" y="1104"/>
                  </a:lnTo>
                  <a:close/>
                  <a:moveTo>
                    <a:pt x="2544" y="750"/>
                  </a:moveTo>
                  <a:lnTo>
                    <a:pt x="2520" y="732"/>
                  </a:lnTo>
                  <a:lnTo>
                    <a:pt x="2526" y="714"/>
                  </a:lnTo>
                  <a:lnTo>
                    <a:pt x="2514" y="702"/>
                  </a:lnTo>
                  <a:lnTo>
                    <a:pt x="2508" y="690"/>
                  </a:lnTo>
                  <a:lnTo>
                    <a:pt x="2490" y="684"/>
                  </a:lnTo>
                  <a:lnTo>
                    <a:pt x="2472" y="672"/>
                  </a:lnTo>
                  <a:lnTo>
                    <a:pt x="2442" y="666"/>
                  </a:lnTo>
                  <a:lnTo>
                    <a:pt x="2424" y="666"/>
                  </a:lnTo>
                  <a:lnTo>
                    <a:pt x="2388" y="684"/>
                  </a:lnTo>
                  <a:lnTo>
                    <a:pt x="2358" y="684"/>
                  </a:lnTo>
                  <a:lnTo>
                    <a:pt x="2346" y="696"/>
                  </a:lnTo>
                  <a:lnTo>
                    <a:pt x="2340" y="708"/>
                  </a:lnTo>
                  <a:lnTo>
                    <a:pt x="2340" y="726"/>
                  </a:lnTo>
                  <a:lnTo>
                    <a:pt x="2346" y="732"/>
                  </a:lnTo>
                  <a:lnTo>
                    <a:pt x="2364" y="714"/>
                  </a:lnTo>
                  <a:lnTo>
                    <a:pt x="2364" y="726"/>
                  </a:lnTo>
                  <a:lnTo>
                    <a:pt x="2370" y="738"/>
                  </a:lnTo>
                  <a:lnTo>
                    <a:pt x="2376" y="744"/>
                  </a:lnTo>
                  <a:lnTo>
                    <a:pt x="2388" y="738"/>
                  </a:lnTo>
                  <a:lnTo>
                    <a:pt x="2394" y="732"/>
                  </a:lnTo>
                  <a:lnTo>
                    <a:pt x="2394" y="726"/>
                  </a:lnTo>
                  <a:lnTo>
                    <a:pt x="2400" y="720"/>
                  </a:lnTo>
                  <a:lnTo>
                    <a:pt x="2400" y="714"/>
                  </a:lnTo>
                  <a:lnTo>
                    <a:pt x="2406" y="726"/>
                  </a:lnTo>
                  <a:lnTo>
                    <a:pt x="2418" y="732"/>
                  </a:lnTo>
                  <a:lnTo>
                    <a:pt x="2430" y="732"/>
                  </a:lnTo>
                  <a:lnTo>
                    <a:pt x="2442" y="720"/>
                  </a:lnTo>
                  <a:lnTo>
                    <a:pt x="2454" y="714"/>
                  </a:lnTo>
                  <a:lnTo>
                    <a:pt x="2460" y="708"/>
                  </a:lnTo>
                  <a:lnTo>
                    <a:pt x="2472" y="762"/>
                  </a:lnTo>
                  <a:lnTo>
                    <a:pt x="2502" y="738"/>
                  </a:lnTo>
                  <a:lnTo>
                    <a:pt x="2538" y="774"/>
                  </a:lnTo>
                  <a:lnTo>
                    <a:pt x="2544" y="750"/>
                  </a:lnTo>
                  <a:close/>
                  <a:moveTo>
                    <a:pt x="3264" y="678"/>
                  </a:moveTo>
                  <a:lnTo>
                    <a:pt x="3222" y="648"/>
                  </a:lnTo>
                  <a:lnTo>
                    <a:pt x="3210" y="648"/>
                  </a:lnTo>
                  <a:lnTo>
                    <a:pt x="3198" y="654"/>
                  </a:lnTo>
                  <a:lnTo>
                    <a:pt x="3180" y="654"/>
                  </a:lnTo>
                  <a:lnTo>
                    <a:pt x="3162" y="648"/>
                  </a:lnTo>
                  <a:lnTo>
                    <a:pt x="3126" y="630"/>
                  </a:lnTo>
                  <a:lnTo>
                    <a:pt x="3096" y="612"/>
                  </a:lnTo>
                  <a:lnTo>
                    <a:pt x="3060" y="594"/>
                  </a:lnTo>
                  <a:lnTo>
                    <a:pt x="3042" y="582"/>
                  </a:lnTo>
                  <a:lnTo>
                    <a:pt x="3030" y="582"/>
                  </a:lnTo>
                  <a:lnTo>
                    <a:pt x="3006" y="594"/>
                  </a:lnTo>
                  <a:lnTo>
                    <a:pt x="3000" y="600"/>
                  </a:lnTo>
                  <a:lnTo>
                    <a:pt x="2988" y="606"/>
                  </a:lnTo>
                  <a:lnTo>
                    <a:pt x="3006" y="630"/>
                  </a:lnTo>
                  <a:lnTo>
                    <a:pt x="2928" y="642"/>
                  </a:lnTo>
                  <a:lnTo>
                    <a:pt x="2934" y="666"/>
                  </a:lnTo>
                  <a:lnTo>
                    <a:pt x="2928" y="678"/>
                  </a:lnTo>
                  <a:lnTo>
                    <a:pt x="2922" y="684"/>
                  </a:lnTo>
                  <a:lnTo>
                    <a:pt x="2916" y="696"/>
                  </a:lnTo>
                  <a:lnTo>
                    <a:pt x="2880" y="720"/>
                  </a:lnTo>
                  <a:lnTo>
                    <a:pt x="2862" y="726"/>
                  </a:lnTo>
                  <a:lnTo>
                    <a:pt x="2844" y="726"/>
                  </a:lnTo>
                  <a:lnTo>
                    <a:pt x="2832" y="720"/>
                  </a:lnTo>
                  <a:lnTo>
                    <a:pt x="2826" y="714"/>
                  </a:lnTo>
                  <a:lnTo>
                    <a:pt x="2820" y="702"/>
                  </a:lnTo>
                  <a:lnTo>
                    <a:pt x="2820" y="678"/>
                  </a:lnTo>
                  <a:lnTo>
                    <a:pt x="2814" y="672"/>
                  </a:lnTo>
                  <a:lnTo>
                    <a:pt x="2814" y="660"/>
                  </a:lnTo>
                  <a:lnTo>
                    <a:pt x="2808" y="666"/>
                  </a:lnTo>
                  <a:lnTo>
                    <a:pt x="2808" y="672"/>
                  </a:lnTo>
                  <a:lnTo>
                    <a:pt x="2802" y="684"/>
                  </a:lnTo>
                  <a:lnTo>
                    <a:pt x="2796" y="690"/>
                  </a:lnTo>
                  <a:lnTo>
                    <a:pt x="2796" y="696"/>
                  </a:lnTo>
                  <a:lnTo>
                    <a:pt x="2796" y="690"/>
                  </a:lnTo>
                  <a:lnTo>
                    <a:pt x="2790" y="684"/>
                  </a:lnTo>
                  <a:lnTo>
                    <a:pt x="2790" y="672"/>
                  </a:lnTo>
                  <a:lnTo>
                    <a:pt x="2784" y="660"/>
                  </a:lnTo>
                  <a:lnTo>
                    <a:pt x="2784" y="576"/>
                  </a:lnTo>
                  <a:lnTo>
                    <a:pt x="2778" y="558"/>
                  </a:lnTo>
                  <a:lnTo>
                    <a:pt x="2760" y="522"/>
                  </a:lnTo>
                  <a:lnTo>
                    <a:pt x="2724" y="522"/>
                  </a:lnTo>
                  <a:lnTo>
                    <a:pt x="2718" y="510"/>
                  </a:lnTo>
                  <a:lnTo>
                    <a:pt x="2694" y="498"/>
                  </a:lnTo>
                  <a:lnTo>
                    <a:pt x="2676" y="486"/>
                  </a:lnTo>
                  <a:lnTo>
                    <a:pt x="2652" y="486"/>
                  </a:lnTo>
                  <a:lnTo>
                    <a:pt x="2634" y="498"/>
                  </a:lnTo>
                  <a:lnTo>
                    <a:pt x="2628" y="504"/>
                  </a:lnTo>
                  <a:lnTo>
                    <a:pt x="2616" y="510"/>
                  </a:lnTo>
                  <a:lnTo>
                    <a:pt x="2610" y="522"/>
                  </a:lnTo>
                  <a:lnTo>
                    <a:pt x="2586" y="528"/>
                  </a:lnTo>
                  <a:lnTo>
                    <a:pt x="2580" y="546"/>
                  </a:lnTo>
                  <a:lnTo>
                    <a:pt x="2562" y="558"/>
                  </a:lnTo>
                  <a:lnTo>
                    <a:pt x="2562" y="540"/>
                  </a:lnTo>
                  <a:lnTo>
                    <a:pt x="2556" y="534"/>
                  </a:lnTo>
                  <a:lnTo>
                    <a:pt x="2532" y="534"/>
                  </a:lnTo>
                  <a:lnTo>
                    <a:pt x="2532" y="546"/>
                  </a:lnTo>
                  <a:lnTo>
                    <a:pt x="2544" y="570"/>
                  </a:lnTo>
                  <a:lnTo>
                    <a:pt x="2568" y="582"/>
                  </a:lnTo>
                  <a:lnTo>
                    <a:pt x="2604" y="582"/>
                  </a:lnTo>
                  <a:lnTo>
                    <a:pt x="2616" y="588"/>
                  </a:lnTo>
                  <a:lnTo>
                    <a:pt x="2622" y="594"/>
                  </a:lnTo>
                  <a:lnTo>
                    <a:pt x="2628" y="594"/>
                  </a:lnTo>
                  <a:lnTo>
                    <a:pt x="2628" y="618"/>
                  </a:lnTo>
                  <a:lnTo>
                    <a:pt x="2634" y="630"/>
                  </a:lnTo>
                  <a:lnTo>
                    <a:pt x="2640" y="636"/>
                  </a:lnTo>
                  <a:lnTo>
                    <a:pt x="2652" y="642"/>
                  </a:lnTo>
                  <a:lnTo>
                    <a:pt x="2694" y="642"/>
                  </a:lnTo>
                  <a:lnTo>
                    <a:pt x="2712" y="636"/>
                  </a:lnTo>
                  <a:lnTo>
                    <a:pt x="2754" y="636"/>
                  </a:lnTo>
                  <a:lnTo>
                    <a:pt x="2760" y="642"/>
                  </a:lnTo>
                  <a:lnTo>
                    <a:pt x="2760" y="660"/>
                  </a:lnTo>
                  <a:lnTo>
                    <a:pt x="2700" y="660"/>
                  </a:lnTo>
                  <a:lnTo>
                    <a:pt x="2688" y="666"/>
                  </a:lnTo>
                  <a:lnTo>
                    <a:pt x="2676" y="678"/>
                  </a:lnTo>
                  <a:lnTo>
                    <a:pt x="2640" y="678"/>
                  </a:lnTo>
                  <a:lnTo>
                    <a:pt x="2616" y="690"/>
                  </a:lnTo>
                  <a:lnTo>
                    <a:pt x="2616" y="696"/>
                  </a:lnTo>
                  <a:lnTo>
                    <a:pt x="2622" y="696"/>
                  </a:lnTo>
                  <a:lnTo>
                    <a:pt x="2646" y="708"/>
                  </a:lnTo>
                  <a:lnTo>
                    <a:pt x="2658" y="708"/>
                  </a:lnTo>
                  <a:lnTo>
                    <a:pt x="2676" y="726"/>
                  </a:lnTo>
                  <a:lnTo>
                    <a:pt x="2682" y="738"/>
                  </a:lnTo>
                  <a:lnTo>
                    <a:pt x="2688" y="744"/>
                  </a:lnTo>
                  <a:lnTo>
                    <a:pt x="2682" y="750"/>
                  </a:lnTo>
                  <a:lnTo>
                    <a:pt x="2676" y="762"/>
                  </a:lnTo>
                  <a:lnTo>
                    <a:pt x="2676" y="774"/>
                  </a:lnTo>
                  <a:lnTo>
                    <a:pt x="2670" y="780"/>
                  </a:lnTo>
                  <a:lnTo>
                    <a:pt x="2676" y="792"/>
                  </a:lnTo>
                  <a:lnTo>
                    <a:pt x="2682" y="798"/>
                  </a:lnTo>
                  <a:lnTo>
                    <a:pt x="2694" y="792"/>
                  </a:lnTo>
                  <a:lnTo>
                    <a:pt x="2706" y="780"/>
                  </a:lnTo>
                  <a:lnTo>
                    <a:pt x="2712" y="768"/>
                  </a:lnTo>
                  <a:lnTo>
                    <a:pt x="2718" y="762"/>
                  </a:lnTo>
                  <a:lnTo>
                    <a:pt x="2718" y="750"/>
                  </a:lnTo>
                  <a:lnTo>
                    <a:pt x="2724" y="744"/>
                  </a:lnTo>
                  <a:lnTo>
                    <a:pt x="2736" y="720"/>
                  </a:lnTo>
                  <a:lnTo>
                    <a:pt x="2742" y="714"/>
                  </a:lnTo>
                  <a:lnTo>
                    <a:pt x="2748" y="702"/>
                  </a:lnTo>
                  <a:lnTo>
                    <a:pt x="2748" y="744"/>
                  </a:lnTo>
                  <a:lnTo>
                    <a:pt x="2754" y="750"/>
                  </a:lnTo>
                  <a:lnTo>
                    <a:pt x="2766" y="756"/>
                  </a:lnTo>
                  <a:lnTo>
                    <a:pt x="2772" y="768"/>
                  </a:lnTo>
                  <a:lnTo>
                    <a:pt x="2784" y="774"/>
                  </a:lnTo>
                  <a:lnTo>
                    <a:pt x="2790" y="780"/>
                  </a:lnTo>
                  <a:lnTo>
                    <a:pt x="2814" y="780"/>
                  </a:lnTo>
                  <a:lnTo>
                    <a:pt x="2820" y="774"/>
                  </a:lnTo>
                  <a:lnTo>
                    <a:pt x="2826" y="774"/>
                  </a:lnTo>
                  <a:lnTo>
                    <a:pt x="2814" y="792"/>
                  </a:lnTo>
                  <a:lnTo>
                    <a:pt x="2844" y="822"/>
                  </a:lnTo>
                  <a:lnTo>
                    <a:pt x="2904" y="822"/>
                  </a:lnTo>
                  <a:lnTo>
                    <a:pt x="2940" y="846"/>
                  </a:lnTo>
                  <a:lnTo>
                    <a:pt x="2976" y="864"/>
                  </a:lnTo>
                  <a:lnTo>
                    <a:pt x="3006" y="876"/>
                  </a:lnTo>
                  <a:lnTo>
                    <a:pt x="3036" y="894"/>
                  </a:lnTo>
                  <a:lnTo>
                    <a:pt x="3066" y="924"/>
                  </a:lnTo>
                  <a:lnTo>
                    <a:pt x="3066" y="972"/>
                  </a:lnTo>
                  <a:lnTo>
                    <a:pt x="3090" y="996"/>
                  </a:lnTo>
                  <a:lnTo>
                    <a:pt x="3102" y="1002"/>
                  </a:lnTo>
                  <a:lnTo>
                    <a:pt x="3096" y="1002"/>
                  </a:lnTo>
                  <a:lnTo>
                    <a:pt x="3084" y="1008"/>
                  </a:lnTo>
                  <a:lnTo>
                    <a:pt x="3078" y="1014"/>
                  </a:lnTo>
                  <a:lnTo>
                    <a:pt x="3078" y="1020"/>
                  </a:lnTo>
                  <a:lnTo>
                    <a:pt x="3090" y="1032"/>
                  </a:lnTo>
                  <a:lnTo>
                    <a:pt x="3114" y="1032"/>
                  </a:lnTo>
                  <a:lnTo>
                    <a:pt x="3090" y="1044"/>
                  </a:lnTo>
                  <a:lnTo>
                    <a:pt x="3090" y="1056"/>
                  </a:lnTo>
                  <a:lnTo>
                    <a:pt x="3102" y="1062"/>
                  </a:lnTo>
                  <a:lnTo>
                    <a:pt x="3108" y="1092"/>
                  </a:lnTo>
                  <a:lnTo>
                    <a:pt x="3096" y="1122"/>
                  </a:lnTo>
                  <a:lnTo>
                    <a:pt x="3120" y="1122"/>
                  </a:lnTo>
                  <a:lnTo>
                    <a:pt x="3126" y="1116"/>
                  </a:lnTo>
                  <a:lnTo>
                    <a:pt x="3138" y="1116"/>
                  </a:lnTo>
                  <a:lnTo>
                    <a:pt x="3150" y="1110"/>
                  </a:lnTo>
                  <a:lnTo>
                    <a:pt x="3162" y="1110"/>
                  </a:lnTo>
                  <a:lnTo>
                    <a:pt x="3168" y="1104"/>
                  </a:lnTo>
                  <a:lnTo>
                    <a:pt x="3174" y="1104"/>
                  </a:lnTo>
                  <a:lnTo>
                    <a:pt x="3174" y="1134"/>
                  </a:lnTo>
                  <a:lnTo>
                    <a:pt x="3234" y="1194"/>
                  </a:lnTo>
                  <a:lnTo>
                    <a:pt x="3240" y="1194"/>
                  </a:lnTo>
                  <a:lnTo>
                    <a:pt x="3240" y="1146"/>
                  </a:lnTo>
                  <a:lnTo>
                    <a:pt x="3234" y="1122"/>
                  </a:lnTo>
                  <a:lnTo>
                    <a:pt x="3234" y="1116"/>
                  </a:lnTo>
                  <a:lnTo>
                    <a:pt x="3240" y="1110"/>
                  </a:lnTo>
                  <a:lnTo>
                    <a:pt x="3240" y="1098"/>
                  </a:lnTo>
                  <a:lnTo>
                    <a:pt x="3246" y="1086"/>
                  </a:lnTo>
                  <a:lnTo>
                    <a:pt x="3246" y="1062"/>
                  </a:lnTo>
                  <a:lnTo>
                    <a:pt x="3252" y="1050"/>
                  </a:lnTo>
                  <a:lnTo>
                    <a:pt x="3252" y="1020"/>
                  </a:lnTo>
                  <a:lnTo>
                    <a:pt x="3240" y="1020"/>
                  </a:lnTo>
                  <a:lnTo>
                    <a:pt x="3228" y="1014"/>
                  </a:lnTo>
                  <a:lnTo>
                    <a:pt x="3222" y="1008"/>
                  </a:lnTo>
                  <a:lnTo>
                    <a:pt x="3222" y="1002"/>
                  </a:lnTo>
                  <a:lnTo>
                    <a:pt x="3234" y="990"/>
                  </a:lnTo>
                  <a:lnTo>
                    <a:pt x="3246" y="984"/>
                  </a:lnTo>
                  <a:lnTo>
                    <a:pt x="3252" y="978"/>
                  </a:lnTo>
                  <a:lnTo>
                    <a:pt x="3252" y="864"/>
                  </a:lnTo>
                  <a:lnTo>
                    <a:pt x="3258" y="846"/>
                  </a:lnTo>
                  <a:lnTo>
                    <a:pt x="3258" y="708"/>
                  </a:lnTo>
                  <a:lnTo>
                    <a:pt x="3264" y="678"/>
                  </a:lnTo>
                  <a:close/>
                  <a:moveTo>
                    <a:pt x="336" y="666"/>
                  </a:moveTo>
                  <a:lnTo>
                    <a:pt x="330" y="672"/>
                  </a:lnTo>
                  <a:lnTo>
                    <a:pt x="354" y="696"/>
                  </a:lnTo>
                  <a:lnTo>
                    <a:pt x="360" y="708"/>
                  </a:lnTo>
                  <a:lnTo>
                    <a:pt x="366" y="714"/>
                  </a:lnTo>
                  <a:lnTo>
                    <a:pt x="378" y="714"/>
                  </a:lnTo>
                  <a:lnTo>
                    <a:pt x="378" y="696"/>
                  </a:lnTo>
                  <a:lnTo>
                    <a:pt x="366" y="690"/>
                  </a:lnTo>
                  <a:lnTo>
                    <a:pt x="360" y="678"/>
                  </a:lnTo>
                  <a:lnTo>
                    <a:pt x="348" y="672"/>
                  </a:lnTo>
                  <a:lnTo>
                    <a:pt x="342" y="666"/>
                  </a:lnTo>
                  <a:lnTo>
                    <a:pt x="336" y="666"/>
                  </a:lnTo>
                  <a:close/>
                  <a:moveTo>
                    <a:pt x="2526" y="1104"/>
                  </a:moveTo>
                  <a:lnTo>
                    <a:pt x="2544" y="1116"/>
                  </a:lnTo>
                  <a:lnTo>
                    <a:pt x="2574" y="1092"/>
                  </a:lnTo>
                  <a:lnTo>
                    <a:pt x="2592" y="1092"/>
                  </a:lnTo>
                  <a:lnTo>
                    <a:pt x="2604" y="1080"/>
                  </a:lnTo>
                  <a:lnTo>
                    <a:pt x="2604" y="1062"/>
                  </a:lnTo>
                  <a:lnTo>
                    <a:pt x="2592" y="1056"/>
                  </a:lnTo>
                  <a:lnTo>
                    <a:pt x="2586" y="1056"/>
                  </a:lnTo>
                  <a:lnTo>
                    <a:pt x="2574" y="1062"/>
                  </a:lnTo>
                  <a:lnTo>
                    <a:pt x="2556" y="1068"/>
                  </a:lnTo>
                  <a:lnTo>
                    <a:pt x="2526" y="1098"/>
                  </a:lnTo>
                  <a:lnTo>
                    <a:pt x="2526" y="1104"/>
                  </a:lnTo>
                  <a:close/>
                  <a:moveTo>
                    <a:pt x="3096" y="1068"/>
                  </a:moveTo>
                  <a:lnTo>
                    <a:pt x="3090" y="1068"/>
                  </a:lnTo>
                  <a:lnTo>
                    <a:pt x="3090" y="1062"/>
                  </a:lnTo>
                  <a:lnTo>
                    <a:pt x="3084" y="1062"/>
                  </a:lnTo>
                  <a:lnTo>
                    <a:pt x="3078" y="1056"/>
                  </a:lnTo>
                  <a:lnTo>
                    <a:pt x="3066" y="1056"/>
                  </a:lnTo>
                  <a:lnTo>
                    <a:pt x="3048" y="1062"/>
                  </a:lnTo>
                  <a:lnTo>
                    <a:pt x="3024" y="1086"/>
                  </a:lnTo>
                  <a:lnTo>
                    <a:pt x="3012" y="1122"/>
                  </a:lnTo>
                  <a:lnTo>
                    <a:pt x="3012" y="1134"/>
                  </a:lnTo>
                  <a:lnTo>
                    <a:pt x="3072" y="1128"/>
                  </a:lnTo>
                  <a:lnTo>
                    <a:pt x="3084" y="1128"/>
                  </a:lnTo>
                  <a:lnTo>
                    <a:pt x="3090" y="1122"/>
                  </a:lnTo>
                  <a:lnTo>
                    <a:pt x="3102" y="1092"/>
                  </a:lnTo>
                  <a:lnTo>
                    <a:pt x="3096" y="1068"/>
                  </a:lnTo>
                  <a:close/>
                  <a:moveTo>
                    <a:pt x="2778" y="942"/>
                  </a:moveTo>
                  <a:lnTo>
                    <a:pt x="2766" y="960"/>
                  </a:lnTo>
                  <a:lnTo>
                    <a:pt x="2766" y="1014"/>
                  </a:lnTo>
                  <a:lnTo>
                    <a:pt x="2784" y="1014"/>
                  </a:lnTo>
                  <a:lnTo>
                    <a:pt x="2778" y="996"/>
                  </a:lnTo>
                  <a:lnTo>
                    <a:pt x="2790" y="990"/>
                  </a:lnTo>
                  <a:lnTo>
                    <a:pt x="2790" y="972"/>
                  </a:lnTo>
                  <a:lnTo>
                    <a:pt x="2778" y="972"/>
                  </a:lnTo>
                  <a:lnTo>
                    <a:pt x="2796" y="936"/>
                  </a:lnTo>
                  <a:lnTo>
                    <a:pt x="2814" y="906"/>
                  </a:lnTo>
                  <a:lnTo>
                    <a:pt x="2784" y="912"/>
                  </a:lnTo>
                  <a:lnTo>
                    <a:pt x="2778" y="942"/>
                  </a:lnTo>
                  <a:close/>
                  <a:moveTo>
                    <a:pt x="2136" y="600"/>
                  </a:moveTo>
                  <a:lnTo>
                    <a:pt x="2124" y="594"/>
                  </a:lnTo>
                  <a:lnTo>
                    <a:pt x="2118" y="594"/>
                  </a:lnTo>
                  <a:lnTo>
                    <a:pt x="2106" y="588"/>
                  </a:lnTo>
                  <a:lnTo>
                    <a:pt x="2088" y="588"/>
                  </a:lnTo>
                  <a:lnTo>
                    <a:pt x="2082" y="594"/>
                  </a:lnTo>
                  <a:lnTo>
                    <a:pt x="2082" y="600"/>
                  </a:lnTo>
                  <a:lnTo>
                    <a:pt x="2076" y="606"/>
                  </a:lnTo>
                  <a:lnTo>
                    <a:pt x="2082" y="612"/>
                  </a:lnTo>
                  <a:lnTo>
                    <a:pt x="2094" y="618"/>
                  </a:lnTo>
                  <a:lnTo>
                    <a:pt x="2136" y="618"/>
                  </a:lnTo>
                  <a:lnTo>
                    <a:pt x="2214" y="606"/>
                  </a:lnTo>
                  <a:lnTo>
                    <a:pt x="2136" y="600"/>
                  </a:lnTo>
                  <a:close/>
                  <a:moveTo>
                    <a:pt x="1308" y="1038"/>
                  </a:moveTo>
                  <a:lnTo>
                    <a:pt x="1368" y="1002"/>
                  </a:lnTo>
                  <a:lnTo>
                    <a:pt x="1362" y="990"/>
                  </a:lnTo>
                  <a:lnTo>
                    <a:pt x="1350" y="990"/>
                  </a:lnTo>
                  <a:lnTo>
                    <a:pt x="1332" y="996"/>
                  </a:lnTo>
                  <a:lnTo>
                    <a:pt x="1320" y="996"/>
                  </a:lnTo>
                  <a:lnTo>
                    <a:pt x="1302" y="1002"/>
                  </a:lnTo>
                  <a:lnTo>
                    <a:pt x="1290" y="1008"/>
                  </a:lnTo>
                  <a:lnTo>
                    <a:pt x="1284" y="1014"/>
                  </a:lnTo>
                  <a:lnTo>
                    <a:pt x="1284" y="1032"/>
                  </a:lnTo>
                  <a:lnTo>
                    <a:pt x="1290" y="1038"/>
                  </a:lnTo>
                  <a:lnTo>
                    <a:pt x="1308" y="1038"/>
                  </a:lnTo>
                  <a:close/>
                  <a:moveTo>
                    <a:pt x="1428" y="1116"/>
                  </a:moveTo>
                  <a:lnTo>
                    <a:pt x="1392" y="1116"/>
                  </a:lnTo>
                  <a:lnTo>
                    <a:pt x="1386" y="1146"/>
                  </a:lnTo>
                  <a:lnTo>
                    <a:pt x="1386" y="1152"/>
                  </a:lnTo>
                  <a:lnTo>
                    <a:pt x="1404" y="1170"/>
                  </a:lnTo>
                  <a:lnTo>
                    <a:pt x="1416" y="1176"/>
                  </a:lnTo>
                  <a:lnTo>
                    <a:pt x="1428" y="1164"/>
                  </a:lnTo>
                  <a:lnTo>
                    <a:pt x="1440" y="1140"/>
                  </a:lnTo>
                  <a:lnTo>
                    <a:pt x="1440" y="1128"/>
                  </a:lnTo>
                  <a:lnTo>
                    <a:pt x="1428" y="1116"/>
                  </a:lnTo>
                  <a:close/>
                  <a:moveTo>
                    <a:pt x="708" y="930"/>
                  </a:moveTo>
                  <a:lnTo>
                    <a:pt x="714" y="924"/>
                  </a:lnTo>
                  <a:lnTo>
                    <a:pt x="714" y="900"/>
                  </a:lnTo>
                  <a:lnTo>
                    <a:pt x="744" y="924"/>
                  </a:lnTo>
                  <a:lnTo>
                    <a:pt x="744" y="918"/>
                  </a:lnTo>
                  <a:lnTo>
                    <a:pt x="750" y="912"/>
                  </a:lnTo>
                  <a:lnTo>
                    <a:pt x="750" y="900"/>
                  </a:lnTo>
                  <a:lnTo>
                    <a:pt x="756" y="882"/>
                  </a:lnTo>
                  <a:lnTo>
                    <a:pt x="756" y="840"/>
                  </a:lnTo>
                  <a:lnTo>
                    <a:pt x="762" y="822"/>
                  </a:lnTo>
                  <a:lnTo>
                    <a:pt x="762" y="810"/>
                  </a:lnTo>
                  <a:lnTo>
                    <a:pt x="768" y="792"/>
                  </a:lnTo>
                  <a:lnTo>
                    <a:pt x="768" y="780"/>
                  </a:lnTo>
                  <a:lnTo>
                    <a:pt x="762" y="774"/>
                  </a:lnTo>
                  <a:lnTo>
                    <a:pt x="756" y="762"/>
                  </a:lnTo>
                  <a:lnTo>
                    <a:pt x="756" y="750"/>
                  </a:lnTo>
                  <a:lnTo>
                    <a:pt x="768" y="726"/>
                  </a:lnTo>
                  <a:lnTo>
                    <a:pt x="774" y="720"/>
                  </a:lnTo>
                  <a:lnTo>
                    <a:pt x="774" y="714"/>
                  </a:lnTo>
                  <a:lnTo>
                    <a:pt x="756" y="696"/>
                  </a:lnTo>
                  <a:lnTo>
                    <a:pt x="744" y="654"/>
                  </a:lnTo>
                  <a:lnTo>
                    <a:pt x="702" y="654"/>
                  </a:lnTo>
                  <a:lnTo>
                    <a:pt x="702" y="618"/>
                  </a:lnTo>
                  <a:lnTo>
                    <a:pt x="666" y="618"/>
                  </a:lnTo>
                  <a:lnTo>
                    <a:pt x="660" y="546"/>
                  </a:lnTo>
                  <a:lnTo>
                    <a:pt x="606" y="546"/>
                  </a:lnTo>
                  <a:lnTo>
                    <a:pt x="594" y="534"/>
                  </a:lnTo>
                  <a:lnTo>
                    <a:pt x="594" y="504"/>
                  </a:lnTo>
                  <a:lnTo>
                    <a:pt x="600" y="498"/>
                  </a:lnTo>
                  <a:lnTo>
                    <a:pt x="606" y="486"/>
                  </a:lnTo>
                  <a:lnTo>
                    <a:pt x="582" y="486"/>
                  </a:lnTo>
                  <a:lnTo>
                    <a:pt x="600" y="468"/>
                  </a:lnTo>
                  <a:lnTo>
                    <a:pt x="606" y="456"/>
                  </a:lnTo>
                  <a:lnTo>
                    <a:pt x="612" y="450"/>
                  </a:lnTo>
                  <a:lnTo>
                    <a:pt x="612" y="438"/>
                  </a:lnTo>
                  <a:lnTo>
                    <a:pt x="600" y="426"/>
                  </a:lnTo>
                  <a:lnTo>
                    <a:pt x="588" y="432"/>
                  </a:lnTo>
                  <a:lnTo>
                    <a:pt x="570" y="432"/>
                  </a:lnTo>
                  <a:lnTo>
                    <a:pt x="552" y="438"/>
                  </a:lnTo>
                  <a:lnTo>
                    <a:pt x="540" y="438"/>
                  </a:lnTo>
                  <a:lnTo>
                    <a:pt x="534" y="444"/>
                  </a:lnTo>
                  <a:lnTo>
                    <a:pt x="528" y="444"/>
                  </a:lnTo>
                  <a:lnTo>
                    <a:pt x="534" y="438"/>
                  </a:lnTo>
                  <a:lnTo>
                    <a:pt x="546" y="432"/>
                  </a:lnTo>
                  <a:lnTo>
                    <a:pt x="552" y="420"/>
                  </a:lnTo>
                  <a:lnTo>
                    <a:pt x="558" y="414"/>
                  </a:lnTo>
                  <a:lnTo>
                    <a:pt x="558" y="402"/>
                  </a:lnTo>
                  <a:lnTo>
                    <a:pt x="546" y="396"/>
                  </a:lnTo>
                  <a:lnTo>
                    <a:pt x="534" y="396"/>
                  </a:lnTo>
                  <a:lnTo>
                    <a:pt x="522" y="390"/>
                  </a:lnTo>
                  <a:lnTo>
                    <a:pt x="510" y="390"/>
                  </a:lnTo>
                  <a:lnTo>
                    <a:pt x="516" y="384"/>
                  </a:lnTo>
                  <a:lnTo>
                    <a:pt x="516" y="378"/>
                  </a:lnTo>
                  <a:lnTo>
                    <a:pt x="504" y="354"/>
                  </a:lnTo>
                  <a:lnTo>
                    <a:pt x="492" y="342"/>
                  </a:lnTo>
                  <a:lnTo>
                    <a:pt x="480" y="336"/>
                  </a:lnTo>
                  <a:lnTo>
                    <a:pt x="462" y="330"/>
                  </a:lnTo>
                  <a:lnTo>
                    <a:pt x="456" y="324"/>
                  </a:lnTo>
                  <a:lnTo>
                    <a:pt x="450" y="324"/>
                  </a:lnTo>
                  <a:lnTo>
                    <a:pt x="450" y="318"/>
                  </a:lnTo>
                  <a:lnTo>
                    <a:pt x="444" y="312"/>
                  </a:lnTo>
                  <a:lnTo>
                    <a:pt x="438" y="300"/>
                  </a:lnTo>
                  <a:lnTo>
                    <a:pt x="438" y="288"/>
                  </a:lnTo>
                  <a:lnTo>
                    <a:pt x="426" y="276"/>
                  </a:lnTo>
                  <a:lnTo>
                    <a:pt x="414" y="276"/>
                  </a:lnTo>
                  <a:lnTo>
                    <a:pt x="408" y="282"/>
                  </a:lnTo>
                  <a:lnTo>
                    <a:pt x="414" y="306"/>
                  </a:lnTo>
                  <a:lnTo>
                    <a:pt x="408" y="300"/>
                  </a:lnTo>
                  <a:lnTo>
                    <a:pt x="396" y="294"/>
                  </a:lnTo>
                  <a:lnTo>
                    <a:pt x="360" y="258"/>
                  </a:lnTo>
                  <a:lnTo>
                    <a:pt x="360" y="246"/>
                  </a:lnTo>
                  <a:lnTo>
                    <a:pt x="354" y="240"/>
                  </a:lnTo>
                  <a:lnTo>
                    <a:pt x="348" y="228"/>
                  </a:lnTo>
                  <a:lnTo>
                    <a:pt x="342" y="222"/>
                  </a:lnTo>
                  <a:lnTo>
                    <a:pt x="342" y="216"/>
                  </a:lnTo>
                  <a:lnTo>
                    <a:pt x="330" y="210"/>
                  </a:lnTo>
                  <a:lnTo>
                    <a:pt x="312" y="192"/>
                  </a:lnTo>
                  <a:lnTo>
                    <a:pt x="294" y="186"/>
                  </a:lnTo>
                  <a:lnTo>
                    <a:pt x="288" y="174"/>
                  </a:lnTo>
                  <a:lnTo>
                    <a:pt x="276" y="168"/>
                  </a:lnTo>
                  <a:lnTo>
                    <a:pt x="264" y="156"/>
                  </a:lnTo>
                  <a:lnTo>
                    <a:pt x="252" y="150"/>
                  </a:lnTo>
                  <a:lnTo>
                    <a:pt x="240" y="138"/>
                  </a:lnTo>
                  <a:lnTo>
                    <a:pt x="234" y="126"/>
                  </a:lnTo>
                  <a:lnTo>
                    <a:pt x="222" y="120"/>
                  </a:lnTo>
                  <a:lnTo>
                    <a:pt x="222" y="102"/>
                  </a:lnTo>
                  <a:lnTo>
                    <a:pt x="204" y="84"/>
                  </a:lnTo>
                  <a:lnTo>
                    <a:pt x="198" y="72"/>
                  </a:lnTo>
                  <a:lnTo>
                    <a:pt x="168" y="42"/>
                  </a:lnTo>
                  <a:lnTo>
                    <a:pt x="150" y="42"/>
                  </a:lnTo>
                  <a:lnTo>
                    <a:pt x="66" y="36"/>
                  </a:lnTo>
                  <a:lnTo>
                    <a:pt x="42" y="12"/>
                  </a:lnTo>
                  <a:lnTo>
                    <a:pt x="30" y="6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6" y="6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8" y="78"/>
                  </a:lnTo>
                  <a:lnTo>
                    <a:pt x="66" y="126"/>
                  </a:lnTo>
                  <a:lnTo>
                    <a:pt x="96" y="150"/>
                  </a:lnTo>
                  <a:lnTo>
                    <a:pt x="126" y="180"/>
                  </a:lnTo>
                  <a:lnTo>
                    <a:pt x="162" y="234"/>
                  </a:lnTo>
                  <a:lnTo>
                    <a:pt x="174" y="228"/>
                  </a:lnTo>
                  <a:lnTo>
                    <a:pt x="174" y="252"/>
                  </a:lnTo>
                  <a:lnTo>
                    <a:pt x="180" y="264"/>
                  </a:lnTo>
                  <a:lnTo>
                    <a:pt x="186" y="270"/>
                  </a:lnTo>
                  <a:lnTo>
                    <a:pt x="198" y="276"/>
                  </a:lnTo>
                  <a:lnTo>
                    <a:pt x="216" y="288"/>
                  </a:lnTo>
                  <a:lnTo>
                    <a:pt x="228" y="300"/>
                  </a:lnTo>
                  <a:lnTo>
                    <a:pt x="246" y="312"/>
                  </a:lnTo>
                  <a:lnTo>
                    <a:pt x="258" y="324"/>
                  </a:lnTo>
                  <a:lnTo>
                    <a:pt x="264" y="336"/>
                  </a:lnTo>
                  <a:lnTo>
                    <a:pt x="276" y="372"/>
                  </a:lnTo>
                  <a:lnTo>
                    <a:pt x="276" y="384"/>
                  </a:lnTo>
                  <a:lnTo>
                    <a:pt x="282" y="390"/>
                  </a:lnTo>
                  <a:lnTo>
                    <a:pt x="282" y="426"/>
                  </a:lnTo>
                  <a:lnTo>
                    <a:pt x="288" y="438"/>
                  </a:lnTo>
                  <a:lnTo>
                    <a:pt x="288" y="444"/>
                  </a:lnTo>
                  <a:lnTo>
                    <a:pt x="294" y="450"/>
                  </a:lnTo>
                  <a:lnTo>
                    <a:pt x="300" y="450"/>
                  </a:lnTo>
                  <a:lnTo>
                    <a:pt x="312" y="444"/>
                  </a:lnTo>
                  <a:lnTo>
                    <a:pt x="324" y="444"/>
                  </a:lnTo>
                  <a:lnTo>
                    <a:pt x="324" y="450"/>
                  </a:lnTo>
                  <a:lnTo>
                    <a:pt x="330" y="462"/>
                  </a:lnTo>
                  <a:lnTo>
                    <a:pt x="330" y="474"/>
                  </a:lnTo>
                  <a:lnTo>
                    <a:pt x="336" y="480"/>
                  </a:lnTo>
                  <a:lnTo>
                    <a:pt x="336" y="486"/>
                  </a:lnTo>
                  <a:lnTo>
                    <a:pt x="378" y="522"/>
                  </a:lnTo>
                  <a:lnTo>
                    <a:pt x="372" y="546"/>
                  </a:lnTo>
                  <a:lnTo>
                    <a:pt x="408" y="606"/>
                  </a:lnTo>
                  <a:lnTo>
                    <a:pt x="402" y="618"/>
                  </a:lnTo>
                  <a:lnTo>
                    <a:pt x="402" y="636"/>
                  </a:lnTo>
                  <a:lnTo>
                    <a:pt x="408" y="648"/>
                  </a:lnTo>
                  <a:lnTo>
                    <a:pt x="438" y="678"/>
                  </a:lnTo>
                  <a:lnTo>
                    <a:pt x="438" y="684"/>
                  </a:lnTo>
                  <a:lnTo>
                    <a:pt x="444" y="690"/>
                  </a:lnTo>
                  <a:lnTo>
                    <a:pt x="462" y="726"/>
                  </a:lnTo>
                  <a:lnTo>
                    <a:pt x="498" y="744"/>
                  </a:lnTo>
                  <a:lnTo>
                    <a:pt x="504" y="750"/>
                  </a:lnTo>
                  <a:lnTo>
                    <a:pt x="510" y="750"/>
                  </a:lnTo>
                  <a:lnTo>
                    <a:pt x="510" y="786"/>
                  </a:lnTo>
                  <a:lnTo>
                    <a:pt x="522" y="792"/>
                  </a:lnTo>
                  <a:lnTo>
                    <a:pt x="528" y="804"/>
                  </a:lnTo>
                  <a:lnTo>
                    <a:pt x="540" y="810"/>
                  </a:lnTo>
                  <a:lnTo>
                    <a:pt x="564" y="834"/>
                  </a:lnTo>
                  <a:lnTo>
                    <a:pt x="576" y="840"/>
                  </a:lnTo>
                  <a:lnTo>
                    <a:pt x="594" y="858"/>
                  </a:lnTo>
                  <a:lnTo>
                    <a:pt x="600" y="858"/>
                  </a:lnTo>
                  <a:lnTo>
                    <a:pt x="606" y="864"/>
                  </a:lnTo>
                  <a:lnTo>
                    <a:pt x="612" y="864"/>
                  </a:lnTo>
                  <a:lnTo>
                    <a:pt x="612" y="870"/>
                  </a:lnTo>
                  <a:lnTo>
                    <a:pt x="618" y="876"/>
                  </a:lnTo>
                  <a:lnTo>
                    <a:pt x="630" y="900"/>
                  </a:lnTo>
                  <a:lnTo>
                    <a:pt x="642" y="912"/>
                  </a:lnTo>
                  <a:lnTo>
                    <a:pt x="654" y="936"/>
                  </a:lnTo>
                  <a:lnTo>
                    <a:pt x="660" y="942"/>
                  </a:lnTo>
                  <a:lnTo>
                    <a:pt x="660" y="906"/>
                  </a:lnTo>
                  <a:lnTo>
                    <a:pt x="672" y="906"/>
                  </a:lnTo>
                  <a:lnTo>
                    <a:pt x="684" y="918"/>
                  </a:lnTo>
                  <a:lnTo>
                    <a:pt x="696" y="924"/>
                  </a:lnTo>
                  <a:lnTo>
                    <a:pt x="702" y="930"/>
                  </a:lnTo>
                  <a:lnTo>
                    <a:pt x="708" y="930"/>
                  </a:lnTo>
                  <a:close/>
                  <a:moveTo>
                    <a:pt x="2118" y="1194"/>
                  </a:moveTo>
                  <a:lnTo>
                    <a:pt x="2106" y="1176"/>
                  </a:lnTo>
                  <a:lnTo>
                    <a:pt x="2088" y="1176"/>
                  </a:lnTo>
                  <a:lnTo>
                    <a:pt x="2064" y="1200"/>
                  </a:lnTo>
                  <a:lnTo>
                    <a:pt x="2064" y="1212"/>
                  </a:lnTo>
                  <a:lnTo>
                    <a:pt x="2052" y="1212"/>
                  </a:lnTo>
                  <a:lnTo>
                    <a:pt x="2040" y="1218"/>
                  </a:lnTo>
                  <a:lnTo>
                    <a:pt x="2010" y="1248"/>
                  </a:lnTo>
                  <a:lnTo>
                    <a:pt x="1998" y="1272"/>
                  </a:lnTo>
                  <a:lnTo>
                    <a:pt x="1992" y="1278"/>
                  </a:lnTo>
                  <a:lnTo>
                    <a:pt x="1992" y="1290"/>
                  </a:lnTo>
                  <a:lnTo>
                    <a:pt x="2004" y="1302"/>
                  </a:lnTo>
                  <a:lnTo>
                    <a:pt x="2022" y="1302"/>
                  </a:lnTo>
                  <a:lnTo>
                    <a:pt x="2052" y="1284"/>
                  </a:lnTo>
                  <a:lnTo>
                    <a:pt x="2082" y="1260"/>
                  </a:lnTo>
                  <a:lnTo>
                    <a:pt x="2106" y="1242"/>
                  </a:lnTo>
                  <a:lnTo>
                    <a:pt x="2100" y="1236"/>
                  </a:lnTo>
                  <a:lnTo>
                    <a:pt x="2100" y="1224"/>
                  </a:lnTo>
                  <a:lnTo>
                    <a:pt x="2112" y="1200"/>
                  </a:lnTo>
                  <a:lnTo>
                    <a:pt x="2118" y="1194"/>
                  </a:lnTo>
                  <a:close/>
                  <a:moveTo>
                    <a:pt x="1374" y="1128"/>
                  </a:moveTo>
                  <a:lnTo>
                    <a:pt x="1374" y="1116"/>
                  </a:lnTo>
                  <a:lnTo>
                    <a:pt x="1368" y="1110"/>
                  </a:lnTo>
                  <a:lnTo>
                    <a:pt x="1344" y="1098"/>
                  </a:lnTo>
                  <a:lnTo>
                    <a:pt x="1332" y="1098"/>
                  </a:lnTo>
                  <a:lnTo>
                    <a:pt x="1320" y="1092"/>
                  </a:lnTo>
                  <a:lnTo>
                    <a:pt x="1314" y="1092"/>
                  </a:lnTo>
                  <a:lnTo>
                    <a:pt x="1302" y="1098"/>
                  </a:lnTo>
                  <a:lnTo>
                    <a:pt x="1296" y="1104"/>
                  </a:lnTo>
                  <a:lnTo>
                    <a:pt x="1296" y="1116"/>
                  </a:lnTo>
                  <a:lnTo>
                    <a:pt x="1290" y="1122"/>
                  </a:lnTo>
                  <a:lnTo>
                    <a:pt x="1290" y="1134"/>
                  </a:lnTo>
                  <a:lnTo>
                    <a:pt x="1254" y="1104"/>
                  </a:lnTo>
                  <a:lnTo>
                    <a:pt x="1260" y="1092"/>
                  </a:lnTo>
                  <a:lnTo>
                    <a:pt x="1260" y="1080"/>
                  </a:lnTo>
                  <a:lnTo>
                    <a:pt x="1266" y="1068"/>
                  </a:lnTo>
                  <a:lnTo>
                    <a:pt x="1266" y="1050"/>
                  </a:lnTo>
                  <a:lnTo>
                    <a:pt x="1260" y="1038"/>
                  </a:lnTo>
                  <a:lnTo>
                    <a:pt x="1254" y="1032"/>
                  </a:lnTo>
                  <a:lnTo>
                    <a:pt x="1242" y="1026"/>
                  </a:lnTo>
                  <a:lnTo>
                    <a:pt x="1188" y="1026"/>
                  </a:lnTo>
                  <a:lnTo>
                    <a:pt x="1158" y="1008"/>
                  </a:lnTo>
                  <a:lnTo>
                    <a:pt x="1158" y="984"/>
                  </a:lnTo>
                  <a:lnTo>
                    <a:pt x="1116" y="984"/>
                  </a:lnTo>
                  <a:lnTo>
                    <a:pt x="1116" y="996"/>
                  </a:lnTo>
                  <a:lnTo>
                    <a:pt x="1110" y="1008"/>
                  </a:lnTo>
                  <a:lnTo>
                    <a:pt x="1110" y="1026"/>
                  </a:lnTo>
                  <a:lnTo>
                    <a:pt x="1086" y="1026"/>
                  </a:lnTo>
                  <a:lnTo>
                    <a:pt x="1074" y="1020"/>
                  </a:lnTo>
                  <a:lnTo>
                    <a:pt x="1056" y="1014"/>
                  </a:lnTo>
                  <a:lnTo>
                    <a:pt x="1044" y="1014"/>
                  </a:lnTo>
                  <a:lnTo>
                    <a:pt x="1032" y="1008"/>
                  </a:lnTo>
                  <a:lnTo>
                    <a:pt x="966" y="1008"/>
                  </a:lnTo>
                  <a:lnTo>
                    <a:pt x="960" y="996"/>
                  </a:lnTo>
                  <a:lnTo>
                    <a:pt x="948" y="990"/>
                  </a:lnTo>
                  <a:lnTo>
                    <a:pt x="942" y="978"/>
                  </a:lnTo>
                  <a:lnTo>
                    <a:pt x="918" y="954"/>
                  </a:lnTo>
                  <a:lnTo>
                    <a:pt x="900" y="954"/>
                  </a:lnTo>
                  <a:lnTo>
                    <a:pt x="888" y="960"/>
                  </a:lnTo>
                  <a:lnTo>
                    <a:pt x="876" y="954"/>
                  </a:lnTo>
                  <a:lnTo>
                    <a:pt x="870" y="948"/>
                  </a:lnTo>
                  <a:lnTo>
                    <a:pt x="858" y="942"/>
                  </a:lnTo>
                  <a:lnTo>
                    <a:pt x="846" y="942"/>
                  </a:lnTo>
                  <a:lnTo>
                    <a:pt x="840" y="936"/>
                  </a:lnTo>
                  <a:lnTo>
                    <a:pt x="822" y="936"/>
                  </a:lnTo>
                  <a:lnTo>
                    <a:pt x="810" y="930"/>
                  </a:lnTo>
                  <a:lnTo>
                    <a:pt x="792" y="930"/>
                  </a:lnTo>
                  <a:lnTo>
                    <a:pt x="786" y="924"/>
                  </a:lnTo>
                  <a:lnTo>
                    <a:pt x="762" y="924"/>
                  </a:lnTo>
                  <a:lnTo>
                    <a:pt x="750" y="930"/>
                  </a:lnTo>
                  <a:lnTo>
                    <a:pt x="738" y="954"/>
                  </a:lnTo>
                  <a:lnTo>
                    <a:pt x="738" y="966"/>
                  </a:lnTo>
                  <a:lnTo>
                    <a:pt x="732" y="978"/>
                  </a:lnTo>
                  <a:lnTo>
                    <a:pt x="720" y="990"/>
                  </a:lnTo>
                  <a:lnTo>
                    <a:pt x="714" y="990"/>
                  </a:lnTo>
                  <a:lnTo>
                    <a:pt x="702" y="1002"/>
                  </a:lnTo>
                  <a:lnTo>
                    <a:pt x="702" y="1014"/>
                  </a:lnTo>
                  <a:lnTo>
                    <a:pt x="738" y="1008"/>
                  </a:lnTo>
                  <a:lnTo>
                    <a:pt x="786" y="1008"/>
                  </a:lnTo>
                  <a:lnTo>
                    <a:pt x="780" y="1014"/>
                  </a:lnTo>
                  <a:lnTo>
                    <a:pt x="768" y="1020"/>
                  </a:lnTo>
                  <a:lnTo>
                    <a:pt x="762" y="1032"/>
                  </a:lnTo>
                  <a:lnTo>
                    <a:pt x="762" y="1044"/>
                  </a:lnTo>
                  <a:lnTo>
                    <a:pt x="774" y="1050"/>
                  </a:lnTo>
                  <a:lnTo>
                    <a:pt x="780" y="1050"/>
                  </a:lnTo>
                  <a:lnTo>
                    <a:pt x="798" y="1044"/>
                  </a:lnTo>
                  <a:lnTo>
                    <a:pt x="810" y="1044"/>
                  </a:lnTo>
                  <a:lnTo>
                    <a:pt x="816" y="1038"/>
                  </a:lnTo>
                  <a:lnTo>
                    <a:pt x="828" y="1032"/>
                  </a:lnTo>
                  <a:lnTo>
                    <a:pt x="840" y="1038"/>
                  </a:lnTo>
                  <a:lnTo>
                    <a:pt x="870" y="1056"/>
                  </a:lnTo>
                  <a:lnTo>
                    <a:pt x="900" y="1068"/>
                  </a:lnTo>
                  <a:lnTo>
                    <a:pt x="924" y="1080"/>
                  </a:lnTo>
                  <a:lnTo>
                    <a:pt x="960" y="1086"/>
                  </a:lnTo>
                  <a:lnTo>
                    <a:pt x="1014" y="1092"/>
                  </a:lnTo>
                  <a:lnTo>
                    <a:pt x="1062" y="1092"/>
                  </a:lnTo>
                  <a:lnTo>
                    <a:pt x="1080" y="1110"/>
                  </a:lnTo>
                  <a:lnTo>
                    <a:pt x="1086" y="1122"/>
                  </a:lnTo>
                  <a:lnTo>
                    <a:pt x="1098" y="1128"/>
                  </a:lnTo>
                  <a:lnTo>
                    <a:pt x="1110" y="1140"/>
                  </a:lnTo>
                  <a:lnTo>
                    <a:pt x="1128" y="1146"/>
                  </a:lnTo>
                  <a:lnTo>
                    <a:pt x="1152" y="1152"/>
                  </a:lnTo>
                  <a:lnTo>
                    <a:pt x="1170" y="1152"/>
                  </a:lnTo>
                  <a:lnTo>
                    <a:pt x="1182" y="1158"/>
                  </a:lnTo>
                  <a:lnTo>
                    <a:pt x="1248" y="1158"/>
                  </a:lnTo>
                  <a:lnTo>
                    <a:pt x="1260" y="1164"/>
                  </a:lnTo>
                  <a:lnTo>
                    <a:pt x="1278" y="1170"/>
                  </a:lnTo>
                  <a:lnTo>
                    <a:pt x="1290" y="1182"/>
                  </a:lnTo>
                  <a:lnTo>
                    <a:pt x="1302" y="1188"/>
                  </a:lnTo>
                  <a:lnTo>
                    <a:pt x="1320" y="1206"/>
                  </a:lnTo>
                  <a:lnTo>
                    <a:pt x="1338" y="1206"/>
                  </a:lnTo>
                  <a:lnTo>
                    <a:pt x="1350" y="1200"/>
                  </a:lnTo>
                  <a:lnTo>
                    <a:pt x="1356" y="1206"/>
                  </a:lnTo>
                  <a:lnTo>
                    <a:pt x="1374" y="1206"/>
                  </a:lnTo>
                  <a:lnTo>
                    <a:pt x="1374" y="1194"/>
                  </a:lnTo>
                  <a:lnTo>
                    <a:pt x="1368" y="1182"/>
                  </a:lnTo>
                  <a:lnTo>
                    <a:pt x="1362" y="1176"/>
                  </a:lnTo>
                  <a:lnTo>
                    <a:pt x="1356" y="1164"/>
                  </a:lnTo>
                  <a:lnTo>
                    <a:pt x="1374" y="1146"/>
                  </a:lnTo>
                  <a:lnTo>
                    <a:pt x="1374" y="1128"/>
                  </a:lnTo>
                  <a:close/>
                  <a:moveTo>
                    <a:pt x="1500" y="726"/>
                  </a:moveTo>
                  <a:lnTo>
                    <a:pt x="1542" y="684"/>
                  </a:lnTo>
                  <a:lnTo>
                    <a:pt x="1548" y="672"/>
                  </a:lnTo>
                  <a:lnTo>
                    <a:pt x="1554" y="654"/>
                  </a:lnTo>
                  <a:lnTo>
                    <a:pt x="1560" y="642"/>
                  </a:lnTo>
                  <a:lnTo>
                    <a:pt x="1566" y="624"/>
                  </a:lnTo>
                  <a:lnTo>
                    <a:pt x="1566" y="612"/>
                  </a:lnTo>
                  <a:lnTo>
                    <a:pt x="1572" y="606"/>
                  </a:lnTo>
                  <a:lnTo>
                    <a:pt x="1572" y="600"/>
                  </a:lnTo>
                  <a:lnTo>
                    <a:pt x="1566" y="600"/>
                  </a:lnTo>
                  <a:lnTo>
                    <a:pt x="1554" y="594"/>
                  </a:lnTo>
                  <a:lnTo>
                    <a:pt x="1542" y="582"/>
                  </a:lnTo>
                  <a:lnTo>
                    <a:pt x="1542" y="564"/>
                  </a:lnTo>
                  <a:lnTo>
                    <a:pt x="1554" y="516"/>
                  </a:lnTo>
                  <a:lnTo>
                    <a:pt x="1590" y="498"/>
                  </a:lnTo>
                  <a:lnTo>
                    <a:pt x="1626" y="498"/>
                  </a:lnTo>
                  <a:lnTo>
                    <a:pt x="1632" y="486"/>
                  </a:lnTo>
                  <a:lnTo>
                    <a:pt x="1638" y="480"/>
                  </a:lnTo>
                  <a:lnTo>
                    <a:pt x="1644" y="468"/>
                  </a:lnTo>
                  <a:lnTo>
                    <a:pt x="1644" y="444"/>
                  </a:lnTo>
                  <a:lnTo>
                    <a:pt x="1626" y="444"/>
                  </a:lnTo>
                  <a:lnTo>
                    <a:pt x="1620" y="450"/>
                  </a:lnTo>
                  <a:lnTo>
                    <a:pt x="1608" y="450"/>
                  </a:lnTo>
                  <a:lnTo>
                    <a:pt x="1608" y="438"/>
                  </a:lnTo>
                  <a:lnTo>
                    <a:pt x="1614" y="420"/>
                  </a:lnTo>
                  <a:lnTo>
                    <a:pt x="1626" y="408"/>
                  </a:lnTo>
                  <a:lnTo>
                    <a:pt x="1650" y="396"/>
                  </a:lnTo>
                  <a:lnTo>
                    <a:pt x="1662" y="396"/>
                  </a:lnTo>
                  <a:lnTo>
                    <a:pt x="1680" y="402"/>
                  </a:lnTo>
                  <a:lnTo>
                    <a:pt x="1704" y="402"/>
                  </a:lnTo>
                  <a:lnTo>
                    <a:pt x="1716" y="390"/>
                  </a:lnTo>
                  <a:lnTo>
                    <a:pt x="1716" y="384"/>
                  </a:lnTo>
                  <a:lnTo>
                    <a:pt x="1680" y="348"/>
                  </a:lnTo>
                  <a:lnTo>
                    <a:pt x="1680" y="312"/>
                  </a:lnTo>
                  <a:lnTo>
                    <a:pt x="1668" y="312"/>
                  </a:lnTo>
                  <a:lnTo>
                    <a:pt x="1650" y="294"/>
                  </a:lnTo>
                  <a:lnTo>
                    <a:pt x="1650" y="282"/>
                  </a:lnTo>
                  <a:lnTo>
                    <a:pt x="1662" y="270"/>
                  </a:lnTo>
                  <a:lnTo>
                    <a:pt x="1668" y="258"/>
                  </a:lnTo>
                  <a:lnTo>
                    <a:pt x="1668" y="246"/>
                  </a:lnTo>
                  <a:lnTo>
                    <a:pt x="1662" y="240"/>
                  </a:lnTo>
                  <a:lnTo>
                    <a:pt x="1638" y="228"/>
                  </a:lnTo>
                  <a:lnTo>
                    <a:pt x="1614" y="228"/>
                  </a:lnTo>
                  <a:lnTo>
                    <a:pt x="1632" y="198"/>
                  </a:lnTo>
                  <a:lnTo>
                    <a:pt x="1614" y="192"/>
                  </a:lnTo>
                  <a:lnTo>
                    <a:pt x="1620" y="162"/>
                  </a:lnTo>
                  <a:lnTo>
                    <a:pt x="1608" y="144"/>
                  </a:lnTo>
                  <a:lnTo>
                    <a:pt x="1602" y="138"/>
                  </a:lnTo>
                  <a:lnTo>
                    <a:pt x="1590" y="132"/>
                  </a:lnTo>
                  <a:lnTo>
                    <a:pt x="1566" y="108"/>
                  </a:lnTo>
                  <a:lnTo>
                    <a:pt x="1470" y="108"/>
                  </a:lnTo>
                  <a:lnTo>
                    <a:pt x="1464" y="114"/>
                  </a:lnTo>
                  <a:lnTo>
                    <a:pt x="1458" y="126"/>
                  </a:lnTo>
                  <a:lnTo>
                    <a:pt x="1458" y="180"/>
                  </a:lnTo>
                  <a:lnTo>
                    <a:pt x="1452" y="198"/>
                  </a:lnTo>
                  <a:lnTo>
                    <a:pt x="1452" y="204"/>
                  </a:lnTo>
                  <a:lnTo>
                    <a:pt x="1446" y="216"/>
                  </a:lnTo>
                  <a:lnTo>
                    <a:pt x="1428" y="216"/>
                  </a:lnTo>
                  <a:lnTo>
                    <a:pt x="1422" y="222"/>
                  </a:lnTo>
                  <a:lnTo>
                    <a:pt x="1422" y="246"/>
                  </a:lnTo>
                  <a:lnTo>
                    <a:pt x="1428" y="252"/>
                  </a:lnTo>
                  <a:lnTo>
                    <a:pt x="1434" y="264"/>
                  </a:lnTo>
                  <a:lnTo>
                    <a:pt x="1398" y="294"/>
                  </a:lnTo>
                  <a:lnTo>
                    <a:pt x="1404" y="306"/>
                  </a:lnTo>
                  <a:lnTo>
                    <a:pt x="1374" y="342"/>
                  </a:lnTo>
                  <a:lnTo>
                    <a:pt x="1350" y="342"/>
                  </a:lnTo>
                  <a:lnTo>
                    <a:pt x="1344" y="348"/>
                  </a:lnTo>
                  <a:lnTo>
                    <a:pt x="1332" y="354"/>
                  </a:lnTo>
                  <a:lnTo>
                    <a:pt x="1320" y="366"/>
                  </a:lnTo>
                  <a:lnTo>
                    <a:pt x="1314" y="366"/>
                  </a:lnTo>
                  <a:lnTo>
                    <a:pt x="1308" y="360"/>
                  </a:lnTo>
                  <a:lnTo>
                    <a:pt x="1284" y="348"/>
                  </a:lnTo>
                  <a:lnTo>
                    <a:pt x="1272" y="336"/>
                  </a:lnTo>
                  <a:lnTo>
                    <a:pt x="1230" y="336"/>
                  </a:lnTo>
                  <a:lnTo>
                    <a:pt x="1224" y="348"/>
                  </a:lnTo>
                  <a:lnTo>
                    <a:pt x="1194" y="378"/>
                  </a:lnTo>
                  <a:lnTo>
                    <a:pt x="1170" y="378"/>
                  </a:lnTo>
                  <a:lnTo>
                    <a:pt x="1152" y="372"/>
                  </a:lnTo>
                  <a:lnTo>
                    <a:pt x="1128" y="372"/>
                  </a:lnTo>
                  <a:lnTo>
                    <a:pt x="1110" y="390"/>
                  </a:lnTo>
                  <a:lnTo>
                    <a:pt x="1104" y="390"/>
                  </a:lnTo>
                  <a:lnTo>
                    <a:pt x="1080" y="378"/>
                  </a:lnTo>
                  <a:lnTo>
                    <a:pt x="1074" y="372"/>
                  </a:lnTo>
                  <a:lnTo>
                    <a:pt x="1062" y="366"/>
                  </a:lnTo>
                  <a:lnTo>
                    <a:pt x="1050" y="354"/>
                  </a:lnTo>
                  <a:lnTo>
                    <a:pt x="1050" y="342"/>
                  </a:lnTo>
                  <a:lnTo>
                    <a:pt x="1044" y="336"/>
                  </a:lnTo>
                  <a:lnTo>
                    <a:pt x="1032" y="330"/>
                  </a:lnTo>
                  <a:lnTo>
                    <a:pt x="1008" y="330"/>
                  </a:lnTo>
                  <a:lnTo>
                    <a:pt x="996" y="336"/>
                  </a:lnTo>
                  <a:lnTo>
                    <a:pt x="990" y="348"/>
                  </a:lnTo>
                  <a:lnTo>
                    <a:pt x="978" y="366"/>
                  </a:lnTo>
                  <a:lnTo>
                    <a:pt x="972" y="384"/>
                  </a:lnTo>
                  <a:lnTo>
                    <a:pt x="972" y="402"/>
                  </a:lnTo>
                  <a:lnTo>
                    <a:pt x="966" y="408"/>
                  </a:lnTo>
                  <a:lnTo>
                    <a:pt x="966" y="414"/>
                  </a:lnTo>
                  <a:lnTo>
                    <a:pt x="990" y="444"/>
                  </a:lnTo>
                  <a:lnTo>
                    <a:pt x="1002" y="498"/>
                  </a:lnTo>
                  <a:lnTo>
                    <a:pt x="1050" y="528"/>
                  </a:lnTo>
                  <a:lnTo>
                    <a:pt x="1038" y="564"/>
                  </a:lnTo>
                  <a:lnTo>
                    <a:pt x="1068" y="582"/>
                  </a:lnTo>
                  <a:lnTo>
                    <a:pt x="1050" y="606"/>
                  </a:lnTo>
                  <a:lnTo>
                    <a:pt x="1068" y="636"/>
                  </a:lnTo>
                  <a:lnTo>
                    <a:pt x="1056" y="648"/>
                  </a:lnTo>
                  <a:lnTo>
                    <a:pt x="1068" y="702"/>
                  </a:lnTo>
                  <a:lnTo>
                    <a:pt x="1110" y="696"/>
                  </a:lnTo>
                  <a:lnTo>
                    <a:pt x="1140" y="708"/>
                  </a:lnTo>
                  <a:lnTo>
                    <a:pt x="1146" y="696"/>
                  </a:lnTo>
                  <a:lnTo>
                    <a:pt x="1170" y="672"/>
                  </a:lnTo>
                  <a:lnTo>
                    <a:pt x="1182" y="672"/>
                  </a:lnTo>
                  <a:lnTo>
                    <a:pt x="1182" y="690"/>
                  </a:lnTo>
                  <a:lnTo>
                    <a:pt x="1188" y="702"/>
                  </a:lnTo>
                  <a:lnTo>
                    <a:pt x="1188" y="726"/>
                  </a:lnTo>
                  <a:lnTo>
                    <a:pt x="1194" y="738"/>
                  </a:lnTo>
                  <a:lnTo>
                    <a:pt x="1212" y="738"/>
                  </a:lnTo>
                  <a:lnTo>
                    <a:pt x="1218" y="726"/>
                  </a:lnTo>
                  <a:lnTo>
                    <a:pt x="1218" y="720"/>
                  </a:lnTo>
                  <a:lnTo>
                    <a:pt x="1224" y="714"/>
                  </a:lnTo>
                  <a:lnTo>
                    <a:pt x="1224" y="708"/>
                  </a:lnTo>
                  <a:lnTo>
                    <a:pt x="1254" y="726"/>
                  </a:lnTo>
                  <a:lnTo>
                    <a:pt x="1266" y="720"/>
                  </a:lnTo>
                  <a:lnTo>
                    <a:pt x="1272" y="708"/>
                  </a:lnTo>
                  <a:lnTo>
                    <a:pt x="1284" y="702"/>
                  </a:lnTo>
                  <a:lnTo>
                    <a:pt x="1296" y="702"/>
                  </a:lnTo>
                  <a:lnTo>
                    <a:pt x="1296" y="714"/>
                  </a:lnTo>
                  <a:lnTo>
                    <a:pt x="1302" y="720"/>
                  </a:lnTo>
                  <a:lnTo>
                    <a:pt x="1302" y="738"/>
                  </a:lnTo>
                  <a:lnTo>
                    <a:pt x="1308" y="744"/>
                  </a:lnTo>
                  <a:lnTo>
                    <a:pt x="1332" y="744"/>
                  </a:lnTo>
                  <a:lnTo>
                    <a:pt x="1350" y="738"/>
                  </a:lnTo>
                  <a:lnTo>
                    <a:pt x="1362" y="732"/>
                  </a:lnTo>
                  <a:lnTo>
                    <a:pt x="1392" y="732"/>
                  </a:lnTo>
                  <a:lnTo>
                    <a:pt x="1404" y="744"/>
                  </a:lnTo>
                  <a:lnTo>
                    <a:pt x="1404" y="786"/>
                  </a:lnTo>
                  <a:lnTo>
                    <a:pt x="1398" y="798"/>
                  </a:lnTo>
                  <a:lnTo>
                    <a:pt x="1398" y="810"/>
                  </a:lnTo>
                  <a:lnTo>
                    <a:pt x="1404" y="810"/>
                  </a:lnTo>
                  <a:lnTo>
                    <a:pt x="1410" y="804"/>
                  </a:lnTo>
                  <a:lnTo>
                    <a:pt x="1422" y="798"/>
                  </a:lnTo>
                  <a:lnTo>
                    <a:pt x="1440" y="792"/>
                  </a:lnTo>
                  <a:lnTo>
                    <a:pt x="1452" y="786"/>
                  </a:lnTo>
                  <a:lnTo>
                    <a:pt x="1476" y="762"/>
                  </a:lnTo>
                  <a:lnTo>
                    <a:pt x="1482" y="750"/>
                  </a:lnTo>
                  <a:lnTo>
                    <a:pt x="1500" y="732"/>
                  </a:lnTo>
                  <a:lnTo>
                    <a:pt x="1500" y="726"/>
                  </a:lnTo>
                  <a:close/>
                  <a:moveTo>
                    <a:pt x="1476" y="1116"/>
                  </a:moveTo>
                  <a:lnTo>
                    <a:pt x="1470" y="1116"/>
                  </a:lnTo>
                  <a:lnTo>
                    <a:pt x="1458" y="1122"/>
                  </a:lnTo>
                  <a:lnTo>
                    <a:pt x="1452" y="1128"/>
                  </a:lnTo>
                  <a:lnTo>
                    <a:pt x="1458" y="1134"/>
                  </a:lnTo>
                  <a:lnTo>
                    <a:pt x="1470" y="1140"/>
                  </a:lnTo>
                  <a:lnTo>
                    <a:pt x="1476" y="1140"/>
                  </a:lnTo>
                  <a:lnTo>
                    <a:pt x="1488" y="1146"/>
                  </a:lnTo>
                  <a:lnTo>
                    <a:pt x="1500" y="1134"/>
                  </a:lnTo>
                  <a:lnTo>
                    <a:pt x="1500" y="1128"/>
                  </a:lnTo>
                  <a:lnTo>
                    <a:pt x="1488" y="1116"/>
                  </a:lnTo>
                  <a:lnTo>
                    <a:pt x="1476" y="1116"/>
                  </a:lnTo>
                  <a:close/>
                  <a:moveTo>
                    <a:pt x="1716" y="1230"/>
                  </a:moveTo>
                  <a:lnTo>
                    <a:pt x="1680" y="1218"/>
                  </a:lnTo>
                  <a:lnTo>
                    <a:pt x="1674" y="1224"/>
                  </a:lnTo>
                  <a:lnTo>
                    <a:pt x="1674" y="1230"/>
                  </a:lnTo>
                  <a:lnTo>
                    <a:pt x="1686" y="1254"/>
                  </a:lnTo>
                  <a:lnTo>
                    <a:pt x="1692" y="1260"/>
                  </a:lnTo>
                  <a:lnTo>
                    <a:pt x="1704" y="1266"/>
                  </a:lnTo>
                  <a:lnTo>
                    <a:pt x="1716" y="1266"/>
                  </a:lnTo>
                  <a:lnTo>
                    <a:pt x="1722" y="1260"/>
                  </a:lnTo>
                  <a:lnTo>
                    <a:pt x="1740" y="1260"/>
                  </a:lnTo>
                  <a:lnTo>
                    <a:pt x="1746" y="1266"/>
                  </a:lnTo>
                  <a:lnTo>
                    <a:pt x="1746" y="1278"/>
                  </a:lnTo>
                  <a:lnTo>
                    <a:pt x="1752" y="1290"/>
                  </a:lnTo>
                  <a:lnTo>
                    <a:pt x="1764" y="1296"/>
                  </a:lnTo>
                  <a:lnTo>
                    <a:pt x="1788" y="1296"/>
                  </a:lnTo>
                  <a:lnTo>
                    <a:pt x="1794" y="1290"/>
                  </a:lnTo>
                  <a:lnTo>
                    <a:pt x="1800" y="1290"/>
                  </a:lnTo>
                  <a:lnTo>
                    <a:pt x="1800" y="1284"/>
                  </a:lnTo>
                  <a:lnTo>
                    <a:pt x="1794" y="1272"/>
                  </a:lnTo>
                  <a:lnTo>
                    <a:pt x="1782" y="1260"/>
                  </a:lnTo>
                  <a:lnTo>
                    <a:pt x="1770" y="1236"/>
                  </a:lnTo>
                  <a:lnTo>
                    <a:pt x="1746" y="1224"/>
                  </a:lnTo>
                  <a:lnTo>
                    <a:pt x="1728" y="1224"/>
                  </a:lnTo>
                  <a:lnTo>
                    <a:pt x="1716" y="1230"/>
                  </a:lnTo>
                  <a:close/>
                  <a:moveTo>
                    <a:pt x="1962" y="1122"/>
                  </a:moveTo>
                  <a:lnTo>
                    <a:pt x="1932" y="1146"/>
                  </a:lnTo>
                  <a:lnTo>
                    <a:pt x="1920" y="1134"/>
                  </a:lnTo>
                  <a:lnTo>
                    <a:pt x="1890" y="1134"/>
                  </a:lnTo>
                  <a:lnTo>
                    <a:pt x="1884" y="1140"/>
                  </a:lnTo>
                  <a:lnTo>
                    <a:pt x="1872" y="1146"/>
                  </a:lnTo>
                  <a:lnTo>
                    <a:pt x="1866" y="1152"/>
                  </a:lnTo>
                  <a:lnTo>
                    <a:pt x="1860" y="1140"/>
                  </a:lnTo>
                  <a:lnTo>
                    <a:pt x="1836" y="1116"/>
                  </a:lnTo>
                  <a:lnTo>
                    <a:pt x="1824" y="1116"/>
                  </a:lnTo>
                  <a:lnTo>
                    <a:pt x="1800" y="1128"/>
                  </a:lnTo>
                  <a:lnTo>
                    <a:pt x="1764" y="1164"/>
                  </a:lnTo>
                  <a:lnTo>
                    <a:pt x="1728" y="1158"/>
                  </a:lnTo>
                  <a:lnTo>
                    <a:pt x="1716" y="1176"/>
                  </a:lnTo>
                  <a:lnTo>
                    <a:pt x="1746" y="1176"/>
                  </a:lnTo>
                  <a:lnTo>
                    <a:pt x="1752" y="1182"/>
                  </a:lnTo>
                  <a:lnTo>
                    <a:pt x="1764" y="1182"/>
                  </a:lnTo>
                  <a:lnTo>
                    <a:pt x="1776" y="1188"/>
                  </a:lnTo>
                  <a:lnTo>
                    <a:pt x="1788" y="1188"/>
                  </a:lnTo>
                  <a:lnTo>
                    <a:pt x="1794" y="1182"/>
                  </a:lnTo>
                  <a:lnTo>
                    <a:pt x="1806" y="1176"/>
                  </a:lnTo>
                  <a:lnTo>
                    <a:pt x="1812" y="1170"/>
                  </a:lnTo>
                  <a:lnTo>
                    <a:pt x="1908" y="1164"/>
                  </a:lnTo>
                  <a:lnTo>
                    <a:pt x="1956" y="1158"/>
                  </a:lnTo>
                  <a:lnTo>
                    <a:pt x="1992" y="1128"/>
                  </a:lnTo>
                  <a:lnTo>
                    <a:pt x="1992" y="1110"/>
                  </a:lnTo>
                  <a:lnTo>
                    <a:pt x="1962" y="1122"/>
                  </a:lnTo>
                  <a:close/>
                  <a:moveTo>
                    <a:pt x="1578" y="1158"/>
                  </a:moveTo>
                  <a:lnTo>
                    <a:pt x="1566" y="1152"/>
                  </a:lnTo>
                  <a:lnTo>
                    <a:pt x="1560" y="1146"/>
                  </a:lnTo>
                  <a:lnTo>
                    <a:pt x="1548" y="1140"/>
                  </a:lnTo>
                  <a:lnTo>
                    <a:pt x="1536" y="1140"/>
                  </a:lnTo>
                  <a:lnTo>
                    <a:pt x="1512" y="1164"/>
                  </a:lnTo>
                  <a:lnTo>
                    <a:pt x="1506" y="1176"/>
                  </a:lnTo>
                  <a:lnTo>
                    <a:pt x="1500" y="1182"/>
                  </a:lnTo>
                  <a:lnTo>
                    <a:pt x="1554" y="1188"/>
                  </a:lnTo>
                  <a:lnTo>
                    <a:pt x="1554" y="1212"/>
                  </a:lnTo>
                  <a:lnTo>
                    <a:pt x="1578" y="1206"/>
                  </a:lnTo>
                  <a:lnTo>
                    <a:pt x="1590" y="1188"/>
                  </a:lnTo>
                  <a:lnTo>
                    <a:pt x="1614" y="1206"/>
                  </a:lnTo>
                  <a:lnTo>
                    <a:pt x="1644" y="1170"/>
                  </a:lnTo>
                  <a:lnTo>
                    <a:pt x="1596" y="1152"/>
                  </a:lnTo>
                  <a:lnTo>
                    <a:pt x="1578" y="115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92" name="India" descr="© INSCALE GmbH, 05.05.2010&#10;http://www.presentationload.com/">
              <a:extLst>
                <a:ext uri="{FF2B5EF4-FFF2-40B4-BE49-F238E27FC236}">
                  <a16:creationId xmlns:a16="http://schemas.microsoft.com/office/drawing/2014/main" id="{ED77334B-CC5A-4192-B190-9043703F0717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5308736" y="2048947"/>
              <a:ext cx="646210" cy="774518"/>
            </a:xfrm>
            <a:custGeom>
              <a:avLst/>
              <a:gdLst>
                <a:gd name="T0" fmla="*/ 2147483647 w 1956"/>
                <a:gd name="T1" fmla="*/ 2147483647 h 2358"/>
                <a:gd name="T2" fmla="*/ 2147483647 w 1956"/>
                <a:gd name="T3" fmla="*/ 2147483647 h 2358"/>
                <a:gd name="T4" fmla="*/ 2147483647 w 1956"/>
                <a:gd name="T5" fmla="*/ 2147483647 h 2358"/>
                <a:gd name="T6" fmla="*/ 2147483647 w 1956"/>
                <a:gd name="T7" fmla="*/ 2147483647 h 2358"/>
                <a:gd name="T8" fmla="*/ 2147483647 w 1956"/>
                <a:gd name="T9" fmla="*/ 2147483647 h 2358"/>
                <a:gd name="T10" fmla="*/ 2147483647 w 1956"/>
                <a:gd name="T11" fmla="*/ 2147483647 h 2358"/>
                <a:gd name="T12" fmla="*/ 2147483647 w 1956"/>
                <a:gd name="T13" fmla="*/ 2147483647 h 2358"/>
                <a:gd name="T14" fmla="*/ 2147483647 w 1956"/>
                <a:gd name="T15" fmla="*/ 2147483647 h 2358"/>
                <a:gd name="T16" fmla="*/ 2147483647 w 1956"/>
                <a:gd name="T17" fmla="*/ 2147483647 h 2358"/>
                <a:gd name="T18" fmla="*/ 2147483647 w 1956"/>
                <a:gd name="T19" fmla="*/ 2147483647 h 2358"/>
                <a:gd name="T20" fmla="*/ 2147483647 w 1956"/>
                <a:gd name="T21" fmla="*/ 2147483647 h 2358"/>
                <a:gd name="T22" fmla="*/ 2147483647 w 1956"/>
                <a:gd name="T23" fmla="*/ 2147483647 h 2358"/>
                <a:gd name="T24" fmla="*/ 2147483647 w 1956"/>
                <a:gd name="T25" fmla="*/ 2147483647 h 2358"/>
                <a:gd name="T26" fmla="*/ 2147483647 w 1956"/>
                <a:gd name="T27" fmla="*/ 2147483647 h 2358"/>
                <a:gd name="T28" fmla="*/ 2147483647 w 1956"/>
                <a:gd name="T29" fmla="*/ 2147483647 h 2358"/>
                <a:gd name="T30" fmla="*/ 2147483647 w 1956"/>
                <a:gd name="T31" fmla="*/ 2147483647 h 2358"/>
                <a:gd name="T32" fmla="*/ 2147483647 w 1956"/>
                <a:gd name="T33" fmla="*/ 2147483647 h 2358"/>
                <a:gd name="T34" fmla="*/ 2147483647 w 1956"/>
                <a:gd name="T35" fmla="*/ 2147483647 h 2358"/>
                <a:gd name="T36" fmla="*/ 2147483647 w 1956"/>
                <a:gd name="T37" fmla="*/ 2147483647 h 2358"/>
                <a:gd name="T38" fmla="*/ 2147483647 w 1956"/>
                <a:gd name="T39" fmla="*/ 2147483647 h 2358"/>
                <a:gd name="T40" fmla="*/ 2147483647 w 1956"/>
                <a:gd name="T41" fmla="*/ 2147483647 h 2358"/>
                <a:gd name="T42" fmla="*/ 2147483647 w 1956"/>
                <a:gd name="T43" fmla="*/ 2147483647 h 2358"/>
                <a:gd name="T44" fmla="*/ 2147483647 w 1956"/>
                <a:gd name="T45" fmla="*/ 2147483647 h 2358"/>
                <a:gd name="T46" fmla="*/ 2147483647 w 1956"/>
                <a:gd name="T47" fmla="*/ 2147483647 h 2358"/>
                <a:gd name="T48" fmla="*/ 2147483647 w 1956"/>
                <a:gd name="T49" fmla="*/ 2147483647 h 2358"/>
                <a:gd name="T50" fmla="*/ 2147483647 w 1956"/>
                <a:gd name="T51" fmla="*/ 2147483647 h 2358"/>
                <a:gd name="T52" fmla="*/ 2147483647 w 1956"/>
                <a:gd name="T53" fmla="*/ 2147483647 h 2358"/>
                <a:gd name="T54" fmla="*/ 2147483647 w 1956"/>
                <a:gd name="T55" fmla="*/ 2147483647 h 2358"/>
                <a:gd name="T56" fmla="*/ 2147483647 w 1956"/>
                <a:gd name="T57" fmla="*/ 2147483647 h 2358"/>
                <a:gd name="T58" fmla="*/ 2147483647 w 1956"/>
                <a:gd name="T59" fmla="*/ 2147483647 h 2358"/>
                <a:gd name="T60" fmla="*/ 2147483647 w 1956"/>
                <a:gd name="T61" fmla="*/ 2147483647 h 2358"/>
                <a:gd name="T62" fmla="*/ 2147483647 w 1956"/>
                <a:gd name="T63" fmla="*/ 2147483647 h 2358"/>
                <a:gd name="T64" fmla="*/ 2147483647 w 1956"/>
                <a:gd name="T65" fmla="*/ 2147483647 h 2358"/>
                <a:gd name="T66" fmla="*/ 2147483647 w 1956"/>
                <a:gd name="T67" fmla="*/ 2147483647 h 2358"/>
                <a:gd name="T68" fmla="*/ 2147483647 w 1956"/>
                <a:gd name="T69" fmla="*/ 2147483647 h 2358"/>
                <a:gd name="T70" fmla="*/ 2147483647 w 1956"/>
                <a:gd name="T71" fmla="*/ 2147483647 h 2358"/>
                <a:gd name="T72" fmla="*/ 2147483647 w 1956"/>
                <a:gd name="T73" fmla="*/ 2147483647 h 2358"/>
                <a:gd name="T74" fmla="*/ 2147483647 w 1956"/>
                <a:gd name="T75" fmla="*/ 2147483647 h 2358"/>
                <a:gd name="T76" fmla="*/ 2147483647 w 1956"/>
                <a:gd name="T77" fmla="*/ 2147483647 h 2358"/>
                <a:gd name="T78" fmla="*/ 2147483647 w 1956"/>
                <a:gd name="T79" fmla="*/ 2147483647 h 2358"/>
                <a:gd name="T80" fmla="*/ 2147483647 w 1956"/>
                <a:gd name="T81" fmla="*/ 2147483647 h 2358"/>
                <a:gd name="T82" fmla="*/ 2147483647 w 1956"/>
                <a:gd name="T83" fmla="*/ 2147483647 h 2358"/>
                <a:gd name="T84" fmla="*/ 2147483647 w 1956"/>
                <a:gd name="T85" fmla="*/ 2147483647 h 2358"/>
                <a:gd name="T86" fmla="*/ 2147483647 w 1956"/>
                <a:gd name="T87" fmla="*/ 2147483647 h 2358"/>
                <a:gd name="T88" fmla="*/ 2147483647 w 1956"/>
                <a:gd name="T89" fmla="*/ 2147483647 h 2358"/>
                <a:gd name="T90" fmla="*/ 2147483647 w 1956"/>
                <a:gd name="T91" fmla="*/ 2147483647 h 2358"/>
                <a:gd name="T92" fmla="*/ 2147483647 w 1956"/>
                <a:gd name="T93" fmla="*/ 2147483647 h 2358"/>
                <a:gd name="T94" fmla="*/ 2147483647 w 1956"/>
                <a:gd name="T95" fmla="*/ 2147483647 h 2358"/>
                <a:gd name="T96" fmla="*/ 2147483647 w 1956"/>
                <a:gd name="T97" fmla="*/ 2147483647 h 2358"/>
                <a:gd name="T98" fmla="*/ 2147483647 w 1956"/>
                <a:gd name="T99" fmla="*/ 2147483647 h 2358"/>
                <a:gd name="T100" fmla="*/ 2147483647 w 1956"/>
                <a:gd name="T101" fmla="*/ 2147483647 h 2358"/>
                <a:gd name="T102" fmla="*/ 2147483647 w 1956"/>
                <a:gd name="T103" fmla="*/ 2147483647 h 2358"/>
                <a:gd name="T104" fmla="*/ 2147483647 w 1956"/>
                <a:gd name="T105" fmla="*/ 2147483647 h 2358"/>
                <a:gd name="T106" fmla="*/ 2147483647 w 1956"/>
                <a:gd name="T107" fmla="*/ 2147483647 h 2358"/>
                <a:gd name="T108" fmla="*/ 2147483647 w 1956"/>
                <a:gd name="T109" fmla="*/ 2147483647 h 2358"/>
                <a:gd name="T110" fmla="*/ 2147483647 w 1956"/>
                <a:gd name="T111" fmla="*/ 2147483647 h 2358"/>
                <a:gd name="T112" fmla="*/ 2147483647 w 1956"/>
                <a:gd name="T113" fmla="*/ 2147483647 h 2358"/>
                <a:gd name="T114" fmla="*/ 2147483647 w 1956"/>
                <a:gd name="T115" fmla="*/ 2147483647 h 2358"/>
                <a:gd name="T116" fmla="*/ 2147483647 w 1956"/>
                <a:gd name="T117" fmla="*/ 2147483647 h 2358"/>
                <a:gd name="T118" fmla="*/ 2147483647 w 1956"/>
                <a:gd name="T119" fmla="*/ 2147483647 h 23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56"/>
                <a:gd name="T181" fmla="*/ 0 h 2358"/>
                <a:gd name="T182" fmla="*/ 1956 w 1956"/>
                <a:gd name="T183" fmla="*/ 2358 h 23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56" h="2358">
                  <a:moveTo>
                    <a:pt x="1806" y="1788"/>
                  </a:moveTo>
                  <a:lnTo>
                    <a:pt x="1794" y="1800"/>
                  </a:lnTo>
                  <a:lnTo>
                    <a:pt x="1782" y="1824"/>
                  </a:lnTo>
                  <a:lnTo>
                    <a:pt x="1782" y="1884"/>
                  </a:lnTo>
                  <a:lnTo>
                    <a:pt x="1788" y="1980"/>
                  </a:lnTo>
                  <a:lnTo>
                    <a:pt x="1800" y="1950"/>
                  </a:lnTo>
                  <a:lnTo>
                    <a:pt x="1800" y="1848"/>
                  </a:lnTo>
                  <a:lnTo>
                    <a:pt x="1806" y="1836"/>
                  </a:lnTo>
                  <a:lnTo>
                    <a:pt x="1806" y="1830"/>
                  </a:lnTo>
                  <a:lnTo>
                    <a:pt x="1812" y="1818"/>
                  </a:lnTo>
                  <a:lnTo>
                    <a:pt x="1812" y="1806"/>
                  </a:lnTo>
                  <a:lnTo>
                    <a:pt x="1818" y="1800"/>
                  </a:lnTo>
                  <a:lnTo>
                    <a:pt x="1812" y="1788"/>
                  </a:lnTo>
                  <a:lnTo>
                    <a:pt x="1806" y="1788"/>
                  </a:lnTo>
                  <a:close/>
                  <a:moveTo>
                    <a:pt x="1794" y="2028"/>
                  </a:moveTo>
                  <a:lnTo>
                    <a:pt x="1788" y="2028"/>
                  </a:lnTo>
                  <a:lnTo>
                    <a:pt x="1782" y="2040"/>
                  </a:lnTo>
                  <a:lnTo>
                    <a:pt x="1782" y="2046"/>
                  </a:lnTo>
                  <a:lnTo>
                    <a:pt x="1788" y="2058"/>
                  </a:lnTo>
                  <a:lnTo>
                    <a:pt x="1788" y="2064"/>
                  </a:lnTo>
                  <a:lnTo>
                    <a:pt x="1794" y="2076"/>
                  </a:lnTo>
                  <a:lnTo>
                    <a:pt x="1800" y="2064"/>
                  </a:lnTo>
                  <a:lnTo>
                    <a:pt x="1800" y="2028"/>
                  </a:lnTo>
                  <a:lnTo>
                    <a:pt x="1794" y="2028"/>
                  </a:lnTo>
                  <a:close/>
                  <a:moveTo>
                    <a:pt x="1890" y="2310"/>
                  </a:moveTo>
                  <a:lnTo>
                    <a:pt x="1884" y="2316"/>
                  </a:lnTo>
                  <a:lnTo>
                    <a:pt x="1884" y="2334"/>
                  </a:lnTo>
                  <a:lnTo>
                    <a:pt x="1890" y="2346"/>
                  </a:lnTo>
                  <a:lnTo>
                    <a:pt x="1896" y="2352"/>
                  </a:lnTo>
                  <a:lnTo>
                    <a:pt x="1908" y="2358"/>
                  </a:lnTo>
                  <a:lnTo>
                    <a:pt x="1908" y="2346"/>
                  </a:lnTo>
                  <a:lnTo>
                    <a:pt x="1902" y="2334"/>
                  </a:lnTo>
                  <a:lnTo>
                    <a:pt x="1902" y="2322"/>
                  </a:lnTo>
                  <a:lnTo>
                    <a:pt x="1896" y="2310"/>
                  </a:lnTo>
                  <a:lnTo>
                    <a:pt x="1890" y="2310"/>
                  </a:lnTo>
                  <a:close/>
                  <a:moveTo>
                    <a:pt x="1920" y="672"/>
                  </a:moveTo>
                  <a:lnTo>
                    <a:pt x="1932" y="660"/>
                  </a:lnTo>
                  <a:lnTo>
                    <a:pt x="1944" y="654"/>
                  </a:lnTo>
                  <a:lnTo>
                    <a:pt x="1950" y="648"/>
                  </a:lnTo>
                  <a:lnTo>
                    <a:pt x="1956" y="648"/>
                  </a:lnTo>
                  <a:lnTo>
                    <a:pt x="1956" y="618"/>
                  </a:lnTo>
                  <a:lnTo>
                    <a:pt x="1950" y="618"/>
                  </a:lnTo>
                  <a:lnTo>
                    <a:pt x="1944" y="612"/>
                  </a:lnTo>
                  <a:lnTo>
                    <a:pt x="1878" y="612"/>
                  </a:lnTo>
                  <a:lnTo>
                    <a:pt x="1878" y="606"/>
                  </a:lnTo>
                  <a:lnTo>
                    <a:pt x="1890" y="594"/>
                  </a:lnTo>
                  <a:lnTo>
                    <a:pt x="1896" y="594"/>
                  </a:lnTo>
                  <a:lnTo>
                    <a:pt x="1878" y="564"/>
                  </a:lnTo>
                  <a:lnTo>
                    <a:pt x="1848" y="564"/>
                  </a:lnTo>
                  <a:lnTo>
                    <a:pt x="1842" y="558"/>
                  </a:lnTo>
                  <a:lnTo>
                    <a:pt x="1848" y="558"/>
                  </a:lnTo>
                  <a:lnTo>
                    <a:pt x="1860" y="546"/>
                  </a:lnTo>
                  <a:lnTo>
                    <a:pt x="1854" y="540"/>
                  </a:lnTo>
                  <a:lnTo>
                    <a:pt x="1818" y="522"/>
                  </a:lnTo>
                  <a:lnTo>
                    <a:pt x="1806" y="534"/>
                  </a:lnTo>
                  <a:lnTo>
                    <a:pt x="1806" y="558"/>
                  </a:lnTo>
                  <a:lnTo>
                    <a:pt x="1788" y="558"/>
                  </a:lnTo>
                  <a:lnTo>
                    <a:pt x="1770" y="546"/>
                  </a:lnTo>
                  <a:lnTo>
                    <a:pt x="1758" y="540"/>
                  </a:lnTo>
                  <a:lnTo>
                    <a:pt x="1740" y="540"/>
                  </a:lnTo>
                  <a:lnTo>
                    <a:pt x="1728" y="552"/>
                  </a:lnTo>
                  <a:lnTo>
                    <a:pt x="1716" y="558"/>
                  </a:lnTo>
                  <a:lnTo>
                    <a:pt x="1692" y="582"/>
                  </a:lnTo>
                  <a:lnTo>
                    <a:pt x="1656" y="582"/>
                  </a:lnTo>
                  <a:lnTo>
                    <a:pt x="1656" y="588"/>
                  </a:lnTo>
                  <a:lnTo>
                    <a:pt x="1662" y="594"/>
                  </a:lnTo>
                  <a:lnTo>
                    <a:pt x="1662" y="618"/>
                  </a:lnTo>
                  <a:lnTo>
                    <a:pt x="1656" y="624"/>
                  </a:lnTo>
                  <a:lnTo>
                    <a:pt x="1626" y="624"/>
                  </a:lnTo>
                  <a:lnTo>
                    <a:pt x="1632" y="636"/>
                  </a:lnTo>
                  <a:lnTo>
                    <a:pt x="1632" y="654"/>
                  </a:lnTo>
                  <a:lnTo>
                    <a:pt x="1620" y="666"/>
                  </a:lnTo>
                  <a:lnTo>
                    <a:pt x="1566" y="666"/>
                  </a:lnTo>
                  <a:lnTo>
                    <a:pt x="1566" y="684"/>
                  </a:lnTo>
                  <a:lnTo>
                    <a:pt x="1572" y="690"/>
                  </a:lnTo>
                  <a:lnTo>
                    <a:pt x="1596" y="690"/>
                  </a:lnTo>
                  <a:lnTo>
                    <a:pt x="1596" y="714"/>
                  </a:lnTo>
                  <a:lnTo>
                    <a:pt x="1608" y="726"/>
                  </a:lnTo>
                  <a:lnTo>
                    <a:pt x="1608" y="732"/>
                  </a:lnTo>
                  <a:lnTo>
                    <a:pt x="1584" y="744"/>
                  </a:lnTo>
                  <a:lnTo>
                    <a:pt x="1572" y="744"/>
                  </a:lnTo>
                  <a:lnTo>
                    <a:pt x="1566" y="738"/>
                  </a:lnTo>
                  <a:lnTo>
                    <a:pt x="1554" y="738"/>
                  </a:lnTo>
                  <a:lnTo>
                    <a:pt x="1542" y="744"/>
                  </a:lnTo>
                  <a:lnTo>
                    <a:pt x="1512" y="744"/>
                  </a:lnTo>
                  <a:lnTo>
                    <a:pt x="1500" y="738"/>
                  </a:lnTo>
                  <a:lnTo>
                    <a:pt x="1482" y="738"/>
                  </a:lnTo>
                  <a:lnTo>
                    <a:pt x="1476" y="744"/>
                  </a:lnTo>
                  <a:lnTo>
                    <a:pt x="1464" y="750"/>
                  </a:lnTo>
                  <a:lnTo>
                    <a:pt x="1440" y="750"/>
                  </a:lnTo>
                  <a:lnTo>
                    <a:pt x="1428" y="738"/>
                  </a:lnTo>
                  <a:lnTo>
                    <a:pt x="1428" y="732"/>
                  </a:lnTo>
                  <a:lnTo>
                    <a:pt x="1428" y="738"/>
                  </a:lnTo>
                  <a:lnTo>
                    <a:pt x="1416" y="738"/>
                  </a:lnTo>
                  <a:lnTo>
                    <a:pt x="1392" y="726"/>
                  </a:lnTo>
                  <a:lnTo>
                    <a:pt x="1374" y="708"/>
                  </a:lnTo>
                  <a:lnTo>
                    <a:pt x="1374" y="696"/>
                  </a:lnTo>
                  <a:lnTo>
                    <a:pt x="1380" y="696"/>
                  </a:lnTo>
                  <a:lnTo>
                    <a:pt x="1374" y="696"/>
                  </a:lnTo>
                  <a:lnTo>
                    <a:pt x="1368" y="690"/>
                  </a:lnTo>
                  <a:lnTo>
                    <a:pt x="1368" y="642"/>
                  </a:lnTo>
                  <a:lnTo>
                    <a:pt x="1362" y="636"/>
                  </a:lnTo>
                  <a:lnTo>
                    <a:pt x="1350" y="630"/>
                  </a:lnTo>
                  <a:lnTo>
                    <a:pt x="1338" y="630"/>
                  </a:lnTo>
                  <a:lnTo>
                    <a:pt x="1326" y="642"/>
                  </a:lnTo>
                  <a:lnTo>
                    <a:pt x="1314" y="648"/>
                  </a:lnTo>
                  <a:lnTo>
                    <a:pt x="1326" y="666"/>
                  </a:lnTo>
                  <a:lnTo>
                    <a:pt x="1326" y="714"/>
                  </a:lnTo>
                  <a:lnTo>
                    <a:pt x="1338" y="738"/>
                  </a:lnTo>
                  <a:lnTo>
                    <a:pt x="1338" y="774"/>
                  </a:lnTo>
                  <a:lnTo>
                    <a:pt x="1272" y="774"/>
                  </a:lnTo>
                  <a:lnTo>
                    <a:pt x="1272" y="762"/>
                  </a:lnTo>
                  <a:lnTo>
                    <a:pt x="1266" y="756"/>
                  </a:lnTo>
                  <a:lnTo>
                    <a:pt x="1260" y="756"/>
                  </a:lnTo>
                  <a:lnTo>
                    <a:pt x="1248" y="762"/>
                  </a:lnTo>
                  <a:lnTo>
                    <a:pt x="1242" y="774"/>
                  </a:lnTo>
                  <a:lnTo>
                    <a:pt x="1236" y="762"/>
                  </a:lnTo>
                  <a:lnTo>
                    <a:pt x="1224" y="756"/>
                  </a:lnTo>
                  <a:lnTo>
                    <a:pt x="1206" y="750"/>
                  </a:lnTo>
                  <a:lnTo>
                    <a:pt x="1188" y="750"/>
                  </a:lnTo>
                  <a:lnTo>
                    <a:pt x="1182" y="756"/>
                  </a:lnTo>
                  <a:lnTo>
                    <a:pt x="1152" y="738"/>
                  </a:lnTo>
                  <a:lnTo>
                    <a:pt x="1134" y="750"/>
                  </a:lnTo>
                  <a:lnTo>
                    <a:pt x="1080" y="696"/>
                  </a:lnTo>
                  <a:lnTo>
                    <a:pt x="1056" y="696"/>
                  </a:lnTo>
                  <a:lnTo>
                    <a:pt x="1056" y="690"/>
                  </a:lnTo>
                  <a:lnTo>
                    <a:pt x="1044" y="678"/>
                  </a:lnTo>
                  <a:lnTo>
                    <a:pt x="1038" y="678"/>
                  </a:lnTo>
                  <a:lnTo>
                    <a:pt x="1032" y="684"/>
                  </a:lnTo>
                  <a:lnTo>
                    <a:pt x="1032" y="702"/>
                  </a:lnTo>
                  <a:lnTo>
                    <a:pt x="1032" y="696"/>
                  </a:lnTo>
                  <a:lnTo>
                    <a:pt x="1026" y="690"/>
                  </a:lnTo>
                  <a:lnTo>
                    <a:pt x="1008" y="690"/>
                  </a:lnTo>
                  <a:lnTo>
                    <a:pt x="996" y="702"/>
                  </a:lnTo>
                  <a:lnTo>
                    <a:pt x="990" y="690"/>
                  </a:lnTo>
                  <a:lnTo>
                    <a:pt x="984" y="684"/>
                  </a:lnTo>
                  <a:lnTo>
                    <a:pt x="960" y="684"/>
                  </a:lnTo>
                  <a:lnTo>
                    <a:pt x="954" y="678"/>
                  </a:lnTo>
                  <a:lnTo>
                    <a:pt x="954" y="666"/>
                  </a:lnTo>
                  <a:lnTo>
                    <a:pt x="942" y="666"/>
                  </a:lnTo>
                  <a:lnTo>
                    <a:pt x="936" y="672"/>
                  </a:lnTo>
                  <a:lnTo>
                    <a:pt x="918" y="672"/>
                  </a:lnTo>
                  <a:lnTo>
                    <a:pt x="912" y="666"/>
                  </a:lnTo>
                  <a:lnTo>
                    <a:pt x="906" y="654"/>
                  </a:lnTo>
                  <a:lnTo>
                    <a:pt x="900" y="648"/>
                  </a:lnTo>
                  <a:lnTo>
                    <a:pt x="888" y="648"/>
                  </a:lnTo>
                  <a:lnTo>
                    <a:pt x="846" y="630"/>
                  </a:lnTo>
                  <a:lnTo>
                    <a:pt x="834" y="612"/>
                  </a:lnTo>
                  <a:lnTo>
                    <a:pt x="810" y="612"/>
                  </a:lnTo>
                  <a:lnTo>
                    <a:pt x="792" y="588"/>
                  </a:lnTo>
                  <a:lnTo>
                    <a:pt x="780" y="594"/>
                  </a:lnTo>
                  <a:lnTo>
                    <a:pt x="750" y="564"/>
                  </a:lnTo>
                  <a:lnTo>
                    <a:pt x="750" y="552"/>
                  </a:lnTo>
                  <a:lnTo>
                    <a:pt x="762" y="540"/>
                  </a:lnTo>
                  <a:lnTo>
                    <a:pt x="768" y="540"/>
                  </a:lnTo>
                  <a:lnTo>
                    <a:pt x="756" y="528"/>
                  </a:lnTo>
                  <a:lnTo>
                    <a:pt x="756" y="522"/>
                  </a:lnTo>
                  <a:lnTo>
                    <a:pt x="762" y="516"/>
                  </a:lnTo>
                  <a:lnTo>
                    <a:pt x="756" y="504"/>
                  </a:lnTo>
                  <a:lnTo>
                    <a:pt x="780" y="480"/>
                  </a:lnTo>
                  <a:lnTo>
                    <a:pt x="786" y="456"/>
                  </a:lnTo>
                  <a:lnTo>
                    <a:pt x="762" y="438"/>
                  </a:lnTo>
                  <a:lnTo>
                    <a:pt x="750" y="438"/>
                  </a:lnTo>
                  <a:lnTo>
                    <a:pt x="738" y="432"/>
                  </a:lnTo>
                  <a:lnTo>
                    <a:pt x="738" y="414"/>
                  </a:lnTo>
                  <a:lnTo>
                    <a:pt x="720" y="420"/>
                  </a:lnTo>
                  <a:lnTo>
                    <a:pt x="702" y="402"/>
                  </a:lnTo>
                  <a:lnTo>
                    <a:pt x="696" y="402"/>
                  </a:lnTo>
                  <a:lnTo>
                    <a:pt x="690" y="396"/>
                  </a:lnTo>
                  <a:lnTo>
                    <a:pt x="678" y="396"/>
                  </a:lnTo>
                  <a:lnTo>
                    <a:pt x="666" y="390"/>
                  </a:lnTo>
                  <a:lnTo>
                    <a:pt x="654" y="378"/>
                  </a:lnTo>
                  <a:lnTo>
                    <a:pt x="648" y="366"/>
                  </a:lnTo>
                  <a:lnTo>
                    <a:pt x="618" y="366"/>
                  </a:lnTo>
                  <a:lnTo>
                    <a:pt x="612" y="360"/>
                  </a:lnTo>
                  <a:lnTo>
                    <a:pt x="612" y="342"/>
                  </a:lnTo>
                  <a:lnTo>
                    <a:pt x="618" y="336"/>
                  </a:lnTo>
                  <a:lnTo>
                    <a:pt x="618" y="324"/>
                  </a:lnTo>
                  <a:lnTo>
                    <a:pt x="612" y="324"/>
                  </a:lnTo>
                  <a:lnTo>
                    <a:pt x="600" y="312"/>
                  </a:lnTo>
                  <a:lnTo>
                    <a:pt x="594" y="300"/>
                  </a:lnTo>
                  <a:lnTo>
                    <a:pt x="588" y="294"/>
                  </a:lnTo>
                  <a:lnTo>
                    <a:pt x="588" y="276"/>
                  </a:lnTo>
                  <a:lnTo>
                    <a:pt x="594" y="276"/>
                  </a:lnTo>
                  <a:lnTo>
                    <a:pt x="600" y="270"/>
                  </a:lnTo>
                  <a:lnTo>
                    <a:pt x="612" y="270"/>
                  </a:lnTo>
                  <a:lnTo>
                    <a:pt x="612" y="288"/>
                  </a:lnTo>
                  <a:lnTo>
                    <a:pt x="624" y="300"/>
                  </a:lnTo>
                  <a:lnTo>
                    <a:pt x="636" y="282"/>
                  </a:lnTo>
                  <a:lnTo>
                    <a:pt x="642" y="282"/>
                  </a:lnTo>
                  <a:lnTo>
                    <a:pt x="648" y="276"/>
                  </a:lnTo>
                  <a:lnTo>
                    <a:pt x="660" y="270"/>
                  </a:lnTo>
                  <a:lnTo>
                    <a:pt x="660" y="258"/>
                  </a:lnTo>
                  <a:lnTo>
                    <a:pt x="642" y="240"/>
                  </a:lnTo>
                  <a:lnTo>
                    <a:pt x="636" y="228"/>
                  </a:lnTo>
                  <a:lnTo>
                    <a:pt x="630" y="222"/>
                  </a:lnTo>
                  <a:lnTo>
                    <a:pt x="618" y="222"/>
                  </a:lnTo>
                  <a:lnTo>
                    <a:pt x="594" y="210"/>
                  </a:lnTo>
                  <a:lnTo>
                    <a:pt x="594" y="186"/>
                  </a:lnTo>
                  <a:lnTo>
                    <a:pt x="612" y="180"/>
                  </a:lnTo>
                  <a:lnTo>
                    <a:pt x="594" y="156"/>
                  </a:lnTo>
                  <a:lnTo>
                    <a:pt x="624" y="156"/>
                  </a:lnTo>
                  <a:lnTo>
                    <a:pt x="636" y="150"/>
                  </a:lnTo>
                  <a:lnTo>
                    <a:pt x="642" y="138"/>
                  </a:lnTo>
                  <a:lnTo>
                    <a:pt x="642" y="114"/>
                  </a:lnTo>
                  <a:lnTo>
                    <a:pt x="636" y="108"/>
                  </a:lnTo>
                  <a:lnTo>
                    <a:pt x="636" y="102"/>
                  </a:lnTo>
                  <a:lnTo>
                    <a:pt x="654" y="102"/>
                  </a:lnTo>
                  <a:lnTo>
                    <a:pt x="660" y="96"/>
                  </a:lnTo>
                  <a:lnTo>
                    <a:pt x="660" y="36"/>
                  </a:lnTo>
                  <a:lnTo>
                    <a:pt x="618" y="36"/>
                  </a:lnTo>
                  <a:lnTo>
                    <a:pt x="594" y="12"/>
                  </a:lnTo>
                  <a:lnTo>
                    <a:pt x="576" y="0"/>
                  </a:lnTo>
                  <a:lnTo>
                    <a:pt x="564" y="0"/>
                  </a:lnTo>
                  <a:lnTo>
                    <a:pt x="540" y="12"/>
                  </a:lnTo>
                  <a:lnTo>
                    <a:pt x="522" y="18"/>
                  </a:lnTo>
                  <a:lnTo>
                    <a:pt x="516" y="30"/>
                  </a:lnTo>
                  <a:lnTo>
                    <a:pt x="504" y="36"/>
                  </a:lnTo>
                  <a:lnTo>
                    <a:pt x="480" y="36"/>
                  </a:lnTo>
                  <a:lnTo>
                    <a:pt x="456" y="72"/>
                  </a:lnTo>
                  <a:lnTo>
                    <a:pt x="432" y="78"/>
                  </a:lnTo>
                  <a:lnTo>
                    <a:pt x="432" y="96"/>
                  </a:lnTo>
                  <a:lnTo>
                    <a:pt x="408" y="96"/>
                  </a:lnTo>
                  <a:lnTo>
                    <a:pt x="402" y="102"/>
                  </a:lnTo>
                  <a:lnTo>
                    <a:pt x="396" y="96"/>
                  </a:lnTo>
                  <a:lnTo>
                    <a:pt x="390" y="102"/>
                  </a:lnTo>
                  <a:lnTo>
                    <a:pt x="378" y="108"/>
                  </a:lnTo>
                  <a:lnTo>
                    <a:pt x="372" y="114"/>
                  </a:lnTo>
                  <a:lnTo>
                    <a:pt x="360" y="120"/>
                  </a:lnTo>
                  <a:lnTo>
                    <a:pt x="348" y="120"/>
                  </a:lnTo>
                  <a:lnTo>
                    <a:pt x="348" y="108"/>
                  </a:lnTo>
                  <a:lnTo>
                    <a:pt x="342" y="102"/>
                  </a:lnTo>
                  <a:lnTo>
                    <a:pt x="324" y="102"/>
                  </a:lnTo>
                  <a:lnTo>
                    <a:pt x="306" y="96"/>
                  </a:lnTo>
                  <a:lnTo>
                    <a:pt x="264" y="96"/>
                  </a:lnTo>
                  <a:lnTo>
                    <a:pt x="240" y="108"/>
                  </a:lnTo>
                  <a:lnTo>
                    <a:pt x="234" y="120"/>
                  </a:lnTo>
                  <a:lnTo>
                    <a:pt x="234" y="126"/>
                  </a:lnTo>
                  <a:lnTo>
                    <a:pt x="258" y="144"/>
                  </a:lnTo>
                  <a:lnTo>
                    <a:pt x="252" y="156"/>
                  </a:lnTo>
                  <a:lnTo>
                    <a:pt x="282" y="162"/>
                  </a:lnTo>
                  <a:lnTo>
                    <a:pt x="276" y="168"/>
                  </a:lnTo>
                  <a:lnTo>
                    <a:pt x="270" y="180"/>
                  </a:lnTo>
                  <a:lnTo>
                    <a:pt x="264" y="186"/>
                  </a:lnTo>
                  <a:lnTo>
                    <a:pt x="264" y="192"/>
                  </a:lnTo>
                  <a:lnTo>
                    <a:pt x="276" y="204"/>
                  </a:lnTo>
                  <a:lnTo>
                    <a:pt x="282" y="204"/>
                  </a:lnTo>
                  <a:lnTo>
                    <a:pt x="282" y="210"/>
                  </a:lnTo>
                  <a:lnTo>
                    <a:pt x="276" y="222"/>
                  </a:lnTo>
                  <a:lnTo>
                    <a:pt x="276" y="234"/>
                  </a:lnTo>
                  <a:lnTo>
                    <a:pt x="294" y="234"/>
                  </a:lnTo>
                  <a:lnTo>
                    <a:pt x="306" y="252"/>
                  </a:lnTo>
                  <a:lnTo>
                    <a:pt x="324" y="252"/>
                  </a:lnTo>
                  <a:lnTo>
                    <a:pt x="330" y="288"/>
                  </a:lnTo>
                  <a:lnTo>
                    <a:pt x="366" y="288"/>
                  </a:lnTo>
                  <a:lnTo>
                    <a:pt x="378" y="294"/>
                  </a:lnTo>
                  <a:lnTo>
                    <a:pt x="384" y="300"/>
                  </a:lnTo>
                  <a:lnTo>
                    <a:pt x="384" y="306"/>
                  </a:lnTo>
                  <a:lnTo>
                    <a:pt x="378" y="312"/>
                  </a:lnTo>
                  <a:lnTo>
                    <a:pt x="354" y="324"/>
                  </a:lnTo>
                  <a:lnTo>
                    <a:pt x="342" y="324"/>
                  </a:lnTo>
                  <a:lnTo>
                    <a:pt x="336" y="330"/>
                  </a:lnTo>
                  <a:lnTo>
                    <a:pt x="336" y="366"/>
                  </a:lnTo>
                  <a:lnTo>
                    <a:pt x="342" y="378"/>
                  </a:lnTo>
                  <a:lnTo>
                    <a:pt x="354" y="390"/>
                  </a:lnTo>
                  <a:lnTo>
                    <a:pt x="354" y="396"/>
                  </a:lnTo>
                  <a:lnTo>
                    <a:pt x="324" y="414"/>
                  </a:lnTo>
                  <a:lnTo>
                    <a:pt x="300" y="450"/>
                  </a:lnTo>
                  <a:lnTo>
                    <a:pt x="318" y="474"/>
                  </a:lnTo>
                  <a:lnTo>
                    <a:pt x="306" y="474"/>
                  </a:lnTo>
                  <a:lnTo>
                    <a:pt x="300" y="480"/>
                  </a:lnTo>
                  <a:lnTo>
                    <a:pt x="288" y="486"/>
                  </a:lnTo>
                  <a:lnTo>
                    <a:pt x="282" y="492"/>
                  </a:lnTo>
                  <a:lnTo>
                    <a:pt x="282" y="504"/>
                  </a:lnTo>
                  <a:lnTo>
                    <a:pt x="276" y="522"/>
                  </a:lnTo>
                  <a:lnTo>
                    <a:pt x="276" y="534"/>
                  </a:lnTo>
                  <a:lnTo>
                    <a:pt x="270" y="552"/>
                  </a:lnTo>
                  <a:lnTo>
                    <a:pt x="258" y="564"/>
                  </a:lnTo>
                  <a:lnTo>
                    <a:pt x="234" y="576"/>
                  </a:lnTo>
                  <a:lnTo>
                    <a:pt x="228" y="582"/>
                  </a:lnTo>
                  <a:lnTo>
                    <a:pt x="228" y="588"/>
                  </a:lnTo>
                  <a:lnTo>
                    <a:pt x="222" y="594"/>
                  </a:lnTo>
                  <a:lnTo>
                    <a:pt x="222" y="612"/>
                  </a:lnTo>
                  <a:lnTo>
                    <a:pt x="204" y="624"/>
                  </a:lnTo>
                  <a:lnTo>
                    <a:pt x="204" y="630"/>
                  </a:lnTo>
                  <a:lnTo>
                    <a:pt x="198" y="636"/>
                  </a:lnTo>
                  <a:lnTo>
                    <a:pt x="192" y="648"/>
                  </a:lnTo>
                  <a:lnTo>
                    <a:pt x="186" y="654"/>
                  </a:lnTo>
                  <a:lnTo>
                    <a:pt x="168" y="654"/>
                  </a:lnTo>
                  <a:lnTo>
                    <a:pt x="162" y="648"/>
                  </a:lnTo>
                  <a:lnTo>
                    <a:pt x="156" y="654"/>
                  </a:lnTo>
                  <a:lnTo>
                    <a:pt x="132" y="666"/>
                  </a:lnTo>
                  <a:lnTo>
                    <a:pt x="126" y="666"/>
                  </a:lnTo>
                  <a:lnTo>
                    <a:pt x="120" y="660"/>
                  </a:lnTo>
                  <a:lnTo>
                    <a:pt x="120" y="648"/>
                  </a:lnTo>
                  <a:lnTo>
                    <a:pt x="114" y="642"/>
                  </a:lnTo>
                  <a:lnTo>
                    <a:pt x="108" y="642"/>
                  </a:lnTo>
                  <a:lnTo>
                    <a:pt x="96" y="648"/>
                  </a:lnTo>
                  <a:lnTo>
                    <a:pt x="84" y="660"/>
                  </a:lnTo>
                  <a:lnTo>
                    <a:pt x="84" y="666"/>
                  </a:lnTo>
                  <a:lnTo>
                    <a:pt x="78" y="678"/>
                  </a:lnTo>
                  <a:lnTo>
                    <a:pt x="72" y="684"/>
                  </a:lnTo>
                  <a:lnTo>
                    <a:pt x="66" y="696"/>
                  </a:lnTo>
                  <a:lnTo>
                    <a:pt x="54" y="708"/>
                  </a:lnTo>
                  <a:lnTo>
                    <a:pt x="48" y="720"/>
                  </a:lnTo>
                  <a:lnTo>
                    <a:pt x="48" y="744"/>
                  </a:lnTo>
                  <a:lnTo>
                    <a:pt x="54" y="750"/>
                  </a:lnTo>
                  <a:lnTo>
                    <a:pt x="66" y="756"/>
                  </a:lnTo>
                  <a:lnTo>
                    <a:pt x="72" y="756"/>
                  </a:lnTo>
                  <a:lnTo>
                    <a:pt x="102" y="750"/>
                  </a:lnTo>
                  <a:lnTo>
                    <a:pt x="102" y="768"/>
                  </a:lnTo>
                  <a:lnTo>
                    <a:pt x="96" y="798"/>
                  </a:lnTo>
                  <a:lnTo>
                    <a:pt x="102" y="804"/>
                  </a:lnTo>
                  <a:lnTo>
                    <a:pt x="108" y="816"/>
                  </a:lnTo>
                  <a:lnTo>
                    <a:pt x="120" y="828"/>
                  </a:lnTo>
                  <a:lnTo>
                    <a:pt x="144" y="828"/>
                  </a:lnTo>
                  <a:lnTo>
                    <a:pt x="144" y="852"/>
                  </a:lnTo>
                  <a:lnTo>
                    <a:pt x="168" y="894"/>
                  </a:lnTo>
                  <a:lnTo>
                    <a:pt x="174" y="906"/>
                  </a:lnTo>
                  <a:lnTo>
                    <a:pt x="180" y="912"/>
                  </a:lnTo>
                  <a:lnTo>
                    <a:pt x="180" y="936"/>
                  </a:lnTo>
                  <a:lnTo>
                    <a:pt x="168" y="942"/>
                  </a:lnTo>
                  <a:lnTo>
                    <a:pt x="162" y="948"/>
                  </a:lnTo>
                  <a:lnTo>
                    <a:pt x="144" y="948"/>
                  </a:lnTo>
                  <a:lnTo>
                    <a:pt x="138" y="942"/>
                  </a:lnTo>
                  <a:lnTo>
                    <a:pt x="138" y="930"/>
                  </a:lnTo>
                  <a:lnTo>
                    <a:pt x="132" y="930"/>
                  </a:lnTo>
                  <a:lnTo>
                    <a:pt x="120" y="936"/>
                  </a:lnTo>
                  <a:lnTo>
                    <a:pt x="108" y="948"/>
                  </a:lnTo>
                  <a:lnTo>
                    <a:pt x="84" y="948"/>
                  </a:lnTo>
                  <a:lnTo>
                    <a:pt x="78" y="942"/>
                  </a:lnTo>
                  <a:lnTo>
                    <a:pt x="78" y="936"/>
                  </a:lnTo>
                  <a:lnTo>
                    <a:pt x="54" y="948"/>
                  </a:lnTo>
                  <a:lnTo>
                    <a:pt x="48" y="942"/>
                  </a:lnTo>
                  <a:lnTo>
                    <a:pt x="36" y="936"/>
                  </a:lnTo>
                  <a:lnTo>
                    <a:pt x="24" y="936"/>
                  </a:lnTo>
                  <a:lnTo>
                    <a:pt x="12" y="948"/>
                  </a:lnTo>
                  <a:lnTo>
                    <a:pt x="12" y="960"/>
                  </a:lnTo>
                  <a:lnTo>
                    <a:pt x="18" y="966"/>
                  </a:lnTo>
                  <a:lnTo>
                    <a:pt x="0" y="972"/>
                  </a:lnTo>
                  <a:lnTo>
                    <a:pt x="36" y="972"/>
                  </a:lnTo>
                  <a:lnTo>
                    <a:pt x="30" y="984"/>
                  </a:lnTo>
                  <a:lnTo>
                    <a:pt x="30" y="1014"/>
                  </a:lnTo>
                  <a:lnTo>
                    <a:pt x="36" y="1026"/>
                  </a:lnTo>
                  <a:lnTo>
                    <a:pt x="48" y="1032"/>
                  </a:lnTo>
                  <a:lnTo>
                    <a:pt x="66" y="1038"/>
                  </a:lnTo>
                  <a:lnTo>
                    <a:pt x="120" y="1038"/>
                  </a:lnTo>
                  <a:lnTo>
                    <a:pt x="132" y="1032"/>
                  </a:lnTo>
                  <a:lnTo>
                    <a:pt x="150" y="1014"/>
                  </a:lnTo>
                  <a:lnTo>
                    <a:pt x="162" y="1008"/>
                  </a:lnTo>
                  <a:lnTo>
                    <a:pt x="168" y="1020"/>
                  </a:lnTo>
                  <a:lnTo>
                    <a:pt x="168" y="1026"/>
                  </a:lnTo>
                  <a:lnTo>
                    <a:pt x="162" y="1038"/>
                  </a:lnTo>
                  <a:lnTo>
                    <a:pt x="144" y="1056"/>
                  </a:lnTo>
                  <a:lnTo>
                    <a:pt x="120" y="1068"/>
                  </a:lnTo>
                  <a:lnTo>
                    <a:pt x="114" y="1074"/>
                  </a:lnTo>
                  <a:lnTo>
                    <a:pt x="90" y="1074"/>
                  </a:lnTo>
                  <a:lnTo>
                    <a:pt x="78" y="1080"/>
                  </a:lnTo>
                  <a:lnTo>
                    <a:pt x="60" y="1086"/>
                  </a:lnTo>
                  <a:lnTo>
                    <a:pt x="48" y="1092"/>
                  </a:lnTo>
                  <a:lnTo>
                    <a:pt x="42" y="1098"/>
                  </a:lnTo>
                  <a:lnTo>
                    <a:pt x="54" y="1122"/>
                  </a:lnTo>
                  <a:lnTo>
                    <a:pt x="66" y="1128"/>
                  </a:lnTo>
                  <a:lnTo>
                    <a:pt x="78" y="1140"/>
                  </a:lnTo>
                  <a:lnTo>
                    <a:pt x="96" y="1152"/>
                  </a:lnTo>
                  <a:lnTo>
                    <a:pt x="108" y="1164"/>
                  </a:lnTo>
                  <a:lnTo>
                    <a:pt x="132" y="1182"/>
                  </a:lnTo>
                  <a:lnTo>
                    <a:pt x="162" y="1206"/>
                  </a:lnTo>
                  <a:lnTo>
                    <a:pt x="204" y="1224"/>
                  </a:lnTo>
                  <a:lnTo>
                    <a:pt x="240" y="1218"/>
                  </a:lnTo>
                  <a:lnTo>
                    <a:pt x="270" y="1200"/>
                  </a:lnTo>
                  <a:lnTo>
                    <a:pt x="294" y="1176"/>
                  </a:lnTo>
                  <a:lnTo>
                    <a:pt x="300" y="1158"/>
                  </a:lnTo>
                  <a:lnTo>
                    <a:pt x="300" y="1128"/>
                  </a:lnTo>
                  <a:lnTo>
                    <a:pt x="306" y="1116"/>
                  </a:lnTo>
                  <a:lnTo>
                    <a:pt x="318" y="1104"/>
                  </a:lnTo>
                  <a:lnTo>
                    <a:pt x="324" y="1092"/>
                  </a:lnTo>
                  <a:lnTo>
                    <a:pt x="330" y="1086"/>
                  </a:lnTo>
                  <a:lnTo>
                    <a:pt x="342" y="1086"/>
                  </a:lnTo>
                  <a:lnTo>
                    <a:pt x="348" y="1080"/>
                  </a:lnTo>
                  <a:lnTo>
                    <a:pt x="354" y="1080"/>
                  </a:lnTo>
                  <a:lnTo>
                    <a:pt x="360" y="1086"/>
                  </a:lnTo>
                  <a:lnTo>
                    <a:pt x="360" y="1098"/>
                  </a:lnTo>
                  <a:lnTo>
                    <a:pt x="348" y="1110"/>
                  </a:lnTo>
                  <a:lnTo>
                    <a:pt x="336" y="1128"/>
                  </a:lnTo>
                  <a:lnTo>
                    <a:pt x="324" y="1140"/>
                  </a:lnTo>
                  <a:lnTo>
                    <a:pt x="318" y="1152"/>
                  </a:lnTo>
                  <a:lnTo>
                    <a:pt x="318" y="1164"/>
                  </a:lnTo>
                  <a:lnTo>
                    <a:pt x="324" y="1176"/>
                  </a:lnTo>
                  <a:lnTo>
                    <a:pt x="336" y="1182"/>
                  </a:lnTo>
                  <a:lnTo>
                    <a:pt x="342" y="1182"/>
                  </a:lnTo>
                  <a:lnTo>
                    <a:pt x="354" y="1194"/>
                  </a:lnTo>
                  <a:lnTo>
                    <a:pt x="354" y="1206"/>
                  </a:lnTo>
                  <a:lnTo>
                    <a:pt x="348" y="1242"/>
                  </a:lnTo>
                  <a:lnTo>
                    <a:pt x="342" y="1284"/>
                  </a:lnTo>
                  <a:lnTo>
                    <a:pt x="336" y="1338"/>
                  </a:lnTo>
                  <a:lnTo>
                    <a:pt x="342" y="1398"/>
                  </a:lnTo>
                  <a:lnTo>
                    <a:pt x="354" y="1446"/>
                  </a:lnTo>
                  <a:lnTo>
                    <a:pt x="384" y="1536"/>
                  </a:lnTo>
                  <a:lnTo>
                    <a:pt x="402" y="1554"/>
                  </a:lnTo>
                  <a:lnTo>
                    <a:pt x="402" y="1596"/>
                  </a:lnTo>
                  <a:lnTo>
                    <a:pt x="414" y="1620"/>
                  </a:lnTo>
                  <a:lnTo>
                    <a:pt x="426" y="1626"/>
                  </a:lnTo>
                  <a:lnTo>
                    <a:pt x="438" y="1626"/>
                  </a:lnTo>
                  <a:lnTo>
                    <a:pt x="444" y="1632"/>
                  </a:lnTo>
                  <a:lnTo>
                    <a:pt x="450" y="1632"/>
                  </a:lnTo>
                  <a:lnTo>
                    <a:pt x="450" y="1644"/>
                  </a:lnTo>
                  <a:lnTo>
                    <a:pt x="456" y="1656"/>
                  </a:lnTo>
                  <a:lnTo>
                    <a:pt x="456" y="1674"/>
                  </a:lnTo>
                  <a:lnTo>
                    <a:pt x="474" y="1710"/>
                  </a:lnTo>
                  <a:lnTo>
                    <a:pt x="498" y="1722"/>
                  </a:lnTo>
                  <a:lnTo>
                    <a:pt x="504" y="1728"/>
                  </a:lnTo>
                  <a:lnTo>
                    <a:pt x="510" y="1728"/>
                  </a:lnTo>
                  <a:lnTo>
                    <a:pt x="510" y="1746"/>
                  </a:lnTo>
                  <a:lnTo>
                    <a:pt x="516" y="1782"/>
                  </a:lnTo>
                  <a:lnTo>
                    <a:pt x="522" y="1830"/>
                  </a:lnTo>
                  <a:lnTo>
                    <a:pt x="534" y="1872"/>
                  </a:lnTo>
                  <a:lnTo>
                    <a:pt x="552" y="1908"/>
                  </a:lnTo>
                  <a:lnTo>
                    <a:pt x="576" y="1944"/>
                  </a:lnTo>
                  <a:lnTo>
                    <a:pt x="600" y="1974"/>
                  </a:lnTo>
                  <a:lnTo>
                    <a:pt x="612" y="1998"/>
                  </a:lnTo>
                  <a:lnTo>
                    <a:pt x="618" y="2016"/>
                  </a:lnTo>
                  <a:lnTo>
                    <a:pt x="618" y="2070"/>
                  </a:lnTo>
                  <a:lnTo>
                    <a:pt x="624" y="2094"/>
                  </a:lnTo>
                  <a:lnTo>
                    <a:pt x="642" y="2124"/>
                  </a:lnTo>
                  <a:lnTo>
                    <a:pt x="672" y="2166"/>
                  </a:lnTo>
                  <a:lnTo>
                    <a:pt x="696" y="2202"/>
                  </a:lnTo>
                  <a:lnTo>
                    <a:pt x="714" y="2232"/>
                  </a:lnTo>
                  <a:lnTo>
                    <a:pt x="720" y="2244"/>
                  </a:lnTo>
                  <a:lnTo>
                    <a:pt x="726" y="2244"/>
                  </a:lnTo>
                  <a:lnTo>
                    <a:pt x="732" y="2238"/>
                  </a:lnTo>
                  <a:lnTo>
                    <a:pt x="744" y="2238"/>
                  </a:lnTo>
                  <a:lnTo>
                    <a:pt x="768" y="2226"/>
                  </a:lnTo>
                  <a:lnTo>
                    <a:pt x="774" y="2220"/>
                  </a:lnTo>
                  <a:lnTo>
                    <a:pt x="780" y="2208"/>
                  </a:lnTo>
                  <a:lnTo>
                    <a:pt x="780" y="2172"/>
                  </a:lnTo>
                  <a:lnTo>
                    <a:pt x="786" y="2160"/>
                  </a:lnTo>
                  <a:lnTo>
                    <a:pt x="798" y="2154"/>
                  </a:lnTo>
                  <a:lnTo>
                    <a:pt x="804" y="2154"/>
                  </a:lnTo>
                  <a:lnTo>
                    <a:pt x="810" y="2160"/>
                  </a:lnTo>
                  <a:lnTo>
                    <a:pt x="828" y="2160"/>
                  </a:lnTo>
                  <a:lnTo>
                    <a:pt x="834" y="2154"/>
                  </a:lnTo>
                  <a:lnTo>
                    <a:pt x="846" y="2148"/>
                  </a:lnTo>
                  <a:lnTo>
                    <a:pt x="852" y="2142"/>
                  </a:lnTo>
                  <a:lnTo>
                    <a:pt x="864" y="2136"/>
                  </a:lnTo>
                  <a:lnTo>
                    <a:pt x="852" y="2136"/>
                  </a:lnTo>
                  <a:lnTo>
                    <a:pt x="846" y="2130"/>
                  </a:lnTo>
                  <a:lnTo>
                    <a:pt x="846" y="2118"/>
                  </a:lnTo>
                  <a:lnTo>
                    <a:pt x="852" y="2100"/>
                  </a:lnTo>
                  <a:lnTo>
                    <a:pt x="858" y="2088"/>
                  </a:lnTo>
                  <a:lnTo>
                    <a:pt x="906" y="2064"/>
                  </a:lnTo>
                  <a:lnTo>
                    <a:pt x="918" y="2052"/>
                  </a:lnTo>
                  <a:lnTo>
                    <a:pt x="918" y="2040"/>
                  </a:lnTo>
                  <a:lnTo>
                    <a:pt x="912" y="2028"/>
                  </a:lnTo>
                  <a:lnTo>
                    <a:pt x="912" y="2010"/>
                  </a:lnTo>
                  <a:lnTo>
                    <a:pt x="900" y="1974"/>
                  </a:lnTo>
                  <a:lnTo>
                    <a:pt x="900" y="1908"/>
                  </a:lnTo>
                  <a:lnTo>
                    <a:pt x="906" y="1890"/>
                  </a:lnTo>
                  <a:lnTo>
                    <a:pt x="906" y="1884"/>
                  </a:lnTo>
                  <a:lnTo>
                    <a:pt x="912" y="1878"/>
                  </a:lnTo>
                  <a:lnTo>
                    <a:pt x="912" y="1860"/>
                  </a:lnTo>
                  <a:lnTo>
                    <a:pt x="918" y="1842"/>
                  </a:lnTo>
                  <a:lnTo>
                    <a:pt x="918" y="1800"/>
                  </a:lnTo>
                  <a:lnTo>
                    <a:pt x="906" y="1776"/>
                  </a:lnTo>
                  <a:lnTo>
                    <a:pt x="888" y="1758"/>
                  </a:lnTo>
                  <a:lnTo>
                    <a:pt x="888" y="1728"/>
                  </a:lnTo>
                  <a:lnTo>
                    <a:pt x="894" y="1722"/>
                  </a:lnTo>
                  <a:lnTo>
                    <a:pt x="900" y="1710"/>
                  </a:lnTo>
                  <a:lnTo>
                    <a:pt x="900" y="1698"/>
                  </a:lnTo>
                  <a:lnTo>
                    <a:pt x="894" y="1686"/>
                  </a:lnTo>
                  <a:lnTo>
                    <a:pt x="894" y="1644"/>
                  </a:lnTo>
                  <a:lnTo>
                    <a:pt x="918" y="1632"/>
                  </a:lnTo>
                  <a:lnTo>
                    <a:pt x="924" y="1632"/>
                  </a:lnTo>
                  <a:lnTo>
                    <a:pt x="948" y="1620"/>
                  </a:lnTo>
                  <a:lnTo>
                    <a:pt x="948" y="1596"/>
                  </a:lnTo>
                  <a:lnTo>
                    <a:pt x="954" y="1584"/>
                  </a:lnTo>
                  <a:lnTo>
                    <a:pt x="960" y="1578"/>
                  </a:lnTo>
                  <a:lnTo>
                    <a:pt x="972" y="1572"/>
                  </a:lnTo>
                  <a:lnTo>
                    <a:pt x="990" y="1572"/>
                  </a:lnTo>
                  <a:lnTo>
                    <a:pt x="996" y="1560"/>
                  </a:lnTo>
                  <a:lnTo>
                    <a:pt x="1002" y="1566"/>
                  </a:lnTo>
                  <a:lnTo>
                    <a:pt x="1032" y="1566"/>
                  </a:lnTo>
                  <a:lnTo>
                    <a:pt x="1032" y="1548"/>
                  </a:lnTo>
                  <a:lnTo>
                    <a:pt x="1038" y="1530"/>
                  </a:lnTo>
                  <a:lnTo>
                    <a:pt x="1050" y="1518"/>
                  </a:lnTo>
                  <a:lnTo>
                    <a:pt x="1056" y="1500"/>
                  </a:lnTo>
                  <a:lnTo>
                    <a:pt x="1068" y="1488"/>
                  </a:lnTo>
                  <a:lnTo>
                    <a:pt x="1074" y="1476"/>
                  </a:lnTo>
                  <a:lnTo>
                    <a:pt x="1086" y="1470"/>
                  </a:lnTo>
                  <a:lnTo>
                    <a:pt x="1092" y="1464"/>
                  </a:lnTo>
                  <a:lnTo>
                    <a:pt x="1110" y="1458"/>
                  </a:lnTo>
                  <a:lnTo>
                    <a:pt x="1116" y="1452"/>
                  </a:lnTo>
                  <a:lnTo>
                    <a:pt x="1128" y="1446"/>
                  </a:lnTo>
                  <a:lnTo>
                    <a:pt x="1134" y="1428"/>
                  </a:lnTo>
                  <a:lnTo>
                    <a:pt x="1158" y="1380"/>
                  </a:lnTo>
                  <a:lnTo>
                    <a:pt x="1176" y="1362"/>
                  </a:lnTo>
                  <a:lnTo>
                    <a:pt x="1188" y="1356"/>
                  </a:lnTo>
                  <a:lnTo>
                    <a:pt x="1206" y="1344"/>
                  </a:lnTo>
                  <a:lnTo>
                    <a:pt x="1218" y="1338"/>
                  </a:lnTo>
                  <a:lnTo>
                    <a:pt x="1236" y="1320"/>
                  </a:lnTo>
                  <a:lnTo>
                    <a:pt x="1242" y="1320"/>
                  </a:lnTo>
                  <a:lnTo>
                    <a:pt x="1230" y="1290"/>
                  </a:lnTo>
                  <a:lnTo>
                    <a:pt x="1236" y="1284"/>
                  </a:lnTo>
                  <a:lnTo>
                    <a:pt x="1260" y="1314"/>
                  </a:lnTo>
                  <a:lnTo>
                    <a:pt x="1320" y="1254"/>
                  </a:lnTo>
                  <a:lnTo>
                    <a:pt x="1332" y="1230"/>
                  </a:lnTo>
                  <a:lnTo>
                    <a:pt x="1326" y="1224"/>
                  </a:lnTo>
                  <a:lnTo>
                    <a:pt x="1320" y="1212"/>
                  </a:lnTo>
                  <a:lnTo>
                    <a:pt x="1314" y="1206"/>
                  </a:lnTo>
                  <a:lnTo>
                    <a:pt x="1308" y="1194"/>
                  </a:lnTo>
                  <a:lnTo>
                    <a:pt x="1308" y="1182"/>
                  </a:lnTo>
                  <a:lnTo>
                    <a:pt x="1320" y="1176"/>
                  </a:lnTo>
                  <a:lnTo>
                    <a:pt x="1326" y="1170"/>
                  </a:lnTo>
                  <a:lnTo>
                    <a:pt x="1338" y="1170"/>
                  </a:lnTo>
                  <a:lnTo>
                    <a:pt x="1350" y="1164"/>
                  </a:lnTo>
                  <a:lnTo>
                    <a:pt x="1362" y="1152"/>
                  </a:lnTo>
                  <a:lnTo>
                    <a:pt x="1374" y="1134"/>
                  </a:lnTo>
                  <a:lnTo>
                    <a:pt x="1374" y="1110"/>
                  </a:lnTo>
                  <a:lnTo>
                    <a:pt x="1392" y="1116"/>
                  </a:lnTo>
                  <a:lnTo>
                    <a:pt x="1398" y="1146"/>
                  </a:lnTo>
                  <a:lnTo>
                    <a:pt x="1416" y="1110"/>
                  </a:lnTo>
                  <a:lnTo>
                    <a:pt x="1416" y="1128"/>
                  </a:lnTo>
                  <a:lnTo>
                    <a:pt x="1422" y="1140"/>
                  </a:lnTo>
                  <a:lnTo>
                    <a:pt x="1422" y="1158"/>
                  </a:lnTo>
                  <a:lnTo>
                    <a:pt x="1428" y="1170"/>
                  </a:lnTo>
                  <a:lnTo>
                    <a:pt x="1434" y="1176"/>
                  </a:lnTo>
                  <a:lnTo>
                    <a:pt x="1440" y="1176"/>
                  </a:lnTo>
                  <a:lnTo>
                    <a:pt x="1446" y="1170"/>
                  </a:lnTo>
                  <a:lnTo>
                    <a:pt x="1446" y="1158"/>
                  </a:lnTo>
                  <a:lnTo>
                    <a:pt x="1452" y="1152"/>
                  </a:lnTo>
                  <a:lnTo>
                    <a:pt x="1452" y="1140"/>
                  </a:lnTo>
                  <a:lnTo>
                    <a:pt x="1458" y="1110"/>
                  </a:lnTo>
                  <a:lnTo>
                    <a:pt x="1440" y="1068"/>
                  </a:lnTo>
                  <a:lnTo>
                    <a:pt x="1440" y="1038"/>
                  </a:lnTo>
                  <a:lnTo>
                    <a:pt x="1410" y="1014"/>
                  </a:lnTo>
                  <a:lnTo>
                    <a:pt x="1398" y="984"/>
                  </a:lnTo>
                  <a:lnTo>
                    <a:pt x="1404" y="972"/>
                  </a:lnTo>
                  <a:lnTo>
                    <a:pt x="1410" y="966"/>
                  </a:lnTo>
                  <a:lnTo>
                    <a:pt x="1416" y="948"/>
                  </a:lnTo>
                  <a:lnTo>
                    <a:pt x="1416" y="942"/>
                  </a:lnTo>
                  <a:lnTo>
                    <a:pt x="1410" y="936"/>
                  </a:lnTo>
                  <a:lnTo>
                    <a:pt x="1398" y="930"/>
                  </a:lnTo>
                  <a:lnTo>
                    <a:pt x="1380" y="930"/>
                  </a:lnTo>
                  <a:lnTo>
                    <a:pt x="1368" y="924"/>
                  </a:lnTo>
                  <a:lnTo>
                    <a:pt x="1356" y="912"/>
                  </a:lnTo>
                  <a:lnTo>
                    <a:pt x="1368" y="900"/>
                  </a:lnTo>
                  <a:lnTo>
                    <a:pt x="1374" y="900"/>
                  </a:lnTo>
                  <a:lnTo>
                    <a:pt x="1374" y="870"/>
                  </a:lnTo>
                  <a:lnTo>
                    <a:pt x="1410" y="870"/>
                  </a:lnTo>
                  <a:lnTo>
                    <a:pt x="1410" y="858"/>
                  </a:lnTo>
                  <a:lnTo>
                    <a:pt x="1380" y="840"/>
                  </a:lnTo>
                  <a:lnTo>
                    <a:pt x="1374" y="840"/>
                  </a:lnTo>
                  <a:lnTo>
                    <a:pt x="1362" y="828"/>
                  </a:lnTo>
                  <a:lnTo>
                    <a:pt x="1350" y="822"/>
                  </a:lnTo>
                  <a:lnTo>
                    <a:pt x="1344" y="810"/>
                  </a:lnTo>
                  <a:lnTo>
                    <a:pt x="1344" y="804"/>
                  </a:lnTo>
                  <a:lnTo>
                    <a:pt x="1350" y="792"/>
                  </a:lnTo>
                  <a:lnTo>
                    <a:pt x="1362" y="780"/>
                  </a:lnTo>
                  <a:lnTo>
                    <a:pt x="1350" y="762"/>
                  </a:lnTo>
                  <a:lnTo>
                    <a:pt x="1368" y="762"/>
                  </a:lnTo>
                  <a:lnTo>
                    <a:pt x="1392" y="774"/>
                  </a:lnTo>
                  <a:lnTo>
                    <a:pt x="1386" y="768"/>
                  </a:lnTo>
                  <a:lnTo>
                    <a:pt x="1404" y="762"/>
                  </a:lnTo>
                  <a:lnTo>
                    <a:pt x="1410" y="774"/>
                  </a:lnTo>
                  <a:lnTo>
                    <a:pt x="1410" y="780"/>
                  </a:lnTo>
                  <a:lnTo>
                    <a:pt x="1416" y="792"/>
                  </a:lnTo>
                  <a:lnTo>
                    <a:pt x="1422" y="798"/>
                  </a:lnTo>
                  <a:lnTo>
                    <a:pt x="1434" y="798"/>
                  </a:lnTo>
                  <a:lnTo>
                    <a:pt x="1440" y="804"/>
                  </a:lnTo>
                  <a:lnTo>
                    <a:pt x="1446" y="786"/>
                  </a:lnTo>
                  <a:lnTo>
                    <a:pt x="1452" y="792"/>
                  </a:lnTo>
                  <a:lnTo>
                    <a:pt x="1458" y="792"/>
                  </a:lnTo>
                  <a:lnTo>
                    <a:pt x="1464" y="798"/>
                  </a:lnTo>
                  <a:lnTo>
                    <a:pt x="1464" y="828"/>
                  </a:lnTo>
                  <a:lnTo>
                    <a:pt x="1470" y="828"/>
                  </a:lnTo>
                  <a:lnTo>
                    <a:pt x="1470" y="864"/>
                  </a:lnTo>
                  <a:lnTo>
                    <a:pt x="1476" y="864"/>
                  </a:lnTo>
                  <a:lnTo>
                    <a:pt x="1482" y="870"/>
                  </a:lnTo>
                  <a:lnTo>
                    <a:pt x="1542" y="870"/>
                  </a:lnTo>
                  <a:lnTo>
                    <a:pt x="1554" y="876"/>
                  </a:lnTo>
                  <a:lnTo>
                    <a:pt x="1572" y="876"/>
                  </a:lnTo>
                  <a:lnTo>
                    <a:pt x="1620" y="864"/>
                  </a:lnTo>
                  <a:lnTo>
                    <a:pt x="1626" y="864"/>
                  </a:lnTo>
                  <a:lnTo>
                    <a:pt x="1650" y="888"/>
                  </a:lnTo>
                  <a:lnTo>
                    <a:pt x="1650" y="894"/>
                  </a:lnTo>
                  <a:lnTo>
                    <a:pt x="1644" y="900"/>
                  </a:lnTo>
                  <a:lnTo>
                    <a:pt x="1638" y="900"/>
                  </a:lnTo>
                  <a:lnTo>
                    <a:pt x="1638" y="912"/>
                  </a:lnTo>
                  <a:lnTo>
                    <a:pt x="1632" y="930"/>
                  </a:lnTo>
                  <a:lnTo>
                    <a:pt x="1626" y="942"/>
                  </a:lnTo>
                  <a:lnTo>
                    <a:pt x="1620" y="948"/>
                  </a:lnTo>
                  <a:lnTo>
                    <a:pt x="1614" y="948"/>
                  </a:lnTo>
                  <a:lnTo>
                    <a:pt x="1602" y="954"/>
                  </a:lnTo>
                  <a:lnTo>
                    <a:pt x="1596" y="954"/>
                  </a:lnTo>
                  <a:lnTo>
                    <a:pt x="1584" y="966"/>
                  </a:lnTo>
                  <a:lnTo>
                    <a:pt x="1578" y="978"/>
                  </a:lnTo>
                  <a:lnTo>
                    <a:pt x="1578" y="996"/>
                  </a:lnTo>
                  <a:lnTo>
                    <a:pt x="1584" y="1008"/>
                  </a:lnTo>
                  <a:lnTo>
                    <a:pt x="1602" y="1026"/>
                  </a:lnTo>
                  <a:lnTo>
                    <a:pt x="1608" y="1026"/>
                  </a:lnTo>
                  <a:lnTo>
                    <a:pt x="1626" y="1050"/>
                  </a:lnTo>
                  <a:lnTo>
                    <a:pt x="1632" y="1014"/>
                  </a:lnTo>
                  <a:lnTo>
                    <a:pt x="1632" y="990"/>
                  </a:lnTo>
                  <a:lnTo>
                    <a:pt x="1650" y="990"/>
                  </a:lnTo>
                  <a:lnTo>
                    <a:pt x="1662" y="996"/>
                  </a:lnTo>
                  <a:lnTo>
                    <a:pt x="1668" y="1002"/>
                  </a:lnTo>
                  <a:lnTo>
                    <a:pt x="1668" y="1020"/>
                  </a:lnTo>
                  <a:lnTo>
                    <a:pt x="1674" y="1032"/>
                  </a:lnTo>
                  <a:lnTo>
                    <a:pt x="1674" y="1038"/>
                  </a:lnTo>
                  <a:lnTo>
                    <a:pt x="1680" y="1050"/>
                  </a:lnTo>
                  <a:lnTo>
                    <a:pt x="1680" y="1062"/>
                  </a:lnTo>
                  <a:lnTo>
                    <a:pt x="1686" y="1074"/>
                  </a:lnTo>
                  <a:lnTo>
                    <a:pt x="1692" y="1092"/>
                  </a:lnTo>
                  <a:lnTo>
                    <a:pt x="1698" y="1104"/>
                  </a:lnTo>
                  <a:lnTo>
                    <a:pt x="1704" y="1110"/>
                  </a:lnTo>
                  <a:lnTo>
                    <a:pt x="1704" y="1116"/>
                  </a:lnTo>
                  <a:lnTo>
                    <a:pt x="1722" y="1134"/>
                  </a:lnTo>
                  <a:lnTo>
                    <a:pt x="1722" y="1110"/>
                  </a:lnTo>
                  <a:lnTo>
                    <a:pt x="1728" y="1110"/>
                  </a:lnTo>
                  <a:lnTo>
                    <a:pt x="1734" y="1116"/>
                  </a:lnTo>
                  <a:lnTo>
                    <a:pt x="1746" y="1116"/>
                  </a:lnTo>
                  <a:lnTo>
                    <a:pt x="1746" y="1104"/>
                  </a:lnTo>
                  <a:lnTo>
                    <a:pt x="1728" y="1086"/>
                  </a:lnTo>
                  <a:lnTo>
                    <a:pt x="1728" y="1062"/>
                  </a:lnTo>
                  <a:lnTo>
                    <a:pt x="1722" y="1050"/>
                  </a:lnTo>
                  <a:lnTo>
                    <a:pt x="1740" y="1032"/>
                  </a:lnTo>
                  <a:lnTo>
                    <a:pt x="1746" y="1032"/>
                  </a:lnTo>
                  <a:lnTo>
                    <a:pt x="1740" y="984"/>
                  </a:lnTo>
                  <a:lnTo>
                    <a:pt x="1722" y="966"/>
                  </a:lnTo>
                  <a:lnTo>
                    <a:pt x="1716" y="966"/>
                  </a:lnTo>
                  <a:lnTo>
                    <a:pt x="1770" y="966"/>
                  </a:lnTo>
                  <a:lnTo>
                    <a:pt x="1782" y="972"/>
                  </a:lnTo>
                  <a:lnTo>
                    <a:pt x="1794" y="972"/>
                  </a:lnTo>
                  <a:lnTo>
                    <a:pt x="1794" y="936"/>
                  </a:lnTo>
                  <a:lnTo>
                    <a:pt x="1812" y="882"/>
                  </a:lnTo>
                  <a:lnTo>
                    <a:pt x="1806" y="876"/>
                  </a:lnTo>
                  <a:lnTo>
                    <a:pt x="1800" y="864"/>
                  </a:lnTo>
                  <a:lnTo>
                    <a:pt x="1800" y="846"/>
                  </a:lnTo>
                  <a:lnTo>
                    <a:pt x="1812" y="840"/>
                  </a:lnTo>
                  <a:lnTo>
                    <a:pt x="1818" y="834"/>
                  </a:lnTo>
                  <a:lnTo>
                    <a:pt x="1836" y="804"/>
                  </a:lnTo>
                  <a:lnTo>
                    <a:pt x="1836" y="792"/>
                  </a:lnTo>
                  <a:lnTo>
                    <a:pt x="1830" y="786"/>
                  </a:lnTo>
                  <a:lnTo>
                    <a:pt x="1830" y="780"/>
                  </a:lnTo>
                  <a:lnTo>
                    <a:pt x="1824" y="774"/>
                  </a:lnTo>
                  <a:lnTo>
                    <a:pt x="1824" y="750"/>
                  </a:lnTo>
                  <a:lnTo>
                    <a:pt x="1830" y="750"/>
                  </a:lnTo>
                  <a:lnTo>
                    <a:pt x="1836" y="744"/>
                  </a:lnTo>
                  <a:lnTo>
                    <a:pt x="1848" y="744"/>
                  </a:lnTo>
                  <a:lnTo>
                    <a:pt x="1860" y="738"/>
                  </a:lnTo>
                  <a:lnTo>
                    <a:pt x="1872" y="726"/>
                  </a:lnTo>
                  <a:lnTo>
                    <a:pt x="1872" y="708"/>
                  </a:lnTo>
                  <a:lnTo>
                    <a:pt x="1878" y="708"/>
                  </a:lnTo>
                  <a:lnTo>
                    <a:pt x="1890" y="702"/>
                  </a:lnTo>
                  <a:lnTo>
                    <a:pt x="1926" y="702"/>
                  </a:lnTo>
                  <a:lnTo>
                    <a:pt x="1932" y="708"/>
                  </a:lnTo>
                  <a:lnTo>
                    <a:pt x="1950" y="708"/>
                  </a:lnTo>
                  <a:lnTo>
                    <a:pt x="1950" y="702"/>
                  </a:lnTo>
                  <a:lnTo>
                    <a:pt x="1944" y="696"/>
                  </a:lnTo>
                  <a:lnTo>
                    <a:pt x="1932" y="690"/>
                  </a:lnTo>
                  <a:lnTo>
                    <a:pt x="1926" y="684"/>
                  </a:lnTo>
                  <a:lnTo>
                    <a:pt x="1920" y="67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93" name="Iceland" descr="© INSCALE GmbH, 05.05.2010&#10;http://www.presentationload.com/">
              <a:extLst>
                <a:ext uri="{FF2B5EF4-FFF2-40B4-BE49-F238E27FC236}">
                  <a16:creationId xmlns:a16="http://schemas.microsoft.com/office/drawing/2014/main" id="{B5853D2B-93D8-40BA-8601-A215592EBE8F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358478" y="1278286"/>
              <a:ext cx="188693" cy="73213"/>
            </a:xfrm>
            <a:custGeom>
              <a:avLst/>
              <a:gdLst>
                <a:gd name="T0" fmla="*/ 2147483647 w 570"/>
                <a:gd name="T1" fmla="*/ 2147483647 h 222"/>
                <a:gd name="T2" fmla="*/ 2147483647 w 570"/>
                <a:gd name="T3" fmla="*/ 2147483647 h 222"/>
                <a:gd name="T4" fmla="*/ 2147483647 w 570"/>
                <a:gd name="T5" fmla="*/ 2147483647 h 222"/>
                <a:gd name="T6" fmla="*/ 2147483647 w 570"/>
                <a:gd name="T7" fmla="*/ 2147483647 h 222"/>
                <a:gd name="T8" fmla="*/ 2147483647 w 570"/>
                <a:gd name="T9" fmla="*/ 2147483647 h 222"/>
                <a:gd name="T10" fmla="*/ 2147483647 w 570"/>
                <a:gd name="T11" fmla="*/ 2147483647 h 222"/>
                <a:gd name="T12" fmla="*/ 2147483647 w 570"/>
                <a:gd name="T13" fmla="*/ 2147483647 h 222"/>
                <a:gd name="T14" fmla="*/ 2147483647 w 570"/>
                <a:gd name="T15" fmla="*/ 2147483647 h 222"/>
                <a:gd name="T16" fmla="*/ 2147483647 w 570"/>
                <a:gd name="T17" fmla="*/ 2147483647 h 222"/>
                <a:gd name="T18" fmla="*/ 2147483647 w 570"/>
                <a:gd name="T19" fmla="*/ 2147483647 h 222"/>
                <a:gd name="T20" fmla="*/ 2147483647 w 570"/>
                <a:gd name="T21" fmla="*/ 2147483647 h 222"/>
                <a:gd name="T22" fmla="*/ 2147483647 w 570"/>
                <a:gd name="T23" fmla="*/ 2147483647 h 222"/>
                <a:gd name="T24" fmla="*/ 2147483647 w 570"/>
                <a:gd name="T25" fmla="*/ 2147483647 h 222"/>
                <a:gd name="T26" fmla="*/ 2147483647 w 570"/>
                <a:gd name="T27" fmla="*/ 2147483647 h 222"/>
                <a:gd name="T28" fmla="*/ 2147483647 w 570"/>
                <a:gd name="T29" fmla="*/ 2147483647 h 222"/>
                <a:gd name="T30" fmla="*/ 2147483647 w 570"/>
                <a:gd name="T31" fmla="*/ 2147483647 h 222"/>
                <a:gd name="T32" fmla="*/ 2147483647 w 570"/>
                <a:gd name="T33" fmla="*/ 2147483647 h 222"/>
                <a:gd name="T34" fmla="*/ 2147483647 w 570"/>
                <a:gd name="T35" fmla="*/ 2147483647 h 222"/>
                <a:gd name="T36" fmla="*/ 2147483647 w 570"/>
                <a:gd name="T37" fmla="*/ 2147483647 h 222"/>
                <a:gd name="T38" fmla="*/ 2147483647 w 570"/>
                <a:gd name="T39" fmla="*/ 2147483647 h 222"/>
                <a:gd name="T40" fmla="*/ 2147483647 w 570"/>
                <a:gd name="T41" fmla="*/ 2147483647 h 222"/>
                <a:gd name="T42" fmla="*/ 2147483647 w 570"/>
                <a:gd name="T43" fmla="*/ 2147483647 h 222"/>
                <a:gd name="T44" fmla="*/ 2147483647 w 570"/>
                <a:gd name="T45" fmla="*/ 2147483647 h 222"/>
                <a:gd name="T46" fmla="*/ 2147483647 w 570"/>
                <a:gd name="T47" fmla="*/ 2147483647 h 222"/>
                <a:gd name="T48" fmla="*/ 2147483647 w 570"/>
                <a:gd name="T49" fmla="*/ 2147483647 h 222"/>
                <a:gd name="T50" fmla="*/ 2147483647 w 570"/>
                <a:gd name="T51" fmla="*/ 2147483647 h 222"/>
                <a:gd name="T52" fmla="*/ 2147483647 w 570"/>
                <a:gd name="T53" fmla="*/ 2147483647 h 222"/>
                <a:gd name="T54" fmla="*/ 2147483647 w 570"/>
                <a:gd name="T55" fmla="*/ 2147483647 h 222"/>
                <a:gd name="T56" fmla="*/ 2147483647 w 570"/>
                <a:gd name="T57" fmla="*/ 2147483647 h 222"/>
                <a:gd name="T58" fmla="*/ 2147483647 w 570"/>
                <a:gd name="T59" fmla="*/ 2147483647 h 222"/>
                <a:gd name="T60" fmla="*/ 2147483647 w 570"/>
                <a:gd name="T61" fmla="*/ 2147483647 h 222"/>
                <a:gd name="T62" fmla="*/ 2147483647 w 570"/>
                <a:gd name="T63" fmla="*/ 2147483647 h 222"/>
                <a:gd name="T64" fmla="*/ 2147483647 w 570"/>
                <a:gd name="T65" fmla="*/ 2147483647 h 222"/>
                <a:gd name="T66" fmla="*/ 0 w 570"/>
                <a:gd name="T67" fmla="*/ 2147483647 h 222"/>
                <a:gd name="T68" fmla="*/ 2147483647 w 570"/>
                <a:gd name="T69" fmla="*/ 2147483647 h 222"/>
                <a:gd name="T70" fmla="*/ 2147483647 w 570"/>
                <a:gd name="T71" fmla="*/ 2147483647 h 222"/>
                <a:gd name="T72" fmla="*/ 2147483647 w 570"/>
                <a:gd name="T73" fmla="*/ 2147483647 h 222"/>
                <a:gd name="T74" fmla="*/ 2147483647 w 570"/>
                <a:gd name="T75" fmla="*/ 2147483647 h 222"/>
                <a:gd name="T76" fmla="*/ 2147483647 w 570"/>
                <a:gd name="T77" fmla="*/ 2147483647 h 222"/>
                <a:gd name="T78" fmla="*/ 2147483647 w 570"/>
                <a:gd name="T79" fmla="*/ 2147483647 h 222"/>
                <a:gd name="T80" fmla="*/ 2147483647 w 570"/>
                <a:gd name="T81" fmla="*/ 2147483647 h 222"/>
                <a:gd name="T82" fmla="*/ 2147483647 w 570"/>
                <a:gd name="T83" fmla="*/ 2147483647 h 222"/>
                <a:gd name="T84" fmla="*/ 2147483647 w 570"/>
                <a:gd name="T85" fmla="*/ 2147483647 h 222"/>
                <a:gd name="T86" fmla="*/ 2147483647 w 570"/>
                <a:gd name="T87" fmla="*/ 2147483647 h 222"/>
                <a:gd name="T88" fmla="*/ 2147483647 w 570"/>
                <a:gd name="T89" fmla="*/ 2147483647 h 222"/>
                <a:gd name="T90" fmla="*/ 2147483647 w 570"/>
                <a:gd name="T91" fmla="*/ 2147483647 h 222"/>
                <a:gd name="T92" fmla="*/ 2147483647 w 570"/>
                <a:gd name="T93" fmla="*/ 2147483647 h 22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70"/>
                <a:gd name="T142" fmla="*/ 0 h 222"/>
                <a:gd name="T143" fmla="*/ 570 w 570"/>
                <a:gd name="T144" fmla="*/ 222 h 22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70" h="222">
                  <a:moveTo>
                    <a:pt x="252" y="222"/>
                  </a:moveTo>
                  <a:lnTo>
                    <a:pt x="270" y="216"/>
                  </a:lnTo>
                  <a:lnTo>
                    <a:pt x="306" y="216"/>
                  </a:lnTo>
                  <a:lnTo>
                    <a:pt x="312" y="204"/>
                  </a:lnTo>
                  <a:lnTo>
                    <a:pt x="312" y="192"/>
                  </a:lnTo>
                  <a:lnTo>
                    <a:pt x="324" y="198"/>
                  </a:lnTo>
                  <a:lnTo>
                    <a:pt x="330" y="198"/>
                  </a:lnTo>
                  <a:lnTo>
                    <a:pt x="342" y="204"/>
                  </a:lnTo>
                  <a:lnTo>
                    <a:pt x="348" y="204"/>
                  </a:lnTo>
                  <a:lnTo>
                    <a:pt x="360" y="192"/>
                  </a:lnTo>
                  <a:lnTo>
                    <a:pt x="360" y="186"/>
                  </a:lnTo>
                  <a:lnTo>
                    <a:pt x="372" y="186"/>
                  </a:lnTo>
                  <a:lnTo>
                    <a:pt x="378" y="192"/>
                  </a:lnTo>
                  <a:lnTo>
                    <a:pt x="390" y="192"/>
                  </a:lnTo>
                  <a:lnTo>
                    <a:pt x="414" y="180"/>
                  </a:lnTo>
                  <a:lnTo>
                    <a:pt x="432" y="168"/>
                  </a:lnTo>
                  <a:lnTo>
                    <a:pt x="456" y="156"/>
                  </a:lnTo>
                  <a:lnTo>
                    <a:pt x="474" y="156"/>
                  </a:lnTo>
                  <a:lnTo>
                    <a:pt x="480" y="162"/>
                  </a:lnTo>
                  <a:lnTo>
                    <a:pt x="492" y="162"/>
                  </a:lnTo>
                  <a:lnTo>
                    <a:pt x="504" y="156"/>
                  </a:lnTo>
                  <a:lnTo>
                    <a:pt x="510" y="144"/>
                  </a:lnTo>
                  <a:lnTo>
                    <a:pt x="510" y="138"/>
                  </a:lnTo>
                  <a:lnTo>
                    <a:pt x="516" y="126"/>
                  </a:lnTo>
                  <a:lnTo>
                    <a:pt x="528" y="126"/>
                  </a:lnTo>
                  <a:lnTo>
                    <a:pt x="552" y="114"/>
                  </a:lnTo>
                  <a:lnTo>
                    <a:pt x="564" y="102"/>
                  </a:lnTo>
                  <a:lnTo>
                    <a:pt x="570" y="102"/>
                  </a:lnTo>
                  <a:lnTo>
                    <a:pt x="552" y="102"/>
                  </a:lnTo>
                  <a:lnTo>
                    <a:pt x="570" y="84"/>
                  </a:lnTo>
                  <a:lnTo>
                    <a:pt x="570" y="78"/>
                  </a:lnTo>
                  <a:lnTo>
                    <a:pt x="564" y="72"/>
                  </a:lnTo>
                  <a:lnTo>
                    <a:pt x="552" y="66"/>
                  </a:lnTo>
                  <a:lnTo>
                    <a:pt x="540" y="66"/>
                  </a:lnTo>
                  <a:lnTo>
                    <a:pt x="534" y="72"/>
                  </a:lnTo>
                  <a:lnTo>
                    <a:pt x="528" y="72"/>
                  </a:lnTo>
                  <a:lnTo>
                    <a:pt x="534" y="60"/>
                  </a:lnTo>
                  <a:lnTo>
                    <a:pt x="504" y="60"/>
                  </a:lnTo>
                  <a:lnTo>
                    <a:pt x="522" y="36"/>
                  </a:lnTo>
                  <a:lnTo>
                    <a:pt x="504" y="36"/>
                  </a:lnTo>
                  <a:lnTo>
                    <a:pt x="510" y="18"/>
                  </a:lnTo>
                  <a:lnTo>
                    <a:pt x="480" y="24"/>
                  </a:lnTo>
                  <a:lnTo>
                    <a:pt x="474" y="18"/>
                  </a:lnTo>
                  <a:lnTo>
                    <a:pt x="462" y="12"/>
                  </a:lnTo>
                  <a:lnTo>
                    <a:pt x="456" y="6"/>
                  </a:lnTo>
                  <a:lnTo>
                    <a:pt x="444" y="0"/>
                  </a:lnTo>
                  <a:lnTo>
                    <a:pt x="432" y="0"/>
                  </a:lnTo>
                  <a:lnTo>
                    <a:pt x="432" y="24"/>
                  </a:lnTo>
                  <a:lnTo>
                    <a:pt x="414" y="30"/>
                  </a:lnTo>
                  <a:lnTo>
                    <a:pt x="408" y="30"/>
                  </a:lnTo>
                  <a:lnTo>
                    <a:pt x="402" y="24"/>
                  </a:lnTo>
                  <a:lnTo>
                    <a:pt x="378" y="24"/>
                  </a:lnTo>
                  <a:lnTo>
                    <a:pt x="372" y="30"/>
                  </a:lnTo>
                  <a:lnTo>
                    <a:pt x="366" y="42"/>
                  </a:lnTo>
                  <a:lnTo>
                    <a:pt x="360" y="36"/>
                  </a:lnTo>
                  <a:lnTo>
                    <a:pt x="348" y="30"/>
                  </a:lnTo>
                  <a:lnTo>
                    <a:pt x="342" y="24"/>
                  </a:lnTo>
                  <a:lnTo>
                    <a:pt x="336" y="24"/>
                  </a:lnTo>
                  <a:lnTo>
                    <a:pt x="330" y="30"/>
                  </a:lnTo>
                  <a:lnTo>
                    <a:pt x="330" y="60"/>
                  </a:lnTo>
                  <a:lnTo>
                    <a:pt x="324" y="48"/>
                  </a:lnTo>
                  <a:lnTo>
                    <a:pt x="318" y="42"/>
                  </a:lnTo>
                  <a:lnTo>
                    <a:pt x="306" y="36"/>
                  </a:lnTo>
                  <a:lnTo>
                    <a:pt x="300" y="24"/>
                  </a:lnTo>
                  <a:lnTo>
                    <a:pt x="288" y="24"/>
                  </a:lnTo>
                  <a:lnTo>
                    <a:pt x="288" y="30"/>
                  </a:lnTo>
                  <a:lnTo>
                    <a:pt x="270" y="30"/>
                  </a:lnTo>
                  <a:lnTo>
                    <a:pt x="264" y="36"/>
                  </a:lnTo>
                  <a:lnTo>
                    <a:pt x="264" y="54"/>
                  </a:lnTo>
                  <a:lnTo>
                    <a:pt x="252" y="54"/>
                  </a:lnTo>
                  <a:lnTo>
                    <a:pt x="240" y="42"/>
                  </a:lnTo>
                  <a:lnTo>
                    <a:pt x="228" y="36"/>
                  </a:lnTo>
                  <a:lnTo>
                    <a:pt x="222" y="30"/>
                  </a:lnTo>
                  <a:lnTo>
                    <a:pt x="216" y="30"/>
                  </a:lnTo>
                  <a:lnTo>
                    <a:pt x="216" y="48"/>
                  </a:lnTo>
                  <a:lnTo>
                    <a:pt x="210" y="60"/>
                  </a:lnTo>
                  <a:lnTo>
                    <a:pt x="210" y="72"/>
                  </a:lnTo>
                  <a:lnTo>
                    <a:pt x="204" y="72"/>
                  </a:lnTo>
                  <a:lnTo>
                    <a:pt x="192" y="60"/>
                  </a:lnTo>
                  <a:lnTo>
                    <a:pt x="186" y="60"/>
                  </a:lnTo>
                  <a:lnTo>
                    <a:pt x="162" y="84"/>
                  </a:lnTo>
                  <a:lnTo>
                    <a:pt x="162" y="90"/>
                  </a:lnTo>
                  <a:lnTo>
                    <a:pt x="156" y="84"/>
                  </a:lnTo>
                  <a:lnTo>
                    <a:pt x="144" y="60"/>
                  </a:lnTo>
                  <a:lnTo>
                    <a:pt x="162" y="42"/>
                  </a:lnTo>
                  <a:lnTo>
                    <a:pt x="162" y="36"/>
                  </a:lnTo>
                  <a:lnTo>
                    <a:pt x="156" y="30"/>
                  </a:lnTo>
                  <a:lnTo>
                    <a:pt x="108" y="6"/>
                  </a:lnTo>
                  <a:lnTo>
                    <a:pt x="96" y="6"/>
                  </a:lnTo>
                  <a:lnTo>
                    <a:pt x="96" y="36"/>
                  </a:lnTo>
                  <a:lnTo>
                    <a:pt x="90" y="36"/>
                  </a:lnTo>
                  <a:lnTo>
                    <a:pt x="84" y="30"/>
                  </a:lnTo>
                  <a:lnTo>
                    <a:pt x="78" y="30"/>
                  </a:lnTo>
                  <a:lnTo>
                    <a:pt x="66" y="24"/>
                  </a:lnTo>
                  <a:lnTo>
                    <a:pt x="54" y="24"/>
                  </a:lnTo>
                  <a:lnTo>
                    <a:pt x="42" y="30"/>
                  </a:lnTo>
                  <a:lnTo>
                    <a:pt x="30" y="42"/>
                  </a:lnTo>
                  <a:lnTo>
                    <a:pt x="48" y="54"/>
                  </a:lnTo>
                  <a:lnTo>
                    <a:pt x="30" y="54"/>
                  </a:lnTo>
                  <a:lnTo>
                    <a:pt x="18" y="60"/>
                  </a:lnTo>
                  <a:lnTo>
                    <a:pt x="12" y="66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8" y="78"/>
                  </a:lnTo>
                  <a:lnTo>
                    <a:pt x="30" y="78"/>
                  </a:lnTo>
                  <a:lnTo>
                    <a:pt x="54" y="66"/>
                  </a:lnTo>
                  <a:lnTo>
                    <a:pt x="66" y="66"/>
                  </a:lnTo>
                  <a:lnTo>
                    <a:pt x="72" y="60"/>
                  </a:lnTo>
                  <a:lnTo>
                    <a:pt x="78" y="60"/>
                  </a:lnTo>
                  <a:lnTo>
                    <a:pt x="126" y="72"/>
                  </a:lnTo>
                  <a:lnTo>
                    <a:pt x="90" y="90"/>
                  </a:lnTo>
                  <a:lnTo>
                    <a:pt x="102" y="90"/>
                  </a:lnTo>
                  <a:lnTo>
                    <a:pt x="108" y="96"/>
                  </a:lnTo>
                  <a:lnTo>
                    <a:pt x="114" y="96"/>
                  </a:lnTo>
                  <a:lnTo>
                    <a:pt x="120" y="102"/>
                  </a:lnTo>
                  <a:lnTo>
                    <a:pt x="114" y="102"/>
                  </a:lnTo>
                  <a:lnTo>
                    <a:pt x="108" y="108"/>
                  </a:lnTo>
                  <a:lnTo>
                    <a:pt x="6" y="108"/>
                  </a:lnTo>
                  <a:lnTo>
                    <a:pt x="0" y="114"/>
                  </a:lnTo>
                  <a:lnTo>
                    <a:pt x="12" y="120"/>
                  </a:lnTo>
                  <a:lnTo>
                    <a:pt x="60" y="120"/>
                  </a:lnTo>
                  <a:lnTo>
                    <a:pt x="84" y="132"/>
                  </a:lnTo>
                  <a:lnTo>
                    <a:pt x="90" y="138"/>
                  </a:lnTo>
                  <a:lnTo>
                    <a:pt x="126" y="132"/>
                  </a:lnTo>
                  <a:lnTo>
                    <a:pt x="108" y="150"/>
                  </a:lnTo>
                  <a:lnTo>
                    <a:pt x="120" y="156"/>
                  </a:lnTo>
                  <a:lnTo>
                    <a:pt x="114" y="162"/>
                  </a:lnTo>
                  <a:lnTo>
                    <a:pt x="114" y="168"/>
                  </a:lnTo>
                  <a:lnTo>
                    <a:pt x="108" y="174"/>
                  </a:lnTo>
                  <a:lnTo>
                    <a:pt x="90" y="174"/>
                  </a:lnTo>
                  <a:lnTo>
                    <a:pt x="78" y="180"/>
                  </a:lnTo>
                  <a:lnTo>
                    <a:pt x="54" y="180"/>
                  </a:lnTo>
                  <a:lnTo>
                    <a:pt x="54" y="186"/>
                  </a:lnTo>
                  <a:lnTo>
                    <a:pt x="66" y="192"/>
                  </a:lnTo>
                  <a:lnTo>
                    <a:pt x="120" y="192"/>
                  </a:lnTo>
                  <a:lnTo>
                    <a:pt x="132" y="186"/>
                  </a:lnTo>
                  <a:lnTo>
                    <a:pt x="138" y="180"/>
                  </a:lnTo>
                  <a:lnTo>
                    <a:pt x="168" y="198"/>
                  </a:lnTo>
                  <a:lnTo>
                    <a:pt x="180" y="186"/>
                  </a:lnTo>
                  <a:lnTo>
                    <a:pt x="180" y="198"/>
                  </a:lnTo>
                  <a:lnTo>
                    <a:pt x="228" y="222"/>
                  </a:lnTo>
                  <a:lnTo>
                    <a:pt x="252" y="22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94" name="Hungary" descr="© INSCALE GmbH, 05.05.2010&#10;http://www.presentationload.com/">
              <a:extLst>
                <a:ext uri="{FF2B5EF4-FFF2-40B4-BE49-F238E27FC236}">
                  <a16:creationId xmlns:a16="http://schemas.microsoft.com/office/drawing/2014/main" id="{B515AA9C-F5A3-4B4C-9DDD-176DAA6210E3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096448" y="1720133"/>
              <a:ext cx="140873" cy="73213"/>
            </a:xfrm>
            <a:custGeom>
              <a:avLst/>
              <a:gdLst>
                <a:gd name="T0" fmla="*/ 2147483647 w 426"/>
                <a:gd name="T1" fmla="*/ 2147483647 h 222"/>
                <a:gd name="T2" fmla="*/ 2147483647 w 426"/>
                <a:gd name="T3" fmla="*/ 2147483647 h 222"/>
                <a:gd name="T4" fmla="*/ 2147483647 w 426"/>
                <a:gd name="T5" fmla="*/ 2147483647 h 222"/>
                <a:gd name="T6" fmla="*/ 0 w 426"/>
                <a:gd name="T7" fmla="*/ 2147483647 h 222"/>
                <a:gd name="T8" fmla="*/ 2147483647 w 426"/>
                <a:gd name="T9" fmla="*/ 2147483647 h 222"/>
                <a:gd name="T10" fmla="*/ 2147483647 w 426"/>
                <a:gd name="T11" fmla="*/ 2147483647 h 222"/>
                <a:gd name="T12" fmla="*/ 2147483647 w 426"/>
                <a:gd name="T13" fmla="*/ 2147483647 h 222"/>
                <a:gd name="T14" fmla="*/ 2147483647 w 426"/>
                <a:gd name="T15" fmla="*/ 2147483647 h 222"/>
                <a:gd name="T16" fmla="*/ 2147483647 w 426"/>
                <a:gd name="T17" fmla="*/ 2147483647 h 222"/>
                <a:gd name="T18" fmla="*/ 2147483647 w 426"/>
                <a:gd name="T19" fmla="*/ 2147483647 h 222"/>
                <a:gd name="T20" fmla="*/ 2147483647 w 426"/>
                <a:gd name="T21" fmla="*/ 2147483647 h 222"/>
                <a:gd name="T22" fmla="*/ 2147483647 w 426"/>
                <a:gd name="T23" fmla="*/ 2147483647 h 222"/>
                <a:gd name="T24" fmla="*/ 2147483647 w 426"/>
                <a:gd name="T25" fmla="*/ 2147483647 h 222"/>
                <a:gd name="T26" fmla="*/ 2147483647 w 426"/>
                <a:gd name="T27" fmla="*/ 2147483647 h 222"/>
                <a:gd name="T28" fmla="*/ 2147483647 w 426"/>
                <a:gd name="T29" fmla="*/ 2147483647 h 222"/>
                <a:gd name="T30" fmla="*/ 2147483647 w 426"/>
                <a:gd name="T31" fmla="*/ 2147483647 h 222"/>
                <a:gd name="T32" fmla="*/ 2147483647 w 426"/>
                <a:gd name="T33" fmla="*/ 2147483647 h 222"/>
                <a:gd name="T34" fmla="*/ 2147483647 w 426"/>
                <a:gd name="T35" fmla="*/ 2147483647 h 222"/>
                <a:gd name="T36" fmla="*/ 2147483647 w 426"/>
                <a:gd name="T37" fmla="*/ 2147483647 h 222"/>
                <a:gd name="T38" fmla="*/ 2147483647 w 426"/>
                <a:gd name="T39" fmla="*/ 2147483647 h 222"/>
                <a:gd name="T40" fmla="*/ 2147483647 w 426"/>
                <a:gd name="T41" fmla="*/ 2147483647 h 222"/>
                <a:gd name="T42" fmla="*/ 2147483647 w 426"/>
                <a:gd name="T43" fmla="*/ 2147483647 h 222"/>
                <a:gd name="T44" fmla="*/ 2147483647 w 426"/>
                <a:gd name="T45" fmla="*/ 2147483647 h 222"/>
                <a:gd name="T46" fmla="*/ 2147483647 w 426"/>
                <a:gd name="T47" fmla="*/ 2147483647 h 222"/>
                <a:gd name="T48" fmla="*/ 2147483647 w 426"/>
                <a:gd name="T49" fmla="*/ 0 h 222"/>
                <a:gd name="T50" fmla="*/ 2147483647 w 426"/>
                <a:gd name="T51" fmla="*/ 2147483647 h 222"/>
                <a:gd name="T52" fmla="*/ 2147483647 w 426"/>
                <a:gd name="T53" fmla="*/ 0 h 222"/>
                <a:gd name="T54" fmla="*/ 2147483647 w 426"/>
                <a:gd name="T55" fmla="*/ 2147483647 h 222"/>
                <a:gd name="T56" fmla="*/ 2147483647 w 426"/>
                <a:gd name="T57" fmla="*/ 2147483647 h 222"/>
                <a:gd name="T58" fmla="*/ 2147483647 w 426"/>
                <a:gd name="T59" fmla="*/ 2147483647 h 222"/>
                <a:gd name="T60" fmla="*/ 2147483647 w 426"/>
                <a:gd name="T61" fmla="*/ 2147483647 h 222"/>
                <a:gd name="T62" fmla="*/ 2147483647 w 426"/>
                <a:gd name="T63" fmla="*/ 2147483647 h 222"/>
                <a:gd name="T64" fmla="*/ 2147483647 w 426"/>
                <a:gd name="T65" fmla="*/ 2147483647 h 222"/>
                <a:gd name="T66" fmla="*/ 2147483647 w 426"/>
                <a:gd name="T67" fmla="*/ 2147483647 h 222"/>
                <a:gd name="T68" fmla="*/ 2147483647 w 426"/>
                <a:gd name="T69" fmla="*/ 2147483647 h 222"/>
                <a:gd name="T70" fmla="*/ 2147483647 w 426"/>
                <a:gd name="T71" fmla="*/ 2147483647 h 22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426"/>
                <a:gd name="T109" fmla="*/ 0 h 222"/>
                <a:gd name="T110" fmla="*/ 426 w 426"/>
                <a:gd name="T111" fmla="*/ 222 h 22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426" h="222">
                  <a:moveTo>
                    <a:pt x="42" y="66"/>
                  </a:moveTo>
                  <a:lnTo>
                    <a:pt x="24" y="66"/>
                  </a:lnTo>
                  <a:lnTo>
                    <a:pt x="18" y="78"/>
                  </a:lnTo>
                  <a:lnTo>
                    <a:pt x="30" y="78"/>
                  </a:lnTo>
                  <a:lnTo>
                    <a:pt x="18" y="96"/>
                  </a:lnTo>
                  <a:lnTo>
                    <a:pt x="18" y="120"/>
                  </a:lnTo>
                  <a:lnTo>
                    <a:pt x="0" y="120"/>
                  </a:lnTo>
                  <a:lnTo>
                    <a:pt x="0" y="126"/>
                  </a:lnTo>
                  <a:lnTo>
                    <a:pt x="6" y="132"/>
                  </a:lnTo>
                  <a:lnTo>
                    <a:pt x="12" y="150"/>
                  </a:lnTo>
                  <a:lnTo>
                    <a:pt x="30" y="162"/>
                  </a:lnTo>
                  <a:lnTo>
                    <a:pt x="42" y="168"/>
                  </a:lnTo>
                  <a:lnTo>
                    <a:pt x="48" y="174"/>
                  </a:lnTo>
                  <a:lnTo>
                    <a:pt x="48" y="180"/>
                  </a:lnTo>
                  <a:lnTo>
                    <a:pt x="60" y="192"/>
                  </a:lnTo>
                  <a:lnTo>
                    <a:pt x="72" y="198"/>
                  </a:lnTo>
                  <a:lnTo>
                    <a:pt x="78" y="204"/>
                  </a:lnTo>
                  <a:lnTo>
                    <a:pt x="90" y="210"/>
                  </a:lnTo>
                  <a:lnTo>
                    <a:pt x="108" y="210"/>
                  </a:lnTo>
                  <a:lnTo>
                    <a:pt x="114" y="222"/>
                  </a:lnTo>
                  <a:lnTo>
                    <a:pt x="156" y="216"/>
                  </a:lnTo>
                  <a:lnTo>
                    <a:pt x="168" y="210"/>
                  </a:lnTo>
                  <a:lnTo>
                    <a:pt x="174" y="204"/>
                  </a:lnTo>
                  <a:lnTo>
                    <a:pt x="198" y="204"/>
                  </a:lnTo>
                  <a:lnTo>
                    <a:pt x="216" y="186"/>
                  </a:lnTo>
                  <a:lnTo>
                    <a:pt x="240" y="186"/>
                  </a:lnTo>
                  <a:lnTo>
                    <a:pt x="258" y="198"/>
                  </a:lnTo>
                  <a:lnTo>
                    <a:pt x="288" y="192"/>
                  </a:lnTo>
                  <a:lnTo>
                    <a:pt x="288" y="174"/>
                  </a:lnTo>
                  <a:lnTo>
                    <a:pt x="306" y="180"/>
                  </a:lnTo>
                  <a:lnTo>
                    <a:pt x="312" y="174"/>
                  </a:lnTo>
                  <a:lnTo>
                    <a:pt x="324" y="168"/>
                  </a:lnTo>
                  <a:lnTo>
                    <a:pt x="330" y="162"/>
                  </a:lnTo>
                  <a:lnTo>
                    <a:pt x="330" y="144"/>
                  </a:lnTo>
                  <a:lnTo>
                    <a:pt x="336" y="138"/>
                  </a:lnTo>
                  <a:lnTo>
                    <a:pt x="348" y="132"/>
                  </a:lnTo>
                  <a:lnTo>
                    <a:pt x="366" y="114"/>
                  </a:lnTo>
                  <a:lnTo>
                    <a:pt x="366" y="72"/>
                  </a:lnTo>
                  <a:lnTo>
                    <a:pt x="378" y="60"/>
                  </a:lnTo>
                  <a:lnTo>
                    <a:pt x="408" y="60"/>
                  </a:lnTo>
                  <a:lnTo>
                    <a:pt x="426" y="42"/>
                  </a:lnTo>
                  <a:lnTo>
                    <a:pt x="420" y="36"/>
                  </a:lnTo>
                  <a:lnTo>
                    <a:pt x="408" y="36"/>
                  </a:lnTo>
                  <a:lnTo>
                    <a:pt x="402" y="30"/>
                  </a:lnTo>
                  <a:lnTo>
                    <a:pt x="396" y="30"/>
                  </a:lnTo>
                  <a:lnTo>
                    <a:pt x="372" y="6"/>
                  </a:lnTo>
                  <a:lnTo>
                    <a:pt x="348" y="6"/>
                  </a:lnTo>
                  <a:lnTo>
                    <a:pt x="336" y="12"/>
                  </a:lnTo>
                  <a:lnTo>
                    <a:pt x="324" y="12"/>
                  </a:lnTo>
                  <a:lnTo>
                    <a:pt x="324" y="0"/>
                  </a:lnTo>
                  <a:lnTo>
                    <a:pt x="312" y="0"/>
                  </a:lnTo>
                  <a:lnTo>
                    <a:pt x="312" y="18"/>
                  </a:lnTo>
                  <a:lnTo>
                    <a:pt x="294" y="12"/>
                  </a:lnTo>
                  <a:lnTo>
                    <a:pt x="294" y="0"/>
                  </a:lnTo>
                  <a:lnTo>
                    <a:pt x="270" y="0"/>
                  </a:lnTo>
                  <a:lnTo>
                    <a:pt x="264" y="12"/>
                  </a:lnTo>
                  <a:lnTo>
                    <a:pt x="252" y="24"/>
                  </a:lnTo>
                  <a:lnTo>
                    <a:pt x="246" y="24"/>
                  </a:lnTo>
                  <a:lnTo>
                    <a:pt x="234" y="30"/>
                  </a:lnTo>
                  <a:lnTo>
                    <a:pt x="210" y="30"/>
                  </a:lnTo>
                  <a:lnTo>
                    <a:pt x="204" y="42"/>
                  </a:lnTo>
                  <a:lnTo>
                    <a:pt x="168" y="36"/>
                  </a:lnTo>
                  <a:lnTo>
                    <a:pt x="156" y="60"/>
                  </a:lnTo>
                  <a:lnTo>
                    <a:pt x="144" y="60"/>
                  </a:lnTo>
                  <a:lnTo>
                    <a:pt x="126" y="66"/>
                  </a:lnTo>
                  <a:lnTo>
                    <a:pt x="84" y="66"/>
                  </a:lnTo>
                  <a:lnTo>
                    <a:pt x="78" y="60"/>
                  </a:lnTo>
                  <a:lnTo>
                    <a:pt x="72" y="48"/>
                  </a:lnTo>
                  <a:lnTo>
                    <a:pt x="66" y="42"/>
                  </a:lnTo>
                  <a:lnTo>
                    <a:pt x="54" y="60"/>
                  </a:lnTo>
                  <a:lnTo>
                    <a:pt x="42" y="54"/>
                  </a:lnTo>
                  <a:lnTo>
                    <a:pt x="42" y="6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95" name="Honduras" descr="© INSCALE GmbH, 05.05.2010&#10;http://www.presentationload.com/">
              <a:extLst>
                <a:ext uri="{FF2B5EF4-FFF2-40B4-BE49-F238E27FC236}">
                  <a16:creationId xmlns:a16="http://schemas.microsoft.com/office/drawing/2014/main" id="{CCC93FA7-6378-4953-B3B4-A42930863085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651195" y="2578139"/>
              <a:ext cx="147336" cy="80920"/>
            </a:xfrm>
            <a:custGeom>
              <a:avLst/>
              <a:gdLst>
                <a:gd name="T0" fmla="*/ 2147483647 w 444"/>
                <a:gd name="T1" fmla="*/ 2147483647 h 246"/>
                <a:gd name="T2" fmla="*/ 2147483647 w 444"/>
                <a:gd name="T3" fmla="*/ 2147483647 h 246"/>
                <a:gd name="T4" fmla="*/ 2147483647 w 444"/>
                <a:gd name="T5" fmla="*/ 2147483647 h 246"/>
                <a:gd name="T6" fmla="*/ 2147483647 w 444"/>
                <a:gd name="T7" fmla="*/ 2147483647 h 246"/>
                <a:gd name="T8" fmla="*/ 2147483647 w 444"/>
                <a:gd name="T9" fmla="*/ 2147483647 h 246"/>
                <a:gd name="T10" fmla="*/ 2147483647 w 444"/>
                <a:gd name="T11" fmla="*/ 2147483647 h 246"/>
                <a:gd name="T12" fmla="*/ 2147483647 w 444"/>
                <a:gd name="T13" fmla="*/ 2147483647 h 246"/>
                <a:gd name="T14" fmla="*/ 2147483647 w 444"/>
                <a:gd name="T15" fmla="*/ 2147483647 h 246"/>
                <a:gd name="T16" fmla="*/ 2147483647 w 444"/>
                <a:gd name="T17" fmla="*/ 2147483647 h 246"/>
                <a:gd name="T18" fmla="*/ 2147483647 w 444"/>
                <a:gd name="T19" fmla="*/ 2147483647 h 246"/>
                <a:gd name="T20" fmla="*/ 2147483647 w 444"/>
                <a:gd name="T21" fmla="*/ 2147483647 h 246"/>
                <a:gd name="T22" fmla="*/ 2147483647 w 444"/>
                <a:gd name="T23" fmla="*/ 2147483647 h 246"/>
                <a:gd name="T24" fmla="*/ 2147483647 w 444"/>
                <a:gd name="T25" fmla="*/ 2147483647 h 246"/>
                <a:gd name="T26" fmla="*/ 2147483647 w 444"/>
                <a:gd name="T27" fmla="*/ 2147483647 h 246"/>
                <a:gd name="T28" fmla="*/ 2147483647 w 444"/>
                <a:gd name="T29" fmla="*/ 2147483647 h 246"/>
                <a:gd name="T30" fmla="*/ 2147483647 w 444"/>
                <a:gd name="T31" fmla="*/ 2147483647 h 246"/>
                <a:gd name="T32" fmla="*/ 2147483647 w 444"/>
                <a:gd name="T33" fmla="*/ 2147483647 h 246"/>
                <a:gd name="T34" fmla="*/ 2147483647 w 444"/>
                <a:gd name="T35" fmla="*/ 2147483647 h 246"/>
                <a:gd name="T36" fmla="*/ 2147483647 w 444"/>
                <a:gd name="T37" fmla="*/ 2147483647 h 246"/>
                <a:gd name="T38" fmla="*/ 2147483647 w 444"/>
                <a:gd name="T39" fmla="*/ 0 h 246"/>
                <a:gd name="T40" fmla="*/ 2147483647 w 444"/>
                <a:gd name="T41" fmla="*/ 2147483647 h 246"/>
                <a:gd name="T42" fmla="*/ 2147483647 w 444"/>
                <a:gd name="T43" fmla="*/ 2147483647 h 246"/>
                <a:gd name="T44" fmla="*/ 2147483647 w 444"/>
                <a:gd name="T45" fmla="*/ 0 h 246"/>
                <a:gd name="T46" fmla="*/ 2147483647 w 444"/>
                <a:gd name="T47" fmla="*/ 2147483647 h 246"/>
                <a:gd name="T48" fmla="*/ 2147483647 w 444"/>
                <a:gd name="T49" fmla="*/ 2147483647 h 246"/>
                <a:gd name="T50" fmla="*/ 2147483647 w 444"/>
                <a:gd name="T51" fmla="*/ 2147483647 h 246"/>
                <a:gd name="T52" fmla="*/ 2147483647 w 444"/>
                <a:gd name="T53" fmla="*/ 2147483647 h 246"/>
                <a:gd name="T54" fmla="*/ 2147483647 w 444"/>
                <a:gd name="T55" fmla="*/ 2147483647 h 246"/>
                <a:gd name="T56" fmla="*/ 2147483647 w 444"/>
                <a:gd name="T57" fmla="*/ 2147483647 h 246"/>
                <a:gd name="T58" fmla="*/ 2147483647 w 444"/>
                <a:gd name="T59" fmla="*/ 2147483647 h 246"/>
                <a:gd name="T60" fmla="*/ 2147483647 w 444"/>
                <a:gd name="T61" fmla="*/ 0 h 246"/>
                <a:gd name="T62" fmla="*/ 2147483647 w 444"/>
                <a:gd name="T63" fmla="*/ 2147483647 h 246"/>
                <a:gd name="T64" fmla="*/ 2147483647 w 444"/>
                <a:gd name="T65" fmla="*/ 2147483647 h 246"/>
                <a:gd name="T66" fmla="*/ 2147483647 w 444"/>
                <a:gd name="T67" fmla="*/ 2147483647 h 246"/>
                <a:gd name="T68" fmla="*/ 2147483647 w 444"/>
                <a:gd name="T69" fmla="*/ 2147483647 h 246"/>
                <a:gd name="T70" fmla="*/ 2147483647 w 444"/>
                <a:gd name="T71" fmla="*/ 2147483647 h 246"/>
                <a:gd name="T72" fmla="*/ 0 w 444"/>
                <a:gd name="T73" fmla="*/ 2147483647 h 246"/>
                <a:gd name="T74" fmla="*/ 2147483647 w 444"/>
                <a:gd name="T75" fmla="*/ 2147483647 h 246"/>
                <a:gd name="T76" fmla="*/ 2147483647 w 444"/>
                <a:gd name="T77" fmla="*/ 2147483647 h 246"/>
                <a:gd name="T78" fmla="*/ 2147483647 w 444"/>
                <a:gd name="T79" fmla="*/ 2147483647 h 246"/>
                <a:gd name="T80" fmla="*/ 2147483647 w 444"/>
                <a:gd name="T81" fmla="*/ 2147483647 h 246"/>
                <a:gd name="T82" fmla="*/ 2147483647 w 444"/>
                <a:gd name="T83" fmla="*/ 2147483647 h 246"/>
                <a:gd name="T84" fmla="*/ 2147483647 w 444"/>
                <a:gd name="T85" fmla="*/ 2147483647 h 246"/>
                <a:gd name="T86" fmla="*/ 2147483647 w 444"/>
                <a:gd name="T87" fmla="*/ 2147483647 h 24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44"/>
                <a:gd name="T133" fmla="*/ 0 h 246"/>
                <a:gd name="T134" fmla="*/ 444 w 444"/>
                <a:gd name="T135" fmla="*/ 246 h 24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44" h="246">
                  <a:moveTo>
                    <a:pt x="156" y="240"/>
                  </a:moveTo>
                  <a:lnTo>
                    <a:pt x="156" y="222"/>
                  </a:lnTo>
                  <a:lnTo>
                    <a:pt x="174" y="222"/>
                  </a:lnTo>
                  <a:lnTo>
                    <a:pt x="168" y="216"/>
                  </a:lnTo>
                  <a:lnTo>
                    <a:pt x="168" y="204"/>
                  </a:lnTo>
                  <a:lnTo>
                    <a:pt x="162" y="198"/>
                  </a:lnTo>
                  <a:lnTo>
                    <a:pt x="162" y="186"/>
                  </a:lnTo>
                  <a:lnTo>
                    <a:pt x="168" y="180"/>
                  </a:lnTo>
                  <a:lnTo>
                    <a:pt x="204" y="180"/>
                  </a:lnTo>
                  <a:lnTo>
                    <a:pt x="210" y="168"/>
                  </a:lnTo>
                  <a:lnTo>
                    <a:pt x="216" y="162"/>
                  </a:lnTo>
                  <a:lnTo>
                    <a:pt x="228" y="162"/>
                  </a:lnTo>
                  <a:lnTo>
                    <a:pt x="228" y="168"/>
                  </a:lnTo>
                  <a:lnTo>
                    <a:pt x="234" y="174"/>
                  </a:lnTo>
                  <a:lnTo>
                    <a:pt x="252" y="174"/>
                  </a:lnTo>
                  <a:lnTo>
                    <a:pt x="276" y="150"/>
                  </a:lnTo>
                  <a:lnTo>
                    <a:pt x="288" y="126"/>
                  </a:lnTo>
                  <a:lnTo>
                    <a:pt x="306" y="126"/>
                  </a:lnTo>
                  <a:lnTo>
                    <a:pt x="306" y="108"/>
                  </a:lnTo>
                  <a:lnTo>
                    <a:pt x="318" y="96"/>
                  </a:lnTo>
                  <a:lnTo>
                    <a:pt x="330" y="96"/>
                  </a:lnTo>
                  <a:lnTo>
                    <a:pt x="348" y="114"/>
                  </a:lnTo>
                  <a:lnTo>
                    <a:pt x="360" y="114"/>
                  </a:lnTo>
                  <a:lnTo>
                    <a:pt x="372" y="102"/>
                  </a:lnTo>
                  <a:lnTo>
                    <a:pt x="372" y="96"/>
                  </a:lnTo>
                  <a:lnTo>
                    <a:pt x="420" y="96"/>
                  </a:lnTo>
                  <a:lnTo>
                    <a:pt x="426" y="90"/>
                  </a:lnTo>
                  <a:lnTo>
                    <a:pt x="432" y="90"/>
                  </a:lnTo>
                  <a:lnTo>
                    <a:pt x="444" y="84"/>
                  </a:lnTo>
                  <a:lnTo>
                    <a:pt x="444" y="78"/>
                  </a:lnTo>
                  <a:lnTo>
                    <a:pt x="426" y="60"/>
                  </a:lnTo>
                  <a:lnTo>
                    <a:pt x="402" y="48"/>
                  </a:lnTo>
                  <a:lnTo>
                    <a:pt x="396" y="48"/>
                  </a:lnTo>
                  <a:lnTo>
                    <a:pt x="390" y="42"/>
                  </a:lnTo>
                  <a:lnTo>
                    <a:pt x="384" y="30"/>
                  </a:lnTo>
                  <a:lnTo>
                    <a:pt x="372" y="24"/>
                  </a:lnTo>
                  <a:lnTo>
                    <a:pt x="366" y="18"/>
                  </a:lnTo>
                  <a:lnTo>
                    <a:pt x="348" y="18"/>
                  </a:lnTo>
                  <a:lnTo>
                    <a:pt x="342" y="6"/>
                  </a:lnTo>
                  <a:lnTo>
                    <a:pt x="336" y="0"/>
                  </a:lnTo>
                  <a:lnTo>
                    <a:pt x="312" y="0"/>
                  </a:lnTo>
                  <a:lnTo>
                    <a:pt x="300" y="6"/>
                  </a:lnTo>
                  <a:lnTo>
                    <a:pt x="294" y="12"/>
                  </a:lnTo>
                  <a:lnTo>
                    <a:pt x="282" y="12"/>
                  </a:lnTo>
                  <a:lnTo>
                    <a:pt x="270" y="0"/>
                  </a:lnTo>
                  <a:lnTo>
                    <a:pt x="252" y="0"/>
                  </a:lnTo>
                  <a:lnTo>
                    <a:pt x="240" y="6"/>
                  </a:lnTo>
                  <a:lnTo>
                    <a:pt x="234" y="18"/>
                  </a:lnTo>
                  <a:lnTo>
                    <a:pt x="222" y="24"/>
                  </a:lnTo>
                  <a:lnTo>
                    <a:pt x="186" y="24"/>
                  </a:lnTo>
                  <a:lnTo>
                    <a:pt x="174" y="18"/>
                  </a:lnTo>
                  <a:lnTo>
                    <a:pt x="168" y="12"/>
                  </a:lnTo>
                  <a:lnTo>
                    <a:pt x="156" y="12"/>
                  </a:lnTo>
                  <a:lnTo>
                    <a:pt x="150" y="18"/>
                  </a:lnTo>
                  <a:lnTo>
                    <a:pt x="144" y="18"/>
                  </a:lnTo>
                  <a:lnTo>
                    <a:pt x="138" y="24"/>
                  </a:lnTo>
                  <a:lnTo>
                    <a:pt x="132" y="24"/>
                  </a:lnTo>
                  <a:lnTo>
                    <a:pt x="132" y="18"/>
                  </a:lnTo>
                  <a:lnTo>
                    <a:pt x="126" y="12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114" y="0"/>
                  </a:lnTo>
                  <a:lnTo>
                    <a:pt x="96" y="18"/>
                  </a:lnTo>
                  <a:lnTo>
                    <a:pt x="90" y="18"/>
                  </a:lnTo>
                  <a:lnTo>
                    <a:pt x="84" y="30"/>
                  </a:lnTo>
                  <a:lnTo>
                    <a:pt x="72" y="36"/>
                  </a:lnTo>
                  <a:lnTo>
                    <a:pt x="60" y="48"/>
                  </a:lnTo>
                  <a:lnTo>
                    <a:pt x="48" y="54"/>
                  </a:lnTo>
                  <a:lnTo>
                    <a:pt x="36" y="66"/>
                  </a:lnTo>
                  <a:lnTo>
                    <a:pt x="24" y="72"/>
                  </a:lnTo>
                  <a:lnTo>
                    <a:pt x="18" y="84"/>
                  </a:lnTo>
                  <a:lnTo>
                    <a:pt x="18" y="102"/>
                  </a:lnTo>
                  <a:lnTo>
                    <a:pt x="12" y="114"/>
                  </a:lnTo>
                  <a:lnTo>
                    <a:pt x="0" y="126"/>
                  </a:lnTo>
                  <a:lnTo>
                    <a:pt x="6" y="138"/>
                  </a:lnTo>
                  <a:lnTo>
                    <a:pt x="18" y="150"/>
                  </a:lnTo>
                  <a:lnTo>
                    <a:pt x="42" y="150"/>
                  </a:lnTo>
                  <a:lnTo>
                    <a:pt x="42" y="168"/>
                  </a:lnTo>
                  <a:lnTo>
                    <a:pt x="48" y="174"/>
                  </a:lnTo>
                  <a:lnTo>
                    <a:pt x="60" y="174"/>
                  </a:lnTo>
                  <a:lnTo>
                    <a:pt x="66" y="168"/>
                  </a:lnTo>
                  <a:lnTo>
                    <a:pt x="102" y="168"/>
                  </a:lnTo>
                  <a:lnTo>
                    <a:pt x="102" y="210"/>
                  </a:lnTo>
                  <a:lnTo>
                    <a:pt x="126" y="222"/>
                  </a:lnTo>
                  <a:lnTo>
                    <a:pt x="132" y="228"/>
                  </a:lnTo>
                  <a:lnTo>
                    <a:pt x="132" y="246"/>
                  </a:lnTo>
                  <a:lnTo>
                    <a:pt x="144" y="246"/>
                  </a:lnTo>
                  <a:lnTo>
                    <a:pt x="156" y="24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96" name="Haiti" descr="© INSCALE GmbH, 05.05.2010&#10;http://www.presentationload.com/">
              <a:extLst>
                <a:ext uri="{FF2B5EF4-FFF2-40B4-BE49-F238E27FC236}">
                  <a16:creationId xmlns:a16="http://schemas.microsoft.com/office/drawing/2014/main" id="{1A245EA7-40B7-40CA-A3EA-6270DB960215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013072" y="2475385"/>
              <a:ext cx="64621" cy="51378"/>
            </a:xfrm>
            <a:custGeom>
              <a:avLst/>
              <a:gdLst>
                <a:gd name="T0" fmla="*/ 2147483647 w 198"/>
                <a:gd name="T1" fmla="*/ 2147483647 h 156"/>
                <a:gd name="T2" fmla="*/ 2147483647 w 198"/>
                <a:gd name="T3" fmla="*/ 2147483647 h 156"/>
                <a:gd name="T4" fmla="*/ 2147483647 w 198"/>
                <a:gd name="T5" fmla="*/ 2147483647 h 156"/>
                <a:gd name="T6" fmla="*/ 2147483647 w 198"/>
                <a:gd name="T7" fmla="*/ 2147483647 h 156"/>
                <a:gd name="T8" fmla="*/ 2147483647 w 198"/>
                <a:gd name="T9" fmla="*/ 2147483647 h 156"/>
                <a:gd name="T10" fmla="*/ 2147483647 w 198"/>
                <a:gd name="T11" fmla="*/ 2147483647 h 156"/>
                <a:gd name="T12" fmla="*/ 2147483647 w 198"/>
                <a:gd name="T13" fmla="*/ 2147483647 h 156"/>
                <a:gd name="T14" fmla="*/ 2147483647 w 198"/>
                <a:gd name="T15" fmla="*/ 2147483647 h 156"/>
                <a:gd name="T16" fmla="*/ 2147483647 w 198"/>
                <a:gd name="T17" fmla="*/ 2147483647 h 156"/>
                <a:gd name="T18" fmla="*/ 2147483647 w 198"/>
                <a:gd name="T19" fmla="*/ 2147483647 h 156"/>
                <a:gd name="T20" fmla="*/ 2147483647 w 198"/>
                <a:gd name="T21" fmla="*/ 2147483647 h 156"/>
                <a:gd name="T22" fmla="*/ 2147483647 w 198"/>
                <a:gd name="T23" fmla="*/ 2147483647 h 156"/>
                <a:gd name="T24" fmla="*/ 2147483647 w 198"/>
                <a:gd name="T25" fmla="*/ 2147483647 h 156"/>
                <a:gd name="T26" fmla="*/ 2147483647 w 198"/>
                <a:gd name="T27" fmla="*/ 2147483647 h 156"/>
                <a:gd name="T28" fmla="*/ 2147483647 w 198"/>
                <a:gd name="T29" fmla="*/ 2147483647 h 156"/>
                <a:gd name="T30" fmla="*/ 2147483647 w 198"/>
                <a:gd name="T31" fmla="*/ 2147483647 h 156"/>
                <a:gd name="T32" fmla="*/ 2147483647 w 198"/>
                <a:gd name="T33" fmla="*/ 2147483647 h 156"/>
                <a:gd name="T34" fmla="*/ 2147483647 w 198"/>
                <a:gd name="T35" fmla="*/ 0 h 156"/>
                <a:gd name="T36" fmla="*/ 2147483647 w 198"/>
                <a:gd name="T37" fmla="*/ 0 h 156"/>
                <a:gd name="T38" fmla="*/ 2147483647 w 198"/>
                <a:gd name="T39" fmla="*/ 2147483647 h 156"/>
                <a:gd name="T40" fmla="*/ 2147483647 w 198"/>
                <a:gd name="T41" fmla="*/ 2147483647 h 156"/>
                <a:gd name="T42" fmla="*/ 2147483647 w 198"/>
                <a:gd name="T43" fmla="*/ 2147483647 h 156"/>
                <a:gd name="T44" fmla="*/ 2147483647 w 198"/>
                <a:gd name="T45" fmla="*/ 2147483647 h 156"/>
                <a:gd name="T46" fmla="*/ 2147483647 w 198"/>
                <a:gd name="T47" fmla="*/ 2147483647 h 156"/>
                <a:gd name="T48" fmla="*/ 2147483647 w 198"/>
                <a:gd name="T49" fmla="*/ 2147483647 h 156"/>
                <a:gd name="T50" fmla="*/ 2147483647 w 198"/>
                <a:gd name="T51" fmla="*/ 2147483647 h 156"/>
                <a:gd name="T52" fmla="*/ 2147483647 w 198"/>
                <a:gd name="T53" fmla="*/ 2147483647 h 156"/>
                <a:gd name="T54" fmla="*/ 2147483647 w 198"/>
                <a:gd name="T55" fmla="*/ 2147483647 h 156"/>
                <a:gd name="T56" fmla="*/ 2147483647 w 198"/>
                <a:gd name="T57" fmla="*/ 2147483647 h 156"/>
                <a:gd name="T58" fmla="*/ 2147483647 w 198"/>
                <a:gd name="T59" fmla="*/ 2147483647 h 156"/>
                <a:gd name="T60" fmla="*/ 2147483647 w 198"/>
                <a:gd name="T61" fmla="*/ 2147483647 h 156"/>
                <a:gd name="T62" fmla="*/ 2147483647 w 198"/>
                <a:gd name="T63" fmla="*/ 2147483647 h 156"/>
                <a:gd name="T64" fmla="*/ 2147483647 w 198"/>
                <a:gd name="T65" fmla="*/ 2147483647 h 156"/>
                <a:gd name="T66" fmla="*/ 2147483647 w 198"/>
                <a:gd name="T67" fmla="*/ 2147483647 h 156"/>
                <a:gd name="T68" fmla="*/ 2147483647 w 198"/>
                <a:gd name="T69" fmla="*/ 2147483647 h 156"/>
                <a:gd name="T70" fmla="*/ 2147483647 w 198"/>
                <a:gd name="T71" fmla="*/ 2147483647 h 156"/>
                <a:gd name="T72" fmla="*/ 2147483647 w 198"/>
                <a:gd name="T73" fmla="*/ 2147483647 h 156"/>
                <a:gd name="T74" fmla="*/ 2147483647 w 198"/>
                <a:gd name="T75" fmla="*/ 2147483647 h 156"/>
                <a:gd name="T76" fmla="*/ 2147483647 w 198"/>
                <a:gd name="T77" fmla="*/ 2147483647 h 156"/>
                <a:gd name="T78" fmla="*/ 2147483647 w 198"/>
                <a:gd name="T79" fmla="*/ 2147483647 h 156"/>
                <a:gd name="T80" fmla="*/ 2147483647 w 198"/>
                <a:gd name="T81" fmla="*/ 2147483647 h 156"/>
                <a:gd name="T82" fmla="*/ 0 w 198"/>
                <a:gd name="T83" fmla="*/ 2147483647 h 156"/>
                <a:gd name="T84" fmla="*/ 0 w 198"/>
                <a:gd name="T85" fmla="*/ 2147483647 h 156"/>
                <a:gd name="T86" fmla="*/ 2147483647 w 198"/>
                <a:gd name="T87" fmla="*/ 2147483647 h 156"/>
                <a:gd name="T88" fmla="*/ 2147483647 w 198"/>
                <a:gd name="T89" fmla="*/ 2147483647 h 156"/>
                <a:gd name="T90" fmla="*/ 2147483647 w 198"/>
                <a:gd name="T91" fmla="*/ 2147483647 h 156"/>
                <a:gd name="T92" fmla="*/ 2147483647 w 198"/>
                <a:gd name="T93" fmla="*/ 2147483647 h 156"/>
                <a:gd name="T94" fmla="*/ 2147483647 w 198"/>
                <a:gd name="T95" fmla="*/ 2147483647 h 156"/>
                <a:gd name="T96" fmla="*/ 2147483647 w 198"/>
                <a:gd name="T97" fmla="*/ 2147483647 h 156"/>
                <a:gd name="T98" fmla="*/ 2147483647 w 198"/>
                <a:gd name="T99" fmla="*/ 2147483647 h 156"/>
                <a:gd name="T100" fmla="*/ 2147483647 w 198"/>
                <a:gd name="T101" fmla="*/ 2147483647 h 156"/>
                <a:gd name="T102" fmla="*/ 2147483647 w 198"/>
                <a:gd name="T103" fmla="*/ 2147483647 h 156"/>
                <a:gd name="T104" fmla="*/ 2147483647 w 198"/>
                <a:gd name="T105" fmla="*/ 2147483647 h 156"/>
                <a:gd name="T106" fmla="*/ 2147483647 w 198"/>
                <a:gd name="T107" fmla="*/ 2147483647 h 156"/>
                <a:gd name="T108" fmla="*/ 2147483647 w 198"/>
                <a:gd name="T109" fmla="*/ 2147483647 h 156"/>
                <a:gd name="T110" fmla="*/ 2147483647 w 198"/>
                <a:gd name="T111" fmla="*/ 2147483647 h 156"/>
                <a:gd name="T112" fmla="*/ 2147483647 w 198"/>
                <a:gd name="T113" fmla="*/ 2147483647 h 1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98"/>
                <a:gd name="T172" fmla="*/ 0 h 156"/>
                <a:gd name="T173" fmla="*/ 198 w 198"/>
                <a:gd name="T174" fmla="*/ 156 h 15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98" h="156">
                  <a:moveTo>
                    <a:pt x="168" y="114"/>
                  </a:moveTo>
                  <a:lnTo>
                    <a:pt x="168" y="108"/>
                  </a:lnTo>
                  <a:lnTo>
                    <a:pt x="174" y="102"/>
                  </a:lnTo>
                  <a:lnTo>
                    <a:pt x="180" y="90"/>
                  </a:lnTo>
                  <a:lnTo>
                    <a:pt x="180" y="78"/>
                  </a:lnTo>
                  <a:lnTo>
                    <a:pt x="186" y="72"/>
                  </a:lnTo>
                  <a:lnTo>
                    <a:pt x="192" y="60"/>
                  </a:lnTo>
                  <a:lnTo>
                    <a:pt x="198" y="54"/>
                  </a:lnTo>
                  <a:lnTo>
                    <a:pt x="198" y="42"/>
                  </a:lnTo>
                  <a:lnTo>
                    <a:pt x="186" y="6"/>
                  </a:lnTo>
                  <a:lnTo>
                    <a:pt x="180" y="12"/>
                  </a:lnTo>
                  <a:lnTo>
                    <a:pt x="180" y="18"/>
                  </a:lnTo>
                  <a:lnTo>
                    <a:pt x="174" y="18"/>
                  </a:lnTo>
                  <a:lnTo>
                    <a:pt x="168" y="12"/>
                  </a:lnTo>
                  <a:lnTo>
                    <a:pt x="156" y="12"/>
                  </a:lnTo>
                  <a:lnTo>
                    <a:pt x="144" y="6"/>
                  </a:lnTo>
                  <a:lnTo>
                    <a:pt x="126" y="6"/>
                  </a:lnTo>
                  <a:lnTo>
                    <a:pt x="114" y="0"/>
                  </a:lnTo>
                  <a:lnTo>
                    <a:pt x="84" y="0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66" y="18"/>
                  </a:lnTo>
                  <a:lnTo>
                    <a:pt x="72" y="24"/>
                  </a:lnTo>
                  <a:lnTo>
                    <a:pt x="108" y="24"/>
                  </a:lnTo>
                  <a:lnTo>
                    <a:pt x="114" y="30"/>
                  </a:lnTo>
                  <a:lnTo>
                    <a:pt x="120" y="42"/>
                  </a:lnTo>
                  <a:lnTo>
                    <a:pt x="126" y="48"/>
                  </a:lnTo>
                  <a:lnTo>
                    <a:pt x="114" y="54"/>
                  </a:lnTo>
                  <a:lnTo>
                    <a:pt x="108" y="60"/>
                  </a:lnTo>
                  <a:lnTo>
                    <a:pt x="108" y="72"/>
                  </a:lnTo>
                  <a:lnTo>
                    <a:pt x="114" y="84"/>
                  </a:lnTo>
                  <a:lnTo>
                    <a:pt x="114" y="96"/>
                  </a:lnTo>
                  <a:lnTo>
                    <a:pt x="120" y="102"/>
                  </a:lnTo>
                  <a:lnTo>
                    <a:pt x="114" y="108"/>
                  </a:lnTo>
                  <a:lnTo>
                    <a:pt x="96" y="108"/>
                  </a:lnTo>
                  <a:lnTo>
                    <a:pt x="78" y="102"/>
                  </a:lnTo>
                  <a:lnTo>
                    <a:pt x="66" y="102"/>
                  </a:lnTo>
                  <a:lnTo>
                    <a:pt x="54" y="96"/>
                  </a:lnTo>
                  <a:lnTo>
                    <a:pt x="36" y="96"/>
                  </a:lnTo>
                  <a:lnTo>
                    <a:pt x="24" y="102"/>
                  </a:lnTo>
                  <a:lnTo>
                    <a:pt x="6" y="102"/>
                  </a:lnTo>
                  <a:lnTo>
                    <a:pt x="0" y="108"/>
                  </a:lnTo>
                  <a:lnTo>
                    <a:pt x="0" y="114"/>
                  </a:lnTo>
                  <a:lnTo>
                    <a:pt x="6" y="120"/>
                  </a:lnTo>
                  <a:lnTo>
                    <a:pt x="12" y="132"/>
                  </a:lnTo>
                  <a:lnTo>
                    <a:pt x="24" y="138"/>
                  </a:lnTo>
                  <a:lnTo>
                    <a:pt x="30" y="150"/>
                  </a:lnTo>
                  <a:lnTo>
                    <a:pt x="36" y="156"/>
                  </a:lnTo>
                  <a:lnTo>
                    <a:pt x="42" y="156"/>
                  </a:lnTo>
                  <a:lnTo>
                    <a:pt x="48" y="150"/>
                  </a:lnTo>
                  <a:lnTo>
                    <a:pt x="54" y="138"/>
                  </a:lnTo>
                  <a:lnTo>
                    <a:pt x="60" y="132"/>
                  </a:lnTo>
                  <a:lnTo>
                    <a:pt x="138" y="132"/>
                  </a:lnTo>
                  <a:lnTo>
                    <a:pt x="156" y="126"/>
                  </a:lnTo>
                  <a:lnTo>
                    <a:pt x="168" y="126"/>
                  </a:lnTo>
                  <a:lnTo>
                    <a:pt x="180" y="144"/>
                  </a:lnTo>
                  <a:lnTo>
                    <a:pt x="168" y="11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97" name="Guyane (French Guiana)" descr="© INSCALE GmbH, 05.05.2010&#10;http://www.presentationload.com/">
              <a:extLst>
                <a:ext uri="{FF2B5EF4-FFF2-40B4-BE49-F238E27FC236}">
                  <a16:creationId xmlns:a16="http://schemas.microsoft.com/office/drawing/2014/main" id="{07C85D0C-D2EE-4CB4-B373-ACFA77141511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447324" y="2849153"/>
              <a:ext cx="67206" cy="97618"/>
            </a:xfrm>
            <a:custGeom>
              <a:avLst/>
              <a:gdLst>
                <a:gd name="T0" fmla="*/ 2147483647 w 52"/>
                <a:gd name="T1" fmla="*/ 2147483647 h 76"/>
                <a:gd name="T2" fmla="*/ 2147483647 w 52"/>
                <a:gd name="T3" fmla="*/ 2147483647 h 76"/>
                <a:gd name="T4" fmla="*/ 2147483647 w 52"/>
                <a:gd name="T5" fmla="*/ 2147483647 h 76"/>
                <a:gd name="T6" fmla="*/ 2147483647 w 52"/>
                <a:gd name="T7" fmla="*/ 2147483647 h 76"/>
                <a:gd name="T8" fmla="*/ 2147483647 w 52"/>
                <a:gd name="T9" fmla="*/ 2147483647 h 76"/>
                <a:gd name="T10" fmla="*/ 2147483647 w 52"/>
                <a:gd name="T11" fmla="*/ 2147483647 h 76"/>
                <a:gd name="T12" fmla="*/ 2147483647 w 52"/>
                <a:gd name="T13" fmla="*/ 2147483647 h 76"/>
                <a:gd name="T14" fmla="*/ 2147483647 w 52"/>
                <a:gd name="T15" fmla="*/ 2147483647 h 76"/>
                <a:gd name="T16" fmla="*/ 2147483647 w 52"/>
                <a:gd name="T17" fmla="*/ 2147483647 h 76"/>
                <a:gd name="T18" fmla="*/ 2147483647 w 52"/>
                <a:gd name="T19" fmla="*/ 2147483647 h 76"/>
                <a:gd name="T20" fmla="*/ 2147483647 w 52"/>
                <a:gd name="T21" fmla="*/ 2147483647 h 76"/>
                <a:gd name="T22" fmla="*/ 2147483647 w 52"/>
                <a:gd name="T23" fmla="*/ 0 h 76"/>
                <a:gd name="T24" fmla="*/ 2147483647 w 52"/>
                <a:gd name="T25" fmla="*/ 2147483647 h 76"/>
                <a:gd name="T26" fmla="*/ 2147483647 w 52"/>
                <a:gd name="T27" fmla="*/ 2147483647 h 76"/>
                <a:gd name="T28" fmla="*/ 2147483647 w 52"/>
                <a:gd name="T29" fmla="*/ 2147483647 h 76"/>
                <a:gd name="T30" fmla="*/ 2147483647 w 52"/>
                <a:gd name="T31" fmla="*/ 2147483647 h 76"/>
                <a:gd name="T32" fmla="*/ 2147483647 w 52"/>
                <a:gd name="T33" fmla="*/ 2147483647 h 76"/>
                <a:gd name="T34" fmla="*/ 2147483647 w 52"/>
                <a:gd name="T35" fmla="*/ 2147483647 h 76"/>
                <a:gd name="T36" fmla="*/ 2147483647 w 52"/>
                <a:gd name="T37" fmla="*/ 2147483647 h 76"/>
                <a:gd name="T38" fmla="*/ 2147483647 w 52"/>
                <a:gd name="T39" fmla="*/ 2147483647 h 76"/>
                <a:gd name="T40" fmla="*/ 2147483647 w 52"/>
                <a:gd name="T41" fmla="*/ 2147483647 h 76"/>
                <a:gd name="T42" fmla="*/ 2147483647 w 52"/>
                <a:gd name="T43" fmla="*/ 2147483647 h 76"/>
                <a:gd name="T44" fmla="*/ 2147483647 w 52"/>
                <a:gd name="T45" fmla="*/ 2147483647 h 76"/>
                <a:gd name="T46" fmla="*/ 2147483647 w 52"/>
                <a:gd name="T47" fmla="*/ 2147483647 h 76"/>
                <a:gd name="T48" fmla="*/ 2147483647 w 52"/>
                <a:gd name="T49" fmla="*/ 2147483647 h 76"/>
                <a:gd name="T50" fmla="*/ 2147483647 w 52"/>
                <a:gd name="T51" fmla="*/ 2147483647 h 76"/>
                <a:gd name="T52" fmla="*/ 2147483647 w 52"/>
                <a:gd name="T53" fmla="*/ 2147483647 h 76"/>
                <a:gd name="T54" fmla="*/ 2147483647 w 52"/>
                <a:gd name="T55" fmla="*/ 2147483647 h 76"/>
                <a:gd name="T56" fmla="*/ 2147483647 w 52"/>
                <a:gd name="T57" fmla="*/ 2147483647 h 76"/>
                <a:gd name="T58" fmla="*/ 2147483647 w 52"/>
                <a:gd name="T59" fmla="*/ 2147483647 h 76"/>
                <a:gd name="T60" fmla="*/ 2147483647 w 52"/>
                <a:gd name="T61" fmla="*/ 2147483647 h 76"/>
                <a:gd name="T62" fmla="*/ 2147483647 w 52"/>
                <a:gd name="T63" fmla="*/ 2147483647 h 76"/>
                <a:gd name="T64" fmla="*/ 0 w 52"/>
                <a:gd name="T65" fmla="*/ 2147483647 h 76"/>
                <a:gd name="T66" fmla="*/ 0 w 52"/>
                <a:gd name="T67" fmla="*/ 2147483647 h 76"/>
                <a:gd name="T68" fmla="*/ 2147483647 w 52"/>
                <a:gd name="T69" fmla="*/ 2147483647 h 76"/>
                <a:gd name="T70" fmla="*/ 2147483647 w 52"/>
                <a:gd name="T71" fmla="*/ 2147483647 h 76"/>
                <a:gd name="T72" fmla="*/ 2147483647 w 52"/>
                <a:gd name="T73" fmla="*/ 2147483647 h 76"/>
                <a:gd name="T74" fmla="*/ 2147483647 w 52"/>
                <a:gd name="T75" fmla="*/ 2147483647 h 76"/>
                <a:gd name="T76" fmla="*/ 2147483647 w 52"/>
                <a:gd name="T77" fmla="*/ 2147483647 h 76"/>
                <a:gd name="T78" fmla="*/ 2147483647 w 52"/>
                <a:gd name="T79" fmla="*/ 2147483647 h 76"/>
                <a:gd name="T80" fmla="*/ 2147483647 w 52"/>
                <a:gd name="T81" fmla="*/ 2147483647 h 76"/>
                <a:gd name="T82" fmla="*/ 2147483647 w 52"/>
                <a:gd name="T83" fmla="*/ 2147483647 h 76"/>
                <a:gd name="T84" fmla="*/ 2147483647 w 52"/>
                <a:gd name="T85" fmla="*/ 2147483647 h 76"/>
                <a:gd name="T86" fmla="*/ 2147483647 w 52"/>
                <a:gd name="T87" fmla="*/ 2147483647 h 76"/>
                <a:gd name="T88" fmla="*/ 2147483647 w 52"/>
                <a:gd name="T89" fmla="*/ 2147483647 h 76"/>
                <a:gd name="T90" fmla="*/ 2147483647 w 52"/>
                <a:gd name="T91" fmla="*/ 2147483647 h 76"/>
                <a:gd name="T92" fmla="*/ 2147483647 w 52"/>
                <a:gd name="T93" fmla="*/ 2147483647 h 76"/>
                <a:gd name="T94" fmla="*/ 2147483647 w 52"/>
                <a:gd name="T95" fmla="*/ 2147483647 h 76"/>
                <a:gd name="T96" fmla="*/ 2147483647 w 52"/>
                <a:gd name="T97" fmla="*/ 2147483647 h 76"/>
                <a:gd name="T98" fmla="*/ 2147483647 w 52"/>
                <a:gd name="T99" fmla="*/ 2147483647 h 76"/>
                <a:gd name="T100" fmla="*/ 2147483647 w 52"/>
                <a:gd name="T101" fmla="*/ 2147483647 h 76"/>
                <a:gd name="T102" fmla="*/ 2147483647 w 52"/>
                <a:gd name="T103" fmla="*/ 2147483647 h 76"/>
                <a:gd name="T104" fmla="*/ 2147483647 w 52"/>
                <a:gd name="T105" fmla="*/ 2147483647 h 76"/>
                <a:gd name="T106" fmla="*/ 2147483647 w 52"/>
                <a:gd name="T107" fmla="*/ 2147483647 h 76"/>
                <a:gd name="T108" fmla="*/ 2147483647 w 52"/>
                <a:gd name="T109" fmla="*/ 2147483647 h 76"/>
                <a:gd name="T110" fmla="*/ 2147483647 w 52"/>
                <a:gd name="T111" fmla="*/ 2147483647 h 76"/>
                <a:gd name="T112" fmla="*/ 2147483647 w 52"/>
                <a:gd name="T113" fmla="*/ 2147483647 h 76"/>
                <a:gd name="T114" fmla="*/ 2147483647 w 52"/>
                <a:gd name="T115" fmla="*/ 2147483647 h 7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52"/>
                <a:gd name="T175" fmla="*/ 0 h 76"/>
                <a:gd name="T176" fmla="*/ 52 w 52"/>
                <a:gd name="T177" fmla="*/ 76 h 7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52" h="76">
                  <a:moveTo>
                    <a:pt x="52" y="32"/>
                  </a:moveTo>
                  <a:lnTo>
                    <a:pt x="50" y="26"/>
                  </a:lnTo>
                  <a:lnTo>
                    <a:pt x="48" y="24"/>
                  </a:lnTo>
                  <a:lnTo>
                    <a:pt x="46" y="22"/>
                  </a:lnTo>
                  <a:lnTo>
                    <a:pt x="46" y="20"/>
                  </a:lnTo>
                  <a:lnTo>
                    <a:pt x="40" y="20"/>
                  </a:lnTo>
                  <a:lnTo>
                    <a:pt x="32" y="6"/>
                  </a:lnTo>
                  <a:lnTo>
                    <a:pt x="24" y="6"/>
                  </a:lnTo>
                  <a:lnTo>
                    <a:pt x="22" y="4"/>
                  </a:lnTo>
                  <a:lnTo>
                    <a:pt x="20" y="4"/>
                  </a:lnTo>
                  <a:lnTo>
                    <a:pt x="16" y="2"/>
                  </a:lnTo>
                  <a:lnTo>
                    <a:pt x="14" y="0"/>
                  </a:lnTo>
                  <a:lnTo>
                    <a:pt x="12" y="4"/>
                  </a:lnTo>
                  <a:lnTo>
                    <a:pt x="12" y="10"/>
                  </a:lnTo>
                  <a:lnTo>
                    <a:pt x="10" y="10"/>
                  </a:lnTo>
                  <a:lnTo>
                    <a:pt x="8" y="12"/>
                  </a:lnTo>
                  <a:lnTo>
                    <a:pt x="6" y="14"/>
                  </a:lnTo>
                  <a:lnTo>
                    <a:pt x="4" y="16"/>
                  </a:lnTo>
                  <a:lnTo>
                    <a:pt x="2" y="20"/>
                  </a:lnTo>
                  <a:lnTo>
                    <a:pt x="2" y="28"/>
                  </a:lnTo>
                  <a:lnTo>
                    <a:pt x="4" y="32"/>
                  </a:lnTo>
                  <a:lnTo>
                    <a:pt x="4" y="36"/>
                  </a:lnTo>
                  <a:lnTo>
                    <a:pt x="6" y="40"/>
                  </a:lnTo>
                  <a:lnTo>
                    <a:pt x="10" y="44"/>
                  </a:lnTo>
                  <a:lnTo>
                    <a:pt x="12" y="46"/>
                  </a:lnTo>
                  <a:lnTo>
                    <a:pt x="12" y="48"/>
                  </a:lnTo>
                  <a:lnTo>
                    <a:pt x="6" y="54"/>
                  </a:lnTo>
                  <a:lnTo>
                    <a:pt x="8" y="62"/>
                  </a:lnTo>
                  <a:lnTo>
                    <a:pt x="6" y="64"/>
                  </a:lnTo>
                  <a:lnTo>
                    <a:pt x="4" y="64"/>
                  </a:lnTo>
                  <a:lnTo>
                    <a:pt x="4" y="66"/>
                  </a:lnTo>
                  <a:lnTo>
                    <a:pt x="2" y="68"/>
                  </a:lnTo>
                  <a:lnTo>
                    <a:pt x="0" y="72"/>
                  </a:lnTo>
                  <a:lnTo>
                    <a:pt x="4" y="76"/>
                  </a:lnTo>
                  <a:lnTo>
                    <a:pt x="10" y="76"/>
                  </a:lnTo>
                  <a:lnTo>
                    <a:pt x="12" y="74"/>
                  </a:lnTo>
                  <a:lnTo>
                    <a:pt x="12" y="72"/>
                  </a:lnTo>
                  <a:lnTo>
                    <a:pt x="14" y="72"/>
                  </a:lnTo>
                  <a:lnTo>
                    <a:pt x="16" y="72"/>
                  </a:lnTo>
                  <a:lnTo>
                    <a:pt x="18" y="72"/>
                  </a:lnTo>
                  <a:lnTo>
                    <a:pt x="20" y="72"/>
                  </a:lnTo>
                  <a:lnTo>
                    <a:pt x="22" y="72"/>
                  </a:lnTo>
                  <a:lnTo>
                    <a:pt x="26" y="74"/>
                  </a:lnTo>
                  <a:lnTo>
                    <a:pt x="30" y="74"/>
                  </a:lnTo>
                  <a:lnTo>
                    <a:pt x="32" y="72"/>
                  </a:lnTo>
                  <a:lnTo>
                    <a:pt x="40" y="64"/>
                  </a:lnTo>
                  <a:lnTo>
                    <a:pt x="40" y="60"/>
                  </a:lnTo>
                  <a:lnTo>
                    <a:pt x="44" y="50"/>
                  </a:lnTo>
                  <a:lnTo>
                    <a:pt x="46" y="46"/>
                  </a:lnTo>
                  <a:lnTo>
                    <a:pt x="48" y="44"/>
                  </a:lnTo>
                  <a:lnTo>
                    <a:pt x="50" y="42"/>
                  </a:lnTo>
                  <a:lnTo>
                    <a:pt x="50" y="40"/>
                  </a:lnTo>
                  <a:lnTo>
                    <a:pt x="52" y="38"/>
                  </a:lnTo>
                  <a:lnTo>
                    <a:pt x="52" y="36"/>
                  </a:lnTo>
                  <a:lnTo>
                    <a:pt x="52" y="34"/>
                  </a:lnTo>
                  <a:lnTo>
                    <a:pt x="52" y="3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98" name="Guyana" descr="© INSCALE GmbH, 05.05.2010&#10;http://www.presentationload.com/">
              <a:extLst>
                <a:ext uri="{FF2B5EF4-FFF2-40B4-BE49-F238E27FC236}">
                  <a16:creationId xmlns:a16="http://schemas.microsoft.com/office/drawing/2014/main" id="{C5347F84-6DC3-4BC0-B960-7813B3E7A0EB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289648" y="2778509"/>
              <a:ext cx="107272" cy="191382"/>
            </a:xfrm>
            <a:custGeom>
              <a:avLst/>
              <a:gdLst>
                <a:gd name="T0" fmla="*/ 2147483647 w 324"/>
                <a:gd name="T1" fmla="*/ 2147483647 h 582"/>
                <a:gd name="T2" fmla="*/ 2147483647 w 324"/>
                <a:gd name="T3" fmla="*/ 2147483647 h 582"/>
                <a:gd name="T4" fmla="*/ 2147483647 w 324"/>
                <a:gd name="T5" fmla="*/ 2147483647 h 582"/>
                <a:gd name="T6" fmla="*/ 2147483647 w 324"/>
                <a:gd name="T7" fmla="*/ 2147483647 h 582"/>
                <a:gd name="T8" fmla="*/ 2147483647 w 324"/>
                <a:gd name="T9" fmla="*/ 2147483647 h 582"/>
                <a:gd name="T10" fmla="*/ 2147483647 w 324"/>
                <a:gd name="T11" fmla="*/ 2147483647 h 582"/>
                <a:gd name="T12" fmla="*/ 2147483647 w 324"/>
                <a:gd name="T13" fmla="*/ 2147483647 h 582"/>
                <a:gd name="T14" fmla="*/ 2147483647 w 324"/>
                <a:gd name="T15" fmla="*/ 2147483647 h 582"/>
                <a:gd name="T16" fmla="*/ 0 w 324"/>
                <a:gd name="T17" fmla="*/ 2147483647 h 582"/>
                <a:gd name="T18" fmla="*/ 2147483647 w 324"/>
                <a:gd name="T19" fmla="*/ 2147483647 h 582"/>
                <a:gd name="T20" fmla="*/ 2147483647 w 324"/>
                <a:gd name="T21" fmla="*/ 2147483647 h 582"/>
                <a:gd name="T22" fmla="*/ 2147483647 w 324"/>
                <a:gd name="T23" fmla="*/ 2147483647 h 582"/>
                <a:gd name="T24" fmla="*/ 2147483647 w 324"/>
                <a:gd name="T25" fmla="*/ 2147483647 h 582"/>
                <a:gd name="T26" fmla="*/ 2147483647 w 324"/>
                <a:gd name="T27" fmla="*/ 2147483647 h 582"/>
                <a:gd name="T28" fmla="*/ 2147483647 w 324"/>
                <a:gd name="T29" fmla="*/ 2147483647 h 582"/>
                <a:gd name="T30" fmla="*/ 2147483647 w 324"/>
                <a:gd name="T31" fmla="*/ 2147483647 h 582"/>
                <a:gd name="T32" fmla="*/ 2147483647 w 324"/>
                <a:gd name="T33" fmla="*/ 2147483647 h 582"/>
                <a:gd name="T34" fmla="*/ 2147483647 w 324"/>
                <a:gd name="T35" fmla="*/ 2147483647 h 582"/>
                <a:gd name="T36" fmla="*/ 2147483647 w 324"/>
                <a:gd name="T37" fmla="*/ 2147483647 h 582"/>
                <a:gd name="T38" fmla="*/ 2147483647 w 324"/>
                <a:gd name="T39" fmla="*/ 2147483647 h 582"/>
                <a:gd name="T40" fmla="*/ 2147483647 w 324"/>
                <a:gd name="T41" fmla="*/ 2147483647 h 582"/>
                <a:gd name="T42" fmla="*/ 2147483647 w 324"/>
                <a:gd name="T43" fmla="*/ 2147483647 h 582"/>
                <a:gd name="T44" fmla="*/ 2147483647 w 324"/>
                <a:gd name="T45" fmla="*/ 2147483647 h 582"/>
                <a:gd name="T46" fmla="*/ 2147483647 w 324"/>
                <a:gd name="T47" fmla="*/ 2147483647 h 582"/>
                <a:gd name="T48" fmla="*/ 2147483647 w 324"/>
                <a:gd name="T49" fmla="*/ 2147483647 h 582"/>
                <a:gd name="T50" fmla="*/ 2147483647 w 324"/>
                <a:gd name="T51" fmla="*/ 2147483647 h 582"/>
                <a:gd name="T52" fmla="*/ 2147483647 w 324"/>
                <a:gd name="T53" fmla="*/ 2147483647 h 582"/>
                <a:gd name="T54" fmla="*/ 2147483647 w 324"/>
                <a:gd name="T55" fmla="*/ 2147483647 h 582"/>
                <a:gd name="T56" fmla="*/ 2147483647 w 324"/>
                <a:gd name="T57" fmla="*/ 2147483647 h 582"/>
                <a:gd name="T58" fmla="*/ 2147483647 w 324"/>
                <a:gd name="T59" fmla="*/ 2147483647 h 582"/>
                <a:gd name="T60" fmla="*/ 2147483647 w 324"/>
                <a:gd name="T61" fmla="*/ 2147483647 h 582"/>
                <a:gd name="T62" fmla="*/ 2147483647 w 324"/>
                <a:gd name="T63" fmla="*/ 2147483647 h 582"/>
                <a:gd name="T64" fmla="*/ 2147483647 w 324"/>
                <a:gd name="T65" fmla="*/ 2147483647 h 582"/>
                <a:gd name="T66" fmla="*/ 2147483647 w 324"/>
                <a:gd name="T67" fmla="*/ 2147483647 h 582"/>
                <a:gd name="T68" fmla="*/ 2147483647 w 324"/>
                <a:gd name="T69" fmla="*/ 2147483647 h 582"/>
                <a:gd name="T70" fmla="*/ 2147483647 w 324"/>
                <a:gd name="T71" fmla="*/ 2147483647 h 582"/>
                <a:gd name="T72" fmla="*/ 2147483647 w 324"/>
                <a:gd name="T73" fmla="*/ 2147483647 h 582"/>
                <a:gd name="T74" fmla="*/ 2147483647 w 324"/>
                <a:gd name="T75" fmla="*/ 2147483647 h 582"/>
                <a:gd name="T76" fmla="*/ 2147483647 w 324"/>
                <a:gd name="T77" fmla="*/ 2147483647 h 582"/>
                <a:gd name="T78" fmla="*/ 2147483647 w 324"/>
                <a:gd name="T79" fmla="*/ 2147483647 h 582"/>
                <a:gd name="T80" fmla="*/ 2147483647 w 324"/>
                <a:gd name="T81" fmla="*/ 2147483647 h 582"/>
                <a:gd name="T82" fmla="*/ 2147483647 w 324"/>
                <a:gd name="T83" fmla="*/ 2147483647 h 582"/>
                <a:gd name="T84" fmla="*/ 2147483647 w 324"/>
                <a:gd name="T85" fmla="*/ 2147483647 h 582"/>
                <a:gd name="T86" fmla="*/ 2147483647 w 324"/>
                <a:gd name="T87" fmla="*/ 2147483647 h 582"/>
                <a:gd name="T88" fmla="*/ 2147483647 w 324"/>
                <a:gd name="T89" fmla="*/ 2147483647 h 582"/>
                <a:gd name="T90" fmla="*/ 2147483647 w 324"/>
                <a:gd name="T91" fmla="*/ 2147483647 h 582"/>
                <a:gd name="T92" fmla="*/ 2147483647 w 324"/>
                <a:gd name="T93" fmla="*/ 2147483647 h 582"/>
                <a:gd name="T94" fmla="*/ 2147483647 w 324"/>
                <a:gd name="T95" fmla="*/ 2147483647 h 582"/>
                <a:gd name="T96" fmla="*/ 2147483647 w 324"/>
                <a:gd name="T97" fmla="*/ 2147483647 h 582"/>
                <a:gd name="T98" fmla="*/ 2147483647 w 324"/>
                <a:gd name="T99" fmla="*/ 2147483647 h 582"/>
                <a:gd name="T100" fmla="*/ 2147483647 w 324"/>
                <a:gd name="T101" fmla="*/ 2147483647 h 582"/>
                <a:gd name="T102" fmla="*/ 2147483647 w 324"/>
                <a:gd name="T103" fmla="*/ 2147483647 h 582"/>
                <a:gd name="T104" fmla="*/ 2147483647 w 324"/>
                <a:gd name="T105" fmla="*/ 2147483647 h 582"/>
                <a:gd name="T106" fmla="*/ 2147483647 w 324"/>
                <a:gd name="T107" fmla="*/ 2147483647 h 582"/>
                <a:gd name="T108" fmla="*/ 2147483647 w 324"/>
                <a:gd name="T109" fmla="*/ 2147483647 h 582"/>
                <a:gd name="T110" fmla="*/ 2147483647 w 324"/>
                <a:gd name="T111" fmla="*/ 2147483647 h 582"/>
                <a:gd name="T112" fmla="*/ 2147483647 w 324"/>
                <a:gd name="T113" fmla="*/ 2147483647 h 582"/>
                <a:gd name="T114" fmla="*/ 2147483647 w 324"/>
                <a:gd name="T115" fmla="*/ 2147483647 h 582"/>
                <a:gd name="T116" fmla="*/ 2147483647 w 324"/>
                <a:gd name="T117" fmla="*/ 2147483647 h 582"/>
                <a:gd name="T118" fmla="*/ 2147483647 w 324"/>
                <a:gd name="T119" fmla="*/ 2147483647 h 582"/>
                <a:gd name="T120" fmla="*/ 2147483647 w 324"/>
                <a:gd name="T121" fmla="*/ 2147483647 h 582"/>
                <a:gd name="T122" fmla="*/ 2147483647 w 324"/>
                <a:gd name="T123" fmla="*/ 0 h 582"/>
                <a:gd name="T124" fmla="*/ 2147483647 w 324"/>
                <a:gd name="T125" fmla="*/ 2147483647 h 58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24"/>
                <a:gd name="T190" fmla="*/ 0 h 582"/>
                <a:gd name="T191" fmla="*/ 324 w 324"/>
                <a:gd name="T192" fmla="*/ 582 h 58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24" h="582">
                  <a:moveTo>
                    <a:pt x="90" y="42"/>
                  </a:moveTo>
                  <a:lnTo>
                    <a:pt x="84" y="48"/>
                  </a:lnTo>
                  <a:lnTo>
                    <a:pt x="72" y="48"/>
                  </a:lnTo>
                  <a:lnTo>
                    <a:pt x="60" y="60"/>
                  </a:lnTo>
                  <a:lnTo>
                    <a:pt x="60" y="102"/>
                  </a:lnTo>
                  <a:lnTo>
                    <a:pt x="84" y="102"/>
                  </a:lnTo>
                  <a:lnTo>
                    <a:pt x="84" y="120"/>
                  </a:lnTo>
                  <a:lnTo>
                    <a:pt x="78" y="126"/>
                  </a:lnTo>
                  <a:lnTo>
                    <a:pt x="66" y="132"/>
                  </a:lnTo>
                  <a:lnTo>
                    <a:pt x="54" y="132"/>
                  </a:lnTo>
                  <a:lnTo>
                    <a:pt x="42" y="138"/>
                  </a:lnTo>
                  <a:lnTo>
                    <a:pt x="12" y="138"/>
                  </a:lnTo>
                  <a:lnTo>
                    <a:pt x="12" y="144"/>
                  </a:lnTo>
                  <a:lnTo>
                    <a:pt x="30" y="162"/>
                  </a:lnTo>
                  <a:lnTo>
                    <a:pt x="30" y="180"/>
                  </a:lnTo>
                  <a:lnTo>
                    <a:pt x="18" y="186"/>
                  </a:lnTo>
                  <a:lnTo>
                    <a:pt x="12" y="186"/>
                  </a:lnTo>
                  <a:lnTo>
                    <a:pt x="0" y="192"/>
                  </a:lnTo>
                  <a:lnTo>
                    <a:pt x="0" y="204"/>
                  </a:lnTo>
                  <a:lnTo>
                    <a:pt x="6" y="210"/>
                  </a:lnTo>
                  <a:lnTo>
                    <a:pt x="12" y="222"/>
                  </a:lnTo>
                  <a:lnTo>
                    <a:pt x="48" y="258"/>
                  </a:lnTo>
                  <a:lnTo>
                    <a:pt x="72" y="264"/>
                  </a:lnTo>
                  <a:lnTo>
                    <a:pt x="78" y="252"/>
                  </a:lnTo>
                  <a:lnTo>
                    <a:pt x="90" y="264"/>
                  </a:lnTo>
                  <a:lnTo>
                    <a:pt x="96" y="276"/>
                  </a:lnTo>
                  <a:lnTo>
                    <a:pt x="96" y="294"/>
                  </a:lnTo>
                  <a:lnTo>
                    <a:pt x="90" y="306"/>
                  </a:lnTo>
                  <a:lnTo>
                    <a:pt x="84" y="312"/>
                  </a:lnTo>
                  <a:lnTo>
                    <a:pt x="84" y="318"/>
                  </a:lnTo>
                  <a:lnTo>
                    <a:pt x="90" y="324"/>
                  </a:lnTo>
                  <a:lnTo>
                    <a:pt x="96" y="324"/>
                  </a:lnTo>
                  <a:lnTo>
                    <a:pt x="108" y="318"/>
                  </a:lnTo>
                  <a:lnTo>
                    <a:pt x="114" y="318"/>
                  </a:lnTo>
                  <a:lnTo>
                    <a:pt x="114" y="348"/>
                  </a:lnTo>
                  <a:lnTo>
                    <a:pt x="120" y="354"/>
                  </a:lnTo>
                  <a:lnTo>
                    <a:pt x="126" y="354"/>
                  </a:lnTo>
                  <a:lnTo>
                    <a:pt x="126" y="366"/>
                  </a:lnTo>
                  <a:lnTo>
                    <a:pt x="120" y="378"/>
                  </a:lnTo>
                  <a:lnTo>
                    <a:pt x="108" y="390"/>
                  </a:lnTo>
                  <a:lnTo>
                    <a:pt x="96" y="432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84" y="462"/>
                  </a:lnTo>
                  <a:lnTo>
                    <a:pt x="84" y="468"/>
                  </a:lnTo>
                  <a:lnTo>
                    <a:pt x="90" y="480"/>
                  </a:lnTo>
                  <a:lnTo>
                    <a:pt x="114" y="504"/>
                  </a:lnTo>
                  <a:lnTo>
                    <a:pt x="114" y="534"/>
                  </a:lnTo>
                  <a:lnTo>
                    <a:pt x="144" y="570"/>
                  </a:lnTo>
                  <a:lnTo>
                    <a:pt x="156" y="570"/>
                  </a:lnTo>
                  <a:lnTo>
                    <a:pt x="162" y="582"/>
                  </a:lnTo>
                  <a:lnTo>
                    <a:pt x="198" y="582"/>
                  </a:lnTo>
                  <a:lnTo>
                    <a:pt x="204" y="576"/>
                  </a:lnTo>
                  <a:lnTo>
                    <a:pt x="204" y="564"/>
                  </a:lnTo>
                  <a:lnTo>
                    <a:pt x="216" y="552"/>
                  </a:lnTo>
                  <a:lnTo>
                    <a:pt x="234" y="552"/>
                  </a:lnTo>
                  <a:lnTo>
                    <a:pt x="240" y="540"/>
                  </a:lnTo>
                  <a:lnTo>
                    <a:pt x="270" y="540"/>
                  </a:lnTo>
                  <a:lnTo>
                    <a:pt x="270" y="534"/>
                  </a:lnTo>
                  <a:lnTo>
                    <a:pt x="288" y="516"/>
                  </a:lnTo>
                  <a:lnTo>
                    <a:pt x="300" y="516"/>
                  </a:lnTo>
                  <a:lnTo>
                    <a:pt x="312" y="528"/>
                  </a:lnTo>
                  <a:lnTo>
                    <a:pt x="318" y="528"/>
                  </a:lnTo>
                  <a:lnTo>
                    <a:pt x="324" y="522"/>
                  </a:lnTo>
                  <a:lnTo>
                    <a:pt x="324" y="510"/>
                  </a:lnTo>
                  <a:lnTo>
                    <a:pt x="318" y="504"/>
                  </a:lnTo>
                  <a:lnTo>
                    <a:pt x="312" y="492"/>
                  </a:lnTo>
                  <a:lnTo>
                    <a:pt x="306" y="474"/>
                  </a:lnTo>
                  <a:lnTo>
                    <a:pt x="288" y="456"/>
                  </a:lnTo>
                  <a:lnTo>
                    <a:pt x="282" y="444"/>
                  </a:lnTo>
                  <a:lnTo>
                    <a:pt x="282" y="420"/>
                  </a:lnTo>
                  <a:lnTo>
                    <a:pt x="288" y="414"/>
                  </a:lnTo>
                  <a:lnTo>
                    <a:pt x="288" y="396"/>
                  </a:lnTo>
                  <a:lnTo>
                    <a:pt x="276" y="408"/>
                  </a:lnTo>
                  <a:lnTo>
                    <a:pt x="276" y="414"/>
                  </a:lnTo>
                  <a:lnTo>
                    <a:pt x="264" y="414"/>
                  </a:lnTo>
                  <a:lnTo>
                    <a:pt x="258" y="402"/>
                  </a:lnTo>
                  <a:lnTo>
                    <a:pt x="252" y="396"/>
                  </a:lnTo>
                  <a:lnTo>
                    <a:pt x="246" y="384"/>
                  </a:lnTo>
                  <a:lnTo>
                    <a:pt x="246" y="372"/>
                  </a:lnTo>
                  <a:lnTo>
                    <a:pt x="240" y="372"/>
                  </a:lnTo>
                  <a:lnTo>
                    <a:pt x="240" y="366"/>
                  </a:lnTo>
                  <a:lnTo>
                    <a:pt x="234" y="360"/>
                  </a:lnTo>
                  <a:lnTo>
                    <a:pt x="234" y="348"/>
                  </a:lnTo>
                  <a:lnTo>
                    <a:pt x="240" y="336"/>
                  </a:lnTo>
                  <a:lnTo>
                    <a:pt x="246" y="330"/>
                  </a:lnTo>
                  <a:lnTo>
                    <a:pt x="246" y="288"/>
                  </a:lnTo>
                  <a:lnTo>
                    <a:pt x="252" y="282"/>
                  </a:lnTo>
                  <a:lnTo>
                    <a:pt x="264" y="276"/>
                  </a:lnTo>
                  <a:lnTo>
                    <a:pt x="294" y="276"/>
                  </a:lnTo>
                  <a:lnTo>
                    <a:pt x="300" y="270"/>
                  </a:lnTo>
                  <a:lnTo>
                    <a:pt x="300" y="258"/>
                  </a:lnTo>
                  <a:lnTo>
                    <a:pt x="288" y="246"/>
                  </a:lnTo>
                  <a:lnTo>
                    <a:pt x="288" y="234"/>
                  </a:lnTo>
                  <a:lnTo>
                    <a:pt x="294" y="222"/>
                  </a:lnTo>
                  <a:lnTo>
                    <a:pt x="300" y="216"/>
                  </a:lnTo>
                  <a:lnTo>
                    <a:pt x="306" y="204"/>
                  </a:lnTo>
                  <a:lnTo>
                    <a:pt x="306" y="192"/>
                  </a:lnTo>
                  <a:lnTo>
                    <a:pt x="300" y="180"/>
                  </a:lnTo>
                  <a:lnTo>
                    <a:pt x="294" y="174"/>
                  </a:lnTo>
                  <a:lnTo>
                    <a:pt x="276" y="174"/>
                  </a:lnTo>
                  <a:lnTo>
                    <a:pt x="270" y="180"/>
                  </a:lnTo>
                  <a:lnTo>
                    <a:pt x="270" y="156"/>
                  </a:lnTo>
                  <a:lnTo>
                    <a:pt x="258" y="150"/>
                  </a:lnTo>
                  <a:lnTo>
                    <a:pt x="252" y="138"/>
                  </a:lnTo>
                  <a:lnTo>
                    <a:pt x="234" y="132"/>
                  </a:lnTo>
                  <a:lnTo>
                    <a:pt x="216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8" y="156"/>
                  </a:lnTo>
                  <a:lnTo>
                    <a:pt x="192" y="162"/>
                  </a:lnTo>
                  <a:lnTo>
                    <a:pt x="192" y="168"/>
                  </a:lnTo>
                  <a:lnTo>
                    <a:pt x="192" y="162"/>
                  </a:lnTo>
                  <a:lnTo>
                    <a:pt x="198" y="156"/>
                  </a:lnTo>
                  <a:lnTo>
                    <a:pt x="198" y="144"/>
                  </a:lnTo>
                  <a:lnTo>
                    <a:pt x="204" y="132"/>
                  </a:lnTo>
                  <a:lnTo>
                    <a:pt x="204" y="114"/>
                  </a:lnTo>
                  <a:lnTo>
                    <a:pt x="210" y="102"/>
                  </a:lnTo>
                  <a:lnTo>
                    <a:pt x="210" y="78"/>
                  </a:lnTo>
                  <a:lnTo>
                    <a:pt x="192" y="42"/>
                  </a:lnTo>
                  <a:lnTo>
                    <a:pt x="180" y="30"/>
                  </a:lnTo>
                  <a:lnTo>
                    <a:pt x="132" y="6"/>
                  </a:lnTo>
                  <a:lnTo>
                    <a:pt x="126" y="0"/>
                  </a:lnTo>
                  <a:lnTo>
                    <a:pt x="120" y="0"/>
                  </a:lnTo>
                  <a:lnTo>
                    <a:pt x="102" y="36"/>
                  </a:lnTo>
                  <a:lnTo>
                    <a:pt x="96" y="42"/>
                  </a:lnTo>
                  <a:lnTo>
                    <a:pt x="90" y="4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99" name="Guinea-Bissau" descr="© INSCALE GmbH, 05.05.2010&#10;http://www.presentationload.com/">
              <a:extLst>
                <a:ext uri="{FF2B5EF4-FFF2-40B4-BE49-F238E27FC236}">
                  <a16:creationId xmlns:a16="http://schemas.microsoft.com/office/drawing/2014/main" id="{211E26DF-0FAF-4681-B3D0-7F796363B4A5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353307" y="2664195"/>
              <a:ext cx="60744" cy="51378"/>
            </a:xfrm>
            <a:custGeom>
              <a:avLst/>
              <a:gdLst>
                <a:gd name="T0" fmla="*/ 2147483647 w 186"/>
                <a:gd name="T1" fmla="*/ 2147483647 h 156"/>
                <a:gd name="T2" fmla="*/ 2147483647 w 186"/>
                <a:gd name="T3" fmla="*/ 2147483647 h 156"/>
                <a:gd name="T4" fmla="*/ 2147483647 w 186"/>
                <a:gd name="T5" fmla="*/ 2147483647 h 156"/>
                <a:gd name="T6" fmla="*/ 2147483647 w 186"/>
                <a:gd name="T7" fmla="*/ 2147483647 h 156"/>
                <a:gd name="T8" fmla="*/ 2147483647 w 186"/>
                <a:gd name="T9" fmla="*/ 2147483647 h 156"/>
                <a:gd name="T10" fmla="*/ 2147483647 w 186"/>
                <a:gd name="T11" fmla="*/ 2147483647 h 156"/>
                <a:gd name="T12" fmla="*/ 2147483647 w 186"/>
                <a:gd name="T13" fmla="*/ 2147483647 h 156"/>
                <a:gd name="T14" fmla="*/ 2147483647 w 186"/>
                <a:gd name="T15" fmla="*/ 2147483647 h 156"/>
                <a:gd name="T16" fmla="*/ 2147483647 w 186"/>
                <a:gd name="T17" fmla="*/ 2147483647 h 156"/>
                <a:gd name="T18" fmla="*/ 2147483647 w 186"/>
                <a:gd name="T19" fmla="*/ 2147483647 h 156"/>
                <a:gd name="T20" fmla="*/ 2147483647 w 186"/>
                <a:gd name="T21" fmla="*/ 2147483647 h 156"/>
                <a:gd name="T22" fmla="*/ 2147483647 w 186"/>
                <a:gd name="T23" fmla="*/ 2147483647 h 156"/>
                <a:gd name="T24" fmla="*/ 2147483647 w 186"/>
                <a:gd name="T25" fmla="*/ 2147483647 h 156"/>
                <a:gd name="T26" fmla="*/ 2147483647 w 186"/>
                <a:gd name="T27" fmla="*/ 2147483647 h 156"/>
                <a:gd name="T28" fmla="*/ 2147483647 w 186"/>
                <a:gd name="T29" fmla="*/ 0 h 156"/>
                <a:gd name="T30" fmla="*/ 2147483647 w 186"/>
                <a:gd name="T31" fmla="*/ 2147483647 h 156"/>
                <a:gd name="T32" fmla="*/ 2147483647 w 186"/>
                <a:gd name="T33" fmla="*/ 2147483647 h 156"/>
                <a:gd name="T34" fmla="*/ 2147483647 w 186"/>
                <a:gd name="T35" fmla="*/ 2147483647 h 156"/>
                <a:gd name="T36" fmla="*/ 0 w 186"/>
                <a:gd name="T37" fmla="*/ 2147483647 h 156"/>
                <a:gd name="T38" fmla="*/ 2147483647 w 186"/>
                <a:gd name="T39" fmla="*/ 2147483647 h 156"/>
                <a:gd name="T40" fmla="*/ 2147483647 w 186"/>
                <a:gd name="T41" fmla="*/ 2147483647 h 156"/>
                <a:gd name="T42" fmla="*/ 2147483647 w 186"/>
                <a:gd name="T43" fmla="*/ 2147483647 h 156"/>
                <a:gd name="T44" fmla="*/ 2147483647 w 186"/>
                <a:gd name="T45" fmla="*/ 2147483647 h 156"/>
                <a:gd name="T46" fmla="*/ 2147483647 w 186"/>
                <a:gd name="T47" fmla="*/ 2147483647 h 156"/>
                <a:gd name="T48" fmla="*/ 2147483647 w 186"/>
                <a:gd name="T49" fmla="*/ 2147483647 h 156"/>
                <a:gd name="T50" fmla="*/ 2147483647 w 186"/>
                <a:gd name="T51" fmla="*/ 2147483647 h 156"/>
                <a:gd name="T52" fmla="*/ 2147483647 w 186"/>
                <a:gd name="T53" fmla="*/ 2147483647 h 156"/>
                <a:gd name="T54" fmla="*/ 2147483647 w 186"/>
                <a:gd name="T55" fmla="*/ 2147483647 h 156"/>
                <a:gd name="T56" fmla="*/ 2147483647 w 186"/>
                <a:gd name="T57" fmla="*/ 2147483647 h 156"/>
                <a:gd name="T58" fmla="*/ 2147483647 w 186"/>
                <a:gd name="T59" fmla="*/ 2147483647 h 156"/>
                <a:gd name="T60" fmla="*/ 2147483647 w 186"/>
                <a:gd name="T61" fmla="*/ 2147483647 h 156"/>
                <a:gd name="T62" fmla="*/ 2147483647 w 186"/>
                <a:gd name="T63" fmla="*/ 2147483647 h 156"/>
                <a:gd name="T64" fmla="*/ 2147483647 w 186"/>
                <a:gd name="T65" fmla="*/ 2147483647 h 156"/>
                <a:gd name="T66" fmla="*/ 2147483647 w 186"/>
                <a:gd name="T67" fmla="*/ 2147483647 h 156"/>
                <a:gd name="T68" fmla="*/ 2147483647 w 186"/>
                <a:gd name="T69" fmla="*/ 2147483647 h 156"/>
                <a:gd name="T70" fmla="*/ 2147483647 w 186"/>
                <a:gd name="T71" fmla="*/ 2147483647 h 156"/>
                <a:gd name="T72" fmla="*/ 2147483647 w 186"/>
                <a:gd name="T73" fmla="*/ 2147483647 h 15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86"/>
                <a:gd name="T112" fmla="*/ 0 h 156"/>
                <a:gd name="T113" fmla="*/ 186 w 186"/>
                <a:gd name="T114" fmla="*/ 156 h 15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86" h="156">
                  <a:moveTo>
                    <a:pt x="126" y="102"/>
                  </a:moveTo>
                  <a:lnTo>
                    <a:pt x="132" y="96"/>
                  </a:lnTo>
                  <a:lnTo>
                    <a:pt x="144" y="90"/>
                  </a:lnTo>
                  <a:lnTo>
                    <a:pt x="174" y="90"/>
                  </a:lnTo>
                  <a:lnTo>
                    <a:pt x="180" y="84"/>
                  </a:lnTo>
                  <a:lnTo>
                    <a:pt x="186" y="72"/>
                  </a:lnTo>
                  <a:lnTo>
                    <a:pt x="186" y="66"/>
                  </a:lnTo>
                  <a:lnTo>
                    <a:pt x="180" y="60"/>
                  </a:lnTo>
                  <a:lnTo>
                    <a:pt x="168" y="54"/>
                  </a:lnTo>
                  <a:lnTo>
                    <a:pt x="162" y="48"/>
                  </a:lnTo>
                  <a:lnTo>
                    <a:pt x="162" y="36"/>
                  </a:lnTo>
                  <a:lnTo>
                    <a:pt x="168" y="30"/>
                  </a:lnTo>
                  <a:lnTo>
                    <a:pt x="186" y="30"/>
                  </a:lnTo>
                  <a:lnTo>
                    <a:pt x="186" y="6"/>
                  </a:lnTo>
                  <a:lnTo>
                    <a:pt x="84" y="0"/>
                  </a:lnTo>
                  <a:lnTo>
                    <a:pt x="54" y="24"/>
                  </a:lnTo>
                  <a:lnTo>
                    <a:pt x="18" y="24"/>
                  </a:lnTo>
                  <a:lnTo>
                    <a:pt x="6" y="36"/>
                  </a:lnTo>
                  <a:lnTo>
                    <a:pt x="0" y="72"/>
                  </a:lnTo>
                  <a:lnTo>
                    <a:pt x="6" y="78"/>
                  </a:lnTo>
                  <a:lnTo>
                    <a:pt x="18" y="78"/>
                  </a:lnTo>
                  <a:lnTo>
                    <a:pt x="42" y="66"/>
                  </a:lnTo>
                  <a:lnTo>
                    <a:pt x="66" y="66"/>
                  </a:lnTo>
                  <a:lnTo>
                    <a:pt x="90" y="60"/>
                  </a:lnTo>
                  <a:lnTo>
                    <a:pt x="90" y="84"/>
                  </a:lnTo>
                  <a:lnTo>
                    <a:pt x="78" y="78"/>
                  </a:lnTo>
                  <a:lnTo>
                    <a:pt x="72" y="78"/>
                  </a:lnTo>
                  <a:lnTo>
                    <a:pt x="66" y="72"/>
                  </a:lnTo>
                  <a:lnTo>
                    <a:pt x="54" y="72"/>
                  </a:lnTo>
                  <a:lnTo>
                    <a:pt x="54" y="96"/>
                  </a:lnTo>
                  <a:lnTo>
                    <a:pt x="60" y="102"/>
                  </a:lnTo>
                  <a:lnTo>
                    <a:pt x="90" y="96"/>
                  </a:lnTo>
                  <a:lnTo>
                    <a:pt x="54" y="114"/>
                  </a:lnTo>
                  <a:lnTo>
                    <a:pt x="84" y="156"/>
                  </a:lnTo>
                  <a:lnTo>
                    <a:pt x="90" y="132"/>
                  </a:lnTo>
                  <a:lnTo>
                    <a:pt x="108" y="102"/>
                  </a:lnTo>
                  <a:lnTo>
                    <a:pt x="126" y="10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00" name="Guatemala" descr="© INSCALE GmbH, 05.05.2010&#10;http://www.presentationload.com/">
              <a:extLst>
                <a:ext uri="{FF2B5EF4-FFF2-40B4-BE49-F238E27FC236}">
                  <a16:creationId xmlns:a16="http://schemas.microsoft.com/office/drawing/2014/main" id="{AA68739F-2772-4FF9-AC63-0497F978D4F6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582696" y="2528044"/>
              <a:ext cx="98224" cy="110462"/>
            </a:xfrm>
            <a:custGeom>
              <a:avLst/>
              <a:gdLst>
                <a:gd name="T0" fmla="*/ 2147483647 w 300"/>
                <a:gd name="T1" fmla="*/ 2147483647 h 336"/>
                <a:gd name="T2" fmla="*/ 2147483647 w 300"/>
                <a:gd name="T3" fmla="*/ 2147483647 h 336"/>
                <a:gd name="T4" fmla="*/ 2147483647 w 300"/>
                <a:gd name="T5" fmla="*/ 2147483647 h 336"/>
                <a:gd name="T6" fmla="*/ 2147483647 w 300"/>
                <a:gd name="T7" fmla="*/ 2147483647 h 336"/>
                <a:gd name="T8" fmla="*/ 2147483647 w 300"/>
                <a:gd name="T9" fmla="*/ 2147483647 h 336"/>
                <a:gd name="T10" fmla="*/ 2147483647 w 300"/>
                <a:gd name="T11" fmla="*/ 0 h 336"/>
                <a:gd name="T12" fmla="*/ 2147483647 w 300"/>
                <a:gd name="T13" fmla="*/ 2147483647 h 336"/>
                <a:gd name="T14" fmla="*/ 2147483647 w 300"/>
                <a:gd name="T15" fmla="*/ 2147483647 h 336"/>
                <a:gd name="T16" fmla="*/ 2147483647 w 300"/>
                <a:gd name="T17" fmla="*/ 2147483647 h 336"/>
                <a:gd name="T18" fmla="*/ 2147483647 w 300"/>
                <a:gd name="T19" fmla="*/ 2147483647 h 336"/>
                <a:gd name="T20" fmla="*/ 2147483647 w 300"/>
                <a:gd name="T21" fmla="*/ 2147483647 h 336"/>
                <a:gd name="T22" fmla="*/ 2147483647 w 300"/>
                <a:gd name="T23" fmla="*/ 2147483647 h 336"/>
                <a:gd name="T24" fmla="*/ 2147483647 w 300"/>
                <a:gd name="T25" fmla="*/ 2147483647 h 336"/>
                <a:gd name="T26" fmla="*/ 2147483647 w 300"/>
                <a:gd name="T27" fmla="*/ 2147483647 h 336"/>
                <a:gd name="T28" fmla="*/ 2147483647 w 300"/>
                <a:gd name="T29" fmla="*/ 2147483647 h 336"/>
                <a:gd name="T30" fmla="*/ 2147483647 w 300"/>
                <a:gd name="T31" fmla="*/ 2147483647 h 336"/>
                <a:gd name="T32" fmla="*/ 2147483647 w 300"/>
                <a:gd name="T33" fmla="*/ 2147483647 h 336"/>
                <a:gd name="T34" fmla="*/ 2147483647 w 300"/>
                <a:gd name="T35" fmla="*/ 2147483647 h 336"/>
                <a:gd name="T36" fmla="*/ 2147483647 w 300"/>
                <a:gd name="T37" fmla="*/ 2147483647 h 336"/>
                <a:gd name="T38" fmla="*/ 2147483647 w 300"/>
                <a:gd name="T39" fmla="*/ 2147483647 h 336"/>
                <a:gd name="T40" fmla="*/ 2147483647 w 300"/>
                <a:gd name="T41" fmla="*/ 2147483647 h 336"/>
                <a:gd name="T42" fmla="*/ 2147483647 w 300"/>
                <a:gd name="T43" fmla="*/ 2147483647 h 336"/>
                <a:gd name="T44" fmla="*/ 2147483647 w 300"/>
                <a:gd name="T45" fmla="*/ 2147483647 h 336"/>
                <a:gd name="T46" fmla="*/ 2147483647 w 300"/>
                <a:gd name="T47" fmla="*/ 2147483647 h 336"/>
                <a:gd name="T48" fmla="*/ 2147483647 w 300"/>
                <a:gd name="T49" fmla="*/ 2147483647 h 336"/>
                <a:gd name="T50" fmla="*/ 2147483647 w 300"/>
                <a:gd name="T51" fmla="*/ 2147483647 h 336"/>
                <a:gd name="T52" fmla="*/ 2147483647 w 300"/>
                <a:gd name="T53" fmla="*/ 2147483647 h 336"/>
                <a:gd name="T54" fmla="*/ 2147483647 w 300"/>
                <a:gd name="T55" fmla="*/ 2147483647 h 336"/>
                <a:gd name="T56" fmla="*/ 2147483647 w 300"/>
                <a:gd name="T57" fmla="*/ 2147483647 h 336"/>
                <a:gd name="T58" fmla="*/ 0 w 300"/>
                <a:gd name="T59" fmla="*/ 2147483647 h 336"/>
                <a:gd name="T60" fmla="*/ 2147483647 w 300"/>
                <a:gd name="T61" fmla="*/ 2147483647 h 336"/>
                <a:gd name="T62" fmla="*/ 2147483647 w 300"/>
                <a:gd name="T63" fmla="*/ 2147483647 h 336"/>
                <a:gd name="T64" fmla="*/ 2147483647 w 300"/>
                <a:gd name="T65" fmla="*/ 2147483647 h 336"/>
                <a:gd name="T66" fmla="*/ 2147483647 w 300"/>
                <a:gd name="T67" fmla="*/ 2147483647 h 336"/>
                <a:gd name="T68" fmla="*/ 2147483647 w 300"/>
                <a:gd name="T69" fmla="*/ 2147483647 h 336"/>
                <a:gd name="T70" fmla="*/ 2147483647 w 300"/>
                <a:gd name="T71" fmla="*/ 2147483647 h 336"/>
                <a:gd name="T72" fmla="*/ 2147483647 w 300"/>
                <a:gd name="T73" fmla="*/ 2147483647 h 336"/>
                <a:gd name="T74" fmla="*/ 2147483647 w 300"/>
                <a:gd name="T75" fmla="*/ 2147483647 h 336"/>
                <a:gd name="T76" fmla="*/ 2147483647 w 300"/>
                <a:gd name="T77" fmla="*/ 2147483647 h 336"/>
                <a:gd name="T78" fmla="*/ 2147483647 w 300"/>
                <a:gd name="T79" fmla="*/ 2147483647 h 336"/>
                <a:gd name="T80" fmla="*/ 2147483647 w 300"/>
                <a:gd name="T81" fmla="*/ 2147483647 h 336"/>
                <a:gd name="T82" fmla="*/ 2147483647 w 300"/>
                <a:gd name="T83" fmla="*/ 2147483647 h 336"/>
                <a:gd name="T84" fmla="*/ 2147483647 w 300"/>
                <a:gd name="T85" fmla="*/ 2147483647 h 336"/>
                <a:gd name="T86" fmla="*/ 2147483647 w 300"/>
                <a:gd name="T87" fmla="*/ 2147483647 h 336"/>
                <a:gd name="T88" fmla="*/ 2147483647 w 300"/>
                <a:gd name="T89" fmla="*/ 2147483647 h 336"/>
                <a:gd name="T90" fmla="*/ 2147483647 w 300"/>
                <a:gd name="T91" fmla="*/ 2147483647 h 336"/>
                <a:gd name="T92" fmla="*/ 2147483647 w 300"/>
                <a:gd name="T93" fmla="*/ 2147483647 h 336"/>
                <a:gd name="T94" fmla="*/ 2147483647 w 300"/>
                <a:gd name="T95" fmla="*/ 2147483647 h 336"/>
                <a:gd name="T96" fmla="*/ 2147483647 w 300"/>
                <a:gd name="T97" fmla="*/ 2147483647 h 336"/>
                <a:gd name="T98" fmla="*/ 2147483647 w 300"/>
                <a:gd name="T99" fmla="*/ 2147483647 h 336"/>
                <a:gd name="T100" fmla="*/ 2147483647 w 300"/>
                <a:gd name="T101" fmla="*/ 2147483647 h 336"/>
                <a:gd name="T102" fmla="*/ 2147483647 w 300"/>
                <a:gd name="T103" fmla="*/ 2147483647 h 336"/>
                <a:gd name="T104" fmla="*/ 2147483647 w 300"/>
                <a:gd name="T105" fmla="*/ 2147483647 h 336"/>
                <a:gd name="T106" fmla="*/ 2147483647 w 300"/>
                <a:gd name="T107" fmla="*/ 2147483647 h 336"/>
                <a:gd name="T108" fmla="*/ 2147483647 w 300"/>
                <a:gd name="T109" fmla="*/ 2147483647 h 336"/>
                <a:gd name="T110" fmla="*/ 2147483647 w 300"/>
                <a:gd name="T111" fmla="*/ 2147483647 h 336"/>
                <a:gd name="T112" fmla="*/ 2147483647 w 300"/>
                <a:gd name="T113" fmla="*/ 2147483647 h 336"/>
                <a:gd name="T114" fmla="*/ 2147483647 w 300"/>
                <a:gd name="T115" fmla="*/ 2147483647 h 336"/>
                <a:gd name="T116" fmla="*/ 2147483647 w 300"/>
                <a:gd name="T117" fmla="*/ 2147483647 h 336"/>
                <a:gd name="T118" fmla="*/ 2147483647 w 300"/>
                <a:gd name="T119" fmla="*/ 2147483647 h 336"/>
                <a:gd name="T120" fmla="*/ 2147483647 w 300"/>
                <a:gd name="T121" fmla="*/ 2147483647 h 3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00"/>
                <a:gd name="T184" fmla="*/ 0 h 336"/>
                <a:gd name="T185" fmla="*/ 300 w 300"/>
                <a:gd name="T186" fmla="*/ 336 h 3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00" h="336">
                  <a:moveTo>
                    <a:pt x="288" y="156"/>
                  </a:moveTo>
                  <a:lnTo>
                    <a:pt x="270" y="168"/>
                  </a:lnTo>
                  <a:lnTo>
                    <a:pt x="258" y="162"/>
                  </a:lnTo>
                  <a:lnTo>
                    <a:pt x="228" y="162"/>
                  </a:lnTo>
                  <a:lnTo>
                    <a:pt x="252" y="6"/>
                  </a:lnTo>
                  <a:lnTo>
                    <a:pt x="120" y="0"/>
                  </a:lnTo>
                  <a:lnTo>
                    <a:pt x="120" y="12"/>
                  </a:lnTo>
                  <a:lnTo>
                    <a:pt x="126" y="24"/>
                  </a:lnTo>
                  <a:lnTo>
                    <a:pt x="126" y="48"/>
                  </a:lnTo>
                  <a:lnTo>
                    <a:pt x="120" y="48"/>
                  </a:lnTo>
                  <a:lnTo>
                    <a:pt x="108" y="54"/>
                  </a:lnTo>
                  <a:lnTo>
                    <a:pt x="84" y="54"/>
                  </a:lnTo>
                  <a:lnTo>
                    <a:pt x="96" y="60"/>
                  </a:lnTo>
                  <a:lnTo>
                    <a:pt x="96" y="66"/>
                  </a:lnTo>
                  <a:lnTo>
                    <a:pt x="102" y="78"/>
                  </a:lnTo>
                  <a:lnTo>
                    <a:pt x="108" y="84"/>
                  </a:lnTo>
                  <a:lnTo>
                    <a:pt x="114" y="84"/>
                  </a:lnTo>
                  <a:lnTo>
                    <a:pt x="126" y="90"/>
                  </a:lnTo>
                  <a:lnTo>
                    <a:pt x="132" y="90"/>
                  </a:lnTo>
                  <a:lnTo>
                    <a:pt x="138" y="114"/>
                  </a:lnTo>
                  <a:lnTo>
                    <a:pt x="156" y="114"/>
                  </a:lnTo>
                  <a:lnTo>
                    <a:pt x="156" y="126"/>
                  </a:lnTo>
                  <a:lnTo>
                    <a:pt x="150" y="132"/>
                  </a:lnTo>
                  <a:lnTo>
                    <a:pt x="144" y="132"/>
                  </a:lnTo>
                  <a:lnTo>
                    <a:pt x="144" y="150"/>
                  </a:lnTo>
                  <a:lnTo>
                    <a:pt x="54" y="144"/>
                  </a:lnTo>
                  <a:lnTo>
                    <a:pt x="24" y="192"/>
                  </a:lnTo>
                  <a:lnTo>
                    <a:pt x="24" y="264"/>
                  </a:lnTo>
                  <a:lnTo>
                    <a:pt x="18" y="270"/>
                  </a:lnTo>
                  <a:lnTo>
                    <a:pt x="0" y="270"/>
                  </a:lnTo>
                  <a:lnTo>
                    <a:pt x="6" y="282"/>
                  </a:lnTo>
                  <a:lnTo>
                    <a:pt x="12" y="288"/>
                  </a:lnTo>
                  <a:lnTo>
                    <a:pt x="24" y="288"/>
                  </a:lnTo>
                  <a:lnTo>
                    <a:pt x="42" y="300"/>
                  </a:lnTo>
                  <a:lnTo>
                    <a:pt x="60" y="318"/>
                  </a:lnTo>
                  <a:lnTo>
                    <a:pt x="72" y="324"/>
                  </a:lnTo>
                  <a:lnTo>
                    <a:pt x="120" y="324"/>
                  </a:lnTo>
                  <a:lnTo>
                    <a:pt x="126" y="330"/>
                  </a:lnTo>
                  <a:lnTo>
                    <a:pt x="132" y="330"/>
                  </a:lnTo>
                  <a:lnTo>
                    <a:pt x="138" y="336"/>
                  </a:lnTo>
                  <a:lnTo>
                    <a:pt x="150" y="324"/>
                  </a:lnTo>
                  <a:lnTo>
                    <a:pt x="162" y="318"/>
                  </a:lnTo>
                  <a:lnTo>
                    <a:pt x="168" y="312"/>
                  </a:lnTo>
                  <a:lnTo>
                    <a:pt x="174" y="312"/>
                  </a:lnTo>
                  <a:lnTo>
                    <a:pt x="180" y="300"/>
                  </a:lnTo>
                  <a:lnTo>
                    <a:pt x="186" y="294"/>
                  </a:lnTo>
                  <a:lnTo>
                    <a:pt x="186" y="282"/>
                  </a:lnTo>
                  <a:lnTo>
                    <a:pt x="204" y="282"/>
                  </a:lnTo>
                  <a:lnTo>
                    <a:pt x="210" y="276"/>
                  </a:lnTo>
                  <a:lnTo>
                    <a:pt x="222" y="270"/>
                  </a:lnTo>
                  <a:lnTo>
                    <a:pt x="222" y="264"/>
                  </a:lnTo>
                  <a:lnTo>
                    <a:pt x="228" y="252"/>
                  </a:lnTo>
                  <a:lnTo>
                    <a:pt x="228" y="234"/>
                  </a:lnTo>
                  <a:lnTo>
                    <a:pt x="234" y="222"/>
                  </a:lnTo>
                  <a:lnTo>
                    <a:pt x="246" y="216"/>
                  </a:lnTo>
                  <a:lnTo>
                    <a:pt x="258" y="204"/>
                  </a:lnTo>
                  <a:lnTo>
                    <a:pt x="270" y="198"/>
                  </a:lnTo>
                  <a:lnTo>
                    <a:pt x="282" y="186"/>
                  </a:lnTo>
                  <a:lnTo>
                    <a:pt x="294" y="180"/>
                  </a:lnTo>
                  <a:lnTo>
                    <a:pt x="300" y="168"/>
                  </a:lnTo>
                  <a:lnTo>
                    <a:pt x="288" y="15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01" name="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ECC3C428-0E0A-4148-9834-E144586FE558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383034" y="2666763"/>
              <a:ext cx="171892" cy="145142"/>
            </a:xfrm>
            <a:custGeom>
              <a:avLst/>
              <a:gdLst>
                <a:gd name="T0" fmla="*/ 2147483647 w 522"/>
                <a:gd name="T1" fmla="*/ 2147483647 h 444"/>
                <a:gd name="T2" fmla="*/ 2147483647 w 522"/>
                <a:gd name="T3" fmla="*/ 2147483647 h 444"/>
                <a:gd name="T4" fmla="*/ 2147483647 w 522"/>
                <a:gd name="T5" fmla="*/ 2147483647 h 444"/>
                <a:gd name="T6" fmla="*/ 2147483647 w 522"/>
                <a:gd name="T7" fmla="*/ 2147483647 h 444"/>
                <a:gd name="T8" fmla="*/ 2147483647 w 522"/>
                <a:gd name="T9" fmla="*/ 2147483647 h 444"/>
                <a:gd name="T10" fmla="*/ 2147483647 w 522"/>
                <a:gd name="T11" fmla="*/ 2147483647 h 444"/>
                <a:gd name="T12" fmla="*/ 2147483647 w 522"/>
                <a:gd name="T13" fmla="*/ 2147483647 h 444"/>
                <a:gd name="T14" fmla="*/ 2147483647 w 522"/>
                <a:gd name="T15" fmla="*/ 2147483647 h 444"/>
                <a:gd name="T16" fmla="*/ 2147483647 w 522"/>
                <a:gd name="T17" fmla="*/ 2147483647 h 444"/>
                <a:gd name="T18" fmla="*/ 2147483647 w 522"/>
                <a:gd name="T19" fmla="*/ 2147483647 h 444"/>
                <a:gd name="T20" fmla="*/ 2147483647 w 522"/>
                <a:gd name="T21" fmla="*/ 2147483647 h 444"/>
                <a:gd name="T22" fmla="*/ 2147483647 w 522"/>
                <a:gd name="T23" fmla="*/ 2147483647 h 444"/>
                <a:gd name="T24" fmla="*/ 2147483647 w 522"/>
                <a:gd name="T25" fmla="*/ 2147483647 h 444"/>
                <a:gd name="T26" fmla="*/ 2147483647 w 522"/>
                <a:gd name="T27" fmla="*/ 2147483647 h 444"/>
                <a:gd name="T28" fmla="*/ 2147483647 w 522"/>
                <a:gd name="T29" fmla="*/ 2147483647 h 444"/>
                <a:gd name="T30" fmla="*/ 2147483647 w 522"/>
                <a:gd name="T31" fmla="*/ 2147483647 h 444"/>
                <a:gd name="T32" fmla="*/ 2147483647 w 522"/>
                <a:gd name="T33" fmla="*/ 2147483647 h 444"/>
                <a:gd name="T34" fmla="*/ 2147483647 w 522"/>
                <a:gd name="T35" fmla="*/ 2147483647 h 444"/>
                <a:gd name="T36" fmla="*/ 2147483647 w 522"/>
                <a:gd name="T37" fmla="*/ 2147483647 h 444"/>
                <a:gd name="T38" fmla="*/ 2147483647 w 522"/>
                <a:gd name="T39" fmla="*/ 2147483647 h 444"/>
                <a:gd name="T40" fmla="*/ 2147483647 w 522"/>
                <a:gd name="T41" fmla="*/ 2147483647 h 444"/>
                <a:gd name="T42" fmla="*/ 2147483647 w 522"/>
                <a:gd name="T43" fmla="*/ 2147483647 h 444"/>
                <a:gd name="T44" fmla="*/ 2147483647 w 522"/>
                <a:gd name="T45" fmla="*/ 2147483647 h 444"/>
                <a:gd name="T46" fmla="*/ 2147483647 w 522"/>
                <a:gd name="T47" fmla="*/ 2147483647 h 444"/>
                <a:gd name="T48" fmla="*/ 2147483647 w 522"/>
                <a:gd name="T49" fmla="*/ 2147483647 h 444"/>
                <a:gd name="T50" fmla="*/ 2147483647 w 522"/>
                <a:gd name="T51" fmla="*/ 2147483647 h 444"/>
                <a:gd name="T52" fmla="*/ 2147483647 w 522"/>
                <a:gd name="T53" fmla="*/ 2147483647 h 444"/>
                <a:gd name="T54" fmla="*/ 2147483647 w 522"/>
                <a:gd name="T55" fmla="*/ 2147483647 h 444"/>
                <a:gd name="T56" fmla="*/ 2147483647 w 522"/>
                <a:gd name="T57" fmla="*/ 2147483647 h 444"/>
                <a:gd name="T58" fmla="*/ 2147483647 w 522"/>
                <a:gd name="T59" fmla="*/ 2147483647 h 444"/>
                <a:gd name="T60" fmla="*/ 2147483647 w 522"/>
                <a:gd name="T61" fmla="*/ 2147483647 h 444"/>
                <a:gd name="T62" fmla="*/ 2147483647 w 522"/>
                <a:gd name="T63" fmla="*/ 2147483647 h 444"/>
                <a:gd name="T64" fmla="*/ 2147483647 w 522"/>
                <a:gd name="T65" fmla="*/ 2147483647 h 444"/>
                <a:gd name="T66" fmla="*/ 2147483647 w 522"/>
                <a:gd name="T67" fmla="*/ 2147483647 h 444"/>
                <a:gd name="T68" fmla="*/ 2147483647 w 522"/>
                <a:gd name="T69" fmla="*/ 2147483647 h 444"/>
                <a:gd name="T70" fmla="*/ 2147483647 w 522"/>
                <a:gd name="T71" fmla="*/ 2147483647 h 444"/>
                <a:gd name="T72" fmla="*/ 2147483647 w 522"/>
                <a:gd name="T73" fmla="*/ 2147483647 h 444"/>
                <a:gd name="T74" fmla="*/ 2147483647 w 522"/>
                <a:gd name="T75" fmla="*/ 2147483647 h 444"/>
                <a:gd name="T76" fmla="*/ 2147483647 w 522"/>
                <a:gd name="T77" fmla="*/ 2147483647 h 444"/>
                <a:gd name="T78" fmla="*/ 2147483647 w 522"/>
                <a:gd name="T79" fmla="*/ 2147483647 h 444"/>
                <a:gd name="T80" fmla="*/ 2147483647 w 522"/>
                <a:gd name="T81" fmla="*/ 2147483647 h 444"/>
                <a:gd name="T82" fmla="*/ 2147483647 w 522"/>
                <a:gd name="T83" fmla="*/ 2147483647 h 444"/>
                <a:gd name="T84" fmla="*/ 2147483647 w 522"/>
                <a:gd name="T85" fmla="*/ 2147483647 h 444"/>
                <a:gd name="T86" fmla="*/ 2147483647 w 522"/>
                <a:gd name="T87" fmla="*/ 2147483647 h 444"/>
                <a:gd name="T88" fmla="*/ 2147483647 w 522"/>
                <a:gd name="T89" fmla="*/ 2147483647 h 444"/>
                <a:gd name="T90" fmla="*/ 2147483647 w 522"/>
                <a:gd name="T91" fmla="*/ 2147483647 h 444"/>
                <a:gd name="T92" fmla="*/ 2147483647 w 522"/>
                <a:gd name="T93" fmla="*/ 2147483647 h 44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22"/>
                <a:gd name="T142" fmla="*/ 0 h 444"/>
                <a:gd name="T143" fmla="*/ 522 w 522"/>
                <a:gd name="T144" fmla="*/ 444 h 444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22" h="444">
                  <a:moveTo>
                    <a:pt x="96" y="0"/>
                  </a:moveTo>
                  <a:lnTo>
                    <a:pt x="96" y="24"/>
                  </a:lnTo>
                  <a:lnTo>
                    <a:pt x="78" y="24"/>
                  </a:lnTo>
                  <a:lnTo>
                    <a:pt x="72" y="30"/>
                  </a:lnTo>
                  <a:lnTo>
                    <a:pt x="72" y="42"/>
                  </a:lnTo>
                  <a:lnTo>
                    <a:pt x="78" y="48"/>
                  </a:lnTo>
                  <a:lnTo>
                    <a:pt x="90" y="54"/>
                  </a:lnTo>
                  <a:lnTo>
                    <a:pt x="96" y="60"/>
                  </a:lnTo>
                  <a:lnTo>
                    <a:pt x="96" y="66"/>
                  </a:lnTo>
                  <a:lnTo>
                    <a:pt x="90" y="78"/>
                  </a:lnTo>
                  <a:lnTo>
                    <a:pt x="84" y="84"/>
                  </a:lnTo>
                  <a:lnTo>
                    <a:pt x="54" y="84"/>
                  </a:lnTo>
                  <a:lnTo>
                    <a:pt x="42" y="90"/>
                  </a:lnTo>
                  <a:lnTo>
                    <a:pt x="36" y="96"/>
                  </a:lnTo>
                  <a:lnTo>
                    <a:pt x="18" y="96"/>
                  </a:lnTo>
                  <a:lnTo>
                    <a:pt x="0" y="126"/>
                  </a:lnTo>
                  <a:lnTo>
                    <a:pt x="0" y="132"/>
                  </a:lnTo>
                  <a:lnTo>
                    <a:pt x="18" y="150"/>
                  </a:lnTo>
                  <a:lnTo>
                    <a:pt x="30" y="150"/>
                  </a:lnTo>
                  <a:lnTo>
                    <a:pt x="30" y="162"/>
                  </a:lnTo>
                  <a:lnTo>
                    <a:pt x="24" y="168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54" y="204"/>
                  </a:lnTo>
                  <a:lnTo>
                    <a:pt x="72" y="204"/>
                  </a:lnTo>
                  <a:lnTo>
                    <a:pt x="72" y="228"/>
                  </a:lnTo>
                  <a:lnTo>
                    <a:pt x="84" y="228"/>
                  </a:lnTo>
                  <a:lnTo>
                    <a:pt x="90" y="222"/>
                  </a:lnTo>
                  <a:lnTo>
                    <a:pt x="90" y="234"/>
                  </a:lnTo>
                  <a:lnTo>
                    <a:pt x="96" y="246"/>
                  </a:lnTo>
                  <a:lnTo>
                    <a:pt x="96" y="258"/>
                  </a:lnTo>
                  <a:lnTo>
                    <a:pt x="114" y="276"/>
                  </a:lnTo>
                  <a:lnTo>
                    <a:pt x="126" y="282"/>
                  </a:lnTo>
                  <a:lnTo>
                    <a:pt x="132" y="288"/>
                  </a:lnTo>
                  <a:lnTo>
                    <a:pt x="138" y="282"/>
                  </a:lnTo>
                  <a:lnTo>
                    <a:pt x="150" y="276"/>
                  </a:lnTo>
                  <a:lnTo>
                    <a:pt x="156" y="264"/>
                  </a:lnTo>
                  <a:lnTo>
                    <a:pt x="168" y="252"/>
                  </a:lnTo>
                  <a:lnTo>
                    <a:pt x="174" y="240"/>
                  </a:lnTo>
                  <a:lnTo>
                    <a:pt x="180" y="234"/>
                  </a:lnTo>
                  <a:lnTo>
                    <a:pt x="180" y="228"/>
                  </a:lnTo>
                  <a:lnTo>
                    <a:pt x="216" y="228"/>
                  </a:lnTo>
                  <a:lnTo>
                    <a:pt x="222" y="210"/>
                  </a:lnTo>
                  <a:lnTo>
                    <a:pt x="258" y="210"/>
                  </a:lnTo>
                  <a:lnTo>
                    <a:pt x="300" y="270"/>
                  </a:lnTo>
                  <a:lnTo>
                    <a:pt x="300" y="288"/>
                  </a:lnTo>
                  <a:lnTo>
                    <a:pt x="312" y="300"/>
                  </a:lnTo>
                  <a:lnTo>
                    <a:pt x="312" y="318"/>
                  </a:lnTo>
                  <a:lnTo>
                    <a:pt x="306" y="330"/>
                  </a:lnTo>
                  <a:lnTo>
                    <a:pt x="300" y="336"/>
                  </a:lnTo>
                  <a:lnTo>
                    <a:pt x="294" y="354"/>
                  </a:lnTo>
                  <a:lnTo>
                    <a:pt x="324" y="342"/>
                  </a:lnTo>
                  <a:lnTo>
                    <a:pt x="348" y="348"/>
                  </a:lnTo>
                  <a:lnTo>
                    <a:pt x="348" y="336"/>
                  </a:lnTo>
                  <a:lnTo>
                    <a:pt x="354" y="330"/>
                  </a:lnTo>
                  <a:lnTo>
                    <a:pt x="360" y="330"/>
                  </a:lnTo>
                  <a:lnTo>
                    <a:pt x="372" y="336"/>
                  </a:lnTo>
                  <a:lnTo>
                    <a:pt x="384" y="348"/>
                  </a:lnTo>
                  <a:lnTo>
                    <a:pt x="390" y="366"/>
                  </a:lnTo>
                  <a:lnTo>
                    <a:pt x="390" y="426"/>
                  </a:lnTo>
                  <a:lnTo>
                    <a:pt x="402" y="426"/>
                  </a:lnTo>
                  <a:lnTo>
                    <a:pt x="402" y="432"/>
                  </a:lnTo>
                  <a:lnTo>
                    <a:pt x="414" y="444"/>
                  </a:lnTo>
                  <a:lnTo>
                    <a:pt x="420" y="444"/>
                  </a:lnTo>
                  <a:lnTo>
                    <a:pt x="432" y="432"/>
                  </a:lnTo>
                  <a:lnTo>
                    <a:pt x="432" y="420"/>
                  </a:lnTo>
                  <a:lnTo>
                    <a:pt x="438" y="408"/>
                  </a:lnTo>
                  <a:lnTo>
                    <a:pt x="444" y="402"/>
                  </a:lnTo>
                  <a:lnTo>
                    <a:pt x="456" y="402"/>
                  </a:lnTo>
                  <a:lnTo>
                    <a:pt x="468" y="408"/>
                  </a:lnTo>
                  <a:lnTo>
                    <a:pt x="474" y="414"/>
                  </a:lnTo>
                  <a:lnTo>
                    <a:pt x="480" y="414"/>
                  </a:lnTo>
                  <a:lnTo>
                    <a:pt x="486" y="408"/>
                  </a:lnTo>
                  <a:lnTo>
                    <a:pt x="486" y="390"/>
                  </a:lnTo>
                  <a:lnTo>
                    <a:pt x="480" y="384"/>
                  </a:lnTo>
                  <a:lnTo>
                    <a:pt x="480" y="378"/>
                  </a:lnTo>
                  <a:lnTo>
                    <a:pt x="498" y="378"/>
                  </a:lnTo>
                  <a:lnTo>
                    <a:pt x="492" y="366"/>
                  </a:lnTo>
                  <a:lnTo>
                    <a:pt x="480" y="360"/>
                  </a:lnTo>
                  <a:lnTo>
                    <a:pt x="474" y="348"/>
                  </a:lnTo>
                  <a:lnTo>
                    <a:pt x="474" y="336"/>
                  </a:lnTo>
                  <a:lnTo>
                    <a:pt x="492" y="336"/>
                  </a:lnTo>
                  <a:lnTo>
                    <a:pt x="498" y="342"/>
                  </a:lnTo>
                  <a:lnTo>
                    <a:pt x="510" y="342"/>
                  </a:lnTo>
                  <a:lnTo>
                    <a:pt x="516" y="348"/>
                  </a:lnTo>
                  <a:lnTo>
                    <a:pt x="516" y="342"/>
                  </a:lnTo>
                  <a:lnTo>
                    <a:pt x="522" y="336"/>
                  </a:lnTo>
                  <a:lnTo>
                    <a:pt x="522" y="324"/>
                  </a:lnTo>
                  <a:lnTo>
                    <a:pt x="516" y="324"/>
                  </a:lnTo>
                  <a:lnTo>
                    <a:pt x="504" y="318"/>
                  </a:lnTo>
                  <a:lnTo>
                    <a:pt x="498" y="318"/>
                  </a:lnTo>
                  <a:lnTo>
                    <a:pt x="498" y="306"/>
                  </a:lnTo>
                  <a:lnTo>
                    <a:pt x="504" y="294"/>
                  </a:lnTo>
                  <a:lnTo>
                    <a:pt x="510" y="288"/>
                  </a:lnTo>
                  <a:lnTo>
                    <a:pt x="492" y="282"/>
                  </a:lnTo>
                  <a:lnTo>
                    <a:pt x="504" y="264"/>
                  </a:lnTo>
                  <a:lnTo>
                    <a:pt x="486" y="258"/>
                  </a:lnTo>
                  <a:lnTo>
                    <a:pt x="480" y="222"/>
                  </a:lnTo>
                  <a:lnTo>
                    <a:pt x="498" y="198"/>
                  </a:lnTo>
                  <a:lnTo>
                    <a:pt x="468" y="168"/>
                  </a:lnTo>
                  <a:lnTo>
                    <a:pt x="468" y="132"/>
                  </a:lnTo>
                  <a:lnTo>
                    <a:pt x="444" y="132"/>
                  </a:lnTo>
                  <a:lnTo>
                    <a:pt x="468" y="96"/>
                  </a:lnTo>
                  <a:lnTo>
                    <a:pt x="432" y="78"/>
                  </a:lnTo>
                  <a:lnTo>
                    <a:pt x="444" y="48"/>
                  </a:lnTo>
                  <a:lnTo>
                    <a:pt x="426" y="36"/>
                  </a:lnTo>
                  <a:lnTo>
                    <a:pt x="426" y="18"/>
                  </a:lnTo>
                  <a:lnTo>
                    <a:pt x="414" y="12"/>
                  </a:lnTo>
                  <a:lnTo>
                    <a:pt x="402" y="12"/>
                  </a:lnTo>
                  <a:lnTo>
                    <a:pt x="396" y="18"/>
                  </a:lnTo>
                  <a:lnTo>
                    <a:pt x="396" y="36"/>
                  </a:lnTo>
                  <a:lnTo>
                    <a:pt x="378" y="54"/>
                  </a:lnTo>
                  <a:lnTo>
                    <a:pt x="366" y="48"/>
                  </a:lnTo>
                  <a:lnTo>
                    <a:pt x="360" y="42"/>
                  </a:lnTo>
                  <a:lnTo>
                    <a:pt x="348" y="36"/>
                  </a:lnTo>
                  <a:lnTo>
                    <a:pt x="342" y="36"/>
                  </a:lnTo>
                  <a:lnTo>
                    <a:pt x="336" y="30"/>
                  </a:lnTo>
                  <a:lnTo>
                    <a:pt x="330" y="30"/>
                  </a:lnTo>
                  <a:lnTo>
                    <a:pt x="324" y="42"/>
                  </a:lnTo>
                  <a:lnTo>
                    <a:pt x="312" y="54"/>
                  </a:lnTo>
                  <a:lnTo>
                    <a:pt x="306" y="66"/>
                  </a:lnTo>
                  <a:lnTo>
                    <a:pt x="306" y="54"/>
                  </a:lnTo>
                  <a:lnTo>
                    <a:pt x="300" y="42"/>
                  </a:lnTo>
                  <a:lnTo>
                    <a:pt x="288" y="30"/>
                  </a:lnTo>
                  <a:lnTo>
                    <a:pt x="276" y="42"/>
                  </a:lnTo>
                  <a:lnTo>
                    <a:pt x="270" y="54"/>
                  </a:lnTo>
                  <a:lnTo>
                    <a:pt x="264" y="60"/>
                  </a:lnTo>
                  <a:lnTo>
                    <a:pt x="258" y="54"/>
                  </a:lnTo>
                  <a:lnTo>
                    <a:pt x="258" y="48"/>
                  </a:lnTo>
                  <a:lnTo>
                    <a:pt x="252" y="36"/>
                  </a:lnTo>
                  <a:lnTo>
                    <a:pt x="252" y="24"/>
                  </a:lnTo>
                  <a:lnTo>
                    <a:pt x="210" y="24"/>
                  </a:lnTo>
                  <a:lnTo>
                    <a:pt x="204" y="30"/>
                  </a:lnTo>
                  <a:lnTo>
                    <a:pt x="192" y="36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18"/>
                  </a:lnTo>
                  <a:lnTo>
                    <a:pt x="162" y="12"/>
                  </a:lnTo>
                  <a:lnTo>
                    <a:pt x="156" y="18"/>
                  </a:lnTo>
                  <a:lnTo>
                    <a:pt x="138" y="18"/>
                  </a:lnTo>
                  <a:lnTo>
                    <a:pt x="132" y="6"/>
                  </a:lnTo>
                  <a:lnTo>
                    <a:pt x="132" y="0"/>
                  </a:lnTo>
                  <a:lnTo>
                    <a:pt x="96" y="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02" name="Greenland" descr="© INSCALE GmbH, 05.05.2010&#10;http://www.presentationload.com/">
              <a:extLst>
                <a:ext uri="{FF2B5EF4-FFF2-40B4-BE49-F238E27FC236}">
                  <a16:creationId xmlns:a16="http://schemas.microsoft.com/office/drawing/2014/main" id="{B1F35808-52E0-448D-8253-E80550F7D024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2722609" y="936625"/>
              <a:ext cx="926663" cy="500931"/>
            </a:xfrm>
            <a:custGeom>
              <a:avLst/>
              <a:gdLst>
                <a:gd name="T0" fmla="*/ 2147483647 w 732"/>
                <a:gd name="T1" fmla="*/ 2147483647 h 398"/>
                <a:gd name="T2" fmla="*/ 2147483647 w 732"/>
                <a:gd name="T3" fmla="*/ 2147483647 h 398"/>
                <a:gd name="T4" fmla="*/ 2147483647 w 732"/>
                <a:gd name="T5" fmla="*/ 2147483647 h 398"/>
                <a:gd name="T6" fmla="*/ 2147483647 w 732"/>
                <a:gd name="T7" fmla="*/ 2147483647 h 398"/>
                <a:gd name="T8" fmla="*/ 2147483647 w 732"/>
                <a:gd name="T9" fmla="*/ 2147483647 h 398"/>
                <a:gd name="T10" fmla="*/ 2147483647 w 732"/>
                <a:gd name="T11" fmla="*/ 2147483647 h 398"/>
                <a:gd name="T12" fmla="*/ 2147483647 w 732"/>
                <a:gd name="T13" fmla="*/ 2147483647 h 398"/>
                <a:gd name="T14" fmla="*/ 2147483647 w 732"/>
                <a:gd name="T15" fmla="*/ 2147483647 h 398"/>
                <a:gd name="T16" fmla="*/ 2147483647 w 732"/>
                <a:gd name="T17" fmla="*/ 2147483647 h 398"/>
                <a:gd name="T18" fmla="*/ 2147483647 w 732"/>
                <a:gd name="T19" fmla="*/ 2147483647 h 398"/>
                <a:gd name="T20" fmla="*/ 2147483647 w 732"/>
                <a:gd name="T21" fmla="*/ 2147483647 h 398"/>
                <a:gd name="T22" fmla="*/ 2147483647 w 732"/>
                <a:gd name="T23" fmla="*/ 2147483647 h 398"/>
                <a:gd name="T24" fmla="*/ 2147483647 w 732"/>
                <a:gd name="T25" fmla="*/ 2147483647 h 398"/>
                <a:gd name="T26" fmla="*/ 2147483647 w 732"/>
                <a:gd name="T27" fmla="*/ 2147483647 h 398"/>
                <a:gd name="T28" fmla="*/ 2147483647 w 732"/>
                <a:gd name="T29" fmla="*/ 2147483647 h 398"/>
                <a:gd name="T30" fmla="*/ 2147483647 w 732"/>
                <a:gd name="T31" fmla="*/ 2147483647 h 398"/>
                <a:gd name="T32" fmla="*/ 2147483647 w 732"/>
                <a:gd name="T33" fmla="*/ 2147483647 h 398"/>
                <a:gd name="T34" fmla="*/ 2147483647 w 732"/>
                <a:gd name="T35" fmla="*/ 2147483647 h 398"/>
                <a:gd name="T36" fmla="*/ 2147483647 w 732"/>
                <a:gd name="T37" fmla="*/ 2147483647 h 398"/>
                <a:gd name="T38" fmla="*/ 2147483647 w 732"/>
                <a:gd name="T39" fmla="*/ 2147483647 h 398"/>
                <a:gd name="T40" fmla="*/ 2147483647 w 732"/>
                <a:gd name="T41" fmla="*/ 2147483647 h 398"/>
                <a:gd name="T42" fmla="*/ 2147483647 w 732"/>
                <a:gd name="T43" fmla="*/ 2147483647 h 398"/>
                <a:gd name="T44" fmla="*/ 2147483647 w 732"/>
                <a:gd name="T45" fmla="*/ 2147483647 h 398"/>
                <a:gd name="T46" fmla="*/ 2147483647 w 732"/>
                <a:gd name="T47" fmla="*/ 2147483647 h 398"/>
                <a:gd name="T48" fmla="*/ 2147483647 w 732"/>
                <a:gd name="T49" fmla="*/ 2147483647 h 398"/>
                <a:gd name="T50" fmla="*/ 2147483647 w 732"/>
                <a:gd name="T51" fmla="*/ 2147483647 h 398"/>
                <a:gd name="T52" fmla="*/ 2147483647 w 732"/>
                <a:gd name="T53" fmla="*/ 2147483647 h 398"/>
                <a:gd name="T54" fmla="*/ 2147483647 w 732"/>
                <a:gd name="T55" fmla="*/ 2147483647 h 398"/>
                <a:gd name="T56" fmla="*/ 2147483647 w 732"/>
                <a:gd name="T57" fmla="*/ 2147483647 h 398"/>
                <a:gd name="T58" fmla="*/ 2147483647 w 732"/>
                <a:gd name="T59" fmla="*/ 2147483647 h 398"/>
                <a:gd name="T60" fmla="*/ 2147483647 w 732"/>
                <a:gd name="T61" fmla="*/ 2147483647 h 398"/>
                <a:gd name="T62" fmla="*/ 2147483647 w 732"/>
                <a:gd name="T63" fmla="*/ 2147483647 h 398"/>
                <a:gd name="T64" fmla="*/ 2147483647 w 732"/>
                <a:gd name="T65" fmla="*/ 2147483647 h 398"/>
                <a:gd name="T66" fmla="*/ 2147483647 w 732"/>
                <a:gd name="T67" fmla="*/ 2147483647 h 398"/>
                <a:gd name="T68" fmla="*/ 2147483647 w 732"/>
                <a:gd name="T69" fmla="*/ 2147483647 h 398"/>
                <a:gd name="T70" fmla="*/ 2147483647 w 732"/>
                <a:gd name="T71" fmla="*/ 2147483647 h 398"/>
                <a:gd name="T72" fmla="*/ 2147483647 w 732"/>
                <a:gd name="T73" fmla="*/ 2147483647 h 398"/>
                <a:gd name="T74" fmla="*/ 2147483647 w 732"/>
                <a:gd name="T75" fmla="*/ 2147483647 h 398"/>
                <a:gd name="T76" fmla="*/ 2147483647 w 732"/>
                <a:gd name="T77" fmla="*/ 2147483647 h 398"/>
                <a:gd name="T78" fmla="*/ 2147483647 w 732"/>
                <a:gd name="T79" fmla="*/ 2147483647 h 398"/>
                <a:gd name="T80" fmla="*/ 2147483647 w 732"/>
                <a:gd name="T81" fmla="*/ 2147483647 h 398"/>
                <a:gd name="T82" fmla="*/ 2147483647 w 732"/>
                <a:gd name="T83" fmla="*/ 2147483647 h 398"/>
                <a:gd name="T84" fmla="*/ 2147483647 w 732"/>
                <a:gd name="T85" fmla="*/ 2147483647 h 398"/>
                <a:gd name="T86" fmla="*/ 2147483647 w 732"/>
                <a:gd name="T87" fmla="*/ 2147483647 h 398"/>
                <a:gd name="T88" fmla="*/ 2147483647 w 732"/>
                <a:gd name="T89" fmla="*/ 2147483647 h 398"/>
                <a:gd name="T90" fmla="*/ 2147483647 w 732"/>
                <a:gd name="T91" fmla="*/ 2147483647 h 398"/>
                <a:gd name="T92" fmla="*/ 2147483647 w 732"/>
                <a:gd name="T93" fmla="*/ 2147483647 h 398"/>
                <a:gd name="T94" fmla="*/ 2147483647 w 732"/>
                <a:gd name="T95" fmla="*/ 2147483647 h 398"/>
                <a:gd name="T96" fmla="*/ 2147483647 w 732"/>
                <a:gd name="T97" fmla="*/ 2147483647 h 398"/>
                <a:gd name="T98" fmla="*/ 2147483647 w 732"/>
                <a:gd name="T99" fmla="*/ 2147483647 h 398"/>
                <a:gd name="T100" fmla="*/ 2147483647 w 732"/>
                <a:gd name="T101" fmla="*/ 2147483647 h 398"/>
                <a:gd name="T102" fmla="*/ 2147483647 w 732"/>
                <a:gd name="T103" fmla="*/ 2147483647 h 398"/>
                <a:gd name="T104" fmla="*/ 2147483647 w 732"/>
                <a:gd name="T105" fmla="*/ 2147483647 h 398"/>
                <a:gd name="T106" fmla="*/ 2147483647 w 732"/>
                <a:gd name="T107" fmla="*/ 2147483647 h 398"/>
                <a:gd name="T108" fmla="*/ 2147483647 w 732"/>
                <a:gd name="T109" fmla="*/ 2147483647 h 398"/>
                <a:gd name="T110" fmla="*/ 2147483647 w 732"/>
                <a:gd name="T111" fmla="*/ 2147483647 h 398"/>
                <a:gd name="T112" fmla="*/ 2147483647 w 732"/>
                <a:gd name="T113" fmla="*/ 2147483647 h 398"/>
                <a:gd name="T114" fmla="*/ 2147483647 w 732"/>
                <a:gd name="T115" fmla="*/ 2147483647 h 398"/>
                <a:gd name="T116" fmla="*/ 2147483647 w 732"/>
                <a:gd name="T117" fmla="*/ 2147483647 h 398"/>
                <a:gd name="T118" fmla="*/ 2147483647 w 732"/>
                <a:gd name="T119" fmla="*/ 2147483647 h 398"/>
                <a:gd name="T120" fmla="*/ 2147483647 w 732"/>
                <a:gd name="T121" fmla="*/ 2147483647 h 398"/>
                <a:gd name="T122" fmla="*/ 2147483647 w 732"/>
                <a:gd name="T123" fmla="*/ 2147483647 h 3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32"/>
                <a:gd name="T187" fmla="*/ 0 h 398"/>
                <a:gd name="T188" fmla="*/ 732 w 732"/>
                <a:gd name="T189" fmla="*/ 398 h 3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32" h="398">
                  <a:moveTo>
                    <a:pt x="730" y="24"/>
                  </a:moveTo>
                  <a:lnTo>
                    <a:pt x="728" y="24"/>
                  </a:lnTo>
                  <a:lnTo>
                    <a:pt x="723" y="24"/>
                  </a:lnTo>
                  <a:lnTo>
                    <a:pt x="718" y="22"/>
                  </a:lnTo>
                  <a:lnTo>
                    <a:pt x="678" y="22"/>
                  </a:lnTo>
                  <a:lnTo>
                    <a:pt x="678" y="24"/>
                  </a:lnTo>
                  <a:lnTo>
                    <a:pt x="670" y="26"/>
                  </a:lnTo>
                  <a:lnTo>
                    <a:pt x="659" y="26"/>
                  </a:lnTo>
                  <a:lnTo>
                    <a:pt x="651" y="24"/>
                  </a:lnTo>
                  <a:lnTo>
                    <a:pt x="637" y="24"/>
                  </a:lnTo>
                  <a:lnTo>
                    <a:pt x="623" y="29"/>
                  </a:lnTo>
                  <a:lnTo>
                    <a:pt x="616" y="34"/>
                  </a:lnTo>
                  <a:lnTo>
                    <a:pt x="611" y="34"/>
                  </a:lnTo>
                  <a:lnTo>
                    <a:pt x="606" y="34"/>
                  </a:lnTo>
                  <a:lnTo>
                    <a:pt x="604" y="36"/>
                  </a:lnTo>
                  <a:lnTo>
                    <a:pt x="602" y="36"/>
                  </a:lnTo>
                  <a:lnTo>
                    <a:pt x="597" y="38"/>
                  </a:lnTo>
                  <a:lnTo>
                    <a:pt x="592" y="38"/>
                  </a:lnTo>
                  <a:lnTo>
                    <a:pt x="599" y="34"/>
                  </a:lnTo>
                  <a:lnTo>
                    <a:pt x="609" y="31"/>
                  </a:lnTo>
                  <a:lnTo>
                    <a:pt x="621" y="26"/>
                  </a:lnTo>
                  <a:lnTo>
                    <a:pt x="623" y="24"/>
                  </a:lnTo>
                  <a:lnTo>
                    <a:pt x="618" y="19"/>
                  </a:lnTo>
                  <a:lnTo>
                    <a:pt x="606" y="19"/>
                  </a:lnTo>
                  <a:lnTo>
                    <a:pt x="604" y="22"/>
                  </a:lnTo>
                  <a:lnTo>
                    <a:pt x="602" y="22"/>
                  </a:lnTo>
                  <a:lnTo>
                    <a:pt x="597" y="24"/>
                  </a:lnTo>
                  <a:lnTo>
                    <a:pt x="594" y="24"/>
                  </a:lnTo>
                  <a:lnTo>
                    <a:pt x="566" y="26"/>
                  </a:lnTo>
                  <a:lnTo>
                    <a:pt x="566" y="29"/>
                  </a:lnTo>
                  <a:lnTo>
                    <a:pt x="563" y="29"/>
                  </a:lnTo>
                  <a:lnTo>
                    <a:pt x="566" y="26"/>
                  </a:lnTo>
                  <a:lnTo>
                    <a:pt x="568" y="26"/>
                  </a:lnTo>
                  <a:lnTo>
                    <a:pt x="573" y="26"/>
                  </a:lnTo>
                  <a:lnTo>
                    <a:pt x="578" y="24"/>
                  </a:lnTo>
                  <a:lnTo>
                    <a:pt x="580" y="24"/>
                  </a:lnTo>
                  <a:lnTo>
                    <a:pt x="582" y="24"/>
                  </a:lnTo>
                  <a:lnTo>
                    <a:pt x="585" y="22"/>
                  </a:lnTo>
                  <a:lnTo>
                    <a:pt x="578" y="19"/>
                  </a:lnTo>
                  <a:lnTo>
                    <a:pt x="552" y="19"/>
                  </a:lnTo>
                  <a:lnTo>
                    <a:pt x="542" y="22"/>
                  </a:lnTo>
                  <a:lnTo>
                    <a:pt x="525" y="19"/>
                  </a:lnTo>
                  <a:lnTo>
                    <a:pt x="523" y="19"/>
                  </a:lnTo>
                  <a:lnTo>
                    <a:pt x="523" y="22"/>
                  </a:lnTo>
                  <a:lnTo>
                    <a:pt x="518" y="22"/>
                  </a:lnTo>
                  <a:lnTo>
                    <a:pt x="514" y="24"/>
                  </a:lnTo>
                  <a:lnTo>
                    <a:pt x="511" y="24"/>
                  </a:lnTo>
                  <a:lnTo>
                    <a:pt x="509" y="24"/>
                  </a:lnTo>
                  <a:lnTo>
                    <a:pt x="506" y="24"/>
                  </a:lnTo>
                  <a:lnTo>
                    <a:pt x="509" y="22"/>
                  </a:lnTo>
                  <a:lnTo>
                    <a:pt x="518" y="19"/>
                  </a:lnTo>
                  <a:lnTo>
                    <a:pt x="530" y="19"/>
                  </a:lnTo>
                  <a:lnTo>
                    <a:pt x="563" y="19"/>
                  </a:lnTo>
                  <a:lnTo>
                    <a:pt x="580" y="17"/>
                  </a:lnTo>
                  <a:lnTo>
                    <a:pt x="625" y="17"/>
                  </a:lnTo>
                  <a:lnTo>
                    <a:pt x="632" y="14"/>
                  </a:lnTo>
                  <a:lnTo>
                    <a:pt x="628" y="12"/>
                  </a:lnTo>
                  <a:lnTo>
                    <a:pt x="618" y="10"/>
                  </a:lnTo>
                  <a:lnTo>
                    <a:pt x="592" y="10"/>
                  </a:lnTo>
                  <a:lnTo>
                    <a:pt x="594" y="10"/>
                  </a:lnTo>
                  <a:lnTo>
                    <a:pt x="597" y="7"/>
                  </a:lnTo>
                  <a:lnTo>
                    <a:pt x="594" y="5"/>
                  </a:lnTo>
                  <a:lnTo>
                    <a:pt x="585" y="5"/>
                  </a:lnTo>
                  <a:lnTo>
                    <a:pt x="582" y="7"/>
                  </a:lnTo>
                  <a:lnTo>
                    <a:pt x="568" y="7"/>
                  </a:lnTo>
                  <a:lnTo>
                    <a:pt x="566" y="5"/>
                  </a:lnTo>
                  <a:lnTo>
                    <a:pt x="571" y="5"/>
                  </a:lnTo>
                  <a:lnTo>
                    <a:pt x="573" y="5"/>
                  </a:lnTo>
                  <a:lnTo>
                    <a:pt x="578" y="5"/>
                  </a:lnTo>
                  <a:lnTo>
                    <a:pt x="578" y="2"/>
                  </a:lnTo>
                  <a:lnTo>
                    <a:pt x="575" y="2"/>
                  </a:lnTo>
                  <a:lnTo>
                    <a:pt x="571" y="0"/>
                  </a:lnTo>
                  <a:lnTo>
                    <a:pt x="537" y="0"/>
                  </a:lnTo>
                  <a:lnTo>
                    <a:pt x="528" y="2"/>
                  </a:lnTo>
                  <a:lnTo>
                    <a:pt x="518" y="2"/>
                  </a:lnTo>
                  <a:lnTo>
                    <a:pt x="509" y="0"/>
                  </a:lnTo>
                  <a:lnTo>
                    <a:pt x="483" y="0"/>
                  </a:lnTo>
                  <a:lnTo>
                    <a:pt x="478" y="2"/>
                  </a:lnTo>
                  <a:lnTo>
                    <a:pt x="454" y="2"/>
                  </a:lnTo>
                  <a:lnTo>
                    <a:pt x="452" y="0"/>
                  </a:lnTo>
                  <a:lnTo>
                    <a:pt x="447" y="0"/>
                  </a:lnTo>
                  <a:lnTo>
                    <a:pt x="445" y="2"/>
                  </a:lnTo>
                  <a:lnTo>
                    <a:pt x="442" y="2"/>
                  </a:lnTo>
                  <a:lnTo>
                    <a:pt x="442" y="5"/>
                  </a:lnTo>
                  <a:lnTo>
                    <a:pt x="445" y="5"/>
                  </a:lnTo>
                  <a:lnTo>
                    <a:pt x="447" y="5"/>
                  </a:lnTo>
                  <a:lnTo>
                    <a:pt x="442" y="7"/>
                  </a:lnTo>
                  <a:lnTo>
                    <a:pt x="428" y="7"/>
                  </a:lnTo>
                  <a:lnTo>
                    <a:pt x="409" y="5"/>
                  </a:lnTo>
                  <a:lnTo>
                    <a:pt x="378" y="5"/>
                  </a:lnTo>
                  <a:lnTo>
                    <a:pt x="373" y="5"/>
                  </a:lnTo>
                  <a:lnTo>
                    <a:pt x="371" y="5"/>
                  </a:lnTo>
                  <a:lnTo>
                    <a:pt x="368" y="7"/>
                  </a:lnTo>
                  <a:lnTo>
                    <a:pt x="366" y="7"/>
                  </a:lnTo>
                  <a:lnTo>
                    <a:pt x="366" y="10"/>
                  </a:lnTo>
                  <a:lnTo>
                    <a:pt x="368" y="10"/>
                  </a:lnTo>
                  <a:lnTo>
                    <a:pt x="378" y="10"/>
                  </a:lnTo>
                  <a:lnTo>
                    <a:pt x="387" y="10"/>
                  </a:lnTo>
                  <a:lnTo>
                    <a:pt x="399" y="12"/>
                  </a:lnTo>
                  <a:lnTo>
                    <a:pt x="404" y="12"/>
                  </a:lnTo>
                  <a:lnTo>
                    <a:pt x="426" y="14"/>
                  </a:lnTo>
                  <a:lnTo>
                    <a:pt x="399" y="14"/>
                  </a:lnTo>
                  <a:lnTo>
                    <a:pt x="395" y="14"/>
                  </a:lnTo>
                  <a:lnTo>
                    <a:pt x="392" y="14"/>
                  </a:lnTo>
                  <a:lnTo>
                    <a:pt x="387" y="12"/>
                  </a:lnTo>
                  <a:lnTo>
                    <a:pt x="378" y="12"/>
                  </a:lnTo>
                  <a:lnTo>
                    <a:pt x="380" y="14"/>
                  </a:lnTo>
                  <a:lnTo>
                    <a:pt x="383" y="14"/>
                  </a:lnTo>
                  <a:lnTo>
                    <a:pt x="385" y="14"/>
                  </a:lnTo>
                  <a:lnTo>
                    <a:pt x="376" y="14"/>
                  </a:lnTo>
                  <a:lnTo>
                    <a:pt x="373" y="17"/>
                  </a:lnTo>
                  <a:lnTo>
                    <a:pt x="373" y="19"/>
                  </a:lnTo>
                  <a:lnTo>
                    <a:pt x="371" y="22"/>
                  </a:lnTo>
                  <a:lnTo>
                    <a:pt x="371" y="24"/>
                  </a:lnTo>
                  <a:lnTo>
                    <a:pt x="368" y="24"/>
                  </a:lnTo>
                  <a:lnTo>
                    <a:pt x="366" y="24"/>
                  </a:lnTo>
                  <a:lnTo>
                    <a:pt x="364" y="24"/>
                  </a:lnTo>
                  <a:lnTo>
                    <a:pt x="359" y="24"/>
                  </a:lnTo>
                  <a:lnTo>
                    <a:pt x="357" y="22"/>
                  </a:lnTo>
                  <a:lnTo>
                    <a:pt x="345" y="19"/>
                  </a:lnTo>
                  <a:lnTo>
                    <a:pt x="330" y="14"/>
                  </a:lnTo>
                  <a:lnTo>
                    <a:pt x="309" y="14"/>
                  </a:lnTo>
                  <a:lnTo>
                    <a:pt x="309" y="24"/>
                  </a:lnTo>
                  <a:lnTo>
                    <a:pt x="297" y="24"/>
                  </a:lnTo>
                  <a:lnTo>
                    <a:pt x="292" y="22"/>
                  </a:lnTo>
                  <a:lnTo>
                    <a:pt x="288" y="22"/>
                  </a:lnTo>
                  <a:lnTo>
                    <a:pt x="285" y="19"/>
                  </a:lnTo>
                  <a:lnTo>
                    <a:pt x="278" y="19"/>
                  </a:lnTo>
                  <a:lnTo>
                    <a:pt x="273" y="22"/>
                  </a:lnTo>
                  <a:lnTo>
                    <a:pt x="273" y="24"/>
                  </a:lnTo>
                  <a:lnTo>
                    <a:pt x="269" y="24"/>
                  </a:lnTo>
                  <a:lnTo>
                    <a:pt x="271" y="19"/>
                  </a:lnTo>
                  <a:lnTo>
                    <a:pt x="269" y="17"/>
                  </a:lnTo>
                  <a:lnTo>
                    <a:pt x="238" y="17"/>
                  </a:lnTo>
                  <a:lnTo>
                    <a:pt x="228" y="19"/>
                  </a:lnTo>
                  <a:lnTo>
                    <a:pt x="209" y="19"/>
                  </a:lnTo>
                  <a:lnTo>
                    <a:pt x="214" y="22"/>
                  </a:lnTo>
                  <a:lnTo>
                    <a:pt x="223" y="26"/>
                  </a:lnTo>
                  <a:lnTo>
                    <a:pt x="226" y="29"/>
                  </a:lnTo>
                  <a:lnTo>
                    <a:pt x="223" y="29"/>
                  </a:lnTo>
                  <a:lnTo>
                    <a:pt x="223" y="26"/>
                  </a:lnTo>
                  <a:lnTo>
                    <a:pt x="214" y="24"/>
                  </a:lnTo>
                  <a:lnTo>
                    <a:pt x="207" y="24"/>
                  </a:lnTo>
                  <a:lnTo>
                    <a:pt x="202" y="22"/>
                  </a:lnTo>
                  <a:lnTo>
                    <a:pt x="197" y="22"/>
                  </a:lnTo>
                  <a:lnTo>
                    <a:pt x="192" y="19"/>
                  </a:lnTo>
                  <a:lnTo>
                    <a:pt x="190" y="19"/>
                  </a:lnTo>
                  <a:lnTo>
                    <a:pt x="188" y="22"/>
                  </a:lnTo>
                  <a:lnTo>
                    <a:pt x="185" y="24"/>
                  </a:lnTo>
                  <a:lnTo>
                    <a:pt x="183" y="26"/>
                  </a:lnTo>
                  <a:lnTo>
                    <a:pt x="178" y="29"/>
                  </a:lnTo>
                  <a:lnTo>
                    <a:pt x="176" y="29"/>
                  </a:lnTo>
                  <a:lnTo>
                    <a:pt x="171" y="31"/>
                  </a:lnTo>
                  <a:lnTo>
                    <a:pt x="150" y="31"/>
                  </a:lnTo>
                  <a:lnTo>
                    <a:pt x="143" y="34"/>
                  </a:lnTo>
                  <a:lnTo>
                    <a:pt x="133" y="36"/>
                  </a:lnTo>
                  <a:lnTo>
                    <a:pt x="124" y="38"/>
                  </a:lnTo>
                  <a:lnTo>
                    <a:pt x="119" y="38"/>
                  </a:lnTo>
                  <a:lnTo>
                    <a:pt x="102" y="41"/>
                  </a:lnTo>
                  <a:lnTo>
                    <a:pt x="97" y="43"/>
                  </a:lnTo>
                  <a:lnTo>
                    <a:pt x="100" y="46"/>
                  </a:lnTo>
                  <a:lnTo>
                    <a:pt x="105" y="48"/>
                  </a:lnTo>
                  <a:lnTo>
                    <a:pt x="126" y="48"/>
                  </a:lnTo>
                  <a:lnTo>
                    <a:pt x="116" y="50"/>
                  </a:lnTo>
                  <a:lnTo>
                    <a:pt x="112" y="55"/>
                  </a:lnTo>
                  <a:lnTo>
                    <a:pt x="109" y="55"/>
                  </a:lnTo>
                  <a:lnTo>
                    <a:pt x="93" y="60"/>
                  </a:lnTo>
                  <a:lnTo>
                    <a:pt x="88" y="60"/>
                  </a:lnTo>
                  <a:lnTo>
                    <a:pt x="66" y="60"/>
                  </a:lnTo>
                  <a:lnTo>
                    <a:pt x="57" y="62"/>
                  </a:lnTo>
                  <a:lnTo>
                    <a:pt x="47" y="65"/>
                  </a:lnTo>
                  <a:lnTo>
                    <a:pt x="45" y="67"/>
                  </a:lnTo>
                  <a:lnTo>
                    <a:pt x="40" y="67"/>
                  </a:lnTo>
                  <a:lnTo>
                    <a:pt x="38" y="65"/>
                  </a:lnTo>
                  <a:lnTo>
                    <a:pt x="31" y="70"/>
                  </a:lnTo>
                  <a:lnTo>
                    <a:pt x="9" y="70"/>
                  </a:lnTo>
                  <a:lnTo>
                    <a:pt x="7" y="70"/>
                  </a:lnTo>
                  <a:lnTo>
                    <a:pt x="2" y="70"/>
                  </a:lnTo>
                  <a:lnTo>
                    <a:pt x="0" y="74"/>
                  </a:lnTo>
                  <a:lnTo>
                    <a:pt x="2" y="74"/>
                  </a:lnTo>
                  <a:lnTo>
                    <a:pt x="9" y="79"/>
                  </a:lnTo>
                  <a:lnTo>
                    <a:pt x="12" y="82"/>
                  </a:lnTo>
                  <a:lnTo>
                    <a:pt x="14" y="84"/>
                  </a:lnTo>
                  <a:lnTo>
                    <a:pt x="24" y="79"/>
                  </a:lnTo>
                  <a:lnTo>
                    <a:pt x="24" y="84"/>
                  </a:lnTo>
                  <a:lnTo>
                    <a:pt x="28" y="86"/>
                  </a:lnTo>
                  <a:lnTo>
                    <a:pt x="33" y="86"/>
                  </a:lnTo>
                  <a:lnTo>
                    <a:pt x="36" y="84"/>
                  </a:lnTo>
                  <a:lnTo>
                    <a:pt x="38" y="84"/>
                  </a:lnTo>
                  <a:lnTo>
                    <a:pt x="40" y="82"/>
                  </a:lnTo>
                  <a:lnTo>
                    <a:pt x="40" y="84"/>
                  </a:lnTo>
                  <a:lnTo>
                    <a:pt x="43" y="86"/>
                  </a:lnTo>
                  <a:lnTo>
                    <a:pt x="45" y="86"/>
                  </a:lnTo>
                  <a:lnTo>
                    <a:pt x="47" y="84"/>
                  </a:lnTo>
                  <a:lnTo>
                    <a:pt x="52" y="84"/>
                  </a:lnTo>
                  <a:lnTo>
                    <a:pt x="57" y="84"/>
                  </a:lnTo>
                  <a:lnTo>
                    <a:pt x="59" y="82"/>
                  </a:lnTo>
                  <a:lnTo>
                    <a:pt x="64" y="82"/>
                  </a:lnTo>
                  <a:lnTo>
                    <a:pt x="64" y="84"/>
                  </a:lnTo>
                  <a:lnTo>
                    <a:pt x="64" y="86"/>
                  </a:lnTo>
                  <a:lnTo>
                    <a:pt x="62" y="86"/>
                  </a:lnTo>
                  <a:lnTo>
                    <a:pt x="57" y="91"/>
                  </a:lnTo>
                  <a:lnTo>
                    <a:pt x="55" y="91"/>
                  </a:lnTo>
                  <a:lnTo>
                    <a:pt x="52" y="89"/>
                  </a:lnTo>
                  <a:lnTo>
                    <a:pt x="40" y="89"/>
                  </a:lnTo>
                  <a:lnTo>
                    <a:pt x="36" y="91"/>
                  </a:lnTo>
                  <a:lnTo>
                    <a:pt x="33" y="91"/>
                  </a:lnTo>
                  <a:lnTo>
                    <a:pt x="21" y="89"/>
                  </a:lnTo>
                  <a:lnTo>
                    <a:pt x="19" y="89"/>
                  </a:lnTo>
                  <a:lnTo>
                    <a:pt x="14" y="86"/>
                  </a:lnTo>
                  <a:lnTo>
                    <a:pt x="7" y="86"/>
                  </a:lnTo>
                  <a:lnTo>
                    <a:pt x="2" y="89"/>
                  </a:lnTo>
                  <a:lnTo>
                    <a:pt x="2" y="93"/>
                  </a:lnTo>
                  <a:lnTo>
                    <a:pt x="2" y="96"/>
                  </a:lnTo>
                  <a:lnTo>
                    <a:pt x="7" y="98"/>
                  </a:lnTo>
                  <a:lnTo>
                    <a:pt x="19" y="98"/>
                  </a:lnTo>
                  <a:lnTo>
                    <a:pt x="17" y="101"/>
                  </a:lnTo>
                  <a:lnTo>
                    <a:pt x="14" y="101"/>
                  </a:lnTo>
                  <a:lnTo>
                    <a:pt x="9" y="101"/>
                  </a:lnTo>
                  <a:lnTo>
                    <a:pt x="12" y="103"/>
                  </a:lnTo>
                  <a:lnTo>
                    <a:pt x="19" y="105"/>
                  </a:lnTo>
                  <a:lnTo>
                    <a:pt x="21" y="105"/>
                  </a:lnTo>
                  <a:lnTo>
                    <a:pt x="24" y="108"/>
                  </a:lnTo>
                  <a:lnTo>
                    <a:pt x="33" y="108"/>
                  </a:lnTo>
                  <a:lnTo>
                    <a:pt x="33" y="105"/>
                  </a:lnTo>
                  <a:lnTo>
                    <a:pt x="36" y="105"/>
                  </a:lnTo>
                  <a:lnTo>
                    <a:pt x="38" y="105"/>
                  </a:lnTo>
                  <a:lnTo>
                    <a:pt x="43" y="108"/>
                  </a:lnTo>
                  <a:lnTo>
                    <a:pt x="52" y="105"/>
                  </a:lnTo>
                  <a:lnTo>
                    <a:pt x="52" y="108"/>
                  </a:lnTo>
                  <a:lnTo>
                    <a:pt x="57" y="108"/>
                  </a:lnTo>
                  <a:lnTo>
                    <a:pt x="62" y="105"/>
                  </a:lnTo>
                  <a:lnTo>
                    <a:pt x="64" y="105"/>
                  </a:lnTo>
                  <a:lnTo>
                    <a:pt x="69" y="103"/>
                  </a:lnTo>
                  <a:lnTo>
                    <a:pt x="76" y="105"/>
                  </a:lnTo>
                  <a:lnTo>
                    <a:pt x="81" y="105"/>
                  </a:lnTo>
                  <a:lnTo>
                    <a:pt x="83" y="105"/>
                  </a:lnTo>
                  <a:lnTo>
                    <a:pt x="85" y="103"/>
                  </a:lnTo>
                  <a:lnTo>
                    <a:pt x="88" y="103"/>
                  </a:lnTo>
                  <a:lnTo>
                    <a:pt x="93" y="105"/>
                  </a:lnTo>
                  <a:lnTo>
                    <a:pt x="97" y="105"/>
                  </a:lnTo>
                  <a:lnTo>
                    <a:pt x="112" y="105"/>
                  </a:lnTo>
                  <a:lnTo>
                    <a:pt x="121" y="110"/>
                  </a:lnTo>
                  <a:lnTo>
                    <a:pt x="124" y="110"/>
                  </a:lnTo>
                  <a:lnTo>
                    <a:pt x="128" y="115"/>
                  </a:lnTo>
                  <a:lnTo>
                    <a:pt x="135" y="115"/>
                  </a:lnTo>
                  <a:lnTo>
                    <a:pt x="133" y="117"/>
                  </a:lnTo>
                  <a:lnTo>
                    <a:pt x="133" y="120"/>
                  </a:lnTo>
                  <a:lnTo>
                    <a:pt x="133" y="125"/>
                  </a:lnTo>
                  <a:lnTo>
                    <a:pt x="138" y="125"/>
                  </a:lnTo>
                  <a:lnTo>
                    <a:pt x="140" y="125"/>
                  </a:lnTo>
                  <a:lnTo>
                    <a:pt x="145" y="127"/>
                  </a:lnTo>
                  <a:lnTo>
                    <a:pt x="147" y="129"/>
                  </a:lnTo>
                  <a:lnTo>
                    <a:pt x="143" y="134"/>
                  </a:lnTo>
                  <a:lnTo>
                    <a:pt x="145" y="141"/>
                  </a:lnTo>
                  <a:lnTo>
                    <a:pt x="152" y="144"/>
                  </a:lnTo>
                  <a:lnTo>
                    <a:pt x="145" y="149"/>
                  </a:lnTo>
                  <a:lnTo>
                    <a:pt x="150" y="151"/>
                  </a:lnTo>
                  <a:lnTo>
                    <a:pt x="147" y="151"/>
                  </a:lnTo>
                  <a:lnTo>
                    <a:pt x="145" y="153"/>
                  </a:lnTo>
                  <a:lnTo>
                    <a:pt x="145" y="156"/>
                  </a:lnTo>
                  <a:lnTo>
                    <a:pt x="150" y="161"/>
                  </a:lnTo>
                  <a:lnTo>
                    <a:pt x="152" y="161"/>
                  </a:lnTo>
                  <a:lnTo>
                    <a:pt x="152" y="163"/>
                  </a:lnTo>
                  <a:lnTo>
                    <a:pt x="147" y="165"/>
                  </a:lnTo>
                  <a:lnTo>
                    <a:pt x="145" y="168"/>
                  </a:lnTo>
                  <a:lnTo>
                    <a:pt x="143" y="168"/>
                  </a:lnTo>
                  <a:lnTo>
                    <a:pt x="147" y="170"/>
                  </a:lnTo>
                  <a:lnTo>
                    <a:pt x="143" y="170"/>
                  </a:lnTo>
                  <a:lnTo>
                    <a:pt x="140" y="170"/>
                  </a:lnTo>
                  <a:lnTo>
                    <a:pt x="138" y="170"/>
                  </a:lnTo>
                  <a:lnTo>
                    <a:pt x="133" y="173"/>
                  </a:lnTo>
                  <a:lnTo>
                    <a:pt x="131" y="173"/>
                  </a:lnTo>
                  <a:lnTo>
                    <a:pt x="131" y="175"/>
                  </a:lnTo>
                  <a:lnTo>
                    <a:pt x="143" y="175"/>
                  </a:lnTo>
                  <a:lnTo>
                    <a:pt x="138" y="180"/>
                  </a:lnTo>
                  <a:lnTo>
                    <a:pt x="126" y="180"/>
                  </a:lnTo>
                  <a:lnTo>
                    <a:pt x="124" y="180"/>
                  </a:lnTo>
                  <a:lnTo>
                    <a:pt x="124" y="182"/>
                  </a:lnTo>
                  <a:lnTo>
                    <a:pt x="133" y="189"/>
                  </a:lnTo>
                  <a:lnTo>
                    <a:pt x="138" y="189"/>
                  </a:lnTo>
                  <a:lnTo>
                    <a:pt x="145" y="184"/>
                  </a:lnTo>
                  <a:lnTo>
                    <a:pt x="147" y="184"/>
                  </a:lnTo>
                  <a:lnTo>
                    <a:pt x="152" y="184"/>
                  </a:lnTo>
                  <a:lnTo>
                    <a:pt x="154" y="182"/>
                  </a:lnTo>
                  <a:lnTo>
                    <a:pt x="157" y="182"/>
                  </a:lnTo>
                  <a:lnTo>
                    <a:pt x="157" y="180"/>
                  </a:lnTo>
                  <a:lnTo>
                    <a:pt x="157" y="175"/>
                  </a:lnTo>
                  <a:lnTo>
                    <a:pt x="159" y="173"/>
                  </a:lnTo>
                  <a:lnTo>
                    <a:pt x="159" y="180"/>
                  </a:lnTo>
                  <a:lnTo>
                    <a:pt x="166" y="175"/>
                  </a:lnTo>
                  <a:lnTo>
                    <a:pt x="164" y="177"/>
                  </a:lnTo>
                  <a:lnTo>
                    <a:pt x="164" y="180"/>
                  </a:lnTo>
                  <a:lnTo>
                    <a:pt x="166" y="180"/>
                  </a:lnTo>
                  <a:lnTo>
                    <a:pt x="169" y="182"/>
                  </a:lnTo>
                  <a:lnTo>
                    <a:pt x="176" y="182"/>
                  </a:lnTo>
                  <a:lnTo>
                    <a:pt x="171" y="187"/>
                  </a:lnTo>
                  <a:lnTo>
                    <a:pt x="171" y="189"/>
                  </a:lnTo>
                  <a:lnTo>
                    <a:pt x="173" y="192"/>
                  </a:lnTo>
                  <a:lnTo>
                    <a:pt x="176" y="194"/>
                  </a:lnTo>
                  <a:lnTo>
                    <a:pt x="178" y="196"/>
                  </a:lnTo>
                  <a:lnTo>
                    <a:pt x="181" y="199"/>
                  </a:lnTo>
                  <a:lnTo>
                    <a:pt x="178" y="201"/>
                  </a:lnTo>
                  <a:lnTo>
                    <a:pt x="173" y="201"/>
                  </a:lnTo>
                  <a:lnTo>
                    <a:pt x="173" y="204"/>
                  </a:lnTo>
                  <a:lnTo>
                    <a:pt x="166" y="204"/>
                  </a:lnTo>
                  <a:lnTo>
                    <a:pt x="164" y="201"/>
                  </a:lnTo>
                  <a:lnTo>
                    <a:pt x="162" y="201"/>
                  </a:lnTo>
                  <a:lnTo>
                    <a:pt x="159" y="201"/>
                  </a:lnTo>
                  <a:lnTo>
                    <a:pt x="157" y="199"/>
                  </a:lnTo>
                  <a:lnTo>
                    <a:pt x="143" y="199"/>
                  </a:lnTo>
                  <a:lnTo>
                    <a:pt x="140" y="196"/>
                  </a:lnTo>
                  <a:lnTo>
                    <a:pt x="138" y="194"/>
                  </a:lnTo>
                  <a:lnTo>
                    <a:pt x="131" y="194"/>
                  </a:lnTo>
                  <a:lnTo>
                    <a:pt x="128" y="199"/>
                  </a:lnTo>
                  <a:lnTo>
                    <a:pt x="128" y="201"/>
                  </a:lnTo>
                  <a:lnTo>
                    <a:pt x="133" y="201"/>
                  </a:lnTo>
                  <a:lnTo>
                    <a:pt x="133" y="204"/>
                  </a:lnTo>
                  <a:lnTo>
                    <a:pt x="140" y="204"/>
                  </a:lnTo>
                  <a:lnTo>
                    <a:pt x="143" y="206"/>
                  </a:lnTo>
                  <a:lnTo>
                    <a:pt x="145" y="206"/>
                  </a:lnTo>
                  <a:lnTo>
                    <a:pt x="147" y="206"/>
                  </a:lnTo>
                  <a:lnTo>
                    <a:pt x="152" y="211"/>
                  </a:lnTo>
                  <a:lnTo>
                    <a:pt x="162" y="211"/>
                  </a:lnTo>
                  <a:lnTo>
                    <a:pt x="164" y="211"/>
                  </a:lnTo>
                  <a:lnTo>
                    <a:pt x="166" y="211"/>
                  </a:lnTo>
                  <a:lnTo>
                    <a:pt x="173" y="213"/>
                  </a:lnTo>
                  <a:lnTo>
                    <a:pt x="178" y="208"/>
                  </a:lnTo>
                  <a:lnTo>
                    <a:pt x="178" y="216"/>
                  </a:lnTo>
                  <a:lnTo>
                    <a:pt x="176" y="213"/>
                  </a:lnTo>
                  <a:lnTo>
                    <a:pt x="173" y="213"/>
                  </a:lnTo>
                  <a:lnTo>
                    <a:pt x="171" y="213"/>
                  </a:lnTo>
                  <a:lnTo>
                    <a:pt x="171" y="216"/>
                  </a:lnTo>
                  <a:lnTo>
                    <a:pt x="173" y="220"/>
                  </a:lnTo>
                  <a:lnTo>
                    <a:pt x="169" y="220"/>
                  </a:lnTo>
                  <a:lnTo>
                    <a:pt x="166" y="220"/>
                  </a:lnTo>
                  <a:lnTo>
                    <a:pt x="164" y="220"/>
                  </a:lnTo>
                  <a:lnTo>
                    <a:pt x="164" y="223"/>
                  </a:lnTo>
                  <a:lnTo>
                    <a:pt x="164" y="225"/>
                  </a:lnTo>
                  <a:lnTo>
                    <a:pt x="173" y="225"/>
                  </a:lnTo>
                  <a:lnTo>
                    <a:pt x="171" y="225"/>
                  </a:lnTo>
                  <a:lnTo>
                    <a:pt x="171" y="228"/>
                  </a:lnTo>
                  <a:lnTo>
                    <a:pt x="169" y="230"/>
                  </a:lnTo>
                  <a:lnTo>
                    <a:pt x="162" y="225"/>
                  </a:lnTo>
                  <a:lnTo>
                    <a:pt x="159" y="225"/>
                  </a:lnTo>
                  <a:lnTo>
                    <a:pt x="159" y="228"/>
                  </a:lnTo>
                  <a:lnTo>
                    <a:pt x="159" y="230"/>
                  </a:lnTo>
                  <a:lnTo>
                    <a:pt x="162" y="232"/>
                  </a:lnTo>
                  <a:lnTo>
                    <a:pt x="157" y="232"/>
                  </a:lnTo>
                  <a:lnTo>
                    <a:pt x="157" y="237"/>
                  </a:lnTo>
                  <a:lnTo>
                    <a:pt x="154" y="237"/>
                  </a:lnTo>
                  <a:lnTo>
                    <a:pt x="152" y="240"/>
                  </a:lnTo>
                  <a:lnTo>
                    <a:pt x="152" y="242"/>
                  </a:lnTo>
                  <a:lnTo>
                    <a:pt x="157" y="247"/>
                  </a:lnTo>
                  <a:lnTo>
                    <a:pt x="159" y="247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2" y="249"/>
                  </a:lnTo>
                  <a:lnTo>
                    <a:pt x="150" y="244"/>
                  </a:lnTo>
                  <a:lnTo>
                    <a:pt x="147" y="242"/>
                  </a:lnTo>
                  <a:lnTo>
                    <a:pt x="147" y="240"/>
                  </a:lnTo>
                  <a:lnTo>
                    <a:pt x="145" y="237"/>
                  </a:lnTo>
                  <a:lnTo>
                    <a:pt x="143" y="235"/>
                  </a:lnTo>
                  <a:lnTo>
                    <a:pt x="140" y="235"/>
                  </a:lnTo>
                  <a:lnTo>
                    <a:pt x="135" y="235"/>
                  </a:lnTo>
                  <a:lnTo>
                    <a:pt x="133" y="235"/>
                  </a:lnTo>
                  <a:lnTo>
                    <a:pt x="128" y="240"/>
                  </a:lnTo>
                  <a:lnTo>
                    <a:pt x="128" y="242"/>
                  </a:lnTo>
                  <a:lnTo>
                    <a:pt x="133" y="244"/>
                  </a:lnTo>
                  <a:lnTo>
                    <a:pt x="138" y="244"/>
                  </a:lnTo>
                  <a:lnTo>
                    <a:pt x="140" y="247"/>
                  </a:lnTo>
                  <a:lnTo>
                    <a:pt x="135" y="249"/>
                  </a:lnTo>
                  <a:lnTo>
                    <a:pt x="131" y="249"/>
                  </a:lnTo>
                  <a:lnTo>
                    <a:pt x="128" y="247"/>
                  </a:lnTo>
                  <a:lnTo>
                    <a:pt x="121" y="247"/>
                  </a:lnTo>
                  <a:lnTo>
                    <a:pt x="119" y="249"/>
                  </a:lnTo>
                  <a:lnTo>
                    <a:pt x="116" y="249"/>
                  </a:lnTo>
                  <a:lnTo>
                    <a:pt x="114" y="249"/>
                  </a:lnTo>
                  <a:lnTo>
                    <a:pt x="112" y="252"/>
                  </a:lnTo>
                  <a:lnTo>
                    <a:pt x="109" y="252"/>
                  </a:lnTo>
                  <a:lnTo>
                    <a:pt x="121" y="252"/>
                  </a:lnTo>
                  <a:lnTo>
                    <a:pt x="126" y="252"/>
                  </a:lnTo>
                  <a:lnTo>
                    <a:pt x="140" y="252"/>
                  </a:lnTo>
                  <a:lnTo>
                    <a:pt x="143" y="252"/>
                  </a:lnTo>
                  <a:lnTo>
                    <a:pt x="131" y="252"/>
                  </a:lnTo>
                  <a:lnTo>
                    <a:pt x="112" y="256"/>
                  </a:lnTo>
                  <a:lnTo>
                    <a:pt x="107" y="256"/>
                  </a:lnTo>
                  <a:lnTo>
                    <a:pt x="105" y="259"/>
                  </a:lnTo>
                  <a:lnTo>
                    <a:pt x="107" y="259"/>
                  </a:lnTo>
                  <a:lnTo>
                    <a:pt x="107" y="261"/>
                  </a:lnTo>
                  <a:lnTo>
                    <a:pt x="114" y="261"/>
                  </a:lnTo>
                  <a:lnTo>
                    <a:pt x="119" y="259"/>
                  </a:lnTo>
                  <a:lnTo>
                    <a:pt x="124" y="259"/>
                  </a:lnTo>
                  <a:lnTo>
                    <a:pt x="128" y="256"/>
                  </a:lnTo>
                  <a:lnTo>
                    <a:pt x="138" y="256"/>
                  </a:lnTo>
                  <a:lnTo>
                    <a:pt x="140" y="259"/>
                  </a:lnTo>
                  <a:lnTo>
                    <a:pt x="138" y="261"/>
                  </a:lnTo>
                  <a:lnTo>
                    <a:pt x="114" y="261"/>
                  </a:lnTo>
                  <a:lnTo>
                    <a:pt x="112" y="261"/>
                  </a:lnTo>
                  <a:lnTo>
                    <a:pt x="102" y="261"/>
                  </a:lnTo>
                  <a:lnTo>
                    <a:pt x="102" y="264"/>
                  </a:lnTo>
                  <a:lnTo>
                    <a:pt x="107" y="264"/>
                  </a:lnTo>
                  <a:lnTo>
                    <a:pt x="107" y="266"/>
                  </a:lnTo>
                  <a:lnTo>
                    <a:pt x="112" y="266"/>
                  </a:lnTo>
                  <a:lnTo>
                    <a:pt x="114" y="266"/>
                  </a:lnTo>
                  <a:lnTo>
                    <a:pt x="109" y="266"/>
                  </a:lnTo>
                  <a:lnTo>
                    <a:pt x="107" y="268"/>
                  </a:lnTo>
                  <a:lnTo>
                    <a:pt x="107" y="271"/>
                  </a:lnTo>
                  <a:lnTo>
                    <a:pt x="105" y="273"/>
                  </a:lnTo>
                  <a:lnTo>
                    <a:pt x="102" y="273"/>
                  </a:lnTo>
                  <a:lnTo>
                    <a:pt x="100" y="275"/>
                  </a:lnTo>
                  <a:lnTo>
                    <a:pt x="97" y="275"/>
                  </a:lnTo>
                  <a:lnTo>
                    <a:pt x="107" y="278"/>
                  </a:lnTo>
                  <a:lnTo>
                    <a:pt x="97" y="280"/>
                  </a:lnTo>
                  <a:lnTo>
                    <a:pt x="97" y="283"/>
                  </a:lnTo>
                  <a:lnTo>
                    <a:pt x="100" y="285"/>
                  </a:lnTo>
                  <a:lnTo>
                    <a:pt x="105" y="285"/>
                  </a:lnTo>
                  <a:lnTo>
                    <a:pt x="107" y="285"/>
                  </a:lnTo>
                  <a:lnTo>
                    <a:pt x="114" y="285"/>
                  </a:lnTo>
                  <a:lnTo>
                    <a:pt x="112" y="285"/>
                  </a:lnTo>
                  <a:lnTo>
                    <a:pt x="109" y="285"/>
                  </a:lnTo>
                  <a:lnTo>
                    <a:pt x="107" y="287"/>
                  </a:lnTo>
                  <a:lnTo>
                    <a:pt x="102" y="290"/>
                  </a:lnTo>
                  <a:lnTo>
                    <a:pt x="102" y="292"/>
                  </a:lnTo>
                  <a:lnTo>
                    <a:pt x="105" y="295"/>
                  </a:lnTo>
                  <a:lnTo>
                    <a:pt x="107" y="295"/>
                  </a:lnTo>
                  <a:lnTo>
                    <a:pt x="109" y="292"/>
                  </a:lnTo>
                  <a:lnTo>
                    <a:pt x="114" y="290"/>
                  </a:lnTo>
                  <a:lnTo>
                    <a:pt x="112" y="295"/>
                  </a:lnTo>
                  <a:lnTo>
                    <a:pt x="109" y="295"/>
                  </a:lnTo>
                  <a:lnTo>
                    <a:pt x="107" y="299"/>
                  </a:lnTo>
                  <a:lnTo>
                    <a:pt x="107" y="304"/>
                  </a:lnTo>
                  <a:lnTo>
                    <a:pt x="109" y="304"/>
                  </a:lnTo>
                  <a:lnTo>
                    <a:pt x="109" y="302"/>
                  </a:lnTo>
                  <a:lnTo>
                    <a:pt x="114" y="302"/>
                  </a:lnTo>
                  <a:lnTo>
                    <a:pt x="109" y="307"/>
                  </a:lnTo>
                  <a:lnTo>
                    <a:pt x="107" y="307"/>
                  </a:lnTo>
                  <a:lnTo>
                    <a:pt x="105" y="309"/>
                  </a:lnTo>
                  <a:lnTo>
                    <a:pt x="102" y="311"/>
                  </a:lnTo>
                  <a:lnTo>
                    <a:pt x="102" y="316"/>
                  </a:lnTo>
                  <a:lnTo>
                    <a:pt x="105" y="316"/>
                  </a:lnTo>
                  <a:lnTo>
                    <a:pt x="107" y="314"/>
                  </a:lnTo>
                  <a:lnTo>
                    <a:pt x="114" y="307"/>
                  </a:lnTo>
                  <a:lnTo>
                    <a:pt x="124" y="307"/>
                  </a:lnTo>
                  <a:lnTo>
                    <a:pt x="126" y="304"/>
                  </a:lnTo>
                  <a:lnTo>
                    <a:pt x="128" y="304"/>
                  </a:lnTo>
                  <a:lnTo>
                    <a:pt x="128" y="307"/>
                  </a:lnTo>
                  <a:lnTo>
                    <a:pt x="133" y="304"/>
                  </a:lnTo>
                  <a:lnTo>
                    <a:pt x="128" y="311"/>
                  </a:lnTo>
                  <a:lnTo>
                    <a:pt x="135" y="311"/>
                  </a:lnTo>
                  <a:lnTo>
                    <a:pt x="128" y="311"/>
                  </a:lnTo>
                  <a:lnTo>
                    <a:pt x="124" y="314"/>
                  </a:lnTo>
                  <a:lnTo>
                    <a:pt x="124" y="316"/>
                  </a:lnTo>
                  <a:lnTo>
                    <a:pt x="119" y="316"/>
                  </a:lnTo>
                  <a:lnTo>
                    <a:pt x="116" y="316"/>
                  </a:lnTo>
                  <a:lnTo>
                    <a:pt x="114" y="319"/>
                  </a:lnTo>
                  <a:lnTo>
                    <a:pt x="114" y="321"/>
                  </a:lnTo>
                  <a:lnTo>
                    <a:pt x="112" y="321"/>
                  </a:lnTo>
                  <a:lnTo>
                    <a:pt x="107" y="323"/>
                  </a:lnTo>
                  <a:lnTo>
                    <a:pt x="105" y="326"/>
                  </a:lnTo>
                  <a:lnTo>
                    <a:pt x="109" y="326"/>
                  </a:lnTo>
                  <a:lnTo>
                    <a:pt x="107" y="326"/>
                  </a:lnTo>
                  <a:lnTo>
                    <a:pt x="107" y="328"/>
                  </a:lnTo>
                  <a:lnTo>
                    <a:pt x="107" y="331"/>
                  </a:lnTo>
                  <a:lnTo>
                    <a:pt x="109" y="331"/>
                  </a:lnTo>
                  <a:lnTo>
                    <a:pt x="107" y="333"/>
                  </a:lnTo>
                  <a:lnTo>
                    <a:pt x="107" y="335"/>
                  </a:lnTo>
                  <a:lnTo>
                    <a:pt x="116" y="335"/>
                  </a:lnTo>
                  <a:lnTo>
                    <a:pt x="112" y="343"/>
                  </a:lnTo>
                  <a:lnTo>
                    <a:pt x="116" y="340"/>
                  </a:lnTo>
                  <a:lnTo>
                    <a:pt x="119" y="340"/>
                  </a:lnTo>
                  <a:lnTo>
                    <a:pt x="116" y="340"/>
                  </a:lnTo>
                  <a:lnTo>
                    <a:pt x="114" y="343"/>
                  </a:lnTo>
                  <a:lnTo>
                    <a:pt x="114" y="345"/>
                  </a:lnTo>
                  <a:lnTo>
                    <a:pt x="112" y="347"/>
                  </a:lnTo>
                  <a:lnTo>
                    <a:pt x="112" y="352"/>
                  </a:lnTo>
                  <a:lnTo>
                    <a:pt x="114" y="352"/>
                  </a:lnTo>
                  <a:lnTo>
                    <a:pt x="121" y="352"/>
                  </a:lnTo>
                  <a:lnTo>
                    <a:pt x="116" y="359"/>
                  </a:lnTo>
                  <a:lnTo>
                    <a:pt x="126" y="357"/>
                  </a:lnTo>
                  <a:lnTo>
                    <a:pt x="121" y="362"/>
                  </a:lnTo>
                  <a:lnTo>
                    <a:pt x="124" y="366"/>
                  </a:lnTo>
                  <a:lnTo>
                    <a:pt x="128" y="366"/>
                  </a:lnTo>
                  <a:lnTo>
                    <a:pt x="126" y="366"/>
                  </a:lnTo>
                  <a:lnTo>
                    <a:pt x="126" y="369"/>
                  </a:lnTo>
                  <a:lnTo>
                    <a:pt x="128" y="371"/>
                  </a:lnTo>
                  <a:lnTo>
                    <a:pt x="133" y="371"/>
                  </a:lnTo>
                  <a:lnTo>
                    <a:pt x="128" y="376"/>
                  </a:lnTo>
                  <a:lnTo>
                    <a:pt x="135" y="376"/>
                  </a:lnTo>
                  <a:lnTo>
                    <a:pt x="133" y="381"/>
                  </a:lnTo>
                  <a:lnTo>
                    <a:pt x="145" y="378"/>
                  </a:lnTo>
                  <a:lnTo>
                    <a:pt x="147" y="381"/>
                  </a:lnTo>
                  <a:lnTo>
                    <a:pt x="150" y="381"/>
                  </a:lnTo>
                  <a:lnTo>
                    <a:pt x="152" y="378"/>
                  </a:lnTo>
                  <a:lnTo>
                    <a:pt x="162" y="374"/>
                  </a:lnTo>
                  <a:lnTo>
                    <a:pt x="164" y="371"/>
                  </a:lnTo>
                  <a:lnTo>
                    <a:pt x="164" y="374"/>
                  </a:lnTo>
                  <a:lnTo>
                    <a:pt x="162" y="376"/>
                  </a:lnTo>
                  <a:lnTo>
                    <a:pt x="169" y="378"/>
                  </a:lnTo>
                  <a:lnTo>
                    <a:pt x="171" y="376"/>
                  </a:lnTo>
                  <a:lnTo>
                    <a:pt x="173" y="376"/>
                  </a:lnTo>
                  <a:lnTo>
                    <a:pt x="169" y="378"/>
                  </a:lnTo>
                  <a:lnTo>
                    <a:pt x="164" y="381"/>
                  </a:lnTo>
                  <a:lnTo>
                    <a:pt x="162" y="383"/>
                  </a:lnTo>
                  <a:lnTo>
                    <a:pt x="162" y="386"/>
                  </a:lnTo>
                  <a:lnTo>
                    <a:pt x="169" y="386"/>
                  </a:lnTo>
                  <a:lnTo>
                    <a:pt x="173" y="386"/>
                  </a:lnTo>
                  <a:lnTo>
                    <a:pt x="176" y="386"/>
                  </a:lnTo>
                  <a:lnTo>
                    <a:pt x="173" y="386"/>
                  </a:lnTo>
                  <a:lnTo>
                    <a:pt x="171" y="388"/>
                  </a:lnTo>
                  <a:lnTo>
                    <a:pt x="169" y="390"/>
                  </a:lnTo>
                  <a:lnTo>
                    <a:pt x="169" y="393"/>
                  </a:lnTo>
                  <a:lnTo>
                    <a:pt x="169" y="395"/>
                  </a:lnTo>
                  <a:lnTo>
                    <a:pt x="176" y="395"/>
                  </a:lnTo>
                  <a:lnTo>
                    <a:pt x="178" y="393"/>
                  </a:lnTo>
                  <a:lnTo>
                    <a:pt x="178" y="395"/>
                  </a:lnTo>
                  <a:lnTo>
                    <a:pt x="183" y="398"/>
                  </a:lnTo>
                  <a:lnTo>
                    <a:pt x="188" y="398"/>
                  </a:lnTo>
                  <a:lnTo>
                    <a:pt x="192" y="395"/>
                  </a:lnTo>
                  <a:lnTo>
                    <a:pt x="195" y="393"/>
                  </a:lnTo>
                  <a:lnTo>
                    <a:pt x="192" y="390"/>
                  </a:lnTo>
                  <a:lnTo>
                    <a:pt x="192" y="388"/>
                  </a:lnTo>
                  <a:lnTo>
                    <a:pt x="197" y="388"/>
                  </a:lnTo>
                  <a:lnTo>
                    <a:pt x="200" y="386"/>
                  </a:lnTo>
                  <a:lnTo>
                    <a:pt x="200" y="378"/>
                  </a:lnTo>
                  <a:lnTo>
                    <a:pt x="202" y="381"/>
                  </a:lnTo>
                  <a:lnTo>
                    <a:pt x="207" y="381"/>
                  </a:lnTo>
                  <a:lnTo>
                    <a:pt x="207" y="376"/>
                  </a:lnTo>
                  <a:lnTo>
                    <a:pt x="207" y="374"/>
                  </a:lnTo>
                  <a:lnTo>
                    <a:pt x="207" y="371"/>
                  </a:lnTo>
                  <a:lnTo>
                    <a:pt x="207" y="374"/>
                  </a:lnTo>
                  <a:lnTo>
                    <a:pt x="209" y="376"/>
                  </a:lnTo>
                  <a:lnTo>
                    <a:pt x="212" y="376"/>
                  </a:lnTo>
                  <a:lnTo>
                    <a:pt x="214" y="374"/>
                  </a:lnTo>
                  <a:lnTo>
                    <a:pt x="214" y="371"/>
                  </a:lnTo>
                  <a:lnTo>
                    <a:pt x="209" y="366"/>
                  </a:lnTo>
                  <a:lnTo>
                    <a:pt x="216" y="366"/>
                  </a:lnTo>
                  <a:lnTo>
                    <a:pt x="216" y="364"/>
                  </a:lnTo>
                  <a:lnTo>
                    <a:pt x="214" y="362"/>
                  </a:lnTo>
                  <a:lnTo>
                    <a:pt x="223" y="362"/>
                  </a:lnTo>
                  <a:lnTo>
                    <a:pt x="219" y="357"/>
                  </a:lnTo>
                  <a:lnTo>
                    <a:pt x="223" y="355"/>
                  </a:lnTo>
                  <a:lnTo>
                    <a:pt x="219" y="352"/>
                  </a:lnTo>
                  <a:lnTo>
                    <a:pt x="216" y="350"/>
                  </a:lnTo>
                  <a:lnTo>
                    <a:pt x="219" y="350"/>
                  </a:lnTo>
                  <a:lnTo>
                    <a:pt x="221" y="350"/>
                  </a:lnTo>
                  <a:lnTo>
                    <a:pt x="216" y="343"/>
                  </a:lnTo>
                  <a:lnTo>
                    <a:pt x="221" y="347"/>
                  </a:lnTo>
                  <a:lnTo>
                    <a:pt x="223" y="347"/>
                  </a:lnTo>
                  <a:lnTo>
                    <a:pt x="228" y="343"/>
                  </a:lnTo>
                  <a:lnTo>
                    <a:pt x="235" y="343"/>
                  </a:lnTo>
                  <a:lnTo>
                    <a:pt x="235" y="340"/>
                  </a:lnTo>
                  <a:lnTo>
                    <a:pt x="233" y="338"/>
                  </a:lnTo>
                  <a:lnTo>
                    <a:pt x="238" y="338"/>
                  </a:lnTo>
                  <a:lnTo>
                    <a:pt x="242" y="331"/>
                  </a:lnTo>
                  <a:lnTo>
                    <a:pt x="245" y="331"/>
                  </a:lnTo>
                  <a:lnTo>
                    <a:pt x="252" y="331"/>
                  </a:lnTo>
                  <a:lnTo>
                    <a:pt x="252" y="326"/>
                  </a:lnTo>
                  <a:lnTo>
                    <a:pt x="257" y="331"/>
                  </a:lnTo>
                  <a:lnTo>
                    <a:pt x="259" y="326"/>
                  </a:lnTo>
                  <a:lnTo>
                    <a:pt x="259" y="319"/>
                  </a:lnTo>
                  <a:lnTo>
                    <a:pt x="252" y="316"/>
                  </a:lnTo>
                  <a:lnTo>
                    <a:pt x="257" y="316"/>
                  </a:lnTo>
                  <a:lnTo>
                    <a:pt x="264" y="311"/>
                  </a:lnTo>
                  <a:lnTo>
                    <a:pt x="266" y="307"/>
                  </a:lnTo>
                  <a:lnTo>
                    <a:pt x="259" y="304"/>
                  </a:lnTo>
                  <a:lnTo>
                    <a:pt x="264" y="299"/>
                  </a:lnTo>
                  <a:lnTo>
                    <a:pt x="278" y="299"/>
                  </a:lnTo>
                  <a:lnTo>
                    <a:pt x="280" y="297"/>
                  </a:lnTo>
                  <a:lnTo>
                    <a:pt x="280" y="292"/>
                  </a:lnTo>
                  <a:lnTo>
                    <a:pt x="288" y="290"/>
                  </a:lnTo>
                  <a:lnTo>
                    <a:pt x="292" y="290"/>
                  </a:lnTo>
                  <a:lnTo>
                    <a:pt x="295" y="292"/>
                  </a:lnTo>
                  <a:lnTo>
                    <a:pt x="302" y="292"/>
                  </a:lnTo>
                  <a:lnTo>
                    <a:pt x="311" y="283"/>
                  </a:lnTo>
                  <a:lnTo>
                    <a:pt x="311" y="280"/>
                  </a:lnTo>
                  <a:lnTo>
                    <a:pt x="314" y="280"/>
                  </a:lnTo>
                  <a:lnTo>
                    <a:pt x="316" y="278"/>
                  </a:lnTo>
                  <a:lnTo>
                    <a:pt x="319" y="278"/>
                  </a:lnTo>
                  <a:lnTo>
                    <a:pt x="319" y="280"/>
                  </a:lnTo>
                  <a:lnTo>
                    <a:pt x="316" y="283"/>
                  </a:lnTo>
                  <a:lnTo>
                    <a:pt x="314" y="285"/>
                  </a:lnTo>
                  <a:lnTo>
                    <a:pt x="311" y="290"/>
                  </a:lnTo>
                  <a:lnTo>
                    <a:pt x="319" y="290"/>
                  </a:lnTo>
                  <a:lnTo>
                    <a:pt x="319" y="285"/>
                  </a:lnTo>
                  <a:lnTo>
                    <a:pt x="323" y="285"/>
                  </a:lnTo>
                  <a:lnTo>
                    <a:pt x="326" y="283"/>
                  </a:lnTo>
                  <a:lnTo>
                    <a:pt x="328" y="283"/>
                  </a:lnTo>
                  <a:lnTo>
                    <a:pt x="328" y="285"/>
                  </a:lnTo>
                  <a:lnTo>
                    <a:pt x="333" y="285"/>
                  </a:lnTo>
                  <a:lnTo>
                    <a:pt x="335" y="285"/>
                  </a:lnTo>
                  <a:lnTo>
                    <a:pt x="342" y="283"/>
                  </a:lnTo>
                  <a:lnTo>
                    <a:pt x="347" y="278"/>
                  </a:lnTo>
                  <a:lnTo>
                    <a:pt x="349" y="275"/>
                  </a:lnTo>
                  <a:lnTo>
                    <a:pt x="359" y="275"/>
                  </a:lnTo>
                  <a:lnTo>
                    <a:pt x="366" y="275"/>
                  </a:lnTo>
                  <a:lnTo>
                    <a:pt x="371" y="271"/>
                  </a:lnTo>
                  <a:lnTo>
                    <a:pt x="373" y="268"/>
                  </a:lnTo>
                  <a:lnTo>
                    <a:pt x="376" y="266"/>
                  </a:lnTo>
                  <a:lnTo>
                    <a:pt x="383" y="259"/>
                  </a:lnTo>
                  <a:lnTo>
                    <a:pt x="385" y="256"/>
                  </a:lnTo>
                  <a:lnTo>
                    <a:pt x="390" y="254"/>
                  </a:lnTo>
                  <a:lnTo>
                    <a:pt x="399" y="252"/>
                  </a:lnTo>
                  <a:lnTo>
                    <a:pt x="402" y="252"/>
                  </a:lnTo>
                  <a:lnTo>
                    <a:pt x="404" y="249"/>
                  </a:lnTo>
                  <a:lnTo>
                    <a:pt x="407" y="249"/>
                  </a:lnTo>
                  <a:lnTo>
                    <a:pt x="407" y="247"/>
                  </a:lnTo>
                  <a:lnTo>
                    <a:pt x="407" y="244"/>
                  </a:lnTo>
                  <a:lnTo>
                    <a:pt x="407" y="240"/>
                  </a:lnTo>
                  <a:lnTo>
                    <a:pt x="407" y="235"/>
                  </a:lnTo>
                  <a:lnTo>
                    <a:pt x="414" y="242"/>
                  </a:lnTo>
                  <a:lnTo>
                    <a:pt x="416" y="244"/>
                  </a:lnTo>
                  <a:lnTo>
                    <a:pt x="418" y="244"/>
                  </a:lnTo>
                  <a:lnTo>
                    <a:pt x="437" y="244"/>
                  </a:lnTo>
                  <a:lnTo>
                    <a:pt x="447" y="242"/>
                  </a:lnTo>
                  <a:lnTo>
                    <a:pt x="454" y="240"/>
                  </a:lnTo>
                  <a:lnTo>
                    <a:pt x="459" y="240"/>
                  </a:lnTo>
                  <a:lnTo>
                    <a:pt x="468" y="237"/>
                  </a:lnTo>
                  <a:lnTo>
                    <a:pt x="480" y="235"/>
                  </a:lnTo>
                  <a:lnTo>
                    <a:pt x="487" y="235"/>
                  </a:lnTo>
                  <a:lnTo>
                    <a:pt x="492" y="230"/>
                  </a:lnTo>
                  <a:lnTo>
                    <a:pt x="499" y="230"/>
                  </a:lnTo>
                  <a:lnTo>
                    <a:pt x="502" y="228"/>
                  </a:lnTo>
                  <a:lnTo>
                    <a:pt x="509" y="228"/>
                  </a:lnTo>
                  <a:lnTo>
                    <a:pt x="516" y="220"/>
                  </a:lnTo>
                  <a:lnTo>
                    <a:pt x="518" y="220"/>
                  </a:lnTo>
                  <a:lnTo>
                    <a:pt x="518" y="218"/>
                  </a:lnTo>
                  <a:lnTo>
                    <a:pt x="523" y="218"/>
                  </a:lnTo>
                  <a:lnTo>
                    <a:pt x="525" y="216"/>
                  </a:lnTo>
                  <a:lnTo>
                    <a:pt x="528" y="216"/>
                  </a:lnTo>
                  <a:lnTo>
                    <a:pt x="542" y="213"/>
                  </a:lnTo>
                  <a:lnTo>
                    <a:pt x="552" y="211"/>
                  </a:lnTo>
                  <a:lnTo>
                    <a:pt x="552" y="206"/>
                  </a:lnTo>
                  <a:lnTo>
                    <a:pt x="549" y="206"/>
                  </a:lnTo>
                  <a:lnTo>
                    <a:pt x="547" y="208"/>
                  </a:lnTo>
                  <a:lnTo>
                    <a:pt x="537" y="208"/>
                  </a:lnTo>
                  <a:lnTo>
                    <a:pt x="530" y="206"/>
                  </a:lnTo>
                  <a:lnTo>
                    <a:pt x="525" y="206"/>
                  </a:lnTo>
                  <a:lnTo>
                    <a:pt x="521" y="204"/>
                  </a:lnTo>
                  <a:lnTo>
                    <a:pt x="509" y="204"/>
                  </a:lnTo>
                  <a:lnTo>
                    <a:pt x="499" y="206"/>
                  </a:lnTo>
                  <a:lnTo>
                    <a:pt x="490" y="206"/>
                  </a:lnTo>
                  <a:lnTo>
                    <a:pt x="487" y="211"/>
                  </a:lnTo>
                  <a:lnTo>
                    <a:pt x="471" y="211"/>
                  </a:lnTo>
                  <a:lnTo>
                    <a:pt x="485" y="206"/>
                  </a:lnTo>
                  <a:lnTo>
                    <a:pt x="494" y="204"/>
                  </a:lnTo>
                  <a:lnTo>
                    <a:pt x="499" y="204"/>
                  </a:lnTo>
                  <a:lnTo>
                    <a:pt x="502" y="201"/>
                  </a:lnTo>
                  <a:lnTo>
                    <a:pt x="506" y="201"/>
                  </a:lnTo>
                  <a:lnTo>
                    <a:pt x="511" y="199"/>
                  </a:lnTo>
                  <a:lnTo>
                    <a:pt x="514" y="199"/>
                  </a:lnTo>
                  <a:lnTo>
                    <a:pt x="516" y="199"/>
                  </a:lnTo>
                  <a:lnTo>
                    <a:pt x="514" y="196"/>
                  </a:lnTo>
                  <a:lnTo>
                    <a:pt x="509" y="194"/>
                  </a:lnTo>
                  <a:lnTo>
                    <a:pt x="506" y="194"/>
                  </a:lnTo>
                  <a:lnTo>
                    <a:pt x="504" y="194"/>
                  </a:lnTo>
                  <a:lnTo>
                    <a:pt x="497" y="196"/>
                  </a:lnTo>
                  <a:lnTo>
                    <a:pt x="483" y="201"/>
                  </a:lnTo>
                  <a:lnTo>
                    <a:pt x="468" y="201"/>
                  </a:lnTo>
                  <a:lnTo>
                    <a:pt x="478" y="196"/>
                  </a:lnTo>
                  <a:lnTo>
                    <a:pt x="485" y="192"/>
                  </a:lnTo>
                  <a:lnTo>
                    <a:pt x="487" y="192"/>
                  </a:lnTo>
                  <a:lnTo>
                    <a:pt x="492" y="194"/>
                  </a:lnTo>
                  <a:lnTo>
                    <a:pt x="497" y="194"/>
                  </a:lnTo>
                  <a:lnTo>
                    <a:pt x="499" y="192"/>
                  </a:lnTo>
                  <a:lnTo>
                    <a:pt x="504" y="192"/>
                  </a:lnTo>
                  <a:lnTo>
                    <a:pt x="506" y="189"/>
                  </a:lnTo>
                  <a:lnTo>
                    <a:pt x="516" y="189"/>
                  </a:lnTo>
                  <a:lnTo>
                    <a:pt x="518" y="189"/>
                  </a:lnTo>
                  <a:lnTo>
                    <a:pt x="516" y="187"/>
                  </a:lnTo>
                  <a:lnTo>
                    <a:pt x="514" y="187"/>
                  </a:lnTo>
                  <a:lnTo>
                    <a:pt x="509" y="184"/>
                  </a:lnTo>
                  <a:lnTo>
                    <a:pt x="485" y="184"/>
                  </a:lnTo>
                  <a:lnTo>
                    <a:pt x="492" y="182"/>
                  </a:lnTo>
                  <a:lnTo>
                    <a:pt x="485" y="180"/>
                  </a:lnTo>
                  <a:lnTo>
                    <a:pt x="485" y="175"/>
                  </a:lnTo>
                  <a:lnTo>
                    <a:pt x="487" y="175"/>
                  </a:lnTo>
                  <a:lnTo>
                    <a:pt x="490" y="177"/>
                  </a:lnTo>
                  <a:lnTo>
                    <a:pt x="492" y="180"/>
                  </a:lnTo>
                  <a:lnTo>
                    <a:pt x="497" y="182"/>
                  </a:lnTo>
                  <a:lnTo>
                    <a:pt x="504" y="182"/>
                  </a:lnTo>
                  <a:lnTo>
                    <a:pt x="506" y="184"/>
                  </a:lnTo>
                  <a:lnTo>
                    <a:pt x="509" y="184"/>
                  </a:lnTo>
                  <a:lnTo>
                    <a:pt x="514" y="184"/>
                  </a:lnTo>
                  <a:lnTo>
                    <a:pt x="518" y="184"/>
                  </a:lnTo>
                  <a:lnTo>
                    <a:pt x="518" y="187"/>
                  </a:lnTo>
                  <a:lnTo>
                    <a:pt x="523" y="187"/>
                  </a:lnTo>
                  <a:lnTo>
                    <a:pt x="523" y="184"/>
                  </a:lnTo>
                  <a:lnTo>
                    <a:pt x="528" y="184"/>
                  </a:lnTo>
                  <a:lnTo>
                    <a:pt x="528" y="187"/>
                  </a:lnTo>
                  <a:lnTo>
                    <a:pt x="528" y="189"/>
                  </a:lnTo>
                  <a:lnTo>
                    <a:pt x="528" y="192"/>
                  </a:lnTo>
                  <a:lnTo>
                    <a:pt x="528" y="196"/>
                  </a:lnTo>
                  <a:lnTo>
                    <a:pt x="528" y="199"/>
                  </a:lnTo>
                  <a:lnTo>
                    <a:pt x="533" y="199"/>
                  </a:lnTo>
                  <a:lnTo>
                    <a:pt x="537" y="201"/>
                  </a:lnTo>
                  <a:lnTo>
                    <a:pt x="542" y="201"/>
                  </a:lnTo>
                  <a:lnTo>
                    <a:pt x="547" y="201"/>
                  </a:lnTo>
                  <a:lnTo>
                    <a:pt x="549" y="201"/>
                  </a:lnTo>
                  <a:lnTo>
                    <a:pt x="552" y="199"/>
                  </a:lnTo>
                  <a:lnTo>
                    <a:pt x="554" y="199"/>
                  </a:lnTo>
                  <a:lnTo>
                    <a:pt x="554" y="204"/>
                  </a:lnTo>
                  <a:lnTo>
                    <a:pt x="559" y="204"/>
                  </a:lnTo>
                  <a:lnTo>
                    <a:pt x="561" y="201"/>
                  </a:lnTo>
                  <a:lnTo>
                    <a:pt x="563" y="201"/>
                  </a:lnTo>
                  <a:lnTo>
                    <a:pt x="563" y="194"/>
                  </a:lnTo>
                  <a:lnTo>
                    <a:pt x="561" y="194"/>
                  </a:lnTo>
                  <a:lnTo>
                    <a:pt x="563" y="189"/>
                  </a:lnTo>
                  <a:lnTo>
                    <a:pt x="563" y="187"/>
                  </a:lnTo>
                  <a:lnTo>
                    <a:pt x="559" y="187"/>
                  </a:lnTo>
                  <a:lnTo>
                    <a:pt x="556" y="182"/>
                  </a:lnTo>
                  <a:lnTo>
                    <a:pt x="552" y="180"/>
                  </a:lnTo>
                  <a:lnTo>
                    <a:pt x="552" y="175"/>
                  </a:lnTo>
                  <a:lnTo>
                    <a:pt x="533" y="170"/>
                  </a:lnTo>
                  <a:lnTo>
                    <a:pt x="523" y="170"/>
                  </a:lnTo>
                  <a:lnTo>
                    <a:pt x="521" y="170"/>
                  </a:lnTo>
                  <a:lnTo>
                    <a:pt x="528" y="168"/>
                  </a:lnTo>
                  <a:lnTo>
                    <a:pt x="530" y="165"/>
                  </a:lnTo>
                  <a:lnTo>
                    <a:pt x="528" y="165"/>
                  </a:lnTo>
                  <a:lnTo>
                    <a:pt x="525" y="163"/>
                  </a:lnTo>
                  <a:lnTo>
                    <a:pt x="514" y="163"/>
                  </a:lnTo>
                  <a:lnTo>
                    <a:pt x="509" y="161"/>
                  </a:lnTo>
                  <a:lnTo>
                    <a:pt x="504" y="161"/>
                  </a:lnTo>
                  <a:lnTo>
                    <a:pt x="509" y="156"/>
                  </a:lnTo>
                  <a:lnTo>
                    <a:pt x="523" y="156"/>
                  </a:lnTo>
                  <a:lnTo>
                    <a:pt x="528" y="153"/>
                  </a:lnTo>
                  <a:lnTo>
                    <a:pt x="533" y="153"/>
                  </a:lnTo>
                  <a:lnTo>
                    <a:pt x="547" y="156"/>
                  </a:lnTo>
                  <a:lnTo>
                    <a:pt x="552" y="156"/>
                  </a:lnTo>
                  <a:lnTo>
                    <a:pt x="554" y="156"/>
                  </a:lnTo>
                  <a:lnTo>
                    <a:pt x="556" y="158"/>
                  </a:lnTo>
                  <a:lnTo>
                    <a:pt x="559" y="161"/>
                  </a:lnTo>
                  <a:lnTo>
                    <a:pt x="563" y="165"/>
                  </a:lnTo>
                  <a:lnTo>
                    <a:pt x="568" y="165"/>
                  </a:lnTo>
                  <a:lnTo>
                    <a:pt x="568" y="163"/>
                  </a:lnTo>
                  <a:lnTo>
                    <a:pt x="568" y="158"/>
                  </a:lnTo>
                  <a:lnTo>
                    <a:pt x="559" y="156"/>
                  </a:lnTo>
                  <a:lnTo>
                    <a:pt x="552" y="153"/>
                  </a:lnTo>
                  <a:lnTo>
                    <a:pt x="540" y="151"/>
                  </a:lnTo>
                  <a:lnTo>
                    <a:pt x="544" y="149"/>
                  </a:lnTo>
                  <a:lnTo>
                    <a:pt x="547" y="149"/>
                  </a:lnTo>
                  <a:lnTo>
                    <a:pt x="552" y="151"/>
                  </a:lnTo>
                  <a:lnTo>
                    <a:pt x="556" y="151"/>
                  </a:lnTo>
                  <a:lnTo>
                    <a:pt x="559" y="153"/>
                  </a:lnTo>
                  <a:lnTo>
                    <a:pt x="578" y="153"/>
                  </a:lnTo>
                  <a:lnTo>
                    <a:pt x="594" y="151"/>
                  </a:lnTo>
                  <a:lnTo>
                    <a:pt x="594" y="144"/>
                  </a:lnTo>
                  <a:lnTo>
                    <a:pt x="582" y="141"/>
                  </a:lnTo>
                  <a:lnTo>
                    <a:pt x="578" y="146"/>
                  </a:lnTo>
                  <a:lnTo>
                    <a:pt x="573" y="141"/>
                  </a:lnTo>
                  <a:lnTo>
                    <a:pt x="573" y="139"/>
                  </a:lnTo>
                  <a:lnTo>
                    <a:pt x="587" y="139"/>
                  </a:lnTo>
                  <a:lnTo>
                    <a:pt x="599" y="137"/>
                  </a:lnTo>
                  <a:lnTo>
                    <a:pt x="602" y="139"/>
                  </a:lnTo>
                  <a:lnTo>
                    <a:pt x="609" y="139"/>
                  </a:lnTo>
                  <a:lnTo>
                    <a:pt x="616" y="134"/>
                  </a:lnTo>
                  <a:lnTo>
                    <a:pt x="618" y="134"/>
                  </a:lnTo>
                  <a:lnTo>
                    <a:pt x="618" y="132"/>
                  </a:lnTo>
                  <a:lnTo>
                    <a:pt x="599" y="132"/>
                  </a:lnTo>
                  <a:lnTo>
                    <a:pt x="599" y="129"/>
                  </a:lnTo>
                  <a:lnTo>
                    <a:pt x="597" y="129"/>
                  </a:lnTo>
                  <a:lnTo>
                    <a:pt x="597" y="127"/>
                  </a:lnTo>
                  <a:lnTo>
                    <a:pt x="592" y="127"/>
                  </a:lnTo>
                  <a:lnTo>
                    <a:pt x="587" y="125"/>
                  </a:lnTo>
                  <a:lnTo>
                    <a:pt x="592" y="125"/>
                  </a:lnTo>
                  <a:lnTo>
                    <a:pt x="594" y="125"/>
                  </a:lnTo>
                  <a:lnTo>
                    <a:pt x="594" y="122"/>
                  </a:lnTo>
                  <a:lnTo>
                    <a:pt x="592" y="120"/>
                  </a:lnTo>
                  <a:lnTo>
                    <a:pt x="590" y="120"/>
                  </a:lnTo>
                  <a:lnTo>
                    <a:pt x="582" y="117"/>
                  </a:lnTo>
                  <a:lnTo>
                    <a:pt x="592" y="117"/>
                  </a:lnTo>
                  <a:lnTo>
                    <a:pt x="594" y="120"/>
                  </a:lnTo>
                  <a:lnTo>
                    <a:pt x="597" y="120"/>
                  </a:lnTo>
                  <a:lnTo>
                    <a:pt x="602" y="120"/>
                  </a:lnTo>
                  <a:lnTo>
                    <a:pt x="606" y="120"/>
                  </a:lnTo>
                  <a:lnTo>
                    <a:pt x="609" y="125"/>
                  </a:lnTo>
                  <a:lnTo>
                    <a:pt x="613" y="125"/>
                  </a:lnTo>
                  <a:lnTo>
                    <a:pt x="618" y="120"/>
                  </a:lnTo>
                  <a:lnTo>
                    <a:pt x="618" y="113"/>
                  </a:lnTo>
                  <a:lnTo>
                    <a:pt x="616" y="110"/>
                  </a:lnTo>
                  <a:lnTo>
                    <a:pt x="613" y="110"/>
                  </a:lnTo>
                  <a:lnTo>
                    <a:pt x="611" y="108"/>
                  </a:lnTo>
                  <a:lnTo>
                    <a:pt x="609" y="105"/>
                  </a:lnTo>
                  <a:lnTo>
                    <a:pt x="592" y="103"/>
                  </a:lnTo>
                  <a:lnTo>
                    <a:pt x="587" y="101"/>
                  </a:lnTo>
                  <a:lnTo>
                    <a:pt x="587" y="98"/>
                  </a:lnTo>
                  <a:lnTo>
                    <a:pt x="590" y="98"/>
                  </a:lnTo>
                  <a:lnTo>
                    <a:pt x="599" y="98"/>
                  </a:lnTo>
                  <a:lnTo>
                    <a:pt x="611" y="96"/>
                  </a:lnTo>
                  <a:lnTo>
                    <a:pt x="618" y="96"/>
                  </a:lnTo>
                  <a:lnTo>
                    <a:pt x="623" y="98"/>
                  </a:lnTo>
                  <a:lnTo>
                    <a:pt x="632" y="98"/>
                  </a:lnTo>
                  <a:lnTo>
                    <a:pt x="637" y="96"/>
                  </a:lnTo>
                  <a:lnTo>
                    <a:pt x="642" y="93"/>
                  </a:lnTo>
                  <a:lnTo>
                    <a:pt x="642" y="91"/>
                  </a:lnTo>
                  <a:lnTo>
                    <a:pt x="642" y="89"/>
                  </a:lnTo>
                  <a:lnTo>
                    <a:pt x="632" y="89"/>
                  </a:lnTo>
                  <a:lnTo>
                    <a:pt x="625" y="86"/>
                  </a:lnTo>
                  <a:lnTo>
                    <a:pt x="616" y="86"/>
                  </a:lnTo>
                  <a:lnTo>
                    <a:pt x="613" y="84"/>
                  </a:lnTo>
                  <a:lnTo>
                    <a:pt x="623" y="84"/>
                  </a:lnTo>
                  <a:lnTo>
                    <a:pt x="621" y="82"/>
                  </a:lnTo>
                  <a:lnTo>
                    <a:pt x="618" y="79"/>
                  </a:lnTo>
                  <a:lnTo>
                    <a:pt x="618" y="77"/>
                  </a:lnTo>
                  <a:lnTo>
                    <a:pt x="613" y="77"/>
                  </a:lnTo>
                  <a:lnTo>
                    <a:pt x="611" y="79"/>
                  </a:lnTo>
                  <a:lnTo>
                    <a:pt x="611" y="84"/>
                  </a:lnTo>
                  <a:lnTo>
                    <a:pt x="606" y="84"/>
                  </a:lnTo>
                  <a:lnTo>
                    <a:pt x="604" y="84"/>
                  </a:lnTo>
                  <a:lnTo>
                    <a:pt x="602" y="82"/>
                  </a:lnTo>
                  <a:lnTo>
                    <a:pt x="599" y="79"/>
                  </a:lnTo>
                  <a:lnTo>
                    <a:pt x="602" y="79"/>
                  </a:lnTo>
                  <a:lnTo>
                    <a:pt x="606" y="77"/>
                  </a:lnTo>
                  <a:lnTo>
                    <a:pt x="609" y="74"/>
                  </a:lnTo>
                  <a:lnTo>
                    <a:pt x="613" y="70"/>
                  </a:lnTo>
                  <a:lnTo>
                    <a:pt x="616" y="67"/>
                  </a:lnTo>
                  <a:lnTo>
                    <a:pt x="618" y="65"/>
                  </a:lnTo>
                  <a:lnTo>
                    <a:pt x="621" y="65"/>
                  </a:lnTo>
                  <a:lnTo>
                    <a:pt x="623" y="65"/>
                  </a:lnTo>
                  <a:lnTo>
                    <a:pt x="628" y="65"/>
                  </a:lnTo>
                  <a:lnTo>
                    <a:pt x="630" y="65"/>
                  </a:lnTo>
                  <a:lnTo>
                    <a:pt x="632" y="62"/>
                  </a:lnTo>
                  <a:lnTo>
                    <a:pt x="637" y="60"/>
                  </a:lnTo>
                  <a:lnTo>
                    <a:pt x="635" y="55"/>
                  </a:lnTo>
                  <a:lnTo>
                    <a:pt x="637" y="53"/>
                  </a:lnTo>
                  <a:lnTo>
                    <a:pt x="640" y="50"/>
                  </a:lnTo>
                  <a:lnTo>
                    <a:pt x="642" y="50"/>
                  </a:lnTo>
                  <a:lnTo>
                    <a:pt x="647" y="50"/>
                  </a:lnTo>
                  <a:lnTo>
                    <a:pt x="649" y="50"/>
                  </a:lnTo>
                  <a:lnTo>
                    <a:pt x="651" y="53"/>
                  </a:lnTo>
                  <a:lnTo>
                    <a:pt x="656" y="53"/>
                  </a:lnTo>
                  <a:lnTo>
                    <a:pt x="659" y="50"/>
                  </a:lnTo>
                  <a:lnTo>
                    <a:pt x="661" y="50"/>
                  </a:lnTo>
                  <a:lnTo>
                    <a:pt x="663" y="48"/>
                  </a:lnTo>
                  <a:lnTo>
                    <a:pt x="644" y="48"/>
                  </a:lnTo>
                  <a:lnTo>
                    <a:pt x="642" y="48"/>
                  </a:lnTo>
                  <a:lnTo>
                    <a:pt x="637" y="48"/>
                  </a:lnTo>
                  <a:lnTo>
                    <a:pt x="635" y="50"/>
                  </a:lnTo>
                  <a:lnTo>
                    <a:pt x="630" y="50"/>
                  </a:lnTo>
                  <a:lnTo>
                    <a:pt x="630" y="48"/>
                  </a:lnTo>
                  <a:lnTo>
                    <a:pt x="640" y="43"/>
                  </a:lnTo>
                  <a:lnTo>
                    <a:pt x="670" y="43"/>
                  </a:lnTo>
                  <a:lnTo>
                    <a:pt x="675" y="43"/>
                  </a:lnTo>
                  <a:lnTo>
                    <a:pt x="678" y="43"/>
                  </a:lnTo>
                  <a:lnTo>
                    <a:pt x="682" y="41"/>
                  </a:lnTo>
                  <a:lnTo>
                    <a:pt x="678" y="41"/>
                  </a:lnTo>
                  <a:lnTo>
                    <a:pt x="673" y="38"/>
                  </a:lnTo>
                  <a:lnTo>
                    <a:pt x="656" y="38"/>
                  </a:lnTo>
                  <a:lnTo>
                    <a:pt x="651" y="41"/>
                  </a:lnTo>
                  <a:lnTo>
                    <a:pt x="635" y="41"/>
                  </a:lnTo>
                  <a:lnTo>
                    <a:pt x="635" y="38"/>
                  </a:lnTo>
                  <a:lnTo>
                    <a:pt x="637" y="38"/>
                  </a:lnTo>
                  <a:lnTo>
                    <a:pt x="642" y="38"/>
                  </a:lnTo>
                  <a:lnTo>
                    <a:pt x="687" y="38"/>
                  </a:lnTo>
                  <a:lnTo>
                    <a:pt x="692" y="36"/>
                  </a:lnTo>
                  <a:lnTo>
                    <a:pt x="699" y="34"/>
                  </a:lnTo>
                  <a:lnTo>
                    <a:pt x="701" y="31"/>
                  </a:lnTo>
                  <a:lnTo>
                    <a:pt x="718" y="31"/>
                  </a:lnTo>
                  <a:lnTo>
                    <a:pt x="723" y="29"/>
                  </a:lnTo>
                  <a:lnTo>
                    <a:pt x="725" y="29"/>
                  </a:lnTo>
                  <a:lnTo>
                    <a:pt x="730" y="29"/>
                  </a:lnTo>
                  <a:lnTo>
                    <a:pt x="732" y="26"/>
                  </a:lnTo>
                  <a:lnTo>
                    <a:pt x="730" y="24"/>
                  </a:lnTo>
                  <a:close/>
                  <a:moveTo>
                    <a:pt x="119" y="268"/>
                  </a:moveTo>
                  <a:lnTo>
                    <a:pt x="116" y="266"/>
                  </a:lnTo>
                  <a:lnTo>
                    <a:pt x="119" y="268"/>
                  </a:lnTo>
                  <a:close/>
                  <a:moveTo>
                    <a:pt x="128" y="223"/>
                  </a:moveTo>
                  <a:lnTo>
                    <a:pt x="135" y="223"/>
                  </a:lnTo>
                  <a:lnTo>
                    <a:pt x="138" y="220"/>
                  </a:lnTo>
                  <a:lnTo>
                    <a:pt x="145" y="220"/>
                  </a:lnTo>
                  <a:lnTo>
                    <a:pt x="147" y="220"/>
                  </a:lnTo>
                  <a:lnTo>
                    <a:pt x="147" y="216"/>
                  </a:lnTo>
                  <a:lnTo>
                    <a:pt x="150" y="216"/>
                  </a:lnTo>
                  <a:lnTo>
                    <a:pt x="147" y="213"/>
                  </a:lnTo>
                  <a:lnTo>
                    <a:pt x="145" y="211"/>
                  </a:lnTo>
                  <a:lnTo>
                    <a:pt x="143" y="211"/>
                  </a:lnTo>
                  <a:lnTo>
                    <a:pt x="138" y="211"/>
                  </a:lnTo>
                  <a:lnTo>
                    <a:pt x="135" y="206"/>
                  </a:lnTo>
                  <a:lnTo>
                    <a:pt x="119" y="206"/>
                  </a:lnTo>
                  <a:lnTo>
                    <a:pt x="119" y="213"/>
                  </a:lnTo>
                  <a:lnTo>
                    <a:pt x="116" y="216"/>
                  </a:lnTo>
                  <a:lnTo>
                    <a:pt x="114" y="216"/>
                  </a:lnTo>
                  <a:lnTo>
                    <a:pt x="114" y="218"/>
                  </a:lnTo>
                  <a:lnTo>
                    <a:pt x="116" y="220"/>
                  </a:lnTo>
                  <a:lnTo>
                    <a:pt x="119" y="220"/>
                  </a:lnTo>
                  <a:lnTo>
                    <a:pt x="119" y="225"/>
                  </a:lnTo>
                  <a:lnTo>
                    <a:pt x="128" y="223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03" name="Greece" descr="© INSCALE GmbH, 05.05.2010&#10;http://www.presentationload.com/">
              <a:extLst>
                <a:ext uri="{FF2B5EF4-FFF2-40B4-BE49-F238E27FC236}">
                  <a16:creationId xmlns:a16="http://schemas.microsoft.com/office/drawing/2014/main" id="{971CF714-9B78-44C3-AD22-7505A8818D47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4192083" y="1897386"/>
              <a:ext cx="175769" cy="181107"/>
            </a:xfrm>
            <a:custGeom>
              <a:avLst/>
              <a:gdLst>
                <a:gd name="T0" fmla="*/ 0 w 534"/>
                <a:gd name="T1" fmla="*/ 2147483647 h 552"/>
                <a:gd name="T2" fmla="*/ 2147483647 w 534"/>
                <a:gd name="T3" fmla="*/ 2147483647 h 552"/>
                <a:gd name="T4" fmla="*/ 2147483647 w 534"/>
                <a:gd name="T5" fmla="*/ 2147483647 h 552"/>
                <a:gd name="T6" fmla="*/ 2147483647 w 534"/>
                <a:gd name="T7" fmla="*/ 2147483647 h 552"/>
                <a:gd name="T8" fmla="*/ 2147483647 w 534"/>
                <a:gd name="T9" fmla="*/ 2147483647 h 552"/>
                <a:gd name="T10" fmla="*/ 2147483647 w 534"/>
                <a:gd name="T11" fmla="*/ 2147483647 h 552"/>
                <a:gd name="T12" fmla="*/ 2147483647 w 534"/>
                <a:gd name="T13" fmla="*/ 2147483647 h 552"/>
                <a:gd name="T14" fmla="*/ 2147483647 w 534"/>
                <a:gd name="T15" fmla="*/ 2147483647 h 552"/>
                <a:gd name="T16" fmla="*/ 2147483647 w 534"/>
                <a:gd name="T17" fmla="*/ 2147483647 h 552"/>
                <a:gd name="T18" fmla="*/ 2147483647 w 534"/>
                <a:gd name="T19" fmla="*/ 2147483647 h 552"/>
                <a:gd name="T20" fmla="*/ 2147483647 w 534"/>
                <a:gd name="T21" fmla="*/ 2147483647 h 552"/>
                <a:gd name="T22" fmla="*/ 2147483647 w 534"/>
                <a:gd name="T23" fmla="*/ 2147483647 h 552"/>
                <a:gd name="T24" fmla="*/ 2147483647 w 534"/>
                <a:gd name="T25" fmla="*/ 2147483647 h 552"/>
                <a:gd name="T26" fmla="*/ 2147483647 w 534"/>
                <a:gd name="T27" fmla="*/ 2147483647 h 552"/>
                <a:gd name="T28" fmla="*/ 2147483647 w 534"/>
                <a:gd name="T29" fmla="*/ 2147483647 h 552"/>
                <a:gd name="T30" fmla="*/ 2147483647 w 534"/>
                <a:gd name="T31" fmla="*/ 2147483647 h 552"/>
                <a:gd name="T32" fmla="*/ 2147483647 w 534"/>
                <a:gd name="T33" fmla="*/ 2147483647 h 552"/>
                <a:gd name="T34" fmla="*/ 2147483647 w 534"/>
                <a:gd name="T35" fmla="*/ 2147483647 h 552"/>
                <a:gd name="T36" fmla="*/ 2147483647 w 534"/>
                <a:gd name="T37" fmla="*/ 2147483647 h 552"/>
                <a:gd name="T38" fmla="*/ 2147483647 w 534"/>
                <a:gd name="T39" fmla="*/ 2147483647 h 552"/>
                <a:gd name="T40" fmla="*/ 2147483647 w 534"/>
                <a:gd name="T41" fmla="*/ 2147483647 h 552"/>
                <a:gd name="T42" fmla="*/ 2147483647 w 534"/>
                <a:gd name="T43" fmla="*/ 2147483647 h 552"/>
                <a:gd name="T44" fmla="*/ 2147483647 w 534"/>
                <a:gd name="T45" fmla="*/ 2147483647 h 552"/>
                <a:gd name="T46" fmla="*/ 2147483647 w 534"/>
                <a:gd name="T47" fmla="*/ 2147483647 h 552"/>
                <a:gd name="T48" fmla="*/ 2147483647 w 534"/>
                <a:gd name="T49" fmla="*/ 2147483647 h 552"/>
                <a:gd name="T50" fmla="*/ 2147483647 w 534"/>
                <a:gd name="T51" fmla="*/ 2147483647 h 552"/>
                <a:gd name="T52" fmla="*/ 2147483647 w 534"/>
                <a:gd name="T53" fmla="*/ 2147483647 h 552"/>
                <a:gd name="T54" fmla="*/ 2147483647 w 534"/>
                <a:gd name="T55" fmla="*/ 2147483647 h 552"/>
                <a:gd name="T56" fmla="*/ 2147483647 w 534"/>
                <a:gd name="T57" fmla="*/ 2147483647 h 552"/>
                <a:gd name="T58" fmla="*/ 2147483647 w 534"/>
                <a:gd name="T59" fmla="*/ 2147483647 h 552"/>
                <a:gd name="T60" fmla="*/ 2147483647 w 534"/>
                <a:gd name="T61" fmla="*/ 2147483647 h 552"/>
                <a:gd name="T62" fmla="*/ 2147483647 w 534"/>
                <a:gd name="T63" fmla="*/ 2147483647 h 552"/>
                <a:gd name="T64" fmla="*/ 2147483647 w 534"/>
                <a:gd name="T65" fmla="*/ 2147483647 h 552"/>
                <a:gd name="T66" fmla="*/ 2147483647 w 534"/>
                <a:gd name="T67" fmla="*/ 2147483647 h 552"/>
                <a:gd name="T68" fmla="*/ 2147483647 w 534"/>
                <a:gd name="T69" fmla="*/ 2147483647 h 552"/>
                <a:gd name="T70" fmla="*/ 2147483647 w 534"/>
                <a:gd name="T71" fmla="*/ 2147483647 h 552"/>
                <a:gd name="T72" fmla="*/ 2147483647 w 534"/>
                <a:gd name="T73" fmla="*/ 2147483647 h 552"/>
                <a:gd name="T74" fmla="*/ 2147483647 w 534"/>
                <a:gd name="T75" fmla="*/ 2147483647 h 552"/>
                <a:gd name="T76" fmla="*/ 2147483647 w 534"/>
                <a:gd name="T77" fmla="*/ 2147483647 h 552"/>
                <a:gd name="T78" fmla="*/ 2147483647 w 534"/>
                <a:gd name="T79" fmla="*/ 2147483647 h 552"/>
                <a:gd name="T80" fmla="*/ 2147483647 w 534"/>
                <a:gd name="T81" fmla="*/ 2147483647 h 552"/>
                <a:gd name="T82" fmla="*/ 2147483647 w 534"/>
                <a:gd name="T83" fmla="*/ 2147483647 h 552"/>
                <a:gd name="T84" fmla="*/ 2147483647 w 534"/>
                <a:gd name="T85" fmla="*/ 2147483647 h 552"/>
                <a:gd name="T86" fmla="*/ 2147483647 w 534"/>
                <a:gd name="T87" fmla="*/ 2147483647 h 552"/>
                <a:gd name="T88" fmla="*/ 2147483647 w 534"/>
                <a:gd name="T89" fmla="*/ 2147483647 h 552"/>
                <a:gd name="T90" fmla="*/ 2147483647 w 534"/>
                <a:gd name="T91" fmla="*/ 2147483647 h 552"/>
                <a:gd name="T92" fmla="*/ 2147483647 w 534"/>
                <a:gd name="T93" fmla="*/ 2147483647 h 552"/>
                <a:gd name="T94" fmla="*/ 2147483647 w 534"/>
                <a:gd name="T95" fmla="*/ 2147483647 h 552"/>
                <a:gd name="T96" fmla="*/ 2147483647 w 534"/>
                <a:gd name="T97" fmla="*/ 2147483647 h 552"/>
                <a:gd name="T98" fmla="*/ 2147483647 w 534"/>
                <a:gd name="T99" fmla="*/ 2147483647 h 552"/>
                <a:gd name="T100" fmla="*/ 2147483647 w 534"/>
                <a:gd name="T101" fmla="*/ 2147483647 h 552"/>
                <a:gd name="T102" fmla="*/ 2147483647 w 534"/>
                <a:gd name="T103" fmla="*/ 2147483647 h 552"/>
                <a:gd name="T104" fmla="*/ 2147483647 w 534"/>
                <a:gd name="T105" fmla="*/ 2147483647 h 552"/>
                <a:gd name="T106" fmla="*/ 2147483647 w 534"/>
                <a:gd name="T107" fmla="*/ 2147483647 h 55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34"/>
                <a:gd name="T163" fmla="*/ 0 h 552"/>
                <a:gd name="T164" fmla="*/ 534 w 534"/>
                <a:gd name="T165" fmla="*/ 552 h 55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34" h="552">
                  <a:moveTo>
                    <a:pt x="240" y="108"/>
                  </a:moveTo>
                  <a:lnTo>
                    <a:pt x="270" y="126"/>
                  </a:lnTo>
                  <a:lnTo>
                    <a:pt x="282" y="120"/>
                  </a:lnTo>
                  <a:lnTo>
                    <a:pt x="240" y="108"/>
                  </a:lnTo>
                  <a:close/>
                  <a:moveTo>
                    <a:pt x="24" y="258"/>
                  </a:moveTo>
                  <a:lnTo>
                    <a:pt x="0" y="282"/>
                  </a:lnTo>
                  <a:lnTo>
                    <a:pt x="42" y="294"/>
                  </a:lnTo>
                  <a:lnTo>
                    <a:pt x="24" y="258"/>
                  </a:lnTo>
                  <a:close/>
                  <a:moveTo>
                    <a:pt x="312" y="414"/>
                  </a:moveTo>
                  <a:lnTo>
                    <a:pt x="312" y="420"/>
                  </a:lnTo>
                  <a:lnTo>
                    <a:pt x="324" y="420"/>
                  </a:lnTo>
                  <a:lnTo>
                    <a:pt x="324" y="414"/>
                  </a:lnTo>
                  <a:lnTo>
                    <a:pt x="318" y="408"/>
                  </a:lnTo>
                  <a:lnTo>
                    <a:pt x="312" y="408"/>
                  </a:lnTo>
                  <a:lnTo>
                    <a:pt x="312" y="414"/>
                  </a:lnTo>
                  <a:close/>
                  <a:moveTo>
                    <a:pt x="306" y="390"/>
                  </a:moveTo>
                  <a:lnTo>
                    <a:pt x="300" y="378"/>
                  </a:lnTo>
                  <a:lnTo>
                    <a:pt x="294" y="390"/>
                  </a:lnTo>
                  <a:lnTo>
                    <a:pt x="306" y="390"/>
                  </a:lnTo>
                  <a:close/>
                  <a:moveTo>
                    <a:pt x="294" y="294"/>
                  </a:moveTo>
                  <a:lnTo>
                    <a:pt x="318" y="336"/>
                  </a:lnTo>
                  <a:lnTo>
                    <a:pt x="330" y="318"/>
                  </a:lnTo>
                  <a:lnTo>
                    <a:pt x="294" y="294"/>
                  </a:lnTo>
                  <a:close/>
                  <a:moveTo>
                    <a:pt x="108" y="264"/>
                  </a:moveTo>
                  <a:lnTo>
                    <a:pt x="138" y="264"/>
                  </a:lnTo>
                  <a:lnTo>
                    <a:pt x="144" y="270"/>
                  </a:lnTo>
                  <a:lnTo>
                    <a:pt x="156" y="270"/>
                  </a:lnTo>
                  <a:lnTo>
                    <a:pt x="180" y="282"/>
                  </a:lnTo>
                  <a:lnTo>
                    <a:pt x="192" y="282"/>
                  </a:lnTo>
                  <a:lnTo>
                    <a:pt x="198" y="288"/>
                  </a:lnTo>
                  <a:lnTo>
                    <a:pt x="204" y="288"/>
                  </a:lnTo>
                  <a:lnTo>
                    <a:pt x="216" y="300"/>
                  </a:lnTo>
                  <a:lnTo>
                    <a:pt x="228" y="306"/>
                  </a:lnTo>
                  <a:lnTo>
                    <a:pt x="234" y="312"/>
                  </a:lnTo>
                  <a:lnTo>
                    <a:pt x="246" y="312"/>
                  </a:lnTo>
                  <a:lnTo>
                    <a:pt x="252" y="306"/>
                  </a:lnTo>
                  <a:lnTo>
                    <a:pt x="252" y="288"/>
                  </a:lnTo>
                  <a:lnTo>
                    <a:pt x="228" y="264"/>
                  </a:lnTo>
                  <a:lnTo>
                    <a:pt x="216" y="258"/>
                  </a:lnTo>
                  <a:lnTo>
                    <a:pt x="210" y="252"/>
                  </a:lnTo>
                  <a:lnTo>
                    <a:pt x="204" y="252"/>
                  </a:lnTo>
                  <a:lnTo>
                    <a:pt x="198" y="246"/>
                  </a:lnTo>
                  <a:lnTo>
                    <a:pt x="186" y="246"/>
                  </a:lnTo>
                  <a:lnTo>
                    <a:pt x="174" y="234"/>
                  </a:lnTo>
                  <a:lnTo>
                    <a:pt x="168" y="234"/>
                  </a:lnTo>
                  <a:lnTo>
                    <a:pt x="174" y="228"/>
                  </a:lnTo>
                  <a:lnTo>
                    <a:pt x="192" y="228"/>
                  </a:lnTo>
                  <a:lnTo>
                    <a:pt x="198" y="240"/>
                  </a:lnTo>
                  <a:lnTo>
                    <a:pt x="222" y="252"/>
                  </a:lnTo>
                  <a:lnTo>
                    <a:pt x="234" y="264"/>
                  </a:lnTo>
                  <a:lnTo>
                    <a:pt x="258" y="264"/>
                  </a:lnTo>
                  <a:lnTo>
                    <a:pt x="270" y="252"/>
                  </a:lnTo>
                  <a:lnTo>
                    <a:pt x="258" y="240"/>
                  </a:lnTo>
                  <a:lnTo>
                    <a:pt x="246" y="240"/>
                  </a:lnTo>
                  <a:lnTo>
                    <a:pt x="234" y="234"/>
                  </a:lnTo>
                  <a:lnTo>
                    <a:pt x="222" y="234"/>
                  </a:lnTo>
                  <a:lnTo>
                    <a:pt x="210" y="228"/>
                  </a:lnTo>
                  <a:lnTo>
                    <a:pt x="204" y="216"/>
                  </a:lnTo>
                  <a:lnTo>
                    <a:pt x="198" y="210"/>
                  </a:lnTo>
                  <a:lnTo>
                    <a:pt x="198" y="204"/>
                  </a:lnTo>
                  <a:lnTo>
                    <a:pt x="192" y="192"/>
                  </a:lnTo>
                  <a:lnTo>
                    <a:pt x="186" y="186"/>
                  </a:lnTo>
                  <a:lnTo>
                    <a:pt x="174" y="162"/>
                  </a:lnTo>
                  <a:lnTo>
                    <a:pt x="168" y="156"/>
                  </a:lnTo>
                  <a:lnTo>
                    <a:pt x="162" y="144"/>
                  </a:lnTo>
                  <a:lnTo>
                    <a:pt x="150" y="132"/>
                  </a:lnTo>
                  <a:lnTo>
                    <a:pt x="150" y="120"/>
                  </a:lnTo>
                  <a:lnTo>
                    <a:pt x="144" y="114"/>
                  </a:lnTo>
                  <a:lnTo>
                    <a:pt x="144" y="102"/>
                  </a:lnTo>
                  <a:lnTo>
                    <a:pt x="150" y="96"/>
                  </a:lnTo>
                  <a:lnTo>
                    <a:pt x="156" y="96"/>
                  </a:lnTo>
                  <a:lnTo>
                    <a:pt x="162" y="102"/>
                  </a:lnTo>
                  <a:lnTo>
                    <a:pt x="162" y="108"/>
                  </a:lnTo>
                  <a:lnTo>
                    <a:pt x="168" y="114"/>
                  </a:lnTo>
                  <a:lnTo>
                    <a:pt x="180" y="114"/>
                  </a:lnTo>
                  <a:lnTo>
                    <a:pt x="180" y="120"/>
                  </a:lnTo>
                  <a:lnTo>
                    <a:pt x="186" y="120"/>
                  </a:lnTo>
                  <a:lnTo>
                    <a:pt x="198" y="132"/>
                  </a:lnTo>
                  <a:lnTo>
                    <a:pt x="198" y="144"/>
                  </a:lnTo>
                  <a:lnTo>
                    <a:pt x="204" y="144"/>
                  </a:lnTo>
                  <a:lnTo>
                    <a:pt x="210" y="138"/>
                  </a:lnTo>
                  <a:lnTo>
                    <a:pt x="216" y="138"/>
                  </a:lnTo>
                  <a:lnTo>
                    <a:pt x="204" y="120"/>
                  </a:lnTo>
                  <a:lnTo>
                    <a:pt x="210" y="120"/>
                  </a:lnTo>
                  <a:lnTo>
                    <a:pt x="234" y="132"/>
                  </a:lnTo>
                  <a:lnTo>
                    <a:pt x="222" y="114"/>
                  </a:lnTo>
                  <a:lnTo>
                    <a:pt x="228" y="108"/>
                  </a:lnTo>
                  <a:lnTo>
                    <a:pt x="228" y="84"/>
                  </a:lnTo>
                  <a:lnTo>
                    <a:pt x="240" y="72"/>
                  </a:lnTo>
                  <a:lnTo>
                    <a:pt x="270" y="72"/>
                  </a:lnTo>
                  <a:lnTo>
                    <a:pt x="276" y="78"/>
                  </a:lnTo>
                  <a:lnTo>
                    <a:pt x="276" y="90"/>
                  </a:lnTo>
                  <a:lnTo>
                    <a:pt x="288" y="90"/>
                  </a:lnTo>
                  <a:lnTo>
                    <a:pt x="294" y="84"/>
                  </a:lnTo>
                  <a:lnTo>
                    <a:pt x="300" y="72"/>
                  </a:lnTo>
                  <a:lnTo>
                    <a:pt x="306" y="66"/>
                  </a:lnTo>
                  <a:lnTo>
                    <a:pt x="342" y="66"/>
                  </a:lnTo>
                  <a:lnTo>
                    <a:pt x="360" y="72"/>
                  </a:lnTo>
                  <a:lnTo>
                    <a:pt x="372" y="72"/>
                  </a:lnTo>
                  <a:lnTo>
                    <a:pt x="378" y="78"/>
                  </a:lnTo>
                  <a:lnTo>
                    <a:pt x="384" y="78"/>
                  </a:lnTo>
                  <a:lnTo>
                    <a:pt x="384" y="72"/>
                  </a:lnTo>
                  <a:lnTo>
                    <a:pt x="390" y="60"/>
                  </a:lnTo>
                  <a:lnTo>
                    <a:pt x="390" y="48"/>
                  </a:lnTo>
                  <a:lnTo>
                    <a:pt x="384" y="42"/>
                  </a:lnTo>
                  <a:lnTo>
                    <a:pt x="384" y="36"/>
                  </a:lnTo>
                  <a:lnTo>
                    <a:pt x="390" y="30"/>
                  </a:lnTo>
                  <a:lnTo>
                    <a:pt x="408" y="30"/>
                  </a:lnTo>
                  <a:lnTo>
                    <a:pt x="408" y="18"/>
                  </a:lnTo>
                  <a:lnTo>
                    <a:pt x="402" y="12"/>
                  </a:lnTo>
                  <a:lnTo>
                    <a:pt x="402" y="6"/>
                  </a:lnTo>
                  <a:lnTo>
                    <a:pt x="390" y="6"/>
                  </a:lnTo>
                  <a:lnTo>
                    <a:pt x="384" y="0"/>
                  </a:lnTo>
                  <a:lnTo>
                    <a:pt x="366" y="6"/>
                  </a:lnTo>
                  <a:lnTo>
                    <a:pt x="372" y="12"/>
                  </a:lnTo>
                  <a:lnTo>
                    <a:pt x="372" y="30"/>
                  </a:lnTo>
                  <a:lnTo>
                    <a:pt x="366" y="36"/>
                  </a:lnTo>
                  <a:lnTo>
                    <a:pt x="348" y="36"/>
                  </a:lnTo>
                  <a:lnTo>
                    <a:pt x="336" y="24"/>
                  </a:lnTo>
                  <a:lnTo>
                    <a:pt x="324" y="36"/>
                  </a:lnTo>
                  <a:lnTo>
                    <a:pt x="312" y="36"/>
                  </a:lnTo>
                  <a:lnTo>
                    <a:pt x="300" y="24"/>
                  </a:lnTo>
                  <a:lnTo>
                    <a:pt x="294" y="30"/>
                  </a:lnTo>
                  <a:lnTo>
                    <a:pt x="282" y="30"/>
                  </a:lnTo>
                  <a:lnTo>
                    <a:pt x="264" y="12"/>
                  </a:lnTo>
                  <a:lnTo>
                    <a:pt x="264" y="6"/>
                  </a:lnTo>
                  <a:lnTo>
                    <a:pt x="234" y="12"/>
                  </a:lnTo>
                  <a:lnTo>
                    <a:pt x="228" y="30"/>
                  </a:lnTo>
                  <a:lnTo>
                    <a:pt x="204" y="24"/>
                  </a:lnTo>
                  <a:lnTo>
                    <a:pt x="198" y="30"/>
                  </a:lnTo>
                  <a:lnTo>
                    <a:pt x="186" y="36"/>
                  </a:lnTo>
                  <a:lnTo>
                    <a:pt x="174" y="36"/>
                  </a:lnTo>
                  <a:lnTo>
                    <a:pt x="168" y="30"/>
                  </a:lnTo>
                  <a:lnTo>
                    <a:pt x="162" y="30"/>
                  </a:lnTo>
                  <a:lnTo>
                    <a:pt x="150" y="36"/>
                  </a:lnTo>
                  <a:lnTo>
                    <a:pt x="138" y="48"/>
                  </a:lnTo>
                  <a:lnTo>
                    <a:pt x="126" y="54"/>
                  </a:lnTo>
                  <a:lnTo>
                    <a:pt x="102" y="54"/>
                  </a:lnTo>
                  <a:lnTo>
                    <a:pt x="102" y="60"/>
                  </a:lnTo>
                  <a:lnTo>
                    <a:pt x="96" y="72"/>
                  </a:lnTo>
                  <a:lnTo>
                    <a:pt x="72" y="72"/>
                  </a:lnTo>
                  <a:lnTo>
                    <a:pt x="66" y="66"/>
                  </a:lnTo>
                  <a:lnTo>
                    <a:pt x="60" y="66"/>
                  </a:lnTo>
                  <a:lnTo>
                    <a:pt x="48" y="72"/>
                  </a:lnTo>
                  <a:lnTo>
                    <a:pt x="54" y="84"/>
                  </a:lnTo>
                  <a:lnTo>
                    <a:pt x="54" y="90"/>
                  </a:lnTo>
                  <a:lnTo>
                    <a:pt x="42" y="102"/>
                  </a:lnTo>
                  <a:lnTo>
                    <a:pt x="24" y="102"/>
                  </a:lnTo>
                  <a:lnTo>
                    <a:pt x="24" y="126"/>
                  </a:lnTo>
                  <a:lnTo>
                    <a:pt x="12" y="132"/>
                  </a:lnTo>
                  <a:lnTo>
                    <a:pt x="0" y="132"/>
                  </a:lnTo>
                  <a:lnTo>
                    <a:pt x="0" y="198"/>
                  </a:lnTo>
                  <a:lnTo>
                    <a:pt x="6" y="204"/>
                  </a:lnTo>
                  <a:lnTo>
                    <a:pt x="18" y="210"/>
                  </a:lnTo>
                  <a:lnTo>
                    <a:pt x="24" y="216"/>
                  </a:lnTo>
                  <a:lnTo>
                    <a:pt x="30" y="228"/>
                  </a:lnTo>
                  <a:lnTo>
                    <a:pt x="36" y="234"/>
                  </a:lnTo>
                  <a:lnTo>
                    <a:pt x="42" y="246"/>
                  </a:lnTo>
                  <a:lnTo>
                    <a:pt x="54" y="258"/>
                  </a:lnTo>
                  <a:lnTo>
                    <a:pt x="60" y="270"/>
                  </a:lnTo>
                  <a:lnTo>
                    <a:pt x="84" y="270"/>
                  </a:lnTo>
                  <a:lnTo>
                    <a:pt x="96" y="264"/>
                  </a:lnTo>
                  <a:lnTo>
                    <a:pt x="108" y="264"/>
                  </a:lnTo>
                  <a:close/>
                  <a:moveTo>
                    <a:pt x="396" y="252"/>
                  </a:moveTo>
                  <a:lnTo>
                    <a:pt x="372" y="252"/>
                  </a:lnTo>
                  <a:lnTo>
                    <a:pt x="372" y="270"/>
                  </a:lnTo>
                  <a:lnTo>
                    <a:pt x="384" y="294"/>
                  </a:lnTo>
                  <a:lnTo>
                    <a:pt x="396" y="252"/>
                  </a:lnTo>
                  <a:close/>
                  <a:moveTo>
                    <a:pt x="24" y="312"/>
                  </a:moveTo>
                  <a:lnTo>
                    <a:pt x="18" y="318"/>
                  </a:lnTo>
                  <a:lnTo>
                    <a:pt x="24" y="324"/>
                  </a:lnTo>
                  <a:lnTo>
                    <a:pt x="30" y="324"/>
                  </a:lnTo>
                  <a:lnTo>
                    <a:pt x="36" y="330"/>
                  </a:lnTo>
                  <a:lnTo>
                    <a:pt x="42" y="324"/>
                  </a:lnTo>
                  <a:lnTo>
                    <a:pt x="42" y="318"/>
                  </a:lnTo>
                  <a:lnTo>
                    <a:pt x="30" y="306"/>
                  </a:lnTo>
                  <a:lnTo>
                    <a:pt x="24" y="312"/>
                  </a:lnTo>
                  <a:close/>
                  <a:moveTo>
                    <a:pt x="378" y="390"/>
                  </a:moveTo>
                  <a:lnTo>
                    <a:pt x="378" y="408"/>
                  </a:lnTo>
                  <a:lnTo>
                    <a:pt x="390" y="390"/>
                  </a:lnTo>
                  <a:lnTo>
                    <a:pt x="378" y="390"/>
                  </a:lnTo>
                  <a:close/>
                  <a:moveTo>
                    <a:pt x="408" y="330"/>
                  </a:moveTo>
                  <a:lnTo>
                    <a:pt x="396" y="330"/>
                  </a:lnTo>
                  <a:lnTo>
                    <a:pt x="384" y="336"/>
                  </a:lnTo>
                  <a:lnTo>
                    <a:pt x="384" y="342"/>
                  </a:lnTo>
                  <a:lnTo>
                    <a:pt x="396" y="342"/>
                  </a:lnTo>
                  <a:lnTo>
                    <a:pt x="402" y="336"/>
                  </a:lnTo>
                  <a:lnTo>
                    <a:pt x="408" y="336"/>
                  </a:lnTo>
                  <a:lnTo>
                    <a:pt x="408" y="330"/>
                  </a:lnTo>
                  <a:close/>
                  <a:moveTo>
                    <a:pt x="396" y="192"/>
                  </a:moveTo>
                  <a:lnTo>
                    <a:pt x="372" y="198"/>
                  </a:lnTo>
                  <a:lnTo>
                    <a:pt x="372" y="210"/>
                  </a:lnTo>
                  <a:lnTo>
                    <a:pt x="390" y="210"/>
                  </a:lnTo>
                  <a:lnTo>
                    <a:pt x="396" y="216"/>
                  </a:lnTo>
                  <a:lnTo>
                    <a:pt x="396" y="222"/>
                  </a:lnTo>
                  <a:lnTo>
                    <a:pt x="414" y="222"/>
                  </a:lnTo>
                  <a:lnTo>
                    <a:pt x="414" y="210"/>
                  </a:lnTo>
                  <a:lnTo>
                    <a:pt x="396" y="192"/>
                  </a:lnTo>
                  <a:close/>
                  <a:moveTo>
                    <a:pt x="342" y="372"/>
                  </a:moveTo>
                  <a:lnTo>
                    <a:pt x="342" y="378"/>
                  </a:lnTo>
                  <a:lnTo>
                    <a:pt x="348" y="384"/>
                  </a:lnTo>
                  <a:lnTo>
                    <a:pt x="360" y="384"/>
                  </a:lnTo>
                  <a:lnTo>
                    <a:pt x="366" y="378"/>
                  </a:lnTo>
                  <a:lnTo>
                    <a:pt x="366" y="372"/>
                  </a:lnTo>
                  <a:lnTo>
                    <a:pt x="360" y="366"/>
                  </a:lnTo>
                  <a:lnTo>
                    <a:pt x="342" y="366"/>
                  </a:lnTo>
                  <a:lnTo>
                    <a:pt x="342" y="372"/>
                  </a:lnTo>
                  <a:close/>
                  <a:moveTo>
                    <a:pt x="444" y="312"/>
                  </a:moveTo>
                  <a:lnTo>
                    <a:pt x="432" y="312"/>
                  </a:lnTo>
                  <a:lnTo>
                    <a:pt x="432" y="330"/>
                  </a:lnTo>
                  <a:lnTo>
                    <a:pt x="444" y="336"/>
                  </a:lnTo>
                  <a:lnTo>
                    <a:pt x="450" y="330"/>
                  </a:lnTo>
                  <a:lnTo>
                    <a:pt x="450" y="318"/>
                  </a:lnTo>
                  <a:lnTo>
                    <a:pt x="444" y="312"/>
                  </a:lnTo>
                  <a:close/>
                  <a:moveTo>
                    <a:pt x="444" y="372"/>
                  </a:moveTo>
                  <a:lnTo>
                    <a:pt x="456" y="354"/>
                  </a:lnTo>
                  <a:lnTo>
                    <a:pt x="438" y="354"/>
                  </a:lnTo>
                  <a:lnTo>
                    <a:pt x="444" y="372"/>
                  </a:lnTo>
                  <a:close/>
                  <a:moveTo>
                    <a:pt x="276" y="222"/>
                  </a:moveTo>
                  <a:lnTo>
                    <a:pt x="276" y="240"/>
                  </a:lnTo>
                  <a:lnTo>
                    <a:pt x="288" y="240"/>
                  </a:lnTo>
                  <a:lnTo>
                    <a:pt x="276" y="222"/>
                  </a:lnTo>
                  <a:close/>
                  <a:moveTo>
                    <a:pt x="534" y="420"/>
                  </a:moveTo>
                  <a:lnTo>
                    <a:pt x="522" y="420"/>
                  </a:lnTo>
                  <a:lnTo>
                    <a:pt x="516" y="426"/>
                  </a:lnTo>
                  <a:lnTo>
                    <a:pt x="510" y="438"/>
                  </a:lnTo>
                  <a:lnTo>
                    <a:pt x="510" y="468"/>
                  </a:lnTo>
                  <a:lnTo>
                    <a:pt x="516" y="468"/>
                  </a:lnTo>
                  <a:lnTo>
                    <a:pt x="522" y="456"/>
                  </a:lnTo>
                  <a:lnTo>
                    <a:pt x="528" y="450"/>
                  </a:lnTo>
                  <a:lnTo>
                    <a:pt x="534" y="438"/>
                  </a:lnTo>
                  <a:lnTo>
                    <a:pt x="534" y="420"/>
                  </a:lnTo>
                  <a:close/>
                  <a:moveTo>
                    <a:pt x="462" y="384"/>
                  </a:moveTo>
                  <a:lnTo>
                    <a:pt x="456" y="408"/>
                  </a:lnTo>
                  <a:lnTo>
                    <a:pt x="498" y="378"/>
                  </a:lnTo>
                  <a:lnTo>
                    <a:pt x="486" y="372"/>
                  </a:lnTo>
                  <a:lnTo>
                    <a:pt x="462" y="384"/>
                  </a:lnTo>
                  <a:close/>
                  <a:moveTo>
                    <a:pt x="462" y="510"/>
                  </a:moveTo>
                  <a:lnTo>
                    <a:pt x="480" y="510"/>
                  </a:lnTo>
                  <a:lnTo>
                    <a:pt x="468" y="468"/>
                  </a:lnTo>
                  <a:lnTo>
                    <a:pt x="462" y="510"/>
                  </a:lnTo>
                  <a:close/>
                  <a:moveTo>
                    <a:pt x="276" y="330"/>
                  </a:moveTo>
                  <a:lnTo>
                    <a:pt x="270" y="336"/>
                  </a:lnTo>
                  <a:lnTo>
                    <a:pt x="270" y="348"/>
                  </a:lnTo>
                  <a:lnTo>
                    <a:pt x="276" y="348"/>
                  </a:lnTo>
                  <a:lnTo>
                    <a:pt x="288" y="336"/>
                  </a:lnTo>
                  <a:lnTo>
                    <a:pt x="282" y="330"/>
                  </a:lnTo>
                  <a:lnTo>
                    <a:pt x="276" y="330"/>
                  </a:lnTo>
                  <a:close/>
                  <a:moveTo>
                    <a:pt x="186" y="432"/>
                  </a:moveTo>
                  <a:lnTo>
                    <a:pt x="180" y="438"/>
                  </a:lnTo>
                  <a:lnTo>
                    <a:pt x="180" y="450"/>
                  </a:lnTo>
                  <a:lnTo>
                    <a:pt x="186" y="456"/>
                  </a:lnTo>
                  <a:lnTo>
                    <a:pt x="198" y="444"/>
                  </a:lnTo>
                  <a:lnTo>
                    <a:pt x="198" y="438"/>
                  </a:lnTo>
                  <a:lnTo>
                    <a:pt x="192" y="432"/>
                  </a:lnTo>
                  <a:lnTo>
                    <a:pt x="186" y="432"/>
                  </a:lnTo>
                  <a:close/>
                  <a:moveTo>
                    <a:pt x="384" y="528"/>
                  </a:moveTo>
                  <a:lnTo>
                    <a:pt x="378" y="528"/>
                  </a:lnTo>
                  <a:lnTo>
                    <a:pt x="378" y="516"/>
                  </a:lnTo>
                  <a:lnTo>
                    <a:pt x="372" y="510"/>
                  </a:lnTo>
                  <a:lnTo>
                    <a:pt x="342" y="510"/>
                  </a:lnTo>
                  <a:lnTo>
                    <a:pt x="306" y="504"/>
                  </a:lnTo>
                  <a:lnTo>
                    <a:pt x="276" y="504"/>
                  </a:lnTo>
                  <a:lnTo>
                    <a:pt x="246" y="486"/>
                  </a:lnTo>
                  <a:lnTo>
                    <a:pt x="228" y="504"/>
                  </a:lnTo>
                  <a:lnTo>
                    <a:pt x="234" y="510"/>
                  </a:lnTo>
                  <a:lnTo>
                    <a:pt x="246" y="516"/>
                  </a:lnTo>
                  <a:lnTo>
                    <a:pt x="252" y="522"/>
                  </a:lnTo>
                  <a:lnTo>
                    <a:pt x="258" y="516"/>
                  </a:lnTo>
                  <a:lnTo>
                    <a:pt x="264" y="528"/>
                  </a:lnTo>
                  <a:lnTo>
                    <a:pt x="300" y="528"/>
                  </a:lnTo>
                  <a:lnTo>
                    <a:pt x="312" y="552"/>
                  </a:lnTo>
                  <a:lnTo>
                    <a:pt x="354" y="546"/>
                  </a:lnTo>
                  <a:lnTo>
                    <a:pt x="354" y="540"/>
                  </a:lnTo>
                  <a:lnTo>
                    <a:pt x="402" y="540"/>
                  </a:lnTo>
                  <a:lnTo>
                    <a:pt x="414" y="528"/>
                  </a:lnTo>
                  <a:lnTo>
                    <a:pt x="414" y="522"/>
                  </a:lnTo>
                  <a:lnTo>
                    <a:pt x="408" y="516"/>
                  </a:lnTo>
                  <a:lnTo>
                    <a:pt x="402" y="516"/>
                  </a:lnTo>
                  <a:lnTo>
                    <a:pt x="396" y="522"/>
                  </a:lnTo>
                  <a:lnTo>
                    <a:pt x="390" y="522"/>
                  </a:lnTo>
                  <a:lnTo>
                    <a:pt x="384" y="528"/>
                  </a:lnTo>
                  <a:close/>
                  <a:moveTo>
                    <a:pt x="420" y="408"/>
                  </a:moveTo>
                  <a:lnTo>
                    <a:pt x="408" y="408"/>
                  </a:lnTo>
                  <a:lnTo>
                    <a:pt x="408" y="420"/>
                  </a:lnTo>
                  <a:lnTo>
                    <a:pt x="420" y="420"/>
                  </a:lnTo>
                  <a:lnTo>
                    <a:pt x="426" y="414"/>
                  </a:lnTo>
                  <a:lnTo>
                    <a:pt x="420" y="408"/>
                  </a:lnTo>
                  <a:close/>
                  <a:moveTo>
                    <a:pt x="114" y="276"/>
                  </a:moveTo>
                  <a:lnTo>
                    <a:pt x="90" y="288"/>
                  </a:lnTo>
                  <a:lnTo>
                    <a:pt x="84" y="288"/>
                  </a:lnTo>
                  <a:lnTo>
                    <a:pt x="66" y="312"/>
                  </a:lnTo>
                  <a:lnTo>
                    <a:pt x="96" y="336"/>
                  </a:lnTo>
                  <a:lnTo>
                    <a:pt x="96" y="348"/>
                  </a:lnTo>
                  <a:lnTo>
                    <a:pt x="90" y="366"/>
                  </a:lnTo>
                  <a:lnTo>
                    <a:pt x="90" y="384"/>
                  </a:lnTo>
                  <a:lnTo>
                    <a:pt x="96" y="390"/>
                  </a:lnTo>
                  <a:lnTo>
                    <a:pt x="108" y="396"/>
                  </a:lnTo>
                  <a:lnTo>
                    <a:pt x="114" y="396"/>
                  </a:lnTo>
                  <a:lnTo>
                    <a:pt x="114" y="390"/>
                  </a:lnTo>
                  <a:lnTo>
                    <a:pt x="126" y="378"/>
                  </a:lnTo>
                  <a:lnTo>
                    <a:pt x="132" y="378"/>
                  </a:lnTo>
                  <a:lnTo>
                    <a:pt x="156" y="420"/>
                  </a:lnTo>
                  <a:lnTo>
                    <a:pt x="162" y="390"/>
                  </a:lnTo>
                  <a:lnTo>
                    <a:pt x="180" y="414"/>
                  </a:lnTo>
                  <a:lnTo>
                    <a:pt x="204" y="420"/>
                  </a:lnTo>
                  <a:lnTo>
                    <a:pt x="186" y="402"/>
                  </a:lnTo>
                  <a:lnTo>
                    <a:pt x="192" y="396"/>
                  </a:lnTo>
                  <a:lnTo>
                    <a:pt x="192" y="372"/>
                  </a:lnTo>
                  <a:lnTo>
                    <a:pt x="186" y="366"/>
                  </a:lnTo>
                  <a:lnTo>
                    <a:pt x="180" y="354"/>
                  </a:lnTo>
                  <a:lnTo>
                    <a:pt x="174" y="348"/>
                  </a:lnTo>
                  <a:lnTo>
                    <a:pt x="168" y="336"/>
                  </a:lnTo>
                  <a:lnTo>
                    <a:pt x="168" y="330"/>
                  </a:lnTo>
                  <a:lnTo>
                    <a:pt x="186" y="330"/>
                  </a:lnTo>
                  <a:lnTo>
                    <a:pt x="198" y="336"/>
                  </a:lnTo>
                  <a:lnTo>
                    <a:pt x="210" y="348"/>
                  </a:lnTo>
                  <a:lnTo>
                    <a:pt x="222" y="342"/>
                  </a:lnTo>
                  <a:lnTo>
                    <a:pt x="210" y="336"/>
                  </a:lnTo>
                  <a:lnTo>
                    <a:pt x="204" y="324"/>
                  </a:lnTo>
                  <a:lnTo>
                    <a:pt x="192" y="318"/>
                  </a:lnTo>
                  <a:lnTo>
                    <a:pt x="186" y="312"/>
                  </a:lnTo>
                  <a:lnTo>
                    <a:pt x="174" y="306"/>
                  </a:lnTo>
                  <a:lnTo>
                    <a:pt x="156" y="294"/>
                  </a:lnTo>
                  <a:lnTo>
                    <a:pt x="138" y="288"/>
                  </a:lnTo>
                  <a:lnTo>
                    <a:pt x="126" y="282"/>
                  </a:lnTo>
                  <a:lnTo>
                    <a:pt x="120" y="276"/>
                  </a:lnTo>
                  <a:lnTo>
                    <a:pt x="114" y="27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04" name="Ghana" descr="© INSCALE GmbH, 05.05.2010&#10;http://www.presentationload.com/">
              <a:extLst>
                <a:ext uri="{FF2B5EF4-FFF2-40B4-BE49-F238E27FC236}">
                  <a16:creationId xmlns:a16="http://schemas.microsoft.com/office/drawing/2014/main" id="{67FFB033-0063-4F30-8751-BF83B0CAD909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654441" y="2707866"/>
              <a:ext cx="107272" cy="169546"/>
            </a:xfrm>
            <a:custGeom>
              <a:avLst/>
              <a:gdLst>
                <a:gd name="T0" fmla="*/ 2147483647 w 324"/>
                <a:gd name="T1" fmla="*/ 2147483647 h 516"/>
                <a:gd name="T2" fmla="*/ 2147483647 w 324"/>
                <a:gd name="T3" fmla="*/ 2147483647 h 516"/>
                <a:gd name="T4" fmla="*/ 2147483647 w 324"/>
                <a:gd name="T5" fmla="*/ 2147483647 h 516"/>
                <a:gd name="T6" fmla="*/ 2147483647 w 324"/>
                <a:gd name="T7" fmla="*/ 2147483647 h 516"/>
                <a:gd name="T8" fmla="*/ 2147483647 w 324"/>
                <a:gd name="T9" fmla="*/ 2147483647 h 516"/>
                <a:gd name="T10" fmla="*/ 2147483647 w 324"/>
                <a:gd name="T11" fmla="*/ 2147483647 h 516"/>
                <a:gd name="T12" fmla="*/ 2147483647 w 324"/>
                <a:gd name="T13" fmla="*/ 2147483647 h 516"/>
                <a:gd name="T14" fmla="*/ 2147483647 w 324"/>
                <a:gd name="T15" fmla="*/ 2147483647 h 516"/>
                <a:gd name="T16" fmla="*/ 2147483647 w 324"/>
                <a:gd name="T17" fmla="*/ 2147483647 h 516"/>
                <a:gd name="T18" fmla="*/ 2147483647 w 324"/>
                <a:gd name="T19" fmla="*/ 2147483647 h 516"/>
                <a:gd name="T20" fmla="*/ 2147483647 w 324"/>
                <a:gd name="T21" fmla="*/ 2147483647 h 516"/>
                <a:gd name="T22" fmla="*/ 2147483647 w 324"/>
                <a:gd name="T23" fmla="*/ 2147483647 h 516"/>
                <a:gd name="T24" fmla="*/ 2147483647 w 324"/>
                <a:gd name="T25" fmla="*/ 2147483647 h 516"/>
                <a:gd name="T26" fmla="*/ 2147483647 w 324"/>
                <a:gd name="T27" fmla="*/ 0 h 516"/>
                <a:gd name="T28" fmla="*/ 2147483647 w 324"/>
                <a:gd name="T29" fmla="*/ 2147483647 h 516"/>
                <a:gd name="T30" fmla="*/ 2147483647 w 324"/>
                <a:gd name="T31" fmla="*/ 2147483647 h 516"/>
                <a:gd name="T32" fmla="*/ 2147483647 w 324"/>
                <a:gd name="T33" fmla="*/ 2147483647 h 516"/>
                <a:gd name="T34" fmla="*/ 2147483647 w 324"/>
                <a:gd name="T35" fmla="*/ 2147483647 h 516"/>
                <a:gd name="T36" fmla="*/ 2147483647 w 324"/>
                <a:gd name="T37" fmla="*/ 2147483647 h 516"/>
                <a:gd name="T38" fmla="*/ 2147483647 w 324"/>
                <a:gd name="T39" fmla="*/ 2147483647 h 516"/>
                <a:gd name="T40" fmla="*/ 2147483647 w 324"/>
                <a:gd name="T41" fmla="*/ 2147483647 h 516"/>
                <a:gd name="T42" fmla="*/ 2147483647 w 324"/>
                <a:gd name="T43" fmla="*/ 2147483647 h 516"/>
                <a:gd name="T44" fmla="*/ 2147483647 w 324"/>
                <a:gd name="T45" fmla="*/ 2147483647 h 516"/>
                <a:gd name="T46" fmla="*/ 2147483647 w 324"/>
                <a:gd name="T47" fmla="*/ 2147483647 h 516"/>
                <a:gd name="T48" fmla="*/ 2147483647 w 324"/>
                <a:gd name="T49" fmla="*/ 2147483647 h 516"/>
                <a:gd name="T50" fmla="*/ 2147483647 w 324"/>
                <a:gd name="T51" fmla="*/ 2147483647 h 516"/>
                <a:gd name="T52" fmla="*/ 2147483647 w 324"/>
                <a:gd name="T53" fmla="*/ 2147483647 h 516"/>
                <a:gd name="T54" fmla="*/ 0 w 324"/>
                <a:gd name="T55" fmla="*/ 2147483647 h 516"/>
                <a:gd name="T56" fmla="*/ 2147483647 w 324"/>
                <a:gd name="T57" fmla="*/ 2147483647 h 516"/>
                <a:gd name="T58" fmla="*/ 2147483647 w 324"/>
                <a:gd name="T59" fmla="*/ 2147483647 h 516"/>
                <a:gd name="T60" fmla="*/ 2147483647 w 324"/>
                <a:gd name="T61" fmla="*/ 2147483647 h 516"/>
                <a:gd name="T62" fmla="*/ 2147483647 w 324"/>
                <a:gd name="T63" fmla="*/ 2147483647 h 516"/>
                <a:gd name="T64" fmla="*/ 2147483647 w 324"/>
                <a:gd name="T65" fmla="*/ 2147483647 h 516"/>
                <a:gd name="T66" fmla="*/ 2147483647 w 324"/>
                <a:gd name="T67" fmla="*/ 2147483647 h 516"/>
                <a:gd name="T68" fmla="*/ 2147483647 w 324"/>
                <a:gd name="T69" fmla="*/ 2147483647 h 516"/>
                <a:gd name="T70" fmla="*/ 2147483647 w 324"/>
                <a:gd name="T71" fmla="*/ 2147483647 h 516"/>
                <a:gd name="T72" fmla="*/ 2147483647 w 324"/>
                <a:gd name="T73" fmla="*/ 2147483647 h 516"/>
                <a:gd name="T74" fmla="*/ 2147483647 w 324"/>
                <a:gd name="T75" fmla="*/ 2147483647 h 516"/>
                <a:gd name="T76" fmla="*/ 2147483647 w 324"/>
                <a:gd name="T77" fmla="*/ 2147483647 h 516"/>
                <a:gd name="T78" fmla="*/ 2147483647 w 324"/>
                <a:gd name="T79" fmla="*/ 2147483647 h 516"/>
                <a:gd name="T80" fmla="*/ 2147483647 w 324"/>
                <a:gd name="T81" fmla="*/ 2147483647 h 516"/>
                <a:gd name="T82" fmla="*/ 2147483647 w 324"/>
                <a:gd name="T83" fmla="*/ 2147483647 h 516"/>
                <a:gd name="T84" fmla="*/ 2147483647 w 324"/>
                <a:gd name="T85" fmla="*/ 2147483647 h 516"/>
                <a:gd name="T86" fmla="*/ 2147483647 w 324"/>
                <a:gd name="T87" fmla="*/ 2147483647 h 51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24"/>
                <a:gd name="T133" fmla="*/ 0 h 516"/>
                <a:gd name="T134" fmla="*/ 324 w 324"/>
                <a:gd name="T135" fmla="*/ 516 h 51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24" h="516">
                  <a:moveTo>
                    <a:pt x="282" y="342"/>
                  </a:moveTo>
                  <a:lnTo>
                    <a:pt x="282" y="330"/>
                  </a:lnTo>
                  <a:lnTo>
                    <a:pt x="288" y="318"/>
                  </a:lnTo>
                  <a:lnTo>
                    <a:pt x="288" y="306"/>
                  </a:lnTo>
                  <a:lnTo>
                    <a:pt x="282" y="300"/>
                  </a:lnTo>
                  <a:lnTo>
                    <a:pt x="276" y="300"/>
                  </a:lnTo>
                  <a:lnTo>
                    <a:pt x="276" y="282"/>
                  </a:lnTo>
                  <a:lnTo>
                    <a:pt x="282" y="276"/>
                  </a:lnTo>
                  <a:lnTo>
                    <a:pt x="282" y="234"/>
                  </a:lnTo>
                  <a:lnTo>
                    <a:pt x="288" y="228"/>
                  </a:lnTo>
                  <a:lnTo>
                    <a:pt x="288" y="216"/>
                  </a:lnTo>
                  <a:lnTo>
                    <a:pt x="282" y="210"/>
                  </a:lnTo>
                  <a:lnTo>
                    <a:pt x="270" y="204"/>
                  </a:lnTo>
                  <a:lnTo>
                    <a:pt x="264" y="198"/>
                  </a:lnTo>
                  <a:lnTo>
                    <a:pt x="276" y="186"/>
                  </a:lnTo>
                  <a:lnTo>
                    <a:pt x="282" y="186"/>
                  </a:lnTo>
                  <a:lnTo>
                    <a:pt x="282" y="180"/>
                  </a:lnTo>
                  <a:lnTo>
                    <a:pt x="270" y="168"/>
                  </a:lnTo>
                  <a:lnTo>
                    <a:pt x="276" y="156"/>
                  </a:lnTo>
                  <a:lnTo>
                    <a:pt x="276" y="132"/>
                  </a:lnTo>
                  <a:lnTo>
                    <a:pt x="270" y="126"/>
                  </a:lnTo>
                  <a:lnTo>
                    <a:pt x="264" y="126"/>
                  </a:lnTo>
                  <a:lnTo>
                    <a:pt x="252" y="138"/>
                  </a:lnTo>
                  <a:lnTo>
                    <a:pt x="264" y="60"/>
                  </a:lnTo>
                  <a:lnTo>
                    <a:pt x="228" y="36"/>
                  </a:lnTo>
                  <a:lnTo>
                    <a:pt x="240" y="24"/>
                  </a:lnTo>
                  <a:lnTo>
                    <a:pt x="240" y="6"/>
                  </a:lnTo>
                  <a:lnTo>
                    <a:pt x="222" y="0"/>
                  </a:lnTo>
                  <a:lnTo>
                    <a:pt x="198" y="12"/>
                  </a:lnTo>
                  <a:lnTo>
                    <a:pt x="42" y="12"/>
                  </a:lnTo>
                  <a:lnTo>
                    <a:pt x="36" y="18"/>
                  </a:lnTo>
                  <a:lnTo>
                    <a:pt x="30" y="30"/>
                  </a:lnTo>
                  <a:lnTo>
                    <a:pt x="30" y="48"/>
                  </a:lnTo>
                  <a:lnTo>
                    <a:pt x="36" y="48"/>
                  </a:lnTo>
                  <a:lnTo>
                    <a:pt x="42" y="78"/>
                  </a:lnTo>
                  <a:lnTo>
                    <a:pt x="42" y="132"/>
                  </a:lnTo>
                  <a:lnTo>
                    <a:pt x="48" y="126"/>
                  </a:lnTo>
                  <a:lnTo>
                    <a:pt x="54" y="156"/>
                  </a:lnTo>
                  <a:lnTo>
                    <a:pt x="42" y="156"/>
                  </a:lnTo>
                  <a:lnTo>
                    <a:pt x="42" y="162"/>
                  </a:lnTo>
                  <a:lnTo>
                    <a:pt x="48" y="168"/>
                  </a:lnTo>
                  <a:lnTo>
                    <a:pt x="48" y="180"/>
                  </a:lnTo>
                  <a:lnTo>
                    <a:pt x="54" y="192"/>
                  </a:lnTo>
                  <a:lnTo>
                    <a:pt x="54" y="204"/>
                  </a:lnTo>
                  <a:lnTo>
                    <a:pt x="60" y="216"/>
                  </a:lnTo>
                  <a:lnTo>
                    <a:pt x="60" y="228"/>
                  </a:lnTo>
                  <a:lnTo>
                    <a:pt x="48" y="252"/>
                  </a:lnTo>
                  <a:lnTo>
                    <a:pt x="42" y="258"/>
                  </a:lnTo>
                  <a:lnTo>
                    <a:pt x="36" y="270"/>
                  </a:lnTo>
                  <a:lnTo>
                    <a:pt x="36" y="288"/>
                  </a:lnTo>
                  <a:lnTo>
                    <a:pt x="30" y="300"/>
                  </a:lnTo>
                  <a:lnTo>
                    <a:pt x="30" y="312"/>
                  </a:lnTo>
                  <a:lnTo>
                    <a:pt x="12" y="330"/>
                  </a:lnTo>
                  <a:lnTo>
                    <a:pt x="6" y="342"/>
                  </a:lnTo>
                  <a:lnTo>
                    <a:pt x="0" y="348"/>
                  </a:lnTo>
                  <a:lnTo>
                    <a:pt x="0" y="372"/>
                  </a:lnTo>
                  <a:lnTo>
                    <a:pt x="6" y="384"/>
                  </a:lnTo>
                  <a:lnTo>
                    <a:pt x="12" y="402"/>
                  </a:lnTo>
                  <a:lnTo>
                    <a:pt x="12" y="414"/>
                  </a:lnTo>
                  <a:lnTo>
                    <a:pt x="18" y="426"/>
                  </a:lnTo>
                  <a:lnTo>
                    <a:pt x="24" y="432"/>
                  </a:lnTo>
                  <a:lnTo>
                    <a:pt x="24" y="438"/>
                  </a:lnTo>
                  <a:lnTo>
                    <a:pt x="48" y="444"/>
                  </a:lnTo>
                  <a:lnTo>
                    <a:pt x="48" y="498"/>
                  </a:lnTo>
                  <a:lnTo>
                    <a:pt x="72" y="498"/>
                  </a:lnTo>
                  <a:lnTo>
                    <a:pt x="78" y="504"/>
                  </a:lnTo>
                  <a:lnTo>
                    <a:pt x="78" y="510"/>
                  </a:lnTo>
                  <a:lnTo>
                    <a:pt x="84" y="516"/>
                  </a:lnTo>
                  <a:lnTo>
                    <a:pt x="96" y="516"/>
                  </a:lnTo>
                  <a:lnTo>
                    <a:pt x="108" y="510"/>
                  </a:lnTo>
                  <a:lnTo>
                    <a:pt x="114" y="504"/>
                  </a:lnTo>
                  <a:lnTo>
                    <a:pt x="132" y="492"/>
                  </a:lnTo>
                  <a:lnTo>
                    <a:pt x="138" y="486"/>
                  </a:lnTo>
                  <a:lnTo>
                    <a:pt x="150" y="480"/>
                  </a:lnTo>
                  <a:lnTo>
                    <a:pt x="180" y="480"/>
                  </a:lnTo>
                  <a:lnTo>
                    <a:pt x="186" y="474"/>
                  </a:lnTo>
                  <a:lnTo>
                    <a:pt x="198" y="468"/>
                  </a:lnTo>
                  <a:lnTo>
                    <a:pt x="216" y="450"/>
                  </a:lnTo>
                  <a:lnTo>
                    <a:pt x="228" y="450"/>
                  </a:lnTo>
                  <a:lnTo>
                    <a:pt x="234" y="444"/>
                  </a:lnTo>
                  <a:lnTo>
                    <a:pt x="240" y="444"/>
                  </a:lnTo>
                  <a:lnTo>
                    <a:pt x="258" y="426"/>
                  </a:lnTo>
                  <a:lnTo>
                    <a:pt x="270" y="426"/>
                  </a:lnTo>
                  <a:lnTo>
                    <a:pt x="276" y="432"/>
                  </a:lnTo>
                  <a:lnTo>
                    <a:pt x="294" y="432"/>
                  </a:lnTo>
                  <a:lnTo>
                    <a:pt x="306" y="426"/>
                  </a:lnTo>
                  <a:lnTo>
                    <a:pt x="324" y="408"/>
                  </a:lnTo>
                  <a:lnTo>
                    <a:pt x="294" y="384"/>
                  </a:lnTo>
                  <a:lnTo>
                    <a:pt x="282" y="34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05" name="Germany" descr="© INSCALE GmbH, 05.05.2010&#10;http://www.presentationload.com/">
              <a:extLst>
                <a:ext uri="{FF2B5EF4-FFF2-40B4-BE49-F238E27FC236}">
                  <a16:creationId xmlns:a16="http://schemas.microsoft.com/office/drawing/2014/main" id="{26CE231F-3A06-4A7E-91F4-CFF71B61DBAF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884492" y="1558296"/>
              <a:ext cx="186108" cy="193950"/>
            </a:xfrm>
            <a:custGeom>
              <a:avLst/>
              <a:gdLst>
                <a:gd name="T0" fmla="*/ 2147483647 w 564"/>
                <a:gd name="T1" fmla="*/ 2147483647 h 588"/>
                <a:gd name="T2" fmla="*/ 2147483647 w 564"/>
                <a:gd name="T3" fmla="*/ 2147483647 h 588"/>
                <a:gd name="T4" fmla="*/ 2147483647 w 564"/>
                <a:gd name="T5" fmla="*/ 2147483647 h 588"/>
                <a:gd name="T6" fmla="*/ 2147483647 w 564"/>
                <a:gd name="T7" fmla="*/ 2147483647 h 588"/>
                <a:gd name="T8" fmla="*/ 2147483647 w 564"/>
                <a:gd name="T9" fmla="*/ 2147483647 h 588"/>
                <a:gd name="T10" fmla="*/ 2147483647 w 564"/>
                <a:gd name="T11" fmla="*/ 2147483647 h 588"/>
                <a:gd name="T12" fmla="*/ 2147483647 w 564"/>
                <a:gd name="T13" fmla="*/ 2147483647 h 588"/>
                <a:gd name="T14" fmla="*/ 2147483647 w 564"/>
                <a:gd name="T15" fmla="*/ 2147483647 h 588"/>
                <a:gd name="T16" fmla="*/ 2147483647 w 564"/>
                <a:gd name="T17" fmla="*/ 2147483647 h 588"/>
                <a:gd name="T18" fmla="*/ 2147483647 w 564"/>
                <a:gd name="T19" fmla="*/ 2147483647 h 588"/>
                <a:gd name="T20" fmla="*/ 2147483647 w 564"/>
                <a:gd name="T21" fmla="*/ 2147483647 h 588"/>
                <a:gd name="T22" fmla="*/ 2147483647 w 564"/>
                <a:gd name="T23" fmla="*/ 2147483647 h 588"/>
                <a:gd name="T24" fmla="*/ 2147483647 w 564"/>
                <a:gd name="T25" fmla="*/ 2147483647 h 588"/>
                <a:gd name="T26" fmla="*/ 2147483647 w 564"/>
                <a:gd name="T27" fmla="*/ 2147483647 h 588"/>
                <a:gd name="T28" fmla="*/ 2147483647 w 564"/>
                <a:gd name="T29" fmla="*/ 2147483647 h 588"/>
                <a:gd name="T30" fmla="*/ 2147483647 w 564"/>
                <a:gd name="T31" fmla="*/ 2147483647 h 588"/>
                <a:gd name="T32" fmla="*/ 2147483647 w 564"/>
                <a:gd name="T33" fmla="*/ 2147483647 h 588"/>
                <a:gd name="T34" fmla="*/ 2147483647 w 564"/>
                <a:gd name="T35" fmla="*/ 2147483647 h 588"/>
                <a:gd name="T36" fmla="*/ 2147483647 w 564"/>
                <a:gd name="T37" fmla="*/ 2147483647 h 588"/>
                <a:gd name="T38" fmla="*/ 2147483647 w 564"/>
                <a:gd name="T39" fmla="*/ 2147483647 h 588"/>
                <a:gd name="T40" fmla="*/ 2147483647 w 564"/>
                <a:gd name="T41" fmla="*/ 2147483647 h 588"/>
                <a:gd name="T42" fmla="*/ 2147483647 w 564"/>
                <a:gd name="T43" fmla="*/ 2147483647 h 588"/>
                <a:gd name="T44" fmla="*/ 2147483647 w 564"/>
                <a:gd name="T45" fmla="*/ 2147483647 h 588"/>
                <a:gd name="T46" fmla="*/ 2147483647 w 564"/>
                <a:gd name="T47" fmla="*/ 2147483647 h 588"/>
                <a:gd name="T48" fmla="*/ 2147483647 w 564"/>
                <a:gd name="T49" fmla="*/ 2147483647 h 588"/>
                <a:gd name="T50" fmla="*/ 2147483647 w 564"/>
                <a:gd name="T51" fmla="*/ 2147483647 h 588"/>
                <a:gd name="T52" fmla="*/ 2147483647 w 564"/>
                <a:gd name="T53" fmla="*/ 2147483647 h 588"/>
                <a:gd name="T54" fmla="*/ 2147483647 w 564"/>
                <a:gd name="T55" fmla="*/ 2147483647 h 588"/>
                <a:gd name="T56" fmla="*/ 2147483647 w 564"/>
                <a:gd name="T57" fmla="*/ 2147483647 h 588"/>
                <a:gd name="T58" fmla="*/ 2147483647 w 564"/>
                <a:gd name="T59" fmla="*/ 2147483647 h 588"/>
                <a:gd name="T60" fmla="*/ 2147483647 w 564"/>
                <a:gd name="T61" fmla="*/ 2147483647 h 588"/>
                <a:gd name="T62" fmla="*/ 2147483647 w 564"/>
                <a:gd name="T63" fmla="*/ 2147483647 h 588"/>
                <a:gd name="T64" fmla="*/ 2147483647 w 564"/>
                <a:gd name="T65" fmla="*/ 2147483647 h 588"/>
                <a:gd name="T66" fmla="*/ 2147483647 w 564"/>
                <a:gd name="T67" fmla="*/ 2147483647 h 588"/>
                <a:gd name="T68" fmla="*/ 2147483647 w 564"/>
                <a:gd name="T69" fmla="*/ 2147483647 h 588"/>
                <a:gd name="T70" fmla="*/ 2147483647 w 564"/>
                <a:gd name="T71" fmla="*/ 2147483647 h 588"/>
                <a:gd name="T72" fmla="*/ 2147483647 w 564"/>
                <a:gd name="T73" fmla="*/ 2147483647 h 588"/>
                <a:gd name="T74" fmla="*/ 2147483647 w 564"/>
                <a:gd name="T75" fmla="*/ 2147483647 h 588"/>
                <a:gd name="T76" fmla="*/ 2147483647 w 564"/>
                <a:gd name="T77" fmla="*/ 2147483647 h 588"/>
                <a:gd name="T78" fmla="*/ 2147483647 w 564"/>
                <a:gd name="T79" fmla="*/ 2147483647 h 588"/>
                <a:gd name="T80" fmla="*/ 2147483647 w 564"/>
                <a:gd name="T81" fmla="*/ 2147483647 h 588"/>
                <a:gd name="T82" fmla="*/ 2147483647 w 564"/>
                <a:gd name="T83" fmla="*/ 0 h 588"/>
                <a:gd name="T84" fmla="*/ 2147483647 w 564"/>
                <a:gd name="T85" fmla="*/ 2147483647 h 588"/>
                <a:gd name="T86" fmla="*/ 2147483647 w 564"/>
                <a:gd name="T87" fmla="*/ 2147483647 h 588"/>
                <a:gd name="T88" fmla="*/ 2147483647 w 564"/>
                <a:gd name="T89" fmla="*/ 2147483647 h 588"/>
                <a:gd name="T90" fmla="*/ 2147483647 w 564"/>
                <a:gd name="T91" fmla="*/ 2147483647 h 588"/>
                <a:gd name="T92" fmla="*/ 2147483647 w 564"/>
                <a:gd name="T93" fmla="*/ 2147483647 h 588"/>
                <a:gd name="T94" fmla="*/ 2147483647 w 564"/>
                <a:gd name="T95" fmla="*/ 2147483647 h 588"/>
                <a:gd name="T96" fmla="*/ 2147483647 w 564"/>
                <a:gd name="T97" fmla="*/ 2147483647 h 588"/>
                <a:gd name="T98" fmla="*/ 2147483647 w 564"/>
                <a:gd name="T99" fmla="*/ 2147483647 h 588"/>
                <a:gd name="T100" fmla="*/ 2147483647 w 564"/>
                <a:gd name="T101" fmla="*/ 2147483647 h 588"/>
                <a:gd name="T102" fmla="*/ 2147483647 w 564"/>
                <a:gd name="T103" fmla="*/ 2147483647 h 588"/>
                <a:gd name="T104" fmla="*/ 0 w 564"/>
                <a:gd name="T105" fmla="*/ 2147483647 h 588"/>
                <a:gd name="T106" fmla="*/ 2147483647 w 564"/>
                <a:gd name="T107" fmla="*/ 2147483647 h 588"/>
                <a:gd name="T108" fmla="*/ 2147483647 w 564"/>
                <a:gd name="T109" fmla="*/ 2147483647 h 588"/>
                <a:gd name="T110" fmla="*/ 2147483647 w 564"/>
                <a:gd name="T111" fmla="*/ 2147483647 h 58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64"/>
                <a:gd name="T169" fmla="*/ 0 h 588"/>
                <a:gd name="T170" fmla="*/ 564 w 564"/>
                <a:gd name="T171" fmla="*/ 588 h 58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64" h="588">
                  <a:moveTo>
                    <a:pt x="30" y="414"/>
                  </a:moveTo>
                  <a:lnTo>
                    <a:pt x="30" y="420"/>
                  </a:lnTo>
                  <a:lnTo>
                    <a:pt x="36" y="420"/>
                  </a:lnTo>
                  <a:lnTo>
                    <a:pt x="36" y="444"/>
                  </a:lnTo>
                  <a:lnTo>
                    <a:pt x="60" y="444"/>
                  </a:lnTo>
                  <a:lnTo>
                    <a:pt x="60" y="450"/>
                  </a:lnTo>
                  <a:lnTo>
                    <a:pt x="72" y="450"/>
                  </a:lnTo>
                  <a:lnTo>
                    <a:pt x="84" y="444"/>
                  </a:lnTo>
                  <a:lnTo>
                    <a:pt x="96" y="444"/>
                  </a:lnTo>
                  <a:lnTo>
                    <a:pt x="96" y="450"/>
                  </a:lnTo>
                  <a:lnTo>
                    <a:pt x="120" y="450"/>
                  </a:lnTo>
                  <a:lnTo>
                    <a:pt x="138" y="456"/>
                  </a:lnTo>
                  <a:lnTo>
                    <a:pt x="132" y="468"/>
                  </a:lnTo>
                  <a:lnTo>
                    <a:pt x="114" y="486"/>
                  </a:lnTo>
                  <a:lnTo>
                    <a:pt x="114" y="498"/>
                  </a:lnTo>
                  <a:lnTo>
                    <a:pt x="108" y="510"/>
                  </a:lnTo>
                  <a:lnTo>
                    <a:pt x="102" y="516"/>
                  </a:lnTo>
                  <a:lnTo>
                    <a:pt x="96" y="528"/>
                  </a:lnTo>
                  <a:lnTo>
                    <a:pt x="96" y="570"/>
                  </a:lnTo>
                  <a:lnTo>
                    <a:pt x="132" y="570"/>
                  </a:lnTo>
                  <a:lnTo>
                    <a:pt x="150" y="564"/>
                  </a:lnTo>
                  <a:lnTo>
                    <a:pt x="156" y="570"/>
                  </a:lnTo>
                  <a:lnTo>
                    <a:pt x="150" y="564"/>
                  </a:lnTo>
                  <a:lnTo>
                    <a:pt x="150" y="552"/>
                  </a:lnTo>
                  <a:lnTo>
                    <a:pt x="156" y="546"/>
                  </a:lnTo>
                  <a:lnTo>
                    <a:pt x="162" y="546"/>
                  </a:lnTo>
                  <a:lnTo>
                    <a:pt x="174" y="552"/>
                  </a:lnTo>
                  <a:lnTo>
                    <a:pt x="180" y="558"/>
                  </a:lnTo>
                  <a:lnTo>
                    <a:pt x="192" y="558"/>
                  </a:lnTo>
                  <a:lnTo>
                    <a:pt x="210" y="564"/>
                  </a:lnTo>
                  <a:lnTo>
                    <a:pt x="216" y="576"/>
                  </a:lnTo>
                  <a:lnTo>
                    <a:pt x="252" y="576"/>
                  </a:lnTo>
                  <a:lnTo>
                    <a:pt x="258" y="582"/>
                  </a:lnTo>
                  <a:lnTo>
                    <a:pt x="258" y="588"/>
                  </a:lnTo>
                  <a:lnTo>
                    <a:pt x="270" y="588"/>
                  </a:lnTo>
                  <a:lnTo>
                    <a:pt x="276" y="582"/>
                  </a:lnTo>
                  <a:lnTo>
                    <a:pt x="276" y="570"/>
                  </a:lnTo>
                  <a:lnTo>
                    <a:pt x="294" y="570"/>
                  </a:lnTo>
                  <a:lnTo>
                    <a:pt x="312" y="588"/>
                  </a:lnTo>
                  <a:lnTo>
                    <a:pt x="330" y="588"/>
                  </a:lnTo>
                  <a:lnTo>
                    <a:pt x="336" y="582"/>
                  </a:lnTo>
                  <a:lnTo>
                    <a:pt x="354" y="570"/>
                  </a:lnTo>
                  <a:lnTo>
                    <a:pt x="372" y="570"/>
                  </a:lnTo>
                  <a:lnTo>
                    <a:pt x="390" y="558"/>
                  </a:lnTo>
                  <a:lnTo>
                    <a:pt x="402" y="564"/>
                  </a:lnTo>
                  <a:lnTo>
                    <a:pt x="420" y="570"/>
                  </a:lnTo>
                  <a:lnTo>
                    <a:pt x="432" y="582"/>
                  </a:lnTo>
                  <a:lnTo>
                    <a:pt x="438" y="582"/>
                  </a:lnTo>
                  <a:lnTo>
                    <a:pt x="438" y="540"/>
                  </a:lnTo>
                  <a:lnTo>
                    <a:pt x="426" y="540"/>
                  </a:lnTo>
                  <a:lnTo>
                    <a:pt x="426" y="534"/>
                  </a:lnTo>
                  <a:lnTo>
                    <a:pt x="432" y="528"/>
                  </a:lnTo>
                  <a:lnTo>
                    <a:pt x="432" y="522"/>
                  </a:lnTo>
                  <a:lnTo>
                    <a:pt x="438" y="516"/>
                  </a:lnTo>
                  <a:lnTo>
                    <a:pt x="456" y="516"/>
                  </a:lnTo>
                  <a:lnTo>
                    <a:pt x="462" y="522"/>
                  </a:lnTo>
                  <a:lnTo>
                    <a:pt x="468" y="522"/>
                  </a:lnTo>
                  <a:lnTo>
                    <a:pt x="468" y="504"/>
                  </a:lnTo>
                  <a:lnTo>
                    <a:pt x="462" y="492"/>
                  </a:lnTo>
                  <a:lnTo>
                    <a:pt x="480" y="492"/>
                  </a:lnTo>
                  <a:lnTo>
                    <a:pt x="486" y="474"/>
                  </a:lnTo>
                  <a:lnTo>
                    <a:pt x="486" y="462"/>
                  </a:lnTo>
                  <a:lnTo>
                    <a:pt x="480" y="462"/>
                  </a:lnTo>
                  <a:lnTo>
                    <a:pt x="474" y="456"/>
                  </a:lnTo>
                  <a:lnTo>
                    <a:pt x="462" y="456"/>
                  </a:lnTo>
                  <a:lnTo>
                    <a:pt x="456" y="444"/>
                  </a:lnTo>
                  <a:lnTo>
                    <a:pt x="450" y="444"/>
                  </a:lnTo>
                  <a:lnTo>
                    <a:pt x="444" y="432"/>
                  </a:lnTo>
                  <a:lnTo>
                    <a:pt x="432" y="432"/>
                  </a:lnTo>
                  <a:lnTo>
                    <a:pt x="420" y="426"/>
                  </a:lnTo>
                  <a:lnTo>
                    <a:pt x="420" y="420"/>
                  </a:lnTo>
                  <a:lnTo>
                    <a:pt x="414" y="420"/>
                  </a:lnTo>
                  <a:lnTo>
                    <a:pt x="408" y="408"/>
                  </a:lnTo>
                  <a:lnTo>
                    <a:pt x="396" y="396"/>
                  </a:lnTo>
                  <a:lnTo>
                    <a:pt x="396" y="390"/>
                  </a:lnTo>
                  <a:lnTo>
                    <a:pt x="402" y="390"/>
                  </a:lnTo>
                  <a:lnTo>
                    <a:pt x="408" y="384"/>
                  </a:lnTo>
                  <a:lnTo>
                    <a:pt x="396" y="372"/>
                  </a:lnTo>
                  <a:lnTo>
                    <a:pt x="390" y="372"/>
                  </a:lnTo>
                  <a:lnTo>
                    <a:pt x="384" y="366"/>
                  </a:lnTo>
                  <a:lnTo>
                    <a:pt x="384" y="354"/>
                  </a:lnTo>
                  <a:lnTo>
                    <a:pt x="390" y="354"/>
                  </a:lnTo>
                  <a:lnTo>
                    <a:pt x="390" y="360"/>
                  </a:lnTo>
                  <a:lnTo>
                    <a:pt x="402" y="360"/>
                  </a:lnTo>
                  <a:lnTo>
                    <a:pt x="402" y="354"/>
                  </a:lnTo>
                  <a:lnTo>
                    <a:pt x="414" y="354"/>
                  </a:lnTo>
                  <a:lnTo>
                    <a:pt x="414" y="348"/>
                  </a:lnTo>
                  <a:lnTo>
                    <a:pt x="420" y="342"/>
                  </a:lnTo>
                  <a:lnTo>
                    <a:pt x="426" y="342"/>
                  </a:lnTo>
                  <a:lnTo>
                    <a:pt x="438" y="348"/>
                  </a:lnTo>
                  <a:lnTo>
                    <a:pt x="450" y="336"/>
                  </a:lnTo>
                  <a:lnTo>
                    <a:pt x="468" y="330"/>
                  </a:lnTo>
                  <a:lnTo>
                    <a:pt x="468" y="324"/>
                  </a:lnTo>
                  <a:lnTo>
                    <a:pt x="492" y="324"/>
                  </a:lnTo>
                  <a:lnTo>
                    <a:pt x="492" y="318"/>
                  </a:lnTo>
                  <a:lnTo>
                    <a:pt x="510" y="318"/>
                  </a:lnTo>
                  <a:lnTo>
                    <a:pt x="510" y="312"/>
                  </a:lnTo>
                  <a:lnTo>
                    <a:pt x="516" y="306"/>
                  </a:lnTo>
                  <a:lnTo>
                    <a:pt x="522" y="306"/>
                  </a:lnTo>
                  <a:lnTo>
                    <a:pt x="528" y="300"/>
                  </a:lnTo>
                  <a:lnTo>
                    <a:pt x="540" y="312"/>
                  </a:lnTo>
                  <a:lnTo>
                    <a:pt x="552" y="312"/>
                  </a:lnTo>
                  <a:lnTo>
                    <a:pt x="558" y="300"/>
                  </a:lnTo>
                  <a:lnTo>
                    <a:pt x="558" y="294"/>
                  </a:lnTo>
                  <a:lnTo>
                    <a:pt x="564" y="288"/>
                  </a:lnTo>
                  <a:lnTo>
                    <a:pt x="564" y="282"/>
                  </a:lnTo>
                  <a:lnTo>
                    <a:pt x="552" y="282"/>
                  </a:lnTo>
                  <a:lnTo>
                    <a:pt x="558" y="276"/>
                  </a:lnTo>
                  <a:lnTo>
                    <a:pt x="558" y="264"/>
                  </a:lnTo>
                  <a:lnTo>
                    <a:pt x="552" y="264"/>
                  </a:lnTo>
                  <a:lnTo>
                    <a:pt x="546" y="270"/>
                  </a:lnTo>
                  <a:lnTo>
                    <a:pt x="546" y="252"/>
                  </a:lnTo>
                  <a:lnTo>
                    <a:pt x="540" y="246"/>
                  </a:lnTo>
                  <a:lnTo>
                    <a:pt x="534" y="246"/>
                  </a:lnTo>
                  <a:lnTo>
                    <a:pt x="528" y="240"/>
                  </a:lnTo>
                  <a:lnTo>
                    <a:pt x="528" y="234"/>
                  </a:lnTo>
                  <a:lnTo>
                    <a:pt x="540" y="228"/>
                  </a:lnTo>
                  <a:lnTo>
                    <a:pt x="546" y="222"/>
                  </a:lnTo>
                  <a:lnTo>
                    <a:pt x="540" y="216"/>
                  </a:lnTo>
                  <a:lnTo>
                    <a:pt x="534" y="216"/>
                  </a:lnTo>
                  <a:lnTo>
                    <a:pt x="540" y="210"/>
                  </a:lnTo>
                  <a:lnTo>
                    <a:pt x="540" y="204"/>
                  </a:lnTo>
                  <a:lnTo>
                    <a:pt x="528" y="204"/>
                  </a:lnTo>
                  <a:lnTo>
                    <a:pt x="528" y="192"/>
                  </a:lnTo>
                  <a:lnTo>
                    <a:pt x="534" y="192"/>
                  </a:lnTo>
                  <a:lnTo>
                    <a:pt x="534" y="174"/>
                  </a:lnTo>
                  <a:lnTo>
                    <a:pt x="522" y="174"/>
                  </a:lnTo>
                  <a:lnTo>
                    <a:pt x="516" y="168"/>
                  </a:lnTo>
                  <a:lnTo>
                    <a:pt x="510" y="168"/>
                  </a:lnTo>
                  <a:lnTo>
                    <a:pt x="504" y="162"/>
                  </a:lnTo>
                  <a:lnTo>
                    <a:pt x="504" y="150"/>
                  </a:lnTo>
                  <a:lnTo>
                    <a:pt x="510" y="150"/>
                  </a:lnTo>
                  <a:lnTo>
                    <a:pt x="522" y="138"/>
                  </a:lnTo>
                  <a:lnTo>
                    <a:pt x="522" y="120"/>
                  </a:lnTo>
                  <a:lnTo>
                    <a:pt x="516" y="114"/>
                  </a:lnTo>
                  <a:lnTo>
                    <a:pt x="510" y="114"/>
                  </a:lnTo>
                  <a:lnTo>
                    <a:pt x="510" y="96"/>
                  </a:lnTo>
                  <a:lnTo>
                    <a:pt x="504" y="90"/>
                  </a:lnTo>
                  <a:lnTo>
                    <a:pt x="486" y="84"/>
                  </a:lnTo>
                  <a:lnTo>
                    <a:pt x="486" y="78"/>
                  </a:lnTo>
                  <a:lnTo>
                    <a:pt x="480" y="66"/>
                  </a:lnTo>
                  <a:lnTo>
                    <a:pt x="474" y="60"/>
                  </a:lnTo>
                  <a:lnTo>
                    <a:pt x="456" y="60"/>
                  </a:lnTo>
                  <a:lnTo>
                    <a:pt x="450" y="54"/>
                  </a:lnTo>
                  <a:lnTo>
                    <a:pt x="444" y="54"/>
                  </a:lnTo>
                  <a:lnTo>
                    <a:pt x="438" y="48"/>
                  </a:lnTo>
                  <a:lnTo>
                    <a:pt x="426" y="48"/>
                  </a:lnTo>
                  <a:lnTo>
                    <a:pt x="420" y="42"/>
                  </a:lnTo>
                  <a:lnTo>
                    <a:pt x="396" y="42"/>
                  </a:lnTo>
                  <a:lnTo>
                    <a:pt x="384" y="54"/>
                  </a:lnTo>
                  <a:lnTo>
                    <a:pt x="342" y="54"/>
                  </a:lnTo>
                  <a:lnTo>
                    <a:pt x="342" y="72"/>
                  </a:lnTo>
                  <a:lnTo>
                    <a:pt x="300" y="72"/>
                  </a:lnTo>
                  <a:lnTo>
                    <a:pt x="300" y="60"/>
                  </a:lnTo>
                  <a:lnTo>
                    <a:pt x="312" y="48"/>
                  </a:lnTo>
                  <a:lnTo>
                    <a:pt x="312" y="42"/>
                  </a:lnTo>
                  <a:lnTo>
                    <a:pt x="318" y="30"/>
                  </a:lnTo>
                  <a:lnTo>
                    <a:pt x="294" y="42"/>
                  </a:lnTo>
                  <a:lnTo>
                    <a:pt x="252" y="36"/>
                  </a:lnTo>
                  <a:lnTo>
                    <a:pt x="246" y="30"/>
                  </a:lnTo>
                  <a:lnTo>
                    <a:pt x="246" y="18"/>
                  </a:lnTo>
                  <a:lnTo>
                    <a:pt x="240" y="6"/>
                  </a:lnTo>
                  <a:lnTo>
                    <a:pt x="234" y="6"/>
                  </a:lnTo>
                  <a:lnTo>
                    <a:pt x="234" y="12"/>
                  </a:lnTo>
                  <a:lnTo>
                    <a:pt x="228" y="6"/>
                  </a:lnTo>
                  <a:lnTo>
                    <a:pt x="204" y="6"/>
                  </a:lnTo>
                  <a:lnTo>
                    <a:pt x="198" y="0"/>
                  </a:lnTo>
                  <a:lnTo>
                    <a:pt x="168" y="0"/>
                  </a:lnTo>
                  <a:lnTo>
                    <a:pt x="192" y="36"/>
                  </a:lnTo>
                  <a:lnTo>
                    <a:pt x="180" y="48"/>
                  </a:lnTo>
                  <a:lnTo>
                    <a:pt x="198" y="72"/>
                  </a:lnTo>
                  <a:lnTo>
                    <a:pt x="216" y="90"/>
                  </a:lnTo>
                  <a:lnTo>
                    <a:pt x="186" y="78"/>
                  </a:lnTo>
                  <a:lnTo>
                    <a:pt x="162" y="84"/>
                  </a:lnTo>
                  <a:lnTo>
                    <a:pt x="162" y="108"/>
                  </a:lnTo>
                  <a:lnTo>
                    <a:pt x="132" y="108"/>
                  </a:lnTo>
                  <a:lnTo>
                    <a:pt x="126" y="96"/>
                  </a:lnTo>
                  <a:lnTo>
                    <a:pt x="84" y="96"/>
                  </a:lnTo>
                  <a:lnTo>
                    <a:pt x="84" y="126"/>
                  </a:lnTo>
                  <a:lnTo>
                    <a:pt x="90" y="126"/>
                  </a:lnTo>
                  <a:lnTo>
                    <a:pt x="84" y="132"/>
                  </a:lnTo>
                  <a:lnTo>
                    <a:pt x="90" y="144"/>
                  </a:lnTo>
                  <a:lnTo>
                    <a:pt x="78" y="150"/>
                  </a:lnTo>
                  <a:lnTo>
                    <a:pt x="72" y="150"/>
                  </a:lnTo>
                  <a:lnTo>
                    <a:pt x="72" y="168"/>
                  </a:lnTo>
                  <a:lnTo>
                    <a:pt x="78" y="174"/>
                  </a:lnTo>
                  <a:lnTo>
                    <a:pt x="66" y="174"/>
                  </a:lnTo>
                  <a:lnTo>
                    <a:pt x="54" y="180"/>
                  </a:lnTo>
                  <a:lnTo>
                    <a:pt x="48" y="180"/>
                  </a:lnTo>
                  <a:lnTo>
                    <a:pt x="48" y="186"/>
                  </a:lnTo>
                  <a:lnTo>
                    <a:pt x="54" y="192"/>
                  </a:lnTo>
                  <a:lnTo>
                    <a:pt x="60" y="192"/>
                  </a:lnTo>
                  <a:lnTo>
                    <a:pt x="72" y="204"/>
                  </a:lnTo>
                  <a:lnTo>
                    <a:pt x="72" y="210"/>
                  </a:lnTo>
                  <a:lnTo>
                    <a:pt x="66" y="210"/>
                  </a:lnTo>
                  <a:lnTo>
                    <a:pt x="60" y="216"/>
                  </a:lnTo>
                  <a:lnTo>
                    <a:pt x="54" y="228"/>
                  </a:lnTo>
                  <a:lnTo>
                    <a:pt x="48" y="228"/>
                  </a:lnTo>
                  <a:lnTo>
                    <a:pt x="42" y="234"/>
                  </a:lnTo>
                  <a:lnTo>
                    <a:pt x="42" y="240"/>
                  </a:lnTo>
                  <a:lnTo>
                    <a:pt x="18" y="240"/>
                  </a:lnTo>
                  <a:lnTo>
                    <a:pt x="12" y="234"/>
                  </a:lnTo>
                  <a:lnTo>
                    <a:pt x="6" y="234"/>
                  </a:lnTo>
                  <a:lnTo>
                    <a:pt x="12" y="258"/>
                  </a:lnTo>
                  <a:lnTo>
                    <a:pt x="12" y="264"/>
                  </a:lnTo>
                  <a:lnTo>
                    <a:pt x="18" y="270"/>
                  </a:lnTo>
                  <a:lnTo>
                    <a:pt x="18" y="276"/>
                  </a:lnTo>
                  <a:lnTo>
                    <a:pt x="6" y="282"/>
                  </a:lnTo>
                  <a:lnTo>
                    <a:pt x="0" y="288"/>
                  </a:lnTo>
                  <a:lnTo>
                    <a:pt x="6" y="294"/>
                  </a:lnTo>
                  <a:lnTo>
                    <a:pt x="6" y="306"/>
                  </a:lnTo>
                  <a:lnTo>
                    <a:pt x="0" y="312"/>
                  </a:lnTo>
                  <a:lnTo>
                    <a:pt x="0" y="324"/>
                  </a:lnTo>
                  <a:lnTo>
                    <a:pt x="12" y="324"/>
                  </a:lnTo>
                  <a:lnTo>
                    <a:pt x="24" y="336"/>
                  </a:lnTo>
                  <a:lnTo>
                    <a:pt x="24" y="354"/>
                  </a:lnTo>
                  <a:lnTo>
                    <a:pt x="30" y="360"/>
                  </a:lnTo>
                  <a:lnTo>
                    <a:pt x="18" y="360"/>
                  </a:lnTo>
                  <a:lnTo>
                    <a:pt x="12" y="366"/>
                  </a:lnTo>
                  <a:lnTo>
                    <a:pt x="12" y="384"/>
                  </a:lnTo>
                  <a:lnTo>
                    <a:pt x="18" y="390"/>
                  </a:lnTo>
                  <a:lnTo>
                    <a:pt x="24" y="390"/>
                  </a:lnTo>
                  <a:lnTo>
                    <a:pt x="36" y="396"/>
                  </a:lnTo>
                  <a:lnTo>
                    <a:pt x="36" y="408"/>
                  </a:lnTo>
                  <a:lnTo>
                    <a:pt x="30" y="41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06" name="Georgia" descr="© INSCALE GmbH, 05.05.2010&#10;http://www.presentationload.com/">
              <a:extLst>
                <a:ext uri="{FF2B5EF4-FFF2-40B4-BE49-F238E27FC236}">
                  <a16:creationId xmlns:a16="http://schemas.microsoft.com/office/drawing/2014/main" id="{DD4A6646-E371-49BE-BBAC-5DB5C341380A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606953" y="1848576"/>
              <a:ext cx="152506" cy="69360"/>
            </a:xfrm>
            <a:custGeom>
              <a:avLst/>
              <a:gdLst>
                <a:gd name="T0" fmla="*/ 2147483647 w 462"/>
                <a:gd name="T1" fmla="*/ 2147483647 h 210"/>
                <a:gd name="T2" fmla="*/ 2147483647 w 462"/>
                <a:gd name="T3" fmla="*/ 2147483647 h 210"/>
                <a:gd name="T4" fmla="*/ 2147483647 w 462"/>
                <a:gd name="T5" fmla="*/ 2147483647 h 210"/>
                <a:gd name="T6" fmla="*/ 2147483647 w 462"/>
                <a:gd name="T7" fmla="*/ 2147483647 h 210"/>
                <a:gd name="T8" fmla="*/ 2147483647 w 462"/>
                <a:gd name="T9" fmla="*/ 2147483647 h 210"/>
                <a:gd name="T10" fmla="*/ 2147483647 w 462"/>
                <a:gd name="T11" fmla="*/ 2147483647 h 210"/>
                <a:gd name="T12" fmla="*/ 2147483647 w 462"/>
                <a:gd name="T13" fmla="*/ 2147483647 h 210"/>
                <a:gd name="T14" fmla="*/ 2147483647 w 462"/>
                <a:gd name="T15" fmla="*/ 2147483647 h 210"/>
                <a:gd name="T16" fmla="*/ 2147483647 w 462"/>
                <a:gd name="T17" fmla="*/ 2147483647 h 210"/>
                <a:gd name="T18" fmla="*/ 2147483647 w 462"/>
                <a:gd name="T19" fmla="*/ 2147483647 h 210"/>
                <a:gd name="T20" fmla="*/ 2147483647 w 462"/>
                <a:gd name="T21" fmla="*/ 2147483647 h 210"/>
                <a:gd name="T22" fmla="*/ 2147483647 w 462"/>
                <a:gd name="T23" fmla="*/ 2147483647 h 210"/>
                <a:gd name="T24" fmla="*/ 2147483647 w 462"/>
                <a:gd name="T25" fmla="*/ 2147483647 h 210"/>
                <a:gd name="T26" fmla="*/ 2147483647 w 462"/>
                <a:gd name="T27" fmla="*/ 2147483647 h 210"/>
                <a:gd name="T28" fmla="*/ 2147483647 w 462"/>
                <a:gd name="T29" fmla="*/ 2147483647 h 210"/>
                <a:gd name="T30" fmla="*/ 2147483647 w 462"/>
                <a:gd name="T31" fmla="*/ 2147483647 h 210"/>
                <a:gd name="T32" fmla="*/ 2147483647 w 462"/>
                <a:gd name="T33" fmla="*/ 2147483647 h 210"/>
                <a:gd name="T34" fmla="*/ 2147483647 w 462"/>
                <a:gd name="T35" fmla="*/ 2147483647 h 210"/>
                <a:gd name="T36" fmla="*/ 2147483647 w 462"/>
                <a:gd name="T37" fmla="*/ 2147483647 h 210"/>
                <a:gd name="T38" fmla="*/ 2147483647 w 462"/>
                <a:gd name="T39" fmla="*/ 2147483647 h 210"/>
                <a:gd name="T40" fmla="*/ 2147483647 w 462"/>
                <a:gd name="T41" fmla="*/ 2147483647 h 210"/>
                <a:gd name="T42" fmla="*/ 2147483647 w 462"/>
                <a:gd name="T43" fmla="*/ 2147483647 h 210"/>
                <a:gd name="T44" fmla="*/ 2147483647 w 462"/>
                <a:gd name="T45" fmla="*/ 2147483647 h 210"/>
                <a:gd name="T46" fmla="*/ 2147483647 w 462"/>
                <a:gd name="T47" fmla="*/ 2147483647 h 210"/>
                <a:gd name="T48" fmla="*/ 2147483647 w 462"/>
                <a:gd name="T49" fmla="*/ 2147483647 h 210"/>
                <a:gd name="T50" fmla="*/ 2147483647 w 462"/>
                <a:gd name="T51" fmla="*/ 2147483647 h 210"/>
                <a:gd name="T52" fmla="*/ 2147483647 w 462"/>
                <a:gd name="T53" fmla="*/ 2147483647 h 210"/>
                <a:gd name="T54" fmla="*/ 2147483647 w 462"/>
                <a:gd name="T55" fmla="*/ 2147483647 h 210"/>
                <a:gd name="T56" fmla="*/ 2147483647 w 462"/>
                <a:gd name="T57" fmla="*/ 2147483647 h 210"/>
                <a:gd name="T58" fmla="*/ 2147483647 w 462"/>
                <a:gd name="T59" fmla="*/ 2147483647 h 210"/>
                <a:gd name="T60" fmla="*/ 2147483647 w 462"/>
                <a:gd name="T61" fmla="*/ 2147483647 h 210"/>
                <a:gd name="T62" fmla="*/ 2147483647 w 462"/>
                <a:gd name="T63" fmla="*/ 2147483647 h 210"/>
                <a:gd name="T64" fmla="*/ 2147483647 w 462"/>
                <a:gd name="T65" fmla="*/ 2147483647 h 210"/>
                <a:gd name="T66" fmla="*/ 2147483647 w 462"/>
                <a:gd name="T67" fmla="*/ 2147483647 h 210"/>
                <a:gd name="T68" fmla="*/ 2147483647 w 462"/>
                <a:gd name="T69" fmla="*/ 2147483647 h 210"/>
                <a:gd name="T70" fmla="*/ 2147483647 w 462"/>
                <a:gd name="T71" fmla="*/ 2147483647 h 210"/>
                <a:gd name="T72" fmla="*/ 2147483647 w 462"/>
                <a:gd name="T73" fmla="*/ 2147483647 h 210"/>
                <a:gd name="T74" fmla="*/ 2147483647 w 462"/>
                <a:gd name="T75" fmla="*/ 2147483647 h 210"/>
                <a:gd name="T76" fmla="*/ 2147483647 w 462"/>
                <a:gd name="T77" fmla="*/ 2147483647 h 210"/>
                <a:gd name="T78" fmla="*/ 2147483647 w 462"/>
                <a:gd name="T79" fmla="*/ 2147483647 h 210"/>
                <a:gd name="T80" fmla="*/ 2147483647 w 462"/>
                <a:gd name="T81" fmla="*/ 0 h 210"/>
                <a:gd name="T82" fmla="*/ 0 w 462"/>
                <a:gd name="T83" fmla="*/ 2147483647 h 21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62"/>
                <a:gd name="T127" fmla="*/ 0 h 210"/>
                <a:gd name="T128" fmla="*/ 462 w 462"/>
                <a:gd name="T129" fmla="*/ 210 h 21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62" h="210">
                  <a:moveTo>
                    <a:pt x="6" y="18"/>
                  </a:moveTo>
                  <a:lnTo>
                    <a:pt x="12" y="18"/>
                  </a:lnTo>
                  <a:lnTo>
                    <a:pt x="18" y="24"/>
                  </a:lnTo>
                  <a:lnTo>
                    <a:pt x="30" y="30"/>
                  </a:lnTo>
                  <a:lnTo>
                    <a:pt x="42" y="42"/>
                  </a:lnTo>
                  <a:lnTo>
                    <a:pt x="60" y="48"/>
                  </a:lnTo>
                  <a:lnTo>
                    <a:pt x="72" y="54"/>
                  </a:lnTo>
                  <a:lnTo>
                    <a:pt x="78" y="54"/>
                  </a:lnTo>
                  <a:lnTo>
                    <a:pt x="84" y="60"/>
                  </a:lnTo>
                  <a:lnTo>
                    <a:pt x="96" y="66"/>
                  </a:lnTo>
                  <a:lnTo>
                    <a:pt x="102" y="78"/>
                  </a:lnTo>
                  <a:lnTo>
                    <a:pt x="114" y="84"/>
                  </a:lnTo>
                  <a:lnTo>
                    <a:pt x="114" y="96"/>
                  </a:lnTo>
                  <a:lnTo>
                    <a:pt x="120" y="114"/>
                  </a:lnTo>
                  <a:lnTo>
                    <a:pt x="120" y="132"/>
                  </a:lnTo>
                  <a:lnTo>
                    <a:pt x="126" y="138"/>
                  </a:lnTo>
                  <a:lnTo>
                    <a:pt x="132" y="150"/>
                  </a:lnTo>
                  <a:lnTo>
                    <a:pt x="138" y="156"/>
                  </a:lnTo>
                  <a:lnTo>
                    <a:pt x="138" y="162"/>
                  </a:lnTo>
                  <a:lnTo>
                    <a:pt x="132" y="168"/>
                  </a:lnTo>
                  <a:lnTo>
                    <a:pt x="168" y="174"/>
                  </a:lnTo>
                  <a:lnTo>
                    <a:pt x="174" y="168"/>
                  </a:lnTo>
                  <a:lnTo>
                    <a:pt x="186" y="162"/>
                  </a:lnTo>
                  <a:lnTo>
                    <a:pt x="198" y="162"/>
                  </a:lnTo>
                  <a:lnTo>
                    <a:pt x="210" y="168"/>
                  </a:lnTo>
                  <a:lnTo>
                    <a:pt x="216" y="174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46" y="192"/>
                  </a:lnTo>
                  <a:lnTo>
                    <a:pt x="246" y="198"/>
                  </a:lnTo>
                  <a:lnTo>
                    <a:pt x="252" y="204"/>
                  </a:lnTo>
                  <a:lnTo>
                    <a:pt x="276" y="198"/>
                  </a:lnTo>
                  <a:lnTo>
                    <a:pt x="282" y="192"/>
                  </a:lnTo>
                  <a:lnTo>
                    <a:pt x="336" y="198"/>
                  </a:lnTo>
                  <a:lnTo>
                    <a:pt x="336" y="180"/>
                  </a:lnTo>
                  <a:lnTo>
                    <a:pt x="342" y="180"/>
                  </a:lnTo>
                  <a:lnTo>
                    <a:pt x="348" y="186"/>
                  </a:lnTo>
                  <a:lnTo>
                    <a:pt x="354" y="186"/>
                  </a:lnTo>
                  <a:lnTo>
                    <a:pt x="354" y="180"/>
                  </a:lnTo>
                  <a:lnTo>
                    <a:pt x="366" y="168"/>
                  </a:lnTo>
                  <a:lnTo>
                    <a:pt x="390" y="168"/>
                  </a:lnTo>
                  <a:lnTo>
                    <a:pt x="396" y="174"/>
                  </a:lnTo>
                  <a:lnTo>
                    <a:pt x="396" y="180"/>
                  </a:lnTo>
                  <a:lnTo>
                    <a:pt x="414" y="198"/>
                  </a:lnTo>
                  <a:lnTo>
                    <a:pt x="426" y="192"/>
                  </a:lnTo>
                  <a:lnTo>
                    <a:pt x="438" y="192"/>
                  </a:lnTo>
                  <a:lnTo>
                    <a:pt x="456" y="210"/>
                  </a:lnTo>
                  <a:lnTo>
                    <a:pt x="462" y="204"/>
                  </a:lnTo>
                  <a:lnTo>
                    <a:pt x="456" y="192"/>
                  </a:lnTo>
                  <a:lnTo>
                    <a:pt x="450" y="186"/>
                  </a:lnTo>
                  <a:lnTo>
                    <a:pt x="444" y="174"/>
                  </a:lnTo>
                  <a:lnTo>
                    <a:pt x="438" y="168"/>
                  </a:lnTo>
                  <a:lnTo>
                    <a:pt x="432" y="168"/>
                  </a:lnTo>
                  <a:lnTo>
                    <a:pt x="414" y="150"/>
                  </a:lnTo>
                  <a:lnTo>
                    <a:pt x="420" y="144"/>
                  </a:lnTo>
                  <a:lnTo>
                    <a:pt x="432" y="144"/>
                  </a:lnTo>
                  <a:lnTo>
                    <a:pt x="420" y="132"/>
                  </a:lnTo>
                  <a:lnTo>
                    <a:pt x="408" y="126"/>
                  </a:lnTo>
                  <a:lnTo>
                    <a:pt x="396" y="114"/>
                  </a:lnTo>
                  <a:lnTo>
                    <a:pt x="378" y="114"/>
                  </a:lnTo>
                  <a:lnTo>
                    <a:pt x="378" y="108"/>
                  </a:lnTo>
                  <a:lnTo>
                    <a:pt x="384" y="102"/>
                  </a:lnTo>
                  <a:lnTo>
                    <a:pt x="384" y="90"/>
                  </a:lnTo>
                  <a:lnTo>
                    <a:pt x="354" y="84"/>
                  </a:lnTo>
                  <a:lnTo>
                    <a:pt x="342" y="72"/>
                  </a:lnTo>
                  <a:lnTo>
                    <a:pt x="330" y="66"/>
                  </a:lnTo>
                  <a:lnTo>
                    <a:pt x="300" y="66"/>
                  </a:lnTo>
                  <a:lnTo>
                    <a:pt x="300" y="72"/>
                  </a:lnTo>
                  <a:lnTo>
                    <a:pt x="288" y="72"/>
                  </a:lnTo>
                  <a:lnTo>
                    <a:pt x="282" y="78"/>
                  </a:lnTo>
                  <a:lnTo>
                    <a:pt x="258" y="78"/>
                  </a:lnTo>
                  <a:lnTo>
                    <a:pt x="246" y="72"/>
                  </a:lnTo>
                  <a:lnTo>
                    <a:pt x="240" y="72"/>
                  </a:lnTo>
                  <a:lnTo>
                    <a:pt x="240" y="66"/>
                  </a:lnTo>
                  <a:lnTo>
                    <a:pt x="192" y="36"/>
                  </a:lnTo>
                  <a:lnTo>
                    <a:pt x="186" y="36"/>
                  </a:lnTo>
                  <a:lnTo>
                    <a:pt x="180" y="30"/>
                  </a:lnTo>
                  <a:lnTo>
                    <a:pt x="144" y="30"/>
                  </a:lnTo>
                  <a:lnTo>
                    <a:pt x="84" y="18"/>
                  </a:lnTo>
                  <a:lnTo>
                    <a:pt x="66" y="12"/>
                  </a:lnTo>
                  <a:lnTo>
                    <a:pt x="54" y="6"/>
                  </a:lnTo>
                  <a:lnTo>
                    <a:pt x="36" y="0"/>
                  </a:lnTo>
                  <a:lnTo>
                    <a:pt x="24" y="0"/>
                  </a:lnTo>
                  <a:lnTo>
                    <a:pt x="0" y="18"/>
                  </a:lnTo>
                  <a:lnTo>
                    <a:pt x="6" y="1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07" name="The Gambia" descr="© INSCALE GmbH, 05.05.2010&#10;http://www.presentationload.com/">
              <a:extLst>
                <a:ext uri="{FF2B5EF4-FFF2-40B4-BE49-F238E27FC236}">
                  <a16:creationId xmlns:a16="http://schemas.microsoft.com/office/drawing/2014/main" id="{4AAF1096-ABF6-4E82-B6D5-5847234489BD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341678" y="2637222"/>
              <a:ext cx="71083" cy="16698"/>
            </a:xfrm>
            <a:custGeom>
              <a:avLst/>
              <a:gdLst>
                <a:gd name="T0" fmla="*/ 2147483647 w 216"/>
                <a:gd name="T1" fmla="*/ 2147483647 h 54"/>
                <a:gd name="T2" fmla="*/ 2147483647 w 216"/>
                <a:gd name="T3" fmla="*/ 2147483647 h 54"/>
                <a:gd name="T4" fmla="*/ 2147483647 w 216"/>
                <a:gd name="T5" fmla="*/ 2147483647 h 54"/>
                <a:gd name="T6" fmla="*/ 2147483647 w 216"/>
                <a:gd name="T7" fmla="*/ 2147483647 h 54"/>
                <a:gd name="T8" fmla="*/ 0 w 216"/>
                <a:gd name="T9" fmla="*/ 2147483647 h 54"/>
                <a:gd name="T10" fmla="*/ 0 w 216"/>
                <a:gd name="T11" fmla="*/ 2147483647 h 54"/>
                <a:gd name="T12" fmla="*/ 2147483647 w 216"/>
                <a:gd name="T13" fmla="*/ 2147483647 h 54"/>
                <a:gd name="T14" fmla="*/ 2147483647 w 216"/>
                <a:gd name="T15" fmla="*/ 2147483647 h 54"/>
                <a:gd name="T16" fmla="*/ 2147483647 w 216"/>
                <a:gd name="T17" fmla="*/ 2147483647 h 54"/>
                <a:gd name="T18" fmla="*/ 2147483647 w 216"/>
                <a:gd name="T19" fmla="*/ 2147483647 h 54"/>
                <a:gd name="T20" fmla="*/ 2147483647 w 216"/>
                <a:gd name="T21" fmla="*/ 2147483647 h 54"/>
                <a:gd name="T22" fmla="*/ 2147483647 w 216"/>
                <a:gd name="T23" fmla="*/ 2147483647 h 54"/>
                <a:gd name="T24" fmla="*/ 2147483647 w 216"/>
                <a:gd name="T25" fmla="*/ 2147483647 h 54"/>
                <a:gd name="T26" fmla="*/ 2147483647 w 216"/>
                <a:gd name="T27" fmla="*/ 2147483647 h 54"/>
                <a:gd name="T28" fmla="*/ 2147483647 w 216"/>
                <a:gd name="T29" fmla="*/ 2147483647 h 54"/>
                <a:gd name="T30" fmla="*/ 2147483647 w 216"/>
                <a:gd name="T31" fmla="*/ 2147483647 h 54"/>
                <a:gd name="T32" fmla="*/ 2147483647 w 216"/>
                <a:gd name="T33" fmla="*/ 2147483647 h 54"/>
                <a:gd name="T34" fmla="*/ 2147483647 w 216"/>
                <a:gd name="T35" fmla="*/ 2147483647 h 54"/>
                <a:gd name="T36" fmla="*/ 2147483647 w 216"/>
                <a:gd name="T37" fmla="*/ 2147483647 h 54"/>
                <a:gd name="T38" fmla="*/ 2147483647 w 216"/>
                <a:gd name="T39" fmla="*/ 2147483647 h 54"/>
                <a:gd name="T40" fmla="*/ 2147483647 w 216"/>
                <a:gd name="T41" fmla="*/ 2147483647 h 54"/>
                <a:gd name="T42" fmla="*/ 2147483647 w 216"/>
                <a:gd name="T43" fmla="*/ 2147483647 h 54"/>
                <a:gd name="T44" fmla="*/ 2147483647 w 216"/>
                <a:gd name="T45" fmla="*/ 2147483647 h 54"/>
                <a:gd name="T46" fmla="*/ 2147483647 w 216"/>
                <a:gd name="T47" fmla="*/ 2147483647 h 54"/>
                <a:gd name="T48" fmla="*/ 2147483647 w 216"/>
                <a:gd name="T49" fmla="*/ 2147483647 h 54"/>
                <a:gd name="T50" fmla="*/ 2147483647 w 216"/>
                <a:gd name="T51" fmla="*/ 2147483647 h 54"/>
                <a:gd name="T52" fmla="*/ 2147483647 w 216"/>
                <a:gd name="T53" fmla="*/ 2147483647 h 54"/>
                <a:gd name="T54" fmla="*/ 2147483647 w 216"/>
                <a:gd name="T55" fmla="*/ 2147483647 h 54"/>
                <a:gd name="T56" fmla="*/ 2147483647 w 216"/>
                <a:gd name="T57" fmla="*/ 2147483647 h 54"/>
                <a:gd name="T58" fmla="*/ 2147483647 w 216"/>
                <a:gd name="T59" fmla="*/ 0 h 54"/>
                <a:gd name="T60" fmla="*/ 2147483647 w 216"/>
                <a:gd name="T61" fmla="*/ 0 h 54"/>
                <a:gd name="T62" fmla="*/ 2147483647 w 216"/>
                <a:gd name="T63" fmla="*/ 2147483647 h 54"/>
                <a:gd name="T64" fmla="*/ 2147483647 w 216"/>
                <a:gd name="T65" fmla="*/ 2147483647 h 54"/>
                <a:gd name="T66" fmla="*/ 2147483647 w 216"/>
                <a:gd name="T67" fmla="*/ 2147483647 h 5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16"/>
                <a:gd name="T103" fmla="*/ 0 h 54"/>
                <a:gd name="T104" fmla="*/ 216 w 216"/>
                <a:gd name="T105" fmla="*/ 54 h 5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16" h="54">
                  <a:moveTo>
                    <a:pt x="18" y="18"/>
                  </a:moveTo>
                  <a:lnTo>
                    <a:pt x="12" y="24"/>
                  </a:lnTo>
                  <a:lnTo>
                    <a:pt x="6" y="36"/>
                  </a:lnTo>
                  <a:lnTo>
                    <a:pt x="6" y="42"/>
                  </a:lnTo>
                  <a:lnTo>
                    <a:pt x="0" y="48"/>
                  </a:lnTo>
                  <a:lnTo>
                    <a:pt x="0" y="54"/>
                  </a:lnTo>
                  <a:lnTo>
                    <a:pt x="72" y="54"/>
                  </a:lnTo>
                  <a:lnTo>
                    <a:pt x="72" y="42"/>
                  </a:lnTo>
                  <a:lnTo>
                    <a:pt x="84" y="42"/>
                  </a:lnTo>
                  <a:lnTo>
                    <a:pt x="90" y="36"/>
                  </a:lnTo>
                  <a:lnTo>
                    <a:pt x="114" y="36"/>
                  </a:lnTo>
                  <a:lnTo>
                    <a:pt x="120" y="24"/>
                  </a:lnTo>
                  <a:lnTo>
                    <a:pt x="126" y="18"/>
                  </a:lnTo>
                  <a:lnTo>
                    <a:pt x="132" y="24"/>
                  </a:lnTo>
                  <a:lnTo>
                    <a:pt x="144" y="30"/>
                  </a:lnTo>
                  <a:lnTo>
                    <a:pt x="150" y="42"/>
                  </a:lnTo>
                  <a:lnTo>
                    <a:pt x="168" y="48"/>
                  </a:lnTo>
                  <a:lnTo>
                    <a:pt x="192" y="48"/>
                  </a:lnTo>
                  <a:lnTo>
                    <a:pt x="198" y="42"/>
                  </a:lnTo>
                  <a:lnTo>
                    <a:pt x="210" y="36"/>
                  </a:lnTo>
                  <a:lnTo>
                    <a:pt x="216" y="30"/>
                  </a:lnTo>
                  <a:lnTo>
                    <a:pt x="216" y="24"/>
                  </a:lnTo>
                  <a:lnTo>
                    <a:pt x="210" y="18"/>
                  </a:lnTo>
                  <a:lnTo>
                    <a:pt x="186" y="18"/>
                  </a:lnTo>
                  <a:lnTo>
                    <a:pt x="180" y="24"/>
                  </a:lnTo>
                  <a:lnTo>
                    <a:pt x="168" y="24"/>
                  </a:lnTo>
                  <a:lnTo>
                    <a:pt x="162" y="12"/>
                  </a:lnTo>
                  <a:lnTo>
                    <a:pt x="156" y="6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90" y="0"/>
                  </a:lnTo>
                  <a:lnTo>
                    <a:pt x="90" y="12"/>
                  </a:lnTo>
                  <a:lnTo>
                    <a:pt x="18" y="12"/>
                  </a:lnTo>
                  <a:lnTo>
                    <a:pt x="18" y="1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08" name="Gabon" descr="© INSCALE GmbH, 05.05.2010&#10;http://www.presentationload.com/">
              <a:extLst>
                <a:ext uri="{FF2B5EF4-FFF2-40B4-BE49-F238E27FC236}">
                  <a16:creationId xmlns:a16="http://schemas.microsoft.com/office/drawing/2014/main" id="{224DA03B-8BE2-4FDC-BDB6-2F3C0ED3103D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936189" y="2937782"/>
              <a:ext cx="138288" cy="168262"/>
            </a:xfrm>
            <a:custGeom>
              <a:avLst/>
              <a:gdLst>
                <a:gd name="T0" fmla="*/ 2147483647 w 420"/>
                <a:gd name="T1" fmla="*/ 2147483647 h 510"/>
                <a:gd name="T2" fmla="*/ 2147483647 w 420"/>
                <a:gd name="T3" fmla="*/ 2147483647 h 510"/>
                <a:gd name="T4" fmla="*/ 2147483647 w 420"/>
                <a:gd name="T5" fmla="*/ 2147483647 h 510"/>
                <a:gd name="T6" fmla="*/ 2147483647 w 420"/>
                <a:gd name="T7" fmla="*/ 2147483647 h 510"/>
                <a:gd name="T8" fmla="*/ 2147483647 w 420"/>
                <a:gd name="T9" fmla="*/ 2147483647 h 510"/>
                <a:gd name="T10" fmla="*/ 2147483647 w 420"/>
                <a:gd name="T11" fmla="*/ 2147483647 h 510"/>
                <a:gd name="T12" fmla="*/ 2147483647 w 420"/>
                <a:gd name="T13" fmla="*/ 2147483647 h 510"/>
                <a:gd name="T14" fmla="*/ 2147483647 w 420"/>
                <a:gd name="T15" fmla="*/ 2147483647 h 510"/>
                <a:gd name="T16" fmla="*/ 2147483647 w 420"/>
                <a:gd name="T17" fmla="*/ 2147483647 h 510"/>
                <a:gd name="T18" fmla="*/ 2147483647 w 420"/>
                <a:gd name="T19" fmla="*/ 2147483647 h 510"/>
                <a:gd name="T20" fmla="*/ 2147483647 w 420"/>
                <a:gd name="T21" fmla="*/ 2147483647 h 510"/>
                <a:gd name="T22" fmla="*/ 2147483647 w 420"/>
                <a:gd name="T23" fmla="*/ 2147483647 h 510"/>
                <a:gd name="T24" fmla="*/ 2147483647 w 420"/>
                <a:gd name="T25" fmla="*/ 2147483647 h 510"/>
                <a:gd name="T26" fmla="*/ 2147483647 w 420"/>
                <a:gd name="T27" fmla="*/ 2147483647 h 510"/>
                <a:gd name="T28" fmla="*/ 2147483647 w 420"/>
                <a:gd name="T29" fmla="*/ 2147483647 h 510"/>
                <a:gd name="T30" fmla="*/ 2147483647 w 420"/>
                <a:gd name="T31" fmla="*/ 2147483647 h 510"/>
                <a:gd name="T32" fmla="*/ 2147483647 w 420"/>
                <a:gd name="T33" fmla="*/ 2147483647 h 510"/>
                <a:gd name="T34" fmla="*/ 2147483647 w 420"/>
                <a:gd name="T35" fmla="*/ 2147483647 h 510"/>
                <a:gd name="T36" fmla="*/ 2147483647 w 420"/>
                <a:gd name="T37" fmla="*/ 2147483647 h 510"/>
                <a:gd name="T38" fmla="*/ 2147483647 w 420"/>
                <a:gd name="T39" fmla="*/ 2147483647 h 510"/>
                <a:gd name="T40" fmla="*/ 2147483647 w 420"/>
                <a:gd name="T41" fmla="*/ 2147483647 h 510"/>
                <a:gd name="T42" fmla="*/ 2147483647 w 420"/>
                <a:gd name="T43" fmla="*/ 2147483647 h 510"/>
                <a:gd name="T44" fmla="*/ 2147483647 w 420"/>
                <a:gd name="T45" fmla="*/ 2147483647 h 510"/>
                <a:gd name="T46" fmla="*/ 2147483647 w 420"/>
                <a:gd name="T47" fmla="*/ 2147483647 h 510"/>
                <a:gd name="T48" fmla="*/ 2147483647 w 420"/>
                <a:gd name="T49" fmla="*/ 2147483647 h 510"/>
                <a:gd name="T50" fmla="*/ 2147483647 w 420"/>
                <a:gd name="T51" fmla="*/ 2147483647 h 510"/>
                <a:gd name="T52" fmla="*/ 2147483647 w 420"/>
                <a:gd name="T53" fmla="*/ 2147483647 h 510"/>
                <a:gd name="T54" fmla="*/ 2147483647 w 420"/>
                <a:gd name="T55" fmla="*/ 2147483647 h 510"/>
                <a:gd name="T56" fmla="*/ 2147483647 w 420"/>
                <a:gd name="T57" fmla="*/ 2147483647 h 510"/>
                <a:gd name="T58" fmla="*/ 2147483647 w 420"/>
                <a:gd name="T59" fmla="*/ 2147483647 h 510"/>
                <a:gd name="T60" fmla="*/ 2147483647 w 420"/>
                <a:gd name="T61" fmla="*/ 2147483647 h 510"/>
                <a:gd name="T62" fmla="*/ 2147483647 w 420"/>
                <a:gd name="T63" fmla="*/ 2147483647 h 510"/>
                <a:gd name="T64" fmla="*/ 2147483647 w 420"/>
                <a:gd name="T65" fmla="*/ 2147483647 h 510"/>
                <a:gd name="T66" fmla="*/ 2147483647 w 420"/>
                <a:gd name="T67" fmla="*/ 2147483647 h 510"/>
                <a:gd name="T68" fmla="*/ 2147483647 w 420"/>
                <a:gd name="T69" fmla="*/ 2147483647 h 510"/>
                <a:gd name="T70" fmla="*/ 2147483647 w 420"/>
                <a:gd name="T71" fmla="*/ 2147483647 h 510"/>
                <a:gd name="T72" fmla="*/ 2147483647 w 420"/>
                <a:gd name="T73" fmla="*/ 2147483647 h 510"/>
                <a:gd name="T74" fmla="*/ 2147483647 w 420"/>
                <a:gd name="T75" fmla="*/ 2147483647 h 510"/>
                <a:gd name="T76" fmla="*/ 2147483647 w 420"/>
                <a:gd name="T77" fmla="*/ 2147483647 h 510"/>
                <a:gd name="T78" fmla="*/ 2147483647 w 420"/>
                <a:gd name="T79" fmla="*/ 2147483647 h 510"/>
                <a:gd name="T80" fmla="*/ 2147483647 w 420"/>
                <a:gd name="T81" fmla="*/ 2147483647 h 510"/>
                <a:gd name="T82" fmla="*/ 2147483647 w 420"/>
                <a:gd name="T83" fmla="*/ 2147483647 h 510"/>
                <a:gd name="T84" fmla="*/ 2147483647 w 420"/>
                <a:gd name="T85" fmla="*/ 2147483647 h 510"/>
                <a:gd name="T86" fmla="*/ 2147483647 w 420"/>
                <a:gd name="T87" fmla="*/ 2147483647 h 510"/>
                <a:gd name="T88" fmla="*/ 2147483647 w 420"/>
                <a:gd name="T89" fmla="*/ 2147483647 h 510"/>
                <a:gd name="T90" fmla="*/ 2147483647 w 420"/>
                <a:gd name="T91" fmla="*/ 2147483647 h 510"/>
                <a:gd name="T92" fmla="*/ 2147483647 w 420"/>
                <a:gd name="T93" fmla="*/ 2147483647 h 510"/>
                <a:gd name="T94" fmla="*/ 2147483647 w 420"/>
                <a:gd name="T95" fmla="*/ 2147483647 h 510"/>
                <a:gd name="T96" fmla="*/ 2147483647 w 420"/>
                <a:gd name="T97" fmla="*/ 2147483647 h 510"/>
                <a:gd name="T98" fmla="*/ 2147483647 w 420"/>
                <a:gd name="T99" fmla="*/ 2147483647 h 510"/>
                <a:gd name="T100" fmla="*/ 2147483647 w 420"/>
                <a:gd name="T101" fmla="*/ 2147483647 h 510"/>
                <a:gd name="T102" fmla="*/ 2147483647 w 420"/>
                <a:gd name="T103" fmla="*/ 2147483647 h 510"/>
                <a:gd name="T104" fmla="*/ 2147483647 w 420"/>
                <a:gd name="T105" fmla="*/ 2147483647 h 510"/>
                <a:gd name="T106" fmla="*/ 2147483647 w 420"/>
                <a:gd name="T107" fmla="*/ 2147483647 h 510"/>
                <a:gd name="T108" fmla="*/ 2147483647 w 420"/>
                <a:gd name="T109" fmla="*/ 2147483647 h 510"/>
                <a:gd name="T110" fmla="*/ 2147483647 w 420"/>
                <a:gd name="T111" fmla="*/ 2147483647 h 51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0"/>
                <a:gd name="T169" fmla="*/ 0 h 510"/>
                <a:gd name="T170" fmla="*/ 420 w 420"/>
                <a:gd name="T171" fmla="*/ 510 h 51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0" h="510">
                  <a:moveTo>
                    <a:pt x="420" y="240"/>
                  </a:moveTo>
                  <a:lnTo>
                    <a:pt x="414" y="234"/>
                  </a:lnTo>
                  <a:lnTo>
                    <a:pt x="396" y="234"/>
                  </a:lnTo>
                  <a:lnTo>
                    <a:pt x="390" y="216"/>
                  </a:lnTo>
                  <a:lnTo>
                    <a:pt x="372" y="210"/>
                  </a:lnTo>
                  <a:lnTo>
                    <a:pt x="372" y="174"/>
                  </a:lnTo>
                  <a:lnTo>
                    <a:pt x="384" y="150"/>
                  </a:lnTo>
                  <a:lnTo>
                    <a:pt x="396" y="150"/>
                  </a:lnTo>
                  <a:lnTo>
                    <a:pt x="402" y="144"/>
                  </a:lnTo>
                  <a:lnTo>
                    <a:pt x="408" y="132"/>
                  </a:lnTo>
                  <a:lnTo>
                    <a:pt x="414" y="126"/>
                  </a:lnTo>
                  <a:lnTo>
                    <a:pt x="414" y="114"/>
                  </a:lnTo>
                  <a:lnTo>
                    <a:pt x="402" y="108"/>
                  </a:lnTo>
                  <a:lnTo>
                    <a:pt x="402" y="90"/>
                  </a:lnTo>
                  <a:lnTo>
                    <a:pt x="396" y="84"/>
                  </a:lnTo>
                  <a:lnTo>
                    <a:pt x="396" y="78"/>
                  </a:lnTo>
                  <a:lnTo>
                    <a:pt x="384" y="78"/>
                  </a:lnTo>
                  <a:lnTo>
                    <a:pt x="378" y="72"/>
                  </a:lnTo>
                  <a:lnTo>
                    <a:pt x="360" y="72"/>
                  </a:lnTo>
                  <a:lnTo>
                    <a:pt x="360" y="90"/>
                  </a:lnTo>
                  <a:lnTo>
                    <a:pt x="354" y="96"/>
                  </a:lnTo>
                  <a:lnTo>
                    <a:pt x="330" y="96"/>
                  </a:lnTo>
                  <a:lnTo>
                    <a:pt x="324" y="90"/>
                  </a:lnTo>
                  <a:lnTo>
                    <a:pt x="318" y="54"/>
                  </a:lnTo>
                  <a:lnTo>
                    <a:pt x="336" y="24"/>
                  </a:lnTo>
                  <a:lnTo>
                    <a:pt x="336" y="6"/>
                  </a:lnTo>
                  <a:lnTo>
                    <a:pt x="288" y="12"/>
                  </a:lnTo>
                  <a:lnTo>
                    <a:pt x="282" y="12"/>
                  </a:lnTo>
                  <a:lnTo>
                    <a:pt x="270" y="6"/>
                  </a:lnTo>
                  <a:lnTo>
                    <a:pt x="264" y="6"/>
                  </a:lnTo>
                  <a:lnTo>
                    <a:pt x="252" y="18"/>
                  </a:lnTo>
                  <a:lnTo>
                    <a:pt x="222" y="18"/>
                  </a:lnTo>
                  <a:lnTo>
                    <a:pt x="210" y="0"/>
                  </a:lnTo>
                  <a:lnTo>
                    <a:pt x="192" y="18"/>
                  </a:lnTo>
                  <a:lnTo>
                    <a:pt x="186" y="54"/>
                  </a:lnTo>
                  <a:lnTo>
                    <a:pt x="192" y="60"/>
                  </a:lnTo>
                  <a:lnTo>
                    <a:pt x="192" y="90"/>
                  </a:lnTo>
                  <a:lnTo>
                    <a:pt x="186" y="108"/>
                  </a:lnTo>
                  <a:lnTo>
                    <a:pt x="186" y="114"/>
                  </a:lnTo>
                  <a:lnTo>
                    <a:pt x="84" y="114"/>
                  </a:lnTo>
                  <a:lnTo>
                    <a:pt x="84" y="108"/>
                  </a:lnTo>
                  <a:lnTo>
                    <a:pt x="72" y="108"/>
                  </a:lnTo>
                  <a:lnTo>
                    <a:pt x="60" y="120"/>
                  </a:lnTo>
                  <a:lnTo>
                    <a:pt x="60" y="126"/>
                  </a:lnTo>
                  <a:lnTo>
                    <a:pt x="66" y="132"/>
                  </a:lnTo>
                  <a:lnTo>
                    <a:pt x="66" y="144"/>
                  </a:lnTo>
                  <a:lnTo>
                    <a:pt x="72" y="150"/>
                  </a:lnTo>
                  <a:lnTo>
                    <a:pt x="72" y="162"/>
                  </a:lnTo>
                  <a:lnTo>
                    <a:pt x="48" y="162"/>
                  </a:lnTo>
                  <a:lnTo>
                    <a:pt x="48" y="210"/>
                  </a:lnTo>
                  <a:lnTo>
                    <a:pt x="42" y="228"/>
                  </a:lnTo>
                  <a:lnTo>
                    <a:pt x="36" y="240"/>
                  </a:lnTo>
                  <a:lnTo>
                    <a:pt x="30" y="246"/>
                  </a:lnTo>
                  <a:lnTo>
                    <a:pt x="18" y="252"/>
                  </a:lnTo>
                  <a:lnTo>
                    <a:pt x="0" y="252"/>
                  </a:lnTo>
                  <a:lnTo>
                    <a:pt x="30" y="306"/>
                  </a:lnTo>
                  <a:lnTo>
                    <a:pt x="42" y="294"/>
                  </a:lnTo>
                  <a:lnTo>
                    <a:pt x="54" y="312"/>
                  </a:lnTo>
                  <a:lnTo>
                    <a:pt x="48" y="318"/>
                  </a:lnTo>
                  <a:lnTo>
                    <a:pt x="48" y="330"/>
                  </a:lnTo>
                  <a:lnTo>
                    <a:pt x="42" y="336"/>
                  </a:lnTo>
                  <a:lnTo>
                    <a:pt x="42" y="342"/>
                  </a:lnTo>
                  <a:lnTo>
                    <a:pt x="48" y="348"/>
                  </a:lnTo>
                  <a:lnTo>
                    <a:pt x="66" y="348"/>
                  </a:lnTo>
                  <a:lnTo>
                    <a:pt x="72" y="390"/>
                  </a:lnTo>
                  <a:lnTo>
                    <a:pt x="102" y="396"/>
                  </a:lnTo>
                  <a:lnTo>
                    <a:pt x="96" y="408"/>
                  </a:lnTo>
                  <a:lnTo>
                    <a:pt x="144" y="462"/>
                  </a:lnTo>
                  <a:lnTo>
                    <a:pt x="138" y="468"/>
                  </a:lnTo>
                  <a:lnTo>
                    <a:pt x="174" y="510"/>
                  </a:lnTo>
                  <a:lnTo>
                    <a:pt x="180" y="492"/>
                  </a:lnTo>
                  <a:lnTo>
                    <a:pt x="204" y="480"/>
                  </a:lnTo>
                  <a:lnTo>
                    <a:pt x="222" y="498"/>
                  </a:lnTo>
                  <a:lnTo>
                    <a:pt x="228" y="492"/>
                  </a:lnTo>
                  <a:lnTo>
                    <a:pt x="228" y="456"/>
                  </a:lnTo>
                  <a:lnTo>
                    <a:pt x="210" y="444"/>
                  </a:lnTo>
                  <a:lnTo>
                    <a:pt x="228" y="432"/>
                  </a:lnTo>
                  <a:lnTo>
                    <a:pt x="198" y="414"/>
                  </a:lnTo>
                  <a:lnTo>
                    <a:pt x="210" y="414"/>
                  </a:lnTo>
                  <a:lnTo>
                    <a:pt x="210" y="402"/>
                  </a:lnTo>
                  <a:lnTo>
                    <a:pt x="204" y="396"/>
                  </a:lnTo>
                  <a:lnTo>
                    <a:pt x="204" y="378"/>
                  </a:lnTo>
                  <a:lnTo>
                    <a:pt x="210" y="378"/>
                  </a:lnTo>
                  <a:lnTo>
                    <a:pt x="216" y="384"/>
                  </a:lnTo>
                  <a:lnTo>
                    <a:pt x="228" y="384"/>
                  </a:lnTo>
                  <a:lnTo>
                    <a:pt x="240" y="390"/>
                  </a:lnTo>
                  <a:lnTo>
                    <a:pt x="258" y="390"/>
                  </a:lnTo>
                  <a:lnTo>
                    <a:pt x="264" y="384"/>
                  </a:lnTo>
                  <a:lnTo>
                    <a:pt x="270" y="372"/>
                  </a:lnTo>
                  <a:lnTo>
                    <a:pt x="282" y="366"/>
                  </a:lnTo>
                  <a:lnTo>
                    <a:pt x="264" y="348"/>
                  </a:lnTo>
                  <a:lnTo>
                    <a:pt x="264" y="342"/>
                  </a:lnTo>
                  <a:lnTo>
                    <a:pt x="294" y="342"/>
                  </a:lnTo>
                  <a:lnTo>
                    <a:pt x="312" y="384"/>
                  </a:lnTo>
                  <a:lnTo>
                    <a:pt x="342" y="384"/>
                  </a:lnTo>
                  <a:lnTo>
                    <a:pt x="348" y="378"/>
                  </a:lnTo>
                  <a:lnTo>
                    <a:pt x="354" y="366"/>
                  </a:lnTo>
                  <a:lnTo>
                    <a:pt x="360" y="360"/>
                  </a:lnTo>
                  <a:lnTo>
                    <a:pt x="366" y="360"/>
                  </a:lnTo>
                  <a:lnTo>
                    <a:pt x="366" y="390"/>
                  </a:lnTo>
                  <a:lnTo>
                    <a:pt x="372" y="396"/>
                  </a:lnTo>
                  <a:lnTo>
                    <a:pt x="384" y="396"/>
                  </a:lnTo>
                  <a:lnTo>
                    <a:pt x="390" y="390"/>
                  </a:lnTo>
                  <a:lnTo>
                    <a:pt x="396" y="378"/>
                  </a:lnTo>
                  <a:lnTo>
                    <a:pt x="396" y="354"/>
                  </a:lnTo>
                  <a:lnTo>
                    <a:pt x="408" y="348"/>
                  </a:lnTo>
                  <a:lnTo>
                    <a:pt x="414" y="342"/>
                  </a:lnTo>
                  <a:lnTo>
                    <a:pt x="408" y="318"/>
                  </a:lnTo>
                  <a:lnTo>
                    <a:pt x="414" y="306"/>
                  </a:lnTo>
                  <a:lnTo>
                    <a:pt x="414" y="258"/>
                  </a:lnTo>
                  <a:lnTo>
                    <a:pt x="420" y="252"/>
                  </a:lnTo>
                  <a:lnTo>
                    <a:pt x="420" y="24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09" name="France" descr="© INSCALE GmbH, 05.05.2010&#10;http://www.presentationload.com/">
              <a:extLst>
                <a:ext uri="{FF2B5EF4-FFF2-40B4-BE49-F238E27FC236}">
                  <a16:creationId xmlns:a16="http://schemas.microsoft.com/office/drawing/2014/main" id="{06B905BE-B30C-49D8-9EBF-41F3502AD78C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3658319" y="1652060"/>
              <a:ext cx="301133" cy="258173"/>
            </a:xfrm>
            <a:custGeom>
              <a:avLst/>
              <a:gdLst>
                <a:gd name="T0" fmla="*/ 2147483647 w 230"/>
                <a:gd name="T1" fmla="*/ 2147483647 h 198"/>
                <a:gd name="T2" fmla="*/ 2147483647 w 230"/>
                <a:gd name="T3" fmla="*/ 2147483647 h 198"/>
                <a:gd name="T4" fmla="*/ 2147483647 w 230"/>
                <a:gd name="T5" fmla="*/ 2147483647 h 198"/>
                <a:gd name="T6" fmla="*/ 2147483647 w 230"/>
                <a:gd name="T7" fmla="*/ 2147483647 h 198"/>
                <a:gd name="T8" fmla="*/ 2147483647 w 230"/>
                <a:gd name="T9" fmla="*/ 2147483647 h 198"/>
                <a:gd name="T10" fmla="*/ 2147483647 w 230"/>
                <a:gd name="T11" fmla="*/ 2147483647 h 198"/>
                <a:gd name="T12" fmla="*/ 2147483647 w 230"/>
                <a:gd name="T13" fmla="*/ 2147483647 h 198"/>
                <a:gd name="T14" fmla="*/ 2147483647 w 230"/>
                <a:gd name="T15" fmla="*/ 2147483647 h 198"/>
                <a:gd name="T16" fmla="*/ 2147483647 w 230"/>
                <a:gd name="T17" fmla="*/ 2147483647 h 198"/>
                <a:gd name="T18" fmla="*/ 2147483647 w 230"/>
                <a:gd name="T19" fmla="*/ 2147483647 h 198"/>
                <a:gd name="T20" fmla="*/ 2147483647 w 230"/>
                <a:gd name="T21" fmla="*/ 2147483647 h 198"/>
                <a:gd name="T22" fmla="*/ 2147483647 w 230"/>
                <a:gd name="T23" fmla="*/ 2147483647 h 198"/>
                <a:gd name="T24" fmla="*/ 2147483647 w 230"/>
                <a:gd name="T25" fmla="*/ 2147483647 h 198"/>
                <a:gd name="T26" fmla="*/ 2147483647 w 230"/>
                <a:gd name="T27" fmla="*/ 2147483647 h 198"/>
                <a:gd name="T28" fmla="*/ 2147483647 w 230"/>
                <a:gd name="T29" fmla="*/ 2147483647 h 198"/>
                <a:gd name="T30" fmla="*/ 2147483647 w 230"/>
                <a:gd name="T31" fmla="*/ 2147483647 h 198"/>
                <a:gd name="T32" fmla="*/ 2147483647 w 230"/>
                <a:gd name="T33" fmla="*/ 2147483647 h 198"/>
                <a:gd name="T34" fmla="*/ 2147483647 w 230"/>
                <a:gd name="T35" fmla="*/ 2147483647 h 198"/>
                <a:gd name="T36" fmla="*/ 2147483647 w 230"/>
                <a:gd name="T37" fmla="*/ 2147483647 h 198"/>
                <a:gd name="T38" fmla="*/ 2147483647 w 230"/>
                <a:gd name="T39" fmla="*/ 2147483647 h 198"/>
                <a:gd name="T40" fmla="*/ 2147483647 w 230"/>
                <a:gd name="T41" fmla="*/ 2147483647 h 198"/>
                <a:gd name="T42" fmla="*/ 2147483647 w 230"/>
                <a:gd name="T43" fmla="*/ 2147483647 h 198"/>
                <a:gd name="T44" fmla="*/ 2147483647 w 230"/>
                <a:gd name="T45" fmla="*/ 2147483647 h 198"/>
                <a:gd name="T46" fmla="*/ 2147483647 w 230"/>
                <a:gd name="T47" fmla="*/ 2147483647 h 198"/>
                <a:gd name="T48" fmla="*/ 2147483647 w 230"/>
                <a:gd name="T49" fmla="*/ 2147483647 h 198"/>
                <a:gd name="T50" fmla="*/ 2147483647 w 230"/>
                <a:gd name="T51" fmla="*/ 2147483647 h 198"/>
                <a:gd name="T52" fmla="*/ 2147483647 w 230"/>
                <a:gd name="T53" fmla="*/ 2147483647 h 198"/>
                <a:gd name="T54" fmla="*/ 2147483647 w 230"/>
                <a:gd name="T55" fmla="*/ 2147483647 h 198"/>
                <a:gd name="T56" fmla="*/ 2147483647 w 230"/>
                <a:gd name="T57" fmla="*/ 2147483647 h 198"/>
                <a:gd name="T58" fmla="*/ 2147483647 w 230"/>
                <a:gd name="T59" fmla="*/ 2147483647 h 198"/>
                <a:gd name="T60" fmla="*/ 2147483647 w 230"/>
                <a:gd name="T61" fmla="*/ 2147483647 h 198"/>
                <a:gd name="T62" fmla="*/ 2147483647 w 230"/>
                <a:gd name="T63" fmla="*/ 2147483647 h 198"/>
                <a:gd name="T64" fmla="*/ 2147483647 w 230"/>
                <a:gd name="T65" fmla="*/ 2147483647 h 198"/>
                <a:gd name="T66" fmla="*/ 2147483647 w 230"/>
                <a:gd name="T67" fmla="*/ 2147483647 h 198"/>
                <a:gd name="T68" fmla="*/ 2147483647 w 230"/>
                <a:gd name="T69" fmla="*/ 2147483647 h 198"/>
                <a:gd name="T70" fmla="*/ 2147483647 w 230"/>
                <a:gd name="T71" fmla="*/ 2147483647 h 198"/>
                <a:gd name="T72" fmla="*/ 2147483647 w 230"/>
                <a:gd name="T73" fmla="*/ 2147483647 h 198"/>
                <a:gd name="T74" fmla="*/ 2147483647 w 230"/>
                <a:gd name="T75" fmla="*/ 2147483647 h 198"/>
                <a:gd name="T76" fmla="*/ 2147483647 w 230"/>
                <a:gd name="T77" fmla="*/ 2147483647 h 198"/>
                <a:gd name="T78" fmla="*/ 2147483647 w 230"/>
                <a:gd name="T79" fmla="*/ 2147483647 h 198"/>
                <a:gd name="T80" fmla="*/ 2147483647 w 230"/>
                <a:gd name="T81" fmla="*/ 2147483647 h 198"/>
                <a:gd name="T82" fmla="*/ 2147483647 w 230"/>
                <a:gd name="T83" fmla="*/ 2147483647 h 198"/>
                <a:gd name="T84" fmla="*/ 2147483647 w 230"/>
                <a:gd name="T85" fmla="*/ 2147483647 h 198"/>
                <a:gd name="T86" fmla="*/ 2147483647 w 230"/>
                <a:gd name="T87" fmla="*/ 2147483647 h 198"/>
                <a:gd name="T88" fmla="*/ 2147483647 w 230"/>
                <a:gd name="T89" fmla="*/ 2147483647 h 198"/>
                <a:gd name="T90" fmla="*/ 2147483647 w 230"/>
                <a:gd name="T91" fmla="*/ 2147483647 h 198"/>
                <a:gd name="T92" fmla="*/ 2147483647 w 230"/>
                <a:gd name="T93" fmla="*/ 2147483647 h 198"/>
                <a:gd name="T94" fmla="*/ 2147483647 w 230"/>
                <a:gd name="T95" fmla="*/ 2147483647 h 198"/>
                <a:gd name="T96" fmla="*/ 2147483647 w 230"/>
                <a:gd name="T97" fmla="*/ 2147483647 h 198"/>
                <a:gd name="T98" fmla="*/ 2147483647 w 230"/>
                <a:gd name="T99" fmla="*/ 2147483647 h 198"/>
                <a:gd name="T100" fmla="*/ 2147483647 w 230"/>
                <a:gd name="T101" fmla="*/ 2147483647 h 198"/>
                <a:gd name="T102" fmla="*/ 2147483647 w 230"/>
                <a:gd name="T103" fmla="*/ 2147483647 h 198"/>
                <a:gd name="T104" fmla="*/ 2147483647 w 230"/>
                <a:gd name="T105" fmla="*/ 2147483647 h 198"/>
                <a:gd name="T106" fmla="*/ 2147483647 w 230"/>
                <a:gd name="T107" fmla="*/ 2147483647 h 198"/>
                <a:gd name="T108" fmla="*/ 2147483647 w 230"/>
                <a:gd name="T109" fmla="*/ 2147483647 h 198"/>
                <a:gd name="T110" fmla="*/ 2147483647 w 230"/>
                <a:gd name="T111" fmla="*/ 2147483647 h 198"/>
                <a:gd name="T112" fmla="*/ 2147483647 w 230"/>
                <a:gd name="T113" fmla="*/ 2147483647 h 198"/>
                <a:gd name="T114" fmla="*/ 2147483647 w 230"/>
                <a:gd name="T115" fmla="*/ 2147483647 h 198"/>
                <a:gd name="T116" fmla="*/ 2147483647 w 230"/>
                <a:gd name="T117" fmla="*/ 2147483647 h 198"/>
                <a:gd name="T118" fmla="*/ 2147483647 w 230"/>
                <a:gd name="T119" fmla="*/ 2147483647 h 198"/>
                <a:gd name="T120" fmla="*/ 2147483647 w 230"/>
                <a:gd name="T121" fmla="*/ 2147483647 h 19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0"/>
                <a:gd name="T184" fmla="*/ 0 h 198"/>
                <a:gd name="T185" fmla="*/ 230 w 230"/>
                <a:gd name="T186" fmla="*/ 198 h 19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0" h="198">
                  <a:moveTo>
                    <a:pt x="230" y="172"/>
                  </a:moveTo>
                  <a:lnTo>
                    <a:pt x="230" y="172"/>
                  </a:lnTo>
                  <a:lnTo>
                    <a:pt x="230" y="166"/>
                  </a:lnTo>
                  <a:lnTo>
                    <a:pt x="228" y="166"/>
                  </a:lnTo>
                  <a:lnTo>
                    <a:pt x="224" y="168"/>
                  </a:lnTo>
                  <a:lnTo>
                    <a:pt x="224" y="170"/>
                  </a:lnTo>
                  <a:lnTo>
                    <a:pt x="220" y="172"/>
                  </a:lnTo>
                  <a:lnTo>
                    <a:pt x="218" y="174"/>
                  </a:lnTo>
                  <a:lnTo>
                    <a:pt x="216" y="178"/>
                  </a:lnTo>
                  <a:lnTo>
                    <a:pt x="216" y="182"/>
                  </a:lnTo>
                  <a:lnTo>
                    <a:pt x="218" y="186"/>
                  </a:lnTo>
                  <a:lnTo>
                    <a:pt x="218" y="190"/>
                  </a:lnTo>
                  <a:lnTo>
                    <a:pt x="218" y="192"/>
                  </a:lnTo>
                  <a:lnTo>
                    <a:pt x="218" y="194"/>
                  </a:lnTo>
                  <a:lnTo>
                    <a:pt x="222" y="196"/>
                  </a:lnTo>
                  <a:lnTo>
                    <a:pt x="224" y="198"/>
                  </a:lnTo>
                  <a:lnTo>
                    <a:pt x="230" y="192"/>
                  </a:lnTo>
                  <a:lnTo>
                    <a:pt x="230" y="186"/>
                  </a:lnTo>
                  <a:lnTo>
                    <a:pt x="228" y="186"/>
                  </a:lnTo>
                  <a:lnTo>
                    <a:pt x="230" y="184"/>
                  </a:lnTo>
                  <a:lnTo>
                    <a:pt x="230" y="172"/>
                  </a:lnTo>
                  <a:close/>
                  <a:moveTo>
                    <a:pt x="198" y="40"/>
                  </a:moveTo>
                  <a:lnTo>
                    <a:pt x="198" y="40"/>
                  </a:lnTo>
                  <a:lnTo>
                    <a:pt x="196" y="40"/>
                  </a:lnTo>
                  <a:lnTo>
                    <a:pt x="192" y="40"/>
                  </a:lnTo>
                  <a:lnTo>
                    <a:pt x="190" y="40"/>
                  </a:lnTo>
                  <a:lnTo>
                    <a:pt x="184" y="40"/>
                  </a:lnTo>
                  <a:lnTo>
                    <a:pt x="184" y="34"/>
                  </a:lnTo>
                  <a:lnTo>
                    <a:pt x="182" y="34"/>
                  </a:lnTo>
                  <a:lnTo>
                    <a:pt x="182" y="32"/>
                  </a:lnTo>
                  <a:lnTo>
                    <a:pt x="178" y="30"/>
                  </a:lnTo>
                  <a:lnTo>
                    <a:pt x="174" y="34"/>
                  </a:lnTo>
                  <a:lnTo>
                    <a:pt x="172" y="32"/>
                  </a:lnTo>
                  <a:lnTo>
                    <a:pt x="166" y="32"/>
                  </a:lnTo>
                  <a:lnTo>
                    <a:pt x="164" y="28"/>
                  </a:lnTo>
                  <a:lnTo>
                    <a:pt x="162" y="28"/>
                  </a:lnTo>
                  <a:lnTo>
                    <a:pt x="158" y="28"/>
                  </a:lnTo>
                  <a:lnTo>
                    <a:pt x="156" y="28"/>
                  </a:lnTo>
                  <a:lnTo>
                    <a:pt x="156" y="22"/>
                  </a:lnTo>
                  <a:lnTo>
                    <a:pt x="152" y="24"/>
                  </a:lnTo>
                  <a:lnTo>
                    <a:pt x="146" y="24"/>
                  </a:lnTo>
                  <a:lnTo>
                    <a:pt x="146" y="18"/>
                  </a:lnTo>
                  <a:lnTo>
                    <a:pt x="144" y="16"/>
                  </a:lnTo>
                  <a:lnTo>
                    <a:pt x="142" y="14"/>
                  </a:lnTo>
                  <a:lnTo>
                    <a:pt x="136" y="14"/>
                  </a:lnTo>
                  <a:lnTo>
                    <a:pt x="132" y="12"/>
                  </a:lnTo>
                  <a:lnTo>
                    <a:pt x="126" y="10"/>
                  </a:lnTo>
                  <a:lnTo>
                    <a:pt x="126" y="6"/>
                  </a:lnTo>
                  <a:lnTo>
                    <a:pt x="126" y="0"/>
                  </a:lnTo>
                  <a:lnTo>
                    <a:pt x="118" y="0"/>
                  </a:lnTo>
                  <a:lnTo>
                    <a:pt x="114" y="2"/>
                  </a:lnTo>
                  <a:lnTo>
                    <a:pt x="112" y="2"/>
                  </a:lnTo>
                  <a:lnTo>
                    <a:pt x="110" y="4"/>
                  </a:lnTo>
                  <a:lnTo>
                    <a:pt x="104" y="4"/>
                  </a:lnTo>
                  <a:lnTo>
                    <a:pt x="104" y="6"/>
                  </a:lnTo>
                  <a:lnTo>
                    <a:pt x="104" y="8"/>
                  </a:lnTo>
                  <a:lnTo>
                    <a:pt x="104" y="12"/>
                  </a:lnTo>
                  <a:lnTo>
                    <a:pt x="106" y="14"/>
                  </a:lnTo>
                  <a:lnTo>
                    <a:pt x="106" y="20"/>
                  </a:lnTo>
                  <a:lnTo>
                    <a:pt x="104" y="22"/>
                  </a:lnTo>
                  <a:lnTo>
                    <a:pt x="98" y="24"/>
                  </a:lnTo>
                  <a:lnTo>
                    <a:pt x="92" y="24"/>
                  </a:lnTo>
                  <a:lnTo>
                    <a:pt x="82" y="32"/>
                  </a:lnTo>
                  <a:lnTo>
                    <a:pt x="86" y="34"/>
                  </a:lnTo>
                  <a:lnTo>
                    <a:pt x="84" y="34"/>
                  </a:lnTo>
                  <a:lnTo>
                    <a:pt x="82" y="34"/>
                  </a:lnTo>
                  <a:lnTo>
                    <a:pt x="76" y="38"/>
                  </a:lnTo>
                  <a:lnTo>
                    <a:pt x="68" y="38"/>
                  </a:lnTo>
                  <a:lnTo>
                    <a:pt x="66" y="36"/>
                  </a:lnTo>
                  <a:lnTo>
                    <a:pt x="60" y="30"/>
                  </a:lnTo>
                  <a:lnTo>
                    <a:pt x="58" y="30"/>
                  </a:lnTo>
                  <a:lnTo>
                    <a:pt x="56" y="28"/>
                  </a:lnTo>
                  <a:lnTo>
                    <a:pt x="52" y="28"/>
                  </a:lnTo>
                  <a:lnTo>
                    <a:pt x="52" y="30"/>
                  </a:lnTo>
                  <a:lnTo>
                    <a:pt x="52" y="34"/>
                  </a:lnTo>
                  <a:lnTo>
                    <a:pt x="54" y="34"/>
                  </a:lnTo>
                  <a:lnTo>
                    <a:pt x="56" y="38"/>
                  </a:lnTo>
                  <a:lnTo>
                    <a:pt x="58" y="40"/>
                  </a:lnTo>
                  <a:lnTo>
                    <a:pt x="58" y="46"/>
                  </a:lnTo>
                  <a:lnTo>
                    <a:pt x="56" y="48"/>
                  </a:lnTo>
                  <a:lnTo>
                    <a:pt x="54" y="48"/>
                  </a:lnTo>
                  <a:lnTo>
                    <a:pt x="48" y="48"/>
                  </a:lnTo>
                  <a:lnTo>
                    <a:pt x="38" y="48"/>
                  </a:lnTo>
                  <a:lnTo>
                    <a:pt x="38" y="54"/>
                  </a:lnTo>
                  <a:lnTo>
                    <a:pt x="36" y="52"/>
                  </a:lnTo>
                  <a:lnTo>
                    <a:pt x="34" y="48"/>
                  </a:lnTo>
                  <a:lnTo>
                    <a:pt x="32" y="48"/>
                  </a:lnTo>
                  <a:lnTo>
                    <a:pt x="30" y="46"/>
                  </a:lnTo>
                  <a:lnTo>
                    <a:pt x="26" y="46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0" y="48"/>
                  </a:lnTo>
                  <a:lnTo>
                    <a:pt x="16" y="48"/>
                  </a:lnTo>
                  <a:lnTo>
                    <a:pt x="12" y="50"/>
                  </a:lnTo>
                  <a:lnTo>
                    <a:pt x="8" y="50"/>
                  </a:lnTo>
                  <a:lnTo>
                    <a:pt x="6" y="52"/>
                  </a:lnTo>
                  <a:lnTo>
                    <a:pt x="4" y="54"/>
                  </a:lnTo>
                  <a:lnTo>
                    <a:pt x="6" y="56"/>
                  </a:lnTo>
                  <a:lnTo>
                    <a:pt x="8" y="56"/>
                  </a:lnTo>
                  <a:lnTo>
                    <a:pt x="10" y="58"/>
                  </a:lnTo>
                  <a:lnTo>
                    <a:pt x="10" y="60"/>
                  </a:lnTo>
                  <a:lnTo>
                    <a:pt x="6" y="60"/>
                  </a:lnTo>
                  <a:lnTo>
                    <a:pt x="2" y="60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12" y="64"/>
                  </a:lnTo>
                  <a:lnTo>
                    <a:pt x="26" y="72"/>
                  </a:lnTo>
                  <a:lnTo>
                    <a:pt x="32" y="72"/>
                  </a:lnTo>
                  <a:lnTo>
                    <a:pt x="38" y="76"/>
                  </a:lnTo>
                  <a:lnTo>
                    <a:pt x="48" y="76"/>
                  </a:lnTo>
                  <a:lnTo>
                    <a:pt x="40" y="80"/>
                  </a:lnTo>
                  <a:lnTo>
                    <a:pt x="42" y="84"/>
                  </a:lnTo>
                  <a:lnTo>
                    <a:pt x="44" y="86"/>
                  </a:lnTo>
                  <a:lnTo>
                    <a:pt x="46" y="92"/>
                  </a:lnTo>
                  <a:lnTo>
                    <a:pt x="52" y="96"/>
                  </a:lnTo>
                  <a:lnTo>
                    <a:pt x="58" y="96"/>
                  </a:lnTo>
                  <a:lnTo>
                    <a:pt x="58" y="106"/>
                  </a:lnTo>
                  <a:lnTo>
                    <a:pt x="62" y="114"/>
                  </a:lnTo>
                  <a:lnTo>
                    <a:pt x="66" y="124"/>
                  </a:lnTo>
                  <a:lnTo>
                    <a:pt x="58" y="114"/>
                  </a:lnTo>
                  <a:lnTo>
                    <a:pt x="58" y="118"/>
                  </a:lnTo>
                  <a:lnTo>
                    <a:pt x="56" y="120"/>
                  </a:lnTo>
                  <a:lnTo>
                    <a:pt x="56" y="132"/>
                  </a:lnTo>
                  <a:lnTo>
                    <a:pt x="54" y="134"/>
                  </a:lnTo>
                  <a:lnTo>
                    <a:pt x="52" y="144"/>
                  </a:lnTo>
                  <a:lnTo>
                    <a:pt x="52" y="146"/>
                  </a:lnTo>
                  <a:lnTo>
                    <a:pt x="50" y="150"/>
                  </a:lnTo>
                  <a:lnTo>
                    <a:pt x="50" y="152"/>
                  </a:lnTo>
                  <a:lnTo>
                    <a:pt x="48" y="152"/>
                  </a:lnTo>
                  <a:lnTo>
                    <a:pt x="48" y="154"/>
                  </a:lnTo>
                  <a:lnTo>
                    <a:pt x="46" y="156"/>
                  </a:lnTo>
                  <a:lnTo>
                    <a:pt x="44" y="158"/>
                  </a:lnTo>
                  <a:lnTo>
                    <a:pt x="46" y="160"/>
                  </a:lnTo>
                  <a:lnTo>
                    <a:pt x="46" y="158"/>
                  </a:lnTo>
                  <a:lnTo>
                    <a:pt x="48" y="158"/>
                  </a:lnTo>
                  <a:lnTo>
                    <a:pt x="52" y="160"/>
                  </a:lnTo>
                  <a:lnTo>
                    <a:pt x="52" y="162"/>
                  </a:lnTo>
                  <a:lnTo>
                    <a:pt x="50" y="164"/>
                  </a:lnTo>
                  <a:lnTo>
                    <a:pt x="60" y="164"/>
                  </a:lnTo>
                  <a:lnTo>
                    <a:pt x="64" y="168"/>
                  </a:lnTo>
                  <a:lnTo>
                    <a:pt x="66" y="166"/>
                  </a:lnTo>
                  <a:lnTo>
                    <a:pt x="68" y="166"/>
                  </a:lnTo>
                  <a:lnTo>
                    <a:pt x="72" y="170"/>
                  </a:lnTo>
                  <a:lnTo>
                    <a:pt x="78" y="170"/>
                  </a:lnTo>
                  <a:lnTo>
                    <a:pt x="78" y="172"/>
                  </a:lnTo>
                  <a:lnTo>
                    <a:pt x="84" y="172"/>
                  </a:lnTo>
                  <a:lnTo>
                    <a:pt x="84" y="168"/>
                  </a:lnTo>
                  <a:lnTo>
                    <a:pt x="86" y="166"/>
                  </a:lnTo>
                  <a:lnTo>
                    <a:pt x="90" y="166"/>
                  </a:lnTo>
                  <a:lnTo>
                    <a:pt x="92" y="168"/>
                  </a:lnTo>
                  <a:lnTo>
                    <a:pt x="92" y="170"/>
                  </a:lnTo>
                  <a:lnTo>
                    <a:pt x="96" y="170"/>
                  </a:lnTo>
                  <a:lnTo>
                    <a:pt x="96" y="172"/>
                  </a:lnTo>
                  <a:lnTo>
                    <a:pt x="104" y="172"/>
                  </a:lnTo>
                  <a:lnTo>
                    <a:pt x="104" y="174"/>
                  </a:lnTo>
                  <a:lnTo>
                    <a:pt x="104" y="176"/>
                  </a:lnTo>
                  <a:lnTo>
                    <a:pt x="112" y="176"/>
                  </a:lnTo>
                  <a:lnTo>
                    <a:pt x="112" y="178"/>
                  </a:lnTo>
                  <a:lnTo>
                    <a:pt x="118" y="178"/>
                  </a:lnTo>
                  <a:lnTo>
                    <a:pt x="118" y="176"/>
                  </a:lnTo>
                  <a:lnTo>
                    <a:pt x="118" y="174"/>
                  </a:lnTo>
                  <a:lnTo>
                    <a:pt x="122" y="174"/>
                  </a:lnTo>
                  <a:lnTo>
                    <a:pt x="122" y="170"/>
                  </a:lnTo>
                  <a:lnTo>
                    <a:pt x="126" y="164"/>
                  </a:lnTo>
                  <a:lnTo>
                    <a:pt x="130" y="160"/>
                  </a:lnTo>
                  <a:lnTo>
                    <a:pt x="132" y="158"/>
                  </a:lnTo>
                  <a:lnTo>
                    <a:pt x="134" y="156"/>
                  </a:lnTo>
                  <a:lnTo>
                    <a:pt x="138" y="154"/>
                  </a:lnTo>
                  <a:lnTo>
                    <a:pt x="140" y="152"/>
                  </a:lnTo>
                  <a:lnTo>
                    <a:pt x="144" y="152"/>
                  </a:lnTo>
                  <a:lnTo>
                    <a:pt x="146" y="154"/>
                  </a:lnTo>
                  <a:lnTo>
                    <a:pt x="150" y="154"/>
                  </a:lnTo>
                  <a:lnTo>
                    <a:pt x="152" y="156"/>
                  </a:lnTo>
                  <a:lnTo>
                    <a:pt x="162" y="156"/>
                  </a:lnTo>
                  <a:lnTo>
                    <a:pt x="166" y="160"/>
                  </a:lnTo>
                  <a:lnTo>
                    <a:pt x="166" y="162"/>
                  </a:lnTo>
                  <a:lnTo>
                    <a:pt x="170" y="162"/>
                  </a:lnTo>
                  <a:lnTo>
                    <a:pt x="172" y="164"/>
                  </a:lnTo>
                  <a:lnTo>
                    <a:pt x="178" y="164"/>
                  </a:lnTo>
                  <a:lnTo>
                    <a:pt x="182" y="162"/>
                  </a:lnTo>
                  <a:lnTo>
                    <a:pt x="184" y="160"/>
                  </a:lnTo>
                  <a:lnTo>
                    <a:pt x="186" y="154"/>
                  </a:lnTo>
                  <a:lnTo>
                    <a:pt x="192" y="150"/>
                  </a:lnTo>
                  <a:lnTo>
                    <a:pt x="196" y="150"/>
                  </a:lnTo>
                  <a:lnTo>
                    <a:pt x="196" y="148"/>
                  </a:lnTo>
                  <a:lnTo>
                    <a:pt x="200" y="144"/>
                  </a:lnTo>
                  <a:lnTo>
                    <a:pt x="200" y="142"/>
                  </a:lnTo>
                  <a:lnTo>
                    <a:pt x="198" y="140"/>
                  </a:lnTo>
                  <a:lnTo>
                    <a:pt x="192" y="140"/>
                  </a:lnTo>
                  <a:lnTo>
                    <a:pt x="188" y="138"/>
                  </a:lnTo>
                  <a:lnTo>
                    <a:pt x="186" y="136"/>
                  </a:lnTo>
                  <a:lnTo>
                    <a:pt x="186" y="134"/>
                  </a:lnTo>
                  <a:lnTo>
                    <a:pt x="188" y="132"/>
                  </a:lnTo>
                  <a:lnTo>
                    <a:pt x="190" y="130"/>
                  </a:lnTo>
                  <a:lnTo>
                    <a:pt x="190" y="126"/>
                  </a:lnTo>
                  <a:lnTo>
                    <a:pt x="188" y="126"/>
                  </a:lnTo>
                  <a:lnTo>
                    <a:pt x="184" y="126"/>
                  </a:lnTo>
                  <a:lnTo>
                    <a:pt x="182" y="120"/>
                  </a:lnTo>
                  <a:lnTo>
                    <a:pt x="188" y="120"/>
                  </a:lnTo>
                  <a:lnTo>
                    <a:pt x="192" y="116"/>
                  </a:lnTo>
                  <a:lnTo>
                    <a:pt x="192" y="114"/>
                  </a:lnTo>
                  <a:lnTo>
                    <a:pt x="186" y="108"/>
                  </a:lnTo>
                  <a:lnTo>
                    <a:pt x="188" y="106"/>
                  </a:lnTo>
                  <a:lnTo>
                    <a:pt x="190" y="106"/>
                  </a:lnTo>
                  <a:lnTo>
                    <a:pt x="190" y="104"/>
                  </a:lnTo>
                  <a:lnTo>
                    <a:pt x="186" y="100"/>
                  </a:lnTo>
                  <a:lnTo>
                    <a:pt x="188" y="94"/>
                  </a:lnTo>
                  <a:lnTo>
                    <a:pt x="186" y="94"/>
                  </a:lnTo>
                  <a:lnTo>
                    <a:pt x="182" y="94"/>
                  </a:lnTo>
                  <a:lnTo>
                    <a:pt x="176" y="100"/>
                  </a:lnTo>
                  <a:lnTo>
                    <a:pt x="174" y="100"/>
                  </a:lnTo>
                  <a:lnTo>
                    <a:pt x="174" y="98"/>
                  </a:lnTo>
                  <a:lnTo>
                    <a:pt x="176" y="96"/>
                  </a:lnTo>
                  <a:lnTo>
                    <a:pt x="174" y="94"/>
                  </a:lnTo>
                  <a:lnTo>
                    <a:pt x="178" y="92"/>
                  </a:lnTo>
                  <a:lnTo>
                    <a:pt x="178" y="88"/>
                  </a:lnTo>
                  <a:lnTo>
                    <a:pt x="182" y="86"/>
                  </a:lnTo>
                  <a:lnTo>
                    <a:pt x="182" y="82"/>
                  </a:lnTo>
                  <a:lnTo>
                    <a:pt x="186" y="82"/>
                  </a:lnTo>
                  <a:lnTo>
                    <a:pt x="188" y="80"/>
                  </a:lnTo>
                  <a:lnTo>
                    <a:pt x="190" y="78"/>
                  </a:lnTo>
                  <a:lnTo>
                    <a:pt x="192" y="76"/>
                  </a:lnTo>
                  <a:lnTo>
                    <a:pt x="192" y="74"/>
                  </a:lnTo>
                  <a:lnTo>
                    <a:pt x="198" y="76"/>
                  </a:lnTo>
                  <a:lnTo>
                    <a:pt x="198" y="72"/>
                  </a:lnTo>
                  <a:lnTo>
                    <a:pt x="198" y="60"/>
                  </a:lnTo>
                  <a:lnTo>
                    <a:pt x="200" y="58"/>
                  </a:lnTo>
                  <a:lnTo>
                    <a:pt x="202" y="56"/>
                  </a:lnTo>
                  <a:lnTo>
                    <a:pt x="204" y="54"/>
                  </a:lnTo>
                  <a:lnTo>
                    <a:pt x="204" y="50"/>
                  </a:lnTo>
                  <a:lnTo>
                    <a:pt x="208" y="46"/>
                  </a:lnTo>
                  <a:lnTo>
                    <a:pt x="210" y="42"/>
                  </a:lnTo>
                  <a:lnTo>
                    <a:pt x="204" y="40"/>
                  </a:lnTo>
                  <a:lnTo>
                    <a:pt x="198" y="4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10" name="Finland" descr="© INSCALE GmbH, 05.05.2010&#10;http://www.presentationload.com/">
              <a:extLst>
                <a:ext uri="{FF2B5EF4-FFF2-40B4-BE49-F238E27FC236}">
                  <a16:creationId xmlns:a16="http://schemas.microsoft.com/office/drawing/2014/main" id="{6E006921-C983-4DB1-81C5-E6DFCA1C4764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152023" y="1199934"/>
              <a:ext cx="208079" cy="235053"/>
            </a:xfrm>
            <a:custGeom>
              <a:avLst/>
              <a:gdLst>
                <a:gd name="T0" fmla="*/ 2147483647 w 630"/>
                <a:gd name="T1" fmla="*/ 2147483647 h 714"/>
                <a:gd name="T2" fmla="*/ 2147483647 w 630"/>
                <a:gd name="T3" fmla="*/ 2147483647 h 714"/>
                <a:gd name="T4" fmla="*/ 2147483647 w 630"/>
                <a:gd name="T5" fmla="*/ 2147483647 h 714"/>
                <a:gd name="T6" fmla="*/ 2147483647 w 630"/>
                <a:gd name="T7" fmla="*/ 2147483647 h 714"/>
                <a:gd name="T8" fmla="*/ 2147483647 w 630"/>
                <a:gd name="T9" fmla="*/ 2147483647 h 714"/>
                <a:gd name="T10" fmla="*/ 2147483647 w 630"/>
                <a:gd name="T11" fmla="*/ 2147483647 h 714"/>
                <a:gd name="T12" fmla="*/ 2147483647 w 630"/>
                <a:gd name="T13" fmla="*/ 2147483647 h 714"/>
                <a:gd name="T14" fmla="*/ 2147483647 w 630"/>
                <a:gd name="T15" fmla="*/ 2147483647 h 714"/>
                <a:gd name="T16" fmla="*/ 2147483647 w 630"/>
                <a:gd name="T17" fmla="*/ 2147483647 h 714"/>
                <a:gd name="T18" fmla="*/ 2147483647 w 630"/>
                <a:gd name="T19" fmla="*/ 2147483647 h 714"/>
                <a:gd name="T20" fmla="*/ 2147483647 w 630"/>
                <a:gd name="T21" fmla="*/ 2147483647 h 714"/>
                <a:gd name="T22" fmla="*/ 2147483647 w 630"/>
                <a:gd name="T23" fmla="*/ 2147483647 h 714"/>
                <a:gd name="T24" fmla="*/ 2147483647 w 630"/>
                <a:gd name="T25" fmla="*/ 2147483647 h 714"/>
                <a:gd name="T26" fmla="*/ 2147483647 w 630"/>
                <a:gd name="T27" fmla="*/ 2147483647 h 714"/>
                <a:gd name="T28" fmla="*/ 2147483647 w 630"/>
                <a:gd name="T29" fmla="*/ 2147483647 h 714"/>
                <a:gd name="T30" fmla="*/ 2147483647 w 630"/>
                <a:gd name="T31" fmla="*/ 2147483647 h 714"/>
                <a:gd name="T32" fmla="*/ 2147483647 w 630"/>
                <a:gd name="T33" fmla="*/ 2147483647 h 714"/>
                <a:gd name="T34" fmla="*/ 2147483647 w 630"/>
                <a:gd name="T35" fmla="*/ 2147483647 h 714"/>
                <a:gd name="T36" fmla="*/ 2147483647 w 630"/>
                <a:gd name="T37" fmla="*/ 2147483647 h 714"/>
                <a:gd name="T38" fmla="*/ 2147483647 w 630"/>
                <a:gd name="T39" fmla="*/ 2147483647 h 714"/>
                <a:gd name="T40" fmla="*/ 2147483647 w 630"/>
                <a:gd name="T41" fmla="*/ 2147483647 h 714"/>
                <a:gd name="T42" fmla="*/ 2147483647 w 630"/>
                <a:gd name="T43" fmla="*/ 2147483647 h 714"/>
                <a:gd name="T44" fmla="*/ 2147483647 w 630"/>
                <a:gd name="T45" fmla="*/ 2147483647 h 714"/>
                <a:gd name="T46" fmla="*/ 2147483647 w 630"/>
                <a:gd name="T47" fmla="*/ 2147483647 h 714"/>
                <a:gd name="T48" fmla="*/ 2147483647 w 630"/>
                <a:gd name="T49" fmla="*/ 2147483647 h 714"/>
                <a:gd name="T50" fmla="*/ 2147483647 w 630"/>
                <a:gd name="T51" fmla="*/ 2147483647 h 714"/>
                <a:gd name="T52" fmla="*/ 2147483647 w 630"/>
                <a:gd name="T53" fmla="*/ 2147483647 h 714"/>
                <a:gd name="T54" fmla="*/ 2147483647 w 630"/>
                <a:gd name="T55" fmla="*/ 2147483647 h 714"/>
                <a:gd name="T56" fmla="*/ 2147483647 w 630"/>
                <a:gd name="T57" fmla="*/ 2147483647 h 714"/>
                <a:gd name="T58" fmla="*/ 2147483647 w 630"/>
                <a:gd name="T59" fmla="*/ 2147483647 h 714"/>
                <a:gd name="T60" fmla="*/ 2147483647 w 630"/>
                <a:gd name="T61" fmla="*/ 2147483647 h 714"/>
                <a:gd name="T62" fmla="*/ 2147483647 w 630"/>
                <a:gd name="T63" fmla="*/ 2147483647 h 714"/>
                <a:gd name="T64" fmla="*/ 2147483647 w 630"/>
                <a:gd name="T65" fmla="*/ 2147483647 h 714"/>
                <a:gd name="T66" fmla="*/ 2147483647 w 630"/>
                <a:gd name="T67" fmla="*/ 2147483647 h 714"/>
                <a:gd name="T68" fmla="*/ 2147483647 w 630"/>
                <a:gd name="T69" fmla="*/ 2147483647 h 714"/>
                <a:gd name="T70" fmla="*/ 2147483647 w 630"/>
                <a:gd name="T71" fmla="*/ 2147483647 h 714"/>
                <a:gd name="T72" fmla="*/ 2147483647 w 630"/>
                <a:gd name="T73" fmla="*/ 2147483647 h 714"/>
                <a:gd name="T74" fmla="*/ 2147483647 w 630"/>
                <a:gd name="T75" fmla="*/ 2147483647 h 714"/>
                <a:gd name="T76" fmla="*/ 2147483647 w 630"/>
                <a:gd name="T77" fmla="*/ 2147483647 h 714"/>
                <a:gd name="T78" fmla="*/ 2147483647 w 630"/>
                <a:gd name="T79" fmla="*/ 2147483647 h 714"/>
                <a:gd name="T80" fmla="*/ 2147483647 w 630"/>
                <a:gd name="T81" fmla="*/ 2147483647 h 714"/>
                <a:gd name="T82" fmla="*/ 2147483647 w 630"/>
                <a:gd name="T83" fmla="*/ 2147483647 h 714"/>
                <a:gd name="T84" fmla="*/ 2147483647 w 630"/>
                <a:gd name="T85" fmla="*/ 2147483647 h 714"/>
                <a:gd name="T86" fmla="*/ 2147483647 w 630"/>
                <a:gd name="T87" fmla="*/ 2147483647 h 714"/>
                <a:gd name="T88" fmla="*/ 2147483647 w 630"/>
                <a:gd name="T89" fmla="*/ 2147483647 h 714"/>
                <a:gd name="T90" fmla="*/ 2147483647 w 630"/>
                <a:gd name="T91" fmla="*/ 2147483647 h 714"/>
                <a:gd name="T92" fmla="*/ 2147483647 w 630"/>
                <a:gd name="T93" fmla="*/ 2147483647 h 714"/>
                <a:gd name="T94" fmla="*/ 2147483647 w 630"/>
                <a:gd name="T95" fmla="*/ 2147483647 h 714"/>
                <a:gd name="T96" fmla="*/ 2147483647 w 630"/>
                <a:gd name="T97" fmla="*/ 2147483647 h 714"/>
                <a:gd name="T98" fmla="*/ 2147483647 w 630"/>
                <a:gd name="T99" fmla="*/ 2147483647 h 714"/>
                <a:gd name="T100" fmla="*/ 2147483647 w 630"/>
                <a:gd name="T101" fmla="*/ 2147483647 h 714"/>
                <a:gd name="T102" fmla="*/ 2147483647 w 630"/>
                <a:gd name="T103" fmla="*/ 2147483647 h 714"/>
                <a:gd name="T104" fmla="*/ 2147483647 w 630"/>
                <a:gd name="T105" fmla="*/ 2147483647 h 714"/>
                <a:gd name="T106" fmla="*/ 2147483647 w 630"/>
                <a:gd name="T107" fmla="*/ 0 h 714"/>
                <a:gd name="T108" fmla="*/ 2147483647 w 630"/>
                <a:gd name="T109" fmla="*/ 2147483647 h 714"/>
                <a:gd name="T110" fmla="*/ 2147483647 w 630"/>
                <a:gd name="T111" fmla="*/ 2147483647 h 714"/>
                <a:gd name="T112" fmla="*/ 2147483647 w 630"/>
                <a:gd name="T113" fmla="*/ 2147483647 h 714"/>
                <a:gd name="T114" fmla="*/ 2147483647 w 630"/>
                <a:gd name="T115" fmla="*/ 2147483647 h 714"/>
                <a:gd name="T116" fmla="*/ 2147483647 w 630"/>
                <a:gd name="T117" fmla="*/ 2147483647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30"/>
                <a:gd name="T178" fmla="*/ 0 h 714"/>
                <a:gd name="T179" fmla="*/ 630 w 630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30" h="714">
                  <a:moveTo>
                    <a:pt x="162" y="84"/>
                  </a:moveTo>
                  <a:lnTo>
                    <a:pt x="156" y="90"/>
                  </a:lnTo>
                  <a:lnTo>
                    <a:pt x="144" y="96"/>
                  </a:lnTo>
                  <a:lnTo>
                    <a:pt x="132" y="96"/>
                  </a:lnTo>
                  <a:lnTo>
                    <a:pt x="126" y="90"/>
                  </a:lnTo>
                  <a:lnTo>
                    <a:pt x="108" y="90"/>
                  </a:lnTo>
                  <a:lnTo>
                    <a:pt x="96" y="84"/>
                  </a:lnTo>
                  <a:lnTo>
                    <a:pt x="84" y="84"/>
                  </a:lnTo>
                  <a:lnTo>
                    <a:pt x="72" y="72"/>
                  </a:lnTo>
                  <a:lnTo>
                    <a:pt x="60" y="66"/>
                  </a:lnTo>
                  <a:lnTo>
                    <a:pt x="54" y="54"/>
                  </a:lnTo>
                  <a:lnTo>
                    <a:pt x="48" y="48"/>
                  </a:lnTo>
                  <a:lnTo>
                    <a:pt x="30" y="48"/>
                  </a:lnTo>
                  <a:lnTo>
                    <a:pt x="24" y="54"/>
                  </a:lnTo>
                  <a:lnTo>
                    <a:pt x="24" y="66"/>
                  </a:lnTo>
                  <a:lnTo>
                    <a:pt x="6" y="60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8" y="78"/>
                  </a:lnTo>
                  <a:lnTo>
                    <a:pt x="24" y="84"/>
                  </a:lnTo>
                  <a:lnTo>
                    <a:pt x="36" y="90"/>
                  </a:lnTo>
                  <a:lnTo>
                    <a:pt x="48" y="90"/>
                  </a:lnTo>
                  <a:lnTo>
                    <a:pt x="54" y="96"/>
                  </a:lnTo>
                  <a:lnTo>
                    <a:pt x="60" y="96"/>
                  </a:lnTo>
                  <a:lnTo>
                    <a:pt x="72" y="108"/>
                  </a:lnTo>
                  <a:lnTo>
                    <a:pt x="108" y="108"/>
                  </a:lnTo>
                  <a:lnTo>
                    <a:pt x="138" y="126"/>
                  </a:lnTo>
                  <a:lnTo>
                    <a:pt x="150" y="126"/>
                  </a:lnTo>
                  <a:lnTo>
                    <a:pt x="156" y="132"/>
                  </a:lnTo>
                  <a:lnTo>
                    <a:pt x="162" y="132"/>
                  </a:lnTo>
                  <a:lnTo>
                    <a:pt x="162" y="156"/>
                  </a:lnTo>
                  <a:lnTo>
                    <a:pt x="156" y="162"/>
                  </a:lnTo>
                  <a:lnTo>
                    <a:pt x="156" y="168"/>
                  </a:lnTo>
                  <a:lnTo>
                    <a:pt x="168" y="174"/>
                  </a:lnTo>
                  <a:lnTo>
                    <a:pt x="162" y="198"/>
                  </a:lnTo>
                  <a:lnTo>
                    <a:pt x="186" y="210"/>
                  </a:lnTo>
                  <a:lnTo>
                    <a:pt x="180" y="222"/>
                  </a:lnTo>
                  <a:lnTo>
                    <a:pt x="174" y="228"/>
                  </a:lnTo>
                  <a:lnTo>
                    <a:pt x="168" y="240"/>
                  </a:lnTo>
                  <a:lnTo>
                    <a:pt x="168" y="246"/>
                  </a:lnTo>
                  <a:lnTo>
                    <a:pt x="180" y="258"/>
                  </a:lnTo>
                  <a:lnTo>
                    <a:pt x="192" y="264"/>
                  </a:lnTo>
                  <a:lnTo>
                    <a:pt x="198" y="270"/>
                  </a:lnTo>
                  <a:lnTo>
                    <a:pt x="210" y="306"/>
                  </a:lnTo>
                  <a:lnTo>
                    <a:pt x="222" y="294"/>
                  </a:lnTo>
                  <a:lnTo>
                    <a:pt x="228" y="294"/>
                  </a:lnTo>
                  <a:lnTo>
                    <a:pt x="234" y="300"/>
                  </a:lnTo>
                  <a:lnTo>
                    <a:pt x="246" y="300"/>
                  </a:lnTo>
                  <a:lnTo>
                    <a:pt x="270" y="324"/>
                  </a:lnTo>
                  <a:lnTo>
                    <a:pt x="270" y="336"/>
                  </a:lnTo>
                  <a:lnTo>
                    <a:pt x="276" y="348"/>
                  </a:lnTo>
                  <a:lnTo>
                    <a:pt x="276" y="354"/>
                  </a:lnTo>
                  <a:lnTo>
                    <a:pt x="264" y="348"/>
                  </a:lnTo>
                  <a:lnTo>
                    <a:pt x="246" y="348"/>
                  </a:lnTo>
                  <a:lnTo>
                    <a:pt x="240" y="354"/>
                  </a:lnTo>
                  <a:lnTo>
                    <a:pt x="234" y="366"/>
                  </a:lnTo>
                  <a:lnTo>
                    <a:pt x="228" y="372"/>
                  </a:lnTo>
                  <a:lnTo>
                    <a:pt x="222" y="384"/>
                  </a:lnTo>
                  <a:lnTo>
                    <a:pt x="216" y="390"/>
                  </a:lnTo>
                  <a:lnTo>
                    <a:pt x="180" y="420"/>
                  </a:lnTo>
                  <a:lnTo>
                    <a:pt x="144" y="432"/>
                  </a:lnTo>
                  <a:lnTo>
                    <a:pt x="138" y="438"/>
                  </a:lnTo>
                  <a:lnTo>
                    <a:pt x="126" y="444"/>
                  </a:lnTo>
                  <a:lnTo>
                    <a:pt x="120" y="456"/>
                  </a:lnTo>
                  <a:lnTo>
                    <a:pt x="120" y="462"/>
                  </a:lnTo>
                  <a:lnTo>
                    <a:pt x="108" y="474"/>
                  </a:lnTo>
                  <a:lnTo>
                    <a:pt x="90" y="474"/>
                  </a:lnTo>
                  <a:lnTo>
                    <a:pt x="66" y="504"/>
                  </a:lnTo>
                  <a:lnTo>
                    <a:pt x="66" y="534"/>
                  </a:lnTo>
                  <a:lnTo>
                    <a:pt x="72" y="540"/>
                  </a:lnTo>
                  <a:lnTo>
                    <a:pt x="72" y="570"/>
                  </a:lnTo>
                  <a:lnTo>
                    <a:pt x="96" y="588"/>
                  </a:lnTo>
                  <a:lnTo>
                    <a:pt x="96" y="594"/>
                  </a:lnTo>
                  <a:lnTo>
                    <a:pt x="90" y="600"/>
                  </a:lnTo>
                  <a:lnTo>
                    <a:pt x="90" y="612"/>
                  </a:lnTo>
                  <a:lnTo>
                    <a:pt x="84" y="630"/>
                  </a:lnTo>
                  <a:lnTo>
                    <a:pt x="84" y="648"/>
                  </a:lnTo>
                  <a:lnTo>
                    <a:pt x="90" y="654"/>
                  </a:lnTo>
                  <a:lnTo>
                    <a:pt x="96" y="666"/>
                  </a:lnTo>
                  <a:lnTo>
                    <a:pt x="108" y="678"/>
                  </a:lnTo>
                  <a:lnTo>
                    <a:pt x="132" y="690"/>
                  </a:lnTo>
                  <a:lnTo>
                    <a:pt x="174" y="690"/>
                  </a:lnTo>
                  <a:lnTo>
                    <a:pt x="174" y="696"/>
                  </a:lnTo>
                  <a:lnTo>
                    <a:pt x="168" y="702"/>
                  </a:lnTo>
                  <a:lnTo>
                    <a:pt x="168" y="708"/>
                  </a:lnTo>
                  <a:lnTo>
                    <a:pt x="174" y="714"/>
                  </a:lnTo>
                  <a:lnTo>
                    <a:pt x="240" y="714"/>
                  </a:lnTo>
                  <a:lnTo>
                    <a:pt x="252" y="708"/>
                  </a:lnTo>
                  <a:lnTo>
                    <a:pt x="270" y="708"/>
                  </a:lnTo>
                  <a:lnTo>
                    <a:pt x="300" y="696"/>
                  </a:lnTo>
                  <a:lnTo>
                    <a:pt x="336" y="696"/>
                  </a:lnTo>
                  <a:lnTo>
                    <a:pt x="384" y="672"/>
                  </a:lnTo>
                  <a:lnTo>
                    <a:pt x="462" y="672"/>
                  </a:lnTo>
                  <a:lnTo>
                    <a:pt x="456" y="660"/>
                  </a:lnTo>
                  <a:lnTo>
                    <a:pt x="516" y="630"/>
                  </a:lnTo>
                  <a:lnTo>
                    <a:pt x="576" y="570"/>
                  </a:lnTo>
                  <a:lnTo>
                    <a:pt x="582" y="570"/>
                  </a:lnTo>
                  <a:lnTo>
                    <a:pt x="618" y="534"/>
                  </a:lnTo>
                  <a:lnTo>
                    <a:pt x="624" y="522"/>
                  </a:lnTo>
                  <a:lnTo>
                    <a:pt x="630" y="516"/>
                  </a:lnTo>
                  <a:lnTo>
                    <a:pt x="630" y="504"/>
                  </a:lnTo>
                  <a:lnTo>
                    <a:pt x="624" y="492"/>
                  </a:lnTo>
                  <a:lnTo>
                    <a:pt x="618" y="486"/>
                  </a:lnTo>
                  <a:lnTo>
                    <a:pt x="612" y="474"/>
                  </a:lnTo>
                  <a:lnTo>
                    <a:pt x="540" y="438"/>
                  </a:lnTo>
                  <a:lnTo>
                    <a:pt x="546" y="438"/>
                  </a:lnTo>
                  <a:lnTo>
                    <a:pt x="570" y="414"/>
                  </a:lnTo>
                  <a:lnTo>
                    <a:pt x="570" y="408"/>
                  </a:lnTo>
                  <a:lnTo>
                    <a:pt x="564" y="402"/>
                  </a:lnTo>
                  <a:lnTo>
                    <a:pt x="552" y="396"/>
                  </a:lnTo>
                  <a:lnTo>
                    <a:pt x="528" y="390"/>
                  </a:lnTo>
                  <a:lnTo>
                    <a:pt x="534" y="378"/>
                  </a:lnTo>
                  <a:lnTo>
                    <a:pt x="540" y="372"/>
                  </a:lnTo>
                  <a:lnTo>
                    <a:pt x="540" y="366"/>
                  </a:lnTo>
                  <a:lnTo>
                    <a:pt x="534" y="360"/>
                  </a:lnTo>
                  <a:lnTo>
                    <a:pt x="528" y="360"/>
                  </a:lnTo>
                  <a:lnTo>
                    <a:pt x="522" y="354"/>
                  </a:lnTo>
                  <a:lnTo>
                    <a:pt x="510" y="354"/>
                  </a:lnTo>
                  <a:lnTo>
                    <a:pt x="510" y="342"/>
                  </a:lnTo>
                  <a:lnTo>
                    <a:pt x="498" y="330"/>
                  </a:lnTo>
                  <a:lnTo>
                    <a:pt x="504" y="300"/>
                  </a:lnTo>
                  <a:lnTo>
                    <a:pt x="510" y="300"/>
                  </a:lnTo>
                  <a:lnTo>
                    <a:pt x="522" y="306"/>
                  </a:lnTo>
                  <a:lnTo>
                    <a:pt x="534" y="306"/>
                  </a:lnTo>
                  <a:lnTo>
                    <a:pt x="540" y="300"/>
                  </a:lnTo>
                  <a:lnTo>
                    <a:pt x="540" y="294"/>
                  </a:lnTo>
                  <a:lnTo>
                    <a:pt x="534" y="288"/>
                  </a:lnTo>
                  <a:lnTo>
                    <a:pt x="522" y="282"/>
                  </a:lnTo>
                  <a:lnTo>
                    <a:pt x="498" y="258"/>
                  </a:lnTo>
                  <a:lnTo>
                    <a:pt x="486" y="252"/>
                  </a:lnTo>
                  <a:lnTo>
                    <a:pt x="480" y="240"/>
                  </a:lnTo>
                  <a:lnTo>
                    <a:pt x="468" y="234"/>
                  </a:lnTo>
                  <a:lnTo>
                    <a:pt x="450" y="216"/>
                  </a:lnTo>
                  <a:lnTo>
                    <a:pt x="456" y="210"/>
                  </a:lnTo>
                  <a:lnTo>
                    <a:pt x="468" y="204"/>
                  </a:lnTo>
                  <a:lnTo>
                    <a:pt x="474" y="204"/>
                  </a:lnTo>
                  <a:lnTo>
                    <a:pt x="474" y="192"/>
                  </a:lnTo>
                  <a:lnTo>
                    <a:pt x="480" y="192"/>
                  </a:lnTo>
                  <a:lnTo>
                    <a:pt x="492" y="186"/>
                  </a:lnTo>
                  <a:lnTo>
                    <a:pt x="498" y="186"/>
                  </a:lnTo>
                  <a:lnTo>
                    <a:pt x="498" y="174"/>
                  </a:lnTo>
                  <a:lnTo>
                    <a:pt x="450" y="126"/>
                  </a:lnTo>
                  <a:lnTo>
                    <a:pt x="432" y="126"/>
                  </a:lnTo>
                  <a:lnTo>
                    <a:pt x="426" y="132"/>
                  </a:lnTo>
                  <a:lnTo>
                    <a:pt x="420" y="132"/>
                  </a:lnTo>
                  <a:lnTo>
                    <a:pt x="414" y="126"/>
                  </a:lnTo>
                  <a:lnTo>
                    <a:pt x="414" y="120"/>
                  </a:lnTo>
                  <a:lnTo>
                    <a:pt x="408" y="108"/>
                  </a:lnTo>
                  <a:lnTo>
                    <a:pt x="408" y="96"/>
                  </a:lnTo>
                  <a:lnTo>
                    <a:pt x="426" y="96"/>
                  </a:lnTo>
                  <a:lnTo>
                    <a:pt x="426" y="90"/>
                  </a:lnTo>
                  <a:lnTo>
                    <a:pt x="414" y="78"/>
                  </a:lnTo>
                  <a:lnTo>
                    <a:pt x="420" y="54"/>
                  </a:lnTo>
                  <a:lnTo>
                    <a:pt x="426" y="54"/>
                  </a:lnTo>
                  <a:lnTo>
                    <a:pt x="426" y="60"/>
                  </a:lnTo>
                  <a:lnTo>
                    <a:pt x="432" y="60"/>
                  </a:lnTo>
                  <a:lnTo>
                    <a:pt x="432" y="42"/>
                  </a:lnTo>
                  <a:lnTo>
                    <a:pt x="426" y="30"/>
                  </a:lnTo>
                  <a:lnTo>
                    <a:pt x="414" y="18"/>
                  </a:lnTo>
                  <a:lnTo>
                    <a:pt x="408" y="18"/>
                  </a:lnTo>
                  <a:lnTo>
                    <a:pt x="372" y="12"/>
                  </a:lnTo>
                  <a:lnTo>
                    <a:pt x="372" y="0"/>
                  </a:lnTo>
                  <a:lnTo>
                    <a:pt x="336" y="0"/>
                  </a:lnTo>
                  <a:lnTo>
                    <a:pt x="324" y="6"/>
                  </a:lnTo>
                  <a:lnTo>
                    <a:pt x="294" y="6"/>
                  </a:lnTo>
                  <a:lnTo>
                    <a:pt x="282" y="12"/>
                  </a:lnTo>
                  <a:lnTo>
                    <a:pt x="276" y="12"/>
                  </a:lnTo>
                  <a:lnTo>
                    <a:pt x="264" y="18"/>
                  </a:lnTo>
                  <a:lnTo>
                    <a:pt x="264" y="30"/>
                  </a:lnTo>
                  <a:lnTo>
                    <a:pt x="258" y="36"/>
                  </a:lnTo>
                  <a:lnTo>
                    <a:pt x="258" y="72"/>
                  </a:lnTo>
                  <a:lnTo>
                    <a:pt x="234" y="72"/>
                  </a:lnTo>
                  <a:lnTo>
                    <a:pt x="234" y="78"/>
                  </a:lnTo>
                  <a:lnTo>
                    <a:pt x="228" y="84"/>
                  </a:lnTo>
                  <a:lnTo>
                    <a:pt x="228" y="96"/>
                  </a:lnTo>
                  <a:lnTo>
                    <a:pt x="210" y="96"/>
                  </a:lnTo>
                  <a:lnTo>
                    <a:pt x="204" y="90"/>
                  </a:lnTo>
                  <a:lnTo>
                    <a:pt x="192" y="84"/>
                  </a:lnTo>
                  <a:lnTo>
                    <a:pt x="162" y="8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11" name="Ethiopia" descr="© INSCALE GmbH, 05.05.2010&#10;http://www.presentationload.com/">
              <a:extLst>
                <a:ext uri="{FF2B5EF4-FFF2-40B4-BE49-F238E27FC236}">
                  <a16:creationId xmlns:a16="http://schemas.microsoft.com/office/drawing/2014/main" id="{E652A38E-ACF1-41F3-86D0-A73D6D270E08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508729" y="2607681"/>
              <a:ext cx="348952" cy="303128"/>
            </a:xfrm>
            <a:custGeom>
              <a:avLst/>
              <a:gdLst>
                <a:gd name="T0" fmla="*/ 2147483647 w 1056"/>
                <a:gd name="T1" fmla="*/ 2147483647 h 924"/>
                <a:gd name="T2" fmla="*/ 2147483647 w 1056"/>
                <a:gd name="T3" fmla="*/ 2147483647 h 924"/>
                <a:gd name="T4" fmla="*/ 2147483647 w 1056"/>
                <a:gd name="T5" fmla="*/ 2147483647 h 924"/>
                <a:gd name="T6" fmla="*/ 2147483647 w 1056"/>
                <a:gd name="T7" fmla="*/ 2147483647 h 924"/>
                <a:gd name="T8" fmla="*/ 2147483647 w 1056"/>
                <a:gd name="T9" fmla="*/ 2147483647 h 924"/>
                <a:gd name="T10" fmla="*/ 2147483647 w 1056"/>
                <a:gd name="T11" fmla="*/ 2147483647 h 924"/>
                <a:gd name="T12" fmla="*/ 2147483647 w 1056"/>
                <a:gd name="T13" fmla="*/ 2147483647 h 924"/>
                <a:gd name="T14" fmla="*/ 2147483647 w 1056"/>
                <a:gd name="T15" fmla="*/ 2147483647 h 924"/>
                <a:gd name="T16" fmla="*/ 2147483647 w 1056"/>
                <a:gd name="T17" fmla="*/ 2147483647 h 924"/>
                <a:gd name="T18" fmla="*/ 2147483647 w 1056"/>
                <a:gd name="T19" fmla="*/ 2147483647 h 924"/>
                <a:gd name="T20" fmla="*/ 2147483647 w 1056"/>
                <a:gd name="T21" fmla="*/ 2147483647 h 924"/>
                <a:gd name="T22" fmla="*/ 2147483647 w 1056"/>
                <a:gd name="T23" fmla="*/ 2147483647 h 924"/>
                <a:gd name="T24" fmla="*/ 2147483647 w 1056"/>
                <a:gd name="T25" fmla="*/ 2147483647 h 924"/>
                <a:gd name="T26" fmla="*/ 2147483647 w 1056"/>
                <a:gd name="T27" fmla="*/ 2147483647 h 924"/>
                <a:gd name="T28" fmla="*/ 2147483647 w 1056"/>
                <a:gd name="T29" fmla="*/ 2147483647 h 924"/>
                <a:gd name="T30" fmla="*/ 2147483647 w 1056"/>
                <a:gd name="T31" fmla="*/ 2147483647 h 924"/>
                <a:gd name="T32" fmla="*/ 2147483647 w 1056"/>
                <a:gd name="T33" fmla="*/ 2147483647 h 924"/>
                <a:gd name="T34" fmla="*/ 2147483647 w 1056"/>
                <a:gd name="T35" fmla="*/ 2147483647 h 924"/>
                <a:gd name="T36" fmla="*/ 2147483647 w 1056"/>
                <a:gd name="T37" fmla="*/ 2147483647 h 924"/>
                <a:gd name="T38" fmla="*/ 2147483647 w 1056"/>
                <a:gd name="T39" fmla="*/ 2147483647 h 924"/>
                <a:gd name="T40" fmla="*/ 2147483647 w 1056"/>
                <a:gd name="T41" fmla="*/ 2147483647 h 924"/>
                <a:gd name="T42" fmla="*/ 2147483647 w 1056"/>
                <a:gd name="T43" fmla="*/ 2147483647 h 924"/>
                <a:gd name="T44" fmla="*/ 2147483647 w 1056"/>
                <a:gd name="T45" fmla="*/ 2147483647 h 924"/>
                <a:gd name="T46" fmla="*/ 2147483647 w 1056"/>
                <a:gd name="T47" fmla="*/ 2147483647 h 924"/>
                <a:gd name="T48" fmla="*/ 2147483647 w 1056"/>
                <a:gd name="T49" fmla="*/ 2147483647 h 924"/>
                <a:gd name="T50" fmla="*/ 2147483647 w 1056"/>
                <a:gd name="T51" fmla="*/ 2147483647 h 924"/>
                <a:gd name="T52" fmla="*/ 2147483647 w 1056"/>
                <a:gd name="T53" fmla="*/ 2147483647 h 924"/>
                <a:gd name="T54" fmla="*/ 2147483647 w 1056"/>
                <a:gd name="T55" fmla="*/ 2147483647 h 924"/>
                <a:gd name="T56" fmla="*/ 2147483647 w 1056"/>
                <a:gd name="T57" fmla="*/ 2147483647 h 924"/>
                <a:gd name="T58" fmla="*/ 2147483647 w 1056"/>
                <a:gd name="T59" fmla="*/ 2147483647 h 924"/>
                <a:gd name="T60" fmla="*/ 2147483647 w 1056"/>
                <a:gd name="T61" fmla="*/ 2147483647 h 924"/>
                <a:gd name="T62" fmla="*/ 2147483647 w 1056"/>
                <a:gd name="T63" fmla="*/ 2147483647 h 924"/>
                <a:gd name="T64" fmla="*/ 2147483647 w 1056"/>
                <a:gd name="T65" fmla="*/ 2147483647 h 924"/>
                <a:gd name="T66" fmla="*/ 2147483647 w 1056"/>
                <a:gd name="T67" fmla="*/ 2147483647 h 924"/>
                <a:gd name="T68" fmla="*/ 2147483647 w 1056"/>
                <a:gd name="T69" fmla="*/ 2147483647 h 924"/>
                <a:gd name="T70" fmla="*/ 2147483647 w 1056"/>
                <a:gd name="T71" fmla="*/ 2147483647 h 924"/>
                <a:gd name="T72" fmla="*/ 2147483647 w 1056"/>
                <a:gd name="T73" fmla="*/ 0 h 924"/>
                <a:gd name="T74" fmla="*/ 2147483647 w 1056"/>
                <a:gd name="T75" fmla="*/ 2147483647 h 924"/>
                <a:gd name="T76" fmla="*/ 2147483647 w 1056"/>
                <a:gd name="T77" fmla="*/ 2147483647 h 924"/>
                <a:gd name="T78" fmla="*/ 2147483647 w 1056"/>
                <a:gd name="T79" fmla="*/ 2147483647 h 924"/>
                <a:gd name="T80" fmla="*/ 2147483647 w 1056"/>
                <a:gd name="T81" fmla="*/ 2147483647 h 924"/>
                <a:gd name="T82" fmla="*/ 2147483647 w 1056"/>
                <a:gd name="T83" fmla="*/ 2147483647 h 924"/>
                <a:gd name="T84" fmla="*/ 2147483647 w 1056"/>
                <a:gd name="T85" fmla="*/ 2147483647 h 924"/>
                <a:gd name="T86" fmla="*/ 2147483647 w 1056"/>
                <a:gd name="T87" fmla="*/ 2147483647 h 924"/>
                <a:gd name="T88" fmla="*/ 2147483647 w 1056"/>
                <a:gd name="T89" fmla="*/ 2147483647 h 924"/>
                <a:gd name="T90" fmla="*/ 2147483647 w 1056"/>
                <a:gd name="T91" fmla="*/ 2147483647 h 924"/>
                <a:gd name="T92" fmla="*/ 2147483647 w 1056"/>
                <a:gd name="T93" fmla="*/ 2147483647 h 924"/>
                <a:gd name="T94" fmla="*/ 2147483647 w 1056"/>
                <a:gd name="T95" fmla="*/ 2147483647 h 924"/>
                <a:gd name="T96" fmla="*/ 2147483647 w 1056"/>
                <a:gd name="T97" fmla="*/ 2147483647 h 924"/>
                <a:gd name="T98" fmla="*/ 2147483647 w 1056"/>
                <a:gd name="T99" fmla="*/ 2147483647 h 924"/>
                <a:gd name="T100" fmla="*/ 2147483647 w 1056"/>
                <a:gd name="T101" fmla="*/ 2147483647 h 924"/>
                <a:gd name="T102" fmla="*/ 2147483647 w 1056"/>
                <a:gd name="T103" fmla="*/ 2147483647 h 924"/>
                <a:gd name="T104" fmla="*/ 2147483647 w 1056"/>
                <a:gd name="T105" fmla="*/ 2147483647 h 924"/>
                <a:gd name="T106" fmla="*/ 2147483647 w 1056"/>
                <a:gd name="T107" fmla="*/ 2147483647 h 924"/>
                <a:gd name="T108" fmla="*/ 2147483647 w 1056"/>
                <a:gd name="T109" fmla="*/ 2147483647 h 924"/>
                <a:gd name="T110" fmla="*/ 2147483647 w 1056"/>
                <a:gd name="T111" fmla="*/ 2147483647 h 924"/>
                <a:gd name="T112" fmla="*/ 2147483647 w 1056"/>
                <a:gd name="T113" fmla="*/ 2147483647 h 924"/>
                <a:gd name="T114" fmla="*/ 2147483647 w 1056"/>
                <a:gd name="T115" fmla="*/ 2147483647 h 924"/>
                <a:gd name="T116" fmla="*/ 2147483647 w 1056"/>
                <a:gd name="T117" fmla="*/ 2147483647 h 9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56"/>
                <a:gd name="T178" fmla="*/ 0 h 924"/>
                <a:gd name="T179" fmla="*/ 1056 w 1056"/>
                <a:gd name="T180" fmla="*/ 924 h 9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56" h="924">
                  <a:moveTo>
                    <a:pt x="84" y="642"/>
                  </a:moveTo>
                  <a:lnTo>
                    <a:pt x="108" y="642"/>
                  </a:lnTo>
                  <a:lnTo>
                    <a:pt x="114" y="666"/>
                  </a:lnTo>
                  <a:lnTo>
                    <a:pt x="126" y="666"/>
                  </a:lnTo>
                  <a:lnTo>
                    <a:pt x="126" y="702"/>
                  </a:lnTo>
                  <a:lnTo>
                    <a:pt x="138" y="708"/>
                  </a:lnTo>
                  <a:lnTo>
                    <a:pt x="138" y="726"/>
                  </a:lnTo>
                  <a:lnTo>
                    <a:pt x="156" y="762"/>
                  </a:lnTo>
                  <a:lnTo>
                    <a:pt x="168" y="768"/>
                  </a:lnTo>
                  <a:lnTo>
                    <a:pt x="186" y="768"/>
                  </a:lnTo>
                  <a:lnTo>
                    <a:pt x="192" y="774"/>
                  </a:lnTo>
                  <a:lnTo>
                    <a:pt x="198" y="786"/>
                  </a:lnTo>
                  <a:lnTo>
                    <a:pt x="198" y="804"/>
                  </a:lnTo>
                  <a:lnTo>
                    <a:pt x="210" y="840"/>
                  </a:lnTo>
                  <a:lnTo>
                    <a:pt x="282" y="846"/>
                  </a:lnTo>
                  <a:lnTo>
                    <a:pt x="360" y="906"/>
                  </a:lnTo>
                  <a:lnTo>
                    <a:pt x="390" y="906"/>
                  </a:lnTo>
                  <a:lnTo>
                    <a:pt x="402" y="912"/>
                  </a:lnTo>
                  <a:lnTo>
                    <a:pt x="432" y="912"/>
                  </a:lnTo>
                  <a:lnTo>
                    <a:pt x="444" y="918"/>
                  </a:lnTo>
                  <a:lnTo>
                    <a:pt x="450" y="918"/>
                  </a:lnTo>
                  <a:lnTo>
                    <a:pt x="462" y="924"/>
                  </a:lnTo>
                  <a:lnTo>
                    <a:pt x="486" y="906"/>
                  </a:lnTo>
                  <a:lnTo>
                    <a:pt x="486" y="894"/>
                  </a:lnTo>
                  <a:lnTo>
                    <a:pt x="498" y="882"/>
                  </a:lnTo>
                  <a:lnTo>
                    <a:pt x="510" y="882"/>
                  </a:lnTo>
                  <a:lnTo>
                    <a:pt x="522" y="876"/>
                  </a:lnTo>
                  <a:lnTo>
                    <a:pt x="528" y="870"/>
                  </a:lnTo>
                  <a:lnTo>
                    <a:pt x="534" y="870"/>
                  </a:lnTo>
                  <a:lnTo>
                    <a:pt x="552" y="852"/>
                  </a:lnTo>
                  <a:lnTo>
                    <a:pt x="576" y="882"/>
                  </a:lnTo>
                  <a:lnTo>
                    <a:pt x="606" y="882"/>
                  </a:lnTo>
                  <a:lnTo>
                    <a:pt x="612" y="876"/>
                  </a:lnTo>
                  <a:lnTo>
                    <a:pt x="636" y="882"/>
                  </a:lnTo>
                  <a:lnTo>
                    <a:pt x="636" y="876"/>
                  </a:lnTo>
                  <a:lnTo>
                    <a:pt x="648" y="864"/>
                  </a:lnTo>
                  <a:lnTo>
                    <a:pt x="660" y="864"/>
                  </a:lnTo>
                  <a:lnTo>
                    <a:pt x="672" y="858"/>
                  </a:lnTo>
                  <a:lnTo>
                    <a:pt x="696" y="858"/>
                  </a:lnTo>
                  <a:lnTo>
                    <a:pt x="714" y="840"/>
                  </a:lnTo>
                  <a:lnTo>
                    <a:pt x="714" y="828"/>
                  </a:lnTo>
                  <a:lnTo>
                    <a:pt x="726" y="822"/>
                  </a:lnTo>
                  <a:lnTo>
                    <a:pt x="732" y="816"/>
                  </a:lnTo>
                  <a:lnTo>
                    <a:pt x="744" y="810"/>
                  </a:lnTo>
                  <a:lnTo>
                    <a:pt x="756" y="810"/>
                  </a:lnTo>
                  <a:lnTo>
                    <a:pt x="762" y="804"/>
                  </a:lnTo>
                  <a:lnTo>
                    <a:pt x="846" y="804"/>
                  </a:lnTo>
                  <a:lnTo>
                    <a:pt x="1056" y="558"/>
                  </a:lnTo>
                  <a:lnTo>
                    <a:pt x="984" y="564"/>
                  </a:lnTo>
                  <a:lnTo>
                    <a:pt x="948" y="546"/>
                  </a:lnTo>
                  <a:lnTo>
                    <a:pt x="936" y="534"/>
                  </a:lnTo>
                  <a:lnTo>
                    <a:pt x="918" y="528"/>
                  </a:lnTo>
                  <a:lnTo>
                    <a:pt x="906" y="522"/>
                  </a:lnTo>
                  <a:lnTo>
                    <a:pt x="882" y="516"/>
                  </a:lnTo>
                  <a:lnTo>
                    <a:pt x="810" y="492"/>
                  </a:lnTo>
                  <a:lnTo>
                    <a:pt x="774" y="474"/>
                  </a:lnTo>
                  <a:lnTo>
                    <a:pt x="768" y="462"/>
                  </a:lnTo>
                  <a:lnTo>
                    <a:pt x="762" y="456"/>
                  </a:lnTo>
                  <a:lnTo>
                    <a:pt x="756" y="444"/>
                  </a:lnTo>
                  <a:lnTo>
                    <a:pt x="732" y="444"/>
                  </a:lnTo>
                  <a:lnTo>
                    <a:pt x="732" y="438"/>
                  </a:lnTo>
                  <a:lnTo>
                    <a:pt x="726" y="432"/>
                  </a:lnTo>
                  <a:lnTo>
                    <a:pt x="714" y="408"/>
                  </a:lnTo>
                  <a:lnTo>
                    <a:pt x="708" y="402"/>
                  </a:lnTo>
                  <a:lnTo>
                    <a:pt x="702" y="390"/>
                  </a:lnTo>
                  <a:lnTo>
                    <a:pt x="696" y="384"/>
                  </a:lnTo>
                  <a:lnTo>
                    <a:pt x="690" y="372"/>
                  </a:lnTo>
                  <a:lnTo>
                    <a:pt x="690" y="360"/>
                  </a:lnTo>
                  <a:lnTo>
                    <a:pt x="678" y="348"/>
                  </a:lnTo>
                  <a:lnTo>
                    <a:pt x="696" y="318"/>
                  </a:lnTo>
                  <a:lnTo>
                    <a:pt x="690" y="312"/>
                  </a:lnTo>
                  <a:lnTo>
                    <a:pt x="678" y="306"/>
                  </a:lnTo>
                  <a:lnTo>
                    <a:pt x="666" y="306"/>
                  </a:lnTo>
                  <a:lnTo>
                    <a:pt x="660" y="312"/>
                  </a:lnTo>
                  <a:lnTo>
                    <a:pt x="654" y="312"/>
                  </a:lnTo>
                  <a:lnTo>
                    <a:pt x="648" y="318"/>
                  </a:lnTo>
                  <a:lnTo>
                    <a:pt x="624" y="318"/>
                  </a:lnTo>
                  <a:lnTo>
                    <a:pt x="612" y="306"/>
                  </a:lnTo>
                  <a:lnTo>
                    <a:pt x="612" y="294"/>
                  </a:lnTo>
                  <a:lnTo>
                    <a:pt x="606" y="276"/>
                  </a:lnTo>
                  <a:lnTo>
                    <a:pt x="606" y="264"/>
                  </a:lnTo>
                  <a:lnTo>
                    <a:pt x="624" y="246"/>
                  </a:lnTo>
                  <a:lnTo>
                    <a:pt x="654" y="192"/>
                  </a:lnTo>
                  <a:lnTo>
                    <a:pt x="642" y="174"/>
                  </a:lnTo>
                  <a:lnTo>
                    <a:pt x="630" y="174"/>
                  </a:lnTo>
                  <a:lnTo>
                    <a:pt x="618" y="168"/>
                  </a:lnTo>
                  <a:lnTo>
                    <a:pt x="612" y="162"/>
                  </a:lnTo>
                  <a:lnTo>
                    <a:pt x="612" y="138"/>
                  </a:lnTo>
                  <a:lnTo>
                    <a:pt x="600" y="126"/>
                  </a:lnTo>
                  <a:lnTo>
                    <a:pt x="576" y="114"/>
                  </a:lnTo>
                  <a:lnTo>
                    <a:pt x="570" y="108"/>
                  </a:lnTo>
                  <a:lnTo>
                    <a:pt x="546" y="72"/>
                  </a:lnTo>
                  <a:lnTo>
                    <a:pt x="534" y="66"/>
                  </a:lnTo>
                  <a:lnTo>
                    <a:pt x="528" y="60"/>
                  </a:lnTo>
                  <a:lnTo>
                    <a:pt x="516" y="60"/>
                  </a:lnTo>
                  <a:lnTo>
                    <a:pt x="498" y="36"/>
                  </a:lnTo>
                  <a:lnTo>
                    <a:pt x="468" y="36"/>
                  </a:lnTo>
                  <a:lnTo>
                    <a:pt x="462" y="30"/>
                  </a:lnTo>
                  <a:lnTo>
                    <a:pt x="444" y="30"/>
                  </a:lnTo>
                  <a:lnTo>
                    <a:pt x="432" y="36"/>
                  </a:lnTo>
                  <a:lnTo>
                    <a:pt x="420" y="36"/>
                  </a:lnTo>
                  <a:lnTo>
                    <a:pt x="420" y="24"/>
                  </a:lnTo>
                  <a:lnTo>
                    <a:pt x="414" y="18"/>
                  </a:lnTo>
                  <a:lnTo>
                    <a:pt x="408" y="24"/>
                  </a:lnTo>
                  <a:lnTo>
                    <a:pt x="402" y="36"/>
                  </a:lnTo>
                  <a:lnTo>
                    <a:pt x="372" y="36"/>
                  </a:lnTo>
                  <a:lnTo>
                    <a:pt x="366" y="24"/>
                  </a:lnTo>
                  <a:lnTo>
                    <a:pt x="360" y="18"/>
                  </a:lnTo>
                  <a:lnTo>
                    <a:pt x="354" y="18"/>
                  </a:lnTo>
                  <a:lnTo>
                    <a:pt x="342" y="6"/>
                  </a:lnTo>
                  <a:lnTo>
                    <a:pt x="330" y="0"/>
                  </a:lnTo>
                  <a:lnTo>
                    <a:pt x="330" y="12"/>
                  </a:lnTo>
                  <a:lnTo>
                    <a:pt x="324" y="24"/>
                  </a:lnTo>
                  <a:lnTo>
                    <a:pt x="318" y="42"/>
                  </a:lnTo>
                  <a:lnTo>
                    <a:pt x="318" y="54"/>
                  </a:lnTo>
                  <a:lnTo>
                    <a:pt x="306" y="66"/>
                  </a:lnTo>
                  <a:lnTo>
                    <a:pt x="288" y="48"/>
                  </a:lnTo>
                  <a:lnTo>
                    <a:pt x="288" y="42"/>
                  </a:lnTo>
                  <a:lnTo>
                    <a:pt x="282" y="36"/>
                  </a:lnTo>
                  <a:lnTo>
                    <a:pt x="276" y="36"/>
                  </a:lnTo>
                  <a:lnTo>
                    <a:pt x="276" y="42"/>
                  </a:lnTo>
                  <a:lnTo>
                    <a:pt x="270" y="48"/>
                  </a:lnTo>
                  <a:lnTo>
                    <a:pt x="234" y="48"/>
                  </a:lnTo>
                  <a:lnTo>
                    <a:pt x="234" y="90"/>
                  </a:lnTo>
                  <a:lnTo>
                    <a:pt x="228" y="96"/>
                  </a:lnTo>
                  <a:lnTo>
                    <a:pt x="222" y="108"/>
                  </a:lnTo>
                  <a:lnTo>
                    <a:pt x="216" y="114"/>
                  </a:lnTo>
                  <a:lnTo>
                    <a:pt x="210" y="126"/>
                  </a:lnTo>
                  <a:lnTo>
                    <a:pt x="210" y="174"/>
                  </a:lnTo>
                  <a:lnTo>
                    <a:pt x="180" y="174"/>
                  </a:lnTo>
                  <a:lnTo>
                    <a:pt x="174" y="180"/>
                  </a:lnTo>
                  <a:lnTo>
                    <a:pt x="168" y="192"/>
                  </a:lnTo>
                  <a:lnTo>
                    <a:pt x="162" y="198"/>
                  </a:lnTo>
                  <a:lnTo>
                    <a:pt x="162" y="234"/>
                  </a:lnTo>
                  <a:lnTo>
                    <a:pt x="156" y="240"/>
                  </a:lnTo>
                  <a:lnTo>
                    <a:pt x="144" y="240"/>
                  </a:lnTo>
                  <a:lnTo>
                    <a:pt x="138" y="246"/>
                  </a:lnTo>
                  <a:lnTo>
                    <a:pt x="138" y="270"/>
                  </a:lnTo>
                  <a:lnTo>
                    <a:pt x="126" y="288"/>
                  </a:lnTo>
                  <a:lnTo>
                    <a:pt x="126" y="294"/>
                  </a:lnTo>
                  <a:lnTo>
                    <a:pt x="132" y="300"/>
                  </a:lnTo>
                  <a:lnTo>
                    <a:pt x="132" y="336"/>
                  </a:lnTo>
                  <a:lnTo>
                    <a:pt x="126" y="342"/>
                  </a:lnTo>
                  <a:lnTo>
                    <a:pt x="114" y="342"/>
                  </a:lnTo>
                  <a:lnTo>
                    <a:pt x="108" y="336"/>
                  </a:lnTo>
                  <a:lnTo>
                    <a:pt x="108" y="324"/>
                  </a:lnTo>
                  <a:lnTo>
                    <a:pt x="102" y="324"/>
                  </a:lnTo>
                  <a:lnTo>
                    <a:pt x="84" y="342"/>
                  </a:lnTo>
                  <a:lnTo>
                    <a:pt x="84" y="360"/>
                  </a:lnTo>
                  <a:lnTo>
                    <a:pt x="90" y="372"/>
                  </a:lnTo>
                  <a:lnTo>
                    <a:pt x="90" y="390"/>
                  </a:lnTo>
                  <a:lnTo>
                    <a:pt x="84" y="396"/>
                  </a:lnTo>
                  <a:lnTo>
                    <a:pt x="72" y="402"/>
                  </a:lnTo>
                  <a:lnTo>
                    <a:pt x="66" y="414"/>
                  </a:lnTo>
                  <a:lnTo>
                    <a:pt x="66" y="426"/>
                  </a:lnTo>
                  <a:lnTo>
                    <a:pt x="72" y="438"/>
                  </a:lnTo>
                  <a:lnTo>
                    <a:pt x="72" y="450"/>
                  </a:lnTo>
                  <a:lnTo>
                    <a:pt x="78" y="456"/>
                  </a:lnTo>
                  <a:lnTo>
                    <a:pt x="78" y="492"/>
                  </a:lnTo>
                  <a:lnTo>
                    <a:pt x="72" y="504"/>
                  </a:lnTo>
                  <a:lnTo>
                    <a:pt x="72" y="516"/>
                  </a:lnTo>
                  <a:lnTo>
                    <a:pt x="66" y="522"/>
                  </a:lnTo>
                  <a:lnTo>
                    <a:pt x="54" y="522"/>
                  </a:lnTo>
                  <a:lnTo>
                    <a:pt x="48" y="528"/>
                  </a:lnTo>
                  <a:lnTo>
                    <a:pt x="42" y="522"/>
                  </a:lnTo>
                  <a:lnTo>
                    <a:pt x="6" y="522"/>
                  </a:lnTo>
                  <a:lnTo>
                    <a:pt x="12" y="546"/>
                  </a:lnTo>
                  <a:lnTo>
                    <a:pt x="6" y="552"/>
                  </a:lnTo>
                  <a:lnTo>
                    <a:pt x="0" y="564"/>
                  </a:lnTo>
                  <a:lnTo>
                    <a:pt x="0" y="576"/>
                  </a:lnTo>
                  <a:lnTo>
                    <a:pt x="6" y="576"/>
                  </a:lnTo>
                  <a:lnTo>
                    <a:pt x="18" y="582"/>
                  </a:lnTo>
                  <a:lnTo>
                    <a:pt x="42" y="582"/>
                  </a:lnTo>
                  <a:lnTo>
                    <a:pt x="48" y="588"/>
                  </a:lnTo>
                  <a:lnTo>
                    <a:pt x="60" y="594"/>
                  </a:lnTo>
                  <a:lnTo>
                    <a:pt x="66" y="606"/>
                  </a:lnTo>
                  <a:lnTo>
                    <a:pt x="78" y="612"/>
                  </a:lnTo>
                  <a:lnTo>
                    <a:pt x="78" y="630"/>
                  </a:lnTo>
                  <a:lnTo>
                    <a:pt x="84" y="64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12" name="Estonia" descr="© INSCALE GmbH, 05.05.2010&#10;http://www.presentationload.com/">
              <a:extLst>
                <a:ext uri="{FF2B5EF4-FFF2-40B4-BE49-F238E27FC236}">
                  <a16:creationId xmlns:a16="http://schemas.microsoft.com/office/drawing/2014/main" id="{D3757929-AF6F-418E-AEE7-E1C549A2A3DD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4193381" y="1442693"/>
              <a:ext cx="115025" cy="51378"/>
            </a:xfrm>
            <a:custGeom>
              <a:avLst/>
              <a:gdLst>
                <a:gd name="T0" fmla="*/ 2147483647 w 348"/>
                <a:gd name="T1" fmla="*/ 2147483647 h 156"/>
                <a:gd name="T2" fmla="*/ 2147483647 w 348"/>
                <a:gd name="T3" fmla="*/ 2147483647 h 156"/>
                <a:gd name="T4" fmla="*/ 2147483647 w 348"/>
                <a:gd name="T5" fmla="*/ 2147483647 h 156"/>
                <a:gd name="T6" fmla="*/ 2147483647 w 348"/>
                <a:gd name="T7" fmla="*/ 2147483647 h 156"/>
                <a:gd name="T8" fmla="*/ 2147483647 w 348"/>
                <a:gd name="T9" fmla="*/ 2147483647 h 156"/>
                <a:gd name="T10" fmla="*/ 2147483647 w 348"/>
                <a:gd name="T11" fmla="*/ 2147483647 h 156"/>
                <a:gd name="T12" fmla="*/ 2147483647 w 348"/>
                <a:gd name="T13" fmla="*/ 2147483647 h 156"/>
                <a:gd name="T14" fmla="*/ 2147483647 w 348"/>
                <a:gd name="T15" fmla="*/ 0 h 156"/>
                <a:gd name="T16" fmla="*/ 2147483647 w 348"/>
                <a:gd name="T17" fmla="*/ 2147483647 h 156"/>
                <a:gd name="T18" fmla="*/ 2147483647 w 348"/>
                <a:gd name="T19" fmla="*/ 2147483647 h 156"/>
                <a:gd name="T20" fmla="*/ 2147483647 w 348"/>
                <a:gd name="T21" fmla="*/ 2147483647 h 156"/>
                <a:gd name="T22" fmla="*/ 2147483647 w 348"/>
                <a:gd name="T23" fmla="*/ 2147483647 h 156"/>
                <a:gd name="T24" fmla="*/ 2147483647 w 348"/>
                <a:gd name="T25" fmla="*/ 2147483647 h 156"/>
                <a:gd name="T26" fmla="*/ 2147483647 w 348"/>
                <a:gd name="T27" fmla="*/ 2147483647 h 156"/>
                <a:gd name="T28" fmla="*/ 2147483647 w 348"/>
                <a:gd name="T29" fmla="*/ 2147483647 h 156"/>
                <a:gd name="T30" fmla="*/ 2147483647 w 348"/>
                <a:gd name="T31" fmla="*/ 2147483647 h 156"/>
                <a:gd name="T32" fmla="*/ 2147483647 w 348"/>
                <a:gd name="T33" fmla="*/ 2147483647 h 156"/>
                <a:gd name="T34" fmla="*/ 2147483647 w 348"/>
                <a:gd name="T35" fmla="*/ 2147483647 h 156"/>
                <a:gd name="T36" fmla="*/ 2147483647 w 348"/>
                <a:gd name="T37" fmla="*/ 2147483647 h 156"/>
                <a:gd name="T38" fmla="*/ 2147483647 w 348"/>
                <a:gd name="T39" fmla="*/ 2147483647 h 156"/>
                <a:gd name="T40" fmla="*/ 2147483647 w 348"/>
                <a:gd name="T41" fmla="*/ 2147483647 h 156"/>
                <a:gd name="T42" fmla="*/ 2147483647 w 348"/>
                <a:gd name="T43" fmla="*/ 2147483647 h 156"/>
                <a:gd name="T44" fmla="*/ 2147483647 w 348"/>
                <a:gd name="T45" fmla="*/ 2147483647 h 156"/>
                <a:gd name="T46" fmla="*/ 2147483647 w 348"/>
                <a:gd name="T47" fmla="*/ 2147483647 h 156"/>
                <a:gd name="T48" fmla="*/ 0 w 348"/>
                <a:gd name="T49" fmla="*/ 2147483647 h 156"/>
                <a:gd name="T50" fmla="*/ 2147483647 w 348"/>
                <a:gd name="T51" fmla="*/ 2147483647 h 156"/>
                <a:gd name="T52" fmla="*/ 2147483647 w 348"/>
                <a:gd name="T53" fmla="*/ 2147483647 h 156"/>
                <a:gd name="T54" fmla="*/ 2147483647 w 348"/>
                <a:gd name="T55" fmla="*/ 2147483647 h 156"/>
                <a:gd name="T56" fmla="*/ 2147483647 w 348"/>
                <a:gd name="T57" fmla="*/ 2147483647 h 156"/>
                <a:gd name="T58" fmla="*/ 2147483647 w 348"/>
                <a:gd name="T59" fmla="*/ 2147483647 h 156"/>
                <a:gd name="T60" fmla="*/ 2147483647 w 348"/>
                <a:gd name="T61" fmla="*/ 2147483647 h 156"/>
                <a:gd name="T62" fmla="*/ 2147483647 w 348"/>
                <a:gd name="T63" fmla="*/ 2147483647 h 156"/>
                <a:gd name="T64" fmla="*/ 2147483647 w 348"/>
                <a:gd name="T65" fmla="*/ 2147483647 h 156"/>
                <a:gd name="T66" fmla="*/ 2147483647 w 348"/>
                <a:gd name="T67" fmla="*/ 2147483647 h 156"/>
                <a:gd name="T68" fmla="*/ 2147483647 w 348"/>
                <a:gd name="T69" fmla="*/ 2147483647 h 156"/>
                <a:gd name="T70" fmla="*/ 2147483647 w 348"/>
                <a:gd name="T71" fmla="*/ 2147483647 h 15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48"/>
                <a:gd name="T109" fmla="*/ 0 h 156"/>
                <a:gd name="T110" fmla="*/ 348 w 348"/>
                <a:gd name="T111" fmla="*/ 156 h 15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48" h="156">
                  <a:moveTo>
                    <a:pt x="336" y="114"/>
                  </a:moveTo>
                  <a:lnTo>
                    <a:pt x="324" y="108"/>
                  </a:lnTo>
                  <a:lnTo>
                    <a:pt x="336" y="84"/>
                  </a:lnTo>
                  <a:lnTo>
                    <a:pt x="318" y="78"/>
                  </a:lnTo>
                  <a:lnTo>
                    <a:pt x="318" y="60"/>
                  </a:lnTo>
                  <a:lnTo>
                    <a:pt x="330" y="48"/>
                  </a:lnTo>
                  <a:lnTo>
                    <a:pt x="336" y="48"/>
                  </a:lnTo>
                  <a:lnTo>
                    <a:pt x="342" y="42"/>
                  </a:lnTo>
                  <a:lnTo>
                    <a:pt x="336" y="30"/>
                  </a:lnTo>
                  <a:lnTo>
                    <a:pt x="342" y="18"/>
                  </a:lnTo>
                  <a:lnTo>
                    <a:pt x="330" y="12"/>
                  </a:lnTo>
                  <a:lnTo>
                    <a:pt x="312" y="12"/>
                  </a:lnTo>
                  <a:lnTo>
                    <a:pt x="294" y="6"/>
                  </a:lnTo>
                  <a:lnTo>
                    <a:pt x="276" y="6"/>
                  </a:lnTo>
                  <a:lnTo>
                    <a:pt x="264" y="0"/>
                  </a:lnTo>
                  <a:lnTo>
                    <a:pt x="204" y="0"/>
                  </a:lnTo>
                  <a:lnTo>
                    <a:pt x="192" y="6"/>
                  </a:lnTo>
                  <a:lnTo>
                    <a:pt x="156" y="6"/>
                  </a:lnTo>
                  <a:lnTo>
                    <a:pt x="150" y="12"/>
                  </a:lnTo>
                  <a:lnTo>
                    <a:pt x="126" y="24"/>
                  </a:lnTo>
                  <a:lnTo>
                    <a:pt x="108" y="30"/>
                  </a:lnTo>
                  <a:lnTo>
                    <a:pt x="96" y="36"/>
                  </a:lnTo>
                  <a:lnTo>
                    <a:pt x="90" y="36"/>
                  </a:lnTo>
                  <a:lnTo>
                    <a:pt x="84" y="42"/>
                  </a:lnTo>
                  <a:lnTo>
                    <a:pt x="84" y="48"/>
                  </a:lnTo>
                  <a:lnTo>
                    <a:pt x="90" y="60"/>
                  </a:lnTo>
                  <a:lnTo>
                    <a:pt x="90" y="72"/>
                  </a:lnTo>
                  <a:lnTo>
                    <a:pt x="96" y="78"/>
                  </a:lnTo>
                  <a:lnTo>
                    <a:pt x="96" y="84"/>
                  </a:lnTo>
                  <a:lnTo>
                    <a:pt x="150" y="90"/>
                  </a:lnTo>
                  <a:lnTo>
                    <a:pt x="138" y="126"/>
                  </a:lnTo>
                  <a:lnTo>
                    <a:pt x="150" y="126"/>
                  </a:lnTo>
                  <a:lnTo>
                    <a:pt x="180" y="114"/>
                  </a:lnTo>
                  <a:lnTo>
                    <a:pt x="210" y="114"/>
                  </a:lnTo>
                  <a:lnTo>
                    <a:pt x="234" y="126"/>
                  </a:lnTo>
                  <a:lnTo>
                    <a:pt x="240" y="132"/>
                  </a:lnTo>
                  <a:lnTo>
                    <a:pt x="252" y="138"/>
                  </a:lnTo>
                  <a:lnTo>
                    <a:pt x="270" y="156"/>
                  </a:lnTo>
                  <a:lnTo>
                    <a:pt x="288" y="156"/>
                  </a:lnTo>
                  <a:lnTo>
                    <a:pt x="294" y="150"/>
                  </a:lnTo>
                  <a:lnTo>
                    <a:pt x="312" y="150"/>
                  </a:lnTo>
                  <a:lnTo>
                    <a:pt x="318" y="156"/>
                  </a:lnTo>
                  <a:lnTo>
                    <a:pt x="330" y="156"/>
                  </a:lnTo>
                  <a:lnTo>
                    <a:pt x="330" y="144"/>
                  </a:lnTo>
                  <a:lnTo>
                    <a:pt x="348" y="132"/>
                  </a:lnTo>
                  <a:lnTo>
                    <a:pt x="336" y="114"/>
                  </a:lnTo>
                  <a:close/>
                  <a:moveTo>
                    <a:pt x="36" y="78"/>
                  </a:moveTo>
                  <a:lnTo>
                    <a:pt x="6" y="78"/>
                  </a:lnTo>
                  <a:lnTo>
                    <a:pt x="0" y="84"/>
                  </a:lnTo>
                  <a:lnTo>
                    <a:pt x="0" y="102"/>
                  </a:lnTo>
                  <a:lnTo>
                    <a:pt x="6" y="108"/>
                  </a:lnTo>
                  <a:lnTo>
                    <a:pt x="18" y="132"/>
                  </a:lnTo>
                  <a:lnTo>
                    <a:pt x="24" y="126"/>
                  </a:lnTo>
                  <a:lnTo>
                    <a:pt x="30" y="114"/>
                  </a:lnTo>
                  <a:lnTo>
                    <a:pt x="42" y="108"/>
                  </a:lnTo>
                  <a:lnTo>
                    <a:pt x="54" y="108"/>
                  </a:lnTo>
                  <a:lnTo>
                    <a:pt x="60" y="102"/>
                  </a:lnTo>
                  <a:lnTo>
                    <a:pt x="72" y="96"/>
                  </a:lnTo>
                  <a:lnTo>
                    <a:pt x="78" y="90"/>
                  </a:lnTo>
                  <a:lnTo>
                    <a:pt x="72" y="72"/>
                  </a:lnTo>
                  <a:lnTo>
                    <a:pt x="36" y="78"/>
                  </a:lnTo>
                  <a:close/>
                  <a:moveTo>
                    <a:pt x="36" y="66"/>
                  </a:moveTo>
                  <a:lnTo>
                    <a:pt x="48" y="66"/>
                  </a:lnTo>
                  <a:lnTo>
                    <a:pt x="54" y="54"/>
                  </a:lnTo>
                  <a:lnTo>
                    <a:pt x="60" y="48"/>
                  </a:lnTo>
                  <a:lnTo>
                    <a:pt x="60" y="42"/>
                  </a:lnTo>
                  <a:lnTo>
                    <a:pt x="54" y="36"/>
                  </a:lnTo>
                  <a:lnTo>
                    <a:pt x="48" y="36"/>
                  </a:lnTo>
                  <a:lnTo>
                    <a:pt x="36" y="42"/>
                  </a:lnTo>
                  <a:lnTo>
                    <a:pt x="30" y="48"/>
                  </a:lnTo>
                  <a:lnTo>
                    <a:pt x="24" y="60"/>
                  </a:lnTo>
                  <a:lnTo>
                    <a:pt x="30" y="66"/>
                  </a:lnTo>
                  <a:lnTo>
                    <a:pt x="36" y="6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13" name="Eritrea" descr="© INSCALE GmbH, 05.05.2010&#10;http://www.presentationload.com/">
              <a:extLst>
                <a:ext uri="{FF2B5EF4-FFF2-40B4-BE49-F238E27FC236}">
                  <a16:creationId xmlns:a16="http://schemas.microsoft.com/office/drawing/2014/main" id="{D7879F3B-3ABC-49C8-B71E-86E477E5DEF4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582398" y="2524191"/>
              <a:ext cx="158968" cy="150280"/>
            </a:xfrm>
            <a:custGeom>
              <a:avLst/>
              <a:gdLst>
                <a:gd name="T0" fmla="*/ 2147483647 w 480"/>
                <a:gd name="T1" fmla="*/ 2147483647 h 456"/>
                <a:gd name="T2" fmla="*/ 2147483647 w 480"/>
                <a:gd name="T3" fmla="*/ 2147483647 h 456"/>
                <a:gd name="T4" fmla="*/ 2147483647 w 480"/>
                <a:gd name="T5" fmla="*/ 2147483647 h 456"/>
                <a:gd name="T6" fmla="*/ 2147483647 w 480"/>
                <a:gd name="T7" fmla="*/ 2147483647 h 456"/>
                <a:gd name="T8" fmla="*/ 2147483647 w 480"/>
                <a:gd name="T9" fmla="*/ 2147483647 h 456"/>
                <a:gd name="T10" fmla="*/ 2147483647 w 480"/>
                <a:gd name="T11" fmla="*/ 2147483647 h 456"/>
                <a:gd name="T12" fmla="*/ 2147483647 w 480"/>
                <a:gd name="T13" fmla="*/ 2147483647 h 456"/>
                <a:gd name="T14" fmla="*/ 2147483647 w 480"/>
                <a:gd name="T15" fmla="*/ 2147483647 h 456"/>
                <a:gd name="T16" fmla="*/ 0 w 480"/>
                <a:gd name="T17" fmla="*/ 2147483647 h 456"/>
                <a:gd name="T18" fmla="*/ 2147483647 w 480"/>
                <a:gd name="T19" fmla="*/ 2147483647 h 456"/>
                <a:gd name="T20" fmla="*/ 2147483647 w 480"/>
                <a:gd name="T21" fmla="*/ 2147483647 h 456"/>
                <a:gd name="T22" fmla="*/ 2147483647 w 480"/>
                <a:gd name="T23" fmla="*/ 2147483647 h 456"/>
                <a:gd name="T24" fmla="*/ 2147483647 w 480"/>
                <a:gd name="T25" fmla="*/ 2147483647 h 456"/>
                <a:gd name="T26" fmla="*/ 2147483647 w 480"/>
                <a:gd name="T27" fmla="*/ 2147483647 h 456"/>
                <a:gd name="T28" fmla="*/ 2147483647 w 480"/>
                <a:gd name="T29" fmla="*/ 2147483647 h 456"/>
                <a:gd name="T30" fmla="*/ 2147483647 w 480"/>
                <a:gd name="T31" fmla="*/ 2147483647 h 456"/>
                <a:gd name="T32" fmla="*/ 2147483647 w 480"/>
                <a:gd name="T33" fmla="*/ 2147483647 h 456"/>
                <a:gd name="T34" fmla="*/ 2147483647 w 480"/>
                <a:gd name="T35" fmla="*/ 2147483647 h 456"/>
                <a:gd name="T36" fmla="*/ 2147483647 w 480"/>
                <a:gd name="T37" fmla="*/ 2147483647 h 456"/>
                <a:gd name="T38" fmla="*/ 2147483647 w 480"/>
                <a:gd name="T39" fmla="*/ 2147483647 h 456"/>
                <a:gd name="T40" fmla="*/ 2147483647 w 480"/>
                <a:gd name="T41" fmla="*/ 2147483647 h 456"/>
                <a:gd name="T42" fmla="*/ 2147483647 w 480"/>
                <a:gd name="T43" fmla="*/ 2147483647 h 456"/>
                <a:gd name="T44" fmla="*/ 2147483647 w 480"/>
                <a:gd name="T45" fmla="*/ 2147483647 h 456"/>
                <a:gd name="T46" fmla="*/ 2147483647 w 480"/>
                <a:gd name="T47" fmla="*/ 2147483647 h 456"/>
                <a:gd name="T48" fmla="*/ 2147483647 w 480"/>
                <a:gd name="T49" fmla="*/ 2147483647 h 456"/>
                <a:gd name="T50" fmla="*/ 2147483647 w 480"/>
                <a:gd name="T51" fmla="*/ 2147483647 h 456"/>
                <a:gd name="T52" fmla="*/ 2147483647 w 480"/>
                <a:gd name="T53" fmla="*/ 2147483647 h 456"/>
                <a:gd name="T54" fmla="*/ 2147483647 w 480"/>
                <a:gd name="T55" fmla="*/ 2147483647 h 456"/>
                <a:gd name="T56" fmla="*/ 2147483647 w 480"/>
                <a:gd name="T57" fmla="*/ 2147483647 h 456"/>
                <a:gd name="T58" fmla="*/ 2147483647 w 480"/>
                <a:gd name="T59" fmla="*/ 2147483647 h 456"/>
                <a:gd name="T60" fmla="*/ 2147483647 w 480"/>
                <a:gd name="T61" fmla="*/ 2147483647 h 456"/>
                <a:gd name="T62" fmla="*/ 2147483647 w 480"/>
                <a:gd name="T63" fmla="*/ 2147483647 h 456"/>
                <a:gd name="T64" fmla="*/ 2147483647 w 480"/>
                <a:gd name="T65" fmla="*/ 2147483647 h 456"/>
                <a:gd name="T66" fmla="*/ 2147483647 w 480"/>
                <a:gd name="T67" fmla="*/ 2147483647 h 456"/>
                <a:gd name="T68" fmla="*/ 2147483647 w 480"/>
                <a:gd name="T69" fmla="*/ 2147483647 h 456"/>
                <a:gd name="T70" fmla="*/ 2147483647 w 480"/>
                <a:gd name="T71" fmla="*/ 2147483647 h 456"/>
                <a:gd name="T72" fmla="*/ 2147483647 w 480"/>
                <a:gd name="T73" fmla="*/ 2147483647 h 456"/>
                <a:gd name="T74" fmla="*/ 2147483647 w 480"/>
                <a:gd name="T75" fmla="*/ 2147483647 h 456"/>
                <a:gd name="T76" fmla="*/ 2147483647 w 480"/>
                <a:gd name="T77" fmla="*/ 2147483647 h 456"/>
                <a:gd name="T78" fmla="*/ 2147483647 w 480"/>
                <a:gd name="T79" fmla="*/ 2147483647 h 456"/>
                <a:gd name="T80" fmla="*/ 2147483647 w 480"/>
                <a:gd name="T81" fmla="*/ 2147483647 h 456"/>
                <a:gd name="T82" fmla="*/ 2147483647 w 480"/>
                <a:gd name="T83" fmla="*/ 2147483647 h 456"/>
                <a:gd name="T84" fmla="*/ 2147483647 w 480"/>
                <a:gd name="T85" fmla="*/ 2147483647 h 456"/>
                <a:gd name="T86" fmla="*/ 2147483647 w 480"/>
                <a:gd name="T87" fmla="*/ 2147483647 h 456"/>
                <a:gd name="T88" fmla="*/ 2147483647 w 480"/>
                <a:gd name="T89" fmla="*/ 2147483647 h 456"/>
                <a:gd name="T90" fmla="*/ 2147483647 w 480"/>
                <a:gd name="T91" fmla="*/ 2147483647 h 456"/>
                <a:gd name="T92" fmla="*/ 2147483647 w 480"/>
                <a:gd name="T93" fmla="*/ 2147483647 h 456"/>
                <a:gd name="T94" fmla="*/ 2147483647 w 480"/>
                <a:gd name="T95" fmla="*/ 2147483647 h 456"/>
                <a:gd name="T96" fmla="*/ 2147483647 w 480"/>
                <a:gd name="T97" fmla="*/ 0 h 456"/>
                <a:gd name="T98" fmla="*/ 2147483647 w 480"/>
                <a:gd name="T99" fmla="*/ 2147483647 h 456"/>
                <a:gd name="T100" fmla="*/ 2147483647 w 480"/>
                <a:gd name="T101" fmla="*/ 2147483647 h 456"/>
                <a:gd name="T102" fmla="*/ 2147483647 w 480"/>
                <a:gd name="T103" fmla="*/ 2147483647 h 45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480"/>
                <a:gd name="T157" fmla="*/ 0 h 456"/>
                <a:gd name="T158" fmla="*/ 480 w 480"/>
                <a:gd name="T159" fmla="*/ 456 h 45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480" h="456">
                  <a:moveTo>
                    <a:pt x="78" y="54"/>
                  </a:moveTo>
                  <a:lnTo>
                    <a:pt x="78" y="66"/>
                  </a:lnTo>
                  <a:lnTo>
                    <a:pt x="72" y="72"/>
                  </a:lnTo>
                  <a:lnTo>
                    <a:pt x="72" y="78"/>
                  </a:lnTo>
                  <a:lnTo>
                    <a:pt x="66" y="84"/>
                  </a:lnTo>
                  <a:lnTo>
                    <a:pt x="48" y="84"/>
                  </a:lnTo>
                  <a:lnTo>
                    <a:pt x="48" y="102"/>
                  </a:lnTo>
                  <a:lnTo>
                    <a:pt x="42" y="108"/>
                  </a:lnTo>
                  <a:lnTo>
                    <a:pt x="30" y="108"/>
                  </a:lnTo>
                  <a:lnTo>
                    <a:pt x="30" y="120"/>
                  </a:lnTo>
                  <a:lnTo>
                    <a:pt x="36" y="126"/>
                  </a:lnTo>
                  <a:lnTo>
                    <a:pt x="36" y="168"/>
                  </a:lnTo>
                  <a:lnTo>
                    <a:pt x="30" y="180"/>
                  </a:lnTo>
                  <a:lnTo>
                    <a:pt x="24" y="186"/>
                  </a:lnTo>
                  <a:lnTo>
                    <a:pt x="18" y="186"/>
                  </a:lnTo>
                  <a:lnTo>
                    <a:pt x="18" y="222"/>
                  </a:lnTo>
                  <a:lnTo>
                    <a:pt x="12" y="222"/>
                  </a:lnTo>
                  <a:lnTo>
                    <a:pt x="0" y="228"/>
                  </a:lnTo>
                  <a:lnTo>
                    <a:pt x="0" y="246"/>
                  </a:lnTo>
                  <a:lnTo>
                    <a:pt x="6" y="252"/>
                  </a:lnTo>
                  <a:lnTo>
                    <a:pt x="12" y="300"/>
                  </a:lnTo>
                  <a:lnTo>
                    <a:pt x="48" y="300"/>
                  </a:lnTo>
                  <a:lnTo>
                    <a:pt x="54" y="294"/>
                  </a:lnTo>
                  <a:lnTo>
                    <a:pt x="54" y="288"/>
                  </a:lnTo>
                  <a:lnTo>
                    <a:pt x="60" y="288"/>
                  </a:lnTo>
                  <a:lnTo>
                    <a:pt x="66" y="294"/>
                  </a:lnTo>
                  <a:lnTo>
                    <a:pt x="66" y="300"/>
                  </a:lnTo>
                  <a:lnTo>
                    <a:pt x="84" y="318"/>
                  </a:lnTo>
                  <a:lnTo>
                    <a:pt x="96" y="306"/>
                  </a:lnTo>
                  <a:lnTo>
                    <a:pt x="96" y="294"/>
                  </a:lnTo>
                  <a:lnTo>
                    <a:pt x="102" y="276"/>
                  </a:lnTo>
                  <a:lnTo>
                    <a:pt x="108" y="264"/>
                  </a:lnTo>
                  <a:lnTo>
                    <a:pt x="108" y="252"/>
                  </a:lnTo>
                  <a:lnTo>
                    <a:pt x="120" y="258"/>
                  </a:lnTo>
                  <a:lnTo>
                    <a:pt x="132" y="270"/>
                  </a:lnTo>
                  <a:lnTo>
                    <a:pt x="138" y="270"/>
                  </a:lnTo>
                  <a:lnTo>
                    <a:pt x="144" y="276"/>
                  </a:lnTo>
                  <a:lnTo>
                    <a:pt x="150" y="288"/>
                  </a:lnTo>
                  <a:lnTo>
                    <a:pt x="180" y="288"/>
                  </a:lnTo>
                  <a:lnTo>
                    <a:pt x="186" y="276"/>
                  </a:lnTo>
                  <a:lnTo>
                    <a:pt x="192" y="270"/>
                  </a:lnTo>
                  <a:lnTo>
                    <a:pt x="198" y="276"/>
                  </a:lnTo>
                  <a:lnTo>
                    <a:pt x="198" y="288"/>
                  </a:lnTo>
                  <a:lnTo>
                    <a:pt x="210" y="288"/>
                  </a:lnTo>
                  <a:lnTo>
                    <a:pt x="222" y="282"/>
                  </a:lnTo>
                  <a:lnTo>
                    <a:pt x="240" y="282"/>
                  </a:lnTo>
                  <a:lnTo>
                    <a:pt x="246" y="288"/>
                  </a:lnTo>
                  <a:lnTo>
                    <a:pt x="276" y="288"/>
                  </a:lnTo>
                  <a:lnTo>
                    <a:pt x="294" y="312"/>
                  </a:lnTo>
                  <a:lnTo>
                    <a:pt x="306" y="312"/>
                  </a:lnTo>
                  <a:lnTo>
                    <a:pt x="312" y="318"/>
                  </a:lnTo>
                  <a:lnTo>
                    <a:pt x="324" y="324"/>
                  </a:lnTo>
                  <a:lnTo>
                    <a:pt x="348" y="360"/>
                  </a:lnTo>
                  <a:lnTo>
                    <a:pt x="354" y="366"/>
                  </a:lnTo>
                  <a:lnTo>
                    <a:pt x="378" y="378"/>
                  </a:lnTo>
                  <a:lnTo>
                    <a:pt x="390" y="390"/>
                  </a:lnTo>
                  <a:lnTo>
                    <a:pt x="390" y="414"/>
                  </a:lnTo>
                  <a:lnTo>
                    <a:pt x="396" y="420"/>
                  </a:lnTo>
                  <a:lnTo>
                    <a:pt x="408" y="426"/>
                  </a:lnTo>
                  <a:lnTo>
                    <a:pt x="420" y="426"/>
                  </a:lnTo>
                  <a:lnTo>
                    <a:pt x="432" y="444"/>
                  </a:lnTo>
                  <a:lnTo>
                    <a:pt x="456" y="456"/>
                  </a:lnTo>
                  <a:lnTo>
                    <a:pt x="468" y="438"/>
                  </a:lnTo>
                  <a:lnTo>
                    <a:pt x="480" y="432"/>
                  </a:lnTo>
                  <a:lnTo>
                    <a:pt x="474" y="420"/>
                  </a:lnTo>
                  <a:lnTo>
                    <a:pt x="456" y="402"/>
                  </a:lnTo>
                  <a:lnTo>
                    <a:pt x="432" y="402"/>
                  </a:lnTo>
                  <a:lnTo>
                    <a:pt x="426" y="396"/>
                  </a:lnTo>
                  <a:lnTo>
                    <a:pt x="426" y="360"/>
                  </a:lnTo>
                  <a:lnTo>
                    <a:pt x="420" y="360"/>
                  </a:lnTo>
                  <a:lnTo>
                    <a:pt x="414" y="354"/>
                  </a:lnTo>
                  <a:lnTo>
                    <a:pt x="366" y="330"/>
                  </a:lnTo>
                  <a:lnTo>
                    <a:pt x="360" y="324"/>
                  </a:lnTo>
                  <a:lnTo>
                    <a:pt x="360" y="312"/>
                  </a:lnTo>
                  <a:lnTo>
                    <a:pt x="354" y="300"/>
                  </a:lnTo>
                  <a:lnTo>
                    <a:pt x="354" y="288"/>
                  </a:lnTo>
                  <a:lnTo>
                    <a:pt x="348" y="276"/>
                  </a:lnTo>
                  <a:lnTo>
                    <a:pt x="348" y="270"/>
                  </a:lnTo>
                  <a:lnTo>
                    <a:pt x="336" y="270"/>
                  </a:lnTo>
                  <a:lnTo>
                    <a:pt x="324" y="264"/>
                  </a:lnTo>
                  <a:lnTo>
                    <a:pt x="306" y="264"/>
                  </a:lnTo>
                  <a:lnTo>
                    <a:pt x="282" y="240"/>
                  </a:lnTo>
                  <a:lnTo>
                    <a:pt x="264" y="246"/>
                  </a:lnTo>
                  <a:lnTo>
                    <a:pt x="252" y="228"/>
                  </a:lnTo>
                  <a:lnTo>
                    <a:pt x="234" y="222"/>
                  </a:lnTo>
                  <a:lnTo>
                    <a:pt x="216" y="204"/>
                  </a:lnTo>
                  <a:lnTo>
                    <a:pt x="210" y="192"/>
                  </a:lnTo>
                  <a:lnTo>
                    <a:pt x="204" y="186"/>
                  </a:lnTo>
                  <a:lnTo>
                    <a:pt x="198" y="174"/>
                  </a:lnTo>
                  <a:lnTo>
                    <a:pt x="198" y="114"/>
                  </a:lnTo>
                  <a:lnTo>
                    <a:pt x="192" y="90"/>
                  </a:lnTo>
                  <a:lnTo>
                    <a:pt x="186" y="78"/>
                  </a:lnTo>
                  <a:lnTo>
                    <a:pt x="180" y="60"/>
                  </a:lnTo>
                  <a:lnTo>
                    <a:pt x="168" y="42"/>
                  </a:lnTo>
                  <a:lnTo>
                    <a:pt x="162" y="24"/>
                  </a:lnTo>
                  <a:lnTo>
                    <a:pt x="156" y="12"/>
                  </a:lnTo>
                  <a:lnTo>
                    <a:pt x="150" y="6"/>
                  </a:lnTo>
                  <a:lnTo>
                    <a:pt x="150" y="0"/>
                  </a:lnTo>
                  <a:lnTo>
                    <a:pt x="144" y="0"/>
                  </a:lnTo>
                  <a:lnTo>
                    <a:pt x="144" y="12"/>
                  </a:lnTo>
                  <a:lnTo>
                    <a:pt x="132" y="36"/>
                  </a:lnTo>
                  <a:lnTo>
                    <a:pt x="108" y="48"/>
                  </a:lnTo>
                  <a:lnTo>
                    <a:pt x="90" y="54"/>
                  </a:lnTo>
                  <a:lnTo>
                    <a:pt x="78" y="5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14" name="Equatorial 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1242B938-16AE-4620-9274-3E24F4589EEA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951698" y="2940349"/>
              <a:ext cx="47820" cy="35965"/>
            </a:xfrm>
            <a:custGeom>
              <a:avLst/>
              <a:gdLst>
                <a:gd name="T0" fmla="*/ 2147483647 w 144"/>
                <a:gd name="T1" fmla="*/ 2147483647 h 108"/>
                <a:gd name="T2" fmla="*/ 2147483647 w 144"/>
                <a:gd name="T3" fmla="*/ 2147483647 h 108"/>
                <a:gd name="T4" fmla="*/ 2147483647 w 144"/>
                <a:gd name="T5" fmla="*/ 2147483647 h 108"/>
                <a:gd name="T6" fmla="*/ 2147483647 w 144"/>
                <a:gd name="T7" fmla="*/ 0 h 108"/>
                <a:gd name="T8" fmla="*/ 2147483647 w 144"/>
                <a:gd name="T9" fmla="*/ 2147483647 h 108"/>
                <a:gd name="T10" fmla="*/ 2147483647 w 144"/>
                <a:gd name="T11" fmla="*/ 2147483647 h 108"/>
                <a:gd name="T12" fmla="*/ 2147483647 w 144"/>
                <a:gd name="T13" fmla="*/ 2147483647 h 108"/>
                <a:gd name="T14" fmla="*/ 2147483647 w 144"/>
                <a:gd name="T15" fmla="*/ 2147483647 h 108"/>
                <a:gd name="T16" fmla="*/ 2147483647 w 144"/>
                <a:gd name="T17" fmla="*/ 2147483647 h 108"/>
                <a:gd name="T18" fmla="*/ 0 w 144"/>
                <a:gd name="T19" fmla="*/ 2147483647 h 108"/>
                <a:gd name="T20" fmla="*/ 0 w 144"/>
                <a:gd name="T21" fmla="*/ 2147483647 h 108"/>
                <a:gd name="T22" fmla="*/ 2147483647 w 144"/>
                <a:gd name="T23" fmla="*/ 2147483647 h 108"/>
                <a:gd name="T24" fmla="*/ 2147483647 w 144"/>
                <a:gd name="T25" fmla="*/ 2147483647 h 108"/>
                <a:gd name="T26" fmla="*/ 2147483647 w 144"/>
                <a:gd name="T27" fmla="*/ 2147483647 h 108"/>
                <a:gd name="T28" fmla="*/ 2147483647 w 144"/>
                <a:gd name="T29" fmla="*/ 2147483647 h 108"/>
                <a:gd name="T30" fmla="*/ 2147483647 w 144"/>
                <a:gd name="T31" fmla="*/ 2147483647 h 108"/>
                <a:gd name="T32" fmla="*/ 2147483647 w 144"/>
                <a:gd name="T33" fmla="*/ 2147483647 h 108"/>
                <a:gd name="T34" fmla="*/ 2147483647 w 144"/>
                <a:gd name="T35" fmla="*/ 2147483647 h 108"/>
                <a:gd name="T36" fmla="*/ 2147483647 w 144"/>
                <a:gd name="T37" fmla="*/ 2147483647 h 108"/>
                <a:gd name="T38" fmla="*/ 2147483647 w 144"/>
                <a:gd name="T39" fmla="*/ 2147483647 h 10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44"/>
                <a:gd name="T61" fmla="*/ 0 h 108"/>
                <a:gd name="T62" fmla="*/ 144 w 144"/>
                <a:gd name="T63" fmla="*/ 108 h 108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44" h="108">
                  <a:moveTo>
                    <a:pt x="138" y="48"/>
                  </a:moveTo>
                  <a:lnTo>
                    <a:pt x="144" y="12"/>
                  </a:lnTo>
                  <a:lnTo>
                    <a:pt x="48" y="12"/>
                  </a:lnTo>
                  <a:lnTo>
                    <a:pt x="36" y="0"/>
                  </a:lnTo>
                  <a:lnTo>
                    <a:pt x="30" y="6"/>
                  </a:lnTo>
                  <a:lnTo>
                    <a:pt x="30" y="42"/>
                  </a:lnTo>
                  <a:lnTo>
                    <a:pt x="18" y="54"/>
                  </a:lnTo>
                  <a:lnTo>
                    <a:pt x="12" y="66"/>
                  </a:lnTo>
                  <a:lnTo>
                    <a:pt x="6" y="72"/>
                  </a:lnTo>
                  <a:lnTo>
                    <a:pt x="0" y="84"/>
                  </a:lnTo>
                  <a:lnTo>
                    <a:pt x="0" y="90"/>
                  </a:lnTo>
                  <a:lnTo>
                    <a:pt x="6" y="96"/>
                  </a:lnTo>
                  <a:lnTo>
                    <a:pt x="18" y="102"/>
                  </a:lnTo>
                  <a:lnTo>
                    <a:pt x="36" y="102"/>
                  </a:lnTo>
                  <a:lnTo>
                    <a:pt x="36" y="108"/>
                  </a:lnTo>
                  <a:lnTo>
                    <a:pt x="138" y="108"/>
                  </a:lnTo>
                  <a:lnTo>
                    <a:pt x="138" y="102"/>
                  </a:lnTo>
                  <a:lnTo>
                    <a:pt x="144" y="84"/>
                  </a:lnTo>
                  <a:lnTo>
                    <a:pt x="144" y="54"/>
                  </a:lnTo>
                  <a:lnTo>
                    <a:pt x="138" y="4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15" name="El Salvador" descr="© INSCALE GmbH, 05.05.2010&#10;http://www.presentationload.com/">
              <a:extLst>
                <a:ext uri="{FF2B5EF4-FFF2-40B4-BE49-F238E27FC236}">
                  <a16:creationId xmlns:a16="http://schemas.microsoft.com/office/drawing/2014/main" id="{DF602869-6F66-44B5-973A-2CAA0FC05726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627932" y="2619239"/>
              <a:ext cx="56867" cy="37249"/>
            </a:xfrm>
            <a:custGeom>
              <a:avLst/>
              <a:gdLst>
                <a:gd name="T0" fmla="*/ 2147483647 w 174"/>
                <a:gd name="T1" fmla="*/ 2147483647 h 114"/>
                <a:gd name="T2" fmla="*/ 2147483647 w 174"/>
                <a:gd name="T3" fmla="*/ 2147483647 h 114"/>
                <a:gd name="T4" fmla="*/ 2147483647 w 174"/>
                <a:gd name="T5" fmla="*/ 2147483647 h 114"/>
                <a:gd name="T6" fmla="*/ 2147483647 w 174"/>
                <a:gd name="T7" fmla="*/ 2147483647 h 114"/>
                <a:gd name="T8" fmla="*/ 2147483647 w 174"/>
                <a:gd name="T9" fmla="*/ 2147483647 h 114"/>
                <a:gd name="T10" fmla="*/ 2147483647 w 174"/>
                <a:gd name="T11" fmla="*/ 2147483647 h 114"/>
                <a:gd name="T12" fmla="*/ 2147483647 w 174"/>
                <a:gd name="T13" fmla="*/ 2147483647 h 114"/>
                <a:gd name="T14" fmla="*/ 2147483647 w 174"/>
                <a:gd name="T15" fmla="*/ 2147483647 h 114"/>
                <a:gd name="T16" fmla="*/ 2147483647 w 174"/>
                <a:gd name="T17" fmla="*/ 2147483647 h 114"/>
                <a:gd name="T18" fmla="*/ 2147483647 w 174"/>
                <a:gd name="T19" fmla="*/ 0 h 114"/>
                <a:gd name="T20" fmla="*/ 2147483647 w 174"/>
                <a:gd name="T21" fmla="*/ 2147483647 h 114"/>
                <a:gd name="T22" fmla="*/ 2147483647 w 174"/>
                <a:gd name="T23" fmla="*/ 2147483647 h 114"/>
                <a:gd name="T24" fmla="*/ 2147483647 w 174"/>
                <a:gd name="T25" fmla="*/ 2147483647 h 114"/>
                <a:gd name="T26" fmla="*/ 2147483647 w 174"/>
                <a:gd name="T27" fmla="*/ 2147483647 h 114"/>
                <a:gd name="T28" fmla="*/ 2147483647 w 174"/>
                <a:gd name="T29" fmla="*/ 2147483647 h 114"/>
                <a:gd name="T30" fmla="*/ 2147483647 w 174"/>
                <a:gd name="T31" fmla="*/ 2147483647 h 114"/>
                <a:gd name="T32" fmla="*/ 2147483647 w 174"/>
                <a:gd name="T33" fmla="*/ 2147483647 h 114"/>
                <a:gd name="T34" fmla="*/ 2147483647 w 174"/>
                <a:gd name="T35" fmla="*/ 2147483647 h 114"/>
                <a:gd name="T36" fmla="*/ 0 w 174"/>
                <a:gd name="T37" fmla="*/ 2147483647 h 114"/>
                <a:gd name="T38" fmla="*/ 2147483647 w 174"/>
                <a:gd name="T39" fmla="*/ 2147483647 h 114"/>
                <a:gd name="T40" fmla="*/ 2147483647 w 174"/>
                <a:gd name="T41" fmla="*/ 2147483647 h 114"/>
                <a:gd name="T42" fmla="*/ 2147483647 w 174"/>
                <a:gd name="T43" fmla="*/ 2147483647 h 114"/>
                <a:gd name="T44" fmla="*/ 2147483647 w 174"/>
                <a:gd name="T45" fmla="*/ 2147483647 h 114"/>
                <a:gd name="T46" fmla="*/ 2147483647 w 174"/>
                <a:gd name="T47" fmla="*/ 2147483647 h 114"/>
                <a:gd name="T48" fmla="*/ 2147483647 w 174"/>
                <a:gd name="T49" fmla="*/ 2147483647 h 114"/>
                <a:gd name="T50" fmla="*/ 2147483647 w 174"/>
                <a:gd name="T51" fmla="*/ 2147483647 h 114"/>
                <a:gd name="T52" fmla="*/ 2147483647 w 174"/>
                <a:gd name="T53" fmla="*/ 2147483647 h 114"/>
                <a:gd name="T54" fmla="*/ 2147483647 w 174"/>
                <a:gd name="T55" fmla="*/ 2147483647 h 114"/>
                <a:gd name="T56" fmla="*/ 2147483647 w 174"/>
                <a:gd name="T57" fmla="*/ 2147483647 h 1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74"/>
                <a:gd name="T88" fmla="*/ 0 h 114"/>
                <a:gd name="T89" fmla="*/ 174 w 174"/>
                <a:gd name="T90" fmla="*/ 114 h 11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74" h="114">
                  <a:moveTo>
                    <a:pt x="174" y="84"/>
                  </a:moveTo>
                  <a:lnTo>
                    <a:pt x="174" y="42"/>
                  </a:lnTo>
                  <a:lnTo>
                    <a:pt x="138" y="42"/>
                  </a:lnTo>
                  <a:lnTo>
                    <a:pt x="132" y="48"/>
                  </a:lnTo>
                  <a:lnTo>
                    <a:pt x="120" y="48"/>
                  </a:lnTo>
                  <a:lnTo>
                    <a:pt x="114" y="42"/>
                  </a:lnTo>
                  <a:lnTo>
                    <a:pt x="114" y="24"/>
                  </a:lnTo>
                  <a:lnTo>
                    <a:pt x="90" y="24"/>
                  </a:lnTo>
                  <a:lnTo>
                    <a:pt x="78" y="12"/>
                  </a:lnTo>
                  <a:lnTo>
                    <a:pt x="72" y="0"/>
                  </a:lnTo>
                  <a:lnTo>
                    <a:pt x="60" y="6"/>
                  </a:lnTo>
                  <a:lnTo>
                    <a:pt x="48" y="6"/>
                  </a:lnTo>
                  <a:lnTo>
                    <a:pt x="48" y="18"/>
                  </a:lnTo>
                  <a:lnTo>
                    <a:pt x="42" y="24"/>
                  </a:lnTo>
                  <a:lnTo>
                    <a:pt x="36" y="36"/>
                  </a:lnTo>
                  <a:lnTo>
                    <a:pt x="30" y="36"/>
                  </a:lnTo>
                  <a:lnTo>
                    <a:pt x="24" y="42"/>
                  </a:lnTo>
                  <a:lnTo>
                    <a:pt x="12" y="48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8" y="72"/>
                  </a:lnTo>
                  <a:lnTo>
                    <a:pt x="24" y="78"/>
                  </a:lnTo>
                  <a:lnTo>
                    <a:pt x="72" y="78"/>
                  </a:lnTo>
                  <a:lnTo>
                    <a:pt x="96" y="102"/>
                  </a:lnTo>
                  <a:lnTo>
                    <a:pt x="132" y="96"/>
                  </a:lnTo>
                  <a:lnTo>
                    <a:pt x="150" y="114"/>
                  </a:lnTo>
                  <a:lnTo>
                    <a:pt x="168" y="84"/>
                  </a:lnTo>
                  <a:lnTo>
                    <a:pt x="174" y="90"/>
                  </a:lnTo>
                  <a:lnTo>
                    <a:pt x="174" y="8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16" name="Egypt" descr="© INSCALE GmbH, 05.05.2010&#10;http://www.presentationload.com/">
              <a:extLst>
                <a:ext uri="{FF2B5EF4-FFF2-40B4-BE49-F238E27FC236}">
                  <a16:creationId xmlns:a16="http://schemas.microsoft.com/office/drawing/2014/main" id="{420D3E0B-442F-4FBA-A320-5B57A5F02C20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299358" y="2163265"/>
              <a:ext cx="261069" cy="264595"/>
            </a:xfrm>
            <a:custGeom>
              <a:avLst/>
              <a:gdLst>
                <a:gd name="T0" fmla="*/ 2147483647 w 792"/>
                <a:gd name="T1" fmla="*/ 2147483647 h 804"/>
                <a:gd name="T2" fmla="*/ 2147483647 w 792"/>
                <a:gd name="T3" fmla="*/ 2147483647 h 804"/>
                <a:gd name="T4" fmla="*/ 2147483647 w 792"/>
                <a:gd name="T5" fmla="*/ 2147483647 h 804"/>
                <a:gd name="T6" fmla="*/ 2147483647 w 792"/>
                <a:gd name="T7" fmla="*/ 2147483647 h 804"/>
                <a:gd name="T8" fmla="*/ 2147483647 w 792"/>
                <a:gd name="T9" fmla="*/ 2147483647 h 804"/>
                <a:gd name="T10" fmla="*/ 2147483647 w 792"/>
                <a:gd name="T11" fmla="*/ 2147483647 h 804"/>
                <a:gd name="T12" fmla="*/ 2147483647 w 792"/>
                <a:gd name="T13" fmla="*/ 2147483647 h 804"/>
                <a:gd name="T14" fmla="*/ 2147483647 w 792"/>
                <a:gd name="T15" fmla="*/ 2147483647 h 804"/>
                <a:gd name="T16" fmla="*/ 2147483647 w 792"/>
                <a:gd name="T17" fmla="*/ 2147483647 h 804"/>
                <a:gd name="T18" fmla="*/ 2147483647 w 792"/>
                <a:gd name="T19" fmla="*/ 2147483647 h 804"/>
                <a:gd name="T20" fmla="*/ 2147483647 w 792"/>
                <a:gd name="T21" fmla="*/ 2147483647 h 804"/>
                <a:gd name="T22" fmla="*/ 2147483647 w 792"/>
                <a:gd name="T23" fmla="*/ 2147483647 h 804"/>
                <a:gd name="T24" fmla="*/ 2147483647 w 792"/>
                <a:gd name="T25" fmla="*/ 2147483647 h 804"/>
                <a:gd name="T26" fmla="*/ 2147483647 w 792"/>
                <a:gd name="T27" fmla="*/ 2147483647 h 804"/>
                <a:gd name="T28" fmla="*/ 2147483647 w 792"/>
                <a:gd name="T29" fmla="*/ 2147483647 h 804"/>
                <a:gd name="T30" fmla="*/ 2147483647 w 792"/>
                <a:gd name="T31" fmla="*/ 2147483647 h 804"/>
                <a:gd name="T32" fmla="*/ 2147483647 w 792"/>
                <a:gd name="T33" fmla="*/ 2147483647 h 804"/>
                <a:gd name="T34" fmla="*/ 2147483647 w 792"/>
                <a:gd name="T35" fmla="*/ 2147483647 h 804"/>
                <a:gd name="T36" fmla="*/ 2147483647 w 792"/>
                <a:gd name="T37" fmla="*/ 2147483647 h 804"/>
                <a:gd name="T38" fmla="*/ 2147483647 w 792"/>
                <a:gd name="T39" fmla="*/ 2147483647 h 804"/>
                <a:gd name="T40" fmla="*/ 2147483647 w 792"/>
                <a:gd name="T41" fmla="*/ 2147483647 h 804"/>
                <a:gd name="T42" fmla="*/ 2147483647 w 792"/>
                <a:gd name="T43" fmla="*/ 2147483647 h 804"/>
                <a:gd name="T44" fmla="*/ 2147483647 w 792"/>
                <a:gd name="T45" fmla="*/ 2147483647 h 804"/>
                <a:gd name="T46" fmla="*/ 2147483647 w 792"/>
                <a:gd name="T47" fmla="*/ 2147483647 h 804"/>
                <a:gd name="T48" fmla="*/ 2147483647 w 792"/>
                <a:gd name="T49" fmla="*/ 2147483647 h 804"/>
                <a:gd name="T50" fmla="*/ 2147483647 w 792"/>
                <a:gd name="T51" fmla="*/ 2147483647 h 804"/>
                <a:gd name="T52" fmla="*/ 2147483647 w 792"/>
                <a:gd name="T53" fmla="*/ 2147483647 h 804"/>
                <a:gd name="T54" fmla="*/ 2147483647 w 792"/>
                <a:gd name="T55" fmla="*/ 2147483647 h 804"/>
                <a:gd name="T56" fmla="*/ 2147483647 w 792"/>
                <a:gd name="T57" fmla="*/ 2147483647 h 804"/>
                <a:gd name="T58" fmla="*/ 2147483647 w 792"/>
                <a:gd name="T59" fmla="*/ 2147483647 h 804"/>
                <a:gd name="T60" fmla="*/ 2147483647 w 792"/>
                <a:gd name="T61" fmla="*/ 2147483647 h 804"/>
                <a:gd name="T62" fmla="*/ 2147483647 w 792"/>
                <a:gd name="T63" fmla="*/ 2147483647 h 804"/>
                <a:gd name="T64" fmla="*/ 2147483647 w 792"/>
                <a:gd name="T65" fmla="*/ 2147483647 h 804"/>
                <a:gd name="T66" fmla="*/ 2147483647 w 792"/>
                <a:gd name="T67" fmla="*/ 2147483647 h 804"/>
                <a:gd name="T68" fmla="*/ 2147483647 w 792"/>
                <a:gd name="T69" fmla="*/ 2147483647 h 804"/>
                <a:gd name="T70" fmla="*/ 2147483647 w 792"/>
                <a:gd name="T71" fmla="*/ 2147483647 h 804"/>
                <a:gd name="T72" fmla="*/ 2147483647 w 792"/>
                <a:gd name="T73" fmla="*/ 2147483647 h 804"/>
                <a:gd name="T74" fmla="*/ 2147483647 w 792"/>
                <a:gd name="T75" fmla="*/ 2147483647 h 804"/>
                <a:gd name="T76" fmla="*/ 2147483647 w 792"/>
                <a:gd name="T77" fmla="*/ 2147483647 h 804"/>
                <a:gd name="T78" fmla="*/ 2147483647 w 792"/>
                <a:gd name="T79" fmla="*/ 2147483647 h 804"/>
                <a:gd name="T80" fmla="*/ 2147483647 w 792"/>
                <a:gd name="T81" fmla="*/ 2147483647 h 804"/>
                <a:gd name="T82" fmla="*/ 2147483647 w 792"/>
                <a:gd name="T83" fmla="*/ 2147483647 h 804"/>
                <a:gd name="T84" fmla="*/ 2147483647 w 792"/>
                <a:gd name="T85" fmla="*/ 2147483647 h 804"/>
                <a:gd name="T86" fmla="*/ 2147483647 w 792"/>
                <a:gd name="T87" fmla="*/ 2147483647 h 804"/>
                <a:gd name="T88" fmla="*/ 2147483647 w 792"/>
                <a:gd name="T89" fmla="*/ 2147483647 h 804"/>
                <a:gd name="T90" fmla="*/ 2147483647 w 792"/>
                <a:gd name="T91" fmla="*/ 0 h 804"/>
                <a:gd name="T92" fmla="*/ 2147483647 w 792"/>
                <a:gd name="T93" fmla="*/ 2147483647 h 804"/>
                <a:gd name="T94" fmla="*/ 2147483647 w 792"/>
                <a:gd name="T95" fmla="*/ 0 h 80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792"/>
                <a:gd name="T145" fmla="*/ 0 h 804"/>
                <a:gd name="T146" fmla="*/ 792 w 792"/>
                <a:gd name="T147" fmla="*/ 804 h 80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792" h="804">
                  <a:moveTo>
                    <a:pt x="12" y="18"/>
                  </a:moveTo>
                  <a:lnTo>
                    <a:pt x="6" y="24"/>
                  </a:lnTo>
                  <a:lnTo>
                    <a:pt x="6" y="54"/>
                  </a:lnTo>
                  <a:lnTo>
                    <a:pt x="18" y="60"/>
                  </a:lnTo>
                  <a:lnTo>
                    <a:pt x="24" y="72"/>
                  </a:lnTo>
                  <a:lnTo>
                    <a:pt x="24" y="78"/>
                  </a:lnTo>
                  <a:lnTo>
                    <a:pt x="18" y="84"/>
                  </a:lnTo>
                  <a:lnTo>
                    <a:pt x="12" y="96"/>
                  </a:lnTo>
                  <a:lnTo>
                    <a:pt x="6" y="102"/>
                  </a:lnTo>
                  <a:lnTo>
                    <a:pt x="0" y="114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18" y="144"/>
                  </a:lnTo>
                  <a:lnTo>
                    <a:pt x="30" y="180"/>
                  </a:lnTo>
                  <a:lnTo>
                    <a:pt x="30" y="264"/>
                  </a:lnTo>
                  <a:lnTo>
                    <a:pt x="36" y="342"/>
                  </a:lnTo>
                  <a:lnTo>
                    <a:pt x="36" y="438"/>
                  </a:lnTo>
                  <a:lnTo>
                    <a:pt x="42" y="534"/>
                  </a:lnTo>
                  <a:lnTo>
                    <a:pt x="42" y="624"/>
                  </a:lnTo>
                  <a:lnTo>
                    <a:pt x="48" y="702"/>
                  </a:lnTo>
                  <a:lnTo>
                    <a:pt x="48" y="774"/>
                  </a:lnTo>
                  <a:lnTo>
                    <a:pt x="474" y="780"/>
                  </a:lnTo>
                  <a:lnTo>
                    <a:pt x="492" y="762"/>
                  </a:lnTo>
                  <a:lnTo>
                    <a:pt x="498" y="762"/>
                  </a:lnTo>
                  <a:lnTo>
                    <a:pt x="498" y="774"/>
                  </a:lnTo>
                  <a:lnTo>
                    <a:pt x="618" y="780"/>
                  </a:lnTo>
                  <a:lnTo>
                    <a:pt x="624" y="786"/>
                  </a:lnTo>
                  <a:lnTo>
                    <a:pt x="630" y="798"/>
                  </a:lnTo>
                  <a:lnTo>
                    <a:pt x="636" y="804"/>
                  </a:lnTo>
                  <a:lnTo>
                    <a:pt x="654" y="804"/>
                  </a:lnTo>
                  <a:lnTo>
                    <a:pt x="660" y="798"/>
                  </a:lnTo>
                  <a:lnTo>
                    <a:pt x="672" y="774"/>
                  </a:lnTo>
                  <a:lnTo>
                    <a:pt x="684" y="762"/>
                  </a:lnTo>
                  <a:lnTo>
                    <a:pt x="696" y="762"/>
                  </a:lnTo>
                  <a:lnTo>
                    <a:pt x="702" y="756"/>
                  </a:lnTo>
                  <a:lnTo>
                    <a:pt x="720" y="756"/>
                  </a:lnTo>
                  <a:lnTo>
                    <a:pt x="726" y="750"/>
                  </a:lnTo>
                  <a:lnTo>
                    <a:pt x="732" y="738"/>
                  </a:lnTo>
                  <a:lnTo>
                    <a:pt x="732" y="714"/>
                  </a:lnTo>
                  <a:lnTo>
                    <a:pt x="762" y="714"/>
                  </a:lnTo>
                  <a:lnTo>
                    <a:pt x="786" y="690"/>
                  </a:lnTo>
                  <a:lnTo>
                    <a:pt x="780" y="684"/>
                  </a:lnTo>
                  <a:lnTo>
                    <a:pt x="774" y="672"/>
                  </a:lnTo>
                  <a:lnTo>
                    <a:pt x="774" y="624"/>
                  </a:lnTo>
                  <a:lnTo>
                    <a:pt x="792" y="618"/>
                  </a:lnTo>
                  <a:lnTo>
                    <a:pt x="786" y="618"/>
                  </a:lnTo>
                  <a:lnTo>
                    <a:pt x="756" y="588"/>
                  </a:lnTo>
                  <a:lnTo>
                    <a:pt x="732" y="552"/>
                  </a:lnTo>
                  <a:lnTo>
                    <a:pt x="726" y="528"/>
                  </a:lnTo>
                  <a:lnTo>
                    <a:pt x="714" y="492"/>
                  </a:lnTo>
                  <a:lnTo>
                    <a:pt x="702" y="468"/>
                  </a:lnTo>
                  <a:lnTo>
                    <a:pt x="690" y="462"/>
                  </a:lnTo>
                  <a:lnTo>
                    <a:pt x="684" y="450"/>
                  </a:lnTo>
                  <a:lnTo>
                    <a:pt x="672" y="444"/>
                  </a:lnTo>
                  <a:lnTo>
                    <a:pt x="666" y="432"/>
                  </a:lnTo>
                  <a:lnTo>
                    <a:pt x="654" y="396"/>
                  </a:lnTo>
                  <a:lnTo>
                    <a:pt x="654" y="378"/>
                  </a:lnTo>
                  <a:lnTo>
                    <a:pt x="618" y="336"/>
                  </a:lnTo>
                  <a:lnTo>
                    <a:pt x="618" y="318"/>
                  </a:lnTo>
                  <a:lnTo>
                    <a:pt x="606" y="294"/>
                  </a:lnTo>
                  <a:lnTo>
                    <a:pt x="594" y="282"/>
                  </a:lnTo>
                  <a:lnTo>
                    <a:pt x="588" y="270"/>
                  </a:lnTo>
                  <a:lnTo>
                    <a:pt x="576" y="258"/>
                  </a:lnTo>
                  <a:lnTo>
                    <a:pt x="570" y="246"/>
                  </a:lnTo>
                  <a:lnTo>
                    <a:pt x="558" y="234"/>
                  </a:lnTo>
                  <a:lnTo>
                    <a:pt x="552" y="222"/>
                  </a:lnTo>
                  <a:lnTo>
                    <a:pt x="546" y="216"/>
                  </a:lnTo>
                  <a:lnTo>
                    <a:pt x="552" y="210"/>
                  </a:lnTo>
                  <a:lnTo>
                    <a:pt x="552" y="198"/>
                  </a:lnTo>
                  <a:lnTo>
                    <a:pt x="540" y="174"/>
                  </a:lnTo>
                  <a:lnTo>
                    <a:pt x="528" y="168"/>
                  </a:lnTo>
                  <a:lnTo>
                    <a:pt x="522" y="168"/>
                  </a:lnTo>
                  <a:lnTo>
                    <a:pt x="540" y="144"/>
                  </a:lnTo>
                  <a:lnTo>
                    <a:pt x="558" y="156"/>
                  </a:lnTo>
                  <a:lnTo>
                    <a:pt x="558" y="174"/>
                  </a:lnTo>
                  <a:lnTo>
                    <a:pt x="564" y="186"/>
                  </a:lnTo>
                  <a:lnTo>
                    <a:pt x="576" y="198"/>
                  </a:lnTo>
                  <a:lnTo>
                    <a:pt x="582" y="210"/>
                  </a:lnTo>
                  <a:lnTo>
                    <a:pt x="588" y="216"/>
                  </a:lnTo>
                  <a:lnTo>
                    <a:pt x="588" y="246"/>
                  </a:lnTo>
                  <a:lnTo>
                    <a:pt x="606" y="264"/>
                  </a:lnTo>
                  <a:lnTo>
                    <a:pt x="612" y="276"/>
                  </a:lnTo>
                  <a:lnTo>
                    <a:pt x="636" y="300"/>
                  </a:lnTo>
                  <a:lnTo>
                    <a:pt x="648" y="306"/>
                  </a:lnTo>
                  <a:lnTo>
                    <a:pt x="654" y="306"/>
                  </a:lnTo>
                  <a:lnTo>
                    <a:pt x="666" y="300"/>
                  </a:lnTo>
                  <a:lnTo>
                    <a:pt x="678" y="288"/>
                  </a:lnTo>
                  <a:lnTo>
                    <a:pt x="672" y="270"/>
                  </a:lnTo>
                  <a:lnTo>
                    <a:pt x="684" y="246"/>
                  </a:lnTo>
                  <a:lnTo>
                    <a:pt x="684" y="234"/>
                  </a:lnTo>
                  <a:lnTo>
                    <a:pt x="690" y="222"/>
                  </a:lnTo>
                  <a:lnTo>
                    <a:pt x="690" y="198"/>
                  </a:lnTo>
                  <a:lnTo>
                    <a:pt x="696" y="186"/>
                  </a:lnTo>
                  <a:lnTo>
                    <a:pt x="696" y="180"/>
                  </a:lnTo>
                  <a:lnTo>
                    <a:pt x="702" y="168"/>
                  </a:lnTo>
                  <a:lnTo>
                    <a:pt x="648" y="24"/>
                  </a:lnTo>
                  <a:lnTo>
                    <a:pt x="642" y="24"/>
                  </a:lnTo>
                  <a:lnTo>
                    <a:pt x="636" y="30"/>
                  </a:lnTo>
                  <a:lnTo>
                    <a:pt x="624" y="30"/>
                  </a:lnTo>
                  <a:lnTo>
                    <a:pt x="600" y="42"/>
                  </a:lnTo>
                  <a:lnTo>
                    <a:pt x="576" y="42"/>
                  </a:lnTo>
                  <a:lnTo>
                    <a:pt x="564" y="36"/>
                  </a:lnTo>
                  <a:lnTo>
                    <a:pt x="558" y="30"/>
                  </a:lnTo>
                  <a:lnTo>
                    <a:pt x="552" y="36"/>
                  </a:lnTo>
                  <a:lnTo>
                    <a:pt x="540" y="42"/>
                  </a:lnTo>
                  <a:lnTo>
                    <a:pt x="534" y="42"/>
                  </a:lnTo>
                  <a:lnTo>
                    <a:pt x="510" y="30"/>
                  </a:lnTo>
                  <a:lnTo>
                    <a:pt x="504" y="24"/>
                  </a:lnTo>
                  <a:lnTo>
                    <a:pt x="504" y="18"/>
                  </a:lnTo>
                  <a:lnTo>
                    <a:pt x="498" y="12"/>
                  </a:lnTo>
                  <a:lnTo>
                    <a:pt x="486" y="6"/>
                  </a:lnTo>
                  <a:lnTo>
                    <a:pt x="468" y="6"/>
                  </a:lnTo>
                  <a:lnTo>
                    <a:pt x="456" y="12"/>
                  </a:lnTo>
                  <a:lnTo>
                    <a:pt x="438" y="12"/>
                  </a:lnTo>
                  <a:lnTo>
                    <a:pt x="432" y="18"/>
                  </a:lnTo>
                  <a:lnTo>
                    <a:pt x="420" y="18"/>
                  </a:lnTo>
                  <a:lnTo>
                    <a:pt x="414" y="12"/>
                  </a:lnTo>
                  <a:lnTo>
                    <a:pt x="390" y="12"/>
                  </a:lnTo>
                  <a:lnTo>
                    <a:pt x="378" y="18"/>
                  </a:lnTo>
                  <a:lnTo>
                    <a:pt x="372" y="24"/>
                  </a:lnTo>
                  <a:lnTo>
                    <a:pt x="366" y="36"/>
                  </a:lnTo>
                  <a:lnTo>
                    <a:pt x="360" y="42"/>
                  </a:lnTo>
                  <a:lnTo>
                    <a:pt x="336" y="42"/>
                  </a:lnTo>
                  <a:lnTo>
                    <a:pt x="324" y="54"/>
                  </a:lnTo>
                  <a:lnTo>
                    <a:pt x="312" y="60"/>
                  </a:lnTo>
                  <a:lnTo>
                    <a:pt x="306" y="60"/>
                  </a:lnTo>
                  <a:lnTo>
                    <a:pt x="300" y="54"/>
                  </a:lnTo>
                  <a:lnTo>
                    <a:pt x="288" y="54"/>
                  </a:lnTo>
                  <a:lnTo>
                    <a:pt x="276" y="48"/>
                  </a:lnTo>
                  <a:lnTo>
                    <a:pt x="264" y="48"/>
                  </a:lnTo>
                  <a:lnTo>
                    <a:pt x="258" y="42"/>
                  </a:lnTo>
                  <a:lnTo>
                    <a:pt x="204" y="42"/>
                  </a:lnTo>
                  <a:lnTo>
                    <a:pt x="198" y="36"/>
                  </a:lnTo>
                  <a:lnTo>
                    <a:pt x="186" y="30"/>
                  </a:lnTo>
                  <a:lnTo>
                    <a:pt x="174" y="18"/>
                  </a:lnTo>
                  <a:lnTo>
                    <a:pt x="126" y="18"/>
                  </a:lnTo>
                  <a:lnTo>
                    <a:pt x="120" y="12"/>
                  </a:lnTo>
                  <a:lnTo>
                    <a:pt x="96" y="0"/>
                  </a:lnTo>
                  <a:lnTo>
                    <a:pt x="78" y="0"/>
                  </a:lnTo>
                  <a:lnTo>
                    <a:pt x="66" y="12"/>
                  </a:lnTo>
                  <a:lnTo>
                    <a:pt x="54" y="12"/>
                  </a:lnTo>
                  <a:lnTo>
                    <a:pt x="42" y="6"/>
                  </a:lnTo>
                  <a:lnTo>
                    <a:pt x="36" y="6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12" y="1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17" name="Ecuador" descr="© INSCALE GmbH, 05.05.2010&#10;http://www.presentationload.com/">
              <a:extLst>
                <a:ext uri="{FF2B5EF4-FFF2-40B4-BE49-F238E27FC236}">
                  <a16:creationId xmlns:a16="http://schemas.microsoft.com/office/drawing/2014/main" id="{23350F12-26D6-4AA7-AA55-0A9ABACAC998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1824379" y="2959617"/>
              <a:ext cx="136997" cy="173400"/>
            </a:xfrm>
            <a:custGeom>
              <a:avLst/>
              <a:gdLst>
                <a:gd name="T0" fmla="*/ 2147483647 w 414"/>
                <a:gd name="T1" fmla="*/ 2147483647 h 528"/>
                <a:gd name="T2" fmla="*/ 2147483647 w 414"/>
                <a:gd name="T3" fmla="*/ 2147483647 h 528"/>
                <a:gd name="T4" fmla="*/ 2147483647 w 414"/>
                <a:gd name="T5" fmla="*/ 2147483647 h 528"/>
                <a:gd name="T6" fmla="*/ 2147483647 w 414"/>
                <a:gd name="T7" fmla="*/ 2147483647 h 528"/>
                <a:gd name="T8" fmla="*/ 2147483647 w 414"/>
                <a:gd name="T9" fmla="*/ 2147483647 h 528"/>
                <a:gd name="T10" fmla="*/ 2147483647 w 414"/>
                <a:gd name="T11" fmla="*/ 2147483647 h 528"/>
                <a:gd name="T12" fmla="*/ 2147483647 w 414"/>
                <a:gd name="T13" fmla="*/ 2147483647 h 528"/>
                <a:gd name="T14" fmla="*/ 2147483647 w 414"/>
                <a:gd name="T15" fmla="*/ 2147483647 h 528"/>
                <a:gd name="T16" fmla="*/ 2147483647 w 414"/>
                <a:gd name="T17" fmla="*/ 2147483647 h 528"/>
                <a:gd name="T18" fmla="*/ 2147483647 w 414"/>
                <a:gd name="T19" fmla="*/ 2147483647 h 528"/>
                <a:gd name="T20" fmla="*/ 2147483647 w 414"/>
                <a:gd name="T21" fmla="*/ 2147483647 h 528"/>
                <a:gd name="T22" fmla="*/ 2147483647 w 414"/>
                <a:gd name="T23" fmla="*/ 2147483647 h 528"/>
                <a:gd name="T24" fmla="*/ 2147483647 w 414"/>
                <a:gd name="T25" fmla="*/ 2147483647 h 528"/>
                <a:gd name="T26" fmla="*/ 2147483647 w 414"/>
                <a:gd name="T27" fmla="*/ 2147483647 h 528"/>
                <a:gd name="T28" fmla="*/ 2147483647 w 414"/>
                <a:gd name="T29" fmla="*/ 2147483647 h 528"/>
                <a:gd name="T30" fmla="*/ 2147483647 w 414"/>
                <a:gd name="T31" fmla="*/ 2147483647 h 528"/>
                <a:gd name="T32" fmla="*/ 2147483647 w 414"/>
                <a:gd name="T33" fmla="*/ 2147483647 h 528"/>
                <a:gd name="T34" fmla="*/ 2147483647 w 414"/>
                <a:gd name="T35" fmla="*/ 2147483647 h 528"/>
                <a:gd name="T36" fmla="*/ 2147483647 w 414"/>
                <a:gd name="T37" fmla="*/ 2147483647 h 528"/>
                <a:gd name="T38" fmla="*/ 2147483647 w 414"/>
                <a:gd name="T39" fmla="*/ 2147483647 h 528"/>
                <a:gd name="T40" fmla="*/ 2147483647 w 414"/>
                <a:gd name="T41" fmla="*/ 2147483647 h 528"/>
                <a:gd name="T42" fmla="*/ 2147483647 w 414"/>
                <a:gd name="T43" fmla="*/ 2147483647 h 528"/>
                <a:gd name="T44" fmla="*/ 2147483647 w 414"/>
                <a:gd name="T45" fmla="*/ 2147483647 h 528"/>
                <a:gd name="T46" fmla="*/ 2147483647 w 414"/>
                <a:gd name="T47" fmla="*/ 2147483647 h 528"/>
                <a:gd name="T48" fmla="*/ 2147483647 w 414"/>
                <a:gd name="T49" fmla="*/ 2147483647 h 528"/>
                <a:gd name="T50" fmla="*/ 2147483647 w 414"/>
                <a:gd name="T51" fmla="*/ 2147483647 h 528"/>
                <a:gd name="T52" fmla="*/ 2147483647 w 414"/>
                <a:gd name="T53" fmla="*/ 2147483647 h 528"/>
                <a:gd name="T54" fmla="*/ 2147483647 w 414"/>
                <a:gd name="T55" fmla="*/ 2147483647 h 528"/>
                <a:gd name="T56" fmla="*/ 2147483647 w 414"/>
                <a:gd name="T57" fmla="*/ 2147483647 h 528"/>
                <a:gd name="T58" fmla="*/ 2147483647 w 414"/>
                <a:gd name="T59" fmla="*/ 2147483647 h 528"/>
                <a:gd name="T60" fmla="*/ 2147483647 w 414"/>
                <a:gd name="T61" fmla="*/ 2147483647 h 528"/>
                <a:gd name="T62" fmla="*/ 2147483647 w 414"/>
                <a:gd name="T63" fmla="*/ 2147483647 h 528"/>
                <a:gd name="T64" fmla="*/ 2147483647 w 414"/>
                <a:gd name="T65" fmla="*/ 2147483647 h 528"/>
                <a:gd name="T66" fmla="*/ 2147483647 w 414"/>
                <a:gd name="T67" fmla="*/ 2147483647 h 528"/>
                <a:gd name="T68" fmla="*/ 2147483647 w 414"/>
                <a:gd name="T69" fmla="*/ 2147483647 h 528"/>
                <a:gd name="T70" fmla="*/ 2147483647 w 414"/>
                <a:gd name="T71" fmla="*/ 2147483647 h 528"/>
                <a:gd name="T72" fmla="*/ 2147483647 w 414"/>
                <a:gd name="T73" fmla="*/ 2147483647 h 528"/>
                <a:gd name="T74" fmla="*/ 2147483647 w 414"/>
                <a:gd name="T75" fmla="*/ 2147483647 h 528"/>
                <a:gd name="T76" fmla="*/ 2147483647 w 414"/>
                <a:gd name="T77" fmla="*/ 2147483647 h 528"/>
                <a:gd name="T78" fmla="*/ 2147483647 w 414"/>
                <a:gd name="T79" fmla="*/ 2147483647 h 528"/>
                <a:gd name="T80" fmla="*/ 2147483647 w 414"/>
                <a:gd name="T81" fmla="*/ 2147483647 h 528"/>
                <a:gd name="T82" fmla="*/ 2147483647 w 414"/>
                <a:gd name="T83" fmla="*/ 2147483647 h 528"/>
                <a:gd name="T84" fmla="*/ 2147483647 w 414"/>
                <a:gd name="T85" fmla="*/ 2147483647 h 528"/>
                <a:gd name="T86" fmla="*/ 2147483647 w 414"/>
                <a:gd name="T87" fmla="*/ 2147483647 h 528"/>
                <a:gd name="T88" fmla="*/ 2147483647 w 414"/>
                <a:gd name="T89" fmla="*/ 2147483647 h 52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14"/>
                <a:gd name="T136" fmla="*/ 0 h 528"/>
                <a:gd name="T137" fmla="*/ 414 w 414"/>
                <a:gd name="T138" fmla="*/ 528 h 52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14" h="528">
                  <a:moveTo>
                    <a:pt x="60" y="372"/>
                  </a:moveTo>
                  <a:lnTo>
                    <a:pt x="72" y="366"/>
                  </a:lnTo>
                  <a:lnTo>
                    <a:pt x="78" y="360"/>
                  </a:lnTo>
                  <a:lnTo>
                    <a:pt x="78" y="342"/>
                  </a:lnTo>
                  <a:lnTo>
                    <a:pt x="72" y="342"/>
                  </a:lnTo>
                  <a:lnTo>
                    <a:pt x="54" y="360"/>
                  </a:lnTo>
                  <a:lnTo>
                    <a:pt x="54" y="372"/>
                  </a:lnTo>
                  <a:lnTo>
                    <a:pt x="60" y="372"/>
                  </a:lnTo>
                  <a:close/>
                  <a:moveTo>
                    <a:pt x="414" y="174"/>
                  </a:moveTo>
                  <a:lnTo>
                    <a:pt x="390" y="156"/>
                  </a:lnTo>
                  <a:lnTo>
                    <a:pt x="396" y="156"/>
                  </a:lnTo>
                  <a:lnTo>
                    <a:pt x="396" y="150"/>
                  </a:lnTo>
                  <a:lnTo>
                    <a:pt x="402" y="150"/>
                  </a:lnTo>
                  <a:lnTo>
                    <a:pt x="402" y="126"/>
                  </a:lnTo>
                  <a:lnTo>
                    <a:pt x="372" y="126"/>
                  </a:lnTo>
                  <a:lnTo>
                    <a:pt x="360" y="114"/>
                  </a:lnTo>
                  <a:lnTo>
                    <a:pt x="360" y="108"/>
                  </a:lnTo>
                  <a:lnTo>
                    <a:pt x="354" y="102"/>
                  </a:lnTo>
                  <a:lnTo>
                    <a:pt x="354" y="96"/>
                  </a:lnTo>
                  <a:lnTo>
                    <a:pt x="342" y="90"/>
                  </a:lnTo>
                  <a:lnTo>
                    <a:pt x="336" y="90"/>
                  </a:lnTo>
                  <a:lnTo>
                    <a:pt x="330" y="96"/>
                  </a:lnTo>
                  <a:lnTo>
                    <a:pt x="330" y="108"/>
                  </a:lnTo>
                  <a:lnTo>
                    <a:pt x="306" y="108"/>
                  </a:lnTo>
                  <a:lnTo>
                    <a:pt x="300" y="102"/>
                  </a:lnTo>
                  <a:lnTo>
                    <a:pt x="288" y="96"/>
                  </a:lnTo>
                  <a:lnTo>
                    <a:pt x="282" y="102"/>
                  </a:lnTo>
                  <a:lnTo>
                    <a:pt x="270" y="102"/>
                  </a:lnTo>
                  <a:lnTo>
                    <a:pt x="258" y="96"/>
                  </a:lnTo>
                  <a:lnTo>
                    <a:pt x="252" y="90"/>
                  </a:lnTo>
                  <a:lnTo>
                    <a:pt x="252" y="84"/>
                  </a:lnTo>
                  <a:lnTo>
                    <a:pt x="246" y="72"/>
                  </a:lnTo>
                  <a:lnTo>
                    <a:pt x="240" y="66"/>
                  </a:lnTo>
                  <a:lnTo>
                    <a:pt x="228" y="60"/>
                  </a:lnTo>
                  <a:lnTo>
                    <a:pt x="210" y="60"/>
                  </a:lnTo>
                  <a:lnTo>
                    <a:pt x="204" y="48"/>
                  </a:lnTo>
                  <a:lnTo>
                    <a:pt x="168" y="30"/>
                  </a:lnTo>
                  <a:lnTo>
                    <a:pt x="162" y="18"/>
                  </a:lnTo>
                  <a:lnTo>
                    <a:pt x="150" y="12"/>
                  </a:lnTo>
                  <a:lnTo>
                    <a:pt x="144" y="0"/>
                  </a:lnTo>
                  <a:lnTo>
                    <a:pt x="144" y="12"/>
                  </a:lnTo>
                  <a:lnTo>
                    <a:pt x="150" y="18"/>
                  </a:lnTo>
                  <a:lnTo>
                    <a:pt x="150" y="36"/>
                  </a:lnTo>
                  <a:lnTo>
                    <a:pt x="144" y="42"/>
                  </a:lnTo>
                  <a:lnTo>
                    <a:pt x="120" y="54"/>
                  </a:lnTo>
                  <a:lnTo>
                    <a:pt x="102" y="54"/>
                  </a:lnTo>
                  <a:lnTo>
                    <a:pt x="96" y="42"/>
                  </a:lnTo>
                  <a:lnTo>
                    <a:pt x="90" y="42"/>
                  </a:lnTo>
                  <a:lnTo>
                    <a:pt x="78" y="54"/>
                  </a:lnTo>
                  <a:lnTo>
                    <a:pt x="66" y="60"/>
                  </a:lnTo>
                  <a:lnTo>
                    <a:pt x="60" y="72"/>
                  </a:lnTo>
                  <a:lnTo>
                    <a:pt x="60" y="84"/>
                  </a:lnTo>
                  <a:lnTo>
                    <a:pt x="66" y="90"/>
                  </a:lnTo>
                  <a:lnTo>
                    <a:pt x="72" y="102"/>
                  </a:lnTo>
                  <a:lnTo>
                    <a:pt x="72" y="120"/>
                  </a:lnTo>
                  <a:lnTo>
                    <a:pt x="66" y="126"/>
                  </a:lnTo>
                  <a:lnTo>
                    <a:pt x="54" y="132"/>
                  </a:lnTo>
                  <a:lnTo>
                    <a:pt x="42" y="144"/>
                  </a:lnTo>
                  <a:lnTo>
                    <a:pt x="42" y="162"/>
                  </a:lnTo>
                  <a:lnTo>
                    <a:pt x="48" y="168"/>
                  </a:lnTo>
                  <a:lnTo>
                    <a:pt x="54" y="180"/>
                  </a:lnTo>
                  <a:lnTo>
                    <a:pt x="36" y="180"/>
                  </a:lnTo>
                  <a:lnTo>
                    <a:pt x="36" y="198"/>
                  </a:lnTo>
                  <a:lnTo>
                    <a:pt x="0" y="216"/>
                  </a:lnTo>
                  <a:lnTo>
                    <a:pt x="24" y="228"/>
                  </a:lnTo>
                  <a:lnTo>
                    <a:pt x="12" y="258"/>
                  </a:lnTo>
                  <a:lnTo>
                    <a:pt x="24" y="270"/>
                  </a:lnTo>
                  <a:lnTo>
                    <a:pt x="24" y="282"/>
                  </a:lnTo>
                  <a:lnTo>
                    <a:pt x="6" y="300"/>
                  </a:lnTo>
                  <a:lnTo>
                    <a:pt x="0" y="300"/>
                  </a:lnTo>
                  <a:lnTo>
                    <a:pt x="12" y="312"/>
                  </a:lnTo>
                  <a:lnTo>
                    <a:pt x="6" y="318"/>
                  </a:lnTo>
                  <a:lnTo>
                    <a:pt x="6" y="324"/>
                  </a:lnTo>
                  <a:lnTo>
                    <a:pt x="18" y="336"/>
                  </a:lnTo>
                  <a:lnTo>
                    <a:pt x="30" y="342"/>
                  </a:lnTo>
                  <a:lnTo>
                    <a:pt x="60" y="342"/>
                  </a:lnTo>
                  <a:lnTo>
                    <a:pt x="72" y="330"/>
                  </a:lnTo>
                  <a:lnTo>
                    <a:pt x="72" y="324"/>
                  </a:lnTo>
                  <a:lnTo>
                    <a:pt x="96" y="330"/>
                  </a:lnTo>
                  <a:lnTo>
                    <a:pt x="102" y="342"/>
                  </a:lnTo>
                  <a:lnTo>
                    <a:pt x="102" y="348"/>
                  </a:lnTo>
                  <a:lnTo>
                    <a:pt x="96" y="366"/>
                  </a:lnTo>
                  <a:lnTo>
                    <a:pt x="90" y="372"/>
                  </a:lnTo>
                  <a:lnTo>
                    <a:pt x="90" y="384"/>
                  </a:lnTo>
                  <a:lnTo>
                    <a:pt x="84" y="396"/>
                  </a:lnTo>
                  <a:lnTo>
                    <a:pt x="72" y="402"/>
                  </a:lnTo>
                  <a:lnTo>
                    <a:pt x="66" y="402"/>
                  </a:lnTo>
                  <a:lnTo>
                    <a:pt x="60" y="408"/>
                  </a:lnTo>
                  <a:lnTo>
                    <a:pt x="54" y="408"/>
                  </a:lnTo>
                  <a:lnTo>
                    <a:pt x="60" y="408"/>
                  </a:lnTo>
                  <a:lnTo>
                    <a:pt x="72" y="414"/>
                  </a:lnTo>
                  <a:lnTo>
                    <a:pt x="78" y="414"/>
                  </a:lnTo>
                  <a:lnTo>
                    <a:pt x="78" y="420"/>
                  </a:lnTo>
                  <a:lnTo>
                    <a:pt x="72" y="426"/>
                  </a:lnTo>
                  <a:lnTo>
                    <a:pt x="66" y="438"/>
                  </a:lnTo>
                  <a:lnTo>
                    <a:pt x="54" y="444"/>
                  </a:lnTo>
                  <a:lnTo>
                    <a:pt x="48" y="456"/>
                  </a:lnTo>
                  <a:lnTo>
                    <a:pt x="42" y="462"/>
                  </a:lnTo>
                  <a:lnTo>
                    <a:pt x="54" y="474"/>
                  </a:lnTo>
                  <a:lnTo>
                    <a:pt x="42" y="486"/>
                  </a:lnTo>
                  <a:lnTo>
                    <a:pt x="48" y="492"/>
                  </a:lnTo>
                  <a:lnTo>
                    <a:pt x="54" y="492"/>
                  </a:lnTo>
                  <a:lnTo>
                    <a:pt x="66" y="486"/>
                  </a:lnTo>
                  <a:lnTo>
                    <a:pt x="78" y="474"/>
                  </a:lnTo>
                  <a:lnTo>
                    <a:pt x="90" y="486"/>
                  </a:lnTo>
                  <a:lnTo>
                    <a:pt x="120" y="486"/>
                  </a:lnTo>
                  <a:lnTo>
                    <a:pt x="120" y="492"/>
                  </a:lnTo>
                  <a:lnTo>
                    <a:pt x="126" y="498"/>
                  </a:lnTo>
                  <a:lnTo>
                    <a:pt x="126" y="516"/>
                  </a:lnTo>
                  <a:lnTo>
                    <a:pt x="132" y="528"/>
                  </a:lnTo>
                  <a:lnTo>
                    <a:pt x="150" y="528"/>
                  </a:lnTo>
                  <a:lnTo>
                    <a:pt x="150" y="522"/>
                  </a:lnTo>
                  <a:lnTo>
                    <a:pt x="156" y="516"/>
                  </a:lnTo>
                  <a:lnTo>
                    <a:pt x="156" y="510"/>
                  </a:lnTo>
                  <a:lnTo>
                    <a:pt x="162" y="504"/>
                  </a:lnTo>
                  <a:lnTo>
                    <a:pt x="180" y="504"/>
                  </a:lnTo>
                  <a:lnTo>
                    <a:pt x="180" y="474"/>
                  </a:lnTo>
                  <a:lnTo>
                    <a:pt x="186" y="462"/>
                  </a:lnTo>
                  <a:lnTo>
                    <a:pt x="186" y="438"/>
                  </a:lnTo>
                  <a:lnTo>
                    <a:pt x="198" y="426"/>
                  </a:lnTo>
                  <a:lnTo>
                    <a:pt x="198" y="408"/>
                  </a:lnTo>
                  <a:lnTo>
                    <a:pt x="210" y="402"/>
                  </a:lnTo>
                  <a:lnTo>
                    <a:pt x="210" y="396"/>
                  </a:lnTo>
                  <a:lnTo>
                    <a:pt x="228" y="378"/>
                  </a:lnTo>
                  <a:lnTo>
                    <a:pt x="246" y="366"/>
                  </a:lnTo>
                  <a:lnTo>
                    <a:pt x="264" y="360"/>
                  </a:lnTo>
                  <a:lnTo>
                    <a:pt x="324" y="330"/>
                  </a:lnTo>
                  <a:lnTo>
                    <a:pt x="342" y="318"/>
                  </a:lnTo>
                  <a:lnTo>
                    <a:pt x="354" y="300"/>
                  </a:lnTo>
                  <a:lnTo>
                    <a:pt x="366" y="288"/>
                  </a:lnTo>
                  <a:lnTo>
                    <a:pt x="372" y="276"/>
                  </a:lnTo>
                  <a:lnTo>
                    <a:pt x="384" y="264"/>
                  </a:lnTo>
                  <a:lnTo>
                    <a:pt x="390" y="252"/>
                  </a:lnTo>
                  <a:lnTo>
                    <a:pt x="402" y="210"/>
                  </a:lnTo>
                  <a:lnTo>
                    <a:pt x="414" y="204"/>
                  </a:lnTo>
                  <a:lnTo>
                    <a:pt x="414" y="17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18" name="East Timor" descr="© INSCALE GmbH, 05.05.2010&#10;http://www.presentationload.com/">
              <a:extLst>
                <a:ext uri="{FF2B5EF4-FFF2-40B4-BE49-F238E27FC236}">
                  <a16:creationId xmlns:a16="http://schemas.microsoft.com/office/drawing/2014/main" id="{A093002B-65AB-4A53-A334-3D7F077480CA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6641218" y="3220357"/>
              <a:ext cx="82715" cy="38533"/>
            </a:xfrm>
            <a:custGeom>
              <a:avLst/>
              <a:gdLst>
                <a:gd name="T0" fmla="*/ 2147483647 w 252"/>
                <a:gd name="T1" fmla="*/ 0 h 120"/>
                <a:gd name="T2" fmla="*/ 2147483647 w 252"/>
                <a:gd name="T3" fmla="*/ 2147483647 h 120"/>
                <a:gd name="T4" fmla="*/ 2147483647 w 252"/>
                <a:gd name="T5" fmla="*/ 2147483647 h 120"/>
                <a:gd name="T6" fmla="*/ 2147483647 w 252"/>
                <a:gd name="T7" fmla="*/ 2147483647 h 120"/>
                <a:gd name="T8" fmla="*/ 2147483647 w 252"/>
                <a:gd name="T9" fmla="*/ 2147483647 h 120"/>
                <a:gd name="T10" fmla="*/ 2147483647 w 252"/>
                <a:gd name="T11" fmla="*/ 2147483647 h 120"/>
                <a:gd name="T12" fmla="*/ 2147483647 w 252"/>
                <a:gd name="T13" fmla="*/ 2147483647 h 120"/>
                <a:gd name="T14" fmla="*/ 2147483647 w 252"/>
                <a:gd name="T15" fmla="*/ 2147483647 h 120"/>
                <a:gd name="T16" fmla="*/ 2147483647 w 252"/>
                <a:gd name="T17" fmla="*/ 2147483647 h 120"/>
                <a:gd name="T18" fmla="*/ 2147483647 w 252"/>
                <a:gd name="T19" fmla="*/ 2147483647 h 120"/>
                <a:gd name="T20" fmla="*/ 2147483647 w 252"/>
                <a:gd name="T21" fmla="*/ 2147483647 h 120"/>
                <a:gd name="T22" fmla="*/ 2147483647 w 252"/>
                <a:gd name="T23" fmla="*/ 2147483647 h 120"/>
                <a:gd name="T24" fmla="*/ 2147483647 w 252"/>
                <a:gd name="T25" fmla="*/ 2147483647 h 120"/>
                <a:gd name="T26" fmla="*/ 2147483647 w 252"/>
                <a:gd name="T27" fmla="*/ 2147483647 h 120"/>
                <a:gd name="T28" fmla="*/ 2147483647 w 252"/>
                <a:gd name="T29" fmla="*/ 2147483647 h 120"/>
                <a:gd name="T30" fmla="*/ 2147483647 w 252"/>
                <a:gd name="T31" fmla="*/ 2147483647 h 120"/>
                <a:gd name="T32" fmla="*/ 2147483647 w 252"/>
                <a:gd name="T33" fmla="*/ 2147483647 h 120"/>
                <a:gd name="T34" fmla="*/ 2147483647 w 252"/>
                <a:gd name="T35" fmla="*/ 2147483647 h 120"/>
                <a:gd name="T36" fmla="*/ 2147483647 w 252"/>
                <a:gd name="T37" fmla="*/ 2147483647 h 120"/>
                <a:gd name="T38" fmla="*/ 2147483647 w 252"/>
                <a:gd name="T39" fmla="*/ 2147483647 h 120"/>
                <a:gd name="T40" fmla="*/ 2147483647 w 252"/>
                <a:gd name="T41" fmla="*/ 2147483647 h 120"/>
                <a:gd name="T42" fmla="*/ 2147483647 w 252"/>
                <a:gd name="T43" fmla="*/ 2147483647 h 120"/>
                <a:gd name="T44" fmla="*/ 2147483647 w 252"/>
                <a:gd name="T45" fmla="*/ 2147483647 h 120"/>
                <a:gd name="T46" fmla="*/ 2147483647 w 252"/>
                <a:gd name="T47" fmla="*/ 0 h 120"/>
                <a:gd name="T48" fmla="*/ 0 w 252"/>
                <a:gd name="T49" fmla="*/ 2147483647 h 120"/>
                <a:gd name="T50" fmla="*/ 2147483647 w 252"/>
                <a:gd name="T51" fmla="*/ 2147483647 h 120"/>
                <a:gd name="T52" fmla="*/ 2147483647 w 252"/>
                <a:gd name="T53" fmla="*/ 2147483647 h 120"/>
                <a:gd name="T54" fmla="*/ 2147483647 w 252"/>
                <a:gd name="T55" fmla="*/ 2147483647 h 120"/>
                <a:gd name="T56" fmla="*/ 2147483647 w 252"/>
                <a:gd name="T57" fmla="*/ 2147483647 h 120"/>
                <a:gd name="T58" fmla="*/ 2147483647 w 252"/>
                <a:gd name="T59" fmla="*/ 2147483647 h 120"/>
                <a:gd name="T60" fmla="*/ 2147483647 w 252"/>
                <a:gd name="T61" fmla="*/ 2147483647 h 120"/>
                <a:gd name="T62" fmla="*/ 2147483647 w 252"/>
                <a:gd name="T63" fmla="*/ 2147483647 h 120"/>
                <a:gd name="T64" fmla="*/ 0 w 252"/>
                <a:gd name="T65" fmla="*/ 2147483647 h 12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52"/>
                <a:gd name="T100" fmla="*/ 0 h 120"/>
                <a:gd name="T101" fmla="*/ 252 w 252"/>
                <a:gd name="T102" fmla="*/ 120 h 12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52" h="120">
                  <a:moveTo>
                    <a:pt x="228" y="0"/>
                  </a:moveTo>
                  <a:lnTo>
                    <a:pt x="204" y="24"/>
                  </a:lnTo>
                  <a:lnTo>
                    <a:pt x="114" y="24"/>
                  </a:lnTo>
                  <a:lnTo>
                    <a:pt x="108" y="30"/>
                  </a:lnTo>
                  <a:lnTo>
                    <a:pt x="102" y="42"/>
                  </a:lnTo>
                  <a:lnTo>
                    <a:pt x="96" y="48"/>
                  </a:lnTo>
                  <a:lnTo>
                    <a:pt x="90" y="48"/>
                  </a:lnTo>
                  <a:lnTo>
                    <a:pt x="78" y="54"/>
                  </a:lnTo>
                  <a:lnTo>
                    <a:pt x="90" y="72"/>
                  </a:lnTo>
                  <a:lnTo>
                    <a:pt x="84" y="78"/>
                  </a:lnTo>
                  <a:lnTo>
                    <a:pt x="72" y="102"/>
                  </a:lnTo>
                  <a:lnTo>
                    <a:pt x="72" y="114"/>
                  </a:lnTo>
                  <a:lnTo>
                    <a:pt x="78" y="120"/>
                  </a:lnTo>
                  <a:lnTo>
                    <a:pt x="78" y="114"/>
                  </a:lnTo>
                  <a:lnTo>
                    <a:pt x="84" y="108"/>
                  </a:lnTo>
                  <a:lnTo>
                    <a:pt x="96" y="108"/>
                  </a:lnTo>
                  <a:lnTo>
                    <a:pt x="132" y="84"/>
                  </a:lnTo>
                  <a:lnTo>
                    <a:pt x="138" y="90"/>
                  </a:lnTo>
                  <a:lnTo>
                    <a:pt x="162" y="90"/>
                  </a:lnTo>
                  <a:lnTo>
                    <a:pt x="186" y="78"/>
                  </a:lnTo>
                  <a:lnTo>
                    <a:pt x="198" y="66"/>
                  </a:lnTo>
                  <a:lnTo>
                    <a:pt x="210" y="60"/>
                  </a:lnTo>
                  <a:lnTo>
                    <a:pt x="252" y="18"/>
                  </a:lnTo>
                  <a:lnTo>
                    <a:pt x="228" y="0"/>
                  </a:lnTo>
                  <a:close/>
                  <a:moveTo>
                    <a:pt x="0" y="90"/>
                  </a:moveTo>
                  <a:lnTo>
                    <a:pt x="6" y="102"/>
                  </a:lnTo>
                  <a:lnTo>
                    <a:pt x="18" y="96"/>
                  </a:lnTo>
                  <a:lnTo>
                    <a:pt x="24" y="90"/>
                  </a:lnTo>
                  <a:lnTo>
                    <a:pt x="36" y="90"/>
                  </a:lnTo>
                  <a:lnTo>
                    <a:pt x="36" y="84"/>
                  </a:lnTo>
                  <a:lnTo>
                    <a:pt x="42" y="72"/>
                  </a:lnTo>
                  <a:lnTo>
                    <a:pt x="18" y="72"/>
                  </a:lnTo>
                  <a:lnTo>
                    <a:pt x="0" y="9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19" name="Djibouti" descr="© INSCALE GmbH, 05.05.2010&#10;http://www.presentationload.com/">
              <a:extLst>
                <a:ext uri="{FF2B5EF4-FFF2-40B4-BE49-F238E27FC236}">
                  <a16:creationId xmlns:a16="http://schemas.microsoft.com/office/drawing/2014/main" id="{5903B7B4-F92F-4EF1-95D3-50E820C44813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709053" y="2666763"/>
              <a:ext cx="38772" cy="44955"/>
            </a:xfrm>
            <a:custGeom>
              <a:avLst/>
              <a:gdLst>
                <a:gd name="T0" fmla="*/ 2147483647 w 114"/>
                <a:gd name="T1" fmla="*/ 2147483647 h 138"/>
                <a:gd name="T2" fmla="*/ 2147483647 w 114"/>
                <a:gd name="T3" fmla="*/ 2147483647 h 138"/>
                <a:gd name="T4" fmla="*/ 2147483647 w 114"/>
                <a:gd name="T5" fmla="*/ 2147483647 h 138"/>
                <a:gd name="T6" fmla="*/ 0 w 114"/>
                <a:gd name="T7" fmla="*/ 2147483647 h 138"/>
                <a:gd name="T8" fmla="*/ 0 w 114"/>
                <a:gd name="T9" fmla="*/ 2147483647 h 138"/>
                <a:gd name="T10" fmla="*/ 2147483647 w 114"/>
                <a:gd name="T11" fmla="*/ 2147483647 h 138"/>
                <a:gd name="T12" fmla="*/ 2147483647 w 114"/>
                <a:gd name="T13" fmla="*/ 2147483647 h 138"/>
                <a:gd name="T14" fmla="*/ 2147483647 w 114"/>
                <a:gd name="T15" fmla="*/ 2147483647 h 138"/>
                <a:gd name="T16" fmla="*/ 2147483647 w 114"/>
                <a:gd name="T17" fmla="*/ 2147483647 h 138"/>
                <a:gd name="T18" fmla="*/ 2147483647 w 114"/>
                <a:gd name="T19" fmla="*/ 2147483647 h 138"/>
                <a:gd name="T20" fmla="*/ 2147483647 w 114"/>
                <a:gd name="T21" fmla="*/ 2147483647 h 138"/>
                <a:gd name="T22" fmla="*/ 2147483647 w 114"/>
                <a:gd name="T23" fmla="*/ 2147483647 h 138"/>
                <a:gd name="T24" fmla="*/ 2147483647 w 114"/>
                <a:gd name="T25" fmla="*/ 2147483647 h 138"/>
                <a:gd name="T26" fmla="*/ 2147483647 w 114"/>
                <a:gd name="T27" fmla="*/ 2147483647 h 138"/>
                <a:gd name="T28" fmla="*/ 2147483647 w 114"/>
                <a:gd name="T29" fmla="*/ 2147483647 h 138"/>
                <a:gd name="T30" fmla="*/ 2147483647 w 114"/>
                <a:gd name="T31" fmla="*/ 2147483647 h 138"/>
                <a:gd name="T32" fmla="*/ 2147483647 w 114"/>
                <a:gd name="T33" fmla="*/ 2147483647 h 138"/>
                <a:gd name="T34" fmla="*/ 2147483647 w 114"/>
                <a:gd name="T35" fmla="*/ 2147483647 h 138"/>
                <a:gd name="T36" fmla="*/ 2147483647 w 114"/>
                <a:gd name="T37" fmla="*/ 2147483647 h 138"/>
                <a:gd name="T38" fmla="*/ 2147483647 w 114"/>
                <a:gd name="T39" fmla="*/ 2147483647 h 138"/>
                <a:gd name="T40" fmla="*/ 2147483647 w 114"/>
                <a:gd name="T41" fmla="*/ 2147483647 h 138"/>
                <a:gd name="T42" fmla="*/ 2147483647 w 114"/>
                <a:gd name="T43" fmla="*/ 2147483647 h 138"/>
                <a:gd name="T44" fmla="*/ 2147483647 w 114"/>
                <a:gd name="T45" fmla="*/ 2147483647 h 138"/>
                <a:gd name="T46" fmla="*/ 2147483647 w 114"/>
                <a:gd name="T47" fmla="*/ 2147483647 h 138"/>
                <a:gd name="T48" fmla="*/ 2147483647 w 114"/>
                <a:gd name="T49" fmla="*/ 2147483647 h 138"/>
                <a:gd name="T50" fmla="*/ 2147483647 w 114"/>
                <a:gd name="T51" fmla="*/ 2147483647 h 138"/>
                <a:gd name="T52" fmla="*/ 2147483647 w 114"/>
                <a:gd name="T53" fmla="*/ 2147483647 h 138"/>
                <a:gd name="T54" fmla="*/ 2147483647 w 114"/>
                <a:gd name="T55" fmla="*/ 0 h 138"/>
                <a:gd name="T56" fmla="*/ 2147483647 w 114"/>
                <a:gd name="T57" fmla="*/ 2147483647 h 138"/>
                <a:gd name="T58" fmla="*/ 2147483647 w 114"/>
                <a:gd name="T59" fmla="*/ 2147483647 h 13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14"/>
                <a:gd name="T91" fmla="*/ 0 h 138"/>
                <a:gd name="T92" fmla="*/ 114 w 114"/>
                <a:gd name="T93" fmla="*/ 138 h 138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14" h="138">
                  <a:moveTo>
                    <a:pt x="72" y="24"/>
                  </a:moveTo>
                  <a:lnTo>
                    <a:pt x="48" y="12"/>
                  </a:lnTo>
                  <a:lnTo>
                    <a:pt x="18" y="66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6" y="114"/>
                  </a:lnTo>
                  <a:lnTo>
                    <a:pt x="6" y="126"/>
                  </a:lnTo>
                  <a:lnTo>
                    <a:pt x="18" y="138"/>
                  </a:lnTo>
                  <a:lnTo>
                    <a:pt x="42" y="138"/>
                  </a:lnTo>
                  <a:lnTo>
                    <a:pt x="48" y="132"/>
                  </a:lnTo>
                  <a:lnTo>
                    <a:pt x="54" y="132"/>
                  </a:lnTo>
                  <a:lnTo>
                    <a:pt x="60" y="126"/>
                  </a:lnTo>
                  <a:lnTo>
                    <a:pt x="72" y="126"/>
                  </a:lnTo>
                  <a:lnTo>
                    <a:pt x="84" y="132"/>
                  </a:lnTo>
                  <a:lnTo>
                    <a:pt x="90" y="138"/>
                  </a:lnTo>
                  <a:lnTo>
                    <a:pt x="90" y="132"/>
                  </a:lnTo>
                  <a:lnTo>
                    <a:pt x="114" y="108"/>
                  </a:lnTo>
                  <a:lnTo>
                    <a:pt x="114" y="102"/>
                  </a:lnTo>
                  <a:lnTo>
                    <a:pt x="102" y="90"/>
                  </a:lnTo>
                  <a:lnTo>
                    <a:pt x="66" y="90"/>
                  </a:lnTo>
                  <a:lnTo>
                    <a:pt x="78" y="84"/>
                  </a:lnTo>
                  <a:lnTo>
                    <a:pt x="84" y="72"/>
                  </a:lnTo>
                  <a:lnTo>
                    <a:pt x="96" y="66"/>
                  </a:lnTo>
                  <a:lnTo>
                    <a:pt x="102" y="54"/>
                  </a:lnTo>
                  <a:lnTo>
                    <a:pt x="114" y="42"/>
                  </a:lnTo>
                  <a:lnTo>
                    <a:pt x="114" y="24"/>
                  </a:lnTo>
                  <a:lnTo>
                    <a:pt x="108" y="12"/>
                  </a:lnTo>
                  <a:lnTo>
                    <a:pt x="96" y="0"/>
                  </a:lnTo>
                  <a:lnTo>
                    <a:pt x="84" y="6"/>
                  </a:lnTo>
                  <a:lnTo>
                    <a:pt x="72" y="2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20" name="Dominican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1C02EA0A-D310-4CB0-AFAE-6BCEF40F2321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068646" y="2475386"/>
              <a:ext cx="82715" cy="55231"/>
            </a:xfrm>
            <a:custGeom>
              <a:avLst/>
              <a:gdLst>
                <a:gd name="T0" fmla="*/ 2147483647 w 252"/>
                <a:gd name="T1" fmla="*/ 2147483647 h 168"/>
                <a:gd name="T2" fmla="*/ 2147483647 w 252"/>
                <a:gd name="T3" fmla="*/ 2147483647 h 168"/>
                <a:gd name="T4" fmla="*/ 2147483647 w 252"/>
                <a:gd name="T5" fmla="*/ 2147483647 h 168"/>
                <a:gd name="T6" fmla="*/ 2147483647 w 252"/>
                <a:gd name="T7" fmla="*/ 2147483647 h 168"/>
                <a:gd name="T8" fmla="*/ 2147483647 w 252"/>
                <a:gd name="T9" fmla="*/ 2147483647 h 168"/>
                <a:gd name="T10" fmla="*/ 2147483647 w 252"/>
                <a:gd name="T11" fmla="*/ 2147483647 h 168"/>
                <a:gd name="T12" fmla="*/ 2147483647 w 252"/>
                <a:gd name="T13" fmla="*/ 2147483647 h 168"/>
                <a:gd name="T14" fmla="*/ 2147483647 w 252"/>
                <a:gd name="T15" fmla="*/ 2147483647 h 168"/>
                <a:gd name="T16" fmla="*/ 2147483647 w 252"/>
                <a:gd name="T17" fmla="*/ 2147483647 h 168"/>
                <a:gd name="T18" fmla="*/ 2147483647 w 252"/>
                <a:gd name="T19" fmla="*/ 2147483647 h 168"/>
                <a:gd name="T20" fmla="*/ 2147483647 w 252"/>
                <a:gd name="T21" fmla="*/ 0 h 168"/>
                <a:gd name="T22" fmla="*/ 2147483647 w 252"/>
                <a:gd name="T23" fmla="*/ 0 h 168"/>
                <a:gd name="T24" fmla="*/ 2147483647 w 252"/>
                <a:gd name="T25" fmla="*/ 2147483647 h 168"/>
                <a:gd name="T26" fmla="*/ 2147483647 w 252"/>
                <a:gd name="T27" fmla="*/ 2147483647 h 168"/>
                <a:gd name="T28" fmla="*/ 2147483647 w 252"/>
                <a:gd name="T29" fmla="*/ 2147483647 h 168"/>
                <a:gd name="T30" fmla="*/ 2147483647 w 252"/>
                <a:gd name="T31" fmla="*/ 2147483647 h 168"/>
                <a:gd name="T32" fmla="*/ 2147483647 w 252"/>
                <a:gd name="T33" fmla="*/ 2147483647 h 168"/>
                <a:gd name="T34" fmla="*/ 2147483647 w 252"/>
                <a:gd name="T35" fmla="*/ 2147483647 h 168"/>
                <a:gd name="T36" fmla="*/ 2147483647 w 252"/>
                <a:gd name="T37" fmla="*/ 2147483647 h 168"/>
                <a:gd name="T38" fmla="*/ 2147483647 w 252"/>
                <a:gd name="T39" fmla="*/ 2147483647 h 168"/>
                <a:gd name="T40" fmla="*/ 2147483647 w 252"/>
                <a:gd name="T41" fmla="*/ 2147483647 h 168"/>
                <a:gd name="T42" fmla="*/ 0 w 252"/>
                <a:gd name="T43" fmla="*/ 2147483647 h 168"/>
                <a:gd name="T44" fmla="*/ 0 w 252"/>
                <a:gd name="T45" fmla="*/ 2147483647 h 168"/>
                <a:gd name="T46" fmla="*/ 2147483647 w 252"/>
                <a:gd name="T47" fmla="*/ 2147483647 h 168"/>
                <a:gd name="T48" fmla="*/ 0 w 252"/>
                <a:gd name="T49" fmla="*/ 2147483647 h 168"/>
                <a:gd name="T50" fmla="*/ 2147483647 w 252"/>
                <a:gd name="T51" fmla="*/ 2147483647 h 168"/>
                <a:gd name="T52" fmla="*/ 2147483647 w 252"/>
                <a:gd name="T53" fmla="*/ 2147483647 h 168"/>
                <a:gd name="T54" fmla="*/ 2147483647 w 252"/>
                <a:gd name="T55" fmla="*/ 2147483647 h 168"/>
                <a:gd name="T56" fmla="*/ 2147483647 w 252"/>
                <a:gd name="T57" fmla="*/ 2147483647 h 168"/>
                <a:gd name="T58" fmla="*/ 2147483647 w 252"/>
                <a:gd name="T59" fmla="*/ 2147483647 h 168"/>
                <a:gd name="T60" fmla="*/ 2147483647 w 252"/>
                <a:gd name="T61" fmla="*/ 2147483647 h 168"/>
                <a:gd name="T62" fmla="*/ 2147483647 w 252"/>
                <a:gd name="T63" fmla="*/ 2147483647 h 168"/>
                <a:gd name="T64" fmla="*/ 2147483647 w 252"/>
                <a:gd name="T65" fmla="*/ 2147483647 h 168"/>
                <a:gd name="T66" fmla="*/ 2147483647 w 252"/>
                <a:gd name="T67" fmla="*/ 2147483647 h 16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52"/>
                <a:gd name="T103" fmla="*/ 0 h 168"/>
                <a:gd name="T104" fmla="*/ 252 w 252"/>
                <a:gd name="T105" fmla="*/ 168 h 16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52" h="168">
                  <a:moveTo>
                    <a:pt x="246" y="102"/>
                  </a:moveTo>
                  <a:lnTo>
                    <a:pt x="234" y="96"/>
                  </a:lnTo>
                  <a:lnTo>
                    <a:pt x="216" y="78"/>
                  </a:lnTo>
                  <a:lnTo>
                    <a:pt x="192" y="66"/>
                  </a:lnTo>
                  <a:lnTo>
                    <a:pt x="156" y="54"/>
                  </a:lnTo>
                  <a:lnTo>
                    <a:pt x="132" y="42"/>
                  </a:lnTo>
                  <a:lnTo>
                    <a:pt x="126" y="30"/>
                  </a:lnTo>
                  <a:lnTo>
                    <a:pt x="108" y="12"/>
                  </a:lnTo>
                  <a:lnTo>
                    <a:pt x="96" y="6"/>
                  </a:lnTo>
                  <a:lnTo>
                    <a:pt x="84" y="6"/>
                  </a:lnTo>
                  <a:lnTo>
                    <a:pt x="60" y="0"/>
                  </a:lnTo>
                  <a:lnTo>
                    <a:pt x="30" y="0"/>
                  </a:lnTo>
                  <a:lnTo>
                    <a:pt x="24" y="6"/>
                  </a:lnTo>
                  <a:lnTo>
                    <a:pt x="18" y="6"/>
                  </a:lnTo>
                  <a:lnTo>
                    <a:pt x="30" y="42"/>
                  </a:lnTo>
                  <a:lnTo>
                    <a:pt x="30" y="54"/>
                  </a:lnTo>
                  <a:lnTo>
                    <a:pt x="24" y="60"/>
                  </a:lnTo>
                  <a:lnTo>
                    <a:pt x="18" y="72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6" y="102"/>
                  </a:lnTo>
                  <a:lnTo>
                    <a:pt x="0" y="108"/>
                  </a:lnTo>
                  <a:lnTo>
                    <a:pt x="0" y="114"/>
                  </a:lnTo>
                  <a:lnTo>
                    <a:pt x="12" y="144"/>
                  </a:lnTo>
                  <a:lnTo>
                    <a:pt x="0" y="126"/>
                  </a:lnTo>
                  <a:lnTo>
                    <a:pt x="30" y="168"/>
                  </a:lnTo>
                  <a:lnTo>
                    <a:pt x="78" y="132"/>
                  </a:lnTo>
                  <a:lnTo>
                    <a:pt x="174" y="132"/>
                  </a:lnTo>
                  <a:lnTo>
                    <a:pt x="186" y="138"/>
                  </a:lnTo>
                  <a:lnTo>
                    <a:pt x="240" y="138"/>
                  </a:lnTo>
                  <a:lnTo>
                    <a:pt x="246" y="132"/>
                  </a:lnTo>
                  <a:lnTo>
                    <a:pt x="252" y="120"/>
                  </a:lnTo>
                  <a:lnTo>
                    <a:pt x="252" y="114"/>
                  </a:lnTo>
                  <a:lnTo>
                    <a:pt x="246" y="10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21" name="Denmark" descr="© INSCALE GmbH, 05.05.2010&#10;http://www.presentationload.com/">
              <a:extLst>
                <a:ext uri="{FF2B5EF4-FFF2-40B4-BE49-F238E27FC236}">
                  <a16:creationId xmlns:a16="http://schemas.microsoft.com/office/drawing/2014/main" id="{2564DC5D-09AB-49CF-858F-51ACA2CA2A26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3929727" y="1491506"/>
              <a:ext cx="91762" cy="77067"/>
            </a:xfrm>
            <a:custGeom>
              <a:avLst/>
              <a:gdLst>
                <a:gd name="T0" fmla="*/ 2147483647 w 71"/>
                <a:gd name="T1" fmla="*/ 2147483647 h 60"/>
                <a:gd name="T2" fmla="*/ 2147483647 w 71"/>
                <a:gd name="T3" fmla="*/ 2147483647 h 60"/>
                <a:gd name="T4" fmla="*/ 2147483647 w 71"/>
                <a:gd name="T5" fmla="*/ 2147483647 h 60"/>
                <a:gd name="T6" fmla="*/ 2147483647 w 71"/>
                <a:gd name="T7" fmla="*/ 2147483647 h 60"/>
                <a:gd name="T8" fmla="*/ 2147483647 w 71"/>
                <a:gd name="T9" fmla="*/ 2147483647 h 60"/>
                <a:gd name="T10" fmla="*/ 2147483647 w 71"/>
                <a:gd name="T11" fmla="*/ 2147483647 h 60"/>
                <a:gd name="T12" fmla="*/ 2147483647 w 71"/>
                <a:gd name="T13" fmla="*/ 2147483647 h 60"/>
                <a:gd name="T14" fmla="*/ 2147483647 w 71"/>
                <a:gd name="T15" fmla="*/ 2147483647 h 60"/>
                <a:gd name="T16" fmla="*/ 2147483647 w 71"/>
                <a:gd name="T17" fmla="*/ 2147483647 h 60"/>
                <a:gd name="T18" fmla="*/ 2147483647 w 71"/>
                <a:gd name="T19" fmla="*/ 2147483647 h 60"/>
                <a:gd name="T20" fmla="*/ 2147483647 w 71"/>
                <a:gd name="T21" fmla="*/ 2147483647 h 60"/>
                <a:gd name="T22" fmla="*/ 2147483647 w 71"/>
                <a:gd name="T23" fmla="*/ 2147483647 h 60"/>
                <a:gd name="T24" fmla="*/ 2147483647 w 71"/>
                <a:gd name="T25" fmla="*/ 2147483647 h 60"/>
                <a:gd name="T26" fmla="*/ 2147483647 w 71"/>
                <a:gd name="T27" fmla="*/ 2147483647 h 60"/>
                <a:gd name="T28" fmla="*/ 2147483647 w 71"/>
                <a:gd name="T29" fmla="*/ 2147483647 h 60"/>
                <a:gd name="T30" fmla="*/ 2147483647 w 71"/>
                <a:gd name="T31" fmla="*/ 2147483647 h 60"/>
                <a:gd name="T32" fmla="*/ 2147483647 w 71"/>
                <a:gd name="T33" fmla="*/ 2147483647 h 60"/>
                <a:gd name="T34" fmla="*/ 2147483647 w 71"/>
                <a:gd name="T35" fmla="*/ 2147483647 h 60"/>
                <a:gd name="T36" fmla="*/ 2147483647 w 71"/>
                <a:gd name="T37" fmla="*/ 2147483647 h 60"/>
                <a:gd name="T38" fmla="*/ 2147483647 w 71"/>
                <a:gd name="T39" fmla="*/ 2147483647 h 60"/>
                <a:gd name="T40" fmla="*/ 2147483647 w 71"/>
                <a:gd name="T41" fmla="*/ 2147483647 h 60"/>
                <a:gd name="T42" fmla="*/ 2147483647 w 71"/>
                <a:gd name="T43" fmla="*/ 2147483647 h 60"/>
                <a:gd name="T44" fmla="*/ 2147483647 w 71"/>
                <a:gd name="T45" fmla="*/ 2147483647 h 60"/>
                <a:gd name="T46" fmla="*/ 2147483647 w 71"/>
                <a:gd name="T47" fmla="*/ 2147483647 h 60"/>
                <a:gd name="T48" fmla="*/ 2147483647 w 71"/>
                <a:gd name="T49" fmla="*/ 2147483647 h 60"/>
                <a:gd name="T50" fmla="*/ 2147483647 w 71"/>
                <a:gd name="T51" fmla="*/ 2147483647 h 60"/>
                <a:gd name="T52" fmla="*/ 2147483647 w 71"/>
                <a:gd name="T53" fmla="*/ 2147483647 h 60"/>
                <a:gd name="T54" fmla="*/ 2147483647 w 71"/>
                <a:gd name="T55" fmla="*/ 2147483647 h 60"/>
                <a:gd name="T56" fmla="*/ 2147483647 w 71"/>
                <a:gd name="T57" fmla="*/ 2147483647 h 60"/>
                <a:gd name="T58" fmla="*/ 2147483647 w 71"/>
                <a:gd name="T59" fmla="*/ 2147483647 h 60"/>
                <a:gd name="T60" fmla="*/ 2147483647 w 71"/>
                <a:gd name="T61" fmla="*/ 2147483647 h 60"/>
                <a:gd name="T62" fmla="*/ 2147483647 w 71"/>
                <a:gd name="T63" fmla="*/ 0 h 60"/>
                <a:gd name="T64" fmla="*/ 2147483647 w 71"/>
                <a:gd name="T65" fmla="*/ 2147483647 h 60"/>
                <a:gd name="T66" fmla="*/ 2147483647 w 71"/>
                <a:gd name="T67" fmla="*/ 2147483647 h 60"/>
                <a:gd name="T68" fmla="*/ 2147483647 w 71"/>
                <a:gd name="T69" fmla="*/ 2147483647 h 60"/>
                <a:gd name="T70" fmla="*/ 2147483647 w 71"/>
                <a:gd name="T71" fmla="*/ 2147483647 h 60"/>
                <a:gd name="T72" fmla="*/ 2147483647 w 71"/>
                <a:gd name="T73" fmla="*/ 2147483647 h 60"/>
                <a:gd name="T74" fmla="*/ 2147483647 w 71"/>
                <a:gd name="T75" fmla="*/ 2147483647 h 60"/>
                <a:gd name="T76" fmla="*/ 2147483647 w 71"/>
                <a:gd name="T77" fmla="*/ 2147483647 h 60"/>
                <a:gd name="T78" fmla="*/ 2147483647 w 71"/>
                <a:gd name="T79" fmla="*/ 2147483647 h 60"/>
                <a:gd name="T80" fmla="*/ 2147483647 w 71"/>
                <a:gd name="T81" fmla="*/ 2147483647 h 60"/>
                <a:gd name="T82" fmla="*/ 0 w 71"/>
                <a:gd name="T83" fmla="*/ 2147483647 h 60"/>
                <a:gd name="T84" fmla="*/ 0 w 71"/>
                <a:gd name="T85" fmla="*/ 2147483647 h 60"/>
                <a:gd name="T86" fmla="*/ 2147483647 w 71"/>
                <a:gd name="T87" fmla="*/ 2147483647 h 60"/>
                <a:gd name="T88" fmla="*/ 2147483647 w 71"/>
                <a:gd name="T89" fmla="*/ 2147483647 h 60"/>
                <a:gd name="T90" fmla="*/ 2147483647 w 71"/>
                <a:gd name="T91" fmla="*/ 2147483647 h 60"/>
                <a:gd name="T92" fmla="*/ 2147483647 w 71"/>
                <a:gd name="T93" fmla="*/ 2147483647 h 60"/>
                <a:gd name="T94" fmla="*/ 2147483647 w 71"/>
                <a:gd name="T95" fmla="*/ 2147483647 h 60"/>
                <a:gd name="T96" fmla="*/ 2147483647 w 71"/>
                <a:gd name="T97" fmla="*/ 2147483647 h 60"/>
                <a:gd name="T98" fmla="*/ 2147483647 w 71"/>
                <a:gd name="T99" fmla="*/ 2147483647 h 60"/>
                <a:gd name="T100" fmla="*/ 2147483647 w 71"/>
                <a:gd name="T101" fmla="*/ 2147483647 h 60"/>
                <a:gd name="T102" fmla="*/ 2147483647 w 71"/>
                <a:gd name="T103" fmla="*/ 2147483647 h 60"/>
                <a:gd name="T104" fmla="*/ 2147483647 w 71"/>
                <a:gd name="T105" fmla="*/ 2147483647 h 60"/>
                <a:gd name="T106" fmla="*/ 2147483647 w 71"/>
                <a:gd name="T107" fmla="*/ 2147483647 h 60"/>
                <a:gd name="T108" fmla="*/ 2147483647 w 71"/>
                <a:gd name="T109" fmla="*/ 2147483647 h 60"/>
                <a:gd name="T110" fmla="*/ 2147483647 w 71"/>
                <a:gd name="T111" fmla="*/ 2147483647 h 60"/>
                <a:gd name="T112" fmla="*/ 2147483647 w 71"/>
                <a:gd name="T113" fmla="*/ 2147483647 h 60"/>
                <a:gd name="T114" fmla="*/ 2147483647 w 71"/>
                <a:gd name="T115" fmla="*/ 2147483647 h 60"/>
                <a:gd name="T116" fmla="*/ 2147483647 w 71"/>
                <a:gd name="T117" fmla="*/ 2147483647 h 60"/>
                <a:gd name="T118" fmla="*/ 2147483647 w 71"/>
                <a:gd name="T119" fmla="*/ 2147483647 h 60"/>
                <a:gd name="T120" fmla="*/ 2147483647 w 71"/>
                <a:gd name="T121" fmla="*/ 2147483647 h 6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1"/>
                <a:gd name="T184" fmla="*/ 0 h 60"/>
                <a:gd name="T185" fmla="*/ 71 w 71"/>
                <a:gd name="T186" fmla="*/ 60 h 6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1" h="60">
                  <a:moveTo>
                    <a:pt x="62" y="48"/>
                  </a:moveTo>
                  <a:lnTo>
                    <a:pt x="67" y="46"/>
                  </a:lnTo>
                  <a:lnTo>
                    <a:pt x="69" y="46"/>
                  </a:lnTo>
                  <a:lnTo>
                    <a:pt x="69" y="43"/>
                  </a:lnTo>
                  <a:lnTo>
                    <a:pt x="67" y="43"/>
                  </a:lnTo>
                  <a:lnTo>
                    <a:pt x="62" y="41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64" y="36"/>
                  </a:lnTo>
                  <a:lnTo>
                    <a:pt x="67" y="34"/>
                  </a:lnTo>
                  <a:lnTo>
                    <a:pt x="67" y="29"/>
                  </a:lnTo>
                  <a:lnTo>
                    <a:pt x="64" y="29"/>
                  </a:lnTo>
                  <a:lnTo>
                    <a:pt x="62" y="29"/>
                  </a:lnTo>
                  <a:lnTo>
                    <a:pt x="60" y="31"/>
                  </a:lnTo>
                  <a:lnTo>
                    <a:pt x="60" y="34"/>
                  </a:lnTo>
                  <a:lnTo>
                    <a:pt x="57" y="36"/>
                  </a:lnTo>
                  <a:lnTo>
                    <a:pt x="57" y="34"/>
                  </a:lnTo>
                  <a:lnTo>
                    <a:pt x="55" y="31"/>
                  </a:lnTo>
                  <a:lnTo>
                    <a:pt x="52" y="34"/>
                  </a:lnTo>
                  <a:lnTo>
                    <a:pt x="45" y="38"/>
                  </a:lnTo>
                  <a:lnTo>
                    <a:pt x="48" y="38"/>
                  </a:lnTo>
                  <a:lnTo>
                    <a:pt x="50" y="41"/>
                  </a:lnTo>
                  <a:lnTo>
                    <a:pt x="50" y="43"/>
                  </a:lnTo>
                  <a:lnTo>
                    <a:pt x="50" y="46"/>
                  </a:lnTo>
                  <a:lnTo>
                    <a:pt x="50" y="48"/>
                  </a:lnTo>
                  <a:lnTo>
                    <a:pt x="48" y="48"/>
                  </a:lnTo>
                  <a:lnTo>
                    <a:pt x="50" y="48"/>
                  </a:lnTo>
                  <a:lnTo>
                    <a:pt x="50" y="50"/>
                  </a:lnTo>
                  <a:lnTo>
                    <a:pt x="55" y="50"/>
                  </a:lnTo>
                  <a:lnTo>
                    <a:pt x="55" y="48"/>
                  </a:lnTo>
                  <a:lnTo>
                    <a:pt x="57" y="48"/>
                  </a:lnTo>
                  <a:lnTo>
                    <a:pt x="57" y="50"/>
                  </a:lnTo>
                  <a:lnTo>
                    <a:pt x="60" y="53"/>
                  </a:lnTo>
                  <a:lnTo>
                    <a:pt x="60" y="55"/>
                  </a:lnTo>
                  <a:lnTo>
                    <a:pt x="62" y="55"/>
                  </a:lnTo>
                  <a:lnTo>
                    <a:pt x="62" y="53"/>
                  </a:lnTo>
                  <a:lnTo>
                    <a:pt x="62" y="48"/>
                  </a:lnTo>
                  <a:close/>
                  <a:moveTo>
                    <a:pt x="71" y="53"/>
                  </a:moveTo>
                  <a:lnTo>
                    <a:pt x="62" y="55"/>
                  </a:lnTo>
                  <a:lnTo>
                    <a:pt x="60" y="58"/>
                  </a:lnTo>
                  <a:lnTo>
                    <a:pt x="57" y="58"/>
                  </a:lnTo>
                  <a:lnTo>
                    <a:pt x="57" y="55"/>
                  </a:lnTo>
                  <a:lnTo>
                    <a:pt x="55" y="55"/>
                  </a:lnTo>
                  <a:lnTo>
                    <a:pt x="50" y="53"/>
                  </a:lnTo>
                  <a:lnTo>
                    <a:pt x="45" y="53"/>
                  </a:lnTo>
                  <a:lnTo>
                    <a:pt x="45" y="58"/>
                  </a:lnTo>
                  <a:lnTo>
                    <a:pt x="50" y="58"/>
                  </a:lnTo>
                  <a:lnTo>
                    <a:pt x="52" y="58"/>
                  </a:lnTo>
                  <a:lnTo>
                    <a:pt x="55" y="60"/>
                  </a:lnTo>
                  <a:lnTo>
                    <a:pt x="57" y="60"/>
                  </a:lnTo>
                  <a:lnTo>
                    <a:pt x="60" y="60"/>
                  </a:lnTo>
                  <a:lnTo>
                    <a:pt x="62" y="60"/>
                  </a:lnTo>
                  <a:lnTo>
                    <a:pt x="69" y="58"/>
                  </a:lnTo>
                  <a:lnTo>
                    <a:pt x="71" y="58"/>
                  </a:lnTo>
                  <a:lnTo>
                    <a:pt x="71" y="53"/>
                  </a:lnTo>
                  <a:close/>
                  <a:moveTo>
                    <a:pt x="31" y="12"/>
                  </a:moveTo>
                  <a:lnTo>
                    <a:pt x="36" y="7"/>
                  </a:lnTo>
                  <a:lnTo>
                    <a:pt x="36" y="3"/>
                  </a:lnTo>
                  <a:lnTo>
                    <a:pt x="36" y="0"/>
                  </a:lnTo>
                  <a:lnTo>
                    <a:pt x="26" y="0"/>
                  </a:lnTo>
                  <a:lnTo>
                    <a:pt x="26" y="3"/>
                  </a:lnTo>
                  <a:lnTo>
                    <a:pt x="21" y="7"/>
                  </a:lnTo>
                  <a:lnTo>
                    <a:pt x="21" y="10"/>
                  </a:lnTo>
                  <a:lnTo>
                    <a:pt x="19" y="10"/>
                  </a:lnTo>
                  <a:lnTo>
                    <a:pt x="19" y="19"/>
                  </a:lnTo>
                  <a:lnTo>
                    <a:pt x="14" y="14"/>
                  </a:lnTo>
                  <a:lnTo>
                    <a:pt x="12" y="7"/>
                  </a:lnTo>
                  <a:lnTo>
                    <a:pt x="7" y="10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7" y="14"/>
                  </a:lnTo>
                  <a:lnTo>
                    <a:pt x="12" y="19"/>
                  </a:lnTo>
                  <a:lnTo>
                    <a:pt x="12" y="22"/>
                  </a:lnTo>
                  <a:lnTo>
                    <a:pt x="5" y="19"/>
                  </a:lnTo>
                  <a:lnTo>
                    <a:pt x="2" y="24"/>
                  </a:lnTo>
                  <a:lnTo>
                    <a:pt x="0" y="24"/>
                  </a:lnTo>
                  <a:lnTo>
                    <a:pt x="0" y="29"/>
                  </a:lnTo>
                  <a:lnTo>
                    <a:pt x="0" y="31"/>
                  </a:lnTo>
                  <a:lnTo>
                    <a:pt x="5" y="34"/>
                  </a:lnTo>
                  <a:lnTo>
                    <a:pt x="7" y="34"/>
                  </a:lnTo>
                  <a:lnTo>
                    <a:pt x="2" y="38"/>
                  </a:lnTo>
                  <a:lnTo>
                    <a:pt x="2" y="41"/>
                  </a:lnTo>
                  <a:lnTo>
                    <a:pt x="5" y="43"/>
                  </a:lnTo>
                  <a:lnTo>
                    <a:pt x="7" y="43"/>
                  </a:lnTo>
                  <a:lnTo>
                    <a:pt x="7" y="48"/>
                  </a:lnTo>
                  <a:lnTo>
                    <a:pt x="5" y="53"/>
                  </a:lnTo>
                  <a:lnTo>
                    <a:pt x="7" y="53"/>
                  </a:lnTo>
                  <a:lnTo>
                    <a:pt x="17" y="53"/>
                  </a:lnTo>
                  <a:lnTo>
                    <a:pt x="17" y="55"/>
                  </a:lnTo>
                  <a:lnTo>
                    <a:pt x="24" y="55"/>
                  </a:lnTo>
                  <a:lnTo>
                    <a:pt x="26" y="58"/>
                  </a:lnTo>
                  <a:lnTo>
                    <a:pt x="26" y="55"/>
                  </a:lnTo>
                  <a:lnTo>
                    <a:pt x="24" y="53"/>
                  </a:lnTo>
                  <a:lnTo>
                    <a:pt x="24" y="48"/>
                  </a:lnTo>
                  <a:lnTo>
                    <a:pt x="26" y="43"/>
                  </a:lnTo>
                  <a:lnTo>
                    <a:pt x="24" y="41"/>
                  </a:lnTo>
                  <a:lnTo>
                    <a:pt x="24" y="38"/>
                  </a:lnTo>
                  <a:lnTo>
                    <a:pt x="21" y="38"/>
                  </a:lnTo>
                  <a:lnTo>
                    <a:pt x="24" y="38"/>
                  </a:lnTo>
                  <a:lnTo>
                    <a:pt x="31" y="34"/>
                  </a:lnTo>
                  <a:lnTo>
                    <a:pt x="33" y="26"/>
                  </a:lnTo>
                  <a:lnTo>
                    <a:pt x="38" y="26"/>
                  </a:lnTo>
                  <a:lnTo>
                    <a:pt x="41" y="19"/>
                  </a:lnTo>
                  <a:lnTo>
                    <a:pt x="31" y="19"/>
                  </a:lnTo>
                  <a:lnTo>
                    <a:pt x="31" y="12"/>
                  </a:lnTo>
                  <a:close/>
                  <a:moveTo>
                    <a:pt x="29" y="38"/>
                  </a:moveTo>
                  <a:lnTo>
                    <a:pt x="31" y="48"/>
                  </a:lnTo>
                  <a:lnTo>
                    <a:pt x="36" y="53"/>
                  </a:lnTo>
                  <a:lnTo>
                    <a:pt x="38" y="46"/>
                  </a:lnTo>
                  <a:lnTo>
                    <a:pt x="33" y="41"/>
                  </a:lnTo>
                  <a:lnTo>
                    <a:pt x="29" y="3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22" name="Czech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5536BDF5-B349-4AEA-B977-022D9ADCA7EB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011150" y="1657198"/>
              <a:ext cx="139582" cy="62938"/>
            </a:xfrm>
            <a:custGeom>
              <a:avLst/>
              <a:gdLst>
                <a:gd name="T0" fmla="*/ 2147483647 w 420"/>
                <a:gd name="T1" fmla="*/ 2147483647 h 192"/>
                <a:gd name="T2" fmla="*/ 2147483647 w 420"/>
                <a:gd name="T3" fmla="*/ 2147483647 h 192"/>
                <a:gd name="T4" fmla="*/ 2147483647 w 420"/>
                <a:gd name="T5" fmla="*/ 2147483647 h 192"/>
                <a:gd name="T6" fmla="*/ 2147483647 w 420"/>
                <a:gd name="T7" fmla="*/ 2147483647 h 192"/>
                <a:gd name="T8" fmla="*/ 2147483647 w 420"/>
                <a:gd name="T9" fmla="*/ 2147483647 h 192"/>
                <a:gd name="T10" fmla="*/ 2147483647 w 420"/>
                <a:gd name="T11" fmla="*/ 2147483647 h 192"/>
                <a:gd name="T12" fmla="*/ 2147483647 w 420"/>
                <a:gd name="T13" fmla="*/ 2147483647 h 192"/>
                <a:gd name="T14" fmla="*/ 2147483647 w 420"/>
                <a:gd name="T15" fmla="*/ 2147483647 h 192"/>
                <a:gd name="T16" fmla="*/ 2147483647 w 420"/>
                <a:gd name="T17" fmla="*/ 2147483647 h 192"/>
                <a:gd name="T18" fmla="*/ 2147483647 w 420"/>
                <a:gd name="T19" fmla="*/ 2147483647 h 192"/>
                <a:gd name="T20" fmla="*/ 2147483647 w 420"/>
                <a:gd name="T21" fmla="*/ 2147483647 h 192"/>
                <a:gd name="T22" fmla="*/ 2147483647 w 420"/>
                <a:gd name="T23" fmla="*/ 2147483647 h 192"/>
                <a:gd name="T24" fmla="*/ 2147483647 w 420"/>
                <a:gd name="T25" fmla="*/ 2147483647 h 192"/>
                <a:gd name="T26" fmla="*/ 2147483647 w 420"/>
                <a:gd name="T27" fmla="*/ 2147483647 h 192"/>
                <a:gd name="T28" fmla="*/ 2147483647 w 420"/>
                <a:gd name="T29" fmla="*/ 0 h 192"/>
                <a:gd name="T30" fmla="*/ 2147483647 w 420"/>
                <a:gd name="T31" fmla="*/ 2147483647 h 192"/>
                <a:gd name="T32" fmla="*/ 2147483647 w 420"/>
                <a:gd name="T33" fmla="*/ 0 h 192"/>
                <a:gd name="T34" fmla="*/ 2147483647 w 420"/>
                <a:gd name="T35" fmla="*/ 2147483647 h 192"/>
                <a:gd name="T36" fmla="*/ 2147483647 w 420"/>
                <a:gd name="T37" fmla="*/ 2147483647 h 192"/>
                <a:gd name="T38" fmla="*/ 2147483647 w 420"/>
                <a:gd name="T39" fmla="*/ 2147483647 h 192"/>
                <a:gd name="T40" fmla="*/ 2147483647 w 420"/>
                <a:gd name="T41" fmla="*/ 2147483647 h 192"/>
                <a:gd name="T42" fmla="*/ 2147483647 w 420"/>
                <a:gd name="T43" fmla="*/ 2147483647 h 192"/>
                <a:gd name="T44" fmla="*/ 2147483647 w 420"/>
                <a:gd name="T45" fmla="*/ 2147483647 h 192"/>
                <a:gd name="T46" fmla="*/ 2147483647 w 420"/>
                <a:gd name="T47" fmla="*/ 2147483647 h 192"/>
                <a:gd name="T48" fmla="*/ 2147483647 w 420"/>
                <a:gd name="T49" fmla="*/ 2147483647 h 192"/>
                <a:gd name="T50" fmla="*/ 2147483647 w 420"/>
                <a:gd name="T51" fmla="*/ 2147483647 h 192"/>
                <a:gd name="T52" fmla="*/ 0 w 420"/>
                <a:gd name="T53" fmla="*/ 2147483647 h 192"/>
                <a:gd name="T54" fmla="*/ 2147483647 w 420"/>
                <a:gd name="T55" fmla="*/ 2147483647 h 192"/>
                <a:gd name="T56" fmla="*/ 2147483647 w 420"/>
                <a:gd name="T57" fmla="*/ 2147483647 h 192"/>
                <a:gd name="T58" fmla="*/ 2147483647 w 420"/>
                <a:gd name="T59" fmla="*/ 2147483647 h 192"/>
                <a:gd name="T60" fmla="*/ 2147483647 w 420"/>
                <a:gd name="T61" fmla="*/ 2147483647 h 192"/>
                <a:gd name="T62" fmla="*/ 2147483647 w 420"/>
                <a:gd name="T63" fmla="*/ 2147483647 h 192"/>
                <a:gd name="T64" fmla="*/ 2147483647 w 420"/>
                <a:gd name="T65" fmla="*/ 2147483647 h 192"/>
                <a:gd name="T66" fmla="*/ 2147483647 w 420"/>
                <a:gd name="T67" fmla="*/ 2147483647 h 192"/>
                <a:gd name="T68" fmla="*/ 2147483647 w 420"/>
                <a:gd name="T69" fmla="*/ 2147483647 h 192"/>
                <a:gd name="T70" fmla="*/ 2147483647 w 420"/>
                <a:gd name="T71" fmla="*/ 2147483647 h 192"/>
                <a:gd name="T72" fmla="*/ 2147483647 w 420"/>
                <a:gd name="T73" fmla="*/ 2147483647 h 192"/>
                <a:gd name="T74" fmla="*/ 2147483647 w 420"/>
                <a:gd name="T75" fmla="*/ 2147483647 h 192"/>
                <a:gd name="T76" fmla="*/ 2147483647 w 420"/>
                <a:gd name="T77" fmla="*/ 2147483647 h 192"/>
                <a:gd name="T78" fmla="*/ 2147483647 w 420"/>
                <a:gd name="T79" fmla="*/ 2147483647 h 192"/>
                <a:gd name="T80" fmla="*/ 2147483647 w 420"/>
                <a:gd name="T81" fmla="*/ 2147483647 h 192"/>
                <a:gd name="T82" fmla="*/ 2147483647 w 420"/>
                <a:gd name="T83" fmla="*/ 2147483647 h 192"/>
                <a:gd name="T84" fmla="*/ 2147483647 w 420"/>
                <a:gd name="T85" fmla="*/ 2147483647 h 192"/>
                <a:gd name="T86" fmla="*/ 2147483647 w 420"/>
                <a:gd name="T87" fmla="*/ 2147483647 h 192"/>
                <a:gd name="T88" fmla="*/ 2147483647 w 420"/>
                <a:gd name="T89" fmla="*/ 2147483647 h 192"/>
                <a:gd name="T90" fmla="*/ 2147483647 w 420"/>
                <a:gd name="T91" fmla="*/ 2147483647 h 192"/>
                <a:gd name="T92" fmla="*/ 2147483647 w 420"/>
                <a:gd name="T93" fmla="*/ 2147483647 h 192"/>
                <a:gd name="T94" fmla="*/ 2147483647 w 420"/>
                <a:gd name="T95" fmla="*/ 2147483647 h 192"/>
                <a:gd name="T96" fmla="*/ 2147483647 w 420"/>
                <a:gd name="T97" fmla="*/ 2147483647 h 192"/>
                <a:gd name="T98" fmla="*/ 2147483647 w 420"/>
                <a:gd name="T99" fmla="*/ 2147483647 h 192"/>
                <a:gd name="T100" fmla="*/ 2147483647 w 420"/>
                <a:gd name="T101" fmla="*/ 2147483647 h 192"/>
                <a:gd name="T102" fmla="*/ 2147483647 w 420"/>
                <a:gd name="T103" fmla="*/ 2147483647 h 192"/>
                <a:gd name="T104" fmla="*/ 2147483647 w 420"/>
                <a:gd name="T105" fmla="*/ 2147483647 h 19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20"/>
                <a:gd name="T160" fmla="*/ 0 h 192"/>
                <a:gd name="T161" fmla="*/ 420 w 420"/>
                <a:gd name="T162" fmla="*/ 192 h 19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20" h="192">
                  <a:moveTo>
                    <a:pt x="408" y="108"/>
                  </a:moveTo>
                  <a:lnTo>
                    <a:pt x="402" y="96"/>
                  </a:lnTo>
                  <a:lnTo>
                    <a:pt x="402" y="90"/>
                  </a:lnTo>
                  <a:lnTo>
                    <a:pt x="390" y="84"/>
                  </a:lnTo>
                  <a:lnTo>
                    <a:pt x="372" y="84"/>
                  </a:lnTo>
                  <a:lnTo>
                    <a:pt x="372" y="78"/>
                  </a:lnTo>
                  <a:lnTo>
                    <a:pt x="366" y="72"/>
                  </a:lnTo>
                  <a:lnTo>
                    <a:pt x="360" y="84"/>
                  </a:lnTo>
                  <a:lnTo>
                    <a:pt x="354" y="78"/>
                  </a:lnTo>
                  <a:lnTo>
                    <a:pt x="348" y="66"/>
                  </a:lnTo>
                  <a:lnTo>
                    <a:pt x="342" y="60"/>
                  </a:lnTo>
                  <a:lnTo>
                    <a:pt x="324" y="60"/>
                  </a:lnTo>
                  <a:lnTo>
                    <a:pt x="330" y="54"/>
                  </a:lnTo>
                  <a:lnTo>
                    <a:pt x="312" y="54"/>
                  </a:lnTo>
                  <a:lnTo>
                    <a:pt x="300" y="60"/>
                  </a:lnTo>
                  <a:lnTo>
                    <a:pt x="294" y="60"/>
                  </a:lnTo>
                  <a:lnTo>
                    <a:pt x="294" y="66"/>
                  </a:lnTo>
                  <a:lnTo>
                    <a:pt x="276" y="66"/>
                  </a:lnTo>
                  <a:lnTo>
                    <a:pt x="270" y="60"/>
                  </a:lnTo>
                  <a:lnTo>
                    <a:pt x="264" y="60"/>
                  </a:lnTo>
                  <a:lnTo>
                    <a:pt x="264" y="48"/>
                  </a:lnTo>
                  <a:lnTo>
                    <a:pt x="252" y="42"/>
                  </a:lnTo>
                  <a:lnTo>
                    <a:pt x="264" y="36"/>
                  </a:lnTo>
                  <a:lnTo>
                    <a:pt x="258" y="30"/>
                  </a:lnTo>
                  <a:lnTo>
                    <a:pt x="234" y="30"/>
                  </a:lnTo>
                  <a:lnTo>
                    <a:pt x="234" y="24"/>
                  </a:lnTo>
                  <a:lnTo>
                    <a:pt x="228" y="24"/>
                  </a:lnTo>
                  <a:lnTo>
                    <a:pt x="216" y="18"/>
                  </a:lnTo>
                  <a:lnTo>
                    <a:pt x="198" y="18"/>
                  </a:lnTo>
                  <a:lnTo>
                    <a:pt x="192" y="0"/>
                  </a:lnTo>
                  <a:lnTo>
                    <a:pt x="174" y="0"/>
                  </a:lnTo>
                  <a:lnTo>
                    <a:pt x="162" y="12"/>
                  </a:lnTo>
                  <a:lnTo>
                    <a:pt x="156" y="12"/>
                  </a:lnTo>
                  <a:lnTo>
                    <a:pt x="144" y="0"/>
                  </a:lnTo>
                  <a:lnTo>
                    <a:pt x="138" y="6"/>
                  </a:lnTo>
                  <a:lnTo>
                    <a:pt x="132" y="6"/>
                  </a:lnTo>
                  <a:lnTo>
                    <a:pt x="126" y="12"/>
                  </a:lnTo>
                  <a:lnTo>
                    <a:pt x="126" y="18"/>
                  </a:lnTo>
                  <a:lnTo>
                    <a:pt x="108" y="18"/>
                  </a:lnTo>
                  <a:lnTo>
                    <a:pt x="108" y="24"/>
                  </a:lnTo>
                  <a:lnTo>
                    <a:pt x="84" y="24"/>
                  </a:lnTo>
                  <a:lnTo>
                    <a:pt x="84" y="30"/>
                  </a:lnTo>
                  <a:lnTo>
                    <a:pt x="66" y="36"/>
                  </a:lnTo>
                  <a:lnTo>
                    <a:pt x="54" y="48"/>
                  </a:lnTo>
                  <a:lnTo>
                    <a:pt x="42" y="42"/>
                  </a:lnTo>
                  <a:lnTo>
                    <a:pt x="36" y="42"/>
                  </a:lnTo>
                  <a:lnTo>
                    <a:pt x="30" y="48"/>
                  </a:lnTo>
                  <a:lnTo>
                    <a:pt x="30" y="54"/>
                  </a:lnTo>
                  <a:lnTo>
                    <a:pt x="18" y="54"/>
                  </a:lnTo>
                  <a:lnTo>
                    <a:pt x="18" y="60"/>
                  </a:lnTo>
                  <a:lnTo>
                    <a:pt x="6" y="60"/>
                  </a:lnTo>
                  <a:lnTo>
                    <a:pt x="6" y="54"/>
                  </a:lnTo>
                  <a:lnTo>
                    <a:pt x="0" y="54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2" y="72"/>
                  </a:lnTo>
                  <a:lnTo>
                    <a:pt x="24" y="84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12" y="96"/>
                  </a:lnTo>
                  <a:lnTo>
                    <a:pt x="24" y="108"/>
                  </a:lnTo>
                  <a:lnTo>
                    <a:pt x="30" y="120"/>
                  </a:lnTo>
                  <a:lnTo>
                    <a:pt x="36" y="120"/>
                  </a:lnTo>
                  <a:lnTo>
                    <a:pt x="36" y="126"/>
                  </a:lnTo>
                  <a:lnTo>
                    <a:pt x="48" y="132"/>
                  </a:lnTo>
                  <a:lnTo>
                    <a:pt x="60" y="132"/>
                  </a:lnTo>
                  <a:lnTo>
                    <a:pt x="66" y="144"/>
                  </a:lnTo>
                  <a:lnTo>
                    <a:pt x="72" y="144"/>
                  </a:lnTo>
                  <a:lnTo>
                    <a:pt x="78" y="156"/>
                  </a:lnTo>
                  <a:lnTo>
                    <a:pt x="90" y="156"/>
                  </a:lnTo>
                  <a:lnTo>
                    <a:pt x="96" y="162"/>
                  </a:lnTo>
                  <a:lnTo>
                    <a:pt x="102" y="162"/>
                  </a:lnTo>
                  <a:lnTo>
                    <a:pt x="102" y="174"/>
                  </a:lnTo>
                  <a:lnTo>
                    <a:pt x="120" y="192"/>
                  </a:lnTo>
                  <a:lnTo>
                    <a:pt x="132" y="192"/>
                  </a:lnTo>
                  <a:lnTo>
                    <a:pt x="144" y="186"/>
                  </a:lnTo>
                  <a:lnTo>
                    <a:pt x="150" y="186"/>
                  </a:lnTo>
                  <a:lnTo>
                    <a:pt x="162" y="192"/>
                  </a:lnTo>
                  <a:lnTo>
                    <a:pt x="162" y="174"/>
                  </a:lnTo>
                  <a:lnTo>
                    <a:pt x="168" y="174"/>
                  </a:lnTo>
                  <a:lnTo>
                    <a:pt x="174" y="162"/>
                  </a:lnTo>
                  <a:lnTo>
                    <a:pt x="180" y="156"/>
                  </a:lnTo>
                  <a:lnTo>
                    <a:pt x="198" y="156"/>
                  </a:lnTo>
                  <a:lnTo>
                    <a:pt x="210" y="162"/>
                  </a:lnTo>
                  <a:lnTo>
                    <a:pt x="222" y="174"/>
                  </a:lnTo>
                  <a:lnTo>
                    <a:pt x="234" y="168"/>
                  </a:lnTo>
                  <a:lnTo>
                    <a:pt x="246" y="180"/>
                  </a:lnTo>
                  <a:lnTo>
                    <a:pt x="258" y="174"/>
                  </a:lnTo>
                  <a:lnTo>
                    <a:pt x="264" y="168"/>
                  </a:lnTo>
                  <a:lnTo>
                    <a:pt x="276" y="168"/>
                  </a:lnTo>
                  <a:lnTo>
                    <a:pt x="282" y="174"/>
                  </a:lnTo>
                  <a:lnTo>
                    <a:pt x="288" y="174"/>
                  </a:lnTo>
                  <a:lnTo>
                    <a:pt x="300" y="180"/>
                  </a:lnTo>
                  <a:lnTo>
                    <a:pt x="306" y="174"/>
                  </a:lnTo>
                  <a:lnTo>
                    <a:pt x="324" y="174"/>
                  </a:lnTo>
                  <a:lnTo>
                    <a:pt x="330" y="168"/>
                  </a:lnTo>
                  <a:lnTo>
                    <a:pt x="330" y="174"/>
                  </a:lnTo>
                  <a:lnTo>
                    <a:pt x="348" y="174"/>
                  </a:lnTo>
                  <a:lnTo>
                    <a:pt x="360" y="168"/>
                  </a:lnTo>
                  <a:lnTo>
                    <a:pt x="366" y="162"/>
                  </a:lnTo>
                  <a:lnTo>
                    <a:pt x="378" y="156"/>
                  </a:lnTo>
                  <a:lnTo>
                    <a:pt x="378" y="132"/>
                  </a:lnTo>
                  <a:lnTo>
                    <a:pt x="402" y="126"/>
                  </a:lnTo>
                  <a:lnTo>
                    <a:pt x="420" y="114"/>
                  </a:lnTo>
                  <a:lnTo>
                    <a:pt x="414" y="108"/>
                  </a:lnTo>
                  <a:lnTo>
                    <a:pt x="408" y="10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23" name="Cyprus" descr="© INSCALE GmbH, 05.05.2010&#10;http://www.presentationload.com/">
              <a:extLst>
                <a:ext uri="{FF2B5EF4-FFF2-40B4-BE49-F238E27FC236}">
                  <a16:creationId xmlns:a16="http://schemas.microsoft.com/office/drawing/2014/main" id="{58F09199-8FDD-4E9E-8004-4DB679995871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459618" y="2059224"/>
              <a:ext cx="49113" cy="28258"/>
            </a:xfrm>
            <a:custGeom>
              <a:avLst/>
              <a:gdLst>
                <a:gd name="T0" fmla="*/ 0 w 150"/>
                <a:gd name="T1" fmla="*/ 2147483647 h 84"/>
                <a:gd name="T2" fmla="*/ 2147483647 w 150"/>
                <a:gd name="T3" fmla="*/ 2147483647 h 84"/>
                <a:gd name="T4" fmla="*/ 2147483647 w 150"/>
                <a:gd name="T5" fmla="*/ 2147483647 h 84"/>
                <a:gd name="T6" fmla="*/ 2147483647 w 150"/>
                <a:gd name="T7" fmla="*/ 2147483647 h 84"/>
                <a:gd name="T8" fmla="*/ 2147483647 w 150"/>
                <a:gd name="T9" fmla="*/ 2147483647 h 84"/>
                <a:gd name="T10" fmla="*/ 2147483647 w 150"/>
                <a:gd name="T11" fmla="*/ 2147483647 h 84"/>
                <a:gd name="T12" fmla="*/ 2147483647 w 150"/>
                <a:gd name="T13" fmla="*/ 2147483647 h 84"/>
                <a:gd name="T14" fmla="*/ 2147483647 w 150"/>
                <a:gd name="T15" fmla="*/ 2147483647 h 84"/>
                <a:gd name="T16" fmla="*/ 2147483647 w 150"/>
                <a:gd name="T17" fmla="*/ 2147483647 h 84"/>
                <a:gd name="T18" fmla="*/ 2147483647 w 150"/>
                <a:gd name="T19" fmla="*/ 2147483647 h 84"/>
                <a:gd name="T20" fmla="*/ 2147483647 w 150"/>
                <a:gd name="T21" fmla="*/ 2147483647 h 84"/>
                <a:gd name="T22" fmla="*/ 2147483647 w 150"/>
                <a:gd name="T23" fmla="*/ 2147483647 h 84"/>
                <a:gd name="T24" fmla="*/ 2147483647 w 150"/>
                <a:gd name="T25" fmla="*/ 2147483647 h 84"/>
                <a:gd name="T26" fmla="*/ 2147483647 w 150"/>
                <a:gd name="T27" fmla="*/ 0 h 84"/>
                <a:gd name="T28" fmla="*/ 2147483647 w 150"/>
                <a:gd name="T29" fmla="*/ 2147483647 h 84"/>
                <a:gd name="T30" fmla="*/ 2147483647 w 150"/>
                <a:gd name="T31" fmla="*/ 2147483647 h 84"/>
                <a:gd name="T32" fmla="*/ 2147483647 w 150"/>
                <a:gd name="T33" fmla="*/ 2147483647 h 84"/>
                <a:gd name="T34" fmla="*/ 2147483647 w 150"/>
                <a:gd name="T35" fmla="*/ 2147483647 h 84"/>
                <a:gd name="T36" fmla="*/ 2147483647 w 150"/>
                <a:gd name="T37" fmla="*/ 2147483647 h 84"/>
                <a:gd name="T38" fmla="*/ 0 w 150"/>
                <a:gd name="T39" fmla="*/ 2147483647 h 84"/>
                <a:gd name="T40" fmla="*/ 0 w 150"/>
                <a:gd name="T41" fmla="*/ 2147483647 h 8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50"/>
                <a:gd name="T64" fmla="*/ 0 h 84"/>
                <a:gd name="T65" fmla="*/ 150 w 150"/>
                <a:gd name="T66" fmla="*/ 84 h 8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50" h="84">
                  <a:moveTo>
                    <a:pt x="0" y="48"/>
                  </a:moveTo>
                  <a:lnTo>
                    <a:pt x="6" y="60"/>
                  </a:lnTo>
                  <a:lnTo>
                    <a:pt x="30" y="72"/>
                  </a:lnTo>
                  <a:lnTo>
                    <a:pt x="36" y="84"/>
                  </a:lnTo>
                  <a:lnTo>
                    <a:pt x="54" y="84"/>
                  </a:lnTo>
                  <a:lnTo>
                    <a:pt x="60" y="78"/>
                  </a:lnTo>
                  <a:lnTo>
                    <a:pt x="72" y="72"/>
                  </a:lnTo>
                  <a:lnTo>
                    <a:pt x="78" y="66"/>
                  </a:lnTo>
                  <a:lnTo>
                    <a:pt x="90" y="60"/>
                  </a:lnTo>
                  <a:lnTo>
                    <a:pt x="96" y="54"/>
                  </a:lnTo>
                  <a:lnTo>
                    <a:pt x="102" y="60"/>
                  </a:lnTo>
                  <a:lnTo>
                    <a:pt x="120" y="60"/>
                  </a:lnTo>
                  <a:lnTo>
                    <a:pt x="120" y="36"/>
                  </a:lnTo>
                  <a:lnTo>
                    <a:pt x="150" y="0"/>
                  </a:lnTo>
                  <a:lnTo>
                    <a:pt x="108" y="24"/>
                  </a:lnTo>
                  <a:lnTo>
                    <a:pt x="54" y="24"/>
                  </a:lnTo>
                  <a:lnTo>
                    <a:pt x="48" y="30"/>
                  </a:lnTo>
                  <a:lnTo>
                    <a:pt x="48" y="36"/>
                  </a:lnTo>
                  <a:lnTo>
                    <a:pt x="12" y="36"/>
                  </a:lnTo>
                  <a:lnTo>
                    <a:pt x="0" y="42"/>
                  </a:lnTo>
                  <a:lnTo>
                    <a:pt x="0" y="4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24" name="Cuba" descr="© INSCALE GmbH, 05.05.2010&#10;http://www.presentationload.com/">
              <a:extLst>
                <a:ext uri="{FF2B5EF4-FFF2-40B4-BE49-F238E27FC236}">
                  <a16:creationId xmlns:a16="http://schemas.microsoft.com/office/drawing/2014/main" id="{BF33ADFA-BB20-4563-B644-E7F2DD82C28C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1780436" y="2386758"/>
              <a:ext cx="244266" cy="88627"/>
            </a:xfrm>
            <a:custGeom>
              <a:avLst/>
              <a:gdLst>
                <a:gd name="T0" fmla="*/ 2147483647 w 738"/>
                <a:gd name="T1" fmla="*/ 2147483647 h 270"/>
                <a:gd name="T2" fmla="*/ 2147483647 w 738"/>
                <a:gd name="T3" fmla="*/ 2147483647 h 270"/>
                <a:gd name="T4" fmla="*/ 2147483647 w 738"/>
                <a:gd name="T5" fmla="*/ 2147483647 h 270"/>
                <a:gd name="T6" fmla="*/ 2147483647 w 738"/>
                <a:gd name="T7" fmla="*/ 2147483647 h 270"/>
                <a:gd name="T8" fmla="*/ 2147483647 w 738"/>
                <a:gd name="T9" fmla="*/ 2147483647 h 270"/>
                <a:gd name="T10" fmla="*/ 2147483647 w 738"/>
                <a:gd name="T11" fmla="*/ 2147483647 h 270"/>
                <a:gd name="T12" fmla="*/ 2147483647 w 738"/>
                <a:gd name="T13" fmla="*/ 2147483647 h 270"/>
                <a:gd name="T14" fmla="*/ 2147483647 w 738"/>
                <a:gd name="T15" fmla="*/ 2147483647 h 270"/>
                <a:gd name="T16" fmla="*/ 2147483647 w 738"/>
                <a:gd name="T17" fmla="*/ 2147483647 h 270"/>
                <a:gd name="T18" fmla="*/ 2147483647 w 738"/>
                <a:gd name="T19" fmla="*/ 2147483647 h 270"/>
                <a:gd name="T20" fmla="*/ 2147483647 w 738"/>
                <a:gd name="T21" fmla="*/ 2147483647 h 270"/>
                <a:gd name="T22" fmla="*/ 2147483647 w 738"/>
                <a:gd name="T23" fmla="*/ 2147483647 h 270"/>
                <a:gd name="T24" fmla="*/ 2147483647 w 738"/>
                <a:gd name="T25" fmla="*/ 2147483647 h 270"/>
                <a:gd name="T26" fmla="*/ 2147483647 w 738"/>
                <a:gd name="T27" fmla="*/ 2147483647 h 270"/>
                <a:gd name="T28" fmla="*/ 2147483647 w 738"/>
                <a:gd name="T29" fmla="*/ 2147483647 h 270"/>
                <a:gd name="T30" fmla="*/ 2147483647 w 738"/>
                <a:gd name="T31" fmla="*/ 2147483647 h 270"/>
                <a:gd name="T32" fmla="*/ 2147483647 w 738"/>
                <a:gd name="T33" fmla="*/ 2147483647 h 270"/>
                <a:gd name="T34" fmla="*/ 2147483647 w 738"/>
                <a:gd name="T35" fmla="*/ 2147483647 h 270"/>
                <a:gd name="T36" fmla="*/ 2147483647 w 738"/>
                <a:gd name="T37" fmla="*/ 0 h 270"/>
                <a:gd name="T38" fmla="*/ 2147483647 w 738"/>
                <a:gd name="T39" fmla="*/ 2147483647 h 270"/>
                <a:gd name="T40" fmla="*/ 2147483647 w 738"/>
                <a:gd name="T41" fmla="*/ 2147483647 h 270"/>
                <a:gd name="T42" fmla="*/ 2147483647 w 738"/>
                <a:gd name="T43" fmla="*/ 2147483647 h 270"/>
                <a:gd name="T44" fmla="*/ 2147483647 w 738"/>
                <a:gd name="T45" fmla="*/ 2147483647 h 270"/>
                <a:gd name="T46" fmla="*/ 2147483647 w 738"/>
                <a:gd name="T47" fmla="*/ 2147483647 h 270"/>
                <a:gd name="T48" fmla="*/ 2147483647 w 738"/>
                <a:gd name="T49" fmla="*/ 2147483647 h 270"/>
                <a:gd name="T50" fmla="*/ 2147483647 w 738"/>
                <a:gd name="T51" fmla="*/ 2147483647 h 270"/>
                <a:gd name="T52" fmla="*/ 2147483647 w 738"/>
                <a:gd name="T53" fmla="*/ 2147483647 h 270"/>
                <a:gd name="T54" fmla="*/ 2147483647 w 738"/>
                <a:gd name="T55" fmla="*/ 2147483647 h 270"/>
                <a:gd name="T56" fmla="*/ 2147483647 w 738"/>
                <a:gd name="T57" fmla="*/ 2147483647 h 270"/>
                <a:gd name="T58" fmla="*/ 2147483647 w 738"/>
                <a:gd name="T59" fmla="*/ 2147483647 h 270"/>
                <a:gd name="T60" fmla="*/ 2147483647 w 738"/>
                <a:gd name="T61" fmla="*/ 2147483647 h 270"/>
                <a:gd name="T62" fmla="*/ 2147483647 w 738"/>
                <a:gd name="T63" fmla="*/ 2147483647 h 270"/>
                <a:gd name="T64" fmla="*/ 2147483647 w 738"/>
                <a:gd name="T65" fmla="*/ 2147483647 h 270"/>
                <a:gd name="T66" fmla="*/ 2147483647 w 738"/>
                <a:gd name="T67" fmla="*/ 2147483647 h 270"/>
                <a:gd name="T68" fmla="*/ 2147483647 w 738"/>
                <a:gd name="T69" fmla="*/ 2147483647 h 270"/>
                <a:gd name="T70" fmla="*/ 2147483647 w 738"/>
                <a:gd name="T71" fmla="*/ 2147483647 h 270"/>
                <a:gd name="T72" fmla="*/ 2147483647 w 738"/>
                <a:gd name="T73" fmla="*/ 2147483647 h 270"/>
                <a:gd name="T74" fmla="*/ 2147483647 w 738"/>
                <a:gd name="T75" fmla="*/ 2147483647 h 270"/>
                <a:gd name="T76" fmla="*/ 2147483647 w 738"/>
                <a:gd name="T77" fmla="*/ 2147483647 h 270"/>
                <a:gd name="T78" fmla="*/ 2147483647 w 738"/>
                <a:gd name="T79" fmla="*/ 2147483647 h 270"/>
                <a:gd name="T80" fmla="*/ 2147483647 w 738"/>
                <a:gd name="T81" fmla="*/ 2147483647 h 270"/>
                <a:gd name="T82" fmla="*/ 2147483647 w 738"/>
                <a:gd name="T83" fmla="*/ 2147483647 h 270"/>
                <a:gd name="T84" fmla="*/ 2147483647 w 738"/>
                <a:gd name="T85" fmla="*/ 2147483647 h 270"/>
                <a:gd name="T86" fmla="*/ 2147483647 w 738"/>
                <a:gd name="T87" fmla="*/ 2147483647 h 270"/>
                <a:gd name="T88" fmla="*/ 2147483647 w 738"/>
                <a:gd name="T89" fmla="*/ 2147483647 h 270"/>
                <a:gd name="T90" fmla="*/ 2147483647 w 738"/>
                <a:gd name="T91" fmla="*/ 2147483647 h 270"/>
                <a:gd name="T92" fmla="*/ 2147483647 w 738"/>
                <a:gd name="T93" fmla="*/ 2147483647 h 270"/>
                <a:gd name="T94" fmla="*/ 2147483647 w 738"/>
                <a:gd name="T95" fmla="*/ 2147483647 h 270"/>
                <a:gd name="T96" fmla="*/ 2147483647 w 738"/>
                <a:gd name="T97" fmla="*/ 2147483647 h 270"/>
                <a:gd name="T98" fmla="*/ 2147483647 w 738"/>
                <a:gd name="T99" fmla="*/ 2147483647 h 270"/>
                <a:gd name="T100" fmla="*/ 2147483647 w 738"/>
                <a:gd name="T101" fmla="*/ 2147483647 h 270"/>
                <a:gd name="T102" fmla="*/ 2147483647 w 738"/>
                <a:gd name="T103" fmla="*/ 2147483647 h 270"/>
                <a:gd name="T104" fmla="*/ 2147483647 w 738"/>
                <a:gd name="T105" fmla="*/ 2147483647 h 270"/>
                <a:gd name="T106" fmla="*/ 2147483647 w 738"/>
                <a:gd name="T107" fmla="*/ 2147483647 h 270"/>
                <a:gd name="T108" fmla="*/ 2147483647 w 738"/>
                <a:gd name="T109" fmla="*/ 2147483647 h 270"/>
                <a:gd name="T110" fmla="*/ 2147483647 w 738"/>
                <a:gd name="T111" fmla="*/ 2147483647 h 270"/>
                <a:gd name="T112" fmla="*/ 2147483647 w 738"/>
                <a:gd name="T113" fmla="*/ 2147483647 h 270"/>
                <a:gd name="T114" fmla="*/ 2147483647 w 738"/>
                <a:gd name="T115" fmla="*/ 2147483647 h 27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738"/>
                <a:gd name="T175" fmla="*/ 0 h 270"/>
                <a:gd name="T176" fmla="*/ 738 w 738"/>
                <a:gd name="T177" fmla="*/ 270 h 27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738" h="270">
                  <a:moveTo>
                    <a:pt x="708" y="228"/>
                  </a:moveTo>
                  <a:lnTo>
                    <a:pt x="690" y="222"/>
                  </a:lnTo>
                  <a:lnTo>
                    <a:pt x="666" y="222"/>
                  </a:lnTo>
                  <a:lnTo>
                    <a:pt x="666" y="204"/>
                  </a:lnTo>
                  <a:lnTo>
                    <a:pt x="660" y="198"/>
                  </a:lnTo>
                  <a:lnTo>
                    <a:pt x="648" y="192"/>
                  </a:lnTo>
                  <a:lnTo>
                    <a:pt x="600" y="192"/>
                  </a:lnTo>
                  <a:lnTo>
                    <a:pt x="624" y="168"/>
                  </a:lnTo>
                  <a:lnTo>
                    <a:pt x="612" y="168"/>
                  </a:lnTo>
                  <a:lnTo>
                    <a:pt x="600" y="162"/>
                  </a:lnTo>
                  <a:lnTo>
                    <a:pt x="558" y="162"/>
                  </a:lnTo>
                  <a:lnTo>
                    <a:pt x="534" y="150"/>
                  </a:lnTo>
                  <a:lnTo>
                    <a:pt x="528" y="144"/>
                  </a:lnTo>
                  <a:lnTo>
                    <a:pt x="522" y="144"/>
                  </a:lnTo>
                  <a:lnTo>
                    <a:pt x="528" y="138"/>
                  </a:lnTo>
                  <a:lnTo>
                    <a:pt x="528" y="132"/>
                  </a:lnTo>
                  <a:lnTo>
                    <a:pt x="534" y="126"/>
                  </a:lnTo>
                  <a:lnTo>
                    <a:pt x="534" y="120"/>
                  </a:lnTo>
                  <a:lnTo>
                    <a:pt x="522" y="120"/>
                  </a:lnTo>
                  <a:lnTo>
                    <a:pt x="510" y="114"/>
                  </a:lnTo>
                  <a:lnTo>
                    <a:pt x="504" y="114"/>
                  </a:lnTo>
                  <a:lnTo>
                    <a:pt x="474" y="84"/>
                  </a:lnTo>
                  <a:lnTo>
                    <a:pt x="462" y="78"/>
                  </a:lnTo>
                  <a:lnTo>
                    <a:pt x="450" y="66"/>
                  </a:lnTo>
                  <a:lnTo>
                    <a:pt x="432" y="66"/>
                  </a:lnTo>
                  <a:lnTo>
                    <a:pt x="432" y="84"/>
                  </a:lnTo>
                  <a:lnTo>
                    <a:pt x="444" y="96"/>
                  </a:lnTo>
                  <a:lnTo>
                    <a:pt x="450" y="96"/>
                  </a:lnTo>
                  <a:lnTo>
                    <a:pt x="378" y="60"/>
                  </a:lnTo>
                  <a:lnTo>
                    <a:pt x="372" y="54"/>
                  </a:lnTo>
                  <a:lnTo>
                    <a:pt x="360" y="48"/>
                  </a:lnTo>
                  <a:lnTo>
                    <a:pt x="354" y="36"/>
                  </a:lnTo>
                  <a:lnTo>
                    <a:pt x="342" y="30"/>
                  </a:lnTo>
                  <a:lnTo>
                    <a:pt x="330" y="18"/>
                  </a:lnTo>
                  <a:lnTo>
                    <a:pt x="270" y="18"/>
                  </a:lnTo>
                  <a:lnTo>
                    <a:pt x="258" y="12"/>
                  </a:lnTo>
                  <a:lnTo>
                    <a:pt x="228" y="6"/>
                  </a:lnTo>
                  <a:lnTo>
                    <a:pt x="174" y="0"/>
                  </a:lnTo>
                  <a:lnTo>
                    <a:pt x="126" y="6"/>
                  </a:lnTo>
                  <a:lnTo>
                    <a:pt x="96" y="18"/>
                  </a:lnTo>
                  <a:lnTo>
                    <a:pt x="72" y="42"/>
                  </a:lnTo>
                  <a:lnTo>
                    <a:pt x="60" y="48"/>
                  </a:lnTo>
                  <a:lnTo>
                    <a:pt x="42" y="60"/>
                  </a:lnTo>
                  <a:lnTo>
                    <a:pt x="24" y="66"/>
                  </a:lnTo>
                  <a:lnTo>
                    <a:pt x="12" y="72"/>
                  </a:lnTo>
                  <a:lnTo>
                    <a:pt x="6" y="78"/>
                  </a:lnTo>
                  <a:lnTo>
                    <a:pt x="0" y="78"/>
                  </a:lnTo>
                  <a:lnTo>
                    <a:pt x="72" y="72"/>
                  </a:lnTo>
                  <a:lnTo>
                    <a:pt x="72" y="60"/>
                  </a:lnTo>
                  <a:lnTo>
                    <a:pt x="150" y="54"/>
                  </a:lnTo>
                  <a:lnTo>
                    <a:pt x="174" y="42"/>
                  </a:lnTo>
                  <a:lnTo>
                    <a:pt x="198" y="42"/>
                  </a:lnTo>
                  <a:lnTo>
                    <a:pt x="222" y="54"/>
                  </a:lnTo>
                  <a:lnTo>
                    <a:pt x="222" y="60"/>
                  </a:lnTo>
                  <a:lnTo>
                    <a:pt x="216" y="60"/>
                  </a:lnTo>
                  <a:lnTo>
                    <a:pt x="210" y="66"/>
                  </a:lnTo>
                  <a:lnTo>
                    <a:pt x="198" y="66"/>
                  </a:lnTo>
                  <a:lnTo>
                    <a:pt x="192" y="72"/>
                  </a:lnTo>
                  <a:lnTo>
                    <a:pt x="186" y="72"/>
                  </a:lnTo>
                  <a:lnTo>
                    <a:pt x="204" y="78"/>
                  </a:lnTo>
                  <a:lnTo>
                    <a:pt x="210" y="78"/>
                  </a:lnTo>
                  <a:lnTo>
                    <a:pt x="216" y="84"/>
                  </a:lnTo>
                  <a:lnTo>
                    <a:pt x="228" y="90"/>
                  </a:lnTo>
                  <a:lnTo>
                    <a:pt x="246" y="96"/>
                  </a:lnTo>
                  <a:lnTo>
                    <a:pt x="258" y="102"/>
                  </a:lnTo>
                  <a:lnTo>
                    <a:pt x="276" y="102"/>
                  </a:lnTo>
                  <a:lnTo>
                    <a:pt x="282" y="96"/>
                  </a:lnTo>
                  <a:lnTo>
                    <a:pt x="282" y="90"/>
                  </a:lnTo>
                  <a:lnTo>
                    <a:pt x="294" y="96"/>
                  </a:lnTo>
                  <a:lnTo>
                    <a:pt x="300" y="102"/>
                  </a:lnTo>
                  <a:lnTo>
                    <a:pt x="318" y="114"/>
                  </a:lnTo>
                  <a:lnTo>
                    <a:pt x="342" y="126"/>
                  </a:lnTo>
                  <a:lnTo>
                    <a:pt x="372" y="126"/>
                  </a:lnTo>
                  <a:lnTo>
                    <a:pt x="390" y="120"/>
                  </a:lnTo>
                  <a:lnTo>
                    <a:pt x="402" y="120"/>
                  </a:lnTo>
                  <a:lnTo>
                    <a:pt x="390" y="144"/>
                  </a:lnTo>
                  <a:lnTo>
                    <a:pt x="450" y="168"/>
                  </a:lnTo>
                  <a:lnTo>
                    <a:pt x="474" y="204"/>
                  </a:lnTo>
                  <a:lnTo>
                    <a:pt x="480" y="210"/>
                  </a:lnTo>
                  <a:lnTo>
                    <a:pt x="492" y="216"/>
                  </a:lnTo>
                  <a:lnTo>
                    <a:pt x="498" y="222"/>
                  </a:lnTo>
                  <a:lnTo>
                    <a:pt x="498" y="228"/>
                  </a:lnTo>
                  <a:lnTo>
                    <a:pt x="474" y="252"/>
                  </a:lnTo>
                  <a:lnTo>
                    <a:pt x="474" y="258"/>
                  </a:lnTo>
                  <a:lnTo>
                    <a:pt x="480" y="264"/>
                  </a:lnTo>
                  <a:lnTo>
                    <a:pt x="492" y="258"/>
                  </a:lnTo>
                  <a:lnTo>
                    <a:pt x="504" y="258"/>
                  </a:lnTo>
                  <a:lnTo>
                    <a:pt x="528" y="246"/>
                  </a:lnTo>
                  <a:lnTo>
                    <a:pt x="558" y="246"/>
                  </a:lnTo>
                  <a:lnTo>
                    <a:pt x="558" y="252"/>
                  </a:lnTo>
                  <a:lnTo>
                    <a:pt x="552" y="252"/>
                  </a:lnTo>
                  <a:lnTo>
                    <a:pt x="546" y="258"/>
                  </a:lnTo>
                  <a:lnTo>
                    <a:pt x="546" y="264"/>
                  </a:lnTo>
                  <a:lnTo>
                    <a:pt x="558" y="264"/>
                  </a:lnTo>
                  <a:lnTo>
                    <a:pt x="564" y="270"/>
                  </a:lnTo>
                  <a:lnTo>
                    <a:pt x="612" y="270"/>
                  </a:lnTo>
                  <a:lnTo>
                    <a:pt x="636" y="264"/>
                  </a:lnTo>
                  <a:lnTo>
                    <a:pt x="684" y="258"/>
                  </a:lnTo>
                  <a:lnTo>
                    <a:pt x="720" y="252"/>
                  </a:lnTo>
                  <a:lnTo>
                    <a:pt x="738" y="246"/>
                  </a:lnTo>
                  <a:lnTo>
                    <a:pt x="738" y="240"/>
                  </a:lnTo>
                  <a:lnTo>
                    <a:pt x="732" y="234"/>
                  </a:lnTo>
                  <a:lnTo>
                    <a:pt x="720" y="228"/>
                  </a:lnTo>
                  <a:lnTo>
                    <a:pt x="708" y="228"/>
                  </a:lnTo>
                  <a:close/>
                  <a:moveTo>
                    <a:pt x="114" y="126"/>
                  </a:moveTo>
                  <a:lnTo>
                    <a:pt x="114" y="132"/>
                  </a:lnTo>
                  <a:lnTo>
                    <a:pt x="120" y="138"/>
                  </a:lnTo>
                  <a:lnTo>
                    <a:pt x="132" y="144"/>
                  </a:lnTo>
                  <a:lnTo>
                    <a:pt x="144" y="138"/>
                  </a:lnTo>
                  <a:lnTo>
                    <a:pt x="150" y="138"/>
                  </a:lnTo>
                  <a:lnTo>
                    <a:pt x="156" y="126"/>
                  </a:lnTo>
                  <a:lnTo>
                    <a:pt x="156" y="120"/>
                  </a:lnTo>
                  <a:lnTo>
                    <a:pt x="150" y="114"/>
                  </a:lnTo>
                  <a:lnTo>
                    <a:pt x="138" y="114"/>
                  </a:lnTo>
                  <a:lnTo>
                    <a:pt x="126" y="120"/>
                  </a:lnTo>
                  <a:lnTo>
                    <a:pt x="120" y="120"/>
                  </a:lnTo>
                  <a:lnTo>
                    <a:pt x="114" y="12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25" name="Croatia" descr="© INSCALE GmbH, 05.05.2010&#10;http://www.presentationload.com/">
              <a:extLst>
                <a:ext uri="{FF2B5EF4-FFF2-40B4-BE49-F238E27FC236}">
                  <a16:creationId xmlns:a16="http://schemas.microsoft.com/office/drawing/2014/main" id="{76B80D24-746C-4950-AE0F-C78D654211E4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044751" y="1774077"/>
              <a:ext cx="121487" cy="89910"/>
            </a:xfrm>
            <a:custGeom>
              <a:avLst/>
              <a:gdLst>
                <a:gd name="T0" fmla="*/ 2147483647 w 366"/>
                <a:gd name="T1" fmla="*/ 2147483647 h 276"/>
                <a:gd name="T2" fmla="*/ 2147483647 w 366"/>
                <a:gd name="T3" fmla="*/ 2147483647 h 276"/>
                <a:gd name="T4" fmla="*/ 2147483647 w 366"/>
                <a:gd name="T5" fmla="*/ 2147483647 h 276"/>
                <a:gd name="T6" fmla="*/ 2147483647 w 366"/>
                <a:gd name="T7" fmla="*/ 2147483647 h 276"/>
                <a:gd name="T8" fmla="*/ 2147483647 w 366"/>
                <a:gd name="T9" fmla="*/ 2147483647 h 276"/>
                <a:gd name="T10" fmla="*/ 2147483647 w 366"/>
                <a:gd name="T11" fmla="*/ 2147483647 h 276"/>
                <a:gd name="T12" fmla="*/ 2147483647 w 366"/>
                <a:gd name="T13" fmla="*/ 2147483647 h 276"/>
                <a:gd name="T14" fmla="*/ 2147483647 w 366"/>
                <a:gd name="T15" fmla="*/ 2147483647 h 276"/>
                <a:gd name="T16" fmla="*/ 2147483647 w 366"/>
                <a:gd name="T17" fmla="*/ 2147483647 h 276"/>
                <a:gd name="T18" fmla="*/ 2147483647 w 366"/>
                <a:gd name="T19" fmla="*/ 2147483647 h 276"/>
                <a:gd name="T20" fmla="*/ 2147483647 w 366"/>
                <a:gd name="T21" fmla="*/ 2147483647 h 276"/>
                <a:gd name="T22" fmla="*/ 2147483647 w 366"/>
                <a:gd name="T23" fmla="*/ 0 h 276"/>
                <a:gd name="T24" fmla="*/ 2147483647 w 366"/>
                <a:gd name="T25" fmla="*/ 2147483647 h 276"/>
                <a:gd name="T26" fmla="*/ 2147483647 w 366"/>
                <a:gd name="T27" fmla="*/ 2147483647 h 276"/>
                <a:gd name="T28" fmla="*/ 2147483647 w 366"/>
                <a:gd name="T29" fmla="*/ 2147483647 h 276"/>
                <a:gd name="T30" fmla="*/ 2147483647 w 366"/>
                <a:gd name="T31" fmla="*/ 2147483647 h 276"/>
                <a:gd name="T32" fmla="*/ 2147483647 w 366"/>
                <a:gd name="T33" fmla="*/ 2147483647 h 276"/>
                <a:gd name="T34" fmla="*/ 2147483647 w 366"/>
                <a:gd name="T35" fmla="*/ 2147483647 h 276"/>
                <a:gd name="T36" fmla="*/ 2147483647 w 366"/>
                <a:gd name="T37" fmla="*/ 2147483647 h 276"/>
                <a:gd name="T38" fmla="*/ 2147483647 w 366"/>
                <a:gd name="T39" fmla="*/ 2147483647 h 276"/>
                <a:gd name="T40" fmla="*/ 0 w 366"/>
                <a:gd name="T41" fmla="*/ 2147483647 h 276"/>
                <a:gd name="T42" fmla="*/ 2147483647 w 366"/>
                <a:gd name="T43" fmla="*/ 2147483647 h 276"/>
                <a:gd name="T44" fmla="*/ 2147483647 w 366"/>
                <a:gd name="T45" fmla="*/ 2147483647 h 276"/>
                <a:gd name="T46" fmla="*/ 2147483647 w 366"/>
                <a:gd name="T47" fmla="*/ 2147483647 h 276"/>
                <a:gd name="T48" fmla="*/ 2147483647 w 366"/>
                <a:gd name="T49" fmla="*/ 2147483647 h 276"/>
                <a:gd name="T50" fmla="*/ 2147483647 w 366"/>
                <a:gd name="T51" fmla="*/ 2147483647 h 276"/>
                <a:gd name="T52" fmla="*/ 2147483647 w 366"/>
                <a:gd name="T53" fmla="*/ 2147483647 h 276"/>
                <a:gd name="T54" fmla="*/ 2147483647 w 366"/>
                <a:gd name="T55" fmla="*/ 2147483647 h 276"/>
                <a:gd name="T56" fmla="*/ 2147483647 w 366"/>
                <a:gd name="T57" fmla="*/ 2147483647 h 276"/>
                <a:gd name="T58" fmla="*/ 2147483647 w 366"/>
                <a:gd name="T59" fmla="*/ 2147483647 h 276"/>
                <a:gd name="T60" fmla="*/ 2147483647 w 366"/>
                <a:gd name="T61" fmla="*/ 2147483647 h 276"/>
                <a:gd name="T62" fmla="*/ 2147483647 w 366"/>
                <a:gd name="T63" fmla="*/ 2147483647 h 276"/>
                <a:gd name="T64" fmla="*/ 2147483647 w 366"/>
                <a:gd name="T65" fmla="*/ 2147483647 h 276"/>
                <a:gd name="T66" fmla="*/ 2147483647 w 366"/>
                <a:gd name="T67" fmla="*/ 2147483647 h 276"/>
                <a:gd name="T68" fmla="*/ 2147483647 w 366"/>
                <a:gd name="T69" fmla="*/ 2147483647 h 276"/>
                <a:gd name="T70" fmla="*/ 2147483647 w 366"/>
                <a:gd name="T71" fmla="*/ 2147483647 h 276"/>
                <a:gd name="T72" fmla="*/ 2147483647 w 366"/>
                <a:gd name="T73" fmla="*/ 2147483647 h 276"/>
                <a:gd name="T74" fmla="*/ 2147483647 w 366"/>
                <a:gd name="T75" fmla="*/ 2147483647 h 276"/>
                <a:gd name="T76" fmla="*/ 2147483647 w 366"/>
                <a:gd name="T77" fmla="*/ 2147483647 h 276"/>
                <a:gd name="T78" fmla="*/ 2147483647 w 366"/>
                <a:gd name="T79" fmla="*/ 2147483647 h 276"/>
                <a:gd name="T80" fmla="*/ 2147483647 w 366"/>
                <a:gd name="T81" fmla="*/ 2147483647 h 276"/>
                <a:gd name="T82" fmla="*/ 2147483647 w 366"/>
                <a:gd name="T83" fmla="*/ 2147483647 h 276"/>
                <a:gd name="T84" fmla="*/ 2147483647 w 366"/>
                <a:gd name="T85" fmla="*/ 2147483647 h 276"/>
                <a:gd name="T86" fmla="*/ 2147483647 w 366"/>
                <a:gd name="T87" fmla="*/ 2147483647 h 276"/>
                <a:gd name="T88" fmla="*/ 2147483647 w 366"/>
                <a:gd name="T89" fmla="*/ 2147483647 h 276"/>
                <a:gd name="T90" fmla="*/ 2147483647 w 366"/>
                <a:gd name="T91" fmla="*/ 2147483647 h 27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66"/>
                <a:gd name="T139" fmla="*/ 0 h 276"/>
                <a:gd name="T140" fmla="*/ 366 w 366"/>
                <a:gd name="T141" fmla="*/ 276 h 27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66" h="276">
                  <a:moveTo>
                    <a:pt x="342" y="126"/>
                  </a:moveTo>
                  <a:lnTo>
                    <a:pt x="342" y="114"/>
                  </a:lnTo>
                  <a:lnTo>
                    <a:pt x="348" y="114"/>
                  </a:lnTo>
                  <a:lnTo>
                    <a:pt x="354" y="108"/>
                  </a:lnTo>
                  <a:lnTo>
                    <a:pt x="360" y="108"/>
                  </a:lnTo>
                  <a:lnTo>
                    <a:pt x="366" y="102"/>
                  </a:lnTo>
                  <a:lnTo>
                    <a:pt x="360" y="102"/>
                  </a:lnTo>
                  <a:lnTo>
                    <a:pt x="348" y="96"/>
                  </a:lnTo>
                  <a:lnTo>
                    <a:pt x="336" y="96"/>
                  </a:lnTo>
                  <a:lnTo>
                    <a:pt x="342" y="78"/>
                  </a:lnTo>
                  <a:lnTo>
                    <a:pt x="336" y="78"/>
                  </a:lnTo>
                  <a:lnTo>
                    <a:pt x="330" y="48"/>
                  </a:lnTo>
                  <a:lnTo>
                    <a:pt x="324" y="48"/>
                  </a:lnTo>
                  <a:lnTo>
                    <a:pt x="312" y="54"/>
                  </a:lnTo>
                  <a:lnTo>
                    <a:pt x="270" y="60"/>
                  </a:lnTo>
                  <a:lnTo>
                    <a:pt x="264" y="48"/>
                  </a:lnTo>
                  <a:lnTo>
                    <a:pt x="246" y="48"/>
                  </a:lnTo>
                  <a:lnTo>
                    <a:pt x="234" y="42"/>
                  </a:lnTo>
                  <a:lnTo>
                    <a:pt x="228" y="36"/>
                  </a:lnTo>
                  <a:lnTo>
                    <a:pt x="216" y="30"/>
                  </a:lnTo>
                  <a:lnTo>
                    <a:pt x="204" y="18"/>
                  </a:lnTo>
                  <a:lnTo>
                    <a:pt x="204" y="12"/>
                  </a:lnTo>
                  <a:lnTo>
                    <a:pt x="198" y="6"/>
                  </a:lnTo>
                  <a:lnTo>
                    <a:pt x="186" y="0"/>
                  </a:lnTo>
                  <a:lnTo>
                    <a:pt x="162" y="0"/>
                  </a:lnTo>
                  <a:lnTo>
                    <a:pt x="162" y="12"/>
                  </a:lnTo>
                  <a:lnTo>
                    <a:pt x="150" y="18"/>
                  </a:lnTo>
                  <a:lnTo>
                    <a:pt x="120" y="18"/>
                  </a:lnTo>
                  <a:lnTo>
                    <a:pt x="120" y="30"/>
                  </a:lnTo>
                  <a:lnTo>
                    <a:pt x="126" y="36"/>
                  </a:lnTo>
                  <a:lnTo>
                    <a:pt x="126" y="42"/>
                  </a:lnTo>
                  <a:lnTo>
                    <a:pt x="114" y="54"/>
                  </a:lnTo>
                  <a:lnTo>
                    <a:pt x="102" y="60"/>
                  </a:lnTo>
                  <a:lnTo>
                    <a:pt x="102" y="78"/>
                  </a:lnTo>
                  <a:lnTo>
                    <a:pt x="60" y="78"/>
                  </a:lnTo>
                  <a:lnTo>
                    <a:pt x="54" y="72"/>
                  </a:lnTo>
                  <a:lnTo>
                    <a:pt x="54" y="66"/>
                  </a:lnTo>
                  <a:lnTo>
                    <a:pt x="48" y="78"/>
                  </a:lnTo>
                  <a:lnTo>
                    <a:pt x="30" y="78"/>
                  </a:lnTo>
                  <a:lnTo>
                    <a:pt x="18" y="72"/>
                  </a:lnTo>
                  <a:lnTo>
                    <a:pt x="18" y="84"/>
                  </a:lnTo>
                  <a:lnTo>
                    <a:pt x="0" y="84"/>
                  </a:lnTo>
                  <a:lnTo>
                    <a:pt x="0" y="132"/>
                  </a:lnTo>
                  <a:lnTo>
                    <a:pt x="6" y="132"/>
                  </a:lnTo>
                  <a:lnTo>
                    <a:pt x="12" y="120"/>
                  </a:lnTo>
                  <a:lnTo>
                    <a:pt x="24" y="114"/>
                  </a:lnTo>
                  <a:lnTo>
                    <a:pt x="30" y="102"/>
                  </a:lnTo>
                  <a:lnTo>
                    <a:pt x="42" y="102"/>
                  </a:lnTo>
                  <a:lnTo>
                    <a:pt x="48" y="114"/>
                  </a:lnTo>
                  <a:lnTo>
                    <a:pt x="48" y="132"/>
                  </a:lnTo>
                  <a:lnTo>
                    <a:pt x="78" y="126"/>
                  </a:lnTo>
                  <a:lnTo>
                    <a:pt x="78" y="132"/>
                  </a:lnTo>
                  <a:lnTo>
                    <a:pt x="72" y="144"/>
                  </a:lnTo>
                  <a:lnTo>
                    <a:pt x="72" y="150"/>
                  </a:lnTo>
                  <a:lnTo>
                    <a:pt x="84" y="162"/>
                  </a:lnTo>
                  <a:lnTo>
                    <a:pt x="96" y="168"/>
                  </a:lnTo>
                  <a:lnTo>
                    <a:pt x="96" y="180"/>
                  </a:lnTo>
                  <a:lnTo>
                    <a:pt x="144" y="216"/>
                  </a:lnTo>
                  <a:lnTo>
                    <a:pt x="144" y="240"/>
                  </a:lnTo>
                  <a:lnTo>
                    <a:pt x="198" y="240"/>
                  </a:lnTo>
                  <a:lnTo>
                    <a:pt x="210" y="246"/>
                  </a:lnTo>
                  <a:lnTo>
                    <a:pt x="216" y="252"/>
                  </a:lnTo>
                  <a:lnTo>
                    <a:pt x="216" y="276"/>
                  </a:lnTo>
                  <a:lnTo>
                    <a:pt x="246" y="276"/>
                  </a:lnTo>
                  <a:lnTo>
                    <a:pt x="252" y="270"/>
                  </a:lnTo>
                  <a:lnTo>
                    <a:pt x="252" y="264"/>
                  </a:lnTo>
                  <a:lnTo>
                    <a:pt x="246" y="252"/>
                  </a:lnTo>
                  <a:lnTo>
                    <a:pt x="234" y="246"/>
                  </a:lnTo>
                  <a:lnTo>
                    <a:pt x="216" y="234"/>
                  </a:lnTo>
                  <a:lnTo>
                    <a:pt x="204" y="228"/>
                  </a:lnTo>
                  <a:lnTo>
                    <a:pt x="192" y="216"/>
                  </a:lnTo>
                  <a:lnTo>
                    <a:pt x="180" y="186"/>
                  </a:lnTo>
                  <a:lnTo>
                    <a:pt x="162" y="180"/>
                  </a:lnTo>
                  <a:lnTo>
                    <a:pt x="162" y="162"/>
                  </a:lnTo>
                  <a:lnTo>
                    <a:pt x="156" y="156"/>
                  </a:lnTo>
                  <a:lnTo>
                    <a:pt x="150" y="156"/>
                  </a:lnTo>
                  <a:lnTo>
                    <a:pt x="150" y="144"/>
                  </a:lnTo>
                  <a:lnTo>
                    <a:pt x="132" y="138"/>
                  </a:lnTo>
                  <a:lnTo>
                    <a:pt x="120" y="126"/>
                  </a:lnTo>
                  <a:lnTo>
                    <a:pt x="138" y="120"/>
                  </a:lnTo>
                  <a:lnTo>
                    <a:pt x="138" y="96"/>
                  </a:lnTo>
                  <a:lnTo>
                    <a:pt x="144" y="96"/>
                  </a:lnTo>
                  <a:lnTo>
                    <a:pt x="150" y="102"/>
                  </a:lnTo>
                  <a:lnTo>
                    <a:pt x="162" y="108"/>
                  </a:lnTo>
                  <a:lnTo>
                    <a:pt x="186" y="102"/>
                  </a:lnTo>
                  <a:lnTo>
                    <a:pt x="210" y="102"/>
                  </a:lnTo>
                  <a:lnTo>
                    <a:pt x="228" y="108"/>
                  </a:lnTo>
                  <a:lnTo>
                    <a:pt x="240" y="102"/>
                  </a:lnTo>
                  <a:lnTo>
                    <a:pt x="252" y="102"/>
                  </a:lnTo>
                  <a:lnTo>
                    <a:pt x="258" y="108"/>
                  </a:lnTo>
                  <a:lnTo>
                    <a:pt x="312" y="108"/>
                  </a:lnTo>
                  <a:lnTo>
                    <a:pt x="324" y="126"/>
                  </a:lnTo>
                  <a:lnTo>
                    <a:pt x="342" y="12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26" name="Côte d'Ivoire" descr="© INSCALE GmbH, 05.05.2010&#10;http://www.presentationload.com/">
              <a:extLst>
                <a:ext uri="{FF2B5EF4-FFF2-40B4-BE49-F238E27FC236}">
                  <a16:creationId xmlns:a16="http://schemas.microsoft.com/office/drawing/2014/main" id="{5FDAA59E-ABD6-4A34-B880-1E10EECEAC9E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529079" y="2718142"/>
              <a:ext cx="144751" cy="169546"/>
            </a:xfrm>
            <a:custGeom>
              <a:avLst/>
              <a:gdLst>
                <a:gd name="T0" fmla="*/ 2147483647 w 438"/>
                <a:gd name="T1" fmla="*/ 2147483647 h 516"/>
                <a:gd name="T2" fmla="*/ 2147483647 w 438"/>
                <a:gd name="T3" fmla="*/ 2147483647 h 516"/>
                <a:gd name="T4" fmla="*/ 2147483647 w 438"/>
                <a:gd name="T5" fmla="*/ 2147483647 h 516"/>
                <a:gd name="T6" fmla="*/ 2147483647 w 438"/>
                <a:gd name="T7" fmla="*/ 2147483647 h 516"/>
                <a:gd name="T8" fmla="*/ 2147483647 w 438"/>
                <a:gd name="T9" fmla="*/ 2147483647 h 516"/>
                <a:gd name="T10" fmla="*/ 2147483647 w 438"/>
                <a:gd name="T11" fmla="*/ 2147483647 h 516"/>
                <a:gd name="T12" fmla="*/ 2147483647 w 438"/>
                <a:gd name="T13" fmla="*/ 2147483647 h 516"/>
                <a:gd name="T14" fmla="*/ 2147483647 w 438"/>
                <a:gd name="T15" fmla="*/ 2147483647 h 516"/>
                <a:gd name="T16" fmla="*/ 2147483647 w 438"/>
                <a:gd name="T17" fmla="*/ 2147483647 h 516"/>
                <a:gd name="T18" fmla="*/ 2147483647 w 438"/>
                <a:gd name="T19" fmla="*/ 2147483647 h 516"/>
                <a:gd name="T20" fmla="*/ 2147483647 w 438"/>
                <a:gd name="T21" fmla="*/ 2147483647 h 516"/>
                <a:gd name="T22" fmla="*/ 2147483647 w 438"/>
                <a:gd name="T23" fmla="*/ 2147483647 h 516"/>
                <a:gd name="T24" fmla="*/ 2147483647 w 438"/>
                <a:gd name="T25" fmla="*/ 2147483647 h 516"/>
                <a:gd name="T26" fmla="*/ 2147483647 w 438"/>
                <a:gd name="T27" fmla="*/ 2147483647 h 516"/>
                <a:gd name="T28" fmla="*/ 2147483647 w 438"/>
                <a:gd name="T29" fmla="*/ 2147483647 h 516"/>
                <a:gd name="T30" fmla="*/ 2147483647 w 438"/>
                <a:gd name="T31" fmla="*/ 2147483647 h 516"/>
                <a:gd name="T32" fmla="*/ 2147483647 w 438"/>
                <a:gd name="T33" fmla="*/ 0 h 516"/>
                <a:gd name="T34" fmla="*/ 2147483647 w 438"/>
                <a:gd name="T35" fmla="*/ 2147483647 h 516"/>
                <a:gd name="T36" fmla="*/ 2147483647 w 438"/>
                <a:gd name="T37" fmla="*/ 2147483647 h 516"/>
                <a:gd name="T38" fmla="*/ 2147483647 w 438"/>
                <a:gd name="T39" fmla="*/ 2147483647 h 516"/>
                <a:gd name="T40" fmla="*/ 2147483647 w 438"/>
                <a:gd name="T41" fmla="*/ 2147483647 h 516"/>
                <a:gd name="T42" fmla="*/ 2147483647 w 438"/>
                <a:gd name="T43" fmla="*/ 2147483647 h 516"/>
                <a:gd name="T44" fmla="*/ 2147483647 w 438"/>
                <a:gd name="T45" fmla="*/ 2147483647 h 516"/>
                <a:gd name="T46" fmla="*/ 2147483647 w 438"/>
                <a:gd name="T47" fmla="*/ 2147483647 h 516"/>
                <a:gd name="T48" fmla="*/ 2147483647 w 438"/>
                <a:gd name="T49" fmla="*/ 2147483647 h 516"/>
                <a:gd name="T50" fmla="*/ 2147483647 w 438"/>
                <a:gd name="T51" fmla="*/ 2147483647 h 516"/>
                <a:gd name="T52" fmla="*/ 2147483647 w 438"/>
                <a:gd name="T53" fmla="*/ 2147483647 h 516"/>
                <a:gd name="T54" fmla="*/ 2147483647 w 438"/>
                <a:gd name="T55" fmla="*/ 2147483647 h 516"/>
                <a:gd name="T56" fmla="*/ 2147483647 w 438"/>
                <a:gd name="T57" fmla="*/ 2147483647 h 516"/>
                <a:gd name="T58" fmla="*/ 2147483647 w 438"/>
                <a:gd name="T59" fmla="*/ 2147483647 h 516"/>
                <a:gd name="T60" fmla="*/ 2147483647 w 438"/>
                <a:gd name="T61" fmla="*/ 2147483647 h 516"/>
                <a:gd name="T62" fmla="*/ 2147483647 w 438"/>
                <a:gd name="T63" fmla="*/ 2147483647 h 516"/>
                <a:gd name="T64" fmla="*/ 2147483647 w 438"/>
                <a:gd name="T65" fmla="*/ 2147483647 h 516"/>
                <a:gd name="T66" fmla="*/ 2147483647 w 438"/>
                <a:gd name="T67" fmla="*/ 2147483647 h 516"/>
                <a:gd name="T68" fmla="*/ 2147483647 w 438"/>
                <a:gd name="T69" fmla="*/ 2147483647 h 516"/>
                <a:gd name="T70" fmla="*/ 2147483647 w 438"/>
                <a:gd name="T71" fmla="*/ 2147483647 h 516"/>
                <a:gd name="T72" fmla="*/ 2147483647 w 438"/>
                <a:gd name="T73" fmla="*/ 2147483647 h 516"/>
                <a:gd name="T74" fmla="*/ 2147483647 w 438"/>
                <a:gd name="T75" fmla="*/ 2147483647 h 516"/>
                <a:gd name="T76" fmla="*/ 2147483647 w 438"/>
                <a:gd name="T77" fmla="*/ 2147483647 h 516"/>
                <a:gd name="T78" fmla="*/ 2147483647 w 438"/>
                <a:gd name="T79" fmla="*/ 2147483647 h 516"/>
                <a:gd name="T80" fmla="*/ 2147483647 w 438"/>
                <a:gd name="T81" fmla="*/ 2147483647 h 516"/>
                <a:gd name="T82" fmla="*/ 2147483647 w 438"/>
                <a:gd name="T83" fmla="*/ 2147483647 h 516"/>
                <a:gd name="T84" fmla="*/ 2147483647 w 438"/>
                <a:gd name="T85" fmla="*/ 2147483647 h 516"/>
                <a:gd name="T86" fmla="*/ 2147483647 w 438"/>
                <a:gd name="T87" fmla="*/ 2147483647 h 516"/>
                <a:gd name="T88" fmla="*/ 2147483647 w 438"/>
                <a:gd name="T89" fmla="*/ 2147483647 h 51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38"/>
                <a:gd name="T136" fmla="*/ 0 h 516"/>
                <a:gd name="T137" fmla="*/ 438 w 438"/>
                <a:gd name="T138" fmla="*/ 516 h 51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38" h="516">
                  <a:moveTo>
                    <a:pt x="402" y="408"/>
                  </a:moveTo>
                  <a:lnTo>
                    <a:pt x="402" y="402"/>
                  </a:lnTo>
                  <a:lnTo>
                    <a:pt x="396" y="396"/>
                  </a:lnTo>
                  <a:lnTo>
                    <a:pt x="390" y="384"/>
                  </a:lnTo>
                  <a:lnTo>
                    <a:pt x="390" y="372"/>
                  </a:lnTo>
                  <a:lnTo>
                    <a:pt x="384" y="354"/>
                  </a:lnTo>
                  <a:lnTo>
                    <a:pt x="378" y="342"/>
                  </a:lnTo>
                  <a:lnTo>
                    <a:pt x="378" y="318"/>
                  </a:lnTo>
                  <a:lnTo>
                    <a:pt x="384" y="312"/>
                  </a:lnTo>
                  <a:lnTo>
                    <a:pt x="390" y="300"/>
                  </a:lnTo>
                  <a:lnTo>
                    <a:pt x="408" y="282"/>
                  </a:lnTo>
                  <a:lnTo>
                    <a:pt x="408" y="270"/>
                  </a:lnTo>
                  <a:lnTo>
                    <a:pt x="414" y="258"/>
                  </a:lnTo>
                  <a:lnTo>
                    <a:pt x="414" y="240"/>
                  </a:lnTo>
                  <a:lnTo>
                    <a:pt x="420" y="228"/>
                  </a:lnTo>
                  <a:lnTo>
                    <a:pt x="426" y="222"/>
                  </a:lnTo>
                  <a:lnTo>
                    <a:pt x="438" y="198"/>
                  </a:lnTo>
                  <a:lnTo>
                    <a:pt x="438" y="186"/>
                  </a:lnTo>
                  <a:lnTo>
                    <a:pt x="432" y="174"/>
                  </a:lnTo>
                  <a:lnTo>
                    <a:pt x="432" y="162"/>
                  </a:lnTo>
                  <a:lnTo>
                    <a:pt x="426" y="150"/>
                  </a:lnTo>
                  <a:lnTo>
                    <a:pt x="426" y="138"/>
                  </a:lnTo>
                  <a:lnTo>
                    <a:pt x="420" y="132"/>
                  </a:lnTo>
                  <a:lnTo>
                    <a:pt x="420" y="126"/>
                  </a:lnTo>
                  <a:lnTo>
                    <a:pt x="432" y="126"/>
                  </a:lnTo>
                  <a:lnTo>
                    <a:pt x="426" y="96"/>
                  </a:lnTo>
                  <a:lnTo>
                    <a:pt x="408" y="102"/>
                  </a:lnTo>
                  <a:lnTo>
                    <a:pt x="408" y="90"/>
                  </a:lnTo>
                  <a:lnTo>
                    <a:pt x="390" y="72"/>
                  </a:lnTo>
                  <a:lnTo>
                    <a:pt x="372" y="66"/>
                  </a:lnTo>
                  <a:lnTo>
                    <a:pt x="342" y="66"/>
                  </a:lnTo>
                  <a:lnTo>
                    <a:pt x="318" y="78"/>
                  </a:lnTo>
                  <a:lnTo>
                    <a:pt x="318" y="84"/>
                  </a:lnTo>
                  <a:lnTo>
                    <a:pt x="312" y="90"/>
                  </a:lnTo>
                  <a:lnTo>
                    <a:pt x="300" y="90"/>
                  </a:lnTo>
                  <a:lnTo>
                    <a:pt x="294" y="84"/>
                  </a:lnTo>
                  <a:lnTo>
                    <a:pt x="282" y="84"/>
                  </a:lnTo>
                  <a:lnTo>
                    <a:pt x="276" y="78"/>
                  </a:lnTo>
                  <a:lnTo>
                    <a:pt x="264" y="72"/>
                  </a:lnTo>
                  <a:lnTo>
                    <a:pt x="258" y="60"/>
                  </a:lnTo>
                  <a:lnTo>
                    <a:pt x="258" y="48"/>
                  </a:lnTo>
                  <a:lnTo>
                    <a:pt x="252" y="42"/>
                  </a:lnTo>
                  <a:lnTo>
                    <a:pt x="252" y="36"/>
                  </a:lnTo>
                  <a:lnTo>
                    <a:pt x="228" y="42"/>
                  </a:lnTo>
                  <a:lnTo>
                    <a:pt x="228" y="18"/>
                  </a:lnTo>
                  <a:lnTo>
                    <a:pt x="216" y="18"/>
                  </a:lnTo>
                  <a:lnTo>
                    <a:pt x="210" y="24"/>
                  </a:lnTo>
                  <a:lnTo>
                    <a:pt x="204" y="36"/>
                  </a:lnTo>
                  <a:lnTo>
                    <a:pt x="198" y="42"/>
                  </a:lnTo>
                  <a:lnTo>
                    <a:pt x="174" y="36"/>
                  </a:lnTo>
                  <a:lnTo>
                    <a:pt x="174" y="0"/>
                  </a:lnTo>
                  <a:lnTo>
                    <a:pt x="162" y="24"/>
                  </a:lnTo>
                  <a:lnTo>
                    <a:pt x="150" y="6"/>
                  </a:lnTo>
                  <a:lnTo>
                    <a:pt x="144" y="30"/>
                  </a:lnTo>
                  <a:lnTo>
                    <a:pt x="126" y="30"/>
                  </a:lnTo>
                  <a:lnTo>
                    <a:pt x="120" y="48"/>
                  </a:lnTo>
                  <a:lnTo>
                    <a:pt x="102" y="30"/>
                  </a:lnTo>
                  <a:lnTo>
                    <a:pt x="84" y="24"/>
                  </a:lnTo>
                  <a:lnTo>
                    <a:pt x="72" y="24"/>
                  </a:lnTo>
                  <a:lnTo>
                    <a:pt x="66" y="30"/>
                  </a:lnTo>
                  <a:lnTo>
                    <a:pt x="66" y="48"/>
                  </a:lnTo>
                  <a:lnTo>
                    <a:pt x="54" y="42"/>
                  </a:lnTo>
                  <a:lnTo>
                    <a:pt x="36" y="66"/>
                  </a:lnTo>
                  <a:lnTo>
                    <a:pt x="42" y="102"/>
                  </a:lnTo>
                  <a:lnTo>
                    <a:pt x="60" y="108"/>
                  </a:lnTo>
                  <a:lnTo>
                    <a:pt x="48" y="126"/>
                  </a:lnTo>
                  <a:lnTo>
                    <a:pt x="66" y="132"/>
                  </a:lnTo>
                  <a:lnTo>
                    <a:pt x="60" y="138"/>
                  </a:lnTo>
                  <a:lnTo>
                    <a:pt x="54" y="150"/>
                  </a:lnTo>
                  <a:lnTo>
                    <a:pt x="54" y="162"/>
                  </a:lnTo>
                  <a:lnTo>
                    <a:pt x="60" y="162"/>
                  </a:lnTo>
                  <a:lnTo>
                    <a:pt x="72" y="168"/>
                  </a:lnTo>
                  <a:lnTo>
                    <a:pt x="78" y="168"/>
                  </a:lnTo>
                  <a:lnTo>
                    <a:pt x="78" y="180"/>
                  </a:lnTo>
                  <a:lnTo>
                    <a:pt x="72" y="186"/>
                  </a:lnTo>
                  <a:lnTo>
                    <a:pt x="72" y="192"/>
                  </a:lnTo>
                  <a:lnTo>
                    <a:pt x="66" y="186"/>
                  </a:lnTo>
                  <a:lnTo>
                    <a:pt x="54" y="186"/>
                  </a:lnTo>
                  <a:lnTo>
                    <a:pt x="48" y="180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36" y="204"/>
                  </a:lnTo>
                  <a:lnTo>
                    <a:pt x="48" y="210"/>
                  </a:lnTo>
                  <a:lnTo>
                    <a:pt x="54" y="222"/>
                  </a:lnTo>
                  <a:lnTo>
                    <a:pt x="36" y="222"/>
                  </a:lnTo>
                  <a:lnTo>
                    <a:pt x="36" y="228"/>
                  </a:lnTo>
                  <a:lnTo>
                    <a:pt x="42" y="234"/>
                  </a:lnTo>
                  <a:lnTo>
                    <a:pt x="42" y="252"/>
                  </a:lnTo>
                  <a:lnTo>
                    <a:pt x="36" y="258"/>
                  </a:lnTo>
                  <a:lnTo>
                    <a:pt x="30" y="258"/>
                  </a:lnTo>
                  <a:lnTo>
                    <a:pt x="18" y="252"/>
                  </a:lnTo>
                  <a:lnTo>
                    <a:pt x="12" y="246"/>
                  </a:lnTo>
                  <a:lnTo>
                    <a:pt x="6" y="246"/>
                  </a:lnTo>
                  <a:lnTo>
                    <a:pt x="24" y="282"/>
                  </a:lnTo>
                  <a:lnTo>
                    <a:pt x="24" y="306"/>
                  </a:lnTo>
                  <a:lnTo>
                    <a:pt x="18" y="324"/>
                  </a:lnTo>
                  <a:lnTo>
                    <a:pt x="6" y="330"/>
                  </a:lnTo>
                  <a:lnTo>
                    <a:pt x="0" y="342"/>
                  </a:lnTo>
                  <a:lnTo>
                    <a:pt x="6" y="348"/>
                  </a:lnTo>
                  <a:lnTo>
                    <a:pt x="24" y="348"/>
                  </a:lnTo>
                  <a:lnTo>
                    <a:pt x="24" y="360"/>
                  </a:lnTo>
                  <a:lnTo>
                    <a:pt x="60" y="354"/>
                  </a:lnTo>
                  <a:lnTo>
                    <a:pt x="60" y="384"/>
                  </a:lnTo>
                  <a:lnTo>
                    <a:pt x="90" y="414"/>
                  </a:lnTo>
                  <a:lnTo>
                    <a:pt x="90" y="438"/>
                  </a:lnTo>
                  <a:lnTo>
                    <a:pt x="84" y="450"/>
                  </a:lnTo>
                  <a:lnTo>
                    <a:pt x="84" y="462"/>
                  </a:lnTo>
                  <a:lnTo>
                    <a:pt x="78" y="468"/>
                  </a:lnTo>
                  <a:lnTo>
                    <a:pt x="78" y="516"/>
                  </a:lnTo>
                  <a:lnTo>
                    <a:pt x="90" y="516"/>
                  </a:lnTo>
                  <a:lnTo>
                    <a:pt x="96" y="510"/>
                  </a:lnTo>
                  <a:lnTo>
                    <a:pt x="102" y="498"/>
                  </a:lnTo>
                  <a:lnTo>
                    <a:pt x="114" y="498"/>
                  </a:lnTo>
                  <a:lnTo>
                    <a:pt x="126" y="486"/>
                  </a:lnTo>
                  <a:lnTo>
                    <a:pt x="138" y="480"/>
                  </a:lnTo>
                  <a:lnTo>
                    <a:pt x="198" y="456"/>
                  </a:lnTo>
                  <a:lnTo>
                    <a:pt x="228" y="450"/>
                  </a:lnTo>
                  <a:lnTo>
                    <a:pt x="264" y="450"/>
                  </a:lnTo>
                  <a:lnTo>
                    <a:pt x="270" y="444"/>
                  </a:lnTo>
                  <a:lnTo>
                    <a:pt x="282" y="444"/>
                  </a:lnTo>
                  <a:lnTo>
                    <a:pt x="294" y="438"/>
                  </a:lnTo>
                  <a:lnTo>
                    <a:pt x="330" y="438"/>
                  </a:lnTo>
                  <a:lnTo>
                    <a:pt x="336" y="444"/>
                  </a:lnTo>
                  <a:lnTo>
                    <a:pt x="342" y="444"/>
                  </a:lnTo>
                  <a:lnTo>
                    <a:pt x="348" y="450"/>
                  </a:lnTo>
                  <a:lnTo>
                    <a:pt x="366" y="450"/>
                  </a:lnTo>
                  <a:lnTo>
                    <a:pt x="378" y="438"/>
                  </a:lnTo>
                  <a:lnTo>
                    <a:pt x="384" y="438"/>
                  </a:lnTo>
                  <a:lnTo>
                    <a:pt x="384" y="444"/>
                  </a:lnTo>
                  <a:lnTo>
                    <a:pt x="396" y="456"/>
                  </a:lnTo>
                  <a:lnTo>
                    <a:pt x="408" y="462"/>
                  </a:lnTo>
                  <a:lnTo>
                    <a:pt x="420" y="462"/>
                  </a:lnTo>
                  <a:lnTo>
                    <a:pt x="426" y="468"/>
                  </a:lnTo>
                  <a:lnTo>
                    <a:pt x="426" y="414"/>
                  </a:lnTo>
                  <a:lnTo>
                    <a:pt x="402" y="40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27" name="Costa Rica" descr="© INSCALE GmbH, 05.05.2010&#10;http://www.presentationload.com/">
              <a:extLst>
                <a:ext uri="{FF2B5EF4-FFF2-40B4-BE49-F238E27FC236}">
                  <a16:creationId xmlns:a16="http://schemas.microsoft.com/office/drawing/2014/main" id="{B7A6C6F7-D4A6-40DE-B6C7-5DB0FF39EA0D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719692" y="2705298"/>
              <a:ext cx="78838" cy="75782"/>
            </a:xfrm>
            <a:custGeom>
              <a:avLst/>
              <a:gdLst>
                <a:gd name="T0" fmla="*/ 2147483647 w 240"/>
                <a:gd name="T1" fmla="*/ 2147483647 h 228"/>
                <a:gd name="T2" fmla="*/ 2147483647 w 240"/>
                <a:gd name="T3" fmla="*/ 2147483647 h 228"/>
                <a:gd name="T4" fmla="*/ 2147483647 w 240"/>
                <a:gd name="T5" fmla="*/ 2147483647 h 228"/>
                <a:gd name="T6" fmla="*/ 2147483647 w 240"/>
                <a:gd name="T7" fmla="*/ 2147483647 h 228"/>
                <a:gd name="T8" fmla="*/ 2147483647 w 240"/>
                <a:gd name="T9" fmla="*/ 2147483647 h 228"/>
                <a:gd name="T10" fmla="*/ 2147483647 w 240"/>
                <a:gd name="T11" fmla="*/ 2147483647 h 228"/>
                <a:gd name="T12" fmla="*/ 2147483647 w 240"/>
                <a:gd name="T13" fmla="*/ 2147483647 h 228"/>
                <a:gd name="T14" fmla="*/ 2147483647 w 240"/>
                <a:gd name="T15" fmla="*/ 2147483647 h 228"/>
                <a:gd name="T16" fmla="*/ 2147483647 w 240"/>
                <a:gd name="T17" fmla="*/ 2147483647 h 228"/>
                <a:gd name="T18" fmla="*/ 2147483647 w 240"/>
                <a:gd name="T19" fmla="*/ 2147483647 h 228"/>
                <a:gd name="T20" fmla="*/ 2147483647 w 240"/>
                <a:gd name="T21" fmla="*/ 2147483647 h 228"/>
                <a:gd name="T22" fmla="*/ 2147483647 w 240"/>
                <a:gd name="T23" fmla="*/ 2147483647 h 228"/>
                <a:gd name="T24" fmla="*/ 2147483647 w 240"/>
                <a:gd name="T25" fmla="*/ 2147483647 h 228"/>
                <a:gd name="T26" fmla="*/ 2147483647 w 240"/>
                <a:gd name="T27" fmla="*/ 2147483647 h 228"/>
                <a:gd name="T28" fmla="*/ 2147483647 w 240"/>
                <a:gd name="T29" fmla="*/ 2147483647 h 228"/>
                <a:gd name="T30" fmla="*/ 2147483647 w 240"/>
                <a:gd name="T31" fmla="*/ 0 h 228"/>
                <a:gd name="T32" fmla="*/ 2147483647 w 240"/>
                <a:gd name="T33" fmla="*/ 2147483647 h 228"/>
                <a:gd name="T34" fmla="*/ 2147483647 w 240"/>
                <a:gd name="T35" fmla="*/ 2147483647 h 228"/>
                <a:gd name="T36" fmla="*/ 0 w 240"/>
                <a:gd name="T37" fmla="*/ 2147483647 h 228"/>
                <a:gd name="T38" fmla="*/ 2147483647 w 240"/>
                <a:gd name="T39" fmla="*/ 2147483647 h 228"/>
                <a:gd name="T40" fmla="*/ 2147483647 w 240"/>
                <a:gd name="T41" fmla="*/ 2147483647 h 228"/>
                <a:gd name="T42" fmla="*/ 2147483647 w 240"/>
                <a:gd name="T43" fmla="*/ 2147483647 h 228"/>
                <a:gd name="T44" fmla="*/ 2147483647 w 240"/>
                <a:gd name="T45" fmla="*/ 2147483647 h 228"/>
                <a:gd name="T46" fmla="*/ 2147483647 w 240"/>
                <a:gd name="T47" fmla="*/ 2147483647 h 228"/>
                <a:gd name="T48" fmla="*/ 2147483647 w 240"/>
                <a:gd name="T49" fmla="*/ 2147483647 h 228"/>
                <a:gd name="T50" fmla="*/ 2147483647 w 240"/>
                <a:gd name="T51" fmla="*/ 2147483647 h 228"/>
                <a:gd name="T52" fmla="*/ 2147483647 w 240"/>
                <a:gd name="T53" fmla="*/ 2147483647 h 228"/>
                <a:gd name="T54" fmla="*/ 2147483647 w 240"/>
                <a:gd name="T55" fmla="*/ 2147483647 h 228"/>
                <a:gd name="T56" fmla="*/ 2147483647 w 240"/>
                <a:gd name="T57" fmla="*/ 2147483647 h 228"/>
                <a:gd name="T58" fmla="*/ 2147483647 w 240"/>
                <a:gd name="T59" fmla="*/ 2147483647 h 228"/>
                <a:gd name="T60" fmla="*/ 2147483647 w 240"/>
                <a:gd name="T61" fmla="*/ 2147483647 h 228"/>
                <a:gd name="T62" fmla="*/ 2147483647 w 240"/>
                <a:gd name="T63" fmla="*/ 2147483647 h 228"/>
                <a:gd name="T64" fmla="*/ 2147483647 w 240"/>
                <a:gd name="T65" fmla="*/ 2147483647 h 228"/>
                <a:gd name="T66" fmla="*/ 2147483647 w 240"/>
                <a:gd name="T67" fmla="*/ 2147483647 h 22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40"/>
                <a:gd name="T103" fmla="*/ 0 h 228"/>
                <a:gd name="T104" fmla="*/ 240 w 240"/>
                <a:gd name="T105" fmla="*/ 228 h 22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40" h="228">
                  <a:moveTo>
                    <a:pt x="210" y="198"/>
                  </a:moveTo>
                  <a:lnTo>
                    <a:pt x="216" y="198"/>
                  </a:lnTo>
                  <a:lnTo>
                    <a:pt x="234" y="180"/>
                  </a:lnTo>
                  <a:lnTo>
                    <a:pt x="228" y="174"/>
                  </a:lnTo>
                  <a:lnTo>
                    <a:pt x="210" y="174"/>
                  </a:lnTo>
                  <a:lnTo>
                    <a:pt x="210" y="168"/>
                  </a:lnTo>
                  <a:lnTo>
                    <a:pt x="204" y="162"/>
                  </a:lnTo>
                  <a:lnTo>
                    <a:pt x="204" y="144"/>
                  </a:lnTo>
                  <a:lnTo>
                    <a:pt x="210" y="138"/>
                  </a:lnTo>
                  <a:lnTo>
                    <a:pt x="222" y="138"/>
                  </a:lnTo>
                  <a:lnTo>
                    <a:pt x="228" y="132"/>
                  </a:lnTo>
                  <a:lnTo>
                    <a:pt x="240" y="132"/>
                  </a:lnTo>
                  <a:lnTo>
                    <a:pt x="228" y="126"/>
                  </a:lnTo>
                  <a:lnTo>
                    <a:pt x="210" y="108"/>
                  </a:lnTo>
                  <a:lnTo>
                    <a:pt x="198" y="84"/>
                  </a:lnTo>
                  <a:lnTo>
                    <a:pt x="192" y="78"/>
                  </a:lnTo>
                  <a:lnTo>
                    <a:pt x="186" y="66"/>
                  </a:lnTo>
                  <a:lnTo>
                    <a:pt x="180" y="60"/>
                  </a:lnTo>
                  <a:lnTo>
                    <a:pt x="174" y="36"/>
                  </a:lnTo>
                  <a:lnTo>
                    <a:pt x="138" y="36"/>
                  </a:lnTo>
                  <a:lnTo>
                    <a:pt x="126" y="24"/>
                  </a:lnTo>
                  <a:lnTo>
                    <a:pt x="126" y="18"/>
                  </a:lnTo>
                  <a:lnTo>
                    <a:pt x="120" y="18"/>
                  </a:lnTo>
                  <a:lnTo>
                    <a:pt x="114" y="12"/>
                  </a:lnTo>
                  <a:lnTo>
                    <a:pt x="84" y="12"/>
                  </a:lnTo>
                  <a:lnTo>
                    <a:pt x="84" y="18"/>
                  </a:lnTo>
                  <a:lnTo>
                    <a:pt x="78" y="18"/>
                  </a:lnTo>
                  <a:lnTo>
                    <a:pt x="72" y="12"/>
                  </a:lnTo>
                  <a:lnTo>
                    <a:pt x="60" y="6"/>
                  </a:lnTo>
                  <a:lnTo>
                    <a:pt x="48" y="6"/>
                  </a:lnTo>
                  <a:lnTo>
                    <a:pt x="42" y="0"/>
                  </a:lnTo>
                  <a:lnTo>
                    <a:pt x="24" y="0"/>
                  </a:lnTo>
                  <a:lnTo>
                    <a:pt x="6" y="30"/>
                  </a:lnTo>
                  <a:lnTo>
                    <a:pt x="18" y="42"/>
                  </a:lnTo>
                  <a:lnTo>
                    <a:pt x="24" y="42"/>
                  </a:lnTo>
                  <a:lnTo>
                    <a:pt x="24" y="48"/>
                  </a:lnTo>
                  <a:lnTo>
                    <a:pt x="6" y="66"/>
                  </a:lnTo>
                  <a:lnTo>
                    <a:pt x="0" y="78"/>
                  </a:lnTo>
                  <a:lnTo>
                    <a:pt x="6" y="90"/>
                  </a:lnTo>
                  <a:lnTo>
                    <a:pt x="18" y="102"/>
                  </a:lnTo>
                  <a:lnTo>
                    <a:pt x="30" y="108"/>
                  </a:lnTo>
                  <a:lnTo>
                    <a:pt x="42" y="108"/>
                  </a:lnTo>
                  <a:lnTo>
                    <a:pt x="60" y="126"/>
                  </a:lnTo>
                  <a:lnTo>
                    <a:pt x="72" y="126"/>
                  </a:lnTo>
                  <a:lnTo>
                    <a:pt x="72" y="102"/>
                  </a:lnTo>
                  <a:lnTo>
                    <a:pt x="66" y="96"/>
                  </a:lnTo>
                  <a:lnTo>
                    <a:pt x="54" y="90"/>
                  </a:lnTo>
                  <a:lnTo>
                    <a:pt x="42" y="78"/>
                  </a:lnTo>
                  <a:lnTo>
                    <a:pt x="42" y="72"/>
                  </a:lnTo>
                  <a:lnTo>
                    <a:pt x="48" y="72"/>
                  </a:lnTo>
                  <a:lnTo>
                    <a:pt x="60" y="78"/>
                  </a:lnTo>
                  <a:lnTo>
                    <a:pt x="66" y="84"/>
                  </a:lnTo>
                  <a:lnTo>
                    <a:pt x="90" y="96"/>
                  </a:lnTo>
                  <a:lnTo>
                    <a:pt x="96" y="102"/>
                  </a:lnTo>
                  <a:lnTo>
                    <a:pt x="96" y="132"/>
                  </a:lnTo>
                  <a:lnTo>
                    <a:pt x="114" y="132"/>
                  </a:lnTo>
                  <a:lnTo>
                    <a:pt x="126" y="138"/>
                  </a:lnTo>
                  <a:lnTo>
                    <a:pt x="138" y="138"/>
                  </a:lnTo>
                  <a:lnTo>
                    <a:pt x="156" y="180"/>
                  </a:lnTo>
                  <a:lnTo>
                    <a:pt x="150" y="186"/>
                  </a:lnTo>
                  <a:lnTo>
                    <a:pt x="150" y="198"/>
                  </a:lnTo>
                  <a:lnTo>
                    <a:pt x="168" y="216"/>
                  </a:lnTo>
                  <a:lnTo>
                    <a:pt x="180" y="222"/>
                  </a:lnTo>
                  <a:lnTo>
                    <a:pt x="192" y="222"/>
                  </a:lnTo>
                  <a:lnTo>
                    <a:pt x="174" y="198"/>
                  </a:lnTo>
                  <a:lnTo>
                    <a:pt x="204" y="228"/>
                  </a:lnTo>
                  <a:lnTo>
                    <a:pt x="210" y="222"/>
                  </a:lnTo>
                  <a:lnTo>
                    <a:pt x="210" y="19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28" name="Congo" descr="© INSCALE GmbH, 05.05.2010&#10;http://www.presentationload.com/">
              <a:extLst>
                <a:ext uri="{FF2B5EF4-FFF2-40B4-BE49-F238E27FC236}">
                  <a16:creationId xmlns:a16="http://schemas.microsoft.com/office/drawing/2014/main" id="{EB5394BC-08B3-4059-8066-C2570B5DB7AD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021490" y="2859431"/>
              <a:ext cx="445885" cy="498363"/>
            </a:xfrm>
            <a:custGeom>
              <a:avLst/>
              <a:gdLst>
                <a:gd name="T0" fmla="*/ 2147483647 w 1350"/>
                <a:gd name="T1" fmla="*/ 2147483647 h 1518"/>
                <a:gd name="T2" fmla="*/ 2147483647 w 1350"/>
                <a:gd name="T3" fmla="*/ 2147483647 h 1518"/>
                <a:gd name="T4" fmla="*/ 2147483647 w 1350"/>
                <a:gd name="T5" fmla="*/ 2147483647 h 1518"/>
                <a:gd name="T6" fmla="*/ 2147483647 w 1350"/>
                <a:gd name="T7" fmla="*/ 2147483647 h 1518"/>
                <a:gd name="T8" fmla="*/ 2147483647 w 1350"/>
                <a:gd name="T9" fmla="*/ 2147483647 h 1518"/>
                <a:gd name="T10" fmla="*/ 2147483647 w 1350"/>
                <a:gd name="T11" fmla="*/ 2147483647 h 1518"/>
                <a:gd name="T12" fmla="*/ 2147483647 w 1350"/>
                <a:gd name="T13" fmla="*/ 2147483647 h 1518"/>
                <a:gd name="T14" fmla="*/ 2147483647 w 1350"/>
                <a:gd name="T15" fmla="*/ 2147483647 h 1518"/>
                <a:gd name="T16" fmla="*/ 2147483647 w 1350"/>
                <a:gd name="T17" fmla="*/ 2147483647 h 1518"/>
                <a:gd name="T18" fmla="*/ 2147483647 w 1350"/>
                <a:gd name="T19" fmla="*/ 2147483647 h 1518"/>
                <a:gd name="T20" fmla="*/ 2147483647 w 1350"/>
                <a:gd name="T21" fmla="*/ 2147483647 h 1518"/>
                <a:gd name="T22" fmla="*/ 2147483647 w 1350"/>
                <a:gd name="T23" fmla="*/ 2147483647 h 1518"/>
                <a:gd name="T24" fmla="*/ 2147483647 w 1350"/>
                <a:gd name="T25" fmla="*/ 2147483647 h 1518"/>
                <a:gd name="T26" fmla="*/ 2147483647 w 1350"/>
                <a:gd name="T27" fmla="*/ 2147483647 h 1518"/>
                <a:gd name="T28" fmla="*/ 2147483647 w 1350"/>
                <a:gd name="T29" fmla="*/ 2147483647 h 1518"/>
                <a:gd name="T30" fmla="*/ 2147483647 w 1350"/>
                <a:gd name="T31" fmla="*/ 2147483647 h 1518"/>
                <a:gd name="T32" fmla="*/ 2147483647 w 1350"/>
                <a:gd name="T33" fmla="*/ 2147483647 h 1518"/>
                <a:gd name="T34" fmla="*/ 2147483647 w 1350"/>
                <a:gd name="T35" fmla="*/ 2147483647 h 1518"/>
                <a:gd name="T36" fmla="*/ 2147483647 w 1350"/>
                <a:gd name="T37" fmla="*/ 2147483647 h 1518"/>
                <a:gd name="T38" fmla="*/ 2147483647 w 1350"/>
                <a:gd name="T39" fmla="*/ 2147483647 h 1518"/>
                <a:gd name="T40" fmla="*/ 2147483647 w 1350"/>
                <a:gd name="T41" fmla="*/ 2147483647 h 1518"/>
                <a:gd name="T42" fmla="*/ 2147483647 w 1350"/>
                <a:gd name="T43" fmla="*/ 2147483647 h 1518"/>
                <a:gd name="T44" fmla="*/ 2147483647 w 1350"/>
                <a:gd name="T45" fmla="*/ 2147483647 h 1518"/>
                <a:gd name="T46" fmla="*/ 2147483647 w 1350"/>
                <a:gd name="T47" fmla="*/ 2147483647 h 1518"/>
                <a:gd name="T48" fmla="*/ 2147483647 w 1350"/>
                <a:gd name="T49" fmla="*/ 2147483647 h 1518"/>
                <a:gd name="T50" fmla="*/ 2147483647 w 1350"/>
                <a:gd name="T51" fmla="*/ 2147483647 h 1518"/>
                <a:gd name="T52" fmla="*/ 2147483647 w 1350"/>
                <a:gd name="T53" fmla="*/ 2147483647 h 1518"/>
                <a:gd name="T54" fmla="*/ 2147483647 w 1350"/>
                <a:gd name="T55" fmla="*/ 2147483647 h 1518"/>
                <a:gd name="T56" fmla="*/ 2147483647 w 1350"/>
                <a:gd name="T57" fmla="*/ 2147483647 h 1518"/>
                <a:gd name="T58" fmla="*/ 2147483647 w 1350"/>
                <a:gd name="T59" fmla="*/ 2147483647 h 1518"/>
                <a:gd name="T60" fmla="*/ 2147483647 w 1350"/>
                <a:gd name="T61" fmla="*/ 2147483647 h 1518"/>
                <a:gd name="T62" fmla="*/ 2147483647 w 1350"/>
                <a:gd name="T63" fmla="*/ 2147483647 h 1518"/>
                <a:gd name="T64" fmla="*/ 2147483647 w 1350"/>
                <a:gd name="T65" fmla="*/ 2147483647 h 1518"/>
                <a:gd name="T66" fmla="*/ 2147483647 w 1350"/>
                <a:gd name="T67" fmla="*/ 2147483647 h 1518"/>
                <a:gd name="T68" fmla="*/ 2147483647 w 1350"/>
                <a:gd name="T69" fmla="*/ 2147483647 h 1518"/>
                <a:gd name="T70" fmla="*/ 2147483647 w 1350"/>
                <a:gd name="T71" fmla="*/ 2147483647 h 1518"/>
                <a:gd name="T72" fmla="*/ 2147483647 w 1350"/>
                <a:gd name="T73" fmla="*/ 2147483647 h 1518"/>
                <a:gd name="T74" fmla="*/ 2147483647 w 1350"/>
                <a:gd name="T75" fmla="*/ 2147483647 h 1518"/>
                <a:gd name="T76" fmla="*/ 2147483647 w 1350"/>
                <a:gd name="T77" fmla="*/ 2147483647 h 1518"/>
                <a:gd name="T78" fmla="*/ 2147483647 w 1350"/>
                <a:gd name="T79" fmla="*/ 2147483647 h 1518"/>
                <a:gd name="T80" fmla="*/ 2147483647 w 1350"/>
                <a:gd name="T81" fmla="*/ 2147483647 h 1518"/>
                <a:gd name="T82" fmla="*/ 2147483647 w 1350"/>
                <a:gd name="T83" fmla="*/ 2147483647 h 1518"/>
                <a:gd name="T84" fmla="*/ 2147483647 w 1350"/>
                <a:gd name="T85" fmla="*/ 2147483647 h 1518"/>
                <a:gd name="T86" fmla="*/ 2147483647 w 1350"/>
                <a:gd name="T87" fmla="*/ 2147483647 h 1518"/>
                <a:gd name="T88" fmla="*/ 2147483647 w 1350"/>
                <a:gd name="T89" fmla="*/ 2147483647 h 1518"/>
                <a:gd name="T90" fmla="*/ 2147483647 w 1350"/>
                <a:gd name="T91" fmla="*/ 2147483647 h 1518"/>
                <a:gd name="T92" fmla="*/ 2147483647 w 1350"/>
                <a:gd name="T93" fmla="*/ 2147483647 h 1518"/>
                <a:gd name="T94" fmla="*/ 2147483647 w 1350"/>
                <a:gd name="T95" fmla="*/ 2147483647 h 1518"/>
                <a:gd name="T96" fmla="*/ 2147483647 w 1350"/>
                <a:gd name="T97" fmla="*/ 2147483647 h 1518"/>
                <a:gd name="T98" fmla="*/ 2147483647 w 1350"/>
                <a:gd name="T99" fmla="*/ 2147483647 h 1518"/>
                <a:gd name="T100" fmla="*/ 2147483647 w 1350"/>
                <a:gd name="T101" fmla="*/ 2147483647 h 1518"/>
                <a:gd name="T102" fmla="*/ 2147483647 w 1350"/>
                <a:gd name="T103" fmla="*/ 2147483647 h 1518"/>
                <a:gd name="T104" fmla="*/ 2147483647 w 1350"/>
                <a:gd name="T105" fmla="*/ 2147483647 h 1518"/>
                <a:gd name="T106" fmla="*/ 2147483647 w 1350"/>
                <a:gd name="T107" fmla="*/ 2147483647 h 1518"/>
                <a:gd name="T108" fmla="*/ 2147483647 w 1350"/>
                <a:gd name="T109" fmla="*/ 2147483647 h 1518"/>
                <a:gd name="T110" fmla="*/ 2147483647 w 1350"/>
                <a:gd name="T111" fmla="*/ 2147483647 h 1518"/>
                <a:gd name="T112" fmla="*/ 2147483647 w 1350"/>
                <a:gd name="T113" fmla="*/ 2147483647 h 1518"/>
                <a:gd name="T114" fmla="*/ 2147483647 w 1350"/>
                <a:gd name="T115" fmla="*/ 2147483647 h 1518"/>
                <a:gd name="T116" fmla="*/ 2147483647 w 1350"/>
                <a:gd name="T117" fmla="*/ 2147483647 h 1518"/>
                <a:gd name="T118" fmla="*/ 2147483647 w 1350"/>
                <a:gd name="T119" fmla="*/ 2147483647 h 1518"/>
                <a:gd name="T120" fmla="*/ 2147483647 w 1350"/>
                <a:gd name="T121" fmla="*/ 2147483647 h 1518"/>
                <a:gd name="T122" fmla="*/ 2147483647 w 1350"/>
                <a:gd name="T123" fmla="*/ 2147483647 h 1518"/>
                <a:gd name="T124" fmla="*/ 2147483647 w 1350"/>
                <a:gd name="T125" fmla="*/ 2147483647 h 151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350"/>
                <a:gd name="T190" fmla="*/ 0 h 1518"/>
                <a:gd name="T191" fmla="*/ 1350 w 1350"/>
                <a:gd name="T192" fmla="*/ 1518 h 1518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350" h="1518">
                  <a:moveTo>
                    <a:pt x="1242" y="468"/>
                  </a:moveTo>
                  <a:lnTo>
                    <a:pt x="1242" y="438"/>
                  </a:lnTo>
                  <a:lnTo>
                    <a:pt x="1260" y="366"/>
                  </a:lnTo>
                  <a:lnTo>
                    <a:pt x="1278" y="354"/>
                  </a:lnTo>
                  <a:lnTo>
                    <a:pt x="1278" y="342"/>
                  </a:lnTo>
                  <a:lnTo>
                    <a:pt x="1302" y="330"/>
                  </a:lnTo>
                  <a:lnTo>
                    <a:pt x="1308" y="318"/>
                  </a:lnTo>
                  <a:lnTo>
                    <a:pt x="1320" y="312"/>
                  </a:lnTo>
                  <a:lnTo>
                    <a:pt x="1332" y="288"/>
                  </a:lnTo>
                  <a:lnTo>
                    <a:pt x="1344" y="276"/>
                  </a:lnTo>
                  <a:lnTo>
                    <a:pt x="1350" y="264"/>
                  </a:lnTo>
                  <a:lnTo>
                    <a:pt x="1350" y="252"/>
                  </a:lnTo>
                  <a:lnTo>
                    <a:pt x="1344" y="246"/>
                  </a:lnTo>
                  <a:lnTo>
                    <a:pt x="1332" y="240"/>
                  </a:lnTo>
                  <a:lnTo>
                    <a:pt x="1320" y="240"/>
                  </a:lnTo>
                  <a:lnTo>
                    <a:pt x="1314" y="234"/>
                  </a:lnTo>
                  <a:lnTo>
                    <a:pt x="1314" y="222"/>
                  </a:lnTo>
                  <a:lnTo>
                    <a:pt x="1320" y="210"/>
                  </a:lnTo>
                  <a:lnTo>
                    <a:pt x="1326" y="204"/>
                  </a:lnTo>
                  <a:lnTo>
                    <a:pt x="1326" y="198"/>
                  </a:lnTo>
                  <a:lnTo>
                    <a:pt x="1320" y="192"/>
                  </a:lnTo>
                  <a:lnTo>
                    <a:pt x="1308" y="186"/>
                  </a:lnTo>
                  <a:lnTo>
                    <a:pt x="1326" y="168"/>
                  </a:lnTo>
                  <a:lnTo>
                    <a:pt x="1320" y="144"/>
                  </a:lnTo>
                  <a:lnTo>
                    <a:pt x="1302" y="144"/>
                  </a:lnTo>
                  <a:lnTo>
                    <a:pt x="1296" y="120"/>
                  </a:lnTo>
                  <a:lnTo>
                    <a:pt x="1290" y="120"/>
                  </a:lnTo>
                  <a:lnTo>
                    <a:pt x="1284" y="114"/>
                  </a:lnTo>
                  <a:lnTo>
                    <a:pt x="1272" y="108"/>
                  </a:lnTo>
                  <a:lnTo>
                    <a:pt x="1260" y="96"/>
                  </a:lnTo>
                  <a:lnTo>
                    <a:pt x="1254" y="84"/>
                  </a:lnTo>
                  <a:lnTo>
                    <a:pt x="1248" y="66"/>
                  </a:lnTo>
                  <a:lnTo>
                    <a:pt x="1236" y="60"/>
                  </a:lnTo>
                  <a:lnTo>
                    <a:pt x="1230" y="54"/>
                  </a:lnTo>
                  <a:lnTo>
                    <a:pt x="1218" y="66"/>
                  </a:lnTo>
                  <a:lnTo>
                    <a:pt x="1218" y="72"/>
                  </a:lnTo>
                  <a:lnTo>
                    <a:pt x="1206" y="84"/>
                  </a:lnTo>
                  <a:lnTo>
                    <a:pt x="1200" y="84"/>
                  </a:lnTo>
                  <a:lnTo>
                    <a:pt x="1188" y="78"/>
                  </a:lnTo>
                  <a:lnTo>
                    <a:pt x="1188" y="72"/>
                  </a:lnTo>
                  <a:lnTo>
                    <a:pt x="1176" y="66"/>
                  </a:lnTo>
                  <a:lnTo>
                    <a:pt x="1164" y="66"/>
                  </a:lnTo>
                  <a:lnTo>
                    <a:pt x="1158" y="72"/>
                  </a:lnTo>
                  <a:lnTo>
                    <a:pt x="1152" y="84"/>
                  </a:lnTo>
                  <a:lnTo>
                    <a:pt x="1146" y="90"/>
                  </a:lnTo>
                  <a:lnTo>
                    <a:pt x="1098" y="66"/>
                  </a:lnTo>
                  <a:lnTo>
                    <a:pt x="1098" y="42"/>
                  </a:lnTo>
                  <a:lnTo>
                    <a:pt x="1068" y="18"/>
                  </a:lnTo>
                  <a:lnTo>
                    <a:pt x="1062" y="6"/>
                  </a:lnTo>
                  <a:lnTo>
                    <a:pt x="1044" y="24"/>
                  </a:lnTo>
                  <a:lnTo>
                    <a:pt x="1026" y="30"/>
                  </a:lnTo>
                  <a:lnTo>
                    <a:pt x="1002" y="30"/>
                  </a:lnTo>
                  <a:lnTo>
                    <a:pt x="990" y="18"/>
                  </a:lnTo>
                  <a:lnTo>
                    <a:pt x="990" y="12"/>
                  </a:lnTo>
                  <a:lnTo>
                    <a:pt x="954" y="18"/>
                  </a:lnTo>
                  <a:lnTo>
                    <a:pt x="942" y="6"/>
                  </a:lnTo>
                  <a:lnTo>
                    <a:pt x="942" y="0"/>
                  </a:lnTo>
                  <a:lnTo>
                    <a:pt x="936" y="0"/>
                  </a:lnTo>
                  <a:lnTo>
                    <a:pt x="918" y="18"/>
                  </a:lnTo>
                  <a:lnTo>
                    <a:pt x="918" y="30"/>
                  </a:lnTo>
                  <a:lnTo>
                    <a:pt x="906" y="30"/>
                  </a:lnTo>
                  <a:lnTo>
                    <a:pt x="900" y="36"/>
                  </a:lnTo>
                  <a:lnTo>
                    <a:pt x="876" y="36"/>
                  </a:lnTo>
                  <a:lnTo>
                    <a:pt x="864" y="24"/>
                  </a:lnTo>
                  <a:lnTo>
                    <a:pt x="840" y="42"/>
                  </a:lnTo>
                  <a:lnTo>
                    <a:pt x="822" y="42"/>
                  </a:lnTo>
                  <a:lnTo>
                    <a:pt x="810" y="54"/>
                  </a:lnTo>
                  <a:lnTo>
                    <a:pt x="798" y="60"/>
                  </a:lnTo>
                  <a:lnTo>
                    <a:pt x="792" y="66"/>
                  </a:lnTo>
                  <a:lnTo>
                    <a:pt x="786" y="66"/>
                  </a:lnTo>
                  <a:lnTo>
                    <a:pt x="762" y="42"/>
                  </a:lnTo>
                  <a:lnTo>
                    <a:pt x="756" y="54"/>
                  </a:lnTo>
                  <a:lnTo>
                    <a:pt x="738" y="72"/>
                  </a:lnTo>
                  <a:lnTo>
                    <a:pt x="738" y="84"/>
                  </a:lnTo>
                  <a:lnTo>
                    <a:pt x="732" y="90"/>
                  </a:lnTo>
                  <a:lnTo>
                    <a:pt x="726" y="102"/>
                  </a:lnTo>
                  <a:lnTo>
                    <a:pt x="720" y="108"/>
                  </a:lnTo>
                  <a:lnTo>
                    <a:pt x="708" y="102"/>
                  </a:lnTo>
                  <a:lnTo>
                    <a:pt x="702" y="96"/>
                  </a:lnTo>
                  <a:lnTo>
                    <a:pt x="690" y="90"/>
                  </a:lnTo>
                  <a:lnTo>
                    <a:pt x="642" y="90"/>
                  </a:lnTo>
                  <a:lnTo>
                    <a:pt x="630" y="84"/>
                  </a:lnTo>
                  <a:lnTo>
                    <a:pt x="624" y="78"/>
                  </a:lnTo>
                  <a:lnTo>
                    <a:pt x="582" y="78"/>
                  </a:lnTo>
                  <a:lnTo>
                    <a:pt x="582" y="48"/>
                  </a:lnTo>
                  <a:lnTo>
                    <a:pt x="576" y="42"/>
                  </a:lnTo>
                  <a:lnTo>
                    <a:pt x="558" y="42"/>
                  </a:lnTo>
                  <a:lnTo>
                    <a:pt x="558" y="30"/>
                  </a:lnTo>
                  <a:lnTo>
                    <a:pt x="546" y="24"/>
                  </a:lnTo>
                  <a:lnTo>
                    <a:pt x="534" y="24"/>
                  </a:lnTo>
                  <a:lnTo>
                    <a:pt x="516" y="18"/>
                  </a:lnTo>
                  <a:lnTo>
                    <a:pt x="504" y="18"/>
                  </a:lnTo>
                  <a:lnTo>
                    <a:pt x="492" y="24"/>
                  </a:lnTo>
                  <a:lnTo>
                    <a:pt x="486" y="30"/>
                  </a:lnTo>
                  <a:lnTo>
                    <a:pt x="486" y="36"/>
                  </a:lnTo>
                  <a:lnTo>
                    <a:pt x="480" y="48"/>
                  </a:lnTo>
                  <a:lnTo>
                    <a:pt x="480" y="54"/>
                  </a:lnTo>
                  <a:lnTo>
                    <a:pt x="474" y="66"/>
                  </a:lnTo>
                  <a:lnTo>
                    <a:pt x="462" y="78"/>
                  </a:lnTo>
                  <a:lnTo>
                    <a:pt x="456" y="78"/>
                  </a:lnTo>
                  <a:lnTo>
                    <a:pt x="444" y="90"/>
                  </a:lnTo>
                  <a:lnTo>
                    <a:pt x="444" y="102"/>
                  </a:lnTo>
                  <a:lnTo>
                    <a:pt x="450" y="102"/>
                  </a:lnTo>
                  <a:lnTo>
                    <a:pt x="450" y="120"/>
                  </a:lnTo>
                  <a:lnTo>
                    <a:pt x="438" y="138"/>
                  </a:lnTo>
                  <a:lnTo>
                    <a:pt x="450" y="150"/>
                  </a:lnTo>
                  <a:lnTo>
                    <a:pt x="450" y="186"/>
                  </a:lnTo>
                  <a:lnTo>
                    <a:pt x="444" y="198"/>
                  </a:lnTo>
                  <a:lnTo>
                    <a:pt x="438" y="216"/>
                  </a:lnTo>
                  <a:lnTo>
                    <a:pt x="426" y="228"/>
                  </a:lnTo>
                  <a:lnTo>
                    <a:pt x="414" y="252"/>
                  </a:lnTo>
                  <a:lnTo>
                    <a:pt x="408" y="258"/>
                  </a:lnTo>
                  <a:lnTo>
                    <a:pt x="408" y="288"/>
                  </a:lnTo>
                  <a:lnTo>
                    <a:pt x="414" y="300"/>
                  </a:lnTo>
                  <a:lnTo>
                    <a:pt x="414" y="324"/>
                  </a:lnTo>
                  <a:lnTo>
                    <a:pt x="396" y="360"/>
                  </a:lnTo>
                  <a:lnTo>
                    <a:pt x="396" y="372"/>
                  </a:lnTo>
                  <a:lnTo>
                    <a:pt x="402" y="378"/>
                  </a:lnTo>
                  <a:lnTo>
                    <a:pt x="408" y="390"/>
                  </a:lnTo>
                  <a:lnTo>
                    <a:pt x="408" y="414"/>
                  </a:lnTo>
                  <a:lnTo>
                    <a:pt x="402" y="426"/>
                  </a:lnTo>
                  <a:lnTo>
                    <a:pt x="390" y="432"/>
                  </a:lnTo>
                  <a:lnTo>
                    <a:pt x="390" y="486"/>
                  </a:lnTo>
                  <a:lnTo>
                    <a:pt x="384" y="492"/>
                  </a:lnTo>
                  <a:lnTo>
                    <a:pt x="372" y="498"/>
                  </a:lnTo>
                  <a:lnTo>
                    <a:pt x="366" y="510"/>
                  </a:lnTo>
                  <a:lnTo>
                    <a:pt x="318" y="534"/>
                  </a:lnTo>
                  <a:lnTo>
                    <a:pt x="312" y="540"/>
                  </a:lnTo>
                  <a:lnTo>
                    <a:pt x="306" y="552"/>
                  </a:lnTo>
                  <a:lnTo>
                    <a:pt x="306" y="588"/>
                  </a:lnTo>
                  <a:lnTo>
                    <a:pt x="282" y="612"/>
                  </a:lnTo>
                  <a:lnTo>
                    <a:pt x="276" y="612"/>
                  </a:lnTo>
                  <a:lnTo>
                    <a:pt x="282" y="714"/>
                  </a:lnTo>
                  <a:lnTo>
                    <a:pt x="252" y="756"/>
                  </a:lnTo>
                  <a:lnTo>
                    <a:pt x="246" y="762"/>
                  </a:lnTo>
                  <a:lnTo>
                    <a:pt x="228" y="762"/>
                  </a:lnTo>
                  <a:lnTo>
                    <a:pt x="216" y="774"/>
                  </a:lnTo>
                  <a:lnTo>
                    <a:pt x="210" y="786"/>
                  </a:lnTo>
                  <a:lnTo>
                    <a:pt x="192" y="804"/>
                  </a:lnTo>
                  <a:lnTo>
                    <a:pt x="186" y="816"/>
                  </a:lnTo>
                  <a:lnTo>
                    <a:pt x="180" y="822"/>
                  </a:lnTo>
                  <a:lnTo>
                    <a:pt x="168" y="828"/>
                  </a:lnTo>
                  <a:lnTo>
                    <a:pt x="150" y="828"/>
                  </a:lnTo>
                  <a:lnTo>
                    <a:pt x="144" y="822"/>
                  </a:lnTo>
                  <a:lnTo>
                    <a:pt x="150" y="810"/>
                  </a:lnTo>
                  <a:lnTo>
                    <a:pt x="150" y="780"/>
                  </a:lnTo>
                  <a:lnTo>
                    <a:pt x="144" y="780"/>
                  </a:lnTo>
                  <a:lnTo>
                    <a:pt x="126" y="798"/>
                  </a:lnTo>
                  <a:lnTo>
                    <a:pt x="102" y="792"/>
                  </a:lnTo>
                  <a:lnTo>
                    <a:pt x="102" y="810"/>
                  </a:lnTo>
                  <a:lnTo>
                    <a:pt x="96" y="822"/>
                  </a:lnTo>
                  <a:lnTo>
                    <a:pt x="90" y="828"/>
                  </a:lnTo>
                  <a:lnTo>
                    <a:pt x="78" y="828"/>
                  </a:lnTo>
                  <a:lnTo>
                    <a:pt x="72" y="822"/>
                  </a:lnTo>
                  <a:lnTo>
                    <a:pt x="72" y="816"/>
                  </a:lnTo>
                  <a:lnTo>
                    <a:pt x="66" y="810"/>
                  </a:lnTo>
                  <a:lnTo>
                    <a:pt x="66" y="804"/>
                  </a:lnTo>
                  <a:lnTo>
                    <a:pt x="54" y="804"/>
                  </a:lnTo>
                  <a:lnTo>
                    <a:pt x="48" y="816"/>
                  </a:lnTo>
                  <a:lnTo>
                    <a:pt x="12" y="846"/>
                  </a:lnTo>
                  <a:lnTo>
                    <a:pt x="18" y="858"/>
                  </a:lnTo>
                  <a:lnTo>
                    <a:pt x="18" y="864"/>
                  </a:lnTo>
                  <a:lnTo>
                    <a:pt x="24" y="876"/>
                  </a:lnTo>
                  <a:lnTo>
                    <a:pt x="24" y="882"/>
                  </a:lnTo>
                  <a:lnTo>
                    <a:pt x="18" y="888"/>
                  </a:lnTo>
                  <a:lnTo>
                    <a:pt x="6" y="894"/>
                  </a:lnTo>
                  <a:lnTo>
                    <a:pt x="0" y="900"/>
                  </a:lnTo>
                  <a:lnTo>
                    <a:pt x="6" y="906"/>
                  </a:lnTo>
                  <a:lnTo>
                    <a:pt x="6" y="912"/>
                  </a:lnTo>
                  <a:lnTo>
                    <a:pt x="18" y="918"/>
                  </a:lnTo>
                  <a:lnTo>
                    <a:pt x="18" y="924"/>
                  </a:lnTo>
                  <a:lnTo>
                    <a:pt x="54" y="906"/>
                  </a:lnTo>
                  <a:lnTo>
                    <a:pt x="78" y="912"/>
                  </a:lnTo>
                  <a:lnTo>
                    <a:pt x="84" y="906"/>
                  </a:lnTo>
                  <a:lnTo>
                    <a:pt x="96" y="912"/>
                  </a:lnTo>
                  <a:lnTo>
                    <a:pt x="120" y="906"/>
                  </a:lnTo>
                  <a:lnTo>
                    <a:pt x="132" y="912"/>
                  </a:lnTo>
                  <a:lnTo>
                    <a:pt x="162" y="912"/>
                  </a:lnTo>
                  <a:lnTo>
                    <a:pt x="174" y="906"/>
                  </a:lnTo>
                  <a:lnTo>
                    <a:pt x="186" y="906"/>
                  </a:lnTo>
                  <a:lnTo>
                    <a:pt x="198" y="912"/>
                  </a:lnTo>
                  <a:lnTo>
                    <a:pt x="228" y="912"/>
                  </a:lnTo>
                  <a:lnTo>
                    <a:pt x="246" y="906"/>
                  </a:lnTo>
                  <a:lnTo>
                    <a:pt x="270" y="906"/>
                  </a:lnTo>
                  <a:lnTo>
                    <a:pt x="276" y="900"/>
                  </a:lnTo>
                  <a:lnTo>
                    <a:pt x="294" y="900"/>
                  </a:lnTo>
                  <a:lnTo>
                    <a:pt x="300" y="906"/>
                  </a:lnTo>
                  <a:lnTo>
                    <a:pt x="306" y="918"/>
                  </a:lnTo>
                  <a:lnTo>
                    <a:pt x="318" y="930"/>
                  </a:lnTo>
                  <a:lnTo>
                    <a:pt x="318" y="972"/>
                  </a:lnTo>
                  <a:lnTo>
                    <a:pt x="336" y="990"/>
                  </a:lnTo>
                  <a:lnTo>
                    <a:pt x="336" y="1014"/>
                  </a:lnTo>
                  <a:lnTo>
                    <a:pt x="330" y="1020"/>
                  </a:lnTo>
                  <a:lnTo>
                    <a:pt x="330" y="1026"/>
                  </a:lnTo>
                  <a:lnTo>
                    <a:pt x="336" y="1032"/>
                  </a:lnTo>
                  <a:lnTo>
                    <a:pt x="342" y="1032"/>
                  </a:lnTo>
                  <a:lnTo>
                    <a:pt x="354" y="1044"/>
                  </a:lnTo>
                  <a:lnTo>
                    <a:pt x="354" y="1056"/>
                  </a:lnTo>
                  <a:lnTo>
                    <a:pt x="360" y="1062"/>
                  </a:lnTo>
                  <a:lnTo>
                    <a:pt x="372" y="1086"/>
                  </a:lnTo>
                  <a:lnTo>
                    <a:pt x="402" y="1086"/>
                  </a:lnTo>
                  <a:lnTo>
                    <a:pt x="414" y="1092"/>
                  </a:lnTo>
                  <a:lnTo>
                    <a:pt x="420" y="1080"/>
                  </a:lnTo>
                  <a:lnTo>
                    <a:pt x="444" y="1080"/>
                  </a:lnTo>
                  <a:lnTo>
                    <a:pt x="456" y="1074"/>
                  </a:lnTo>
                  <a:lnTo>
                    <a:pt x="462" y="1080"/>
                  </a:lnTo>
                  <a:lnTo>
                    <a:pt x="504" y="1074"/>
                  </a:lnTo>
                  <a:lnTo>
                    <a:pt x="504" y="1056"/>
                  </a:lnTo>
                  <a:lnTo>
                    <a:pt x="510" y="1050"/>
                  </a:lnTo>
                  <a:lnTo>
                    <a:pt x="510" y="1044"/>
                  </a:lnTo>
                  <a:lnTo>
                    <a:pt x="522" y="1044"/>
                  </a:lnTo>
                  <a:lnTo>
                    <a:pt x="522" y="1032"/>
                  </a:lnTo>
                  <a:lnTo>
                    <a:pt x="516" y="1020"/>
                  </a:lnTo>
                  <a:lnTo>
                    <a:pt x="510" y="1014"/>
                  </a:lnTo>
                  <a:lnTo>
                    <a:pt x="510" y="1008"/>
                  </a:lnTo>
                  <a:lnTo>
                    <a:pt x="516" y="1002"/>
                  </a:lnTo>
                  <a:lnTo>
                    <a:pt x="564" y="1002"/>
                  </a:lnTo>
                  <a:lnTo>
                    <a:pt x="564" y="996"/>
                  </a:lnTo>
                  <a:lnTo>
                    <a:pt x="576" y="996"/>
                  </a:lnTo>
                  <a:lnTo>
                    <a:pt x="588" y="1002"/>
                  </a:lnTo>
                  <a:lnTo>
                    <a:pt x="588" y="1026"/>
                  </a:lnTo>
                  <a:lnTo>
                    <a:pt x="678" y="1026"/>
                  </a:lnTo>
                  <a:lnTo>
                    <a:pt x="678" y="1050"/>
                  </a:lnTo>
                  <a:lnTo>
                    <a:pt x="666" y="1068"/>
                  </a:lnTo>
                  <a:lnTo>
                    <a:pt x="672" y="1086"/>
                  </a:lnTo>
                  <a:lnTo>
                    <a:pt x="684" y="1098"/>
                  </a:lnTo>
                  <a:lnTo>
                    <a:pt x="690" y="1110"/>
                  </a:lnTo>
                  <a:lnTo>
                    <a:pt x="690" y="1122"/>
                  </a:lnTo>
                  <a:lnTo>
                    <a:pt x="684" y="1134"/>
                  </a:lnTo>
                  <a:lnTo>
                    <a:pt x="678" y="1140"/>
                  </a:lnTo>
                  <a:lnTo>
                    <a:pt x="684" y="1164"/>
                  </a:lnTo>
                  <a:lnTo>
                    <a:pt x="684" y="1176"/>
                  </a:lnTo>
                  <a:lnTo>
                    <a:pt x="678" y="1182"/>
                  </a:lnTo>
                  <a:lnTo>
                    <a:pt x="678" y="1194"/>
                  </a:lnTo>
                  <a:lnTo>
                    <a:pt x="684" y="1212"/>
                  </a:lnTo>
                  <a:lnTo>
                    <a:pt x="696" y="1230"/>
                  </a:lnTo>
                  <a:lnTo>
                    <a:pt x="708" y="1254"/>
                  </a:lnTo>
                  <a:lnTo>
                    <a:pt x="714" y="1260"/>
                  </a:lnTo>
                  <a:lnTo>
                    <a:pt x="714" y="1278"/>
                  </a:lnTo>
                  <a:lnTo>
                    <a:pt x="708" y="1290"/>
                  </a:lnTo>
                  <a:lnTo>
                    <a:pt x="708" y="1302"/>
                  </a:lnTo>
                  <a:lnTo>
                    <a:pt x="702" y="1308"/>
                  </a:lnTo>
                  <a:lnTo>
                    <a:pt x="702" y="1332"/>
                  </a:lnTo>
                  <a:lnTo>
                    <a:pt x="708" y="1338"/>
                  </a:lnTo>
                  <a:lnTo>
                    <a:pt x="714" y="1338"/>
                  </a:lnTo>
                  <a:lnTo>
                    <a:pt x="720" y="1344"/>
                  </a:lnTo>
                  <a:lnTo>
                    <a:pt x="726" y="1326"/>
                  </a:lnTo>
                  <a:lnTo>
                    <a:pt x="756" y="1332"/>
                  </a:lnTo>
                  <a:lnTo>
                    <a:pt x="780" y="1326"/>
                  </a:lnTo>
                  <a:lnTo>
                    <a:pt x="780" y="1314"/>
                  </a:lnTo>
                  <a:lnTo>
                    <a:pt x="792" y="1314"/>
                  </a:lnTo>
                  <a:lnTo>
                    <a:pt x="804" y="1326"/>
                  </a:lnTo>
                  <a:lnTo>
                    <a:pt x="828" y="1326"/>
                  </a:lnTo>
                  <a:lnTo>
                    <a:pt x="834" y="1308"/>
                  </a:lnTo>
                  <a:lnTo>
                    <a:pt x="840" y="1320"/>
                  </a:lnTo>
                  <a:lnTo>
                    <a:pt x="858" y="1320"/>
                  </a:lnTo>
                  <a:lnTo>
                    <a:pt x="858" y="1350"/>
                  </a:lnTo>
                  <a:lnTo>
                    <a:pt x="864" y="1356"/>
                  </a:lnTo>
                  <a:lnTo>
                    <a:pt x="882" y="1356"/>
                  </a:lnTo>
                  <a:lnTo>
                    <a:pt x="882" y="1350"/>
                  </a:lnTo>
                  <a:lnTo>
                    <a:pt x="876" y="1344"/>
                  </a:lnTo>
                  <a:lnTo>
                    <a:pt x="918" y="1338"/>
                  </a:lnTo>
                  <a:lnTo>
                    <a:pt x="918" y="1356"/>
                  </a:lnTo>
                  <a:lnTo>
                    <a:pt x="924" y="1368"/>
                  </a:lnTo>
                  <a:lnTo>
                    <a:pt x="930" y="1374"/>
                  </a:lnTo>
                  <a:lnTo>
                    <a:pt x="948" y="1386"/>
                  </a:lnTo>
                  <a:lnTo>
                    <a:pt x="984" y="1392"/>
                  </a:lnTo>
                  <a:lnTo>
                    <a:pt x="1014" y="1398"/>
                  </a:lnTo>
                  <a:lnTo>
                    <a:pt x="1032" y="1398"/>
                  </a:lnTo>
                  <a:lnTo>
                    <a:pt x="1032" y="1392"/>
                  </a:lnTo>
                  <a:lnTo>
                    <a:pt x="1038" y="1386"/>
                  </a:lnTo>
                  <a:lnTo>
                    <a:pt x="1038" y="1368"/>
                  </a:lnTo>
                  <a:lnTo>
                    <a:pt x="1044" y="1362"/>
                  </a:lnTo>
                  <a:lnTo>
                    <a:pt x="1050" y="1362"/>
                  </a:lnTo>
                  <a:lnTo>
                    <a:pt x="1062" y="1374"/>
                  </a:lnTo>
                  <a:lnTo>
                    <a:pt x="1062" y="1386"/>
                  </a:lnTo>
                  <a:lnTo>
                    <a:pt x="1068" y="1392"/>
                  </a:lnTo>
                  <a:lnTo>
                    <a:pt x="1080" y="1392"/>
                  </a:lnTo>
                  <a:lnTo>
                    <a:pt x="1080" y="1404"/>
                  </a:lnTo>
                  <a:lnTo>
                    <a:pt x="1074" y="1404"/>
                  </a:lnTo>
                  <a:lnTo>
                    <a:pt x="1074" y="1416"/>
                  </a:lnTo>
                  <a:lnTo>
                    <a:pt x="1104" y="1416"/>
                  </a:lnTo>
                  <a:lnTo>
                    <a:pt x="1110" y="1422"/>
                  </a:lnTo>
                  <a:lnTo>
                    <a:pt x="1110" y="1434"/>
                  </a:lnTo>
                  <a:lnTo>
                    <a:pt x="1122" y="1434"/>
                  </a:lnTo>
                  <a:lnTo>
                    <a:pt x="1128" y="1428"/>
                  </a:lnTo>
                  <a:lnTo>
                    <a:pt x="1134" y="1428"/>
                  </a:lnTo>
                  <a:lnTo>
                    <a:pt x="1140" y="1434"/>
                  </a:lnTo>
                  <a:lnTo>
                    <a:pt x="1146" y="1446"/>
                  </a:lnTo>
                  <a:lnTo>
                    <a:pt x="1146" y="1452"/>
                  </a:lnTo>
                  <a:lnTo>
                    <a:pt x="1152" y="1464"/>
                  </a:lnTo>
                  <a:lnTo>
                    <a:pt x="1164" y="1464"/>
                  </a:lnTo>
                  <a:lnTo>
                    <a:pt x="1176" y="1476"/>
                  </a:lnTo>
                  <a:lnTo>
                    <a:pt x="1176" y="1488"/>
                  </a:lnTo>
                  <a:lnTo>
                    <a:pt x="1182" y="1500"/>
                  </a:lnTo>
                  <a:lnTo>
                    <a:pt x="1182" y="1512"/>
                  </a:lnTo>
                  <a:lnTo>
                    <a:pt x="1200" y="1512"/>
                  </a:lnTo>
                  <a:lnTo>
                    <a:pt x="1218" y="1500"/>
                  </a:lnTo>
                  <a:lnTo>
                    <a:pt x="1224" y="1512"/>
                  </a:lnTo>
                  <a:lnTo>
                    <a:pt x="1224" y="1518"/>
                  </a:lnTo>
                  <a:lnTo>
                    <a:pt x="1230" y="1518"/>
                  </a:lnTo>
                  <a:lnTo>
                    <a:pt x="1236" y="1500"/>
                  </a:lnTo>
                  <a:lnTo>
                    <a:pt x="1242" y="1464"/>
                  </a:lnTo>
                  <a:lnTo>
                    <a:pt x="1242" y="1416"/>
                  </a:lnTo>
                  <a:lnTo>
                    <a:pt x="1218" y="1416"/>
                  </a:lnTo>
                  <a:lnTo>
                    <a:pt x="1218" y="1434"/>
                  </a:lnTo>
                  <a:lnTo>
                    <a:pt x="1212" y="1440"/>
                  </a:lnTo>
                  <a:lnTo>
                    <a:pt x="1206" y="1440"/>
                  </a:lnTo>
                  <a:lnTo>
                    <a:pt x="1194" y="1434"/>
                  </a:lnTo>
                  <a:lnTo>
                    <a:pt x="1164" y="1404"/>
                  </a:lnTo>
                  <a:lnTo>
                    <a:pt x="1158" y="1404"/>
                  </a:lnTo>
                  <a:lnTo>
                    <a:pt x="1158" y="1398"/>
                  </a:lnTo>
                  <a:lnTo>
                    <a:pt x="1152" y="1398"/>
                  </a:lnTo>
                  <a:lnTo>
                    <a:pt x="1140" y="1386"/>
                  </a:lnTo>
                  <a:lnTo>
                    <a:pt x="1140" y="1362"/>
                  </a:lnTo>
                  <a:lnTo>
                    <a:pt x="1146" y="1350"/>
                  </a:lnTo>
                  <a:lnTo>
                    <a:pt x="1152" y="1332"/>
                  </a:lnTo>
                  <a:lnTo>
                    <a:pt x="1158" y="1320"/>
                  </a:lnTo>
                  <a:lnTo>
                    <a:pt x="1170" y="1308"/>
                  </a:lnTo>
                  <a:lnTo>
                    <a:pt x="1170" y="1254"/>
                  </a:lnTo>
                  <a:lnTo>
                    <a:pt x="1164" y="1236"/>
                  </a:lnTo>
                  <a:lnTo>
                    <a:pt x="1164" y="1212"/>
                  </a:lnTo>
                  <a:lnTo>
                    <a:pt x="1158" y="1206"/>
                  </a:lnTo>
                  <a:lnTo>
                    <a:pt x="1158" y="1200"/>
                  </a:lnTo>
                  <a:lnTo>
                    <a:pt x="1152" y="1194"/>
                  </a:lnTo>
                  <a:lnTo>
                    <a:pt x="1152" y="1188"/>
                  </a:lnTo>
                  <a:lnTo>
                    <a:pt x="1140" y="1176"/>
                  </a:lnTo>
                  <a:lnTo>
                    <a:pt x="1146" y="1176"/>
                  </a:lnTo>
                  <a:lnTo>
                    <a:pt x="1152" y="1170"/>
                  </a:lnTo>
                  <a:lnTo>
                    <a:pt x="1164" y="1164"/>
                  </a:lnTo>
                  <a:lnTo>
                    <a:pt x="1182" y="1146"/>
                  </a:lnTo>
                  <a:lnTo>
                    <a:pt x="1182" y="1116"/>
                  </a:lnTo>
                  <a:lnTo>
                    <a:pt x="1194" y="1116"/>
                  </a:lnTo>
                  <a:lnTo>
                    <a:pt x="1212" y="1110"/>
                  </a:lnTo>
                  <a:lnTo>
                    <a:pt x="1230" y="1110"/>
                  </a:lnTo>
                  <a:lnTo>
                    <a:pt x="1242" y="1104"/>
                  </a:lnTo>
                  <a:lnTo>
                    <a:pt x="1260" y="1104"/>
                  </a:lnTo>
                  <a:lnTo>
                    <a:pt x="1284" y="1092"/>
                  </a:lnTo>
                  <a:lnTo>
                    <a:pt x="1290" y="1092"/>
                  </a:lnTo>
                  <a:lnTo>
                    <a:pt x="1290" y="1086"/>
                  </a:lnTo>
                  <a:lnTo>
                    <a:pt x="1284" y="1074"/>
                  </a:lnTo>
                  <a:lnTo>
                    <a:pt x="1272" y="1062"/>
                  </a:lnTo>
                  <a:lnTo>
                    <a:pt x="1272" y="1014"/>
                  </a:lnTo>
                  <a:lnTo>
                    <a:pt x="1248" y="1014"/>
                  </a:lnTo>
                  <a:lnTo>
                    <a:pt x="1248" y="1008"/>
                  </a:lnTo>
                  <a:lnTo>
                    <a:pt x="1242" y="996"/>
                  </a:lnTo>
                  <a:lnTo>
                    <a:pt x="1242" y="978"/>
                  </a:lnTo>
                  <a:lnTo>
                    <a:pt x="1236" y="972"/>
                  </a:lnTo>
                  <a:lnTo>
                    <a:pt x="1224" y="966"/>
                  </a:lnTo>
                  <a:lnTo>
                    <a:pt x="1218" y="960"/>
                  </a:lnTo>
                  <a:lnTo>
                    <a:pt x="1206" y="936"/>
                  </a:lnTo>
                  <a:lnTo>
                    <a:pt x="1206" y="906"/>
                  </a:lnTo>
                  <a:lnTo>
                    <a:pt x="1212" y="900"/>
                  </a:lnTo>
                  <a:lnTo>
                    <a:pt x="1212" y="876"/>
                  </a:lnTo>
                  <a:lnTo>
                    <a:pt x="1200" y="864"/>
                  </a:lnTo>
                  <a:lnTo>
                    <a:pt x="1194" y="852"/>
                  </a:lnTo>
                  <a:lnTo>
                    <a:pt x="1194" y="804"/>
                  </a:lnTo>
                  <a:lnTo>
                    <a:pt x="1200" y="780"/>
                  </a:lnTo>
                  <a:lnTo>
                    <a:pt x="1200" y="750"/>
                  </a:lnTo>
                  <a:lnTo>
                    <a:pt x="1212" y="738"/>
                  </a:lnTo>
                  <a:lnTo>
                    <a:pt x="1218" y="744"/>
                  </a:lnTo>
                  <a:lnTo>
                    <a:pt x="1218" y="732"/>
                  </a:lnTo>
                  <a:lnTo>
                    <a:pt x="1224" y="726"/>
                  </a:lnTo>
                  <a:lnTo>
                    <a:pt x="1224" y="696"/>
                  </a:lnTo>
                  <a:lnTo>
                    <a:pt x="1218" y="690"/>
                  </a:lnTo>
                  <a:lnTo>
                    <a:pt x="1206" y="684"/>
                  </a:lnTo>
                  <a:lnTo>
                    <a:pt x="1200" y="678"/>
                  </a:lnTo>
                  <a:lnTo>
                    <a:pt x="1188" y="648"/>
                  </a:lnTo>
                  <a:lnTo>
                    <a:pt x="1182" y="642"/>
                  </a:lnTo>
                  <a:lnTo>
                    <a:pt x="1176" y="642"/>
                  </a:lnTo>
                  <a:lnTo>
                    <a:pt x="1176" y="636"/>
                  </a:lnTo>
                  <a:lnTo>
                    <a:pt x="1182" y="624"/>
                  </a:lnTo>
                  <a:lnTo>
                    <a:pt x="1194" y="618"/>
                  </a:lnTo>
                  <a:lnTo>
                    <a:pt x="1206" y="606"/>
                  </a:lnTo>
                  <a:lnTo>
                    <a:pt x="1206" y="594"/>
                  </a:lnTo>
                  <a:lnTo>
                    <a:pt x="1200" y="588"/>
                  </a:lnTo>
                  <a:lnTo>
                    <a:pt x="1194" y="576"/>
                  </a:lnTo>
                  <a:lnTo>
                    <a:pt x="1194" y="570"/>
                  </a:lnTo>
                  <a:lnTo>
                    <a:pt x="1200" y="564"/>
                  </a:lnTo>
                  <a:lnTo>
                    <a:pt x="1224" y="552"/>
                  </a:lnTo>
                  <a:lnTo>
                    <a:pt x="1230" y="546"/>
                  </a:lnTo>
                  <a:lnTo>
                    <a:pt x="1236" y="546"/>
                  </a:lnTo>
                  <a:lnTo>
                    <a:pt x="1242" y="46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29" name="Congo (Brazzaville)" descr="© INSCALE GmbH, 05.05.2010&#10;http://www.presentationload.com/">
              <a:extLst>
                <a:ext uri="{FF2B5EF4-FFF2-40B4-BE49-F238E27FC236}">
                  <a16:creationId xmlns:a16="http://schemas.microsoft.com/office/drawing/2014/main" id="{C5E68FC3-52E5-4E25-B5B0-95C802CD600C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993056" y="2903102"/>
              <a:ext cx="177062" cy="229915"/>
            </a:xfrm>
            <a:custGeom>
              <a:avLst/>
              <a:gdLst>
                <a:gd name="T0" fmla="*/ 2147483647 w 534"/>
                <a:gd name="T1" fmla="*/ 2147483647 h 702"/>
                <a:gd name="T2" fmla="*/ 2147483647 w 534"/>
                <a:gd name="T3" fmla="*/ 2147483647 h 702"/>
                <a:gd name="T4" fmla="*/ 2147483647 w 534"/>
                <a:gd name="T5" fmla="*/ 2147483647 h 702"/>
                <a:gd name="T6" fmla="*/ 2147483647 w 534"/>
                <a:gd name="T7" fmla="*/ 2147483647 h 702"/>
                <a:gd name="T8" fmla="*/ 2147483647 w 534"/>
                <a:gd name="T9" fmla="*/ 2147483647 h 702"/>
                <a:gd name="T10" fmla="*/ 2147483647 w 534"/>
                <a:gd name="T11" fmla="*/ 2147483647 h 702"/>
                <a:gd name="T12" fmla="*/ 2147483647 w 534"/>
                <a:gd name="T13" fmla="*/ 2147483647 h 702"/>
                <a:gd name="T14" fmla="*/ 2147483647 w 534"/>
                <a:gd name="T15" fmla="*/ 2147483647 h 702"/>
                <a:gd name="T16" fmla="*/ 2147483647 w 534"/>
                <a:gd name="T17" fmla="*/ 2147483647 h 702"/>
                <a:gd name="T18" fmla="*/ 2147483647 w 534"/>
                <a:gd name="T19" fmla="*/ 2147483647 h 702"/>
                <a:gd name="T20" fmla="*/ 2147483647 w 534"/>
                <a:gd name="T21" fmla="*/ 2147483647 h 702"/>
                <a:gd name="T22" fmla="*/ 2147483647 w 534"/>
                <a:gd name="T23" fmla="*/ 2147483647 h 702"/>
                <a:gd name="T24" fmla="*/ 2147483647 w 534"/>
                <a:gd name="T25" fmla="*/ 2147483647 h 702"/>
                <a:gd name="T26" fmla="*/ 2147483647 w 534"/>
                <a:gd name="T27" fmla="*/ 2147483647 h 702"/>
                <a:gd name="T28" fmla="*/ 2147483647 w 534"/>
                <a:gd name="T29" fmla="*/ 2147483647 h 702"/>
                <a:gd name="T30" fmla="*/ 2147483647 w 534"/>
                <a:gd name="T31" fmla="*/ 2147483647 h 702"/>
                <a:gd name="T32" fmla="*/ 2147483647 w 534"/>
                <a:gd name="T33" fmla="*/ 2147483647 h 702"/>
                <a:gd name="T34" fmla="*/ 2147483647 w 534"/>
                <a:gd name="T35" fmla="*/ 2147483647 h 702"/>
                <a:gd name="T36" fmla="*/ 2147483647 w 534"/>
                <a:gd name="T37" fmla="*/ 2147483647 h 702"/>
                <a:gd name="T38" fmla="*/ 2147483647 w 534"/>
                <a:gd name="T39" fmla="*/ 2147483647 h 702"/>
                <a:gd name="T40" fmla="*/ 2147483647 w 534"/>
                <a:gd name="T41" fmla="*/ 2147483647 h 702"/>
                <a:gd name="T42" fmla="*/ 2147483647 w 534"/>
                <a:gd name="T43" fmla="*/ 2147483647 h 702"/>
                <a:gd name="T44" fmla="*/ 2147483647 w 534"/>
                <a:gd name="T45" fmla="*/ 2147483647 h 702"/>
                <a:gd name="T46" fmla="*/ 2147483647 w 534"/>
                <a:gd name="T47" fmla="*/ 2147483647 h 702"/>
                <a:gd name="T48" fmla="*/ 2147483647 w 534"/>
                <a:gd name="T49" fmla="*/ 2147483647 h 702"/>
                <a:gd name="T50" fmla="*/ 0 w 534"/>
                <a:gd name="T51" fmla="*/ 2147483647 h 702"/>
                <a:gd name="T52" fmla="*/ 2147483647 w 534"/>
                <a:gd name="T53" fmla="*/ 2147483647 h 702"/>
                <a:gd name="T54" fmla="*/ 2147483647 w 534"/>
                <a:gd name="T55" fmla="*/ 2147483647 h 702"/>
                <a:gd name="T56" fmla="*/ 2147483647 w 534"/>
                <a:gd name="T57" fmla="*/ 2147483647 h 702"/>
                <a:gd name="T58" fmla="*/ 2147483647 w 534"/>
                <a:gd name="T59" fmla="*/ 2147483647 h 702"/>
                <a:gd name="T60" fmla="*/ 2147483647 w 534"/>
                <a:gd name="T61" fmla="*/ 2147483647 h 702"/>
                <a:gd name="T62" fmla="*/ 2147483647 w 534"/>
                <a:gd name="T63" fmla="*/ 2147483647 h 702"/>
                <a:gd name="T64" fmla="*/ 2147483647 w 534"/>
                <a:gd name="T65" fmla="*/ 2147483647 h 702"/>
                <a:gd name="T66" fmla="*/ 2147483647 w 534"/>
                <a:gd name="T67" fmla="*/ 2147483647 h 702"/>
                <a:gd name="T68" fmla="*/ 2147483647 w 534"/>
                <a:gd name="T69" fmla="*/ 2147483647 h 702"/>
                <a:gd name="T70" fmla="*/ 2147483647 w 534"/>
                <a:gd name="T71" fmla="*/ 2147483647 h 702"/>
                <a:gd name="T72" fmla="*/ 2147483647 w 534"/>
                <a:gd name="T73" fmla="*/ 2147483647 h 702"/>
                <a:gd name="T74" fmla="*/ 2147483647 w 534"/>
                <a:gd name="T75" fmla="*/ 2147483647 h 702"/>
                <a:gd name="T76" fmla="*/ 2147483647 w 534"/>
                <a:gd name="T77" fmla="*/ 2147483647 h 702"/>
                <a:gd name="T78" fmla="*/ 2147483647 w 534"/>
                <a:gd name="T79" fmla="*/ 2147483647 h 702"/>
                <a:gd name="T80" fmla="*/ 2147483647 w 534"/>
                <a:gd name="T81" fmla="*/ 2147483647 h 702"/>
                <a:gd name="T82" fmla="*/ 2147483647 w 534"/>
                <a:gd name="T83" fmla="*/ 2147483647 h 702"/>
                <a:gd name="T84" fmla="*/ 2147483647 w 534"/>
                <a:gd name="T85" fmla="*/ 2147483647 h 702"/>
                <a:gd name="T86" fmla="*/ 2147483647 w 534"/>
                <a:gd name="T87" fmla="*/ 2147483647 h 702"/>
                <a:gd name="T88" fmla="*/ 2147483647 w 534"/>
                <a:gd name="T89" fmla="*/ 2147483647 h 702"/>
                <a:gd name="T90" fmla="*/ 2147483647 w 534"/>
                <a:gd name="T91" fmla="*/ 2147483647 h 702"/>
                <a:gd name="T92" fmla="*/ 2147483647 w 534"/>
                <a:gd name="T93" fmla="*/ 2147483647 h 702"/>
                <a:gd name="T94" fmla="*/ 2147483647 w 534"/>
                <a:gd name="T95" fmla="*/ 2147483647 h 702"/>
                <a:gd name="T96" fmla="*/ 2147483647 w 534"/>
                <a:gd name="T97" fmla="*/ 2147483647 h 702"/>
                <a:gd name="T98" fmla="*/ 2147483647 w 534"/>
                <a:gd name="T99" fmla="*/ 2147483647 h 702"/>
                <a:gd name="T100" fmla="*/ 2147483647 w 534"/>
                <a:gd name="T101" fmla="*/ 2147483647 h 702"/>
                <a:gd name="T102" fmla="*/ 2147483647 w 534"/>
                <a:gd name="T103" fmla="*/ 2147483647 h 70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34"/>
                <a:gd name="T157" fmla="*/ 0 h 702"/>
                <a:gd name="T158" fmla="*/ 534 w 534"/>
                <a:gd name="T159" fmla="*/ 702 h 70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34" h="702">
                  <a:moveTo>
                    <a:pt x="366" y="120"/>
                  </a:moveTo>
                  <a:lnTo>
                    <a:pt x="360" y="126"/>
                  </a:lnTo>
                  <a:lnTo>
                    <a:pt x="354" y="168"/>
                  </a:lnTo>
                  <a:lnTo>
                    <a:pt x="330" y="144"/>
                  </a:lnTo>
                  <a:lnTo>
                    <a:pt x="294" y="144"/>
                  </a:lnTo>
                  <a:lnTo>
                    <a:pt x="288" y="138"/>
                  </a:lnTo>
                  <a:lnTo>
                    <a:pt x="276" y="138"/>
                  </a:lnTo>
                  <a:lnTo>
                    <a:pt x="270" y="132"/>
                  </a:lnTo>
                  <a:lnTo>
                    <a:pt x="258" y="126"/>
                  </a:lnTo>
                  <a:lnTo>
                    <a:pt x="210" y="126"/>
                  </a:lnTo>
                  <a:lnTo>
                    <a:pt x="192" y="132"/>
                  </a:lnTo>
                  <a:lnTo>
                    <a:pt x="162" y="132"/>
                  </a:lnTo>
                  <a:lnTo>
                    <a:pt x="144" y="162"/>
                  </a:lnTo>
                  <a:lnTo>
                    <a:pt x="150" y="198"/>
                  </a:lnTo>
                  <a:lnTo>
                    <a:pt x="156" y="204"/>
                  </a:lnTo>
                  <a:lnTo>
                    <a:pt x="180" y="204"/>
                  </a:lnTo>
                  <a:lnTo>
                    <a:pt x="186" y="198"/>
                  </a:lnTo>
                  <a:lnTo>
                    <a:pt x="186" y="180"/>
                  </a:lnTo>
                  <a:lnTo>
                    <a:pt x="204" y="180"/>
                  </a:lnTo>
                  <a:lnTo>
                    <a:pt x="210" y="186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28" y="198"/>
                  </a:lnTo>
                  <a:lnTo>
                    <a:pt x="228" y="216"/>
                  </a:lnTo>
                  <a:lnTo>
                    <a:pt x="240" y="222"/>
                  </a:lnTo>
                  <a:lnTo>
                    <a:pt x="240" y="234"/>
                  </a:lnTo>
                  <a:lnTo>
                    <a:pt x="234" y="240"/>
                  </a:lnTo>
                  <a:lnTo>
                    <a:pt x="228" y="252"/>
                  </a:lnTo>
                  <a:lnTo>
                    <a:pt x="222" y="258"/>
                  </a:lnTo>
                  <a:lnTo>
                    <a:pt x="210" y="258"/>
                  </a:lnTo>
                  <a:lnTo>
                    <a:pt x="198" y="282"/>
                  </a:lnTo>
                  <a:lnTo>
                    <a:pt x="198" y="318"/>
                  </a:lnTo>
                  <a:lnTo>
                    <a:pt x="216" y="324"/>
                  </a:lnTo>
                  <a:lnTo>
                    <a:pt x="222" y="342"/>
                  </a:lnTo>
                  <a:lnTo>
                    <a:pt x="240" y="342"/>
                  </a:lnTo>
                  <a:lnTo>
                    <a:pt x="246" y="348"/>
                  </a:lnTo>
                  <a:lnTo>
                    <a:pt x="246" y="360"/>
                  </a:lnTo>
                  <a:lnTo>
                    <a:pt x="240" y="366"/>
                  </a:lnTo>
                  <a:lnTo>
                    <a:pt x="240" y="414"/>
                  </a:lnTo>
                  <a:lnTo>
                    <a:pt x="234" y="426"/>
                  </a:lnTo>
                  <a:lnTo>
                    <a:pt x="240" y="450"/>
                  </a:lnTo>
                  <a:lnTo>
                    <a:pt x="234" y="456"/>
                  </a:lnTo>
                  <a:lnTo>
                    <a:pt x="222" y="462"/>
                  </a:lnTo>
                  <a:lnTo>
                    <a:pt x="222" y="486"/>
                  </a:lnTo>
                  <a:lnTo>
                    <a:pt x="216" y="498"/>
                  </a:lnTo>
                  <a:lnTo>
                    <a:pt x="210" y="504"/>
                  </a:lnTo>
                  <a:lnTo>
                    <a:pt x="198" y="504"/>
                  </a:lnTo>
                  <a:lnTo>
                    <a:pt x="192" y="498"/>
                  </a:lnTo>
                  <a:lnTo>
                    <a:pt x="192" y="468"/>
                  </a:lnTo>
                  <a:lnTo>
                    <a:pt x="186" y="468"/>
                  </a:lnTo>
                  <a:lnTo>
                    <a:pt x="180" y="474"/>
                  </a:lnTo>
                  <a:lnTo>
                    <a:pt x="174" y="486"/>
                  </a:lnTo>
                  <a:lnTo>
                    <a:pt x="168" y="492"/>
                  </a:lnTo>
                  <a:lnTo>
                    <a:pt x="138" y="492"/>
                  </a:lnTo>
                  <a:lnTo>
                    <a:pt x="120" y="450"/>
                  </a:lnTo>
                  <a:lnTo>
                    <a:pt x="90" y="450"/>
                  </a:lnTo>
                  <a:lnTo>
                    <a:pt x="90" y="456"/>
                  </a:lnTo>
                  <a:lnTo>
                    <a:pt x="108" y="474"/>
                  </a:lnTo>
                  <a:lnTo>
                    <a:pt x="96" y="480"/>
                  </a:lnTo>
                  <a:lnTo>
                    <a:pt x="90" y="492"/>
                  </a:lnTo>
                  <a:lnTo>
                    <a:pt x="84" y="498"/>
                  </a:lnTo>
                  <a:lnTo>
                    <a:pt x="66" y="498"/>
                  </a:lnTo>
                  <a:lnTo>
                    <a:pt x="54" y="492"/>
                  </a:lnTo>
                  <a:lnTo>
                    <a:pt x="42" y="492"/>
                  </a:lnTo>
                  <a:lnTo>
                    <a:pt x="36" y="486"/>
                  </a:lnTo>
                  <a:lnTo>
                    <a:pt x="30" y="486"/>
                  </a:lnTo>
                  <a:lnTo>
                    <a:pt x="30" y="504"/>
                  </a:lnTo>
                  <a:lnTo>
                    <a:pt x="36" y="510"/>
                  </a:lnTo>
                  <a:lnTo>
                    <a:pt x="36" y="522"/>
                  </a:lnTo>
                  <a:lnTo>
                    <a:pt x="24" y="522"/>
                  </a:lnTo>
                  <a:lnTo>
                    <a:pt x="54" y="540"/>
                  </a:lnTo>
                  <a:lnTo>
                    <a:pt x="36" y="552"/>
                  </a:lnTo>
                  <a:lnTo>
                    <a:pt x="54" y="564"/>
                  </a:lnTo>
                  <a:lnTo>
                    <a:pt x="54" y="600"/>
                  </a:lnTo>
                  <a:lnTo>
                    <a:pt x="48" y="606"/>
                  </a:lnTo>
                  <a:lnTo>
                    <a:pt x="30" y="588"/>
                  </a:lnTo>
                  <a:lnTo>
                    <a:pt x="6" y="600"/>
                  </a:lnTo>
                  <a:lnTo>
                    <a:pt x="0" y="618"/>
                  </a:lnTo>
                  <a:lnTo>
                    <a:pt x="54" y="666"/>
                  </a:lnTo>
                  <a:lnTo>
                    <a:pt x="54" y="684"/>
                  </a:lnTo>
                  <a:lnTo>
                    <a:pt x="72" y="702"/>
                  </a:lnTo>
                  <a:lnTo>
                    <a:pt x="72" y="690"/>
                  </a:lnTo>
                  <a:lnTo>
                    <a:pt x="90" y="690"/>
                  </a:lnTo>
                  <a:lnTo>
                    <a:pt x="90" y="672"/>
                  </a:lnTo>
                  <a:lnTo>
                    <a:pt x="102" y="666"/>
                  </a:lnTo>
                  <a:lnTo>
                    <a:pt x="108" y="660"/>
                  </a:lnTo>
                  <a:lnTo>
                    <a:pt x="120" y="654"/>
                  </a:lnTo>
                  <a:lnTo>
                    <a:pt x="126" y="648"/>
                  </a:lnTo>
                  <a:lnTo>
                    <a:pt x="132" y="654"/>
                  </a:lnTo>
                  <a:lnTo>
                    <a:pt x="132" y="660"/>
                  </a:lnTo>
                  <a:lnTo>
                    <a:pt x="138" y="666"/>
                  </a:lnTo>
                  <a:lnTo>
                    <a:pt x="138" y="672"/>
                  </a:lnTo>
                  <a:lnTo>
                    <a:pt x="150" y="672"/>
                  </a:lnTo>
                  <a:lnTo>
                    <a:pt x="150" y="678"/>
                  </a:lnTo>
                  <a:lnTo>
                    <a:pt x="156" y="684"/>
                  </a:lnTo>
                  <a:lnTo>
                    <a:pt x="156" y="690"/>
                  </a:lnTo>
                  <a:lnTo>
                    <a:pt x="162" y="696"/>
                  </a:lnTo>
                  <a:lnTo>
                    <a:pt x="174" y="696"/>
                  </a:lnTo>
                  <a:lnTo>
                    <a:pt x="180" y="690"/>
                  </a:lnTo>
                  <a:lnTo>
                    <a:pt x="186" y="678"/>
                  </a:lnTo>
                  <a:lnTo>
                    <a:pt x="186" y="660"/>
                  </a:lnTo>
                  <a:lnTo>
                    <a:pt x="210" y="666"/>
                  </a:lnTo>
                  <a:lnTo>
                    <a:pt x="228" y="648"/>
                  </a:lnTo>
                  <a:lnTo>
                    <a:pt x="234" y="648"/>
                  </a:lnTo>
                  <a:lnTo>
                    <a:pt x="234" y="678"/>
                  </a:lnTo>
                  <a:lnTo>
                    <a:pt x="228" y="690"/>
                  </a:lnTo>
                  <a:lnTo>
                    <a:pt x="234" y="696"/>
                  </a:lnTo>
                  <a:lnTo>
                    <a:pt x="252" y="696"/>
                  </a:lnTo>
                  <a:lnTo>
                    <a:pt x="264" y="690"/>
                  </a:lnTo>
                  <a:lnTo>
                    <a:pt x="270" y="684"/>
                  </a:lnTo>
                  <a:lnTo>
                    <a:pt x="276" y="672"/>
                  </a:lnTo>
                  <a:lnTo>
                    <a:pt x="294" y="654"/>
                  </a:lnTo>
                  <a:lnTo>
                    <a:pt x="300" y="642"/>
                  </a:lnTo>
                  <a:lnTo>
                    <a:pt x="312" y="630"/>
                  </a:lnTo>
                  <a:lnTo>
                    <a:pt x="330" y="630"/>
                  </a:lnTo>
                  <a:lnTo>
                    <a:pt x="336" y="624"/>
                  </a:lnTo>
                  <a:lnTo>
                    <a:pt x="366" y="582"/>
                  </a:lnTo>
                  <a:lnTo>
                    <a:pt x="360" y="480"/>
                  </a:lnTo>
                  <a:lnTo>
                    <a:pt x="366" y="480"/>
                  </a:lnTo>
                  <a:lnTo>
                    <a:pt x="390" y="456"/>
                  </a:lnTo>
                  <a:lnTo>
                    <a:pt x="390" y="420"/>
                  </a:lnTo>
                  <a:lnTo>
                    <a:pt x="396" y="408"/>
                  </a:lnTo>
                  <a:lnTo>
                    <a:pt x="402" y="402"/>
                  </a:lnTo>
                  <a:lnTo>
                    <a:pt x="450" y="378"/>
                  </a:lnTo>
                  <a:lnTo>
                    <a:pt x="456" y="366"/>
                  </a:lnTo>
                  <a:lnTo>
                    <a:pt x="468" y="360"/>
                  </a:lnTo>
                  <a:lnTo>
                    <a:pt x="474" y="354"/>
                  </a:lnTo>
                  <a:lnTo>
                    <a:pt x="474" y="300"/>
                  </a:lnTo>
                  <a:lnTo>
                    <a:pt x="486" y="294"/>
                  </a:lnTo>
                  <a:lnTo>
                    <a:pt x="492" y="282"/>
                  </a:lnTo>
                  <a:lnTo>
                    <a:pt x="492" y="258"/>
                  </a:lnTo>
                  <a:lnTo>
                    <a:pt x="486" y="246"/>
                  </a:lnTo>
                  <a:lnTo>
                    <a:pt x="480" y="240"/>
                  </a:lnTo>
                  <a:lnTo>
                    <a:pt x="480" y="228"/>
                  </a:lnTo>
                  <a:lnTo>
                    <a:pt x="498" y="192"/>
                  </a:lnTo>
                  <a:lnTo>
                    <a:pt x="498" y="168"/>
                  </a:lnTo>
                  <a:lnTo>
                    <a:pt x="492" y="156"/>
                  </a:lnTo>
                  <a:lnTo>
                    <a:pt x="492" y="126"/>
                  </a:lnTo>
                  <a:lnTo>
                    <a:pt x="498" y="120"/>
                  </a:lnTo>
                  <a:lnTo>
                    <a:pt x="510" y="96"/>
                  </a:lnTo>
                  <a:lnTo>
                    <a:pt x="522" y="84"/>
                  </a:lnTo>
                  <a:lnTo>
                    <a:pt x="528" y="66"/>
                  </a:lnTo>
                  <a:lnTo>
                    <a:pt x="534" y="54"/>
                  </a:lnTo>
                  <a:lnTo>
                    <a:pt x="534" y="18"/>
                  </a:lnTo>
                  <a:lnTo>
                    <a:pt x="522" y="6"/>
                  </a:lnTo>
                  <a:lnTo>
                    <a:pt x="510" y="18"/>
                  </a:lnTo>
                  <a:lnTo>
                    <a:pt x="498" y="18"/>
                  </a:lnTo>
                  <a:lnTo>
                    <a:pt x="462" y="0"/>
                  </a:lnTo>
                  <a:lnTo>
                    <a:pt x="444" y="0"/>
                  </a:lnTo>
                  <a:lnTo>
                    <a:pt x="426" y="18"/>
                  </a:lnTo>
                  <a:lnTo>
                    <a:pt x="396" y="18"/>
                  </a:lnTo>
                  <a:lnTo>
                    <a:pt x="378" y="48"/>
                  </a:lnTo>
                  <a:lnTo>
                    <a:pt x="390" y="60"/>
                  </a:lnTo>
                  <a:lnTo>
                    <a:pt x="390" y="84"/>
                  </a:lnTo>
                  <a:lnTo>
                    <a:pt x="384" y="96"/>
                  </a:lnTo>
                  <a:lnTo>
                    <a:pt x="378" y="102"/>
                  </a:lnTo>
                  <a:lnTo>
                    <a:pt x="372" y="114"/>
                  </a:lnTo>
                  <a:lnTo>
                    <a:pt x="366" y="12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30" name="Colombia" descr="© INSCALE GmbH, 05.05.2010&#10;http://www.presentationload.com/">
              <a:extLst>
                <a:ext uri="{FF2B5EF4-FFF2-40B4-BE49-F238E27FC236}">
                  <a16:creationId xmlns:a16="http://schemas.microsoft.com/office/drawing/2014/main" id="{C87607FA-245D-4773-BE6D-00825B8E5755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872196" y="2671905"/>
              <a:ext cx="286918" cy="441848"/>
            </a:xfrm>
            <a:custGeom>
              <a:avLst/>
              <a:gdLst>
                <a:gd name="T0" fmla="*/ 2147483647 w 870"/>
                <a:gd name="T1" fmla="*/ 2147483647 h 1344"/>
                <a:gd name="T2" fmla="*/ 2147483647 w 870"/>
                <a:gd name="T3" fmla="*/ 2147483647 h 1344"/>
                <a:gd name="T4" fmla="*/ 2147483647 w 870"/>
                <a:gd name="T5" fmla="*/ 2147483647 h 1344"/>
                <a:gd name="T6" fmla="*/ 2147483647 w 870"/>
                <a:gd name="T7" fmla="*/ 2147483647 h 1344"/>
                <a:gd name="T8" fmla="*/ 2147483647 w 870"/>
                <a:gd name="T9" fmla="*/ 2147483647 h 1344"/>
                <a:gd name="T10" fmla="*/ 2147483647 w 870"/>
                <a:gd name="T11" fmla="*/ 2147483647 h 1344"/>
                <a:gd name="T12" fmla="*/ 2147483647 w 870"/>
                <a:gd name="T13" fmla="*/ 2147483647 h 1344"/>
                <a:gd name="T14" fmla="*/ 2147483647 w 870"/>
                <a:gd name="T15" fmla="*/ 2147483647 h 1344"/>
                <a:gd name="T16" fmla="*/ 2147483647 w 870"/>
                <a:gd name="T17" fmla="*/ 2147483647 h 1344"/>
                <a:gd name="T18" fmla="*/ 2147483647 w 870"/>
                <a:gd name="T19" fmla="*/ 2147483647 h 1344"/>
                <a:gd name="T20" fmla="*/ 2147483647 w 870"/>
                <a:gd name="T21" fmla="*/ 2147483647 h 1344"/>
                <a:gd name="T22" fmla="*/ 2147483647 w 870"/>
                <a:gd name="T23" fmla="*/ 2147483647 h 1344"/>
                <a:gd name="T24" fmla="*/ 2147483647 w 870"/>
                <a:gd name="T25" fmla="*/ 2147483647 h 1344"/>
                <a:gd name="T26" fmla="*/ 2147483647 w 870"/>
                <a:gd name="T27" fmla="*/ 2147483647 h 1344"/>
                <a:gd name="T28" fmla="*/ 2147483647 w 870"/>
                <a:gd name="T29" fmla="*/ 2147483647 h 1344"/>
                <a:gd name="T30" fmla="*/ 2147483647 w 870"/>
                <a:gd name="T31" fmla="*/ 2147483647 h 1344"/>
                <a:gd name="T32" fmla="*/ 2147483647 w 870"/>
                <a:gd name="T33" fmla="*/ 2147483647 h 1344"/>
                <a:gd name="T34" fmla="*/ 2147483647 w 870"/>
                <a:gd name="T35" fmla="*/ 2147483647 h 1344"/>
                <a:gd name="T36" fmla="*/ 2147483647 w 870"/>
                <a:gd name="T37" fmla="*/ 2147483647 h 1344"/>
                <a:gd name="T38" fmla="*/ 2147483647 w 870"/>
                <a:gd name="T39" fmla="*/ 2147483647 h 1344"/>
                <a:gd name="T40" fmla="*/ 2147483647 w 870"/>
                <a:gd name="T41" fmla="*/ 2147483647 h 1344"/>
                <a:gd name="T42" fmla="*/ 2147483647 w 870"/>
                <a:gd name="T43" fmla="*/ 2147483647 h 1344"/>
                <a:gd name="T44" fmla="*/ 2147483647 w 870"/>
                <a:gd name="T45" fmla="*/ 2147483647 h 1344"/>
                <a:gd name="T46" fmla="*/ 2147483647 w 870"/>
                <a:gd name="T47" fmla="*/ 2147483647 h 1344"/>
                <a:gd name="T48" fmla="*/ 2147483647 w 870"/>
                <a:gd name="T49" fmla="*/ 2147483647 h 1344"/>
                <a:gd name="T50" fmla="*/ 2147483647 w 870"/>
                <a:gd name="T51" fmla="*/ 2147483647 h 1344"/>
                <a:gd name="T52" fmla="*/ 2147483647 w 870"/>
                <a:gd name="T53" fmla="*/ 2147483647 h 1344"/>
                <a:gd name="T54" fmla="*/ 2147483647 w 870"/>
                <a:gd name="T55" fmla="*/ 2147483647 h 1344"/>
                <a:gd name="T56" fmla="*/ 2147483647 w 870"/>
                <a:gd name="T57" fmla="*/ 2147483647 h 1344"/>
                <a:gd name="T58" fmla="*/ 2147483647 w 870"/>
                <a:gd name="T59" fmla="*/ 2147483647 h 1344"/>
                <a:gd name="T60" fmla="*/ 2147483647 w 870"/>
                <a:gd name="T61" fmla="*/ 2147483647 h 1344"/>
                <a:gd name="T62" fmla="*/ 2147483647 w 870"/>
                <a:gd name="T63" fmla="*/ 2147483647 h 1344"/>
                <a:gd name="T64" fmla="*/ 2147483647 w 870"/>
                <a:gd name="T65" fmla="*/ 2147483647 h 1344"/>
                <a:gd name="T66" fmla="*/ 2147483647 w 870"/>
                <a:gd name="T67" fmla="*/ 2147483647 h 1344"/>
                <a:gd name="T68" fmla="*/ 2147483647 w 870"/>
                <a:gd name="T69" fmla="*/ 2147483647 h 1344"/>
                <a:gd name="T70" fmla="*/ 2147483647 w 870"/>
                <a:gd name="T71" fmla="*/ 2147483647 h 1344"/>
                <a:gd name="T72" fmla="*/ 2147483647 w 870"/>
                <a:gd name="T73" fmla="*/ 0 h 1344"/>
                <a:gd name="T74" fmla="*/ 2147483647 w 870"/>
                <a:gd name="T75" fmla="*/ 2147483647 h 1344"/>
                <a:gd name="T76" fmla="*/ 2147483647 w 870"/>
                <a:gd name="T77" fmla="*/ 2147483647 h 1344"/>
                <a:gd name="T78" fmla="*/ 2147483647 w 870"/>
                <a:gd name="T79" fmla="*/ 2147483647 h 1344"/>
                <a:gd name="T80" fmla="*/ 2147483647 w 870"/>
                <a:gd name="T81" fmla="*/ 2147483647 h 1344"/>
                <a:gd name="T82" fmla="*/ 2147483647 w 870"/>
                <a:gd name="T83" fmla="*/ 2147483647 h 1344"/>
                <a:gd name="T84" fmla="*/ 2147483647 w 870"/>
                <a:gd name="T85" fmla="*/ 2147483647 h 1344"/>
                <a:gd name="T86" fmla="*/ 2147483647 w 870"/>
                <a:gd name="T87" fmla="*/ 2147483647 h 1344"/>
                <a:gd name="T88" fmla="*/ 2147483647 w 870"/>
                <a:gd name="T89" fmla="*/ 2147483647 h 1344"/>
                <a:gd name="T90" fmla="*/ 2147483647 w 870"/>
                <a:gd name="T91" fmla="*/ 2147483647 h 1344"/>
                <a:gd name="T92" fmla="*/ 2147483647 w 870"/>
                <a:gd name="T93" fmla="*/ 2147483647 h 1344"/>
                <a:gd name="T94" fmla="*/ 2147483647 w 870"/>
                <a:gd name="T95" fmla="*/ 2147483647 h 1344"/>
                <a:gd name="T96" fmla="*/ 2147483647 w 870"/>
                <a:gd name="T97" fmla="*/ 2147483647 h 1344"/>
                <a:gd name="T98" fmla="*/ 2147483647 w 870"/>
                <a:gd name="T99" fmla="*/ 2147483647 h 1344"/>
                <a:gd name="T100" fmla="*/ 2147483647 w 870"/>
                <a:gd name="T101" fmla="*/ 2147483647 h 1344"/>
                <a:gd name="T102" fmla="*/ 2147483647 w 870"/>
                <a:gd name="T103" fmla="*/ 2147483647 h 1344"/>
                <a:gd name="T104" fmla="*/ 2147483647 w 870"/>
                <a:gd name="T105" fmla="*/ 2147483647 h 1344"/>
                <a:gd name="T106" fmla="*/ 2147483647 w 870"/>
                <a:gd name="T107" fmla="*/ 2147483647 h 134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870"/>
                <a:gd name="T163" fmla="*/ 0 h 1344"/>
                <a:gd name="T164" fmla="*/ 870 w 870"/>
                <a:gd name="T165" fmla="*/ 1344 h 1344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870" h="1344">
                  <a:moveTo>
                    <a:pt x="36" y="912"/>
                  </a:moveTo>
                  <a:lnTo>
                    <a:pt x="60" y="924"/>
                  </a:lnTo>
                  <a:lnTo>
                    <a:pt x="66" y="936"/>
                  </a:lnTo>
                  <a:lnTo>
                    <a:pt x="84" y="936"/>
                  </a:lnTo>
                  <a:lnTo>
                    <a:pt x="96" y="942"/>
                  </a:lnTo>
                  <a:lnTo>
                    <a:pt x="102" y="948"/>
                  </a:lnTo>
                  <a:lnTo>
                    <a:pt x="108" y="960"/>
                  </a:lnTo>
                  <a:lnTo>
                    <a:pt x="108" y="966"/>
                  </a:lnTo>
                  <a:lnTo>
                    <a:pt x="114" y="972"/>
                  </a:lnTo>
                  <a:lnTo>
                    <a:pt x="126" y="978"/>
                  </a:lnTo>
                  <a:lnTo>
                    <a:pt x="138" y="978"/>
                  </a:lnTo>
                  <a:lnTo>
                    <a:pt x="144" y="972"/>
                  </a:lnTo>
                  <a:lnTo>
                    <a:pt x="156" y="978"/>
                  </a:lnTo>
                  <a:lnTo>
                    <a:pt x="162" y="984"/>
                  </a:lnTo>
                  <a:lnTo>
                    <a:pt x="186" y="984"/>
                  </a:lnTo>
                  <a:lnTo>
                    <a:pt x="186" y="972"/>
                  </a:lnTo>
                  <a:lnTo>
                    <a:pt x="192" y="966"/>
                  </a:lnTo>
                  <a:lnTo>
                    <a:pt x="198" y="966"/>
                  </a:lnTo>
                  <a:lnTo>
                    <a:pt x="210" y="972"/>
                  </a:lnTo>
                  <a:lnTo>
                    <a:pt x="210" y="978"/>
                  </a:lnTo>
                  <a:lnTo>
                    <a:pt x="216" y="984"/>
                  </a:lnTo>
                  <a:lnTo>
                    <a:pt x="216" y="990"/>
                  </a:lnTo>
                  <a:lnTo>
                    <a:pt x="228" y="1002"/>
                  </a:lnTo>
                  <a:lnTo>
                    <a:pt x="264" y="1002"/>
                  </a:lnTo>
                  <a:lnTo>
                    <a:pt x="276" y="1008"/>
                  </a:lnTo>
                  <a:lnTo>
                    <a:pt x="282" y="1014"/>
                  </a:lnTo>
                  <a:lnTo>
                    <a:pt x="294" y="1020"/>
                  </a:lnTo>
                  <a:lnTo>
                    <a:pt x="312" y="1038"/>
                  </a:lnTo>
                  <a:lnTo>
                    <a:pt x="324" y="1044"/>
                  </a:lnTo>
                  <a:lnTo>
                    <a:pt x="330" y="1050"/>
                  </a:lnTo>
                  <a:lnTo>
                    <a:pt x="342" y="1086"/>
                  </a:lnTo>
                  <a:lnTo>
                    <a:pt x="360" y="1086"/>
                  </a:lnTo>
                  <a:lnTo>
                    <a:pt x="372" y="1104"/>
                  </a:lnTo>
                  <a:lnTo>
                    <a:pt x="384" y="1104"/>
                  </a:lnTo>
                  <a:lnTo>
                    <a:pt x="390" y="1110"/>
                  </a:lnTo>
                  <a:lnTo>
                    <a:pt x="390" y="1134"/>
                  </a:lnTo>
                  <a:lnTo>
                    <a:pt x="396" y="1140"/>
                  </a:lnTo>
                  <a:lnTo>
                    <a:pt x="396" y="1146"/>
                  </a:lnTo>
                  <a:lnTo>
                    <a:pt x="408" y="1146"/>
                  </a:lnTo>
                  <a:lnTo>
                    <a:pt x="420" y="1152"/>
                  </a:lnTo>
                  <a:lnTo>
                    <a:pt x="426" y="1158"/>
                  </a:lnTo>
                  <a:lnTo>
                    <a:pt x="426" y="1164"/>
                  </a:lnTo>
                  <a:lnTo>
                    <a:pt x="420" y="1170"/>
                  </a:lnTo>
                  <a:lnTo>
                    <a:pt x="420" y="1194"/>
                  </a:lnTo>
                  <a:lnTo>
                    <a:pt x="432" y="1200"/>
                  </a:lnTo>
                  <a:lnTo>
                    <a:pt x="456" y="1206"/>
                  </a:lnTo>
                  <a:lnTo>
                    <a:pt x="492" y="1206"/>
                  </a:lnTo>
                  <a:lnTo>
                    <a:pt x="492" y="1194"/>
                  </a:lnTo>
                  <a:lnTo>
                    <a:pt x="504" y="1182"/>
                  </a:lnTo>
                  <a:lnTo>
                    <a:pt x="528" y="1182"/>
                  </a:lnTo>
                  <a:lnTo>
                    <a:pt x="534" y="1188"/>
                  </a:lnTo>
                  <a:lnTo>
                    <a:pt x="540" y="1188"/>
                  </a:lnTo>
                  <a:lnTo>
                    <a:pt x="546" y="1194"/>
                  </a:lnTo>
                  <a:lnTo>
                    <a:pt x="558" y="1194"/>
                  </a:lnTo>
                  <a:lnTo>
                    <a:pt x="570" y="1188"/>
                  </a:lnTo>
                  <a:lnTo>
                    <a:pt x="576" y="1182"/>
                  </a:lnTo>
                  <a:lnTo>
                    <a:pt x="588" y="1182"/>
                  </a:lnTo>
                  <a:lnTo>
                    <a:pt x="588" y="1188"/>
                  </a:lnTo>
                  <a:lnTo>
                    <a:pt x="594" y="1200"/>
                  </a:lnTo>
                  <a:lnTo>
                    <a:pt x="600" y="1206"/>
                  </a:lnTo>
                  <a:lnTo>
                    <a:pt x="624" y="1206"/>
                  </a:lnTo>
                  <a:lnTo>
                    <a:pt x="636" y="1212"/>
                  </a:lnTo>
                  <a:lnTo>
                    <a:pt x="642" y="1218"/>
                  </a:lnTo>
                  <a:lnTo>
                    <a:pt x="642" y="1236"/>
                  </a:lnTo>
                  <a:lnTo>
                    <a:pt x="636" y="1248"/>
                  </a:lnTo>
                  <a:lnTo>
                    <a:pt x="630" y="1254"/>
                  </a:lnTo>
                  <a:lnTo>
                    <a:pt x="624" y="1254"/>
                  </a:lnTo>
                  <a:lnTo>
                    <a:pt x="618" y="1260"/>
                  </a:lnTo>
                  <a:lnTo>
                    <a:pt x="618" y="1266"/>
                  </a:lnTo>
                  <a:lnTo>
                    <a:pt x="606" y="1290"/>
                  </a:lnTo>
                  <a:lnTo>
                    <a:pt x="606" y="1308"/>
                  </a:lnTo>
                  <a:lnTo>
                    <a:pt x="612" y="1314"/>
                  </a:lnTo>
                  <a:lnTo>
                    <a:pt x="630" y="1314"/>
                  </a:lnTo>
                  <a:lnTo>
                    <a:pt x="642" y="1332"/>
                  </a:lnTo>
                  <a:lnTo>
                    <a:pt x="660" y="1344"/>
                  </a:lnTo>
                  <a:lnTo>
                    <a:pt x="660" y="1308"/>
                  </a:lnTo>
                  <a:lnTo>
                    <a:pt x="666" y="1236"/>
                  </a:lnTo>
                  <a:lnTo>
                    <a:pt x="684" y="1188"/>
                  </a:lnTo>
                  <a:lnTo>
                    <a:pt x="678" y="1140"/>
                  </a:lnTo>
                  <a:lnTo>
                    <a:pt x="690" y="1128"/>
                  </a:lnTo>
                  <a:lnTo>
                    <a:pt x="696" y="1116"/>
                  </a:lnTo>
                  <a:lnTo>
                    <a:pt x="696" y="1104"/>
                  </a:lnTo>
                  <a:lnTo>
                    <a:pt x="690" y="1092"/>
                  </a:lnTo>
                  <a:lnTo>
                    <a:pt x="678" y="1080"/>
                  </a:lnTo>
                  <a:lnTo>
                    <a:pt x="678" y="1074"/>
                  </a:lnTo>
                  <a:lnTo>
                    <a:pt x="672" y="1068"/>
                  </a:lnTo>
                  <a:lnTo>
                    <a:pt x="672" y="1044"/>
                  </a:lnTo>
                  <a:lnTo>
                    <a:pt x="666" y="1038"/>
                  </a:lnTo>
                  <a:lnTo>
                    <a:pt x="654" y="1032"/>
                  </a:lnTo>
                  <a:lnTo>
                    <a:pt x="642" y="1020"/>
                  </a:lnTo>
                  <a:lnTo>
                    <a:pt x="636" y="1020"/>
                  </a:lnTo>
                  <a:lnTo>
                    <a:pt x="642" y="954"/>
                  </a:lnTo>
                  <a:lnTo>
                    <a:pt x="672" y="948"/>
                  </a:lnTo>
                  <a:lnTo>
                    <a:pt x="678" y="954"/>
                  </a:lnTo>
                  <a:lnTo>
                    <a:pt x="708" y="954"/>
                  </a:lnTo>
                  <a:lnTo>
                    <a:pt x="714" y="948"/>
                  </a:lnTo>
                  <a:lnTo>
                    <a:pt x="714" y="942"/>
                  </a:lnTo>
                  <a:lnTo>
                    <a:pt x="708" y="936"/>
                  </a:lnTo>
                  <a:lnTo>
                    <a:pt x="708" y="930"/>
                  </a:lnTo>
                  <a:lnTo>
                    <a:pt x="696" y="918"/>
                  </a:lnTo>
                  <a:lnTo>
                    <a:pt x="684" y="924"/>
                  </a:lnTo>
                  <a:lnTo>
                    <a:pt x="660" y="912"/>
                  </a:lnTo>
                  <a:lnTo>
                    <a:pt x="660" y="900"/>
                  </a:lnTo>
                  <a:lnTo>
                    <a:pt x="654" y="888"/>
                  </a:lnTo>
                  <a:lnTo>
                    <a:pt x="654" y="876"/>
                  </a:lnTo>
                  <a:lnTo>
                    <a:pt x="660" y="864"/>
                  </a:lnTo>
                  <a:lnTo>
                    <a:pt x="666" y="858"/>
                  </a:lnTo>
                  <a:lnTo>
                    <a:pt x="684" y="858"/>
                  </a:lnTo>
                  <a:lnTo>
                    <a:pt x="696" y="870"/>
                  </a:lnTo>
                  <a:lnTo>
                    <a:pt x="762" y="864"/>
                  </a:lnTo>
                  <a:lnTo>
                    <a:pt x="762" y="846"/>
                  </a:lnTo>
                  <a:lnTo>
                    <a:pt x="768" y="840"/>
                  </a:lnTo>
                  <a:lnTo>
                    <a:pt x="774" y="840"/>
                  </a:lnTo>
                  <a:lnTo>
                    <a:pt x="798" y="864"/>
                  </a:lnTo>
                  <a:lnTo>
                    <a:pt x="828" y="834"/>
                  </a:lnTo>
                  <a:lnTo>
                    <a:pt x="834" y="834"/>
                  </a:lnTo>
                  <a:lnTo>
                    <a:pt x="834" y="846"/>
                  </a:lnTo>
                  <a:lnTo>
                    <a:pt x="840" y="852"/>
                  </a:lnTo>
                  <a:lnTo>
                    <a:pt x="840" y="864"/>
                  </a:lnTo>
                  <a:lnTo>
                    <a:pt x="846" y="876"/>
                  </a:lnTo>
                  <a:lnTo>
                    <a:pt x="846" y="906"/>
                  </a:lnTo>
                  <a:lnTo>
                    <a:pt x="870" y="906"/>
                  </a:lnTo>
                  <a:lnTo>
                    <a:pt x="864" y="900"/>
                  </a:lnTo>
                  <a:lnTo>
                    <a:pt x="864" y="882"/>
                  </a:lnTo>
                  <a:lnTo>
                    <a:pt x="858" y="870"/>
                  </a:lnTo>
                  <a:lnTo>
                    <a:pt x="858" y="852"/>
                  </a:lnTo>
                  <a:lnTo>
                    <a:pt x="852" y="846"/>
                  </a:lnTo>
                  <a:lnTo>
                    <a:pt x="852" y="828"/>
                  </a:lnTo>
                  <a:lnTo>
                    <a:pt x="846" y="822"/>
                  </a:lnTo>
                  <a:lnTo>
                    <a:pt x="846" y="798"/>
                  </a:lnTo>
                  <a:lnTo>
                    <a:pt x="834" y="798"/>
                  </a:lnTo>
                  <a:lnTo>
                    <a:pt x="822" y="786"/>
                  </a:lnTo>
                  <a:lnTo>
                    <a:pt x="798" y="774"/>
                  </a:lnTo>
                  <a:lnTo>
                    <a:pt x="804" y="774"/>
                  </a:lnTo>
                  <a:lnTo>
                    <a:pt x="834" y="744"/>
                  </a:lnTo>
                  <a:lnTo>
                    <a:pt x="840" y="732"/>
                  </a:lnTo>
                  <a:lnTo>
                    <a:pt x="840" y="726"/>
                  </a:lnTo>
                  <a:lnTo>
                    <a:pt x="834" y="714"/>
                  </a:lnTo>
                  <a:lnTo>
                    <a:pt x="822" y="708"/>
                  </a:lnTo>
                  <a:lnTo>
                    <a:pt x="816" y="696"/>
                  </a:lnTo>
                  <a:lnTo>
                    <a:pt x="816" y="672"/>
                  </a:lnTo>
                  <a:lnTo>
                    <a:pt x="804" y="672"/>
                  </a:lnTo>
                  <a:lnTo>
                    <a:pt x="798" y="666"/>
                  </a:lnTo>
                  <a:lnTo>
                    <a:pt x="798" y="654"/>
                  </a:lnTo>
                  <a:lnTo>
                    <a:pt x="804" y="642"/>
                  </a:lnTo>
                  <a:lnTo>
                    <a:pt x="804" y="612"/>
                  </a:lnTo>
                  <a:lnTo>
                    <a:pt x="798" y="600"/>
                  </a:lnTo>
                  <a:lnTo>
                    <a:pt x="798" y="576"/>
                  </a:lnTo>
                  <a:lnTo>
                    <a:pt x="810" y="564"/>
                  </a:lnTo>
                  <a:lnTo>
                    <a:pt x="816" y="564"/>
                  </a:lnTo>
                  <a:lnTo>
                    <a:pt x="822" y="558"/>
                  </a:lnTo>
                  <a:lnTo>
                    <a:pt x="822" y="534"/>
                  </a:lnTo>
                  <a:lnTo>
                    <a:pt x="840" y="516"/>
                  </a:lnTo>
                  <a:lnTo>
                    <a:pt x="840" y="504"/>
                  </a:lnTo>
                  <a:lnTo>
                    <a:pt x="834" y="498"/>
                  </a:lnTo>
                  <a:lnTo>
                    <a:pt x="816" y="498"/>
                  </a:lnTo>
                  <a:lnTo>
                    <a:pt x="804" y="504"/>
                  </a:lnTo>
                  <a:lnTo>
                    <a:pt x="798" y="510"/>
                  </a:lnTo>
                  <a:lnTo>
                    <a:pt x="774" y="504"/>
                  </a:lnTo>
                  <a:lnTo>
                    <a:pt x="768" y="510"/>
                  </a:lnTo>
                  <a:lnTo>
                    <a:pt x="744" y="510"/>
                  </a:lnTo>
                  <a:lnTo>
                    <a:pt x="738" y="504"/>
                  </a:lnTo>
                  <a:lnTo>
                    <a:pt x="720" y="504"/>
                  </a:lnTo>
                  <a:lnTo>
                    <a:pt x="720" y="510"/>
                  </a:lnTo>
                  <a:lnTo>
                    <a:pt x="696" y="510"/>
                  </a:lnTo>
                  <a:lnTo>
                    <a:pt x="672" y="486"/>
                  </a:lnTo>
                  <a:lnTo>
                    <a:pt x="666" y="468"/>
                  </a:lnTo>
                  <a:lnTo>
                    <a:pt x="660" y="456"/>
                  </a:lnTo>
                  <a:lnTo>
                    <a:pt x="654" y="450"/>
                  </a:lnTo>
                  <a:lnTo>
                    <a:pt x="654" y="444"/>
                  </a:lnTo>
                  <a:lnTo>
                    <a:pt x="630" y="444"/>
                  </a:lnTo>
                  <a:lnTo>
                    <a:pt x="618" y="438"/>
                  </a:lnTo>
                  <a:lnTo>
                    <a:pt x="612" y="432"/>
                  </a:lnTo>
                  <a:lnTo>
                    <a:pt x="600" y="432"/>
                  </a:lnTo>
                  <a:lnTo>
                    <a:pt x="600" y="438"/>
                  </a:lnTo>
                  <a:lnTo>
                    <a:pt x="594" y="444"/>
                  </a:lnTo>
                  <a:lnTo>
                    <a:pt x="582" y="444"/>
                  </a:lnTo>
                  <a:lnTo>
                    <a:pt x="570" y="438"/>
                  </a:lnTo>
                  <a:lnTo>
                    <a:pt x="564" y="438"/>
                  </a:lnTo>
                  <a:lnTo>
                    <a:pt x="552" y="432"/>
                  </a:lnTo>
                  <a:lnTo>
                    <a:pt x="540" y="432"/>
                  </a:lnTo>
                  <a:lnTo>
                    <a:pt x="534" y="438"/>
                  </a:lnTo>
                  <a:lnTo>
                    <a:pt x="510" y="438"/>
                  </a:lnTo>
                  <a:lnTo>
                    <a:pt x="504" y="432"/>
                  </a:lnTo>
                  <a:lnTo>
                    <a:pt x="498" y="420"/>
                  </a:lnTo>
                  <a:lnTo>
                    <a:pt x="498" y="408"/>
                  </a:lnTo>
                  <a:lnTo>
                    <a:pt x="486" y="408"/>
                  </a:lnTo>
                  <a:lnTo>
                    <a:pt x="486" y="366"/>
                  </a:lnTo>
                  <a:lnTo>
                    <a:pt x="498" y="342"/>
                  </a:lnTo>
                  <a:lnTo>
                    <a:pt x="498" y="330"/>
                  </a:lnTo>
                  <a:lnTo>
                    <a:pt x="492" y="324"/>
                  </a:lnTo>
                  <a:lnTo>
                    <a:pt x="480" y="318"/>
                  </a:lnTo>
                  <a:lnTo>
                    <a:pt x="474" y="312"/>
                  </a:lnTo>
                  <a:lnTo>
                    <a:pt x="474" y="276"/>
                  </a:lnTo>
                  <a:lnTo>
                    <a:pt x="468" y="264"/>
                  </a:lnTo>
                  <a:lnTo>
                    <a:pt x="456" y="252"/>
                  </a:lnTo>
                  <a:lnTo>
                    <a:pt x="450" y="252"/>
                  </a:lnTo>
                  <a:lnTo>
                    <a:pt x="438" y="264"/>
                  </a:lnTo>
                  <a:lnTo>
                    <a:pt x="438" y="270"/>
                  </a:lnTo>
                  <a:lnTo>
                    <a:pt x="432" y="264"/>
                  </a:lnTo>
                  <a:lnTo>
                    <a:pt x="432" y="252"/>
                  </a:lnTo>
                  <a:lnTo>
                    <a:pt x="438" y="240"/>
                  </a:lnTo>
                  <a:lnTo>
                    <a:pt x="462" y="216"/>
                  </a:lnTo>
                  <a:lnTo>
                    <a:pt x="462" y="192"/>
                  </a:lnTo>
                  <a:lnTo>
                    <a:pt x="468" y="186"/>
                  </a:lnTo>
                  <a:lnTo>
                    <a:pt x="468" y="168"/>
                  </a:lnTo>
                  <a:lnTo>
                    <a:pt x="480" y="132"/>
                  </a:lnTo>
                  <a:lnTo>
                    <a:pt x="504" y="108"/>
                  </a:lnTo>
                  <a:lnTo>
                    <a:pt x="522" y="102"/>
                  </a:lnTo>
                  <a:lnTo>
                    <a:pt x="534" y="90"/>
                  </a:lnTo>
                  <a:lnTo>
                    <a:pt x="540" y="78"/>
                  </a:lnTo>
                  <a:lnTo>
                    <a:pt x="540" y="72"/>
                  </a:lnTo>
                  <a:lnTo>
                    <a:pt x="546" y="66"/>
                  </a:lnTo>
                  <a:lnTo>
                    <a:pt x="558" y="66"/>
                  </a:lnTo>
                  <a:lnTo>
                    <a:pt x="564" y="60"/>
                  </a:lnTo>
                  <a:lnTo>
                    <a:pt x="570" y="60"/>
                  </a:lnTo>
                  <a:lnTo>
                    <a:pt x="576" y="54"/>
                  </a:lnTo>
                  <a:lnTo>
                    <a:pt x="582" y="54"/>
                  </a:lnTo>
                  <a:lnTo>
                    <a:pt x="600" y="36"/>
                  </a:lnTo>
                  <a:lnTo>
                    <a:pt x="600" y="12"/>
                  </a:lnTo>
                  <a:lnTo>
                    <a:pt x="594" y="6"/>
                  </a:lnTo>
                  <a:lnTo>
                    <a:pt x="582" y="0"/>
                  </a:lnTo>
                  <a:lnTo>
                    <a:pt x="570" y="6"/>
                  </a:lnTo>
                  <a:lnTo>
                    <a:pt x="546" y="6"/>
                  </a:lnTo>
                  <a:lnTo>
                    <a:pt x="540" y="12"/>
                  </a:lnTo>
                  <a:lnTo>
                    <a:pt x="534" y="12"/>
                  </a:lnTo>
                  <a:lnTo>
                    <a:pt x="522" y="24"/>
                  </a:lnTo>
                  <a:lnTo>
                    <a:pt x="522" y="36"/>
                  </a:lnTo>
                  <a:lnTo>
                    <a:pt x="516" y="48"/>
                  </a:lnTo>
                  <a:lnTo>
                    <a:pt x="504" y="60"/>
                  </a:lnTo>
                  <a:lnTo>
                    <a:pt x="492" y="60"/>
                  </a:lnTo>
                  <a:lnTo>
                    <a:pt x="480" y="54"/>
                  </a:lnTo>
                  <a:lnTo>
                    <a:pt x="474" y="54"/>
                  </a:lnTo>
                  <a:lnTo>
                    <a:pt x="444" y="84"/>
                  </a:lnTo>
                  <a:lnTo>
                    <a:pt x="444" y="90"/>
                  </a:lnTo>
                  <a:lnTo>
                    <a:pt x="408" y="102"/>
                  </a:lnTo>
                  <a:lnTo>
                    <a:pt x="402" y="96"/>
                  </a:lnTo>
                  <a:lnTo>
                    <a:pt x="390" y="90"/>
                  </a:lnTo>
                  <a:lnTo>
                    <a:pt x="384" y="90"/>
                  </a:lnTo>
                  <a:lnTo>
                    <a:pt x="378" y="102"/>
                  </a:lnTo>
                  <a:lnTo>
                    <a:pt x="378" y="120"/>
                  </a:lnTo>
                  <a:lnTo>
                    <a:pt x="372" y="132"/>
                  </a:lnTo>
                  <a:lnTo>
                    <a:pt x="366" y="138"/>
                  </a:lnTo>
                  <a:lnTo>
                    <a:pt x="354" y="138"/>
                  </a:lnTo>
                  <a:lnTo>
                    <a:pt x="354" y="132"/>
                  </a:lnTo>
                  <a:lnTo>
                    <a:pt x="360" y="126"/>
                  </a:lnTo>
                  <a:lnTo>
                    <a:pt x="354" y="120"/>
                  </a:lnTo>
                  <a:lnTo>
                    <a:pt x="342" y="120"/>
                  </a:lnTo>
                  <a:lnTo>
                    <a:pt x="330" y="126"/>
                  </a:lnTo>
                  <a:lnTo>
                    <a:pt x="318" y="126"/>
                  </a:lnTo>
                  <a:lnTo>
                    <a:pt x="312" y="132"/>
                  </a:lnTo>
                  <a:lnTo>
                    <a:pt x="306" y="132"/>
                  </a:lnTo>
                  <a:lnTo>
                    <a:pt x="300" y="144"/>
                  </a:lnTo>
                  <a:lnTo>
                    <a:pt x="288" y="150"/>
                  </a:lnTo>
                  <a:lnTo>
                    <a:pt x="282" y="162"/>
                  </a:lnTo>
                  <a:lnTo>
                    <a:pt x="276" y="168"/>
                  </a:lnTo>
                  <a:lnTo>
                    <a:pt x="276" y="186"/>
                  </a:lnTo>
                  <a:lnTo>
                    <a:pt x="282" y="192"/>
                  </a:lnTo>
                  <a:lnTo>
                    <a:pt x="264" y="222"/>
                  </a:lnTo>
                  <a:lnTo>
                    <a:pt x="276" y="246"/>
                  </a:lnTo>
                  <a:lnTo>
                    <a:pt x="252" y="246"/>
                  </a:lnTo>
                  <a:lnTo>
                    <a:pt x="240" y="252"/>
                  </a:lnTo>
                  <a:lnTo>
                    <a:pt x="228" y="264"/>
                  </a:lnTo>
                  <a:lnTo>
                    <a:pt x="228" y="276"/>
                  </a:lnTo>
                  <a:lnTo>
                    <a:pt x="222" y="288"/>
                  </a:lnTo>
                  <a:lnTo>
                    <a:pt x="216" y="294"/>
                  </a:lnTo>
                  <a:lnTo>
                    <a:pt x="204" y="294"/>
                  </a:lnTo>
                  <a:lnTo>
                    <a:pt x="198" y="300"/>
                  </a:lnTo>
                  <a:lnTo>
                    <a:pt x="192" y="300"/>
                  </a:lnTo>
                  <a:lnTo>
                    <a:pt x="174" y="306"/>
                  </a:lnTo>
                  <a:lnTo>
                    <a:pt x="186" y="330"/>
                  </a:lnTo>
                  <a:lnTo>
                    <a:pt x="186" y="366"/>
                  </a:lnTo>
                  <a:lnTo>
                    <a:pt x="168" y="366"/>
                  </a:lnTo>
                  <a:lnTo>
                    <a:pt x="168" y="360"/>
                  </a:lnTo>
                  <a:lnTo>
                    <a:pt x="174" y="354"/>
                  </a:lnTo>
                  <a:lnTo>
                    <a:pt x="174" y="342"/>
                  </a:lnTo>
                  <a:lnTo>
                    <a:pt x="144" y="312"/>
                  </a:lnTo>
                  <a:lnTo>
                    <a:pt x="138" y="312"/>
                  </a:lnTo>
                  <a:lnTo>
                    <a:pt x="132" y="318"/>
                  </a:lnTo>
                  <a:lnTo>
                    <a:pt x="132" y="336"/>
                  </a:lnTo>
                  <a:lnTo>
                    <a:pt x="138" y="348"/>
                  </a:lnTo>
                  <a:lnTo>
                    <a:pt x="150" y="354"/>
                  </a:lnTo>
                  <a:lnTo>
                    <a:pt x="150" y="366"/>
                  </a:lnTo>
                  <a:lnTo>
                    <a:pt x="138" y="390"/>
                  </a:lnTo>
                  <a:lnTo>
                    <a:pt x="132" y="396"/>
                  </a:lnTo>
                  <a:lnTo>
                    <a:pt x="120" y="390"/>
                  </a:lnTo>
                  <a:lnTo>
                    <a:pt x="114" y="384"/>
                  </a:lnTo>
                  <a:lnTo>
                    <a:pt x="102" y="414"/>
                  </a:lnTo>
                  <a:lnTo>
                    <a:pt x="114" y="438"/>
                  </a:lnTo>
                  <a:lnTo>
                    <a:pt x="114" y="450"/>
                  </a:lnTo>
                  <a:lnTo>
                    <a:pt x="126" y="462"/>
                  </a:lnTo>
                  <a:lnTo>
                    <a:pt x="132" y="474"/>
                  </a:lnTo>
                  <a:lnTo>
                    <a:pt x="132" y="480"/>
                  </a:lnTo>
                  <a:lnTo>
                    <a:pt x="120" y="492"/>
                  </a:lnTo>
                  <a:lnTo>
                    <a:pt x="114" y="492"/>
                  </a:lnTo>
                  <a:lnTo>
                    <a:pt x="132" y="516"/>
                  </a:lnTo>
                  <a:lnTo>
                    <a:pt x="138" y="552"/>
                  </a:lnTo>
                  <a:lnTo>
                    <a:pt x="114" y="558"/>
                  </a:lnTo>
                  <a:lnTo>
                    <a:pt x="132" y="576"/>
                  </a:lnTo>
                  <a:lnTo>
                    <a:pt x="132" y="636"/>
                  </a:lnTo>
                  <a:lnTo>
                    <a:pt x="120" y="642"/>
                  </a:lnTo>
                  <a:lnTo>
                    <a:pt x="114" y="654"/>
                  </a:lnTo>
                  <a:lnTo>
                    <a:pt x="114" y="678"/>
                  </a:lnTo>
                  <a:lnTo>
                    <a:pt x="138" y="702"/>
                  </a:lnTo>
                  <a:lnTo>
                    <a:pt x="138" y="720"/>
                  </a:lnTo>
                  <a:lnTo>
                    <a:pt x="132" y="732"/>
                  </a:lnTo>
                  <a:lnTo>
                    <a:pt x="120" y="738"/>
                  </a:lnTo>
                  <a:lnTo>
                    <a:pt x="114" y="750"/>
                  </a:lnTo>
                  <a:lnTo>
                    <a:pt x="102" y="756"/>
                  </a:lnTo>
                  <a:lnTo>
                    <a:pt x="96" y="762"/>
                  </a:lnTo>
                  <a:lnTo>
                    <a:pt x="114" y="774"/>
                  </a:lnTo>
                  <a:lnTo>
                    <a:pt x="84" y="798"/>
                  </a:lnTo>
                  <a:lnTo>
                    <a:pt x="66" y="798"/>
                  </a:lnTo>
                  <a:lnTo>
                    <a:pt x="54" y="804"/>
                  </a:lnTo>
                  <a:lnTo>
                    <a:pt x="36" y="810"/>
                  </a:lnTo>
                  <a:lnTo>
                    <a:pt x="30" y="822"/>
                  </a:lnTo>
                  <a:lnTo>
                    <a:pt x="30" y="846"/>
                  </a:lnTo>
                  <a:lnTo>
                    <a:pt x="36" y="852"/>
                  </a:lnTo>
                  <a:lnTo>
                    <a:pt x="36" y="858"/>
                  </a:lnTo>
                  <a:lnTo>
                    <a:pt x="6" y="858"/>
                  </a:lnTo>
                  <a:lnTo>
                    <a:pt x="0" y="864"/>
                  </a:lnTo>
                  <a:lnTo>
                    <a:pt x="0" y="876"/>
                  </a:lnTo>
                  <a:lnTo>
                    <a:pt x="6" y="888"/>
                  </a:lnTo>
                  <a:lnTo>
                    <a:pt x="18" y="894"/>
                  </a:lnTo>
                  <a:lnTo>
                    <a:pt x="24" y="906"/>
                  </a:lnTo>
                  <a:lnTo>
                    <a:pt x="36" y="91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31" name="China" descr="© INSCALE GmbH, 05.05.2010&#10;http://www.presentationload.com/">
              <a:extLst>
                <a:ext uri="{FF2B5EF4-FFF2-40B4-BE49-F238E27FC236}">
                  <a16:creationId xmlns:a16="http://schemas.microsoft.com/office/drawing/2014/main" id="{BD62165D-11E8-486D-A43A-829D0BBD8492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5353971" y="1590405"/>
              <a:ext cx="1209703" cy="928651"/>
            </a:xfrm>
            <a:custGeom>
              <a:avLst/>
              <a:gdLst>
                <a:gd name="T0" fmla="*/ 2147483647 w 3660"/>
                <a:gd name="T1" fmla="*/ 2147483647 h 2826"/>
                <a:gd name="T2" fmla="*/ 2147483647 w 3660"/>
                <a:gd name="T3" fmla="*/ 2147483647 h 2826"/>
                <a:gd name="T4" fmla="*/ 2147483647 w 3660"/>
                <a:gd name="T5" fmla="*/ 2147483647 h 2826"/>
                <a:gd name="T6" fmla="*/ 2147483647 w 3660"/>
                <a:gd name="T7" fmla="*/ 2147483647 h 2826"/>
                <a:gd name="T8" fmla="*/ 2147483647 w 3660"/>
                <a:gd name="T9" fmla="*/ 2147483647 h 2826"/>
                <a:gd name="T10" fmla="*/ 2147483647 w 3660"/>
                <a:gd name="T11" fmla="*/ 2147483647 h 2826"/>
                <a:gd name="T12" fmla="*/ 2147483647 w 3660"/>
                <a:gd name="T13" fmla="*/ 2147483647 h 2826"/>
                <a:gd name="T14" fmla="*/ 2147483647 w 3660"/>
                <a:gd name="T15" fmla="*/ 2147483647 h 2826"/>
                <a:gd name="T16" fmla="*/ 2147483647 w 3660"/>
                <a:gd name="T17" fmla="*/ 2147483647 h 2826"/>
                <a:gd name="T18" fmla="*/ 2147483647 w 3660"/>
                <a:gd name="T19" fmla="*/ 2147483647 h 2826"/>
                <a:gd name="T20" fmla="*/ 2147483647 w 3660"/>
                <a:gd name="T21" fmla="*/ 2147483647 h 2826"/>
                <a:gd name="T22" fmla="*/ 2147483647 w 3660"/>
                <a:gd name="T23" fmla="*/ 2147483647 h 2826"/>
                <a:gd name="T24" fmla="*/ 2147483647 w 3660"/>
                <a:gd name="T25" fmla="*/ 2147483647 h 2826"/>
                <a:gd name="T26" fmla="*/ 2147483647 w 3660"/>
                <a:gd name="T27" fmla="*/ 2147483647 h 2826"/>
                <a:gd name="T28" fmla="*/ 2147483647 w 3660"/>
                <a:gd name="T29" fmla="*/ 2147483647 h 2826"/>
                <a:gd name="T30" fmla="*/ 2147483647 w 3660"/>
                <a:gd name="T31" fmla="*/ 2147483647 h 2826"/>
                <a:gd name="T32" fmla="*/ 2147483647 w 3660"/>
                <a:gd name="T33" fmla="*/ 2147483647 h 2826"/>
                <a:gd name="T34" fmla="*/ 2147483647 w 3660"/>
                <a:gd name="T35" fmla="*/ 2147483647 h 2826"/>
                <a:gd name="T36" fmla="*/ 2147483647 w 3660"/>
                <a:gd name="T37" fmla="*/ 2147483647 h 2826"/>
                <a:gd name="T38" fmla="*/ 2147483647 w 3660"/>
                <a:gd name="T39" fmla="*/ 2147483647 h 2826"/>
                <a:gd name="T40" fmla="*/ 2147483647 w 3660"/>
                <a:gd name="T41" fmla="*/ 2147483647 h 2826"/>
                <a:gd name="T42" fmla="*/ 2147483647 w 3660"/>
                <a:gd name="T43" fmla="*/ 2147483647 h 2826"/>
                <a:gd name="T44" fmla="*/ 2147483647 w 3660"/>
                <a:gd name="T45" fmla="*/ 2147483647 h 2826"/>
                <a:gd name="T46" fmla="*/ 0 w 3660"/>
                <a:gd name="T47" fmla="*/ 2147483647 h 2826"/>
                <a:gd name="T48" fmla="*/ 2147483647 w 3660"/>
                <a:gd name="T49" fmla="*/ 2147483647 h 2826"/>
                <a:gd name="T50" fmla="*/ 2147483647 w 3660"/>
                <a:gd name="T51" fmla="*/ 2147483647 h 2826"/>
                <a:gd name="T52" fmla="*/ 2147483647 w 3660"/>
                <a:gd name="T53" fmla="*/ 2147483647 h 2826"/>
                <a:gd name="T54" fmla="*/ 2147483647 w 3660"/>
                <a:gd name="T55" fmla="*/ 2147483647 h 2826"/>
                <a:gd name="T56" fmla="*/ 2147483647 w 3660"/>
                <a:gd name="T57" fmla="*/ 2147483647 h 2826"/>
                <a:gd name="T58" fmla="*/ 2147483647 w 3660"/>
                <a:gd name="T59" fmla="*/ 2147483647 h 2826"/>
                <a:gd name="T60" fmla="*/ 2147483647 w 3660"/>
                <a:gd name="T61" fmla="*/ 2147483647 h 2826"/>
                <a:gd name="T62" fmla="*/ 2147483647 w 3660"/>
                <a:gd name="T63" fmla="*/ 2147483647 h 2826"/>
                <a:gd name="T64" fmla="*/ 2147483647 w 3660"/>
                <a:gd name="T65" fmla="*/ 2147483647 h 2826"/>
                <a:gd name="T66" fmla="*/ 2147483647 w 3660"/>
                <a:gd name="T67" fmla="*/ 2147483647 h 2826"/>
                <a:gd name="T68" fmla="*/ 2147483647 w 3660"/>
                <a:gd name="T69" fmla="*/ 2147483647 h 2826"/>
                <a:gd name="T70" fmla="*/ 2147483647 w 3660"/>
                <a:gd name="T71" fmla="*/ 2147483647 h 2826"/>
                <a:gd name="T72" fmla="*/ 2147483647 w 3660"/>
                <a:gd name="T73" fmla="*/ 2147483647 h 2826"/>
                <a:gd name="T74" fmla="*/ 2147483647 w 3660"/>
                <a:gd name="T75" fmla="*/ 2147483647 h 2826"/>
                <a:gd name="T76" fmla="*/ 2147483647 w 3660"/>
                <a:gd name="T77" fmla="*/ 2147483647 h 2826"/>
                <a:gd name="T78" fmla="*/ 2147483647 w 3660"/>
                <a:gd name="T79" fmla="*/ 2147483647 h 2826"/>
                <a:gd name="T80" fmla="*/ 2147483647 w 3660"/>
                <a:gd name="T81" fmla="*/ 2147483647 h 2826"/>
                <a:gd name="T82" fmla="*/ 2147483647 w 3660"/>
                <a:gd name="T83" fmla="*/ 2147483647 h 2826"/>
                <a:gd name="T84" fmla="*/ 2147483647 w 3660"/>
                <a:gd name="T85" fmla="*/ 2147483647 h 2826"/>
                <a:gd name="T86" fmla="*/ 2147483647 w 3660"/>
                <a:gd name="T87" fmla="*/ 2147483647 h 2826"/>
                <a:gd name="T88" fmla="*/ 2147483647 w 3660"/>
                <a:gd name="T89" fmla="*/ 2147483647 h 2826"/>
                <a:gd name="T90" fmla="*/ 2147483647 w 3660"/>
                <a:gd name="T91" fmla="*/ 2147483647 h 2826"/>
                <a:gd name="T92" fmla="*/ 2147483647 w 3660"/>
                <a:gd name="T93" fmla="*/ 2147483647 h 2826"/>
                <a:gd name="T94" fmla="*/ 2147483647 w 3660"/>
                <a:gd name="T95" fmla="*/ 2147483647 h 2826"/>
                <a:gd name="T96" fmla="*/ 2147483647 w 3660"/>
                <a:gd name="T97" fmla="*/ 2147483647 h 2826"/>
                <a:gd name="T98" fmla="*/ 2147483647 w 3660"/>
                <a:gd name="T99" fmla="*/ 2147483647 h 2826"/>
                <a:gd name="T100" fmla="*/ 2147483647 w 3660"/>
                <a:gd name="T101" fmla="*/ 2147483647 h 2826"/>
                <a:gd name="T102" fmla="*/ 2147483647 w 3660"/>
                <a:gd name="T103" fmla="*/ 2147483647 h 2826"/>
                <a:gd name="T104" fmla="*/ 2147483647 w 3660"/>
                <a:gd name="T105" fmla="*/ 2147483647 h 2826"/>
                <a:gd name="T106" fmla="*/ 2147483647 w 3660"/>
                <a:gd name="T107" fmla="*/ 2147483647 h 2826"/>
                <a:gd name="T108" fmla="*/ 2147483647 w 3660"/>
                <a:gd name="T109" fmla="*/ 2147483647 h 2826"/>
                <a:gd name="T110" fmla="*/ 2147483647 w 3660"/>
                <a:gd name="T111" fmla="*/ 2147483647 h 2826"/>
                <a:gd name="T112" fmla="*/ 2147483647 w 3660"/>
                <a:gd name="T113" fmla="*/ 2147483647 h 2826"/>
                <a:gd name="T114" fmla="*/ 2147483647 w 3660"/>
                <a:gd name="T115" fmla="*/ 2147483647 h 2826"/>
                <a:gd name="T116" fmla="*/ 2147483647 w 3660"/>
                <a:gd name="T117" fmla="*/ 2147483647 h 2826"/>
                <a:gd name="T118" fmla="*/ 2147483647 w 3660"/>
                <a:gd name="T119" fmla="*/ 2147483647 h 2826"/>
                <a:gd name="T120" fmla="*/ 2147483647 w 3660"/>
                <a:gd name="T121" fmla="*/ 2147483647 h 2826"/>
                <a:gd name="T122" fmla="*/ 2147483647 w 3660"/>
                <a:gd name="T123" fmla="*/ 2147483647 h 282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660"/>
                <a:gd name="T187" fmla="*/ 0 h 2826"/>
                <a:gd name="T188" fmla="*/ 3660 w 3660"/>
                <a:gd name="T189" fmla="*/ 2826 h 282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660" h="2826">
                  <a:moveTo>
                    <a:pt x="2862" y="2688"/>
                  </a:moveTo>
                  <a:lnTo>
                    <a:pt x="2850" y="2682"/>
                  </a:lnTo>
                  <a:lnTo>
                    <a:pt x="2772" y="2682"/>
                  </a:lnTo>
                  <a:lnTo>
                    <a:pt x="2766" y="2700"/>
                  </a:lnTo>
                  <a:lnTo>
                    <a:pt x="2748" y="2694"/>
                  </a:lnTo>
                  <a:lnTo>
                    <a:pt x="2736" y="2718"/>
                  </a:lnTo>
                  <a:lnTo>
                    <a:pt x="2730" y="2724"/>
                  </a:lnTo>
                  <a:lnTo>
                    <a:pt x="2712" y="2760"/>
                  </a:lnTo>
                  <a:lnTo>
                    <a:pt x="2718" y="2772"/>
                  </a:lnTo>
                  <a:lnTo>
                    <a:pt x="2724" y="2790"/>
                  </a:lnTo>
                  <a:lnTo>
                    <a:pt x="2754" y="2820"/>
                  </a:lnTo>
                  <a:lnTo>
                    <a:pt x="2766" y="2826"/>
                  </a:lnTo>
                  <a:lnTo>
                    <a:pt x="2772" y="2826"/>
                  </a:lnTo>
                  <a:lnTo>
                    <a:pt x="2802" y="2820"/>
                  </a:lnTo>
                  <a:lnTo>
                    <a:pt x="2820" y="2820"/>
                  </a:lnTo>
                  <a:lnTo>
                    <a:pt x="2844" y="2808"/>
                  </a:lnTo>
                  <a:lnTo>
                    <a:pt x="2850" y="2802"/>
                  </a:lnTo>
                  <a:lnTo>
                    <a:pt x="2850" y="2754"/>
                  </a:lnTo>
                  <a:lnTo>
                    <a:pt x="2856" y="2742"/>
                  </a:lnTo>
                  <a:lnTo>
                    <a:pt x="2862" y="2736"/>
                  </a:lnTo>
                  <a:lnTo>
                    <a:pt x="2868" y="2724"/>
                  </a:lnTo>
                  <a:lnTo>
                    <a:pt x="2868" y="2700"/>
                  </a:lnTo>
                  <a:lnTo>
                    <a:pt x="2862" y="2688"/>
                  </a:lnTo>
                  <a:close/>
                  <a:moveTo>
                    <a:pt x="3660" y="624"/>
                  </a:moveTo>
                  <a:lnTo>
                    <a:pt x="3654" y="600"/>
                  </a:lnTo>
                  <a:lnTo>
                    <a:pt x="3660" y="570"/>
                  </a:lnTo>
                  <a:lnTo>
                    <a:pt x="3642" y="564"/>
                  </a:lnTo>
                  <a:lnTo>
                    <a:pt x="3642" y="540"/>
                  </a:lnTo>
                  <a:lnTo>
                    <a:pt x="3630" y="528"/>
                  </a:lnTo>
                  <a:lnTo>
                    <a:pt x="3630" y="510"/>
                  </a:lnTo>
                  <a:lnTo>
                    <a:pt x="3618" y="492"/>
                  </a:lnTo>
                  <a:lnTo>
                    <a:pt x="3636" y="486"/>
                  </a:lnTo>
                  <a:lnTo>
                    <a:pt x="3636" y="456"/>
                  </a:lnTo>
                  <a:lnTo>
                    <a:pt x="3612" y="444"/>
                  </a:lnTo>
                  <a:lnTo>
                    <a:pt x="3612" y="426"/>
                  </a:lnTo>
                  <a:lnTo>
                    <a:pt x="3606" y="414"/>
                  </a:lnTo>
                  <a:lnTo>
                    <a:pt x="3594" y="408"/>
                  </a:lnTo>
                  <a:lnTo>
                    <a:pt x="3552" y="408"/>
                  </a:lnTo>
                  <a:lnTo>
                    <a:pt x="3546" y="432"/>
                  </a:lnTo>
                  <a:lnTo>
                    <a:pt x="3516" y="432"/>
                  </a:lnTo>
                  <a:lnTo>
                    <a:pt x="3504" y="438"/>
                  </a:lnTo>
                  <a:lnTo>
                    <a:pt x="3498" y="438"/>
                  </a:lnTo>
                  <a:lnTo>
                    <a:pt x="3492" y="444"/>
                  </a:lnTo>
                  <a:lnTo>
                    <a:pt x="3492" y="462"/>
                  </a:lnTo>
                  <a:lnTo>
                    <a:pt x="3462" y="456"/>
                  </a:lnTo>
                  <a:lnTo>
                    <a:pt x="3462" y="468"/>
                  </a:lnTo>
                  <a:lnTo>
                    <a:pt x="3444" y="468"/>
                  </a:lnTo>
                  <a:lnTo>
                    <a:pt x="3432" y="456"/>
                  </a:lnTo>
                  <a:lnTo>
                    <a:pt x="3408" y="462"/>
                  </a:lnTo>
                  <a:lnTo>
                    <a:pt x="3366" y="432"/>
                  </a:lnTo>
                  <a:lnTo>
                    <a:pt x="3366" y="420"/>
                  </a:lnTo>
                  <a:lnTo>
                    <a:pt x="3360" y="408"/>
                  </a:lnTo>
                  <a:lnTo>
                    <a:pt x="3360" y="402"/>
                  </a:lnTo>
                  <a:lnTo>
                    <a:pt x="3354" y="396"/>
                  </a:lnTo>
                  <a:lnTo>
                    <a:pt x="3336" y="396"/>
                  </a:lnTo>
                  <a:lnTo>
                    <a:pt x="3318" y="366"/>
                  </a:lnTo>
                  <a:lnTo>
                    <a:pt x="3276" y="366"/>
                  </a:lnTo>
                  <a:lnTo>
                    <a:pt x="3258" y="348"/>
                  </a:lnTo>
                  <a:lnTo>
                    <a:pt x="3246" y="342"/>
                  </a:lnTo>
                  <a:lnTo>
                    <a:pt x="3228" y="324"/>
                  </a:lnTo>
                  <a:lnTo>
                    <a:pt x="3216" y="324"/>
                  </a:lnTo>
                  <a:lnTo>
                    <a:pt x="3204" y="336"/>
                  </a:lnTo>
                  <a:lnTo>
                    <a:pt x="3192" y="330"/>
                  </a:lnTo>
                  <a:lnTo>
                    <a:pt x="3186" y="324"/>
                  </a:lnTo>
                  <a:lnTo>
                    <a:pt x="3174" y="318"/>
                  </a:lnTo>
                  <a:lnTo>
                    <a:pt x="3126" y="318"/>
                  </a:lnTo>
                  <a:lnTo>
                    <a:pt x="3114" y="312"/>
                  </a:lnTo>
                  <a:lnTo>
                    <a:pt x="3108" y="306"/>
                  </a:lnTo>
                  <a:lnTo>
                    <a:pt x="3084" y="294"/>
                  </a:lnTo>
                  <a:lnTo>
                    <a:pt x="3078" y="288"/>
                  </a:lnTo>
                  <a:lnTo>
                    <a:pt x="3072" y="288"/>
                  </a:lnTo>
                  <a:lnTo>
                    <a:pt x="3066" y="264"/>
                  </a:lnTo>
                  <a:lnTo>
                    <a:pt x="3054" y="264"/>
                  </a:lnTo>
                  <a:lnTo>
                    <a:pt x="3048" y="252"/>
                  </a:lnTo>
                  <a:lnTo>
                    <a:pt x="3030" y="234"/>
                  </a:lnTo>
                  <a:lnTo>
                    <a:pt x="3024" y="222"/>
                  </a:lnTo>
                  <a:lnTo>
                    <a:pt x="2976" y="198"/>
                  </a:lnTo>
                  <a:lnTo>
                    <a:pt x="2964" y="198"/>
                  </a:lnTo>
                  <a:lnTo>
                    <a:pt x="2952" y="168"/>
                  </a:lnTo>
                  <a:lnTo>
                    <a:pt x="2904" y="144"/>
                  </a:lnTo>
                  <a:lnTo>
                    <a:pt x="2898" y="114"/>
                  </a:lnTo>
                  <a:lnTo>
                    <a:pt x="2892" y="114"/>
                  </a:lnTo>
                  <a:lnTo>
                    <a:pt x="2886" y="108"/>
                  </a:lnTo>
                  <a:lnTo>
                    <a:pt x="2874" y="108"/>
                  </a:lnTo>
                  <a:lnTo>
                    <a:pt x="2862" y="96"/>
                  </a:lnTo>
                  <a:lnTo>
                    <a:pt x="2850" y="90"/>
                  </a:lnTo>
                  <a:lnTo>
                    <a:pt x="2838" y="78"/>
                  </a:lnTo>
                  <a:lnTo>
                    <a:pt x="2832" y="78"/>
                  </a:lnTo>
                  <a:lnTo>
                    <a:pt x="2832" y="66"/>
                  </a:lnTo>
                  <a:lnTo>
                    <a:pt x="2820" y="60"/>
                  </a:lnTo>
                  <a:lnTo>
                    <a:pt x="2814" y="54"/>
                  </a:lnTo>
                  <a:lnTo>
                    <a:pt x="2802" y="48"/>
                  </a:lnTo>
                  <a:lnTo>
                    <a:pt x="2796" y="42"/>
                  </a:lnTo>
                  <a:lnTo>
                    <a:pt x="2724" y="42"/>
                  </a:lnTo>
                  <a:lnTo>
                    <a:pt x="2688" y="18"/>
                  </a:lnTo>
                  <a:lnTo>
                    <a:pt x="2652" y="0"/>
                  </a:lnTo>
                  <a:lnTo>
                    <a:pt x="2598" y="12"/>
                  </a:lnTo>
                  <a:lnTo>
                    <a:pt x="2556" y="6"/>
                  </a:lnTo>
                  <a:lnTo>
                    <a:pt x="2550" y="18"/>
                  </a:lnTo>
                  <a:lnTo>
                    <a:pt x="2514" y="24"/>
                  </a:lnTo>
                  <a:lnTo>
                    <a:pt x="2472" y="66"/>
                  </a:lnTo>
                  <a:lnTo>
                    <a:pt x="2466" y="66"/>
                  </a:lnTo>
                  <a:lnTo>
                    <a:pt x="2466" y="78"/>
                  </a:lnTo>
                  <a:lnTo>
                    <a:pt x="2472" y="78"/>
                  </a:lnTo>
                  <a:lnTo>
                    <a:pt x="2490" y="84"/>
                  </a:lnTo>
                  <a:lnTo>
                    <a:pt x="2502" y="84"/>
                  </a:lnTo>
                  <a:lnTo>
                    <a:pt x="2508" y="90"/>
                  </a:lnTo>
                  <a:lnTo>
                    <a:pt x="2520" y="90"/>
                  </a:lnTo>
                  <a:lnTo>
                    <a:pt x="2532" y="102"/>
                  </a:lnTo>
                  <a:lnTo>
                    <a:pt x="2544" y="108"/>
                  </a:lnTo>
                  <a:lnTo>
                    <a:pt x="2550" y="114"/>
                  </a:lnTo>
                  <a:lnTo>
                    <a:pt x="2550" y="126"/>
                  </a:lnTo>
                  <a:lnTo>
                    <a:pt x="2532" y="144"/>
                  </a:lnTo>
                  <a:lnTo>
                    <a:pt x="2532" y="216"/>
                  </a:lnTo>
                  <a:lnTo>
                    <a:pt x="2538" y="258"/>
                  </a:lnTo>
                  <a:lnTo>
                    <a:pt x="2544" y="264"/>
                  </a:lnTo>
                  <a:lnTo>
                    <a:pt x="2556" y="264"/>
                  </a:lnTo>
                  <a:lnTo>
                    <a:pt x="2556" y="276"/>
                  </a:lnTo>
                  <a:lnTo>
                    <a:pt x="2550" y="282"/>
                  </a:lnTo>
                  <a:lnTo>
                    <a:pt x="2538" y="288"/>
                  </a:lnTo>
                  <a:lnTo>
                    <a:pt x="2514" y="288"/>
                  </a:lnTo>
                  <a:lnTo>
                    <a:pt x="2514" y="300"/>
                  </a:lnTo>
                  <a:lnTo>
                    <a:pt x="2496" y="318"/>
                  </a:lnTo>
                  <a:lnTo>
                    <a:pt x="2484" y="318"/>
                  </a:lnTo>
                  <a:lnTo>
                    <a:pt x="2478" y="312"/>
                  </a:lnTo>
                  <a:lnTo>
                    <a:pt x="2442" y="312"/>
                  </a:lnTo>
                  <a:lnTo>
                    <a:pt x="2406" y="288"/>
                  </a:lnTo>
                  <a:lnTo>
                    <a:pt x="2406" y="372"/>
                  </a:lnTo>
                  <a:lnTo>
                    <a:pt x="2412" y="384"/>
                  </a:lnTo>
                  <a:lnTo>
                    <a:pt x="2418" y="408"/>
                  </a:lnTo>
                  <a:lnTo>
                    <a:pt x="2424" y="420"/>
                  </a:lnTo>
                  <a:lnTo>
                    <a:pt x="2418" y="420"/>
                  </a:lnTo>
                  <a:lnTo>
                    <a:pt x="2418" y="438"/>
                  </a:lnTo>
                  <a:lnTo>
                    <a:pt x="2424" y="450"/>
                  </a:lnTo>
                  <a:lnTo>
                    <a:pt x="2436" y="456"/>
                  </a:lnTo>
                  <a:lnTo>
                    <a:pt x="2442" y="462"/>
                  </a:lnTo>
                  <a:lnTo>
                    <a:pt x="2460" y="462"/>
                  </a:lnTo>
                  <a:lnTo>
                    <a:pt x="2460" y="456"/>
                  </a:lnTo>
                  <a:lnTo>
                    <a:pt x="2454" y="456"/>
                  </a:lnTo>
                  <a:lnTo>
                    <a:pt x="2460" y="450"/>
                  </a:lnTo>
                  <a:lnTo>
                    <a:pt x="2514" y="450"/>
                  </a:lnTo>
                  <a:lnTo>
                    <a:pt x="2526" y="462"/>
                  </a:lnTo>
                  <a:lnTo>
                    <a:pt x="2538" y="468"/>
                  </a:lnTo>
                  <a:lnTo>
                    <a:pt x="2544" y="468"/>
                  </a:lnTo>
                  <a:lnTo>
                    <a:pt x="2550" y="462"/>
                  </a:lnTo>
                  <a:lnTo>
                    <a:pt x="2550" y="438"/>
                  </a:lnTo>
                  <a:lnTo>
                    <a:pt x="2616" y="438"/>
                  </a:lnTo>
                  <a:lnTo>
                    <a:pt x="2616" y="450"/>
                  </a:lnTo>
                  <a:lnTo>
                    <a:pt x="2622" y="456"/>
                  </a:lnTo>
                  <a:lnTo>
                    <a:pt x="2634" y="462"/>
                  </a:lnTo>
                  <a:lnTo>
                    <a:pt x="2652" y="462"/>
                  </a:lnTo>
                  <a:lnTo>
                    <a:pt x="2658" y="468"/>
                  </a:lnTo>
                  <a:lnTo>
                    <a:pt x="2670" y="474"/>
                  </a:lnTo>
                  <a:lnTo>
                    <a:pt x="2682" y="486"/>
                  </a:lnTo>
                  <a:lnTo>
                    <a:pt x="2706" y="498"/>
                  </a:lnTo>
                  <a:lnTo>
                    <a:pt x="2718" y="498"/>
                  </a:lnTo>
                  <a:lnTo>
                    <a:pt x="2724" y="510"/>
                  </a:lnTo>
                  <a:lnTo>
                    <a:pt x="2748" y="534"/>
                  </a:lnTo>
                  <a:lnTo>
                    <a:pt x="2748" y="540"/>
                  </a:lnTo>
                  <a:lnTo>
                    <a:pt x="2742" y="546"/>
                  </a:lnTo>
                  <a:lnTo>
                    <a:pt x="2706" y="546"/>
                  </a:lnTo>
                  <a:lnTo>
                    <a:pt x="2700" y="540"/>
                  </a:lnTo>
                  <a:lnTo>
                    <a:pt x="2688" y="534"/>
                  </a:lnTo>
                  <a:lnTo>
                    <a:pt x="2658" y="534"/>
                  </a:lnTo>
                  <a:lnTo>
                    <a:pt x="2652" y="540"/>
                  </a:lnTo>
                  <a:lnTo>
                    <a:pt x="2646" y="540"/>
                  </a:lnTo>
                  <a:lnTo>
                    <a:pt x="2628" y="558"/>
                  </a:lnTo>
                  <a:lnTo>
                    <a:pt x="2598" y="552"/>
                  </a:lnTo>
                  <a:lnTo>
                    <a:pt x="2598" y="570"/>
                  </a:lnTo>
                  <a:lnTo>
                    <a:pt x="2586" y="570"/>
                  </a:lnTo>
                  <a:lnTo>
                    <a:pt x="2550" y="588"/>
                  </a:lnTo>
                  <a:lnTo>
                    <a:pt x="2544" y="594"/>
                  </a:lnTo>
                  <a:lnTo>
                    <a:pt x="2550" y="606"/>
                  </a:lnTo>
                  <a:lnTo>
                    <a:pt x="2562" y="618"/>
                  </a:lnTo>
                  <a:lnTo>
                    <a:pt x="2538" y="642"/>
                  </a:lnTo>
                  <a:lnTo>
                    <a:pt x="2466" y="642"/>
                  </a:lnTo>
                  <a:lnTo>
                    <a:pt x="2466" y="666"/>
                  </a:lnTo>
                  <a:lnTo>
                    <a:pt x="2460" y="672"/>
                  </a:lnTo>
                  <a:lnTo>
                    <a:pt x="2454" y="684"/>
                  </a:lnTo>
                  <a:lnTo>
                    <a:pt x="2442" y="690"/>
                  </a:lnTo>
                  <a:lnTo>
                    <a:pt x="2424" y="690"/>
                  </a:lnTo>
                  <a:lnTo>
                    <a:pt x="2412" y="696"/>
                  </a:lnTo>
                  <a:lnTo>
                    <a:pt x="2388" y="696"/>
                  </a:lnTo>
                  <a:lnTo>
                    <a:pt x="2376" y="690"/>
                  </a:lnTo>
                  <a:lnTo>
                    <a:pt x="2370" y="684"/>
                  </a:lnTo>
                  <a:lnTo>
                    <a:pt x="2358" y="678"/>
                  </a:lnTo>
                  <a:lnTo>
                    <a:pt x="2352" y="672"/>
                  </a:lnTo>
                  <a:lnTo>
                    <a:pt x="2346" y="672"/>
                  </a:lnTo>
                  <a:lnTo>
                    <a:pt x="2340" y="666"/>
                  </a:lnTo>
                  <a:lnTo>
                    <a:pt x="2316" y="666"/>
                  </a:lnTo>
                  <a:lnTo>
                    <a:pt x="2304" y="672"/>
                  </a:lnTo>
                  <a:lnTo>
                    <a:pt x="2304" y="684"/>
                  </a:lnTo>
                  <a:lnTo>
                    <a:pt x="2298" y="696"/>
                  </a:lnTo>
                  <a:lnTo>
                    <a:pt x="2298" y="708"/>
                  </a:lnTo>
                  <a:lnTo>
                    <a:pt x="2304" y="720"/>
                  </a:lnTo>
                  <a:lnTo>
                    <a:pt x="2322" y="738"/>
                  </a:lnTo>
                  <a:lnTo>
                    <a:pt x="2334" y="744"/>
                  </a:lnTo>
                  <a:lnTo>
                    <a:pt x="2352" y="762"/>
                  </a:lnTo>
                  <a:lnTo>
                    <a:pt x="2364" y="768"/>
                  </a:lnTo>
                  <a:lnTo>
                    <a:pt x="2364" y="774"/>
                  </a:lnTo>
                  <a:lnTo>
                    <a:pt x="2358" y="780"/>
                  </a:lnTo>
                  <a:lnTo>
                    <a:pt x="2352" y="792"/>
                  </a:lnTo>
                  <a:lnTo>
                    <a:pt x="2340" y="804"/>
                  </a:lnTo>
                  <a:lnTo>
                    <a:pt x="2316" y="804"/>
                  </a:lnTo>
                  <a:lnTo>
                    <a:pt x="2316" y="810"/>
                  </a:lnTo>
                  <a:lnTo>
                    <a:pt x="2310" y="822"/>
                  </a:lnTo>
                  <a:lnTo>
                    <a:pt x="2310" y="828"/>
                  </a:lnTo>
                  <a:lnTo>
                    <a:pt x="2298" y="852"/>
                  </a:lnTo>
                  <a:lnTo>
                    <a:pt x="2286" y="858"/>
                  </a:lnTo>
                  <a:lnTo>
                    <a:pt x="2262" y="858"/>
                  </a:lnTo>
                  <a:lnTo>
                    <a:pt x="2244" y="882"/>
                  </a:lnTo>
                  <a:lnTo>
                    <a:pt x="2088" y="882"/>
                  </a:lnTo>
                  <a:lnTo>
                    <a:pt x="2070" y="894"/>
                  </a:lnTo>
                  <a:lnTo>
                    <a:pt x="2010" y="930"/>
                  </a:lnTo>
                  <a:lnTo>
                    <a:pt x="1992" y="942"/>
                  </a:lnTo>
                  <a:lnTo>
                    <a:pt x="1986" y="948"/>
                  </a:lnTo>
                  <a:lnTo>
                    <a:pt x="1968" y="948"/>
                  </a:lnTo>
                  <a:lnTo>
                    <a:pt x="1962" y="942"/>
                  </a:lnTo>
                  <a:lnTo>
                    <a:pt x="1956" y="942"/>
                  </a:lnTo>
                  <a:lnTo>
                    <a:pt x="1950" y="930"/>
                  </a:lnTo>
                  <a:lnTo>
                    <a:pt x="1950" y="924"/>
                  </a:lnTo>
                  <a:lnTo>
                    <a:pt x="1938" y="924"/>
                  </a:lnTo>
                  <a:lnTo>
                    <a:pt x="1926" y="930"/>
                  </a:lnTo>
                  <a:lnTo>
                    <a:pt x="1914" y="930"/>
                  </a:lnTo>
                  <a:lnTo>
                    <a:pt x="1908" y="936"/>
                  </a:lnTo>
                  <a:lnTo>
                    <a:pt x="1896" y="936"/>
                  </a:lnTo>
                  <a:lnTo>
                    <a:pt x="1890" y="930"/>
                  </a:lnTo>
                  <a:lnTo>
                    <a:pt x="1866" y="918"/>
                  </a:lnTo>
                  <a:lnTo>
                    <a:pt x="1848" y="912"/>
                  </a:lnTo>
                  <a:lnTo>
                    <a:pt x="1800" y="912"/>
                  </a:lnTo>
                  <a:lnTo>
                    <a:pt x="1776" y="906"/>
                  </a:lnTo>
                  <a:lnTo>
                    <a:pt x="1764" y="900"/>
                  </a:lnTo>
                  <a:lnTo>
                    <a:pt x="1758" y="888"/>
                  </a:lnTo>
                  <a:lnTo>
                    <a:pt x="1740" y="870"/>
                  </a:lnTo>
                  <a:lnTo>
                    <a:pt x="1728" y="870"/>
                  </a:lnTo>
                  <a:lnTo>
                    <a:pt x="1710" y="864"/>
                  </a:lnTo>
                  <a:lnTo>
                    <a:pt x="1656" y="864"/>
                  </a:lnTo>
                  <a:lnTo>
                    <a:pt x="1650" y="858"/>
                  </a:lnTo>
                  <a:lnTo>
                    <a:pt x="1644" y="858"/>
                  </a:lnTo>
                  <a:lnTo>
                    <a:pt x="1632" y="852"/>
                  </a:lnTo>
                  <a:lnTo>
                    <a:pt x="1620" y="852"/>
                  </a:lnTo>
                  <a:lnTo>
                    <a:pt x="1614" y="858"/>
                  </a:lnTo>
                  <a:lnTo>
                    <a:pt x="1602" y="864"/>
                  </a:lnTo>
                  <a:lnTo>
                    <a:pt x="1596" y="870"/>
                  </a:lnTo>
                  <a:lnTo>
                    <a:pt x="1560" y="864"/>
                  </a:lnTo>
                  <a:lnTo>
                    <a:pt x="1512" y="864"/>
                  </a:lnTo>
                  <a:lnTo>
                    <a:pt x="1458" y="858"/>
                  </a:lnTo>
                  <a:lnTo>
                    <a:pt x="1398" y="864"/>
                  </a:lnTo>
                  <a:lnTo>
                    <a:pt x="1386" y="858"/>
                  </a:lnTo>
                  <a:lnTo>
                    <a:pt x="1380" y="846"/>
                  </a:lnTo>
                  <a:lnTo>
                    <a:pt x="1368" y="840"/>
                  </a:lnTo>
                  <a:lnTo>
                    <a:pt x="1338" y="810"/>
                  </a:lnTo>
                  <a:lnTo>
                    <a:pt x="1332" y="798"/>
                  </a:lnTo>
                  <a:lnTo>
                    <a:pt x="1290" y="756"/>
                  </a:lnTo>
                  <a:lnTo>
                    <a:pt x="1278" y="732"/>
                  </a:lnTo>
                  <a:lnTo>
                    <a:pt x="1242" y="732"/>
                  </a:lnTo>
                  <a:lnTo>
                    <a:pt x="1236" y="726"/>
                  </a:lnTo>
                  <a:lnTo>
                    <a:pt x="1224" y="726"/>
                  </a:lnTo>
                  <a:lnTo>
                    <a:pt x="1200" y="714"/>
                  </a:lnTo>
                  <a:lnTo>
                    <a:pt x="1194" y="714"/>
                  </a:lnTo>
                  <a:lnTo>
                    <a:pt x="1188" y="708"/>
                  </a:lnTo>
                  <a:lnTo>
                    <a:pt x="1182" y="708"/>
                  </a:lnTo>
                  <a:lnTo>
                    <a:pt x="1176" y="696"/>
                  </a:lnTo>
                  <a:lnTo>
                    <a:pt x="1164" y="690"/>
                  </a:lnTo>
                  <a:lnTo>
                    <a:pt x="1158" y="690"/>
                  </a:lnTo>
                  <a:lnTo>
                    <a:pt x="1146" y="684"/>
                  </a:lnTo>
                  <a:lnTo>
                    <a:pt x="1140" y="684"/>
                  </a:lnTo>
                  <a:lnTo>
                    <a:pt x="1134" y="678"/>
                  </a:lnTo>
                  <a:lnTo>
                    <a:pt x="1038" y="678"/>
                  </a:lnTo>
                  <a:lnTo>
                    <a:pt x="1014" y="672"/>
                  </a:lnTo>
                  <a:lnTo>
                    <a:pt x="996" y="666"/>
                  </a:lnTo>
                  <a:lnTo>
                    <a:pt x="990" y="666"/>
                  </a:lnTo>
                  <a:lnTo>
                    <a:pt x="978" y="660"/>
                  </a:lnTo>
                  <a:lnTo>
                    <a:pt x="966" y="660"/>
                  </a:lnTo>
                  <a:lnTo>
                    <a:pt x="954" y="654"/>
                  </a:lnTo>
                  <a:lnTo>
                    <a:pt x="948" y="648"/>
                  </a:lnTo>
                  <a:lnTo>
                    <a:pt x="942" y="636"/>
                  </a:lnTo>
                  <a:lnTo>
                    <a:pt x="936" y="618"/>
                  </a:lnTo>
                  <a:lnTo>
                    <a:pt x="936" y="606"/>
                  </a:lnTo>
                  <a:lnTo>
                    <a:pt x="948" y="594"/>
                  </a:lnTo>
                  <a:lnTo>
                    <a:pt x="948" y="588"/>
                  </a:lnTo>
                  <a:lnTo>
                    <a:pt x="942" y="582"/>
                  </a:lnTo>
                  <a:lnTo>
                    <a:pt x="936" y="570"/>
                  </a:lnTo>
                  <a:lnTo>
                    <a:pt x="930" y="564"/>
                  </a:lnTo>
                  <a:lnTo>
                    <a:pt x="930" y="552"/>
                  </a:lnTo>
                  <a:lnTo>
                    <a:pt x="924" y="540"/>
                  </a:lnTo>
                  <a:lnTo>
                    <a:pt x="912" y="528"/>
                  </a:lnTo>
                  <a:lnTo>
                    <a:pt x="888" y="510"/>
                  </a:lnTo>
                  <a:lnTo>
                    <a:pt x="876" y="492"/>
                  </a:lnTo>
                  <a:lnTo>
                    <a:pt x="870" y="480"/>
                  </a:lnTo>
                  <a:lnTo>
                    <a:pt x="852" y="462"/>
                  </a:lnTo>
                  <a:lnTo>
                    <a:pt x="834" y="456"/>
                  </a:lnTo>
                  <a:lnTo>
                    <a:pt x="822" y="450"/>
                  </a:lnTo>
                  <a:lnTo>
                    <a:pt x="810" y="450"/>
                  </a:lnTo>
                  <a:lnTo>
                    <a:pt x="804" y="444"/>
                  </a:lnTo>
                  <a:lnTo>
                    <a:pt x="786" y="432"/>
                  </a:lnTo>
                  <a:lnTo>
                    <a:pt x="750" y="444"/>
                  </a:lnTo>
                  <a:lnTo>
                    <a:pt x="726" y="420"/>
                  </a:lnTo>
                  <a:lnTo>
                    <a:pt x="720" y="408"/>
                  </a:lnTo>
                  <a:lnTo>
                    <a:pt x="708" y="408"/>
                  </a:lnTo>
                  <a:lnTo>
                    <a:pt x="696" y="402"/>
                  </a:lnTo>
                  <a:lnTo>
                    <a:pt x="684" y="402"/>
                  </a:lnTo>
                  <a:lnTo>
                    <a:pt x="672" y="396"/>
                  </a:lnTo>
                  <a:lnTo>
                    <a:pt x="672" y="378"/>
                  </a:lnTo>
                  <a:lnTo>
                    <a:pt x="648" y="378"/>
                  </a:lnTo>
                  <a:lnTo>
                    <a:pt x="654" y="372"/>
                  </a:lnTo>
                  <a:lnTo>
                    <a:pt x="654" y="360"/>
                  </a:lnTo>
                  <a:lnTo>
                    <a:pt x="648" y="354"/>
                  </a:lnTo>
                  <a:lnTo>
                    <a:pt x="612" y="354"/>
                  </a:lnTo>
                  <a:lnTo>
                    <a:pt x="600" y="348"/>
                  </a:lnTo>
                  <a:lnTo>
                    <a:pt x="582" y="348"/>
                  </a:lnTo>
                  <a:lnTo>
                    <a:pt x="576" y="354"/>
                  </a:lnTo>
                  <a:lnTo>
                    <a:pt x="576" y="360"/>
                  </a:lnTo>
                  <a:lnTo>
                    <a:pt x="594" y="378"/>
                  </a:lnTo>
                  <a:lnTo>
                    <a:pt x="594" y="390"/>
                  </a:lnTo>
                  <a:lnTo>
                    <a:pt x="588" y="396"/>
                  </a:lnTo>
                  <a:lnTo>
                    <a:pt x="546" y="396"/>
                  </a:lnTo>
                  <a:lnTo>
                    <a:pt x="534" y="408"/>
                  </a:lnTo>
                  <a:lnTo>
                    <a:pt x="534" y="426"/>
                  </a:lnTo>
                  <a:lnTo>
                    <a:pt x="546" y="450"/>
                  </a:lnTo>
                  <a:lnTo>
                    <a:pt x="558" y="462"/>
                  </a:lnTo>
                  <a:lnTo>
                    <a:pt x="570" y="486"/>
                  </a:lnTo>
                  <a:lnTo>
                    <a:pt x="570" y="504"/>
                  </a:lnTo>
                  <a:lnTo>
                    <a:pt x="564" y="510"/>
                  </a:lnTo>
                  <a:lnTo>
                    <a:pt x="546" y="510"/>
                  </a:lnTo>
                  <a:lnTo>
                    <a:pt x="528" y="528"/>
                  </a:lnTo>
                  <a:lnTo>
                    <a:pt x="516" y="516"/>
                  </a:lnTo>
                  <a:lnTo>
                    <a:pt x="468" y="516"/>
                  </a:lnTo>
                  <a:lnTo>
                    <a:pt x="444" y="504"/>
                  </a:lnTo>
                  <a:lnTo>
                    <a:pt x="432" y="504"/>
                  </a:lnTo>
                  <a:lnTo>
                    <a:pt x="420" y="498"/>
                  </a:lnTo>
                  <a:lnTo>
                    <a:pt x="408" y="498"/>
                  </a:lnTo>
                  <a:lnTo>
                    <a:pt x="408" y="636"/>
                  </a:lnTo>
                  <a:lnTo>
                    <a:pt x="414" y="636"/>
                  </a:lnTo>
                  <a:lnTo>
                    <a:pt x="420" y="642"/>
                  </a:lnTo>
                  <a:lnTo>
                    <a:pt x="426" y="642"/>
                  </a:lnTo>
                  <a:lnTo>
                    <a:pt x="432" y="648"/>
                  </a:lnTo>
                  <a:lnTo>
                    <a:pt x="432" y="660"/>
                  </a:lnTo>
                  <a:lnTo>
                    <a:pt x="426" y="666"/>
                  </a:lnTo>
                  <a:lnTo>
                    <a:pt x="420" y="666"/>
                  </a:lnTo>
                  <a:lnTo>
                    <a:pt x="408" y="654"/>
                  </a:lnTo>
                  <a:lnTo>
                    <a:pt x="390" y="666"/>
                  </a:lnTo>
                  <a:lnTo>
                    <a:pt x="384" y="660"/>
                  </a:lnTo>
                  <a:lnTo>
                    <a:pt x="378" y="648"/>
                  </a:lnTo>
                  <a:lnTo>
                    <a:pt x="372" y="642"/>
                  </a:lnTo>
                  <a:lnTo>
                    <a:pt x="360" y="642"/>
                  </a:lnTo>
                  <a:lnTo>
                    <a:pt x="324" y="660"/>
                  </a:lnTo>
                  <a:lnTo>
                    <a:pt x="312" y="660"/>
                  </a:lnTo>
                  <a:lnTo>
                    <a:pt x="300" y="666"/>
                  </a:lnTo>
                  <a:lnTo>
                    <a:pt x="288" y="666"/>
                  </a:lnTo>
                  <a:lnTo>
                    <a:pt x="276" y="672"/>
                  </a:lnTo>
                  <a:lnTo>
                    <a:pt x="270" y="678"/>
                  </a:lnTo>
                  <a:lnTo>
                    <a:pt x="270" y="684"/>
                  </a:lnTo>
                  <a:lnTo>
                    <a:pt x="276" y="690"/>
                  </a:lnTo>
                  <a:lnTo>
                    <a:pt x="288" y="696"/>
                  </a:lnTo>
                  <a:lnTo>
                    <a:pt x="306" y="696"/>
                  </a:lnTo>
                  <a:lnTo>
                    <a:pt x="306" y="726"/>
                  </a:lnTo>
                  <a:lnTo>
                    <a:pt x="318" y="750"/>
                  </a:lnTo>
                  <a:lnTo>
                    <a:pt x="360" y="792"/>
                  </a:lnTo>
                  <a:lnTo>
                    <a:pt x="366" y="804"/>
                  </a:lnTo>
                  <a:lnTo>
                    <a:pt x="378" y="810"/>
                  </a:lnTo>
                  <a:lnTo>
                    <a:pt x="378" y="822"/>
                  </a:lnTo>
                  <a:lnTo>
                    <a:pt x="360" y="822"/>
                  </a:lnTo>
                  <a:lnTo>
                    <a:pt x="354" y="828"/>
                  </a:lnTo>
                  <a:lnTo>
                    <a:pt x="354" y="834"/>
                  </a:lnTo>
                  <a:lnTo>
                    <a:pt x="372" y="852"/>
                  </a:lnTo>
                  <a:lnTo>
                    <a:pt x="348" y="852"/>
                  </a:lnTo>
                  <a:lnTo>
                    <a:pt x="348" y="864"/>
                  </a:lnTo>
                  <a:lnTo>
                    <a:pt x="354" y="870"/>
                  </a:lnTo>
                  <a:lnTo>
                    <a:pt x="354" y="882"/>
                  </a:lnTo>
                  <a:lnTo>
                    <a:pt x="372" y="900"/>
                  </a:lnTo>
                  <a:lnTo>
                    <a:pt x="372" y="912"/>
                  </a:lnTo>
                  <a:lnTo>
                    <a:pt x="366" y="918"/>
                  </a:lnTo>
                  <a:lnTo>
                    <a:pt x="342" y="918"/>
                  </a:lnTo>
                  <a:lnTo>
                    <a:pt x="294" y="936"/>
                  </a:lnTo>
                  <a:lnTo>
                    <a:pt x="282" y="948"/>
                  </a:lnTo>
                  <a:lnTo>
                    <a:pt x="270" y="954"/>
                  </a:lnTo>
                  <a:lnTo>
                    <a:pt x="264" y="960"/>
                  </a:lnTo>
                  <a:lnTo>
                    <a:pt x="264" y="978"/>
                  </a:lnTo>
                  <a:lnTo>
                    <a:pt x="258" y="990"/>
                  </a:lnTo>
                  <a:lnTo>
                    <a:pt x="252" y="996"/>
                  </a:lnTo>
                  <a:lnTo>
                    <a:pt x="234" y="996"/>
                  </a:lnTo>
                  <a:lnTo>
                    <a:pt x="216" y="990"/>
                  </a:lnTo>
                  <a:lnTo>
                    <a:pt x="186" y="990"/>
                  </a:lnTo>
                  <a:lnTo>
                    <a:pt x="168" y="1008"/>
                  </a:lnTo>
                  <a:lnTo>
                    <a:pt x="162" y="1020"/>
                  </a:lnTo>
                  <a:lnTo>
                    <a:pt x="162" y="1044"/>
                  </a:lnTo>
                  <a:lnTo>
                    <a:pt x="156" y="1050"/>
                  </a:lnTo>
                  <a:lnTo>
                    <a:pt x="126" y="1044"/>
                  </a:lnTo>
                  <a:lnTo>
                    <a:pt x="114" y="1050"/>
                  </a:lnTo>
                  <a:lnTo>
                    <a:pt x="108" y="1044"/>
                  </a:lnTo>
                  <a:lnTo>
                    <a:pt x="102" y="1032"/>
                  </a:lnTo>
                  <a:lnTo>
                    <a:pt x="96" y="1026"/>
                  </a:lnTo>
                  <a:lnTo>
                    <a:pt x="84" y="1026"/>
                  </a:lnTo>
                  <a:lnTo>
                    <a:pt x="72" y="1038"/>
                  </a:lnTo>
                  <a:lnTo>
                    <a:pt x="48" y="1038"/>
                  </a:lnTo>
                  <a:lnTo>
                    <a:pt x="48" y="1056"/>
                  </a:lnTo>
                  <a:lnTo>
                    <a:pt x="36" y="1062"/>
                  </a:lnTo>
                  <a:lnTo>
                    <a:pt x="30" y="1068"/>
                  </a:lnTo>
                  <a:lnTo>
                    <a:pt x="18" y="1068"/>
                  </a:lnTo>
                  <a:lnTo>
                    <a:pt x="6" y="1074"/>
                  </a:lnTo>
                  <a:lnTo>
                    <a:pt x="0" y="1080"/>
                  </a:lnTo>
                  <a:lnTo>
                    <a:pt x="0" y="1086"/>
                  </a:lnTo>
                  <a:lnTo>
                    <a:pt x="12" y="1092"/>
                  </a:lnTo>
                  <a:lnTo>
                    <a:pt x="18" y="1104"/>
                  </a:lnTo>
                  <a:lnTo>
                    <a:pt x="18" y="1116"/>
                  </a:lnTo>
                  <a:lnTo>
                    <a:pt x="0" y="1116"/>
                  </a:lnTo>
                  <a:lnTo>
                    <a:pt x="0" y="1140"/>
                  </a:lnTo>
                  <a:lnTo>
                    <a:pt x="18" y="1140"/>
                  </a:lnTo>
                  <a:lnTo>
                    <a:pt x="18" y="1152"/>
                  </a:lnTo>
                  <a:lnTo>
                    <a:pt x="12" y="1164"/>
                  </a:lnTo>
                  <a:lnTo>
                    <a:pt x="12" y="1176"/>
                  </a:lnTo>
                  <a:lnTo>
                    <a:pt x="24" y="1188"/>
                  </a:lnTo>
                  <a:lnTo>
                    <a:pt x="36" y="1188"/>
                  </a:lnTo>
                  <a:lnTo>
                    <a:pt x="42" y="1182"/>
                  </a:lnTo>
                  <a:lnTo>
                    <a:pt x="66" y="1182"/>
                  </a:lnTo>
                  <a:lnTo>
                    <a:pt x="78" y="1188"/>
                  </a:lnTo>
                  <a:lnTo>
                    <a:pt x="84" y="1188"/>
                  </a:lnTo>
                  <a:lnTo>
                    <a:pt x="96" y="1194"/>
                  </a:lnTo>
                  <a:lnTo>
                    <a:pt x="102" y="1200"/>
                  </a:lnTo>
                  <a:lnTo>
                    <a:pt x="102" y="1242"/>
                  </a:lnTo>
                  <a:lnTo>
                    <a:pt x="114" y="1266"/>
                  </a:lnTo>
                  <a:lnTo>
                    <a:pt x="120" y="1272"/>
                  </a:lnTo>
                  <a:lnTo>
                    <a:pt x="126" y="1272"/>
                  </a:lnTo>
                  <a:lnTo>
                    <a:pt x="138" y="1284"/>
                  </a:lnTo>
                  <a:lnTo>
                    <a:pt x="132" y="1290"/>
                  </a:lnTo>
                  <a:lnTo>
                    <a:pt x="102" y="1290"/>
                  </a:lnTo>
                  <a:lnTo>
                    <a:pt x="96" y="1296"/>
                  </a:lnTo>
                  <a:lnTo>
                    <a:pt x="96" y="1308"/>
                  </a:lnTo>
                  <a:lnTo>
                    <a:pt x="108" y="1314"/>
                  </a:lnTo>
                  <a:lnTo>
                    <a:pt x="114" y="1320"/>
                  </a:lnTo>
                  <a:lnTo>
                    <a:pt x="162" y="1320"/>
                  </a:lnTo>
                  <a:lnTo>
                    <a:pt x="168" y="1332"/>
                  </a:lnTo>
                  <a:lnTo>
                    <a:pt x="180" y="1332"/>
                  </a:lnTo>
                  <a:lnTo>
                    <a:pt x="192" y="1338"/>
                  </a:lnTo>
                  <a:lnTo>
                    <a:pt x="204" y="1350"/>
                  </a:lnTo>
                  <a:lnTo>
                    <a:pt x="216" y="1374"/>
                  </a:lnTo>
                  <a:lnTo>
                    <a:pt x="216" y="1398"/>
                  </a:lnTo>
                  <a:lnTo>
                    <a:pt x="252" y="1410"/>
                  </a:lnTo>
                  <a:lnTo>
                    <a:pt x="264" y="1404"/>
                  </a:lnTo>
                  <a:lnTo>
                    <a:pt x="264" y="1410"/>
                  </a:lnTo>
                  <a:lnTo>
                    <a:pt x="270" y="1416"/>
                  </a:lnTo>
                  <a:lnTo>
                    <a:pt x="276" y="1428"/>
                  </a:lnTo>
                  <a:lnTo>
                    <a:pt x="288" y="1434"/>
                  </a:lnTo>
                  <a:lnTo>
                    <a:pt x="366" y="1434"/>
                  </a:lnTo>
                  <a:lnTo>
                    <a:pt x="378" y="1428"/>
                  </a:lnTo>
                  <a:lnTo>
                    <a:pt x="384" y="1416"/>
                  </a:lnTo>
                  <a:lnTo>
                    <a:pt x="402" y="1410"/>
                  </a:lnTo>
                  <a:lnTo>
                    <a:pt x="426" y="1398"/>
                  </a:lnTo>
                  <a:lnTo>
                    <a:pt x="438" y="1398"/>
                  </a:lnTo>
                  <a:lnTo>
                    <a:pt x="456" y="1410"/>
                  </a:lnTo>
                  <a:lnTo>
                    <a:pt x="480" y="1434"/>
                  </a:lnTo>
                  <a:lnTo>
                    <a:pt x="522" y="1434"/>
                  </a:lnTo>
                  <a:lnTo>
                    <a:pt x="522" y="1494"/>
                  </a:lnTo>
                  <a:lnTo>
                    <a:pt x="516" y="1500"/>
                  </a:lnTo>
                  <a:lnTo>
                    <a:pt x="498" y="1500"/>
                  </a:lnTo>
                  <a:lnTo>
                    <a:pt x="498" y="1506"/>
                  </a:lnTo>
                  <a:lnTo>
                    <a:pt x="504" y="1512"/>
                  </a:lnTo>
                  <a:lnTo>
                    <a:pt x="504" y="1536"/>
                  </a:lnTo>
                  <a:lnTo>
                    <a:pt x="498" y="1548"/>
                  </a:lnTo>
                  <a:lnTo>
                    <a:pt x="486" y="1554"/>
                  </a:lnTo>
                  <a:lnTo>
                    <a:pt x="456" y="1554"/>
                  </a:lnTo>
                  <a:lnTo>
                    <a:pt x="474" y="1578"/>
                  </a:lnTo>
                  <a:lnTo>
                    <a:pt x="456" y="1584"/>
                  </a:lnTo>
                  <a:lnTo>
                    <a:pt x="456" y="1608"/>
                  </a:lnTo>
                  <a:lnTo>
                    <a:pt x="480" y="1620"/>
                  </a:lnTo>
                  <a:lnTo>
                    <a:pt x="492" y="1620"/>
                  </a:lnTo>
                  <a:lnTo>
                    <a:pt x="498" y="1626"/>
                  </a:lnTo>
                  <a:lnTo>
                    <a:pt x="504" y="1638"/>
                  </a:lnTo>
                  <a:lnTo>
                    <a:pt x="522" y="1656"/>
                  </a:lnTo>
                  <a:lnTo>
                    <a:pt x="522" y="1668"/>
                  </a:lnTo>
                  <a:lnTo>
                    <a:pt x="510" y="1674"/>
                  </a:lnTo>
                  <a:lnTo>
                    <a:pt x="504" y="1680"/>
                  </a:lnTo>
                  <a:lnTo>
                    <a:pt x="498" y="1680"/>
                  </a:lnTo>
                  <a:lnTo>
                    <a:pt x="486" y="1698"/>
                  </a:lnTo>
                  <a:lnTo>
                    <a:pt x="474" y="1686"/>
                  </a:lnTo>
                  <a:lnTo>
                    <a:pt x="474" y="1668"/>
                  </a:lnTo>
                  <a:lnTo>
                    <a:pt x="462" y="1668"/>
                  </a:lnTo>
                  <a:lnTo>
                    <a:pt x="456" y="1674"/>
                  </a:lnTo>
                  <a:lnTo>
                    <a:pt x="450" y="1674"/>
                  </a:lnTo>
                  <a:lnTo>
                    <a:pt x="450" y="1692"/>
                  </a:lnTo>
                  <a:lnTo>
                    <a:pt x="456" y="1698"/>
                  </a:lnTo>
                  <a:lnTo>
                    <a:pt x="462" y="1710"/>
                  </a:lnTo>
                  <a:lnTo>
                    <a:pt x="474" y="1722"/>
                  </a:lnTo>
                  <a:lnTo>
                    <a:pt x="480" y="1722"/>
                  </a:lnTo>
                  <a:lnTo>
                    <a:pt x="480" y="1734"/>
                  </a:lnTo>
                  <a:lnTo>
                    <a:pt x="474" y="1740"/>
                  </a:lnTo>
                  <a:lnTo>
                    <a:pt x="474" y="1758"/>
                  </a:lnTo>
                  <a:lnTo>
                    <a:pt x="480" y="1764"/>
                  </a:lnTo>
                  <a:lnTo>
                    <a:pt x="510" y="1764"/>
                  </a:lnTo>
                  <a:lnTo>
                    <a:pt x="516" y="1776"/>
                  </a:lnTo>
                  <a:lnTo>
                    <a:pt x="528" y="1788"/>
                  </a:lnTo>
                  <a:lnTo>
                    <a:pt x="540" y="1794"/>
                  </a:lnTo>
                  <a:lnTo>
                    <a:pt x="552" y="1794"/>
                  </a:lnTo>
                  <a:lnTo>
                    <a:pt x="558" y="1800"/>
                  </a:lnTo>
                  <a:lnTo>
                    <a:pt x="564" y="1800"/>
                  </a:lnTo>
                  <a:lnTo>
                    <a:pt x="582" y="1818"/>
                  </a:lnTo>
                  <a:lnTo>
                    <a:pt x="600" y="1812"/>
                  </a:lnTo>
                  <a:lnTo>
                    <a:pt x="600" y="1830"/>
                  </a:lnTo>
                  <a:lnTo>
                    <a:pt x="612" y="1836"/>
                  </a:lnTo>
                  <a:lnTo>
                    <a:pt x="624" y="1836"/>
                  </a:lnTo>
                  <a:lnTo>
                    <a:pt x="666" y="1872"/>
                  </a:lnTo>
                  <a:lnTo>
                    <a:pt x="690" y="1854"/>
                  </a:lnTo>
                  <a:lnTo>
                    <a:pt x="696" y="1848"/>
                  </a:lnTo>
                  <a:lnTo>
                    <a:pt x="708" y="1842"/>
                  </a:lnTo>
                  <a:lnTo>
                    <a:pt x="720" y="1842"/>
                  </a:lnTo>
                  <a:lnTo>
                    <a:pt x="732" y="1848"/>
                  </a:lnTo>
                  <a:lnTo>
                    <a:pt x="744" y="1860"/>
                  </a:lnTo>
                  <a:lnTo>
                    <a:pt x="750" y="1872"/>
                  </a:lnTo>
                  <a:lnTo>
                    <a:pt x="762" y="1878"/>
                  </a:lnTo>
                  <a:lnTo>
                    <a:pt x="780" y="1896"/>
                  </a:lnTo>
                  <a:lnTo>
                    <a:pt x="822" y="1902"/>
                  </a:lnTo>
                  <a:lnTo>
                    <a:pt x="828" y="1914"/>
                  </a:lnTo>
                  <a:lnTo>
                    <a:pt x="834" y="1920"/>
                  </a:lnTo>
                  <a:lnTo>
                    <a:pt x="840" y="1932"/>
                  </a:lnTo>
                  <a:lnTo>
                    <a:pt x="846" y="1938"/>
                  </a:lnTo>
                  <a:lnTo>
                    <a:pt x="846" y="1950"/>
                  </a:lnTo>
                  <a:lnTo>
                    <a:pt x="858" y="1950"/>
                  </a:lnTo>
                  <a:lnTo>
                    <a:pt x="858" y="1944"/>
                  </a:lnTo>
                  <a:lnTo>
                    <a:pt x="864" y="1938"/>
                  </a:lnTo>
                  <a:lnTo>
                    <a:pt x="870" y="1926"/>
                  </a:lnTo>
                  <a:lnTo>
                    <a:pt x="882" y="1926"/>
                  </a:lnTo>
                  <a:lnTo>
                    <a:pt x="888" y="1932"/>
                  </a:lnTo>
                  <a:lnTo>
                    <a:pt x="894" y="1944"/>
                  </a:lnTo>
                  <a:lnTo>
                    <a:pt x="894" y="1962"/>
                  </a:lnTo>
                  <a:lnTo>
                    <a:pt x="924" y="1992"/>
                  </a:lnTo>
                  <a:lnTo>
                    <a:pt x="936" y="1998"/>
                  </a:lnTo>
                  <a:lnTo>
                    <a:pt x="942" y="1992"/>
                  </a:lnTo>
                  <a:lnTo>
                    <a:pt x="954" y="1986"/>
                  </a:lnTo>
                  <a:lnTo>
                    <a:pt x="960" y="1986"/>
                  </a:lnTo>
                  <a:lnTo>
                    <a:pt x="966" y="1992"/>
                  </a:lnTo>
                  <a:lnTo>
                    <a:pt x="966" y="1998"/>
                  </a:lnTo>
                  <a:lnTo>
                    <a:pt x="960" y="2004"/>
                  </a:lnTo>
                  <a:lnTo>
                    <a:pt x="960" y="2010"/>
                  </a:lnTo>
                  <a:lnTo>
                    <a:pt x="966" y="2010"/>
                  </a:lnTo>
                  <a:lnTo>
                    <a:pt x="972" y="2016"/>
                  </a:lnTo>
                  <a:lnTo>
                    <a:pt x="990" y="2022"/>
                  </a:lnTo>
                  <a:lnTo>
                    <a:pt x="1002" y="2022"/>
                  </a:lnTo>
                  <a:lnTo>
                    <a:pt x="1008" y="2016"/>
                  </a:lnTo>
                  <a:lnTo>
                    <a:pt x="1014" y="2016"/>
                  </a:lnTo>
                  <a:lnTo>
                    <a:pt x="1014" y="2034"/>
                  </a:lnTo>
                  <a:lnTo>
                    <a:pt x="1020" y="2040"/>
                  </a:lnTo>
                  <a:lnTo>
                    <a:pt x="1032" y="2040"/>
                  </a:lnTo>
                  <a:lnTo>
                    <a:pt x="1044" y="2028"/>
                  </a:lnTo>
                  <a:lnTo>
                    <a:pt x="1044" y="2022"/>
                  </a:lnTo>
                  <a:lnTo>
                    <a:pt x="1044" y="2034"/>
                  </a:lnTo>
                  <a:lnTo>
                    <a:pt x="1050" y="2040"/>
                  </a:lnTo>
                  <a:lnTo>
                    <a:pt x="1068" y="2040"/>
                  </a:lnTo>
                  <a:lnTo>
                    <a:pt x="1074" y="2034"/>
                  </a:lnTo>
                  <a:lnTo>
                    <a:pt x="1074" y="2028"/>
                  </a:lnTo>
                  <a:lnTo>
                    <a:pt x="1086" y="2034"/>
                  </a:lnTo>
                  <a:lnTo>
                    <a:pt x="1092" y="2040"/>
                  </a:lnTo>
                  <a:lnTo>
                    <a:pt x="1110" y="2046"/>
                  </a:lnTo>
                  <a:lnTo>
                    <a:pt x="1134" y="2058"/>
                  </a:lnTo>
                  <a:lnTo>
                    <a:pt x="1158" y="2058"/>
                  </a:lnTo>
                  <a:lnTo>
                    <a:pt x="1176" y="2040"/>
                  </a:lnTo>
                  <a:lnTo>
                    <a:pt x="1194" y="2034"/>
                  </a:lnTo>
                  <a:lnTo>
                    <a:pt x="1206" y="2028"/>
                  </a:lnTo>
                  <a:lnTo>
                    <a:pt x="1212" y="2028"/>
                  </a:lnTo>
                  <a:lnTo>
                    <a:pt x="1224" y="2034"/>
                  </a:lnTo>
                  <a:lnTo>
                    <a:pt x="1230" y="2040"/>
                  </a:lnTo>
                  <a:lnTo>
                    <a:pt x="1230" y="2088"/>
                  </a:lnTo>
                  <a:lnTo>
                    <a:pt x="1236" y="2094"/>
                  </a:lnTo>
                  <a:lnTo>
                    <a:pt x="1242" y="2094"/>
                  </a:lnTo>
                  <a:lnTo>
                    <a:pt x="1242" y="2088"/>
                  </a:lnTo>
                  <a:lnTo>
                    <a:pt x="1248" y="2082"/>
                  </a:lnTo>
                  <a:lnTo>
                    <a:pt x="1254" y="2070"/>
                  </a:lnTo>
                  <a:lnTo>
                    <a:pt x="1266" y="2052"/>
                  </a:lnTo>
                  <a:lnTo>
                    <a:pt x="1272" y="2040"/>
                  </a:lnTo>
                  <a:lnTo>
                    <a:pt x="1284" y="2028"/>
                  </a:lnTo>
                  <a:lnTo>
                    <a:pt x="1290" y="2016"/>
                  </a:lnTo>
                  <a:lnTo>
                    <a:pt x="1302" y="2016"/>
                  </a:lnTo>
                  <a:lnTo>
                    <a:pt x="1314" y="2022"/>
                  </a:lnTo>
                  <a:lnTo>
                    <a:pt x="1338" y="2022"/>
                  </a:lnTo>
                  <a:lnTo>
                    <a:pt x="1338" y="2046"/>
                  </a:lnTo>
                  <a:lnTo>
                    <a:pt x="1344" y="2046"/>
                  </a:lnTo>
                  <a:lnTo>
                    <a:pt x="1350" y="2040"/>
                  </a:lnTo>
                  <a:lnTo>
                    <a:pt x="1362" y="2034"/>
                  </a:lnTo>
                  <a:lnTo>
                    <a:pt x="1374" y="2034"/>
                  </a:lnTo>
                  <a:lnTo>
                    <a:pt x="1386" y="2028"/>
                  </a:lnTo>
                  <a:lnTo>
                    <a:pt x="1398" y="2028"/>
                  </a:lnTo>
                  <a:lnTo>
                    <a:pt x="1410" y="2034"/>
                  </a:lnTo>
                  <a:lnTo>
                    <a:pt x="1422" y="2046"/>
                  </a:lnTo>
                  <a:lnTo>
                    <a:pt x="1428" y="2058"/>
                  </a:lnTo>
                  <a:lnTo>
                    <a:pt x="1428" y="2064"/>
                  </a:lnTo>
                  <a:lnTo>
                    <a:pt x="1482" y="2064"/>
                  </a:lnTo>
                  <a:lnTo>
                    <a:pt x="1494" y="2052"/>
                  </a:lnTo>
                  <a:lnTo>
                    <a:pt x="1494" y="2034"/>
                  </a:lnTo>
                  <a:lnTo>
                    <a:pt x="1488" y="2022"/>
                  </a:lnTo>
                  <a:lnTo>
                    <a:pt x="1518" y="2022"/>
                  </a:lnTo>
                  <a:lnTo>
                    <a:pt x="1524" y="2016"/>
                  </a:lnTo>
                  <a:lnTo>
                    <a:pt x="1524" y="1992"/>
                  </a:lnTo>
                  <a:lnTo>
                    <a:pt x="1518" y="1986"/>
                  </a:lnTo>
                  <a:lnTo>
                    <a:pt x="1518" y="1980"/>
                  </a:lnTo>
                  <a:lnTo>
                    <a:pt x="1554" y="1980"/>
                  </a:lnTo>
                  <a:lnTo>
                    <a:pt x="1578" y="1956"/>
                  </a:lnTo>
                  <a:lnTo>
                    <a:pt x="1590" y="1950"/>
                  </a:lnTo>
                  <a:lnTo>
                    <a:pt x="1602" y="1938"/>
                  </a:lnTo>
                  <a:lnTo>
                    <a:pt x="1620" y="1938"/>
                  </a:lnTo>
                  <a:lnTo>
                    <a:pt x="1632" y="1944"/>
                  </a:lnTo>
                  <a:lnTo>
                    <a:pt x="1650" y="1956"/>
                  </a:lnTo>
                  <a:lnTo>
                    <a:pt x="1668" y="1956"/>
                  </a:lnTo>
                  <a:lnTo>
                    <a:pt x="1668" y="1932"/>
                  </a:lnTo>
                  <a:lnTo>
                    <a:pt x="1680" y="1920"/>
                  </a:lnTo>
                  <a:lnTo>
                    <a:pt x="1716" y="1938"/>
                  </a:lnTo>
                  <a:lnTo>
                    <a:pt x="1722" y="1944"/>
                  </a:lnTo>
                  <a:lnTo>
                    <a:pt x="1710" y="1956"/>
                  </a:lnTo>
                  <a:lnTo>
                    <a:pt x="1704" y="1956"/>
                  </a:lnTo>
                  <a:lnTo>
                    <a:pt x="1710" y="1962"/>
                  </a:lnTo>
                  <a:lnTo>
                    <a:pt x="1740" y="1962"/>
                  </a:lnTo>
                  <a:lnTo>
                    <a:pt x="1758" y="1992"/>
                  </a:lnTo>
                  <a:lnTo>
                    <a:pt x="1752" y="1992"/>
                  </a:lnTo>
                  <a:lnTo>
                    <a:pt x="1740" y="2004"/>
                  </a:lnTo>
                  <a:lnTo>
                    <a:pt x="1740" y="2010"/>
                  </a:lnTo>
                  <a:lnTo>
                    <a:pt x="1806" y="2010"/>
                  </a:lnTo>
                  <a:lnTo>
                    <a:pt x="1812" y="2016"/>
                  </a:lnTo>
                  <a:lnTo>
                    <a:pt x="1818" y="2016"/>
                  </a:lnTo>
                  <a:lnTo>
                    <a:pt x="1824" y="1998"/>
                  </a:lnTo>
                  <a:lnTo>
                    <a:pt x="1830" y="1998"/>
                  </a:lnTo>
                  <a:lnTo>
                    <a:pt x="1836" y="2004"/>
                  </a:lnTo>
                  <a:lnTo>
                    <a:pt x="1842" y="2016"/>
                  </a:lnTo>
                  <a:lnTo>
                    <a:pt x="1854" y="2022"/>
                  </a:lnTo>
                  <a:lnTo>
                    <a:pt x="1872" y="2058"/>
                  </a:lnTo>
                  <a:lnTo>
                    <a:pt x="1878" y="2064"/>
                  </a:lnTo>
                  <a:lnTo>
                    <a:pt x="1878" y="2070"/>
                  </a:lnTo>
                  <a:lnTo>
                    <a:pt x="1914" y="2070"/>
                  </a:lnTo>
                  <a:lnTo>
                    <a:pt x="1920" y="2076"/>
                  </a:lnTo>
                  <a:lnTo>
                    <a:pt x="1920" y="2106"/>
                  </a:lnTo>
                  <a:lnTo>
                    <a:pt x="1932" y="2130"/>
                  </a:lnTo>
                  <a:lnTo>
                    <a:pt x="1944" y="2190"/>
                  </a:lnTo>
                  <a:lnTo>
                    <a:pt x="1932" y="2190"/>
                  </a:lnTo>
                  <a:lnTo>
                    <a:pt x="1926" y="2196"/>
                  </a:lnTo>
                  <a:lnTo>
                    <a:pt x="1914" y="2196"/>
                  </a:lnTo>
                  <a:lnTo>
                    <a:pt x="1932" y="2214"/>
                  </a:lnTo>
                  <a:lnTo>
                    <a:pt x="1932" y="2220"/>
                  </a:lnTo>
                  <a:lnTo>
                    <a:pt x="1926" y="2232"/>
                  </a:lnTo>
                  <a:lnTo>
                    <a:pt x="1920" y="2238"/>
                  </a:lnTo>
                  <a:lnTo>
                    <a:pt x="1908" y="2238"/>
                  </a:lnTo>
                  <a:lnTo>
                    <a:pt x="1902" y="2232"/>
                  </a:lnTo>
                  <a:lnTo>
                    <a:pt x="1902" y="2268"/>
                  </a:lnTo>
                  <a:lnTo>
                    <a:pt x="1896" y="2274"/>
                  </a:lnTo>
                  <a:lnTo>
                    <a:pt x="1884" y="2274"/>
                  </a:lnTo>
                  <a:lnTo>
                    <a:pt x="1890" y="2304"/>
                  </a:lnTo>
                  <a:lnTo>
                    <a:pt x="1878" y="2304"/>
                  </a:lnTo>
                  <a:lnTo>
                    <a:pt x="1878" y="2322"/>
                  </a:lnTo>
                  <a:lnTo>
                    <a:pt x="1896" y="2340"/>
                  </a:lnTo>
                  <a:lnTo>
                    <a:pt x="1902" y="2352"/>
                  </a:lnTo>
                  <a:lnTo>
                    <a:pt x="1890" y="2370"/>
                  </a:lnTo>
                  <a:lnTo>
                    <a:pt x="1902" y="2364"/>
                  </a:lnTo>
                  <a:lnTo>
                    <a:pt x="1908" y="2358"/>
                  </a:lnTo>
                  <a:lnTo>
                    <a:pt x="1920" y="2358"/>
                  </a:lnTo>
                  <a:lnTo>
                    <a:pt x="1926" y="2352"/>
                  </a:lnTo>
                  <a:lnTo>
                    <a:pt x="1986" y="2352"/>
                  </a:lnTo>
                  <a:lnTo>
                    <a:pt x="1956" y="2376"/>
                  </a:lnTo>
                  <a:lnTo>
                    <a:pt x="1980" y="2394"/>
                  </a:lnTo>
                  <a:lnTo>
                    <a:pt x="1992" y="2436"/>
                  </a:lnTo>
                  <a:lnTo>
                    <a:pt x="2022" y="2436"/>
                  </a:lnTo>
                  <a:lnTo>
                    <a:pt x="2034" y="2442"/>
                  </a:lnTo>
                  <a:lnTo>
                    <a:pt x="2040" y="2448"/>
                  </a:lnTo>
                  <a:lnTo>
                    <a:pt x="2040" y="2454"/>
                  </a:lnTo>
                  <a:lnTo>
                    <a:pt x="2034" y="2460"/>
                  </a:lnTo>
                  <a:lnTo>
                    <a:pt x="2022" y="2460"/>
                  </a:lnTo>
                  <a:lnTo>
                    <a:pt x="2016" y="2466"/>
                  </a:lnTo>
                  <a:lnTo>
                    <a:pt x="2028" y="2478"/>
                  </a:lnTo>
                  <a:lnTo>
                    <a:pt x="2028" y="2490"/>
                  </a:lnTo>
                  <a:lnTo>
                    <a:pt x="2022" y="2496"/>
                  </a:lnTo>
                  <a:lnTo>
                    <a:pt x="2022" y="2502"/>
                  </a:lnTo>
                  <a:lnTo>
                    <a:pt x="2016" y="2514"/>
                  </a:lnTo>
                  <a:lnTo>
                    <a:pt x="2070" y="2520"/>
                  </a:lnTo>
                  <a:lnTo>
                    <a:pt x="2082" y="2550"/>
                  </a:lnTo>
                  <a:lnTo>
                    <a:pt x="2094" y="2550"/>
                  </a:lnTo>
                  <a:lnTo>
                    <a:pt x="2094" y="2568"/>
                  </a:lnTo>
                  <a:lnTo>
                    <a:pt x="2136" y="2568"/>
                  </a:lnTo>
                  <a:lnTo>
                    <a:pt x="2136" y="2562"/>
                  </a:lnTo>
                  <a:lnTo>
                    <a:pt x="2154" y="2544"/>
                  </a:lnTo>
                  <a:lnTo>
                    <a:pt x="2166" y="2544"/>
                  </a:lnTo>
                  <a:lnTo>
                    <a:pt x="2172" y="2550"/>
                  </a:lnTo>
                  <a:lnTo>
                    <a:pt x="2172" y="2592"/>
                  </a:lnTo>
                  <a:lnTo>
                    <a:pt x="2214" y="2592"/>
                  </a:lnTo>
                  <a:lnTo>
                    <a:pt x="2214" y="2556"/>
                  </a:lnTo>
                  <a:lnTo>
                    <a:pt x="2190" y="2532"/>
                  </a:lnTo>
                  <a:lnTo>
                    <a:pt x="2190" y="2490"/>
                  </a:lnTo>
                  <a:lnTo>
                    <a:pt x="2196" y="2484"/>
                  </a:lnTo>
                  <a:lnTo>
                    <a:pt x="2232" y="2490"/>
                  </a:lnTo>
                  <a:lnTo>
                    <a:pt x="2232" y="2472"/>
                  </a:lnTo>
                  <a:lnTo>
                    <a:pt x="2238" y="2460"/>
                  </a:lnTo>
                  <a:lnTo>
                    <a:pt x="2250" y="2460"/>
                  </a:lnTo>
                  <a:lnTo>
                    <a:pt x="2274" y="2484"/>
                  </a:lnTo>
                  <a:lnTo>
                    <a:pt x="2286" y="2484"/>
                  </a:lnTo>
                  <a:lnTo>
                    <a:pt x="2292" y="2478"/>
                  </a:lnTo>
                  <a:lnTo>
                    <a:pt x="2298" y="2466"/>
                  </a:lnTo>
                  <a:lnTo>
                    <a:pt x="2304" y="2460"/>
                  </a:lnTo>
                  <a:lnTo>
                    <a:pt x="2322" y="2478"/>
                  </a:lnTo>
                  <a:lnTo>
                    <a:pt x="2322" y="2460"/>
                  </a:lnTo>
                  <a:lnTo>
                    <a:pt x="2328" y="2460"/>
                  </a:lnTo>
                  <a:lnTo>
                    <a:pt x="2340" y="2478"/>
                  </a:lnTo>
                  <a:lnTo>
                    <a:pt x="2346" y="2484"/>
                  </a:lnTo>
                  <a:lnTo>
                    <a:pt x="2364" y="2484"/>
                  </a:lnTo>
                  <a:lnTo>
                    <a:pt x="2364" y="2472"/>
                  </a:lnTo>
                  <a:lnTo>
                    <a:pt x="2352" y="2460"/>
                  </a:lnTo>
                  <a:lnTo>
                    <a:pt x="2370" y="2460"/>
                  </a:lnTo>
                  <a:lnTo>
                    <a:pt x="2376" y="2466"/>
                  </a:lnTo>
                  <a:lnTo>
                    <a:pt x="2382" y="2460"/>
                  </a:lnTo>
                  <a:lnTo>
                    <a:pt x="2400" y="2460"/>
                  </a:lnTo>
                  <a:lnTo>
                    <a:pt x="2400" y="2454"/>
                  </a:lnTo>
                  <a:lnTo>
                    <a:pt x="2406" y="2442"/>
                  </a:lnTo>
                  <a:lnTo>
                    <a:pt x="2406" y="2430"/>
                  </a:lnTo>
                  <a:lnTo>
                    <a:pt x="2412" y="2424"/>
                  </a:lnTo>
                  <a:lnTo>
                    <a:pt x="2424" y="2418"/>
                  </a:lnTo>
                  <a:lnTo>
                    <a:pt x="2430" y="2412"/>
                  </a:lnTo>
                  <a:lnTo>
                    <a:pt x="2436" y="2412"/>
                  </a:lnTo>
                  <a:lnTo>
                    <a:pt x="2466" y="2448"/>
                  </a:lnTo>
                  <a:lnTo>
                    <a:pt x="2496" y="2442"/>
                  </a:lnTo>
                  <a:lnTo>
                    <a:pt x="2508" y="2454"/>
                  </a:lnTo>
                  <a:lnTo>
                    <a:pt x="2538" y="2454"/>
                  </a:lnTo>
                  <a:lnTo>
                    <a:pt x="2544" y="2460"/>
                  </a:lnTo>
                  <a:lnTo>
                    <a:pt x="2544" y="2466"/>
                  </a:lnTo>
                  <a:lnTo>
                    <a:pt x="2526" y="2484"/>
                  </a:lnTo>
                  <a:lnTo>
                    <a:pt x="2532" y="2502"/>
                  </a:lnTo>
                  <a:lnTo>
                    <a:pt x="2544" y="2508"/>
                  </a:lnTo>
                  <a:lnTo>
                    <a:pt x="2544" y="2526"/>
                  </a:lnTo>
                  <a:lnTo>
                    <a:pt x="2562" y="2526"/>
                  </a:lnTo>
                  <a:lnTo>
                    <a:pt x="2568" y="2532"/>
                  </a:lnTo>
                  <a:lnTo>
                    <a:pt x="2574" y="2544"/>
                  </a:lnTo>
                  <a:lnTo>
                    <a:pt x="2586" y="2550"/>
                  </a:lnTo>
                  <a:lnTo>
                    <a:pt x="2616" y="2550"/>
                  </a:lnTo>
                  <a:lnTo>
                    <a:pt x="2622" y="2556"/>
                  </a:lnTo>
                  <a:lnTo>
                    <a:pt x="2628" y="2556"/>
                  </a:lnTo>
                  <a:lnTo>
                    <a:pt x="2676" y="2526"/>
                  </a:lnTo>
                  <a:lnTo>
                    <a:pt x="2694" y="2538"/>
                  </a:lnTo>
                  <a:lnTo>
                    <a:pt x="2718" y="2538"/>
                  </a:lnTo>
                  <a:lnTo>
                    <a:pt x="2736" y="2544"/>
                  </a:lnTo>
                  <a:lnTo>
                    <a:pt x="2748" y="2544"/>
                  </a:lnTo>
                  <a:lnTo>
                    <a:pt x="2760" y="2550"/>
                  </a:lnTo>
                  <a:lnTo>
                    <a:pt x="2766" y="2556"/>
                  </a:lnTo>
                  <a:lnTo>
                    <a:pt x="2772" y="2568"/>
                  </a:lnTo>
                  <a:lnTo>
                    <a:pt x="2766" y="2580"/>
                  </a:lnTo>
                  <a:lnTo>
                    <a:pt x="2766" y="2604"/>
                  </a:lnTo>
                  <a:lnTo>
                    <a:pt x="2760" y="2616"/>
                  </a:lnTo>
                  <a:lnTo>
                    <a:pt x="2766" y="2628"/>
                  </a:lnTo>
                  <a:lnTo>
                    <a:pt x="2772" y="2634"/>
                  </a:lnTo>
                  <a:lnTo>
                    <a:pt x="2784" y="2640"/>
                  </a:lnTo>
                  <a:lnTo>
                    <a:pt x="2790" y="2652"/>
                  </a:lnTo>
                  <a:lnTo>
                    <a:pt x="2802" y="2658"/>
                  </a:lnTo>
                  <a:lnTo>
                    <a:pt x="2808" y="2664"/>
                  </a:lnTo>
                  <a:lnTo>
                    <a:pt x="2826" y="2664"/>
                  </a:lnTo>
                  <a:lnTo>
                    <a:pt x="2832" y="2640"/>
                  </a:lnTo>
                  <a:lnTo>
                    <a:pt x="2832" y="2634"/>
                  </a:lnTo>
                  <a:lnTo>
                    <a:pt x="2826" y="2628"/>
                  </a:lnTo>
                  <a:lnTo>
                    <a:pt x="2826" y="2586"/>
                  </a:lnTo>
                  <a:lnTo>
                    <a:pt x="2832" y="2568"/>
                  </a:lnTo>
                  <a:lnTo>
                    <a:pt x="2844" y="2556"/>
                  </a:lnTo>
                  <a:lnTo>
                    <a:pt x="2856" y="2550"/>
                  </a:lnTo>
                  <a:lnTo>
                    <a:pt x="2886" y="2550"/>
                  </a:lnTo>
                  <a:lnTo>
                    <a:pt x="2898" y="2544"/>
                  </a:lnTo>
                  <a:lnTo>
                    <a:pt x="2910" y="2544"/>
                  </a:lnTo>
                  <a:lnTo>
                    <a:pt x="2922" y="2538"/>
                  </a:lnTo>
                  <a:lnTo>
                    <a:pt x="2940" y="2538"/>
                  </a:lnTo>
                  <a:lnTo>
                    <a:pt x="2964" y="2532"/>
                  </a:lnTo>
                  <a:lnTo>
                    <a:pt x="2982" y="2526"/>
                  </a:lnTo>
                  <a:lnTo>
                    <a:pt x="3000" y="2508"/>
                  </a:lnTo>
                  <a:lnTo>
                    <a:pt x="3000" y="2466"/>
                  </a:lnTo>
                  <a:lnTo>
                    <a:pt x="3006" y="2454"/>
                  </a:lnTo>
                  <a:lnTo>
                    <a:pt x="3012" y="2448"/>
                  </a:lnTo>
                  <a:lnTo>
                    <a:pt x="3024" y="2460"/>
                  </a:lnTo>
                  <a:lnTo>
                    <a:pt x="3036" y="2484"/>
                  </a:lnTo>
                  <a:lnTo>
                    <a:pt x="3042" y="2490"/>
                  </a:lnTo>
                  <a:lnTo>
                    <a:pt x="3048" y="2490"/>
                  </a:lnTo>
                  <a:lnTo>
                    <a:pt x="3054" y="2484"/>
                  </a:lnTo>
                  <a:lnTo>
                    <a:pt x="3066" y="2478"/>
                  </a:lnTo>
                  <a:lnTo>
                    <a:pt x="3072" y="2466"/>
                  </a:lnTo>
                  <a:lnTo>
                    <a:pt x="3090" y="2448"/>
                  </a:lnTo>
                  <a:lnTo>
                    <a:pt x="3096" y="2436"/>
                  </a:lnTo>
                  <a:lnTo>
                    <a:pt x="3114" y="2454"/>
                  </a:lnTo>
                  <a:lnTo>
                    <a:pt x="3144" y="2442"/>
                  </a:lnTo>
                  <a:lnTo>
                    <a:pt x="3150" y="2442"/>
                  </a:lnTo>
                  <a:lnTo>
                    <a:pt x="3156" y="2448"/>
                  </a:lnTo>
                  <a:lnTo>
                    <a:pt x="3186" y="2448"/>
                  </a:lnTo>
                  <a:lnTo>
                    <a:pt x="3234" y="2424"/>
                  </a:lnTo>
                  <a:lnTo>
                    <a:pt x="3288" y="2370"/>
                  </a:lnTo>
                  <a:lnTo>
                    <a:pt x="3294" y="2358"/>
                  </a:lnTo>
                  <a:lnTo>
                    <a:pt x="3300" y="2352"/>
                  </a:lnTo>
                  <a:lnTo>
                    <a:pt x="3294" y="2340"/>
                  </a:lnTo>
                  <a:lnTo>
                    <a:pt x="3294" y="2334"/>
                  </a:lnTo>
                  <a:lnTo>
                    <a:pt x="3288" y="2322"/>
                  </a:lnTo>
                  <a:lnTo>
                    <a:pt x="3282" y="2316"/>
                  </a:lnTo>
                  <a:lnTo>
                    <a:pt x="3300" y="2316"/>
                  </a:lnTo>
                  <a:lnTo>
                    <a:pt x="3312" y="2286"/>
                  </a:lnTo>
                  <a:lnTo>
                    <a:pt x="3336" y="2286"/>
                  </a:lnTo>
                  <a:lnTo>
                    <a:pt x="3348" y="2250"/>
                  </a:lnTo>
                  <a:lnTo>
                    <a:pt x="3360" y="2250"/>
                  </a:lnTo>
                  <a:lnTo>
                    <a:pt x="3360" y="2208"/>
                  </a:lnTo>
                  <a:lnTo>
                    <a:pt x="3372" y="2208"/>
                  </a:lnTo>
                  <a:lnTo>
                    <a:pt x="3384" y="2196"/>
                  </a:lnTo>
                  <a:lnTo>
                    <a:pt x="3384" y="2172"/>
                  </a:lnTo>
                  <a:lnTo>
                    <a:pt x="3378" y="2160"/>
                  </a:lnTo>
                  <a:lnTo>
                    <a:pt x="3372" y="2154"/>
                  </a:lnTo>
                  <a:lnTo>
                    <a:pt x="3372" y="2142"/>
                  </a:lnTo>
                  <a:lnTo>
                    <a:pt x="3378" y="2136"/>
                  </a:lnTo>
                  <a:lnTo>
                    <a:pt x="3384" y="2136"/>
                  </a:lnTo>
                  <a:lnTo>
                    <a:pt x="3390" y="2130"/>
                  </a:lnTo>
                  <a:lnTo>
                    <a:pt x="3402" y="2124"/>
                  </a:lnTo>
                  <a:lnTo>
                    <a:pt x="3408" y="2118"/>
                  </a:lnTo>
                  <a:lnTo>
                    <a:pt x="3408" y="2094"/>
                  </a:lnTo>
                  <a:lnTo>
                    <a:pt x="3390" y="2076"/>
                  </a:lnTo>
                  <a:lnTo>
                    <a:pt x="3390" y="2064"/>
                  </a:lnTo>
                  <a:lnTo>
                    <a:pt x="3402" y="2058"/>
                  </a:lnTo>
                  <a:lnTo>
                    <a:pt x="3408" y="2052"/>
                  </a:lnTo>
                  <a:lnTo>
                    <a:pt x="3408" y="2016"/>
                  </a:lnTo>
                  <a:lnTo>
                    <a:pt x="3414" y="2016"/>
                  </a:lnTo>
                  <a:lnTo>
                    <a:pt x="3420" y="2010"/>
                  </a:lnTo>
                  <a:lnTo>
                    <a:pt x="3456" y="1992"/>
                  </a:lnTo>
                  <a:lnTo>
                    <a:pt x="3462" y="1980"/>
                  </a:lnTo>
                  <a:lnTo>
                    <a:pt x="3462" y="1962"/>
                  </a:lnTo>
                  <a:lnTo>
                    <a:pt x="3456" y="1956"/>
                  </a:lnTo>
                  <a:lnTo>
                    <a:pt x="3444" y="1956"/>
                  </a:lnTo>
                  <a:lnTo>
                    <a:pt x="3450" y="1956"/>
                  </a:lnTo>
                  <a:lnTo>
                    <a:pt x="3456" y="1950"/>
                  </a:lnTo>
                  <a:lnTo>
                    <a:pt x="3468" y="1950"/>
                  </a:lnTo>
                  <a:lnTo>
                    <a:pt x="3480" y="1944"/>
                  </a:lnTo>
                  <a:lnTo>
                    <a:pt x="3492" y="1932"/>
                  </a:lnTo>
                  <a:lnTo>
                    <a:pt x="3474" y="1914"/>
                  </a:lnTo>
                  <a:lnTo>
                    <a:pt x="3468" y="1914"/>
                  </a:lnTo>
                  <a:lnTo>
                    <a:pt x="3486" y="1896"/>
                  </a:lnTo>
                  <a:lnTo>
                    <a:pt x="3498" y="1872"/>
                  </a:lnTo>
                  <a:lnTo>
                    <a:pt x="3504" y="1866"/>
                  </a:lnTo>
                  <a:lnTo>
                    <a:pt x="3504" y="1854"/>
                  </a:lnTo>
                  <a:lnTo>
                    <a:pt x="3498" y="1848"/>
                  </a:lnTo>
                  <a:lnTo>
                    <a:pt x="3474" y="1842"/>
                  </a:lnTo>
                  <a:lnTo>
                    <a:pt x="3438" y="1848"/>
                  </a:lnTo>
                  <a:lnTo>
                    <a:pt x="3396" y="1854"/>
                  </a:lnTo>
                  <a:lnTo>
                    <a:pt x="3366" y="1860"/>
                  </a:lnTo>
                  <a:lnTo>
                    <a:pt x="3354" y="1866"/>
                  </a:lnTo>
                  <a:lnTo>
                    <a:pt x="3336" y="1848"/>
                  </a:lnTo>
                  <a:lnTo>
                    <a:pt x="3378" y="1848"/>
                  </a:lnTo>
                  <a:lnTo>
                    <a:pt x="3378" y="1836"/>
                  </a:lnTo>
                  <a:lnTo>
                    <a:pt x="3384" y="1824"/>
                  </a:lnTo>
                  <a:lnTo>
                    <a:pt x="3390" y="1818"/>
                  </a:lnTo>
                  <a:lnTo>
                    <a:pt x="3402" y="1812"/>
                  </a:lnTo>
                  <a:lnTo>
                    <a:pt x="3432" y="1812"/>
                  </a:lnTo>
                  <a:lnTo>
                    <a:pt x="3426" y="1800"/>
                  </a:lnTo>
                  <a:lnTo>
                    <a:pt x="3420" y="1794"/>
                  </a:lnTo>
                  <a:lnTo>
                    <a:pt x="3414" y="1782"/>
                  </a:lnTo>
                  <a:lnTo>
                    <a:pt x="3414" y="1776"/>
                  </a:lnTo>
                  <a:lnTo>
                    <a:pt x="3408" y="1770"/>
                  </a:lnTo>
                  <a:lnTo>
                    <a:pt x="3390" y="1770"/>
                  </a:lnTo>
                  <a:lnTo>
                    <a:pt x="3378" y="1764"/>
                  </a:lnTo>
                  <a:lnTo>
                    <a:pt x="3366" y="1764"/>
                  </a:lnTo>
                  <a:lnTo>
                    <a:pt x="3354" y="1746"/>
                  </a:lnTo>
                  <a:lnTo>
                    <a:pt x="3342" y="1746"/>
                  </a:lnTo>
                  <a:lnTo>
                    <a:pt x="3336" y="1734"/>
                  </a:lnTo>
                  <a:lnTo>
                    <a:pt x="3324" y="1728"/>
                  </a:lnTo>
                  <a:lnTo>
                    <a:pt x="3294" y="1728"/>
                  </a:lnTo>
                  <a:lnTo>
                    <a:pt x="3288" y="1734"/>
                  </a:lnTo>
                  <a:lnTo>
                    <a:pt x="3282" y="1734"/>
                  </a:lnTo>
                  <a:lnTo>
                    <a:pt x="3246" y="1686"/>
                  </a:lnTo>
                  <a:lnTo>
                    <a:pt x="3252" y="1698"/>
                  </a:lnTo>
                  <a:lnTo>
                    <a:pt x="3264" y="1704"/>
                  </a:lnTo>
                  <a:lnTo>
                    <a:pt x="3270" y="1710"/>
                  </a:lnTo>
                  <a:lnTo>
                    <a:pt x="3282" y="1716"/>
                  </a:lnTo>
                  <a:lnTo>
                    <a:pt x="3294" y="1716"/>
                  </a:lnTo>
                  <a:lnTo>
                    <a:pt x="3300" y="1710"/>
                  </a:lnTo>
                  <a:lnTo>
                    <a:pt x="3306" y="1710"/>
                  </a:lnTo>
                  <a:lnTo>
                    <a:pt x="3336" y="1716"/>
                  </a:lnTo>
                  <a:lnTo>
                    <a:pt x="3348" y="1734"/>
                  </a:lnTo>
                  <a:lnTo>
                    <a:pt x="3366" y="1728"/>
                  </a:lnTo>
                  <a:lnTo>
                    <a:pt x="3408" y="1740"/>
                  </a:lnTo>
                  <a:lnTo>
                    <a:pt x="3390" y="1716"/>
                  </a:lnTo>
                  <a:lnTo>
                    <a:pt x="3372" y="1710"/>
                  </a:lnTo>
                  <a:lnTo>
                    <a:pt x="3372" y="1692"/>
                  </a:lnTo>
                  <a:lnTo>
                    <a:pt x="3360" y="1680"/>
                  </a:lnTo>
                  <a:lnTo>
                    <a:pt x="3348" y="1674"/>
                  </a:lnTo>
                  <a:lnTo>
                    <a:pt x="3330" y="1674"/>
                  </a:lnTo>
                  <a:lnTo>
                    <a:pt x="3318" y="1662"/>
                  </a:lnTo>
                  <a:lnTo>
                    <a:pt x="3318" y="1650"/>
                  </a:lnTo>
                  <a:lnTo>
                    <a:pt x="3312" y="1644"/>
                  </a:lnTo>
                  <a:lnTo>
                    <a:pt x="3312" y="1632"/>
                  </a:lnTo>
                  <a:lnTo>
                    <a:pt x="3234" y="1530"/>
                  </a:lnTo>
                  <a:lnTo>
                    <a:pt x="3198" y="1524"/>
                  </a:lnTo>
                  <a:lnTo>
                    <a:pt x="3162" y="1494"/>
                  </a:lnTo>
                  <a:lnTo>
                    <a:pt x="3144" y="1500"/>
                  </a:lnTo>
                  <a:lnTo>
                    <a:pt x="3138" y="1488"/>
                  </a:lnTo>
                  <a:lnTo>
                    <a:pt x="3132" y="1482"/>
                  </a:lnTo>
                  <a:lnTo>
                    <a:pt x="3132" y="1470"/>
                  </a:lnTo>
                  <a:lnTo>
                    <a:pt x="3126" y="1464"/>
                  </a:lnTo>
                  <a:lnTo>
                    <a:pt x="3138" y="1452"/>
                  </a:lnTo>
                  <a:lnTo>
                    <a:pt x="3150" y="1446"/>
                  </a:lnTo>
                  <a:lnTo>
                    <a:pt x="3156" y="1434"/>
                  </a:lnTo>
                  <a:lnTo>
                    <a:pt x="3162" y="1428"/>
                  </a:lnTo>
                  <a:lnTo>
                    <a:pt x="3168" y="1416"/>
                  </a:lnTo>
                  <a:lnTo>
                    <a:pt x="3168" y="1410"/>
                  </a:lnTo>
                  <a:lnTo>
                    <a:pt x="3162" y="1398"/>
                  </a:lnTo>
                  <a:lnTo>
                    <a:pt x="3162" y="1392"/>
                  </a:lnTo>
                  <a:lnTo>
                    <a:pt x="3156" y="1380"/>
                  </a:lnTo>
                  <a:lnTo>
                    <a:pt x="3168" y="1386"/>
                  </a:lnTo>
                  <a:lnTo>
                    <a:pt x="3174" y="1392"/>
                  </a:lnTo>
                  <a:lnTo>
                    <a:pt x="3186" y="1398"/>
                  </a:lnTo>
                  <a:lnTo>
                    <a:pt x="3198" y="1386"/>
                  </a:lnTo>
                  <a:lnTo>
                    <a:pt x="3198" y="1368"/>
                  </a:lnTo>
                  <a:lnTo>
                    <a:pt x="3192" y="1356"/>
                  </a:lnTo>
                  <a:lnTo>
                    <a:pt x="3192" y="1344"/>
                  </a:lnTo>
                  <a:lnTo>
                    <a:pt x="3216" y="1344"/>
                  </a:lnTo>
                  <a:lnTo>
                    <a:pt x="3252" y="1320"/>
                  </a:lnTo>
                  <a:lnTo>
                    <a:pt x="3264" y="1320"/>
                  </a:lnTo>
                  <a:lnTo>
                    <a:pt x="3270" y="1326"/>
                  </a:lnTo>
                  <a:lnTo>
                    <a:pt x="3294" y="1326"/>
                  </a:lnTo>
                  <a:lnTo>
                    <a:pt x="3294" y="1320"/>
                  </a:lnTo>
                  <a:lnTo>
                    <a:pt x="3288" y="1314"/>
                  </a:lnTo>
                  <a:lnTo>
                    <a:pt x="3288" y="1308"/>
                  </a:lnTo>
                  <a:lnTo>
                    <a:pt x="3282" y="1302"/>
                  </a:lnTo>
                  <a:lnTo>
                    <a:pt x="3288" y="1278"/>
                  </a:lnTo>
                  <a:lnTo>
                    <a:pt x="3258" y="1278"/>
                  </a:lnTo>
                  <a:lnTo>
                    <a:pt x="3246" y="1266"/>
                  </a:lnTo>
                  <a:lnTo>
                    <a:pt x="3240" y="1278"/>
                  </a:lnTo>
                  <a:lnTo>
                    <a:pt x="3204" y="1278"/>
                  </a:lnTo>
                  <a:lnTo>
                    <a:pt x="3198" y="1272"/>
                  </a:lnTo>
                  <a:lnTo>
                    <a:pt x="3192" y="1260"/>
                  </a:lnTo>
                  <a:lnTo>
                    <a:pt x="3180" y="1254"/>
                  </a:lnTo>
                  <a:lnTo>
                    <a:pt x="3174" y="1248"/>
                  </a:lnTo>
                  <a:lnTo>
                    <a:pt x="3150" y="1248"/>
                  </a:lnTo>
                  <a:lnTo>
                    <a:pt x="3144" y="1260"/>
                  </a:lnTo>
                  <a:lnTo>
                    <a:pt x="3132" y="1266"/>
                  </a:lnTo>
                  <a:lnTo>
                    <a:pt x="3114" y="1284"/>
                  </a:lnTo>
                  <a:lnTo>
                    <a:pt x="3114" y="1296"/>
                  </a:lnTo>
                  <a:lnTo>
                    <a:pt x="3108" y="1302"/>
                  </a:lnTo>
                  <a:lnTo>
                    <a:pt x="3108" y="1308"/>
                  </a:lnTo>
                  <a:lnTo>
                    <a:pt x="3078" y="1308"/>
                  </a:lnTo>
                  <a:lnTo>
                    <a:pt x="3054" y="1296"/>
                  </a:lnTo>
                  <a:lnTo>
                    <a:pt x="3048" y="1290"/>
                  </a:lnTo>
                  <a:lnTo>
                    <a:pt x="3042" y="1278"/>
                  </a:lnTo>
                  <a:lnTo>
                    <a:pt x="3030" y="1242"/>
                  </a:lnTo>
                  <a:lnTo>
                    <a:pt x="3024" y="1230"/>
                  </a:lnTo>
                  <a:lnTo>
                    <a:pt x="3018" y="1224"/>
                  </a:lnTo>
                  <a:lnTo>
                    <a:pt x="3006" y="1224"/>
                  </a:lnTo>
                  <a:lnTo>
                    <a:pt x="3000" y="1230"/>
                  </a:lnTo>
                  <a:lnTo>
                    <a:pt x="3000" y="1242"/>
                  </a:lnTo>
                  <a:lnTo>
                    <a:pt x="2988" y="1224"/>
                  </a:lnTo>
                  <a:lnTo>
                    <a:pt x="2952" y="1224"/>
                  </a:lnTo>
                  <a:lnTo>
                    <a:pt x="2940" y="1218"/>
                  </a:lnTo>
                  <a:lnTo>
                    <a:pt x="2934" y="1212"/>
                  </a:lnTo>
                  <a:lnTo>
                    <a:pt x="2928" y="1200"/>
                  </a:lnTo>
                  <a:lnTo>
                    <a:pt x="2916" y="1194"/>
                  </a:lnTo>
                  <a:lnTo>
                    <a:pt x="2910" y="1182"/>
                  </a:lnTo>
                  <a:lnTo>
                    <a:pt x="2910" y="1140"/>
                  </a:lnTo>
                  <a:lnTo>
                    <a:pt x="2928" y="1140"/>
                  </a:lnTo>
                  <a:lnTo>
                    <a:pt x="2940" y="1152"/>
                  </a:lnTo>
                  <a:lnTo>
                    <a:pt x="2946" y="1152"/>
                  </a:lnTo>
                  <a:lnTo>
                    <a:pt x="2952" y="1146"/>
                  </a:lnTo>
                  <a:lnTo>
                    <a:pt x="2952" y="1140"/>
                  </a:lnTo>
                  <a:lnTo>
                    <a:pt x="2958" y="1134"/>
                  </a:lnTo>
                  <a:lnTo>
                    <a:pt x="2964" y="1134"/>
                  </a:lnTo>
                  <a:lnTo>
                    <a:pt x="2970" y="1140"/>
                  </a:lnTo>
                  <a:lnTo>
                    <a:pt x="2982" y="1140"/>
                  </a:lnTo>
                  <a:lnTo>
                    <a:pt x="2994" y="1134"/>
                  </a:lnTo>
                  <a:lnTo>
                    <a:pt x="3000" y="1128"/>
                  </a:lnTo>
                  <a:lnTo>
                    <a:pt x="3000" y="1116"/>
                  </a:lnTo>
                  <a:lnTo>
                    <a:pt x="2994" y="1110"/>
                  </a:lnTo>
                  <a:lnTo>
                    <a:pt x="2994" y="1086"/>
                  </a:lnTo>
                  <a:lnTo>
                    <a:pt x="3000" y="1074"/>
                  </a:lnTo>
                  <a:lnTo>
                    <a:pt x="3000" y="1068"/>
                  </a:lnTo>
                  <a:lnTo>
                    <a:pt x="3036" y="1068"/>
                  </a:lnTo>
                  <a:lnTo>
                    <a:pt x="3042" y="1062"/>
                  </a:lnTo>
                  <a:lnTo>
                    <a:pt x="3048" y="1050"/>
                  </a:lnTo>
                  <a:lnTo>
                    <a:pt x="3048" y="1038"/>
                  </a:lnTo>
                  <a:lnTo>
                    <a:pt x="3054" y="1032"/>
                  </a:lnTo>
                  <a:lnTo>
                    <a:pt x="3054" y="1026"/>
                  </a:lnTo>
                  <a:lnTo>
                    <a:pt x="3072" y="1014"/>
                  </a:lnTo>
                  <a:lnTo>
                    <a:pt x="3060" y="1002"/>
                  </a:lnTo>
                  <a:lnTo>
                    <a:pt x="3096" y="1014"/>
                  </a:lnTo>
                  <a:lnTo>
                    <a:pt x="3114" y="996"/>
                  </a:lnTo>
                  <a:lnTo>
                    <a:pt x="3126" y="1002"/>
                  </a:lnTo>
                  <a:lnTo>
                    <a:pt x="3132" y="1014"/>
                  </a:lnTo>
                  <a:lnTo>
                    <a:pt x="3144" y="1020"/>
                  </a:lnTo>
                  <a:lnTo>
                    <a:pt x="3156" y="1044"/>
                  </a:lnTo>
                  <a:lnTo>
                    <a:pt x="3156" y="1050"/>
                  </a:lnTo>
                  <a:lnTo>
                    <a:pt x="3144" y="1074"/>
                  </a:lnTo>
                  <a:lnTo>
                    <a:pt x="3126" y="1092"/>
                  </a:lnTo>
                  <a:lnTo>
                    <a:pt x="3126" y="1104"/>
                  </a:lnTo>
                  <a:lnTo>
                    <a:pt x="3132" y="1116"/>
                  </a:lnTo>
                  <a:lnTo>
                    <a:pt x="3144" y="1128"/>
                  </a:lnTo>
                  <a:lnTo>
                    <a:pt x="3150" y="1128"/>
                  </a:lnTo>
                  <a:lnTo>
                    <a:pt x="3162" y="1122"/>
                  </a:lnTo>
                  <a:lnTo>
                    <a:pt x="3168" y="1122"/>
                  </a:lnTo>
                  <a:lnTo>
                    <a:pt x="3162" y="1152"/>
                  </a:lnTo>
                  <a:lnTo>
                    <a:pt x="3144" y="1170"/>
                  </a:lnTo>
                  <a:lnTo>
                    <a:pt x="3144" y="1176"/>
                  </a:lnTo>
                  <a:lnTo>
                    <a:pt x="3150" y="1176"/>
                  </a:lnTo>
                  <a:lnTo>
                    <a:pt x="3162" y="1170"/>
                  </a:lnTo>
                  <a:lnTo>
                    <a:pt x="3168" y="1164"/>
                  </a:lnTo>
                  <a:lnTo>
                    <a:pt x="3180" y="1158"/>
                  </a:lnTo>
                  <a:lnTo>
                    <a:pt x="3186" y="1158"/>
                  </a:lnTo>
                  <a:lnTo>
                    <a:pt x="3198" y="1146"/>
                  </a:lnTo>
                  <a:lnTo>
                    <a:pt x="3198" y="1122"/>
                  </a:lnTo>
                  <a:lnTo>
                    <a:pt x="3204" y="1122"/>
                  </a:lnTo>
                  <a:lnTo>
                    <a:pt x="3210" y="1116"/>
                  </a:lnTo>
                  <a:lnTo>
                    <a:pt x="3258" y="1092"/>
                  </a:lnTo>
                  <a:lnTo>
                    <a:pt x="3264" y="1086"/>
                  </a:lnTo>
                  <a:lnTo>
                    <a:pt x="3306" y="1086"/>
                  </a:lnTo>
                  <a:lnTo>
                    <a:pt x="3312" y="1074"/>
                  </a:lnTo>
                  <a:lnTo>
                    <a:pt x="3312" y="1062"/>
                  </a:lnTo>
                  <a:lnTo>
                    <a:pt x="3318" y="1056"/>
                  </a:lnTo>
                  <a:lnTo>
                    <a:pt x="3324" y="1044"/>
                  </a:lnTo>
                  <a:lnTo>
                    <a:pt x="3360" y="1026"/>
                  </a:lnTo>
                  <a:lnTo>
                    <a:pt x="3372" y="1014"/>
                  </a:lnTo>
                  <a:lnTo>
                    <a:pt x="3390" y="978"/>
                  </a:lnTo>
                  <a:lnTo>
                    <a:pt x="3390" y="948"/>
                  </a:lnTo>
                  <a:lnTo>
                    <a:pt x="3396" y="942"/>
                  </a:lnTo>
                  <a:lnTo>
                    <a:pt x="3396" y="936"/>
                  </a:lnTo>
                  <a:lnTo>
                    <a:pt x="3408" y="936"/>
                  </a:lnTo>
                  <a:lnTo>
                    <a:pt x="3420" y="942"/>
                  </a:lnTo>
                  <a:lnTo>
                    <a:pt x="3432" y="954"/>
                  </a:lnTo>
                  <a:lnTo>
                    <a:pt x="3444" y="954"/>
                  </a:lnTo>
                  <a:lnTo>
                    <a:pt x="3456" y="960"/>
                  </a:lnTo>
                  <a:lnTo>
                    <a:pt x="3504" y="960"/>
                  </a:lnTo>
                  <a:lnTo>
                    <a:pt x="3504" y="948"/>
                  </a:lnTo>
                  <a:lnTo>
                    <a:pt x="3498" y="948"/>
                  </a:lnTo>
                  <a:lnTo>
                    <a:pt x="3474" y="924"/>
                  </a:lnTo>
                  <a:lnTo>
                    <a:pt x="3474" y="912"/>
                  </a:lnTo>
                  <a:lnTo>
                    <a:pt x="3480" y="906"/>
                  </a:lnTo>
                  <a:lnTo>
                    <a:pt x="3486" y="912"/>
                  </a:lnTo>
                  <a:lnTo>
                    <a:pt x="3510" y="912"/>
                  </a:lnTo>
                  <a:lnTo>
                    <a:pt x="3522" y="918"/>
                  </a:lnTo>
                  <a:lnTo>
                    <a:pt x="3534" y="912"/>
                  </a:lnTo>
                  <a:lnTo>
                    <a:pt x="3540" y="900"/>
                  </a:lnTo>
                  <a:lnTo>
                    <a:pt x="3540" y="894"/>
                  </a:lnTo>
                  <a:lnTo>
                    <a:pt x="3534" y="882"/>
                  </a:lnTo>
                  <a:lnTo>
                    <a:pt x="3558" y="882"/>
                  </a:lnTo>
                  <a:lnTo>
                    <a:pt x="3558" y="864"/>
                  </a:lnTo>
                  <a:lnTo>
                    <a:pt x="3552" y="852"/>
                  </a:lnTo>
                  <a:lnTo>
                    <a:pt x="3546" y="846"/>
                  </a:lnTo>
                  <a:lnTo>
                    <a:pt x="3546" y="840"/>
                  </a:lnTo>
                  <a:lnTo>
                    <a:pt x="3576" y="840"/>
                  </a:lnTo>
                  <a:lnTo>
                    <a:pt x="3594" y="864"/>
                  </a:lnTo>
                  <a:lnTo>
                    <a:pt x="3600" y="840"/>
                  </a:lnTo>
                  <a:lnTo>
                    <a:pt x="3630" y="846"/>
                  </a:lnTo>
                  <a:lnTo>
                    <a:pt x="3624" y="810"/>
                  </a:lnTo>
                  <a:lnTo>
                    <a:pt x="3618" y="798"/>
                  </a:lnTo>
                  <a:lnTo>
                    <a:pt x="3606" y="786"/>
                  </a:lnTo>
                  <a:lnTo>
                    <a:pt x="3606" y="774"/>
                  </a:lnTo>
                  <a:lnTo>
                    <a:pt x="3600" y="756"/>
                  </a:lnTo>
                  <a:lnTo>
                    <a:pt x="3588" y="744"/>
                  </a:lnTo>
                  <a:lnTo>
                    <a:pt x="3576" y="726"/>
                  </a:lnTo>
                  <a:lnTo>
                    <a:pt x="3564" y="720"/>
                  </a:lnTo>
                  <a:lnTo>
                    <a:pt x="3552" y="708"/>
                  </a:lnTo>
                  <a:lnTo>
                    <a:pt x="3546" y="708"/>
                  </a:lnTo>
                  <a:lnTo>
                    <a:pt x="3540" y="696"/>
                  </a:lnTo>
                  <a:lnTo>
                    <a:pt x="3540" y="684"/>
                  </a:lnTo>
                  <a:lnTo>
                    <a:pt x="3564" y="684"/>
                  </a:lnTo>
                  <a:lnTo>
                    <a:pt x="3564" y="672"/>
                  </a:lnTo>
                  <a:lnTo>
                    <a:pt x="3558" y="666"/>
                  </a:lnTo>
                  <a:lnTo>
                    <a:pt x="3564" y="660"/>
                  </a:lnTo>
                  <a:lnTo>
                    <a:pt x="3588" y="660"/>
                  </a:lnTo>
                  <a:lnTo>
                    <a:pt x="3600" y="666"/>
                  </a:lnTo>
                  <a:lnTo>
                    <a:pt x="3618" y="672"/>
                  </a:lnTo>
                  <a:lnTo>
                    <a:pt x="3630" y="672"/>
                  </a:lnTo>
                  <a:lnTo>
                    <a:pt x="3642" y="678"/>
                  </a:lnTo>
                  <a:lnTo>
                    <a:pt x="3648" y="678"/>
                  </a:lnTo>
                  <a:lnTo>
                    <a:pt x="3654" y="672"/>
                  </a:lnTo>
                  <a:lnTo>
                    <a:pt x="3654" y="660"/>
                  </a:lnTo>
                  <a:lnTo>
                    <a:pt x="3648" y="648"/>
                  </a:lnTo>
                  <a:lnTo>
                    <a:pt x="3648" y="630"/>
                  </a:lnTo>
                  <a:lnTo>
                    <a:pt x="3654" y="630"/>
                  </a:lnTo>
                  <a:lnTo>
                    <a:pt x="3660" y="62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32" name="Chile" descr="© INSCALE GmbH, 05.05.2010&#10;http://www.presentationload.com/">
              <a:extLst>
                <a:ext uri="{FF2B5EF4-FFF2-40B4-BE49-F238E27FC236}">
                  <a16:creationId xmlns:a16="http://schemas.microsoft.com/office/drawing/2014/main" id="{130FE716-F103-4338-BF6C-B6874FDD8BB2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2103540" y="3468256"/>
              <a:ext cx="382556" cy="995441"/>
            </a:xfrm>
            <a:custGeom>
              <a:avLst/>
              <a:gdLst>
                <a:gd name="T0" fmla="*/ 2147483647 w 1158"/>
                <a:gd name="T1" fmla="*/ 2147483647 h 3030"/>
                <a:gd name="T2" fmla="*/ 2147483647 w 1158"/>
                <a:gd name="T3" fmla="*/ 2147483647 h 3030"/>
                <a:gd name="T4" fmla="*/ 2147483647 w 1158"/>
                <a:gd name="T5" fmla="*/ 2147483647 h 3030"/>
                <a:gd name="T6" fmla="*/ 2147483647 w 1158"/>
                <a:gd name="T7" fmla="*/ 2147483647 h 3030"/>
                <a:gd name="T8" fmla="*/ 2147483647 w 1158"/>
                <a:gd name="T9" fmla="*/ 2147483647 h 3030"/>
                <a:gd name="T10" fmla="*/ 2147483647 w 1158"/>
                <a:gd name="T11" fmla="*/ 2147483647 h 3030"/>
                <a:gd name="T12" fmla="*/ 2147483647 w 1158"/>
                <a:gd name="T13" fmla="*/ 2147483647 h 3030"/>
                <a:gd name="T14" fmla="*/ 2147483647 w 1158"/>
                <a:gd name="T15" fmla="*/ 2147483647 h 3030"/>
                <a:gd name="T16" fmla="*/ 2147483647 w 1158"/>
                <a:gd name="T17" fmla="*/ 2147483647 h 3030"/>
                <a:gd name="T18" fmla="*/ 2147483647 w 1158"/>
                <a:gd name="T19" fmla="*/ 2147483647 h 3030"/>
                <a:gd name="T20" fmla="*/ 2147483647 w 1158"/>
                <a:gd name="T21" fmla="*/ 2147483647 h 3030"/>
                <a:gd name="T22" fmla="*/ 2147483647 w 1158"/>
                <a:gd name="T23" fmla="*/ 2147483647 h 3030"/>
                <a:gd name="T24" fmla="*/ 2147483647 w 1158"/>
                <a:gd name="T25" fmla="*/ 2147483647 h 3030"/>
                <a:gd name="T26" fmla="*/ 2147483647 w 1158"/>
                <a:gd name="T27" fmla="*/ 2147483647 h 3030"/>
                <a:gd name="T28" fmla="*/ 2147483647 w 1158"/>
                <a:gd name="T29" fmla="*/ 2147483647 h 3030"/>
                <a:gd name="T30" fmla="*/ 2147483647 w 1158"/>
                <a:gd name="T31" fmla="*/ 2147483647 h 3030"/>
                <a:gd name="T32" fmla="*/ 2147483647 w 1158"/>
                <a:gd name="T33" fmla="*/ 2147483647 h 3030"/>
                <a:gd name="T34" fmla="*/ 2147483647 w 1158"/>
                <a:gd name="T35" fmla="*/ 2147483647 h 3030"/>
                <a:gd name="T36" fmla="*/ 2147483647 w 1158"/>
                <a:gd name="T37" fmla="*/ 2147483647 h 3030"/>
                <a:gd name="T38" fmla="*/ 2147483647 w 1158"/>
                <a:gd name="T39" fmla="*/ 2147483647 h 3030"/>
                <a:gd name="T40" fmla="*/ 2147483647 w 1158"/>
                <a:gd name="T41" fmla="*/ 2147483647 h 3030"/>
                <a:gd name="T42" fmla="*/ 2147483647 w 1158"/>
                <a:gd name="T43" fmla="*/ 2147483647 h 3030"/>
                <a:gd name="T44" fmla="*/ 2147483647 w 1158"/>
                <a:gd name="T45" fmla="*/ 2147483647 h 3030"/>
                <a:gd name="T46" fmla="*/ 2147483647 w 1158"/>
                <a:gd name="T47" fmla="*/ 2147483647 h 3030"/>
                <a:gd name="T48" fmla="*/ 2147483647 w 1158"/>
                <a:gd name="T49" fmla="*/ 2147483647 h 3030"/>
                <a:gd name="T50" fmla="*/ 2147483647 w 1158"/>
                <a:gd name="T51" fmla="*/ 2147483647 h 3030"/>
                <a:gd name="T52" fmla="*/ 2147483647 w 1158"/>
                <a:gd name="T53" fmla="*/ 2147483647 h 3030"/>
                <a:gd name="T54" fmla="*/ 2147483647 w 1158"/>
                <a:gd name="T55" fmla="*/ 2147483647 h 3030"/>
                <a:gd name="T56" fmla="*/ 2147483647 w 1158"/>
                <a:gd name="T57" fmla="*/ 2147483647 h 3030"/>
                <a:gd name="T58" fmla="*/ 2147483647 w 1158"/>
                <a:gd name="T59" fmla="*/ 2147483647 h 3030"/>
                <a:gd name="T60" fmla="*/ 2147483647 w 1158"/>
                <a:gd name="T61" fmla="*/ 2147483647 h 3030"/>
                <a:gd name="T62" fmla="*/ 2147483647 w 1158"/>
                <a:gd name="T63" fmla="*/ 2147483647 h 3030"/>
                <a:gd name="T64" fmla="*/ 2147483647 w 1158"/>
                <a:gd name="T65" fmla="*/ 2147483647 h 3030"/>
                <a:gd name="T66" fmla="*/ 2147483647 w 1158"/>
                <a:gd name="T67" fmla="*/ 2147483647 h 3030"/>
                <a:gd name="T68" fmla="*/ 2147483647 w 1158"/>
                <a:gd name="T69" fmla="*/ 2147483647 h 3030"/>
                <a:gd name="T70" fmla="*/ 2147483647 w 1158"/>
                <a:gd name="T71" fmla="*/ 2147483647 h 3030"/>
                <a:gd name="T72" fmla="*/ 2147483647 w 1158"/>
                <a:gd name="T73" fmla="*/ 2147483647 h 3030"/>
                <a:gd name="T74" fmla="*/ 2147483647 w 1158"/>
                <a:gd name="T75" fmla="*/ 2147483647 h 3030"/>
                <a:gd name="T76" fmla="*/ 2147483647 w 1158"/>
                <a:gd name="T77" fmla="*/ 2147483647 h 3030"/>
                <a:gd name="T78" fmla="*/ 0 w 1158"/>
                <a:gd name="T79" fmla="*/ 2147483647 h 3030"/>
                <a:gd name="T80" fmla="*/ 2147483647 w 1158"/>
                <a:gd name="T81" fmla="*/ 2147483647 h 3030"/>
                <a:gd name="T82" fmla="*/ 2147483647 w 1158"/>
                <a:gd name="T83" fmla="*/ 2147483647 h 3030"/>
                <a:gd name="T84" fmla="*/ 2147483647 w 1158"/>
                <a:gd name="T85" fmla="*/ 2147483647 h 3030"/>
                <a:gd name="T86" fmla="*/ 2147483647 w 1158"/>
                <a:gd name="T87" fmla="*/ 2147483647 h 3030"/>
                <a:gd name="T88" fmla="*/ 2147483647 w 1158"/>
                <a:gd name="T89" fmla="*/ 2147483647 h 3030"/>
                <a:gd name="T90" fmla="*/ 2147483647 w 1158"/>
                <a:gd name="T91" fmla="*/ 2147483647 h 3030"/>
                <a:gd name="T92" fmla="*/ 2147483647 w 1158"/>
                <a:gd name="T93" fmla="*/ 2147483647 h 3030"/>
                <a:gd name="T94" fmla="*/ 2147483647 w 1158"/>
                <a:gd name="T95" fmla="*/ 2147483647 h 3030"/>
                <a:gd name="T96" fmla="*/ 2147483647 w 1158"/>
                <a:gd name="T97" fmla="*/ 2147483647 h 3030"/>
                <a:gd name="T98" fmla="*/ 2147483647 w 1158"/>
                <a:gd name="T99" fmla="*/ 2147483647 h 3030"/>
                <a:gd name="T100" fmla="*/ 2147483647 w 1158"/>
                <a:gd name="T101" fmla="*/ 2147483647 h 3030"/>
                <a:gd name="T102" fmla="*/ 2147483647 w 1158"/>
                <a:gd name="T103" fmla="*/ 2147483647 h 3030"/>
                <a:gd name="T104" fmla="*/ 2147483647 w 1158"/>
                <a:gd name="T105" fmla="*/ 2147483647 h 3030"/>
                <a:gd name="T106" fmla="*/ 2147483647 w 1158"/>
                <a:gd name="T107" fmla="*/ 2147483647 h 3030"/>
                <a:gd name="T108" fmla="*/ 2147483647 w 1158"/>
                <a:gd name="T109" fmla="*/ 2147483647 h 3030"/>
                <a:gd name="T110" fmla="*/ 2147483647 w 1158"/>
                <a:gd name="T111" fmla="*/ 2147483647 h 3030"/>
                <a:gd name="T112" fmla="*/ 2147483647 w 1158"/>
                <a:gd name="T113" fmla="*/ 2147483647 h 3030"/>
                <a:gd name="T114" fmla="*/ 2147483647 w 1158"/>
                <a:gd name="T115" fmla="*/ 2147483647 h 3030"/>
                <a:gd name="T116" fmla="*/ 2147483647 w 1158"/>
                <a:gd name="T117" fmla="*/ 2147483647 h 3030"/>
                <a:gd name="T118" fmla="*/ 2147483647 w 1158"/>
                <a:gd name="T119" fmla="*/ 2147483647 h 3030"/>
                <a:gd name="T120" fmla="*/ 2147483647 w 1158"/>
                <a:gd name="T121" fmla="*/ 2147483647 h 3030"/>
                <a:gd name="T122" fmla="*/ 2147483647 w 1158"/>
                <a:gd name="T123" fmla="*/ 2147483647 h 303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58"/>
                <a:gd name="T187" fmla="*/ 0 h 3030"/>
                <a:gd name="T188" fmla="*/ 1158 w 1158"/>
                <a:gd name="T189" fmla="*/ 3030 h 303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58" h="3030">
                  <a:moveTo>
                    <a:pt x="1014" y="2910"/>
                  </a:moveTo>
                  <a:lnTo>
                    <a:pt x="984" y="2898"/>
                  </a:lnTo>
                  <a:lnTo>
                    <a:pt x="966" y="2880"/>
                  </a:lnTo>
                  <a:lnTo>
                    <a:pt x="948" y="2874"/>
                  </a:lnTo>
                  <a:lnTo>
                    <a:pt x="942" y="2862"/>
                  </a:lnTo>
                  <a:lnTo>
                    <a:pt x="936" y="2856"/>
                  </a:lnTo>
                  <a:lnTo>
                    <a:pt x="936" y="2850"/>
                  </a:lnTo>
                  <a:lnTo>
                    <a:pt x="906" y="2850"/>
                  </a:lnTo>
                  <a:lnTo>
                    <a:pt x="912" y="2832"/>
                  </a:lnTo>
                  <a:lnTo>
                    <a:pt x="870" y="2796"/>
                  </a:lnTo>
                  <a:lnTo>
                    <a:pt x="840" y="2802"/>
                  </a:lnTo>
                  <a:lnTo>
                    <a:pt x="828" y="2796"/>
                  </a:lnTo>
                  <a:lnTo>
                    <a:pt x="816" y="2808"/>
                  </a:lnTo>
                  <a:lnTo>
                    <a:pt x="792" y="2814"/>
                  </a:lnTo>
                  <a:lnTo>
                    <a:pt x="798" y="2832"/>
                  </a:lnTo>
                  <a:lnTo>
                    <a:pt x="780" y="2832"/>
                  </a:lnTo>
                  <a:lnTo>
                    <a:pt x="780" y="2862"/>
                  </a:lnTo>
                  <a:lnTo>
                    <a:pt x="786" y="2868"/>
                  </a:lnTo>
                  <a:lnTo>
                    <a:pt x="798" y="2868"/>
                  </a:lnTo>
                  <a:lnTo>
                    <a:pt x="810" y="2862"/>
                  </a:lnTo>
                  <a:lnTo>
                    <a:pt x="816" y="2856"/>
                  </a:lnTo>
                  <a:lnTo>
                    <a:pt x="828" y="2850"/>
                  </a:lnTo>
                  <a:lnTo>
                    <a:pt x="834" y="2844"/>
                  </a:lnTo>
                  <a:lnTo>
                    <a:pt x="858" y="2856"/>
                  </a:lnTo>
                  <a:lnTo>
                    <a:pt x="858" y="2874"/>
                  </a:lnTo>
                  <a:lnTo>
                    <a:pt x="846" y="2880"/>
                  </a:lnTo>
                  <a:lnTo>
                    <a:pt x="828" y="2898"/>
                  </a:lnTo>
                  <a:lnTo>
                    <a:pt x="822" y="2898"/>
                  </a:lnTo>
                  <a:lnTo>
                    <a:pt x="828" y="2904"/>
                  </a:lnTo>
                  <a:lnTo>
                    <a:pt x="882" y="2922"/>
                  </a:lnTo>
                  <a:lnTo>
                    <a:pt x="912" y="2928"/>
                  </a:lnTo>
                  <a:lnTo>
                    <a:pt x="924" y="2934"/>
                  </a:lnTo>
                  <a:lnTo>
                    <a:pt x="906" y="2958"/>
                  </a:lnTo>
                  <a:lnTo>
                    <a:pt x="906" y="2952"/>
                  </a:lnTo>
                  <a:lnTo>
                    <a:pt x="894" y="2940"/>
                  </a:lnTo>
                  <a:lnTo>
                    <a:pt x="876" y="2940"/>
                  </a:lnTo>
                  <a:lnTo>
                    <a:pt x="870" y="2946"/>
                  </a:lnTo>
                  <a:lnTo>
                    <a:pt x="870" y="2952"/>
                  </a:lnTo>
                  <a:lnTo>
                    <a:pt x="852" y="2928"/>
                  </a:lnTo>
                  <a:lnTo>
                    <a:pt x="834" y="2934"/>
                  </a:lnTo>
                  <a:lnTo>
                    <a:pt x="846" y="2946"/>
                  </a:lnTo>
                  <a:lnTo>
                    <a:pt x="816" y="2940"/>
                  </a:lnTo>
                  <a:lnTo>
                    <a:pt x="822" y="2946"/>
                  </a:lnTo>
                  <a:lnTo>
                    <a:pt x="828" y="2958"/>
                  </a:lnTo>
                  <a:lnTo>
                    <a:pt x="834" y="2964"/>
                  </a:lnTo>
                  <a:lnTo>
                    <a:pt x="894" y="2964"/>
                  </a:lnTo>
                  <a:lnTo>
                    <a:pt x="906" y="2970"/>
                  </a:lnTo>
                  <a:lnTo>
                    <a:pt x="1050" y="2970"/>
                  </a:lnTo>
                  <a:lnTo>
                    <a:pt x="1074" y="2982"/>
                  </a:lnTo>
                  <a:lnTo>
                    <a:pt x="1080" y="2988"/>
                  </a:lnTo>
                  <a:lnTo>
                    <a:pt x="1086" y="2988"/>
                  </a:lnTo>
                  <a:lnTo>
                    <a:pt x="1122" y="2970"/>
                  </a:lnTo>
                  <a:lnTo>
                    <a:pt x="1140" y="2976"/>
                  </a:lnTo>
                  <a:lnTo>
                    <a:pt x="1152" y="2976"/>
                  </a:lnTo>
                  <a:lnTo>
                    <a:pt x="1158" y="2952"/>
                  </a:lnTo>
                  <a:lnTo>
                    <a:pt x="1140" y="2952"/>
                  </a:lnTo>
                  <a:lnTo>
                    <a:pt x="1086" y="2940"/>
                  </a:lnTo>
                  <a:lnTo>
                    <a:pt x="1014" y="2910"/>
                  </a:lnTo>
                  <a:close/>
                  <a:moveTo>
                    <a:pt x="990" y="2988"/>
                  </a:moveTo>
                  <a:lnTo>
                    <a:pt x="1014" y="3000"/>
                  </a:lnTo>
                  <a:lnTo>
                    <a:pt x="1068" y="3006"/>
                  </a:lnTo>
                  <a:lnTo>
                    <a:pt x="1038" y="2982"/>
                  </a:lnTo>
                  <a:lnTo>
                    <a:pt x="990" y="2988"/>
                  </a:lnTo>
                  <a:close/>
                  <a:moveTo>
                    <a:pt x="960" y="2994"/>
                  </a:moveTo>
                  <a:lnTo>
                    <a:pt x="966" y="2982"/>
                  </a:lnTo>
                  <a:lnTo>
                    <a:pt x="888" y="2982"/>
                  </a:lnTo>
                  <a:lnTo>
                    <a:pt x="906" y="3012"/>
                  </a:lnTo>
                  <a:lnTo>
                    <a:pt x="936" y="3018"/>
                  </a:lnTo>
                  <a:lnTo>
                    <a:pt x="930" y="3006"/>
                  </a:lnTo>
                  <a:lnTo>
                    <a:pt x="936" y="3000"/>
                  </a:lnTo>
                  <a:lnTo>
                    <a:pt x="948" y="3012"/>
                  </a:lnTo>
                  <a:lnTo>
                    <a:pt x="996" y="3012"/>
                  </a:lnTo>
                  <a:lnTo>
                    <a:pt x="1008" y="3030"/>
                  </a:lnTo>
                  <a:lnTo>
                    <a:pt x="1026" y="3030"/>
                  </a:lnTo>
                  <a:lnTo>
                    <a:pt x="996" y="3000"/>
                  </a:lnTo>
                  <a:lnTo>
                    <a:pt x="960" y="2994"/>
                  </a:lnTo>
                  <a:close/>
                  <a:moveTo>
                    <a:pt x="804" y="2946"/>
                  </a:moveTo>
                  <a:lnTo>
                    <a:pt x="744" y="2940"/>
                  </a:lnTo>
                  <a:lnTo>
                    <a:pt x="750" y="2958"/>
                  </a:lnTo>
                  <a:lnTo>
                    <a:pt x="792" y="2958"/>
                  </a:lnTo>
                  <a:lnTo>
                    <a:pt x="804" y="2976"/>
                  </a:lnTo>
                  <a:lnTo>
                    <a:pt x="864" y="3000"/>
                  </a:lnTo>
                  <a:lnTo>
                    <a:pt x="828" y="2970"/>
                  </a:lnTo>
                  <a:lnTo>
                    <a:pt x="804" y="2946"/>
                  </a:lnTo>
                  <a:close/>
                  <a:moveTo>
                    <a:pt x="804" y="2880"/>
                  </a:moveTo>
                  <a:lnTo>
                    <a:pt x="786" y="2898"/>
                  </a:lnTo>
                  <a:lnTo>
                    <a:pt x="792" y="2928"/>
                  </a:lnTo>
                  <a:lnTo>
                    <a:pt x="816" y="2922"/>
                  </a:lnTo>
                  <a:lnTo>
                    <a:pt x="804" y="2880"/>
                  </a:lnTo>
                  <a:close/>
                  <a:moveTo>
                    <a:pt x="774" y="2928"/>
                  </a:moveTo>
                  <a:lnTo>
                    <a:pt x="768" y="2910"/>
                  </a:lnTo>
                  <a:lnTo>
                    <a:pt x="720" y="2898"/>
                  </a:lnTo>
                  <a:lnTo>
                    <a:pt x="708" y="2916"/>
                  </a:lnTo>
                  <a:lnTo>
                    <a:pt x="708" y="2934"/>
                  </a:lnTo>
                  <a:lnTo>
                    <a:pt x="744" y="2922"/>
                  </a:lnTo>
                  <a:lnTo>
                    <a:pt x="774" y="2928"/>
                  </a:lnTo>
                  <a:close/>
                  <a:moveTo>
                    <a:pt x="612" y="2772"/>
                  </a:moveTo>
                  <a:lnTo>
                    <a:pt x="606" y="2766"/>
                  </a:lnTo>
                  <a:lnTo>
                    <a:pt x="594" y="2766"/>
                  </a:lnTo>
                  <a:lnTo>
                    <a:pt x="588" y="2760"/>
                  </a:lnTo>
                  <a:lnTo>
                    <a:pt x="570" y="2760"/>
                  </a:lnTo>
                  <a:lnTo>
                    <a:pt x="570" y="2766"/>
                  </a:lnTo>
                  <a:lnTo>
                    <a:pt x="564" y="2778"/>
                  </a:lnTo>
                  <a:lnTo>
                    <a:pt x="564" y="2808"/>
                  </a:lnTo>
                  <a:lnTo>
                    <a:pt x="570" y="2808"/>
                  </a:lnTo>
                  <a:lnTo>
                    <a:pt x="576" y="2802"/>
                  </a:lnTo>
                  <a:lnTo>
                    <a:pt x="588" y="2802"/>
                  </a:lnTo>
                  <a:lnTo>
                    <a:pt x="594" y="2796"/>
                  </a:lnTo>
                  <a:lnTo>
                    <a:pt x="600" y="2820"/>
                  </a:lnTo>
                  <a:lnTo>
                    <a:pt x="630" y="2808"/>
                  </a:lnTo>
                  <a:lnTo>
                    <a:pt x="612" y="2790"/>
                  </a:lnTo>
                  <a:lnTo>
                    <a:pt x="618" y="2772"/>
                  </a:lnTo>
                  <a:lnTo>
                    <a:pt x="612" y="2772"/>
                  </a:lnTo>
                  <a:close/>
                  <a:moveTo>
                    <a:pt x="552" y="2826"/>
                  </a:moveTo>
                  <a:lnTo>
                    <a:pt x="516" y="2808"/>
                  </a:lnTo>
                  <a:lnTo>
                    <a:pt x="546" y="2832"/>
                  </a:lnTo>
                  <a:lnTo>
                    <a:pt x="588" y="2844"/>
                  </a:lnTo>
                  <a:lnTo>
                    <a:pt x="606" y="2850"/>
                  </a:lnTo>
                  <a:lnTo>
                    <a:pt x="588" y="2832"/>
                  </a:lnTo>
                  <a:lnTo>
                    <a:pt x="552" y="2826"/>
                  </a:lnTo>
                  <a:close/>
                  <a:moveTo>
                    <a:pt x="552" y="2748"/>
                  </a:moveTo>
                  <a:lnTo>
                    <a:pt x="534" y="2730"/>
                  </a:lnTo>
                  <a:lnTo>
                    <a:pt x="528" y="2766"/>
                  </a:lnTo>
                  <a:lnTo>
                    <a:pt x="504" y="2772"/>
                  </a:lnTo>
                  <a:lnTo>
                    <a:pt x="546" y="2784"/>
                  </a:lnTo>
                  <a:lnTo>
                    <a:pt x="552" y="2748"/>
                  </a:lnTo>
                  <a:close/>
                  <a:moveTo>
                    <a:pt x="444" y="2736"/>
                  </a:moveTo>
                  <a:lnTo>
                    <a:pt x="480" y="2772"/>
                  </a:lnTo>
                  <a:lnTo>
                    <a:pt x="492" y="2760"/>
                  </a:lnTo>
                  <a:lnTo>
                    <a:pt x="462" y="2724"/>
                  </a:lnTo>
                  <a:lnTo>
                    <a:pt x="444" y="2736"/>
                  </a:lnTo>
                  <a:close/>
                  <a:moveTo>
                    <a:pt x="516" y="2724"/>
                  </a:moveTo>
                  <a:lnTo>
                    <a:pt x="504" y="2718"/>
                  </a:lnTo>
                  <a:lnTo>
                    <a:pt x="492" y="2730"/>
                  </a:lnTo>
                  <a:lnTo>
                    <a:pt x="504" y="2748"/>
                  </a:lnTo>
                  <a:lnTo>
                    <a:pt x="516" y="2724"/>
                  </a:lnTo>
                  <a:close/>
                  <a:moveTo>
                    <a:pt x="456" y="2706"/>
                  </a:moveTo>
                  <a:lnTo>
                    <a:pt x="462" y="2676"/>
                  </a:lnTo>
                  <a:lnTo>
                    <a:pt x="456" y="2640"/>
                  </a:lnTo>
                  <a:lnTo>
                    <a:pt x="438" y="2634"/>
                  </a:lnTo>
                  <a:lnTo>
                    <a:pt x="438" y="2652"/>
                  </a:lnTo>
                  <a:lnTo>
                    <a:pt x="408" y="2646"/>
                  </a:lnTo>
                  <a:lnTo>
                    <a:pt x="432" y="2682"/>
                  </a:lnTo>
                  <a:lnTo>
                    <a:pt x="426" y="2724"/>
                  </a:lnTo>
                  <a:lnTo>
                    <a:pt x="456" y="2706"/>
                  </a:lnTo>
                  <a:close/>
                  <a:moveTo>
                    <a:pt x="366" y="2622"/>
                  </a:moveTo>
                  <a:lnTo>
                    <a:pt x="384" y="2628"/>
                  </a:lnTo>
                  <a:lnTo>
                    <a:pt x="390" y="2658"/>
                  </a:lnTo>
                  <a:lnTo>
                    <a:pt x="396" y="2628"/>
                  </a:lnTo>
                  <a:lnTo>
                    <a:pt x="402" y="2604"/>
                  </a:lnTo>
                  <a:lnTo>
                    <a:pt x="372" y="2598"/>
                  </a:lnTo>
                  <a:lnTo>
                    <a:pt x="366" y="2622"/>
                  </a:lnTo>
                  <a:close/>
                  <a:moveTo>
                    <a:pt x="372" y="2586"/>
                  </a:moveTo>
                  <a:lnTo>
                    <a:pt x="378" y="2586"/>
                  </a:lnTo>
                  <a:lnTo>
                    <a:pt x="378" y="2580"/>
                  </a:lnTo>
                  <a:lnTo>
                    <a:pt x="384" y="2574"/>
                  </a:lnTo>
                  <a:lnTo>
                    <a:pt x="414" y="2598"/>
                  </a:lnTo>
                  <a:lnTo>
                    <a:pt x="414" y="2574"/>
                  </a:lnTo>
                  <a:lnTo>
                    <a:pt x="384" y="2544"/>
                  </a:lnTo>
                  <a:lnTo>
                    <a:pt x="378" y="2532"/>
                  </a:lnTo>
                  <a:lnTo>
                    <a:pt x="372" y="2526"/>
                  </a:lnTo>
                  <a:lnTo>
                    <a:pt x="360" y="2502"/>
                  </a:lnTo>
                  <a:lnTo>
                    <a:pt x="360" y="2490"/>
                  </a:lnTo>
                  <a:lnTo>
                    <a:pt x="342" y="2454"/>
                  </a:lnTo>
                  <a:lnTo>
                    <a:pt x="330" y="2448"/>
                  </a:lnTo>
                  <a:lnTo>
                    <a:pt x="324" y="2442"/>
                  </a:lnTo>
                  <a:lnTo>
                    <a:pt x="318" y="2442"/>
                  </a:lnTo>
                  <a:lnTo>
                    <a:pt x="312" y="2448"/>
                  </a:lnTo>
                  <a:lnTo>
                    <a:pt x="312" y="2454"/>
                  </a:lnTo>
                  <a:lnTo>
                    <a:pt x="294" y="2448"/>
                  </a:lnTo>
                  <a:lnTo>
                    <a:pt x="288" y="2454"/>
                  </a:lnTo>
                  <a:lnTo>
                    <a:pt x="288" y="2466"/>
                  </a:lnTo>
                  <a:lnTo>
                    <a:pt x="282" y="2472"/>
                  </a:lnTo>
                  <a:lnTo>
                    <a:pt x="282" y="2490"/>
                  </a:lnTo>
                  <a:lnTo>
                    <a:pt x="330" y="2490"/>
                  </a:lnTo>
                  <a:lnTo>
                    <a:pt x="312" y="2532"/>
                  </a:lnTo>
                  <a:lnTo>
                    <a:pt x="324" y="2532"/>
                  </a:lnTo>
                  <a:lnTo>
                    <a:pt x="348" y="2508"/>
                  </a:lnTo>
                  <a:lnTo>
                    <a:pt x="342" y="2532"/>
                  </a:lnTo>
                  <a:lnTo>
                    <a:pt x="342" y="2538"/>
                  </a:lnTo>
                  <a:lnTo>
                    <a:pt x="348" y="2544"/>
                  </a:lnTo>
                  <a:lnTo>
                    <a:pt x="366" y="2580"/>
                  </a:lnTo>
                  <a:lnTo>
                    <a:pt x="366" y="2586"/>
                  </a:lnTo>
                  <a:lnTo>
                    <a:pt x="372" y="2586"/>
                  </a:lnTo>
                  <a:close/>
                  <a:moveTo>
                    <a:pt x="246" y="2082"/>
                  </a:moveTo>
                  <a:lnTo>
                    <a:pt x="246" y="2034"/>
                  </a:lnTo>
                  <a:lnTo>
                    <a:pt x="216" y="2004"/>
                  </a:lnTo>
                  <a:lnTo>
                    <a:pt x="234" y="1992"/>
                  </a:lnTo>
                  <a:lnTo>
                    <a:pt x="210" y="1968"/>
                  </a:lnTo>
                  <a:lnTo>
                    <a:pt x="174" y="1956"/>
                  </a:lnTo>
                  <a:lnTo>
                    <a:pt x="174" y="1986"/>
                  </a:lnTo>
                  <a:lnTo>
                    <a:pt x="180" y="1998"/>
                  </a:lnTo>
                  <a:lnTo>
                    <a:pt x="180" y="2004"/>
                  </a:lnTo>
                  <a:lnTo>
                    <a:pt x="192" y="2016"/>
                  </a:lnTo>
                  <a:lnTo>
                    <a:pt x="198" y="2028"/>
                  </a:lnTo>
                  <a:lnTo>
                    <a:pt x="204" y="2034"/>
                  </a:lnTo>
                  <a:lnTo>
                    <a:pt x="204" y="2046"/>
                  </a:lnTo>
                  <a:lnTo>
                    <a:pt x="198" y="2064"/>
                  </a:lnTo>
                  <a:lnTo>
                    <a:pt x="246" y="2082"/>
                  </a:lnTo>
                  <a:close/>
                  <a:moveTo>
                    <a:pt x="246" y="2178"/>
                  </a:moveTo>
                  <a:lnTo>
                    <a:pt x="258" y="2190"/>
                  </a:lnTo>
                  <a:lnTo>
                    <a:pt x="282" y="2190"/>
                  </a:lnTo>
                  <a:lnTo>
                    <a:pt x="294" y="2172"/>
                  </a:lnTo>
                  <a:lnTo>
                    <a:pt x="264" y="2178"/>
                  </a:lnTo>
                  <a:lnTo>
                    <a:pt x="246" y="2178"/>
                  </a:lnTo>
                  <a:close/>
                  <a:moveTo>
                    <a:pt x="282" y="2220"/>
                  </a:moveTo>
                  <a:lnTo>
                    <a:pt x="282" y="2238"/>
                  </a:lnTo>
                  <a:lnTo>
                    <a:pt x="306" y="2256"/>
                  </a:lnTo>
                  <a:lnTo>
                    <a:pt x="306" y="2232"/>
                  </a:lnTo>
                  <a:lnTo>
                    <a:pt x="294" y="2208"/>
                  </a:lnTo>
                  <a:lnTo>
                    <a:pt x="258" y="2208"/>
                  </a:lnTo>
                  <a:lnTo>
                    <a:pt x="282" y="2220"/>
                  </a:lnTo>
                  <a:close/>
                  <a:moveTo>
                    <a:pt x="318" y="2190"/>
                  </a:moveTo>
                  <a:lnTo>
                    <a:pt x="324" y="2184"/>
                  </a:lnTo>
                  <a:lnTo>
                    <a:pt x="336" y="2178"/>
                  </a:lnTo>
                  <a:lnTo>
                    <a:pt x="348" y="2166"/>
                  </a:lnTo>
                  <a:lnTo>
                    <a:pt x="336" y="2154"/>
                  </a:lnTo>
                  <a:lnTo>
                    <a:pt x="324" y="2154"/>
                  </a:lnTo>
                  <a:lnTo>
                    <a:pt x="312" y="2160"/>
                  </a:lnTo>
                  <a:lnTo>
                    <a:pt x="306" y="2166"/>
                  </a:lnTo>
                  <a:lnTo>
                    <a:pt x="306" y="2184"/>
                  </a:lnTo>
                  <a:lnTo>
                    <a:pt x="312" y="2190"/>
                  </a:lnTo>
                  <a:lnTo>
                    <a:pt x="318" y="2190"/>
                  </a:lnTo>
                  <a:close/>
                  <a:moveTo>
                    <a:pt x="252" y="2112"/>
                  </a:moveTo>
                  <a:lnTo>
                    <a:pt x="240" y="2118"/>
                  </a:lnTo>
                  <a:lnTo>
                    <a:pt x="240" y="2136"/>
                  </a:lnTo>
                  <a:lnTo>
                    <a:pt x="252" y="2136"/>
                  </a:lnTo>
                  <a:lnTo>
                    <a:pt x="264" y="2124"/>
                  </a:lnTo>
                  <a:lnTo>
                    <a:pt x="264" y="2106"/>
                  </a:lnTo>
                  <a:lnTo>
                    <a:pt x="258" y="2106"/>
                  </a:lnTo>
                  <a:lnTo>
                    <a:pt x="252" y="2112"/>
                  </a:lnTo>
                  <a:close/>
                  <a:moveTo>
                    <a:pt x="234" y="2154"/>
                  </a:moveTo>
                  <a:lnTo>
                    <a:pt x="216" y="2154"/>
                  </a:lnTo>
                  <a:lnTo>
                    <a:pt x="228" y="2178"/>
                  </a:lnTo>
                  <a:lnTo>
                    <a:pt x="234" y="2154"/>
                  </a:lnTo>
                  <a:close/>
                  <a:moveTo>
                    <a:pt x="714" y="2874"/>
                  </a:moveTo>
                  <a:lnTo>
                    <a:pt x="726" y="2874"/>
                  </a:lnTo>
                  <a:lnTo>
                    <a:pt x="726" y="2886"/>
                  </a:lnTo>
                  <a:lnTo>
                    <a:pt x="768" y="2886"/>
                  </a:lnTo>
                  <a:lnTo>
                    <a:pt x="774" y="2880"/>
                  </a:lnTo>
                  <a:lnTo>
                    <a:pt x="774" y="2874"/>
                  </a:lnTo>
                  <a:lnTo>
                    <a:pt x="744" y="2844"/>
                  </a:lnTo>
                  <a:lnTo>
                    <a:pt x="744" y="2808"/>
                  </a:lnTo>
                  <a:lnTo>
                    <a:pt x="786" y="2802"/>
                  </a:lnTo>
                  <a:lnTo>
                    <a:pt x="780" y="2790"/>
                  </a:lnTo>
                  <a:lnTo>
                    <a:pt x="804" y="2790"/>
                  </a:lnTo>
                  <a:lnTo>
                    <a:pt x="816" y="2772"/>
                  </a:lnTo>
                  <a:lnTo>
                    <a:pt x="792" y="2754"/>
                  </a:lnTo>
                  <a:lnTo>
                    <a:pt x="696" y="2754"/>
                  </a:lnTo>
                  <a:lnTo>
                    <a:pt x="684" y="2760"/>
                  </a:lnTo>
                  <a:lnTo>
                    <a:pt x="672" y="2760"/>
                  </a:lnTo>
                  <a:lnTo>
                    <a:pt x="654" y="2742"/>
                  </a:lnTo>
                  <a:lnTo>
                    <a:pt x="618" y="2724"/>
                  </a:lnTo>
                  <a:lnTo>
                    <a:pt x="606" y="2706"/>
                  </a:lnTo>
                  <a:lnTo>
                    <a:pt x="588" y="2682"/>
                  </a:lnTo>
                  <a:lnTo>
                    <a:pt x="588" y="2658"/>
                  </a:lnTo>
                  <a:lnTo>
                    <a:pt x="576" y="2646"/>
                  </a:lnTo>
                  <a:lnTo>
                    <a:pt x="564" y="2640"/>
                  </a:lnTo>
                  <a:lnTo>
                    <a:pt x="546" y="2640"/>
                  </a:lnTo>
                  <a:lnTo>
                    <a:pt x="534" y="2652"/>
                  </a:lnTo>
                  <a:lnTo>
                    <a:pt x="528" y="2652"/>
                  </a:lnTo>
                  <a:lnTo>
                    <a:pt x="516" y="2646"/>
                  </a:lnTo>
                  <a:lnTo>
                    <a:pt x="510" y="2640"/>
                  </a:lnTo>
                  <a:lnTo>
                    <a:pt x="510" y="2628"/>
                  </a:lnTo>
                  <a:lnTo>
                    <a:pt x="504" y="2622"/>
                  </a:lnTo>
                  <a:lnTo>
                    <a:pt x="504" y="2616"/>
                  </a:lnTo>
                  <a:lnTo>
                    <a:pt x="474" y="2610"/>
                  </a:lnTo>
                  <a:lnTo>
                    <a:pt x="474" y="2574"/>
                  </a:lnTo>
                  <a:lnTo>
                    <a:pt x="468" y="2568"/>
                  </a:lnTo>
                  <a:lnTo>
                    <a:pt x="462" y="2556"/>
                  </a:lnTo>
                  <a:lnTo>
                    <a:pt x="462" y="2544"/>
                  </a:lnTo>
                  <a:lnTo>
                    <a:pt x="474" y="2538"/>
                  </a:lnTo>
                  <a:lnTo>
                    <a:pt x="474" y="2514"/>
                  </a:lnTo>
                  <a:lnTo>
                    <a:pt x="480" y="2514"/>
                  </a:lnTo>
                  <a:lnTo>
                    <a:pt x="486" y="2508"/>
                  </a:lnTo>
                  <a:lnTo>
                    <a:pt x="492" y="2508"/>
                  </a:lnTo>
                  <a:lnTo>
                    <a:pt x="498" y="2502"/>
                  </a:lnTo>
                  <a:lnTo>
                    <a:pt x="498" y="2496"/>
                  </a:lnTo>
                  <a:lnTo>
                    <a:pt x="474" y="2472"/>
                  </a:lnTo>
                  <a:lnTo>
                    <a:pt x="480" y="2466"/>
                  </a:lnTo>
                  <a:lnTo>
                    <a:pt x="492" y="2460"/>
                  </a:lnTo>
                  <a:lnTo>
                    <a:pt x="498" y="2460"/>
                  </a:lnTo>
                  <a:lnTo>
                    <a:pt x="498" y="2454"/>
                  </a:lnTo>
                  <a:lnTo>
                    <a:pt x="474" y="2430"/>
                  </a:lnTo>
                  <a:lnTo>
                    <a:pt x="468" y="2430"/>
                  </a:lnTo>
                  <a:lnTo>
                    <a:pt x="474" y="2388"/>
                  </a:lnTo>
                  <a:lnTo>
                    <a:pt x="486" y="2382"/>
                  </a:lnTo>
                  <a:lnTo>
                    <a:pt x="474" y="2358"/>
                  </a:lnTo>
                  <a:lnTo>
                    <a:pt x="480" y="2322"/>
                  </a:lnTo>
                  <a:lnTo>
                    <a:pt x="456" y="2298"/>
                  </a:lnTo>
                  <a:lnTo>
                    <a:pt x="462" y="2274"/>
                  </a:lnTo>
                  <a:lnTo>
                    <a:pt x="438" y="2256"/>
                  </a:lnTo>
                  <a:lnTo>
                    <a:pt x="450" y="2244"/>
                  </a:lnTo>
                  <a:lnTo>
                    <a:pt x="456" y="2232"/>
                  </a:lnTo>
                  <a:lnTo>
                    <a:pt x="462" y="2226"/>
                  </a:lnTo>
                  <a:lnTo>
                    <a:pt x="438" y="2202"/>
                  </a:lnTo>
                  <a:lnTo>
                    <a:pt x="426" y="2202"/>
                  </a:lnTo>
                  <a:lnTo>
                    <a:pt x="420" y="2196"/>
                  </a:lnTo>
                  <a:lnTo>
                    <a:pt x="408" y="2190"/>
                  </a:lnTo>
                  <a:lnTo>
                    <a:pt x="402" y="2190"/>
                  </a:lnTo>
                  <a:lnTo>
                    <a:pt x="396" y="2184"/>
                  </a:lnTo>
                  <a:lnTo>
                    <a:pt x="414" y="2184"/>
                  </a:lnTo>
                  <a:lnTo>
                    <a:pt x="426" y="2178"/>
                  </a:lnTo>
                  <a:lnTo>
                    <a:pt x="438" y="2178"/>
                  </a:lnTo>
                  <a:lnTo>
                    <a:pt x="444" y="2172"/>
                  </a:lnTo>
                  <a:lnTo>
                    <a:pt x="444" y="2166"/>
                  </a:lnTo>
                  <a:lnTo>
                    <a:pt x="432" y="2160"/>
                  </a:lnTo>
                  <a:lnTo>
                    <a:pt x="402" y="2160"/>
                  </a:lnTo>
                  <a:lnTo>
                    <a:pt x="390" y="2148"/>
                  </a:lnTo>
                  <a:lnTo>
                    <a:pt x="390" y="2118"/>
                  </a:lnTo>
                  <a:lnTo>
                    <a:pt x="384" y="2106"/>
                  </a:lnTo>
                  <a:lnTo>
                    <a:pt x="384" y="2100"/>
                  </a:lnTo>
                  <a:lnTo>
                    <a:pt x="378" y="2094"/>
                  </a:lnTo>
                  <a:lnTo>
                    <a:pt x="366" y="2088"/>
                  </a:lnTo>
                  <a:lnTo>
                    <a:pt x="360" y="2088"/>
                  </a:lnTo>
                  <a:lnTo>
                    <a:pt x="366" y="2058"/>
                  </a:lnTo>
                  <a:lnTo>
                    <a:pt x="342" y="2046"/>
                  </a:lnTo>
                  <a:lnTo>
                    <a:pt x="336" y="2040"/>
                  </a:lnTo>
                  <a:lnTo>
                    <a:pt x="336" y="2028"/>
                  </a:lnTo>
                  <a:lnTo>
                    <a:pt x="330" y="2016"/>
                  </a:lnTo>
                  <a:lnTo>
                    <a:pt x="330" y="1998"/>
                  </a:lnTo>
                  <a:lnTo>
                    <a:pt x="324" y="1986"/>
                  </a:lnTo>
                  <a:lnTo>
                    <a:pt x="324" y="1974"/>
                  </a:lnTo>
                  <a:lnTo>
                    <a:pt x="330" y="1968"/>
                  </a:lnTo>
                  <a:lnTo>
                    <a:pt x="342" y="1962"/>
                  </a:lnTo>
                  <a:lnTo>
                    <a:pt x="348" y="1962"/>
                  </a:lnTo>
                  <a:lnTo>
                    <a:pt x="336" y="1950"/>
                  </a:lnTo>
                  <a:lnTo>
                    <a:pt x="324" y="1944"/>
                  </a:lnTo>
                  <a:lnTo>
                    <a:pt x="306" y="1926"/>
                  </a:lnTo>
                  <a:lnTo>
                    <a:pt x="300" y="1914"/>
                  </a:lnTo>
                  <a:lnTo>
                    <a:pt x="300" y="1890"/>
                  </a:lnTo>
                  <a:lnTo>
                    <a:pt x="294" y="1878"/>
                  </a:lnTo>
                  <a:lnTo>
                    <a:pt x="288" y="1872"/>
                  </a:lnTo>
                  <a:lnTo>
                    <a:pt x="288" y="1842"/>
                  </a:lnTo>
                  <a:lnTo>
                    <a:pt x="294" y="1836"/>
                  </a:lnTo>
                  <a:lnTo>
                    <a:pt x="294" y="1824"/>
                  </a:lnTo>
                  <a:lnTo>
                    <a:pt x="276" y="1812"/>
                  </a:lnTo>
                  <a:lnTo>
                    <a:pt x="276" y="1806"/>
                  </a:lnTo>
                  <a:lnTo>
                    <a:pt x="282" y="1794"/>
                  </a:lnTo>
                  <a:lnTo>
                    <a:pt x="282" y="1788"/>
                  </a:lnTo>
                  <a:lnTo>
                    <a:pt x="264" y="1770"/>
                  </a:lnTo>
                  <a:lnTo>
                    <a:pt x="282" y="1758"/>
                  </a:lnTo>
                  <a:lnTo>
                    <a:pt x="270" y="1716"/>
                  </a:lnTo>
                  <a:lnTo>
                    <a:pt x="276" y="1716"/>
                  </a:lnTo>
                  <a:lnTo>
                    <a:pt x="282" y="1710"/>
                  </a:lnTo>
                  <a:lnTo>
                    <a:pt x="294" y="1704"/>
                  </a:lnTo>
                  <a:lnTo>
                    <a:pt x="300" y="1692"/>
                  </a:lnTo>
                  <a:lnTo>
                    <a:pt x="300" y="1686"/>
                  </a:lnTo>
                  <a:lnTo>
                    <a:pt x="282" y="1668"/>
                  </a:lnTo>
                  <a:lnTo>
                    <a:pt x="276" y="1668"/>
                  </a:lnTo>
                  <a:lnTo>
                    <a:pt x="276" y="1650"/>
                  </a:lnTo>
                  <a:lnTo>
                    <a:pt x="246" y="1626"/>
                  </a:lnTo>
                  <a:lnTo>
                    <a:pt x="246" y="1578"/>
                  </a:lnTo>
                  <a:lnTo>
                    <a:pt x="240" y="1566"/>
                  </a:lnTo>
                  <a:lnTo>
                    <a:pt x="234" y="1548"/>
                  </a:lnTo>
                  <a:lnTo>
                    <a:pt x="234" y="1536"/>
                  </a:lnTo>
                  <a:lnTo>
                    <a:pt x="228" y="1530"/>
                  </a:lnTo>
                  <a:lnTo>
                    <a:pt x="228" y="1524"/>
                  </a:lnTo>
                  <a:lnTo>
                    <a:pt x="252" y="1518"/>
                  </a:lnTo>
                  <a:lnTo>
                    <a:pt x="258" y="1500"/>
                  </a:lnTo>
                  <a:lnTo>
                    <a:pt x="258" y="1494"/>
                  </a:lnTo>
                  <a:lnTo>
                    <a:pt x="264" y="1482"/>
                  </a:lnTo>
                  <a:lnTo>
                    <a:pt x="264" y="1470"/>
                  </a:lnTo>
                  <a:lnTo>
                    <a:pt x="258" y="1464"/>
                  </a:lnTo>
                  <a:lnTo>
                    <a:pt x="252" y="1452"/>
                  </a:lnTo>
                  <a:lnTo>
                    <a:pt x="246" y="1446"/>
                  </a:lnTo>
                  <a:lnTo>
                    <a:pt x="240" y="1434"/>
                  </a:lnTo>
                  <a:lnTo>
                    <a:pt x="234" y="1428"/>
                  </a:lnTo>
                  <a:lnTo>
                    <a:pt x="246" y="1428"/>
                  </a:lnTo>
                  <a:lnTo>
                    <a:pt x="246" y="1398"/>
                  </a:lnTo>
                  <a:lnTo>
                    <a:pt x="252" y="1380"/>
                  </a:lnTo>
                  <a:lnTo>
                    <a:pt x="252" y="1356"/>
                  </a:lnTo>
                  <a:lnTo>
                    <a:pt x="270" y="1338"/>
                  </a:lnTo>
                  <a:lnTo>
                    <a:pt x="270" y="1332"/>
                  </a:lnTo>
                  <a:lnTo>
                    <a:pt x="264" y="1320"/>
                  </a:lnTo>
                  <a:lnTo>
                    <a:pt x="258" y="1314"/>
                  </a:lnTo>
                  <a:lnTo>
                    <a:pt x="252" y="1302"/>
                  </a:lnTo>
                  <a:lnTo>
                    <a:pt x="246" y="1260"/>
                  </a:lnTo>
                  <a:lnTo>
                    <a:pt x="222" y="1260"/>
                  </a:lnTo>
                  <a:lnTo>
                    <a:pt x="210" y="1248"/>
                  </a:lnTo>
                  <a:lnTo>
                    <a:pt x="210" y="1236"/>
                  </a:lnTo>
                  <a:lnTo>
                    <a:pt x="216" y="1230"/>
                  </a:lnTo>
                  <a:lnTo>
                    <a:pt x="210" y="1218"/>
                  </a:lnTo>
                  <a:lnTo>
                    <a:pt x="198" y="1188"/>
                  </a:lnTo>
                  <a:lnTo>
                    <a:pt x="180" y="1170"/>
                  </a:lnTo>
                  <a:lnTo>
                    <a:pt x="180" y="1164"/>
                  </a:lnTo>
                  <a:lnTo>
                    <a:pt x="186" y="1158"/>
                  </a:lnTo>
                  <a:lnTo>
                    <a:pt x="186" y="1146"/>
                  </a:lnTo>
                  <a:lnTo>
                    <a:pt x="168" y="1128"/>
                  </a:lnTo>
                  <a:lnTo>
                    <a:pt x="156" y="1122"/>
                  </a:lnTo>
                  <a:lnTo>
                    <a:pt x="156" y="1116"/>
                  </a:lnTo>
                  <a:lnTo>
                    <a:pt x="150" y="1110"/>
                  </a:lnTo>
                  <a:lnTo>
                    <a:pt x="150" y="1086"/>
                  </a:lnTo>
                  <a:lnTo>
                    <a:pt x="156" y="1086"/>
                  </a:lnTo>
                  <a:lnTo>
                    <a:pt x="168" y="1080"/>
                  </a:lnTo>
                  <a:lnTo>
                    <a:pt x="162" y="1026"/>
                  </a:lnTo>
                  <a:lnTo>
                    <a:pt x="186" y="1026"/>
                  </a:lnTo>
                  <a:lnTo>
                    <a:pt x="186" y="1020"/>
                  </a:lnTo>
                  <a:lnTo>
                    <a:pt x="180" y="1008"/>
                  </a:lnTo>
                  <a:lnTo>
                    <a:pt x="168" y="972"/>
                  </a:lnTo>
                  <a:lnTo>
                    <a:pt x="156" y="948"/>
                  </a:lnTo>
                  <a:lnTo>
                    <a:pt x="156" y="936"/>
                  </a:lnTo>
                  <a:lnTo>
                    <a:pt x="168" y="924"/>
                  </a:lnTo>
                  <a:lnTo>
                    <a:pt x="168" y="858"/>
                  </a:lnTo>
                  <a:lnTo>
                    <a:pt x="174" y="852"/>
                  </a:lnTo>
                  <a:lnTo>
                    <a:pt x="180" y="840"/>
                  </a:lnTo>
                  <a:lnTo>
                    <a:pt x="192" y="828"/>
                  </a:lnTo>
                  <a:lnTo>
                    <a:pt x="192" y="816"/>
                  </a:lnTo>
                  <a:lnTo>
                    <a:pt x="198" y="804"/>
                  </a:lnTo>
                  <a:lnTo>
                    <a:pt x="198" y="792"/>
                  </a:lnTo>
                  <a:lnTo>
                    <a:pt x="204" y="774"/>
                  </a:lnTo>
                  <a:lnTo>
                    <a:pt x="204" y="762"/>
                  </a:lnTo>
                  <a:lnTo>
                    <a:pt x="222" y="762"/>
                  </a:lnTo>
                  <a:lnTo>
                    <a:pt x="228" y="756"/>
                  </a:lnTo>
                  <a:lnTo>
                    <a:pt x="240" y="750"/>
                  </a:lnTo>
                  <a:lnTo>
                    <a:pt x="240" y="738"/>
                  </a:lnTo>
                  <a:lnTo>
                    <a:pt x="234" y="726"/>
                  </a:lnTo>
                  <a:lnTo>
                    <a:pt x="210" y="714"/>
                  </a:lnTo>
                  <a:lnTo>
                    <a:pt x="204" y="708"/>
                  </a:lnTo>
                  <a:lnTo>
                    <a:pt x="198" y="708"/>
                  </a:lnTo>
                  <a:lnTo>
                    <a:pt x="204" y="708"/>
                  </a:lnTo>
                  <a:lnTo>
                    <a:pt x="216" y="696"/>
                  </a:lnTo>
                  <a:lnTo>
                    <a:pt x="222" y="684"/>
                  </a:lnTo>
                  <a:lnTo>
                    <a:pt x="228" y="678"/>
                  </a:lnTo>
                  <a:lnTo>
                    <a:pt x="222" y="666"/>
                  </a:lnTo>
                  <a:lnTo>
                    <a:pt x="210" y="654"/>
                  </a:lnTo>
                  <a:lnTo>
                    <a:pt x="198" y="648"/>
                  </a:lnTo>
                  <a:lnTo>
                    <a:pt x="192" y="642"/>
                  </a:lnTo>
                  <a:lnTo>
                    <a:pt x="192" y="624"/>
                  </a:lnTo>
                  <a:lnTo>
                    <a:pt x="216" y="600"/>
                  </a:lnTo>
                  <a:lnTo>
                    <a:pt x="216" y="594"/>
                  </a:lnTo>
                  <a:lnTo>
                    <a:pt x="204" y="594"/>
                  </a:lnTo>
                  <a:lnTo>
                    <a:pt x="192" y="588"/>
                  </a:lnTo>
                  <a:lnTo>
                    <a:pt x="186" y="582"/>
                  </a:lnTo>
                  <a:lnTo>
                    <a:pt x="186" y="576"/>
                  </a:lnTo>
                  <a:lnTo>
                    <a:pt x="192" y="570"/>
                  </a:lnTo>
                  <a:lnTo>
                    <a:pt x="198" y="558"/>
                  </a:lnTo>
                  <a:lnTo>
                    <a:pt x="210" y="552"/>
                  </a:lnTo>
                  <a:lnTo>
                    <a:pt x="222" y="540"/>
                  </a:lnTo>
                  <a:lnTo>
                    <a:pt x="240" y="534"/>
                  </a:lnTo>
                  <a:lnTo>
                    <a:pt x="252" y="528"/>
                  </a:lnTo>
                  <a:lnTo>
                    <a:pt x="258" y="522"/>
                  </a:lnTo>
                  <a:lnTo>
                    <a:pt x="264" y="522"/>
                  </a:lnTo>
                  <a:lnTo>
                    <a:pt x="276" y="438"/>
                  </a:lnTo>
                  <a:lnTo>
                    <a:pt x="264" y="420"/>
                  </a:lnTo>
                  <a:lnTo>
                    <a:pt x="222" y="420"/>
                  </a:lnTo>
                  <a:lnTo>
                    <a:pt x="216" y="408"/>
                  </a:lnTo>
                  <a:lnTo>
                    <a:pt x="216" y="384"/>
                  </a:lnTo>
                  <a:lnTo>
                    <a:pt x="192" y="360"/>
                  </a:lnTo>
                  <a:lnTo>
                    <a:pt x="192" y="294"/>
                  </a:lnTo>
                  <a:lnTo>
                    <a:pt x="186" y="288"/>
                  </a:lnTo>
                  <a:lnTo>
                    <a:pt x="174" y="282"/>
                  </a:lnTo>
                  <a:lnTo>
                    <a:pt x="168" y="276"/>
                  </a:lnTo>
                  <a:lnTo>
                    <a:pt x="156" y="270"/>
                  </a:lnTo>
                  <a:lnTo>
                    <a:pt x="150" y="264"/>
                  </a:lnTo>
                  <a:lnTo>
                    <a:pt x="144" y="264"/>
                  </a:lnTo>
                  <a:lnTo>
                    <a:pt x="144" y="240"/>
                  </a:lnTo>
                  <a:lnTo>
                    <a:pt x="138" y="234"/>
                  </a:lnTo>
                  <a:lnTo>
                    <a:pt x="132" y="222"/>
                  </a:lnTo>
                  <a:lnTo>
                    <a:pt x="132" y="210"/>
                  </a:lnTo>
                  <a:lnTo>
                    <a:pt x="138" y="204"/>
                  </a:lnTo>
                  <a:lnTo>
                    <a:pt x="144" y="192"/>
                  </a:lnTo>
                  <a:lnTo>
                    <a:pt x="150" y="186"/>
                  </a:lnTo>
                  <a:lnTo>
                    <a:pt x="132" y="168"/>
                  </a:lnTo>
                  <a:lnTo>
                    <a:pt x="144" y="156"/>
                  </a:lnTo>
                  <a:lnTo>
                    <a:pt x="150" y="144"/>
                  </a:lnTo>
                  <a:lnTo>
                    <a:pt x="150" y="138"/>
                  </a:lnTo>
                  <a:lnTo>
                    <a:pt x="144" y="126"/>
                  </a:lnTo>
                  <a:lnTo>
                    <a:pt x="120" y="114"/>
                  </a:lnTo>
                  <a:lnTo>
                    <a:pt x="114" y="114"/>
                  </a:lnTo>
                  <a:lnTo>
                    <a:pt x="102" y="108"/>
                  </a:lnTo>
                  <a:lnTo>
                    <a:pt x="90" y="30"/>
                  </a:lnTo>
                  <a:lnTo>
                    <a:pt x="66" y="30"/>
                  </a:lnTo>
                  <a:lnTo>
                    <a:pt x="48" y="0"/>
                  </a:lnTo>
                  <a:lnTo>
                    <a:pt x="36" y="6"/>
                  </a:lnTo>
                  <a:lnTo>
                    <a:pt x="42" y="18"/>
                  </a:lnTo>
                  <a:lnTo>
                    <a:pt x="42" y="36"/>
                  </a:lnTo>
                  <a:lnTo>
                    <a:pt x="36" y="42"/>
                  </a:lnTo>
                  <a:lnTo>
                    <a:pt x="0" y="66"/>
                  </a:lnTo>
                  <a:lnTo>
                    <a:pt x="0" y="108"/>
                  </a:lnTo>
                  <a:lnTo>
                    <a:pt x="24" y="156"/>
                  </a:lnTo>
                  <a:lnTo>
                    <a:pt x="30" y="174"/>
                  </a:lnTo>
                  <a:lnTo>
                    <a:pt x="36" y="228"/>
                  </a:lnTo>
                  <a:lnTo>
                    <a:pt x="36" y="282"/>
                  </a:lnTo>
                  <a:lnTo>
                    <a:pt x="48" y="318"/>
                  </a:lnTo>
                  <a:lnTo>
                    <a:pt x="48" y="360"/>
                  </a:lnTo>
                  <a:lnTo>
                    <a:pt x="54" y="384"/>
                  </a:lnTo>
                  <a:lnTo>
                    <a:pt x="54" y="432"/>
                  </a:lnTo>
                  <a:lnTo>
                    <a:pt x="30" y="444"/>
                  </a:lnTo>
                  <a:lnTo>
                    <a:pt x="36" y="474"/>
                  </a:lnTo>
                  <a:lnTo>
                    <a:pt x="54" y="486"/>
                  </a:lnTo>
                  <a:lnTo>
                    <a:pt x="48" y="582"/>
                  </a:lnTo>
                  <a:lnTo>
                    <a:pt x="72" y="624"/>
                  </a:lnTo>
                  <a:lnTo>
                    <a:pt x="54" y="642"/>
                  </a:lnTo>
                  <a:lnTo>
                    <a:pt x="60" y="702"/>
                  </a:lnTo>
                  <a:lnTo>
                    <a:pt x="66" y="708"/>
                  </a:lnTo>
                  <a:lnTo>
                    <a:pt x="78" y="732"/>
                  </a:lnTo>
                  <a:lnTo>
                    <a:pt x="78" y="744"/>
                  </a:lnTo>
                  <a:lnTo>
                    <a:pt x="72" y="756"/>
                  </a:lnTo>
                  <a:lnTo>
                    <a:pt x="66" y="762"/>
                  </a:lnTo>
                  <a:lnTo>
                    <a:pt x="60" y="762"/>
                  </a:lnTo>
                  <a:lnTo>
                    <a:pt x="60" y="792"/>
                  </a:lnTo>
                  <a:lnTo>
                    <a:pt x="72" y="810"/>
                  </a:lnTo>
                  <a:lnTo>
                    <a:pt x="60" y="822"/>
                  </a:lnTo>
                  <a:lnTo>
                    <a:pt x="48" y="846"/>
                  </a:lnTo>
                  <a:lnTo>
                    <a:pt x="48" y="852"/>
                  </a:lnTo>
                  <a:lnTo>
                    <a:pt x="60" y="852"/>
                  </a:lnTo>
                  <a:lnTo>
                    <a:pt x="60" y="864"/>
                  </a:lnTo>
                  <a:lnTo>
                    <a:pt x="66" y="870"/>
                  </a:lnTo>
                  <a:lnTo>
                    <a:pt x="66" y="888"/>
                  </a:lnTo>
                  <a:lnTo>
                    <a:pt x="54" y="900"/>
                  </a:lnTo>
                  <a:lnTo>
                    <a:pt x="54" y="906"/>
                  </a:lnTo>
                  <a:lnTo>
                    <a:pt x="48" y="912"/>
                  </a:lnTo>
                  <a:lnTo>
                    <a:pt x="48" y="936"/>
                  </a:lnTo>
                  <a:lnTo>
                    <a:pt x="54" y="948"/>
                  </a:lnTo>
                  <a:lnTo>
                    <a:pt x="60" y="954"/>
                  </a:lnTo>
                  <a:lnTo>
                    <a:pt x="66" y="954"/>
                  </a:lnTo>
                  <a:lnTo>
                    <a:pt x="78" y="966"/>
                  </a:lnTo>
                  <a:lnTo>
                    <a:pt x="78" y="1020"/>
                  </a:lnTo>
                  <a:lnTo>
                    <a:pt x="60" y="1020"/>
                  </a:lnTo>
                  <a:lnTo>
                    <a:pt x="60" y="1044"/>
                  </a:lnTo>
                  <a:lnTo>
                    <a:pt x="66" y="1056"/>
                  </a:lnTo>
                  <a:lnTo>
                    <a:pt x="90" y="1128"/>
                  </a:lnTo>
                  <a:lnTo>
                    <a:pt x="96" y="1140"/>
                  </a:lnTo>
                  <a:lnTo>
                    <a:pt x="102" y="1146"/>
                  </a:lnTo>
                  <a:lnTo>
                    <a:pt x="102" y="1164"/>
                  </a:lnTo>
                  <a:lnTo>
                    <a:pt x="108" y="1170"/>
                  </a:lnTo>
                  <a:lnTo>
                    <a:pt x="114" y="1182"/>
                  </a:lnTo>
                  <a:lnTo>
                    <a:pt x="120" y="1188"/>
                  </a:lnTo>
                  <a:lnTo>
                    <a:pt x="120" y="1236"/>
                  </a:lnTo>
                  <a:lnTo>
                    <a:pt x="114" y="1266"/>
                  </a:lnTo>
                  <a:lnTo>
                    <a:pt x="138" y="1290"/>
                  </a:lnTo>
                  <a:lnTo>
                    <a:pt x="138" y="1296"/>
                  </a:lnTo>
                  <a:lnTo>
                    <a:pt x="132" y="1302"/>
                  </a:lnTo>
                  <a:lnTo>
                    <a:pt x="126" y="1314"/>
                  </a:lnTo>
                  <a:lnTo>
                    <a:pt x="126" y="1326"/>
                  </a:lnTo>
                  <a:lnTo>
                    <a:pt x="120" y="1338"/>
                  </a:lnTo>
                  <a:lnTo>
                    <a:pt x="120" y="1416"/>
                  </a:lnTo>
                  <a:lnTo>
                    <a:pt x="102" y="1452"/>
                  </a:lnTo>
                  <a:lnTo>
                    <a:pt x="114" y="1464"/>
                  </a:lnTo>
                  <a:lnTo>
                    <a:pt x="114" y="1470"/>
                  </a:lnTo>
                  <a:lnTo>
                    <a:pt x="108" y="1476"/>
                  </a:lnTo>
                  <a:lnTo>
                    <a:pt x="108" y="1536"/>
                  </a:lnTo>
                  <a:lnTo>
                    <a:pt x="102" y="1554"/>
                  </a:lnTo>
                  <a:lnTo>
                    <a:pt x="102" y="1578"/>
                  </a:lnTo>
                  <a:lnTo>
                    <a:pt x="84" y="1584"/>
                  </a:lnTo>
                  <a:lnTo>
                    <a:pt x="84" y="1608"/>
                  </a:lnTo>
                  <a:lnTo>
                    <a:pt x="108" y="1650"/>
                  </a:lnTo>
                  <a:lnTo>
                    <a:pt x="108" y="1692"/>
                  </a:lnTo>
                  <a:lnTo>
                    <a:pt x="114" y="1704"/>
                  </a:lnTo>
                  <a:lnTo>
                    <a:pt x="144" y="1734"/>
                  </a:lnTo>
                  <a:lnTo>
                    <a:pt x="156" y="1758"/>
                  </a:lnTo>
                  <a:lnTo>
                    <a:pt x="156" y="1800"/>
                  </a:lnTo>
                  <a:lnTo>
                    <a:pt x="150" y="1812"/>
                  </a:lnTo>
                  <a:lnTo>
                    <a:pt x="150" y="1824"/>
                  </a:lnTo>
                  <a:lnTo>
                    <a:pt x="162" y="1836"/>
                  </a:lnTo>
                  <a:lnTo>
                    <a:pt x="162" y="1896"/>
                  </a:lnTo>
                  <a:lnTo>
                    <a:pt x="168" y="1908"/>
                  </a:lnTo>
                  <a:lnTo>
                    <a:pt x="174" y="1914"/>
                  </a:lnTo>
                  <a:lnTo>
                    <a:pt x="186" y="1920"/>
                  </a:lnTo>
                  <a:lnTo>
                    <a:pt x="192" y="1926"/>
                  </a:lnTo>
                  <a:lnTo>
                    <a:pt x="198" y="1926"/>
                  </a:lnTo>
                  <a:lnTo>
                    <a:pt x="192" y="1944"/>
                  </a:lnTo>
                  <a:lnTo>
                    <a:pt x="234" y="1944"/>
                  </a:lnTo>
                  <a:lnTo>
                    <a:pt x="234" y="1914"/>
                  </a:lnTo>
                  <a:lnTo>
                    <a:pt x="246" y="1926"/>
                  </a:lnTo>
                  <a:lnTo>
                    <a:pt x="258" y="1932"/>
                  </a:lnTo>
                  <a:lnTo>
                    <a:pt x="270" y="1932"/>
                  </a:lnTo>
                  <a:lnTo>
                    <a:pt x="276" y="1926"/>
                  </a:lnTo>
                  <a:lnTo>
                    <a:pt x="276" y="1914"/>
                  </a:lnTo>
                  <a:lnTo>
                    <a:pt x="288" y="1932"/>
                  </a:lnTo>
                  <a:lnTo>
                    <a:pt x="282" y="1938"/>
                  </a:lnTo>
                  <a:lnTo>
                    <a:pt x="270" y="1944"/>
                  </a:lnTo>
                  <a:lnTo>
                    <a:pt x="264" y="1956"/>
                  </a:lnTo>
                  <a:lnTo>
                    <a:pt x="258" y="1962"/>
                  </a:lnTo>
                  <a:lnTo>
                    <a:pt x="258" y="1968"/>
                  </a:lnTo>
                  <a:lnTo>
                    <a:pt x="288" y="1968"/>
                  </a:lnTo>
                  <a:lnTo>
                    <a:pt x="294" y="1974"/>
                  </a:lnTo>
                  <a:lnTo>
                    <a:pt x="294" y="1992"/>
                  </a:lnTo>
                  <a:lnTo>
                    <a:pt x="270" y="1986"/>
                  </a:lnTo>
                  <a:lnTo>
                    <a:pt x="288" y="2010"/>
                  </a:lnTo>
                  <a:lnTo>
                    <a:pt x="276" y="2022"/>
                  </a:lnTo>
                  <a:lnTo>
                    <a:pt x="294" y="2046"/>
                  </a:lnTo>
                  <a:lnTo>
                    <a:pt x="276" y="2064"/>
                  </a:lnTo>
                  <a:lnTo>
                    <a:pt x="270" y="2076"/>
                  </a:lnTo>
                  <a:lnTo>
                    <a:pt x="270" y="2082"/>
                  </a:lnTo>
                  <a:lnTo>
                    <a:pt x="276" y="2088"/>
                  </a:lnTo>
                  <a:lnTo>
                    <a:pt x="282" y="2088"/>
                  </a:lnTo>
                  <a:lnTo>
                    <a:pt x="306" y="2100"/>
                  </a:lnTo>
                  <a:lnTo>
                    <a:pt x="318" y="2100"/>
                  </a:lnTo>
                  <a:lnTo>
                    <a:pt x="300" y="2118"/>
                  </a:lnTo>
                  <a:lnTo>
                    <a:pt x="300" y="2130"/>
                  </a:lnTo>
                  <a:lnTo>
                    <a:pt x="312" y="2136"/>
                  </a:lnTo>
                  <a:lnTo>
                    <a:pt x="318" y="2142"/>
                  </a:lnTo>
                  <a:lnTo>
                    <a:pt x="330" y="2148"/>
                  </a:lnTo>
                  <a:lnTo>
                    <a:pt x="354" y="2148"/>
                  </a:lnTo>
                  <a:lnTo>
                    <a:pt x="360" y="2184"/>
                  </a:lnTo>
                  <a:lnTo>
                    <a:pt x="354" y="2184"/>
                  </a:lnTo>
                  <a:lnTo>
                    <a:pt x="324" y="2214"/>
                  </a:lnTo>
                  <a:lnTo>
                    <a:pt x="324" y="2220"/>
                  </a:lnTo>
                  <a:lnTo>
                    <a:pt x="330" y="2226"/>
                  </a:lnTo>
                  <a:lnTo>
                    <a:pt x="354" y="2226"/>
                  </a:lnTo>
                  <a:lnTo>
                    <a:pt x="366" y="2232"/>
                  </a:lnTo>
                  <a:lnTo>
                    <a:pt x="378" y="2244"/>
                  </a:lnTo>
                  <a:lnTo>
                    <a:pt x="348" y="2244"/>
                  </a:lnTo>
                  <a:lnTo>
                    <a:pt x="342" y="2238"/>
                  </a:lnTo>
                  <a:lnTo>
                    <a:pt x="330" y="2238"/>
                  </a:lnTo>
                  <a:lnTo>
                    <a:pt x="324" y="2244"/>
                  </a:lnTo>
                  <a:lnTo>
                    <a:pt x="324" y="2250"/>
                  </a:lnTo>
                  <a:lnTo>
                    <a:pt x="354" y="2256"/>
                  </a:lnTo>
                  <a:lnTo>
                    <a:pt x="330" y="2268"/>
                  </a:lnTo>
                  <a:lnTo>
                    <a:pt x="336" y="2292"/>
                  </a:lnTo>
                  <a:lnTo>
                    <a:pt x="348" y="2292"/>
                  </a:lnTo>
                  <a:lnTo>
                    <a:pt x="348" y="2316"/>
                  </a:lnTo>
                  <a:lnTo>
                    <a:pt x="336" y="2328"/>
                  </a:lnTo>
                  <a:lnTo>
                    <a:pt x="336" y="2322"/>
                  </a:lnTo>
                  <a:lnTo>
                    <a:pt x="330" y="2316"/>
                  </a:lnTo>
                  <a:lnTo>
                    <a:pt x="324" y="2304"/>
                  </a:lnTo>
                  <a:lnTo>
                    <a:pt x="324" y="2298"/>
                  </a:lnTo>
                  <a:lnTo>
                    <a:pt x="288" y="2298"/>
                  </a:lnTo>
                  <a:lnTo>
                    <a:pt x="306" y="2292"/>
                  </a:lnTo>
                  <a:lnTo>
                    <a:pt x="282" y="2268"/>
                  </a:lnTo>
                  <a:lnTo>
                    <a:pt x="276" y="2268"/>
                  </a:lnTo>
                  <a:lnTo>
                    <a:pt x="276" y="2280"/>
                  </a:lnTo>
                  <a:lnTo>
                    <a:pt x="270" y="2268"/>
                  </a:lnTo>
                  <a:lnTo>
                    <a:pt x="228" y="2280"/>
                  </a:lnTo>
                  <a:lnTo>
                    <a:pt x="264" y="2286"/>
                  </a:lnTo>
                  <a:lnTo>
                    <a:pt x="258" y="2292"/>
                  </a:lnTo>
                  <a:lnTo>
                    <a:pt x="252" y="2304"/>
                  </a:lnTo>
                  <a:lnTo>
                    <a:pt x="246" y="2310"/>
                  </a:lnTo>
                  <a:lnTo>
                    <a:pt x="234" y="2316"/>
                  </a:lnTo>
                  <a:lnTo>
                    <a:pt x="228" y="2328"/>
                  </a:lnTo>
                  <a:lnTo>
                    <a:pt x="222" y="2334"/>
                  </a:lnTo>
                  <a:lnTo>
                    <a:pt x="222" y="2340"/>
                  </a:lnTo>
                  <a:lnTo>
                    <a:pt x="228" y="2346"/>
                  </a:lnTo>
                  <a:lnTo>
                    <a:pt x="240" y="2352"/>
                  </a:lnTo>
                  <a:lnTo>
                    <a:pt x="252" y="2352"/>
                  </a:lnTo>
                  <a:lnTo>
                    <a:pt x="252" y="2346"/>
                  </a:lnTo>
                  <a:lnTo>
                    <a:pt x="240" y="2334"/>
                  </a:lnTo>
                  <a:lnTo>
                    <a:pt x="264" y="2328"/>
                  </a:lnTo>
                  <a:lnTo>
                    <a:pt x="282" y="2346"/>
                  </a:lnTo>
                  <a:lnTo>
                    <a:pt x="324" y="2346"/>
                  </a:lnTo>
                  <a:lnTo>
                    <a:pt x="336" y="2352"/>
                  </a:lnTo>
                  <a:lnTo>
                    <a:pt x="342" y="2364"/>
                  </a:lnTo>
                  <a:lnTo>
                    <a:pt x="354" y="2370"/>
                  </a:lnTo>
                  <a:lnTo>
                    <a:pt x="354" y="2376"/>
                  </a:lnTo>
                  <a:lnTo>
                    <a:pt x="336" y="2394"/>
                  </a:lnTo>
                  <a:lnTo>
                    <a:pt x="342" y="2406"/>
                  </a:lnTo>
                  <a:lnTo>
                    <a:pt x="360" y="2406"/>
                  </a:lnTo>
                  <a:lnTo>
                    <a:pt x="360" y="2418"/>
                  </a:lnTo>
                  <a:lnTo>
                    <a:pt x="378" y="2424"/>
                  </a:lnTo>
                  <a:lnTo>
                    <a:pt x="384" y="2406"/>
                  </a:lnTo>
                  <a:lnTo>
                    <a:pt x="402" y="2424"/>
                  </a:lnTo>
                  <a:lnTo>
                    <a:pt x="408" y="2424"/>
                  </a:lnTo>
                  <a:lnTo>
                    <a:pt x="420" y="2430"/>
                  </a:lnTo>
                  <a:lnTo>
                    <a:pt x="426" y="2436"/>
                  </a:lnTo>
                  <a:lnTo>
                    <a:pt x="426" y="2448"/>
                  </a:lnTo>
                  <a:lnTo>
                    <a:pt x="414" y="2460"/>
                  </a:lnTo>
                  <a:lnTo>
                    <a:pt x="408" y="2454"/>
                  </a:lnTo>
                  <a:lnTo>
                    <a:pt x="396" y="2454"/>
                  </a:lnTo>
                  <a:lnTo>
                    <a:pt x="384" y="2448"/>
                  </a:lnTo>
                  <a:lnTo>
                    <a:pt x="378" y="2442"/>
                  </a:lnTo>
                  <a:lnTo>
                    <a:pt x="366" y="2442"/>
                  </a:lnTo>
                  <a:lnTo>
                    <a:pt x="366" y="2454"/>
                  </a:lnTo>
                  <a:lnTo>
                    <a:pt x="372" y="2460"/>
                  </a:lnTo>
                  <a:lnTo>
                    <a:pt x="378" y="2460"/>
                  </a:lnTo>
                  <a:lnTo>
                    <a:pt x="390" y="2472"/>
                  </a:lnTo>
                  <a:lnTo>
                    <a:pt x="402" y="2496"/>
                  </a:lnTo>
                  <a:lnTo>
                    <a:pt x="402" y="2508"/>
                  </a:lnTo>
                  <a:lnTo>
                    <a:pt x="384" y="2508"/>
                  </a:lnTo>
                  <a:lnTo>
                    <a:pt x="396" y="2526"/>
                  </a:lnTo>
                  <a:lnTo>
                    <a:pt x="414" y="2562"/>
                  </a:lnTo>
                  <a:lnTo>
                    <a:pt x="426" y="2520"/>
                  </a:lnTo>
                  <a:lnTo>
                    <a:pt x="426" y="2550"/>
                  </a:lnTo>
                  <a:lnTo>
                    <a:pt x="444" y="2574"/>
                  </a:lnTo>
                  <a:lnTo>
                    <a:pt x="420" y="2574"/>
                  </a:lnTo>
                  <a:lnTo>
                    <a:pt x="426" y="2592"/>
                  </a:lnTo>
                  <a:lnTo>
                    <a:pt x="450" y="2592"/>
                  </a:lnTo>
                  <a:lnTo>
                    <a:pt x="432" y="2604"/>
                  </a:lnTo>
                  <a:lnTo>
                    <a:pt x="462" y="2616"/>
                  </a:lnTo>
                  <a:lnTo>
                    <a:pt x="444" y="2628"/>
                  </a:lnTo>
                  <a:lnTo>
                    <a:pt x="474" y="2640"/>
                  </a:lnTo>
                  <a:lnTo>
                    <a:pt x="462" y="2652"/>
                  </a:lnTo>
                  <a:lnTo>
                    <a:pt x="480" y="2658"/>
                  </a:lnTo>
                  <a:lnTo>
                    <a:pt x="480" y="2652"/>
                  </a:lnTo>
                  <a:lnTo>
                    <a:pt x="486" y="2640"/>
                  </a:lnTo>
                  <a:lnTo>
                    <a:pt x="486" y="2634"/>
                  </a:lnTo>
                  <a:lnTo>
                    <a:pt x="492" y="2634"/>
                  </a:lnTo>
                  <a:lnTo>
                    <a:pt x="498" y="2640"/>
                  </a:lnTo>
                  <a:lnTo>
                    <a:pt x="504" y="2652"/>
                  </a:lnTo>
                  <a:lnTo>
                    <a:pt x="498" y="2658"/>
                  </a:lnTo>
                  <a:lnTo>
                    <a:pt x="498" y="2664"/>
                  </a:lnTo>
                  <a:lnTo>
                    <a:pt x="492" y="2664"/>
                  </a:lnTo>
                  <a:lnTo>
                    <a:pt x="480" y="2676"/>
                  </a:lnTo>
                  <a:lnTo>
                    <a:pt x="480" y="2682"/>
                  </a:lnTo>
                  <a:lnTo>
                    <a:pt x="486" y="2688"/>
                  </a:lnTo>
                  <a:lnTo>
                    <a:pt x="516" y="2688"/>
                  </a:lnTo>
                  <a:lnTo>
                    <a:pt x="516" y="2700"/>
                  </a:lnTo>
                  <a:lnTo>
                    <a:pt x="540" y="2724"/>
                  </a:lnTo>
                  <a:lnTo>
                    <a:pt x="552" y="2730"/>
                  </a:lnTo>
                  <a:lnTo>
                    <a:pt x="558" y="2736"/>
                  </a:lnTo>
                  <a:lnTo>
                    <a:pt x="558" y="2700"/>
                  </a:lnTo>
                  <a:lnTo>
                    <a:pt x="564" y="2700"/>
                  </a:lnTo>
                  <a:lnTo>
                    <a:pt x="570" y="2706"/>
                  </a:lnTo>
                  <a:lnTo>
                    <a:pt x="582" y="2712"/>
                  </a:lnTo>
                  <a:lnTo>
                    <a:pt x="600" y="2718"/>
                  </a:lnTo>
                  <a:lnTo>
                    <a:pt x="624" y="2742"/>
                  </a:lnTo>
                  <a:lnTo>
                    <a:pt x="618" y="2748"/>
                  </a:lnTo>
                  <a:lnTo>
                    <a:pt x="618" y="2754"/>
                  </a:lnTo>
                  <a:lnTo>
                    <a:pt x="612" y="2760"/>
                  </a:lnTo>
                  <a:lnTo>
                    <a:pt x="630" y="2766"/>
                  </a:lnTo>
                  <a:lnTo>
                    <a:pt x="630" y="2790"/>
                  </a:lnTo>
                  <a:lnTo>
                    <a:pt x="684" y="2790"/>
                  </a:lnTo>
                  <a:lnTo>
                    <a:pt x="696" y="2802"/>
                  </a:lnTo>
                  <a:lnTo>
                    <a:pt x="666" y="2802"/>
                  </a:lnTo>
                  <a:lnTo>
                    <a:pt x="654" y="2814"/>
                  </a:lnTo>
                  <a:lnTo>
                    <a:pt x="630" y="2814"/>
                  </a:lnTo>
                  <a:lnTo>
                    <a:pt x="618" y="2832"/>
                  </a:lnTo>
                  <a:lnTo>
                    <a:pt x="648" y="2832"/>
                  </a:lnTo>
                  <a:lnTo>
                    <a:pt x="636" y="2850"/>
                  </a:lnTo>
                  <a:lnTo>
                    <a:pt x="666" y="2844"/>
                  </a:lnTo>
                  <a:lnTo>
                    <a:pt x="666" y="2826"/>
                  </a:lnTo>
                  <a:lnTo>
                    <a:pt x="690" y="2838"/>
                  </a:lnTo>
                  <a:lnTo>
                    <a:pt x="696" y="2826"/>
                  </a:lnTo>
                  <a:lnTo>
                    <a:pt x="702" y="2820"/>
                  </a:lnTo>
                  <a:lnTo>
                    <a:pt x="714" y="2814"/>
                  </a:lnTo>
                  <a:lnTo>
                    <a:pt x="720" y="2808"/>
                  </a:lnTo>
                  <a:lnTo>
                    <a:pt x="732" y="2808"/>
                  </a:lnTo>
                  <a:lnTo>
                    <a:pt x="732" y="2820"/>
                  </a:lnTo>
                  <a:lnTo>
                    <a:pt x="726" y="2832"/>
                  </a:lnTo>
                  <a:lnTo>
                    <a:pt x="702" y="2856"/>
                  </a:lnTo>
                  <a:lnTo>
                    <a:pt x="696" y="2850"/>
                  </a:lnTo>
                  <a:lnTo>
                    <a:pt x="678" y="2850"/>
                  </a:lnTo>
                  <a:lnTo>
                    <a:pt x="678" y="2868"/>
                  </a:lnTo>
                  <a:lnTo>
                    <a:pt x="642" y="2868"/>
                  </a:lnTo>
                  <a:lnTo>
                    <a:pt x="630" y="2880"/>
                  </a:lnTo>
                  <a:lnTo>
                    <a:pt x="642" y="2886"/>
                  </a:lnTo>
                  <a:lnTo>
                    <a:pt x="648" y="2916"/>
                  </a:lnTo>
                  <a:lnTo>
                    <a:pt x="678" y="2898"/>
                  </a:lnTo>
                  <a:lnTo>
                    <a:pt x="684" y="2910"/>
                  </a:lnTo>
                  <a:lnTo>
                    <a:pt x="684" y="2916"/>
                  </a:lnTo>
                  <a:lnTo>
                    <a:pt x="690" y="2916"/>
                  </a:lnTo>
                  <a:lnTo>
                    <a:pt x="696" y="2910"/>
                  </a:lnTo>
                  <a:lnTo>
                    <a:pt x="702" y="2898"/>
                  </a:lnTo>
                  <a:lnTo>
                    <a:pt x="702" y="2892"/>
                  </a:lnTo>
                  <a:lnTo>
                    <a:pt x="708" y="2880"/>
                  </a:lnTo>
                  <a:lnTo>
                    <a:pt x="714" y="287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33" name="Chad" descr="© INSCALE GmbH, 05.05.2010&#10;http://www.presentationload.com/">
              <a:extLst>
                <a:ext uri="{FF2B5EF4-FFF2-40B4-BE49-F238E27FC236}">
                  <a16:creationId xmlns:a16="http://schemas.microsoft.com/office/drawing/2014/main" id="{6435B204-49FE-4E74-9A2B-8759E2D0940F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047335" y="2380335"/>
              <a:ext cx="245560" cy="423865"/>
            </a:xfrm>
            <a:custGeom>
              <a:avLst/>
              <a:gdLst>
                <a:gd name="T0" fmla="*/ 2147483647 w 744"/>
                <a:gd name="T1" fmla="*/ 2147483647 h 1290"/>
                <a:gd name="T2" fmla="*/ 2147483647 w 744"/>
                <a:gd name="T3" fmla="*/ 0 h 1290"/>
                <a:gd name="T4" fmla="*/ 2147483647 w 744"/>
                <a:gd name="T5" fmla="*/ 2147483647 h 1290"/>
                <a:gd name="T6" fmla="*/ 2147483647 w 744"/>
                <a:gd name="T7" fmla="*/ 2147483647 h 1290"/>
                <a:gd name="T8" fmla="*/ 2147483647 w 744"/>
                <a:gd name="T9" fmla="*/ 2147483647 h 1290"/>
                <a:gd name="T10" fmla="*/ 2147483647 w 744"/>
                <a:gd name="T11" fmla="*/ 2147483647 h 1290"/>
                <a:gd name="T12" fmla="*/ 2147483647 w 744"/>
                <a:gd name="T13" fmla="*/ 2147483647 h 1290"/>
                <a:gd name="T14" fmla="*/ 2147483647 w 744"/>
                <a:gd name="T15" fmla="*/ 2147483647 h 1290"/>
                <a:gd name="T16" fmla="*/ 2147483647 w 744"/>
                <a:gd name="T17" fmla="*/ 2147483647 h 1290"/>
                <a:gd name="T18" fmla="*/ 0 w 744"/>
                <a:gd name="T19" fmla="*/ 2147483647 h 1290"/>
                <a:gd name="T20" fmla="*/ 2147483647 w 744"/>
                <a:gd name="T21" fmla="*/ 2147483647 h 1290"/>
                <a:gd name="T22" fmla="*/ 2147483647 w 744"/>
                <a:gd name="T23" fmla="*/ 2147483647 h 1290"/>
                <a:gd name="T24" fmla="*/ 2147483647 w 744"/>
                <a:gd name="T25" fmla="*/ 2147483647 h 1290"/>
                <a:gd name="T26" fmla="*/ 2147483647 w 744"/>
                <a:gd name="T27" fmla="*/ 2147483647 h 1290"/>
                <a:gd name="T28" fmla="*/ 2147483647 w 744"/>
                <a:gd name="T29" fmla="*/ 2147483647 h 1290"/>
                <a:gd name="T30" fmla="*/ 2147483647 w 744"/>
                <a:gd name="T31" fmla="*/ 2147483647 h 1290"/>
                <a:gd name="T32" fmla="*/ 2147483647 w 744"/>
                <a:gd name="T33" fmla="*/ 2147483647 h 1290"/>
                <a:gd name="T34" fmla="*/ 2147483647 w 744"/>
                <a:gd name="T35" fmla="*/ 2147483647 h 1290"/>
                <a:gd name="T36" fmla="*/ 2147483647 w 744"/>
                <a:gd name="T37" fmla="*/ 2147483647 h 1290"/>
                <a:gd name="T38" fmla="*/ 2147483647 w 744"/>
                <a:gd name="T39" fmla="*/ 2147483647 h 1290"/>
                <a:gd name="T40" fmla="*/ 2147483647 w 744"/>
                <a:gd name="T41" fmla="*/ 2147483647 h 1290"/>
                <a:gd name="T42" fmla="*/ 2147483647 w 744"/>
                <a:gd name="T43" fmla="*/ 2147483647 h 1290"/>
                <a:gd name="T44" fmla="*/ 2147483647 w 744"/>
                <a:gd name="T45" fmla="*/ 2147483647 h 1290"/>
                <a:gd name="T46" fmla="*/ 2147483647 w 744"/>
                <a:gd name="T47" fmla="*/ 2147483647 h 1290"/>
                <a:gd name="T48" fmla="*/ 2147483647 w 744"/>
                <a:gd name="T49" fmla="*/ 2147483647 h 1290"/>
                <a:gd name="T50" fmla="*/ 2147483647 w 744"/>
                <a:gd name="T51" fmla="*/ 2147483647 h 1290"/>
                <a:gd name="T52" fmla="*/ 2147483647 w 744"/>
                <a:gd name="T53" fmla="*/ 2147483647 h 1290"/>
                <a:gd name="T54" fmla="*/ 2147483647 w 744"/>
                <a:gd name="T55" fmla="*/ 2147483647 h 1290"/>
                <a:gd name="T56" fmla="*/ 2147483647 w 744"/>
                <a:gd name="T57" fmla="*/ 2147483647 h 1290"/>
                <a:gd name="T58" fmla="*/ 2147483647 w 744"/>
                <a:gd name="T59" fmla="*/ 2147483647 h 1290"/>
                <a:gd name="T60" fmla="*/ 2147483647 w 744"/>
                <a:gd name="T61" fmla="*/ 2147483647 h 1290"/>
                <a:gd name="T62" fmla="*/ 2147483647 w 744"/>
                <a:gd name="T63" fmla="*/ 2147483647 h 1290"/>
                <a:gd name="T64" fmla="*/ 2147483647 w 744"/>
                <a:gd name="T65" fmla="*/ 2147483647 h 1290"/>
                <a:gd name="T66" fmla="*/ 2147483647 w 744"/>
                <a:gd name="T67" fmla="*/ 2147483647 h 1290"/>
                <a:gd name="T68" fmla="*/ 2147483647 w 744"/>
                <a:gd name="T69" fmla="*/ 2147483647 h 1290"/>
                <a:gd name="T70" fmla="*/ 2147483647 w 744"/>
                <a:gd name="T71" fmla="*/ 2147483647 h 1290"/>
                <a:gd name="T72" fmla="*/ 2147483647 w 744"/>
                <a:gd name="T73" fmla="*/ 2147483647 h 1290"/>
                <a:gd name="T74" fmla="*/ 2147483647 w 744"/>
                <a:gd name="T75" fmla="*/ 2147483647 h 1290"/>
                <a:gd name="T76" fmla="*/ 2147483647 w 744"/>
                <a:gd name="T77" fmla="*/ 2147483647 h 1290"/>
                <a:gd name="T78" fmla="*/ 2147483647 w 744"/>
                <a:gd name="T79" fmla="*/ 2147483647 h 1290"/>
                <a:gd name="T80" fmla="*/ 2147483647 w 744"/>
                <a:gd name="T81" fmla="*/ 2147483647 h 1290"/>
                <a:gd name="T82" fmla="*/ 2147483647 w 744"/>
                <a:gd name="T83" fmla="*/ 2147483647 h 1290"/>
                <a:gd name="T84" fmla="*/ 2147483647 w 744"/>
                <a:gd name="T85" fmla="*/ 2147483647 h 1290"/>
                <a:gd name="T86" fmla="*/ 2147483647 w 744"/>
                <a:gd name="T87" fmla="*/ 2147483647 h 1290"/>
                <a:gd name="T88" fmla="*/ 2147483647 w 744"/>
                <a:gd name="T89" fmla="*/ 2147483647 h 1290"/>
                <a:gd name="T90" fmla="*/ 2147483647 w 744"/>
                <a:gd name="T91" fmla="*/ 2147483647 h 1290"/>
                <a:gd name="T92" fmla="*/ 2147483647 w 744"/>
                <a:gd name="T93" fmla="*/ 2147483647 h 129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744"/>
                <a:gd name="T142" fmla="*/ 0 h 1290"/>
                <a:gd name="T143" fmla="*/ 744 w 744"/>
                <a:gd name="T144" fmla="*/ 1290 h 1290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744" h="1290">
                  <a:moveTo>
                    <a:pt x="678" y="624"/>
                  </a:moveTo>
                  <a:lnTo>
                    <a:pt x="720" y="624"/>
                  </a:lnTo>
                  <a:lnTo>
                    <a:pt x="732" y="630"/>
                  </a:lnTo>
                  <a:lnTo>
                    <a:pt x="744" y="630"/>
                  </a:lnTo>
                  <a:lnTo>
                    <a:pt x="738" y="324"/>
                  </a:lnTo>
                  <a:lnTo>
                    <a:pt x="180" y="0"/>
                  </a:lnTo>
                  <a:lnTo>
                    <a:pt x="156" y="12"/>
                  </a:lnTo>
                  <a:lnTo>
                    <a:pt x="144" y="24"/>
                  </a:lnTo>
                  <a:lnTo>
                    <a:pt x="126" y="30"/>
                  </a:lnTo>
                  <a:lnTo>
                    <a:pt x="108" y="42"/>
                  </a:lnTo>
                  <a:lnTo>
                    <a:pt x="126" y="108"/>
                  </a:lnTo>
                  <a:lnTo>
                    <a:pt x="114" y="156"/>
                  </a:lnTo>
                  <a:lnTo>
                    <a:pt x="144" y="192"/>
                  </a:lnTo>
                  <a:lnTo>
                    <a:pt x="150" y="216"/>
                  </a:lnTo>
                  <a:lnTo>
                    <a:pt x="180" y="252"/>
                  </a:lnTo>
                  <a:lnTo>
                    <a:pt x="162" y="288"/>
                  </a:lnTo>
                  <a:lnTo>
                    <a:pt x="144" y="534"/>
                  </a:lnTo>
                  <a:lnTo>
                    <a:pt x="138" y="540"/>
                  </a:lnTo>
                  <a:lnTo>
                    <a:pt x="120" y="564"/>
                  </a:lnTo>
                  <a:lnTo>
                    <a:pt x="96" y="588"/>
                  </a:lnTo>
                  <a:lnTo>
                    <a:pt x="72" y="618"/>
                  </a:lnTo>
                  <a:lnTo>
                    <a:pt x="54" y="636"/>
                  </a:lnTo>
                  <a:lnTo>
                    <a:pt x="48" y="648"/>
                  </a:lnTo>
                  <a:lnTo>
                    <a:pt x="36" y="666"/>
                  </a:lnTo>
                  <a:lnTo>
                    <a:pt x="30" y="678"/>
                  </a:lnTo>
                  <a:lnTo>
                    <a:pt x="24" y="696"/>
                  </a:lnTo>
                  <a:lnTo>
                    <a:pt x="24" y="708"/>
                  </a:lnTo>
                  <a:lnTo>
                    <a:pt x="18" y="714"/>
                  </a:lnTo>
                  <a:lnTo>
                    <a:pt x="18" y="720"/>
                  </a:lnTo>
                  <a:lnTo>
                    <a:pt x="0" y="726"/>
                  </a:lnTo>
                  <a:lnTo>
                    <a:pt x="6" y="786"/>
                  </a:lnTo>
                  <a:lnTo>
                    <a:pt x="18" y="786"/>
                  </a:lnTo>
                  <a:lnTo>
                    <a:pt x="48" y="834"/>
                  </a:lnTo>
                  <a:lnTo>
                    <a:pt x="48" y="846"/>
                  </a:lnTo>
                  <a:lnTo>
                    <a:pt x="48" y="840"/>
                  </a:lnTo>
                  <a:lnTo>
                    <a:pt x="72" y="834"/>
                  </a:lnTo>
                  <a:lnTo>
                    <a:pt x="72" y="852"/>
                  </a:lnTo>
                  <a:lnTo>
                    <a:pt x="78" y="864"/>
                  </a:lnTo>
                  <a:lnTo>
                    <a:pt x="84" y="870"/>
                  </a:lnTo>
                  <a:lnTo>
                    <a:pt x="96" y="870"/>
                  </a:lnTo>
                  <a:lnTo>
                    <a:pt x="102" y="876"/>
                  </a:lnTo>
                  <a:lnTo>
                    <a:pt x="108" y="876"/>
                  </a:lnTo>
                  <a:lnTo>
                    <a:pt x="102" y="912"/>
                  </a:lnTo>
                  <a:lnTo>
                    <a:pt x="114" y="918"/>
                  </a:lnTo>
                  <a:lnTo>
                    <a:pt x="120" y="930"/>
                  </a:lnTo>
                  <a:lnTo>
                    <a:pt x="120" y="966"/>
                  </a:lnTo>
                  <a:lnTo>
                    <a:pt x="114" y="966"/>
                  </a:lnTo>
                  <a:lnTo>
                    <a:pt x="114" y="1002"/>
                  </a:lnTo>
                  <a:lnTo>
                    <a:pt x="120" y="1020"/>
                  </a:lnTo>
                  <a:lnTo>
                    <a:pt x="120" y="1038"/>
                  </a:lnTo>
                  <a:lnTo>
                    <a:pt x="126" y="1050"/>
                  </a:lnTo>
                  <a:lnTo>
                    <a:pt x="138" y="1056"/>
                  </a:lnTo>
                  <a:lnTo>
                    <a:pt x="144" y="1068"/>
                  </a:lnTo>
                  <a:lnTo>
                    <a:pt x="162" y="1086"/>
                  </a:lnTo>
                  <a:lnTo>
                    <a:pt x="66" y="1086"/>
                  </a:lnTo>
                  <a:lnTo>
                    <a:pt x="54" y="1092"/>
                  </a:lnTo>
                  <a:lnTo>
                    <a:pt x="48" y="1098"/>
                  </a:lnTo>
                  <a:lnTo>
                    <a:pt x="48" y="1110"/>
                  </a:lnTo>
                  <a:lnTo>
                    <a:pt x="60" y="1134"/>
                  </a:lnTo>
                  <a:lnTo>
                    <a:pt x="72" y="1146"/>
                  </a:lnTo>
                  <a:lnTo>
                    <a:pt x="78" y="1158"/>
                  </a:lnTo>
                  <a:lnTo>
                    <a:pt x="90" y="1170"/>
                  </a:lnTo>
                  <a:lnTo>
                    <a:pt x="108" y="1182"/>
                  </a:lnTo>
                  <a:lnTo>
                    <a:pt x="120" y="1188"/>
                  </a:lnTo>
                  <a:lnTo>
                    <a:pt x="132" y="1200"/>
                  </a:lnTo>
                  <a:lnTo>
                    <a:pt x="144" y="1224"/>
                  </a:lnTo>
                  <a:lnTo>
                    <a:pt x="144" y="1242"/>
                  </a:lnTo>
                  <a:lnTo>
                    <a:pt x="150" y="1254"/>
                  </a:lnTo>
                  <a:lnTo>
                    <a:pt x="156" y="1272"/>
                  </a:lnTo>
                  <a:lnTo>
                    <a:pt x="156" y="1284"/>
                  </a:lnTo>
                  <a:lnTo>
                    <a:pt x="162" y="1284"/>
                  </a:lnTo>
                  <a:lnTo>
                    <a:pt x="168" y="1290"/>
                  </a:lnTo>
                  <a:lnTo>
                    <a:pt x="186" y="1290"/>
                  </a:lnTo>
                  <a:lnTo>
                    <a:pt x="198" y="1284"/>
                  </a:lnTo>
                  <a:lnTo>
                    <a:pt x="216" y="1266"/>
                  </a:lnTo>
                  <a:lnTo>
                    <a:pt x="228" y="1260"/>
                  </a:lnTo>
                  <a:lnTo>
                    <a:pt x="234" y="1254"/>
                  </a:lnTo>
                  <a:lnTo>
                    <a:pt x="234" y="1278"/>
                  </a:lnTo>
                  <a:lnTo>
                    <a:pt x="240" y="1284"/>
                  </a:lnTo>
                  <a:lnTo>
                    <a:pt x="246" y="1284"/>
                  </a:lnTo>
                  <a:lnTo>
                    <a:pt x="258" y="1278"/>
                  </a:lnTo>
                  <a:lnTo>
                    <a:pt x="270" y="1266"/>
                  </a:lnTo>
                  <a:lnTo>
                    <a:pt x="276" y="1254"/>
                  </a:lnTo>
                  <a:lnTo>
                    <a:pt x="282" y="1248"/>
                  </a:lnTo>
                  <a:lnTo>
                    <a:pt x="372" y="1248"/>
                  </a:lnTo>
                  <a:lnTo>
                    <a:pt x="378" y="1242"/>
                  </a:lnTo>
                  <a:lnTo>
                    <a:pt x="384" y="1230"/>
                  </a:lnTo>
                  <a:lnTo>
                    <a:pt x="390" y="1224"/>
                  </a:lnTo>
                  <a:lnTo>
                    <a:pt x="396" y="1212"/>
                  </a:lnTo>
                  <a:lnTo>
                    <a:pt x="402" y="1206"/>
                  </a:lnTo>
                  <a:lnTo>
                    <a:pt x="402" y="1194"/>
                  </a:lnTo>
                  <a:lnTo>
                    <a:pt x="390" y="1182"/>
                  </a:lnTo>
                  <a:lnTo>
                    <a:pt x="384" y="1182"/>
                  </a:lnTo>
                  <a:lnTo>
                    <a:pt x="402" y="1170"/>
                  </a:lnTo>
                  <a:lnTo>
                    <a:pt x="420" y="1170"/>
                  </a:lnTo>
                  <a:lnTo>
                    <a:pt x="462" y="1164"/>
                  </a:lnTo>
                  <a:lnTo>
                    <a:pt x="510" y="1146"/>
                  </a:lnTo>
                  <a:lnTo>
                    <a:pt x="528" y="1134"/>
                  </a:lnTo>
                  <a:lnTo>
                    <a:pt x="552" y="1110"/>
                  </a:lnTo>
                  <a:lnTo>
                    <a:pt x="552" y="1092"/>
                  </a:lnTo>
                  <a:lnTo>
                    <a:pt x="588" y="1068"/>
                  </a:lnTo>
                  <a:lnTo>
                    <a:pt x="594" y="1038"/>
                  </a:lnTo>
                  <a:lnTo>
                    <a:pt x="648" y="1008"/>
                  </a:lnTo>
                  <a:lnTo>
                    <a:pt x="672" y="1008"/>
                  </a:lnTo>
                  <a:lnTo>
                    <a:pt x="672" y="996"/>
                  </a:lnTo>
                  <a:lnTo>
                    <a:pt x="684" y="996"/>
                  </a:lnTo>
                  <a:lnTo>
                    <a:pt x="684" y="990"/>
                  </a:lnTo>
                  <a:lnTo>
                    <a:pt x="678" y="984"/>
                  </a:lnTo>
                  <a:lnTo>
                    <a:pt x="666" y="966"/>
                  </a:lnTo>
                  <a:lnTo>
                    <a:pt x="654" y="960"/>
                  </a:lnTo>
                  <a:lnTo>
                    <a:pt x="648" y="960"/>
                  </a:lnTo>
                  <a:lnTo>
                    <a:pt x="642" y="936"/>
                  </a:lnTo>
                  <a:lnTo>
                    <a:pt x="660" y="930"/>
                  </a:lnTo>
                  <a:lnTo>
                    <a:pt x="642" y="918"/>
                  </a:lnTo>
                  <a:lnTo>
                    <a:pt x="642" y="876"/>
                  </a:lnTo>
                  <a:lnTo>
                    <a:pt x="636" y="870"/>
                  </a:lnTo>
                  <a:lnTo>
                    <a:pt x="624" y="870"/>
                  </a:lnTo>
                  <a:lnTo>
                    <a:pt x="618" y="876"/>
                  </a:lnTo>
                  <a:lnTo>
                    <a:pt x="606" y="876"/>
                  </a:lnTo>
                  <a:lnTo>
                    <a:pt x="600" y="870"/>
                  </a:lnTo>
                  <a:lnTo>
                    <a:pt x="600" y="852"/>
                  </a:lnTo>
                  <a:lnTo>
                    <a:pt x="606" y="840"/>
                  </a:lnTo>
                  <a:lnTo>
                    <a:pt x="618" y="834"/>
                  </a:lnTo>
                  <a:lnTo>
                    <a:pt x="630" y="822"/>
                  </a:lnTo>
                  <a:lnTo>
                    <a:pt x="630" y="810"/>
                  </a:lnTo>
                  <a:lnTo>
                    <a:pt x="618" y="786"/>
                  </a:lnTo>
                  <a:lnTo>
                    <a:pt x="612" y="780"/>
                  </a:lnTo>
                  <a:lnTo>
                    <a:pt x="630" y="762"/>
                  </a:lnTo>
                  <a:lnTo>
                    <a:pt x="648" y="750"/>
                  </a:lnTo>
                  <a:lnTo>
                    <a:pt x="642" y="732"/>
                  </a:lnTo>
                  <a:lnTo>
                    <a:pt x="636" y="708"/>
                  </a:lnTo>
                  <a:lnTo>
                    <a:pt x="648" y="708"/>
                  </a:lnTo>
                  <a:lnTo>
                    <a:pt x="648" y="690"/>
                  </a:lnTo>
                  <a:lnTo>
                    <a:pt x="660" y="678"/>
                  </a:lnTo>
                  <a:lnTo>
                    <a:pt x="672" y="672"/>
                  </a:lnTo>
                  <a:lnTo>
                    <a:pt x="678" y="666"/>
                  </a:lnTo>
                  <a:lnTo>
                    <a:pt x="678" y="660"/>
                  </a:lnTo>
                  <a:lnTo>
                    <a:pt x="672" y="654"/>
                  </a:lnTo>
                  <a:lnTo>
                    <a:pt x="672" y="642"/>
                  </a:lnTo>
                  <a:lnTo>
                    <a:pt x="666" y="636"/>
                  </a:lnTo>
                  <a:lnTo>
                    <a:pt x="678" y="62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34" name="Central African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B2A065CF-8E5E-48B0-B070-1259BF05443D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070603" y="2711719"/>
              <a:ext cx="302427" cy="229915"/>
            </a:xfrm>
            <a:custGeom>
              <a:avLst/>
              <a:gdLst>
                <a:gd name="T0" fmla="*/ 2147483647 w 912"/>
                <a:gd name="T1" fmla="*/ 2147483647 h 702"/>
                <a:gd name="T2" fmla="*/ 2147483647 w 912"/>
                <a:gd name="T3" fmla="*/ 2147483647 h 702"/>
                <a:gd name="T4" fmla="*/ 2147483647 w 912"/>
                <a:gd name="T5" fmla="*/ 2147483647 h 702"/>
                <a:gd name="T6" fmla="*/ 2147483647 w 912"/>
                <a:gd name="T7" fmla="*/ 2147483647 h 702"/>
                <a:gd name="T8" fmla="*/ 2147483647 w 912"/>
                <a:gd name="T9" fmla="*/ 2147483647 h 702"/>
                <a:gd name="T10" fmla="*/ 2147483647 w 912"/>
                <a:gd name="T11" fmla="*/ 2147483647 h 702"/>
                <a:gd name="T12" fmla="*/ 2147483647 w 912"/>
                <a:gd name="T13" fmla="*/ 2147483647 h 702"/>
                <a:gd name="T14" fmla="*/ 2147483647 w 912"/>
                <a:gd name="T15" fmla="*/ 2147483647 h 702"/>
                <a:gd name="T16" fmla="*/ 2147483647 w 912"/>
                <a:gd name="T17" fmla="*/ 2147483647 h 702"/>
                <a:gd name="T18" fmla="*/ 2147483647 w 912"/>
                <a:gd name="T19" fmla="*/ 2147483647 h 702"/>
                <a:gd name="T20" fmla="*/ 2147483647 w 912"/>
                <a:gd name="T21" fmla="*/ 2147483647 h 702"/>
                <a:gd name="T22" fmla="*/ 2147483647 w 912"/>
                <a:gd name="T23" fmla="*/ 2147483647 h 702"/>
                <a:gd name="T24" fmla="*/ 2147483647 w 912"/>
                <a:gd name="T25" fmla="*/ 2147483647 h 702"/>
                <a:gd name="T26" fmla="*/ 2147483647 w 912"/>
                <a:gd name="T27" fmla="*/ 2147483647 h 702"/>
                <a:gd name="T28" fmla="*/ 2147483647 w 912"/>
                <a:gd name="T29" fmla="*/ 2147483647 h 702"/>
                <a:gd name="T30" fmla="*/ 2147483647 w 912"/>
                <a:gd name="T31" fmla="*/ 0 h 702"/>
                <a:gd name="T32" fmla="*/ 2147483647 w 912"/>
                <a:gd name="T33" fmla="*/ 2147483647 h 702"/>
                <a:gd name="T34" fmla="*/ 2147483647 w 912"/>
                <a:gd name="T35" fmla="*/ 2147483647 h 702"/>
                <a:gd name="T36" fmla="*/ 2147483647 w 912"/>
                <a:gd name="T37" fmla="*/ 2147483647 h 702"/>
                <a:gd name="T38" fmla="*/ 2147483647 w 912"/>
                <a:gd name="T39" fmla="*/ 2147483647 h 702"/>
                <a:gd name="T40" fmla="*/ 2147483647 w 912"/>
                <a:gd name="T41" fmla="*/ 2147483647 h 702"/>
                <a:gd name="T42" fmla="*/ 2147483647 w 912"/>
                <a:gd name="T43" fmla="*/ 2147483647 h 702"/>
                <a:gd name="T44" fmla="*/ 2147483647 w 912"/>
                <a:gd name="T45" fmla="*/ 2147483647 h 702"/>
                <a:gd name="T46" fmla="*/ 2147483647 w 912"/>
                <a:gd name="T47" fmla="*/ 2147483647 h 702"/>
                <a:gd name="T48" fmla="*/ 2147483647 w 912"/>
                <a:gd name="T49" fmla="*/ 2147483647 h 702"/>
                <a:gd name="T50" fmla="*/ 2147483647 w 912"/>
                <a:gd name="T51" fmla="*/ 2147483647 h 702"/>
                <a:gd name="T52" fmla="*/ 2147483647 w 912"/>
                <a:gd name="T53" fmla="*/ 2147483647 h 702"/>
                <a:gd name="T54" fmla="*/ 2147483647 w 912"/>
                <a:gd name="T55" fmla="*/ 2147483647 h 702"/>
                <a:gd name="T56" fmla="*/ 2147483647 w 912"/>
                <a:gd name="T57" fmla="*/ 2147483647 h 702"/>
                <a:gd name="T58" fmla="*/ 2147483647 w 912"/>
                <a:gd name="T59" fmla="*/ 2147483647 h 702"/>
                <a:gd name="T60" fmla="*/ 0 w 912"/>
                <a:gd name="T61" fmla="*/ 2147483647 h 702"/>
                <a:gd name="T62" fmla="*/ 2147483647 w 912"/>
                <a:gd name="T63" fmla="*/ 2147483647 h 702"/>
                <a:gd name="T64" fmla="*/ 2147483647 w 912"/>
                <a:gd name="T65" fmla="*/ 2147483647 h 702"/>
                <a:gd name="T66" fmla="*/ 2147483647 w 912"/>
                <a:gd name="T67" fmla="*/ 2147483647 h 702"/>
                <a:gd name="T68" fmla="*/ 2147483647 w 912"/>
                <a:gd name="T69" fmla="*/ 2147483647 h 702"/>
                <a:gd name="T70" fmla="*/ 2147483647 w 912"/>
                <a:gd name="T71" fmla="*/ 2147483647 h 702"/>
                <a:gd name="T72" fmla="*/ 2147483647 w 912"/>
                <a:gd name="T73" fmla="*/ 2147483647 h 702"/>
                <a:gd name="T74" fmla="*/ 2147483647 w 912"/>
                <a:gd name="T75" fmla="*/ 2147483647 h 702"/>
                <a:gd name="T76" fmla="*/ 2147483647 w 912"/>
                <a:gd name="T77" fmla="*/ 2147483647 h 702"/>
                <a:gd name="T78" fmla="*/ 2147483647 w 912"/>
                <a:gd name="T79" fmla="*/ 2147483647 h 702"/>
                <a:gd name="T80" fmla="*/ 2147483647 w 912"/>
                <a:gd name="T81" fmla="*/ 2147483647 h 702"/>
                <a:gd name="T82" fmla="*/ 2147483647 w 912"/>
                <a:gd name="T83" fmla="*/ 2147483647 h 702"/>
                <a:gd name="T84" fmla="*/ 2147483647 w 912"/>
                <a:gd name="T85" fmla="*/ 2147483647 h 702"/>
                <a:gd name="T86" fmla="*/ 2147483647 w 912"/>
                <a:gd name="T87" fmla="*/ 2147483647 h 702"/>
                <a:gd name="T88" fmla="*/ 2147483647 w 912"/>
                <a:gd name="T89" fmla="*/ 2147483647 h 702"/>
                <a:gd name="T90" fmla="*/ 2147483647 w 912"/>
                <a:gd name="T91" fmla="*/ 2147483647 h 702"/>
                <a:gd name="T92" fmla="*/ 2147483647 w 912"/>
                <a:gd name="T93" fmla="*/ 2147483647 h 702"/>
                <a:gd name="T94" fmla="*/ 2147483647 w 912"/>
                <a:gd name="T95" fmla="*/ 2147483647 h 702"/>
                <a:gd name="T96" fmla="*/ 2147483647 w 912"/>
                <a:gd name="T97" fmla="*/ 2147483647 h 702"/>
                <a:gd name="T98" fmla="*/ 2147483647 w 912"/>
                <a:gd name="T99" fmla="*/ 2147483647 h 702"/>
                <a:gd name="T100" fmla="*/ 2147483647 w 912"/>
                <a:gd name="T101" fmla="*/ 2147483647 h 702"/>
                <a:gd name="T102" fmla="*/ 2147483647 w 912"/>
                <a:gd name="T103" fmla="*/ 2147483647 h 702"/>
                <a:gd name="T104" fmla="*/ 2147483647 w 912"/>
                <a:gd name="T105" fmla="*/ 2147483647 h 702"/>
                <a:gd name="T106" fmla="*/ 2147483647 w 912"/>
                <a:gd name="T107" fmla="*/ 2147483647 h 702"/>
                <a:gd name="T108" fmla="*/ 2147483647 w 912"/>
                <a:gd name="T109" fmla="*/ 2147483647 h 702"/>
                <a:gd name="T110" fmla="*/ 2147483647 w 912"/>
                <a:gd name="T111" fmla="*/ 2147483647 h 702"/>
                <a:gd name="T112" fmla="*/ 2147483647 w 912"/>
                <a:gd name="T113" fmla="*/ 2147483647 h 702"/>
                <a:gd name="T114" fmla="*/ 2147483647 w 912"/>
                <a:gd name="T115" fmla="*/ 2147483647 h 702"/>
                <a:gd name="T116" fmla="*/ 2147483647 w 912"/>
                <a:gd name="T117" fmla="*/ 2147483647 h 702"/>
                <a:gd name="T118" fmla="*/ 2147483647 w 912"/>
                <a:gd name="T119" fmla="*/ 2147483647 h 702"/>
                <a:gd name="T120" fmla="*/ 2147483647 w 912"/>
                <a:gd name="T121" fmla="*/ 2147483647 h 70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912"/>
                <a:gd name="T184" fmla="*/ 0 h 702"/>
                <a:gd name="T185" fmla="*/ 912 w 912"/>
                <a:gd name="T186" fmla="*/ 702 h 70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912" h="702">
                  <a:moveTo>
                    <a:pt x="906" y="420"/>
                  </a:moveTo>
                  <a:lnTo>
                    <a:pt x="900" y="414"/>
                  </a:lnTo>
                  <a:lnTo>
                    <a:pt x="888" y="408"/>
                  </a:lnTo>
                  <a:lnTo>
                    <a:pt x="882" y="402"/>
                  </a:lnTo>
                  <a:lnTo>
                    <a:pt x="858" y="396"/>
                  </a:lnTo>
                  <a:lnTo>
                    <a:pt x="858" y="378"/>
                  </a:lnTo>
                  <a:lnTo>
                    <a:pt x="846" y="366"/>
                  </a:lnTo>
                  <a:lnTo>
                    <a:pt x="846" y="360"/>
                  </a:lnTo>
                  <a:lnTo>
                    <a:pt x="858" y="360"/>
                  </a:lnTo>
                  <a:lnTo>
                    <a:pt x="858" y="348"/>
                  </a:lnTo>
                  <a:lnTo>
                    <a:pt x="852" y="342"/>
                  </a:lnTo>
                  <a:lnTo>
                    <a:pt x="834" y="342"/>
                  </a:lnTo>
                  <a:lnTo>
                    <a:pt x="834" y="336"/>
                  </a:lnTo>
                  <a:lnTo>
                    <a:pt x="828" y="330"/>
                  </a:lnTo>
                  <a:lnTo>
                    <a:pt x="822" y="318"/>
                  </a:lnTo>
                  <a:lnTo>
                    <a:pt x="810" y="306"/>
                  </a:lnTo>
                  <a:lnTo>
                    <a:pt x="798" y="300"/>
                  </a:lnTo>
                  <a:lnTo>
                    <a:pt x="792" y="300"/>
                  </a:lnTo>
                  <a:lnTo>
                    <a:pt x="780" y="294"/>
                  </a:lnTo>
                  <a:lnTo>
                    <a:pt x="768" y="282"/>
                  </a:lnTo>
                  <a:lnTo>
                    <a:pt x="768" y="276"/>
                  </a:lnTo>
                  <a:lnTo>
                    <a:pt x="774" y="276"/>
                  </a:lnTo>
                  <a:lnTo>
                    <a:pt x="774" y="270"/>
                  </a:lnTo>
                  <a:lnTo>
                    <a:pt x="780" y="270"/>
                  </a:lnTo>
                  <a:lnTo>
                    <a:pt x="780" y="264"/>
                  </a:lnTo>
                  <a:lnTo>
                    <a:pt x="768" y="252"/>
                  </a:lnTo>
                  <a:lnTo>
                    <a:pt x="756" y="246"/>
                  </a:lnTo>
                  <a:lnTo>
                    <a:pt x="750" y="246"/>
                  </a:lnTo>
                  <a:lnTo>
                    <a:pt x="750" y="228"/>
                  </a:lnTo>
                  <a:lnTo>
                    <a:pt x="720" y="228"/>
                  </a:lnTo>
                  <a:lnTo>
                    <a:pt x="696" y="216"/>
                  </a:lnTo>
                  <a:lnTo>
                    <a:pt x="696" y="186"/>
                  </a:lnTo>
                  <a:lnTo>
                    <a:pt x="648" y="180"/>
                  </a:lnTo>
                  <a:lnTo>
                    <a:pt x="654" y="162"/>
                  </a:lnTo>
                  <a:lnTo>
                    <a:pt x="648" y="162"/>
                  </a:lnTo>
                  <a:lnTo>
                    <a:pt x="642" y="156"/>
                  </a:lnTo>
                  <a:lnTo>
                    <a:pt x="642" y="150"/>
                  </a:lnTo>
                  <a:lnTo>
                    <a:pt x="648" y="144"/>
                  </a:lnTo>
                  <a:lnTo>
                    <a:pt x="654" y="132"/>
                  </a:lnTo>
                  <a:lnTo>
                    <a:pt x="660" y="126"/>
                  </a:lnTo>
                  <a:lnTo>
                    <a:pt x="660" y="96"/>
                  </a:lnTo>
                  <a:lnTo>
                    <a:pt x="654" y="84"/>
                  </a:lnTo>
                  <a:lnTo>
                    <a:pt x="648" y="66"/>
                  </a:lnTo>
                  <a:lnTo>
                    <a:pt x="636" y="54"/>
                  </a:lnTo>
                  <a:lnTo>
                    <a:pt x="630" y="42"/>
                  </a:lnTo>
                  <a:lnTo>
                    <a:pt x="600" y="12"/>
                  </a:lnTo>
                  <a:lnTo>
                    <a:pt x="600" y="0"/>
                  </a:lnTo>
                  <a:lnTo>
                    <a:pt x="576" y="0"/>
                  </a:lnTo>
                  <a:lnTo>
                    <a:pt x="522" y="30"/>
                  </a:lnTo>
                  <a:lnTo>
                    <a:pt x="516" y="60"/>
                  </a:lnTo>
                  <a:lnTo>
                    <a:pt x="480" y="84"/>
                  </a:lnTo>
                  <a:lnTo>
                    <a:pt x="480" y="102"/>
                  </a:lnTo>
                  <a:lnTo>
                    <a:pt x="456" y="126"/>
                  </a:lnTo>
                  <a:lnTo>
                    <a:pt x="438" y="138"/>
                  </a:lnTo>
                  <a:lnTo>
                    <a:pt x="390" y="156"/>
                  </a:lnTo>
                  <a:lnTo>
                    <a:pt x="348" y="162"/>
                  </a:lnTo>
                  <a:lnTo>
                    <a:pt x="330" y="162"/>
                  </a:lnTo>
                  <a:lnTo>
                    <a:pt x="312" y="174"/>
                  </a:lnTo>
                  <a:lnTo>
                    <a:pt x="318" y="174"/>
                  </a:lnTo>
                  <a:lnTo>
                    <a:pt x="330" y="186"/>
                  </a:lnTo>
                  <a:lnTo>
                    <a:pt x="330" y="198"/>
                  </a:lnTo>
                  <a:lnTo>
                    <a:pt x="324" y="204"/>
                  </a:lnTo>
                  <a:lnTo>
                    <a:pt x="318" y="216"/>
                  </a:lnTo>
                  <a:lnTo>
                    <a:pt x="312" y="222"/>
                  </a:lnTo>
                  <a:lnTo>
                    <a:pt x="306" y="234"/>
                  </a:lnTo>
                  <a:lnTo>
                    <a:pt x="300" y="240"/>
                  </a:lnTo>
                  <a:lnTo>
                    <a:pt x="210" y="240"/>
                  </a:lnTo>
                  <a:lnTo>
                    <a:pt x="204" y="246"/>
                  </a:lnTo>
                  <a:lnTo>
                    <a:pt x="198" y="258"/>
                  </a:lnTo>
                  <a:lnTo>
                    <a:pt x="186" y="270"/>
                  </a:lnTo>
                  <a:lnTo>
                    <a:pt x="174" y="276"/>
                  </a:lnTo>
                  <a:lnTo>
                    <a:pt x="168" y="276"/>
                  </a:lnTo>
                  <a:lnTo>
                    <a:pt x="162" y="270"/>
                  </a:lnTo>
                  <a:lnTo>
                    <a:pt x="162" y="246"/>
                  </a:lnTo>
                  <a:lnTo>
                    <a:pt x="156" y="252"/>
                  </a:lnTo>
                  <a:lnTo>
                    <a:pt x="144" y="258"/>
                  </a:lnTo>
                  <a:lnTo>
                    <a:pt x="126" y="276"/>
                  </a:lnTo>
                  <a:lnTo>
                    <a:pt x="114" y="282"/>
                  </a:lnTo>
                  <a:lnTo>
                    <a:pt x="96" y="282"/>
                  </a:lnTo>
                  <a:lnTo>
                    <a:pt x="90" y="276"/>
                  </a:lnTo>
                  <a:lnTo>
                    <a:pt x="78" y="276"/>
                  </a:lnTo>
                  <a:lnTo>
                    <a:pt x="66" y="288"/>
                  </a:lnTo>
                  <a:lnTo>
                    <a:pt x="60" y="300"/>
                  </a:lnTo>
                  <a:lnTo>
                    <a:pt x="54" y="306"/>
                  </a:lnTo>
                  <a:lnTo>
                    <a:pt x="54" y="324"/>
                  </a:lnTo>
                  <a:lnTo>
                    <a:pt x="48" y="336"/>
                  </a:lnTo>
                  <a:lnTo>
                    <a:pt x="42" y="336"/>
                  </a:lnTo>
                  <a:lnTo>
                    <a:pt x="36" y="372"/>
                  </a:lnTo>
                  <a:lnTo>
                    <a:pt x="30" y="372"/>
                  </a:lnTo>
                  <a:lnTo>
                    <a:pt x="24" y="378"/>
                  </a:lnTo>
                  <a:lnTo>
                    <a:pt x="12" y="384"/>
                  </a:lnTo>
                  <a:lnTo>
                    <a:pt x="0" y="396"/>
                  </a:lnTo>
                  <a:lnTo>
                    <a:pt x="0" y="402"/>
                  </a:lnTo>
                  <a:lnTo>
                    <a:pt x="12" y="408"/>
                  </a:lnTo>
                  <a:lnTo>
                    <a:pt x="18" y="408"/>
                  </a:lnTo>
                  <a:lnTo>
                    <a:pt x="18" y="444"/>
                  </a:lnTo>
                  <a:lnTo>
                    <a:pt x="6" y="456"/>
                  </a:lnTo>
                  <a:lnTo>
                    <a:pt x="24" y="468"/>
                  </a:lnTo>
                  <a:lnTo>
                    <a:pt x="24" y="516"/>
                  </a:lnTo>
                  <a:lnTo>
                    <a:pt x="30" y="516"/>
                  </a:lnTo>
                  <a:lnTo>
                    <a:pt x="48" y="534"/>
                  </a:lnTo>
                  <a:lnTo>
                    <a:pt x="54" y="534"/>
                  </a:lnTo>
                  <a:lnTo>
                    <a:pt x="54" y="576"/>
                  </a:lnTo>
                  <a:lnTo>
                    <a:pt x="60" y="582"/>
                  </a:lnTo>
                  <a:lnTo>
                    <a:pt x="72" y="606"/>
                  </a:lnTo>
                  <a:lnTo>
                    <a:pt x="84" y="618"/>
                  </a:lnTo>
                  <a:lnTo>
                    <a:pt x="96" y="624"/>
                  </a:lnTo>
                  <a:lnTo>
                    <a:pt x="102" y="636"/>
                  </a:lnTo>
                  <a:lnTo>
                    <a:pt x="114" y="642"/>
                  </a:lnTo>
                  <a:lnTo>
                    <a:pt x="120" y="660"/>
                  </a:lnTo>
                  <a:lnTo>
                    <a:pt x="120" y="690"/>
                  </a:lnTo>
                  <a:lnTo>
                    <a:pt x="132" y="702"/>
                  </a:lnTo>
                  <a:lnTo>
                    <a:pt x="138" y="696"/>
                  </a:lnTo>
                  <a:lnTo>
                    <a:pt x="144" y="684"/>
                  </a:lnTo>
                  <a:lnTo>
                    <a:pt x="150" y="678"/>
                  </a:lnTo>
                  <a:lnTo>
                    <a:pt x="156" y="666"/>
                  </a:lnTo>
                  <a:lnTo>
                    <a:pt x="156" y="642"/>
                  </a:lnTo>
                  <a:lnTo>
                    <a:pt x="144" y="630"/>
                  </a:lnTo>
                  <a:lnTo>
                    <a:pt x="162" y="600"/>
                  </a:lnTo>
                  <a:lnTo>
                    <a:pt x="192" y="600"/>
                  </a:lnTo>
                  <a:lnTo>
                    <a:pt x="210" y="582"/>
                  </a:lnTo>
                  <a:lnTo>
                    <a:pt x="228" y="582"/>
                  </a:lnTo>
                  <a:lnTo>
                    <a:pt x="264" y="600"/>
                  </a:lnTo>
                  <a:lnTo>
                    <a:pt x="276" y="600"/>
                  </a:lnTo>
                  <a:lnTo>
                    <a:pt x="288" y="588"/>
                  </a:lnTo>
                  <a:lnTo>
                    <a:pt x="300" y="570"/>
                  </a:lnTo>
                  <a:lnTo>
                    <a:pt x="300" y="552"/>
                  </a:lnTo>
                  <a:lnTo>
                    <a:pt x="294" y="552"/>
                  </a:lnTo>
                  <a:lnTo>
                    <a:pt x="294" y="540"/>
                  </a:lnTo>
                  <a:lnTo>
                    <a:pt x="306" y="528"/>
                  </a:lnTo>
                  <a:lnTo>
                    <a:pt x="312" y="528"/>
                  </a:lnTo>
                  <a:lnTo>
                    <a:pt x="324" y="516"/>
                  </a:lnTo>
                  <a:lnTo>
                    <a:pt x="330" y="504"/>
                  </a:lnTo>
                  <a:lnTo>
                    <a:pt x="330" y="498"/>
                  </a:lnTo>
                  <a:lnTo>
                    <a:pt x="336" y="486"/>
                  </a:lnTo>
                  <a:lnTo>
                    <a:pt x="336" y="480"/>
                  </a:lnTo>
                  <a:lnTo>
                    <a:pt x="342" y="474"/>
                  </a:lnTo>
                  <a:lnTo>
                    <a:pt x="354" y="468"/>
                  </a:lnTo>
                  <a:lnTo>
                    <a:pt x="366" y="468"/>
                  </a:lnTo>
                  <a:lnTo>
                    <a:pt x="384" y="474"/>
                  </a:lnTo>
                  <a:lnTo>
                    <a:pt x="396" y="474"/>
                  </a:lnTo>
                  <a:lnTo>
                    <a:pt x="408" y="480"/>
                  </a:lnTo>
                  <a:lnTo>
                    <a:pt x="408" y="492"/>
                  </a:lnTo>
                  <a:lnTo>
                    <a:pt x="426" y="492"/>
                  </a:lnTo>
                  <a:lnTo>
                    <a:pt x="432" y="498"/>
                  </a:lnTo>
                  <a:lnTo>
                    <a:pt x="432" y="528"/>
                  </a:lnTo>
                  <a:lnTo>
                    <a:pt x="474" y="528"/>
                  </a:lnTo>
                  <a:lnTo>
                    <a:pt x="480" y="534"/>
                  </a:lnTo>
                  <a:lnTo>
                    <a:pt x="492" y="540"/>
                  </a:lnTo>
                  <a:lnTo>
                    <a:pt x="540" y="540"/>
                  </a:lnTo>
                  <a:lnTo>
                    <a:pt x="552" y="546"/>
                  </a:lnTo>
                  <a:lnTo>
                    <a:pt x="558" y="552"/>
                  </a:lnTo>
                  <a:lnTo>
                    <a:pt x="570" y="558"/>
                  </a:lnTo>
                  <a:lnTo>
                    <a:pt x="576" y="552"/>
                  </a:lnTo>
                  <a:lnTo>
                    <a:pt x="582" y="540"/>
                  </a:lnTo>
                  <a:lnTo>
                    <a:pt x="588" y="534"/>
                  </a:lnTo>
                  <a:lnTo>
                    <a:pt x="588" y="522"/>
                  </a:lnTo>
                  <a:lnTo>
                    <a:pt x="606" y="504"/>
                  </a:lnTo>
                  <a:lnTo>
                    <a:pt x="612" y="492"/>
                  </a:lnTo>
                  <a:lnTo>
                    <a:pt x="636" y="516"/>
                  </a:lnTo>
                  <a:lnTo>
                    <a:pt x="642" y="516"/>
                  </a:lnTo>
                  <a:lnTo>
                    <a:pt x="648" y="510"/>
                  </a:lnTo>
                  <a:lnTo>
                    <a:pt x="660" y="504"/>
                  </a:lnTo>
                  <a:lnTo>
                    <a:pt x="672" y="492"/>
                  </a:lnTo>
                  <a:lnTo>
                    <a:pt x="690" y="492"/>
                  </a:lnTo>
                  <a:lnTo>
                    <a:pt x="714" y="474"/>
                  </a:lnTo>
                  <a:lnTo>
                    <a:pt x="726" y="486"/>
                  </a:lnTo>
                  <a:lnTo>
                    <a:pt x="750" y="486"/>
                  </a:lnTo>
                  <a:lnTo>
                    <a:pt x="756" y="480"/>
                  </a:lnTo>
                  <a:lnTo>
                    <a:pt x="768" y="480"/>
                  </a:lnTo>
                  <a:lnTo>
                    <a:pt x="768" y="468"/>
                  </a:lnTo>
                  <a:lnTo>
                    <a:pt x="786" y="450"/>
                  </a:lnTo>
                  <a:lnTo>
                    <a:pt x="792" y="450"/>
                  </a:lnTo>
                  <a:lnTo>
                    <a:pt x="792" y="456"/>
                  </a:lnTo>
                  <a:lnTo>
                    <a:pt x="804" y="468"/>
                  </a:lnTo>
                  <a:lnTo>
                    <a:pt x="840" y="462"/>
                  </a:lnTo>
                  <a:lnTo>
                    <a:pt x="840" y="468"/>
                  </a:lnTo>
                  <a:lnTo>
                    <a:pt x="852" y="480"/>
                  </a:lnTo>
                  <a:lnTo>
                    <a:pt x="876" y="480"/>
                  </a:lnTo>
                  <a:lnTo>
                    <a:pt x="894" y="474"/>
                  </a:lnTo>
                  <a:lnTo>
                    <a:pt x="912" y="456"/>
                  </a:lnTo>
                  <a:lnTo>
                    <a:pt x="912" y="432"/>
                  </a:lnTo>
                  <a:lnTo>
                    <a:pt x="906" y="42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35" name="Canada" descr="© INSCALE GmbH, 05.05.2010&#10;http://www.presentationload.com/">
              <a:extLst>
                <a:ext uri="{FF2B5EF4-FFF2-40B4-BE49-F238E27FC236}">
                  <a16:creationId xmlns:a16="http://schemas.microsoft.com/office/drawing/2014/main" id="{72F7F1E5-4BFF-4CCB-9BC1-637827BC2BCA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1122596" y="944335"/>
              <a:ext cx="1841696" cy="947915"/>
            </a:xfrm>
            <a:custGeom>
              <a:avLst/>
              <a:gdLst>
                <a:gd name="T0" fmla="*/ 2147483647 w 5574"/>
                <a:gd name="T1" fmla="*/ 2147483647 h 2886"/>
                <a:gd name="T2" fmla="*/ 2147483647 w 5574"/>
                <a:gd name="T3" fmla="*/ 2147483647 h 2886"/>
                <a:gd name="T4" fmla="*/ 2147483647 w 5574"/>
                <a:gd name="T5" fmla="*/ 2147483647 h 2886"/>
                <a:gd name="T6" fmla="*/ 2147483647 w 5574"/>
                <a:gd name="T7" fmla="*/ 2147483647 h 2886"/>
                <a:gd name="T8" fmla="*/ 2147483647 w 5574"/>
                <a:gd name="T9" fmla="*/ 2147483647 h 2886"/>
                <a:gd name="T10" fmla="*/ 2147483647 w 5574"/>
                <a:gd name="T11" fmla="*/ 2147483647 h 2886"/>
                <a:gd name="T12" fmla="*/ 2147483647 w 5574"/>
                <a:gd name="T13" fmla="*/ 2147483647 h 2886"/>
                <a:gd name="T14" fmla="*/ 2147483647 w 5574"/>
                <a:gd name="T15" fmla="*/ 2147483647 h 2886"/>
                <a:gd name="T16" fmla="*/ 2147483647 w 5574"/>
                <a:gd name="T17" fmla="*/ 2147483647 h 2886"/>
                <a:gd name="T18" fmla="*/ 2147483647 w 5574"/>
                <a:gd name="T19" fmla="*/ 2147483647 h 2886"/>
                <a:gd name="T20" fmla="*/ 2147483647 w 5574"/>
                <a:gd name="T21" fmla="*/ 2147483647 h 2886"/>
                <a:gd name="T22" fmla="*/ 2147483647 w 5574"/>
                <a:gd name="T23" fmla="*/ 2147483647 h 2886"/>
                <a:gd name="T24" fmla="*/ 2147483647 w 5574"/>
                <a:gd name="T25" fmla="*/ 2147483647 h 2886"/>
                <a:gd name="T26" fmla="*/ 2147483647 w 5574"/>
                <a:gd name="T27" fmla="*/ 2147483647 h 2886"/>
                <a:gd name="T28" fmla="*/ 2147483647 w 5574"/>
                <a:gd name="T29" fmla="*/ 2147483647 h 2886"/>
                <a:gd name="T30" fmla="*/ 2147483647 w 5574"/>
                <a:gd name="T31" fmla="*/ 2147483647 h 2886"/>
                <a:gd name="T32" fmla="*/ 2147483647 w 5574"/>
                <a:gd name="T33" fmla="*/ 2147483647 h 2886"/>
                <a:gd name="T34" fmla="*/ 2147483647 w 5574"/>
                <a:gd name="T35" fmla="*/ 2147483647 h 2886"/>
                <a:gd name="T36" fmla="*/ 2147483647 w 5574"/>
                <a:gd name="T37" fmla="*/ 2147483647 h 2886"/>
                <a:gd name="T38" fmla="*/ 2147483647 w 5574"/>
                <a:gd name="T39" fmla="*/ 2147483647 h 2886"/>
                <a:gd name="T40" fmla="*/ 2147483647 w 5574"/>
                <a:gd name="T41" fmla="*/ 2147483647 h 2886"/>
                <a:gd name="T42" fmla="*/ 2147483647 w 5574"/>
                <a:gd name="T43" fmla="*/ 2147483647 h 2886"/>
                <a:gd name="T44" fmla="*/ 2147483647 w 5574"/>
                <a:gd name="T45" fmla="*/ 2147483647 h 2886"/>
                <a:gd name="T46" fmla="*/ 2147483647 w 5574"/>
                <a:gd name="T47" fmla="*/ 2147483647 h 2886"/>
                <a:gd name="T48" fmla="*/ 2147483647 w 5574"/>
                <a:gd name="T49" fmla="*/ 2147483647 h 2886"/>
                <a:gd name="T50" fmla="*/ 2147483647 w 5574"/>
                <a:gd name="T51" fmla="*/ 2147483647 h 2886"/>
                <a:gd name="T52" fmla="*/ 2147483647 w 5574"/>
                <a:gd name="T53" fmla="*/ 2147483647 h 2886"/>
                <a:gd name="T54" fmla="*/ 2147483647 w 5574"/>
                <a:gd name="T55" fmla="*/ 2147483647 h 2886"/>
                <a:gd name="T56" fmla="*/ 2147483647 w 5574"/>
                <a:gd name="T57" fmla="*/ 2147483647 h 2886"/>
                <a:gd name="T58" fmla="*/ 2147483647 w 5574"/>
                <a:gd name="T59" fmla="*/ 2147483647 h 2886"/>
                <a:gd name="T60" fmla="*/ 2147483647 w 5574"/>
                <a:gd name="T61" fmla="*/ 2147483647 h 2886"/>
                <a:gd name="T62" fmla="*/ 2147483647 w 5574"/>
                <a:gd name="T63" fmla="*/ 2147483647 h 2886"/>
                <a:gd name="T64" fmla="*/ 2147483647 w 5574"/>
                <a:gd name="T65" fmla="*/ 2147483647 h 2886"/>
                <a:gd name="T66" fmla="*/ 2147483647 w 5574"/>
                <a:gd name="T67" fmla="*/ 2147483647 h 2886"/>
                <a:gd name="T68" fmla="*/ 2147483647 w 5574"/>
                <a:gd name="T69" fmla="*/ 2147483647 h 2886"/>
                <a:gd name="T70" fmla="*/ 2147483647 w 5574"/>
                <a:gd name="T71" fmla="*/ 2147483647 h 2886"/>
                <a:gd name="T72" fmla="*/ 2147483647 w 5574"/>
                <a:gd name="T73" fmla="*/ 2147483647 h 2886"/>
                <a:gd name="T74" fmla="*/ 2147483647 w 5574"/>
                <a:gd name="T75" fmla="*/ 2147483647 h 2886"/>
                <a:gd name="T76" fmla="*/ 2147483647 w 5574"/>
                <a:gd name="T77" fmla="*/ 2147483647 h 2886"/>
                <a:gd name="T78" fmla="*/ 2147483647 w 5574"/>
                <a:gd name="T79" fmla="*/ 2147483647 h 2886"/>
                <a:gd name="T80" fmla="*/ 2147483647 w 5574"/>
                <a:gd name="T81" fmla="*/ 2147483647 h 2886"/>
                <a:gd name="T82" fmla="*/ 2147483647 w 5574"/>
                <a:gd name="T83" fmla="*/ 2147483647 h 2886"/>
                <a:gd name="T84" fmla="*/ 2147483647 w 5574"/>
                <a:gd name="T85" fmla="*/ 2147483647 h 2886"/>
                <a:gd name="T86" fmla="*/ 2147483647 w 5574"/>
                <a:gd name="T87" fmla="*/ 2147483647 h 2886"/>
                <a:gd name="T88" fmla="*/ 2147483647 w 5574"/>
                <a:gd name="T89" fmla="*/ 2147483647 h 2886"/>
                <a:gd name="T90" fmla="*/ 2147483647 w 5574"/>
                <a:gd name="T91" fmla="*/ 2147483647 h 2886"/>
                <a:gd name="T92" fmla="*/ 2147483647 w 5574"/>
                <a:gd name="T93" fmla="*/ 2147483647 h 2886"/>
                <a:gd name="T94" fmla="*/ 2147483647 w 5574"/>
                <a:gd name="T95" fmla="*/ 2147483647 h 2886"/>
                <a:gd name="T96" fmla="*/ 2147483647 w 5574"/>
                <a:gd name="T97" fmla="*/ 2147483647 h 2886"/>
                <a:gd name="T98" fmla="*/ 2147483647 w 5574"/>
                <a:gd name="T99" fmla="*/ 2147483647 h 2886"/>
                <a:gd name="T100" fmla="*/ 2147483647 w 5574"/>
                <a:gd name="T101" fmla="*/ 2147483647 h 2886"/>
                <a:gd name="T102" fmla="*/ 2147483647 w 5574"/>
                <a:gd name="T103" fmla="*/ 2147483647 h 2886"/>
                <a:gd name="T104" fmla="*/ 2147483647 w 5574"/>
                <a:gd name="T105" fmla="*/ 2147483647 h 2886"/>
                <a:gd name="T106" fmla="*/ 2147483647 w 5574"/>
                <a:gd name="T107" fmla="*/ 2147483647 h 2886"/>
                <a:gd name="T108" fmla="*/ 2147483647 w 5574"/>
                <a:gd name="T109" fmla="*/ 2147483647 h 2886"/>
                <a:gd name="T110" fmla="*/ 2147483647 w 5574"/>
                <a:gd name="T111" fmla="*/ 2147483647 h 2886"/>
                <a:gd name="T112" fmla="*/ 2147483647 w 5574"/>
                <a:gd name="T113" fmla="*/ 2147483647 h 2886"/>
                <a:gd name="T114" fmla="*/ 2147483647 w 5574"/>
                <a:gd name="T115" fmla="*/ 2147483647 h 2886"/>
                <a:gd name="T116" fmla="*/ 2147483647 w 5574"/>
                <a:gd name="T117" fmla="*/ 2147483647 h 2886"/>
                <a:gd name="T118" fmla="*/ 2147483647 w 5574"/>
                <a:gd name="T119" fmla="*/ 2147483647 h 2886"/>
                <a:gd name="T120" fmla="*/ 2147483647 w 5574"/>
                <a:gd name="T121" fmla="*/ 2147483647 h 2886"/>
                <a:gd name="T122" fmla="*/ 2147483647 w 5574"/>
                <a:gd name="T123" fmla="*/ 2147483647 h 2886"/>
                <a:gd name="T124" fmla="*/ 2147483647 w 5574"/>
                <a:gd name="T125" fmla="*/ 2147483647 h 288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5574"/>
                <a:gd name="T190" fmla="*/ 0 h 2886"/>
                <a:gd name="T191" fmla="*/ 5574 w 5574"/>
                <a:gd name="T192" fmla="*/ 2886 h 288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5574" h="2886">
                  <a:moveTo>
                    <a:pt x="3114" y="252"/>
                  </a:moveTo>
                  <a:lnTo>
                    <a:pt x="3138" y="252"/>
                  </a:lnTo>
                  <a:lnTo>
                    <a:pt x="3150" y="258"/>
                  </a:lnTo>
                  <a:lnTo>
                    <a:pt x="3168" y="258"/>
                  </a:lnTo>
                  <a:lnTo>
                    <a:pt x="3174" y="252"/>
                  </a:lnTo>
                  <a:lnTo>
                    <a:pt x="3174" y="246"/>
                  </a:lnTo>
                  <a:lnTo>
                    <a:pt x="3168" y="234"/>
                  </a:lnTo>
                  <a:lnTo>
                    <a:pt x="3156" y="228"/>
                  </a:lnTo>
                  <a:lnTo>
                    <a:pt x="3108" y="228"/>
                  </a:lnTo>
                  <a:lnTo>
                    <a:pt x="3066" y="234"/>
                  </a:lnTo>
                  <a:lnTo>
                    <a:pt x="3036" y="246"/>
                  </a:lnTo>
                  <a:lnTo>
                    <a:pt x="3018" y="246"/>
                  </a:lnTo>
                  <a:lnTo>
                    <a:pt x="3060" y="246"/>
                  </a:lnTo>
                  <a:lnTo>
                    <a:pt x="3096" y="252"/>
                  </a:lnTo>
                  <a:lnTo>
                    <a:pt x="3114" y="252"/>
                  </a:lnTo>
                  <a:close/>
                  <a:moveTo>
                    <a:pt x="2988" y="318"/>
                  </a:moveTo>
                  <a:lnTo>
                    <a:pt x="3036" y="318"/>
                  </a:lnTo>
                  <a:lnTo>
                    <a:pt x="3048" y="312"/>
                  </a:lnTo>
                  <a:lnTo>
                    <a:pt x="3060" y="312"/>
                  </a:lnTo>
                  <a:lnTo>
                    <a:pt x="3072" y="300"/>
                  </a:lnTo>
                  <a:lnTo>
                    <a:pt x="3072" y="294"/>
                  </a:lnTo>
                  <a:lnTo>
                    <a:pt x="3066" y="282"/>
                  </a:lnTo>
                  <a:lnTo>
                    <a:pt x="3138" y="270"/>
                  </a:lnTo>
                  <a:lnTo>
                    <a:pt x="3120" y="264"/>
                  </a:lnTo>
                  <a:lnTo>
                    <a:pt x="3054" y="264"/>
                  </a:lnTo>
                  <a:lnTo>
                    <a:pt x="3042" y="276"/>
                  </a:lnTo>
                  <a:lnTo>
                    <a:pt x="3030" y="276"/>
                  </a:lnTo>
                  <a:lnTo>
                    <a:pt x="2994" y="270"/>
                  </a:lnTo>
                  <a:lnTo>
                    <a:pt x="2958" y="270"/>
                  </a:lnTo>
                  <a:lnTo>
                    <a:pt x="2940" y="282"/>
                  </a:lnTo>
                  <a:lnTo>
                    <a:pt x="2940" y="294"/>
                  </a:lnTo>
                  <a:lnTo>
                    <a:pt x="2946" y="300"/>
                  </a:lnTo>
                  <a:lnTo>
                    <a:pt x="2970" y="312"/>
                  </a:lnTo>
                  <a:lnTo>
                    <a:pt x="2976" y="318"/>
                  </a:lnTo>
                  <a:lnTo>
                    <a:pt x="2988" y="318"/>
                  </a:lnTo>
                  <a:close/>
                  <a:moveTo>
                    <a:pt x="2682" y="384"/>
                  </a:moveTo>
                  <a:lnTo>
                    <a:pt x="2628" y="408"/>
                  </a:lnTo>
                  <a:lnTo>
                    <a:pt x="2634" y="408"/>
                  </a:lnTo>
                  <a:lnTo>
                    <a:pt x="2646" y="414"/>
                  </a:lnTo>
                  <a:lnTo>
                    <a:pt x="2652" y="414"/>
                  </a:lnTo>
                  <a:lnTo>
                    <a:pt x="2658" y="420"/>
                  </a:lnTo>
                  <a:lnTo>
                    <a:pt x="2658" y="426"/>
                  </a:lnTo>
                  <a:lnTo>
                    <a:pt x="2622" y="426"/>
                  </a:lnTo>
                  <a:lnTo>
                    <a:pt x="2586" y="432"/>
                  </a:lnTo>
                  <a:lnTo>
                    <a:pt x="2556" y="438"/>
                  </a:lnTo>
                  <a:lnTo>
                    <a:pt x="2544" y="438"/>
                  </a:lnTo>
                  <a:lnTo>
                    <a:pt x="2520" y="456"/>
                  </a:lnTo>
                  <a:lnTo>
                    <a:pt x="2580" y="450"/>
                  </a:lnTo>
                  <a:lnTo>
                    <a:pt x="2586" y="450"/>
                  </a:lnTo>
                  <a:lnTo>
                    <a:pt x="2592" y="456"/>
                  </a:lnTo>
                  <a:lnTo>
                    <a:pt x="2610" y="456"/>
                  </a:lnTo>
                  <a:lnTo>
                    <a:pt x="2628" y="462"/>
                  </a:lnTo>
                  <a:lnTo>
                    <a:pt x="2658" y="462"/>
                  </a:lnTo>
                  <a:lnTo>
                    <a:pt x="2694" y="450"/>
                  </a:lnTo>
                  <a:lnTo>
                    <a:pt x="2730" y="444"/>
                  </a:lnTo>
                  <a:lnTo>
                    <a:pt x="2742" y="438"/>
                  </a:lnTo>
                  <a:lnTo>
                    <a:pt x="2742" y="450"/>
                  </a:lnTo>
                  <a:lnTo>
                    <a:pt x="2760" y="450"/>
                  </a:lnTo>
                  <a:lnTo>
                    <a:pt x="2796" y="444"/>
                  </a:lnTo>
                  <a:lnTo>
                    <a:pt x="2856" y="444"/>
                  </a:lnTo>
                  <a:lnTo>
                    <a:pt x="2850" y="444"/>
                  </a:lnTo>
                  <a:lnTo>
                    <a:pt x="2844" y="450"/>
                  </a:lnTo>
                  <a:lnTo>
                    <a:pt x="2832" y="450"/>
                  </a:lnTo>
                  <a:lnTo>
                    <a:pt x="2790" y="456"/>
                  </a:lnTo>
                  <a:lnTo>
                    <a:pt x="2730" y="468"/>
                  </a:lnTo>
                  <a:lnTo>
                    <a:pt x="2706" y="468"/>
                  </a:lnTo>
                  <a:lnTo>
                    <a:pt x="2688" y="474"/>
                  </a:lnTo>
                  <a:lnTo>
                    <a:pt x="2670" y="474"/>
                  </a:lnTo>
                  <a:lnTo>
                    <a:pt x="2652" y="480"/>
                  </a:lnTo>
                  <a:lnTo>
                    <a:pt x="2646" y="486"/>
                  </a:lnTo>
                  <a:lnTo>
                    <a:pt x="2640" y="486"/>
                  </a:lnTo>
                  <a:lnTo>
                    <a:pt x="2658" y="486"/>
                  </a:lnTo>
                  <a:lnTo>
                    <a:pt x="2694" y="492"/>
                  </a:lnTo>
                  <a:lnTo>
                    <a:pt x="2760" y="498"/>
                  </a:lnTo>
                  <a:lnTo>
                    <a:pt x="2808" y="492"/>
                  </a:lnTo>
                  <a:lnTo>
                    <a:pt x="2850" y="480"/>
                  </a:lnTo>
                  <a:lnTo>
                    <a:pt x="2874" y="474"/>
                  </a:lnTo>
                  <a:lnTo>
                    <a:pt x="2886" y="468"/>
                  </a:lnTo>
                  <a:lnTo>
                    <a:pt x="2958" y="450"/>
                  </a:lnTo>
                  <a:lnTo>
                    <a:pt x="3000" y="450"/>
                  </a:lnTo>
                  <a:lnTo>
                    <a:pt x="3054" y="444"/>
                  </a:lnTo>
                  <a:lnTo>
                    <a:pt x="3096" y="438"/>
                  </a:lnTo>
                  <a:lnTo>
                    <a:pt x="3120" y="432"/>
                  </a:lnTo>
                  <a:lnTo>
                    <a:pt x="3138" y="420"/>
                  </a:lnTo>
                  <a:lnTo>
                    <a:pt x="3156" y="414"/>
                  </a:lnTo>
                  <a:lnTo>
                    <a:pt x="3168" y="408"/>
                  </a:lnTo>
                  <a:lnTo>
                    <a:pt x="3168" y="396"/>
                  </a:lnTo>
                  <a:lnTo>
                    <a:pt x="3156" y="384"/>
                  </a:lnTo>
                  <a:lnTo>
                    <a:pt x="3144" y="378"/>
                  </a:lnTo>
                  <a:lnTo>
                    <a:pt x="3120" y="378"/>
                  </a:lnTo>
                  <a:lnTo>
                    <a:pt x="3114" y="384"/>
                  </a:lnTo>
                  <a:lnTo>
                    <a:pt x="3108" y="384"/>
                  </a:lnTo>
                  <a:lnTo>
                    <a:pt x="3108" y="396"/>
                  </a:lnTo>
                  <a:lnTo>
                    <a:pt x="3072" y="396"/>
                  </a:lnTo>
                  <a:lnTo>
                    <a:pt x="3078" y="390"/>
                  </a:lnTo>
                  <a:lnTo>
                    <a:pt x="3078" y="378"/>
                  </a:lnTo>
                  <a:lnTo>
                    <a:pt x="3102" y="354"/>
                  </a:lnTo>
                  <a:lnTo>
                    <a:pt x="3102" y="342"/>
                  </a:lnTo>
                  <a:lnTo>
                    <a:pt x="3096" y="342"/>
                  </a:lnTo>
                  <a:lnTo>
                    <a:pt x="3054" y="348"/>
                  </a:lnTo>
                  <a:lnTo>
                    <a:pt x="2988" y="372"/>
                  </a:lnTo>
                  <a:lnTo>
                    <a:pt x="2976" y="378"/>
                  </a:lnTo>
                  <a:lnTo>
                    <a:pt x="3024" y="378"/>
                  </a:lnTo>
                  <a:lnTo>
                    <a:pt x="3018" y="408"/>
                  </a:lnTo>
                  <a:lnTo>
                    <a:pt x="2898" y="420"/>
                  </a:lnTo>
                  <a:lnTo>
                    <a:pt x="2898" y="414"/>
                  </a:lnTo>
                  <a:lnTo>
                    <a:pt x="2892" y="408"/>
                  </a:lnTo>
                  <a:lnTo>
                    <a:pt x="2892" y="372"/>
                  </a:lnTo>
                  <a:lnTo>
                    <a:pt x="2886" y="366"/>
                  </a:lnTo>
                  <a:lnTo>
                    <a:pt x="2874" y="366"/>
                  </a:lnTo>
                  <a:lnTo>
                    <a:pt x="2856" y="360"/>
                  </a:lnTo>
                  <a:lnTo>
                    <a:pt x="2814" y="360"/>
                  </a:lnTo>
                  <a:lnTo>
                    <a:pt x="2682" y="384"/>
                  </a:lnTo>
                  <a:close/>
                  <a:moveTo>
                    <a:pt x="2832" y="342"/>
                  </a:moveTo>
                  <a:lnTo>
                    <a:pt x="2844" y="330"/>
                  </a:lnTo>
                  <a:lnTo>
                    <a:pt x="2844" y="318"/>
                  </a:lnTo>
                  <a:lnTo>
                    <a:pt x="2838" y="312"/>
                  </a:lnTo>
                  <a:lnTo>
                    <a:pt x="2814" y="312"/>
                  </a:lnTo>
                  <a:lnTo>
                    <a:pt x="2802" y="318"/>
                  </a:lnTo>
                  <a:lnTo>
                    <a:pt x="2796" y="324"/>
                  </a:lnTo>
                  <a:lnTo>
                    <a:pt x="2796" y="330"/>
                  </a:lnTo>
                  <a:lnTo>
                    <a:pt x="2802" y="336"/>
                  </a:lnTo>
                  <a:lnTo>
                    <a:pt x="2814" y="336"/>
                  </a:lnTo>
                  <a:lnTo>
                    <a:pt x="2820" y="342"/>
                  </a:lnTo>
                  <a:lnTo>
                    <a:pt x="2832" y="342"/>
                  </a:lnTo>
                  <a:close/>
                  <a:moveTo>
                    <a:pt x="3012" y="564"/>
                  </a:moveTo>
                  <a:lnTo>
                    <a:pt x="2988" y="540"/>
                  </a:lnTo>
                  <a:lnTo>
                    <a:pt x="2958" y="540"/>
                  </a:lnTo>
                  <a:lnTo>
                    <a:pt x="2952" y="534"/>
                  </a:lnTo>
                  <a:lnTo>
                    <a:pt x="2946" y="534"/>
                  </a:lnTo>
                  <a:lnTo>
                    <a:pt x="2934" y="528"/>
                  </a:lnTo>
                  <a:lnTo>
                    <a:pt x="2916" y="528"/>
                  </a:lnTo>
                  <a:lnTo>
                    <a:pt x="2898" y="534"/>
                  </a:lnTo>
                  <a:lnTo>
                    <a:pt x="2892" y="540"/>
                  </a:lnTo>
                  <a:lnTo>
                    <a:pt x="2892" y="552"/>
                  </a:lnTo>
                  <a:lnTo>
                    <a:pt x="2928" y="570"/>
                  </a:lnTo>
                  <a:lnTo>
                    <a:pt x="2934" y="576"/>
                  </a:lnTo>
                  <a:lnTo>
                    <a:pt x="2946" y="582"/>
                  </a:lnTo>
                  <a:lnTo>
                    <a:pt x="3012" y="564"/>
                  </a:lnTo>
                  <a:close/>
                  <a:moveTo>
                    <a:pt x="2460" y="414"/>
                  </a:moveTo>
                  <a:lnTo>
                    <a:pt x="2442" y="420"/>
                  </a:lnTo>
                  <a:lnTo>
                    <a:pt x="2430" y="426"/>
                  </a:lnTo>
                  <a:lnTo>
                    <a:pt x="2430" y="438"/>
                  </a:lnTo>
                  <a:lnTo>
                    <a:pt x="2442" y="438"/>
                  </a:lnTo>
                  <a:lnTo>
                    <a:pt x="2472" y="432"/>
                  </a:lnTo>
                  <a:lnTo>
                    <a:pt x="2490" y="426"/>
                  </a:lnTo>
                  <a:lnTo>
                    <a:pt x="2502" y="420"/>
                  </a:lnTo>
                  <a:lnTo>
                    <a:pt x="2502" y="414"/>
                  </a:lnTo>
                  <a:lnTo>
                    <a:pt x="2496" y="408"/>
                  </a:lnTo>
                  <a:lnTo>
                    <a:pt x="2484" y="408"/>
                  </a:lnTo>
                  <a:lnTo>
                    <a:pt x="2460" y="414"/>
                  </a:lnTo>
                  <a:close/>
                  <a:moveTo>
                    <a:pt x="2970" y="858"/>
                  </a:moveTo>
                  <a:lnTo>
                    <a:pt x="2988" y="858"/>
                  </a:lnTo>
                  <a:lnTo>
                    <a:pt x="3006" y="864"/>
                  </a:lnTo>
                  <a:lnTo>
                    <a:pt x="3018" y="870"/>
                  </a:lnTo>
                  <a:lnTo>
                    <a:pt x="3036" y="876"/>
                  </a:lnTo>
                  <a:lnTo>
                    <a:pt x="3060" y="882"/>
                  </a:lnTo>
                  <a:lnTo>
                    <a:pt x="3096" y="882"/>
                  </a:lnTo>
                  <a:lnTo>
                    <a:pt x="3126" y="876"/>
                  </a:lnTo>
                  <a:lnTo>
                    <a:pt x="3138" y="876"/>
                  </a:lnTo>
                  <a:lnTo>
                    <a:pt x="3120" y="810"/>
                  </a:lnTo>
                  <a:lnTo>
                    <a:pt x="3018" y="792"/>
                  </a:lnTo>
                  <a:lnTo>
                    <a:pt x="2988" y="828"/>
                  </a:lnTo>
                  <a:lnTo>
                    <a:pt x="2958" y="828"/>
                  </a:lnTo>
                  <a:lnTo>
                    <a:pt x="2952" y="834"/>
                  </a:lnTo>
                  <a:lnTo>
                    <a:pt x="2952" y="846"/>
                  </a:lnTo>
                  <a:lnTo>
                    <a:pt x="2958" y="852"/>
                  </a:lnTo>
                  <a:lnTo>
                    <a:pt x="2970" y="858"/>
                  </a:lnTo>
                  <a:close/>
                  <a:moveTo>
                    <a:pt x="168" y="2034"/>
                  </a:moveTo>
                  <a:lnTo>
                    <a:pt x="168" y="2040"/>
                  </a:lnTo>
                  <a:lnTo>
                    <a:pt x="174" y="2046"/>
                  </a:lnTo>
                  <a:lnTo>
                    <a:pt x="192" y="2046"/>
                  </a:lnTo>
                  <a:lnTo>
                    <a:pt x="186" y="2070"/>
                  </a:lnTo>
                  <a:lnTo>
                    <a:pt x="216" y="2052"/>
                  </a:lnTo>
                  <a:lnTo>
                    <a:pt x="216" y="2028"/>
                  </a:lnTo>
                  <a:lnTo>
                    <a:pt x="174" y="2028"/>
                  </a:lnTo>
                  <a:lnTo>
                    <a:pt x="168" y="2034"/>
                  </a:lnTo>
                  <a:close/>
                  <a:moveTo>
                    <a:pt x="252" y="2298"/>
                  </a:moveTo>
                  <a:lnTo>
                    <a:pt x="252" y="2292"/>
                  </a:lnTo>
                  <a:lnTo>
                    <a:pt x="246" y="2286"/>
                  </a:lnTo>
                  <a:lnTo>
                    <a:pt x="246" y="2268"/>
                  </a:lnTo>
                  <a:lnTo>
                    <a:pt x="252" y="2256"/>
                  </a:lnTo>
                  <a:lnTo>
                    <a:pt x="252" y="2238"/>
                  </a:lnTo>
                  <a:lnTo>
                    <a:pt x="246" y="2226"/>
                  </a:lnTo>
                  <a:lnTo>
                    <a:pt x="228" y="2226"/>
                  </a:lnTo>
                  <a:lnTo>
                    <a:pt x="216" y="2220"/>
                  </a:lnTo>
                  <a:lnTo>
                    <a:pt x="204" y="2220"/>
                  </a:lnTo>
                  <a:lnTo>
                    <a:pt x="192" y="2214"/>
                  </a:lnTo>
                  <a:lnTo>
                    <a:pt x="186" y="2208"/>
                  </a:lnTo>
                  <a:lnTo>
                    <a:pt x="174" y="2202"/>
                  </a:lnTo>
                  <a:lnTo>
                    <a:pt x="150" y="2178"/>
                  </a:lnTo>
                  <a:lnTo>
                    <a:pt x="138" y="2172"/>
                  </a:lnTo>
                  <a:lnTo>
                    <a:pt x="126" y="2172"/>
                  </a:lnTo>
                  <a:lnTo>
                    <a:pt x="102" y="2184"/>
                  </a:lnTo>
                  <a:lnTo>
                    <a:pt x="96" y="2196"/>
                  </a:lnTo>
                  <a:lnTo>
                    <a:pt x="96" y="2202"/>
                  </a:lnTo>
                  <a:lnTo>
                    <a:pt x="108" y="2208"/>
                  </a:lnTo>
                  <a:lnTo>
                    <a:pt x="114" y="2214"/>
                  </a:lnTo>
                  <a:lnTo>
                    <a:pt x="120" y="2214"/>
                  </a:lnTo>
                  <a:lnTo>
                    <a:pt x="132" y="2202"/>
                  </a:lnTo>
                  <a:lnTo>
                    <a:pt x="144" y="2208"/>
                  </a:lnTo>
                  <a:lnTo>
                    <a:pt x="132" y="2220"/>
                  </a:lnTo>
                  <a:lnTo>
                    <a:pt x="120" y="2220"/>
                  </a:lnTo>
                  <a:lnTo>
                    <a:pt x="114" y="2226"/>
                  </a:lnTo>
                  <a:lnTo>
                    <a:pt x="102" y="2232"/>
                  </a:lnTo>
                  <a:lnTo>
                    <a:pt x="102" y="2244"/>
                  </a:lnTo>
                  <a:lnTo>
                    <a:pt x="108" y="2250"/>
                  </a:lnTo>
                  <a:lnTo>
                    <a:pt x="126" y="2250"/>
                  </a:lnTo>
                  <a:lnTo>
                    <a:pt x="138" y="2244"/>
                  </a:lnTo>
                  <a:lnTo>
                    <a:pt x="132" y="2262"/>
                  </a:lnTo>
                  <a:lnTo>
                    <a:pt x="150" y="2262"/>
                  </a:lnTo>
                  <a:lnTo>
                    <a:pt x="132" y="2280"/>
                  </a:lnTo>
                  <a:lnTo>
                    <a:pt x="168" y="2274"/>
                  </a:lnTo>
                  <a:lnTo>
                    <a:pt x="156" y="2280"/>
                  </a:lnTo>
                  <a:lnTo>
                    <a:pt x="144" y="2292"/>
                  </a:lnTo>
                  <a:lnTo>
                    <a:pt x="138" y="2292"/>
                  </a:lnTo>
                  <a:lnTo>
                    <a:pt x="138" y="2298"/>
                  </a:lnTo>
                  <a:lnTo>
                    <a:pt x="150" y="2298"/>
                  </a:lnTo>
                  <a:lnTo>
                    <a:pt x="162" y="2286"/>
                  </a:lnTo>
                  <a:lnTo>
                    <a:pt x="168" y="2286"/>
                  </a:lnTo>
                  <a:lnTo>
                    <a:pt x="174" y="2292"/>
                  </a:lnTo>
                  <a:lnTo>
                    <a:pt x="174" y="2304"/>
                  </a:lnTo>
                  <a:lnTo>
                    <a:pt x="162" y="2316"/>
                  </a:lnTo>
                  <a:lnTo>
                    <a:pt x="162" y="2328"/>
                  </a:lnTo>
                  <a:lnTo>
                    <a:pt x="210" y="2328"/>
                  </a:lnTo>
                  <a:lnTo>
                    <a:pt x="228" y="2316"/>
                  </a:lnTo>
                  <a:lnTo>
                    <a:pt x="210" y="2340"/>
                  </a:lnTo>
                  <a:lnTo>
                    <a:pt x="192" y="2340"/>
                  </a:lnTo>
                  <a:lnTo>
                    <a:pt x="186" y="2346"/>
                  </a:lnTo>
                  <a:lnTo>
                    <a:pt x="186" y="2352"/>
                  </a:lnTo>
                  <a:lnTo>
                    <a:pt x="210" y="2364"/>
                  </a:lnTo>
                  <a:lnTo>
                    <a:pt x="216" y="2364"/>
                  </a:lnTo>
                  <a:lnTo>
                    <a:pt x="228" y="2370"/>
                  </a:lnTo>
                  <a:lnTo>
                    <a:pt x="234" y="2376"/>
                  </a:lnTo>
                  <a:lnTo>
                    <a:pt x="246" y="2376"/>
                  </a:lnTo>
                  <a:lnTo>
                    <a:pt x="258" y="2382"/>
                  </a:lnTo>
                  <a:lnTo>
                    <a:pt x="270" y="2376"/>
                  </a:lnTo>
                  <a:lnTo>
                    <a:pt x="288" y="2358"/>
                  </a:lnTo>
                  <a:lnTo>
                    <a:pt x="294" y="2346"/>
                  </a:lnTo>
                  <a:lnTo>
                    <a:pt x="294" y="2340"/>
                  </a:lnTo>
                  <a:lnTo>
                    <a:pt x="288" y="2334"/>
                  </a:lnTo>
                  <a:lnTo>
                    <a:pt x="282" y="2322"/>
                  </a:lnTo>
                  <a:lnTo>
                    <a:pt x="270" y="2316"/>
                  </a:lnTo>
                  <a:lnTo>
                    <a:pt x="264" y="2304"/>
                  </a:lnTo>
                  <a:lnTo>
                    <a:pt x="252" y="2298"/>
                  </a:lnTo>
                  <a:close/>
                  <a:moveTo>
                    <a:pt x="2304" y="372"/>
                  </a:moveTo>
                  <a:lnTo>
                    <a:pt x="2316" y="372"/>
                  </a:lnTo>
                  <a:lnTo>
                    <a:pt x="2328" y="366"/>
                  </a:lnTo>
                  <a:lnTo>
                    <a:pt x="2376" y="366"/>
                  </a:lnTo>
                  <a:lnTo>
                    <a:pt x="2388" y="378"/>
                  </a:lnTo>
                  <a:lnTo>
                    <a:pt x="2388" y="390"/>
                  </a:lnTo>
                  <a:lnTo>
                    <a:pt x="2424" y="390"/>
                  </a:lnTo>
                  <a:lnTo>
                    <a:pt x="2442" y="384"/>
                  </a:lnTo>
                  <a:lnTo>
                    <a:pt x="2454" y="384"/>
                  </a:lnTo>
                  <a:lnTo>
                    <a:pt x="2466" y="390"/>
                  </a:lnTo>
                  <a:lnTo>
                    <a:pt x="2472" y="396"/>
                  </a:lnTo>
                  <a:lnTo>
                    <a:pt x="2490" y="396"/>
                  </a:lnTo>
                  <a:lnTo>
                    <a:pt x="2514" y="384"/>
                  </a:lnTo>
                  <a:lnTo>
                    <a:pt x="2520" y="372"/>
                  </a:lnTo>
                  <a:lnTo>
                    <a:pt x="2520" y="354"/>
                  </a:lnTo>
                  <a:lnTo>
                    <a:pt x="2550" y="354"/>
                  </a:lnTo>
                  <a:lnTo>
                    <a:pt x="2616" y="336"/>
                  </a:lnTo>
                  <a:lnTo>
                    <a:pt x="2580" y="366"/>
                  </a:lnTo>
                  <a:lnTo>
                    <a:pt x="2634" y="378"/>
                  </a:lnTo>
                  <a:lnTo>
                    <a:pt x="2688" y="354"/>
                  </a:lnTo>
                  <a:lnTo>
                    <a:pt x="2784" y="312"/>
                  </a:lnTo>
                  <a:lnTo>
                    <a:pt x="2778" y="312"/>
                  </a:lnTo>
                  <a:lnTo>
                    <a:pt x="2772" y="306"/>
                  </a:lnTo>
                  <a:lnTo>
                    <a:pt x="2754" y="300"/>
                  </a:lnTo>
                  <a:lnTo>
                    <a:pt x="2736" y="300"/>
                  </a:lnTo>
                  <a:lnTo>
                    <a:pt x="2724" y="294"/>
                  </a:lnTo>
                  <a:lnTo>
                    <a:pt x="2706" y="288"/>
                  </a:lnTo>
                  <a:lnTo>
                    <a:pt x="2676" y="288"/>
                  </a:lnTo>
                  <a:lnTo>
                    <a:pt x="2646" y="282"/>
                  </a:lnTo>
                  <a:lnTo>
                    <a:pt x="2604" y="282"/>
                  </a:lnTo>
                  <a:lnTo>
                    <a:pt x="2526" y="294"/>
                  </a:lnTo>
                  <a:lnTo>
                    <a:pt x="2526" y="318"/>
                  </a:lnTo>
                  <a:lnTo>
                    <a:pt x="2406" y="324"/>
                  </a:lnTo>
                  <a:lnTo>
                    <a:pt x="2400" y="324"/>
                  </a:lnTo>
                  <a:lnTo>
                    <a:pt x="2394" y="318"/>
                  </a:lnTo>
                  <a:lnTo>
                    <a:pt x="2334" y="318"/>
                  </a:lnTo>
                  <a:lnTo>
                    <a:pt x="2322" y="324"/>
                  </a:lnTo>
                  <a:lnTo>
                    <a:pt x="2310" y="324"/>
                  </a:lnTo>
                  <a:lnTo>
                    <a:pt x="2304" y="330"/>
                  </a:lnTo>
                  <a:lnTo>
                    <a:pt x="2304" y="372"/>
                  </a:lnTo>
                  <a:close/>
                  <a:moveTo>
                    <a:pt x="150" y="1980"/>
                  </a:moveTo>
                  <a:lnTo>
                    <a:pt x="162" y="2004"/>
                  </a:lnTo>
                  <a:lnTo>
                    <a:pt x="174" y="2010"/>
                  </a:lnTo>
                  <a:lnTo>
                    <a:pt x="186" y="1980"/>
                  </a:lnTo>
                  <a:lnTo>
                    <a:pt x="180" y="1974"/>
                  </a:lnTo>
                  <a:lnTo>
                    <a:pt x="174" y="1974"/>
                  </a:lnTo>
                  <a:lnTo>
                    <a:pt x="162" y="1968"/>
                  </a:lnTo>
                  <a:lnTo>
                    <a:pt x="156" y="1968"/>
                  </a:lnTo>
                  <a:lnTo>
                    <a:pt x="150" y="1974"/>
                  </a:lnTo>
                  <a:lnTo>
                    <a:pt x="150" y="1980"/>
                  </a:lnTo>
                  <a:close/>
                  <a:moveTo>
                    <a:pt x="126" y="1932"/>
                  </a:moveTo>
                  <a:lnTo>
                    <a:pt x="120" y="1932"/>
                  </a:lnTo>
                  <a:lnTo>
                    <a:pt x="108" y="1938"/>
                  </a:lnTo>
                  <a:lnTo>
                    <a:pt x="96" y="1938"/>
                  </a:lnTo>
                  <a:lnTo>
                    <a:pt x="84" y="1944"/>
                  </a:lnTo>
                  <a:lnTo>
                    <a:pt x="78" y="1944"/>
                  </a:lnTo>
                  <a:lnTo>
                    <a:pt x="78" y="1950"/>
                  </a:lnTo>
                  <a:lnTo>
                    <a:pt x="72" y="1962"/>
                  </a:lnTo>
                  <a:lnTo>
                    <a:pt x="66" y="1968"/>
                  </a:lnTo>
                  <a:lnTo>
                    <a:pt x="48" y="1968"/>
                  </a:lnTo>
                  <a:lnTo>
                    <a:pt x="42" y="1962"/>
                  </a:lnTo>
                  <a:lnTo>
                    <a:pt x="48" y="1956"/>
                  </a:lnTo>
                  <a:lnTo>
                    <a:pt x="60" y="1956"/>
                  </a:lnTo>
                  <a:lnTo>
                    <a:pt x="66" y="1950"/>
                  </a:lnTo>
                  <a:lnTo>
                    <a:pt x="72" y="1950"/>
                  </a:lnTo>
                  <a:lnTo>
                    <a:pt x="78" y="1944"/>
                  </a:lnTo>
                  <a:lnTo>
                    <a:pt x="84" y="1944"/>
                  </a:lnTo>
                  <a:lnTo>
                    <a:pt x="78" y="1938"/>
                  </a:lnTo>
                  <a:lnTo>
                    <a:pt x="54" y="1938"/>
                  </a:lnTo>
                  <a:lnTo>
                    <a:pt x="48" y="1944"/>
                  </a:lnTo>
                  <a:lnTo>
                    <a:pt x="48" y="1932"/>
                  </a:lnTo>
                  <a:lnTo>
                    <a:pt x="36" y="1932"/>
                  </a:lnTo>
                  <a:lnTo>
                    <a:pt x="24" y="1944"/>
                  </a:lnTo>
                  <a:lnTo>
                    <a:pt x="6" y="1980"/>
                  </a:lnTo>
                  <a:lnTo>
                    <a:pt x="6" y="2004"/>
                  </a:lnTo>
                  <a:lnTo>
                    <a:pt x="12" y="2004"/>
                  </a:lnTo>
                  <a:lnTo>
                    <a:pt x="12" y="2010"/>
                  </a:lnTo>
                  <a:lnTo>
                    <a:pt x="18" y="2016"/>
                  </a:lnTo>
                  <a:lnTo>
                    <a:pt x="0" y="2022"/>
                  </a:lnTo>
                  <a:lnTo>
                    <a:pt x="12" y="2076"/>
                  </a:lnTo>
                  <a:lnTo>
                    <a:pt x="12" y="2082"/>
                  </a:lnTo>
                  <a:lnTo>
                    <a:pt x="6" y="2082"/>
                  </a:lnTo>
                  <a:lnTo>
                    <a:pt x="12" y="2088"/>
                  </a:lnTo>
                  <a:lnTo>
                    <a:pt x="12" y="2094"/>
                  </a:lnTo>
                  <a:lnTo>
                    <a:pt x="30" y="2094"/>
                  </a:lnTo>
                  <a:lnTo>
                    <a:pt x="30" y="2070"/>
                  </a:lnTo>
                  <a:lnTo>
                    <a:pt x="24" y="2058"/>
                  </a:lnTo>
                  <a:lnTo>
                    <a:pt x="24" y="2040"/>
                  </a:lnTo>
                  <a:lnTo>
                    <a:pt x="36" y="2028"/>
                  </a:lnTo>
                  <a:lnTo>
                    <a:pt x="42" y="2028"/>
                  </a:lnTo>
                  <a:lnTo>
                    <a:pt x="48" y="2016"/>
                  </a:lnTo>
                  <a:lnTo>
                    <a:pt x="54" y="2010"/>
                  </a:lnTo>
                  <a:lnTo>
                    <a:pt x="54" y="1986"/>
                  </a:lnTo>
                  <a:lnTo>
                    <a:pt x="84" y="1956"/>
                  </a:lnTo>
                  <a:lnTo>
                    <a:pt x="108" y="1944"/>
                  </a:lnTo>
                  <a:lnTo>
                    <a:pt x="114" y="1944"/>
                  </a:lnTo>
                  <a:lnTo>
                    <a:pt x="126" y="1938"/>
                  </a:lnTo>
                  <a:lnTo>
                    <a:pt x="126" y="1932"/>
                  </a:lnTo>
                  <a:close/>
                  <a:moveTo>
                    <a:pt x="1896" y="678"/>
                  </a:moveTo>
                  <a:lnTo>
                    <a:pt x="1896" y="690"/>
                  </a:lnTo>
                  <a:lnTo>
                    <a:pt x="1884" y="702"/>
                  </a:lnTo>
                  <a:lnTo>
                    <a:pt x="1884" y="714"/>
                  </a:lnTo>
                  <a:lnTo>
                    <a:pt x="1902" y="714"/>
                  </a:lnTo>
                  <a:lnTo>
                    <a:pt x="1926" y="708"/>
                  </a:lnTo>
                  <a:lnTo>
                    <a:pt x="1944" y="708"/>
                  </a:lnTo>
                  <a:lnTo>
                    <a:pt x="1980" y="696"/>
                  </a:lnTo>
                  <a:lnTo>
                    <a:pt x="1986" y="690"/>
                  </a:lnTo>
                  <a:lnTo>
                    <a:pt x="1992" y="690"/>
                  </a:lnTo>
                  <a:lnTo>
                    <a:pt x="2034" y="702"/>
                  </a:lnTo>
                  <a:lnTo>
                    <a:pt x="2112" y="642"/>
                  </a:lnTo>
                  <a:lnTo>
                    <a:pt x="2244" y="600"/>
                  </a:lnTo>
                  <a:lnTo>
                    <a:pt x="2370" y="564"/>
                  </a:lnTo>
                  <a:lnTo>
                    <a:pt x="2466" y="546"/>
                  </a:lnTo>
                  <a:lnTo>
                    <a:pt x="2454" y="540"/>
                  </a:lnTo>
                  <a:lnTo>
                    <a:pt x="2448" y="528"/>
                  </a:lnTo>
                  <a:lnTo>
                    <a:pt x="2436" y="522"/>
                  </a:lnTo>
                  <a:lnTo>
                    <a:pt x="2424" y="510"/>
                  </a:lnTo>
                  <a:lnTo>
                    <a:pt x="2412" y="504"/>
                  </a:lnTo>
                  <a:lnTo>
                    <a:pt x="2400" y="492"/>
                  </a:lnTo>
                  <a:lnTo>
                    <a:pt x="2352" y="492"/>
                  </a:lnTo>
                  <a:lnTo>
                    <a:pt x="2340" y="498"/>
                  </a:lnTo>
                  <a:lnTo>
                    <a:pt x="2328" y="498"/>
                  </a:lnTo>
                  <a:lnTo>
                    <a:pt x="2262" y="504"/>
                  </a:lnTo>
                  <a:lnTo>
                    <a:pt x="2226" y="480"/>
                  </a:lnTo>
                  <a:lnTo>
                    <a:pt x="2142" y="486"/>
                  </a:lnTo>
                  <a:lnTo>
                    <a:pt x="2094" y="504"/>
                  </a:lnTo>
                  <a:lnTo>
                    <a:pt x="2076" y="522"/>
                  </a:lnTo>
                  <a:lnTo>
                    <a:pt x="2064" y="552"/>
                  </a:lnTo>
                  <a:lnTo>
                    <a:pt x="2010" y="564"/>
                  </a:lnTo>
                  <a:lnTo>
                    <a:pt x="1944" y="588"/>
                  </a:lnTo>
                  <a:lnTo>
                    <a:pt x="1962" y="600"/>
                  </a:lnTo>
                  <a:lnTo>
                    <a:pt x="1842" y="654"/>
                  </a:lnTo>
                  <a:lnTo>
                    <a:pt x="1854" y="654"/>
                  </a:lnTo>
                  <a:lnTo>
                    <a:pt x="1890" y="672"/>
                  </a:lnTo>
                  <a:lnTo>
                    <a:pt x="1896" y="678"/>
                  </a:lnTo>
                  <a:close/>
                  <a:moveTo>
                    <a:pt x="198" y="1968"/>
                  </a:moveTo>
                  <a:lnTo>
                    <a:pt x="192" y="1992"/>
                  </a:lnTo>
                  <a:lnTo>
                    <a:pt x="192" y="2010"/>
                  </a:lnTo>
                  <a:lnTo>
                    <a:pt x="216" y="1998"/>
                  </a:lnTo>
                  <a:lnTo>
                    <a:pt x="198" y="1968"/>
                  </a:lnTo>
                  <a:close/>
                  <a:moveTo>
                    <a:pt x="4182" y="600"/>
                  </a:moveTo>
                  <a:lnTo>
                    <a:pt x="4194" y="606"/>
                  </a:lnTo>
                  <a:lnTo>
                    <a:pt x="4206" y="600"/>
                  </a:lnTo>
                  <a:lnTo>
                    <a:pt x="4218" y="600"/>
                  </a:lnTo>
                  <a:lnTo>
                    <a:pt x="4242" y="588"/>
                  </a:lnTo>
                  <a:lnTo>
                    <a:pt x="4308" y="588"/>
                  </a:lnTo>
                  <a:lnTo>
                    <a:pt x="4314" y="594"/>
                  </a:lnTo>
                  <a:lnTo>
                    <a:pt x="4350" y="594"/>
                  </a:lnTo>
                  <a:lnTo>
                    <a:pt x="4356" y="588"/>
                  </a:lnTo>
                  <a:lnTo>
                    <a:pt x="4356" y="582"/>
                  </a:lnTo>
                  <a:lnTo>
                    <a:pt x="4344" y="558"/>
                  </a:lnTo>
                  <a:lnTo>
                    <a:pt x="4338" y="552"/>
                  </a:lnTo>
                  <a:lnTo>
                    <a:pt x="4326" y="546"/>
                  </a:lnTo>
                  <a:lnTo>
                    <a:pt x="4230" y="546"/>
                  </a:lnTo>
                  <a:lnTo>
                    <a:pt x="4224" y="540"/>
                  </a:lnTo>
                  <a:lnTo>
                    <a:pt x="4212" y="540"/>
                  </a:lnTo>
                  <a:lnTo>
                    <a:pt x="4200" y="534"/>
                  </a:lnTo>
                  <a:lnTo>
                    <a:pt x="4188" y="534"/>
                  </a:lnTo>
                  <a:lnTo>
                    <a:pt x="4176" y="540"/>
                  </a:lnTo>
                  <a:lnTo>
                    <a:pt x="4158" y="558"/>
                  </a:lnTo>
                  <a:lnTo>
                    <a:pt x="4158" y="564"/>
                  </a:lnTo>
                  <a:lnTo>
                    <a:pt x="4176" y="576"/>
                  </a:lnTo>
                  <a:lnTo>
                    <a:pt x="4170" y="582"/>
                  </a:lnTo>
                  <a:lnTo>
                    <a:pt x="4170" y="594"/>
                  </a:lnTo>
                  <a:lnTo>
                    <a:pt x="4176" y="594"/>
                  </a:lnTo>
                  <a:lnTo>
                    <a:pt x="4182" y="600"/>
                  </a:lnTo>
                  <a:close/>
                  <a:moveTo>
                    <a:pt x="3708" y="516"/>
                  </a:moveTo>
                  <a:lnTo>
                    <a:pt x="3678" y="516"/>
                  </a:lnTo>
                  <a:lnTo>
                    <a:pt x="3624" y="510"/>
                  </a:lnTo>
                  <a:lnTo>
                    <a:pt x="3564" y="504"/>
                  </a:lnTo>
                  <a:lnTo>
                    <a:pt x="3468" y="504"/>
                  </a:lnTo>
                  <a:lnTo>
                    <a:pt x="3468" y="516"/>
                  </a:lnTo>
                  <a:lnTo>
                    <a:pt x="3462" y="522"/>
                  </a:lnTo>
                  <a:lnTo>
                    <a:pt x="3426" y="540"/>
                  </a:lnTo>
                  <a:lnTo>
                    <a:pt x="3396" y="546"/>
                  </a:lnTo>
                  <a:lnTo>
                    <a:pt x="3378" y="552"/>
                  </a:lnTo>
                  <a:lnTo>
                    <a:pt x="3372" y="552"/>
                  </a:lnTo>
                  <a:lnTo>
                    <a:pt x="3372" y="558"/>
                  </a:lnTo>
                  <a:lnTo>
                    <a:pt x="3384" y="570"/>
                  </a:lnTo>
                  <a:lnTo>
                    <a:pt x="3390" y="582"/>
                  </a:lnTo>
                  <a:lnTo>
                    <a:pt x="3390" y="594"/>
                  </a:lnTo>
                  <a:lnTo>
                    <a:pt x="3372" y="618"/>
                  </a:lnTo>
                  <a:lnTo>
                    <a:pt x="3402" y="636"/>
                  </a:lnTo>
                  <a:lnTo>
                    <a:pt x="3480" y="606"/>
                  </a:lnTo>
                  <a:lnTo>
                    <a:pt x="3474" y="600"/>
                  </a:lnTo>
                  <a:lnTo>
                    <a:pt x="3468" y="600"/>
                  </a:lnTo>
                  <a:lnTo>
                    <a:pt x="3468" y="594"/>
                  </a:lnTo>
                  <a:lnTo>
                    <a:pt x="3474" y="588"/>
                  </a:lnTo>
                  <a:lnTo>
                    <a:pt x="3486" y="582"/>
                  </a:lnTo>
                  <a:lnTo>
                    <a:pt x="3522" y="582"/>
                  </a:lnTo>
                  <a:lnTo>
                    <a:pt x="3546" y="594"/>
                  </a:lnTo>
                  <a:lnTo>
                    <a:pt x="3552" y="600"/>
                  </a:lnTo>
                  <a:lnTo>
                    <a:pt x="3606" y="594"/>
                  </a:lnTo>
                  <a:lnTo>
                    <a:pt x="3600" y="570"/>
                  </a:lnTo>
                  <a:lnTo>
                    <a:pt x="3630" y="570"/>
                  </a:lnTo>
                  <a:lnTo>
                    <a:pt x="3648" y="564"/>
                  </a:lnTo>
                  <a:lnTo>
                    <a:pt x="3666" y="564"/>
                  </a:lnTo>
                  <a:lnTo>
                    <a:pt x="3690" y="552"/>
                  </a:lnTo>
                  <a:lnTo>
                    <a:pt x="3696" y="546"/>
                  </a:lnTo>
                  <a:lnTo>
                    <a:pt x="3702" y="534"/>
                  </a:lnTo>
                  <a:lnTo>
                    <a:pt x="3714" y="522"/>
                  </a:lnTo>
                  <a:lnTo>
                    <a:pt x="3720" y="522"/>
                  </a:lnTo>
                  <a:lnTo>
                    <a:pt x="3714" y="516"/>
                  </a:lnTo>
                  <a:lnTo>
                    <a:pt x="3708" y="516"/>
                  </a:lnTo>
                  <a:close/>
                  <a:moveTo>
                    <a:pt x="3792" y="150"/>
                  </a:moveTo>
                  <a:lnTo>
                    <a:pt x="3738" y="156"/>
                  </a:lnTo>
                  <a:lnTo>
                    <a:pt x="3756" y="180"/>
                  </a:lnTo>
                  <a:lnTo>
                    <a:pt x="3792" y="150"/>
                  </a:lnTo>
                  <a:close/>
                  <a:moveTo>
                    <a:pt x="3612" y="480"/>
                  </a:moveTo>
                  <a:lnTo>
                    <a:pt x="3636" y="468"/>
                  </a:lnTo>
                  <a:lnTo>
                    <a:pt x="3642" y="456"/>
                  </a:lnTo>
                  <a:lnTo>
                    <a:pt x="3654" y="450"/>
                  </a:lnTo>
                  <a:lnTo>
                    <a:pt x="3660" y="438"/>
                  </a:lnTo>
                  <a:lnTo>
                    <a:pt x="3660" y="432"/>
                  </a:lnTo>
                  <a:lnTo>
                    <a:pt x="3654" y="426"/>
                  </a:lnTo>
                  <a:lnTo>
                    <a:pt x="3642" y="426"/>
                  </a:lnTo>
                  <a:lnTo>
                    <a:pt x="3630" y="420"/>
                  </a:lnTo>
                  <a:lnTo>
                    <a:pt x="3588" y="420"/>
                  </a:lnTo>
                  <a:lnTo>
                    <a:pt x="3570" y="426"/>
                  </a:lnTo>
                  <a:lnTo>
                    <a:pt x="3552" y="426"/>
                  </a:lnTo>
                  <a:lnTo>
                    <a:pt x="3534" y="438"/>
                  </a:lnTo>
                  <a:lnTo>
                    <a:pt x="3516" y="444"/>
                  </a:lnTo>
                  <a:lnTo>
                    <a:pt x="3504" y="450"/>
                  </a:lnTo>
                  <a:lnTo>
                    <a:pt x="3504" y="462"/>
                  </a:lnTo>
                  <a:lnTo>
                    <a:pt x="3528" y="468"/>
                  </a:lnTo>
                  <a:lnTo>
                    <a:pt x="3600" y="480"/>
                  </a:lnTo>
                  <a:lnTo>
                    <a:pt x="3612" y="480"/>
                  </a:lnTo>
                  <a:close/>
                  <a:moveTo>
                    <a:pt x="3954" y="180"/>
                  </a:moveTo>
                  <a:lnTo>
                    <a:pt x="3900" y="192"/>
                  </a:lnTo>
                  <a:lnTo>
                    <a:pt x="3936" y="210"/>
                  </a:lnTo>
                  <a:lnTo>
                    <a:pt x="3924" y="216"/>
                  </a:lnTo>
                  <a:lnTo>
                    <a:pt x="3918" y="222"/>
                  </a:lnTo>
                  <a:lnTo>
                    <a:pt x="3918" y="228"/>
                  </a:lnTo>
                  <a:lnTo>
                    <a:pt x="3924" y="234"/>
                  </a:lnTo>
                  <a:lnTo>
                    <a:pt x="3936" y="240"/>
                  </a:lnTo>
                  <a:lnTo>
                    <a:pt x="3966" y="240"/>
                  </a:lnTo>
                  <a:lnTo>
                    <a:pt x="3942" y="252"/>
                  </a:lnTo>
                  <a:lnTo>
                    <a:pt x="3954" y="252"/>
                  </a:lnTo>
                  <a:lnTo>
                    <a:pt x="4002" y="276"/>
                  </a:lnTo>
                  <a:lnTo>
                    <a:pt x="4014" y="276"/>
                  </a:lnTo>
                  <a:lnTo>
                    <a:pt x="4026" y="270"/>
                  </a:lnTo>
                  <a:lnTo>
                    <a:pt x="4032" y="264"/>
                  </a:lnTo>
                  <a:lnTo>
                    <a:pt x="4044" y="258"/>
                  </a:lnTo>
                  <a:lnTo>
                    <a:pt x="4050" y="252"/>
                  </a:lnTo>
                  <a:lnTo>
                    <a:pt x="4074" y="246"/>
                  </a:lnTo>
                  <a:lnTo>
                    <a:pt x="4086" y="258"/>
                  </a:lnTo>
                  <a:lnTo>
                    <a:pt x="4092" y="270"/>
                  </a:lnTo>
                  <a:lnTo>
                    <a:pt x="4098" y="276"/>
                  </a:lnTo>
                  <a:lnTo>
                    <a:pt x="4104" y="270"/>
                  </a:lnTo>
                  <a:lnTo>
                    <a:pt x="4116" y="270"/>
                  </a:lnTo>
                  <a:lnTo>
                    <a:pt x="4128" y="264"/>
                  </a:lnTo>
                  <a:lnTo>
                    <a:pt x="4134" y="258"/>
                  </a:lnTo>
                  <a:lnTo>
                    <a:pt x="4146" y="258"/>
                  </a:lnTo>
                  <a:lnTo>
                    <a:pt x="4152" y="252"/>
                  </a:lnTo>
                  <a:lnTo>
                    <a:pt x="4158" y="252"/>
                  </a:lnTo>
                  <a:lnTo>
                    <a:pt x="4170" y="246"/>
                  </a:lnTo>
                  <a:lnTo>
                    <a:pt x="4176" y="234"/>
                  </a:lnTo>
                  <a:lnTo>
                    <a:pt x="4182" y="228"/>
                  </a:lnTo>
                  <a:lnTo>
                    <a:pt x="4194" y="246"/>
                  </a:lnTo>
                  <a:lnTo>
                    <a:pt x="4218" y="222"/>
                  </a:lnTo>
                  <a:lnTo>
                    <a:pt x="4218" y="216"/>
                  </a:lnTo>
                  <a:lnTo>
                    <a:pt x="4236" y="210"/>
                  </a:lnTo>
                  <a:lnTo>
                    <a:pt x="4326" y="210"/>
                  </a:lnTo>
                  <a:lnTo>
                    <a:pt x="4332" y="204"/>
                  </a:lnTo>
                  <a:lnTo>
                    <a:pt x="4332" y="192"/>
                  </a:lnTo>
                  <a:lnTo>
                    <a:pt x="4266" y="186"/>
                  </a:lnTo>
                  <a:lnTo>
                    <a:pt x="4302" y="174"/>
                  </a:lnTo>
                  <a:lnTo>
                    <a:pt x="4302" y="132"/>
                  </a:lnTo>
                  <a:lnTo>
                    <a:pt x="4278" y="132"/>
                  </a:lnTo>
                  <a:lnTo>
                    <a:pt x="4266" y="138"/>
                  </a:lnTo>
                  <a:lnTo>
                    <a:pt x="4260" y="144"/>
                  </a:lnTo>
                  <a:lnTo>
                    <a:pt x="4248" y="150"/>
                  </a:lnTo>
                  <a:lnTo>
                    <a:pt x="4242" y="126"/>
                  </a:lnTo>
                  <a:lnTo>
                    <a:pt x="4194" y="132"/>
                  </a:lnTo>
                  <a:lnTo>
                    <a:pt x="4194" y="120"/>
                  </a:lnTo>
                  <a:lnTo>
                    <a:pt x="4176" y="84"/>
                  </a:lnTo>
                  <a:lnTo>
                    <a:pt x="4140" y="84"/>
                  </a:lnTo>
                  <a:lnTo>
                    <a:pt x="4122" y="90"/>
                  </a:lnTo>
                  <a:lnTo>
                    <a:pt x="4110" y="96"/>
                  </a:lnTo>
                  <a:lnTo>
                    <a:pt x="4104" y="102"/>
                  </a:lnTo>
                  <a:lnTo>
                    <a:pt x="4098" y="102"/>
                  </a:lnTo>
                  <a:lnTo>
                    <a:pt x="4020" y="108"/>
                  </a:lnTo>
                  <a:lnTo>
                    <a:pt x="4044" y="126"/>
                  </a:lnTo>
                  <a:lnTo>
                    <a:pt x="3996" y="126"/>
                  </a:lnTo>
                  <a:lnTo>
                    <a:pt x="3984" y="132"/>
                  </a:lnTo>
                  <a:lnTo>
                    <a:pt x="3972" y="132"/>
                  </a:lnTo>
                  <a:lnTo>
                    <a:pt x="3966" y="138"/>
                  </a:lnTo>
                  <a:lnTo>
                    <a:pt x="3984" y="156"/>
                  </a:lnTo>
                  <a:lnTo>
                    <a:pt x="3972" y="156"/>
                  </a:lnTo>
                  <a:lnTo>
                    <a:pt x="3936" y="150"/>
                  </a:lnTo>
                  <a:lnTo>
                    <a:pt x="3906" y="156"/>
                  </a:lnTo>
                  <a:lnTo>
                    <a:pt x="3888" y="168"/>
                  </a:lnTo>
                  <a:lnTo>
                    <a:pt x="3888" y="174"/>
                  </a:lnTo>
                  <a:lnTo>
                    <a:pt x="3894" y="180"/>
                  </a:lnTo>
                  <a:lnTo>
                    <a:pt x="3954" y="180"/>
                  </a:lnTo>
                  <a:close/>
                  <a:moveTo>
                    <a:pt x="3972" y="294"/>
                  </a:moveTo>
                  <a:lnTo>
                    <a:pt x="3954" y="300"/>
                  </a:lnTo>
                  <a:lnTo>
                    <a:pt x="3942" y="306"/>
                  </a:lnTo>
                  <a:lnTo>
                    <a:pt x="3936" y="312"/>
                  </a:lnTo>
                  <a:lnTo>
                    <a:pt x="3936" y="318"/>
                  </a:lnTo>
                  <a:lnTo>
                    <a:pt x="3966" y="324"/>
                  </a:lnTo>
                  <a:lnTo>
                    <a:pt x="3972" y="324"/>
                  </a:lnTo>
                  <a:lnTo>
                    <a:pt x="3990" y="306"/>
                  </a:lnTo>
                  <a:lnTo>
                    <a:pt x="3990" y="300"/>
                  </a:lnTo>
                  <a:lnTo>
                    <a:pt x="3984" y="294"/>
                  </a:lnTo>
                  <a:lnTo>
                    <a:pt x="3972" y="294"/>
                  </a:lnTo>
                  <a:close/>
                  <a:moveTo>
                    <a:pt x="3738" y="336"/>
                  </a:moveTo>
                  <a:lnTo>
                    <a:pt x="3726" y="336"/>
                  </a:lnTo>
                  <a:lnTo>
                    <a:pt x="3720" y="330"/>
                  </a:lnTo>
                  <a:lnTo>
                    <a:pt x="3672" y="330"/>
                  </a:lnTo>
                  <a:lnTo>
                    <a:pt x="3636" y="336"/>
                  </a:lnTo>
                  <a:lnTo>
                    <a:pt x="3624" y="342"/>
                  </a:lnTo>
                  <a:lnTo>
                    <a:pt x="3642" y="360"/>
                  </a:lnTo>
                  <a:lnTo>
                    <a:pt x="3654" y="360"/>
                  </a:lnTo>
                  <a:lnTo>
                    <a:pt x="3660" y="378"/>
                  </a:lnTo>
                  <a:lnTo>
                    <a:pt x="3768" y="378"/>
                  </a:lnTo>
                  <a:lnTo>
                    <a:pt x="3768" y="390"/>
                  </a:lnTo>
                  <a:lnTo>
                    <a:pt x="3762" y="396"/>
                  </a:lnTo>
                  <a:lnTo>
                    <a:pt x="3762" y="408"/>
                  </a:lnTo>
                  <a:lnTo>
                    <a:pt x="3708" y="450"/>
                  </a:lnTo>
                  <a:lnTo>
                    <a:pt x="3732" y="456"/>
                  </a:lnTo>
                  <a:lnTo>
                    <a:pt x="3720" y="468"/>
                  </a:lnTo>
                  <a:lnTo>
                    <a:pt x="3714" y="468"/>
                  </a:lnTo>
                  <a:lnTo>
                    <a:pt x="3708" y="474"/>
                  </a:lnTo>
                  <a:lnTo>
                    <a:pt x="3708" y="480"/>
                  </a:lnTo>
                  <a:lnTo>
                    <a:pt x="3726" y="480"/>
                  </a:lnTo>
                  <a:lnTo>
                    <a:pt x="3738" y="474"/>
                  </a:lnTo>
                  <a:lnTo>
                    <a:pt x="3744" y="474"/>
                  </a:lnTo>
                  <a:lnTo>
                    <a:pt x="3756" y="468"/>
                  </a:lnTo>
                  <a:lnTo>
                    <a:pt x="3756" y="480"/>
                  </a:lnTo>
                  <a:lnTo>
                    <a:pt x="3792" y="480"/>
                  </a:lnTo>
                  <a:lnTo>
                    <a:pt x="3810" y="474"/>
                  </a:lnTo>
                  <a:lnTo>
                    <a:pt x="3822" y="468"/>
                  </a:lnTo>
                  <a:lnTo>
                    <a:pt x="3840" y="468"/>
                  </a:lnTo>
                  <a:lnTo>
                    <a:pt x="3846" y="462"/>
                  </a:lnTo>
                  <a:lnTo>
                    <a:pt x="3852" y="462"/>
                  </a:lnTo>
                  <a:lnTo>
                    <a:pt x="3858" y="486"/>
                  </a:lnTo>
                  <a:lnTo>
                    <a:pt x="3924" y="480"/>
                  </a:lnTo>
                  <a:lnTo>
                    <a:pt x="4002" y="498"/>
                  </a:lnTo>
                  <a:lnTo>
                    <a:pt x="4098" y="486"/>
                  </a:lnTo>
                  <a:lnTo>
                    <a:pt x="4128" y="468"/>
                  </a:lnTo>
                  <a:lnTo>
                    <a:pt x="4122" y="474"/>
                  </a:lnTo>
                  <a:lnTo>
                    <a:pt x="4122" y="486"/>
                  </a:lnTo>
                  <a:lnTo>
                    <a:pt x="4260" y="486"/>
                  </a:lnTo>
                  <a:lnTo>
                    <a:pt x="4272" y="468"/>
                  </a:lnTo>
                  <a:lnTo>
                    <a:pt x="4338" y="438"/>
                  </a:lnTo>
                  <a:lnTo>
                    <a:pt x="4320" y="432"/>
                  </a:lnTo>
                  <a:lnTo>
                    <a:pt x="4320" y="420"/>
                  </a:lnTo>
                  <a:lnTo>
                    <a:pt x="4314" y="420"/>
                  </a:lnTo>
                  <a:lnTo>
                    <a:pt x="4308" y="414"/>
                  </a:lnTo>
                  <a:lnTo>
                    <a:pt x="4290" y="414"/>
                  </a:lnTo>
                  <a:lnTo>
                    <a:pt x="4278" y="408"/>
                  </a:lnTo>
                  <a:lnTo>
                    <a:pt x="4260" y="408"/>
                  </a:lnTo>
                  <a:lnTo>
                    <a:pt x="4242" y="402"/>
                  </a:lnTo>
                  <a:lnTo>
                    <a:pt x="4206" y="402"/>
                  </a:lnTo>
                  <a:lnTo>
                    <a:pt x="4164" y="414"/>
                  </a:lnTo>
                  <a:lnTo>
                    <a:pt x="4116" y="420"/>
                  </a:lnTo>
                  <a:lnTo>
                    <a:pt x="4074" y="426"/>
                  </a:lnTo>
                  <a:lnTo>
                    <a:pt x="4038" y="438"/>
                  </a:lnTo>
                  <a:lnTo>
                    <a:pt x="4026" y="438"/>
                  </a:lnTo>
                  <a:lnTo>
                    <a:pt x="4014" y="432"/>
                  </a:lnTo>
                  <a:lnTo>
                    <a:pt x="4008" y="426"/>
                  </a:lnTo>
                  <a:lnTo>
                    <a:pt x="3996" y="420"/>
                  </a:lnTo>
                  <a:lnTo>
                    <a:pt x="3984" y="420"/>
                  </a:lnTo>
                  <a:lnTo>
                    <a:pt x="3972" y="426"/>
                  </a:lnTo>
                  <a:lnTo>
                    <a:pt x="3960" y="426"/>
                  </a:lnTo>
                  <a:lnTo>
                    <a:pt x="3948" y="432"/>
                  </a:lnTo>
                  <a:lnTo>
                    <a:pt x="3942" y="438"/>
                  </a:lnTo>
                  <a:lnTo>
                    <a:pt x="3936" y="438"/>
                  </a:lnTo>
                  <a:lnTo>
                    <a:pt x="3912" y="414"/>
                  </a:lnTo>
                  <a:lnTo>
                    <a:pt x="3894" y="426"/>
                  </a:lnTo>
                  <a:lnTo>
                    <a:pt x="3864" y="420"/>
                  </a:lnTo>
                  <a:lnTo>
                    <a:pt x="3894" y="408"/>
                  </a:lnTo>
                  <a:lnTo>
                    <a:pt x="3876" y="396"/>
                  </a:lnTo>
                  <a:lnTo>
                    <a:pt x="3822" y="408"/>
                  </a:lnTo>
                  <a:lnTo>
                    <a:pt x="3858" y="396"/>
                  </a:lnTo>
                  <a:lnTo>
                    <a:pt x="3858" y="390"/>
                  </a:lnTo>
                  <a:lnTo>
                    <a:pt x="3924" y="384"/>
                  </a:lnTo>
                  <a:lnTo>
                    <a:pt x="3888" y="372"/>
                  </a:lnTo>
                  <a:lnTo>
                    <a:pt x="3870" y="372"/>
                  </a:lnTo>
                  <a:lnTo>
                    <a:pt x="3876" y="366"/>
                  </a:lnTo>
                  <a:lnTo>
                    <a:pt x="3876" y="360"/>
                  </a:lnTo>
                  <a:lnTo>
                    <a:pt x="3870" y="354"/>
                  </a:lnTo>
                  <a:lnTo>
                    <a:pt x="3840" y="354"/>
                  </a:lnTo>
                  <a:lnTo>
                    <a:pt x="3822" y="360"/>
                  </a:lnTo>
                  <a:lnTo>
                    <a:pt x="3804" y="360"/>
                  </a:lnTo>
                  <a:lnTo>
                    <a:pt x="3786" y="366"/>
                  </a:lnTo>
                  <a:lnTo>
                    <a:pt x="3774" y="354"/>
                  </a:lnTo>
                  <a:lnTo>
                    <a:pt x="3762" y="348"/>
                  </a:lnTo>
                  <a:lnTo>
                    <a:pt x="3756" y="342"/>
                  </a:lnTo>
                  <a:lnTo>
                    <a:pt x="3744" y="336"/>
                  </a:lnTo>
                  <a:lnTo>
                    <a:pt x="3738" y="336"/>
                  </a:lnTo>
                  <a:close/>
                  <a:moveTo>
                    <a:pt x="3264" y="420"/>
                  </a:moveTo>
                  <a:lnTo>
                    <a:pt x="3282" y="420"/>
                  </a:lnTo>
                  <a:lnTo>
                    <a:pt x="3300" y="426"/>
                  </a:lnTo>
                  <a:lnTo>
                    <a:pt x="3318" y="426"/>
                  </a:lnTo>
                  <a:lnTo>
                    <a:pt x="3330" y="432"/>
                  </a:lnTo>
                  <a:lnTo>
                    <a:pt x="3342" y="432"/>
                  </a:lnTo>
                  <a:lnTo>
                    <a:pt x="3330" y="444"/>
                  </a:lnTo>
                  <a:lnTo>
                    <a:pt x="3324" y="444"/>
                  </a:lnTo>
                  <a:lnTo>
                    <a:pt x="3324" y="456"/>
                  </a:lnTo>
                  <a:lnTo>
                    <a:pt x="3438" y="456"/>
                  </a:lnTo>
                  <a:lnTo>
                    <a:pt x="3462" y="444"/>
                  </a:lnTo>
                  <a:lnTo>
                    <a:pt x="3462" y="432"/>
                  </a:lnTo>
                  <a:lnTo>
                    <a:pt x="3468" y="426"/>
                  </a:lnTo>
                  <a:lnTo>
                    <a:pt x="3480" y="426"/>
                  </a:lnTo>
                  <a:lnTo>
                    <a:pt x="3492" y="420"/>
                  </a:lnTo>
                  <a:lnTo>
                    <a:pt x="3504" y="420"/>
                  </a:lnTo>
                  <a:lnTo>
                    <a:pt x="3510" y="414"/>
                  </a:lnTo>
                  <a:lnTo>
                    <a:pt x="3510" y="408"/>
                  </a:lnTo>
                  <a:lnTo>
                    <a:pt x="3522" y="396"/>
                  </a:lnTo>
                  <a:lnTo>
                    <a:pt x="3534" y="390"/>
                  </a:lnTo>
                  <a:lnTo>
                    <a:pt x="3540" y="384"/>
                  </a:lnTo>
                  <a:lnTo>
                    <a:pt x="3552" y="378"/>
                  </a:lnTo>
                  <a:lnTo>
                    <a:pt x="3552" y="372"/>
                  </a:lnTo>
                  <a:lnTo>
                    <a:pt x="3546" y="366"/>
                  </a:lnTo>
                  <a:lnTo>
                    <a:pt x="3534" y="360"/>
                  </a:lnTo>
                  <a:lnTo>
                    <a:pt x="3510" y="360"/>
                  </a:lnTo>
                  <a:lnTo>
                    <a:pt x="3504" y="366"/>
                  </a:lnTo>
                  <a:lnTo>
                    <a:pt x="3492" y="366"/>
                  </a:lnTo>
                  <a:lnTo>
                    <a:pt x="3486" y="360"/>
                  </a:lnTo>
                  <a:lnTo>
                    <a:pt x="3474" y="360"/>
                  </a:lnTo>
                  <a:lnTo>
                    <a:pt x="3462" y="354"/>
                  </a:lnTo>
                  <a:lnTo>
                    <a:pt x="3450" y="354"/>
                  </a:lnTo>
                  <a:lnTo>
                    <a:pt x="3432" y="348"/>
                  </a:lnTo>
                  <a:lnTo>
                    <a:pt x="3426" y="354"/>
                  </a:lnTo>
                  <a:lnTo>
                    <a:pt x="3420" y="354"/>
                  </a:lnTo>
                  <a:lnTo>
                    <a:pt x="3414" y="366"/>
                  </a:lnTo>
                  <a:lnTo>
                    <a:pt x="3414" y="396"/>
                  </a:lnTo>
                  <a:lnTo>
                    <a:pt x="3396" y="378"/>
                  </a:lnTo>
                  <a:lnTo>
                    <a:pt x="3384" y="372"/>
                  </a:lnTo>
                  <a:lnTo>
                    <a:pt x="3366" y="372"/>
                  </a:lnTo>
                  <a:lnTo>
                    <a:pt x="3354" y="384"/>
                  </a:lnTo>
                  <a:lnTo>
                    <a:pt x="3348" y="396"/>
                  </a:lnTo>
                  <a:lnTo>
                    <a:pt x="3330" y="414"/>
                  </a:lnTo>
                  <a:lnTo>
                    <a:pt x="3324" y="414"/>
                  </a:lnTo>
                  <a:lnTo>
                    <a:pt x="3300" y="366"/>
                  </a:lnTo>
                  <a:lnTo>
                    <a:pt x="3288" y="360"/>
                  </a:lnTo>
                  <a:lnTo>
                    <a:pt x="3258" y="360"/>
                  </a:lnTo>
                  <a:lnTo>
                    <a:pt x="3246" y="366"/>
                  </a:lnTo>
                  <a:lnTo>
                    <a:pt x="3240" y="372"/>
                  </a:lnTo>
                  <a:lnTo>
                    <a:pt x="3240" y="396"/>
                  </a:lnTo>
                  <a:lnTo>
                    <a:pt x="3246" y="408"/>
                  </a:lnTo>
                  <a:lnTo>
                    <a:pt x="3258" y="414"/>
                  </a:lnTo>
                  <a:lnTo>
                    <a:pt x="3264" y="420"/>
                  </a:lnTo>
                  <a:close/>
                  <a:moveTo>
                    <a:pt x="3720" y="288"/>
                  </a:moveTo>
                  <a:lnTo>
                    <a:pt x="3726" y="288"/>
                  </a:lnTo>
                  <a:lnTo>
                    <a:pt x="3732" y="294"/>
                  </a:lnTo>
                  <a:lnTo>
                    <a:pt x="3738" y="306"/>
                  </a:lnTo>
                  <a:lnTo>
                    <a:pt x="3768" y="306"/>
                  </a:lnTo>
                  <a:lnTo>
                    <a:pt x="3780" y="300"/>
                  </a:lnTo>
                  <a:lnTo>
                    <a:pt x="3834" y="300"/>
                  </a:lnTo>
                  <a:lnTo>
                    <a:pt x="3834" y="294"/>
                  </a:lnTo>
                  <a:lnTo>
                    <a:pt x="3828" y="294"/>
                  </a:lnTo>
                  <a:lnTo>
                    <a:pt x="3822" y="288"/>
                  </a:lnTo>
                  <a:lnTo>
                    <a:pt x="3810" y="288"/>
                  </a:lnTo>
                  <a:lnTo>
                    <a:pt x="3804" y="282"/>
                  </a:lnTo>
                  <a:lnTo>
                    <a:pt x="3792" y="282"/>
                  </a:lnTo>
                  <a:lnTo>
                    <a:pt x="3804" y="270"/>
                  </a:lnTo>
                  <a:lnTo>
                    <a:pt x="3816" y="264"/>
                  </a:lnTo>
                  <a:lnTo>
                    <a:pt x="3822" y="264"/>
                  </a:lnTo>
                  <a:lnTo>
                    <a:pt x="3828" y="258"/>
                  </a:lnTo>
                  <a:lnTo>
                    <a:pt x="3822" y="258"/>
                  </a:lnTo>
                  <a:lnTo>
                    <a:pt x="3810" y="252"/>
                  </a:lnTo>
                  <a:lnTo>
                    <a:pt x="3738" y="228"/>
                  </a:lnTo>
                  <a:lnTo>
                    <a:pt x="3732" y="228"/>
                  </a:lnTo>
                  <a:lnTo>
                    <a:pt x="3726" y="234"/>
                  </a:lnTo>
                  <a:lnTo>
                    <a:pt x="3714" y="240"/>
                  </a:lnTo>
                  <a:lnTo>
                    <a:pt x="3702" y="240"/>
                  </a:lnTo>
                  <a:lnTo>
                    <a:pt x="3690" y="252"/>
                  </a:lnTo>
                  <a:lnTo>
                    <a:pt x="3690" y="258"/>
                  </a:lnTo>
                  <a:lnTo>
                    <a:pt x="3696" y="264"/>
                  </a:lnTo>
                  <a:lnTo>
                    <a:pt x="3702" y="276"/>
                  </a:lnTo>
                  <a:lnTo>
                    <a:pt x="3714" y="282"/>
                  </a:lnTo>
                  <a:lnTo>
                    <a:pt x="3720" y="288"/>
                  </a:lnTo>
                  <a:close/>
                  <a:moveTo>
                    <a:pt x="3288" y="504"/>
                  </a:moveTo>
                  <a:lnTo>
                    <a:pt x="3270" y="504"/>
                  </a:lnTo>
                  <a:lnTo>
                    <a:pt x="3234" y="510"/>
                  </a:lnTo>
                  <a:lnTo>
                    <a:pt x="3186" y="516"/>
                  </a:lnTo>
                  <a:lnTo>
                    <a:pt x="3144" y="528"/>
                  </a:lnTo>
                  <a:lnTo>
                    <a:pt x="3132" y="534"/>
                  </a:lnTo>
                  <a:lnTo>
                    <a:pt x="3126" y="540"/>
                  </a:lnTo>
                  <a:lnTo>
                    <a:pt x="3132" y="540"/>
                  </a:lnTo>
                  <a:lnTo>
                    <a:pt x="3150" y="558"/>
                  </a:lnTo>
                  <a:lnTo>
                    <a:pt x="3156" y="570"/>
                  </a:lnTo>
                  <a:lnTo>
                    <a:pt x="3156" y="576"/>
                  </a:lnTo>
                  <a:lnTo>
                    <a:pt x="3138" y="582"/>
                  </a:lnTo>
                  <a:lnTo>
                    <a:pt x="3120" y="570"/>
                  </a:lnTo>
                  <a:lnTo>
                    <a:pt x="3090" y="564"/>
                  </a:lnTo>
                  <a:lnTo>
                    <a:pt x="3048" y="570"/>
                  </a:lnTo>
                  <a:lnTo>
                    <a:pt x="3066" y="606"/>
                  </a:lnTo>
                  <a:lnTo>
                    <a:pt x="3072" y="612"/>
                  </a:lnTo>
                  <a:lnTo>
                    <a:pt x="3084" y="618"/>
                  </a:lnTo>
                  <a:lnTo>
                    <a:pt x="3102" y="624"/>
                  </a:lnTo>
                  <a:lnTo>
                    <a:pt x="3114" y="630"/>
                  </a:lnTo>
                  <a:lnTo>
                    <a:pt x="3120" y="642"/>
                  </a:lnTo>
                  <a:lnTo>
                    <a:pt x="3120" y="654"/>
                  </a:lnTo>
                  <a:lnTo>
                    <a:pt x="3126" y="666"/>
                  </a:lnTo>
                  <a:lnTo>
                    <a:pt x="3126" y="678"/>
                  </a:lnTo>
                  <a:lnTo>
                    <a:pt x="3144" y="678"/>
                  </a:lnTo>
                  <a:lnTo>
                    <a:pt x="3228" y="666"/>
                  </a:lnTo>
                  <a:lnTo>
                    <a:pt x="3264" y="660"/>
                  </a:lnTo>
                  <a:lnTo>
                    <a:pt x="3276" y="654"/>
                  </a:lnTo>
                  <a:lnTo>
                    <a:pt x="3282" y="642"/>
                  </a:lnTo>
                  <a:lnTo>
                    <a:pt x="3288" y="624"/>
                  </a:lnTo>
                  <a:lnTo>
                    <a:pt x="3300" y="600"/>
                  </a:lnTo>
                  <a:lnTo>
                    <a:pt x="3300" y="588"/>
                  </a:lnTo>
                  <a:lnTo>
                    <a:pt x="3228" y="576"/>
                  </a:lnTo>
                  <a:lnTo>
                    <a:pt x="3240" y="570"/>
                  </a:lnTo>
                  <a:lnTo>
                    <a:pt x="3348" y="534"/>
                  </a:lnTo>
                  <a:lnTo>
                    <a:pt x="3360" y="528"/>
                  </a:lnTo>
                  <a:lnTo>
                    <a:pt x="3354" y="522"/>
                  </a:lnTo>
                  <a:lnTo>
                    <a:pt x="3342" y="516"/>
                  </a:lnTo>
                  <a:lnTo>
                    <a:pt x="3324" y="510"/>
                  </a:lnTo>
                  <a:lnTo>
                    <a:pt x="3312" y="510"/>
                  </a:lnTo>
                  <a:lnTo>
                    <a:pt x="3300" y="504"/>
                  </a:lnTo>
                  <a:lnTo>
                    <a:pt x="3288" y="504"/>
                  </a:lnTo>
                  <a:close/>
                  <a:moveTo>
                    <a:pt x="2898" y="744"/>
                  </a:moveTo>
                  <a:lnTo>
                    <a:pt x="2880" y="738"/>
                  </a:lnTo>
                  <a:lnTo>
                    <a:pt x="2796" y="738"/>
                  </a:lnTo>
                  <a:lnTo>
                    <a:pt x="2874" y="696"/>
                  </a:lnTo>
                  <a:lnTo>
                    <a:pt x="2880" y="684"/>
                  </a:lnTo>
                  <a:lnTo>
                    <a:pt x="2886" y="654"/>
                  </a:lnTo>
                  <a:lnTo>
                    <a:pt x="2898" y="624"/>
                  </a:lnTo>
                  <a:lnTo>
                    <a:pt x="2898" y="588"/>
                  </a:lnTo>
                  <a:lnTo>
                    <a:pt x="2880" y="570"/>
                  </a:lnTo>
                  <a:lnTo>
                    <a:pt x="2850" y="570"/>
                  </a:lnTo>
                  <a:lnTo>
                    <a:pt x="2814" y="576"/>
                  </a:lnTo>
                  <a:lnTo>
                    <a:pt x="2796" y="582"/>
                  </a:lnTo>
                  <a:lnTo>
                    <a:pt x="2784" y="588"/>
                  </a:lnTo>
                  <a:lnTo>
                    <a:pt x="2784" y="594"/>
                  </a:lnTo>
                  <a:lnTo>
                    <a:pt x="2766" y="612"/>
                  </a:lnTo>
                  <a:lnTo>
                    <a:pt x="2760" y="630"/>
                  </a:lnTo>
                  <a:lnTo>
                    <a:pt x="2736" y="654"/>
                  </a:lnTo>
                  <a:lnTo>
                    <a:pt x="2718" y="666"/>
                  </a:lnTo>
                  <a:lnTo>
                    <a:pt x="2706" y="672"/>
                  </a:lnTo>
                  <a:lnTo>
                    <a:pt x="2700" y="672"/>
                  </a:lnTo>
                  <a:lnTo>
                    <a:pt x="2694" y="666"/>
                  </a:lnTo>
                  <a:lnTo>
                    <a:pt x="2694" y="660"/>
                  </a:lnTo>
                  <a:lnTo>
                    <a:pt x="2700" y="654"/>
                  </a:lnTo>
                  <a:lnTo>
                    <a:pt x="2706" y="642"/>
                  </a:lnTo>
                  <a:lnTo>
                    <a:pt x="2712" y="636"/>
                  </a:lnTo>
                  <a:lnTo>
                    <a:pt x="2718" y="624"/>
                  </a:lnTo>
                  <a:lnTo>
                    <a:pt x="2718" y="612"/>
                  </a:lnTo>
                  <a:lnTo>
                    <a:pt x="2724" y="606"/>
                  </a:lnTo>
                  <a:lnTo>
                    <a:pt x="2724" y="600"/>
                  </a:lnTo>
                  <a:lnTo>
                    <a:pt x="2706" y="594"/>
                  </a:lnTo>
                  <a:lnTo>
                    <a:pt x="2676" y="588"/>
                  </a:lnTo>
                  <a:lnTo>
                    <a:pt x="2628" y="588"/>
                  </a:lnTo>
                  <a:lnTo>
                    <a:pt x="2622" y="606"/>
                  </a:lnTo>
                  <a:lnTo>
                    <a:pt x="2610" y="612"/>
                  </a:lnTo>
                  <a:lnTo>
                    <a:pt x="2586" y="618"/>
                  </a:lnTo>
                  <a:lnTo>
                    <a:pt x="2550" y="624"/>
                  </a:lnTo>
                  <a:lnTo>
                    <a:pt x="2508" y="630"/>
                  </a:lnTo>
                  <a:lnTo>
                    <a:pt x="2490" y="630"/>
                  </a:lnTo>
                  <a:lnTo>
                    <a:pt x="2496" y="624"/>
                  </a:lnTo>
                  <a:lnTo>
                    <a:pt x="2508" y="618"/>
                  </a:lnTo>
                  <a:lnTo>
                    <a:pt x="2520" y="618"/>
                  </a:lnTo>
                  <a:lnTo>
                    <a:pt x="2538" y="612"/>
                  </a:lnTo>
                  <a:lnTo>
                    <a:pt x="2550" y="606"/>
                  </a:lnTo>
                  <a:lnTo>
                    <a:pt x="2586" y="594"/>
                  </a:lnTo>
                  <a:lnTo>
                    <a:pt x="2598" y="588"/>
                  </a:lnTo>
                  <a:lnTo>
                    <a:pt x="2604" y="588"/>
                  </a:lnTo>
                  <a:lnTo>
                    <a:pt x="2604" y="582"/>
                  </a:lnTo>
                  <a:lnTo>
                    <a:pt x="2592" y="576"/>
                  </a:lnTo>
                  <a:lnTo>
                    <a:pt x="2556" y="576"/>
                  </a:lnTo>
                  <a:lnTo>
                    <a:pt x="2496" y="594"/>
                  </a:lnTo>
                  <a:lnTo>
                    <a:pt x="2460" y="600"/>
                  </a:lnTo>
                  <a:lnTo>
                    <a:pt x="2466" y="594"/>
                  </a:lnTo>
                  <a:lnTo>
                    <a:pt x="2478" y="588"/>
                  </a:lnTo>
                  <a:lnTo>
                    <a:pt x="2490" y="576"/>
                  </a:lnTo>
                  <a:lnTo>
                    <a:pt x="2502" y="570"/>
                  </a:lnTo>
                  <a:lnTo>
                    <a:pt x="2514" y="558"/>
                  </a:lnTo>
                  <a:lnTo>
                    <a:pt x="2508" y="558"/>
                  </a:lnTo>
                  <a:lnTo>
                    <a:pt x="2508" y="552"/>
                  </a:lnTo>
                  <a:lnTo>
                    <a:pt x="2496" y="552"/>
                  </a:lnTo>
                  <a:lnTo>
                    <a:pt x="2346" y="600"/>
                  </a:lnTo>
                  <a:lnTo>
                    <a:pt x="2328" y="600"/>
                  </a:lnTo>
                  <a:lnTo>
                    <a:pt x="2244" y="624"/>
                  </a:lnTo>
                  <a:lnTo>
                    <a:pt x="2250" y="642"/>
                  </a:lnTo>
                  <a:lnTo>
                    <a:pt x="2190" y="660"/>
                  </a:lnTo>
                  <a:lnTo>
                    <a:pt x="2172" y="678"/>
                  </a:lnTo>
                  <a:lnTo>
                    <a:pt x="2202" y="690"/>
                  </a:lnTo>
                  <a:lnTo>
                    <a:pt x="2208" y="684"/>
                  </a:lnTo>
                  <a:lnTo>
                    <a:pt x="2220" y="678"/>
                  </a:lnTo>
                  <a:lnTo>
                    <a:pt x="2238" y="678"/>
                  </a:lnTo>
                  <a:lnTo>
                    <a:pt x="2244" y="684"/>
                  </a:lnTo>
                  <a:lnTo>
                    <a:pt x="2244" y="690"/>
                  </a:lnTo>
                  <a:lnTo>
                    <a:pt x="2238" y="696"/>
                  </a:lnTo>
                  <a:lnTo>
                    <a:pt x="2226" y="696"/>
                  </a:lnTo>
                  <a:lnTo>
                    <a:pt x="2208" y="702"/>
                  </a:lnTo>
                  <a:lnTo>
                    <a:pt x="2196" y="702"/>
                  </a:lnTo>
                  <a:lnTo>
                    <a:pt x="2160" y="720"/>
                  </a:lnTo>
                  <a:lnTo>
                    <a:pt x="2166" y="732"/>
                  </a:lnTo>
                  <a:lnTo>
                    <a:pt x="2196" y="732"/>
                  </a:lnTo>
                  <a:lnTo>
                    <a:pt x="2238" y="738"/>
                  </a:lnTo>
                  <a:lnTo>
                    <a:pt x="2322" y="738"/>
                  </a:lnTo>
                  <a:lnTo>
                    <a:pt x="2352" y="744"/>
                  </a:lnTo>
                  <a:lnTo>
                    <a:pt x="2352" y="750"/>
                  </a:lnTo>
                  <a:lnTo>
                    <a:pt x="2322" y="762"/>
                  </a:lnTo>
                  <a:lnTo>
                    <a:pt x="2280" y="762"/>
                  </a:lnTo>
                  <a:lnTo>
                    <a:pt x="2172" y="774"/>
                  </a:lnTo>
                  <a:lnTo>
                    <a:pt x="2136" y="774"/>
                  </a:lnTo>
                  <a:lnTo>
                    <a:pt x="2112" y="786"/>
                  </a:lnTo>
                  <a:lnTo>
                    <a:pt x="2106" y="792"/>
                  </a:lnTo>
                  <a:lnTo>
                    <a:pt x="2118" y="804"/>
                  </a:lnTo>
                  <a:lnTo>
                    <a:pt x="2130" y="810"/>
                  </a:lnTo>
                  <a:lnTo>
                    <a:pt x="2148" y="810"/>
                  </a:lnTo>
                  <a:lnTo>
                    <a:pt x="2160" y="816"/>
                  </a:lnTo>
                  <a:lnTo>
                    <a:pt x="2178" y="822"/>
                  </a:lnTo>
                  <a:lnTo>
                    <a:pt x="2190" y="828"/>
                  </a:lnTo>
                  <a:lnTo>
                    <a:pt x="2190" y="834"/>
                  </a:lnTo>
                  <a:lnTo>
                    <a:pt x="2184" y="840"/>
                  </a:lnTo>
                  <a:lnTo>
                    <a:pt x="2172" y="840"/>
                  </a:lnTo>
                  <a:lnTo>
                    <a:pt x="2154" y="858"/>
                  </a:lnTo>
                  <a:lnTo>
                    <a:pt x="2166" y="870"/>
                  </a:lnTo>
                  <a:lnTo>
                    <a:pt x="2322" y="870"/>
                  </a:lnTo>
                  <a:lnTo>
                    <a:pt x="2370" y="864"/>
                  </a:lnTo>
                  <a:lnTo>
                    <a:pt x="2436" y="858"/>
                  </a:lnTo>
                  <a:lnTo>
                    <a:pt x="2508" y="846"/>
                  </a:lnTo>
                  <a:lnTo>
                    <a:pt x="2574" y="840"/>
                  </a:lnTo>
                  <a:lnTo>
                    <a:pt x="2616" y="828"/>
                  </a:lnTo>
                  <a:lnTo>
                    <a:pt x="2652" y="828"/>
                  </a:lnTo>
                  <a:lnTo>
                    <a:pt x="2736" y="864"/>
                  </a:lnTo>
                  <a:lnTo>
                    <a:pt x="2778" y="876"/>
                  </a:lnTo>
                  <a:lnTo>
                    <a:pt x="2796" y="876"/>
                  </a:lnTo>
                  <a:lnTo>
                    <a:pt x="2814" y="870"/>
                  </a:lnTo>
                  <a:lnTo>
                    <a:pt x="2832" y="852"/>
                  </a:lnTo>
                  <a:lnTo>
                    <a:pt x="2838" y="840"/>
                  </a:lnTo>
                  <a:lnTo>
                    <a:pt x="2844" y="834"/>
                  </a:lnTo>
                  <a:lnTo>
                    <a:pt x="2844" y="822"/>
                  </a:lnTo>
                  <a:lnTo>
                    <a:pt x="2766" y="822"/>
                  </a:lnTo>
                  <a:lnTo>
                    <a:pt x="2802" y="798"/>
                  </a:lnTo>
                  <a:lnTo>
                    <a:pt x="2850" y="798"/>
                  </a:lnTo>
                  <a:lnTo>
                    <a:pt x="2898" y="792"/>
                  </a:lnTo>
                  <a:lnTo>
                    <a:pt x="2910" y="786"/>
                  </a:lnTo>
                  <a:lnTo>
                    <a:pt x="2916" y="786"/>
                  </a:lnTo>
                  <a:lnTo>
                    <a:pt x="2922" y="780"/>
                  </a:lnTo>
                  <a:lnTo>
                    <a:pt x="2916" y="768"/>
                  </a:lnTo>
                  <a:lnTo>
                    <a:pt x="2898" y="750"/>
                  </a:lnTo>
                  <a:lnTo>
                    <a:pt x="2898" y="744"/>
                  </a:lnTo>
                  <a:close/>
                  <a:moveTo>
                    <a:pt x="2868" y="882"/>
                  </a:moveTo>
                  <a:lnTo>
                    <a:pt x="2886" y="882"/>
                  </a:lnTo>
                  <a:lnTo>
                    <a:pt x="2904" y="876"/>
                  </a:lnTo>
                  <a:lnTo>
                    <a:pt x="2910" y="870"/>
                  </a:lnTo>
                  <a:lnTo>
                    <a:pt x="2910" y="864"/>
                  </a:lnTo>
                  <a:lnTo>
                    <a:pt x="2904" y="858"/>
                  </a:lnTo>
                  <a:lnTo>
                    <a:pt x="2880" y="858"/>
                  </a:lnTo>
                  <a:lnTo>
                    <a:pt x="2868" y="870"/>
                  </a:lnTo>
                  <a:lnTo>
                    <a:pt x="2868" y="882"/>
                  </a:lnTo>
                  <a:close/>
                  <a:moveTo>
                    <a:pt x="3276" y="330"/>
                  </a:moveTo>
                  <a:lnTo>
                    <a:pt x="3288" y="330"/>
                  </a:lnTo>
                  <a:lnTo>
                    <a:pt x="3294" y="324"/>
                  </a:lnTo>
                  <a:lnTo>
                    <a:pt x="3300" y="312"/>
                  </a:lnTo>
                  <a:lnTo>
                    <a:pt x="3300" y="306"/>
                  </a:lnTo>
                  <a:lnTo>
                    <a:pt x="3294" y="294"/>
                  </a:lnTo>
                  <a:lnTo>
                    <a:pt x="3288" y="288"/>
                  </a:lnTo>
                  <a:lnTo>
                    <a:pt x="3276" y="288"/>
                  </a:lnTo>
                  <a:lnTo>
                    <a:pt x="3270" y="300"/>
                  </a:lnTo>
                  <a:lnTo>
                    <a:pt x="3264" y="306"/>
                  </a:lnTo>
                  <a:lnTo>
                    <a:pt x="3264" y="324"/>
                  </a:lnTo>
                  <a:lnTo>
                    <a:pt x="3270" y="330"/>
                  </a:lnTo>
                  <a:lnTo>
                    <a:pt x="3276" y="330"/>
                  </a:lnTo>
                  <a:close/>
                  <a:moveTo>
                    <a:pt x="3462" y="228"/>
                  </a:moveTo>
                  <a:lnTo>
                    <a:pt x="3450" y="240"/>
                  </a:lnTo>
                  <a:lnTo>
                    <a:pt x="3450" y="252"/>
                  </a:lnTo>
                  <a:lnTo>
                    <a:pt x="3456" y="258"/>
                  </a:lnTo>
                  <a:lnTo>
                    <a:pt x="3528" y="258"/>
                  </a:lnTo>
                  <a:lnTo>
                    <a:pt x="3546" y="276"/>
                  </a:lnTo>
                  <a:lnTo>
                    <a:pt x="3558" y="282"/>
                  </a:lnTo>
                  <a:lnTo>
                    <a:pt x="3588" y="282"/>
                  </a:lnTo>
                  <a:lnTo>
                    <a:pt x="3612" y="270"/>
                  </a:lnTo>
                  <a:lnTo>
                    <a:pt x="3618" y="264"/>
                  </a:lnTo>
                  <a:lnTo>
                    <a:pt x="3606" y="252"/>
                  </a:lnTo>
                  <a:lnTo>
                    <a:pt x="3636" y="246"/>
                  </a:lnTo>
                  <a:lnTo>
                    <a:pt x="3594" y="210"/>
                  </a:lnTo>
                  <a:lnTo>
                    <a:pt x="3552" y="216"/>
                  </a:lnTo>
                  <a:lnTo>
                    <a:pt x="3534" y="198"/>
                  </a:lnTo>
                  <a:lnTo>
                    <a:pt x="3450" y="198"/>
                  </a:lnTo>
                  <a:lnTo>
                    <a:pt x="3438" y="204"/>
                  </a:lnTo>
                  <a:lnTo>
                    <a:pt x="3426" y="204"/>
                  </a:lnTo>
                  <a:lnTo>
                    <a:pt x="3420" y="210"/>
                  </a:lnTo>
                  <a:lnTo>
                    <a:pt x="3438" y="228"/>
                  </a:lnTo>
                  <a:lnTo>
                    <a:pt x="3462" y="228"/>
                  </a:lnTo>
                  <a:close/>
                  <a:moveTo>
                    <a:pt x="3432" y="1302"/>
                  </a:moveTo>
                  <a:lnTo>
                    <a:pt x="3408" y="1326"/>
                  </a:lnTo>
                  <a:lnTo>
                    <a:pt x="3408" y="1344"/>
                  </a:lnTo>
                  <a:lnTo>
                    <a:pt x="3438" y="1344"/>
                  </a:lnTo>
                  <a:lnTo>
                    <a:pt x="3462" y="1332"/>
                  </a:lnTo>
                  <a:lnTo>
                    <a:pt x="3468" y="1332"/>
                  </a:lnTo>
                  <a:lnTo>
                    <a:pt x="3480" y="1326"/>
                  </a:lnTo>
                  <a:lnTo>
                    <a:pt x="3486" y="1326"/>
                  </a:lnTo>
                  <a:lnTo>
                    <a:pt x="3504" y="1308"/>
                  </a:lnTo>
                  <a:lnTo>
                    <a:pt x="3516" y="1290"/>
                  </a:lnTo>
                  <a:lnTo>
                    <a:pt x="3516" y="1266"/>
                  </a:lnTo>
                  <a:lnTo>
                    <a:pt x="3510" y="1260"/>
                  </a:lnTo>
                  <a:lnTo>
                    <a:pt x="3498" y="1260"/>
                  </a:lnTo>
                  <a:lnTo>
                    <a:pt x="3480" y="1266"/>
                  </a:lnTo>
                  <a:lnTo>
                    <a:pt x="3432" y="1302"/>
                  </a:lnTo>
                  <a:close/>
                  <a:moveTo>
                    <a:pt x="4416" y="1392"/>
                  </a:moveTo>
                  <a:lnTo>
                    <a:pt x="4428" y="1380"/>
                  </a:lnTo>
                  <a:lnTo>
                    <a:pt x="4428" y="1374"/>
                  </a:lnTo>
                  <a:lnTo>
                    <a:pt x="4386" y="1374"/>
                  </a:lnTo>
                  <a:lnTo>
                    <a:pt x="4386" y="1380"/>
                  </a:lnTo>
                  <a:lnTo>
                    <a:pt x="4404" y="1398"/>
                  </a:lnTo>
                  <a:lnTo>
                    <a:pt x="4416" y="1392"/>
                  </a:lnTo>
                  <a:close/>
                  <a:moveTo>
                    <a:pt x="3120" y="2034"/>
                  </a:moveTo>
                  <a:lnTo>
                    <a:pt x="3132" y="2034"/>
                  </a:lnTo>
                  <a:lnTo>
                    <a:pt x="3138" y="2028"/>
                  </a:lnTo>
                  <a:lnTo>
                    <a:pt x="3132" y="2022"/>
                  </a:lnTo>
                  <a:lnTo>
                    <a:pt x="3120" y="2016"/>
                  </a:lnTo>
                  <a:lnTo>
                    <a:pt x="3114" y="2010"/>
                  </a:lnTo>
                  <a:lnTo>
                    <a:pt x="3108" y="2010"/>
                  </a:lnTo>
                  <a:lnTo>
                    <a:pt x="3090" y="2016"/>
                  </a:lnTo>
                  <a:lnTo>
                    <a:pt x="3078" y="2022"/>
                  </a:lnTo>
                  <a:lnTo>
                    <a:pt x="3072" y="2022"/>
                  </a:lnTo>
                  <a:lnTo>
                    <a:pt x="3072" y="2028"/>
                  </a:lnTo>
                  <a:lnTo>
                    <a:pt x="3078" y="2034"/>
                  </a:lnTo>
                  <a:lnTo>
                    <a:pt x="3120" y="2034"/>
                  </a:lnTo>
                  <a:close/>
                  <a:moveTo>
                    <a:pt x="4758" y="996"/>
                  </a:moveTo>
                  <a:lnTo>
                    <a:pt x="4746" y="996"/>
                  </a:lnTo>
                  <a:lnTo>
                    <a:pt x="4734" y="984"/>
                  </a:lnTo>
                  <a:lnTo>
                    <a:pt x="4704" y="1008"/>
                  </a:lnTo>
                  <a:lnTo>
                    <a:pt x="4704" y="978"/>
                  </a:lnTo>
                  <a:lnTo>
                    <a:pt x="4662" y="978"/>
                  </a:lnTo>
                  <a:lnTo>
                    <a:pt x="4668" y="978"/>
                  </a:lnTo>
                  <a:lnTo>
                    <a:pt x="4674" y="972"/>
                  </a:lnTo>
                  <a:lnTo>
                    <a:pt x="4686" y="972"/>
                  </a:lnTo>
                  <a:lnTo>
                    <a:pt x="4698" y="966"/>
                  </a:lnTo>
                  <a:lnTo>
                    <a:pt x="4704" y="954"/>
                  </a:lnTo>
                  <a:lnTo>
                    <a:pt x="4704" y="948"/>
                  </a:lnTo>
                  <a:lnTo>
                    <a:pt x="4698" y="942"/>
                  </a:lnTo>
                  <a:lnTo>
                    <a:pt x="4680" y="942"/>
                  </a:lnTo>
                  <a:lnTo>
                    <a:pt x="4668" y="936"/>
                  </a:lnTo>
                  <a:lnTo>
                    <a:pt x="4650" y="936"/>
                  </a:lnTo>
                  <a:lnTo>
                    <a:pt x="4632" y="930"/>
                  </a:lnTo>
                  <a:lnTo>
                    <a:pt x="4620" y="930"/>
                  </a:lnTo>
                  <a:lnTo>
                    <a:pt x="4614" y="918"/>
                  </a:lnTo>
                  <a:lnTo>
                    <a:pt x="4566" y="912"/>
                  </a:lnTo>
                  <a:lnTo>
                    <a:pt x="4500" y="870"/>
                  </a:lnTo>
                  <a:lnTo>
                    <a:pt x="4566" y="864"/>
                  </a:lnTo>
                  <a:lnTo>
                    <a:pt x="4536" y="840"/>
                  </a:lnTo>
                  <a:lnTo>
                    <a:pt x="4542" y="840"/>
                  </a:lnTo>
                  <a:lnTo>
                    <a:pt x="4548" y="834"/>
                  </a:lnTo>
                  <a:lnTo>
                    <a:pt x="4584" y="834"/>
                  </a:lnTo>
                  <a:lnTo>
                    <a:pt x="4596" y="840"/>
                  </a:lnTo>
                  <a:lnTo>
                    <a:pt x="4638" y="840"/>
                  </a:lnTo>
                  <a:lnTo>
                    <a:pt x="4638" y="834"/>
                  </a:lnTo>
                  <a:lnTo>
                    <a:pt x="4632" y="828"/>
                  </a:lnTo>
                  <a:lnTo>
                    <a:pt x="4614" y="822"/>
                  </a:lnTo>
                  <a:lnTo>
                    <a:pt x="4596" y="822"/>
                  </a:lnTo>
                  <a:lnTo>
                    <a:pt x="4578" y="816"/>
                  </a:lnTo>
                  <a:lnTo>
                    <a:pt x="4518" y="816"/>
                  </a:lnTo>
                  <a:lnTo>
                    <a:pt x="4536" y="816"/>
                  </a:lnTo>
                  <a:lnTo>
                    <a:pt x="4620" y="804"/>
                  </a:lnTo>
                  <a:lnTo>
                    <a:pt x="4638" y="798"/>
                  </a:lnTo>
                  <a:lnTo>
                    <a:pt x="4638" y="792"/>
                  </a:lnTo>
                  <a:lnTo>
                    <a:pt x="4632" y="792"/>
                  </a:lnTo>
                  <a:lnTo>
                    <a:pt x="4626" y="786"/>
                  </a:lnTo>
                  <a:lnTo>
                    <a:pt x="4608" y="786"/>
                  </a:lnTo>
                  <a:lnTo>
                    <a:pt x="4500" y="798"/>
                  </a:lnTo>
                  <a:lnTo>
                    <a:pt x="4560" y="762"/>
                  </a:lnTo>
                  <a:lnTo>
                    <a:pt x="4620" y="762"/>
                  </a:lnTo>
                  <a:lnTo>
                    <a:pt x="4626" y="756"/>
                  </a:lnTo>
                  <a:lnTo>
                    <a:pt x="4620" y="750"/>
                  </a:lnTo>
                  <a:lnTo>
                    <a:pt x="4584" y="738"/>
                  </a:lnTo>
                  <a:lnTo>
                    <a:pt x="4572" y="732"/>
                  </a:lnTo>
                  <a:lnTo>
                    <a:pt x="4554" y="732"/>
                  </a:lnTo>
                  <a:lnTo>
                    <a:pt x="4518" y="750"/>
                  </a:lnTo>
                  <a:lnTo>
                    <a:pt x="4500" y="744"/>
                  </a:lnTo>
                  <a:lnTo>
                    <a:pt x="4458" y="774"/>
                  </a:lnTo>
                  <a:lnTo>
                    <a:pt x="4464" y="756"/>
                  </a:lnTo>
                  <a:lnTo>
                    <a:pt x="4440" y="774"/>
                  </a:lnTo>
                  <a:lnTo>
                    <a:pt x="4464" y="744"/>
                  </a:lnTo>
                  <a:lnTo>
                    <a:pt x="4500" y="744"/>
                  </a:lnTo>
                  <a:lnTo>
                    <a:pt x="4506" y="738"/>
                  </a:lnTo>
                  <a:lnTo>
                    <a:pt x="4518" y="714"/>
                  </a:lnTo>
                  <a:lnTo>
                    <a:pt x="4518" y="708"/>
                  </a:lnTo>
                  <a:lnTo>
                    <a:pt x="4512" y="702"/>
                  </a:lnTo>
                  <a:lnTo>
                    <a:pt x="4506" y="708"/>
                  </a:lnTo>
                  <a:lnTo>
                    <a:pt x="4494" y="714"/>
                  </a:lnTo>
                  <a:lnTo>
                    <a:pt x="4488" y="726"/>
                  </a:lnTo>
                  <a:lnTo>
                    <a:pt x="4452" y="726"/>
                  </a:lnTo>
                  <a:lnTo>
                    <a:pt x="4428" y="738"/>
                  </a:lnTo>
                  <a:lnTo>
                    <a:pt x="4452" y="708"/>
                  </a:lnTo>
                  <a:lnTo>
                    <a:pt x="4482" y="708"/>
                  </a:lnTo>
                  <a:lnTo>
                    <a:pt x="4494" y="702"/>
                  </a:lnTo>
                  <a:lnTo>
                    <a:pt x="4500" y="702"/>
                  </a:lnTo>
                  <a:lnTo>
                    <a:pt x="4506" y="696"/>
                  </a:lnTo>
                  <a:lnTo>
                    <a:pt x="4506" y="690"/>
                  </a:lnTo>
                  <a:lnTo>
                    <a:pt x="4500" y="684"/>
                  </a:lnTo>
                  <a:lnTo>
                    <a:pt x="4458" y="684"/>
                  </a:lnTo>
                  <a:lnTo>
                    <a:pt x="4446" y="690"/>
                  </a:lnTo>
                  <a:lnTo>
                    <a:pt x="4428" y="696"/>
                  </a:lnTo>
                  <a:lnTo>
                    <a:pt x="4422" y="702"/>
                  </a:lnTo>
                  <a:lnTo>
                    <a:pt x="4416" y="702"/>
                  </a:lnTo>
                  <a:lnTo>
                    <a:pt x="4404" y="684"/>
                  </a:lnTo>
                  <a:lnTo>
                    <a:pt x="4380" y="702"/>
                  </a:lnTo>
                  <a:lnTo>
                    <a:pt x="4398" y="672"/>
                  </a:lnTo>
                  <a:lnTo>
                    <a:pt x="4344" y="696"/>
                  </a:lnTo>
                  <a:lnTo>
                    <a:pt x="4344" y="672"/>
                  </a:lnTo>
                  <a:lnTo>
                    <a:pt x="4350" y="672"/>
                  </a:lnTo>
                  <a:lnTo>
                    <a:pt x="4356" y="666"/>
                  </a:lnTo>
                  <a:lnTo>
                    <a:pt x="4368" y="666"/>
                  </a:lnTo>
                  <a:lnTo>
                    <a:pt x="4386" y="660"/>
                  </a:lnTo>
                  <a:lnTo>
                    <a:pt x="4392" y="660"/>
                  </a:lnTo>
                  <a:lnTo>
                    <a:pt x="4398" y="654"/>
                  </a:lnTo>
                  <a:lnTo>
                    <a:pt x="4356" y="654"/>
                  </a:lnTo>
                  <a:lnTo>
                    <a:pt x="4338" y="660"/>
                  </a:lnTo>
                  <a:lnTo>
                    <a:pt x="4326" y="660"/>
                  </a:lnTo>
                  <a:lnTo>
                    <a:pt x="4320" y="648"/>
                  </a:lnTo>
                  <a:lnTo>
                    <a:pt x="4332" y="648"/>
                  </a:lnTo>
                  <a:lnTo>
                    <a:pt x="4356" y="636"/>
                  </a:lnTo>
                  <a:lnTo>
                    <a:pt x="4368" y="636"/>
                  </a:lnTo>
                  <a:lnTo>
                    <a:pt x="4380" y="630"/>
                  </a:lnTo>
                  <a:lnTo>
                    <a:pt x="4386" y="624"/>
                  </a:lnTo>
                  <a:lnTo>
                    <a:pt x="4368" y="618"/>
                  </a:lnTo>
                  <a:lnTo>
                    <a:pt x="4326" y="612"/>
                  </a:lnTo>
                  <a:lnTo>
                    <a:pt x="4290" y="612"/>
                  </a:lnTo>
                  <a:lnTo>
                    <a:pt x="4266" y="606"/>
                  </a:lnTo>
                  <a:lnTo>
                    <a:pt x="4236" y="606"/>
                  </a:lnTo>
                  <a:lnTo>
                    <a:pt x="4230" y="612"/>
                  </a:lnTo>
                  <a:lnTo>
                    <a:pt x="4230" y="618"/>
                  </a:lnTo>
                  <a:lnTo>
                    <a:pt x="4236" y="624"/>
                  </a:lnTo>
                  <a:lnTo>
                    <a:pt x="4242" y="636"/>
                  </a:lnTo>
                  <a:lnTo>
                    <a:pt x="4206" y="630"/>
                  </a:lnTo>
                  <a:lnTo>
                    <a:pt x="4212" y="660"/>
                  </a:lnTo>
                  <a:lnTo>
                    <a:pt x="4194" y="636"/>
                  </a:lnTo>
                  <a:lnTo>
                    <a:pt x="4152" y="660"/>
                  </a:lnTo>
                  <a:lnTo>
                    <a:pt x="4158" y="654"/>
                  </a:lnTo>
                  <a:lnTo>
                    <a:pt x="4158" y="636"/>
                  </a:lnTo>
                  <a:lnTo>
                    <a:pt x="4152" y="630"/>
                  </a:lnTo>
                  <a:lnTo>
                    <a:pt x="4140" y="630"/>
                  </a:lnTo>
                  <a:lnTo>
                    <a:pt x="4122" y="636"/>
                  </a:lnTo>
                  <a:lnTo>
                    <a:pt x="4110" y="642"/>
                  </a:lnTo>
                  <a:lnTo>
                    <a:pt x="4098" y="642"/>
                  </a:lnTo>
                  <a:lnTo>
                    <a:pt x="4086" y="648"/>
                  </a:lnTo>
                  <a:lnTo>
                    <a:pt x="4080" y="654"/>
                  </a:lnTo>
                  <a:lnTo>
                    <a:pt x="4074" y="654"/>
                  </a:lnTo>
                  <a:lnTo>
                    <a:pt x="4092" y="618"/>
                  </a:lnTo>
                  <a:lnTo>
                    <a:pt x="4110" y="618"/>
                  </a:lnTo>
                  <a:lnTo>
                    <a:pt x="4122" y="612"/>
                  </a:lnTo>
                  <a:lnTo>
                    <a:pt x="4134" y="612"/>
                  </a:lnTo>
                  <a:lnTo>
                    <a:pt x="4146" y="606"/>
                  </a:lnTo>
                  <a:lnTo>
                    <a:pt x="4152" y="600"/>
                  </a:lnTo>
                  <a:lnTo>
                    <a:pt x="4152" y="594"/>
                  </a:lnTo>
                  <a:lnTo>
                    <a:pt x="4146" y="582"/>
                  </a:lnTo>
                  <a:lnTo>
                    <a:pt x="4134" y="570"/>
                  </a:lnTo>
                  <a:lnTo>
                    <a:pt x="4152" y="552"/>
                  </a:lnTo>
                  <a:lnTo>
                    <a:pt x="4152" y="540"/>
                  </a:lnTo>
                  <a:lnTo>
                    <a:pt x="4050" y="540"/>
                  </a:lnTo>
                  <a:lnTo>
                    <a:pt x="4026" y="558"/>
                  </a:lnTo>
                  <a:lnTo>
                    <a:pt x="3942" y="558"/>
                  </a:lnTo>
                  <a:lnTo>
                    <a:pt x="3948" y="576"/>
                  </a:lnTo>
                  <a:lnTo>
                    <a:pt x="3978" y="588"/>
                  </a:lnTo>
                  <a:lnTo>
                    <a:pt x="3936" y="576"/>
                  </a:lnTo>
                  <a:lnTo>
                    <a:pt x="3948" y="600"/>
                  </a:lnTo>
                  <a:lnTo>
                    <a:pt x="3936" y="594"/>
                  </a:lnTo>
                  <a:lnTo>
                    <a:pt x="3930" y="594"/>
                  </a:lnTo>
                  <a:lnTo>
                    <a:pt x="3918" y="588"/>
                  </a:lnTo>
                  <a:lnTo>
                    <a:pt x="3894" y="588"/>
                  </a:lnTo>
                  <a:lnTo>
                    <a:pt x="3882" y="594"/>
                  </a:lnTo>
                  <a:lnTo>
                    <a:pt x="3876" y="606"/>
                  </a:lnTo>
                  <a:lnTo>
                    <a:pt x="3882" y="612"/>
                  </a:lnTo>
                  <a:lnTo>
                    <a:pt x="3888" y="624"/>
                  </a:lnTo>
                  <a:lnTo>
                    <a:pt x="3894" y="630"/>
                  </a:lnTo>
                  <a:lnTo>
                    <a:pt x="3900" y="660"/>
                  </a:lnTo>
                  <a:lnTo>
                    <a:pt x="3894" y="660"/>
                  </a:lnTo>
                  <a:lnTo>
                    <a:pt x="3888" y="654"/>
                  </a:lnTo>
                  <a:lnTo>
                    <a:pt x="3864" y="642"/>
                  </a:lnTo>
                  <a:lnTo>
                    <a:pt x="3852" y="642"/>
                  </a:lnTo>
                  <a:lnTo>
                    <a:pt x="3828" y="666"/>
                  </a:lnTo>
                  <a:lnTo>
                    <a:pt x="3828" y="678"/>
                  </a:lnTo>
                  <a:lnTo>
                    <a:pt x="3846" y="678"/>
                  </a:lnTo>
                  <a:lnTo>
                    <a:pt x="3858" y="690"/>
                  </a:lnTo>
                  <a:lnTo>
                    <a:pt x="3810" y="714"/>
                  </a:lnTo>
                  <a:lnTo>
                    <a:pt x="3750" y="720"/>
                  </a:lnTo>
                  <a:lnTo>
                    <a:pt x="3762" y="720"/>
                  </a:lnTo>
                  <a:lnTo>
                    <a:pt x="3798" y="702"/>
                  </a:lnTo>
                  <a:lnTo>
                    <a:pt x="3810" y="690"/>
                  </a:lnTo>
                  <a:lnTo>
                    <a:pt x="3810" y="684"/>
                  </a:lnTo>
                  <a:lnTo>
                    <a:pt x="3804" y="684"/>
                  </a:lnTo>
                  <a:lnTo>
                    <a:pt x="3792" y="672"/>
                  </a:lnTo>
                  <a:lnTo>
                    <a:pt x="3786" y="672"/>
                  </a:lnTo>
                  <a:lnTo>
                    <a:pt x="3786" y="660"/>
                  </a:lnTo>
                  <a:lnTo>
                    <a:pt x="3804" y="642"/>
                  </a:lnTo>
                  <a:lnTo>
                    <a:pt x="3816" y="636"/>
                  </a:lnTo>
                  <a:lnTo>
                    <a:pt x="3828" y="636"/>
                  </a:lnTo>
                  <a:lnTo>
                    <a:pt x="3828" y="606"/>
                  </a:lnTo>
                  <a:lnTo>
                    <a:pt x="3840" y="600"/>
                  </a:lnTo>
                  <a:lnTo>
                    <a:pt x="3858" y="582"/>
                  </a:lnTo>
                  <a:lnTo>
                    <a:pt x="3876" y="576"/>
                  </a:lnTo>
                  <a:lnTo>
                    <a:pt x="3882" y="570"/>
                  </a:lnTo>
                  <a:lnTo>
                    <a:pt x="3894" y="564"/>
                  </a:lnTo>
                  <a:lnTo>
                    <a:pt x="3906" y="564"/>
                  </a:lnTo>
                  <a:lnTo>
                    <a:pt x="3918" y="558"/>
                  </a:lnTo>
                  <a:lnTo>
                    <a:pt x="3936" y="552"/>
                  </a:lnTo>
                  <a:lnTo>
                    <a:pt x="3954" y="552"/>
                  </a:lnTo>
                  <a:lnTo>
                    <a:pt x="3966" y="546"/>
                  </a:lnTo>
                  <a:lnTo>
                    <a:pt x="3972" y="540"/>
                  </a:lnTo>
                  <a:lnTo>
                    <a:pt x="3942" y="534"/>
                  </a:lnTo>
                  <a:lnTo>
                    <a:pt x="3852" y="534"/>
                  </a:lnTo>
                  <a:lnTo>
                    <a:pt x="3822" y="540"/>
                  </a:lnTo>
                  <a:lnTo>
                    <a:pt x="3786" y="558"/>
                  </a:lnTo>
                  <a:lnTo>
                    <a:pt x="3744" y="576"/>
                  </a:lnTo>
                  <a:lnTo>
                    <a:pt x="3720" y="594"/>
                  </a:lnTo>
                  <a:lnTo>
                    <a:pt x="3708" y="600"/>
                  </a:lnTo>
                  <a:lnTo>
                    <a:pt x="3702" y="600"/>
                  </a:lnTo>
                  <a:lnTo>
                    <a:pt x="3696" y="606"/>
                  </a:lnTo>
                  <a:lnTo>
                    <a:pt x="3684" y="606"/>
                  </a:lnTo>
                  <a:lnTo>
                    <a:pt x="3660" y="618"/>
                  </a:lnTo>
                  <a:lnTo>
                    <a:pt x="3654" y="618"/>
                  </a:lnTo>
                  <a:lnTo>
                    <a:pt x="3642" y="624"/>
                  </a:lnTo>
                  <a:lnTo>
                    <a:pt x="3630" y="636"/>
                  </a:lnTo>
                  <a:lnTo>
                    <a:pt x="3618" y="642"/>
                  </a:lnTo>
                  <a:lnTo>
                    <a:pt x="3600" y="660"/>
                  </a:lnTo>
                  <a:lnTo>
                    <a:pt x="3588" y="666"/>
                  </a:lnTo>
                  <a:lnTo>
                    <a:pt x="3582" y="678"/>
                  </a:lnTo>
                  <a:lnTo>
                    <a:pt x="3582" y="684"/>
                  </a:lnTo>
                  <a:lnTo>
                    <a:pt x="3588" y="690"/>
                  </a:lnTo>
                  <a:lnTo>
                    <a:pt x="3612" y="690"/>
                  </a:lnTo>
                  <a:lnTo>
                    <a:pt x="3648" y="696"/>
                  </a:lnTo>
                  <a:lnTo>
                    <a:pt x="3672" y="696"/>
                  </a:lnTo>
                  <a:lnTo>
                    <a:pt x="3684" y="708"/>
                  </a:lnTo>
                  <a:lnTo>
                    <a:pt x="3666" y="714"/>
                  </a:lnTo>
                  <a:lnTo>
                    <a:pt x="3594" y="726"/>
                  </a:lnTo>
                  <a:lnTo>
                    <a:pt x="3570" y="732"/>
                  </a:lnTo>
                  <a:lnTo>
                    <a:pt x="3576" y="738"/>
                  </a:lnTo>
                  <a:lnTo>
                    <a:pt x="3594" y="750"/>
                  </a:lnTo>
                  <a:lnTo>
                    <a:pt x="3630" y="762"/>
                  </a:lnTo>
                  <a:lnTo>
                    <a:pt x="3642" y="768"/>
                  </a:lnTo>
                  <a:lnTo>
                    <a:pt x="3648" y="768"/>
                  </a:lnTo>
                  <a:lnTo>
                    <a:pt x="3690" y="750"/>
                  </a:lnTo>
                  <a:lnTo>
                    <a:pt x="3690" y="762"/>
                  </a:lnTo>
                  <a:lnTo>
                    <a:pt x="3702" y="774"/>
                  </a:lnTo>
                  <a:lnTo>
                    <a:pt x="3744" y="774"/>
                  </a:lnTo>
                  <a:lnTo>
                    <a:pt x="3786" y="780"/>
                  </a:lnTo>
                  <a:lnTo>
                    <a:pt x="3834" y="786"/>
                  </a:lnTo>
                  <a:lnTo>
                    <a:pt x="3876" y="792"/>
                  </a:lnTo>
                  <a:lnTo>
                    <a:pt x="3894" y="792"/>
                  </a:lnTo>
                  <a:lnTo>
                    <a:pt x="3900" y="786"/>
                  </a:lnTo>
                  <a:lnTo>
                    <a:pt x="3894" y="780"/>
                  </a:lnTo>
                  <a:lnTo>
                    <a:pt x="3882" y="774"/>
                  </a:lnTo>
                  <a:lnTo>
                    <a:pt x="3876" y="768"/>
                  </a:lnTo>
                  <a:lnTo>
                    <a:pt x="3894" y="768"/>
                  </a:lnTo>
                  <a:lnTo>
                    <a:pt x="3930" y="774"/>
                  </a:lnTo>
                  <a:lnTo>
                    <a:pt x="3966" y="774"/>
                  </a:lnTo>
                  <a:lnTo>
                    <a:pt x="3990" y="780"/>
                  </a:lnTo>
                  <a:lnTo>
                    <a:pt x="4002" y="780"/>
                  </a:lnTo>
                  <a:lnTo>
                    <a:pt x="4020" y="786"/>
                  </a:lnTo>
                  <a:lnTo>
                    <a:pt x="4032" y="792"/>
                  </a:lnTo>
                  <a:lnTo>
                    <a:pt x="4050" y="792"/>
                  </a:lnTo>
                  <a:lnTo>
                    <a:pt x="4062" y="786"/>
                  </a:lnTo>
                  <a:lnTo>
                    <a:pt x="4062" y="774"/>
                  </a:lnTo>
                  <a:lnTo>
                    <a:pt x="4056" y="768"/>
                  </a:lnTo>
                  <a:lnTo>
                    <a:pt x="4050" y="756"/>
                  </a:lnTo>
                  <a:lnTo>
                    <a:pt x="4044" y="750"/>
                  </a:lnTo>
                  <a:lnTo>
                    <a:pt x="4092" y="738"/>
                  </a:lnTo>
                  <a:lnTo>
                    <a:pt x="4092" y="744"/>
                  </a:lnTo>
                  <a:lnTo>
                    <a:pt x="4098" y="750"/>
                  </a:lnTo>
                  <a:lnTo>
                    <a:pt x="4104" y="762"/>
                  </a:lnTo>
                  <a:lnTo>
                    <a:pt x="4104" y="768"/>
                  </a:lnTo>
                  <a:lnTo>
                    <a:pt x="4110" y="774"/>
                  </a:lnTo>
                  <a:lnTo>
                    <a:pt x="4116" y="774"/>
                  </a:lnTo>
                  <a:lnTo>
                    <a:pt x="4122" y="780"/>
                  </a:lnTo>
                  <a:lnTo>
                    <a:pt x="4134" y="786"/>
                  </a:lnTo>
                  <a:lnTo>
                    <a:pt x="4140" y="792"/>
                  </a:lnTo>
                  <a:lnTo>
                    <a:pt x="4170" y="786"/>
                  </a:lnTo>
                  <a:lnTo>
                    <a:pt x="4170" y="792"/>
                  </a:lnTo>
                  <a:lnTo>
                    <a:pt x="4164" y="798"/>
                  </a:lnTo>
                  <a:lnTo>
                    <a:pt x="4164" y="816"/>
                  </a:lnTo>
                  <a:lnTo>
                    <a:pt x="4170" y="816"/>
                  </a:lnTo>
                  <a:lnTo>
                    <a:pt x="4182" y="822"/>
                  </a:lnTo>
                  <a:lnTo>
                    <a:pt x="4200" y="822"/>
                  </a:lnTo>
                  <a:lnTo>
                    <a:pt x="4206" y="828"/>
                  </a:lnTo>
                  <a:lnTo>
                    <a:pt x="4212" y="828"/>
                  </a:lnTo>
                  <a:lnTo>
                    <a:pt x="4194" y="846"/>
                  </a:lnTo>
                  <a:lnTo>
                    <a:pt x="4194" y="858"/>
                  </a:lnTo>
                  <a:lnTo>
                    <a:pt x="4230" y="858"/>
                  </a:lnTo>
                  <a:lnTo>
                    <a:pt x="4224" y="882"/>
                  </a:lnTo>
                  <a:lnTo>
                    <a:pt x="4236" y="882"/>
                  </a:lnTo>
                  <a:lnTo>
                    <a:pt x="4248" y="888"/>
                  </a:lnTo>
                  <a:lnTo>
                    <a:pt x="4254" y="888"/>
                  </a:lnTo>
                  <a:lnTo>
                    <a:pt x="4278" y="900"/>
                  </a:lnTo>
                  <a:lnTo>
                    <a:pt x="4278" y="924"/>
                  </a:lnTo>
                  <a:lnTo>
                    <a:pt x="4266" y="948"/>
                  </a:lnTo>
                  <a:lnTo>
                    <a:pt x="4254" y="966"/>
                  </a:lnTo>
                  <a:lnTo>
                    <a:pt x="4248" y="978"/>
                  </a:lnTo>
                  <a:lnTo>
                    <a:pt x="4236" y="990"/>
                  </a:lnTo>
                  <a:lnTo>
                    <a:pt x="4218" y="996"/>
                  </a:lnTo>
                  <a:lnTo>
                    <a:pt x="4182" y="1014"/>
                  </a:lnTo>
                  <a:lnTo>
                    <a:pt x="4140" y="1026"/>
                  </a:lnTo>
                  <a:lnTo>
                    <a:pt x="4092" y="1050"/>
                  </a:lnTo>
                  <a:lnTo>
                    <a:pt x="4098" y="1056"/>
                  </a:lnTo>
                  <a:lnTo>
                    <a:pt x="4110" y="1062"/>
                  </a:lnTo>
                  <a:lnTo>
                    <a:pt x="4122" y="1074"/>
                  </a:lnTo>
                  <a:lnTo>
                    <a:pt x="4122" y="1080"/>
                  </a:lnTo>
                  <a:lnTo>
                    <a:pt x="4116" y="1086"/>
                  </a:lnTo>
                  <a:lnTo>
                    <a:pt x="4080" y="1098"/>
                  </a:lnTo>
                  <a:lnTo>
                    <a:pt x="4062" y="1098"/>
                  </a:lnTo>
                  <a:lnTo>
                    <a:pt x="3984" y="1110"/>
                  </a:lnTo>
                  <a:lnTo>
                    <a:pt x="3978" y="1128"/>
                  </a:lnTo>
                  <a:lnTo>
                    <a:pt x="3960" y="1110"/>
                  </a:lnTo>
                  <a:lnTo>
                    <a:pt x="3954" y="1110"/>
                  </a:lnTo>
                  <a:lnTo>
                    <a:pt x="3948" y="1104"/>
                  </a:lnTo>
                  <a:lnTo>
                    <a:pt x="3930" y="1104"/>
                  </a:lnTo>
                  <a:lnTo>
                    <a:pt x="3918" y="1098"/>
                  </a:lnTo>
                  <a:lnTo>
                    <a:pt x="3900" y="1098"/>
                  </a:lnTo>
                  <a:lnTo>
                    <a:pt x="3888" y="1104"/>
                  </a:lnTo>
                  <a:lnTo>
                    <a:pt x="3882" y="1110"/>
                  </a:lnTo>
                  <a:lnTo>
                    <a:pt x="3882" y="1122"/>
                  </a:lnTo>
                  <a:lnTo>
                    <a:pt x="3870" y="1122"/>
                  </a:lnTo>
                  <a:lnTo>
                    <a:pt x="3858" y="1128"/>
                  </a:lnTo>
                  <a:lnTo>
                    <a:pt x="3840" y="1134"/>
                  </a:lnTo>
                  <a:lnTo>
                    <a:pt x="3828" y="1140"/>
                  </a:lnTo>
                  <a:lnTo>
                    <a:pt x="3822" y="1146"/>
                  </a:lnTo>
                  <a:lnTo>
                    <a:pt x="3816" y="1158"/>
                  </a:lnTo>
                  <a:lnTo>
                    <a:pt x="3816" y="1170"/>
                  </a:lnTo>
                  <a:lnTo>
                    <a:pt x="3822" y="1182"/>
                  </a:lnTo>
                  <a:lnTo>
                    <a:pt x="3834" y="1188"/>
                  </a:lnTo>
                  <a:lnTo>
                    <a:pt x="3864" y="1188"/>
                  </a:lnTo>
                  <a:lnTo>
                    <a:pt x="3876" y="1182"/>
                  </a:lnTo>
                  <a:lnTo>
                    <a:pt x="3894" y="1182"/>
                  </a:lnTo>
                  <a:lnTo>
                    <a:pt x="3906" y="1176"/>
                  </a:lnTo>
                  <a:lnTo>
                    <a:pt x="3924" y="1170"/>
                  </a:lnTo>
                  <a:lnTo>
                    <a:pt x="3936" y="1164"/>
                  </a:lnTo>
                  <a:lnTo>
                    <a:pt x="3966" y="1164"/>
                  </a:lnTo>
                  <a:lnTo>
                    <a:pt x="3978" y="1176"/>
                  </a:lnTo>
                  <a:lnTo>
                    <a:pt x="3996" y="1176"/>
                  </a:lnTo>
                  <a:lnTo>
                    <a:pt x="4002" y="1170"/>
                  </a:lnTo>
                  <a:lnTo>
                    <a:pt x="4002" y="1152"/>
                  </a:lnTo>
                  <a:lnTo>
                    <a:pt x="4026" y="1128"/>
                  </a:lnTo>
                  <a:lnTo>
                    <a:pt x="4014" y="1140"/>
                  </a:lnTo>
                  <a:lnTo>
                    <a:pt x="4014" y="1146"/>
                  </a:lnTo>
                  <a:lnTo>
                    <a:pt x="4020" y="1152"/>
                  </a:lnTo>
                  <a:lnTo>
                    <a:pt x="4086" y="1152"/>
                  </a:lnTo>
                  <a:lnTo>
                    <a:pt x="4080" y="1158"/>
                  </a:lnTo>
                  <a:lnTo>
                    <a:pt x="4068" y="1164"/>
                  </a:lnTo>
                  <a:lnTo>
                    <a:pt x="4062" y="1170"/>
                  </a:lnTo>
                  <a:lnTo>
                    <a:pt x="4062" y="1176"/>
                  </a:lnTo>
                  <a:lnTo>
                    <a:pt x="4068" y="1182"/>
                  </a:lnTo>
                  <a:lnTo>
                    <a:pt x="4080" y="1182"/>
                  </a:lnTo>
                  <a:lnTo>
                    <a:pt x="4086" y="1188"/>
                  </a:lnTo>
                  <a:lnTo>
                    <a:pt x="4098" y="1188"/>
                  </a:lnTo>
                  <a:lnTo>
                    <a:pt x="4086" y="1200"/>
                  </a:lnTo>
                  <a:lnTo>
                    <a:pt x="4086" y="1206"/>
                  </a:lnTo>
                  <a:lnTo>
                    <a:pt x="4092" y="1212"/>
                  </a:lnTo>
                  <a:lnTo>
                    <a:pt x="4116" y="1224"/>
                  </a:lnTo>
                  <a:lnTo>
                    <a:pt x="4146" y="1224"/>
                  </a:lnTo>
                  <a:lnTo>
                    <a:pt x="4098" y="1242"/>
                  </a:lnTo>
                  <a:lnTo>
                    <a:pt x="4098" y="1248"/>
                  </a:lnTo>
                  <a:lnTo>
                    <a:pt x="4110" y="1260"/>
                  </a:lnTo>
                  <a:lnTo>
                    <a:pt x="4110" y="1266"/>
                  </a:lnTo>
                  <a:lnTo>
                    <a:pt x="4116" y="1272"/>
                  </a:lnTo>
                  <a:lnTo>
                    <a:pt x="4122" y="1266"/>
                  </a:lnTo>
                  <a:lnTo>
                    <a:pt x="4128" y="1266"/>
                  </a:lnTo>
                  <a:lnTo>
                    <a:pt x="4140" y="1260"/>
                  </a:lnTo>
                  <a:lnTo>
                    <a:pt x="4146" y="1272"/>
                  </a:lnTo>
                  <a:lnTo>
                    <a:pt x="4158" y="1284"/>
                  </a:lnTo>
                  <a:lnTo>
                    <a:pt x="4182" y="1284"/>
                  </a:lnTo>
                  <a:lnTo>
                    <a:pt x="4194" y="1290"/>
                  </a:lnTo>
                  <a:lnTo>
                    <a:pt x="4206" y="1290"/>
                  </a:lnTo>
                  <a:lnTo>
                    <a:pt x="4206" y="1308"/>
                  </a:lnTo>
                  <a:lnTo>
                    <a:pt x="4212" y="1314"/>
                  </a:lnTo>
                  <a:lnTo>
                    <a:pt x="4224" y="1320"/>
                  </a:lnTo>
                  <a:lnTo>
                    <a:pt x="4272" y="1320"/>
                  </a:lnTo>
                  <a:lnTo>
                    <a:pt x="4290" y="1326"/>
                  </a:lnTo>
                  <a:lnTo>
                    <a:pt x="4350" y="1356"/>
                  </a:lnTo>
                  <a:lnTo>
                    <a:pt x="4356" y="1362"/>
                  </a:lnTo>
                  <a:lnTo>
                    <a:pt x="4362" y="1362"/>
                  </a:lnTo>
                  <a:lnTo>
                    <a:pt x="4362" y="1356"/>
                  </a:lnTo>
                  <a:lnTo>
                    <a:pt x="4368" y="1350"/>
                  </a:lnTo>
                  <a:lnTo>
                    <a:pt x="4368" y="1320"/>
                  </a:lnTo>
                  <a:lnTo>
                    <a:pt x="4362" y="1308"/>
                  </a:lnTo>
                  <a:lnTo>
                    <a:pt x="4350" y="1296"/>
                  </a:lnTo>
                  <a:lnTo>
                    <a:pt x="4338" y="1290"/>
                  </a:lnTo>
                  <a:lnTo>
                    <a:pt x="4320" y="1272"/>
                  </a:lnTo>
                  <a:lnTo>
                    <a:pt x="4314" y="1272"/>
                  </a:lnTo>
                  <a:lnTo>
                    <a:pt x="4308" y="1260"/>
                  </a:lnTo>
                  <a:lnTo>
                    <a:pt x="4302" y="1254"/>
                  </a:lnTo>
                  <a:lnTo>
                    <a:pt x="4290" y="1230"/>
                  </a:lnTo>
                  <a:lnTo>
                    <a:pt x="4290" y="1224"/>
                  </a:lnTo>
                  <a:lnTo>
                    <a:pt x="4308" y="1224"/>
                  </a:lnTo>
                  <a:lnTo>
                    <a:pt x="4314" y="1230"/>
                  </a:lnTo>
                  <a:lnTo>
                    <a:pt x="4326" y="1236"/>
                  </a:lnTo>
                  <a:lnTo>
                    <a:pt x="4332" y="1242"/>
                  </a:lnTo>
                  <a:lnTo>
                    <a:pt x="4332" y="1212"/>
                  </a:lnTo>
                  <a:lnTo>
                    <a:pt x="4332" y="1218"/>
                  </a:lnTo>
                  <a:lnTo>
                    <a:pt x="4344" y="1230"/>
                  </a:lnTo>
                  <a:lnTo>
                    <a:pt x="4350" y="1242"/>
                  </a:lnTo>
                  <a:lnTo>
                    <a:pt x="4362" y="1254"/>
                  </a:lnTo>
                  <a:lnTo>
                    <a:pt x="4374" y="1254"/>
                  </a:lnTo>
                  <a:lnTo>
                    <a:pt x="4386" y="1248"/>
                  </a:lnTo>
                  <a:lnTo>
                    <a:pt x="4398" y="1248"/>
                  </a:lnTo>
                  <a:lnTo>
                    <a:pt x="4398" y="1272"/>
                  </a:lnTo>
                  <a:lnTo>
                    <a:pt x="4404" y="1278"/>
                  </a:lnTo>
                  <a:lnTo>
                    <a:pt x="4416" y="1278"/>
                  </a:lnTo>
                  <a:lnTo>
                    <a:pt x="4428" y="1290"/>
                  </a:lnTo>
                  <a:lnTo>
                    <a:pt x="4452" y="1272"/>
                  </a:lnTo>
                  <a:lnTo>
                    <a:pt x="4464" y="1284"/>
                  </a:lnTo>
                  <a:lnTo>
                    <a:pt x="4470" y="1284"/>
                  </a:lnTo>
                  <a:lnTo>
                    <a:pt x="4476" y="1278"/>
                  </a:lnTo>
                  <a:lnTo>
                    <a:pt x="4476" y="1260"/>
                  </a:lnTo>
                  <a:lnTo>
                    <a:pt x="4470" y="1254"/>
                  </a:lnTo>
                  <a:lnTo>
                    <a:pt x="4488" y="1212"/>
                  </a:lnTo>
                  <a:lnTo>
                    <a:pt x="4488" y="1236"/>
                  </a:lnTo>
                  <a:lnTo>
                    <a:pt x="4500" y="1248"/>
                  </a:lnTo>
                  <a:lnTo>
                    <a:pt x="4512" y="1236"/>
                  </a:lnTo>
                  <a:lnTo>
                    <a:pt x="4518" y="1218"/>
                  </a:lnTo>
                  <a:lnTo>
                    <a:pt x="4518" y="1206"/>
                  </a:lnTo>
                  <a:lnTo>
                    <a:pt x="4494" y="1182"/>
                  </a:lnTo>
                  <a:lnTo>
                    <a:pt x="4518" y="1176"/>
                  </a:lnTo>
                  <a:lnTo>
                    <a:pt x="4500" y="1164"/>
                  </a:lnTo>
                  <a:lnTo>
                    <a:pt x="4500" y="1146"/>
                  </a:lnTo>
                  <a:lnTo>
                    <a:pt x="4470" y="1146"/>
                  </a:lnTo>
                  <a:lnTo>
                    <a:pt x="4470" y="1134"/>
                  </a:lnTo>
                  <a:lnTo>
                    <a:pt x="4446" y="1134"/>
                  </a:lnTo>
                  <a:lnTo>
                    <a:pt x="4446" y="1080"/>
                  </a:lnTo>
                  <a:lnTo>
                    <a:pt x="4416" y="1086"/>
                  </a:lnTo>
                  <a:lnTo>
                    <a:pt x="4410" y="1080"/>
                  </a:lnTo>
                  <a:lnTo>
                    <a:pt x="4410" y="1056"/>
                  </a:lnTo>
                  <a:lnTo>
                    <a:pt x="4416" y="1050"/>
                  </a:lnTo>
                  <a:lnTo>
                    <a:pt x="4428" y="1050"/>
                  </a:lnTo>
                  <a:lnTo>
                    <a:pt x="4434" y="1056"/>
                  </a:lnTo>
                  <a:lnTo>
                    <a:pt x="4446" y="1062"/>
                  </a:lnTo>
                  <a:lnTo>
                    <a:pt x="4452" y="1068"/>
                  </a:lnTo>
                  <a:lnTo>
                    <a:pt x="4458" y="1068"/>
                  </a:lnTo>
                  <a:lnTo>
                    <a:pt x="4464" y="1062"/>
                  </a:lnTo>
                  <a:lnTo>
                    <a:pt x="4464" y="1026"/>
                  </a:lnTo>
                  <a:lnTo>
                    <a:pt x="4488" y="1032"/>
                  </a:lnTo>
                  <a:lnTo>
                    <a:pt x="4524" y="1014"/>
                  </a:lnTo>
                  <a:lnTo>
                    <a:pt x="4524" y="1026"/>
                  </a:lnTo>
                  <a:lnTo>
                    <a:pt x="4530" y="1038"/>
                  </a:lnTo>
                  <a:lnTo>
                    <a:pt x="4530" y="1044"/>
                  </a:lnTo>
                  <a:lnTo>
                    <a:pt x="4536" y="1050"/>
                  </a:lnTo>
                  <a:lnTo>
                    <a:pt x="4548" y="1044"/>
                  </a:lnTo>
                  <a:lnTo>
                    <a:pt x="4566" y="1044"/>
                  </a:lnTo>
                  <a:lnTo>
                    <a:pt x="4554" y="1062"/>
                  </a:lnTo>
                  <a:lnTo>
                    <a:pt x="4578" y="1062"/>
                  </a:lnTo>
                  <a:lnTo>
                    <a:pt x="4566" y="1092"/>
                  </a:lnTo>
                  <a:lnTo>
                    <a:pt x="4566" y="1098"/>
                  </a:lnTo>
                  <a:lnTo>
                    <a:pt x="4584" y="1116"/>
                  </a:lnTo>
                  <a:lnTo>
                    <a:pt x="4590" y="1128"/>
                  </a:lnTo>
                  <a:lnTo>
                    <a:pt x="4614" y="1140"/>
                  </a:lnTo>
                  <a:lnTo>
                    <a:pt x="4626" y="1134"/>
                  </a:lnTo>
                  <a:lnTo>
                    <a:pt x="4638" y="1122"/>
                  </a:lnTo>
                  <a:lnTo>
                    <a:pt x="4656" y="1086"/>
                  </a:lnTo>
                  <a:lnTo>
                    <a:pt x="4656" y="1080"/>
                  </a:lnTo>
                  <a:lnTo>
                    <a:pt x="4662" y="1068"/>
                  </a:lnTo>
                  <a:lnTo>
                    <a:pt x="4668" y="1074"/>
                  </a:lnTo>
                  <a:lnTo>
                    <a:pt x="4680" y="1080"/>
                  </a:lnTo>
                  <a:lnTo>
                    <a:pt x="4692" y="1080"/>
                  </a:lnTo>
                  <a:lnTo>
                    <a:pt x="4698" y="1086"/>
                  </a:lnTo>
                  <a:lnTo>
                    <a:pt x="4710" y="1080"/>
                  </a:lnTo>
                  <a:lnTo>
                    <a:pt x="4722" y="1068"/>
                  </a:lnTo>
                  <a:lnTo>
                    <a:pt x="4728" y="1056"/>
                  </a:lnTo>
                  <a:lnTo>
                    <a:pt x="4728" y="1038"/>
                  </a:lnTo>
                  <a:lnTo>
                    <a:pt x="4794" y="1038"/>
                  </a:lnTo>
                  <a:lnTo>
                    <a:pt x="4806" y="1026"/>
                  </a:lnTo>
                  <a:lnTo>
                    <a:pt x="4812" y="1014"/>
                  </a:lnTo>
                  <a:lnTo>
                    <a:pt x="4800" y="1002"/>
                  </a:lnTo>
                  <a:lnTo>
                    <a:pt x="4788" y="996"/>
                  </a:lnTo>
                  <a:lnTo>
                    <a:pt x="4758" y="996"/>
                  </a:lnTo>
                  <a:close/>
                  <a:moveTo>
                    <a:pt x="4476" y="1308"/>
                  </a:moveTo>
                  <a:lnTo>
                    <a:pt x="4446" y="1308"/>
                  </a:lnTo>
                  <a:lnTo>
                    <a:pt x="4440" y="1326"/>
                  </a:lnTo>
                  <a:lnTo>
                    <a:pt x="4476" y="1320"/>
                  </a:lnTo>
                  <a:lnTo>
                    <a:pt x="4476" y="1308"/>
                  </a:lnTo>
                  <a:close/>
                  <a:moveTo>
                    <a:pt x="4140" y="1290"/>
                  </a:moveTo>
                  <a:lnTo>
                    <a:pt x="4134" y="1290"/>
                  </a:lnTo>
                  <a:lnTo>
                    <a:pt x="4128" y="1296"/>
                  </a:lnTo>
                  <a:lnTo>
                    <a:pt x="4128" y="1308"/>
                  </a:lnTo>
                  <a:lnTo>
                    <a:pt x="4134" y="1314"/>
                  </a:lnTo>
                  <a:lnTo>
                    <a:pt x="4158" y="1314"/>
                  </a:lnTo>
                  <a:lnTo>
                    <a:pt x="4164" y="1308"/>
                  </a:lnTo>
                  <a:lnTo>
                    <a:pt x="4164" y="1296"/>
                  </a:lnTo>
                  <a:lnTo>
                    <a:pt x="4158" y="1290"/>
                  </a:lnTo>
                  <a:lnTo>
                    <a:pt x="4140" y="1290"/>
                  </a:lnTo>
                  <a:close/>
                  <a:moveTo>
                    <a:pt x="3834" y="1242"/>
                  </a:moveTo>
                  <a:lnTo>
                    <a:pt x="3840" y="1236"/>
                  </a:lnTo>
                  <a:lnTo>
                    <a:pt x="3834" y="1230"/>
                  </a:lnTo>
                  <a:lnTo>
                    <a:pt x="3828" y="1230"/>
                  </a:lnTo>
                  <a:lnTo>
                    <a:pt x="3822" y="1224"/>
                  </a:lnTo>
                  <a:lnTo>
                    <a:pt x="3810" y="1224"/>
                  </a:lnTo>
                  <a:lnTo>
                    <a:pt x="3810" y="1236"/>
                  </a:lnTo>
                  <a:lnTo>
                    <a:pt x="3816" y="1242"/>
                  </a:lnTo>
                  <a:lnTo>
                    <a:pt x="3816" y="1248"/>
                  </a:lnTo>
                  <a:lnTo>
                    <a:pt x="3828" y="1248"/>
                  </a:lnTo>
                  <a:lnTo>
                    <a:pt x="3834" y="1242"/>
                  </a:lnTo>
                  <a:close/>
                  <a:moveTo>
                    <a:pt x="4206" y="1452"/>
                  </a:moveTo>
                  <a:lnTo>
                    <a:pt x="4170" y="1452"/>
                  </a:lnTo>
                  <a:lnTo>
                    <a:pt x="4206" y="1476"/>
                  </a:lnTo>
                  <a:lnTo>
                    <a:pt x="4218" y="1470"/>
                  </a:lnTo>
                  <a:lnTo>
                    <a:pt x="4218" y="1458"/>
                  </a:lnTo>
                  <a:lnTo>
                    <a:pt x="4212" y="1458"/>
                  </a:lnTo>
                  <a:lnTo>
                    <a:pt x="4206" y="1452"/>
                  </a:lnTo>
                  <a:close/>
                  <a:moveTo>
                    <a:pt x="4170" y="870"/>
                  </a:moveTo>
                  <a:lnTo>
                    <a:pt x="4152" y="870"/>
                  </a:lnTo>
                  <a:lnTo>
                    <a:pt x="4152" y="876"/>
                  </a:lnTo>
                  <a:lnTo>
                    <a:pt x="4158" y="882"/>
                  </a:lnTo>
                  <a:lnTo>
                    <a:pt x="4164" y="882"/>
                  </a:lnTo>
                  <a:lnTo>
                    <a:pt x="4170" y="888"/>
                  </a:lnTo>
                  <a:lnTo>
                    <a:pt x="4182" y="882"/>
                  </a:lnTo>
                  <a:lnTo>
                    <a:pt x="4188" y="882"/>
                  </a:lnTo>
                  <a:lnTo>
                    <a:pt x="4194" y="876"/>
                  </a:lnTo>
                  <a:lnTo>
                    <a:pt x="4188" y="870"/>
                  </a:lnTo>
                  <a:lnTo>
                    <a:pt x="4170" y="870"/>
                  </a:lnTo>
                  <a:close/>
                  <a:moveTo>
                    <a:pt x="4170" y="936"/>
                  </a:moveTo>
                  <a:lnTo>
                    <a:pt x="4236" y="936"/>
                  </a:lnTo>
                  <a:lnTo>
                    <a:pt x="4236" y="918"/>
                  </a:lnTo>
                  <a:lnTo>
                    <a:pt x="4188" y="918"/>
                  </a:lnTo>
                  <a:lnTo>
                    <a:pt x="4170" y="936"/>
                  </a:lnTo>
                  <a:close/>
                  <a:moveTo>
                    <a:pt x="5574" y="36"/>
                  </a:moveTo>
                  <a:lnTo>
                    <a:pt x="5490" y="36"/>
                  </a:lnTo>
                  <a:lnTo>
                    <a:pt x="5496" y="24"/>
                  </a:lnTo>
                  <a:lnTo>
                    <a:pt x="5490" y="24"/>
                  </a:lnTo>
                  <a:lnTo>
                    <a:pt x="5484" y="18"/>
                  </a:lnTo>
                  <a:lnTo>
                    <a:pt x="5448" y="18"/>
                  </a:lnTo>
                  <a:lnTo>
                    <a:pt x="5430" y="12"/>
                  </a:lnTo>
                  <a:lnTo>
                    <a:pt x="5400" y="12"/>
                  </a:lnTo>
                  <a:lnTo>
                    <a:pt x="5364" y="18"/>
                  </a:lnTo>
                  <a:lnTo>
                    <a:pt x="5334" y="30"/>
                  </a:lnTo>
                  <a:lnTo>
                    <a:pt x="5304" y="36"/>
                  </a:lnTo>
                  <a:lnTo>
                    <a:pt x="5292" y="36"/>
                  </a:lnTo>
                  <a:lnTo>
                    <a:pt x="5346" y="12"/>
                  </a:lnTo>
                  <a:lnTo>
                    <a:pt x="5274" y="18"/>
                  </a:lnTo>
                  <a:lnTo>
                    <a:pt x="5268" y="18"/>
                  </a:lnTo>
                  <a:lnTo>
                    <a:pt x="5262" y="12"/>
                  </a:lnTo>
                  <a:lnTo>
                    <a:pt x="5250" y="12"/>
                  </a:lnTo>
                  <a:lnTo>
                    <a:pt x="5226" y="0"/>
                  </a:lnTo>
                  <a:lnTo>
                    <a:pt x="5196" y="0"/>
                  </a:lnTo>
                  <a:lnTo>
                    <a:pt x="5190" y="6"/>
                  </a:lnTo>
                  <a:lnTo>
                    <a:pt x="5184" y="18"/>
                  </a:lnTo>
                  <a:lnTo>
                    <a:pt x="5178" y="18"/>
                  </a:lnTo>
                  <a:lnTo>
                    <a:pt x="5172" y="12"/>
                  </a:lnTo>
                  <a:lnTo>
                    <a:pt x="5160" y="6"/>
                  </a:lnTo>
                  <a:lnTo>
                    <a:pt x="5148" y="6"/>
                  </a:lnTo>
                  <a:lnTo>
                    <a:pt x="5136" y="0"/>
                  </a:lnTo>
                  <a:lnTo>
                    <a:pt x="5124" y="0"/>
                  </a:lnTo>
                  <a:lnTo>
                    <a:pt x="5112" y="6"/>
                  </a:lnTo>
                  <a:lnTo>
                    <a:pt x="5106" y="12"/>
                  </a:lnTo>
                  <a:lnTo>
                    <a:pt x="5094" y="18"/>
                  </a:lnTo>
                  <a:lnTo>
                    <a:pt x="5088" y="24"/>
                  </a:lnTo>
                  <a:lnTo>
                    <a:pt x="5046" y="12"/>
                  </a:lnTo>
                  <a:lnTo>
                    <a:pt x="4938" y="6"/>
                  </a:lnTo>
                  <a:lnTo>
                    <a:pt x="4968" y="36"/>
                  </a:lnTo>
                  <a:lnTo>
                    <a:pt x="4902" y="12"/>
                  </a:lnTo>
                  <a:lnTo>
                    <a:pt x="4842" y="24"/>
                  </a:lnTo>
                  <a:lnTo>
                    <a:pt x="4830" y="24"/>
                  </a:lnTo>
                  <a:lnTo>
                    <a:pt x="4812" y="18"/>
                  </a:lnTo>
                  <a:lnTo>
                    <a:pt x="4746" y="18"/>
                  </a:lnTo>
                  <a:lnTo>
                    <a:pt x="4710" y="24"/>
                  </a:lnTo>
                  <a:lnTo>
                    <a:pt x="4686" y="36"/>
                  </a:lnTo>
                  <a:lnTo>
                    <a:pt x="4674" y="36"/>
                  </a:lnTo>
                  <a:lnTo>
                    <a:pt x="4764" y="60"/>
                  </a:lnTo>
                  <a:lnTo>
                    <a:pt x="4674" y="48"/>
                  </a:lnTo>
                  <a:lnTo>
                    <a:pt x="4662" y="48"/>
                  </a:lnTo>
                  <a:lnTo>
                    <a:pt x="4590" y="36"/>
                  </a:lnTo>
                  <a:lnTo>
                    <a:pt x="4542" y="36"/>
                  </a:lnTo>
                  <a:lnTo>
                    <a:pt x="4530" y="48"/>
                  </a:lnTo>
                  <a:lnTo>
                    <a:pt x="4530" y="60"/>
                  </a:lnTo>
                  <a:lnTo>
                    <a:pt x="4512" y="60"/>
                  </a:lnTo>
                  <a:lnTo>
                    <a:pt x="4482" y="54"/>
                  </a:lnTo>
                  <a:lnTo>
                    <a:pt x="4392" y="54"/>
                  </a:lnTo>
                  <a:lnTo>
                    <a:pt x="4350" y="60"/>
                  </a:lnTo>
                  <a:lnTo>
                    <a:pt x="4302" y="66"/>
                  </a:lnTo>
                  <a:lnTo>
                    <a:pt x="4260" y="66"/>
                  </a:lnTo>
                  <a:lnTo>
                    <a:pt x="4242" y="72"/>
                  </a:lnTo>
                  <a:lnTo>
                    <a:pt x="4260" y="72"/>
                  </a:lnTo>
                  <a:lnTo>
                    <a:pt x="4266" y="78"/>
                  </a:lnTo>
                  <a:lnTo>
                    <a:pt x="4278" y="78"/>
                  </a:lnTo>
                  <a:lnTo>
                    <a:pt x="4362" y="84"/>
                  </a:lnTo>
                  <a:lnTo>
                    <a:pt x="4278" y="96"/>
                  </a:lnTo>
                  <a:lnTo>
                    <a:pt x="4284" y="96"/>
                  </a:lnTo>
                  <a:lnTo>
                    <a:pt x="4290" y="102"/>
                  </a:lnTo>
                  <a:lnTo>
                    <a:pt x="4314" y="114"/>
                  </a:lnTo>
                  <a:lnTo>
                    <a:pt x="4338" y="114"/>
                  </a:lnTo>
                  <a:lnTo>
                    <a:pt x="4356" y="108"/>
                  </a:lnTo>
                  <a:lnTo>
                    <a:pt x="4392" y="108"/>
                  </a:lnTo>
                  <a:lnTo>
                    <a:pt x="4398" y="102"/>
                  </a:lnTo>
                  <a:lnTo>
                    <a:pt x="4410" y="102"/>
                  </a:lnTo>
                  <a:lnTo>
                    <a:pt x="4416" y="96"/>
                  </a:lnTo>
                  <a:lnTo>
                    <a:pt x="4440" y="96"/>
                  </a:lnTo>
                  <a:lnTo>
                    <a:pt x="4458" y="90"/>
                  </a:lnTo>
                  <a:lnTo>
                    <a:pt x="4500" y="90"/>
                  </a:lnTo>
                  <a:lnTo>
                    <a:pt x="4518" y="96"/>
                  </a:lnTo>
                  <a:lnTo>
                    <a:pt x="4536" y="96"/>
                  </a:lnTo>
                  <a:lnTo>
                    <a:pt x="4548" y="102"/>
                  </a:lnTo>
                  <a:lnTo>
                    <a:pt x="4560" y="102"/>
                  </a:lnTo>
                  <a:lnTo>
                    <a:pt x="4494" y="102"/>
                  </a:lnTo>
                  <a:lnTo>
                    <a:pt x="4482" y="108"/>
                  </a:lnTo>
                  <a:lnTo>
                    <a:pt x="4458" y="108"/>
                  </a:lnTo>
                  <a:lnTo>
                    <a:pt x="4446" y="114"/>
                  </a:lnTo>
                  <a:lnTo>
                    <a:pt x="4434" y="114"/>
                  </a:lnTo>
                  <a:lnTo>
                    <a:pt x="4422" y="120"/>
                  </a:lnTo>
                  <a:lnTo>
                    <a:pt x="4410" y="120"/>
                  </a:lnTo>
                  <a:lnTo>
                    <a:pt x="4404" y="126"/>
                  </a:lnTo>
                  <a:lnTo>
                    <a:pt x="4398" y="126"/>
                  </a:lnTo>
                  <a:lnTo>
                    <a:pt x="4434" y="126"/>
                  </a:lnTo>
                  <a:lnTo>
                    <a:pt x="4452" y="132"/>
                  </a:lnTo>
                  <a:lnTo>
                    <a:pt x="4488" y="132"/>
                  </a:lnTo>
                  <a:lnTo>
                    <a:pt x="4500" y="126"/>
                  </a:lnTo>
                  <a:lnTo>
                    <a:pt x="4506" y="126"/>
                  </a:lnTo>
                  <a:lnTo>
                    <a:pt x="4512" y="120"/>
                  </a:lnTo>
                  <a:lnTo>
                    <a:pt x="4638" y="120"/>
                  </a:lnTo>
                  <a:lnTo>
                    <a:pt x="4656" y="114"/>
                  </a:lnTo>
                  <a:lnTo>
                    <a:pt x="4680" y="114"/>
                  </a:lnTo>
                  <a:lnTo>
                    <a:pt x="4698" y="108"/>
                  </a:lnTo>
                  <a:lnTo>
                    <a:pt x="4710" y="108"/>
                  </a:lnTo>
                  <a:lnTo>
                    <a:pt x="4722" y="96"/>
                  </a:lnTo>
                  <a:lnTo>
                    <a:pt x="4734" y="96"/>
                  </a:lnTo>
                  <a:lnTo>
                    <a:pt x="4752" y="90"/>
                  </a:lnTo>
                  <a:lnTo>
                    <a:pt x="4770" y="90"/>
                  </a:lnTo>
                  <a:lnTo>
                    <a:pt x="4782" y="84"/>
                  </a:lnTo>
                  <a:lnTo>
                    <a:pt x="4830" y="84"/>
                  </a:lnTo>
                  <a:lnTo>
                    <a:pt x="4746" y="114"/>
                  </a:lnTo>
                  <a:lnTo>
                    <a:pt x="4782" y="114"/>
                  </a:lnTo>
                  <a:lnTo>
                    <a:pt x="4734" y="126"/>
                  </a:lnTo>
                  <a:lnTo>
                    <a:pt x="4716" y="126"/>
                  </a:lnTo>
                  <a:lnTo>
                    <a:pt x="4674" y="132"/>
                  </a:lnTo>
                  <a:lnTo>
                    <a:pt x="4620" y="132"/>
                  </a:lnTo>
                  <a:lnTo>
                    <a:pt x="4566" y="138"/>
                  </a:lnTo>
                  <a:lnTo>
                    <a:pt x="4536" y="138"/>
                  </a:lnTo>
                  <a:lnTo>
                    <a:pt x="4524" y="150"/>
                  </a:lnTo>
                  <a:lnTo>
                    <a:pt x="4524" y="156"/>
                  </a:lnTo>
                  <a:lnTo>
                    <a:pt x="4602" y="174"/>
                  </a:lnTo>
                  <a:lnTo>
                    <a:pt x="4596" y="174"/>
                  </a:lnTo>
                  <a:lnTo>
                    <a:pt x="4590" y="180"/>
                  </a:lnTo>
                  <a:lnTo>
                    <a:pt x="4578" y="180"/>
                  </a:lnTo>
                  <a:lnTo>
                    <a:pt x="4566" y="186"/>
                  </a:lnTo>
                  <a:lnTo>
                    <a:pt x="4542" y="186"/>
                  </a:lnTo>
                  <a:lnTo>
                    <a:pt x="4518" y="174"/>
                  </a:lnTo>
                  <a:lnTo>
                    <a:pt x="4500" y="162"/>
                  </a:lnTo>
                  <a:lnTo>
                    <a:pt x="4476" y="150"/>
                  </a:lnTo>
                  <a:lnTo>
                    <a:pt x="4470" y="144"/>
                  </a:lnTo>
                  <a:lnTo>
                    <a:pt x="4356" y="144"/>
                  </a:lnTo>
                  <a:lnTo>
                    <a:pt x="4350" y="150"/>
                  </a:lnTo>
                  <a:lnTo>
                    <a:pt x="4344" y="162"/>
                  </a:lnTo>
                  <a:lnTo>
                    <a:pt x="4338" y="168"/>
                  </a:lnTo>
                  <a:lnTo>
                    <a:pt x="4368" y="186"/>
                  </a:lnTo>
                  <a:lnTo>
                    <a:pt x="4386" y="204"/>
                  </a:lnTo>
                  <a:lnTo>
                    <a:pt x="4410" y="216"/>
                  </a:lnTo>
                  <a:lnTo>
                    <a:pt x="4458" y="216"/>
                  </a:lnTo>
                  <a:lnTo>
                    <a:pt x="4476" y="210"/>
                  </a:lnTo>
                  <a:lnTo>
                    <a:pt x="4488" y="210"/>
                  </a:lnTo>
                  <a:lnTo>
                    <a:pt x="4476" y="216"/>
                  </a:lnTo>
                  <a:lnTo>
                    <a:pt x="4470" y="228"/>
                  </a:lnTo>
                  <a:lnTo>
                    <a:pt x="4398" y="228"/>
                  </a:lnTo>
                  <a:lnTo>
                    <a:pt x="4380" y="222"/>
                  </a:lnTo>
                  <a:lnTo>
                    <a:pt x="4350" y="222"/>
                  </a:lnTo>
                  <a:lnTo>
                    <a:pt x="4314" y="228"/>
                  </a:lnTo>
                  <a:lnTo>
                    <a:pt x="4272" y="234"/>
                  </a:lnTo>
                  <a:lnTo>
                    <a:pt x="4230" y="234"/>
                  </a:lnTo>
                  <a:lnTo>
                    <a:pt x="4218" y="240"/>
                  </a:lnTo>
                  <a:lnTo>
                    <a:pt x="4200" y="246"/>
                  </a:lnTo>
                  <a:lnTo>
                    <a:pt x="4188" y="258"/>
                  </a:lnTo>
                  <a:lnTo>
                    <a:pt x="4176" y="264"/>
                  </a:lnTo>
                  <a:lnTo>
                    <a:pt x="4170" y="270"/>
                  </a:lnTo>
                  <a:lnTo>
                    <a:pt x="4164" y="270"/>
                  </a:lnTo>
                  <a:lnTo>
                    <a:pt x="4236" y="258"/>
                  </a:lnTo>
                  <a:lnTo>
                    <a:pt x="4236" y="276"/>
                  </a:lnTo>
                  <a:lnTo>
                    <a:pt x="4296" y="258"/>
                  </a:lnTo>
                  <a:lnTo>
                    <a:pt x="4224" y="288"/>
                  </a:lnTo>
                  <a:lnTo>
                    <a:pt x="4230" y="288"/>
                  </a:lnTo>
                  <a:lnTo>
                    <a:pt x="4236" y="294"/>
                  </a:lnTo>
                  <a:lnTo>
                    <a:pt x="4248" y="300"/>
                  </a:lnTo>
                  <a:lnTo>
                    <a:pt x="4278" y="300"/>
                  </a:lnTo>
                  <a:lnTo>
                    <a:pt x="4314" y="288"/>
                  </a:lnTo>
                  <a:lnTo>
                    <a:pt x="4326" y="288"/>
                  </a:lnTo>
                  <a:lnTo>
                    <a:pt x="4344" y="282"/>
                  </a:lnTo>
                  <a:lnTo>
                    <a:pt x="4350" y="276"/>
                  </a:lnTo>
                  <a:lnTo>
                    <a:pt x="4356" y="276"/>
                  </a:lnTo>
                  <a:lnTo>
                    <a:pt x="4254" y="312"/>
                  </a:lnTo>
                  <a:lnTo>
                    <a:pt x="4188" y="312"/>
                  </a:lnTo>
                  <a:lnTo>
                    <a:pt x="4176" y="288"/>
                  </a:lnTo>
                  <a:lnTo>
                    <a:pt x="4164" y="288"/>
                  </a:lnTo>
                  <a:lnTo>
                    <a:pt x="4146" y="282"/>
                  </a:lnTo>
                  <a:lnTo>
                    <a:pt x="4110" y="282"/>
                  </a:lnTo>
                  <a:lnTo>
                    <a:pt x="4104" y="288"/>
                  </a:lnTo>
                  <a:lnTo>
                    <a:pt x="4104" y="300"/>
                  </a:lnTo>
                  <a:lnTo>
                    <a:pt x="4110" y="312"/>
                  </a:lnTo>
                  <a:lnTo>
                    <a:pt x="4110" y="318"/>
                  </a:lnTo>
                  <a:lnTo>
                    <a:pt x="4116" y="324"/>
                  </a:lnTo>
                  <a:lnTo>
                    <a:pt x="4092" y="324"/>
                  </a:lnTo>
                  <a:lnTo>
                    <a:pt x="4074" y="330"/>
                  </a:lnTo>
                  <a:lnTo>
                    <a:pt x="4032" y="330"/>
                  </a:lnTo>
                  <a:lnTo>
                    <a:pt x="4020" y="336"/>
                  </a:lnTo>
                  <a:lnTo>
                    <a:pt x="4002" y="342"/>
                  </a:lnTo>
                  <a:lnTo>
                    <a:pt x="3990" y="348"/>
                  </a:lnTo>
                  <a:lnTo>
                    <a:pt x="3972" y="354"/>
                  </a:lnTo>
                  <a:lnTo>
                    <a:pt x="3936" y="354"/>
                  </a:lnTo>
                  <a:lnTo>
                    <a:pt x="3924" y="360"/>
                  </a:lnTo>
                  <a:lnTo>
                    <a:pt x="3918" y="360"/>
                  </a:lnTo>
                  <a:lnTo>
                    <a:pt x="3924" y="360"/>
                  </a:lnTo>
                  <a:lnTo>
                    <a:pt x="3936" y="366"/>
                  </a:lnTo>
                  <a:lnTo>
                    <a:pt x="3978" y="366"/>
                  </a:lnTo>
                  <a:lnTo>
                    <a:pt x="3990" y="360"/>
                  </a:lnTo>
                  <a:lnTo>
                    <a:pt x="3996" y="354"/>
                  </a:lnTo>
                  <a:lnTo>
                    <a:pt x="3984" y="372"/>
                  </a:lnTo>
                  <a:lnTo>
                    <a:pt x="4020" y="366"/>
                  </a:lnTo>
                  <a:lnTo>
                    <a:pt x="4044" y="354"/>
                  </a:lnTo>
                  <a:lnTo>
                    <a:pt x="4044" y="372"/>
                  </a:lnTo>
                  <a:lnTo>
                    <a:pt x="4074" y="366"/>
                  </a:lnTo>
                  <a:lnTo>
                    <a:pt x="4098" y="366"/>
                  </a:lnTo>
                  <a:lnTo>
                    <a:pt x="4098" y="372"/>
                  </a:lnTo>
                  <a:lnTo>
                    <a:pt x="4104" y="378"/>
                  </a:lnTo>
                  <a:lnTo>
                    <a:pt x="4122" y="378"/>
                  </a:lnTo>
                  <a:lnTo>
                    <a:pt x="4146" y="366"/>
                  </a:lnTo>
                  <a:lnTo>
                    <a:pt x="4152" y="366"/>
                  </a:lnTo>
                  <a:lnTo>
                    <a:pt x="4164" y="360"/>
                  </a:lnTo>
                  <a:lnTo>
                    <a:pt x="4170" y="372"/>
                  </a:lnTo>
                  <a:lnTo>
                    <a:pt x="4200" y="354"/>
                  </a:lnTo>
                  <a:lnTo>
                    <a:pt x="4206" y="360"/>
                  </a:lnTo>
                  <a:lnTo>
                    <a:pt x="4212" y="372"/>
                  </a:lnTo>
                  <a:lnTo>
                    <a:pt x="4224" y="372"/>
                  </a:lnTo>
                  <a:lnTo>
                    <a:pt x="4236" y="366"/>
                  </a:lnTo>
                  <a:lnTo>
                    <a:pt x="4242" y="360"/>
                  </a:lnTo>
                  <a:lnTo>
                    <a:pt x="4248" y="360"/>
                  </a:lnTo>
                  <a:lnTo>
                    <a:pt x="4254" y="366"/>
                  </a:lnTo>
                  <a:lnTo>
                    <a:pt x="4266" y="372"/>
                  </a:lnTo>
                  <a:lnTo>
                    <a:pt x="4284" y="372"/>
                  </a:lnTo>
                  <a:lnTo>
                    <a:pt x="4290" y="366"/>
                  </a:lnTo>
                  <a:lnTo>
                    <a:pt x="4290" y="360"/>
                  </a:lnTo>
                  <a:lnTo>
                    <a:pt x="4284" y="354"/>
                  </a:lnTo>
                  <a:lnTo>
                    <a:pt x="4338" y="372"/>
                  </a:lnTo>
                  <a:lnTo>
                    <a:pt x="4344" y="378"/>
                  </a:lnTo>
                  <a:lnTo>
                    <a:pt x="4350" y="390"/>
                  </a:lnTo>
                  <a:lnTo>
                    <a:pt x="4374" y="390"/>
                  </a:lnTo>
                  <a:lnTo>
                    <a:pt x="4410" y="378"/>
                  </a:lnTo>
                  <a:lnTo>
                    <a:pt x="4440" y="372"/>
                  </a:lnTo>
                  <a:lnTo>
                    <a:pt x="4476" y="372"/>
                  </a:lnTo>
                  <a:lnTo>
                    <a:pt x="4494" y="366"/>
                  </a:lnTo>
                  <a:lnTo>
                    <a:pt x="4506" y="360"/>
                  </a:lnTo>
                  <a:lnTo>
                    <a:pt x="4524" y="342"/>
                  </a:lnTo>
                  <a:lnTo>
                    <a:pt x="4464" y="342"/>
                  </a:lnTo>
                  <a:lnTo>
                    <a:pt x="4470" y="336"/>
                  </a:lnTo>
                  <a:lnTo>
                    <a:pt x="4470" y="330"/>
                  </a:lnTo>
                  <a:lnTo>
                    <a:pt x="4416" y="330"/>
                  </a:lnTo>
                  <a:lnTo>
                    <a:pt x="4362" y="318"/>
                  </a:lnTo>
                  <a:lnTo>
                    <a:pt x="4380" y="300"/>
                  </a:lnTo>
                  <a:lnTo>
                    <a:pt x="4440" y="318"/>
                  </a:lnTo>
                  <a:lnTo>
                    <a:pt x="4452" y="318"/>
                  </a:lnTo>
                  <a:lnTo>
                    <a:pt x="4488" y="312"/>
                  </a:lnTo>
                  <a:lnTo>
                    <a:pt x="4566" y="312"/>
                  </a:lnTo>
                  <a:lnTo>
                    <a:pt x="4578" y="300"/>
                  </a:lnTo>
                  <a:lnTo>
                    <a:pt x="4578" y="288"/>
                  </a:lnTo>
                  <a:lnTo>
                    <a:pt x="4584" y="288"/>
                  </a:lnTo>
                  <a:lnTo>
                    <a:pt x="4590" y="282"/>
                  </a:lnTo>
                  <a:lnTo>
                    <a:pt x="4608" y="282"/>
                  </a:lnTo>
                  <a:lnTo>
                    <a:pt x="4626" y="276"/>
                  </a:lnTo>
                  <a:lnTo>
                    <a:pt x="4662" y="276"/>
                  </a:lnTo>
                  <a:lnTo>
                    <a:pt x="4680" y="270"/>
                  </a:lnTo>
                  <a:lnTo>
                    <a:pt x="4710" y="270"/>
                  </a:lnTo>
                  <a:lnTo>
                    <a:pt x="4722" y="264"/>
                  </a:lnTo>
                  <a:lnTo>
                    <a:pt x="4728" y="264"/>
                  </a:lnTo>
                  <a:lnTo>
                    <a:pt x="4704" y="246"/>
                  </a:lnTo>
                  <a:lnTo>
                    <a:pt x="4746" y="246"/>
                  </a:lnTo>
                  <a:lnTo>
                    <a:pt x="4770" y="240"/>
                  </a:lnTo>
                  <a:lnTo>
                    <a:pt x="4782" y="234"/>
                  </a:lnTo>
                  <a:lnTo>
                    <a:pt x="4776" y="228"/>
                  </a:lnTo>
                  <a:lnTo>
                    <a:pt x="4770" y="228"/>
                  </a:lnTo>
                  <a:lnTo>
                    <a:pt x="4758" y="222"/>
                  </a:lnTo>
                  <a:lnTo>
                    <a:pt x="4746" y="222"/>
                  </a:lnTo>
                  <a:lnTo>
                    <a:pt x="4734" y="216"/>
                  </a:lnTo>
                  <a:lnTo>
                    <a:pt x="4686" y="216"/>
                  </a:lnTo>
                  <a:lnTo>
                    <a:pt x="4674" y="210"/>
                  </a:lnTo>
                  <a:lnTo>
                    <a:pt x="4662" y="210"/>
                  </a:lnTo>
                  <a:lnTo>
                    <a:pt x="4662" y="204"/>
                  </a:lnTo>
                  <a:lnTo>
                    <a:pt x="4674" y="198"/>
                  </a:lnTo>
                  <a:lnTo>
                    <a:pt x="4686" y="198"/>
                  </a:lnTo>
                  <a:lnTo>
                    <a:pt x="4704" y="192"/>
                  </a:lnTo>
                  <a:lnTo>
                    <a:pt x="4716" y="186"/>
                  </a:lnTo>
                  <a:lnTo>
                    <a:pt x="4764" y="186"/>
                  </a:lnTo>
                  <a:lnTo>
                    <a:pt x="4782" y="192"/>
                  </a:lnTo>
                  <a:lnTo>
                    <a:pt x="4860" y="192"/>
                  </a:lnTo>
                  <a:lnTo>
                    <a:pt x="4878" y="186"/>
                  </a:lnTo>
                  <a:lnTo>
                    <a:pt x="4902" y="186"/>
                  </a:lnTo>
                  <a:lnTo>
                    <a:pt x="4896" y="180"/>
                  </a:lnTo>
                  <a:lnTo>
                    <a:pt x="4878" y="180"/>
                  </a:lnTo>
                  <a:lnTo>
                    <a:pt x="4866" y="174"/>
                  </a:lnTo>
                  <a:lnTo>
                    <a:pt x="4872" y="168"/>
                  </a:lnTo>
                  <a:lnTo>
                    <a:pt x="4902" y="162"/>
                  </a:lnTo>
                  <a:lnTo>
                    <a:pt x="4944" y="168"/>
                  </a:lnTo>
                  <a:lnTo>
                    <a:pt x="4974" y="174"/>
                  </a:lnTo>
                  <a:lnTo>
                    <a:pt x="4986" y="174"/>
                  </a:lnTo>
                  <a:lnTo>
                    <a:pt x="4992" y="168"/>
                  </a:lnTo>
                  <a:lnTo>
                    <a:pt x="4992" y="150"/>
                  </a:lnTo>
                  <a:lnTo>
                    <a:pt x="5070" y="156"/>
                  </a:lnTo>
                  <a:lnTo>
                    <a:pt x="5070" y="132"/>
                  </a:lnTo>
                  <a:lnTo>
                    <a:pt x="5082" y="132"/>
                  </a:lnTo>
                  <a:lnTo>
                    <a:pt x="5094" y="138"/>
                  </a:lnTo>
                  <a:lnTo>
                    <a:pt x="5112" y="138"/>
                  </a:lnTo>
                  <a:lnTo>
                    <a:pt x="5136" y="126"/>
                  </a:lnTo>
                  <a:lnTo>
                    <a:pt x="5148" y="126"/>
                  </a:lnTo>
                  <a:lnTo>
                    <a:pt x="5154" y="120"/>
                  </a:lnTo>
                  <a:lnTo>
                    <a:pt x="5172" y="120"/>
                  </a:lnTo>
                  <a:lnTo>
                    <a:pt x="5208" y="114"/>
                  </a:lnTo>
                  <a:lnTo>
                    <a:pt x="5256" y="102"/>
                  </a:lnTo>
                  <a:lnTo>
                    <a:pt x="5298" y="96"/>
                  </a:lnTo>
                  <a:lnTo>
                    <a:pt x="5322" y="90"/>
                  </a:lnTo>
                  <a:lnTo>
                    <a:pt x="5340" y="90"/>
                  </a:lnTo>
                  <a:lnTo>
                    <a:pt x="5346" y="84"/>
                  </a:lnTo>
                  <a:lnTo>
                    <a:pt x="5238" y="84"/>
                  </a:lnTo>
                  <a:lnTo>
                    <a:pt x="5214" y="96"/>
                  </a:lnTo>
                  <a:lnTo>
                    <a:pt x="5142" y="96"/>
                  </a:lnTo>
                  <a:lnTo>
                    <a:pt x="5226" y="90"/>
                  </a:lnTo>
                  <a:lnTo>
                    <a:pt x="5220" y="78"/>
                  </a:lnTo>
                  <a:lnTo>
                    <a:pt x="5268" y="84"/>
                  </a:lnTo>
                  <a:lnTo>
                    <a:pt x="5274" y="78"/>
                  </a:lnTo>
                  <a:lnTo>
                    <a:pt x="5286" y="72"/>
                  </a:lnTo>
                  <a:lnTo>
                    <a:pt x="5358" y="72"/>
                  </a:lnTo>
                  <a:lnTo>
                    <a:pt x="5406" y="66"/>
                  </a:lnTo>
                  <a:lnTo>
                    <a:pt x="5454" y="66"/>
                  </a:lnTo>
                  <a:lnTo>
                    <a:pt x="5484" y="60"/>
                  </a:lnTo>
                  <a:lnTo>
                    <a:pt x="5496" y="60"/>
                  </a:lnTo>
                  <a:lnTo>
                    <a:pt x="5514" y="54"/>
                  </a:lnTo>
                  <a:lnTo>
                    <a:pt x="5532" y="54"/>
                  </a:lnTo>
                  <a:lnTo>
                    <a:pt x="5550" y="48"/>
                  </a:lnTo>
                  <a:lnTo>
                    <a:pt x="5562" y="42"/>
                  </a:lnTo>
                  <a:lnTo>
                    <a:pt x="5574" y="42"/>
                  </a:lnTo>
                  <a:lnTo>
                    <a:pt x="5574" y="36"/>
                  </a:lnTo>
                  <a:close/>
                  <a:moveTo>
                    <a:pt x="4032" y="966"/>
                  </a:moveTo>
                  <a:lnTo>
                    <a:pt x="4086" y="966"/>
                  </a:lnTo>
                  <a:lnTo>
                    <a:pt x="4134" y="942"/>
                  </a:lnTo>
                  <a:lnTo>
                    <a:pt x="4140" y="930"/>
                  </a:lnTo>
                  <a:lnTo>
                    <a:pt x="4134" y="918"/>
                  </a:lnTo>
                  <a:lnTo>
                    <a:pt x="4134" y="912"/>
                  </a:lnTo>
                  <a:lnTo>
                    <a:pt x="4122" y="906"/>
                  </a:lnTo>
                  <a:lnTo>
                    <a:pt x="4074" y="906"/>
                  </a:lnTo>
                  <a:lnTo>
                    <a:pt x="4062" y="912"/>
                  </a:lnTo>
                  <a:lnTo>
                    <a:pt x="4050" y="912"/>
                  </a:lnTo>
                  <a:lnTo>
                    <a:pt x="4026" y="924"/>
                  </a:lnTo>
                  <a:lnTo>
                    <a:pt x="4014" y="936"/>
                  </a:lnTo>
                  <a:lnTo>
                    <a:pt x="4002" y="942"/>
                  </a:lnTo>
                  <a:lnTo>
                    <a:pt x="4002" y="954"/>
                  </a:lnTo>
                  <a:lnTo>
                    <a:pt x="4014" y="960"/>
                  </a:lnTo>
                  <a:lnTo>
                    <a:pt x="4032" y="966"/>
                  </a:lnTo>
                  <a:close/>
                  <a:moveTo>
                    <a:pt x="4014" y="840"/>
                  </a:moveTo>
                  <a:lnTo>
                    <a:pt x="4002" y="840"/>
                  </a:lnTo>
                  <a:lnTo>
                    <a:pt x="3990" y="846"/>
                  </a:lnTo>
                  <a:lnTo>
                    <a:pt x="3984" y="852"/>
                  </a:lnTo>
                  <a:lnTo>
                    <a:pt x="3972" y="852"/>
                  </a:lnTo>
                  <a:lnTo>
                    <a:pt x="3990" y="852"/>
                  </a:lnTo>
                  <a:lnTo>
                    <a:pt x="4008" y="846"/>
                  </a:lnTo>
                  <a:lnTo>
                    <a:pt x="4026" y="846"/>
                  </a:lnTo>
                  <a:lnTo>
                    <a:pt x="4044" y="840"/>
                  </a:lnTo>
                  <a:lnTo>
                    <a:pt x="4050" y="834"/>
                  </a:lnTo>
                  <a:lnTo>
                    <a:pt x="4056" y="834"/>
                  </a:lnTo>
                  <a:lnTo>
                    <a:pt x="4068" y="822"/>
                  </a:lnTo>
                  <a:lnTo>
                    <a:pt x="4050" y="822"/>
                  </a:lnTo>
                  <a:lnTo>
                    <a:pt x="4044" y="828"/>
                  </a:lnTo>
                  <a:lnTo>
                    <a:pt x="4032" y="828"/>
                  </a:lnTo>
                  <a:lnTo>
                    <a:pt x="4020" y="834"/>
                  </a:lnTo>
                  <a:lnTo>
                    <a:pt x="4014" y="840"/>
                  </a:lnTo>
                  <a:close/>
                  <a:moveTo>
                    <a:pt x="4122" y="822"/>
                  </a:moveTo>
                  <a:lnTo>
                    <a:pt x="4104" y="822"/>
                  </a:lnTo>
                  <a:lnTo>
                    <a:pt x="4098" y="828"/>
                  </a:lnTo>
                  <a:lnTo>
                    <a:pt x="4098" y="840"/>
                  </a:lnTo>
                  <a:lnTo>
                    <a:pt x="4104" y="846"/>
                  </a:lnTo>
                  <a:lnTo>
                    <a:pt x="4110" y="840"/>
                  </a:lnTo>
                  <a:lnTo>
                    <a:pt x="4116" y="840"/>
                  </a:lnTo>
                  <a:lnTo>
                    <a:pt x="4128" y="828"/>
                  </a:lnTo>
                  <a:lnTo>
                    <a:pt x="4122" y="822"/>
                  </a:lnTo>
                  <a:close/>
                  <a:moveTo>
                    <a:pt x="3528" y="1062"/>
                  </a:moveTo>
                  <a:lnTo>
                    <a:pt x="3522" y="1062"/>
                  </a:lnTo>
                  <a:lnTo>
                    <a:pt x="3504" y="1080"/>
                  </a:lnTo>
                  <a:lnTo>
                    <a:pt x="3504" y="1086"/>
                  </a:lnTo>
                  <a:lnTo>
                    <a:pt x="3510" y="1092"/>
                  </a:lnTo>
                  <a:lnTo>
                    <a:pt x="3528" y="1092"/>
                  </a:lnTo>
                  <a:lnTo>
                    <a:pt x="3534" y="1086"/>
                  </a:lnTo>
                  <a:lnTo>
                    <a:pt x="3540" y="1074"/>
                  </a:lnTo>
                  <a:lnTo>
                    <a:pt x="3540" y="1068"/>
                  </a:lnTo>
                  <a:lnTo>
                    <a:pt x="3534" y="1062"/>
                  </a:lnTo>
                  <a:lnTo>
                    <a:pt x="3528" y="1062"/>
                  </a:lnTo>
                  <a:close/>
                  <a:moveTo>
                    <a:pt x="3588" y="1062"/>
                  </a:moveTo>
                  <a:lnTo>
                    <a:pt x="3582" y="1062"/>
                  </a:lnTo>
                  <a:lnTo>
                    <a:pt x="3576" y="1068"/>
                  </a:lnTo>
                  <a:lnTo>
                    <a:pt x="3576" y="1080"/>
                  </a:lnTo>
                  <a:lnTo>
                    <a:pt x="3582" y="1086"/>
                  </a:lnTo>
                  <a:lnTo>
                    <a:pt x="3594" y="1086"/>
                  </a:lnTo>
                  <a:lnTo>
                    <a:pt x="3600" y="1080"/>
                  </a:lnTo>
                  <a:lnTo>
                    <a:pt x="3600" y="1068"/>
                  </a:lnTo>
                  <a:lnTo>
                    <a:pt x="3588" y="1062"/>
                  </a:lnTo>
                  <a:close/>
                  <a:moveTo>
                    <a:pt x="3756" y="1242"/>
                  </a:moveTo>
                  <a:lnTo>
                    <a:pt x="3744" y="1248"/>
                  </a:lnTo>
                  <a:lnTo>
                    <a:pt x="3744" y="1260"/>
                  </a:lnTo>
                  <a:lnTo>
                    <a:pt x="3750" y="1266"/>
                  </a:lnTo>
                  <a:lnTo>
                    <a:pt x="3762" y="1272"/>
                  </a:lnTo>
                  <a:lnTo>
                    <a:pt x="3768" y="1272"/>
                  </a:lnTo>
                  <a:lnTo>
                    <a:pt x="3786" y="1254"/>
                  </a:lnTo>
                  <a:lnTo>
                    <a:pt x="3786" y="1242"/>
                  </a:lnTo>
                  <a:lnTo>
                    <a:pt x="3780" y="1236"/>
                  </a:lnTo>
                  <a:lnTo>
                    <a:pt x="3768" y="1236"/>
                  </a:lnTo>
                  <a:lnTo>
                    <a:pt x="3756" y="1242"/>
                  </a:lnTo>
                  <a:close/>
                  <a:moveTo>
                    <a:pt x="3984" y="2532"/>
                  </a:moveTo>
                  <a:lnTo>
                    <a:pt x="3948" y="2520"/>
                  </a:lnTo>
                  <a:lnTo>
                    <a:pt x="3942" y="2514"/>
                  </a:lnTo>
                  <a:lnTo>
                    <a:pt x="3936" y="2514"/>
                  </a:lnTo>
                  <a:lnTo>
                    <a:pt x="3924" y="2526"/>
                  </a:lnTo>
                  <a:lnTo>
                    <a:pt x="3930" y="2532"/>
                  </a:lnTo>
                  <a:lnTo>
                    <a:pt x="3942" y="2538"/>
                  </a:lnTo>
                  <a:lnTo>
                    <a:pt x="3948" y="2544"/>
                  </a:lnTo>
                  <a:lnTo>
                    <a:pt x="3954" y="2544"/>
                  </a:lnTo>
                  <a:lnTo>
                    <a:pt x="3960" y="2550"/>
                  </a:lnTo>
                  <a:lnTo>
                    <a:pt x="3996" y="2550"/>
                  </a:lnTo>
                  <a:lnTo>
                    <a:pt x="4008" y="2556"/>
                  </a:lnTo>
                  <a:lnTo>
                    <a:pt x="4020" y="2556"/>
                  </a:lnTo>
                  <a:lnTo>
                    <a:pt x="4038" y="2538"/>
                  </a:lnTo>
                  <a:lnTo>
                    <a:pt x="4008" y="2538"/>
                  </a:lnTo>
                  <a:lnTo>
                    <a:pt x="3984" y="2532"/>
                  </a:lnTo>
                  <a:close/>
                  <a:moveTo>
                    <a:pt x="4098" y="2280"/>
                  </a:moveTo>
                  <a:lnTo>
                    <a:pt x="4092" y="2280"/>
                  </a:lnTo>
                  <a:lnTo>
                    <a:pt x="4086" y="2274"/>
                  </a:lnTo>
                  <a:lnTo>
                    <a:pt x="4050" y="2274"/>
                  </a:lnTo>
                  <a:lnTo>
                    <a:pt x="4032" y="2268"/>
                  </a:lnTo>
                  <a:lnTo>
                    <a:pt x="3996" y="2268"/>
                  </a:lnTo>
                  <a:lnTo>
                    <a:pt x="4002" y="2274"/>
                  </a:lnTo>
                  <a:lnTo>
                    <a:pt x="4008" y="2274"/>
                  </a:lnTo>
                  <a:lnTo>
                    <a:pt x="4014" y="2280"/>
                  </a:lnTo>
                  <a:lnTo>
                    <a:pt x="4026" y="2286"/>
                  </a:lnTo>
                  <a:lnTo>
                    <a:pt x="4032" y="2286"/>
                  </a:lnTo>
                  <a:lnTo>
                    <a:pt x="4032" y="2304"/>
                  </a:lnTo>
                  <a:lnTo>
                    <a:pt x="4044" y="2304"/>
                  </a:lnTo>
                  <a:lnTo>
                    <a:pt x="4080" y="2310"/>
                  </a:lnTo>
                  <a:lnTo>
                    <a:pt x="4128" y="2316"/>
                  </a:lnTo>
                  <a:lnTo>
                    <a:pt x="4164" y="2316"/>
                  </a:lnTo>
                  <a:lnTo>
                    <a:pt x="4170" y="2310"/>
                  </a:lnTo>
                  <a:lnTo>
                    <a:pt x="4170" y="2304"/>
                  </a:lnTo>
                  <a:lnTo>
                    <a:pt x="4164" y="2304"/>
                  </a:lnTo>
                  <a:lnTo>
                    <a:pt x="4152" y="2292"/>
                  </a:lnTo>
                  <a:lnTo>
                    <a:pt x="4128" y="2286"/>
                  </a:lnTo>
                  <a:lnTo>
                    <a:pt x="4098" y="2280"/>
                  </a:lnTo>
                  <a:close/>
                  <a:moveTo>
                    <a:pt x="4194" y="2550"/>
                  </a:moveTo>
                  <a:lnTo>
                    <a:pt x="4164" y="2550"/>
                  </a:lnTo>
                  <a:lnTo>
                    <a:pt x="4152" y="2556"/>
                  </a:lnTo>
                  <a:lnTo>
                    <a:pt x="4146" y="2562"/>
                  </a:lnTo>
                  <a:lnTo>
                    <a:pt x="4182" y="2526"/>
                  </a:lnTo>
                  <a:lnTo>
                    <a:pt x="4176" y="2520"/>
                  </a:lnTo>
                  <a:lnTo>
                    <a:pt x="4152" y="2520"/>
                  </a:lnTo>
                  <a:lnTo>
                    <a:pt x="4140" y="2526"/>
                  </a:lnTo>
                  <a:lnTo>
                    <a:pt x="4128" y="2538"/>
                  </a:lnTo>
                  <a:lnTo>
                    <a:pt x="4104" y="2574"/>
                  </a:lnTo>
                  <a:lnTo>
                    <a:pt x="4164" y="2568"/>
                  </a:lnTo>
                  <a:lnTo>
                    <a:pt x="4176" y="2568"/>
                  </a:lnTo>
                  <a:lnTo>
                    <a:pt x="4182" y="2562"/>
                  </a:lnTo>
                  <a:lnTo>
                    <a:pt x="4194" y="2562"/>
                  </a:lnTo>
                  <a:lnTo>
                    <a:pt x="4200" y="2556"/>
                  </a:lnTo>
                  <a:lnTo>
                    <a:pt x="4200" y="2550"/>
                  </a:lnTo>
                  <a:lnTo>
                    <a:pt x="4194" y="2550"/>
                  </a:lnTo>
                  <a:close/>
                  <a:moveTo>
                    <a:pt x="4590" y="1962"/>
                  </a:moveTo>
                  <a:lnTo>
                    <a:pt x="4578" y="1974"/>
                  </a:lnTo>
                  <a:lnTo>
                    <a:pt x="4578" y="1980"/>
                  </a:lnTo>
                  <a:lnTo>
                    <a:pt x="4572" y="1986"/>
                  </a:lnTo>
                  <a:lnTo>
                    <a:pt x="4566" y="1986"/>
                  </a:lnTo>
                  <a:lnTo>
                    <a:pt x="4554" y="1974"/>
                  </a:lnTo>
                  <a:lnTo>
                    <a:pt x="4554" y="1962"/>
                  </a:lnTo>
                  <a:lnTo>
                    <a:pt x="4566" y="1962"/>
                  </a:lnTo>
                  <a:lnTo>
                    <a:pt x="4572" y="1956"/>
                  </a:lnTo>
                  <a:lnTo>
                    <a:pt x="4566" y="1932"/>
                  </a:lnTo>
                  <a:lnTo>
                    <a:pt x="4536" y="1926"/>
                  </a:lnTo>
                  <a:lnTo>
                    <a:pt x="4530" y="1926"/>
                  </a:lnTo>
                  <a:lnTo>
                    <a:pt x="4524" y="1932"/>
                  </a:lnTo>
                  <a:lnTo>
                    <a:pt x="4512" y="1938"/>
                  </a:lnTo>
                  <a:lnTo>
                    <a:pt x="4494" y="1944"/>
                  </a:lnTo>
                  <a:lnTo>
                    <a:pt x="4470" y="1956"/>
                  </a:lnTo>
                  <a:lnTo>
                    <a:pt x="4464" y="1962"/>
                  </a:lnTo>
                  <a:lnTo>
                    <a:pt x="4458" y="1962"/>
                  </a:lnTo>
                  <a:lnTo>
                    <a:pt x="4446" y="1968"/>
                  </a:lnTo>
                  <a:lnTo>
                    <a:pt x="4434" y="1968"/>
                  </a:lnTo>
                  <a:lnTo>
                    <a:pt x="4416" y="1974"/>
                  </a:lnTo>
                  <a:lnTo>
                    <a:pt x="4404" y="1974"/>
                  </a:lnTo>
                  <a:lnTo>
                    <a:pt x="4374" y="1998"/>
                  </a:lnTo>
                  <a:lnTo>
                    <a:pt x="4386" y="1974"/>
                  </a:lnTo>
                  <a:lnTo>
                    <a:pt x="4362" y="1956"/>
                  </a:lnTo>
                  <a:lnTo>
                    <a:pt x="4398" y="1968"/>
                  </a:lnTo>
                  <a:lnTo>
                    <a:pt x="4410" y="1956"/>
                  </a:lnTo>
                  <a:lnTo>
                    <a:pt x="4440" y="1950"/>
                  </a:lnTo>
                  <a:lnTo>
                    <a:pt x="4440" y="1932"/>
                  </a:lnTo>
                  <a:lnTo>
                    <a:pt x="4494" y="1932"/>
                  </a:lnTo>
                  <a:lnTo>
                    <a:pt x="4518" y="1920"/>
                  </a:lnTo>
                  <a:lnTo>
                    <a:pt x="4524" y="1914"/>
                  </a:lnTo>
                  <a:lnTo>
                    <a:pt x="4536" y="1908"/>
                  </a:lnTo>
                  <a:lnTo>
                    <a:pt x="4608" y="1908"/>
                  </a:lnTo>
                  <a:lnTo>
                    <a:pt x="4602" y="1902"/>
                  </a:lnTo>
                  <a:lnTo>
                    <a:pt x="4596" y="1902"/>
                  </a:lnTo>
                  <a:lnTo>
                    <a:pt x="4584" y="1896"/>
                  </a:lnTo>
                  <a:lnTo>
                    <a:pt x="4578" y="1890"/>
                  </a:lnTo>
                  <a:lnTo>
                    <a:pt x="4578" y="1866"/>
                  </a:lnTo>
                  <a:lnTo>
                    <a:pt x="4572" y="1866"/>
                  </a:lnTo>
                  <a:lnTo>
                    <a:pt x="4566" y="1872"/>
                  </a:lnTo>
                  <a:lnTo>
                    <a:pt x="4542" y="1872"/>
                  </a:lnTo>
                  <a:lnTo>
                    <a:pt x="4530" y="1878"/>
                  </a:lnTo>
                  <a:lnTo>
                    <a:pt x="4518" y="1878"/>
                  </a:lnTo>
                  <a:lnTo>
                    <a:pt x="4518" y="1866"/>
                  </a:lnTo>
                  <a:lnTo>
                    <a:pt x="4512" y="1860"/>
                  </a:lnTo>
                  <a:lnTo>
                    <a:pt x="4452" y="1878"/>
                  </a:lnTo>
                  <a:lnTo>
                    <a:pt x="4458" y="1848"/>
                  </a:lnTo>
                  <a:lnTo>
                    <a:pt x="4410" y="1860"/>
                  </a:lnTo>
                  <a:lnTo>
                    <a:pt x="4416" y="1854"/>
                  </a:lnTo>
                  <a:lnTo>
                    <a:pt x="4422" y="1842"/>
                  </a:lnTo>
                  <a:lnTo>
                    <a:pt x="4440" y="1824"/>
                  </a:lnTo>
                  <a:lnTo>
                    <a:pt x="4446" y="1812"/>
                  </a:lnTo>
                  <a:lnTo>
                    <a:pt x="4446" y="1800"/>
                  </a:lnTo>
                  <a:lnTo>
                    <a:pt x="4434" y="1800"/>
                  </a:lnTo>
                  <a:lnTo>
                    <a:pt x="4422" y="1794"/>
                  </a:lnTo>
                  <a:lnTo>
                    <a:pt x="4398" y="1794"/>
                  </a:lnTo>
                  <a:lnTo>
                    <a:pt x="4404" y="1770"/>
                  </a:lnTo>
                  <a:lnTo>
                    <a:pt x="4368" y="1770"/>
                  </a:lnTo>
                  <a:lnTo>
                    <a:pt x="4380" y="1752"/>
                  </a:lnTo>
                  <a:lnTo>
                    <a:pt x="4356" y="1728"/>
                  </a:lnTo>
                  <a:lnTo>
                    <a:pt x="4368" y="1728"/>
                  </a:lnTo>
                  <a:lnTo>
                    <a:pt x="4380" y="1734"/>
                  </a:lnTo>
                  <a:lnTo>
                    <a:pt x="4404" y="1734"/>
                  </a:lnTo>
                  <a:lnTo>
                    <a:pt x="4410" y="1728"/>
                  </a:lnTo>
                  <a:lnTo>
                    <a:pt x="4422" y="1722"/>
                  </a:lnTo>
                  <a:lnTo>
                    <a:pt x="4434" y="1710"/>
                  </a:lnTo>
                  <a:lnTo>
                    <a:pt x="4440" y="1710"/>
                  </a:lnTo>
                  <a:lnTo>
                    <a:pt x="4398" y="1686"/>
                  </a:lnTo>
                  <a:lnTo>
                    <a:pt x="4446" y="1656"/>
                  </a:lnTo>
                  <a:lnTo>
                    <a:pt x="4398" y="1632"/>
                  </a:lnTo>
                  <a:lnTo>
                    <a:pt x="4350" y="1638"/>
                  </a:lnTo>
                  <a:lnTo>
                    <a:pt x="4404" y="1614"/>
                  </a:lnTo>
                  <a:lnTo>
                    <a:pt x="4368" y="1608"/>
                  </a:lnTo>
                  <a:lnTo>
                    <a:pt x="4410" y="1584"/>
                  </a:lnTo>
                  <a:lnTo>
                    <a:pt x="4404" y="1560"/>
                  </a:lnTo>
                  <a:lnTo>
                    <a:pt x="4374" y="1560"/>
                  </a:lnTo>
                  <a:lnTo>
                    <a:pt x="4380" y="1554"/>
                  </a:lnTo>
                  <a:lnTo>
                    <a:pt x="4392" y="1530"/>
                  </a:lnTo>
                  <a:lnTo>
                    <a:pt x="4374" y="1494"/>
                  </a:lnTo>
                  <a:lnTo>
                    <a:pt x="4362" y="1494"/>
                  </a:lnTo>
                  <a:lnTo>
                    <a:pt x="4374" y="1470"/>
                  </a:lnTo>
                  <a:lnTo>
                    <a:pt x="4362" y="1476"/>
                  </a:lnTo>
                  <a:lnTo>
                    <a:pt x="4356" y="1482"/>
                  </a:lnTo>
                  <a:lnTo>
                    <a:pt x="4344" y="1488"/>
                  </a:lnTo>
                  <a:lnTo>
                    <a:pt x="4332" y="1500"/>
                  </a:lnTo>
                  <a:lnTo>
                    <a:pt x="4332" y="1518"/>
                  </a:lnTo>
                  <a:lnTo>
                    <a:pt x="4302" y="1506"/>
                  </a:lnTo>
                  <a:lnTo>
                    <a:pt x="4308" y="1542"/>
                  </a:lnTo>
                  <a:lnTo>
                    <a:pt x="4284" y="1542"/>
                  </a:lnTo>
                  <a:lnTo>
                    <a:pt x="4272" y="1560"/>
                  </a:lnTo>
                  <a:lnTo>
                    <a:pt x="4278" y="1572"/>
                  </a:lnTo>
                  <a:lnTo>
                    <a:pt x="4254" y="1572"/>
                  </a:lnTo>
                  <a:lnTo>
                    <a:pt x="4230" y="1614"/>
                  </a:lnTo>
                  <a:lnTo>
                    <a:pt x="4218" y="1614"/>
                  </a:lnTo>
                  <a:lnTo>
                    <a:pt x="4236" y="1578"/>
                  </a:lnTo>
                  <a:lnTo>
                    <a:pt x="4224" y="1566"/>
                  </a:lnTo>
                  <a:lnTo>
                    <a:pt x="4212" y="1566"/>
                  </a:lnTo>
                  <a:lnTo>
                    <a:pt x="4194" y="1584"/>
                  </a:lnTo>
                  <a:lnTo>
                    <a:pt x="4182" y="1590"/>
                  </a:lnTo>
                  <a:lnTo>
                    <a:pt x="4176" y="1596"/>
                  </a:lnTo>
                  <a:lnTo>
                    <a:pt x="4164" y="1602"/>
                  </a:lnTo>
                  <a:lnTo>
                    <a:pt x="4158" y="1608"/>
                  </a:lnTo>
                  <a:lnTo>
                    <a:pt x="4146" y="1614"/>
                  </a:lnTo>
                  <a:lnTo>
                    <a:pt x="4140" y="1620"/>
                  </a:lnTo>
                  <a:lnTo>
                    <a:pt x="4116" y="1632"/>
                  </a:lnTo>
                  <a:lnTo>
                    <a:pt x="4110" y="1638"/>
                  </a:lnTo>
                  <a:lnTo>
                    <a:pt x="4116" y="1614"/>
                  </a:lnTo>
                  <a:lnTo>
                    <a:pt x="4116" y="1596"/>
                  </a:lnTo>
                  <a:lnTo>
                    <a:pt x="4080" y="1632"/>
                  </a:lnTo>
                  <a:lnTo>
                    <a:pt x="4014" y="1644"/>
                  </a:lnTo>
                  <a:lnTo>
                    <a:pt x="4074" y="1626"/>
                  </a:lnTo>
                  <a:lnTo>
                    <a:pt x="4080" y="1620"/>
                  </a:lnTo>
                  <a:lnTo>
                    <a:pt x="4092" y="1596"/>
                  </a:lnTo>
                  <a:lnTo>
                    <a:pt x="4098" y="1590"/>
                  </a:lnTo>
                  <a:lnTo>
                    <a:pt x="4098" y="1578"/>
                  </a:lnTo>
                  <a:lnTo>
                    <a:pt x="4092" y="1572"/>
                  </a:lnTo>
                  <a:lnTo>
                    <a:pt x="4050" y="1572"/>
                  </a:lnTo>
                  <a:lnTo>
                    <a:pt x="4038" y="1578"/>
                  </a:lnTo>
                  <a:lnTo>
                    <a:pt x="4032" y="1578"/>
                  </a:lnTo>
                  <a:lnTo>
                    <a:pt x="4020" y="1584"/>
                  </a:lnTo>
                  <a:lnTo>
                    <a:pt x="4002" y="1584"/>
                  </a:lnTo>
                  <a:lnTo>
                    <a:pt x="4002" y="1578"/>
                  </a:lnTo>
                  <a:lnTo>
                    <a:pt x="4008" y="1572"/>
                  </a:lnTo>
                  <a:lnTo>
                    <a:pt x="4020" y="1566"/>
                  </a:lnTo>
                  <a:lnTo>
                    <a:pt x="4026" y="1560"/>
                  </a:lnTo>
                  <a:lnTo>
                    <a:pt x="4032" y="1560"/>
                  </a:lnTo>
                  <a:lnTo>
                    <a:pt x="4032" y="1572"/>
                  </a:lnTo>
                  <a:lnTo>
                    <a:pt x="4050" y="1560"/>
                  </a:lnTo>
                  <a:lnTo>
                    <a:pt x="4044" y="1536"/>
                  </a:lnTo>
                  <a:lnTo>
                    <a:pt x="4050" y="1530"/>
                  </a:lnTo>
                  <a:lnTo>
                    <a:pt x="4062" y="1524"/>
                  </a:lnTo>
                  <a:lnTo>
                    <a:pt x="4074" y="1512"/>
                  </a:lnTo>
                  <a:lnTo>
                    <a:pt x="4074" y="1506"/>
                  </a:lnTo>
                  <a:lnTo>
                    <a:pt x="4068" y="1500"/>
                  </a:lnTo>
                  <a:lnTo>
                    <a:pt x="4056" y="1494"/>
                  </a:lnTo>
                  <a:lnTo>
                    <a:pt x="4044" y="1494"/>
                  </a:lnTo>
                  <a:lnTo>
                    <a:pt x="4032" y="1488"/>
                  </a:lnTo>
                  <a:lnTo>
                    <a:pt x="4014" y="1488"/>
                  </a:lnTo>
                  <a:lnTo>
                    <a:pt x="4044" y="1488"/>
                  </a:lnTo>
                  <a:lnTo>
                    <a:pt x="4056" y="1482"/>
                  </a:lnTo>
                  <a:lnTo>
                    <a:pt x="4074" y="1482"/>
                  </a:lnTo>
                  <a:lnTo>
                    <a:pt x="4086" y="1470"/>
                  </a:lnTo>
                  <a:lnTo>
                    <a:pt x="4098" y="1446"/>
                  </a:lnTo>
                  <a:lnTo>
                    <a:pt x="4104" y="1440"/>
                  </a:lnTo>
                  <a:lnTo>
                    <a:pt x="4110" y="1440"/>
                  </a:lnTo>
                  <a:lnTo>
                    <a:pt x="4122" y="1434"/>
                  </a:lnTo>
                  <a:lnTo>
                    <a:pt x="4128" y="1434"/>
                  </a:lnTo>
                  <a:lnTo>
                    <a:pt x="4134" y="1428"/>
                  </a:lnTo>
                  <a:lnTo>
                    <a:pt x="4122" y="1416"/>
                  </a:lnTo>
                  <a:lnTo>
                    <a:pt x="4110" y="1422"/>
                  </a:lnTo>
                  <a:lnTo>
                    <a:pt x="4098" y="1434"/>
                  </a:lnTo>
                  <a:lnTo>
                    <a:pt x="4092" y="1404"/>
                  </a:lnTo>
                  <a:lnTo>
                    <a:pt x="4068" y="1404"/>
                  </a:lnTo>
                  <a:lnTo>
                    <a:pt x="4050" y="1410"/>
                  </a:lnTo>
                  <a:lnTo>
                    <a:pt x="4026" y="1410"/>
                  </a:lnTo>
                  <a:lnTo>
                    <a:pt x="4020" y="1404"/>
                  </a:lnTo>
                  <a:lnTo>
                    <a:pt x="4020" y="1386"/>
                  </a:lnTo>
                  <a:lnTo>
                    <a:pt x="4038" y="1368"/>
                  </a:lnTo>
                  <a:lnTo>
                    <a:pt x="4032" y="1362"/>
                  </a:lnTo>
                  <a:lnTo>
                    <a:pt x="4014" y="1362"/>
                  </a:lnTo>
                  <a:lnTo>
                    <a:pt x="4008" y="1368"/>
                  </a:lnTo>
                  <a:lnTo>
                    <a:pt x="4020" y="1344"/>
                  </a:lnTo>
                  <a:lnTo>
                    <a:pt x="3984" y="1350"/>
                  </a:lnTo>
                  <a:lnTo>
                    <a:pt x="3984" y="1326"/>
                  </a:lnTo>
                  <a:lnTo>
                    <a:pt x="3978" y="1314"/>
                  </a:lnTo>
                  <a:lnTo>
                    <a:pt x="3972" y="1308"/>
                  </a:lnTo>
                  <a:lnTo>
                    <a:pt x="3948" y="1308"/>
                  </a:lnTo>
                  <a:lnTo>
                    <a:pt x="3930" y="1314"/>
                  </a:lnTo>
                  <a:lnTo>
                    <a:pt x="3906" y="1326"/>
                  </a:lnTo>
                  <a:lnTo>
                    <a:pt x="3900" y="1332"/>
                  </a:lnTo>
                  <a:lnTo>
                    <a:pt x="3894" y="1332"/>
                  </a:lnTo>
                  <a:lnTo>
                    <a:pt x="3888" y="1326"/>
                  </a:lnTo>
                  <a:lnTo>
                    <a:pt x="3876" y="1320"/>
                  </a:lnTo>
                  <a:lnTo>
                    <a:pt x="3864" y="1320"/>
                  </a:lnTo>
                  <a:lnTo>
                    <a:pt x="3852" y="1326"/>
                  </a:lnTo>
                  <a:lnTo>
                    <a:pt x="3846" y="1326"/>
                  </a:lnTo>
                  <a:lnTo>
                    <a:pt x="3834" y="1332"/>
                  </a:lnTo>
                  <a:lnTo>
                    <a:pt x="3822" y="1326"/>
                  </a:lnTo>
                  <a:lnTo>
                    <a:pt x="3762" y="1302"/>
                  </a:lnTo>
                  <a:lnTo>
                    <a:pt x="3738" y="1302"/>
                  </a:lnTo>
                  <a:lnTo>
                    <a:pt x="3714" y="1314"/>
                  </a:lnTo>
                  <a:lnTo>
                    <a:pt x="3708" y="1326"/>
                  </a:lnTo>
                  <a:lnTo>
                    <a:pt x="3702" y="1326"/>
                  </a:lnTo>
                  <a:lnTo>
                    <a:pt x="3684" y="1344"/>
                  </a:lnTo>
                  <a:lnTo>
                    <a:pt x="3684" y="1350"/>
                  </a:lnTo>
                  <a:lnTo>
                    <a:pt x="3696" y="1356"/>
                  </a:lnTo>
                  <a:lnTo>
                    <a:pt x="3702" y="1362"/>
                  </a:lnTo>
                  <a:lnTo>
                    <a:pt x="3708" y="1374"/>
                  </a:lnTo>
                  <a:lnTo>
                    <a:pt x="3708" y="1380"/>
                  </a:lnTo>
                  <a:lnTo>
                    <a:pt x="3702" y="1386"/>
                  </a:lnTo>
                  <a:lnTo>
                    <a:pt x="3690" y="1392"/>
                  </a:lnTo>
                  <a:lnTo>
                    <a:pt x="3672" y="1410"/>
                  </a:lnTo>
                  <a:lnTo>
                    <a:pt x="3660" y="1416"/>
                  </a:lnTo>
                  <a:lnTo>
                    <a:pt x="3636" y="1422"/>
                  </a:lnTo>
                  <a:lnTo>
                    <a:pt x="3660" y="1440"/>
                  </a:lnTo>
                  <a:lnTo>
                    <a:pt x="3654" y="1446"/>
                  </a:lnTo>
                  <a:lnTo>
                    <a:pt x="3642" y="1446"/>
                  </a:lnTo>
                  <a:lnTo>
                    <a:pt x="3636" y="1452"/>
                  </a:lnTo>
                  <a:lnTo>
                    <a:pt x="3636" y="1470"/>
                  </a:lnTo>
                  <a:lnTo>
                    <a:pt x="3642" y="1482"/>
                  </a:lnTo>
                  <a:lnTo>
                    <a:pt x="3642" y="1488"/>
                  </a:lnTo>
                  <a:lnTo>
                    <a:pt x="3636" y="1500"/>
                  </a:lnTo>
                  <a:lnTo>
                    <a:pt x="3624" y="1506"/>
                  </a:lnTo>
                  <a:lnTo>
                    <a:pt x="3618" y="1512"/>
                  </a:lnTo>
                  <a:lnTo>
                    <a:pt x="3606" y="1512"/>
                  </a:lnTo>
                  <a:lnTo>
                    <a:pt x="3582" y="1524"/>
                  </a:lnTo>
                  <a:lnTo>
                    <a:pt x="3576" y="1536"/>
                  </a:lnTo>
                  <a:lnTo>
                    <a:pt x="3576" y="1548"/>
                  </a:lnTo>
                  <a:lnTo>
                    <a:pt x="3570" y="1548"/>
                  </a:lnTo>
                  <a:lnTo>
                    <a:pt x="3564" y="1554"/>
                  </a:lnTo>
                  <a:lnTo>
                    <a:pt x="3552" y="1554"/>
                  </a:lnTo>
                  <a:lnTo>
                    <a:pt x="3540" y="1560"/>
                  </a:lnTo>
                  <a:lnTo>
                    <a:pt x="3534" y="1566"/>
                  </a:lnTo>
                  <a:lnTo>
                    <a:pt x="3522" y="1572"/>
                  </a:lnTo>
                  <a:lnTo>
                    <a:pt x="3504" y="1590"/>
                  </a:lnTo>
                  <a:lnTo>
                    <a:pt x="3510" y="1596"/>
                  </a:lnTo>
                  <a:lnTo>
                    <a:pt x="3522" y="1602"/>
                  </a:lnTo>
                  <a:lnTo>
                    <a:pt x="3534" y="1614"/>
                  </a:lnTo>
                  <a:lnTo>
                    <a:pt x="3552" y="1620"/>
                  </a:lnTo>
                  <a:lnTo>
                    <a:pt x="3558" y="1632"/>
                  </a:lnTo>
                  <a:lnTo>
                    <a:pt x="3564" y="1638"/>
                  </a:lnTo>
                  <a:lnTo>
                    <a:pt x="3564" y="1662"/>
                  </a:lnTo>
                  <a:lnTo>
                    <a:pt x="3558" y="1698"/>
                  </a:lnTo>
                  <a:lnTo>
                    <a:pt x="3540" y="1746"/>
                  </a:lnTo>
                  <a:lnTo>
                    <a:pt x="3510" y="1776"/>
                  </a:lnTo>
                  <a:lnTo>
                    <a:pt x="3468" y="1800"/>
                  </a:lnTo>
                  <a:lnTo>
                    <a:pt x="3426" y="1830"/>
                  </a:lnTo>
                  <a:lnTo>
                    <a:pt x="3390" y="1854"/>
                  </a:lnTo>
                  <a:lnTo>
                    <a:pt x="3366" y="1860"/>
                  </a:lnTo>
                  <a:lnTo>
                    <a:pt x="3336" y="1860"/>
                  </a:lnTo>
                  <a:lnTo>
                    <a:pt x="3300" y="1866"/>
                  </a:lnTo>
                  <a:lnTo>
                    <a:pt x="3276" y="1872"/>
                  </a:lnTo>
                  <a:lnTo>
                    <a:pt x="3258" y="1878"/>
                  </a:lnTo>
                  <a:lnTo>
                    <a:pt x="3258" y="1902"/>
                  </a:lnTo>
                  <a:lnTo>
                    <a:pt x="3264" y="1914"/>
                  </a:lnTo>
                  <a:lnTo>
                    <a:pt x="3264" y="1926"/>
                  </a:lnTo>
                  <a:lnTo>
                    <a:pt x="3270" y="1938"/>
                  </a:lnTo>
                  <a:lnTo>
                    <a:pt x="3270" y="1950"/>
                  </a:lnTo>
                  <a:lnTo>
                    <a:pt x="3252" y="1968"/>
                  </a:lnTo>
                  <a:lnTo>
                    <a:pt x="3234" y="2004"/>
                  </a:lnTo>
                  <a:lnTo>
                    <a:pt x="3234" y="2076"/>
                  </a:lnTo>
                  <a:lnTo>
                    <a:pt x="3210" y="2088"/>
                  </a:lnTo>
                  <a:lnTo>
                    <a:pt x="3204" y="2094"/>
                  </a:lnTo>
                  <a:lnTo>
                    <a:pt x="3180" y="2106"/>
                  </a:lnTo>
                  <a:lnTo>
                    <a:pt x="3180" y="2142"/>
                  </a:lnTo>
                  <a:lnTo>
                    <a:pt x="3156" y="2166"/>
                  </a:lnTo>
                  <a:lnTo>
                    <a:pt x="3156" y="2154"/>
                  </a:lnTo>
                  <a:lnTo>
                    <a:pt x="3162" y="2148"/>
                  </a:lnTo>
                  <a:lnTo>
                    <a:pt x="3162" y="2142"/>
                  </a:lnTo>
                  <a:lnTo>
                    <a:pt x="3156" y="2130"/>
                  </a:lnTo>
                  <a:lnTo>
                    <a:pt x="3138" y="2130"/>
                  </a:lnTo>
                  <a:lnTo>
                    <a:pt x="3126" y="2136"/>
                  </a:lnTo>
                  <a:lnTo>
                    <a:pt x="3108" y="2154"/>
                  </a:lnTo>
                  <a:lnTo>
                    <a:pt x="3108" y="2166"/>
                  </a:lnTo>
                  <a:lnTo>
                    <a:pt x="3114" y="2178"/>
                  </a:lnTo>
                  <a:lnTo>
                    <a:pt x="3114" y="2190"/>
                  </a:lnTo>
                  <a:lnTo>
                    <a:pt x="3108" y="2196"/>
                  </a:lnTo>
                  <a:lnTo>
                    <a:pt x="3108" y="2178"/>
                  </a:lnTo>
                  <a:lnTo>
                    <a:pt x="3102" y="2166"/>
                  </a:lnTo>
                  <a:lnTo>
                    <a:pt x="3090" y="2154"/>
                  </a:lnTo>
                  <a:lnTo>
                    <a:pt x="3078" y="2154"/>
                  </a:lnTo>
                  <a:lnTo>
                    <a:pt x="3066" y="2160"/>
                  </a:lnTo>
                  <a:lnTo>
                    <a:pt x="3042" y="2160"/>
                  </a:lnTo>
                  <a:lnTo>
                    <a:pt x="3036" y="2166"/>
                  </a:lnTo>
                  <a:lnTo>
                    <a:pt x="3030" y="2166"/>
                  </a:lnTo>
                  <a:lnTo>
                    <a:pt x="3042" y="2160"/>
                  </a:lnTo>
                  <a:lnTo>
                    <a:pt x="3060" y="2142"/>
                  </a:lnTo>
                  <a:lnTo>
                    <a:pt x="3072" y="2136"/>
                  </a:lnTo>
                  <a:lnTo>
                    <a:pt x="3078" y="2124"/>
                  </a:lnTo>
                  <a:lnTo>
                    <a:pt x="3078" y="2118"/>
                  </a:lnTo>
                  <a:lnTo>
                    <a:pt x="3072" y="2106"/>
                  </a:lnTo>
                  <a:lnTo>
                    <a:pt x="3060" y="2100"/>
                  </a:lnTo>
                  <a:lnTo>
                    <a:pt x="3048" y="2088"/>
                  </a:lnTo>
                  <a:lnTo>
                    <a:pt x="3030" y="2088"/>
                  </a:lnTo>
                  <a:lnTo>
                    <a:pt x="3024" y="2082"/>
                  </a:lnTo>
                  <a:lnTo>
                    <a:pt x="3018" y="2082"/>
                  </a:lnTo>
                  <a:lnTo>
                    <a:pt x="3024" y="2082"/>
                  </a:lnTo>
                  <a:lnTo>
                    <a:pt x="3042" y="2064"/>
                  </a:lnTo>
                  <a:lnTo>
                    <a:pt x="3042" y="2058"/>
                  </a:lnTo>
                  <a:lnTo>
                    <a:pt x="3030" y="2034"/>
                  </a:lnTo>
                  <a:lnTo>
                    <a:pt x="3030" y="2028"/>
                  </a:lnTo>
                  <a:lnTo>
                    <a:pt x="3024" y="2016"/>
                  </a:lnTo>
                  <a:lnTo>
                    <a:pt x="3060" y="1992"/>
                  </a:lnTo>
                  <a:lnTo>
                    <a:pt x="3060" y="1968"/>
                  </a:lnTo>
                  <a:lnTo>
                    <a:pt x="3084" y="1956"/>
                  </a:lnTo>
                  <a:lnTo>
                    <a:pt x="3084" y="1914"/>
                  </a:lnTo>
                  <a:lnTo>
                    <a:pt x="3090" y="1914"/>
                  </a:lnTo>
                  <a:lnTo>
                    <a:pt x="3102" y="1902"/>
                  </a:lnTo>
                  <a:lnTo>
                    <a:pt x="3114" y="1896"/>
                  </a:lnTo>
                  <a:lnTo>
                    <a:pt x="3132" y="1878"/>
                  </a:lnTo>
                  <a:lnTo>
                    <a:pt x="3126" y="1866"/>
                  </a:lnTo>
                  <a:lnTo>
                    <a:pt x="3120" y="1860"/>
                  </a:lnTo>
                  <a:lnTo>
                    <a:pt x="3084" y="1848"/>
                  </a:lnTo>
                  <a:lnTo>
                    <a:pt x="2976" y="1848"/>
                  </a:lnTo>
                  <a:lnTo>
                    <a:pt x="2940" y="1860"/>
                  </a:lnTo>
                  <a:lnTo>
                    <a:pt x="2946" y="1848"/>
                  </a:lnTo>
                  <a:lnTo>
                    <a:pt x="2952" y="1842"/>
                  </a:lnTo>
                  <a:lnTo>
                    <a:pt x="2952" y="1830"/>
                  </a:lnTo>
                  <a:lnTo>
                    <a:pt x="2958" y="1824"/>
                  </a:lnTo>
                  <a:lnTo>
                    <a:pt x="2952" y="1818"/>
                  </a:lnTo>
                  <a:lnTo>
                    <a:pt x="2940" y="1812"/>
                  </a:lnTo>
                  <a:lnTo>
                    <a:pt x="2928" y="1812"/>
                  </a:lnTo>
                  <a:lnTo>
                    <a:pt x="2892" y="1800"/>
                  </a:lnTo>
                  <a:lnTo>
                    <a:pt x="2874" y="1800"/>
                  </a:lnTo>
                  <a:lnTo>
                    <a:pt x="2868" y="1794"/>
                  </a:lnTo>
                  <a:lnTo>
                    <a:pt x="2862" y="1794"/>
                  </a:lnTo>
                  <a:lnTo>
                    <a:pt x="2862" y="1770"/>
                  </a:lnTo>
                  <a:lnTo>
                    <a:pt x="2856" y="1752"/>
                  </a:lnTo>
                  <a:lnTo>
                    <a:pt x="2844" y="1740"/>
                  </a:lnTo>
                  <a:lnTo>
                    <a:pt x="2790" y="1722"/>
                  </a:lnTo>
                  <a:lnTo>
                    <a:pt x="2778" y="1722"/>
                  </a:lnTo>
                  <a:lnTo>
                    <a:pt x="2778" y="1716"/>
                  </a:lnTo>
                  <a:lnTo>
                    <a:pt x="2766" y="1704"/>
                  </a:lnTo>
                  <a:lnTo>
                    <a:pt x="2754" y="1704"/>
                  </a:lnTo>
                  <a:lnTo>
                    <a:pt x="2736" y="1698"/>
                  </a:lnTo>
                  <a:lnTo>
                    <a:pt x="2694" y="1698"/>
                  </a:lnTo>
                  <a:lnTo>
                    <a:pt x="2646" y="1704"/>
                  </a:lnTo>
                  <a:lnTo>
                    <a:pt x="2610" y="1716"/>
                  </a:lnTo>
                  <a:lnTo>
                    <a:pt x="2592" y="1716"/>
                  </a:lnTo>
                  <a:lnTo>
                    <a:pt x="2598" y="1716"/>
                  </a:lnTo>
                  <a:lnTo>
                    <a:pt x="2604" y="1710"/>
                  </a:lnTo>
                  <a:lnTo>
                    <a:pt x="2616" y="1710"/>
                  </a:lnTo>
                  <a:lnTo>
                    <a:pt x="2628" y="1704"/>
                  </a:lnTo>
                  <a:lnTo>
                    <a:pt x="2634" y="1692"/>
                  </a:lnTo>
                  <a:lnTo>
                    <a:pt x="2640" y="1686"/>
                  </a:lnTo>
                  <a:lnTo>
                    <a:pt x="2646" y="1662"/>
                  </a:lnTo>
                  <a:lnTo>
                    <a:pt x="2658" y="1632"/>
                  </a:lnTo>
                  <a:lnTo>
                    <a:pt x="2664" y="1602"/>
                  </a:lnTo>
                  <a:lnTo>
                    <a:pt x="2670" y="1590"/>
                  </a:lnTo>
                  <a:lnTo>
                    <a:pt x="2658" y="1590"/>
                  </a:lnTo>
                  <a:lnTo>
                    <a:pt x="2646" y="1584"/>
                  </a:lnTo>
                  <a:lnTo>
                    <a:pt x="2616" y="1584"/>
                  </a:lnTo>
                  <a:lnTo>
                    <a:pt x="2610" y="1590"/>
                  </a:lnTo>
                  <a:lnTo>
                    <a:pt x="2598" y="1596"/>
                  </a:lnTo>
                  <a:lnTo>
                    <a:pt x="2592" y="1602"/>
                  </a:lnTo>
                  <a:lnTo>
                    <a:pt x="2580" y="1608"/>
                  </a:lnTo>
                  <a:lnTo>
                    <a:pt x="2598" y="1578"/>
                  </a:lnTo>
                  <a:lnTo>
                    <a:pt x="2592" y="1560"/>
                  </a:lnTo>
                  <a:lnTo>
                    <a:pt x="2610" y="1542"/>
                  </a:lnTo>
                  <a:lnTo>
                    <a:pt x="2616" y="1530"/>
                  </a:lnTo>
                  <a:lnTo>
                    <a:pt x="2640" y="1506"/>
                  </a:lnTo>
                  <a:lnTo>
                    <a:pt x="2646" y="1494"/>
                  </a:lnTo>
                  <a:lnTo>
                    <a:pt x="2664" y="1476"/>
                  </a:lnTo>
                  <a:lnTo>
                    <a:pt x="2694" y="1452"/>
                  </a:lnTo>
                  <a:lnTo>
                    <a:pt x="2730" y="1428"/>
                  </a:lnTo>
                  <a:lnTo>
                    <a:pt x="2754" y="1410"/>
                  </a:lnTo>
                  <a:lnTo>
                    <a:pt x="2766" y="1404"/>
                  </a:lnTo>
                  <a:lnTo>
                    <a:pt x="2760" y="1392"/>
                  </a:lnTo>
                  <a:lnTo>
                    <a:pt x="2826" y="1368"/>
                  </a:lnTo>
                  <a:lnTo>
                    <a:pt x="2826" y="1350"/>
                  </a:lnTo>
                  <a:lnTo>
                    <a:pt x="2868" y="1344"/>
                  </a:lnTo>
                  <a:lnTo>
                    <a:pt x="2868" y="1326"/>
                  </a:lnTo>
                  <a:lnTo>
                    <a:pt x="2898" y="1320"/>
                  </a:lnTo>
                  <a:lnTo>
                    <a:pt x="2952" y="1284"/>
                  </a:lnTo>
                  <a:lnTo>
                    <a:pt x="3006" y="1284"/>
                  </a:lnTo>
                  <a:lnTo>
                    <a:pt x="3042" y="1278"/>
                  </a:lnTo>
                  <a:lnTo>
                    <a:pt x="3060" y="1266"/>
                  </a:lnTo>
                  <a:lnTo>
                    <a:pt x="3060" y="1254"/>
                  </a:lnTo>
                  <a:lnTo>
                    <a:pt x="3030" y="1224"/>
                  </a:lnTo>
                  <a:lnTo>
                    <a:pt x="2970" y="1230"/>
                  </a:lnTo>
                  <a:lnTo>
                    <a:pt x="2982" y="1218"/>
                  </a:lnTo>
                  <a:lnTo>
                    <a:pt x="2928" y="1194"/>
                  </a:lnTo>
                  <a:lnTo>
                    <a:pt x="2952" y="1188"/>
                  </a:lnTo>
                  <a:lnTo>
                    <a:pt x="3036" y="1212"/>
                  </a:lnTo>
                  <a:lnTo>
                    <a:pt x="3054" y="1230"/>
                  </a:lnTo>
                  <a:lnTo>
                    <a:pt x="3066" y="1236"/>
                  </a:lnTo>
                  <a:lnTo>
                    <a:pt x="3096" y="1236"/>
                  </a:lnTo>
                  <a:lnTo>
                    <a:pt x="3108" y="1230"/>
                  </a:lnTo>
                  <a:lnTo>
                    <a:pt x="3114" y="1218"/>
                  </a:lnTo>
                  <a:lnTo>
                    <a:pt x="3126" y="1206"/>
                  </a:lnTo>
                  <a:lnTo>
                    <a:pt x="3132" y="1194"/>
                  </a:lnTo>
                  <a:lnTo>
                    <a:pt x="3144" y="1188"/>
                  </a:lnTo>
                  <a:lnTo>
                    <a:pt x="3150" y="1182"/>
                  </a:lnTo>
                  <a:lnTo>
                    <a:pt x="3156" y="1182"/>
                  </a:lnTo>
                  <a:lnTo>
                    <a:pt x="3180" y="1194"/>
                  </a:lnTo>
                  <a:lnTo>
                    <a:pt x="3198" y="1200"/>
                  </a:lnTo>
                  <a:lnTo>
                    <a:pt x="3210" y="1200"/>
                  </a:lnTo>
                  <a:lnTo>
                    <a:pt x="3246" y="1182"/>
                  </a:lnTo>
                  <a:lnTo>
                    <a:pt x="3282" y="1170"/>
                  </a:lnTo>
                  <a:lnTo>
                    <a:pt x="3318" y="1152"/>
                  </a:lnTo>
                  <a:lnTo>
                    <a:pt x="3336" y="1146"/>
                  </a:lnTo>
                  <a:lnTo>
                    <a:pt x="3360" y="1134"/>
                  </a:lnTo>
                  <a:lnTo>
                    <a:pt x="3372" y="1122"/>
                  </a:lnTo>
                  <a:lnTo>
                    <a:pt x="3366" y="1116"/>
                  </a:lnTo>
                  <a:lnTo>
                    <a:pt x="3342" y="1110"/>
                  </a:lnTo>
                  <a:lnTo>
                    <a:pt x="3264" y="1110"/>
                  </a:lnTo>
                  <a:lnTo>
                    <a:pt x="3258" y="1086"/>
                  </a:lnTo>
                  <a:lnTo>
                    <a:pt x="3174" y="1056"/>
                  </a:lnTo>
                  <a:lnTo>
                    <a:pt x="3186" y="1056"/>
                  </a:lnTo>
                  <a:lnTo>
                    <a:pt x="3216" y="1050"/>
                  </a:lnTo>
                  <a:lnTo>
                    <a:pt x="3252" y="1050"/>
                  </a:lnTo>
                  <a:lnTo>
                    <a:pt x="3282" y="1056"/>
                  </a:lnTo>
                  <a:lnTo>
                    <a:pt x="3294" y="1062"/>
                  </a:lnTo>
                  <a:lnTo>
                    <a:pt x="3306" y="1074"/>
                  </a:lnTo>
                  <a:lnTo>
                    <a:pt x="3324" y="1086"/>
                  </a:lnTo>
                  <a:lnTo>
                    <a:pt x="3336" y="1098"/>
                  </a:lnTo>
                  <a:lnTo>
                    <a:pt x="3348" y="1104"/>
                  </a:lnTo>
                  <a:lnTo>
                    <a:pt x="3372" y="1098"/>
                  </a:lnTo>
                  <a:lnTo>
                    <a:pt x="3408" y="1080"/>
                  </a:lnTo>
                  <a:lnTo>
                    <a:pt x="3444" y="1068"/>
                  </a:lnTo>
                  <a:lnTo>
                    <a:pt x="3474" y="1050"/>
                  </a:lnTo>
                  <a:lnTo>
                    <a:pt x="3486" y="1044"/>
                  </a:lnTo>
                  <a:lnTo>
                    <a:pt x="3462" y="1032"/>
                  </a:lnTo>
                  <a:lnTo>
                    <a:pt x="3468" y="1026"/>
                  </a:lnTo>
                  <a:lnTo>
                    <a:pt x="3492" y="1014"/>
                  </a:lnTo>
                  <a:lnTo>
                    <a:pt x="3522" y="1014"/>
                  </a:lnTo>
                  <a:lnTo>
                    <a:pt x="3528" y="1020"/>
                  </a:lnTo>
                  <a:lnTo>
                    <a:pt x="3534" y="1032"/>
                  </a:lnTo>
                  <a:lnTo>
                    <a:pt x="3540" y="1038"/>
                  </a:lnTo>
                  <a:lnTo>
                    <a:pt x="3570" y="1050"/>
                  </a:lnTo>
                  <a:lnTo>
                    <a:pt x="3576" y="1026"/>
                  </a:lnTo>
                  <a:lnTo>
                    <a:pt x="3594" y="1044"/>
                  </a:lnTo>
                  <a:lnTo>
                    <a:pt x="3600" y="1038"/>
                  </a:lnTo>
                  <a:lnTo>
                    <a:pt x="3600" y="1026"/>
                  </a:lnTo>
                  <a:lnTo>
                    <a:pt x="3594" y="1014"/>
                  </a:lnTo>
                  <a:lnTo>
                    <a:pt x="3582" y="1002"/>
                  </a:lnTo>
                  <a:lnTo>
                    <a:pt x="3564" y="990"/>
                  </a:lnTo>
                  <a:lnTo>
                    <a:pt x="3606" y="984"/>
                  </a:lnTo>
                  <a:lnTo>
                    <a:pt x="3606" y="990"/>
                  </a:lnTo>
                  <a:lnTo>
                    <a:pt x="3612" y="996"/>
                  </a:lnTo>
                  <a:lnTo>
                    <a:pt x="3612" y="1008"/>
                  </a:lnTo>
                  <a:lnTo>
                    <a:pt x="3624" y="1032"/>
                  </a:lnTo>
                  <a:lnTo>
                    <a:pt x="3630" y="1038"/>
                  </a:lnTo>
                  <a:lnTo>
                    <a:pt x="3636" y="1038"/>
                  </a:lnTo>
                  <a:lnTo>
                    <a:pt x="3654" y="1032"/>
                  </a:lnTo>
                  <a:lnTo>
                    <a:pt x="3690" y="1026"/>
                  </a:lnTo>
                  <a:lnTo>
                    <a:pt x="3732" y="1008"/>
                  </a:lnTo>
                  <a:lnTo>
                    <a:pt x="3768" y="990"/>
                  </a:lnTo>
                  <a:lnTo>
                    <a:pt x="3798" y="972"/>
                  </a:lnTo>
                  <a:lnTo>
                    <a:pt x="3798" y="960"/>
                  </a:lnTo>
                  <a:lnTo>
                    <a:pt x="3786" y="942"/>
                  </a:lnTo>
                  <a:lnTo>
                    <a:pt x="3780" y="930"/>
                  </a:lnTo>
                  <a:lnTo>
                    <a:pt x="3774" y="912"/>
                  </a:lnTo>
                  <a:lnTo>
                    <a:pt x="3774" y="900"/>
                  </a:lnTo>
                  <a:lnTo>
                    <a:pt x="3780" y="894"/>
                  </a:lnTo>
                  <a:lnTo>
                    <a:pt x="3792" y="894"/>
                  </a:lnTo>
                  <a:lnTo>
                    <a:pt x="3804" y="888"/>
                  </a:lnTo>
                  <a:lnTo>
                    <a:pt x="3822" y="888"/>
                  </a:lnTo>
                  <a:lnTo>
                    <a:pt x="3840" y="882"/>
                  </a:lnTo>
                  <a:lnTo>
                    <a:pt x="3858" y="882"/>
                  </a:lnTo>
                  <a:lnTo>
                    <a:pt x="3864" y="876"/>
                  </a:lnTo>
                  <a:lnTo>
                    <a:pt x="3870" y="876"/>
                  </a:lnTo>
                  <a:lnTo>
                    <a:pt x="3870" y="858"/>
                  </a:lnTo>
                  <a:lnTo>
                    <a:pt x="3864" y="846"/>
                  </a:lnTo>
                  <a:lnTo>
                    <a:pt x="3864" y="840"/>
                  </a:lnTo>
                  <a:lnTo>
                    <a:pt x="3858" y="828"/>
                  </a:lnTo>
                  <a:lnTo>
                    <a:pt x="3840" y="804"/>
                  </a:lnTo>
                  <a:lnTo>
                    <a:pt x="3822" y="798"/>
                  </a:lnTo>
                  <a:lnTo>
                    <a:pt x="3786" y="792"/>
                  </a:lnTo>
                  <a:lnTo>
                    <a:pt x="3744" y="792"/>
                  </a:lnTo>
                  <a:lnTo>
                    <a:pt x="3708" y="804"/>
                  </a:lnTo>
                  <a:lnTo>
                    <a:pt x="3690" y="822"/>
                  </a:lnTo>
                  <a:lnTo>
                    <a:pt x="3690" y="840"/>
                  </a:lnTo>
                  <a:lnTo>
                    <a:pt x="3696" y="840"/>
                  </a:lnTo>
                  <a:lnTo>
                    <a:pt x="3702" y="846"/>
                  </a:lnTo>
                  <a:lnTo>
                    <a:pt x="3666" y="870"/>
                  </a:lnTo>
                  <a:lnTo>
                    <a:pt x="3642" y="870"/>
                  </a:lnTo>
                  <a:lnTo>
                    <a:pt x="3576" y="918"/>
                  </a:lnTo>
                  <a:lnTo>
                    <a:pt x="3552" y="930"/>
                  </a:lnTo>
                  <a:lnTo>
                    <a:pt x="3546" y="936"/>
                  </a:lnTo>
                  <a:lnTo>
                    <a:pt x="3540" y="948"/>
                  </a:lnTo>
                  <a:lnTo>
                    <a:pt x="3522" y="966"/>
                  </a:lnTo>
                  <a:lnTo>
                    <a:pt x="3492" y="966"/>
                  </a:lnTo>
                  <a:lnTo>
                    <a:pt x="3456" y="984"/>
                  </a:lnTo>
                  <a:lnTo>
                    <a:pt x="3456" y="972"/>
                  </a:lnTo>
                  <a:lnTo>
                    <a:pt x="3450" y="954"/>
                  </a:lnTo>
                  <a:lnTo>
                    <a:pt x="3450" y="918"/>
                  </a:lnTo>
                  <a:lnTo>
                    <a:pt x="3456" y="912"/>
                  </a:lnTo>
                  <a:lnTo>
                    <a:pt x="3480" y="900"/>
                  </a:lnTo>
                  <a:lnTo>
                    <a:pt x="3498" y="900"/>
                  </a:lnTo>
                  <a:lnTo>
                    <a:pt x="3510" y="894"/>
                  </a:lnTo>
                  <a:lnTo>
                    <a:pt x="3516" y="882"/>
                  </a:lnTo>
                  <a:lnTo>
                    <a:pt x="3516" y="870"/>
                  </a:lnTo>
                  <a:lnTo>
                    <a:pt x="3510" y="852"/>
                  </a:lnTo>
                  <a:lnTo>
                    <a:pt x="3504" y="846"/>
                  </a:lnTo>
                  <a:lnTo>
                    <a:pt x="3498" y="834"/>
                  </a:lnTo>
                  <a:lnTo>
                    <a:pt x="3486" y="834"/>
                  </a:lnTo>
                  <a:lnTo>
                    <a:pt x="3450" y="852"/>
                  </a:lnTo>
                  <a:lnTo>
                    <a:pt x="3432" y="858"/>
                  </a:lnTo>
                  <a:lnTo>
                    <a:pt x="3420" y="864"/>
                  </a:lnTo>
                  <a:lnTo>
                    <a:pt x="3414" y="870"/>
                  </a:lnTo>
                  <a:lnTo>
                    <a:pt x="3408" y="870"/>
                  </a:lnTo>
                  <a:lnTo>
                    <a:pt x="3378" y="900"/>
                  </a:lnTo>
                  <a:lnTo>
                    <a:pt x="3372" y="888"/>
                  </a:lnTo>
                  <a:lnTo>
                    <a:pt x="3396" y="858"/>
                  </a:lnTo>
                  <a:lnTo>
                    <a:pt x="3396" y="840"/>
                  </a:lnTo>
                  <a:lnTo>
                    <a:pt x="3438" y="822"/>
                  </a:lnTo>
                  <a:lnTo>
                    <a:pt x="3402" y="816"/>
                  </a:lnTo>
                  <a:lnTo>
                    <a:pt x="3408" y="804"/>
                  </a:lnTo>
                  <a:lnTo>
                    <a:pt x="3360" y="816"/>
                  </a:lnTo>
                  <a:lnTo>
                    <a:pt x="3336" y="804"/>
                  </a:lnTo>
                  <a:lnTo>
                    <a:pt x="3378" y="792"/>
                  </a:lnTo>
                  <a:lnTo>
                    <a:pt x="3378" y="774"/>
                  </a:lnTo>
                  <a:lnTo>
                    <a:pt x="3390" y="774"/>
                  </a:lnTo>
                  <a:lnTo>
                    <a:pt x="3396" y="780"/>
                  </a:lnTo>
                  <a:lnTo>
                    <a:pt x="3420" y="780"/>
                  </a:lnTo>
                  <a:lnTo>
                    <a:pt x="3426" y="774"/>
                  </a:lnTo>
                  <a:lnTo>
                    <a:pt x="3426" y="762"/>
                  </a:lnTo>
                  <a:lnTo>
                    <a:pt x="3420" y="756"/>
                  </a:lnTo>
                  <a:lnTo>
                    <a:pt x="3408" y="756"/>
                  </a:lnTo>
                  <a:lnTo>
                    <a:pt x="3396" y="744"/>
                  </a:lnTo>
                  <a:lnTo>
                    <a:pt x="3396" y="738"/>
                  </a:lnTo>
                  <a:lnTo>
                    <a:pt x="3420" y="690"/>
                  </a:lnTo>
                  <a:lnTo>
                    <a:pt x="3426" y="684"/>
                  </a:lnTo>
                  <a:lnTo>
                    <a:pt x="3426" y="672"/>
                  </a:lnTo>
                  <a:lnTo>
                    <a:pt x="3420" y="666"/>
                  </a:lnTo>
                  <a:lnTo>
                    <a:pt x="3414" y="666"/>
                  </a:lnTo>
                  <a:lnTo>
                    <a:pt x="3372" y="648"/>
                  </a:lnTo>
                  <a:lnTo>
                    <a:pt x="3348" y="660"/>
                  </a:lnTo>
                  <a:lnTo>
                    <a:pt x="3336" y="660"/>
                  </a:lnTo>
                  <a:lnTo>
                    <a:pt x="3318" y="666"/>
                  </a:lnTo>
                  <a:lnTo>
                    <a:pt x="3312" y="666"/>
                  </a:lnTo>
                  <a:lnTo>
                    <a:pt x="3306" y="672"/>
                  </a:lnTo>
                  <a:lnTo>
                    <a:pt x="3306" y="690"/>
                  </a:lnTo>
                  <a:lnTo>
                    <a:pt x="3240" y="690"/>
                  </a:lnTo>
                  <a:lnTo>
                    <a:pt x="3228" y="696"/>
                  </a:lnTo>
                  <a:lnTo>
                    <a:pt x="3222" y="702"/>
                  </a:lnTo>
                  <a:lnTo>
                    <a:pt x="3210" y="708"/>
                  </a:lnTo>
                  <a:lnTo>
                    <a:pt x="3198" y="720"/>
                  </a:lnTo>
                  <a:lnTo>
                    <a:pt x="3204" y="726"/>
                  </a:lnTo>
                  <a:lnTo>
                    <a:pt x="3216" y="732"/>
                  </a:lnTo>
                  <a:lnTo>
                    <a:pt x="3228" y="732"/>
                  </a:lnTo>
                  <a:lnTo>
                    <a:pt x="3234" y="738"/>
                  </a:lnTo>
                  <a:lnTo>
                    <a:pt x="3228" y="738"/>
                  </a:lnTo>
                  <a:lnTo>
                    <a:pt x="3222" y="744"/>
                  </a:lnTo>
                  <a:lnTo>
                    <a:pt x="3204" y="744"/>
                  </a:lnTo>
                  <a:lnTo>
                    <a:pt x="3180" y="756"/>
                  </a:lnTo>
                  <a:lnTo>
                    <a:pt x="3168" y="768"/>
                  </a:lnTo>
                  <a:lnTo>
                    <a:pt x="3168" y="774"/>
                  </a:lnTo>
                  <a:lnTo>
                    <a:pt x="3174" y="786"/>
                  </a:lnTo>
                  <a:lnTo>
                    <a:pt x="3186" y="798"/>
                  </a:lnTo>
                  <a:lnTo>
                    <a:pt x="3198" y="804"/>
                  </a:lnTo>
                  <a:lnTo>
                    <a:pt x="3204" y="810"/>
                  </a:lnTo>
                  <a:lnTo>
                    <a:pt x="3210" y="810"/>
                  </a:lnTo>
                  <a:lnTo>
                    <a:pt x="3234" y="798"/>
                  </a:lnTo>
                  <a:lnTo>
                    <a:pt x="3234" y="822"/>
                  </a:lnTo>
                  <a:lnTo>
                    <a:pt x="3240" y="828"/>
                  </a:lnTo>
                  <a:lnTo>
                    <a:pt x="3246" y="828"/>
                  </a:lnTo>
                  <a:lnTo>
                    <a:pt x="3258" y="822"/>
                  </a:lnTo>
                  <a:lnTo>
                    <a:pt x="3282" y="822"/>
                  </a:lnTo>
                  <a:lnTo>
                    <a:pt x="3276" y="828"/>
                  </a:lnTo>
                  <a:lnTo>
                    <a:pt x="3252" y="840"/>
                  </a:lnTo>
                  <a:lnTo>
                    <a:pt x="3246" y="840"/>
                  </a:lnTo>
                  <a:lnTo>
                    <a:pt x="3228" y="828"/>
                  </a:lnTo>
                  <a:lnTo>
                    <a:pt x="3222" y="846"/>
                  </a:lnTo>
                  <a:lnTo>
                    <a:pt x="3204" y="846"/>
                  </a:lnTo>
                  <a:lnTo>
                    <a:pt x="3192" y="852"/>
                  </a:lnTo>
                  <a:lnTo>
                    <a:pt x="3186" y="852"/>
                  </a:lnTo>
                  <a:lnTo>
                    <a:pt x="3180" y="858"/>
                  </a:lnTo>
                  <a:lnTo>
                    <a:pt x="3204" y="858"/>
                  </a:lnTo>
                  <a:lnTo>
                    <a:pt x="3228" y="846"/>
                  </a:lnTo>
                  <a:lnTo>
                    <a:pt x="3240" y="846"/>
                  </a:lnTo>
                  <a:lnTo>
                    <a:pt x="3240" y="852"/>
                  </a:lnTo>
                  <a:lnTo>
                    <a:pt x="3228" y="870"/>
                  </a:lnTo>
                  <a:lnTo>
                    <a:pt x="3210" y="882"/>
                  </a:lnTo>
                  <a:lnTo>
                    <a:pt x="3198" y="888"/>
                  </a:lnTo>
                  <a:lnTo>
                    <a:pt x="3180" y="894"/>
                  </a:lnTo>
                  <a:lnTo>
                    <a:pt x="3168" y="900"/>
                  </a:lnTo>
                  <a:lnTo>
                    <a:pt x="3162" y="906"/>
                  </a:lnTo>
                  <a:lnTo>
                    <a:pt x="3138" y="918"/>
                  </a:lnTo>
                  <a:lnTo>
                    <a:pt x="3132" y="924"/>
                  </a:lnTo>
                  <a:lnTo>
                    <a:pt x="3120" y="918"/>
                  </a:lnTo>
                  <a:lnTo>
                    <a:pt x="3114" y="918"/>
                  </a:lnTo>
                  <a:lnTo>
                    <a:pt x="3102" y="912"/>
                  </a:lnTo>
                  <a:lnTo>
                    <a:pt x="3090" y="912"/>
                  </a:lnTo>
                  <a:lnTo>
                    <a:pt x="3072" y="930"/>
                  </a:lnTo>
                  <a:lnTo>
                    <a:pt x="3060" y="936"/>
                  </a:lnTo>
                  <a:lnTo>
                    <a:pt x="3054" y="948"/>
                  </a:lnTo>
                  <a:lnTo>
                    <a:pt x="3054" y="972"/>
                  </a:lnTo>
                  <a:lnTo>
                    <a:pt x="3048" y="978"/>
                  </a:lnTo>
                  <a:lnTo>
                    <a:pt x="3042" y="966"/>
                  </a:lnTo>
                  <a:lnTo>
                    <a:pt x="3030" y="966"/>
                  </a:lnTo>
                  <a:lnTo>
                    <a:pt x="3018" y="960"/>
                  </a:lnTo>
                  <a:lnTo>
                    <a:pt x="3012" y="960"/>
                  </a:lnTo>
                  <a:lnTo>
                    <a:pt x="3006" y="954"/>
                  </a:lnTo>
                  <a:lnTo>
                    <a:pt x="3030" y="930"/>
                  </a:lnTo>
                  <a:lnTo>
                    <a:pt x="3042" y="924"/>
                  </a:lnTo>
                  <a:lnTo>
                    <a:pt x="3060" y="906"/>
                  </a:lnTo>
                  <a:lnTo>
                    <a:pt x="3072" y="900"/>
                  </a:lnTo>
                  <a:lnTo>
                    <a:pt x="3036" y="900"/>
                  </a:lnTo>
                  <a:lnTo>
                    <a:pt x="3030" y="888"/>
                  </a:lnTo>
                  <a:lnTo>
                    <a:pt x="3018" y="882"/>
                  </a:lnTo>
                  <a:lnTo>
                    <a:pt x="2994" y="882"/>
                  </a:lnTo>
                  <a:lnTo>
                    <a:pt x="2988" y="888"/>
                  </a:lnTo>
                  <a:lnTo>
                    <a:pt x="2946" y="888"/>
                  </a:lnTo>
                  <a:lnTo>
                    <a:pt x="2946" y="894"/>
                  </a:lnTo>
                  <a:lnTo>
                    <a:pt x="2940" y="906"/>
                  </a:lnTo>
                  <a:lnTo>
                    <a:pt x="2940" y="918"/>
                  </a:lnTo>
                  <a:lnTo>
                    <a:pt x="2946" y="918"/>
                  </a:lnTo>
                  <a:lnTo>
                    <a:pt x="2952" y="924"/>
                  </a:lnTo>
                  <a:lnTo>
                    <a:pt x="2964" y="924"/>
                  </a:lnTo>
                  <a:lnTo>
                    <a:pt x="2976" y="936"/>
                  </a:lnTo>
                  <a:lnTo>
                    <a:pt x="2982" y="936"/>
                  </a:lnTo>
                  <a:lnTo>
                    <a:pt x="2976" y="942"/>
                  </a:lnTo>
                  <a:lnTo>
                    <a:pt x="2958" y="942"/>
                  </a:lnTo>
                  <a:lnTo>
                    <a:pt x="2952" y="936"/>
                  </a:lnTo>
                  <a:lnTo>
                    <a:pt x="2940" y="930"/>
                  </a:lnTo>
                  <a:lnTo>
                    <a:pt x="2934" y="924"/>
                  </a:lnTo>
                  <a:lnTo>
                    <a:pt x="2916" y="912"/>
                  </a:lnTo>
                  <a:lnTo>
                    <a:pt x="2910" y="942"/>
                  </a:lnTo>
                  <a:lnTo>
                    <a:pt x="2904" y="942"/>
                  </a:lnTo>
                  <a:lnTo>
                    <a:pt x="2898" y="948"/>
                  </a:lnTo>
                  <a:lnTo>
                    <a:pt x="2862" y="948"/>
                  </a:lnTo>
                  <a:lnTo>
                    <a:pt x="2844" y="942"/>
                  </a:lnTo>
                  <a:lnTo>
                    <a:pt x="2826" y="942"/>
                  </a:lnTo>
                  <a:lnTo>
                    <a:pt x="2808" y="936"/>
                  </a:lnTo>
                  <a:lnTo>
                    <a:pt x="2718" y="936"/>
                  </a:lnTo>
                  <a:lnTo>
                    <a:pt x="2706" y="930"/>
                  </a:lnTo>
                  <a:lnTo>
                    <a:pt x="2700" y="918"/>
                  </a:lnTo>
                  <a:lnTo>
                    <a:pt x="2688" y="912"/>
                  </a:lnTo>
                  <a:lnTo>
                    <a:pt x="2628" y="918"/>
                  </a:lnTo>
                  <a:lnTo>
                    <a:pt x="2622" y="912"/>
                  </a:lnTo>
                  <a:lnTo>
                    <a:pt x="2616" y="900"/>
                  </a:lnTo>
                  <a:lnTo>
                    <a:pt x="2604" y="894"/>
                  </a:lnTo>
                  <a:lnTo>
                    <a:pt x="2598" y="894"/>
                  </a:lnTo>
                  <a:lnTo>
                    <a:pt x="2586" y="888"/>
                  </a:lnTo>
                  <a:lnTo>
                    <a:pt x="2568" y="888"/>
                  </a:lnTo>
                  <a:lnTo>
                    <a:pt x="2556" y="894"/>
                  </a:lnTo>
                  <a:lnTo>
                    <a:pt x="2538" y="900"/>
                  </a:lnTo>
                  <a:lnTo>
                    <a:pt x="2532" y="906"/>
                  </a:lnTo>
                  <a:lnTo>
                    <a:pt x="2526" y="906"/>
                  </a:lnTo>
                  <a:lnTo>
                    <a:pt x="2526" y="912"/>
                  </a:lnTo>
                  <a:lnTo>
                    <a:pt x="2484" y="912"/>
                  </a:lnTo>
                  <a:lnTo>
                    <a:pt x="2472" y="906"/>
                  </a:lnTo>
                  <a:lnTo>
                    <a:pt x="2442" y="906"/>
                  </a:lnTo>
                  <a:lnTo>
                    <a:pt x="2430" y="918"/>
                  </a:lnTo>
                  <a:lnTo>
                    <a:pt x="2430" y="930"/>
                  </a:lnTo>
                  <a:lnTo>
                    <a:pt x="2418" y="954"/>
                  </a:lnTo>
                  <a:lnTo>
                    <a:pt x="2412" y="960"/>
                  </a:lnTo>
                  <a:lnTo>
                    <a:pt x="2412" y="966"/>
                  </a:lnTo>
                  <a:lnTo>
                    <a:pt x="2400" y="996"/>
                  </a:lnTo>
                  <a:lnTo>
                    <a:pt x="2364" y="996"/>
                  </a:lnTo>
                  <a:lnTo>
                    <a:pt x="2358" y="1026"/>
                  </a:lnTo>
                  <a:lnTo>
                    <a:pt x="2334" y="978"/>
                  </a:lnTo>
                  <a:lnTo>
                    <a:pt x="2340" y="978"/>
                  </a:lnTo>
                  <a:lnTo>
                    <a:pt x="2352" y="984"/>
                  </a:lnTo>
                  <a:lnTo>
                    <a:pt x="2376" y="984"/>
                  </a:lnTo>
                  <a:lnTo>
                    <a:pt x="2388" y="972"/>
                  </a:lnTo>
                  <a:lnTo>
                    <a:pt x="2358" y="942"/>
                  </a:lnTo>
                  <a:lnTo>
                    <a:pt x="2340" y="942"/>
                  </a:lnTo>
                  <a:lnTo>
                    <a:pt x="2328" y="936"/>
                  </a:lnTo>
                  <a:lnTo>
                    <a:pt x="2316" y="936"/>
                  </a:lnTo>
                  <a:lnTo>
                    <a:pt x="2322" y="918"/>
                  </a:lnTo>
                  <a:lnTo>
                    <a:pt x="2304" y="924"/>
                  </a:lnTo>
                  <a:lnTo>
                    <a:pt x="2262" y="930"/>
                  </a:lnTo>
                  <a:lnTo>
                    <a:pt x="2208" y="936"/>
                  </a:lnTo>
                  <a:lnTo>
                    <a:pt x="2160" y="942"/>
                  </a:lnTo>
                  <a:lnTo>
                    <a:pt x="2112" y="942"/>
                  </a:lnTo>
                  <a:lnTo>
                    <a:pt x="2064" y="936"/>
                  </a:lnTo>
                  <a:lnTo>
                    <a:pt x="2034" y="930"/>
                  </a:lnTo>
                  <a:lnTo>
                    <a:pt x="2028" y="924"/>
                  </a:lnTo>
                  <a:lnTo>
                    <a:pt x="2052" y="918"/>
                  </a:lnTo>
                  <a:lnTo>
                    <a:pt x="2082" y="918"/>
                  </a:lnTo>
                  <a:lnTo>
                    <a:pt x="2118" y="912"/>
                  </a:lnTo>
                  <a:lnTo>
                    <a:pt x="2142" y="900"/>
                  </a:lnTo>
                  <a:lnTo>
                    <a:pt x="2142" y="888"/>
                  </a:lnTo>
                  <a:lnTo>
                    <a:pt x="2112" y="864"/>
                  </a:lnTo>
                  <a:lnTo>
                    <a:pt x="2082" y="852"/>
                  </a:lnTo>
                  <a:lnTo>
                    <a:pt x="2004" y="852"/>
                  </a:lnTo>
                  <a:lnTo>
                    <a:pt x="1968" y="840"/>
                  </a:lnTo>
                  <a:lnTo>
                    <a:pt x="1944" y="834"/>
                  </a:lnTo>
                  <a:lnTo>
                    <a:pt x="1938" y="828"/>
                  </a:lnTo>
                  <a:lnTo>
                    <a:pt x="1908" y="828"/>
                  </a:lnTo>
                  <a:lnTo>
                    <a:pt x="1896" y="822"/>
                  </a:lnTo>
                  <a:lnTo>
                    <a:pt x="1866" y="804"/>
                  </a:lnTo>
                  <a:lnTo>
                    <a:pt x="1836" y="792"/>
                  </a:lnTo>
                  <a:lnTo>
                    <a:pt x="1812" y="786"/>
                  </a:lnTo>
                  <a:lnTo>
                    <a:pt x="1800" y="792"/>
                  </a:lnTo>
                  <a:lnTo>
                    <a:pt x="1782" y="798"/>
                  </a:lnTo>
                  <a:lnTo>
                    <a:pt x="1770" y="804"/>
                  </a:lnTo>
                  <a:lnTo>
                    <a:pt x="1758" y="816"/>
                  </a:lnTo>
                  <a:lnTo>
                    <a:pt x="1734" y="828"/>
                  </a:lnTo>
                  <a:lnTo>
                    <a:pt x="1680" y="828"/>
                  </a:lnTo>
                  <a:lnTo>
                    <a:pt x="1710" y="810"/>
                  </a:lnTo>
                  <a:lnTo>
                    <a:pt x="1710" y="798"/>
                  </a:lnTo>
                  <a:lnTo>
                    <a:pt x="1734" y="768"/>
                  </a:lnTo>
                  <a:lnTo>
                    <a:pt x="1728" y="768"/>
                  </a:lnTo>
                  <a:lnTo>
                    <a:pt x="1722" y="774"/>
                  </a:lnTo>
                  <a:lnTo>
                    <a:pt x="1674" y="798"/>
                  </a:lnTo>
                  <a:lnTo>
                    <a:pt x="1650" y="822"/>
                  </a:lnTo>
                  <a:lnTo>
                    <a:pt x="1638" y="828"/>
                  </a:lnTo>
                  <a:lnTo>
                    <a:pt x="1620" y="834"/>
                  </a:lnTo>
                  <a:lnTo>
                    <a:pt x="1608" y="828"/>
                  </a:lnTo>
                  <a:lnTo>
                    <a:pt x="1602" y="816"/>
                  </a:lnTo>
                  <a:lnTo>
                    <a:pt x="1602" y="798"/>
                  </a:lnTo>
                  <a:lnTo>
                    <a:pt x="1614" y="774"/>
                  </a:lnTo>
                  <a:lnTo>
                    <a:pt x="1614" y="762"/>
                  </a:lnTo>
                  <a:lnTo>
                    <a:pt x="1608" y="750"/>
                  </a:lnTo>
                  <a:lnTo>
                    <a:pt x="1596" y="744"/>
                  </a:lnTo>
                  <a:lnTo>
                    <a:pt x="1590" y="738"/>
                  </a:lnTo>
                  <a:lnTo>
                    <a:pt x="1578" y="738"/>
                  </a:lnTo>
                  <a:lnTo>
                    <a:pt x="1572" y="744"/>
                  </a:lnTo>
                  <a:lnTo>
                    <a:pt x="1572" y="750"/>
                  </a:lnTo>
                  <a:lnTo>
                    <a:pt x="1578" y="762"/>
                  </a:lnTo>
                  <a:lnTo>
                    <a:pt x="1584" y="768"/>
                  </a:lnTo>
                  <a:lnTo>
                    <a:pt x="1542" y="768"/>
                  </a:lnTo>
                  <a:lnTo>
                    <a:pt x="1530" y="774"/>
                  </a:lnTo>
                  <a:lnTo>
                    <a:pt x="1512" y="780"/>
                  </a:lnTo>
                  <a:lnTo>
                    <a:pt x="1494" y="798"/>
                  </a:lnTo>
                  <a:lnTo>
                    <a:pt x="1446" y="798"/>
                  </a:lnTo>
                  <a:lnTo>
                    <a:pt x="1428" y="804"/>
                  </a:lnTo>
                  <a:lnTo>
                    <a:pt x="1416" y="804"/>
                  </a:lnTo>
                  <a:lnTo>
                    <a:pt x="1398" y="810"/>
                  </a:lnTo>
                  <a:lnTo>
                    <a:pt x="1380" y="810"/>
                  </a:lnTo>
                  <a:lnTo>
                    <a:pt x="1374" y="816"/>
                  </a:lnTo>
                  <a:lnTo>
                    <a:pt x="1368" y="816"/>
                  </a:lnTo>
                  <a:lnTo>
                    <a:pt x="1356" y="822"/>
                  </a:lnTo>
                  <a:lnTo>
                    <a:pt x="1350" y="828"/>
                  </a:lnTo>
                  <a:lnTo>
                    <a:pt x="1338" y="834"/>
                  </a:lnTo>
                  <a:lnTo>
                    <a:pt x="1314" y="816"/>
                  </a:lnTo>
                  <a:lnTo>
                    <a:pt x="1302" y="822"/>
                  </a:lnTo>
                  <a:lnTo>
                    <a:pt x="1296" y="828"/>
                  </a:lnTo>
                  <a:lnTo>
                    <a:pt x="1272" y="840"/>
                  </a:lnTo>
                  <a:lnTo>
                    <a:pt x="1260" y="840"/>
                  </a:lnTo>
                  <a:lnTo>
                    <a:pt x="1254" y="846"/>
                  </a:lnTo>
                  <a:lnTo>
                    <a:pt x="1242" y="846"/>
                  </a:lnTo>
                  <a:lnTo>
                    <a:pt x="1230" y="852"/>
                  </a:lnTo>
                  <a:lnTo>
                    <a:pt x="1224" y="858"/>
                  </a:lnTo>
                  <a:lnTo>
                    <a:pt x="1212" y="864"/>
                  </a:lnTo>
                  <a:lnTo>
                    <a:pt x="1176" y="864"/>
                  </a:lnTo>
                  <a:lnTo>
                    <a:pt x="1188" y="858"/>
                  </a:lnTo>
                  <a:lnTo>
                    <a:pt x="1194" y="846"/>
                  </a:lnTo>
                  <a:lnTo>
                    <a:pt x="1212" y="840"/>
                  </a:lnTo>
                  <a:lnTo>
                    <a:pt x="1236" y="828"/>
                  </a:lnTo>
                  <a:lnTo>
                    <a:pt x="1254" y="828"/>
                  </a:lnTo>
                  <a:lnTo>
                    <a:pt x="1266" y="822"/>
                  </a:lnTo>
                  <a:lnTo>
                    <a:pt x="1284" y="816"/>
                  </a:lnTo>
                  <a:lnTo>
                    <a:pt x="1290" y="810"/>
                  </a:lnTo>
                  <a:lnTo>
                    <a:pt x="1362" y="810"/>
                  </a:lnTo>
                  <a:lnTo>
                    <a:pt x="1386" y="798"/>
                  </a:lnTo>
                  <a:lnTo>
                    <a:pt x="1422" y="792"/>
                  </a:lnTo>
                  <a:lnTo>
                    <a:pt x="1458" y="780"/>
                  </a:lnTo>
                  <a:lnTo>
                    <a:pt x="1470" y="780"/>
                  </a:lnTo>
                  <a:lnTo>
                    <a:pt x="1476" y="774"/>
                  </a:lnTo>
                  <a:lnTo>
                    <a:pt x="1482" y="774"/>
                  </a:lnTo>
                  <a:lnTo>
                    <a:pt x="1476" y="768"/>
                  </a:lnTo>
                  <a:lnTo>
                    <a:pt x="1410" y="768"/>
                  </a:lnTo>
                  <a:lnTo>
                    <a:pt x="1398" y="774"/>
                  </a:lnTo>
                  <a:lnTo>
                    <a:pt x="1392" y="774"/>
                  </a:lnTo>
                  <a:lnTo>
                    <a:pt x="1380" y="780"/>
                  </a:lnTo>
                  <a:lnTo>
                    <a:pt x="1374" y="786"/>
                  </a:lnTo>
                  <a:lnTo>
                    <a:pt x="1368" y="786"/>
                  </a:lnTo>
                  <a:lnTo>
                    <a:pt x="1362" y="792"/>
                  </a:lnTo>
                  <a:lnTo>
                    <a:pt x="1278" y="792"/>
                  </a:lnTo>
                  <a:lnTo>
                    <a:pt x="1254" y="804"/>
                  </a:lnTo>
                  <a:lnTo>
                    <a:pt x="1248" y="810"/>
                  </a:lnTo>
                  <a:lnTo>
                    <a:pt x="1236" y="816"/>
                  </a:lnTo>
                  <a:lnTo>
                    <a:pt x="1230" y="822"/>
                  </a:lnTo>
                  <a:lnTo>
                    <a:pt x="1212" y="822"/>
                  </a:lnTo>
                  <a:lnTo>
                    <a:pt x="1158" y="846"/>
                  </a:lnTo>
                  <a:lnTo>
                    <a:pt x="1140" y="846"/>
                  </a:lnTo>
                  <a:lnTo>
                    <a:pt x="1128" y="858"/>
                  </a:lnTo>
                  <a:lnTo>
                    <a:pt x="1122" y="870"/>
                  </a:lnTo>
                  <a:lnTo>
                    <a:pt x="1122" y="876"/>
                  </a:lnTo>
                  <a:lnTo>
                    <a:pt x="1116" y="876"/>
                  </a:lnTo>
                  <a:lnTo>
                    <a:pt x="1110" y="870"/>
                  </a:lnTo>
                  <a:lnTo>
                    <a:pt x="1110" y="846"/>
                  </a:lnTo>
                  <a:lnTo>
                    <a:pt x="1116" y="846"/>
                  </a:lnTo>
                  <a:lnTo>
                    <a:pt x="1152" y="834"/>
                  </a:lnTo>
                  <a:lnTo>
                    <a:pt x="1176" y="822"/>
                  </a:lnTo>
                  <a:lnTo>
                    <a:pt x="1194" y="816"/>
                  </a:lnTo>
                  <a:lnTo>
                    <a:pt x="1188" y="810"/>
                  </a:lnTo>
                  <a:lnTo>
                    <a:pt x="1176" y="810"/>
                  </a:lnTo>
                  <a:lnTo>
                    <a:pt x="1164" y="804"/>
                  </a:lnTo>
                  <a:lnTo>
                    <a:pt x="1140" y="804"/>
                  </a:lnTo>
                  <a:lnTo>
                    <a:pt x="1122" y="822"/>
                  </a:lnTo>
                  <a:lnTo>
                    <a:pt x="1110" y="828"/>
                  </a:lnTo>
                  <a:lnTo>
                    <a:pt x="1092" y="828"/>
                  </a:lnTo>
                  <a:lnTo>
                    <a:pt x="1080" y="834"/>
                  </a:lnTo>
                  <a:lnTo>
                    <a:pt x="1068" y="834"/>
                  </a:lnTo>
                  <a:lnTo>
                    <a:pt x="1068" y="840"/>
                  </a:lnTo>
                  <a:lnTo>
                    <a:pt x="1062" y="846"/>
                  </a:lnTo>
                  <a:lnTo>
                    <a:pt x="1062" y="876"/>
                  </a:lnTo>
                  <a:lnTo>
                    <a:pt x="1038" y="858"/>
                  </a:lnTo>
                  <a:lnTo>
                    <a:pt x="972" y="852"/>
                  </a:lnTo>
                  <a:lnTo>
                    <a:pt x="960" y="846"/>
                  </a:lnTo>
                  <a:lnTo>
                    <a:pt x="948" y="834"/>
                  </a:lnTo>
                  <a:lnTo>
                    <a:pt x="936" y="834"/>
                  </a:lnTo>
                  <a:lnTo>
                    <a:pt x="936" y="828"/>
                  </a:lnTo>
                  <a:lnTo>
                    <a:pt x="942" y="822"/>
                  </a:lnTo>
                  <a:lnTo>
                    <a:pt x="942" y="810"/>
                  </a:lnTo>
                  <a:lnTo>
                    <a:pt x="948" y="804"/>
                  </a:lnTo>
                  <a:lnTo>
                    <a:pt x="834" y="804"/>
                  </a:lnTo>
                  <a:lnTo>
                    <a:pt x="852" y="804"/>
                  </a:lnTo>
                  <a:lnTo>
                    <a:pt x="78" y="1440"/>
                  </a:lnTo>
                  <a:lnTo>
                    <a:pt x="72" y="1446"/>
                  </a:lnTo>
                  <a:lnTo>
                    <a:pt x="60" y="1452"/>
                  </a:lnTo>
                  <a:lnTo>
                    <a:pt x="54" y="1464"/>
                  </a:lnTo>
                  <a:lnTo>
                    <a:pt x="54" y="1476"/>
                  </a:lnTo>
                  <a:lnTo>
                    <a:pt x="108" y="1476"/>
                  </a:lnTo>
                  <a:lnTo>
                    <a:pt x="120" y="1464"/>
                  </a:lnTo>
                  <a:lnTo>
                    <a:pt x="156" y="1464"/>
                  </a:lnTo>
                  <a:lnTo>
                    <a:pt x="132" y="1488"/>
                  </a:lnTo>
                  <a:lnTo>
                    <a:pt x="132" y="1494"/>
                  </a:lnTo>
                  <a:lnTo>
                    <a:pt x="138" y="1506"/>
                  </a:lnTo>
                  <a:lnTo>
                    <a:pt x="138" y="1524"/>
                  </a:lnTo>
                  <a:lnTo>
                    <a:pt x="144" y="1530"/>
                  </a:lnTo>
                  <a:lnTo>
                    <a:pt x="156" y="1536"/>
                  </a:lnTo>
                  <a:lnTo>
                    <a:pt x="162" y="1542"/>
                  </a:lnTo>
                  <a:lnTo>
                    <a:pt x="144" y="1560"/>
                  </a:lnTo>
                  <a:lnTo>
                    <a:pt x="144" y="1572"/>
                  </a:lnTo>
                  <a:lnTo>
                    <a:pt x="150" y="1572"/>
                  </a:lnTo>
                  <a:lnTo>
                    <a:pt x="156" y="1566"/>
                  </a:lnTo>
                  <a:lnTo>
                    <a:pt x="168" y="1560"/>
                  </a:lnTo>
                  <a:lnTo>
                    <a:pt x="174" y="1554"/>
                  </a:lnTo>
                  <a:lnTo>
                    <a:pt x="180" y="1554"/>
                  </a:lnTo>
                  <a:lnTo>
                    <a:pt x="186" y="1548"/>
                  </a:lnTo>
                  <a:lnTo>
                    <a:pt x="198" y="1548"/>
                  </a:lnTo>
                  <a:lnTo>
                    <a:pt x="210" y="1542"/>
                  </a:lnTo>
                  <a:lnTo>
                    <a:pt x="222" y="1542"/>
                  </a:lnTo>
                  <a:lnTo>
                    <a:pt x="234" y="1536"/>
                  </a:lnTo>
                  <a:lnTo>
                    <a:pt x="240" y="1530"/>
                  </a:lnTo>
                  <a:lnTo>
                    <a:pt x="258" y="1530"/>
                  </a:lnTo>
                  <a:lnTo>
                    <a:pt x="258" y="1518"/>
                  </a:lnTo>
                  <a:lnTo>
                    <a:pt x="264" y="1518"/>
                  </a:lnTo>
                  <a:lnTo>
                    <a:pt x="270" y="1512"/>
                  </a:lnTo>
                  <a:lnTo>
                    <a:pt x="282" y="1512"/>
                  </a:lnTo>
                  <a:lnTo>
                    <a:pt x="300" y="1506"/>
                  </a:lnTo>
                  <a:lnTo>
                    <a:pt x="312" y="1506"/>
                  </a:lnTo>
                  <a:lnTo>
                    <a:pt x="330" y="1512"/>
                  </a:lnTo>
                  <a:lnTo>
                    <a:pt x="336" y="1518"/>
                  </a:lnTo>
                  <a:lnTo>
                    <a:pt x="330" y="1524"/>
                  </a:lnTo>
                  <a:lnTo>
                    <a:pt x="324" y="1524"/>
                  </a:lnTo>
                  <a:lnTo>
                    <a:pt x="318" y="1530"/>
                  </a:lnTo>
                  <a:lnTo>
                    <a:pt x="318" y="1560"/>
                  </a:lnTo>
                  <a:lnTo>
                    <a:pt x="306" y="1572"/>
                  </a:lnTo>
                  <a:lnTo>
                    <a:pt x="324" y="1590"/>
                  </a:lnTo>
                  <a:lnTo>
                    <a:pt x="330" y="1602"/>
                  </a:lnTo>
                  <a:lnTo>
                    <a:pt x="330" y="1620"/>
                  </a:lnTo>
                  <a:lnTo>
                    <a:pt x="312" y="1656"/>
                  </a:lnTo>
                  <a:lnTo>
                    <a:pt x="312" y="1698"/>
                  </a:lnTo>
                  <a:lnTo>
                    <a:pt x="306" y="1704"/>
                  </a:lnTo>
                  <a:lnTo>
                    <a:pt x="300" y="1716"/>
                  </a:lnTo>
                  <a:lnTo>
                    <a:pt x="300" y="1728"/>
                  </a:lnTo>
                  <a:lnTo>
                    <a:pt x="294" y="1740"/>
                  </a:lnTo>
                  <a:lnTo>
                    <a:pt x="294" y="1746"/>
                  </a:lnTo>
                  <a:lnTo>
                    <a:pt x="300" y="1752"/>
                  </a:lnTo>
                  <a:lnTo>
                    <a:pt x="312" y="1758"/>
                  </a:lnTo>
                  <a:lnTo>
                    <a:pt x="318" y="1764"/>
                  </a:lnTo>
                  <a:lnTo>
                    <a:pt x="324" y="1764"/>
                  </a:lnTo>
                  <a:lnTo>
                    <a:pt x="330" y="1770"/>
                  </a:lnTo>
                  <a:lnTo>
                    <a:pt x="330" y="1776"/>
                  </a:lnTo>
                  <a:lnTo>
                    <a:pt x="348" y="1776"/>
                  </a:lnTo>
                  <a:lnTo>
                    <a:pt x="354" y="1782"/>
                  </a:lnTo>
                  <a:lnTo>
                    <a:pt x="354" y="1794"/>
                  </a:lnTo>
                  <a:lnTo>
                    <a:pt x="342" y="1800"/>
                  </a:lnTo>
                  <a:lnTo>
                    <a:pt x="330" y="1812"/>
                  </a:lnTo>
                  <a:lnTo>
                    <a:pt x="318" y="1818"/>
                  </a:lnTo>
                  <a:lnTo>
                    <a:pt x="318" y="1830"/>
                  </a:lnTo>
                  <a:lnTo>
                    <a:pt x="312" y="1842"/>
                  </a:lnTo>
                  <a:lnTo>
                    <a:pt x="294" y="1860"/>
                  </a:lnTo>
                  <a:lnTo>
                    <a:pt x="282" y="1866"/>
                  </a:lnTo>
                  <a:lnTo>
                    <a:pt x="270" y="1878"/>
                  </a:lnTo>
                  <a:lnTo>
                    <a:pt x="252" y="1884"/>
                  </a:lnTo>
                  <a:lnTo>
                    <a:pt x="234" y="1896"/>
                  </a:lnTo>
                  <a:lnTo>
                    <a:pt x="228" y="1902"/>
                  </a:lnTo>
                  <a:lnTo>
                    <a:pt x="222" y="1914"/>
                  </a:lnTo>
                  <a:lnTo>
                    <a:pt x="222" y="1926"/>
                  </a:lnTo>
                  <a:lnTo>
                    <a:pt x="216" y="1932"/>
                  </a:lnTo>
                  <a:lnTo>
                    <a:pt x="216" y="1944"/>
                  </a:lnTo>
                  <a:lnTo>
                    <a:pt x="204" y="1956"/>
                  </a:lnTo>
                  <a:lnTo>
                    <a:pt x="210" y="1962"/>
                  </a:lnTo>
                  <a:lnTo>
                    <a:pt x="216" y="1962"/>
                  </a:lnTo>
                  <a:lnTo>
                    <a:pt x="216" y="1974"/>
                  </a:lnTo>
                  <a:lnTo>
                    <a:pt x="228" y="1986"/>
                  </a:lnTo>
                  <a:lnTo>
                    <a:pt x="240" y="1980"/>
                  </a:lnTo>
                  <a:lnTo>
                    <a:pt x="246" y="1968"/>
                  </a:lnTo>
                  <a:lnTo>
                    <a:pt x="258" y="1962"/>
                  </a:lnTo>
                  <a:lnTo>
                    <a:pt x="276" y="1956"/>
                  </a:lnTo>
                  <a:lnTo>
                    <a:pt x="294" y="1938"/>
                  </a:lnTo>
                  <a:lnTo>
                    <a:pt x="306" y="1938"/>
                  </a:lnTo>
                  <a:lnTo>
                    <a:pt x="306" y="1944"/>
                  </a:lnTo>
                  <a:lnTo>
                    <a:pt x="300" y="1950"/>
                  </a:lnTo>
                  <a:lnTo>
                    <a:pt x="288" y="1956"/>
                  </a:lnTo>
                  <a:lnTo>
                    <a:pt x="282" y="1956"/>
                  </a:lnTo>
                  <a:lnTo>
                    <a:pt x="276" y="1962"/>
                  </a:lnTo>
                  <a:lnTo>
                    <a:pt x="276" y="1974"/>
                  </a:lnTo>
                  <a:lnTo>
                    <a:pt x="282" y="1986"/>
                  </a:lnTo>
                  <a:lnTo>
                    <a:pt x="294" y="1998"/>
                  </a:lnTo>
                  <a:lnTo>
                    <a:pt x="252" y="1992"/>
                  </a:lnTo>
                  <a:lnTo>
                    <a:pt x="246" y="1998"/>
                  </a:lnTo>
                  <a:lnTo>
                    <a:pt x="240" y="2010"/>
                  </a:lnTo>
                  <a:lnTo>
                    <a:pt x="234" y="2016"/>
                  </a:lnTo>
                  <a:lnTo>
                    <a:pt x="228" y="2028"/>
                  </a:lnTo>
                  <a:lnTo>
                    <a:pt x="228" y="2034"/>
                  </a:lnTo>
                  <a:lnTo>
                    <a:pt x="234" y="2034"/>
                  </a:lnTo>
                  <a:lnTo>
                    <a:pt x="240" y="2040"/>
                  </a:lnTo>
                  <a:lnTo>
                    <a:pt x="252" y="2040"/>
                  </a:lnTo>
                  <a:lnTo>
                    <a:pt x="258" y="2046"/>
                  </a:lnTo>
                  <a:lnTo>
                    <a:pt x="252" y="2052"/>
                  </a:lnTo>
                  <a:lnTo>
                    <a:pt x="252" y="2058"/>
                  </a:lnTo>
                  <a:lnTo>
                    <a:pt x="246" y="2070"/>
                  </a:lnTo>
                  <a:lnTo>
                    <a:pt x="246" y="2076"/>
                  </a:lnTo>
                  <a:lnTo>
                    <a:pt x="252" y="2070"/>
                  </a:lnTo>
                  <a:lnTo>
                    <a:pt x="288" y="2052"/>
                  </a:lnTo>
                  <a:lnTo>
                    <a:pt x="306" y="2034"/>
                  </a:lnTo>
                  <a:lnTo>
                    <a:pt x="318" y="2028"/>
                  </a:lnTo>
                  <a:lnTo>
                    <a:pt x="318" y="2040"/>
                  </a:lnTo>
                  <a:lnTo>
                    <a:pt x="288" y="2058"/>
                  </a:lnTo>
                  <a:lnTo>
                    <a:pt x="312" y="2064"/>
                  </a:lnTo>
                  <a:lnTo>
                    <a:pt x="312" y="2076"/>
                  </a:lnTo>
                  <a:lnTo>
                    <a:pt x="294" y="2094"/>
                  </a:lnTo>
                  <a:lnTo>
                    <a:pt x="276" y="2076"/>
                  </a:lnTo>
                  <a:lnTo>
                    <a:pt x="270" y="2076"/>
                  </a:lnTo>
                  <a:lnTo>
                    <a:pt x="264" y="2082"/>
                  </a:lnTo>
                  <a:lnTo>
                    <a:pt x="240" y="2094"/>
                  </a:lnTo>
                  <a:lnTo>
                    <a:pt x="228" y="2094"/>
                  </a:lnTo>
                  <a:lnTo>
                    <a:pt x="216" y="2106"/>
                  </a:lnTo>
                  <a:lnTo>
                    <a:pt x="210" y="2118"/>
                  </a:lnTo>
                  <a:lnTo>
                    <a:pt x="204" y="2124"/>
                  </a:lnTo>
                  <a:lnTo>
                    <a:pt x="210" y="2118"/>
                  </a:lnTo>
                  <a:lnTo>
                    <a:pt x="222" y="2118"/>
                  </a:lnTo>
                  <a:lnTo>
                    <a:pt x="228" y="2112"/>
                  </a:lnTo>
                  <a:lnTo>
                    <a:pt x="276" y="2112"/>
                  </a:lnTo>
                  <a:lnTo>
                    <a:pt x="270" y="2112"/>
                  </a:lnTo>
                  <a:lnTo>
                    <a:pt x="264" y="2118"/>
                  </a:lnTo>
                  <a:lnTo>
                    <a:pt x="252" y="2118"/>
                  </a:lnTo>
                  <a:lnTo>
                    <a:pt x="240" y="2124"/>
                  </a:lnTo>
                  <a:lnTo>
                    <a:pt x="228" y="2124"/>
                  </a:lnTo>
                  <a:lnTo>
                    <a:pt x="216" y="2130"/>
                  </a:lnTo>
                  <a:lnTo>
                    <a:pt x="210" y="2130"/>
                  </a:lnTo>
                  <a:lnTo>
                    <a:pt x="210" y="2148"/>
                  </a:lnTo>
                  <a:lnTo>
                    <a:pt x="204" y="2148"/>
                  </a:lnTo>
                  <a:lnTo>
                    <a:pt x="198" y="2142"/>
                  </a:lnTo>
                  <a:lnTo>
                    <a:pt x="174" y="2142"/>
                  </a:lnTo>
                  <a:lnTo>
                    <a:pt x="174" y="2154"/>
                  </a:lnTo>
                  <a:lnTo>
                    <a:pt x="180" y="2166"/>
                  </a:lnTo>
                  <a:lnTo>
                    <a:pt x="192" y="2172"/>
                  </a:lnTo>
                  <a:lnTo>
                    <a:pt x="198" y="2178"/>
                  </a:lnTo>
                  <a:lnTo>
                    <a:pt x="246" y="2160"/>
                  </a:lnTo>
                  <a:lnTo>
                    <a:pt x="264" y="2184"/>
                  </a:lnTo>
                  <a:lnTo>
                    <a:pt x="300" y="2166"/>
                  </a:lnTo>
                  <a:lnTo>
                    <a:pt x="294" y="2172"/>
                  </a:lnTo>
                  <a:lnTo>
                    <a:pt x="288" y="2184"/>
                  </a:lnTo>
                  <a:lnTo>
                    <a:pt x="276" y="2190"/>
                  </a:lnTo>
                  <a:lnTo>
                    <a:pt x="270" y="2196"/>
                  </a:lnTo>
                  <a:lnTo>
                    <a:pt x="264" y="2208"/>
                  </a:lnTo>
                  <a:lnTo>
                    <a:pt x="264" y="2214"/>
                  </a:lnTo>
                  <a:lnTo>
                    <a:pt x="276" y="2214"/>
                  </a:lnTo>
                  <a:lnTo>
                    <a:pt x="282" y="2208"/>
                  </a:lnTo>
                  <a:lnTo>
                    <a:pt x="300" y="2202"/>
                  </a:lnTo>
                  <a:lnTo>
                    <a:pt x="318" y="2184"/>
                  </a:lnTo>
                  <a:lnTo>
                    <a:pt x="330" y="2178"/>
                  </a:lnTo>
                  <a:lnTo>
                    <a:pt x="306" y="2202"/>
                  </a:lnTo>
                  <a:lnTo>
                    <a:pt x="300" y="2214"/>
                  </a:lnTo>
                  <a:lnTo>
                    <a:pt x="294" y="2220"/>
                  </a:lnTo>
                  <a:lnTo>
                    <a:pt x="300" y="2220"/>
                  </a:lnTo>
                  <a:lnTo>
                    <a:pt x="312" y="2214"/>
                  </a:lnTo>
                  <a:lnTo>
                    <a:pt x="324" y="2214"/>
                  </a:lnTo>
                  <a:lnTo>
                    <a:pt x="318" y="2220"/>
                  </a:lnTo>
                  <a:lnTo>
                    <a:pt x="306" y="2226"/>
                  </a:lnTo>
                  <a:lnTo>
                    <a:pt x="300" y="2238"/>
                  </a:lnTo>
                  <a:lnTo>
                    <a:pt x="282" y="2256"/>
                  </a:lnTo>
                  <a:lnTo>
                    <a:pt x="288" y="2262"/>
                  </a:lnTo>
                  <a:lnTo>
                    <a:pt x="294" y="2262"/>
                  </a:lnTo>
                  <a:lnTo>
                    <a:pt x="342" y="2238"/>
                  </a:lnTo>
                  <a:lnTo>
                    <a:pt x="348" y="2232"/>
                  </a:lnTo>
                  <a:lnTo>
                    <a:pt x="324" y="2256"/>
                  </a:lnTo>
                  <a:lnTo>
                    <a:pt x="318" y="2268"/>
                  </a:lnTo>
                  <a:lnTo>
                    <a:pt x="318" y="2274"/>
                  </a:lnTo>
                  <a:lnTo>
                    <a:pt x="330" y="2280"/>
                  </a:lnTo>
                  <a:lnTo>
                    <a:pt x="342" y="2280"/>
                  </a:lnTo>
                  <a:lnTo>
                    <a:pt x="354" y="2292"/>
                  </a:lnTo>
                  <a:lnTo>
                    <a:pt x="354" y="2298"/>
                  </a:lnTo>
                  <a:lnTo>
                    <a:pt x="348" y="2304"/>
                  </a:lnTo>
                  <a:lnTo>
                    <a:pt x="348" y="2340"/>
                  </a:lnTo>
                  <a:lnTo>
                    <a:pt x="2058" y="2340"/>
                  </a:lnTo>
                  <a:lnTo>
                    <a:pt x="2064" y="2328"/>
                  </a:lnTo>
                  <a:lnTo>
                    <a:pt x="2064" y="2322"/>
                  </a:lnTo>
                  <a:lnTo>
                    <a:pt x="2070" y="2310"/>
                  </a:lnTo>
                  <a:lnTo>
                    <a:pt x="2076" y="2304"/>
                  </a:lnTo>
                  <a:lnTo>
                    <a:pt x="2088" y="2298"/>
                  </a:lnTo>
                  <a:lnTo>
                    <a:pt x="2100" y="2310"/>
                  </a:lnTo>
                  <a:lnTo>
                    <a:pt x="2088" y="2322"/>
                  </a:lnTo>
                  <a:lnTo>
                    <a:pt x="2082" y="2334"/>
                  </a:lnTo>
                  <a:lnTo>
                    <a:pt x="2082" y="2346"/>
                  </a:lnTo>
                  <a:lnTo>
                    <a:pt x="2094" y="2352"/>
                  </a:lnTo>
                  <a:lnTo>
                    <a:pt x="2112" y="2358"/>
                  </a:lnTo>
                  <a:lnTo>
                    <a:pt x="2124" y="2358"/>
                  </a:lnTo>
                  <a:lnTo>
                    <a:pt x="2142" y="2376"/>
                  </a:lnTo>
                  <a:lnTo>
                    <a:pt x="2154" y="2376"/>
                  </a:lnTo>
                  <a:lnTo>
                    <a:pt x="2154" y="2370"/>
                  </a:lnTo>
                  <a:lnTo>
                    <a:pt x="2166" y="2358"/>
                  </a:lnTo>
                  <a:lnTo>
                    <a:pt x="2178" y="2358"/>
                  </a:lnTo>
                  <a:lnTo>
                    <a:pt x="2190" y="2364"/>
                  </a:lnTo>
                  <a:lnTo>
                    <a:pt x="2202" y="2376"/>
                  </a:lnTo>
                  <a:lnTo>
                    <a:pt x="2202" y="2382"/>
                  </a:lnTo>
                  <a:lnTo>
                    <a:pt x="2208" y="2388"/>
                  </a:lnTo>
                  <a:lnTo>
                    <a:pt x="2238" y="2388"/>
                  </a:lnTo>
                  <a:lnTo>
                    <a:pt x="2256" y="2406"/>
                  </a:lnTo>
                  <a:lnTo>
                    <a:pt x="2268" y="2406"/>
                  </a:lnTo>
                  <a:lnTo>
                    <a:pt x="2280" y="2394"/>
                  </a:lnTo>
                  <a:lnTo>
                    <a:pt x="2292" y="2388"/>
                  </a:lnTo>
                  <a:lnTo>
                    <a:pt x="2298" y="2382"/>
                  </a:lnTo>
                  <a:lnTo>
                    <a:pt x="2298" y="2400"/>
                  </a:lnTo>
                  <a:lnTo>
                    <a:pt x="2346" y="2394"/>
                  </a:lnTo>
                  <a:lnTo>
                    <a:pt x="2346" y="2400"/>
                  </a:lnTo>
                  <a:lnTo>
                    <a:pt x="2352" y="2400"/>
                  </a:lnTo>
                  <a:lnTo>
                    <a:pt x="2364" y="2406"/>
                  </a:lnTo>
                  <a:lnTo>
                    <a:pt x="2382" y="2406"/>
                  </a:lnTo>
                  <a:lnTo>
                    <a:pt x="2394" y="2394"/>
                  </a:lnTo>
                  <a:lnTo>
                    <a:pt x="2406" y="2388"/>
                  </a:lnTo>
                  <a:lnTo>
                    <a:pt x="2412" y="2376"/>
                  </a:lnTo>
                  <a:lnTo>
                    <a:pt x="2412" y="2370"/>
                  </a:lnTo>
                  <a:lnTo>
                    <a:pt x="2430" y="2370"/>
                  </a:lnTo>
                  <a:lnTo>
                    <a:pt x="2436" y="2376"/>
                  </a:lnTo>
                  <a:lnTo>
                    <a:pt x="2442" y="2376"/>
                  </a:lnTo>
                  <a:lnTo>
                    <a:pt x="2454" y="2364"/>
                  </a:lnTo>
                  <a:lnTo>
                    <a:pt x="2460" y="2352"/>
                  </a:lnTo>
                  <a:lnTo>
                    <a:pt x="2466" y="2346"/>
                  </a:lnTo>
                  <a:lnTo>
                    <a:pt x="2472" y="2346"/>
                  </a:lnTo>
                  <a:lnTo>
                    <a:pt x="2472" y="2352"/>
                  </a:lnTo>
                  <a:lnTo>
                    <a:pt x="2478" y="2358"/>
                  </a:lnTo>
                  <a:lnTo>
                    <a:pt x="2502" y="2352"/>
                  </a:lnTo>
                  <a:lnTo>
                    <a:pt x="2496" y="2346"/>
                  </a:lnTo>
                  <a:lnTo>
                    <a:pt x="2496" y="2334"/>
                  </a:lnTo>
                  <a:lnTo>
                    <a:pt x="2502" y="2328"/>
                  </a:lnTo>
                  <a:lnTo>
                    <a:pt x="2514" y="2322"/>
                  </a:lnTo>
                  <a:lnTo>
                    <a:pt x="2532" y="2340"/>
                  </a:lnTo>
                  <a:lnTo>
                    <a:pt x="2556" y="2340"/>
                  </a:lnTo>
                  <a:lnTo>
                    <a:pt x="2562" y="2346"/>
                  </a:lnTo>
                  <a:lnTo>
                    <a:pt x="2580" y="2346"/>
                  </a:lnTo>
                  <a:lnTo>
                    <a:pt x="2604" y="2358"/>
                  </a:lnTo>
                  <a:lnTo>
                    <a:pt x="2604" y="2370"/>
                  </a:lnTo>
                  <a:lnTo>
                    <a:pt x="2598" y="2382"/>
                  </a:lnTo>
                  <a:lnTo>
                    <a:pt x="2598" y="2388"/>
                  </a:lnTo>
                  <a:lnTo>
                    <a:pt x="2592" y="2400"/>
                  </a:lnTo>
                  <a:lnTo>
                    <a:pt x="2604" y="2412"/>
                  </a:lnTo>
                  <a:lnTo>
                    <a:pt x="2592" y="2436"/>
                  </a:lnTo>
                  <a:lnTo>
                    <a:pt x="2598" y="2436"/>
                  </a:lnTo>
                  <a:lnTo>
                    <a:pt x="2604" y="2430"/>
                  </a:lnTo>
                  <a:lnTo>
                    <a:pt x="2616" y="2424"/>
                  </a:lnTo>
                  <a:lnTo>
                    <a:pt x="2634" y="2418"/>
                  </a:lnTo>
                  <a:lnTo>
                    <a:pt x="2646" y="2412"/>
                  </a:lnTo>
                  <a:lnTo>
                    <a:pt x="2670" y="2412"/>
                  </a:lnTo>
                  <a:lnTo>
                    <a:pt x="2670" y="2424"/>
                  </a:lnTo>
                  <a:lnTo>
                    <a:pt x="2658" y="2430"/>
                  </a:lnTo>
                  <a:lnTo>
                    <a:pt x="2652" y="2436"/>
                  </a:lnTo>
                  <a:lnTo>
                    <a:pt x="2646" y="2436"/>
                  </a:lnTo>
                  <a:lnTo>
                    <a:pt x="2640" y="2442"/>
                  </a:lnTo>
                  <a:lnTo>
                    <a:pt x="2646" y="2448"/>
                  </a:lnTo>
                  <a:lnTo>
                    <a:pt x="2652" y="2448"/>
                  </a:lnTo>
                  <a:lnTo>
                    <a:pt x="2664" y="2460"/>
                  </a:lnTo>
                  <a:lnTo>
                    <a:pt x="2640" y="2484"/>
                  </a:lnTo>
                  <a:lnTo>
                    <a:pt x="2640" y="2490"/>
                  </a:lnTo>
                  <a:lnTo>
                    <a:pt x="2652" y="2490"/>
                  </a:lnTo>
                  <a:lnTo>
                    <a:pt x="2652" y="2502"/>
                  </a:lnTo>
                  <a:lnTo>
                    <a:pt x="2640" y="2514"/>
                  </a:lnTo>
                  <a:lnTo>
                    <a:pt x="2640" y="2526"/>
                  </a:lnTo>
                  <a:lnTo>
                    <a:pt x="2658" y="2526"/>
                  </a:lnTo>
                  <a:lnTo>
                    <a:pt x="2652" y="2544"/>
                  </a:lnTo>
                  <a:lnTo>
                    <a:pt x="2658" y="2544"/>
                  </a:lnTo>
                  <a:lnTo>
                    <a:pt x="2670" y="2550"/>
                  </a:lnTo>
                  <a:lnTo>
                    <a:pt x="2754" y="2550"/>
                  </a:lnTo>
                  <a:lnTo>
                    <a:pt x="2766" y="2556"/>
                  </a:lnTo>
                  <a:lnTo>
                    <a:pt x="2784" y="2568"/>
                  </a:lnTo>
                  <a:lnTo>
                    <a:pt x="2838" y="2568"/>
                  </a:lnTo>
                  <a:lnTo>
                    <a:pt x="2850" y="2574"/>
                  </a:lnTo>
                  <a:lnTo>
                    <a:pt x="2856" y="2580"/>
                  </a:lnTo>
                  <a:lnTo>
                    <a:pt x="2856" y="2610"/>
                  </a:lnTo>
                  <a:lnTo>
                    <a:pt x="2874" y="2610"/>
                  </a:lnTo>
                  <a:lnTo>
                    <a:pt x="2874" y="2628"/>
                  </a:lnTo>
                  <a:lnTo>
                    <a:pt x="2862" y="2640"/>
                  </a:lnTo>
                  <a:lnTo>
                    <a:pt x="2862" y="2652"/>
                  </a:lnTo>
                  <a:lnTo>
                    <a:pt x="2874" y="2664"/>
                  </a:lnTo>
                  <a:lnTo>
                    <a:pt x="2880" y="2664"/>
                  </a:lnTo>
                  <a:lnTo>
                    <a:pt x="2856" y="2658"/>
                  </a:lnTo>
                  <a:lnTo>
                    <a:pt x="2856" y="2670"/>
                  </a:lnTo>
                  <a:lnTo>
                    <a:pt x="2850" y="2676"/>
                  </a:lnTo>
                  <a:lnTo>
                    <a:pt x="2844" y="2688"/>
                  </a:lnTo>
                  <a:lnTo>
                    <a:pt x="2838" y="2694"/>
                  </a:lnTo>
                  <a:lnTo>
                    <a:pt x="2832" y="2688"/>
                  </a:lnTo>
                  <a:lnTo>
                    <a:pt x="2820" y="2682"/>
                  </a:lnTo>
                  <a:lnTo>
                    <a:pt x="2802" y="2670"/>
                  </a:lnTo>
                  <a:lnTo>
                    <a:pt x="2790" y="2664"/>
                  </a:lnTo>
                  <a:lnTo>
                    <a:pt x="2784" y="2652"/>
                  </a:lnTo>
                  <a:lnTo>
                    <a:pt x="2784" y="2628"/>
                  </a:lnTo>
                  <a:lnTo>
                    <a:pt x="2766" y="2622"/>
                  </a:lnTo>
                  <a:lnTo>
                    <a:pt x="2772" y="2640"/>
                  </a:lnTo>
                  <a:lnTo>
                    <a:pt x="2772" y="2646"/>
                  </a:lnTo>
                  <a:lnTo>
                    <a:pt x="2778" y="2652"/>
                  </a:lnTo>
                  <a:lnTo>
                    <a:pt x="2778" y="2664"/>
                  </a:lnTo>
                  <a:lnTo>
                    <a:pt x="2772" y="2676"/>
                  </a:lnTo>
                  <a:lnTo>
                    <a:pt x="2760" y="2688"/>
                  </a:lnTo>
                  <a:lnTo>
                    <a:pt x="2754" y="2700"/>
                  </a:lnTo>
                  <a:lnTo>
                    <a:pt x="2736" y="2706"/>
                  </a:lnTo>
                  <a:lnTo>
                    <a:pt x="2718" y="2724"/>
                  </a:lnTo>
                  <a:lnTo>
                    <a:pt x="2712" y="2742"/>
                  </a:lnTo>
                  <a:lnTo>
                    <a:pt x="2700" y="2760"/>
                  </a:lnTo>
                  <a:lnTo>
                    <a:pt x="2694" y="2778"/>
                  </a:lnTo>
                  <a:lnTo>
                    <a:pt x="2688" y="2784"/>
                  </a:lnTo>
                  <a:lnTo>
                    <a:pt x="2664" y="2796"/>
                  </a:lnTo>
                  <a:lnTo>
                    <a:pt x="2652" y="2796"/>
                  </a:lnTo>
                  <a:lnTo>
                    <a:pt x="2646" y="2790"/>
                  </a:lnTo>
                  <a:lnTo>
                    <a:pt x="2640" y="2802"/>
                  </a:lnTo>
                  <a:lnTo>
                    <a:pt x="2634" y="2808"/>
                  </a:lnTo>
                  <a:lnTo>
                    <a:pt x="2634" y="2832"/>
                  </a:lnTo>
                  <a:lnTo>
                    <a:pt x="2628" y="2838"/>
                  </a:lnTo>
                  <a:lnTo>
                    <a:pt x="2622" y="2838"/>
                  </a:lnTo>
                  <a:lnTo>
                    <a:pt x="2586" y="2856"/>
                  </a:lnTo>
                  <a:lnTo>
                    <a:pt x="2562" y="2880"/>
                  </a:lnTo>
                  <a:lnTo>
                    <a:pt x="2562" y="2886"/>
                  </a:lnTo>
                  <a:lnTo>
                    <a:pt x="2568" y="2886"/>
                  </a:lnTo>
                  <a:lnTo>
                    <a:pt x="2580" y="2880"/>
                  </a:lnTo>
                  <a:lnTo>
                    <a:pt x="2592" y="2880"/>
                  </a:lnTo>
                  <a:lnTo>
                    <a:pt x="2598" y="2886"/>
                  </a:lnTo>
                  <a:lnTo>
                    <a:pt x="2610" y="2880"/>
                  </a:lnTo>
                  <a:lnTo>
                    <a:pt x="2616" y="2868"/>
                  </a:lnTo>
                  <a:lnTo>
                    <a:pt x="2628" y="2862"/>
                  </a:lnTo>
                  <a:lnTo>
                    <a:pt x="2658" y="2862"/>
                  </a:lnTo>
                  <a:lnTo>
                    <a:pt x="2658" y="2856"/>
                  </a:lnTo>
                  <a:lnTo>
                    <a:pt x="2664" y="2844"/>
                  </a:lnTo>
                  <a:lnTo>
                    <a:pt x="2676" y="2838"/>
                  </a:lnTo>
                  <a:lnTo>
                    <a:pt x="2682" y="2832"/>
                  </a:lnTo>
                  <a:lnTo>
                    <a:pt x="2754" y="2832"/>
                  </a:lnTo>
                  <a:lnTo>
                    <a:pt x="2766" y="2838"/>
                  </a:lnTo>
                  <a:lnTo>
                    <a:pt x="2790" y="2820"/>
                  </a:lnTo>
                  <a:lnTo>
                    <a:pt x="2856" y="2820"/>
                  </a:lnTo>
                  <a:lnTo>
                    <a:pt x="2862" y="2814"/>
                  </a:lnTo>
                  <a:lnTo>
                    <a:pt x="2862" y="2790"/>
                  </a:lnTo>
                  <a:lnTo>
                    <a:pt x="2844" y="2796"/>
                  </a:lnTo>
                  <a:lnTo>
                    <a:pt x="2832" y="2796"/>
                  </a:lnTo>
                  <a:lnTo>
                    <a:pt x="2826" y="2790"/>
                  </a:lnTo>
                  <a:lnTo>
                    <a:pt x="2826" y="2784"/>
                  </a:lnTo>
                  <a:lnTo>
                    <a:pt x="2832" y="2772"/>
                  </a:lnTo>
                  <a:lnTo>
                    <a:pt x="2850" y="2754"/>
                  </a:lnTo>
                  <a:lnTo>
                    <a:pt x="2868" y="2742"/>
                  </a:lnTo>
                  <a:lnTo>
                    <a:pt x="2880" y="2736"/>
                  </a:lnTo>
                  <a:lnTo>
                    <a:pt x="2910" y="2736"/>
                  </a:lnTo>
                  <a:lnTo>
                    <a:pt x="2928" y="2730"/>
                  </a:lnTo>
                  <a:lnTo>
                    <a:pt x="2952" y="2730"/>
                  </a:lnTo>
                  <a:lnTo>
                    <a:pt x="2964" y="2724"/>
                  </a:lnTo>
                  <a:lnTo>
                    <a:pt x="2970" y="2724"/>
                  </a:lnTo>
                  <a:lnTo>
                    <a:pt x="2976" y="2718"/>
                  </a:lnTo>
                  <a:lnTo>
                    <a:pt x="2982" y="2718"/>
                  </a:lnTo>
                  <a:lnTo>
                    <a:pt x="2994" y="2724"/>
                  </a:lnTo>
                  <a:lnTo>
                    <a:pt x="3000" y="2724"/>
                  </a:lnTo>
                  <a:lnTo>
                    <a:pt x="3012" y="2730"/>
                  </a:lnTo>
                  <a:lnTo>
                    <a:pt x="3018" y="2736"/>
                  </a:lnTo>
                  <a:lnTo>
                    <a:pt x="3024" y="2736"/>
                  </a:lnTo>
                  <a:lnTo>
                    <a:pt x="3030" y="2730"/>
                  </a:lnTo>
                  <a:lnTo>
                    <a:pt x="3030" y="2712"/>
                  </a:lnTo>
                  <a:lnTo>
                    <a:pt x="3036" y="2706"/>
                  </a:lnTo>
                  <a:lnTo>
                    <a:pt x="3048" y="2700"/>
                  </a:lnTo>
                  <a:lnTo>
                    <a:pt x="3060" y="2700"/>
                  </a:lnTo>
                  <a:lnTo>
                    <a:pt x="3066" y="2706"/>
                  </a:lnTo>
                  <a:lnTo>
                    <a:pt x="3072" y="2706"/>
                  </a:lnTo>
                  <a:lnTo>
                    <a:pt x="3072" y="2700"/>
                  </a:lnTo>
                  <a:lnTo>
                    <a:pt x="3102" y="2700"/>
                  </a:lnTo>
                  <a:lnTo>
                    <a:pt x="3114" y="2688"/>
                  </a:lnTo>
                  <a:lnTo>
                    <a:pt x="3126" y="2682"/>
                  </a:lnTo>
                  <a:lnTo>
                    <a:pt x="3150" y="2658"/>
                  </a:lnTo>
                  <a:lnTo>
                    <a:pt x="3162" y="2652"/>
                  </a:lnTo>
                  <a:lnTo>
                    <a:pt x="3174" y="2640"/>
                  </a:lnTo>
                  <a:lnTo>
                    <a:pt x="3408" y="2640"/>
                  </a:lnTo>
                  <a:lnTo>
                    <a:pt x="3408" y="2634"/>
                  </a:lnTo>
                  <a:lnTo>
                    <a:pt x="3420" y="2622"/>
                  </a:lnTo>
                  <a:lnTo>
                    <a:pt x="3438" y="2622"/>
                  </a:lnTo>
                  <a:lnTo>
                    <a:pt x="3450" y="2616"/>
                  </a:lnTo>
                  <a:lnTo>
                    <a:pt x="3456" y="2616"/>
                  </a:lnTo>
                  <a:lnTo>
                    <a:pt x="3456" y="2610"/>
                  </a:lnTo>
                  <a:lnTo>
                    <a:pt x="3468" y="2598"/>
                  </a:lnTo>
                  <a:lnTo>
                    <a:pt x="3480" y="2592"/>
                  </a:lnTo>
                  <a:lnTo>
                    <a:pt x="3486" y="2586"/>
                  </a:lnTo>
                  <a:lnTo>
                    <a:pt x="3498" y="2586"/>
                  </a:lnTo>
                  <a:lnTo>
                    <a:pt x="3504" y="2592"/>
                  </a:lnTo>
                  <a:lnTo>
                    <a:pt x="3510" y="2592"/>
                  </a:lnTo>
                  <a:lnTo>
                    <a:pt x="3510" y="2568"/>
                  </a:lnTo>
                  <a:lnTo>
                    <a:pt x="3516" y="2556"/>
                  </a:lnTo>
                  <a:lnTo>
                    <a:pt x="3528" y="2544"/>
                  </a:lnTo>
                  <a:lnTo>
                    <a:pt x="3534" y="2544"/>
                  </a:lnTo>
                  <a:lnTo>
                    <a:pt x="3546" y="2532"/>
                  </a:lnTo>
                  <a:lnTo>
                    <a:pt x="3546" y="2508"/>
                  </a:lnTo>
                  <a:lnTo>
                    <a:pt x="3588" y="2484"/>
                  </a:lnTo>
                  <a:lnTo>
                    <a:pt x="3594" y="2472"/>
                  </a:lnTo>
                  <a:lnTo>
                    <a:pt x="3618" y="2448"/>
                  </a:lnTo>
                  <a:lnTo>
                    <a:pt x="3630" y="2448"/>
                  </a:lnTo>
                  <a:lnTo>
                    <a:pt x="3636" y="2454"/>
                  </a:lnTo>
                  <a:lnTo>
                    <a:pt x="3636" y="2460"/>
                  </a:lnTo>
                  <a:lnTo>
                    <a:pt x="3642" y="2466"/>
                  </a:lnTo>
                  <a:lnTo>
                    <a:pt x="3654" y="2466"/>
                  </a:lnTo>
                  <a:lnTo>
                    <a:pt x="3666" y="2460"/>
                  </a:lnTo>
                  <a:lnTo>
                    <a:pt x="3702" y="2460"/>
                  </a:lnTo>
                  <a:lnTo>
                    <a:pt x="3708" y="2466"/>
                  </a:lnTo>
                  <a:lnTo>
                    <a:pt x="3708" y="2472"/>
                  </a:lnTo>
                  <a:lnTo>
                    <a:pt x="3702" y="2496"/>
                  </a:lnTo>
                  <a:lnTo>
                    <a:pt x="3690" y="2520"/>
                  </a:lnTo>
                  <a:lnTo>
                    <a:pt x="3678" y="2550"/>
                  </a:lnTo>
                  <a:lnTo>
                    <a:pt x="3666" y="2574"/>
                  </a:lnTo>
                  <a:lnTo>
                    <a:pt x="3666" y="2586"/>
                  </a:lnTo>
                  <a:lnTo>
                    <a:pt x="3672" y="2592"/>
                  </a:lnTo>
                  <a:lnTo>
                    <a:pt x="3678" y="2592"/>
                  </a:lnTo>
                  <a:lnTo>
                    <a:pt x="3684" y="2598"/>
                  </a:lnTo>
                  <a:lnTo>
                    <a:pt x="3672" y="2610"/>
                  </a:lnTo>
                  <a:lnTo>
                    <a:pt x="3666" y="2622"/>
                  </a:lnTo>
                  <a:lnTo>
                    <a:pt x="3666" y="2628"/>
                  </a:lnTo>
                  <a:lnTo>
                    <a:pt x="3690" y="2628"/>
                  </a:lnTo>
                  <a:lnTo>
                    <a:pt x="3690" y="2634"/>
                  </a:lnTo>
                  <a:lnTo>
                    <a:pt x="3696" y="2640"/>
                  </a:lnTo>
                  <a:lnTo>
                    <a:pt x="3714" y="2640"/>
                  </a:lnTo>
                  <a:lnTo>
                    <a:pt x="3750" y="2622"/>
                  </a:lnTo>
                  <a:lnTo>
                    <a:pt x="3768" y="2604"/>
                  </a:lnTo>
                  <a:lnTo>
                    <a:pt x="3780" y="2622"/>
                  </a:lnTo>
                  <a:lnTo>
                    <a:pt x="3786" y="2622"/>
                  </a:lnTo>
                  <a:lnTo>
                    <a:pt x="3792" y="2616"/>
                  </a:lnTo>
                  <a:lnTo>
                    <a:pt x="3816" y="2604"/>
                  </a:lnTo>
                  <a:lnTo>
                    <a:pt x="3828" y="2604"/>
                  </a:lnTo>
                  <a:lnTo>
                    <a:pt x="3840" y="2592"/>
                  </a:lnTo>
                  <a:lnTo>
                    <a:pt x="3852" y="2592"/>
                  </a:lnTo>
                  <a:lnTo>
                    <a:pt x="3864" y="2580"/>
                  </a:lnTo>
                  <a:lnTo>
                    <a:pt x="3870" y="2580"/>
                  </a:lnTo>
                  <a:lnTo>
                    <a:pt x="3888" y="2586"/>
                  </a:lnTo>
                  <a:lnTo>
                    <a:pt x="3846" y="2616"/>
                  </a:lnTo>
                  <a:lnTo>
                    <a:pt x="3936" y="2610"/>
                  </a:lnTo>
                  <a:lnTo>
                    <a:pt x="3918" y="2610"/>
                  </a:lnTo>
                  <a:lnTo>
                    <a:pt x="3906" y="2616"/>
                  </a:lnTo>
                  <a:lnTo>
                    <a:pt x="3894" y="2616"/>
                  </a:lnTo>
                  <a:lnTo>
                    <a:pt x="3888" y="2622"/>
                  </a:lnTo>
                  <a:lnTo>
                    <a:pt x="3888" y="2634"/>
                  </a:lnTo>
                  <a:lnTo>
                    <a:pt x="3882" y="2640"/>
                  </a:lnTo>
                  <a:lnTo>
                    <a:pt x="3876" y="2640"/>
                  </a:lnTo>
                  <a:lnTo>
                    <a:pt x="3870" y="2634"/>
                  </a:lnTo>
                  <a:lnTo>
                    <a:pt x="3864" y="2634"/>
                  </a:lnTo>
                  <a:lnTo>
                    <a:pt x="3852" y="2628"/>
                  </a:lnTo>
                  <a:lnTo>
                    <a:pt x="3846" y="2628"/>
                  </a:lnTo>
                  <a:lnTo>
                    <a:pt x="3828" y="2634"/>
                  </a:lnTo>
                  <a:lnTo>
                    <a:pt x="3738" y="2688"/>
                  </a:lnTo>
                  <a:lnTo>
                    <a:pt x="3726" y="2700"/>
                  </a:lnTo>
                  <a:lnTo>
                    <a:pt x="3720" y="2712"/>
                  </a:lnTo>
                  <a:lnTo>
                    <a:pt x="3720" y="2748"/>
                  </a:lnTo>
                  <a:lnTo>
                    <a:pt x="3726" y="2748"/>
                  </a:lnTo>
                  <a:lnTo>
                    <a:pt x="3732" y="2742"/>
                  </a:lnTo>
                  <a:lnTo>
                    <a:pt x="3738" y="2742"/>
                  </a:lnTo>
                  <a:lnTo>
                    <a:pt x="3738" y="2754"/>
                  </a:lnTo>
                  <a:lnTo>
                    <a:pt x="3744" y="2760"/>
                  </a:lnTo>
                  <a:lnTo>
                    <a:pt x="3756" y="2760"/>
                  </a:lnTo>
                  <a:lnTo>
                    <a:pt x="3762" y="2754"/>
                  </a:lnTo>
                  <a:lnTo>
                    <a:pt x="3768" y="2742"/>
                  </a:lnTo>
                  <a:lnTo>
                    <a:pt x="3774" y="2736"/>
                  </a:lnTo>
                  <a:lnTo>
                    <a:pt x="3786" y="2736"/>
                  </a:lnTo>
                  <a:lnTo>
                    <a:pt x="3804" y="2730"/>
                  </a:lnTo>
                  <a:lnTo>
                    <a:pt x="3816" y="2724"/>
                  </a:lnTo>
                  <a:lnTo>
                    <a:pt x="3834" y="2718"/>
                  </a:lnTo>
                  <a:lnTo>
                    <a:pt x="3846" y="2706"/>
                  </a:lnTo>
                  <a:lnTo>
                    <a:pt x="3852" y="2694"/>
                  </a:lnTo>
                  <a:lnTo>
                    <a:pt x="3870" y="2676"/>
                  </a:lnTo>
                  <a:lnTo>
                    <a:pt x="3876" y="2664"/>
                  </a:lnTo>
                  <a:lnTo>
                    <a:pt x="3876" y="2670"/>
                  </a:lnTo>
                  <a:lnTo>
                    <a:pt x="3882" y="2682"/>
                  </a:lnTo>
                  <a:lnTo>
                    <a:pt x="3888" y="2688"/>
                  </a:lnTo>
                  <a:lnTo>
                    <a:pt x="3894" y="2688"/>
                  </a:lnTo>
                  <a:lnTo>
                    <a:pt x="3930" y="2676"/>
                  </a:lnTo>
                  <a:lnTo>
                    <a:pt x="3954" y="2664"/>
                  </a:lnTo>
                  <a:lnTo>
                    <a:pt x="3972" y="2658"/>
                  </a:lnTo>
                  <a:lnTo>
                    <a:pt x="3984" y="2652"/>
                  </a:lnTo>
                  <a:lnTo>
                    <a:pt x="4008" y="2646"/>
                  </a:lnTo>
                  <a:lnTo>
                    <a:pt x="4068" y="2634"/>
                  </a:lnTo>
                  <a:lnTo>
                    <a:pt x="4080" y="2628"/>
                  </a:lnTo>
                  <a:lnTo>
                    <a:pt x="4068" y="2616"/>
                  </a:lnTo>
                  <a:lnTo>
                    <a:pt x="4074" y="2598"/>
                  </a:lnTo>
                  <a:lnTo>
                    <a:pt x="4038" y="2604"/>
                  </a:lnTo>
                  <a:lnTo>
                    <a:pt x="4038" y="2580"/>
                  </a:lnTo>
                  <a:lnTo>
                    <a:pt x="4026" y="2586"/>
                  </a:lnTo>
                  <a:lnTo>
                    <a:pt x="4020" y="2586"/>
                  </a:lnTo>
                  <a:lnTo>
                    <a:pt x="4008" y="2592"/>
                  </a:lnTo>
                  <a:lnTo>
                    <a:pt x="4002" y="2598"/>
                  </a:lnTo>
                  <a:lnTo>
                    <a:pt x="3990" y="2598"/>
                  </a:lnTo>
                  <a:lnTo>
                    <a:pt x="3990" y="2580"/>
                  </a:lnTo>
                  <a:lnTo>
                    <a:pt x="3930" y="2580"/>
                  </a:lnTo>
                  <a:lnTo>
                    <a:pt x="3924" y="2574"/>
                  </a:lnTo>
                  <a:lnTo>
                    <a:pt x="3924" y="2568"/>
                  </a:lnTo>
                  <a:lnTo>
                    <a:pt x="3918" y="2562"/>
                  </a:lnTo>
                  <a:lnTo>
                    <a:pt x="3918" y="2556"/>
                  </a:lnTo>
                  <a:lnTo>
                    <a:pt x="3930" y="2556"/>
                  </a:lnTo>
                  <a:lnTo>
                    <a:pt x="3918" y="2544"/>
                  </a:lnTo>
                  <a:lnTo>
                    <a:pt x="3888" y="2544"/>
                  </a:lnTo>
                  <a:lnTo>
                    <a:pt x="3882" y="2532"/>
                  </a:lnTo>
                  <a:lnTo>
                    <a:pt x="3882" y="2526"/>
                  </a:lnTo>
                  <a:lnTo>
                    <a:pt x="3876" y="2514"/>
                  </a:lnTo>
                  <a:lnTo>
                    <a:pt x="3876" y="2502"/>
                  </a:lnTo>
                  <a:lnTo>
                    <a:pt x="3894" y="2484"/>
                  </a:lnTo>
                  <a:lnTo>
                    <a:pt x="3870" y="2484"/>
                  </a:lnTo>
                  <a:lnTo>
                    <a:pt x="3876" y="2478"/>
                  </a:lnTo>
                  <a:lnTo>
                    <a:pt x="3888" y="2472"/>
                  </a:lnTo>
                  <a:lnTo>
                    <a:pt x="3894" y="2460"/>
                  </a:lnTo>
                  <a:lnTo>
                    <a:pt x="3906" y="2454"/>
                  </a:lnTo>
                  <a:lnTo>
                    <a:pt x="3918" y="2442"/>
                  </a:lnTo>
                  <a:lnTo>
                    <a:pt x="3924" y="2430"/>
                  </a:lnTo>
                  <a:lnTo>
                    <a:pt x="3936" y="2424"/>
                  </a:lnTo>
                  <a:lnTo>
                    <a:pt x="3942" y="2412"/>
                  </a:lnTo>
                  <a:lnTo>
                    <a:pt x="3948" y="2406"/>
                  </a:lnTo>
                  <a:lnTo>
                    <a:pt x="3936" y="2400"/>
                  </a:lnTo>
                  <a:lnTo>
                    <a:pt x="3912" y="2430"/>
                  </a:lnTo>
                  <a:lnTo>
                    <a:pt x="3894" y="2418"/>
                  </a:lnTo>
                  <a:lnTo>
                    <a:pt x="3864" y="2436"/>
                  </a:lnTo>
                  <a:lnTo>
                    <a:pt x="3858" y="2418"/>
                  </a:lnTo>
                  <a:lnTo>
                    <a:pt x="3828" y="2406"/>
                  </a:lnTo>
                  <a:lnTo>
                    <a:pt x="3810" y="2412"/>
                  </a:lnTo>
                  <a:lnTo>
                    <a:pt x="3864" y="2394"/>
                  </a:lnTo>
                  <a:lnTo>
                    <a:pt x="3870" y="2400"/>
                  </a:lnTo>
                  <a:lnTo>
                    <a:pt x="3882" y="2406"/>
                  </a:lnTo>
                  <a:lnTo>
                    <a:pt x="3900" y="2406"/>
                  </a:lnTo>
                  <a:lnTo>
                    <a:pt x="3918" y="2388"/>
                  </a:lnTo>
                  <a:lnTo>
                    <a:pt x="3930" y="2382"/>
                  </a:lnTo>
                  <a:lnTo>
                    <a:pt x="3936" y="2376"/>
                  </a:lnTo>
                  <a:lnTo>
                    <a:pt x="3978" y="2376"/>
                  </a:lnTo>
                  <a:lnTo>
                    <a:pt x="3978" y="2364"/>
                  </a:lnTo>
                  <a:lnTo>
                    <a:pt x="3972" y="2358"/>
                  </a:lnTo>
                  <a:lnTo>
                    <a:pt x="3966" y="2346"/>
                  </a:lnTo>
                  <a:lnTo>
                    <a:pt x="3990" y="2346"/>
                  </a:lnTo>
                  <a:lnTo>
                    <a:pt x="3978" y="2334"/>
                  </a:lnTo>
                  <a:lnTo>
                    <a:pt x="3972" y="2322"/>
                  </a:lnTo>
                  <a:lnTo>
                    <a:pt x="3960" y="2316"/>
                  </a:lnTo>
                  <a:lnTo>
                    <a:pt x="3942" y="2310"/>
                  </a:lnTo>
                  <a:lnTo>
                    <a:pt x="3918" y="2310"/>
                  </a:lnTo>
                  <a:lnTo>
                    <a:pt x="3852" y="2316"/>
                  </a:lnTo>
                  <a:lnTo>
                    <a:pt x="3792" y="2334"/>
                  </a:lnTo>
                  <a:lnTo>
                    <a:pt x="3744" y="2352"/>
                  </a:lnTo>
                  <a:lnTo>
                    <a:pt x="3684" y="2376"/>
                  </a:lnTo>
                  <a:lnTo>
                    <a:pt x="3660" y="2388"/>
                  </a:lnTo>
                  <a:lnTo>
                    <a:pt x="3642" y="2400"/>
                  </a:lnTo>
                  <a:lnTo>
                    <a:pt x="3624" y="2418"/>
                  </a:lnTo>
                  <a:lnTo>
                    <a:pt x="3606" y="2430"/>
                  </a:lnTo>
                  <a:lnTo>
                    <a:pt x="3594" y="2442"/>
                  </a:lnTo>
                  <a:lnTo>
                    <a:pt x="3576" y="2454"/>
                  </a:lnTo>
                  <a:lnTo>
                    <a:pt x="3564" y="2466"/>
                  </a:lnTo>
                  <a:lnTo>
                    <a:pt x="3528" y="2484"/>
                  </a:lnTo>
                  <a:lnTo>
                    <a:pt x="3516" y="2484"/>
                  </a:lnTo>
                  <a:lnTo>
                    <a:pt x="3498" y="2490"/>
                  </a:lnTo>
                  <a:lnTo>
                    <a:pt x="3486" y="2490"/>
                  </a:lnTo>
                  <a:lnTo>
                    <a:pt x="3492" y="2490"/>
                  </a:lnTo>
                  <a:lnTo>
                    <a:pt x="3498" y="2484"/>
                  </a:lnTo>
                  <a:lnTo>
                    <a:pt x="3510" y="2478"/>
                  </a:lnTo>
                  <a:lnTo>
                    <a:pt x="3522" y="2466"/>
                  </a:lnTo>
                  <a:lnTo>
                    <a:pt x="3540" y="2460"/>
                  </a:lnTo>
                  <a:lnTo>
                    <a:pt x="3552" y="2448"/>
                  </a:lnTo>
                  <a:lnTo>
                    <a:pt x="3576" y="2436"/>
                  </a:lnTo>
                  <a:lnTo>
                    <a:pt x="3600" y="2412"/>
                  </a:lnTo>
                  <a:lnTo>
                    <a:pt x="3606" y="2400"/>
                  </a:lnTo>
                  <a:lnTo>
                    <a:pt x="3582" y="2388"/>
                  </a:lnTo>
                  <a:lnTo>
                    <a:pt x="3588" y="2388"/>
                  </a:lnTo>
                  <a:lnTo>
                    <a:pt x="3594" y="2394"/>
                  </a:lnTo>
                  <a:lnTo>
                    <a:pt x="3624" y="2394"/>
                  </a:lnTo>
                  <a:lnTo>
                    <a:pt x="3642" y="2382"/>
                  </a:lnTo>
                  <a:lnTo>
                    <a:pt x="3702" y="2334"/>
                  </a:lnTo>
                  <a:lnTo>
                    <a:pt x="3750" y="2310"/>
                  </a:lnTo>
                  <a:lnTo>
                    <a:pt x="3768" y="2304"/>
                  </a:lnTo>
                  <a:lnTo>
                    <a:pt x="3804" y="2304"/>
                  </a:lnTo>
                  <a:lnTo>
                    <a:pt x="3852" y="2256"/>
                  </a:lnTo>
                  <a:lnTo>
                    <a:pt x="3870" y="2244"/>
                  </a:lnTo>
                  <a:lnTo>
                    <a:pt x="3888" y="2238"/>
                  </a:lnTo>
                  <a:lnTo>
                    <a:pt x="3936" y="2232"/>
                  </a:lnTo>
                  <a:lnTo>
                    <a:pt x="3990" y="2232"/>
                  </a:lnTo>
                  <a:lnTo>
                    <a:pt x="4044" y="2226"/>
                  </a:lnTo>
                  <a:lnTo>
                    <a:pt x="4074" y="2226"/>
                  </a:lnTo>
                  <a:lnTo>
                    <a:pt x="4104" y="2232"/>
                  </a:lnTo>
                  <a:lnTo>
                    <a:pt x="4176" y="2244"/>
                  </a:lnTo>
                  <a:lnTo>
                    <a:pt x="4200" y="2250"/>
                  </a:lnTo>
                  <a:lnTo>
                    <a:pt x="4212" y="2244"/>
                  </a:lnTo>
                  <a:lnTo>
                    <a:pt x="4248" y="2232"/>
                  </a:lnTo>
                  <a:lnTo>
                    <a:pt x="4260" y="2226"/>
                  </a:lnTo>
                  <a:lnTo>
                    <a:pt x="4278" y="2226"/>
                  </a:lnTo>
                  <a:lnTo>
                    <a:pt x="4296" y="2220"/>
                  </a:lnTo>
                  <a:lnTo>
                    <a:pt x="4320" y="2214"/>
                  </a:lnTo>
                  <a:lnTo>
                    <a:pt x="4338" y="2208"/>
                  </a:lnTo>
                  <a:lnTo>
                    <a:pt x="4374" y="2172"/>
                  </a:lnTo>
                  <a:lnTo>
                    <a:pt x="4392" y="2166"/>
                  </a:lnTo>
                  <a:lnTo>
                    <a:pt x="4404" y="2154"/>
                  </a:lnTo>
                  <a:lnTo>
                    <a:pt x="4410" y="2154"/>
                  </a:lnTo>
                  <a:lnTo>
                    <a:pt x="4422" y="2148"/>
                  </a:lnTo>
                  <a:lnTo>
                    <a:pt x="4452" y="2148"/>
                  </a:lnTo>
                  <a:lnTo>
                    <a:pt x="4458" y="2142"/>
                  </a:lnTo>
                  <a:lnTo>
                    <a:pt x="4470" y="2136"/>
                  </a:lnTo>
                  <a:lnTo>
                    <a:pt x="4476" y="2130"/>
                  </a:lnTo>
                  <a:lnTo>
                    <a:pt x="4494" y="2130"/>
                  </a:lnTo>
                  <a:lnTo>
                    <a:pt x="4500" y="2136"/>
                  </a:lnTo>
                  <a:lnTo>
                    <a:pt x="4518" y="2136"/>
                  </a:lnTo>
                  <a:lnTo>
                    <a:pt x="4530" y="2130"/>
                  </a:lnTo>
                  <a:lnTo>
                    <a:pt x="4536" y="2130"/>
                  </a:lnTo>
                  <a:lnTo>
                    <a:pt x="4542" y="2124"/>
                  </a:lnTo>
                  <a:lnTo>
                    <a:pt x="4596" y="2106"/>
                  </a:lnTo>
                  <a:lnTo>
                    <a:pt x="4620" y="2094"/>
                  </a:lnTo>
                  <a:lnTo>
                    <a:pt x="4620" y="2088"/>
                  </a:lnTo>
                  <a:lnTo>
                    <a:pt x="4614" y="2076"/>
                  </a:lnTo>
                  <a:lnTo>
                    <a:pt x="4602" y="2070"/>
                  </a:lnTo>
                  <a:lnTo>
                    <a:pt x="4584" y="2052"/>
                  </a:lnTo>
                  <a:lnTo>
                    <a:pt x="4578" y="2052"/>
                  </a:lnTo>
                  <a:lnTo>
                    <a:pt x="4602" y="2052"/>
                  </a:lnTo>
                  <a:lnTo>
                    <a:pt x="4614" y="2046"/>
                  </a:lnTo>
                  <a:lnTo>
                    <a:pt x="4614" y="2028"/>
                  </a:lnTo>
                  <a:lnTo>
                    <a:pt x="4608" y="2022"/>
                  </a:lnTo>
                  <a:lnTo>
                    <a:pt x="4608" y="2010"/>
                  </a:lnTo>
                  <a:lnTo>
                    <a:pt x="4632" y="2010"/>
                  </a:lnTo>
                  <a:lnTo>
                    <a:pt x="4644" y="1998"/>
                  </a:lnTo>
                  <a:lnTo>
                    <a:pt x="4644" y="1992"/>
                  </a:lnTo>
                  <a:lnTo>
                    <a:pt x="4632" y="1980"/>
                  </a:lnTo>
                  <a:lnTo>
                    <a:pt x="4626" y="1968"/>
                  </a:lnTo>
                  <a:lnTo>
                    <a:pt x="4608" y="1962"/>
                  </a:lnTo>
                  <a:lnTo>
                    <a:pt x="4602" y="1956"/>
                  </a:lnTo>
                  <a:lnTo>
                    <a:pt x="4590" y="196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36" name="Cameroon" descr="© INSCALE GmbH, 05.05.2010&#10;http://www.presentationload.com/">
              <a:extLst>
                <a:ext uri="{FF2B5EF4-FFF2-40B4-BE49-F238E27FC236}">
                  <a16:creationId xmlns:a16="http://schemas.microsoft.com/office/drawing/2014/main" id="{6060B796-6217-4ED3-8105-A54C807E6A8A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933604" y="2653921"/>
              <a:ext cx="180939" cy="304413"/>
            </a:xfrm>
            <a:custGeom>
              <a:avLst/>
              <a:gdLst>
                <a:gd name="T0" fmla="*/ 2147483647 w 546"/>
                <a:gd name="T1" fmla="*/ 0 h 924"/>
                <a:gd name="T2" fmla="*/ 2147483647 w 546"/>
                <a:gd name="T3" fmla="*/ 2147483647 h 924"/>
                <a:gd name="T4" fmla="*/ 2147483647 w 546"/>
                <a:gd name="T5" fmla="*/ 2147483647 h 924"/>
                <a:gd name="T6" fmla="*/ 2147483647 w 546"/>
                <a:gd name="T7" fmla="*/ 2147483647 h 924"/>
                <a:gd name="T8" fmla="*/ 2147483647 w 546"/>
                <a:gd name="T9" fmla="*/ 2147483647 h 924"/>
                <a:gd name="T10" fmla="*/ 2147483647 w 546"/>
                <a:gd name="T11" fmla="*/ 2147483647 h 924"/>
                <a:gd name="T12" fmla="*/ 2147483647 w 546"/>
                <a:gd name="T13" fmla="*/ 2147483647 h 924"/>
                <a:gd name="T14" fmla="*/ 2147483647 w 546"/>
                <a:gd name="T15" fmla="*/ 2147483647 h 924"/>
                <a:gd name="T16" fmla="*/ 2147483647 w 546"/>
                <a:gd name="T17" fmla="*/ 2147483647 h 924"/>
                <a:gd name="T18" fmla="*/ 2147483647 w 546"/>
                <a:gd name="T19" fmla="*/ 2147483647 h 924"/>
                <a:gd name="T20" fmla="*/ 2147483647 w 546"/>
                <a:gd name="T21" fmla="*/ 2147483647 h 924"/>
                <a:gd name="T22" fmla="*/ 2147483647 w 546"/>
                <a:gd name="T23" fmla="*/ 2147483647 h 924"/>
                <a:gd name="T24" fmla="*/ 2147483647 w 546"/>
                <a:gd name="T25" fmla="*/ 2147483647 h 924"/>
                <a:gd name="T26" fmla="*/ 2147483647 w 546"/>
                <a:gd name="T27" fmla="*/ 2147483647 h 924"/>
                <a:gd name="T28" fmla="*/ 2147483647 w 546"/>
                <a:gd name="T29" fmla="*/ 2147483647 h 924"/>
                <a:gd name="T30" fmla="*/ 2147483647 w 546"/>
                <a:gd name="T31" fmla="*/ 2147483647 h 924"/>
                <a:gd name="T32" fmla="*/ 2147483647 w 546"/>
                <a:gd name="T33" fmla="*/ 2147483647 h 924"/>
                <a:gd name="T34" fmla="*/ 2147483647 w 546"/>
                <a:gd name="T35" fmla="*/ 2147483647 h 924"/>
                <a:gd name="T36" fmla="*/ 2147483647 w 546"/>
                <a:gd name="T37" fmla="*/ 2147483647 h 924"/>
                <a:gd name="T38" fmla="*/ 2147483647 w 546"/>
                <a:gd name="T39" fmla="*/ 2147483647 h 924"/>
                <a:gd name="T40" fmla="*/ 2147483647 w 546"/>
                <a:gd name="T41" fmla="*/ 2147483647 h 924"/>
                <a:gd name="T42" fmla="*/ 2147483647 w 546"/>
                <a:gd name="T43" fmla="*/ 2147483647 h 924"/>
                <a:gd name="T44" fmla="*/ 2147483647 w 546"/>
                <a:gd name="T45" fmla="*/ 2147483647 h 924"/>
                <a:gd name="T46" fmla="*/ 2147483647 w 546"/>
                <a:gd name="T47" fmla="*/ 2147483647 h 924"/>
                <a:gd name="T48" fmla="*/ 2147483647 w 546"/>
                <a:gd name="T49" fmla="*/ 2147483647 h 924"/>
                <a:gd name="T50" fmla="*/ 2147483647 w 546"/>
                <a:gd name="T51" fmla="*/ 2147483647 h 924"/>
                <a:gd name="T52" fmla="*/ 2147483647 w 546"/>
                <a:gd name="T53" fmla="*/ 2147483647 h 924"/>
                <a:gd name="T54" fmla="*/ 2147483647 w 546"/>
                <a:gd name="T55" fmla="*/ 2147483647 h 924"/>
                <a:gd name="T56" fmla="*/ 2147483647 w 546"/>
                <a:gd name="T57" fmla="*/ 2147483647 h 924"/>
                <a:gd name="T58" fmla="*/ 2147483647 w 546"/>
                <a:gd name="T59" fmla="*/ 2147483647 h 924"/>
                <a:gd name="T60" fmla="*/ 2147483647 w 546"/>
                <a:gd name="T61" fmla="*/ 2147483647 h 924"/>
                <a:gd name="T62" fmla="*/ 2147483647 w 546"/>
                <a:gd name="T63" fmla="*/ 2147483647 h 924"/>
                <a:gd name="T64" fmla="*/ 2147483647 w 546"/>
                <a:gd name="T65" fmla="*/ 2147483647 h 924"/>
                <a:gd name="T66" fmla="*/ 2147483647 w 546"/>
                <a:gd name="T67" fmla="*/ 2147483647 h 924"/>
                <a:gd name="T68" fmla="*/ 2147483647 w 546"/>
                <a:gd name="T69" fmla="*/ 2147483647 h 924"/>
                <a:gd name="T70" fmla="*/ 2147483647 w 546"/>
                <a:gd name="T71" fmla="*/ 2147483647 h 924"/>
                <a:gd name="T72" fmla="*/ 2147483647 w 546"/>
                <a:gd name="T73" fmla="*/ 2147483647 h 924"/>
                <a:gd name="T74" fmla="*/ 2147483647 w 546"/>
                <a:gd name="T75" fmla="*/ 2147483647 h 924"/>
                <a:gd name="T76" fmla="*/ 2147483647 w 546"/>
                <a:gd name="T77" fmla="*/ 2147483647 h 924"/>
                <a:gd name="T78" fmla="*/ 2147483647 w 546"/>
                <a:gd name="T79" fmla="*/ 2147483647 h 924"/>
                <a:gd name="T80" fmla="*/ 2147483647 w 546"/>
                <a:gd name="T81" fmla="*/ 2147483647 h 924"/>
                <a:gd name="T82" fmla="*/ 2147483647 w 546"/>
                <a:gd name="T83" fmla="*/ 2147483647 h 924"/>
                <a:gd name="T84" fmla="*/ 2147483647 w 546"/>
                <a:gd name="T85" fmla="*/ 2147483647 h 924"/>
                <a:gd name="T86" fmla="*/ 2147483647 w 546"/>
                <a:gd name="T87" fmla="*/ 2147483647 h 924"/>
                <a:gd name="T88" fmla="*/ 2147483647 w 546"/>
                <a:gd name="T89" fmla="*/ 2147483647 h 924"/>
                <a:gd name="T90" fmla="*/ 2147483647 w 546"/>
                <a:gd name="T91" fmla="*/ 2147483647 h 924"/>
                <a:gd name="T92" fmla="*/ 2147483647 w 546"/>
                <a:gd name="T93" fmla="*/ 2147483647 h 924"/>
                <a:gd name="T94" fmla="*/ 2147483647 w 546"/>
                <a:gd name="T95" fmla="*/ 2147483647 h 924"/>
                <a:gd name="T96" fmla="*/ 2147483647 w 546"/>
                <a:gd name="T97" fmla="*/ 2147483647 h 924"/>
                <a:gd name="T98" fmla="*/ 2147483647 w 546"/>
                <a:gd name="T99" fmla="*/ 2147483647 h 924"/>
                <a:gd name="T100" fmla="*/ 2147483647 w 546"/>
                <a:gd name="T101" fmla="*/ 2147483647 h 924"/>
                <a:gd name="T102" fmla="*/ 2147483647 w 546"/>
                <a:gd name="T103" fmla="*/ 2147483647 h 924"/>
                <a:gd name="T104" fmla="*/ 2147483647 w 546"/>
                <a:gd name="T105" fmla="*/ 2147483647 h 924"/>
                <a:gd name="T106" fmla="*/ 2147483647 w 546"/>
                <a:gd name="T107" fmla="*/ 2147483647 h 924"/>
                <a:gd name="T108" fmla="*/ 2147483647 w 546"/>
                <a:gd name="T109" fmla="*/ 2147483647 h 924"/>
                <a:gd name="T110" fmla="*/ 2147483647 w 546"/>
                <a:gd name="T111" fmla="*/ 2147483647 h 92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6"/>
                <a:gd name="T169" fmla="*/ 0 h 924"/>
                <a:gd name="T170" fmla="*/ 546 w 546"/>
                <a:gd name="T171" fmla="*/ 924 h 92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6" h="924">
                  <a:moveTo>
                    <a:pt x="420" y="30"/>
                  </a:moveTo>
                  <a:lnTo>
                    <a:pt x="414" y="18"/>
                  </a:lnTo>
                  <a:lnTo>
                    <a:pt x="414" y="0"/>
                  </a:lnTo>
                  <a:lnTo>
                    <a:pt x="390" y="6"/>
                  </a:lnTo>
                  <a:lnTo>
                    <a:pt x="390" y="54"/>
                  </a:lnTo>
                  <a:lnTo>
                    <a:pt x="396" y="60"/>
                  </a:lnTo>
                  <a:lnTo>
                    <a:pt x="396" y="66"/>
                  </a:lnTo>
                  <a:lnTo>
                    <a:pt x="426" y="66"/>
                  </a:lnTo>
                  <a:lnTo>
                    <a:pt x="426" y="96"/>
                  </a:lnTo>
                  <a:lnTo>
                    <a:pt x="420" y="102"/>
                  </a:lnTo>
                  <a:lnTo>
                    <a:pt x="420" y="108"/>
                  </a:lnTo>
                  <a:lnTo>
                    <a:pt x="426" y="114"/>
                  </a:lnTo>
                  <a:lnTo>
                    <a:pt x="426" y="126"/>
                  </a:lnTo>
                  <a:lnTo>
                    <a:pt x="408" y="144"/>
                  </a:lnTo>
                  <a:lnTo>
                    <a:pt x="396" y="150"/>
                  </a:lnTo>
                  <a:lnTo>
                    <a:pt x="384" y="150"/>
                  </a:lnTo>
                  <a:lnTo>
                    <a:pt x="384" y="156"/>
                  </a:lnTo>
                  <a:lnTo>
                    <a:pt x="378" y="162"/>
                  </a:lnTo>
                  <a:lnTo>
                    <a:pt x="378" y="168"/>
                  </a:lnTo>
                  <a:lnTo>
                    <a:pt x="372" y="174"/>
                  </a:lnTo>
                  <a:lnTo>
                    <a:pt x="372" y="180"/>
                  </a:lnTo>
                  <a:lnTo>
                    <a:pt x="360" y="192"/>
                  </a:lnTo>
                  <a:lnTo>
                    <a:pt x="354" y="204"/>
                  </a:lnTo>
                  <a:lnTo>
                    <a:pt x="348" y="234"/>
                  </a:lnTo>
                  <a:lnTo>
                    <a:pt x="342" y="240"/>
                  </a:lnTo>
                  <a:lnTo>
                    <a:pt x="342" y="270"/>
                  </a:lnTo>
                  <a:lnTo>
                    <a:pt x="336" y="288"/>
                  </a:lnTo>
                  <a:lnTo>
                    <a:pt x="330" y="294"/>
                  </a:lnTo>
                  <a:lnTo>
                    <a:pt x="312" y="294"/>
                  </a:lnTo>
                  <a:lnTo>
                    <a:pt x="312" y="324"/>
                  </a:lnTo>
                  <a:lnTo>
                    <a:pt x="306" y="342"/>
                  </a:lnTo>
                  <a:lnTo>
                    <a:pt x="306" y="354"/>
                  </a:lnTo>
                  <a:lnTo>
                    <a:pt x="300" y="360"/>
                  </a:lnTo>
                  <a:lnTo>
                    <a:pt x="288" y="366"/>
                  </a:lnTo>
                  <a:lnTo>
                    <a:pt x="282" y="372"/>
                  </a:lnTo>
                  <a:lnTo>
                    <a:pt x="270" y="378"/>
                  </a:lnTo>
                  <a:lnTo>
                    <a:pt x="258" y="426"/>
                  </a:lnTo>
                  <a:lnTo>
                    <a:pt x="234" y="456"/>
                  </a:lnTo>
                  <a:lnTo>
                    <a:pt x="234" y="486"/>
                  </a:lnTo>
                  <a:lnTo>
                    <a:pt x="228" y="492"/>
                  </a:lnTo>
                  <a:lnTo>
                    <a:pt x="216" y="498"/>
                  </a:lnTo>
                  <a:lnTo>
                    <a:pt x="210" y="510"/>
                  </a:lnTo>
                  <a:lnTo>
                    <a:pt x="210" y="522"/>
                  </a:lnTo>
                  <a:lnTo>
                    <a:pt x="192" y="540"/>
                  </a:lnTo>
                  <a:lnTo>
                    <a:pt x="186" y="540"/>
                  </a:lnTo>
                  <a:lnTo>
                    <a:pt x="180" y="534"/>
                  </a:lnTo>
                  <a:lnTo>
                    <a:pt x="174" y="522"/>
                  </a:lnTo>
                  <a:lnTo>
                    <a:pt x="174" y="516"/>
                  </a:lnTo>
                  <a:lnTo>
                    <a:pt x="168" y="504"/>
                  </a:lnTo>
                  <a:lnTo>
                    <a:pt x="156" y="492"/>
                  </a:lnTo>
                  <a:lnTo>
                    <a:pt x="150" y="480"/>
                  </a:lnTo>
                  <a:lnTo>
                    <a:pt x="138" y="480"/>
                  </a:lnTo>
                  <a:lnTo>
                    <a:pt x="144" y="486"/>
                  </a:lnTo>
                  <a:lnTo>
                    <a:pt x="144" y="498"/>
                  </a:lnTo>
                  <a:lnTo>
                    <a:pt x="138" y="504"/>
                  </a:lnTo>
                  <a:lnTo>
                    <a:pt x="132" y="504"/>
                  </a:lnTo>
                  <a:lnTo>
                    <a:pt x="120" y="498"/>
                  </a:lnTo>
                  <a:lnTo>
                    <a:pt x="114" y="492"/>
                  </a:lnTo>
                  <a:lnTo>
                    <a:pt x="108" y="492"/>
                  </a:lnTo>
                  <a:lnTo>
                    <a:pt x="102" y="498"/>
                  </a:lnTo>
                  <a:lnTo>
                    <a:pt x="90" y="522"/>
                  </a:lnTo>
                  <a:lnTo>
                    <a:pt x="84" y="528"/>
                  </a:lnTo>
                  <a:lnTo>
                    <a:pt x="84" y="534"/>
                  </a:lnTo>
                  <a:lnTo>
                    <a:pt x="18" y="588"/>
                  </a:lnTo>
                  <a:lnTo>
                    <a:pt x="18" y="642"/>
                  </a:lnTo>
                  <a:lnTo>
                    <a:pt x="12" y="654"/>
                  </a:lnTo>
                  <a:lnTo>
                    <a:pt x="12" y="666"/>
                  </a:lnTo>
                  <a:lnTo>
                    <a:pt x="6" y="672"/>
                  </a:lnTo>
                  <a:lnTo>
                    <a:pt x="6" y="678"/>
                  </a:lnTo>
                  <a:lnTo>
                    <a:pt x="0" y="690"/>
                  </a:lnTo>
                  <a:lnTo>
                    <a:pt x="24" y="684"/>
                  </a:lnTo>
                  <a:lnTo>
                    <a:pt x="24" y="708"/>
                  </a:lnTo>
                  <a:lnTo>
                    <a:pt x="36" y="732"/>
                  </a:lnTo>
                  <a:lnTo>
                    <a:pt x="60" y="744"/>
                  </a:lnTo>
                  <a:lnTo>
                    <a:pt x="66" y="750"/>
                  </a:lnTo>
                  <a:lnTo>
                    <a:pt x="84" y="726"/>
                  </a:lnTo>
                  <a:lnTo>
                    <a:pt x="66" y="756"/>
                  </a:lnTo>
                  <a:lnTo>
                    <a:pt x="84" y="786"/>
                  </a:lnTo>
                  <a:lnTo>
                    <a:pt x="102" y="792"/>
                  </a:lnTo>
                  <a:lnTo>
                    <a:pt x="102" y="840"/>
                  </a:lnTo>
                  <a:lnTo>
                    <a:pt x="90" y="840"/>
                  </a:lnTo>
                  <a:lnTo>
                    <a:pt x="90" y="870"/>
                  </a:lnTo>
                  <a:lnTo>
                    <a:pt x="102" y="882"/>
                  </a:lnTo>
                  <a:lnTo>
                    <a:pt x="198" y="882"/>
                  </a:lnTo>
                  <a:lnTo>
                    <a:pt x="216" y="864"/>
                  </a:lnTo>
                  <a:lnTo>
                    <a:pt x="228" y="882"/>
                  </a:lnTo>
                  <a:lnTo>
                    <a:pt x="258" y="882"/>
                  </a:lnTo>
                  <a:lnTo>
                    <a:pt x="270" y="870"/>
                  </a:lnTo>
                  <a:lnTo>
                    <a:pt x="276" y="870"/>
                  </a:lnTo>
                  <a:lnTo>
                    <a:pt x="288" y="876"/>
                  </a:lnTo>
                  <a:lnTo>
                    <a:pt x="294" y="876"/>
                  </a:lnTo>
                  <a:lnTo>
                    <a:pt x="342" y="870"/>
                  </a:lnTo>
                  <a:lnTo>
                    <a:pt x="342" y="888"/>
                  </a:lnTo>
                  <a:lnTo>
                    <a:pt x="372" y="888"/>
                  </a:lnTo>
                  <a:lnTo>
                    <a:pt x="390" y="882"/>
                  </a:lnTo>
                  <a:lnTo>
                    <a:pt x="438" y="882"/>
                  </a:lnTo>
                  <a:lnTo>
                    <a:pt x="450" y="888"/>
                  </a:lnTo>
                  <a:lnTo>
                    <a:pt x="456" y="894"/>
                  </a:lnTo>
                  <a:lnTo>
                    <a:pt x="468" y="894"/>
                  </a:lnTo>
                  <a:lnTo>
                    <a:pt x="474" y="900"/>
                  </a:lnTo>
                  <a:lnTo>
                    <a:pt x="510" y="900"/>
                  </a:lnTo>
                  <a:lnTo>
                    <a:pt x="534" y="924"/>
                  </a:lnTo>
                  <a:lnTo>
                    <a:pt x="540" y="882"/>
                  </a:lnTo>
                  <a:lnTo>
                    <a:pt x="546" y="876"/>
                  </a:lnTo>
                  <a:lnTo>
                    <a:pt x="534" y="864"/>
                  </a:lnTo>
                  <a:lnTo>
                    <a:pt x="534" y="834"/>
                  </a:lnTo>
                  <a:lnTo>
                    <a:pt x="528" y="816"/>
                  </a:lnTo>
                  <a:lnTo>
                    <a:pt x="516" y="810"/>
                  </a:lnTo>
                  <a:lnTo>
                    <a:pt x="510" y="798"/>
                  </a:lnTo>
                  <a:lnTo>
                    <a:pt x="498" y="792"/>
                  </a:lnTo>
                  <a:lnTo>
                    <a:pt x="486" y="780"/>
                  </a:lnTo>
                  <a:lnTo>
                    <a:pt x="474" y="756"/>
                  </a:lnTo>
                  <a:lnTo>
                    <a:pt x="468" y="750"/>
                  </a:lnTo>
                  <a:lnTo>
                    <a:pt x="468" y="708"/>
                  </a:lnTo>
                  <a:lnTo>
                    <a:pt x="462" y="708"/>
                  </a:lnTo>
                  <a:lnTo>
                    <a:pt x="444" y="690"/>
                  </a:lnTo>
                  <a:lnTo>
                    <a:pt x="438" y="690"/>
                  </a:lnTo>
                  <a:lnTo>
                    <a:pt x="438" y="642"/>
                  </a:lnTo>
                  <a:lnTo>
                    <a:pt x="420" y="630"/>
                  </a:lnTo>
                  <a:lnTo>
                    <a:pt x="432" y="618"/>
                  </a:lnTo>
                  <a:lnTo>
                    <a:pt x="432" y="582"/>
                  </a:lnTo>
                  <a:lnTo>
                    <a:pt x="426" y="582"/>
                  </a:lnTo>
                  <a:lnTo>
                    <a:pt x="414" y="576"/>
                  </a:lnTo>
                  <a:lnTo>
                    <a:pt x="414" y="570"/>
                  </a:lnTo>
                  <a:lnTo>
                    <a:pt x="426" y="558"/>
                  </a:lnTo>
                  <a:lnTo>
                    <a:pt x="438" y="552"/>
                  </a:lnTo>
                  <a:lnTo>
                    <a:pt x="444" y="546"/>
                  </a:lnTo>
                  <a:lnTo>
                    <a:pt x="450" y="546"/>
                  </a:lnTo>
                  <a:lnTo>
                    <a:pt x="456" y="510"/>
                  </a:lnTo>
                  <a:lnTo>
                    <a:pt x="462" y="510"/>
                  </a:lnTo>
                  <a:lnTo>
                    <a:pt x="468" y="498"/>
                  </a:lnTo>
                  <a:lnTo>
                    <a:pt x="468" y="480"/>
                  </a:lnTo>
                  <a:lnTo>
                    <a:pt x="474" y="474"/>
                  </a:lnTo>
                  <a:lnTo>
                    <a:pt x="480" y="462"/>
                  </a:lnTo>
                  <a:lnTo>
                    <a:pt x="492" y="450"/>
                  </a:lnTo>
                  <a:lnTo>
                    <a:pt x="498" y="450"/>
                  </a:lnTo>
                  <a:lnTo>
                    <a:pt x="498" y="438"/>
                  </a:lnTo>
                  <a:lnTo>
                    <a:pt x="492" y="420"/>
                  </a:lnTo>
                  <a:lnTo>
                    <a:pt x="486" y="408"/>
                  </a:lnTo>
                  <a:lnTo>
                    <a:pt x="486" y="390"/>
                  </a:lnTo>
                  <a:lnTo>
                    <a:pt x="474" y="366"/>
                  </a:lnTo>
                  <a:lnTo>
                    <a:pt x="462" y="354"/>
                  </a:lnTo>
                  <a:lnTo>
                    <a:pt x="450" y="348"/>
                  </a:lnTo>
                  <a:lnTo>
                    <a:pt x="432" y="336"/>
                  </a:lnTo>
                  <a:lnTo>
                    <a:pt x="420" y="324"/>
                  </a:lnTo>
                  <a:lnTo>
                    <a:pt x="414" y="312"/>
                  </a:lnTo>
                  <a:lnTo>
                    <a:pt x="402" y="300"/>
                  </a:lnTo>
                  <a:lnTo>
                    <a:pt x="390" y="276"/>
                  </a:lnTo>
                  <a:lnTo>
                    <a:pt x="390" y="264"/>
                  </a:lnTo>
                  <a:lnTo>
                    <a:pt x="396" y="258"/>
                  </a:lnTo>
                  <a:lnTo>
                    <a:pt x="408" y="252"/>
                  </a:lnTo>
                  <a:lnTo>
                    <a:pt x="504" y="252"/>
                  </a:lnTo>
                  <a:lnTo>
                    <a:pt x="486" y="234"/>
                  </a:lnTo>
                  <a:lnTo>
                    <a:pt x="480" y="222"/>
                  </a:lnTo>
                  <a:lnTo>
                    <a:pt x="468" y="216"/>
                  </a:lnTo>
                  <a:lnTo>
                    <a:pt x="462" y="204"/>
                  </a:lnTo>
                  <a:lnTo>
                    <a:pt x="462" y="186"/>
                  </a:lnTo>
                  <a:lnTo>
                    <a:pt x="456" y="168"/>
                  </a:lnTo>
                  <a:lnTo>
                    <a:pt x="456" y="132"/>
                  </a:lnTo>
                  <a:lnTo>
                    <a:pt x="462" y="132"/>
                  </a:lnTo>
                  <a:lnTo>
                    <a:pt x="462" y="96"/>
                  </a:lnTo>
                  <a:lnTo>
                    <a:pt x="456" y="84"/>
                  </a:lnTo>
                  <a:lnTo>
                    <a:pt x="444" y="78"/>
                  </a:lnTo>
                  <a:lnTo>
                    <a:pt x="450" y="42"/>
                  </a:lnTo>
                  <a:lnTo>
                    <a:pt x="444" y="42"/>
                  </a:lnTo>
                  <a:lnTo>
                    <a:pt x="438" y="36"/>
                  </a:lnTo>
                  <a:lnTo>
                    <a:pt x="426" y="36"/>
                  </a:lnTo>
                  <a:lnTo>
                    <a:pt x="420" y="3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37" name="Cambodia" descr="© INSCALE GmbH, 05.05.2010&#10;http://www.presentationload.com/">
              <a:extLst>
                <a:ext uri="{FF2B5EF4-FFF2-40B4-BE49-F238E27FC236}">
                  <a16:creationId xmlns:a16="http://schemas.microsoft.com/office/drawing/2014/main" id="{5493EB2A-BEDA-4F00-9010-D748AF3C6E35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6125543" y="2616671"/>
              <a:ext cx="125364" cy="110462"/>
            </a:xfrm>
            <a:custGeom>
              <a:avLst/>
              <a:gdLst>
                <a:gd name="T0" fmla="*/ 2147483647 w 378"/>
                <a:gd name="T1" fmla="*/ 2147483647 h 336"/>
                <a:gd name="T2" fmla="*/ 2147483647 w 378"/>
                <a:gd name="T3" fmla="*/ 2147483647 h 336"/>
                <a:gd name="T4" fmla="*/ 2147483647 w 378"/>
                <a:gd name="T5" fmla="*/ 2147483647 h 336"/>
                <a:gd name="T6" fmla="*/ 2147483647 w 378"/>
                <a:gd name="T7" fmla="*/ 2147483647 h 336"/>
                <a:gd name="T8" fmla="*/ 2147483647 w 378"/>
                <a:gd name="T9" fmla="*/ 2147483647 h 336"/>
                <a:gd name="T10" fmla="*/ 2147483647 w 378"/>
                <a:gd name="T11" fmla="*/ 2147483647 h 336"/>
                <a:gd name="T12" fmla="*/ 2147483647 w 378"/>
                <a:gd name="T13" fmla="*/ 2147483647 h 336"/>
                <a:gd name="T14" fmla="*/ 2147483647 w 378"/>
                <a:gd name="T15" fmla="*/ 2147483647 h 336"/>
                <a:gd name="T16" fmla="*/ 2147483647 w 378"/>
                <a:gd name="T17" fmla="*/ 2147483647 h 336"/>
                <a:gd name="T18" fmla="*/ 2147483647 w 378"/>
                <a:gd name="T19" fmla="*/ 2147483647 h 336"/>
                <a:gd name="T20" fmla="*/ 2147483647 w 378"/>
                <a:gd name="T21" fmla="*/ 2147483647 h 336"/>
                <a:gd name="T22" fmla="*/ 2147483647 w 378"/>
                <a:gd name="T23" fmla="*/ 2147483647 h 336"/>
                <a:gd name="T24" fmla="*/ 2147483647 w 378"/>
                <a:gd name="T25" fmla="*/ 2147483647 h 336"/>
                <a:gd name="T26" fmla="*/ 2147483647 w 378"/>
                <a:gd name="T27" fmla="*/ 2147483647 h 336"/>
                <a:gd name="T28" fmla="*/ 0 w 378"/>
                <a:gd name="T29" fmla="*/ 2147483647 h 336"/>
                <a:gd name="T30" fmla="*/ 2147483647 w 378"/>
                <a:gd name="T31" fmla="*/ 2147483647 h 336"/>
                <a:gd name="T32" fmla="*/ 2147483647 w 378"/>
                <a:gd name="T33" fmla="*/ 2147483647 h 336"/>
                <a:gd name="T34" fmla="*/ 2147483647 w 378"/>
                <a:gd name="T35" fmla="*/ 2147483647 h 336"/>
                <a:gd name="T36" fmla="*/ 2147483647 w 378"/>
                <a:gd name="T37" fmla="*/ 2147483647 h 336"/>
                <a:gd name="T38" fmla="*/ 2147483647 w 378"/>
                <a:gd name="T39" fmla="*/ 2147483647 h 336"/>
                <a:gd name="T40" fmla="*/ 2147483647 w 378"/>
                <a:gd name="T41" fmla="*/ 2147483647 h 336"/>
                <a:gd name="T42" fmla="*/ 2147483647 w 378"/>
                <a:gd name="T43" fmla="*/ 2147483647 h 336"/>
                <a:gd name="T44" fmla="*/ 2147483647 w 378"/>
                <a:gd name="T45" fmla="*/ 2147483647 h 336"/>
                <a:gd name="T46" fmla="*/ 2147483647 w 378"/>
                <a:gd name="T47" fmla="*/ 2147483647 h 336"/>
                <a:gd name="T48" fmla="*/ 2147483647 w 378"/>
                <a:gd name="T49" fmla="*/ 2147483647 h 336"/>
                <a:gd name="T50" fmla="*/ 2147483647 w 378"/>
                <a:gd name="T51" fmla="*/ 2147483647 h 336"/>
                <a:gd name="T52" fmla="*/ 2147483647 w 378"/>
                <a:gd name="T53" fmla="*/ 2147483647 h 336"/>
                <a:gd name="T54" fmla="*/ 2147483647 w 378"/>
                <a:gd name="T55" fmla="*/ 2147483647 h 336"/>
                <a:gd name="T56" fmla="*/ 2147483647 w 378"/>
                <a:gd name="T57" fmla="*/ 2147483647 h 336"/>
                <a:gd name="T58" fmla="*/ 2147483647 w 378"/>
                <a:gd name="T59" fmla="*/ 2147483647 h 336"/>
                <a:gd name="T60" fmla="*/ 2147483647 w 378"/>
                <a:gd name="T61" fmla="*/ 2147483647 h 336"/>
                <a:gd name="T62" fmla="*/ 2147483647 w 378"/>
                <a:gd name="T63" fmla="*/ 2147483647 h 336"/>
                <a:gd name="T64" fmla="*/ 2147483647 w 378"/>
                <a:gd name="T65" fmla="*/ 2147483647 h 336"/>
                <a:gd name="T66" fmla="*/ 2147483647 w 378"/>
                <a:gd name="T67" fmla="*/ 2147483647 h 336"/>
                <a:gd name="T68" fmla="*/ 2147483647 w 378"/>
                <a:gd name="T69" fmla="*/ 2147483647 h 336"/>
                <a:gd name="T70" fmla="*/ 2147483647 w 378"/>
                <a:gd name="T71" fmla="*/ 2147483647 h 336"/>
                <a:gd name="T72" fmla="*/ 2147483647 w 378"/>
                <a:gd name="T73" fmla="*/ 2147483647 h 336"/>
                <a:gd name="T74" fmla="*/ 2147483647 w 378"/>
                <a:gd name="T75" fmla="*/ 2147483647 h 336"/>
                <a:gd name="T76" fmla="*/ 2147483647 w 378"/>
                <a:gd name="T77" fmla="*/ 2147483647 h 336"/>
                <a:gd name="T78" fmla="*/ 2147483647 w 378"/>
                <a:gd name="T79" fmla="*/ 2147483647 h 336"/>
                <a:gd name="T80" fmla="*/ 2147483647 w 378"/>
                <a:gd name="T81" fmla="*/ 2147483647 h 336"/>
                <a:gd name="T82" fmla="*/ 2147483647 w 378"/>
                <a:gd name="T83" fmla="*/ 2147483647 h 336"/>
                <a:gd name="T84" fmla="*/ 2147483647 w 378"/>
                <a:gd name="T85" fmla="*/ 2147483647 h 336"/>
                <a:gd name="T86" fmla="*/ 2147483647 w 378"/>
                <a:gd name="T87" fmla="*/ 2147483647 h 336"/>
                <a:gd name="T88" fmla="*/ 2147483647 w 378"/>
                <a:gd name="T89" fmla="*/ 2147483647 h 336"/>
                <a:gd name="T90" fmla="*/ 2147483647 w 378"/>
                <a:gd name="T91" fmla="*/ 2147483647 h 336"/>
                <a:gd name="T92" fmla="*/ 2147483647 w 378"/>
                <a:gd name="T93" fmla="*/ 2147483647 h 336"/>
                <a:gd name="T94" fmla="*/ 2147483647 w 378"/>
                <a:gd name="T95" fmla="*/ 0 h 3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378"/>
                <a:gd name="T145" fmla="*/ 0 h 336"/>
                <a:gd name="T146" fmla="*/ 378 w 378"/>
                <a:gd name="T147" fmla="*/ 336 h 3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378" h="336">
                  <a:moveTo>
                    <a:pt x="324" y="0"/>
                  </a:moveTo>
                  <a:lnTo>
                    <a:pt x="312" y="12"/>
                  </a:lnTo>
                  <a:lnTo>
                    <a:pt x="276" y="0"/>
                  </a:lnTo>
                  <a:lnTo>
                    <a:pt x="264" y="12"/>
                  </a:lnTo>
                  <a:lnTo>
                    <a:pt x="246" y="24"/>
                  </a:lnTo>
                  <a:lnTo>
                    <a:pt x="258" y="36"/>
                  </a:lnTo>
                  <a:lnTo>
                    <a:pt x="258" y="48"/>
                  </a:lnTo>
                  <a:lnTo>
                    <a:pt x="252" y="54"/>
                  </a:lnTo>
                  <a:lnTo>
                    <a:pt x="240" y="54"/>
                  </a:lnTo>
                  <a:lnTo>
                    <a:pt x="228" y="42"/>
                  </a:lnTo>
                  <a:lnTo>
                    <a:pt x="228" y="36"/>
                  </a:lnTo>
                  <a:lnTo>
                    <a:pt x="222" y="36"/>
                  </a:lnTo>
                  <a:lnTo>
                    <a:pt x="216" y="30"/>
                  </a:lnTo>
                  <a:lnTo>
                    <a:pt x="192" y="30"/>
                  </a:lnTo>
                  <a:lnTo>
                    <a:pt x="192" y="18"/>
                  </a:lnTo>
                  <a:lnTo>
                    <a:pt x="186" y="18"/>
                  </a:lnTo>
                  <a:lnTo>
                    <a:pt x="186" y="24"/>
                  </a:lnTo>
                  <a:lnTo>
                    <a:pt x="180" y="18"/>
                  </a:lnTo>
                  <a:lnTo>
                    <a:pt x="168" y="12"/>
                  </a:lnTo>
                  <a:lnTo>
                    <a:pt x="138" y="12"/>
                  </a:lnTo>
                  <a:lnTo>
                    <a:pt x="126" y="18"/>
                  </a:lnTo>
                  <a:lnTo>
                    <a:pt x="114" y="18"/>
                  </a:lnTo>
                  <a:lnTo>
                    <a:pt x="108" y="12"/>
                  </a:lnTo>
                  <a:lnTo>
                    <a:pt x="72" y="12"/>
                  </a:lnTo>
                  <a:lnTo>
                    <a:pt x="54" y="18"/>
                  </a:lnTo>
                  <a:lnTo>
                    <a:pt x="42" y="24"/>
                  </a:lnTo>
                  <a:lnTo>
                    <a:pt x="36" y="30"/>
                  </a:lnTo>
                  <a:lnTo>
                    <a:pt x="30" y="42"/>
                  </a:lnTo>
                  <a:lnTo>
                    <a:pt x="30" y="48"/>
                  </a:lnTo>
                  <a:lnTo>
                    <a:pt x="0" y="78"/>
                  </a:lnTo>
                  <a:lnTo>
                    <a:pt x="6" y="114"/>
                  </a:lnTo>
                  <a:lnTo>
                    <a:pt x="18" y="126"/>
                  </a:lnTo>
                  <a:lnTo>
                    <a:pt x="18" y="156"/>
                  </a:lnTo>
                  <a:lnTo>
                    <a:pt x="30" y="168"/>
                  </a:lnTo>
                  <a:lnTo>
                    <a:pt x="30" y="198"/>
                  </a:lnTo>
                  <a:lnTo>
                    <a:pt x="42" y="210"/>
                  </a:lnTo>
                  <a:lnTo>
                    <a:pt x="48" y="222"/>
                  </a:lnTo>
                  <a:lnTo>
                    <a:pt x="54" y="228"/>
                  </a:lnTo>
                  <a:lnTo>
                    <a:pt x="54" y="234"/>
                  </a:lnTo>
                  <a:lnTo>
                    <a:pt x="42" y="246"/>
                  </a:lnTo>
                  <a:lnTo>
                    <a:pt x="54" y="270"/>
                  </a:lnTo>
                  <a:lnTo>
                    <a:pt x="60" y="276"/>
                  </a:lnTo>
                  <a:lnTo>
                    <a:pt x="72" y="282"/>
                  </a:lnTo>
                  <a:lnTo>
                    <a:pt x="78" y="282"/>
                  </a:lnTo>
                  <a:lnTo>
                    <a:pt x="90" y="270"/>
                  </a:lnTo>
                  <a:lnTo>
                    <a:pt x="90" y="264"/>
                  </a:lnTo>
                  <a:lnTo>
                    <a:pt x="90" y="288"/>
                  </a:lnTo>
                  <a:lnTo>
                    <a:pt x="96" y="300"/>
                  </a:lnTo>
                  <a:lnTo>
                    <a:pt x="102" y="306"/>
                  </a:lnTo>
                  <a:lnTo>
                    <a:pt x="114" y="306"/>
                  </a:lnTo>
                  <a:lnTo>
                    <a:pt x="120" y="300"/>
                  </a:lnTo>
                  <a:lnTo>
                    <a:pt x="132" y="300"/>
                  </a:lnTo>
                  <a:lnTo>
                    <a:pt x="138" y="306"/>
                  </a:lnTo>
                  <a:lnTo>
                    <a:pt x="138" y="312"/>
                  </a:lnTo>
                  <a:lnTo>
                    <a:pt x="150" y="336"/>
                  </a:lnTo>
                  <a:lnTo>
                    <a:pt x="168" y="336"/>
                  </a:lnTo>
                  <a:lnTo>
                    <a:pt x="180" y="324"/>
                  </a:lnTo>
                  <a:lnTo>
                    <a:pt x="192" y="318"/>
                  </a:lnTo>
                  <a:lnTo>
                    <a:pt x="210" y="318"/>
                  </a:lnTo>
                  <a:lnTo>
                    <a:pt x="222" y="312"/>
                  </a:lnTo>
                  <a:lnTo>
                    <a:pt x="222" y="306"/>
                  </a:lnTo>
                  <a:lnTo>
                    <a:pt x="216" y="300"/>
                  </a:lnTo>
                  <a:lnTo>
                    <a:pt x="210" y="300"/>
                  </a:lnTo>
                  <a:lnTo>
                    <a:pt x="204" y="294"/>
                  </a:lnTo>
                  <a:lnTo>
                    <a:pt x="240" y="294"/>
                  </a:lnTo>
                  <a:lnTo>
                    <a:pt x="240" y="288"/>
                  </a:lnTo>
                  <a:lnTo>
                    <a:pt x="246" y="282"/>
                  </a:lnTo>
                  <a:lnTo>
                    <a:pt x="258" y="282"/>
                  </a:lnTo>
                  <a:lnTo>
                    <a:pt x="270" y="288"/>
                  </a:lnTo>
                  <a:lnTo>
                    <a:pt x="276" y="294"/>
                  </a:lnTo>
                  <a:lnTo>
                    <a:pt x="288" y="300"/>
                  </a:lnTo>
                  <a:lnTo>
                    <a:pt x="294" y="306"/>
                  </a:lnTo>
                  <a:lnTo>
                    <a:pt x="294" y="294"/>
                  </a:lnTo>
                  <a:lnTo>
                    <a:pt x="276" y="276"/>
                  </a:lnTo>
                  <a:lnTo>
                    <a:pt x="264" y="252"/>
                  </a:lnTo>
                  <a:lnTo>
                    <a:pt x="264" y="228"/>
                  </a:lnTo>
                  <a:lnTo>
                    <a:pt x="306" y="228"/>
                  </a:lnTo>
                  <a:lnTo>
                    <a:pt x="306" y="204"/>
                  </a:lnTo>
                  <a:lnTo>
                    <a:pt x="336" y="204"/>
                  </a:lnTo>
                  <a:lnTo>
                    <a:pt x="336" y="186"/>
                  </a:lnTo>
                  <a:lnTo>
                    <a:pt x="342" y="180"/>
                  </a:lnTo>
                  <a:lnTo>
                    <a:pt x="360" y="180"/>
                  </a:lnTo>
                  <a:lnTo>
                    <a:pt x="372" y="186"/>
                  </a:lnTo>
                  <a:lnTo>
                    <a:pt x="372" y="156"/>
                  </a:lnTo>
                  <a:lnTo>
                    <a:pt x="366" y="150"/>
                  </a:lnTo>
                  <a:lnTo>
                    <a:pt x="366" y="120"/>
                  </a:lnTo>
                  <a:lnTo>
                    <a:pt x="360" y="114"/>
                  </a:lnTo>
                  <a:lnTo>
                    <a:pt x="360" y="102"/>
                  </a:lnTo>
                  <a:lnTo>
                    <a:pt x="366" y="102"/>
                  </a:lnTo>
                  <a:lnTo>
                    <a:pt x="378" y="90"/>
                  </a:lnTo>
                  <a:lnTo>
                    <a:pt x="378" y="84"/>
                  </a:lnTo>
                  <a:lnTo>
                    <a:pt x="366" y="60"/>
                  </a:lnTo>
                  <a:lnTo>
                    <a:pt x="354" y="48"/>
                  </a:lnTo>
                  <a:lnTo>
                    <a:pt x="348" y="48"/>
                  </a:lnTo>
                  <a:lnTo>
                    <a:pt x="348" y="6"/>
                  </a:lnTo>
                  <a:lnTo>
                    <a:pt x="324" y="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38" name="Brazil" descr="© INSCALE GmbH, 05.05.2010&#10;http://www.presentationload.com/">
              <a:extLst>
                <a:ext uri="{FF2B5EF4-FFF2-40B4-BE49-F238E27FC236}">
                  <a16:creationId xmlns:a16="http://schemas.microsoft.com/office/drawing/2014/main" id="{38C47C65-6957-4B62-991D-689591F4ECF7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1996269" y="2862002"/>
              <a:ext cx="920201" cy="1033973"/>
            </a:xfrm>
            <a:custGeom>
              <a:avLst/>
              <a:gdLst>
                <a:gd name="T0" fmla="*/ 2147483647 w 2784"/>
                <a:gd name="T1" fmla="*/ 2147483647 h 3150"/>
                <a:gd name="T2" fmla="*/ 2147483647 w 2784"/>
                <a:gd name="T3" fmla="*/ 2147483647 h 3150"/>
                <a:gd name="T4" fmla="*/ 2147483647 w 2784"/>
                <a:gd name="T5" fmla="*/ 2147483647 h 3150"/>
                <a:gd name="T6" fmla="*/ 2147483647 w 2784"/>
                <a:gd name="T7" fmla="*/ 2147483647 h 3150"/>
                <a:gd name="T8" fmla="*/ 2147483647 w 2784"/>
                <a:gd name="T9" fmla="*/ 2147483647 h 3150"/>
                <a:gd name="T10" fmla="*/ 2147483647 w 2784"/>
                <a:gd name="T11" fmla="*/ 2147483647 h 3150"/>
                <a:gd name="T12" fmla="*/ 2147483647 w 2784"/>
                <a:gd name="T13" fmla="*/ 2147483647 h 3150"/>
                <a:gd name="T14" fmla="*/ 2147483647 w 2784"/>
                <a:gd name="T15" fmla="*/ 2147483647 h 3150"/>
                <a:gd name="T16" fmla="*/ 2147483647 w 2784"/>
                <a:gd name="T17" fmla="*/ 2147483647 h 3150"/>
                <a:gd name="T18" fmla="*/ 2147483647 w 2784"/>
                <a:gd name="T19" fmla="*/ 2147483647 h 3150"/>
                <a:gd name="T20" fmla="*/ 2147483647 w 2784"/>
                <a:gd name="T21" fmla="*/ 2147483647 h 3150"/>
                <a:gd name="T22" fmla="*/ 2147483647 w 2784"/>
                <a:gd name="T23" fmla="*/ 2147483647 h 3150"/>
                <a:gd name="T24" fmla="*/ 2147483647 w 2784"/>
                <a:gd name="T25" fmla="*/ 2147483647 h 3150"/>
                <a:gd name="T26" fmla="*/ 2147483647 w 2784"/>
                <a:gd name="T27" fmla="*/ 2147483647 h 3150"/>
                <a:gd name="T28" fmla="*/ 2147483647 w 2784"/>
                <a:gd name="T29" fmla="*/ 2147483647 h 3150"/>
                <a:gd name="T30" fmla="*/ 2147483647 w 2784"/>
                <a:gd name="T31" fmla="*/ 2147483647 h 3150"/>
                <a:gd name="T32" fmla="*/ 2147483647 w 2784"/>
                <a:gd name="T33" fmla="*/ 2147483647 h 3150"/>
                <a:gd name="T34" fmla="*/ 2147483647 w 2784"/>
                <a:gd name="T35" fmla="*/ 2147483647 h 3150"/>
                <a:gd name="T36" fmla="*/ 2147483647 w 2784"/>
                <a:gd name="T37" fmla="*/ 2147483647 h 3150"/>
                <a:gd name="T38" fmla="*/ 2147483647 w 2784"/>
                <a:gd name="T39" fmla="*/ 2147483647 h 3150"/>
                <a:gd name="T40" fmla="*/ 2147483647 w 2784"/>
                <a:gd name="T41" fmla="*/ 2147483647 h 3150"/>
                <a:gd name="T42" fmla="*/ 2147483647 w 2784"/>
                <a:gd name="T43" fmla="*/ 2147483647 h 3150"/>
                <a:gd name="T44" fmla="*/ 2147483647 w 2784"/>
                <a:gd name="T45" fmla="*/ 2147483647 h 3150"/>
                <a:gd name="T46" fmla="*/ 2147483647 w 2784"/>
                <a:gd name="T47" fmla="*/ 2147483647 h 3150"/>
                <a:gd name="T48" fmla="*/ 2147483647 w 2784"/>
                <a:gd name="T49" fmla="*/ 2147483647 h 3150"/>
                <a:gd name="T50" fmla="*/ 2147483647 w 2784"/>
                <a:gd name="T51" fmla="*/ 2147483647 h 3150"/>
                <a:gd name="T52" fmla="*/ 2147483647 w 2784"/>
                <a:gd name="T53" fmla="*/ 2147483647 h 3150"/>
                <a:gd name="T54" fmla="*/ 2147483647 w 2784"/>
                <a:gd name="T55" fmla="*/ 2147483647 h 3150"/>
                <a:gd name="T56" fmla="*/ 2147483647 w 2784"/>
                <a:gd name="T57" fmla="*/ 2147483647 h 3150"/>
                <a:gd name="T58" fmla="*/ 2147483647 w 2784"/>
                <a:gd name="T59" fmla="*/ 2147483647 h 3150"/>
                <a:gd name="T60" fmla="*/ 2147483647 w 2784"/>
                <a:gd name="T61" fmla="*/ 2147483647 h 3150"/>
                <a:gd name="T62" fmla="*/ 2147483647 w 2784"/>
                <a:gd name="T63" fmla="*/ 2147483647 h 3150"/>
                <a:gd name="T64" fmla="*/ 2147483647 w 2784"/>
                <a:gd name="T65" fmla="*/ 2147483647 h 3150"/>
                <a:gd name="T66" fmla="*/ 2147483647 w 2784"/>
                <a:gd name="T67" fmla="*/ 2147483647 h 3150"/>
                <a:gd name="T68" fmla="*/ 2147483647 w 2784"/>
                <a:gd name="T69" fmla="*/ 2147483647 h 3150"/>
                <a:gd name="T70" fmla="*/ 2147483647 w 2784"/>
                <a:gd name="T71" fmla="*/ 2147483647 h 3150"/>
                <a:gd name="T72" fmla="*/ 2147483647 w 2784"/>
                <a:gd name="T73" fmla="*/ 2147483647 h 3150"/>
                <a:gd name="T74" fmla="*/ 2147483647 w 2784"/>
                <a:gd name="T75" fmla="*/ 2147483647 h 3150"/>
                <a:gd name="T76" fmla="*/ 2147483647 w 2784"/>
                <a:gd name="T77" fmla="*/ 2147483647 h 3150"/>
                <a:gd name="T78" fmla="*/ 2147483647 w 2784"/>
                <a:gd name="T79" fmla="*/ 2147483647 h 3150"/>
                <a:gd name="T80" fmla="*/ 2147483647 w 2784"/>
                <a:gd name="T81" fmla="*/ 2147483647 h 3150"/>
                <a:gd name="T82" fmla="*/ 2147483647 w 2784"/>
                <a:gd name="T83" fmla="*/ 2147483647 h 3150"/>
                <a:gd name="T84" fmla="*/ 2147483647 w 2784"/>
                <a:gd name="T85" fmla="*/ 2147483647 h 3150"/>
                <a:gd name="T86" fmla="*/ 2147483647 w 2784"/>
                <a:gd name="T87" fmla="*/ 2147483647 h 3150"/>
                <a:gd name="T88" fmla="*/ 2147483647 w 2784"/>
                <a:gd name="T89" fmla="*/ 2147483647 h 3150"/>
                <a:gd name="T90" fmla="*/ 2147483647 w 2784"/>
                <a:gd name="T91" fmla="*/ 2147483647 h 3150"/>
                <a:gd name="T92" fmla="*/ 2147483647 w 2784"/>
                <a:gd name="T93" fmla="*/ 2147483647 h 3150"/>
                <a:gd name="T94" fmla="*/ 2147483647 w 2784"/>
                <a:gd name="T95" fmla="*/ 2147483647 h 3150"/>
                <a:gd name="T96" fmla="*/ 2147483647 w 2784"/>
                <a:gd name="T97" fmla="*/ 2147483647 h 3150"/>
                <a:gd name="T98" fmla="*/ 2147483647 w 2784"/>
                <a:gd name="T99" fmla="*/ 2147483647 h 3150"/>
                <a:gd name="T100" fmla="*/ 2147483647 w 2784"/>
                <a:gd name="T101" fmla="*/ 2147483647 h 3150"/>
                <a:gd name="T102" fmla="*/ 2147483647 w 2784"/>
                <a:gd name="T103" fmla="*/ 2147483647 h 3150"/>
                <a:gd name="T104" fmla="*/ 2147483647 w 2784"/>
                <a:gd name="T105" fmla="*/ 2147483647 h 3150"/>
                <a:gd name="T106" fmla="*/ 2147483647 w 2784"/>
                <a:gd name="T107" fmla="*/ 2147483647 h 3150"/>
                <a:gd name="T108" fmla="*/ 2147483647 w 2784"/>
                <a:gd name="T109" fmla="*/ 2147483647 h 3150"/>
                <a:gd name="T110" fmla="*/ 2147483647 w 2784"/>
                <a:gd name="T111" fmla="*/ 2147483647 h 3150"/>
                <a:gd name="T112" fmla="*/ 2147483647 w 2784"/>
                <a:gd name="T113" fmla="*/ 2147483647 h 3150"/>
                <a:gd name="T114" fmla="*/ 2147483647 w 2784"/>
                <a:gd name="T115" fmla="*/ 2147483647 h 3150"/>
                <a:gd name="T116" fmla="*/ 2147483647 w 2784"/>
                <a:gd name="T117" fmla="*/ 2147483647 h 3150"/>
                <a:gd name="T118" fmla="*/ 2147483647 w 2784"/>
                <a:gd name="T119" fmla="*/ 2147483647 h 315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784"/>
                <a:gd name="T181" fmla="*/ 0 h 3150"/>
                <a:gd name="T182" fmla="*/ 2784 w 2784"/>
                <a:gd name="T183" fmla="*/ 3150 h 315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784" h="3150">
                  <a:moveTo>
                    <a:pt x="1716" y="450"/>
                  </a:moveTo>
                  <a:lnTo>
                    <a:pt x="1710" y="450"/>
                  </a:lnTo>
                  <a:lnTo>
                    <a:pt x="1698" y="444"/>
                  </a:lnTo>
                  <a:lnTo>
                    <a:pt x="1680" y="444"/>
                  </a:lnTo>
                  <a:lnTo>
                    <a:pt x="1662" y="438"/>
                  </a:lnTo>
                  <a:lnTo>
                    <a:pt x="1650" y="438"/>
                  </a:lnTo>
                  <a:lnTo>
                    <a:pt x="1644" y="444"/>
                  </a:lnTo>
                  <a:lnTo>
                    <a:pt x="1644" y="450"/>
                  </a:lnTo>
                  <a:lnTo>
                    <a:pt x="1650" y="462"/>
                  </a:lnTo>
                  <a:lnTo>
                    <a:pt x="1650" y="468"/>
                  </a:lnTo>
                  <a:lnTo>
                    <a:pt x="1656" y="480"/>
                  </a:lnTo>
                  <a:lnTo>
                    <a:pt x="1638" y="480"/>
                  </a:lnTo>
                  <a:lnTo>
                    <a:pt x="1638" y="504"/>
                  </a:lnTo>
                  <a:lnTo>
                    <a:pt x="1656" y="516"/>
                  </a:lnTo>
                  <a:lnTo>
                    <a:pt x="1644" y="528"/>
                  </a:lnTo>
                  <a:lnTo>
                    <a:pt x="1644" y="540"/>
                  </a:lnTo>
                  <a:lnTo>
                    <a:pt x="1656" y="564"/>
                  </a:lnTo>
                  <a:lnTo>
                    <a:pt x="1668" y="570"/>
                  </a:lnTo>
                  <a:lnTo>
                    <a:pt x="1674" y="576"/>
                  </a:lnTo>
                  <a:lnTo>
                    <a:pt x="1686" y="576"/>
                  </a:lnTo>
                  <a:lnTo>
                    <a:pt x="1698" y="570"/>
                  </a:lnTo>
                  <a:lnTo>
                    <a:pt x="1710" y="570"/>
                  </a:lnTo>
                  <a:lnTo>
                    <a:pt x="1716" y="564"/>
                  </a:lnTo>
                  <a:lnTo>
                    <a:pt x="1716" y="558"/>
                  </a:lnTo>
                  <a:lnTo>
                    <a:pt x="1728" y="558"/>
                  </a:lnTo>
                  <a:lnTo>
                    <a:pt x="1740" y="552"/>
                  </a:lnTo>
                  <a:lnTo>
                    <a:pt x="1758" y="552"/>
                  </a:lnTo>
                  <a:lnTo>
                    <a:pt x="1770" y="546"/>
                  </a:lnTo>
                  <a:lnTo>
                    <a:pt x="1776" y="534"/>
                  </a:lnTo>
                  <a:lnTo>
                    <a:pt x="1788" y="492"/>
                  </a:lnTo>
                  <a:lnTo>
                    <a:pt x="1794" y="480"/>
                  </a:lnTo>
                  <a:lnTo>
                    <a:pt x="1794" y="474"/>
                  </a:lnTo>
                  <a:lnTo>
                    <a:pt x="1800" y="462"/>
                  </a:lnTo>
                  <a:lnTo>
                    <a:pt x="1800" y="444"/>
                  </a:lnTo>
                  <a:lnTo>
                    <a:pt x="1794" y="438"/>
                  </a:lnTo>
                  <a:lnTo>
                    <a:pt x="1752" y="438"/>
                  </a:lnTo>
                  <a:lnTo>
                    <a:pt x="1740" y="444"/>
                  </a:lnTo>
                  <a:lnTo>
                    <a:pt x="1734" y="444"/>
                  </a:lnTo>
                  <a:lnTo>
                    <a:pt x="1722" y="450"/>
                  </a:lnTo>
                  <a:lnTo>
                    <a:pt x="1716" y="450"/>
                  </a:lnTo>
                  <a:close/>
                  <a:moveTo>
                    <a:pt x="1716" y="438"/>
                  </a:moveTo>
                  <a:lnTo>
                    <a:pt x="1740" y="432"/>
                  </a:lnTo>
                  <a:lnTo>
                    <a:pt x="1722" y="414"/>
                  </a:lnTo>
                  <a:lnTo>
                    <a:pt x="1698" y="438"/>
                  </a:lnTo>
                  <a:lnTo>
                    <a:pt x="1716" y="438"/>
                  </a:lnTo>
                  <a:close/>
                  <a:moveTo>
                    <a:pt x="1686" y="408"/>
                  </a:moveTo>
                  <a:lnTo>
                    <a:pt x="1662" y="408"/>
                  </a:lnTo>
                  <a:lnTo>
                    <a:pt x="1662" y="426"/>
                  </a:lnTo>
                  <a:lnTo>
                    <a:pt x="1698" y="426"/>
                  </a:lnTo>
                  <a:lnTo>
                    <a:pt x="1716" y="402"/>
                  </a:lnTo>
                  <a:lnTo>
                    <a:pt x="1698" y="384"/>
                  </a:lnTo>
                  <a:lnTo>
                    <a:pt x="1686" y="408"/>
                  </a:lnTo>
                  <a:close/>
                  <a:moveTo>
                    <a:pt x="1572" y="492"/>
                  </a:moveTo>
                  <a:lnTo>
                    <a:pt x="1572" y="510"/>
                  </a:lnTo>
                  <a:lnTo>
                    <a:pt x="1554" y="546"/>
                  </a:lnTo>
                  <a:lnTo>
                    <a:pt x="1584" y="528"/>
                  </a:lnTo>
                  <a:lnTo>
                    <a:pt x="1590" y="516"/>
                  </a:lnTo>
                  <a:lnTo>
                    <a:pt x="1596" y="510"/>
                  </a:lnTo>
                  <a:lnTo>
                    <a:pt x="1608" y="486"/>
                  </a:lnTo>
                  <a:lnTo>
                    <a:pt x="1608" y="480"/>
                  </a:lnTo>
                  <a:lnTo>
                    <a:pt x="1602" y="474"/>
                  </a:lnTo>
                  <a:lnTo>
                    <a:pt x="1596" y="474"/>
                  </a:lnTo>
                  <a:lnTo>
                    <a:pt x="1584" y="480"/>
                  </a:lnTo>
                  <a:lnTo>
                    <a:pt x="1572" y="492"/>
                  </a:lnTo>
                  <a:close/>
                  <a:moveTo>
                    <a:pt x="1632" y="426"/>
                  </a:moveTo>
                  <a:lnTo>
                    <a:pt x="1608" y="450"/>
                  </a:lnTo>
                  <a:lnTo>
                    <a:pt x="1626" y="456"/>
                  </a:lnTo>
                  <a:lnTo>
                    <a:pt x="1644" y="432"/>
                  </a:lnTo>
                  <a:lnTo>
                    <a:pt x="1632" y="426"/>
                  </a:lnTo>
                  <a:close/>
                  <a:moveTo>
                    <a:pt x="2778" y="1002"/>
                  </a:moveTo>
                  <a:lnTo>
                    <a:pt x="2778" y="984"/>
                  </a:lnTo>
                  <a:lnTo>
                    <a:pt x="2772" y="972"/>
                  </a:lnTo>
                  <a:lnTo>
                    <a:pt x="2760" y="954"/>
                  </a:lnTo>
                  <a:lnTo>
                    <a:pt x="2754" y="936"/>
                  </a:lnTo>
                  <a:lnTo>
                    <a:pt x="2754" y="870"/>
                  </a:lnTo>
                  <a:lnTo>
                    <a:pt x="2724" y="840"/>
                  </a:lnTo>
                  <a:lnTo>
                    <a:pt x="2694" y="834"/>
                  </a:lnTo>
                  <a:lnTo>
                    <a:pt x="2646" y="840"/>
                  </a:lnTo>
                  <a:lnTo>
                    <a:pt x="2628" y="822"/>
                  </a:lnTo>
                  <a:lnTo>
                    <a:pt x="2610" y="822"/>
                  </a:lnTo>
                  <a:lnTo>
                    <a:pt x="2592" y="798"/>
                  </a:lnTo>
                  <a:lnTo>
                    <a:pt x="2568" y="798"/>
                  </a:lnTo>
                  <a:lnTo>
                    <a:pt x="2538" y="768"/>
                  </a:lnTo>
                  <a:lnTo>
                    <a:pt x="2526" y="750"/>
                  </a:lnTo>
                  <a:lnTo>
                    <a:pt x="2490" y="714"/>
                  </a:lnTo>
                  <a:lnTo>
                    <a:pt x="2418" y="666"/>
                  </a:lnTo>
                  <a:lnTo>
                    <a:pt x="2394" y="660"/>
                  </a:lnTo>
                  <a:lnTo>
                    <a:pt x="2316" y="660"/>
                  </a:lnTo>
                  <a:lnTo>
                    <a:pt x="2316" y="672"/>
                  </a:lnTo>
                  <a:lnTo>
                    <a:pt x="2310" y="672"/>
                  </a:lnTo>
                  <a:lnTo>
                    <a:pt x="2298" y="660"/>
                  </a:lnTo>
                  <a:lnTo>
                    <a:pt x="2286" y="654"/>
                  </a:lnTo>
                  <a:lnTo>
                    <a:pt x="2274" y="654"/>
                  </a:lnTo>
                  <a:lnTo>
                    <a:pt x="2262" y="648"/>
                  </a:lnTo>
                  <a:lnTo>
                    <a:pt x="2232" y="648"/>
                  </a:lnTo>
                  <a:lnTo>
                    <a:pt x="2226" y="642"/>
                  </a:lnTo>
                  <a:lnTo>
                    <a:pt x="2214" y="636"/>
                  </a:lnTo>
                  <a:lnTo>
                    <a:pt x="2196" y="630"/>
                  </a:lnTo>
                  <a:lnTo>
                    <a:pt x="2184" y="624"/>
                  </a:lnTo>
                  <a:lnTo>
                    <a:pt x="2166" y="618"/>
                  </a:lnTo>
                  <a:lnTo>
                    <a:pt x="2154" y="618"/>
                  </a:lnTo>
                  <a:lnTo>
                    <a:pt x="2142" y="624"/>
                  </a:lnTo>
                  <a:lnTo>
                    <a:pt x="2112" y="654"/>
                  </a:lnTo>
                  <a:lnTo>
                    <a:pt x="2106" y="666"/>
                  </a:lnTo>
                  <a:lnTo>
                    <a:pt x="2088" y="642"/>
                  </a:lnTo>
                  <a:lnTo>
                    <a:pt x="2088" y="678"/>
                  </a:lnTo>
                  <a:lnTo>
                    <a:pt x="2058" y="702"/>
                  </a:lnTo>
                  <a:lnTo>
                    <a:pt x="2076" y="636"/>
                  </a:lnTo>
                  <a:lnTo>
                    <a:pt x="2082" y="636"/>
                  </a:lnTo>
                  <a:lnTo>
                    <a:pt x="2094" y="624"/>
                  </a:lnTo>
                  <a:lnTo>
                    <a:pt x="2094" y="606"/>
                  </a:lnTo>
                  <a:lnTo>
                    <a:pt x="2088" y="600"/>
                  </a:lnTo>
                  <a:lnTo>
                    <a:pt x="2082" y="600"/>
                  </a:lnTo>
                  <a:lnTo>
                    <a:pt x="2064" y="618"/>
                  </a:lnTo>
                  <a:lnTo>
                    <a:pt x="2076" y="582"/>
                  </a:lnTo>
                  <a:lnTo>
                    <a:pt x="2070" y="582"/>
                  </a:lnTo>
                  <a:lnTo>
                    <a:pt x="2064" y="576"/>
                  </a:lnTo>
                  <a:lnTo>
                    <a:pt x="2064" y="570"/>
                  </a:lnTo>
                  <a:lnTo>
                    <a:pt x="2040" y="546"/>
                  </a:lnTo>
                  <a:lnTo>
                    <a:pt x="2034" y="546"/>
                  </a:lnTo>
                  <a:lnTo>
                    <a:pt x="2022" y="564"/>
                  </a:lnTo>
                  <a:lnTo>
                    <a:pt x="2016" y="552"/>
                  </a:lnTo>
                  <a:lnTo>
                    <a:pt x="2004" y="546"/>
                  </a:lnTo>
                  <a:lnTo>
                    <a:pt x="1998" y="534"/>
                  </a:lnTo>
                  <a:lnTo>
                    <a:pt x="1986" y="528"/>
                  </a:lnTo>
                  <a:lnTo>
                    <a:pt x="1980" y="522"/>
                  </a:lnTo>
                  <a:lnTo>
                    <a:pt x="1968" y="516"/>
                  </a:lnTo>
                  <a:lnTo>
                    <a:pt x="1944" y="516"/>
                  </a:lnTo>
                  <a:lnTo>
                    <a:pt x="1932" y="510"/>
                  </a:lnTo>
                  <a:lnTo>
                    <a:pt x="1926" y="510"/>
                  </a:lnTo>
                  <a:lnTo>
                    <a:pt x="1914" y="498"/>
                  </a:lnTo>
                  <a:lnTo>
                    <a:pt x="1902" y="492"/>
                  </a:lnTo>
                  <a:lnTo>
                    <a:pt x="1896" y="480"/>
                  </a:lnTo>
                  <a:lnTo>
                    <a:pt x="1884" y="474"/>
                  </a:lnTo>
                  <a:lnTo>
                    <a:pt x="1878" y="486"/>
                  </a:lnTo>
                  <a:lnTo>
                    <a:pt x="1824" y="486"/>
                  </a:lnTo>
                  <a:lnTo>
                    <a:pt x="1812" y="498"/>
                  </a:lnTo>
                  <a:lnTo>
                    <a:pt x="1806" y="510"/>
                  </a:lnTo>
                  <a:lnTo>
                    <a:pt x="1806" y="522"/>
                  </a:lnTo>
                  <a:lnTo>
                    <a:pt x="1800" y="528"/>
                  </a:lnTo>
                  <a:lnTo>
                    <a:pt x="1800" y="534"/>
                  </a:lnTo>
                  <a:lnTo>
                    <a:pt x="1812" y="552"/>
                  </a:lnTo>
                  <a:lnTo>
                    <a:pt x="1776" y="552"/>
                  </a:lnTo>
                  <a:lnTo>
                    <a:pt x="1770" y="564"/>
                  </a:lnTo>
                  <a:lnTo>
                    <a:pt x="1758" y="576"/>
                  </a:lnTo>
                  <a:lnTo>
                    <a:pt x="1752" y="588"/>
                  </a:lnTo>
                  <a:lnTo>
                    <a:pt x="1752" y="594"/>
                  </a:lnTo>
                  <a:lnTo>
                    <a:pt x="1746" y="600"/>
                  </a:lnTo>
                  <a:lnTo>
                    <a:pt x="1746" y="612"/>
                  </a:lnTo>
                  <a:lnTo>
                    <a:pt x="1740" y="624"/>
                  </a:lnTo>
                  <a:lnTo>
                    <a:pt x="1728" y="636"/>
                  </a:lnTo>
                  <a:lnTo>
                    <a:pt x="1722" y="636"/>
                  </a:lnTo>
                  <a:lnTo>
                    <a:pt x="1728" y="630"/>
                  </a:lnTo>
                  <a:lnTo>
                    <a:pt x="1728" y="618"/>
                  </a:lnTo>
                  <a:lnTo>
                    <a:pt x="1734" y="606"/>
                  </a:lnTo>
                  <a:lnTo>
                    <a:pt x="1734" y="600"/>
                  </a:lnTo>
                  <a:lnTo>
                    <a:pt x="1740" y="588"/>
                  </a:lnTo>
                  <a:lnTo>
                    <a:pt x="1740" y="582"/>
                  </a:lnTo>
                  <a:lnTo>
                    <a:pt x="1734" y="576"/>
                  </a:lnTo>
                  <a:lnTo>
                    <a:pt x="1728" y="576"/>
                  </a:lnTo>
                  <a:lnTo>
                    <a:pt x="1722" y="582"/>
                  </a:lnTo>
                  <a:lnTo>
                    <a:pt x="1716" y="582"/>
                  </a:lnTo>
                  <a:lnTo>
                    <a:pt x="1704" y="594"/>
                  </a:lnTo>
                  <a:lnTo>
                    <a:pt x="1692" y="588"/>
                  </a:lnTo>
                  <a:lnTo>
                    <a:pt x="1656" y="588"/>
                  </a:lnTo>
                  <a:lnTo>
                    <a:pt x="1644" y="582"/>
                  </a:lnTo>
                  <a:lnTo>
                    <a:pt x="1632" y="570"/>
                  </a:lnTo>
                  <a:lnTo>
                    <a:pt x="1632" y="522"/>
                  </a:lnTo>
                  <a:lnTo>
                    <a:pt x="1626" y="516"/>
                  </a:lnTo>
                  <a:lnTo>
                    <a:pt x="1626" y="504"/>
                  </a:lnTo>
                  <a:lnTo>
                    <a:pt x="1620" y="504"/>
                  </a:lnTo>
                  <a:lnTo>
                    <a:pt x="1614" y="510"/>
                  </a:lnTo>
                  <a:lnTo>
                    <a:pt x="1602" y="516"/>
                  </a:lnTo>
                  <a:lnTo>
                    <a:pt x="1596" y="522"/>
                  </a:lnTo>
                  <a:lnTo>
                    <a:pt x="1590" y="534"/>
                  </a:lnTo>
                  <a:lnTo>
                    <a:pt x="1584" y="540"/>
                  </a:lnTo>
                  <a:lnTo>
                    <a:pt x="1560" y="552"/>
                  </a:lnTo>
                  <a:lnTo>
                    <a:pt x="1554" y="558"/>
                  </a:lnTo>
                  <a:lnTo>
                    <a:pt x="1512" y="558"/>
                  </a:lnTo>
                  <a:lnTo>
                    <a:pt x="1500" y="552"/>
                  </a:lnTo>
                  <a:lnTo>
                    <a:pt x="1542" y="540"/>
                  </a:lnTo>
                  <a:lnTo>
                    <a:pt x="1548" y="528"/>
                  </a:lnTo>
                  <a:lnTo>
                    <a:pt x="1566" y="510"/>
                  </a:lnTo>
                  <a:lnTo>
                    <a:pt x="1566" y="492"/>
                  </a:lnTo>
                  <a:lnTo>
                    <a:pt x="1572" y="486"/>
                  </a:lnTo>
                  <a:lnTo>
                    <a:pt x="1590" y="450"/>
                  </a:lnTo>
                  <a:lnTo>
                    <a:pt x="1626" y="414"/>
                  </a:lnTo>
                  <a:lnTo>
                    <a:pt x="1638" y="408"/>
                  </a:lnTo>
                  <a:lnTo>
                    <a:pt x="1656" y="390"/>
                  </a:lnTo>
                  <a:lnTo>
                    <a:pt x="1656" y="378"/>
                  </a:lnTo>
                  <a:lnTo>
                    <a:pt x="1662" y="366"/>
                  </a:lnTo>
                  <a:lnTo>
                    <a:pt x="1674" y="354"/>
                  </a:lnTo>
                  <a:lnTo>
                    <a:pt x="1686" y="348"/>
                  </a:lnTo>
                  <a:lnTo>
                    <a:pt x="1692" y="342"/>
                  </a:lnTo>
                  <a:lnTo>
                    <a:pt x="1704" y="336"/>
                  </a:lnTo>
                  <a:lnTo>
                    <a:pt x="1680" y="330"/>
                  </a:lnTo>
                  <a:lnTo>
                    <a:pt x="1698" y="312"/>
                  </a:lnTo>
                  <a:lnTo>
                    <a:pt x="1698" y="294"/>
                  </a:lnTo>
                  <a:lnTo>
                    <a:pt x="1692" y="288"/>
                  </a:lnTo>
                  <a:lnTo>
                    <a:pt x="1680" y="282"/>
                  </a:lnTo>
                  <a:lnTo>
                    <a:pt x="1662" y="282"/>
                  </a:lnTo>
                  <a:lnTo>
                    <a:pt x="1650" y="276"/>
                  </a:lnTo>
                  <a:lnTo>
                    <a:pt x="1644" y="270"/>
                  </a:lnTo>
                  <a:lnTo>
                    <a:pt x="1638" y="252"/>
                  </a:lnTo>
                  <a:lnTo>
                    <a:pt x="1632" y="216"/>
                  </a:lnTo>
                  <a:lnTo>
                    <a:pt x="1626" y="168"/>
                  </a:lnTo>
                  <a:lnTo>
                    <a:pt x="1620" y="138"/>
                  </a:lnTo>
                  <a:lnTo>
                    <a:pt x="1614" y="114"/>
                  </a:lnTo>
                  <a:lnTo>
                    <a:pt x="1608" y="96"/>
                  </a:lnTo>
                  <a:lnTo>
                    <a:pt x="1602" y="84"/>
                  </a:lnTo>
                  <a:lnTo>
                    <a:pt x="1590" y="78"/>
                  </a:lnTo>
                  <a:lnTo>
                    <a:pt x="1584" y="78"/>
                  </a:lnTo>
                  <a:lnTo>
                    <a:pt x="1584" y="90"/>
                  </a:lnTo>
                  <a:lnTo>
                    <a:pt x="1590" y="96"/>
                  </a:lnTo>
                  <a:lnTo>
                    <a:pt x="1590" y="108"/>
                  </a:lnTo>
                  <a:lnTo>
                    <a:pt x="1572" y="108"/>
                  </a:lnTo>
                  <a:lnTo>
                    <a:pt x="1572" y="102"/>
                  </a:lnTo>
                  <a:lnTo>
                    <a:pt x="1566" y="108"/>
                  </a:lnTo>
                  <a:lnTo>
                    <a:pt x="1560" y="120"/>
                  </a:lnTo>
                  <a:lnTo>
                    <a:pt x="1560" y="126"/>
                  </a:lnTo>
                  <a:lnTo>
                    <a:pt x="1554" y="132"/>
                  </a:lnTo>
                  <a:lnTo>
                    <a:pt x="1548" y="144"/>
                  </a:lnTo>
                  <a:lnTo>
                    <a:pt x="1536" y="156"/>
                  </a:lnTo>
                  <a:lnTo>
                    <a:pt x="1518" y="192"/>
                  </a:lnTo>
                  <a:lnTo>
                    <a:pt x="1518" y="210"/>
                  </a:lnTo>
                  <a:lnTo>
                    <a:pt x="1494" y="246"/>
                  </a:lnTo>
                  <a:lnTo>
                    <a:pt x="1488" y="246"/>
                  </a:lnTo>
                  <a:lnTo>
                    <a:pt x="1482" y="252"/>
                  </a:lnTo>
                  <a:lnTo>
                    <a:pt x="1464" y="252"/>
                  </a:lnTo>
                  <a:lnTo>
                    <a:pt x="1452" y="240"/>
                  </a:lnTo>
                  <a:lnTo>
                    <a:pt x="1446" y="246"/>
                  </a:lnTo>
                  <a:lnTo>
                    <a:pt x="1434" y="246"/>
                  </a:lnTo>
                  <a:lnTo>
                    <a:pt x="1428" y="240"/>
                  </a:lnTo>
                  <a:lnTo>
                    <a:pt x="1416" y="240"/>
                  </a:lnTo>
                  <a:lnTo>
                    <a:pt x="1410" y="246"/>
                  </a:lnTo>
                  <a:lnTo>
                    <a:pt x="1410" y="252"/>
                  </a:lnTo>
                  <a:lnTo>
                    <a:pt x="1404" y="258"/>
                  </a:lnTo>
                  <a:lnTo>
                    <a:pt x="1380" y="258"/>
                  </a:lnTo>
                  <a:lnTo>
                    <a:pt x="1368" y="246"/>
                  </a:lnTo>
                  <a:lnTo>
                    <a:pt x="1368" y="240"/>
                  </a:lnTo>
                  <a:lnTo>
                    <a:pt x="1350" y="234"/>
                  </a:lnTo>
                  <a:lnTo>
                    <a:pt x="1344" y="228"/>
                  </a:lnTo>
                  <a:lnTo>
                    <a:pt x="1338" y="216"/>
                  </a:lnTo>
                  <a:lnTo>
                    <a:pt x="1332" y="216"/>
                  </a:lnTo>
                  <a:lnTo>
                    <a:pt x="1320" y="222"/>
                  </a:lnTo>
                  <a:lnTo>
                    <a:pt x="1314" y="228"/>
                  </a:lnTo>
                  <a:lnTo>
                    <a:pt x="1302" y="234"/>
                  </a:lnTo>
                  <a:lnTo>
                    <a:pt x="1278" y="234"/>
                  </a:lnTo>
                  <a:lnTo>
                    <a:pt x="1278" y="222"/>
                  </a:lnTo>
                  <a:lnTo>
                    <a:pt x="1272" y="222"/>
                  </a:lnTo>
                  <a:lnTo>
                    <a:pt x="1260" y="228"/>
                  </a:lnTo>
                  <a:lnTo>
                    <a:pt x="1260" y="252"/>
                  </a:lnTo>
                  <a:lnTo>
                    <a:pt x="1272" y="264"/>
                  </a:lnTo>
                  <a:lnTo>
                    <a:pt x="1272" y="270"/>
                  </a:lnTo>
                  <a:lnTo>
                    <a:pt x="1278" y="276"/>
                  </a:lnTo>
                  <a:lnTo>
                    <a:pt x="1272" y="282"/>
                  </a:lnTo>
                  <a:lnTo>
                    <a:pt x="1254" y="282"/>
                  </a:lnTo>
                  <a:lnTo>
                    <a:pt x="1230" y="270"/>
                  </a:lnTo>
                  <a:lnTo>
                    <a:pt x="1224" y="270"/>
                  </a:lnTo>
                  <a:lnTo>
                    <a:pt x="1212" y="264"/>
                  </a:lnTo>
                  <a:lnTo>
                    <a:pt x="1212" y="270"/>
                  </a:lnTo>
                  <a:lnTo>
                    <a:pt x="1206" y="276"/>
                  </a:lnTo>
                  <a:lnTo>
                    <a:pt x="1200" y="276"/>
                  </a:lnTo>
                  <a:lnTo>
                    <a:pt x="1188" y="264"/>
                  </a:lnTo>
                  <a:lnTo>
                    <a:pt x="1176" y="264"/>
                  </a:lnTo>
                  <a:lnTo>
                    <a:pt x="1158" y="282"/>
                  </a:lnTo>
                  <a:lnTo>
                    <a:pt x="1158" y="288"/>
                  </a:lnTo>
                  <a:lnTo>
                    <a:pt x="1128" y="288"/>
                  </a:lnTo>
                  <a:lnTo>
                    <a:pt x="1122" y="300"/>
                  </a:lnTo>
                  <a:lnTo>
                    <a:pt x="1104" y="300"/>
                  </a:lnTo>
                  <a:lnTo>
                    <a:pt x="1092" y="312"/>
                  </a:lnTo>
                  <a:lnTo>
                    <a:pt x="1092" y="324"/>
                  </a:lnTo>
                  <a:lnTo>
                    <a:pt x="1086" y="330"/>
                  </a:lnTo>
                  <a:lnTo>
                    <a:pt x="1050" y="330"/>
                  </a:lnTo>
                  <a:lnTo>
                    <a:pt x="1044" y="318"/>
                  </a:lnTo>
                  <a:lnTo>
                    <a:pt x="1032" y="318"/>
                  </a:lnTo>
                  <a:lnTo>
                    <a:pt x="1002" y="282"/>
                  </a:lnTo>
                  <a:lnTo>
                    <a:pt x="1002" y="252"/>
                  </a:lnTo>
                  <a:lnTo>
                    <a:pt x="978" y="228"/>
                  </a:lnTo>
                  <a:lnTo>
                    <a:pt x="972" y="216"/>
                  </a:lnTo>
                  <a:lnTo>
                    <a:pt x="972" y="210"/>
                  </a:lnTo>
                  <a:lnTo>
                    <a:pt x="978" y="198"/>
                  </a:lnTo>
                  <a:lnTo>
                    <a:pt x="978" y="192"/>
                  </a:lnTo>
                  <a:lnTo>
                    <a:pt x="984" y="180"/>
                  </a:lnTo>
                  <a:lnTo>
                    <a:pt x="996" y="138"/>
                  </a:lnTo>
                  <a:lnTo>
                    <a:pt x="1008" y="126"/>
                  </a:lnTo>
                  <a:lnTo>
                    <a:pt x="1014" y="114"/>
                  </a:lnTo>
                  <a:lnTo>
                    <a:pt x="1014" y="102"/>
                  </a:lnTo>
                  <a:lnTo>
                    <a:pt x="1008" y="102"/>
                  </a:lnTo>
                  <a:lnTo>
                    <a:pt x="1002" y="96"/>
                  </a:lnTo>
                  <a:lnTo>
                    <a:pt x="1002" y="66"/>
                  </a:lnTo>
                  <a:lnTo>
                    <a:pt x="996" y="66"/>
                  </a:lnTo>
                  <a:lnTo>
                    <a:pt x="984" y="72"/>
                  </a:lnTo>
                  <a:lnTo>
                    <a:pt x="978" y="72"/>
                  </a:lnTo>
                  <a:lnTo>
                    <a:pt x="972" y="66"/>
                  </a:lnTo>
                  <a:lnTo>
                    <a:pt x="972" y="60"/>
                  </a:lnTo>
                  <a:lnTo>
                    <a:pt x="978" y="54"/>
                  </a:lnTo>
                  <a:lnTo>
                    <a:pt x="984" y="42"/>
                  </a:lnTo>
                  <a:lnTo>
                    <a:pt x="984" y="24"/>
                  </a:lnTo>
                  <a:lnTo>
                    <a:pt x="978" y="12"/>
                  </a:lnTo>
                  <a:lnTo>
                    <a:pt x="966" y="0"/>
                  </a:lnTo>
                  <a:lnTo>
                    <a:pt x="960" y="12"/>
                  </a:lnTo>
                  <a:lnTo>
                    <a:pt x="936" y="6"/>
                  </a:lnTo>
                  <a:lnTo>
                    <a:pt x="936" y="42"/>
                  </a:lnTo>
                  <a:lnTo>
                    <a:pt x="930" y="48"/>
                  </a:lnTo>
                  <a:lnTo>
                    <a:pt x="918" y="48"/>
                  </a:lnTo>
                  <a:lnTo>
                    <a:pt x="918" y="60"/>
                  </a:lnTo>
                  <a:lnTo>
                    <a:pt x="894" y="60"/>
                  </a:lnTo>
                  <a:lnTo>
                    <a:pt x="882" y="66"/>
                  </a:lnTo>
                  <a:lnTo>
                    <a:pt x="858" y="90"/>
                  </a:lnTo>
                  <a:lnTo>
                    <a:pt x="846" y="96"/>
                  </a:lnTo>
                  <a:lnTo>
                    <a:pt x="828" y="96"/>
                  </a:lnTo>
                  <a:lnTo>
                    <a:pt x="822" y="90"/>
                  </a:lnTo>
                  <a:lnTo>
                    <a:pt x="804" y="90"/>
                  </a:lnTo>
                  <a:lnTo>
                    <a:pt x="798" y="96"/>
                  </a:lnTo>
                  <a:lnTo>
                    <a:pt x="798" y="108"/>
                  </a:lnTo>
                  <a:lnTo>
                    <a:pt x="792" y="120"/>
                  </a:lnTo>
                  <a:lnTo>
                    <a:pt x="792" y="138"/>
                  </a:lnTo>
                  <a:lnTo>
                    <a:pt x="786" y="144"/>
                  </a:lnTo>
                  <a:lnTo>
                    <a:pt x="774" y="138"/>
                  </a:lnTo>
                  <a:lnTo>
                    <a:pt x="762" y="126"/>
                  </a:lnTo>
                  <a:lnTo>
                    <a:pt x="756" y="114"/>
                  </a:lnTo>
                  <a:lnTo>
                    <a:pt x="750" y="108"/>
                  </a:lnTo>
                  <a:lnTo>
                    <a:pt x="738" y="108"/>
                  </a:lnTo>
                  <a:lnTo>
                    <a:pt x="732" y="114"/>
                  </a:lnTo>
                  <a:lnTo>
                    <a:pt x="720" y="108"/>
                  </a:lnTo>
                  <a:lnTo>
                    <a:pt x="708" y="114"/>
                  </a:lnTo>
                  <a:lnTo>
                    <a:pt x="696" y="114"/>
                  </a:lnTo>
                  <a:lnTo>
                    <a:pt x="696" y="96"/>
                  </a:lnTo>
                  <a:lnTo>
                    <a:pt x="690" y="90"/>
                  </a:lnTo>
                  <a:lnTo>
                    <a:pt x="648" y="90"/>
                  </a:lnTo>
                  <a:lnTo>
                    <a:pt x="648" y="84"/>
                  </a:lnTo>
                  <a:lnTo>
                    <a:pt x="642" y="78"/>
                  </a:lnTo>
                  <a:lnTo>
                    <a:pt x="642" y="108"/>
                  </a:lnTo>
                  <a:lnTo>
                    <a:pt x="660" y="126"/>
                  </a:lnTo>
                  <a:lnTo>
                    <a:pt x="672" y="132"/>
                  </a:lnTo>
                  <a:lnTo>
                    <a:pt x="678" y="138"/>
                  </a:lnTo>
                  <a:lnTo>
                    <a:pt x="678" y="168"/>
                  </a:lnTo>
                  <a:lnTo>
                    <a:pt x="672" y="174"/>
                  </a:lnTo>
                  <a:lnTo>
                    <a:pt x="684" y="186"/>
                  </a:lnTo>
                  <a:lnTo>
                    <a:pt x="690" y="198"/>
                  </a:lnTo>
                  <a:lnTo>
                    <a:pt x="690" y="228"/>
                  </a:lnTo>
                  <a:lnTo>
                    <a:pt x="738" y="234"/>
                  </a:lnTo>
                  <a:lnTo>
                    <a:pt x="744" y="240"/>
                  </a:lnTo>
                  <a:lnTo>
                    <a:pt x="744" y="246"/>
                  </a:lnTo>
                  <a:lnTo>
                    <a:pt x="738" y="258"/>
                  </a:lnTo>
                  <a:lnTo>
                    <a:pt x="732" y="264"/>
                  </a:lnTo>
                  <a:lnTo>
                    <a:pt x="690" y="264"/>
                  </a:lnTo>
                  <a:lnTo>
                    <a:pt x="690" y="294"/>
                  </a:lnTo>
                  <a:lnTo>
                    <a:pt x="684" y="306"/>
                  </a:lnTo>
                  <a:lnTo>
                    <a:pt x="648" y="324"/>
                  </a:lnTo>
                  <a:lnTo>
                    <a:pt x="642" y="330"/>
                  </a:lnTo>
                  <a:lnTo>
                    <a:pt x="624" y="330"/>
                  </a:lnTo>
                  <a:lnTo>
                    <a:pt x="612" y="342"/>
                  </a:lnTo>
                  <a:lnTo>
                    <a:pt x="600" y="366"/>
                  </a:lnTo>
                  <a:lnTo>
                    <a:pt x="588" y="378"/>
                  </a:lnTo>
                  <a:lnTo>
                    <a:pt x="582" y="378"/>
                  </a:lnTo>
                  <a:lnTo>
                    <a:pt x="582" y="354"/>
                  </a:lnTo>
                  <a:lnTo>
                    <a:pt x="576" y="348"/>
                  </a:lnTo>
                  <a:lnTo>
                    <a:pt x="570" y="354"/>
                  </a:lnTo>
                  <a:lnTo>
                    <a:pt x="558" y="360"/>
                  </a:lnTo>
                  <a:lnTo>
                    <a:pt x="552" y="366"/>
                  </a:lnTo>
                  <a:lnTo>
                    <a:pt x="540" y="372"/>
                  </a:lnTo>
                  <a:lnTo>
                    <a:pt x="534" y="372"/>
                  </a:lnTo>
                  <a:lnTo>
                    <a:pt x="522" y="366"/>
                  </a:lnTo>
                  <a:lnTo>
                    <a:pt x="516" y="366"/>
                  </a:lnTo>
                  <a:lnTo>
                    <a:pt x="504" y="354"/>
                  </a:lnTo>
                  <a:lnTo>
                    <a:pt x="504" y="348"/>
                  </a:lnTo>
                  <a:lnTo>
                    <a:pt x="498" y="336"/>
                  </a:lnTo>
                  <a:lnTo>
                    <a:pt x="492" y="330"/>
                  </a:lnTo>
                  <a:lnTo>
                    <a:pt x="468" y="330"/>
                  </a:lnTo>
                  <a:lnTo>
                    <a:pt x="468" y="300"/>
                  </a:lnTo>
                  <a:lnTo>
                    <a:pt x="462" y="288"/>
                  </a:lnTo>
                  <a:lnTo>
                    <a:pt x="462" y="276"/>
                  </a:lnTo>
                  <a:lnTo>
                    <a:pt x="456" y="270"/>
                  </a:lnTo>
                  <a:lnTo>
                    <a:pt x="456" y="258"/>
                  </a:lnTo>
                  <a:lnTo>
                    <a:pt x="450" y="258"/>
                  </a:lnTo>
                  <a:lnTo>
                    <a:pt x="420" y="288"/>
                  </a:lnTo>
                  <a:lnTo>
                    <a:pt x="396" y="264"/>
                  </a:lnTo>
                  <a:lnTo>
                    <a:pt x="390" y="264"/>
                  </a:lnTo>
                  <a:lnTo>
                    <a:pt x="384" y="270"/>
                  </a:lnTo>
                  <a:lnTo>
                    <a:pt x="384" y="288"/>
                  </a:lnTo>
                  <a:lnTo>
                    <a:pt x="318" y="294"/>
                  </a:lnTo>
                  <a:lnTo>
                    <a:pt x="306" y="282"/>
                  </a:lnTo>
                  <a:lnTo>
                    <a:pt x="288" y="282"/>
                  </a:lnTo>
                  <a:lnTo>
                    <a:pt x="282" y="288"/>
                  </a:lnTo>
                  <a:lnTo>
                    <a:pt x="276" y="300"/>
                  </a:lnTo>
                  <a:lnTo>
                    <a:pt x="276" y="312"/>
                  </a:lnTo>
                  <a:lnTo>
                    <a:pt x="282" y="324"/>
                  </a:lnTo>
                  <a:lnTo>
                    <a:pt x="282" y="336"/>
                  </a:lnTo>
                  <a:lnTo>
                    <a:pt x="306" y="348"/>
                  </a:lnTo>
                  <a:lnTo>
                    <a:pt x="318" y="342"/>
                  </a:lnTo>
                  <a:lnTo>
                    <a:pt x="330" y="354"/>
                  </a:lnTo>
                  <a:lnTo>
                    <a:pt x="330" y="360"/>
                  </a:lnTo>
                  <a:lnTo>
                    <a:pt x="336" y="366"/>
                  </a:lnTo>
                  <a:lnTo>
                    <a:pt x="336" y="372"/>
                  </a:lnTo>
                  <a:lnTo>
                    <a:pt x="330" y="378"/>
                  </a:lnTo>
                  <a:lnTo>
                    <a:pt x="300" y="378"/>
                  </a:lnTo>
                  <a:lnTo>
                    <a:pt x="294" y="372"/>
                  </a:lnTo>
                  <a:lnTo>
                    <a:pt x="264" y="378"/>
                  </a:lnTo>
                  <a:lnTo>
                    <a:pt x="258" y="444"/>
                  </a:lnTo>
                  <a:lnTo>
                    <a:pt x="264" y="444"/>
                  </a:lnTo>
                  <a:lnTo>
                    <a:pt x="276" y="456"/>
                  </a:lnTo>
                  <a:lnTo>
                    <a:pt x="288" y="462"/>
                  </a:lnTo>
                  <a:lnTo>
                    <a:pt x="294" y="468"/>
                  </a:lnTo>
                  <a:lnTo>
                    <a:pt x="294" y="492"/>
                  </a:lnTo>
                  <a:lnTo>
                    <a:pt x="300" y="498"/>
                  </a:lnTo>
                  <a:lnTo>
                    <a:pt x="300" y="504"/>
                  </a:lnTo>
                  <a:lnTo>
                    <a:pt x="312" y="516"/>
                  </a:lnTo>
                  <a:lnTo>
                    <a:pt x="318" y="528"/>
                  </a:lnTo>
                  <a:lnTo>
                    <a:pt x="318" y="540"/>
                  </a:lnTo>
                  <a:lnTo>
                    <a:pt x="312" y="552"/>
                  </a:lnTo>
                  <a:lnTo>
                    <a:pt x="300" y="564"/>
                  </a:lnTo>
                  <a:lnTo>
                    <a:pt x="306" y="612"/>
                  </a:lnTo>
                  <a:lnTo>
                    <a:pt x="288" y="660"/>
                  </a:lnTo>
                  <a:lnTo>
                    <a:pt x="282" y="732"/>
                  </a:lnTo>
                  <a:lnTo>
                    <a:pt x="282" y="762"/>
                  </a:lnTo>
                  <a:lnTo>
                    <a:pt x="276" y="774"/>
                  </a:lnTo>
                  <a:lnTo>
                    <a:pt x="270" y="780"/>
                  </a:lnTo>
                  <a:lnTo>
                    <a:pt x="252" y="780"/>
                  </a:lnTo>
                  <a:lnTo>
                    <a:pt x="252" y="774"/>
                  </a:lnTo>
                  <a:lnTo>
                    <a:pt x="240" y="762"/>
                  </a:lnTo>
                  <a:lnTo>
                    <a:pt x="222" y="762"/>
                  </a:lnTo>
                  <a:lnTo>
                    <a:pt x="216" y="768"/>
                  </a:lnTo>
                  <a:lnTo>
                    <a:pt x="210" y="780"/>
                  </a:lnTo>
                  <a:lnTo>
                    <a:pt x="204" y="786"/>
                  </a:lnTo>
                  <a:lnTo>
                    <a:pt x="174" y="780"/>
                  </a:lnTo>
                  <a:lnTo>
                    <a:pt x="168" y="792"/>
                  </a:lnTo>
                  <a:lnTo>
                    <a:pt x="138" y="792"/>
                  </a:lnTo>
                  <a:lnTo>
                    <a:pt x="126" y="798"/>
                  </a:lnTo>
                  <a:lnTo>
                    <a:pt x="120" y="804"/>
                  </a:lnTo>
                  <a:lnTo>
                    <a:pt x="108" y="810"/>
                  </a:lnTo>
                  <a:lnTo>
                    <a:pt x="96" y="822"/>
                  </a:lnTo>
                  <a:lnTo>
                    <a:pt x="96" y="828"/>
                  </a:lnTo>
                  <a:lnTo>
                    <a:pt x="90" y="834"/>
                  </a:lnTo>
                  <a:lnTo>
                    <a:pt x="90" y="840"/>
                  </a:lnTo>
                  <a:lnTo>
                    <a:pt x="66" y="840"/>
                  </a:lnTo>
                  <a:lnTo>
                    <a:pt x="66" y="894"/>
                  </a:lnTo>
                  <a:lnTo>
                    <a:pt x="48" y="912"/>
                  </a:lnTo>
                  <a:lnTo>
                    <a:pt x="48" y="924"/>
                  </a:lnTo>
                  <a:lnTo>
                    <a:pt x="54" y="930"/>
                  </a:lnTo>
                  <a:lnTo>
                    <a:pt x="54" y="948"/>
                  </a:lnTo>
                  <a:lnTo>
                    <a:pt x="60" y="954"/>
                  </a:lnTo>
                  <a:lnTo>
                    <a:pt x="54" y="954"/>
                  </a:lnTo>
                  <a:lnTo>
                    <a:pt x="48" y="948"/>
                  </a:lnTo>
                  <a:lnTo>
                    <a:pt x="18" y="978"/>
                  </a:lnTo>
                  <a:lnTo>
                    <a:pt x="12" y="990"/>
                  </a:lnTo>
                  <a:lnTo>
                    <a:pt x="12" y="1014"/>
                  </a:lnTo>
                  <a:lnTo>
                    <a:pt x="18" y="1020"/>
                  </a:lnTo>
                  <a:lnTo>
                    <a:pt x="6" y="1026"/>
                  </a:lnTo>
                  <a:lnTo>
                    <a:pt x="0" y="1032"/>
                  </a:lnTo>
                  <a:lnTo>
                    <a:pt x="0" y="1044"/>
                  </a:lnTo>
                  <a:lnTo>
                    <a:pt x="6" y="1050"/>
                  </a:lnTo>
                  <a:lnTo>
                    <a:pt x="18" y="1056"/>
                  </a:lnTo>
                  <a:lnTo>
                    <a:pt x="24" y="1080"/>
                  </a:lnTo>
                  <a:lnTo>
                    <a:pt x="24" y="1086"/>
                  </a:lnTo>
                  <a:lnTo>
                    <a:pt x="30" y="1092"/>
                  </a:lnTo>
                  <a:lnTo>
                    <a:pt x="42" y="1116"/>
                  </a:lnTo>
                  <a:lnTo>
                    <a:pt x="54" y="1128"/>
                  </a:lnTo>
                  <a:lnTo>
                    <a:pt x="66" y="1134"/>
                  </a:lnTo>
                  <a:lnTo>
                    <a:pt x="90" y="1158"/>
                  </a:lnTo>
                  <a:lnTo>
                    <a:pt x="84" y="1164"/>
                  </a:lnTo>
                  <a:lnTo>
                    <a:pt x="78" y="1176"/>
                  </a:lnTo>
                  <a:lnTo>
                    <a:pt x="66" y="1182"/>
                  </a:lnTo>
                  <a:lnTo>
                    <a:pt x="60" y="1188"/>
                  </a:lnTo>
                  <a:lnTo>
                    <a:pt x="102" y="1188"/>
                  </a:lnTo>
                  <a:lnTo>
                    <a:pt x="114" y="1194"/>
                  </a:lnTo>
                  <a:lnTo>
                    <a:pt x="120" y="1194"/>
                  </a:lnTo>
                  <a:lnTo>
                    <a:pt x="126" y="1200"/>
                  </a:lnTo>
                  <a:lnTo>
                    <a:pt x="126" y="1212"/>
                  </a:lnTo>
                  <a:lnTo>
                    <a:pt x="132" y="1224"/>
                  </a:lnTo>
                  <a:lnTo>
                    <a:pt x="138" y="1230"/>
                  </a:lnTo>
                  <a:lnTo>
                    <a:pt x="138" y="1236"/>
                  </a:lnTo>
                  <a:lnTo>
                    <a:pt x="198" y="1230"/>
                  </a:lnTo>
                  <a:lnTo>
                    <a:pt x="252" y="1182"/>
                  </a:lnTo>
                  <a:lnTo>
                    <a:pt x="252" y="1194"/>
                  </a:lnTo>
                  <a:lnTo>
                    <a:pt x="258" y="1206"/>
                  </a:lnTo>
                  <a:lnTo>
                    <a:pt x="258" y="1224"/>
                  </a:lnTo>
                  <a:lnTo>
                    <a:pt x="252" y="1230"/>
                  </a:lnTo>
                  <a:lnTo>
                    <a:pt x="252" y="1242"/>
                  </a:lnTo>
                  <a:lnTo>
                    <a:pt x="246" y="1254"/>
                  </a:lnTo>
                  <a:lnTo>
                    <a:pt x="246" y="1266"/>
                  </a:lnTo>
                  <a:lnTo>
                    <a:pt x="252" y="1284"/>
                  </a:lnTo>
                  <a:lnTo>
                    <a:pt x="252" y="1314"/>
                  </a:lnTo>
                  <a:lnTo>
                    <a:pt x="264" y="1308"/>
                  </a:lnTo>
                  <a:lnTo>
                    <a:pt x="264" y="1314"/>
                  </a:lnTo>
                  <a:lnTo>
                    <a:pt x="270" y="1320"/>
                  </a:lnTo>
                  <a:lnTo>
                    <a:pt x="282" y="1320"/>
                  </a:lnTo>
                  <a:lnTo>
                    <a:pt x="282" y="1314"/>
                  </a:lnTo>
                  <a:lnTo>
                    <a:pt x="288" y="1314"/>
                  </a:lnTo>
                  <a:lnTo>
                    <a:pt x="294" y="1308"/>
                  </a:lnTo>
                  <a:lnTo>
                    <a:pt x="324" y="1308"/>
                  </a:lnTo>
                  <a:lnTo>
                    <a:pt x="336" y="1314"/>
                  </a:lnTo>
                  <a:lnTo>
                    <a:pt x="366" y="1314"/>
                  </a:lnTo>
                  <a:lnTo>
                    <a:pt x="372" y="1320"/>
                  </a:lnTo>
                  <a:lnTo>
                    <a:pt x="372" y="1326"/>
                  </a:lnTo>
                  <a:lnTo>
                    <a:pt x="390" y="1326"/>
                  </a:lnTo>
                  <a:lnTo>
                    <a:pt x="414" y="1314"/>
                  </a:lnTo>
                  <a:lnTo>
                    <a:pt x="420" y="1308"/>
                  </a:lnTo>
                  <a:lnTo>
                    <a:pt x="432" y="1290"/>
                  </a:lnTo>
                  <a:lnTo>
                    <a:pt x="468" y="1290"/>
                  </a:lnTo>
                  <a:lnTo>
                    <a:pt x="474" y="1260"/>
                  </a:lnTo>
                  <a:lnTo>
                    <a:pt x="510" y="1260"/>
                  </a:lnTo>
                  <a:lnTo>
                    <a:pt x="510" y="1254"/>
                  </a:lnTo>
                  <a:lnTo>
                    <a:pt x="516" y="1248"/>
                  </a:lnTo>
                  <a:lnTo>
                    <a:pt x="522" y="1236"/>
                  </a:lnTo>
                  <a:lnTo>
                    <a:pt x="528" y="1230"/>
                  </a:lnTo>
                  <a:lnTo>
                    <a:pt x="540" y="1224"/>
                  </a:lnTo>
                  <a:lnTo>
                    <a:pt x="576" y="1224"/>
                  </a:lnTo>
                  <a:lnTo>
                    <a:pt x="588" y="1212"/>
                  </a:lnTo>
                  <a:lnTo>
                    <a:pt x="600" y="1224"/>
                  </a:lnTo>
                  <a:lnTo>
                    <a:pt x="606" y="1224"/>
                  </a:lnTo>
                  <a:lnTo>
                    <a:pt x="606" y="1218"/>
                  </a:lnTo>
                  <a:lnTo>
                    <a:pt x="618" y="1212"/>
                  </a:lnTo>
                  <a:lnTo>
                    <a:pt x="630" y="1212"/>
                  </a:lnTo>
                  <a:lnTo>
                    <a:pt x="630" y="1242"/>
                  </a:lnTo>
                  <a:lnTo>
                    <a:pt x="624" y="1248"/>
                  </a:lnTo>
                  <a:lnTo>
                    <a:pt x="624" y="1254"/>
                  </a:lnTo>
                  <a:lnTo>
                    <a:pt x="618" y="1260"/>
                  </a:lnTo>
                  <a:lnTo>
                    <a:pt x="618" y="1290"/>
                  </a:lnTo>
                  <a:lnTo>
                    <a:pt x="624" y="1296"/>
                  </a:lnTo>
                  <a:lnTo>
                    <a:pt x="630" y="1308"/>
                  </a:lnTo>
                  <a:lnTo>
                    <a:pt x="630" y="1326"/>
                  </a:lnTo>
                  <a:lnTo>
                    <a:pt x="624" y="1332"/>
                  </a:lnTo>
                  <a:lnTo>
                    <a:pt x="624" y="1344"/>
                  </a:lnTo>
                  <a:lnTo>
                    <a:pt x="636" y="1356"/>
                  </a:lnTo>
                  <a:lnTo>
                    <a:pt x="648" y="1362"/>
                  </a:lnTo>
                  <a:lnTo>
                    <a:pt x="654" y="1368"/>
                  </a:lnTo>
                  <a:lnTo>
                    <a:pt x="660" y="1398"/>
                  </a:lnTo>
                  <a:lnTo>
                    <a:pt x="684" y="1398"/>
                  </a:lnTo>
                  <a:lnTo>
                    <a:pt x="690" y="1404"/>
                  </a:lnTo>
                  <a:lnTo>
                    <a:pt x="690" y="1410"/>
                  </a:lnTo>
                  <a:lnTo>
                    <a:pt x="696" y="1422"/>
                  </a:lnTo>
                  <a:lnTo>
                    <a:pt x="696" y="1428"/>
                  </a:lnTo>
                  <a:lnTo>
                    <a:pt x="702" y="1434"/>
                  </a:lnTo>
                  <a:lnTo>
                    <a:pt x="714" y="1440"/>
                  </a:lnTo>
                  <a:lnTo>
                    <a:pt x="744" y="1440"/>
                  </a:lnTo>
                  <a:lnTo>
                    <a:pt x="750" y="1434"/>
                  </a:lnTo>
                  <a:lnTo>
                    <a:pt x="756" y="1446"/>
                  </a:lnTo>
                  <a:lnTo>
                    <a:pt x="768" y="1452"/>
                  </a:lnTo>
                  <a:lnTo>
                    <a:pt x="780" y="1452"/>
                  </a:lnTo>
                  <a:lnTo>
                    <a:pt x="786" y="1446"/>
                  </a:lnTo>
                  <a:lnTo>
                    <a:pt x="798" y="1446"/>
                  </a:lnTo>
                  <a:lnTo>
                    <a:pt x="798" y="1452"/>
                  </a:lnTo>
                  <a:lnTo>
                    <a:pt x="804" y="1464"/>
                  </a:lnTo>
                  <a:lnTo>
                    <a:pt x="816" y="1470"/>
                  </a:lnTo>
                  <a:lnTo>
                    <a:pt x="828" y="1482"/>
                  </a:lnTo>
                  <a:lnTo>
                    <a:pt x="840" y="1488"/>
                  </a:lnTo>
                  <a:lnTo>
                    <a:pt x="864" y="1488"/>
                  </a:lnTo>
                  <a:lnTo>
                    <a:pt x="864" y="1494"/>
                  </a:lnTo>
                  <a:lnTo>
                    <a:pt x="876" y="1506"/>
                  </a:lnTo>
                  <a:lnTo>
                    <a:pt x="888" y="1512"/>
                  </a:lnTo>
                  <a:lnTo>
                    <a:pt x="894" y="1518"/>
                  </a:lnTo>
                  <a:lnTo>
                    <a:pt x="954" y="1518"/>
                  </a:lnTo>
                  <a:lnTo>
                    <a:pt x="978" y="1530"/>
                  </a:lnTo>
                  <a:lnTo>
                    <a:pt x="984" y="1542"/>
                  </a:lnTo>
                  <a:lnTo>
                    <a:pt x="990" y="1548"/>
                  </a:lnTo>
                  <a:lnTo>
                    <a:pt x="990" y="1578"/>
                  </a:lnTo>
                  <a:lnTo>
                    <a:pt x="996" y="1590"/>
                  </a:lnTo>
                  <a:lnTo>
                    <a:pt x="1002" y="1596"/>
                  </a:lnTo>
                  <a:lnTo>
                    <a:pt x="1008" y="1608"/>
                  </a:lnTo>
                  <a:lnTo>
                    <a:pt x="1008" y="1638"/>
                  </a:lnTo>
                  <a:lnTo>
                    <a:pt x="990" y="1638"/>
                  </a:lnTo>
                  <a:lnTo>
                    <a:pt x="990" y="1644"/>
                  </a:lnTo>
                  <a:lnTo>
                    <a:pt x="996" y="1650"/>
                  </a:lnTo>
                  <a:lnTo>
                    <a:pt x="1002" y="1662"/>
                  </a:lnTo>
                  <a:lnTo>
                    <a:pt x="1014" y="1668"/>
                  </a:lnTo>
                  <a:lnTo>
                    <a:pt x="1020" y="1674"/>
                  </a:lnTo>
                  <a:lnTo>
                    <a:pt x="1014" y="1686"/>
                  </a:lnTo>
                  <a:lnTo>
                    <a:pt x="1014" y="1728"/>
                  </a:lnTo>
                  <a:lnTo>
                    <a:pt x="1020" y="1734"/>
                  </a:lnTo>
                  <a:lnTo>
                    <a:pt x="1050" y="1740"/>
                  </a:lnTo>
                  <a:lnTo>
                    <a:pt x="1098" y="1746"/>
                  </a:lnTo>
                  <a:lnTo>
                    <a:pt x="1158" y="1746"/>
                  </a:lnTo>
                  <a:lnTo>
                    <a:pt x="1158" y="1752"/>
                  </a:lnTo>
                  <a:lnTo>
                    <a:pt x="1152" y="1758"/>
                  </a:lnTo>
                  <a:lnTo>
                    <a:pt x="1152" y="1770"/>
                  </a:lnTo>
                  <a:lnTo>
                    <a:pt x="1146" y="1788"/>
                  </a:lnTo>
                  <a:lnTo>
                    <a:pt x="1146" y="1800"/>
                  </a:lnTo>
                  <a:lnTo>
                    <a:pt x="1152" y="1812"/>
                  </a:lnTo>
                  <a:lnTo>
                    <a:pt x="1164" y="1818"/>
                  </a:lnTo>
                  <a:lnTo>
                    <a:pt x="1170" y="1824"/>
                  </a:lnTo>
                  <a:lnTo>
                    <a:pt x="1194" y="1836"/>
                  </a:lnTo>
                  <a:lnTo>
                    <a:pt x="1206" y="1848"/>
                  </a:lnTo>
                  <a:lnTo>
                    <a:pt x="1212" y="1860"/>
                  </a:lnTo>
                  <a:lnTo>
                    <a:pt x="1224" y="1896"/>
                  </a:lnTo>
                  <a:lnTo>
                    <a:pt x="1224" y="1908"/>
                  </a:lnTo>
                  <a:lnTo>
                    <a:pt x="1218" y="1920"/>
                  </a:lnTo>
                  <a:lnTo>
                    <a:pt x="1218" y="1944"/>
                  </a:lnTo>
                  <a:lnTo>
                    <a:pt x="1212" y="1950"/>
                  </a:lnTo>
                  <a:lnTo>
                    <a:pt x="1212" y="1956"/>
                  </a:lnTo>
                  <a:lnTo>
                    <a:pt x="1218" y="1968"/>
                  </a:lnTo>
                  <a:lnTo>
                    <a:pt x="1212" y="1980"/>
                  </a:lnTo>
                  <a:lnTo>
                    <a:pt x="1206" y="1986"/>
                  </a:lnTo>
                  <a:lnTo>
                    <a:pt x="1200" y="1998"/>
                  </a:lnTo>
                  <a:lnTo>
                    <a:pt x="1200" y="2022"/>
                  </a:lnTo>
                  <a:lnTo>
                    <a:pt x="1206" y="2028"/>
                  </a:lnTo>
                  <a:lnTo>
                    <a:pt x="1218" y="2034"/>
                  </a:lnTo>
                  <a:lnTo>
                    <a:pt x="1212" y="2040"/>
                  </a:lnTo>
                  <a:lnTo>
                    <a:pt x="1200" y="2046"/>
                  </a:lnTo>
                  <a:lnTo>
                    <a:pt x="1194" y="2052"/>
                  </a:lnTo>
                  <a:lnTo>
                    <a:pt x="1194" y="2064"/>
                  </a:lnTo>
                  <a:lnTo>
                    <a:pt x="1200" y="2070"/>
                  </a:lnTo>
                  <a:lnTo>
                    <a:pt x="1212" y="2076"/>
                  </a:lnTo>
                  <a:lnTo>
                    <a:pt x="1212" y="2112"/>
                  </a:lnTo>
                  <a:lnTo>
                    <a:pt x="1224" y="2112"/>
                  </a:lnTo>
                  <a:lnTo>
                    <a:pt x="1224" y="2130"/>
                  </a:lnTo>
                  <a:lnTo>
                    <a:pt x="1218" y="2142"/>
                  </a:lnTo>
                  <a:lnTo>
                    <a:pt x="1218" y="2184"/>
                  </a:lnTo>
                  <a:lnTo>
                    <a:pt x="1224" y="2196"/>
                  </a:lnTo>
                  <a:lnTo>
                    <a:pt x="1230" y="2202"/>
                  </a:lnTo>
                  <a:lnTo>
                    <a:pt x="1266" y="2214"/>
                  </a:lnTo>
                  <a:lnTo>
                    <a:pt x="1308" y="2220"/>
                  </a:lnTo>
                  <a:lnTo>
                    <a:pt x="1380" y="2220"/>
                  </a:lnTo>
                  <a:lnTo>
                    <a:pt x="1392" y="2226"/>
                  </a:lnTo>
                  <a:lnTo>
                    <a:pt x="1398" y="2232"/>
                  </a:lnTo>
                  <a:lnTo>
                    <a:pt x="1398" y="2256"/>
                  </a:lnTo>
                  <a:lnTo>
                    <a:pt x="1404" y="2274"/>
                  </a:lnTo>
                  <a:lnTo>
                    <a:pt x="1404" y="2298"/>
                  </a:lnTo>
                  <a:lnTo>
                    <a:pt x="1410" y="2316"/>
                  </a:lnTo>
                  <a:lnTo>
                    <a:pt x="1410" y="2334"/>
                  </a:lnTo>
                  <a:lnTo>
                    <a:pt x="1422" y="2358"/>
                  </a:lnTo>
                  <a:lnTo>
                    <a:pt x="1434" y="2364"/>
                  </a:lnTo>
                  <a:lnTo>
                    <a:pt x="1446" y="2364"/>
                  </a:lnTo>
                  <a:lnTo>
                    <a:pt x="1464" y="2346"/>
                  </a:lnTo>
                  <a:lnTo>
                    <a:pt x="1476" y="2346"/>
                  </a:lnTo>
                  <a:lnTo>
                    <a:pt x="1488" y="2352"/>
                  </a:lnTo>
                  <a:lnTo>
                    <a:pt x="1500" y="2364"/>
                  </a:lnTo>
                  <a:lnTo>
                    <a:pt x="1506" y="2376"/>
                  </a:lnTo>
                  <a:lnTo>
                    <a:pt x="1506" y="2394"/>
                  </a:lnTo>
                  <a:lnTo>
                    <a:pt x="1500" y="2412"/>
                  </a:lnTo>
                  <a:lnTo>
                    <a:pt x="1500" y="2442"/>
                  </a:lnTo>
                  <a:lnTo>
                    <a:pt x="1494" y="2448"/>
                  </a:lnTo>
                  <a:lnTo>
                    <a:pt x="1494" y="2454"/>
                  </a:lnTo>
                  <a:lnTo>
                    <a:pt x="1488" y="2466"/>
                  </a:lnTo>
                  <a:lnTo>
                    <a:pt x="1488" y="2478"/>
                  </a:lnTo>
                  <a:lnTo>
                    <a:pt x="1494" y="2496"/>
                  </a:lnTo>
                  <a:lnTo>
                    <a:pt x="1506" y="2490"/>
                  </a:lnTo>
                  <a:lnTo>
                    <a:pt x="1512" y="2484"/>
                  </a:lnTo>
                  <a:lnTo>
                    <a:pt x="1530" y="2484"/>
                  </a:lnTo>
                  <a:lnTo>
                    <a:pt x="1536" y="2490"/>
                  </a:lnTo>
                  <a:lnTo>
                    <a:pt x="1548" y="2514"/>
                  </a:lnTo>
                  <a:lnTo>
                    <a:pt x="1548" y="2526"/>
                  </a:lnTo>
                  <a:lnTo>
                    <a:pt x="1554" y="2526"/>
                  </a:lnTo>
                  <a:lnTo>
                    <a:pt x="1560" y="2532"/>
                  </a:lnTo>
                  <a:lnTo>
                    <a:pt x="1560" y="2562"/>
                  </a:lnTo>
                  <a:lnTo>
                    <a:pt x="1566" y="2580"/>
                  </a:lnTo>
                  <a:lnTo>
                    <a:pt x="1566" y="2616"/>
                  </a:lnTo>
                  <a:lnTo>
                    <a:pt x="1512" y="2634"/>
                  </a:lnTo>
                  <a:lnTo>
                    <a:pt x="1506" y="2640"/>
                  </a:lnTo>
                  <a:lnTo>
                    <a:pt x="1500" y="2652"/>
                  </a:lnTo>
                  <a:lnTo>
                    <a:pt x="1500" y="2670"/>
                  </a:lnTo>
                  <a:lnTo>
                    <a:pt x="1464" y="2670"/>
                  </a:lnTo>
                  <a:lnTo>
                    <a:pt x="1464" y="2688"/>
                  </a:lnTo>
                  <a:lnTo>
                    <a:pt x="1458" y="2694"/>
                  </a:lnTo>
                  <a:lnTo>
                    <a:pt x="1452" y="2718"/>
                  </a:lnTo>
                  <a:lnTo>
                    <a:pt x="1428" y="2724"/>
                  </a:lnTo>
                  <a:lnTo>
                    <a:pt x="1428" y="2736"/>
                  </a:lnTo>
                  <a:lnTo>
                    <a:pt x="1422" y="2748"/>
                  </a:lnTo>
                  <a:lnTo>
                    <a:pt x="1422" y="2760"/>
                  </a:lnTo>
                  <a:lnTo>
                    <a:pt x="1404" y="2778"/>
                  </a:lnTo>
                  <a:lnTo>
                    <a:pt x="1392" y="2778"/>
                  </a:lnTo>
                  <a:lnTo>
                    <a:pt x="1392" y="2802"/>
                  </a:lnTo>
                  <a:lnTo>
                    <a:pt x="1386" y="2808"/>
                  </a:lnTo>
                  <a:lnTo>
                    <a:pt x="1380" y="2820"/>
                  </a:lnTo>
                  <a:lnTo>
                    <a:pt x="1374" y="2826"/>
                  </a:lnTo>
                  <a:lnTo>
                    <a:pt x="1356" y="2826"/>
                  </a:lnTo>
                  <a:lnTo>
                    <a:pt x="1350" y="2832"/>
                  </a:lnTo>
                  <a:lnTo>
                    <a:pt x="1350" y="2844"/>
                  </a:lnTo>
                  <a:lnTo>
                    <a:pt x="1344" y="2856"/>
                  </a:lnTo>
                  <a:lnTo>
                    <a:pt x="1344" y="2868"/>
                  </a:lnTo>
                  <a:lnTo>
                    <a:pt x="1368" y="2868"/>
                  </a:lnTo>
                  <a:lnTo>
                    <a:pt x="1374" y="2862"/>
                  </a:lnTo>
                  <a:lnTo>
                    <a:pt x="1386" y="2856"/>
                  </a:lnTo>
                  <a:lnTo>
                    <a:pt x="1398" y="2856"/>
                  </a:lnTo>
                  <a:lnTo>
                    <a:pt x="1404" y="2862"/>
                  </a:lnTo>
                  <a:lnTo>
                    <a:pt x="1428" y="2874"/>
                  </a:lnTo>
                  <a:lnTo>
                    <a:pt x="1434" y="2886"/>
                  </a:lnTo>
                  <a:lnTo>
                    <a:pt x="1446" y="2892"/>
                  </a:lnTo>
                  <a:lnTo>
                    <a:pt x="1452" y="2898"/>
                  </a:lnTo>
                  <a:lnTo>
                    <a:pt x="1458" y="2910"/>
                  </a:lnTo>
                  <a:lnTo>
                    <a:pt x="1470" y="2922"/>
                  </a:lnTo>
                  <a:lnTo>
                    <a:pt x="1470" y="2934"/>
                  </a:lnTo>
                  <a:lnTo>
                    <a:pt x="1482" y="2934"/>
                  </a:lnTo>
                  <a:lnTo>
                    <a:pt x="1482" y="2928"/>
                  </a:lnTo>
                  <a:lnTo>
                    <a:pt x="1494" y="2916"/>
                  </a:lnTo>
                  <a:lnTo>
                    <a:pt x="1500" y="2916"/>
                  </a:lnTo>
                  <a:lnTo>
                    <a:pt x="1512" y="2922"/>
                  </a:lnTo>
                  <a:lnTo>
                    <a:pt x="1518" y="2934"/>
                  </a:lnTo>
                  <a:lnTo>
                    <a:pt x="1536" y="2952"/>
                  </a:lnTo>
                  <a:lnTo>
                    <a:pt x="1554" y="2952"/>
                  </a:lnTo>
                  <a:lnTo>
                    <a:pt x="1572" y="2970"/>
                  </a:lnTo>
                  <a:lnTo>
                    <a:pt x="1578" y="2970"/>
                  </a:lnTo>
                  <a:lnTo>
                    <a:pt x="1578" y="2982"/>
                  </a:lnTo>
                  <a:lnTo>
                    <a:pt x="1584" y="2988"/>
                  </a:lnTo>
                  <a:lnTo>
                    <a:pt x="1596" y="2994"/>
                  </a:lnTo>
                  <a:lnTo>
                    <a:pt x="1614" y="3000"/>
                  </a:lnTo>
                  <a:lnTo>
                    <a:pt x="1626" y="3000"/>
                  </a:lnTo>
                  <a:lnTo>
                    <a:pt x="1632" y="3012"/>
                  </a:lnTo>
                  <a:lnTo>
                    <a:pt x="1638" y="3018"/>
                  </a:lnTo>
                  <a:lnTo>
                    <a:pt x="1644" y="3030"/>
                  </a:lnTo>
                  <a:lnTo>
                    <a:pt x="1662" y="3048"/>
                  </a:lnTo>
                  <a:lnTo>
                    <a:pt x="1668" y="3048"/>
                  </a:lnTo>
                  <a:lnTo>
                    <a:pt x="1680" y="3054"/>
                  </a:lnTo>
                  <a:lnTo>
                    <a:pt x="1686" y="3054"/>
                  </a:lnTo>
                  <a:lnTo>
                    <a:pt x="1686" y="3066"/>
                  </a:lnTo>
                  <a:lnTo>
                    <a:pt x="1674" y="3090"/>
                  </a:lnTo>
                  <a:lnTo>
                    <a:pt x="1668" y="3096"/>
                  </a:lnTo>
                  <a:lnTo>
                    <a:pt x="1668" y="3120"/>
                  </a:lnTo>
                  <a:lnTo>
                    <a:pt x="1674" y="3120"/>
                  </a:lnTo>
                  <a:lnTo>
                    <a:pt x="1674" y="3150"/>
                  </a:lnTo>
                  <a:lnTo>
                    <a:pt x="1692" y="3150"/>
                  </a:lnTo>
                  <a:lnTo>
                    <a:pt x="1692" y="3144"/>
                  </a:lnTo>
                  <a:lnTo>
                    <a:pt x="1698" y="3132"/>
                  </a:lnTo>
                  <a:lnTo>
                    <a:pt x="1710" y="3126"/>
                  </a:lnTo>
                  <a:lnTo>
                    <a:pt x="1716" y="3114"/>
                  </a:lnTo>
                  <a:lnTo>
                    <a:pt x="1728" y="3102"/>
                  </a:lnTo>
                  <a:lnTo>
                    <a:pt x="1734" y="3090"/>
                  </a:lnTo>
                  <a:lnTo>
                    <a:pt x="1734" y="3060"/>
                  </a:lnTo>
                  <a:lnTo>
                    <a:pt x="1728" y="3054"/>
                  </a:lnTo>
                  <a:lnTo>
                    <a:pt x="1728" y="3048"/>
                  </a:lnTo>
                  <a:lnTo>
                    <a:pt x="1746" y="3018"/>
                  </a:lnTo>
                  <a:lnTo>
                    <a:pt x="1734" y="3012"/>
                  </a:lnTo>
                  <a:lnTo>
                    <a:pt x="1728" y="3000"/>
                  </a:lnTo>
                  <a:lnTo>
                    <a:pt x="1728" y="2988"/>
                  </a:lnTo>
                  <a:lnTo>
                    <a:pt x="1740" y="2976"/>
                  </a:lnTo>
                  <a:lnTo>
                    <a:pt x="1746" y="2976"/>
                  </a:lnTo>
                  <a:lnTo>
                    <a:pt x="1746" y="2952"/>
                  </a:lnTo>
                  <a:lnTo>
                    <a:pt x="1764" y="2952"/>
                  </a:lnTo>
                  <a:lnTo>
                    <a:pt x="1776" y="2940"/>
                  </a:lnTo>
                  <a:lnTo>
                    <a:pt x="1776" y="2904"/>
                  </a:lnTo>
                  <a:lnTo>
                    <a:pt x="1782" y="2898"/>
                  </a:lnTo>
                  <a:lnTo>
                    <a:pt x="1788" y="2886"/>
                  </a:lnTo>
                  <a:lnTo>
                    <a:pt x="1800" y="2874"/>
                  </a:lnTo>
                  <a:lnTo>
                    <a:pt x="1812" y="2868"/>
                  </a:lnTo>
                  <a:lnTo>
                    <a:pt x="1818" y="2862"/>
                  </a:lnTo>
                  <a:lnTo>
                    <a:pt x="1824" y="2862"/>
                  </a:lnTo>
                  <a:lnTo>
                    <a:pt x="1824" y="2898"/>
                  </a:lnTo>
                  <a:lnTo>
                    <a:pt x="1818" y="2904"/>
                  </a:lnTo>
                  <a:lnTo>
                    <a:pt x="1818" y="2910"/>
                  </a:lnTo>
                  <a:lnTo>
                    <a:pt x="1812" y="2916"/>
                  </a:lnTo>
                  <a:lnTo>
                    <a:pt x="1812" y="2934"/>
                  </a:lnTo>
                  <a:lnTo>
                    <a:pt x="1800" y="2940"/>
                  </a:lnTo>
                  <a:lnTo>
                    <a:pt x="1800" y="2952"/>
                  </a:lnTo>
                  <a:lnTo>
                    <a:pt x="1776" y="2982"/>
                  </a:lnTo>
                  <a:lnTo>
                    <a:pt x="1746" y="3006"/>
                  </a:lnTo>
                  <a:lnTo>
                    <a:pt x="1752" y="3012"/>
                  </a:lnTo>
                  <a:lnTo>
                    <a:pt x="1770" y="3012"/>
                  </a:lnTo>
                  <a:lnTo>
                    <a:pt x="1770" y="2994"/>
                  </a:lnTo>
                  <a:lnTo>
                    <a:pt x="1776" y="2988"/>
                  </a:lnTo>
                  <a:lnTo>
                    <a:pt x="1788" y="2988"/>
                  </a:lnTo>
                  <a:lnTo>
                    <a:pt x="1794" y="2982"/>
                  </a:lnTo>
                  <a:lnTo>
                    <a:pt x="1800" y="2982"/>
                  </a:lnTo>
                  <a:lnTo>
                    <a:pt x="1812" y="2964"/>
                  </a:lnTo>
                  <a:lnTo>
                    <a:pt x="1824" y="2940"/>
                  </a:lnTo>
                  <a:lnTo>
                    <a:pt x="1848" y="2880"/>
                  </a:lnTo>
                  <a:lnTo>
                    <a:pt x="1860" y="2832"/>
                  </a:lnTo>
                  <a:lnTo>
                    <a:pt x="1872" y="2808"/>
                  </a:lnTo>
                  <a:lnTo>
                    <a:pt x="1878" y="2790"/>
                  </a:lnTo>
                  <a:lnTo>
                    <a:pt x="1884" y="2778"/>
                  </a:lnTo>
                  <a:lnTo>
                    <a:pt x="1896" y="2772"/>
                  </a:lnTo>
                  <a:lnTo>
                    <a:pt x="1902" y="2760"/>
                  </a:lnTo>
                  <a:lnTo>
                    <a:pt x="1926" y="2736"/>
                  </a:lnTo>
                  <a:lnTo>
                    <a:pt x="1926" y="2724"/>
                  </a:lnTo>
                  <a:lnTo>
                    <a:pt x="1920" y="2718"/>
                  </a:lnTo>
                  <a:lnTo>
                    <a:pt x="1938" y="2706"/>
                  </a:lnTo>
                  <a:lnTo>
                    <a:pt x="1932" y="2670"/>
                  </a:lnTo>
                  <a:lnTo>
                    <a:pt x="1938" y="2646"/>
                  </a:lnTo>
                  <a:lnTo>
                    <a:pt x="1926" y="2640"/>
                  </a:lnTo>
                  <a:lnTo>
                    <a:pt x="1932" y="2634"/>
                  </a:lnTo>
                  <a:lnTo>
                    <a:pt x="1938" y="2622"/>
                  </a:lnTo>
                  <a:lnTo>
                    <a:pt x="1938" y="2610"/>
                  </a:lnTo>
                  <a:lnTo>
                    <a:pt x="1932" y="2604"/>
                  </a:lnTo>
                  <a:lnTo>
                    <a:pt x="1920" y="2598"/>
                  </a:lnTo>
                  <a:lnTo>
                    <a:pt x="1914" y="2592"/>
                  </a:lnTo>
                  <a:lnTo>
                    <a:pt x="1914" y="2556"/>
                  </a:lnTo>
                  <a:lnTo>
                    <a:pt x="1896" y="2544"/>
                  </a:lnTo>
                  <a:lnTo>
                    <a:pt x="1920" y="2544"/>
                  </a:lnTo>
                  <a:lnTo>
                    <a:pt x="1914" y="2520"/>
                  </a:lnTo>
                  <a:lnTo>
                    <a:pt x="1902" y="2508"/>
                  </a:lnTo>
                  <a:lnTo>
                    <a:pt x="1908" y="2508"/>
                  </a:lnTo>
                  <a:lnTo>
                    <a:pt x="1920" y="2502"/>
                  </a:lnTo>
                  <a:lnTo>
                    <a:pt x="1920" y="2490"/>
                  </a:lnTo>
                  <a:lnTo>
                    <a:pt x="1914" y="2490"/>
                  </a:lnTo>
                  <a:lnTo>
                    <a:pt x="1902" y="2484"/>
                  </a:lnTo>
                  <a:lnTo>
                    <a:pt x="1896" y="2478"/>
                  </a:lnTo>
                  <a:lnTo>
                    <a:pt x="1920" y="2460"/>
                  </a:lnTo>
                  <a:lnTo>
                    <a:pt x="1932" y="2472"/>
                  </a:lnTo>
                  <a:lnTo>
                    <a:pt x="1944" y="2478"/>
                  </a:lnTo>
                  <a:lnTo>
                    <a:pt x="1950" y="2478"/>
                  </a:lnTo>
                  <a:lnTo>
                    <a:pt x="1950" y="2448"/>
                  </a:lnTo>
                  <a:lnTo>
                    <a:pt x="1962" y="2424"/>
                  </a:lnTo>
                  <a:lnTo>
                    <a:pt x="1974" y="2418"/>
                  </a:lnTo>
                  <a:lnTo>
                    <a:pt x="1980" y="2418"/>
                  </a:lnTo>
                  <a:lnTo>
                    <a:pt x="2004" y="2406"/>
                  </a:lnTo>
                  <a:lnTo>
                    <a:pt x="2010" y="2394"/>
                  </a:lnTo>
                  <a:lnTo>
                    <a:pt x="2010" y="2382"/>
                  </a:lnTo>
                  <a:lnTo>
                    <a:pt x="2016" y="2376"/>
                  </a:lnTo>
                  <a:lnTo>
                    <a:pt x="2028" y="2376"/>
                  </a:lnTo>
                  <a:lnTo>
                    <a:pt x="2034" y="2370"/>
                  </a:lnTo>
                  <a:lnTo>
                    <a:pt x="2046" y="2370"/>
                  </a:lnTo>
                  <a:lnTo>
                    <a:pt x="2046" y="2358"/>
                  </a:lnTo>
                  <a:lnTo>
                    <a:pt x="2070" y="2358"/>
                  </a:lnTo>
                  <a:lnTo>
                    <a:pt x="2070" y="2340"/>
                  </a:lnTo>
                  <a:lnTo>
                    <a:pt x="2118" y="2340"/>
                  </a:lnTo>
                  <a:lnTo>
                    <a:pt x="2124" y="2358"/>
                  </a:lnTo>
                  <a:lnTo>
                    <a:pt x="2136" y="2352"/>
                  </a:lnTo>
                  <a:lnTo>
                    <a:pt x="2118" y="2334"/>
                  </a:lnTo>
                  <a:lnTo>
                    <a:pt x="2136" y="2316"/>
                  </a:lnTo>
                  <a:lnTo>
                    <a:pt x="2142" y="2316"/>
                  </a:lnTo>
                  <a:lnTo>
                    <a:pt x="2154" y="2310"/>
                  </a:lnTo>
                  <a:lnTo>
                    <a:pt x="2178" y="2310"/>
                  </a:lnTo>
                  <a:lnTo>
                    <a:pt x="2160" y="2292"/>
                  </a:lnTo>
                  <a:lnTo>
                    <a:pt x="2172" y="2286"/>
                  </a:lnTo>
                  <a:lnTo>
                    <a:pt x="2178" y="2280"/>
                  </a:lnTo>
                  <a:lnTo>
                    <a:pt x="2190" y="2280"/>
                  </a:lnTo>
                  <a:lnTo>
                    <a:pt x="2190" y="2304"/>
                  </a:lnTo>
                  <a:lnTo>
                    <a:pt x="2196" y="2304"/>
                  </a:lnTo>
                  <a:lnTo>
                    <a:pt x="2196" y="2298"/>
                  </a:lnTo>
                  <a:lnTo>
                    <a:pt x="2202" y="2286"/>
                  </a:lnTo>
                  <a:lnTo>
                    <a:pt x="2208" y="2280"/>
                  </a:lnTo>
                  <a:lnTo>
                    <a:pt x="2244" y="2286"/>
                  </a:lnTo>
                  <a:lnTo>
                    <a:pt x="2244" y="2280"/>
                  </a:lnTo>
                  <a:lnTo>
                    <a:pt x="2250" y="2274"/>
                  </a:lnTo>
                  <a:lnTo>
                    <a:pt x="2250" y="2268"/>
                  </a:lnTo>
                  <a:lnTo>
                    <a:pt x="2256" y="2262"/>
                  </a:lnTo>
                  <a:lnTo>
                    <a:pt x="2268" y="2256"/>
                  </a:lnTo>
                  <a:lnTo>
                    <a:pt x="2274" y="2256"/>
                  </a:lnTo>
                  <a:lnTo>
                    <a:pt x="2280" y="2262"/>
                  </a:lnTo>
                  <a:lnTo>
                    <a:pt x="2280" y="2286"/>
                  </a:lnTo>
                  <a:lnTo>
                    <a:pt x="2346" y="2280"/>
                  </a:lnTo>
                  <a:lnTo>
                    <a:pt x="2352" y="2262"/>
                  </a:lnTo>
                  <a:lnTo>
                    <a:pt x="2346" y="2250"/>
                  </a:lnTo>
                  <a:lnTo>
                    <a:pt x="2352" y="2244"/>
                  </a:lnTo>
                  <a:lnTo>
                    <a:pt x="2358" y="2232"/>
                  </a:lnTo>
                  <a:lnTo>
                    <a:pt x="2370" y="2220"/>
                  </a:lnTo>
                  <a:lnTo>
                    <a:pt x="2406" y="2202"/>
                  </a:lnTo>
                  <a:lnTo>
                    <a:pt x="2418" y="2202"/>
                  </a:lnTo>
                  <a:lnTo>
                    <a:pt x="2412" y="2190"/>
                  </a:lnTo>
                  <a:lnTo>
                    <a:pt x="2412" y="2112"/>
                  </a:lnTo>
                  <a:lnTo>
                    <a:pt x="2442" y="2082"/>
                  </a:lnTo>
                  <a:lnTo>
                    <a:pt x="2442" y="2058"/>
                  </a:lnTo>
                  <a:lnTo>
                    <a:pt x="2460" y="2052"/>
                  </a:lnTo>
                  <a:lnTo>
                    <a:pt x="2460" y="2022"/>
                  </a:lnTo>
                  <a:lnTo>
                    <a:pt x="2466" y="2022"/>
                  </a:lnTo>
                  <a:lnTo>
                    <a:pt x="2472" y="2016"/>
                  </a:lnTo>
                  <a:lnTo>
                    <a:pt x="2478" y="2016"/>
                  </a:lnTo>
                  <a:lnTo>
                    <a:pt x="2478" y="2010"/>
                  </a:lnTo>
                  <a:lnTo>
                    <a:pt x="2484" y="2004"/>
                  </a:lnTo>
                  <a:lnTo>
                    <a:pt x="2484" y="1956"/>
                  </a:lnTo>
                  <a:lnTo>
                    <a:pt x="2478" y="1944"/>
                  </a:lnTo>
                  <a:lnTo>
                    <a:pt x="2478" y="1926"/>
                  </a:lnTo>
                  <a:lnTo>
                    <a:pt x="2472" y="1908"/>
                  </a:lnTo>
                  <a:lnTo>
                    <a:pt x="2484" y="1884"/>
                  </a:lnTo>
                  <a:lnTo>
                    <a:pt x="2514" y="1854"/>
                  </a:lnTo>
                  <a:lnTo>
                    <a:pt x="2514" y="1848"/>
                  </a:lnTo>
                  <a:lnTo>
                    <a:pt x="2508" y="1836"/>
                  </a:lnTo>
                  <a:lnTo>
                    <a:pt x="2508" y="1830"/>
                  </a:lnTo>
                  <a:lnTo>
                    <a:pt x="2502" y="1818"/>
                  </a:lnTo>
                  <a:lnTo>
                    <a:pt x="2508" y="1764"/>
                  </a:lnTo>
                  <a:lnTo>
                    <a:pt x="2508" y="1758"/>
                  </a:lnTo>
                  <a:lnTo>
                    <a:pt x="2514" y="1752"/>
                  </a:lnTo>
                  <a:lnTo>
                    <a:pt x="2514" y="1722"/>
                  </a:lnTo>
                  <a:lnTo>
                    <a:pt x="2520" y="1710"/>
                  </a:lnTo>
                  <a:lnTo>
                    <a:pt x="2520" y="1680"/>
                  </a:lnTo>
                  <a:lnTo>
                    <a:pt x="2508" y="1644"/>
                  </a:lnTo>
                  <a:lnTo>
                    <a:pt x="2502" y="1608"/>
                  </a:lnTo>
                  <a:lnTo>
                    <a:pt x="2502" y="1596"/>
                  </a:lnTo>
                  <a:lnTo>
                    <a:pt x="2508" y="1560"/>
                  </a:lnTo>
                  <a:lnTo>
                    <a:pt x="2508" y="1548"/>
                  </a:lnTo>
                  <a:lnTo>
                    <a:pt x="2502" y="1536"/>
                  </a:lnTo>
                  <a:lnTo>
                    <a:pt x="2502" y="1500"/>
                  </a:lnTo>
                  <a:lnTo>
                    <a:pt x="2508" y="1488"/>
                  </a:lnTo>
                  <a:lnTo>
                    <a:pt x="2520" y="1476"/>
                  </a:lnTo>
                  <a:lnTo>
                    <a:pt x="2508" y="1458"/>
                  </a:lnTo>
                  <a:lnTo>
                    <a:pt x="2520" y="1446"/>
                  </a:lnTo>
                  <a:lnTo>
                    <a:pt x="2532" y="1446"/>
                  </a:lnTo>
                  <a:lnTo>
                    <a:pt x="2532" y="1452"/>
                  </a:lnTo>
                  <a:lnTo>
                    <a:pt x="2538" y="1464"/>
                  </a:lnTo>
                  <a:lnTo>
                    <a:pt x="2544" y="1470"/>
                  </a:lnTo>
                  <a:lnTo>
                    <a:pt x="2556" y="1464"/>
                  </a:lnTo>
                  <a:lnTo>
                    <a:pt x="2562" y="1452"/>
                  </a:lnTo>
                  <a:lnTo>
                    <a:pt x="2574" y="1446"/>
                  </a:lnTo>
                  <a:lnTo>
                    <a:pt x="2580" y="1434"/>
                  </a:lnTo>
                  <a:lnTo>
                    <a:pt x="2586" y="1428"/>
                  </a:lnTo>
                  <a:lnTo>
                    <a:pt x="2592" y="1416"/>
                  </a:lnTo>
                  <a:lnTo>
                    <a:pt x="2592" y="1404"/>
                  </a:lnTo>
                  <a:lnTo>
                    <a:pt x="2598" y="1386"/>
                  </a:lnTo>
                  <a:lnTo>
                    <a:pt x="2598" y="1374"/>
                  </a:lnTo>
                  <a:lnTo>
                    <a:pt x="2604" y="1356"/>
                  </a:lnTo>
                  <a:lnTo>
                    <a:pt x="2604" y="1344"/>
                  </a:lnTo>
                  <a:lnTo>
                    <a:pt x="2610" y="1338"/>
                  </a:lnTo>
                  <a:lnTo>
                    <a:pt x="2616" y="1338"/>
                  </a:lnTo>
                  <a:lnTo>
                    <a:pt x="2628" y="1326"/>
                  </a:lnTo>
                  <a:lnTo>
                    <a:pt x="2634" y="1314"/>
                  </a:lnTo>
                  <a:lnTo>
                    <a:pt x="2640" y="1308"/>
                  </a:lnTo>
                  <a:lnTo>
                    <a:pt x="2640" y="1296"/>
                  </a:lnTo>
                  <a:lnTo>
                    <a:pt x="2652" y="1290"/>
                  </a:lnTo>
                  <a:lnTo>
                    <a:pt x="2658" y="1284"/>
                  </a:lnTo>
                  <a:lnTo>
                    <a:pt x="2670" y="1284"/>
                  </a:lnTo>
                  <a:lnTo>
                    <a:pt x="2682" y="1272"/>
                  </a:lnTo>
                  <a:lnTo>
                    <a:pt x="2682" y="1254"/>
                  </a:lnTo>
                  <a:lnTo>
                    <a:pt x="2688" y="1254"/>
                  </a:lnTo>
                  <a:lnTo>
                    <a:pt x="2724" y="1218"/>
                  </a:lnTo>
                  <a:lnTo>
                    <a:pt x="2736" y="1188"/>
                  </a:lnTo>
                  <a:lnTo>
                    <a:pt x="2754" y="1158"/>
                  </a:lnTo>
                  <a:lnTo>
                    <a:pt x="2760" y="1134"/>
                  </a:lnTo>
                  <a:lnTo>
                    <a:pt x="2766" y="1122"/>
                  </a:lnTo>
                  <a:lnTo>
                    <a:pt x="2772" y="1116"/>
                  </a:lnTo>
                  <a:lnTo>
                    <a:pt x="2778" y="1104"/>
                  </a:lnTo>
                  <a:lnTo>
                    <a:pt x="2784" y="1098"/>
                  </a:lnTo>
                  <a:lnTo>
                    <a:pt x="2784" y="1080"/>
                  </a:lnTo>
                  <a:lnTo>
                    <a:pt x="2778" y="1068"/>
                  </a:lnTo>
                  <a:lnTo>
                    <a:pt x="2778" y="100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39" name="Burundi" descr="© INSCALE GmbH, 05.05.2010&#10;http://www.presentationload.com/">
              <a:extLst>
                <a:ext uri="{FF2B5EF4-FFF2-40B4-BE49-F238E27FC236}">
                  <a16:creationId xmlns:a16="http://schemas.microsoft.com/office/drawing/2014/main" id="{63983F36-1819-4671-BFF5-27CA67555838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414383" y="3066225"/>
              <a:ext cx="43943" cy="55232"/>
            </a:xfrm>
            <a:custGeom>
              <a:avLst/>
              <a:gdLst>
                <a:gd name="T0" fmla="*/ 2147483647 w 132"/>
                <a:gd name="T1" fmla="*/ 2147483647 h 168"/>
                <a:gd name="T2" fmla="*/ 2147483647 w 132"/>
                <a:gd name="T3" fmla="*/ 2147483647 h 168"/>
                <a:gd name="T4" fmla="*/ 2147483647 w 132"/>
                <a:gd name="T5" fmla="*/ 2147483647 h 168"/>
                <a:gd name="T6" fmla="*/ 2147483647 w 132"/>
                <a:gd name="T7" fmla="*/ 2147483647 h 168"/>
                <a:gd name="T8" fmla="*/ 2147483647 w 132"/>
                <a:gd name="T9" fmla="*/ 2147483647 h 168"/>
                <a:gd name="T10" fmla="*/ 2147483647 w 132"/>
                <a:gd name="T11" fmla="*/ 2147483647 h 168"/>
                <a:gd name="T12" fmla="*/ 2147483647 w 132"/>
                <a:gd name="T13" fmla="*/ 2147483647 h 168"/>
                <a:gd name="T14" fmla="*/ 2147483647 w 132"/>
                <a:gd name="T15" fmla="*/ 2147483647 h 168"/>
                <a:gd name="T16" fmla="*/ 2147483647 w 132"/>
                <a:gd name="T17" fmla="*/ 2147483647 h 168"/>
                <a:gd name="T18" fmla="*/ 2147483647 w 132"/>
                <a:gd name="T19" fmla="*/ 2147483647 h 168"/>
                <a:gd name="T20" fmla="*/ 2147483647 w 132"/>
                <a:gd name="T21" fmla="*/ 2147483647 h 168"/>
                <a:gd name="T22" fmla="*/ 2147483647 w 132"/>
                <a:gd name="T23" fmla="*/ 2147483647 h 168"/>
                <a:gd name="T24" fmla="*/ 2147483647 w 132"/>
                <a:gd name="T25" fmla="*/ 2147483647 h 168"/>
                <a:gd name="T26" fmla="*/ 2147483647 w 132"/>
                <a:gd name="T27" fmla="*/ 2147483647 h 168"/>
                <a:gd name="T28" fmla="*/ 2147483647 w 132"/>
                <a:gd name="T29" fmla="*/ 2147483647 h 168"/>
                <a:gd name="T30" fmla="*/ 2147483647 w 132"/>
                <a:gd name="T31" fmla="*/ 2147483647 h 168"/>
                <a:gd name="T32" fmla="*/ 2147483647 w 132"/>
                <a:gd name="T33" fmla="*/ 2147483647 h 168"/>
                <a:gd name="T34" fmla="*/ 2147483647 w 132"/>
                <a:gd name="T35" fmla="*/ 2147483647 h 168"/>
                <a:gd name="T36" fmla="*/ 2147483647 w 132"/>
                <a:gd name="T37" fmla="*/ 2147483647 h 168"/>
                <a:gd name="T38" fmla="*/ 2147483647 w 132"/>
                <a:gd name="T39" fmla="*/ 2147483647 h 168"/>
                <a:gd name="T40" fmla="*/ 2147483647 w 132"/>
                <a:gd name="T41" fmla="*/ 2147483647 h 168"/>
                <a:gd name="T42" fmla="*/ 2147483647 w 132"/>
                <a:gd name="T43" fmla="*/ 2147483647 h 168"/>
                <a:gd name="T44" fmla="*/ 2147483647 w 132"/>
                <a:gd name="T45" fmla="*/ 2147483647 h 168"/>
                <a:gd name="T46" fmla="*/ 2147483647 w 132"/>
                <a:gd name="T47" fmla="*/ 0 h 168"/>
                <a:gd name="T48" fmla="*/ 2147483647 w 132"/>
                <a:gd name="T49" fmla="*/ 0 h 168"/>
                <a:gd name="T50" fmla="*/ 2147483647 w 132"/>
                <a:gd name="T51" fmla="*/ 0 h 168"/>
                <a:gd name="T52" fmla="*/ 2147483647 w 132"/>
                <a:gd name="T53" fmla="*/ 2147483647 h 168"/>
                <a:gd name="T54" fmla="*/ 2147483647 w 132"/>
                <a:gd name="T55" fmla="*/ 2147483647 h 168"/>
                <a:gd name="T56" fmla="*/ 2147483647 w 132"/>
                <a:gd name="T57" fmla="*/ 2147483647 h 168"/>
                <a:gd name="T58" fmla="*/ 2147483647 w 132"/>
                <a:gd name="T59" fmla="*/ 2147483647 h 168"/>
                <a:gd name="T60" fmla="*/ 2147483647 w 132"/>
                <a:gd name="T61" fmla="*/ 2147483647 h 168"/>
                <a:gd name="T62" fmla="*/ 2147483647 w 132"/>
                <a:gd name="T63" fmla="*/ 2147483647 h 168"/>
                <a:gd name="T64" fmla="*/ 0 w 132"/>
                <a:gd name="T65" fmla="*/ 2147483647 h 168"/>
                <a:gd name="T66" fmla="*/ 2147483647 w 132"/>
                <a:gd name="T67" fmla="*/ 2147483647 h 168"/>
                <a:gd name="T68" fmla="*/ 2147483647 w 132"/>
                <a:gd name="T69" fmla="*/ 2147483647 h 168"/>
                <a:gd name="T70" fmla="*/ 2147483647 w 132"/>
                <a:gd name="T71" fmla="*/ 2147483647 h 168"/>
                <a:gd name="T72" fmla="*/ 2147483647 w 132"/>
                <a:gd name="T73" fmla="*/ 2147483647 h 168"/>
                <a:gd name="T74" fmla="*/ 2147483647 w 132"/>
                <a:gd name="T75" fmla="*/ 2147483647 h 16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2"/>
                <a:gd name="T115" fmla="*/ 0 h 168"/>
                <a:gd name="T116" fmla="*/ 132 w 132"/>
                <a:gd name="T117" fmla="*/ 168 h 16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2" h="168">
                  <a:moveTo>
                    <a:pt x="36" y="72"/>
                  </a:moveTo>
                  <a:lnTo>
                    <a:pt x="36" y="96"/>
                  </a:lnTo>
                  <a:lnTo>
                    <a:pt x="30" y="102"/>
                  </a:lnTo>
                  <a:lnTo>
                    <a:pt x="30" y="138"/>
                  </a:lnTo>
                  <a:lnTo>
                    <a:pt x="36" y="156"/>
                  </a:lnTo>
                  <a:lnTo>
                    <a:pt x="42" y="168"/>
                  </a:lnTo>
                  <a:lnTo>
                    <a:pt x="54" y="168"/>
                  </a:lnTo>
                  <a:lnTo>
                    <a:pt x="60" y="162"/>
                  </a:lnTo>
                  <a:lnTo>
                    <a:pt x="72" y="156"/>
                  </a:lnTo>
                  <a:lnTo>
                    <a:pt x="84" y="144"/>
                  </a:lnTo>
                  <a:lnTo>
                    <a:pt x="90" y="132"/>
                  </a:lnTo>
                  <a:lnTo>
                    <a:pt x="90" y="114"/>
                  </a:lnTo>
                  <a:lnTo>
                    <a:pt x="96" y="102"/>
                  </a:lnTo>
                  <a:lnTo>
                    <a:pt x="114" y="84"/>
                  </a:lnTo>
                  <a:lnTo>
                    <a:pt x="126" y="84"/>
                  </a:lnTo>
                  <a:lnTo>
                    <a:pt x="120" y="72"/>
                  </a:lnTo>
                  <a:lnTo>
                    <a:pt x="132" y="66"/>
                  </a:lnTo>
                  <a:lnTo>
                    <a:pt x="132" y="48"/>
                  </a:lnTo>
                  <a:lnTo>
                    <a:pt x="114" y="48"/>
                  </a:lnTo>
                  <a:lnTo>
                    <a:pt x="108" y="42"/>
                  </a:lnTo>
                  <a:lnTo>
                    <a:pt x="102" y="42"/>
                  </a:lnTo>
                  <a:lnTo>
                    <a:pt x="102" y="24"/>
                  </a:lnTo>
                  <a:lnTo>
                    <a:pt x="108" y="12"/>
                  </a:lnTo>
                  <a:lnTo>
                    <a:pt x="108" y="0"/>
                  </a:lnTo>
                  <a:lnTo>
                    <a:pt x="120" y="0"/>
                  </a:lnTo>
                  <a:lnTo>
                    <a:pt x="66" y="0"/>
                  </a:lnTo>
                  <a:lnTo>
                    <a:pt x="60" y="24"/>
                  </a:lnTo>
                  <a:lnTo>
                    <a:pt x="48" y="30"/>
                  </a:lnTo>
                  <a:lnTo>
                    <a:pt x="42" y="36"/>
                  </a:lnTo>
                  <a:lnTo>
                    <a:pt x="30" y="36"/>
                  </a:lnTo>
                  <a:lnTo>
                    <a:pt x="24" y="30"/>
                  </a:lnTo>
                  <a:lnTo>
                    <a:pt x="18" y="18"/>
                  </a:lnTo>
                  <a:lnTo>
                    <a:pt x="0" y="18"/>
                  </a:lnTo>
                  <a:lnTo>
                    <a:pt x="12" y="48"/>
                  </a:lnTo>
                  <a:lnTo>
                    <a:pt x="18" y="54"/>
                  </a:lnTo>
                  <a:lnTo>
                    <a:pt x="30" y="60"/>
                  </a:lnTo>
                  <a:lnTo>
                    <a:pt x="36" y="66"/>
                  </a:lnTo>
                  <a:lnTo>
                    <a:pt x="36" y="7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40" name="Bulgaria" descr="© INSCALE GmbH, 05.05.2010&#10;http://www.presentationload.com/">
              <a:extLst>
                <a:ext uri="{FF2B5EF4-FFF2-40B4-BE49-F238E27FC236}">
                  <a16:creationId xmlns:a16="http://schemas.microsoft.com/office/drawing/2014/main" id="{90D033E2-14BA-4B36-9BB9-3767309090E4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232152" y="1834447"/>
              <a:ext cx="130534" cy="74498"/>
            </a:xfrm>
            <a:custGeom>
              <a:avLst/>
              <a:gdLst>
                <a:gd name="T0" fmla="*/ 2147483647 w 396"/>
                <a:gd name="T1" fmla="*/ 2147483647 h 228"/>
                <a:gd name="T2" fmla="*/ 2147483647 w 396"/>
                <a:gd name="T3" fmla="*/ 2147483647 h 228"/>
                <a:gd name="T4" fmla="*/ 2147483647 w 396"/>
                <a:gd name="T5" fmla="*/ 2147483647 h 228"/>
                <a:gd name="T6" fmla="*/ 2147483647 w 396"/>
                <a:gd name="T7" fmla="*/ 2147483647 h 228"/>
                <a:gd name="T8" fmla="*/ 2147483647 w 396"/>
                <a:gd name="T9" fmla="*/ 2147483647 h 228"/>
                <a:gd name="T10" fmla="*/ 2147483647 w 396"/>
                <a:gd name="T11" fmla="*/ 2147483647 h 228"/>
                <a:gd name="T12" fmla="*/ 2147483647 w 396"/>
                <a:gd name="T13" fmla="*/ 2147483647 h 228"/>
                <a:gd name="T14" fmla="*/ 2147483647 w 396"/>
                <a:gd name="T15" fmla="*/ 0 h 228"/>
                <a:gd name="T16" fmla="*/ 2147483647 w 396"/>
                <a:gd name="T17" fmla="*/ 2147483647 h 228"/>
                <a:gd name="T18" fmla="*/ 2147483647 w 396"/>
                <a:gd name="T19" fmla="*/ 2147483647 h 228"/>
                <a:gd name="T20" fmla="*/ 2147483647 w 396"/>
                <a:gd name="T21" fmla="*/ 2147483647 h 228"/>
                <a:gd name="T22" fmla="*/ 2147483647 w 396"/>
                <a:gd name="T23" fmla="*/ 2147483647 h 228"/>
                <a:gd name="T24" fmla="*/ 2147483647 w 396"/>
                <a:gd name="T25" fmla="*/ 2147483647 h 228"/>
                <a:gd name="T26" fmla="*/ 2147483647 w 396"/>
                <a:gd name="T27" fmla="*/ 2147483647 h 228"/>
                <a:gd name="T28" fmla="*/ 2147483647 w 396"/>
                <a:gd name="T29" fmla="*/ 2147483647 h 228"/>
                <a:gd name="T30" fmla="*/ 2147483647 w 396"/>
                <a:gd name="T31" fmla="*/ 2147483647 h 228"/>
                <a:gd name="T32" fmla="*/ 2147483647 w 396"/>
                <a:gd name="T33" fmla="*/ 2147483647 h 228"/>
                <a:gd name="T34" fmla="*/ 2147483647 w 396"/>
                <a:gd name="T35" fmla="*/ 2147483647 h 228"/>
                <a:gd name="T36" fmla="*/ 2147483647 w 396"/>
                <a:gd name="T37" fmla="*/ 2147483647 h 228"/>
                <a:gd name="T38" fmla="*/ 2147483647 w 396"/>
                <a:gd name="T39" fmla="*/ 2147483647 h 228"/>
                <a:gd name="T40" fmla="*/ 2147483647 w 396"/>
                <a:gd name="T41" fmla="*/ 2147483647 h 228"/>
                <a:gd name="T42" fmla="*/ 2147483647 w 396"/>
                <a:gd name="T43" fmla="*/ 0 h 228"/>
                <a:gd name="T44" fmla="*/ 0 w 396"/>
                <a:gd name="T45" fmla="*/ 2147483647 h 228"/>
                <a:gd name="T46" fmla="*/ 2147483647 w 396"/>
                <a:gd name="T47" fmla="*/ 2147483647 h 228"/>
                <a:gd name="T48" fmla="*/ 2147483647 w 396"/>
                <a:gd name="T49" fmla="*/ 2147483647 h 228"/>
                <a:gd name="T50" fmla="*/ 2147483647 w 396"/>
                <a:gd name="T51" fmla="*/ 2147483647 h 228"/>
                <a:gd name="T52" fmla="*/ 2147483647 w 396"/>
                <a:gd name="T53" fmla="*/ 2147483647 h 228"/>
                <a:gd name="T54" fmla="*/ 2147483647 w 396"/>
                <a:gd name="T55" fmla="*/ 2147483647 h 228"/>
                <a:gd name="T56" fmla="*/ 0 w 396"/>
                <a:gd name="T57" fmla="*/ 2147483647 h 228"/>
                <a:gd name="T58" fmla="*/ 2147483647 w 396"/>
                <a:gd name="T59" fmla="*/ 2147483647 h 228"/>
                <a:gd name="T60" fmla="*/ 2147483647 w 396"/>
                <a:gd name="T61" fmla="*/ 2147483647 h 228"/>
                <a:gd name="T62" fmla="*/ 2147483647 w 396"/>
                <a:gd name="T63" fmla="*/ 2147483647 h 228"/>
                <a:gd name="T64" fmla="*/ 2147483647 w 396"/>
                <a:gd name="T65" fmla="*/ 2147483647 h 228"/>
                <a:gd name="T66" fmla="*/ 2147483647 w 396"/>
                <a:gd name="T67" fmla="*/ 2147483647 h 228"/>
                <a:gd name="T68" fmla="*/ 2147483647 w 396"/>
                <a:gd name="T69" fmla="*/ 2147483647 h 228"/>
                <a:gd name="T70" fmla="*/ 2147483647 w 396"/>
                <a:gd name="T71" fmla="*/ 2147483647 h 228"/>
                <a:gd name="T72" fmla="*/ 2147483647 w 396"/>
                <a:gd name="T73" fmla="*/ 2147483647 h 228"/>
                <a:gd name="T74" fmla="*/ 2147483647 w 396"/>
                <a:gd name="T75" fmla="*/ 2147483647 h 228"/>
                <a:gd name="T76" fmla="*/ 2147483647 w 396"/>
                <a:gd name="T77" fmla="*/ 2147483647 h 228"/>
                <a:gd name="T78" fmla="*/ 2147483647 w 396"/>
                <a:gd name="T79" fmla="*/ 2147483647 h 228"/>
                <a:gd name="T80" fmla="*/ 2147483647 w 396"/>
                <a:gd name="T81" fmla="*/ 2147483647 h 228"/>
                <a:gd name="T82" fmla="*/ 2147483647 w 396"/>
                <a:gd name="T83" fmla="*/ 2147483647 h 228"/>
                <a:gd name="T84" fmla="*/ 2147483647 w 396"/>
                <a:gd name="T85" fmla="*/ 2147483647 h 228"/>
                <a:gd name="T86" fmla="*/ 2147483647 w 396"/>
                <a:gd name="T87" fmla="*/ 2147483647 h 228"/>
                <a:gd name="T88" fmla="*/ 2147483647 w 396"/>
                <a:gd name="T89" fmla="*/ 2147483647 h 228"/>
                <a:gd name="T90" fmla="*/ 2147483647 w 396"/>
                <a:gd name="T91" fmla="*/ 2147483647 h 228"/>
                <a:gd name="T92" fmla="*/ 2147483647 w 396"/>
                <a:gd name="T93" fmla="*/ 2147483647 h 22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96"/>
                <a:gd name="T142" fmla="*/ 0 h 228"/>
                <a:gd name="T143" fmla="*/ 396 w 396"/>
                <a:gd name="T144" fmla="*/ 228 h 228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96" h="228">
                  <a:moveTo>
                    <a:pt x="372" y="168"/>
                  </a:moveTo>
                  <a:lnTo>
                    <a:pt x="336" y="126"/>
                  </a:lnTo>
                  <a:lnTo>
                    <a:pt x="354" y="108"/>
                  </a:lnTo>
                  <a:lnTo>
                    <a:pt x="354" y="78"/>
                  </a:lnTo>
                  <a:lnTo>
                    <a:pt x="360" y="72"/>
                  </a:lnTo>
                  <a:lnTo>
                    <a:pt x="372" y="66"/>
                  </a:lnTo>
                  <a:lnTo>
                    <a:pt x="396" y="66"/>
                  </a:lnTo>
                  <a:lnTo>
                    <a:pt x="396" y="48"/>
                  </a:lnTo>
                  <a:lnTo>
                    <a:pt x="390" y="36"/>
                  </a:lnTo>
                  <a:lnTo>
                    <a:pt x="372" y="36"/>
                  </a:lnTo>
                  <a:lnTo>
                    <a:pt x="348" y="12"/>
                  </a:lnTo>
                  <a:lnTo>
                    <a:pt x="324" y="12"/>
                  </a:lnTo>
                  <a:lnTo>
                    <a:pt x="312" y="6"/>
                  </a:lnTo>
                  <a:lnTo>
                    <a:pt x="300" y="6"/>
                  </a:lnTo>
                  <a:lnTo>
                    <a:pt x="288" y="0"/>
                  </a:lnTo>
                  <a:lnTo>
                    <a:pt x="282" y="0"/>
                  </a:lnTo>
                  <a:lnTo>
                    <a:pt x="282" y="12"/>
                  </a:lnTo>
                  <a:lnTo>
                    <a:pt x="252" y="6"/>
                  </a:lnTo>
                  <a:lnTo>
                    <a:pt x="252" y="12"/>
                  </a:lnTo>
                  <a:lnTo>
                    <a:pt x="246" y="12"/>
                  </a:lnTo>
                  <a:lnTo>
                    <a:pt x="234" y="18"/>
                  </a:lnTo>
                  <a:lnTo>
                    <a:pt x="228" y="18"/>
                  </a:lnTo>
                  <a:lnTo>
                    <a:pt x="222" y="24"/>
                  </a:lnTo>
                  <a:lnTo>
                    <a:pt x="222" y="36"/>
                  </a:lnTo>
                  <a:lnTo>
                    <a:pt x="216" y="42"/>
                  </a:lnTo>
                  <a:lnTo>
                    <a:pt x="198" y="42"/>
                  </a:lnTo>
                  <a:lnTo>
                    <a:pt x="186" y="36"/>
                  </a:lnTo>
                  <a:lnTo>
                    <a:pt x="180" y="30"/>
                  </a:lnTo>
                  <a:lnTo>
                    <a:pt x="156" y="30"/>
                  </a:lnTo>
                  <a:lnTo>
                    <a:pt x="138" y="24"/>
                  </a:lnTo>
                  <a:lnTo>
                    <a:pt x="138" y="30"/>
                  </a:lnTo>
                  <a:lnTo>
                    <a:pt x="132" y="36"/>
                  </a:lnTo>
                  <a:lnTo>
                    <a:pt x="108" y="36"/>
                  </a:lnTo>
                  <a:lnTo>
                    <a:pt x="102" y="30"/>
                  </a:lnTo>
                  <a:lnTo>
                    <a:pt x="90" y="30"/>
                  </a:lnTo>
                  <a:lnTo>
                    <a:pt x="66" y="18"/>
                  </a:lnTo>
                  <a:lnTo>
                    <a:pt x="54" y="30"/>
                  </a:lnTo>
                  <a:lnTo>
                    <a:pt x="36" y="30"/>
                  </a:lnTo>
                  <a:lnTo>
                    <a:pt x="30" y="24"/>
                  </a:lnTo>
                  <a:lnTo>
                    <a:pt x="36" y="18"/>
                  </a:lnTo>
                  <a:lnTo>
                    <a:pt x="36" y="12"/>
                  </a:lnTo>
                  <a:lnTo>
                    <a:pt x="42" y="6"/>
                  </a:lnTo>
                  <a:lnTo>
                    <a:pt x="36" y="0"/>
                  </a:lnTo>
                  <a:lnTo>
                    <a:pt x="12" y="0"/>
                  </a:lnTo>
                  <a:lnTo>
                    <a:pt x="12" y="12"/>
                  </a:lnTo>
                  <a:lnTo>
                    <a:pt x="0" y="24"/>
                  </a:lnTo>
                  <a:lnTo>
                    <a:pt x="0" y="42"/>
                  </a:lnTo>
                  <a:lnTo>
                    <a:pt x="18" y="48"/>
                  </a:lnTo>
                  <a:lnTo>
                    <a:pt x="12" y="60"/>
                  </a:lnTo>
                  <a:lnTo>
                    <a:pt x="30" y="66"/>
                  </a:lnTo>
                  <a:lnTo>
                    <a:pt x="36" y="72"/>
                  </a:lnTo>
                  <a:lnTo>
                    <a:pt x="36" y="96"/>
                  </a:lnTo>
                  <a:lnTo>
                    <a:pt x="30" y="102"/>
                  </a:lnTo>
                  <a:lnTo>
                    <a:pt x="6" y="102"/>
                  </a:lnTo>
                  <a:lnTo>
                    <a:pt x="6" y="108"/>
                  </a:lnTo>
                  <a:lnTo>
                    <a:pt x="12" y="114"/>
                  </a:lnTo>
                  <a:lnTo>
                    <a:pt x="12" y="138"/>
                  </a:lnTo>
                  <a:lnTo>
                    <a:pt x="0" y="138"/>
                  </a:lnTo>
                  <a:lnTo>
                    <a:pt x="12" y="156"/>
                  </a:lnTo>
                  <a:lnTo>
                    <a:pt x="18" y="156"/>
                  </a:lnTo>
                  <a:lnTo>
                    <a:pt x="18" y="168"/>
                  </a:lnTo>
                  <a:lnTo>
                    <a:pt x="36" y="180"/>
                  </a:lnTo>
                  <a:lnTo>
                    <a:pt x="42" y="186"/>
                  </a:lnTo>
                  <a:lnTo>
                    <a:pt x="48" y="198"/>
                  </a:lnTo>
                  <a:lnTo>
                    <a:pt x="48" y="210"/>
                  </a:lnTo>
                  <a:lnTo>
                    <a:pt x="42" y="222"/>
                  </a:lnTo>
                  <a:lnTo>
                    <a:pt x="48" y="222"/>
                  </a:lnTo>
                  <a:lnTo>
                    <a:pt x="54" y="228"/>
                  </a:lnTo>
                  <a:lnTo>
                    <a:pt x="66" y="228"/>
                  </a:lnTo>
                  <a:lnTo>
                    <a:pt x="78" y="222"/>
                  </a:lnTo>
                  <a:lnTo>
                    <a:pt x="84" y="216"/>
                  </a:lnTo>
                  <a:lnTo>
                    <a:pt x="108" y="222"/>
                  </a:lnTo>
                  <a:lnTo>
                    <a:pt x="114" y="204"/>
                  </a:lnTo>
                  <a:lnTo>
                    <a:pt x="144" y="198"/>
                  </a:lnTo>
                  <a:lnTo>
                    <a:pt x="144" y="204"/>
                  </a:lnTo>
                  <a:lnTo>
                    <a:pt x="162" y="222"/>
                  </a:lnTo>
                  <a:lnTo>
                    <a:pt x="174" y="222"/>
                  </a:lnTo>
                  <a:lnTo>
                    <a:pt x="180" y="216"/>
                  </a:lnTo>
                  <a:lnTo>
                    <a:pt x="192" y="228"/>
                  </a:lnTo>
                  <a:lnTo>
                    <a:pt x="204" y="228"/>
                  </a:lnTo>
                  <a:lnTo>
                    <a:pt x="216" y="216"/>
                  </a:lnTo>
                  <a:lnTo>
                    <a:pt x="228" y="228"/>
                  </a:lnTo>
                  <a:lnTo>
                    <a:pt x="246" y="228"/>
                  </a:lnTo>
                  <a:lnTo>
                    <a:pt x="252" y="222"/>
                  </a:lnTo>
                  <a:lnTo>
                    <a:pt x="252" y="204"/>
                  </a:lnTo>
                  <a:lnTo>
                    <a:pt x="246" y="198"/>
                  </a:lnTo>
                  <a:lnTo>
                    <a:pt x="264" y="192"/>
                  </a:lnTo>
                  <a:lnTo>
                    <a:pt x="282" y="168"/>
                  </a:lnTo>
                  <a:lnTo>
                    <a:pt x="312" y="174"/>
                  </a:lnTo>
                  <a:lnTo>
                    <a:pt x="324" y="156"/>
                  </a:lnTo>
                  <a:lnTo>
                    <a:pt x="336" y="174"/>
                  </a:lnTo>
                  <a:lnTo>
                    <a:pt x="348" y="174"/>
                  </a:lnTo>
                  <a:lnTo>
                    <a:pt x="360" y="180"/>
                  </a:lnTo>
                  <a:lnTo>
                    <a:pt x="372" y="180"/>
                  </a:lnTo>
                  <a:lnTo>
                    <a:pt x="372" y="16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41" name="Burkina Faso" descr="© INSCALE GmbH, 05.05.2010&#10;http://www.presentationload.com/">
              <a:extLst>
                <a:ext uri="{FF2B5EF4-FFF2-40B4-BE49-F238E27FC236}">
                  <a16:creationId xmlns:a16="http://schemas.microsoft.com/office/drawing/2014/main" id="{55443548-0D51-4E65-B34D-F97E87980113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602744" y="2603827"/>
              <a:ext cx="188693" cy="147710"/>
            </a:xfrm>
            <a:custGeom>
              <a:avLst/>
              <a:gdLst>
                <a:gd name="T0" fmla="*/ 2147483647 w 570"/>
                <a:gd name="T1" fmla="*/ 2147483647 h 450"/>
                <a:gd name="T2" fmla="*/ 2147483647 w 570"/>
                <a:gd name="T3" fmla="*/ 2147483647 h 450"/>
                <a:gd name="T4" fmla="*/ 2147483647 w 570"/>
                <a:gd name="T5" fmla="*/ 2147483647 h 450"/>
                <a:gd name="T6" fmla="*/ 2147483647 w 570"/>
                <a:gd name="T7" fmla="*/ 2147483647 h 450"/>
                <a:gd name="T8" fmla="*/ 2147483647 w 570"/>
                <a:gd name="T9" fmla="*/ 2147483647 h 450"/>
                <a:gd name="T10" fmla="*/ 2147483647 w 570"/>
                <a:gd name="T11" fmla="*/ 2147483647 h 450"/>
                <a:gd name="T12" fmla="*/ 2147483647 w 570"/>
                <a:gd name="T13" fmla="*/ 2147483647 h 450"/>
                <a:gd name="T14" fmla="*/ 2147483647 w 570"/>
                <a:gd name="T15" fmla="*/ 2147483647 h 450"/>
                <a:gd name="T16" fmla="*/ 2147483647 w 570"/>
                <a:gd name="T17" fmla="*/ 2147483647 h 450"/>
                <a:gd name="T18" fmla="*/ 2147483647 w 570"/>
                <a:gd name="T19" fmla="*/ 2147483647 h 450"/>
                <a:gd name="T20" fmla="*/ 2147483647 w 570"/>
                <a:gd name="T21" fmla="*/ 2147483647 h 450"/>
                <a:gd name="T22" fmla="*/ 2147483647 w 570"/>
                <a:gd name="T23" fmla="*/ 2147483647 h 450"/>
                <a:gd name="T24" fmla="*/ 2147483647 w 570"/>
                <a:gd name="T25" fmla="*/ 2147483647 h 450"/>
                <a:gd name="T26" fmla="*/ 2147483647 w 570"/>
                <a:gd name="T27" fmla="*/ 2147483647 h 450"/>
                <a:gd name="T28" fmla="*/ 2147483647 w 570"/>
                <a:gd name="T29" fmla="*/ 2147483647 h 450"/>
                <a:gd name="T30" fmla="*/ 2147483647 w 570"/>
                <a:gd name="T31" fmla="*/ 2147483647 h 450"/>
                <a:gd name="T32" fmla="*/ 2147483647 w 570"/>
                <a:gd name="T33" fmla="*/ 2147483647 h 450"/>
                <a:gd name="T34" fmla="*/ 2147483647 w 570"/>
                <a:gd name="T35" fmla="*/ 2147483647 h 450"/>
                <a:gd name="T36" fmla="*/ 2147483647 w 570"/>
                <a:gd name="T37" fmla="*/ 2147483647 h 450"/>
                <a:gd name="T38" fmla="*/ 2147483647 w 570"/>
                <a:gd name="T39" fmla="*/ 2147483647 h 450"/>
                <a:gd name="T40" fmla="*/ 2147483647 w 570"/>
                <a:gd name="T41" fmla="*/ 2147483647 h 450"/>
                <a:gd name="T42" fmla="*/ 2147483647 w 570"/>
                <a:gd name="T43" fmla="*/ 2147483647 h 450"/>
                <a:gd name="T44" fmla="*/ 2147483647 w 570"/>
                <a:gd name="T45" fmla="*/ 2147483647 h 450"/>
                <a:gd name="T46" fmla="*/ 2147483647 w 570"/>
                <a:gd name="T47" fmla="*/ 2147483647 h 450"/>
                <a:gd name="T48" fmla="*/ 2147483647 w 570"/>
                <a:gd name="T49" fmla="*/ 2147483647 h 450"/>
                <a:gd name="T50" fmla="*/ 2147483647 w 570"/>
                <a:gd name="T51" fmla="*/ 2147483647 h 450"/>
                <a:gd name="T52" fmla="*/ 2147483647 w 570"/>
                <a:gd name="T53" fmla="*/ 2147483647 h 450"/>
                <a:gd name="T54" fmla="*/ 2147483647 w 570"/>
                <a:gd name="T55" fmla="*/ 2147483647 h 450"/>
                <a:gd name="T56" fmla="*/ 2147483647 w 570"/>
                <a:gd name="T57" fmla="*/ 2147483647 h 450"/>
                <a:gd name="T58" fmla="*/ 2147483647 w 570"/>
                <a:gd name="T59" fmla="*/ 2147483647 h 450"/>
                <a:gd name="T60" fmla="*/ 2147483647 w 570"/>
                <a:gd name="T61" fmla="*/ 2147483647 h 450"/>
                <a:gd name="T62" fmla="*/ 2147483647 w 570"/>
                <a:gd name="T63" fmla="*/ 2147483647 h 450"/>
                <a:gd name="T64" fmla="*/ 2147483647 w 570"/>
                <a:gd name="T65" fmla="*/ 2147483647 h 450"/>
                <a:gd name="T66" fmla="*/ 2147483647 w 570"/>
                <a:gd name="T67" fmla="*/ 0 h 450"/>
                <a:gd name="T68" fmla="*/ 2147483647 w 570"/>
                <a:gd name="T69" fmla="*/ 2147483647 h 450"/>
                <a:gd name="T70" fmla="*/ 2147483647 w 570"/>
                <a:gd name="T71" fmla="*/ 2147483647 h 450"/>
                <a:gd name="T72" fmla="*/ 2147483647 w 570"/>
                <a:gd name="T73" fmla="*/ 2147483647 h 450"/>
                <a:gd name="T74" fmla="*/ 2147483647 w 570"/>
                <a:gd name="T75" fmla="*/ 2147483647 h 450"/>
                <a:gd name="T76" fmla="*/ 2147483647 w 570"/>
                <a:gd name="T77" fmla="*/ 2147483647 h 450"/>
                <a:gd name="T78" fmla="*/ 2147483647 w 570"/>
                <a:gd name="T79" fmla="*/ 2147483647 h 450"/>
                <a:gd name="T80" fmla="*/ 2147483647 w 570"/>
                <a:gd name="T81" fmla="*/ 2147483647 h 450"/>
                <a:gd name="T82" fmla="*/ 2147483647 w 570"/>
                <a:gd name="T83" fmla="*/ 2147483647 h 450"/>
                <a:gd name="T84" fmla="*/ 2147483647 w 570"/>
                <a:gd name="T85" fmla="*/ 2147483647 h 450"/>
                <a:gd name="T86" fmla="*/ 2147483647 w 570"/>
                <a:gd name="T87" fmla="*/ 2147483647 h 450"/>
                <a:gd name="T88" fmla="*/ 2147483647 w 570"/>
                <a:gd name="T89" fmla="*/ 2147483647 h 450"/>
                <a:gd name="T90" fmla="*/ 2147483647 w 570"/>
                <a:gd name="T91" fmla="*/ 2147483647 h 450"/>
                <a:gd name="T92" fmla="*/ 2147483647 w 570"/>
                <a:gd name="T93" fmla="*/ 2147483647 h 450"/>
                <a:gd name="T94" fmla="*/ 2147483647 w 570"/>
                <a:gd name="T95" fmla="*/ 2147483647 h 450"/>
                <a:gd name="T96" fmla="*/ 2147483647 w 570"/>
                <a:gd name="T97" fmla="*/ 2147483647 h 450"/>
                <a:gd name="T98" fmla="*/ 2147483647 w 570"/>
                <a:gd name="T99" fmla="*/ 2147483647 h 450"/>
                <a:gd name="T100" fmla="*/ 2147483647 w 570"/>
                <a:gd name="T101" fmla="*/ 2147483647 h 450"/>
                <a:gd name="T102" fmla="*/ 2147483647 w 570"/>
                <a:gd name="T103" fmla="*/ 2147483647 h 45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70"/>
                <a:gd name="T157" fmla="*/ 0 h 450"/>
                <a:gd name="T158" fmla="*/ 570 w 570"/>
                <a:gd name="T159" fmla="*/ 450 h 45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70" h="450">
                  <a:moveTo>
                    <a:pt x="0" y="312"/>
                  </a:moveTo>
                  <a:lnTo>
                    <a:pt x="6" y="366"/>
                  </a:lnTo>
                  <a:lnTo>
                    <a:pt x="6" y="390"/>
                  </a:lnTo>
                  <a:lnTo>
                    <a:pt x="30" y="384"/>
                  </a:lnTo>
                  <a:lnTo>
                    <a:pt x="30" y="390"/>
                  </a:lnTo>
                  <a:lnTo>
                    <a:pt x="36" y="396"/>
                  </a:lnTo>
                  <a:lnTo>
                    <a:pt x="36" y="408"/>
                  </a:lnTo>
                  <a:lnTo>
                    <a:pt x="42" y="420"/>
                  </a:lnTo>
                  <a:lnTo>
                    <a:pt x="54" y="426"/>
                  </a:lnTo>
                  <a:lnTo>
                    <a:pt x="60" y="432"/>
                  </a:lnTo>
                  <a:lnTo>
                    <a:pt x="72" y="432"/>
                  </a:lnTo>
                  <a:lnTo>
                    <a:pt x="78" y="438"/>
                  </a:lnTo>
                  <a:lnTo>
                    <a:pt x="90" y="438"/>
                  </a:lnTo>
                  <a:lnTo>
                    <a:pt x="96" y="432"/>
                  </a:lnTo>
                  <a:lnTo>
                    <a:pt x="96" y="426"/>
                  </a:lnTo>
                  <a:lnTo>
                    <a:pt x="120" y="414"/>
                  </a:lnTo>
                  <a:lnTo>
                    <a:pt x="150" y="414"/>
                  </a:lnTo>
                  <a:lnTo>
                    <a:pt x="168" y="420"/>
                  </a:lnTo>
                  <a:lnTo>
                    <a:pt x="186" y="438"/>
                  </a:lnTo>
                  <a:lnTo>
                    <a:pt x="186" y="450"/>
                  </a:lnTo>
                  <a:lnTo>
                    <a:pt x="204" y="444"/>
                  </a:lnTo>
                  <a:lnTo>
                    <a:pt x="198" y="450"/>
                  </a:lnTo>
                  <a:lnTo>
                    <a:pt x="198" y="396"/>
                  </a:lnTo>
                  <a:lnTo>
                    <a:pt x="192" y="366"/>
                  </a:lnTo>
                  <a:lnTo>
                    <a:pt x="186" y="366"/>
                  </a:lnTo>
                  <a:lnTo>
                    <a:pt x="186" y="348"/>
                  </a:lnTo>
                  <a:lnTo>
                    <a:pt x="192" y="336"/>
                  </a:lnTo>
                  <a:lnTo>
                    <a:pt x="198" y="330"/>
                  </a:lnTo>
                  <a:lnTo>
                    <a:pt x="354" y="330"/>
                  </a:lnTo>
                  <a:lnTo>
                    <a:pt x="378" y="318"/>
                  </a:lnTo>
                  <a:lnTo>
                    <a:pt x="396" y="324"/>
                  </a:lnTo>
                  <a:lnTo>
                    <a:pt x="414" y="324"/>
                  </a:lnTo>
                  <a:lnTo>
                    <a:pt x="438" y="330"/>
                  </a:lnTo>
                  <a:lnTo>
                    <a:pt x="456" y="330"/>
                  </a:lnTo>
                  <a:lnTo>
                    <a:pt x="462" y="318"/>
                  </a:lnTo>
                  <a:lnTo>
                    <a:pt x="474" y="318"/>
                  </a:lnTo>
                  <a:lnTo>
                    <a:pt x="480" y="306"/>
                  </a:lnTo>
                  <a:lnTo>
                    <a:pt x="498" y="288"/>
                  </a:lnTo>
                  <a:lnTo>
                    <a:pt x="528" y="288"/>
                  </a:lnTo>
                  <a:lnTo>
                    <a:pt x="534" y="294"/>
                  </a:lnTo>
                  <a:lnTo>
                    <a:pt x="534" y="282"/>
                  </a:lnTo>
                  <a:lnTo>
                    <a:pt x="540" y="282"/>
                  </a:lnTo>
                  <a:lnTo>
                    <a:pt x="546" y="276"/>
                  </a:lnTo>
                  <a:lnTo>
                    <a:pt x="558" y="276"/>
                  </a:lnTo>
                  <a:lnTo>
                    <a:pt x="564" y="258"/>
                  </a:lnTo>
                  <a:lnTo>
                    <a:pt x="570" y="252"/>
                  </a:lnTo>
                  <a:lnTo>
                    <a:pt x="564" y="252"/>
                  </a:lnTo>
                  <a:lnTo>
                    <a:pt x="540" y="216"/>
                  </a:lnTo>
                  <a:lnTo>
                    <a:pt x="564" y="210"/>
                  </a:lnTo>
                  <a:lnTo>
                    <a:pt x="558" y="198"/>
                  </a:lnTo>
                  <a:lnTo>
                    <a:pt x="546" y="186"/>
                  </a:lnTo>
                  <a:lnTo>
                    <a:pt x="534" y="186"/>
                  </a:lnTo>
                  <a:lnTo>
                    <a:pt x="522" y="198"/>
                  </a:lnTo>
                  <a:lnTo>
                    <a:pt x="504" y="198"/>
                  </a:lnTo>
                  <a:lnTo>
                    <a:pt x="498" y="186"/>
                  </a:lnTo>
                  <a:lnTo>
                    <a:pt x="486" y="180"/>
                  </a:lnTo>
                  <a:lnTo>
                    <a:pt x="462" y="156"/>
                  </a:lnTo>
                  <a:lnTo>
                    <a:pt x="462" y="150"/>
                  </a:lnTo>
                  <a:lnTo>
                    <a:pt x="480" y="132"/>
                  </a:lnTo>
                  <a:lnTo>
                    <a:pt x="468" y="132"/>
                  </a:lnTo>
                  <a:lnTo>
                    <a:pt x="468" y="114"/>
                  </a:lnTo>
                  <a:lnTo>
                    <a:pt x="444" y="114"/>
                  </a:lnTo>
                  <a:lnTo>
                    <a:pt x="432" y="108"/>
                  </a:lnTo>
                  <a:lnTo>
                    <a:pt x="420" y="84"/>
                  </a:lnTo>
                  <a:lnTo>
                    <a:pt x="420" y="60"/>
                  </a:lnTo>
                  <a:lnTo>
                    <a:pt x="414" y="48"/>
                  </a:lnTo>
                  <a:lnTo>
                    <a:pt x="414" y="12"/>
                  </a:lnTo>
                  <a:lnTo>
                    <a:pt x="390" y="0"/>
                  </a:lnTo>
                  <a:lnTo>
                    <a:pt x="342" y="0"/>
                  </a:lnTo>
                  <a:lnTo>
                    <a:pt x="324" y="18"/>
                  </a:lnTo>
                  <a:lnTo>
                    <a:pt x="300" y="18"/>
                  </a:lnTo>
                  <a:lnTo>
                    <a:pt x="282" y="42"/>
                  </a:lnTo>
                  <a:lnTo>
                    <a:pt x="258" y="42"/>
                  </a:lnTo>
                  <a:lnTo>
                    <a:pt x="258" y="60"/>
                  </a:lnTo>
                  <a:lnTo>
                    <a:pt x="252" y="66"/>
                  </a:lnTo>
                  <a:lnTo>
                    <a:pt x="252" y="72"/>
                  </a:lnTo>
                  <a:lnTo>
                    <a:pt x="240" y="72"/>
                  </a:lnTo>
                  <a:lnTo>
                    <a:pt x="228" y="60"/>
                  </a:lnTo>
                  <a:lnTo>
                    <a:pt x="222" y="60"/>
                  </a:lnTo>
                  <a:lnTo>
                    <a:pt x="216" y="66"/>
                  </a:lnTo>
                  <a:lnTo>
                    <a:pt x="210" y="78"/>
                  </a:lnTo>
                  <a:lnTo>
                    <a:pt x="198" y="84"/>
                  </a:lnTo>
                  <a:lnTo>
                    <a:pt x="192" y="96"/>
                  </a:lnTo>
                  <a:lnTo>
                    <a:pt x="186" y="102"/>
                  </a:lnTo>
                  <a:lnTo>
                    <a:pt x="186" y="108"/>
                  </a:lnTo>
                  <a:lnTo>
                    <a:pt x="168" y="108"/>
                  </a:lnTo>
                  <a:lnTo>
                    <a:pt x="168" y="144"/>
                  </a:lnTo>
                  <a:lnTo>
                    <a:pt x="144" y="150"/>
                  </a:lnTo>
                  <a:lnTo>
                    <a:pt x="114" y="120"/>
                  </a:lnTo>
                  <a:lnTo>
                    <a:pt x="96" y="150"/>
                  </a:lnTo>
                  <a:lnTo>
                    <a:pt x="102" y="156"/>
                  </a:lnTo>
                  <a:lnTo>
                    <a:pt x="102" y="186"/>
                  </a:lnTo>
                  <a:lnTo>
                    <a:pt x="84" y="186"/>
                  </a:lnTo>
                  <a:lnTo>
                    <a:pt x="84" y="216"/>
                  </a:lnTo>
                  <a:lnTo>
                    <a:pt x="78" y="222"/>
                  </a:lnTo>
                  <a:lnTo>
                    <a:pt x="72" y="222"/>
                  </a:lnTo>
                  <a:lnTo>
                    <a:pt x="78" y="228"/>
                  </a:lnTo>
                  <a:lnTo>
                    <a:pt x="78" y="240"/>
                  </a:lnTo>
                  <a:lnTo>
                    <a:pt x="42" y="240"/>
                  </a:lnTo>
                  <a:lnTo>
                    <a:pt x="36" y="246"/>
                  </a:lnTo>
                  <a:lnTo>
                    <a:pt x="30" y="246"/>
                  </a:lnTo>
                  <a:lnTo>
                    <a:pt x="12" y="258"/>
                  </a:lnTo>
                  <a:lnTo>
                    <a:pt x="36" y="288"/>
                  </a:lnTo>
                  <a:lnTo>
                    <a:pt x="24" y="312"/>
                  </a:lnTo>
                  <a:lnTo>
                    <a:pt x="0" y="31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42" name="Brunei" descr="© INSCALE GmbH, 05.05.2010&#10;http://www.presentationload.com/">
              <a:extLst>
                <a:ext uri="{FF2B5EF4-FFF2-40B4-BE49-F238E27FC236}">
                  <a16:creationId xmlns:a16="http://schemas.microsoft.com/office/drawing/2014/main" id="{71A1A106-EFCA-4088-9D48-2B7882D15759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6417625" y="2856028"/>
              <a:ext cx="37104" cy="34794"/>
            </a:xfrm>
            <a:custGeom>
              <a:avLst/>
              <a:gdLst/>
              <a:ahLst/>
              <a:cxnLst/>
              <a:rect l="l" t="t" r="r" b="b"/>
              <a:pathLst>
                <a:path w="37104" h="35043">
                  <a:moveTo>
                    <a:pt x="17188" y="0"/>
                  </a:moveTo>
                  <a:lnTo>
                    <a:pt x="19166" y="0"/>
                  </a:lnTo>
                  <a:lnTo>
                    <a:pt x="25100" y="1985"/>
                  </a:lnTo>
                  <a:lnTo>
                    <a:pt x="29056" y="1985"/>
                  </a:lnTo>
                  <a:lnTo>
                    <a:pt x="33506" y="3473"/>
                  </a:lnTo>
                  <a:cubicBezTo>
                    <a:pt x="36384" y="5627"/>
                    <a:pt x="37104" y="8809"/>
                    <a:pt x="37104" y="12160"/>
                  </a:cubicBezTo>
                  <a:cubicBezTo>
                    <a:pt x="37104" y="24798"/>
                    <a:pt x="26859" y="35043"/>
                    <a:pt x="14221" y="35043"/>
                  </a:cubicBezTo>
                  <a:lnTo>
                    <a:pt x="0" y="29153"/>
                  </a:lnTo>
                  <a:lnTo>
                    <a:pt x="11254" y="17861"/>
                  </a:lnTo>
                  <a:lnTo>
                    <a:pt x="11254" y="9923"/>
                  </a:lnTo>
                  <a:lnTo>
                    <a:pt x="13232" y="5954"/>
                  </a:lnTo>
                  <a:lnTo>
                    <a:pt x="13232" y="1985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43" name="Bosnia and Herzegovina" descr="© INSCALE GmbH, 05.05.2010&#10;http://www.presentationload.com/">
              <a:extLst>
                <a:ext uri="{FF2B5EF4-FFF2-40B4-BE49-F238E27FC236}">
                  <a16:creationId xmlns:a16="http://schemas.microsoft.com/office/drawing/2014/main" id="{53F455AE-5F46-4984-8423-39D917884334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084816" y="1804908"/>
              <a:ext cx="87885" cy="77067"/>
            </a:xfrm>
            <a:custGeom>
              <a:avLst/>
              <a:gdLst>
                <a:gd name="T0" fmla="*/ 2147483647 w 264"/>
                <a:gd name="T1" fmla="*/ 2147483647 h 234"/>
                <a:gd name="T2" fmla="*/ 2147483647 w 264"/>
                <a:gd name="T3" fmla="*/ 2147483647 h 234"/>
                <a:gd name="T4" fmla="*/ 2147483647 w 264"/>
                <a:gd name="T5" fmla="*/ 2147483647 h 234"/>
                <a:gd name="T6" fmla="*/ 2147483647 w 264"/>
                <a:gd name="T7" fmla="*/ 2147483647 h 234"/>
                <a:gd name="T8" fmla="*/ 2147483647 w 264"/>
                <a:gd name="T9" fmla="*/ 2147483647 h 234"/>
                <a:gd name="T10" fmla="*/ 2147483647 w 264"/>
                <a:gd name="T11" fmla="*/ 2147483647 h 234"/>
                <a:gd name="T12" fmla="*/ 2147483647 w 264"/>
                <a:gd name="T13" fmla="*/ 2147483647 h 234"/>
                <a:gd name="T14" fmla="*/ 2147483647 w 264"/>
                <a:gd name="T15" fmla="*/ 2147483647 h 234"/>
                <a:gd name="T16" fmla="*/ 2147483647 w 264"/>
                <a:gd name="T17" fmla="*/ 2147483647 h 234"/>
                <a:gd name="T18" fmla="*/ 2147483647 w 264"/>
                <a:gd name="T19" fmla="*/ 2147483647 h 234"/>
                <a:gd name="T20" fmla="*/ 2147483647 w 264"/>
                <a:gd name="T21" fmla="*/ 2147483647 h 234"/>
                <a:gd name="T22" fmla="*/ 2147483647 w 264"/>
                <a:gd name="T23" fmla="*/ 2147483647 h 234"/>
                <a:gd name="T24" fmla="*/ 2147483647 w 264"/>
                <a:gd name="T25" fmla="*/ 2147483647 h 234"/>
                <a:gd name="T26" fmla="*/ 2147483647 w 264"/>
                <a:gd name="T27" fmla="*/ 2147483647 h 234"/>
                <a:gd name="T28" fmla="*/ 2147483647 w 264"/>
                <a:gd name="T29" fmla="*/ 2147483647 h 234"/>
                <a:gd name="T30" fmla="*/ 2147483647 w 264"/>
                <a:gd name="T31" fmla="*/ 2147483647 h 234"/>
                <a:gd name="T32" fmla="*/ 2147483647 w 264"/>
                <a:gd name="T33" fmla="*/ 2147483647 h 234"/>
                <a:gd name="T34" fmla="*/ 2147483647 w 264"/>
                <a:gd name="T35" fmla="*/ 2147483647 h 234"/>
                <a:gd name="T36" fmla="*/ 2147483647 w 264"/>
                <a:gd name="T37" fmla="*/ 2147483647 h 234"/>
                <a:gd name="T38" fmla="*/ 2147483647 w 264"/>
                <a:gd name="T39" fmla="*/ 0 h 234"/>
                <a:gd name="T40" fmla="*/ 2147483647 w 264"/>
                <a:gd name="T41" fmla="*/ 0 h 234"/>
                <a:gd name="T42" fmla="*/ 2147483647 w 264"/>
                <a:gd name="T43" fmla="*/ 2147483647 h 234"/>
                <a:gd name="T44" fmla="*/ 0 w 264"/>
                <a:gd name="T45" fmla="*/ 2147483647 h 234"/>
                <a:gd name="T46" fmla="*/ 2147483647 w 264"/>
                <a:gd name="T47" fmla="*/ 2147483647 h 234"/>
                <a:gd name="T48" fmla="*/ 2147483647 w 264"/>
                <a:gd name="T49" fmla="*/ 2147483647 h 234"/>
                <a:gd name="T50" fmla="*/ 2147483647 w 264"/>
                <a:gd name="T51" fmla="*/ 2147483647 h 234"/>
                <a:gd name="T52" fmla="*/ 2147483647 w 264"/>
                <a:gd name="T53" fmla="*/ 2147483647 h 234"/>
                <a:gd name="T54" fmla="*/ 2147483647 w 264"/>
                <a:gd name="T55" fmla="*/ 2147483647 h 234"/>
                <a:gd name="T56" fmla="*/ 2147483647 w 264"/>
                <a:gd name="T57" fmla="*/ 2147483647 h 234"/>
                <a:gd name="T58" fmla="*/ 2147483647 w 264"/>
                <a:gd name="T59" fmla="*/ 2147483647 h 234"/>
                <a:gd name="T60" fmla="*/ 2147483647 w 264"/>
                <a:gd name="T61" fmla="*/ 2147483647 h 234"/>
                <a:gd name="T62" fmla="*/ 2147483647 w 264"/>
                <a:gd name="T63" fmla="*/ 2147483647 h 234"/>
                <a:gd name="T64" fmla="*/ 2147483647 w 264"/>
                <a:gd name="T65" fmla="*/ 2147483647 h 234"/>
                <a:gd name="T66" fmla="*/ 2147483647 w 264"/>
                <a:gd name="T67" fmla="*/ 2147483647 h 234"/>
                <a:gd name="T68" fmla="*/ 2147483647 w 264"/>
                <a:gd name="T69" fmla="*/ 2147483647 h 234"/>
                <a:gd name="T70" fmla="*/ 2147483647 w 264"/>
                <a:gd name="T71" fmla="*/ 2147483647 h 234"/>
                <a:gd name="T72" fmla="*/ 2147483647 w 264"/>
                <a:gd name="T73" fmla="*/ 2147483647 h 234"/>
                <a:gd name="T74" fmla="*/ 2147483647 w 264"/>
                <a:gd name="T75" fmla="*/ 2147483647 h 234"/>
                <a:gd name="T76" fmla="*/ 2147483647 w 264"/>
                <a:gd name="T77" fmla="*/ 2147483647 h 234"/>
                <a:gd name="T78" fmla="*/ 2147483647 w 264"/>
                <a:gd name="T79" fmla="*/ 2147483647 h 234"/>
                <a:gd name="T80" fmla="*/ 2147483647 w 264"/>
                <a:gd name="T81" fmla="*/ 2147483647 h 234"/>
                <a:gd name="T82" fmla="*/ 2147483647 w 264"/>
                <a:gd name="T83" fmla="*/ 2147483647 h 234"/>
                <a:gd name="T84" fmla="*/ 2147483647 w 264"/>
                <a:gd name="T85" fmla="*/ 2147483647 h 234"/>
                <a:gd name="T86" fmla="*/ 2147483647 w 264"/>
                <a:gd name="T87" fmla="*/ 2147483647 h 234"/>
                <a:gd name="T88" fmla="*/ 2147483647 w 264"/>
                <a:gd name="T89" fmla="*/ 2147483647 h 234"/>
                <a:gd name="T90" fmla="*/ 2147483647 w 264"/>
                <a:gd name="T91" fmla="*/ 2147483647 h 234"/>
                <a:gd name="T92" fmla="*/ 2147483647 w 264"/>
                <a:gd name="T93" fmla="*/ 2147483647 h 234"/>
                <a:gd name="T94" fmla="*/ 2147483647 w 264"/>
                <a:gd name="T95" fmla="*/ 2147483647 h 234"/>
                <a:gd name="T96" fmla="*/ 2147483647 w 264"/>
                <a:gd name="T97" fmla="*/ 2147483647 h 234"/>
                <a:gd name="T98" fmla="*/ 2147483647 w 264"/>
                <a:gd name="T99" fmla="*/ 2147483647 h 234"/>
                <a:gd name="T100" fmla="*/ 2147483647 w 264"/>
                <a:gd name="T101" fmla="*/ 2147483647 h 234"/>
                <a:gd name="T102" fmla="*/ 2147483647 w 264"/>
                <a:gd name="T103" fmla="*/ 2147483647 h 234"/>
                <a:gd name="T104" fmla="*/ 2147483647 w 264"/>
                <a:gd name="T105" fmla="*/ 2147483647 h 234"/>
                <a:gd name="T106" fmla="*/ 2147483647 w 264"/>
                <a:gd name="T107" fmla="*/ 2147483647 h 234"/>
                <a:gd name="T108" fmla="*/ 2147483647 w 264"/>
                <a:gd name="T109" fmla="*/ 2147483647 h 234"/>
                <a:gd name="T110" fmla="*/ 2147483647 w 264"/>
                <a:gd name="T111" fmla="*/ 2147483647 h 234"/>
                <a:gd name="T112" fmla="*/ 2147483647 w 264"/>
                <a:gd name="T113" fmla="*/ 2147483647 h 234"/>
                <a:gd name="T114" fmla="*/ 2147483647 w 264"/>
                <a:gd name="T115" fmla="*/ 2147483647 h 234"/>
                <a:gd name="T116" fmla="*/ 2147483647 w 264"/>
                <a:gd name="T117" fmla="*/ 2147483647 h 234"/>
                <a:gd name="T118" fmla="*/ 2147483647 w 264"/>
                <a:gd name="T119" fmla="*/ 2147483647 h 234"/>
                <a:gd name="T120" fmla="*/ 2147483647 w 264"/>
                <a:gd name="T121" fmla="*/ 2147483647 h 234"/>
                <a:gd name="T122" fmla="*/ 2147483647 w 264"/>
                <a:gd name="T123" fmla="*/ 2147483647 h 234"/>
                <a:gd name="T124" fmla="*/ 2147483647 w 264"/>
                <a:gd name="T125" fmla="*/ 2147483647 h 23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64"/>
                <a:gd name="T190" fmla="*/ 0 h 234"/>
                <a:gd name="T191" fmla="*/ 264 w 264"/>
                <a:gd name="T192" fmla="*/ 234 h 23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64" h="234">
                  <a:moveTo>
                    <a:pt x="246" y="78"/>
                  </a:moveTo>
                  <a:lnTo>
                    <a:pt x="228" y="78"/>
                  </a:lnTo>
                  <a:lnTo>
                    <a:pt x="228" y="60"/>
                  </a:lnTo>
                  <a:lnTo>
                    <a:pt x="246" y="42"/>
                  </a:lnTo>
                  <a:lnTo>
                    <a:pt x="246" y="30"/>
                  </a:lnTo>
                  <a:lnTo>
                    <a:pt x="234" y="30"/>
                  </a:lnTo>
                  <a:lnTo>
                    <a:pt x="222" y="36"/>
                  </a:lnTo>
                  <a:lnTo>
                    <a:pt x="216" y="36"/>
                  </a:lnTo>
                  <a:lnTo>
                    <a:pt x="216" y="30"/>
                  </a:lnTo>
                  <a:lnTo>
                    <a:pt x="204" y="30"/>
                  </a:lnTo>
                  <a:lnTo>
                    <a:pt x="192" y="12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120" y="6"/>
                  </a:lnTo>
                  <a:lnTo>
                    <a:pt x="108" y="12"/>
                  </a:lnTo>
                  <a:lnTo>
                    <a:pt x="90" y="6"/>
                  </a:lnTo>
                  <a:lnTo>
                    <a:pt x="66" y="6"/>
                  </a:lnTo>
                  <a:lnTo>
                    <a:pt x="42" y="12"/>
                  </a:lnTo>
                  <a:lnTo>
                    <a:pt x="30" y="6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8" y="24"/>
                  </a:lnTo>
                  <a:lnTo>
                    <a:pt x="0" y="30"/>
                  </a:lnTo>
                  <a:lnTo>
                    <a:pt x="12" y="42"/>
                  </a:lnTo>
                  <a:lnTo>
                    <a:pt x="30" y="48"/>
                  </a:lnTo>
                  <a:lnTo>
                    <a:pt x="30" y="60"/>
                  </a:lnTo>
                  <a:lnTo>
                    <a:pt x="36" y="60"/>
                  </a:lnTo>
                  <a:lnTo>
                    <a:pt x="42" y="66"/>
                  </a:lnTo>
                  <a:lnTo>
                    <a:pt x="42" y="84"/>
                  </a:lnTo>
                  <a:lnTo>
                    <a:pt x="60" y="90"/>
                  </a:lnTo>
                  <a:lnTo>
                    <a:pt x="72" y="120"/>
                  </a:lnTo>
                  <a:lnTo>
                    <a:pt x="84" y="132"/>
                  </a:lnTo>
                  <a:lnTo>
                    <a:pt x="96" y="138"/>
                  </a:lnTo>
                  <a:lnTo>
                    <a:pt x="114" y="150"/>
                  </a:lnTo>
                  <a:lnTo>
                    <a:pt x="126" y="156"/>
                  </a:lnTo>
                  <a:lnTo>
                    <a:pt x="132" y="168"/>
                  </a:lnTo>
                  <a:lnTo>
                    <a:pt x="132" y="174"/>
                  </a:lnTo>
                  <a:lnTo>
                    <a:pt x="126" y="180"/>
                  </a:lnTo>
                  <a:lnTo>
                    <a:pt x="138" y="180"/>
                  </a:lnTo>
                  <a:lnTo>
                    <a:pt x="156" y="198"/>
                  </a:lnTo>
                  <a:lnTo>
                    <a:pt x="162" y="210"/>
                  </a:lnTo>
                  <a:lnTo>
                    <a:pt x="174" y="216"/>
                  </a:lnTo>
                  <a:lnTo>
                    <a:pt x="192" y="234"/>
                  </a:lnTo>
                  <a:lnTo>
                    <a:pt x="210" y="204"/>
                  </a:lnTo>
                  <a:lnTo>
                    <a:pt x="198" y="198"/>
                  </a:lnTo>
                  <a:lnTo>
                    <a:pt x="192" y="198"/>
                  </a:lnTo>
                  <a:lnTo>
                    <a:pt x="186" y="192"/>
                  </a:lnTo>
                  <a:lnTo>
                    <a:pt x="186" y="186"/>
                  </a:lnTo>
                  <a:lnTo>
                    <a:pt x="192" y="180"/>
                  </a:lnTo>
                  <a:lnTo>
                    <a:pt x="198" y="180"/>
                  </a:lnTo>
                  <a:lnTo>
                    <a:pt x="204" y="168"/>
                  </a:lnTo>
                  <a:lnTo>
                    <a:pt x="204" y="162"/>
                  </a:lnTo>
                  <a:lnTo>
                    <a:pt x="210" y="156"/>
                  </a:lnTo>
                  <a:lnTo>
                    <a:pt x="228" y="156"/>
                  </a:lnTo>
                  <a:lnTo>
                    <a:pt x="228" y="132"/>
                  </a:lnTo>
                  <a:lnTo>
                    <a:pt x="258" y="132"/>
                  </a:lnTo>
                  <a:lnTo>
                    <a:pt x="258" y="126"/>
                  </a:lnTo>
                  <a:lnTo>
                    <a:pt x="252" y="114"/>
                  </a:lnTo>
                  <a:lnTo>
                    <a:pt x="240" y="102"/>
                  </a:lnTo>
                  <a:lnTo>
                    <a:pt x="264" y="96"/>
                  </a:lnTo>
                  <a:lnTo>
                    <a:pt x="258" y="84"/>
                  </a:lnTo>
                  <a:lnTo>
                    <a:pt x="252" y="78"/>
                  </a:lnTo>
                  <a:lnTo>
                    <a:pt x="246" y="7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44" name="Botswana" descr="© INSCALE GmbH, 05.05.2010&#10;http://www.presentationload.com/">
              <a:extLst>
                <a:ext uri="{FF2B5EF4-FFF2-40B4-BE49-F238E27FC236}">
                  <a16:creationId xmlns:a16="http://schemas.microsoft.com/office/drawing/2014/main" id="{6D9CE642-AE64-4956-93EA-5A363F242CA9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195965" y="3472108"/>
              <a:ext cx="214542" cy="240190"/>
            </a:xfrm>
            <a:custGeom>
              <a:avLst/>
              <a:gdLst>
                <a:gd name="T0" fmla="*/ 2147483647 w 648"/>
                <a:gd name="T1" fmla="*/ 2147483647 h 732"/>
                <a:gd name="T2" fmla="*/ 2147483647 w 648"/>
                <a:gd name="T3" fmla="*/ 2147483647 h 732"/>
                <a:gd name="T4" fmla="*/ 2147483647 w 648"/>
                <a:gd name="T5" fmla="*/ 2147483647 h 732"/>
                <a:gd name="T6" fmla="*/ 2147483647 w 648"/>
                <a:gd name="T7" fmla="*/ 2147483647 h 732"/>
                <a:gd name="T8" fmla="*/ 2147483647 w 648"/>
                <a:gd name="T9" fmla="*/ 2147483647 h 732"/>
                <a:gd name="T10" fmla="*/ 2147483647 w 648"/>
                <a:gd name="T11" fmla="*/ 2147483647 h 732"/>
                <a:gd name="T12" fmla="*/ 2147483647 w 648"/>
                <a:gd name="T13" fmla="*/ 2147483647 h 732"/>
                <a:gd name="T14" fmla="*/ 2147483647 w 648"/>
                <a:gd name="T15" fmla="*/ 2147483647 h 732"/>
                <a:gd name="T16" fmla="*/ 2147483647 w 648"/>
                <a:gd name="T17" fmla="*/ 2147483647 h 732"/>
                <a:gd name="T18" fmla="*/ 2147483647 w 648"/>
                <a:gd name="T19" fmla="*/ 2147483647 h 732"/>
                <a:gd name="T20" fmla="*/ 2147483647 w 648"/>
                <a:gd name="T21" fmla="*/ 2147483647 h 732"/>
                <a:gd name="T22" fmla="*/ 2147483647 w 648"/>
                <a:gd name="T23" fmla="*/ 2147483647 h 732"/>
                <a:gd name="T24" fmla="*/ 2147483647 w 648"/>
                <a:gd name="T25" fmla="*/ 2147483647 h 732"/>
                <a:gd name="T26" fmla="*/ 2147483647 w 648"/>
                <a:gd name="T27" fmla="*/ 2147483647 h 732"/>
                <a:gd name="T28" fmla="*/ 2147483647 w 648"/>
                <a:gd name="T29" fmla="*/ 2147483647 h 732"/>
                <a:gd name="T30" fmla="*/ 2147483647 w 648"/>
                <a:gd name="T31" fmla="*/ 2147483647 h 732"/>
                <a:gd name="T32" fmla="*/ 2147483647 w 648"/>
                <a:gd name="T33" fmla="*/ 2147483647 h 732"/>
                <a:gd name="T34" fmla="*/ 2147483647 w 648"/>
                <a:gd name="T35" fmla="*/ 2147483647 h 732"/>
                <a:gd name="T36" fmla="*/ 2147483647 w 648"/>
                <a:gd name="T37" fmla="*/ 2147483647 h 732"/>
                <a:gd name="T38" fmla="*/ 2147483647 w 648"/>
                <a:gd name="T39" fmla="*/ 2147483647 h 732"/>
                <a:gd name="T40" fmla="*/ 2147483647 w 648"/>
                <a:gd name="T41" fmla="*/ 2147483647 h 732"/>
                <a:gd name="T42" fmla="*/ 2147483647 w 648"/>
                <a:gd name="T43" fmla="*/ 2147483647 h 732"/>
                <a:gd name="T44" fmla="*/ 2147483647 w 648"/>
                <a:gd name="T45" fmla="*/ 2147483647 h 732"/>
                <a:gd name="T46" fmla="*/ 2147483647 w 648"/>
                <a:gd name="T47" fmla="*/ 2147483647 h 732"/>
                <a:gd name="T48" fmla="*/ 2147483647 w 648"/>
                <a:gd name="T49" fmla="*/ 2147483647 h 732"/>
                <a:gd name="T50" fmla="*/ 2147483647 w 648"/>
                <a:gd name="T51" fmla="*/ 2147483647 h 732"/>
                <a:gd name="T52" fmla="*/ 2147483647 w 648"/>
                <a:gd name="T53" fmla="*/ 2147483647 h 732"/>
                <a:gd name="T54" fmla="*/ 2147483647 w 648"/>
                <a:gd name="T55" fmla="*/ 2147483647 h 732"/>
                <a:gd name="T56" fmla="*/ 2147483647 w 648"/>
                <a:gd name="T57" fmla="*/ 2147483647 h 732"/>
                <a:gd name="T58" fmla="*/ 2147483647 w 648"/>
                <a:gd name="T59" fmla="*/ 2147483647 h 732"/>
                <a:gd name="T60" fmla="*/ 2147483647 w 648"/>
                <a:gd name="T61" fmla="*/ 2147483647 h 732"/>
                <a:gd name="T62" fmla="*/ 2147483647 w 648"/>
                <a:gd name="T63" fmla="*/ 2147483647 h 732"/>
                <a:gd name="T64" fmla="*/ 2147483647 w 648"/>
                <a:gd name="T65" fmla="*/ 2147483647 h 732"/>
                <a:gd name="T66" fmla="*/ 2147483647 w 648"/>
                <a:gd name="T67" fmla="*/ 2147483647 h 732"/>
                <a:gd name="T68" fmla="*/ 2147483647 w 648"/>
                <a:gd name="T69" fmla="*/ 2147483647 h 732"/>
                <a:gd name="T70" fmla="*/ 2147483647 w 648"/>
                <a:gd name="T71" fmla="*/ 2147483647 h 732"/>
                <a:gd name="T72" fmla="*/ 2147483647 w 648"/>
                <a:gd name="T73" fmla="*/ 2147483647 h 732"/>
                <a:gd name="T74" fmla="*/ 2147483647 w 648"/>
                <a:gd name="T75" fmla="*/ 2147483647 h 732"/>
                <a:gd name="T76" fmla="*/ 2147483647 w 648"/>
                <a:gd name="T77" fmla="*/ 2147483647 h 732"/>
                <a:gd name="T78" fmla="*/ 2147483647 w 648"/>
                <a:gd name="T79" fmla="*/ 2147483647 h 732"/>
                <a:gd name="T80" fmla="*/ 2147483647 w 648"/>
                <a:gd name="T81" fmla="*/ 2147483647 h 732"/>
                <a:gd name="T82" fmla="*/ 2147483647 w 648"/>
                <a:gd name="T83" fmla="*/ 2147483647 h 732"/>
                <a:gd name="T84" fmla="*/ 2147483647 w 648"/>
                <a:gd name="T85" fmla="*/ 2147483647 h 732"/>
                <a:gd name="T86" fmla="*/ 2147483647 w 648"/>
                <a:gd name="T87" fmla="*/ 2147483647 h 732"/>
                <a:gd name="T88" fmla="*/ 2147483647 w 648"/>
                <a:gd name="T89" fmla="*/ 2147483647 h 732"/>
                <a:gd name="T90" fmla="*/ 2147483647 w 648"/>
                <a:gd name="T91" fmla="*/ 2147483647 h 732"/>
                <a:gd name="T92" fmla="*/ 2147483647 w 648"/>
                <a:gd name="T93" fmla="*/ 2147483647 h 732"/>
                <a:gd name="T94" fmla="*/ 2147483647 w 648"/>
                <a:gd name="T95" fmla="*/ 0 h 732"/>
                <a:gd name="T96" fmla="*/ 2147483647 w 648"/>
                <a:gd name="T97" fmla="*/ 2147483647 h 732"/>
                <a:gd name="T98" fmla="*/ 2147483647 w 648"/>
                <a:gd name="T99" fmla="*/ 2147483647 h 732"/>
                <a:gd name="T100" fmla="*/ 2147483647 w 648"/>
                <a:gd name="T101" fmla="*/ 2147483647 h 732"/>
                <a:gd name="T102" fmla="*/ 2147483647 w 648"/>
                <a:gd name="T103" fmla="*/ 2147483647 h 732"/>
                <a:gd name="T104" fmla="*/ 2147483647 w 648"/>
                <a:gd name="T105" fmla="*/ 2147483647 h 732"/>
                <a:gd name="T106" fmla="*/ 2147483647 w 648"/>
                <a:gd name="T107" fmla="*/ 2147483647 h 732"/>
                <a:gd name="T108" fmla="*/ 2147483647 w 648"/>
                <a:gd name="T109" fmla="*/ 2147483647 h 732"/>
                <a:gd name="T110" fmla="*/ 2147483647 w 648"/>
                <a:gd name="T111" fmla="*/ 2147483647 h 732"/>
                <a:gd name="T112" fmla="*/ 2147483647 w 648"/>
                <a:gd name="T113" fmla="*/ 2147483647 h 732"/>
                <a:gd name="T114" fmla="*/ 0 w 648"/>
                <a:gd name="T115" fmla="*/ 2147483647 h 73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48"/>
                <a:gd name="T175" fmla="*/ 0 h 732"/>
                <a:gd name="T176" fmla="*/ 648 w 648"/>
                <a:gd name="T177" fmla="*/ 732 h 732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48" h="732">
                  <a:moveTo>
                    <a:pt x="0" y="570"/>
                  </a:moveTo>
                  <a:lnTo>
                    <a:pt x="12" y="576"/>
                  </a:lnTo>
                  <a:lnTo>
                    <a:pt x="18" y="582"/>
                  </a:lnTo>
                  <a:lnTo>
                    <a:pt x="30" y="588"/>
                  </a:lnTo>
                  <a:lnTo>
                    <a:pt x="36" y="594"/>
                  </a:lnTo>
                  <a:lnTo>
                    <a:pt x="42" y="612"/>
                  </a:lnTo>
                  <a:lnTo>
                    <a:pt x="48" y="624"/>
                  </a:lnTo>
                  <a:lnTo>
                    <a:pt x="48" y="642"/>
                  </a:lnTo>
                  <a:lnTo>
                    <a:pt x="54" y="648"/>
                  </a:lnTo>
                  <a:lnTo>
                    <a:pt x="54" y="672"/>
                  </a:lnTo>
                  <a:lnTo>
                    <a:pt x="48" y="684"/>
                  </a:lnTo>
                  <a:lnTo>
                    <a:pt x="48" y="690"/>
                  </a:lnTo>
                  <a:lnTo>
                    <a:pt x="42" y="702"/>
                  </a:lnTo>
                  <a:lnTo>
                    <a:pt x="42" y="732"/>
                  </a:lnTo>
                  <a:lnTo>
                    <a:pt x="120" y="732"/>
                  </a:lnTo>
                  <a:lnTo>
                    <a:pt x="120" y="714"/>
                  </a:lnTo>
                  <a:lnTo>
                    <a:pt x="144" y="714"/>
                  </a:lnTo>
                  <a:lnTo>
                    <a:pt x="144" y="708"/>
                  </a:lnTo>
                  <a:lnTo>
                    <a:pt x="150" y="702"/>
                  </a:lnTo>
                  <a:lnTo>
                    <a:pt x="156" y="690"/>
                  </a:lnTo>
                  <a:lnTo>
                    <a:pt x="162" y="684"/>
                  </a:lnTo>
                  <a:lnTo>
                    <a:pt x="168" y="684"/>
                  </a:lnTo>
                  <a:lnTo>
                    <a:pt x="174" y="678"/>
                  </a:lnTo>
                  <a:lnTo>
                    <a:pt x="186" y="678"/>
                  </a:lnTo>
                  <a:lnTo>
                    <a:pt x="186" y="654"/>
                  </a:lnTo>
                  <a:lnTo>
                    <a:pt x="192" y="642"/>
                  </a:lnTo>
                  <a:lnTo>
                    <a:pt x="192" y="630"/>
                  </a:lnTo>
                  <a:lnTo>
                    <a:pt x="198" y="618"/>
                  </a:lnTo>
                  <a:lnTo>
                    <a:pt x="204" y="612"/>
                  </a:lnTo>
                  <a:lnTo>
                    <a:pt x="216" y="606"/>
                  </a:lnTo>
                  <a:lnTo>
                    <a:pt x="228" y="606"/>
                  </a:lnTo>
                  <a:lnTo>
                    <a:pt x="240" y="612"/>
                  </a:lnTo>
                  <a:lnTo>
                    <a:pt x="246" y="618"/>
                  </a:lnTo>
                  <a:lnTo>
                    <a:pt x="258" y="624"/>
                  </a:lnTo>
                  <a:lnTo>
                    <a:pt x="270" y="636"/>
                  </a:lnTo>
                  <a:lnTo>
                    <a:pt x="300" y="636"/>
                  </a:lnTo>
                  <a:lnTo>
                    <a:pt x="306" y="642"/>
                  </a:lnTo>
                  <a:lnTo>
                    <a:pt x="318" y="648"/>
                  </a:lnTo>
                  <a:lnTo>
                    <a:pt x="324" y="654"/>
                  </a:lnTo>
                  <a:lnTo>
                    <a:pt x="336" y="654"/>
                  </a:lnTo>
                  <a:lnTo>
                    <a:pt x="348" y="648"/>
                  </a:lnTo>
                  <a:lnTo>
                    <a:pt x="354" y="642"/>
                  </a:lnTo>
                  <a:lnTo>
                    <a:pt x="360" y="648"/>
                  </a:lnTo>
                  <a:lnTo>
                    <a:pt x="372" y="648"/>
                  </a:lnTo>
                  <a:lnTo>
                    <a:pt x="384" y="642"/>
                  </a:lnTo>
                  <a:lnTo>
                    <a:pt x="390" y="636"/>
                  </a:lnTo>
                  <a:lnTo>
                    <a:pt x="396" y="624"/>
                  </a:lnTo>
                  <a:lnTo>
                    <a:pt x="402" y="606"/>
                  </a:lnTo>
                  <a:lnTo>
                    <a:pt x="408" y="594"/>
                  </a:lnTo>
                  <a:lnTo>
                    <a:pt x="408" y="582"/>
                  </a:lnTo>
                  <a:lnTo>
                    <a:pt x="426" y="564"/>
                  </a:lnTo>
                  <a:lnTo>
                    <a:pt x="444" y="558"/>
                  </a:lnTo>
                  <a:lnTo>
                    <a:pt x="456" y="552"/>
                  </a:lnTo>
                  <a:lnTo>
                    <a:pt x="462" y="546"/>
                  </a:lnTo>
                  <a:lnTo>
                    <a:pt x="468" y="534"/>
                  </a:lnTo>
                  <a:lnTo>
                    <a:pt x="480" y="528"/>
                  </a:lnTo>
                  <a:lnTo>
                    <a:pt x="480" y="492"/>
                  </a:lnTo>
                  <a:lnTo>
                    <a:pt x="492" y="468"/>
                  </a:lnTo>
                  <a:lnTo>
                    <a:pt x="504" y="462"/>
                  </a:lnTo>
                  <a:lnTo>
                    <a:pt x="510" y="462"/>
                  </a:lnTo>
                  <a:lnTo>
                    <a:pt x="522" y="456"/>
                  </a:lnTo>
                  <a:lnTo>
                    <a:pt x="564" y="414"/>
                  </a:lnTo>
                  <a:lnTo>
                    <a:pt x="576" y="390"/>
                  </a:lnTo>
                  <a:lnTo>
                    <a:pt x="582" y="384"/>
                  </a:lnTo>
                  <a:lnTo>
                    <a:pt x="594" y="384"/>
                  </a:lnTo>
                  <a:lnTo>
                    <a:pt x="606" y="378"/>
                  </a:lnTo>
                  <a:lnTo>
                    <a:pt x="618" y="378"/>
                  </a:lnTo>
                  <a:lnTo>
                    <a:pt x="630" y="354"/>
                  </a:lnTo>
                  <a:lnTo>
                    <a:pt x="648" y="354"/>
                  </a:lnTo>
                  <a:lnTo>
                    <a:pt x="648" y="348"/>
                  </a:lnTo>
                  <a:lnTo>
                    <a:pt x="642" y="336"/>
                  </a:lnTo>
                  <a:lnTo>
                    <a:pt x="624" y="318"/>
                  </a:lnTo>
                  <a:lnTo>
                    <a:pt x="606" y="312"/>
                  </a:lnTo>
                  <a:lnTo>
                    <a:pt x="594" y="312"/>
                  </a:lnTo>
                  <a:lnTo>
                    <a:pt x="576" y="306"/>
                  </a:lnTo>
                  <a:lnTo>
                    <a:pt x="564" y="306"/>
                  </a:lnTo>
                  <a:lnTo>
                    <a:pt x="564" y="276"/>
                  </a:lnTo>
                  <a:lnTo>
                    <a:pt x="546" y="276"/>
                  </a:lnTo>
                  <a:lnTo>
                    <a:pt x="546" y="246"/>
                  </a:lnTo>
                  <a:lnTo>
                    <a:pt x="552" y="240"/>
                  </a:lnTo>
                  <a:lnTo>
                    <a:pt x="546" y="216"/>
                  </a:lnTo>
                  <a:lnTo>
                    <a:pt x="516" y="216"/>
                  </a:lnTo>
                  <a:lnTo>
                    <a:pt x="516" y="186"/>
                  </a:lnTo>
                  <a:lnTo>
                    <a:pt x="510" y="180"/>
                  </a:lnTo>
                  <a:lnTo>
                    <a:pt x="480" y="180"/>
                  </a:lnTo>
                  <a:lnTo>
                    <a:pt x="462" y="162"/>
                  </a:lnTo>
                  <a:lnTo>
                    <a:pt x="450" y="156"/>
                  </a:lnTo>
                  <a:lnTo>
                    <a:pt x="432" y="120"/>
                  </a:lnTo>
                  <a:lnTo>
                    <a:pt x="432" y="96"/>
                  </a:lnTo>
                  <a:lnTo>
                    <a:pt x="426" y="90"/>
                  </a:lnTo>
                  <a:lnTo>
                    <a:pt x="414" y="66"/>
                  </a:lnTo>
                  <a:lnTo>
                    <a:pt x="408" y="60"/>
                  </a:lnTo>
                  <a:lnTo>
                    <a:pt x="396" y="60"/>
                  </a:lnTo>
                  <a:lnTo>
                    <a:pt x="396" y="30"/>
                  </a:lnTo>
                  <a:lnTo>
                    <a:pt x="384" y="18"/>
                  </a:lnTo>
                  <a:lnTo>
                    <a:pt x="378" y="0"/>
                  </a:lnTo>
                  <a:lnTo>
                    <a:pt x="342" y="6"/>
                  </a:lnTo>
                  <a:lnTo>
                    <a:pt x="330" y="18"/>
                  </a:lnTo>
                  <a:lnTo>
                    <a:pt x="306" y="18"/>
                  </a:lnTo>
                  <a:lnTo>
                    <a:pt x="264" y="60"/>
                  </a:lnTo>
                  <a:lnTo>
                    <a:pt x="258" y="60"/>
                  </a:lnTo>
                  <a:lnTo>
                    <a:pt x="258" y="42"/>
                  </a:lnTo>
                  <a:lnTo>
                    <a:pt x="252" y="42"/>
                  </a:lnTo>
                  <a:lnTo>
                    <a:pt x="252" y="24"/>
                  </a:lnTo>
                  <a:lnTo>
                    <a:pt x="246" y="18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168" y="36"/>
                  </a:lnTo>
                  <a:lnTo>
                    <a:pt x="132" y="36"/>
                  </a:lnTo>
                  <a:lnTo>
                    <a:pt x="114" y="42"/>
                  </a:lnTo>
                  <a:lnTo>
                    <a:pt x="78" y="42"/>
                  </a:lnTo>
                  <a:lnTo>
                    <a:pt x="78" y="216"/>
                  </a:lnTo>
                  <a:lnTo>
                    <a:pt x="72" y="222"/>
                  </a:lnTo>
                  <a:lnTo>
                    <a:pt x="78" y="348"/>
                  </a:lnTo>
                  <a:lnTo>
                    <a:pt x="6" y="348"/>
                  </a:lnTo>
                  <a:lnTo>
                    <a:pt x="0" y="57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45" name="Bolivia" descr="© INSCALE GmbH, 05.05.2010&#10;http://www.presentationload.com/">
              <a:extLst>
                <a:ext uri="{FF2B5EF4-FFF2-40B4-BE49-F238E27FC236}">
                  <a16:creationId xmlns:a16="http://schemas.microsoft.com/office/drawing/2014/main" id="{0DE98F62-60E0-4DE5-93C2-6492EE1DE899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106126" y="3258890"/>
              <a:ext cx="294673" cy="348083"/>
            </a:xfrm>
            <a:custGeom>
              <a:avLst/>
              <a:gdLst>
                <a:gd name="T0" fmla="*/ 2147483647 w 894"/>
                <a:gd name="T1" fmla="*/ 2147483647 h 1056"/>
                <a:gd name="T2" fmla="*/ 2147483647 w 894"/>
                <a:gd name="T3" fmla="*/ 2147483647 h 1056"/>
                <a:gd name="T4" fmla="*/ 2147483647 w 894"/>
                <a:gd name="T5" fmla="*/ 2147483647 h 1056"/>
                <a:gd name="T6" fmla="*/ 2147483647 w 894"/>
                <a:gd name="T7" fmla="*/ 2147483647 h 1056"/>
                <a:gd name="T8" fmla="*/ 2147483647 w 894"/>
                <a:gd name="T9" fmla="*/ 2147483647 h 1056"/>
                <a:gd name="T10" fmla="*/ 2147483647 w 894"/>
                <a:gd name="T11" fmla="*/ 2147483647 h 1056"/>
                <a:gd name="T12" fmla="*/ 2147483647 w 894"/>
                <a:gd name="T13" fmla="*/ 2147483647 h 1056"/>
                <a:gd name="T14" fmla="*/ 2147483647 w 894"/>
                <a:gd name="T15" fmla="*/ 2147483647 h 1056"/>
                <a:gd name="T16" fmla="*/ 2147483647 w 894"/>
                <a:gd name="T17" fmla="*/ 2147483647 h 1056"/>
                <a:gd name="T18" fmla="*/ 2147483647 w 894"/>
                <a:gd name="T19" fmla="*/ 2147483647 h 1056"/>
                <a:gd name="T20" fmla="*/ 2147483647 w 894"/>
                <a:gd name="T21" fmla="*/ 2147483647 h 1056"/>
                <a:gd name="T22" fmla="*/ 2147483647 w 894"/>
                <a:gd name="T23" fmla="*/ 2147483647 h 1056"/>
                <a:gd name="T24" fmla="*/ 2147483647 w 894"/>
                <a:gd name="T25" fmla="*/ 2147483647 h 1056"/>
                <a:gd name="T26" fmla="*/ 2147483647 w 894"/>
                <a:gd name="T27" fmla="*/ 2147483647 h 1056"/>
                <a:gd name="T28" fmla="*/ 2147483647 w 894"/>
                <a:gd name="T29" fmla="*/ 2147483647 h 1056"/>
                <a:gd name="T30" fmla="*/ 2147483647 w 894"/>
                <a:gd name="T31" fmla="*/ 2147483647 h 1056"/>
                <a:gd name="T32" fmla="*/ 2147483647 w 894"/>
                <a:gd name="T33" fmla="*/ 2147483647 h 1056"/>
                <a:gd name="T34" fmla="*/ 2147483647 w 894"/>
                <a:gd name="T35" fmla="*/ 2147483647 h 1056"/>
                <a:gd name="T36" fmla="*/ 2147483647 w 894"/>
                <a:gd name="T37" fmla="*/ 2147483647 h 1056"/>
                <a:gd name="T38" fmla="*/ 2147483647 w 894"/>
                <a:gd name="T39" fmla="*/ 2147483647 h 1056"/>
                <a:gd name="T40" fmla="*/ 2147483647 w 894"/>
                <a:gd name="T41" fmla="*/ 2147483647 h 1056"/>
                <a:gd name="T42" fmla="*/ 2147483647 w 894"/>
                <a:gd name="T43" fmla="*/ 2147483647 h 1056"/>
                <a:gd name="T44" fmla="*/ 2147483647 w 894"/>
                <a:gd name="T45" fmla="*/ 2147483647 h 1056"/>
                <a:gd name="T46" fmla="*/ 2147483647 w 894"/>
                <a:gd name="T47" fmla="*/ 2147483647 h 1056"/>
                <a:gd name="T48" fmla="*/ 0 w 894"/>
                <a:gd name="T49" fmla="*/ 2147483647 h 1056"/>
                <a:gd name="T50" fmla="*/ 2147483647 w 894"/>
                <a:gd name="T51" fmla="*/ 2147483647 h 1056"/>
                <a:gd name="T52" fmla="*/ 2147483647 w 894"/>
                <a:gd name="T53" fmla="*/ 2147483647 h 1056"/>
                <a:gd name="T54" fmla="*/ 2147483647 w 894"/>
                <a:gd name="T55" fmla="*/ 2147483647 h 1056"/>
                <a:gd name="T56" fmla="*/ 2147483647 w 894"/>
                <a:gd name="T57" fmla="*/ 2147483647 h 1056"/>
                <a:gd name="T58" fmla="*/ 2147483647 w 894"/>
                <a:gd name="T59" fmla="*/ 2147483647 h 1056"/>
                <a:gd name="T60" fmla="*/ 2147483647 w 894"/>
                <a:gd name="T61" fmla="*/ 2147483647 h 1056"/>
                <a:gd name="T62" fmla="*/ 2147483647 w 894"/>
                <a:gd name="T63" fmla="*/ 2147483647 h 1056"/>
                <a:gd name="T64" fmla="*/ 2147483647 w 894"/>
                <a:gd name="T65" fmla="*/ 2147483647 h 1056"/>
                <a:gd name="T66" fmla="*/ 2147483647 w 894"/>
                <a:gd name="T67" fmla="*/ 2147483647 h 1056"/>
                <a:gd name="T68" fmla="*/ 2147483647 w 894"/>
                <a:gd name="T69" fmla="*/ 2147483647 h 1056"/>
                <a:gd name="T70" fmla="*/ 2147483647 w 894"/>
                <a:gd name="T71" fmla="*/ 2147483647 h 1056"/>
                <a:gd name="T72" fmla="*/ 2147483647 w 894"/>
                <a:gd name="T73" fmla="*/ 2147483647 h 1056"/>
                <a:gd name="T74" fmla="*/ 2147483647 w 894"/>
                <a:gd name="T75" fmla="*/ 2147483647 h 1056"/>
                <a:gd name="T76" fmla="*/ 2147483647 w 894"/>
                <a:gd name="T77" fmla="*/ 2147483647 h 1056"/>
                <a:gd name="T78" fmla="*/ 2147483647 w 894"/>
                <a:gd name="T79" fmla="*/ 2147483647 h 1056"/>
                <a:gd name="T80" fmla="*/ 2147483647 w 894"/>
                <a:gd name="T81" fmla="*/ 2147483647 h 1056"/>
                <a:gd name="T82" fmla="*/ 2147483647 w 894"/>
                <a:gd name="T83" fmla="*/ 2147483647 h 1056"/>
                <a:gd name="T84" fmla="*/ 2147483647 w 894"/>
                <a:gd name="T85" fmla="*/ 2147483647 h 1056"/>
                <a:gd name="T86" fmla="*/ 2147483647 w 894"/>
                <a:gd name="T87" fmla="*/ 2147483647 h 1056"/>
                <a:gd name="T88" fmla="*/ 2147483647 w 894"/>
                <a:gd name="T89" fmla="*/ 2147483647 h 1056"/>
                <a:gd name="T90" fmla="*/ 2147483647 w 894"/>
                <a:gd name="T91" fmla="*/ 2147483647 h 1056"/>
                <a:gd name="T92" fmla="*/ 2147483647 w 894"/>
                <a:gd name="T93" fmla="*/ 2147483647 h 1056"/>
                <a:gd name="T94" fmla="*/ 2147483647 w 894"/>
                <a:gd name="T95" fmla="*/ 2147483647 h 1056"/>
                <a:gd name="T96" fmla="*/ 2147483647 w 894"/>
                <a:gd name="T97" fmla="*/ 2147483647 h 1056"/>
                <a:gd name="T98" fmla="*/ 2147483647 w 894"/>
                <a:gd name="T99" fmla="*/ 2147483647 h 1056"/>
                <a:gd name="T100" fmla="*/ 2147483647 w 894"/>
                <a:gd name="T101" fmla="*/ 2147483647 h 105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94"/>
                <a:gd name="T154" fmla="*/ 0 h 1056"/>
                <a:gd name="T155" fmla="*/ 894 w 894"/>
                <a:gd name="T156" fmla="*/ 1056 h 105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94" h="1056">
                  <a:moveTo>
                    <a:pt x="882" y="744"/>
                  </a:moveTo>
                  <a:lnTo>
                    <a:pt x="882" y="738"/>
                  </a:lnTo>
                  <a:lnTo>
                    <a:pt x="888" y="732"/>
                  </a:lnTo>
                  <a:lnTo>
                    <a:pt x="888" y="708"/>
                  </a:lnTo>
                  <a:lnTo>
                    <a:pt x="894" y="696"/>
                  </a:lnTo>
                  <a:lnTo>
                    <a:pt x="894" y="684"/>
                  </a:lnTo>
                  <a:lnTo>
                    <a:pt x="882" y="648"/>
                  </a:lnTo>
                  <a:lnTo>
                    <a:pt x="876" y="636"/>
                  </a:lnTo>
                  <a:lnTo>
                    <a:pt x="864" y="624"/>
                  </a:lnTo>
                  <a:lnTo>
                    <a:pt x="840" y="612"/>
                  </a:lnTo>
                  <a:lnTo>
                    <a:pt x="834" y="606"/>
                  </a:lnTo>
                  <a:lnTo>
                    <a:pt x="822" y="600"/>
                  </a:lnTo>
                  <a:lnTo>
                    <a:pt x="816" y="588"/>
                  </a:lnTo>
                  <a:lnTo>
                    <a:pt x="816" y="576"/>
                  </a:lnTo>
                  <a:lnTo>
                    <a:pt x="822" y="558"/>
                  </a:lnTo>
                  <a:lnTo>
                    <a:pt x="822" y="546"/>
                  </a:lnTo>
                  <a:lnTo>
                    <a:pt x="828" y="540"/>
                  </a:lnTo>
                  <a:lnTo>
                    <a:pt x="828" y="534"/>
                  </a:lnTo>
                  <a:lnTo>
                    <a:pt x="768" y="534"/>
                  </a:lnTo>
                  <a:lnTo>
                    <a:pt x="720" y="528"/>
                  </a:lnTo>
                  <a:lnTo>
                    <a:pt x="690" y="522"/>
                  </a:lnTo>
                  <a:lnTo>
                    <a:pt x="684" y="516"/>
                  </a:lnTo>
                  <a:lnTo>
                    <a:pt x="684" y="474"/>
                  </a:lnTo>
                  <a:lnTo>
                    <a:pt x="690" y="462"/>
                  </a:lnTo>
                  <a:lnTo>
                    <a:pt x="684" y="456"/>
                  </a:lnTo>
                  <a:lnTo>
                    <a:pt x="672" y="450"/>
                  </a:lnTo>
                  <a:lnTo>
                    <a:pt x="666" y="438"/>
                  </a:lnTo>
                  <a:lnTo>
                    <a:pt x="660" y="432"/>
                  </a:lnTo>
                  <a:lnTo>
                    <a:pt x="660" y="426"/>
                  </a:lnTo>
                  <a:lnTo>
                    <a:pt x="678" y="426"/>
                  </a:lnTo>
                  <a:lnTo>
                    <a:pt x="678" y="396"/>
                  </a:lnTo>
                  <a:lnTo>
                    <a:pt x="672" y="384"/>
                  </a:lnTo>
                  <a:lnTo>
                    <a:pt x="666" y="378"/>
                  </a:lnTo>
                  <a:lnTo>
                    <a:pt x="660" y="366"/>
                  </a:lnTo>
                  <a:lnTo>
                    <a:pt x="660" y="336"/>
                  </a:lnTo>
                  <a:lnTo>
                    <a:pt x="654" y="330"/>
                  </a:lnTo>
                  <a:lnTo>
                    <a:pt x="648" y="318"/>
                  </a:lnTo>
                  <a:lnTo>
                    <a:pt x="624" y="306"/>
                  </a:lnTo>
                  <a:lnTo>
                    <a:pt x="564" y="306"/>
                  </a:lnTo>
                  <a:lnTo>
                    <a:pt x="558" y="300"/>
                  </a:lnTo>
                  <a:lnTo>
                    <a:pt x="546" y="294"/>
                  </a:lnTo>
                  <a:lnTo>
                    <a:pt x="534" y="282"/>
                  </a:lnTo>
                  <a:lnTo>
                    <a:pt x="534" y="276"/>
                  </a:lnTo>
                  <a:lnTo>
                    <a:pt x="510" y="276"/>
                  </a:lnTo>
                  <a:lnTo>
                    <a:pt x="498" y="270"/>
                  </a:lnTo>
                  <a:lnTo>
                    <a:pt x="486" y="258"/>
                  </a:lnTo>
                  <a:lnTo>
                    <a:pt x="474" y="252"/>
                  </a:lnTo>
                  <a:lnTo>
                    <a:pt x="468" y="240"/>
                  </a:lnTo>
                  <a:lnTo>
                    <a:pt x="468" y="234"/>
                  </a:lnTo>
                  <a:lnTo>
                    <a:pt x="456" y="234"/>
                  </a:lnTo>
                  <a:lnTo>
                    <a:pt x="450" y="240"/>
                  </a:lnTo>
                  <a:lnTo>
                    <a:pt x="438" y="240"/>
                  </a:lnTo>
                  <a:lnTo>
                    <a:pt x="426" y="234"/>
                  </a:lnTo>
                  <a:lnTo>
                    <a:pt x="420" y="222"/>
                  </a:lnTo>
                  <a:lnTo>
                    <a:pt x="414" y="228"/>
                  </a:lnTo>
                  <a:lnTo>
                    <a:pt x="384" y="228"/>
                  </a:lnTo>
                  <a:lnTo>
                    <a:pt x="372" y="222"/>
                  </a:lnTo>
                  <a:lnTo>
                    <a:pt x="366" y="216"/>
                  </a:lnTo>
                  <a:lnTo>
                    <a:pt x="366" y="210"/>
                  </a:lnTo>
                  <a:lnTo>
                    <a:pt x="360" y="198"/>
                  </a:lnTo>
                  <a:lnTo>
                    <a:pt x="360" y="192"/>
                  </a:lnTo>
                  <a:lnTo>
                    <a:pt x="354" y="186"/>
                  </a:lnTo>
                  <a:lnTo>
                    <a:pt x="330" y="186"/>
                  </a:lnTo>
                  <a:lnTo>
                    <a:pt x="324" y="156"/>
                  </a:lnTo>
                  <a:lnTo>
                    <a:pt x="318" y="150"/>
                  </a:lnTo>
                  <a:lnTo>
                    <a:pt x="306" y="144"/>
                  </a:lnTo>
                  <a:lnTo>
                    <a:pt x="294" y="132"/>
                  </a:lnTo>
                  <a:lnTo>
                    <a:pt x="294" y="120"/>
                  </a:lnTo>
                  <a:lnTo>
                    <a:pt x="300" y="114"/>
                  </a:lnTo>
                  <a:lnTo>
                    <a:pt x="300" y="96"/>
                  </a:lnTo>
                  <a:lnTo>
                    <a:pt x="294" y="84"/>
                  </a:lnTo>
                  <a:lnTo>
                    <a:pt x="288" y="78"/>
                  </a:lnTo>
                  <a:lnTo>
                    <a:pt x="288" y="48"/>
                  </a:lnTo>
                  <a:lnTo>
                    <a:pt x="294" y="42"/>
                  </a:lnTo>
                  <a:lnTo>
                    <a:pt x="294" y="36"/>
                  </a:lnTo>
                  <a:lnTo>
                    <a:pt x="300" y="30"/>
                  </a:lnTo>
                  <a:lnTo>
                    <a:pt x="300" y="0"/>
                  </a:lnTo>
                  <a:lnTo>
                    <a:pt x="288" y="0"/>
                  </a:lnTo>
                  <a:lnTo>
                    <a:pt x="276" y="6"/>
                  </a:lnTo>
                  <a:lnTo>
                    <a:pt x="276" y="12"/>
                  </a:lnTo>
                  <a:lnTo>
                    <a:pt x="270" y="12"/>
                  </a:lnTo>
                  <a:lnTo>
                    <a:pt x="258" y="0"/>
                  </a:lnTo>
                  <a:lnTo>
                    <a:pt x="246" y="12"/>
                  </a:lnTo>
                  <a:lnTo>
                    <a:pt x="210" y="12"/>
                  </a:lnTo>
                  <a:lnTo>
                    <a:pt x="198" y="18"/>
                  </a:lnTo>
                  <a:lnTo>
                    <a:pt x="192" y="24"/>
                  </a:lnTo>
                  <a:lnTo>
                    <a:pt x="186" y="36"/>
                  </a:lnTo>
                  <a:lnTo>
                    <a:pt x="180" y="42"/>
                  </a:lnTo>
                  <a:lnTo>
                    <a:pt x="180" y="48"/>
                  </a:lnTo>
                  <a:lnTo>
                    <a:pt x="144" y="48"/>
                  </a:lnTo>
                  <a:lnTo>
                    <a:pt x="138" y="78"/>
                  </a:lnTo>
                  <a:lnTo>
                    <a:pt x="102" y="78"/>
                  </a:lnTo>
                  <a:lnTo>
                    <a:pt x="90" y="96"/>
                  </a:lnTo>
                  <a:lnTo>
                    <a:pt x="84" y="102"/>
                  </a:lnTo>
                  <a:lnTo>
                    <a:pt x="60" y="114"/>
                  </a:lnTo>
                  <a:lnTo>
                    <a:pt x="42" y="114"/>
                  </a:lnTo>
                  <a:lnTo>
                    <a:pt x="42" y="108"/>
                  </a:lnTo>
                  <a:lnTo>
                    <a:pt x="36" y="102"/>
                  </a:lnTo>
                  <a:lnTo>
                    <a:pt x="12" y="102"/>
                  </a:lnTo>
                  <a:lnTo>
                    <a:pt x="0" y="96"/>
                  </a:lnTo>
                  <a:lnTo>
                    <a:pt x="0" y="114"/>
                  </a:lnTo>
                  <a:lnTo>
                    <a:pt x="6" y="132"/>
                  </a:lnTo>
                  <a:lnTo>
                    <a:pt x="18" y="144"/>
                  </a:lnTo>
                  <a:lnTo>
                    <a:pt x="30" y="162"/>
                  </a:lnTo>
                  <a:lnTo>
                    <a:pt x="42" y="174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66" y="228"/>
                  </a:lnTo>
                  <a:lnTo>
                    <a:pt x="60" y="234"/>
                  </a:lnTo>
                  <a:lnTo>
                    <a:pt x="54" y="246"/>
                  </a:lnTo>
                  <a:lnTo>
                    <a:pt x="48" y="252"/>
                  </a:lnTo>
                  <a:lnTo>
                    <a:pt x="60" y="300"/>
                  </a:lnTo>
                  <a:lnTo>
                    <a:pt x="42" y="330"/>
                  </a:lnTo>
                  <a:lnTo>
                    <a:pt x="48" y="330"/>
                  </a:lnTo>
                  <a:lnTo>
                    <a:pt x="60" y="342"/>
                  </a:lnTo>
                  <a:lnTo>
                    <a:pt x="66" y="354"/>
                  </a:lnTo>
                  <a:lnTo>
                    <a:pt x="66" y="360"/>
                  </a:lnTo>
                  <a:lnTo>
                    <a:pt x="60" y="372"/>
                  </a:lnTo>
                  <a:lnTo>
                    <a:pt x="48" y="384"/>
                  </a:lnTo>
                  <a:lnTo>
                    <a:pt x="36" y="408"/>
                  </a:lnTo>
                  <a:lnTo>
                    <a:pt x="42" y="426"/>
                  </a:lnTo>
                  <a:lnTo>
                    <a:pt x="48" y="438"/>
                  </a:lnTo>
                  <a:lnTo>
                    <a:pt x="54" y="444"/>
                  </a:lnTo>
                  <a:lnTo>
                    <a:pt x="54" y="450"/>
                  </a:lnTo>
                  <a:lnTo>
                    <a:pt x="42" y="468"/>
                  </a:lnTo>
                  <a:lnTo>
                    <a:pt x="54" y="480"/>
                  </a:lnTo>
                  <a:lnTo>
                    <a:pt x="78" y="498"/>
                  </a:lnTo>
                  <a:lnTo>
                    <a:pt x="78" y="516"/>
                  </a:lnTo>
                  <a:lnTo>
                    <a:pt x="102" y="528"/>
                  </a:lnTo>
                  <a:lnTo>
                    <a:pt x="90" y="558"/>
                  </a:lnTo>
                  <a:lnTo>
                    <a:pt x="78" y="546"/>
                  </a:lnTo>
                  <a:lnTo>
                    <a:pt x="78" y="558"/>
                  </a:lnTo>
                  <a:lnTo>
                    <a:pt x="66" y="582"/>
                  </a:lnTo>
                  <a:lnTo>
                    <a:pt x="54" y="588"/>
                  </a:lnTo>
                  <a:lnTo>
                    <a:pt x="36" y="606"/>
                  </a:lnTo>
                  <a:lnTo>
                    <a:pt x="48" y="630"/>
                  </a:lnTo>
                  <a:lnTo>
                    <a:pt x="42" y="636"/>
                  </a:lnTo>
                  <a:lnTo>
                    <a:pt x="60" y="666"/>
                  </a:lnTo>
                  <a:lnTo>
                    <a:pt x="84" y="666"/>
                  </a:lnTo>
                  <a:lnTo>
                    <a:pt x="96" y="744"/>
                  </a:lnTo>
                  <a:lnTo>
                    <a:pt x="108" y="750"/>
                  </a:lnTo>
                  <a:lnTo>
                    <a:pt x="114" y="750"/>
                  </a:lnTo>
                  <a:lnTo>
                    <a:pt x="138" y="762"/>
                  </a:lnTo>
                  <a:lnTo>
                    <a:pt x="144" y="774"/>
                  </a:lnTo>
                  <a:lnTo>
                    <a:pt x="144" y="780"/>
                  </a:lnTo>
                  <a:lnTo>
                    <a:pt x="138" y="792"/>
                  </a:lnTo>
                  <a:lnTo>
                    <a:pt x="126" y="804"/>
                  </a:lnTo>
                  <a:lnTo>
                    <a:pt x="144" y="822"/>
                  </a:lnTo>
                  <a:lnTo>
                    <a:pt x="138" y="828"/>
                  </a:lnTo>
                  <a:lnTo>
                    <a:pt x="132" y="840"/>
                  </a:lnTo>
                  <a:lnTo>
                    <a:pt x="126" y="846"/>
                  </a:lnTo>
                  <a:lnTo>
                    <a:pt x="126" y="858"/>
                  </a:lnTo>
                  <a:lnTo>
                    <a:pt x="132" y="870"/>
                  </a:lnTo>
                  <a:lnTo>
                    <a:pt x="138" y="876"/>
                  </a:lnTo>
                  <a:lnTo>
                    <a:pt x="138" y="900"/>
                  </a:lnTo>
                  <a:lnTo>
                    <a:pt x="144" y="900"/>
                  </a:lnTo>
                  <a:lnTo>
                    <a:pt x="150" y="906"/>
                  </a:lnTo>
                  <a:lnTo>
                    <a:pt x="162" y="912"/>
                  </a:lnTo>
                  <a:lnTo>
                    <a:pt x="168" y="918"/>
                  </a:lnTo>
                  <a:lnTo>
                    <a:pt x="180" y="924"/>
                  </a:lnTo>
                  <a:lnTo>
                    <a:pt x="186" y="930"/>
                  </a:lnTo>
                  <a:lnTo>
                    <a:pt x="186" y="996"/>
                  </a:lnTo>
                  <a:lnTo>
                    <a:pt x="210" y="1020"/>
                  </a:lnTo>
                  <a:lnTo>
                    <a:pt x="210" y="1044"/>
                  </a:lnTo>
                  <a:lnTo>
                    <a:pt x="216" y="1056"/>
                  </a:lnTo>
                  <a:lnTo>
                    <a:pt x="270" y="1056"/>
                  </a:lnTo>
                  <a:lnTo>
                    <a:pt x="270" y="1026"/>
                  </a:lnTo>
                  <a:lnTo>
                    <a:pt x="282" y="1026"/>
                  </a:lnTo>
                  <a:lnTo>
                    <a:pt x="282" y="1008"/>
                  </a:lnTo>
                  <a:lnTo>
                    <a:pt x="306" y="1002"/>
                  </a:lnTo>
                  <a:lnTo>
                    <a:pt x="318" y="978"/>
                  </a:lnTo>
                  <a:lnTo>
                    <a:pt x="324" y="984"/>
                  </a:lnTo>
                  <a:lnTo>
                    <a:pt x="348" y="996"/>
                  </a:lnTo>
                  <a:lnTo>
                    <a:pt x="360" y="996"/>
                  </a:lnTo>
                  <a:lnTo>
                    <a:pt x="378" y="1002"/>
                  </a:lnTo>
                  <a:lnTo>
                    <a:pt x="432" y="1002"/>
                  </a:lnTo>
                  <a:lnTo>
                    <a:pt x="462" y="1050"/>
                  </a:lnTo>
                  <a:lnTo>
                    <a:pt x="474" y="996"/>
                  </a:lnTo>
                  <a:lnTo>
                    <a:pt x="546" y="990"/>
                  </a:lnTo>
                  <a:lnTo>
                    <a:pt x="582" y="1014"/>
                  </a:lnTo>
                  <a:lnTo>
                    <a:pt x="582" y="996"/>
                  </a:lnTo>
                  <a:lnTo>
                    <a:pt x="594" y="924"/>
                  </a:lnTo>
                  <a:lnTo>
                    <a:pt x="594" y="900"/>
                  </a:lnTo>
                  <a:lnTo>
                    <a:pt x="588" y="894"/>
                  </a:lnTo>
                  <a:lnTo>
                    <a:pt x="588" y="888"/>
                  </a:lnTo>
                  <a:lnTo>
                    <a:pt x="576" y="864"/>
                  </a:lnTo>
                  <a:lnTo>
                    <a:pt x="576" y="852"/>
                  </a:lnTo>
                  <a:lnTo>
                    <a:pt x="582" y="846"/>
                  </a:lnTo>
                  <a:lnTo>
                    <a:pt x="594" y="840"/>
                  </a:lnTo>
                  <a:lnTo>
                    <a:pt x="606" y="828"/>
                  </a:lnTo>
                  <a:lnTo>
                    <a:pt x="612" y="798"/>
                  </a:lnTo>
                  <a:lnTo>
                    <a:pt x="714" y="780"/>
                  </a:lnTo>
                  <a:lnTo>
                    <a:pt x="792" y="768"/>
                  </a:lnTo>
                  <a:lnTo>
                    <a:pt x="846" y="810"/>
                  </a:lnTo>
                  <a:lnTo>
                    <a:pt x="864" y="846"/>
                  </a:lnTo>
                  <a:lnTo>
                    <a:pt x="864" y="840"/>
                  </a:lnTo>
                  <a:lnTo>
                    <a:pt x="870" y="834"/>
                  </a:lnTo>
                  <a:lnTo>
                    <a:pt x="882" y="828"/>
                  </a:lnTo>
                  <a:lnTo>
                    <a:pt x="888" y="822"/>
                  </a:lnTo>
                  <a:lnTo>
                    <a:pt x="876" y="816"/>
                  </a:lnTo>
                  <a:lnTo>
                    <a:pt x="870" y="810"/>
                  </a:lnTo>
                  <a:lnTo>
                    <a:pt x="870" y="786"/>
                  </a:lnTo>
                  <a:lnTo>
                    <a:pt x="876" y="774"/>
                  </a:lnTo>
                  <a:lnTo>
                    <a:pt x="882" y="768"/>
                  </a:lnTo>
                  <a:lnTo>
                    <a:pt x="888" y="756"/>
                  </a:lnTo>
                  <a:lnTo>
                    <a:pt x="882" y="74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46" name="Bhutan" descr="© INSCALE GmbH, 05.05.2010&#10;http://www.presentationload.com/">
              <a:extLst>
                <a:ext uri="{FF2B5EF4-FFF2-40B4-BE49-F238E27FC236}">
                  <a16:creationId xmlns:a16="http://schemas.microsoft.com/office/drawing/2014/main" id="{AC802251-2745-47BD-9F9D-78EE6DD33582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5762375" y="2251891"/>
              <a:ext cx="77545" cy="43671"/>
            </a:xfrm>
            <a:custGeom>
              <a:avLst/>
              <a:gdLst>
                <a:gd name="T0" fmla="*/ 2147483647 w 234"/>
                <a:gd name="T1" fmla="*/ 2147483647 h 132"/>
                <a:gd name="T2" fmla="*/ 2147483647 w 234"/>
                <a:gd name="T3" fmla="*/ 2147483647 h 132"/>
                <a:gd name="T4" fmla="*/ 2147483647 w 234"/>
                <a:gd name="T5" fmla="*/ 2147483647 h 132"/>
                <a:gd name="T6" fmla="*/ 2147483647 w 234"/>
                <a:gd name="T7" fmla="*/ 2147483647 h 132"/>
                <a:gd name="T8" fmla="*/ 2147483647 w 234"/>
                <a:gd name="T9" fmla="*/ 2147483647 h 132"/>
                <a:gd name="T10" fmla="*/ 2147483647 w 234"/>
                <a:gd name="T11" fmla="*/ 2147483647 h 132"/>
                <a:gd name="T12" fmla="*/ 2147483647 w 234"/>
                <a:gd name="T13" fmla="*/ 2147483647 h 132"/>
                <a:gd name="T14" fmla="*/ 2147483647 w 234"/>
                <a:gd name="T15" fmla="*/ 2147483647 h 132"/>
                <a:gd name="T16" fmla="*/ 2147483647 w 234"/>
                <a:gd name="T17" fmla="*/ 2147483647 h 132"/>
                <a:gd name="T18" fmla="*/ 2147483647 w 234"/>
                <a:gd name="T19" fmla="*/ 2147483647 h 132"/>
                <a:gd name="T20" fmla="*/ 2147483647 w 234"/>
                <a:gd name="T21" fmla="*/ 2147483647 h 132"/>
                <a:gd name="T22" fmla="*/ 2147483647 w 234"/>
                <a:gd name="T23" fmla="*/ 2147483647 h 132"/>
                <a:gd name="T24" fmla="*/ 2147483647 w 234"/>
                <a:gd name="T25" fmla="*/ 2147483647 h 132"/>
                <a:gd name="T26" fmla="*/ 2147483647 w 234"/>
                <a:gd name="T27" fmla="*/ 2147483647 h 132"/>
                <a:gd name="T28" fmla="*/ 2147483647 w 234"/>
                <a:gd name="T29" fmla="*/ 2147483647 h 132"/>
                <a:gd name="T30" fmla="*/ 2147483647 w 234"/>
                <a:gd name="T31" fmla="*/ 2147483647 h 132"/>
                <a:gd name="T32" fmla="*/ 2147483647 w 234"/>
                <a:gd name="T33" fmla="*/ 2147483647 h 132"/>
                <a:gd name="T34" fmla="*/ 2147483647 w 234"/>
                <a:gd name="T35" fmla="*/ 2147483647 h 132"/>
                <a:gd name="T36" fmla="*/ 2147483647 w 234"/>
                <a:gd name="T37" fmla="*/ 2147483647 h 132"/>
                <a:gd name="T38" fmla="*/ 2147483647 w 234"/>
                <a:gd name="T39" fmla="*/ 2147483647 h 132"/>
                <a:gd name="T40" fmla="*/ 2147483647 w 234"/>
                <a:gd name="T41" fmla="*/ 2147483647 h 132"/>
                <a:gd name="T42" fmla="*/ 2147483647 w 234"/>
                <a:gd name="T43" fmla="*/ 2147483647 h 132"/>
                <a:gd name="T44" fmla="*/ 2147483647 w 234"/>
                <a:gd name="T45" fmla="*/ 2147483647 h 132"/>
                <a:gd name="T46" fmla="*/ 2147483647 w 234"/>
                <a:gd name="T47" fmla="*/ 2147483647 h 132"/>
                <a:gd name="T48" fmla="*/ 2147483647 w 234"/>
                <a:gd name="T49" fmla="*/ 2147483647 h 132"/>
                <a:gd name="T50" fmla="*/ 2147483647 w 234"/>
                <a:gd name="T51" fmla="*/ 2147483647 h 132"/>
                <a:gd name="T52" fmla="*/ 2147483647 w 234"/>
                <a:gd name="T53" fmla="*/ 2147483647 h 132"/>
                <a:gd name="T54" fmla="*/ 2147483647 w 234"/>
                <a:gd name="T55" fmla="*/ 2147483647 h 132"/>
                <a:gd name="T56" fmla="*/ 2147483647 w 234"/>
                <a:gd name="T57" fmla="*/ 2147483647 h 132"/>
                <a:gd name="T58" fmla="*/ 2147483647 w 234"/>
                <a:gd name="T59" fmla="*/ 0 h 132"/>
                <a:gd name="T60" fmla="*/ 2147483647 w 234"/>
                <a:gd name="T61" fmla="*/ 0 h 132"/>
                <a:gd name="T62" fmla="*/ 2147483647 w 234"/>
                <a:gd name="T63" fmla="*/ 2147483647 h 132"/>
                <a:gd name="T64" fmla="*/ 2147483647 w 234"/>
                <a:gd name="T65" fmla="*/ 2147483647 h 132"/>
                <a:gd name="T66" fmla="*/ 2147483647 w 234"/>
                <a:gd name="T67" fmla="*/ 2147483647 h 132"/>
                <a:gd name="T68" fmla="*/ 2147483647 w 234"/>
                <a:gd name="T69" fmla="*/ 2147483647 h 132"/>
                <a:gd name="T70" fmla="*/ 2147483647 w 234"/>
                <a:gd name="T71" fmla="*/ 2147483647 h 132"/>
                <a:gd name="T72" fmla="*/ 2147483647 w 234"/>
                <a:gd name="T73" fmla="*/ 2147483647 h 132"/>
                <a:gd name="T74" fmla="*/ 2147483647 w 234"/>
                <a:gd name="T75" fmla="*/ 2147483647 h 132"/>
                <a:gd name="T76" fmla="*/ 0 w 234"/>
                <a:gd name="T77" fmla="*/ 2147483647 h 132"/>
                <a:gd name="T78" fmla="*/ 0 w 234"/>
                <a:gd name="T79" fmla="*/ 2147483647 h 132"/>
                <a:gd name="T80" fmla="*/ 2147483647 w 234"/>
                <a:gd name="T81" fmla="*/ 2147483647 h 132"/>
                <a:gd name="T82" fmla="*/ 2147483647 w 234"/>
                <a:gd name="T83" fmla="*/ 2147483647 h 132"/>
                <a:gd name="T84" fmla="*/ 2147483647 w 234"/>
                <a:gd name="T85" fmla="*/ 2147483647 h 132"/>
                <a:gd name="T86" fmla="*/ 2147483647 w 234"/>
                <a:gd name="T87" fmla="*/ 2147483647 h 132"/>
                <a:gd name="T88" fmla="*/ 2147483647 w 234"/>
                <a:gd name="T89" fmla="*/ 2147483647 h 132"/>
                <a:gd name="T90" fmla="*/ 2147483647 w 234"/>
                <a:gd name="T91" fmla="*/ 2147483647 h 132"/>
                <a:gd name="T92" fmla="*/ 2147483647 w 234"/>
                <a:gd name="T93" fmla="*/ 2147483647 h 13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234"/>
                <a:gd name="T142" fmla="*/ 0 h 132"/>
                <a:gd name="T143" fmla="*/ 234 w 234"/>
                <a:gd name="T144" fmla="*/ 132 h 13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234" h="132">
                  <a:moveTo>
                    <a:pt x="78" y="132"/>
                  </a:moveTo>
                  <a:lnTo>
                    <a:pt x="90" y="132"/>
                  </a:lnTo>
                  <a:lnTo>
                    <a:pt x="102" y="126"/>
                  </a:lnTo>
                  <a:lnTo>
                    <a:pt x="108" y="120"/>
                  </a:lnTo>
                  <a:lnTo>
                    <a:pt x="126" y="120"/>
                  </a:lnTo>
                  <a:lnTo>
                    <a:pt x="138" y="126"/>
                  </a:lnTo>
                  <a:lnTo>
                    <a:pt x="168" y="126"/>
                  </a:lnTo>
                  <a:lnTo>
                    <a:pt x="180" y="120"/>
                  </a:lnTo>
                  <a:lnTo>
                    <a:pt x="192" y="120"/>
                  </a:lnTo>
                  <a:lnTo>
                    <a:pt x="198" y="126"/>
                  </a:lnTo>
                  <a:lnTo>
                    <a:pt x="210" y="126"/>
                  </a:lnTo>
                  <a:lnTo>
                    <a:pt x="234" y="114"/>
                  </a:lnTo>
                  <a:lnTo>
                    <a:pt x="234" y="108"/>
                  </a:lnTo>
                  <a:lnTo>
                    <a:pt x="222" y="96"/>
                  </a:lnTo>
                  <a:lnTo>
                    <a:pt x="222" y="72"/>
                  </a:lnTo>
                  <a:lnTo>
                    <a:pt x="198" y="72"/>
                  </a:lnTo>
                  <a:lnTo>
                    <a:pt x="192" y="66"/>
                  </a:lnTo>
                  <a:lnTo>
                    <a:pt x="192" y="42"/>
                  </a:lnTo>
                  <a:lnTo>
                    <a:pt x="186" y="30"/>
                  </a:lnTo>
                  <a:lnTo>
                    <a:pt x="174" y="18"/>
                  </a:lnTo>
                  <a:lnTo>
                    <a:pt x="162" y="12"/>
                  </a:lnTo>
                  <a:lnTo>
                    <a:pt x="150" y="12"/>
                  </a:lnTo>
                  <a:lnTo>
                    <a:pt x="138" y="18"/>
                  </a:lnTo>
                  <a:lnTo>
                    <a:pt x="126" y="18"/>
                  </a:lnTo>
                  <a:lnTo>
                    <a:pt x="114" y="24"/>
                  </a:lnTo>
                  <a:lnTo>
                    <a:pt x="108" y="30"/>
                  </a:lnTo>
                  <a:lnTo>
                    <a:pt x="102" y="30"/>
                  </a:lnTo>
                  <a:lnTo>
                    <a:pt x="102" y="6"/>
                  </a:lnTo>
                  <a:lnTo>
                    <a:pt x="78" y="6"/>
                  </a:lnTo>
                  <a:lnTo>
                    <a:pt x="66" y="0"/>
                  </a:lnTo>
                  <a:lnTo>
                    <a:pt x="54" y="0"/>
                  </a:lnTo>
                  <a:lnTo>
                    <a:pt x="48" y="12"/>
                  </a:lnTo>
                  <a:lnTo>
                    <a:pt x="36" y="24"/>
                  </a:lnTo>
                  <a:lnTo>
                    <a:pt x="30" y="36"/>
                  </a:lnTo>
                  <a:lnTo>
                    <a:pt x="18" y="54"/>
                  </a:lnTo>
                  <a:lnTo>
                    <a:pt x="12" y="66"/>
                  </a:lnTo>
                  <a:lnTo>
                    <a:pt x="6" y="72"/>
                  </a:lnTo>
                  <a:lnTo>
                    <a:pt x="6" y="78"/>
                  </a:lnTo>
                  <a:lnTo>
                    <a:pt x="0" y="78"/>
                  </a:lnTo>
                  <a:lnTo>
                    <a:pt x="0" y="90"/>
                  </a:lnTo>
                  <a:lnTo>
                    <a:pt x="18" y="108"/>
                  </a:lnTo>
                  <a:lnTo>
                    <a:pt x="42" y="120"/>
                  </a:lnTo>
                  <a:lnTo>
                    <a:pt x="54" y="120"/>
                  </a:lnTo>
                  <a:lnTo>
                    <a:pt x="54" y="114"/>
                  </a:lnTo>
                  <a:lnTo>
                    <a:pt x="54" y="120"/>
                  </a:lnTo>
                  <a:lnTo>
                    <a:pt x="66" y="132"/>
                  </a:lnTo>
                  <a:lnTo>
                    <a:pt x="78" y="13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47" name="Benin" descr="© INSCALE GmbH, 05.05.2010&#10;http://www.presentationload.com/">
              <a:extLst>
                <a:ext uri="{FF2B5EF4-FFF2-40B4-BE49-F238E27FC236}">
                  <a16:creationId xmlns:a16="http://schemas.microsoft.com/office/drawing/2014/main" id="{719AB30F-0AE7-479F-A0DE-91278ECE1111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751371" y="2674469"/>
              <a:ext cx="73668" cy="163125"/>
            </a:xfrm>
            <a:custGeom>
              <a:avLst/>
              <a:gdLst>
                <a:gd name="T0" fmla="*/ 2147483647 w 222"/>
                <a:gd name="T1" fmla="*/ 2147483647 h 498"/>
                <a:gd name="T2" fmla="*/ 2147483647 w 222"/>
                <a:gd name="T3" fmla="*/ 2147483647 h 498"/>
                <a:gd name="T4" fmla="*/ 2147483647 w 222"/>
                <a:gd name="T5" fmla="*/ 2147483647 h 498"/>
                <a:gd name="T6" fmla="*/ 2147483647 w 222"/>
                <a:gd name="T7" fmla="*/ 2147483647 h 498"/>
                <a:gd name="T8" fmla="*/ 2147483647 w 222"/>
                <a:gd name="T9" fmla="*/ 2147483647 h 498"/>
                <a:gd name="T10" fmla="*/ 2147483647 w 222"/>
                <a:gd name="T11" fmla="*/ 2147483647 h 498"/>
                <a:gd name="T12" fmla="*/ 2147483647 w 222"/>
                <a:gd name="T13" fmla="*/ 2147483647 h 498"/>
                <a:gd name="T14" fmla="*/ 2147483647 w 222"/>
                <a:gd name="T15" fmla="*/ 2147483647 h 498"/>
                <a:gd name="T16" fmla="*/ 2147483647 w 222"/>
                <a:gd name="T17" fmla="*/ 2147483647 h 498"/>
                <a:gd name="T18" fmla="*/ 2147483647 w 222"/>
                <a:gd name="T19" fmla="*/ 2147483647 h 498"/>
                <a:gd name="T20" fmla="*/ 2147483647 w 222"/>
                <a:gd name="T21" fmla="*/ 2147483647 h 498"/>
                <a:gd name="T22" fmla="*/ 2147483647 w 222"/>
                <a:gd name="T23" fmla="*/ 2147483647 h 498"/>
                <a:gd name="T24" fmla="*/ 2147483647 w 222"/>
                <a:gd name="T25" fmla="*/ 2147483647 h 498"/>
                <a:gd name="T26" fmla="*/ 2147483647 w 222"/>
                <a:gd name="T27" fmla="*/ 2147483647 h 498"/>
                <a:gd name="T28" fmla="*/ 2147483647 w 222"/>
                <a:gd name="T29" fmla="*/ 2147483647 h 498"/>
                <a:gd name="T30" fmla="*/ 2147483647 w 222"/>
                <a:gd name="T31" fmla="*/ 2147483647 h 498"/>
                <a:gd name="T32" fmla="*/ 2147483647 w 222"/>
                <a:gd name="T33" fmla="*/ 2147483647 h 498"/>
                <a:gd name="T34" fmla="*/ 2147483647 w 222"/>
                <a:gd name="T35" fmla="*/ 2147483647 h 498"/>
                <a:gd name="T36" fmla="*/ 2147483647 w 222"/>
                <a:gd name="T37" fmla="*/ 2147483647 h 498"/>
                <a:gd name="T38" fmla="*/ 2147483647 w 222"/>
                <a:gd name="T39" fmla="*/ 2147483647 h 498"/>
                <a:gd name="T40" fmla="*/ 2147483647 w 222"/>
                <a:gd name="T41" fmla="*/ 2147483647 h 498"/>
                <a:gd name="T42" fmla="*/ 2147483647 w 222"/>
                <a:gd name="T43" fmla="*/ 2147483647 h 498"/>
                <a:gd name="T44" fmla="*/ 2147483647 w 222"/>
                <a:gd name="T45" fmla="*/ 2147483647 h 498"/>
                <a:gd name="T46" fmla="*/ 0 w 222"/>
                <a:gd name="T47" fmla="*/ 2147483647 h 498"/>
                <a:gd name="T48" fmla="*/ 2147483647 w 222"/>
                <a:gd name="T49" fmla="*/ 2147483647 h 498"/>
                <a:gd name="T50" fmla="*/ 2147483647 w 222"/>
                <a:gd name="T51" fmla="*/ 2147483647 h 498"/>
                <a:gd name="T52" fmla="*/ 2147483647 w 222"/>
                <a:gd name="T53" fmla="*/ 2147483647 h 498"/>
                <a:gd name="T54" fmla="*/ 2147483647 w 222"/>
                <a:gd name="T55" fmla="*/ 2147483647 h 498"/>
                <a:gd name="T56" fmla="*/ 2147483647 w 222"/>
                <a:gd name="T57" fmla="*/ 2147483647 h 498"/>
                <a:gd name="T58" fmla="*/ 2147483647 w 222"/>
                <a:gd name="T59" fmla="*/ 2147483647 h 498"/>
                <a:gd name="T60" fmla="*/ 2147483647 w 222"/>
                <a:gd name="T61" fmla="*/ 2147483647 h 498"/>
                <a:gd name="T62" fmla="*/ 2147483647 w 222"/>
                <a:gd name="T63" fmla="*/ 2147483647 h 498"/>
                <a:gd name="T64" fmla="*/ 2147483647 w 222"/>
                <a:gd name="T65" fmla="*/ 2147483647 h 498"/>
                <a:gd name="T66" fmla="*/ 2147483647 w 222"/>
                <a:gd name="T67" fmla="*/ 2147483647 h 498"/>
                <a:gd name="T68" fmla="*/ 2147483647 w 222"/>
                <a:gd name="T69" fmla="*/ 2147483647 h 4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22"/>
                <a:gd name="T106" fmla="*/ 0 h 498"/>
                <a:gd name="T107" fmla="*/ 222 w 222"/>
                <a:gd name="T108" fmla="*/ 498 h 4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22" h="498">
                  <a:moveTo>
                    <a:pt x="138" y="372"/>
                  </a:moveTo>
                  <a:lnTo>
                    <a:pt x="144" y="342"/>
                  </a:lnTo>
                  <a:lnTo>
                    <a:pt x="138" y="306"/>
                  </a:lnTo>
                  <a:lnTo>
                    <a:pt x="144" y="276"/>
                  </a:lnTo>
                  <a:lnTo>
                    <a:pt x="162" y="276"/>
                  </a:lnTo>
                  <a:lnTo>
                    <a:pt x="174" y="252"/>
                  </a:lnTo>
                  <a:lnTo>
                    <a:pt x="174" y="222"/>
                  </a:lnTo>
                  <a:lnTo>
                    <a:pt x="180" y="216"/>
                  </a:lnTo>
                  <a:lnTo>
                    <a:pt x="186" y="204"/>
                  </a:lnTo>
                  <a:lnTo>
                    <a:pt x="198" y="198"/>
                  </a:lnTo>
                  <a:lnTo>
                    <a:pt x="198" y="156"/>
                  </a:lnTo>
                  <a:lnTo>
                    <a:pt x="210" y="150"/>
                  </a:lnTo>
                  <a:lnTo>
                    <a:pt x="216" y="150"/>
                  </a:lnTo>
                  <a:lnTo>
                    <a:pt x="222" y="144"/>
                  </a:lnTo>
                  <a:lnTo>
                    <a:pt x="222" y="132"/>
                  </a:lnTo>
                  <a:lnTo>
                    <a:pt x="216" y="126"/>
                  </a:lnTo>
                  <a:lnTo>
                    <a:pt x="216" y="114"/>
                  </a:lnTo>
                  <a:lnTo>
                    <a:pt x="210" y="102"/>
                  </a:lnTo>
                  <a:lnTo>
                    <a:pt x="204" y="96"/>
                  </a:lnTo>
                  <a:lnTo>
                    <a:pt x="192" y="72"/>
                  </a:lnTo>
                  <a:lnTo>
                    <a:pt x="198" y="66"/>
                  </a:lnTo>
                  <a:lnTo>
                    <a:pt x="198" y="60"/>
                  </a:lnTo>
                  <a:lnTo>
                    <a:pt x="204" y="48"/>
                  </a:lnTo>
                  <a:lnTo>
                    <a:pt x="198" y="42"/>
                  </a:lnTo>
                  <a:lnTo>
                    <a:pt x="186" y="36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30"/>
                  </a:lnTo>
                  <a:lnTo>
                    <a:pt x="162" y="24"/>
                  </a:lnTo>
                  <a:lnTo>
                    <a:pt x="156" y="12"/>
                  </a:lnTo>
                  <a:lnTo>
                    <a:pt x="144" y="0"/>
                  </a:lnTo>
                  <a:lnTo>
                    <a:pt x="114" y="12"/>
                  </a:lnTo>
                  <a:lnTo>
                    <a:pt x="114" y="36"/>
                  </a:lnTo>
                  <a:lnTo>
                    <a:pt x="120" y="36"/>
                  </a:lnTo>
                  <a:lnTo>
                    <a:pt x="114" y="42"/>
                  </a:lnTo>
                  <a:lnTo>
                    <a:pt x="108" y="60"/>
                  </a:lnTo>
                  <a:lnTo>
                    <a:pt x="96" y="60"/>
                  </a:lnTo>
                  <a:lnTo>
                    <a:pt x="90" y="66"/>
                  </a:lnTo>
                  <a:lnTo>
                    <a:pt x="84" y="66"/>
                  </a:lnTo>
                  <a:lnTo>
                    <a:pt x="84" y="78"/>
                  </a:lnTo>
                  <a:lnTo>
                    <a:pt x="78" y="72"/>
                  </a:lnTo>
                  <a:lnTo>
                    <a:pt x="48" y="72"/>
                  </a:lnTo>
                  <a:lnTo>
                    <a:pt x="30" y="90"/>
                  </a:lnTo>
                  <a:lnTo>
                    <a:pt x="24" y="102"/>
                  </a:lnTo>
                  <a:lnTo>
                    <a:pt x="12" y="102"/>
                  </a:lnTo>
                  <a:lnTo>
                    <a:pt x="6" y="114"/>
                  </a:lnTo>
                  <a:lnTo>
                    <a:pt x="0" y="132"/>
                  </a:lnTo>
                  <a:lnTo>
                    <a:pt x="0" y="162"/>
                  </a:lnTo>
                  <a:lnTo>
                    <a:pt x="12" y="168"/>
                  </a:lnTo>
                  <a:lnTo>
                    <a:pt x="42" y="198"/>
                  </a:lnTo>
                  <a:lnTo>
                    <a:pt x="42" y="240"/>
                  </a:lnTo>
                  <a:lnTo>
                    <a:pt x="54" y="252"/>
                  </a:lnTo>
                  <a:lnTo>
                    <a:pt x="60" y="264"/>
                  </a:lnTo>
                  <a:lnTo>
                    <a:pt x="60" y="294"/>
                  </a:lnTo>
                  <a:lnTo>
                    <a:pt x="66" y="306"/>
                  </a:lnTo>
                  <a:lnTo>
                    <a:pt x="54" y="318"/>
                  </a:lnTo>
                  <a:lnTo>
                    <a:pt x="54" y="378"/>
                  </a:lnTo>
                  <a:lnTo>
                    <a:pt x="66" y="390"/>
                  </a:lnTo>
                  <a:lnTo>
                    <a:pt x="54" y="396"/>
                  </a:lnTo>
                  <a:lnTo>
                    <a:pt x="60" y="462"/>
                  </a:lnTo>
                  <a:lnTo>
                    <a:pt x="60" y="468"/>
                  </a:lnTo>
                  <a:lnTo>
                    <a:pt x="72" y="480"/>
                  </a:lnTo>
                  <a:lnTo>
                    <a:pt x="72" y="492"/>
                  </a:lnTo>
                  <a:lnTo>
                    <a:pt x="84" y="492"/>
                  </a:lnTo>
                  <a:lnTo>
                    <a:pt x="96" y="498"/>
                  </a:lnTo>
                  <a:lnTo>
                    <a:pt x="108" y="498"/>
                  </a:lnTo>
                  <a:lnTo>
                    <a:pt x="120" y="474"/>
                  </a:lnTo>
                  <a:lnTo>
                    <a:pt x="126" y="480"/>
                  </a:lnTo>
                  <a:lnTo>
                    <a:pt x="138" y="486"/>
                  </a:lnTo>
                  <a:lnTo>
                    <a:pt x="138" y="37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48" name="Belgium" descr="© INSCALE GmbH, 05.05.2010&#10;http://www.presentationload.com/">
              <a:extLst>
                <a:ext uri="{FF2B5EF4-FFF2-40B4-BE49-F238E27FC236}">
                  <a16:creationId xmlns:a16="http://schemas.microsoft.com/office/drawing/2014/main" id="{487068CE-83C4-4090-83C8-7D5FB9404D32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821162" y="1646920"/>
              <a:ext cx="73668" cy="50094"/>
            </a:xfrm>
            <a:custGeom>
              <a:avLst/>
              <a:gdLst>
                <a:gd name="T0" fmla="*/ 0 w 222"/>
                <a:gd name="T1" fmla="*/ 2147483647 h 150"/>
                <a:gd name="T2" fmla="*/ 2147483647 w 222"/>
                <a:gd name="T3" fmla="*/ 2147483647 h 150"/>
                <a:gd name="T4" fmla="*/ 2147483647 w 222"/>
                <a:gd name="T5" fmla="*/ 2147483647 h 150"/>
                <a:gd name="T6" fmla="*/ 2147483647 w 222"/>
                <a:gd name="T7" fmla="*/ 2147483647 h 150"/>
                <a:gd name="T8" fmla="*/ 2147483647 w 222"/>
                <a:gd name="T9" fmla="*/ 2147483647 h 150"/>
                <a:gd name="T10" fmla="*/ 2147483647 w 222"/>
                <a:gd name="T11" fmla="*/ 2147483647 h 150"/>
                <a:gd name="T12" fmla="*/ 2147483647 w 222"/>
                <a:gd name="T13" fmla="*/ 2147483647 h 150"/>
                <a:gd name="T14" fmla="*/ 2147483647 w 222"/>
                <a:gd name="T15" fmla="*/ 2147483647 h 150"/>
                <a:gd name="T16" fmla="*/ 2147483647 w 222"/>
                <a:gd name="T17" fmla="*/ 2147483647 h 150"/>
                <a:gd name="T18" fmla="*/ 2147483647 w 222"/>
                <a:gd name="T19" fmla="*/ 2147483647 h 150"/>
                <a:gd name="T20" fmla="*/ 2147483647 w 222"/>
                <a:gd name="T21" fmla="*/ 2147483647 h 150"/>
                <a:gd name="T22" fmla="*/ 2147483647 w 222"/>
                <a:gd name="T23" fmla="*/ 2147483647 h 150"/>
                <a:gd name="T24" fmla="*/ 2147483647 w 222"/>
                <a:gd name="T25" fmla="*/ 2147483647 h 150"/>
                <a:gd name="T26" fmla="*/ 2147483647 w 222"/>
                <a:gd name="T27" fmla="*/ 2147483647 h 150"/>
                <a:gd name="T28" fmla="*/ 2147483647 w 222"/>
                <a:gd name="T29" fmla="*/ 2147483647 h 150"/>
                <a:gd name="T30" fmla="*/ 2147483647 w 222"/>
                <a:gd name="T31" fmla="*/ 2147483647 h 150"/>
                <a:gd name="T32" fmla="*/ 2147483647 w 222"/>
                <a:gd name="T33" fmla="*/ 2147483647 h 150"/>
                <a:gd name="T34" fmla="*/ 2147483647 w 222"/>
                <a:gd name="T35" fmla="*/ 2147483647 h 150"/>
                <a:gd name="T36" fmla="*/ 2147483647 w 222"/>
                <a:gd name="T37" fmla="*/ 2147483647 h 150"/>
                <a:gd name="T38" fmla="*/ 2147483647 w 222"/>
                <a:gd name="T39" fmla="*/ 2147483647 h 150"/>
                <a:gd name="T40" fmla="*/ 2147483647 w 222"/>
                <a:gd name="T41" fmla="*/ 2147483647 h 150"/>
                <a:gd name="T42" fmla="*/ 2147483647 w 222"/>
                <a:gd name="T43" fmla="*/ 2147483647 h 150"/>
                <a:gd name="T44" fmla="*/ 2147483647 w 222"/>
                <a:gd name="T45" fmla="*/ 2147483647 h 150"/>
                <a:gd name="T46" fmla="*/ 2147483647 w 222"/>
                <a:gd name="T47" fmla="*/ 2147483647 h 150"/>
                <a:gd name="T48" fmla="*/ 2147483647 w 222"/>
                <a:gd name="T49" fmla="*/ 2147483647 h 150"/>
                <a:gd name="T50" fmla="*/ 2147483647 w 222"/>
                <a:gd name="T51" fmla="*/ 2147483647 h 150"/>
                <a:gd name="T52" fmla="*/ 2147483647 w 222"/>
                <a:gd name="T53" fmla="*/ 2147483647 h 150"/>
                <a:gd name="T54" fmla="*/ 2147483647 w 222"/>
                <a:gd name="T55" fmla="*/ 2147483647 h 150"/>
                <a:gd name="T56" fmla="*/ 2147483647 w 222"/>
                <a:gd name="T57" fmla="*/ 2147483647 h 150"/>
                <a:gd name="T58" fmla="*/ 2147483647 w 222"/>
                <a:gd name="T59" fmla="*/ 2147483647 h 150"/>
                <a:gd name="T60" fmla="*/ 2147483647 w 222"/>
                <a:gd name="T61" fmla="*/ 2147483647 h 150"/>
                <a:gd name="T62" fmla="*/ 2147483647 w 222"/>
                <a:gd name="T63" fmla="*/ 2147483647 h 150"/>
                <a:gd name="T64" fmla="*/ 2147483647 w 222"/>
                <a:gd name="T65" fmla="*/ 2147483647 h 150"/>
                <a:gd name="T66" fmla="*/ 2147483647 w 222"/>
                <a:gd name="T67" fmla="*/ 2147483647 h 150"/>
                <a:gd name="T68" fmla="*/ 2147483647 w 222"/>
                <a:gd name="T69" fmla="*/ 2147483647 h 150"/>
                <a:gd name="T70" fmla="*/ 2147483647 w 222"/>
                <a:gd name="T71" fmla="*/ 2147483647 h 150"/>
                <a:gd name="T72" fmla="*/ 2147483647 w 222"/>
                <a:gd name="T73" fmla="*/ 2147483647 h 150"/>
                <a:gd name="T74" fmla="*/ 2147483647 w 222"/>
                <a:gd name="T75" fmla="*/ 2147483647 h 150"/>
                <a:gd name="T76" fmla="*/ 2147483647 w 222"/>
                <a:gd name="T77" fmla="*/ 2147483647 h 150"/>
                <a:gd name="T78" fmla="*/ 2147483647 w 222"/>
                <a:gd name="T79" fmla="*/ 2147483647 h 150"/>
                <a:gd name="T80" fmla="*/ 2147483647 w 222"/>
                <a:gd name="T81" fmla="*/ 0 h 150"/>
                <a:gd name="T82" fmla="*/ 2147483647 w 222"/>
                <a:gd name="T83" fmla="*/ 0 h 150"/>
                <a:gd name="T84" fmla="*/ 2147483647 w 222"/>
                <a:gd name="T85" fmla="*/ 2147483647 h 150"/>
                <a:gd name="T86" fmla="*/ 2147483647 w 222"/>
                <a:gd name="T87" fmla="*/ 0 h 150"/>
                <a:gd name="T88" fmla="*/ 2147483647 w 222"/>
                <a:gd name="T89" fmla="*/ 2147483647 h 150"/>
                <a:gd name="T90" fmla="*/ 2147483647 w 222"/>
                <a:gd name="T91" fmla="*/ 2147483647 h 150"/>
                <a:gd name="T92" fmla="*/ 2147483647 w 222"/>
                <a:gd name="T93" fmla="*/ 2147483647 h 150"/>
                <a:gd name="T94" fmla="*/ 2147483647 w 222"/>
                <a:gd name="T95" fmla="*/ 2147483647 h 150"/>
                <a:gd name="T96" fmla="*/ 2147483647 w 222"/>
                <a:gd name="T97" fmla="*/ 2147483647 h 150"/>
                <a:gd name="T98" fmla="*/ 2147483647 w 222"/>
                <a:gd name="T99" fmla="*/ 2147483647 h 150"/>
                <a:gd name="T100" fmla="*/ 2147483647 w 222"/>
                <a:gd name="T101" fmla="*/ 2147483647 h 150"/>
                <a:gd name="T102" fmla="*/ 0 w 222"/>
                <a:gd name="T103" fmla="*/ 2147483647 h 150"/>
                <a:gd name="T104" fmla="*/ 0 w 222"/>
                <a:gd name="T105" fmla="*/ 2147483647 h 15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22"/>
                <a:gd name="T160" fmla="*/ 0 h 150"/>
                <a:gd name="T161" fmla="*/ 222 w 222"/>
                <a:gd name="T162" fmla="*/ 150 h 15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22" h="150">
                  <a:moveTo>
                    <a:pt x="0" y="42"/>
                  </a:moveTo>
                  <a:lnTo>
                    <a:pt x="6" y="60"/>
                  </a:lnTo>
                  <a:lnTo>
                    <a:pt x="30" y="66"/>
                  </a:lnTo>
                  <a:lnTo>
                    <a:pt x="42" y="78"/>
                  </a:lnTo>
                  <a:lnTo>
                    <a:pt x="66" y="78"/>
                  </a:lnTo>
                  <a:lnTo>
                    <a:pt x="78" y="84"/>
                  </a:lnTo>
                  <a:lnTo>
                    <a:pt x="84" y="90"/>
                  </a:lnTo>
                  <a:lnTo>
                    <a:pt x="84" y="114"/>
                  </a:lnTo>
                  <a:lnTo>
                    <a:pt x="108" y="114"/>
                  </a:lnTo>
                  <a:lnTo>
                    <a:pt x="120" y="102"/>
                  </a:lnTo>
                  <a:lnTo>
                    <a:pt x="120" y="126"/>
                  </a:lnTo>
                  <a:lnTo>
                    <a:pt x="132" y="126"/>
                  </a:lnTo>
                  <a:lnTo>
                    <a:pt x="144" y="132"/>
                  </a:lnTo>
                  <a:lnTo>
                    <a:pt x="150" y="132"/>
                  </a:lnTo>
                  <a:lnTo>
                    <a:pt x="162" y="144"/>
                  </a:lnTo>
                  <a:lnTo>
                    <a:pt x="180" y="144"/>
                  </a:lnTo>
                  <a:lnTo>
                    <a:pt x="192" y="150"/>
                  </a:lnTo>
                  <a:lnTo>
                    <a:pt x="192" y="144"/>
                  </a:lnTo>
                  <a:lnTo>
                    <a:pt x="186" y="132"/>
                  </a:lnTo>
                  <a:lnTo>
                    <a:pt x="174" y="120"/>
                  </a:lnTo>
                  <a:lnTo>
                    <a:pt x="174" y="114"/>
                  </a:lnTo>
                  <a:lnTo>
                    <a:pt x="180" y="114"/>
                  </a:lnTo>
                  <a:lnTo>
                    <a:pt x="192" y="108"/>
                  </a:lnTo>
                  <a:lnTo>
                    <a:pt x="198" y="102"/>
                  </a:lnTo>
                  <a:lnTo>
                    <a:pt x="204" y="102"/>
                  </a:lnTo>
                  <a:lnTo>
                    <a:pt x="204" y="96"/>
                  </a:lnTo>
                  <a:lnTo>
                    <a:pt x="210" y="90"/>
                  </a:lnTo>
                  <a:lnTo>
                    <a:pt x="222" y="90"/>
                  </a:lnTo>
                  <a:lnTo>
                    <a:pt x="216" y="84"/>
                  </a:lnTo>
                  <a:lnTo>
                    <a:pt x="216" y="66"/>
                  </a:lnTo>
                  <a:lnTo>
                    <a:pt x="204" y="54"/>
                  </a:lnTo>
                  <a:lnTo>
                    <a:pt x="180" y="54"/>
                  </a:lnTo>
                  <a:lnTo>
                    <a:pt x="180" y="42"/>
                  </a:lnTo>
                  <a:lnTo>
                    <a:pt x="186" y="36"/>
                  </a:lnTo>
                  <a:lnTo>
                    <a:pt x="186" y="18"/>
                  </a:lnTo>
                  <a:lnTo>
                    <a:pt x="180" y="12"/>
                  </a:lnTo>
                  <a:lnTo>
                    <a:pt x="174" y="12"/>
                  </a:lnTo>
                  <a:lnTo>
                    <a:pt x="162" y="18"/>
                  </a:lnTo>
                  <a:lnTo>
                    <a:pt x="150" y="18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108" y="0"/>
                  </a:lnTo>
                  <a:lnTo>
                    <a:pt x="108" y="6"/>
                  </a:lnTo>
                  <a:lnTo>
                    <a:pt x="96" y="0"/>
                  </a:lnTo>
                  <a:lnTo>
                    <a:pt x="96" y="12"/>
                  </a:lnTo>
                  <a:lnTo>
                    <a:pt x="78" y="6"/>
                  </a:lnTo>
                  <a:lnTo>
                    <a:pt x="72" y="18"/>
                  </a:lnTo>
                  <a:lnTo>
                    <a:pt x="66" y="12"/>
                  </a:lnTo>
                  <a:lnTo>
                    <a:pt x="42" y="12"/>
                  </a:lnTo>
                  <a:lnTo>
                    <a:pt x="36" y="6"/>
                  </a:lnTo>
                  <a:lnTo>
                    <a:pt x="24" y="6"/>
                  </a:lnTo>
                  <a:lnTo>
                    <a:pt x="0" y="24"/>
                  </a:lnTo>
                  <a:lnTo>
                    <a:pt x="0" y="4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49" name="Belize" descr="© INSCALE GmbH, 05.05.2010&#10;http://www.presentationload.com/">
              <a:extLst>
                <a:ext uri="{FF2B5EF4-FFF2-40B4-BE49-F238E27FC236}">
                  <a16:creationId xmlns:a16="http://schemas.microsoft.com/office/drawing/2014/main" id="{A92AC37D-DA16-4886-BBD8-FE8E9AD6D6B3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657658" y="2512630"/>
              <a:ext cx="36187" cy="69360"/>
            </a:xfrm>
            <a:custGeom>
              <a:avLst/>
              <a:gdLst>
                <a:gd name="T0" fmla="*/ 2147483647 w 108"/>
                <a:gd name="T1" fmla="*/ 2147483647 h 210"/>
                <a:gd name="T2" fmla="*/ 2147483647 w 108"/>
                <a:gd name="T3" fmla="*/ 2147483647 h 210"/>
                <a:gd name="T4" fmla="*/ 2147483647 w 108"/>
                <a:gd name="T5" fmla="*/ 2147483647 h 210"/>
                <a:gd name="T6" fmla="*/ 2147483647 w 108"/>
                <a:gd name="T7" fmla="*/ 2147483647 h 210"/>
                <a:gd name="T8" fmla="*/ 2147483647 w 108"/>
                <a:gd name="T9" fmla="*/ 2147483647 h 210"/>
                <a:gd name="T10" fmla="*/ 2147483647 w 108"/>
                <a:gd name="T11" fmla="*/ 0 h 210"/>
                <a:gd name="T12" fmla="*/ 2147483647 w 108"/>
                <a:gd name="T13" fmla="*/ 2147483647 h 210"/>
                <a:gd name="T14" fmla="*/ 2147483647 w 108"/>
                <a:gd name="T15" fmla="*/ 2147483647 h 210"/>
                <a:gd name="T16" fmla="*/ 2147483647 w 108"/>
                <a:gd name="T17" fmla="*/ 2147483647 h 210"/>
                <a:gd name="T18" fmla="*/ 2147483647 w 108"/>
                <a:gd name="T19" fmla="*/ 2147483647 h 210"/>
                <a:gd name="T20" fmla="*/ 2147483647 w 108"/>
                <a:gd name="T21" fmla="*/ 2147483647 h 210"/>
                <a:gd name="T22" fmla="*/ 2147483647 w 108"/>
                <a:gd name="T23" fmla="*/ 2147483647 h 210"/>
                <a:gd name="T24" fmla="*/ 2147483647 w 108"/>
                <a:gd name="T25" fmla="*/ 2147483647 h 210"/>
                <a:gd name="T26" fmla="*/ 2147483647 w 108"/>
                <a:gd name="T27" fmla="*/ 2147483647 h 210"/>
                <a:gd name="T28" fmla="*/ 2147483647 w 108"/>
                <a:gd name="T29" fmla="*/ 2147483647 h 210"/>
                <a:gd name="T30" fmla="*/ 2147483647 w 108"/>
                <a:gd name="T31" fmla="*/ 2147483647 h 210"/>
                <a:gd name="T32" fmla="*/ 2147483647 w 108"/>
                <a:gd name="T33" fmla="*/ 2147483647 h 210"/>
                <a:gd name="T34" fmla="*/ 2147483647 w 108"/>
                <a:gd name="T35" fmla="*/ 2147483647 h 210"/>
                <a:gd name="T36" fmla="*/ 0 w 108"/>
                <a:gd name="T37" fmla="*/ 2147483647 h 210"/>
                <a:gd name="T38" fmla="*/ 2147483647 w 108"/>
                <a:gd name="T39" fmla="*/ 2147483647 h 210"/>
                <a:gd name="T40" fmla="*/ 2147483647 w 108"/>
                <a:gd name="T41" fmla="*/ 2147483647 h 210"/>
                <a:gd name="T42" fmla="*/ 2147483647 w 108"/>
                <a:gd name="T43" fmla="*/ 2147483647 h 210"/>
                <a:gd name="T44" fmla="*/ 2147483647 w 108"/>
                <a:gd name="T45" fmla="*/ 2147483647 h 210"/>
                <a:gd name="T46" fmla="*/ 2147483647 w 108"/>
                <a:gd name="T47" fmla="*/ 2147483647 h 210"/>
                <a:gd name="T48" fmla="*/ 2147483647 w 108"/>
                <a:gd name="T49" fmla="*/ 2147483647 h 210"/>
                <a:gd name="T50" fmla="*/ 2147483647 w 108"/>
                <a:gd name="T51" fmla="*/ 2147483647 h 210"/>
                <a:gd name="T52" fmla="*/ 2147483647 w 108"/>
                <a:gd name="T53" fmla="*/ 2147483647 h 210"/>
                <a:gd name="T54" fmla="*/ 2147483647 w 108"/>
                <a:gd name="T55" fmla="*/ 2147483647 h 21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08"/>
                <a:gd name="T85" fmla="*/ 0 h 210"/>
                <a:gd name="T86" fmla="*/ 108 w 108"/>
                <a:gd name="T87" fmla="*/ 210 h 210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08" h="210">
                  <a:moveTo>
                    <a:pt x="108" y="30"/>
                  </a:moveTo>
                  <a:lnTo>
                    <a:pt x="108" y="24"/>
                  </a:lnTo>
                  <a:lnTo>
                    <a:pt x="102" y="24"/>
                  </a:lnTo>
                  <a:lnTo>
                    <a:pt x="90" y="18"/>
                  </a:lnTo>
                  <a:lnTo>
                    <a:pt x="84" y="12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2" y="12"/>
                  </a:lnTo>
                  <a:lnTo>
                    <a:pt x="72" y="24"/>
                  </a:lnTo>
                  <a:lnTo>
                    <a:pt x="66" y="36"/>
                  </a:lnTo>
                  <a:lnTo>
                    <a:pt x="54" y="42"/>
                  </a:lnTo>
                  <a:lnTo>
                    <a:pt x="48" y="48"/>
                  </a:lnTo>
                  <a:lnTo>
                    <a:pt x="42" y="48"/>
                  </a:lnTo>
                  <a:lnTo>
                    <a:pt x="42" y="42"/>
                  </a:lnTo>
                  <a:lnTo>
                    <a:pt x="36" y="36"/>
                  </a:lnTo>
                  <a:lnTo>
                    <a:pt x="30" y="36"/>
                  </a:lnTo>
                  <a:lnTo>
                    <a:pt x="30" y="42"/>
                  </a:lnTo>
                  <a:lnTo>
                    <a:pt x="24" y="54"/>
                  </a:lnTo>
                  <a:lnTo>
                    <a:pt x="0" y="210"/>
                  </a:lnTo>
                  <a:lnTo>
                    <a:pt x="30" y="210"/>
                  </a:lnTo>
                  <a:lnTo>
                    <a:pt x="42" y="168"/>
                  </a:lnTo>
                  <a:lnTo>
                    <a:pt x="60" y="174"/>
                  </a:lnTo>
                  <a:lnTo>
                    <a:pt x="84" y="150"/>
                  </a:lnTo>
                  <a:lnTo>
                    <a:pt x="84" y="90"/>
                  </a:lnTo>
                  <a:lnTo>
                    <a:pt x="90" y="78"/>
                  </a:lnTo>
                  <a:lnTo>
                    <a:pt x="96" y="60"/>
                  </a:lnTo>
                  <a:lnTo>
                    <a:pt x="108" y="36"/>
                  </a:lnTo>
                  <a:lnTo>
                    <a:pt x="108" y="3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50" name="Belarus" descr="© INSCALE GmbH, 05.05.2010&#10;http://www.presentationload.com/">
              <a:extLst>
                <a:ext uri="{FF2B5EF4-FFF2-40B4-BE49-F238E27FC236}">
                  <a16:creationId xmlns:a16="http://schemas.microsoft.com/office/drawing/2014/main" id="{E0AAD74C-21FE-45F7-8155-83D13496B5FE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233444" y="1527468"/>
              <a:ext cx="188693" cy="122022"/>
            </a:xfrm>
            <a:custGeom>
              <a:avLst/>
              <a:gdLst>
                <a:gd name="T0" fmla="*/ 2147483647 w 570"/>
                <a:gd name="T1" fmla="*/ 2147483647 h 372"/>
                <a:gd name="T2" fmla="*/ 2147483647 w 570"/>
                <a:gd name="T3" fmla="*/ 2147483647 h 372"/>
                <a:gd name="T4" fmla="*/ 2147483647 w 570"/>
                <a:gd name="T5" fmla="*/ 2147483647 h 372"/>
                <a:gd name="T6" fmla="*/ 2147483647 w 570"/>
                <a:gd name="T7" fmla="*/ 2147483647 h 372"/>
                <a:gd name="T8" fmla="*/ 2147483647 w 570"/>
                <a:gd name="T9" fmla="*/ 2147483647 h 372"/>
                <a:gd name="T10" fmla="*/ 2147483647 w 570"/>
                <a:gd name="T11" fmla="*/ 2147483647 h 372"/>
                <a:gd name="T12" fmla="*/ 2147483647 w 570"/>
                <a:gd name="T13" fmla="*/ 2147483647 h 372"/>
                <a:gd name="T14" fmla="*/ 2147483647 w 570"/>
                <a:gd name="T15" fmla="*/ 2147483647 h 372"/>
                <a:gd name="T16" fmla="*/ 2147483647 w 570"/>
                <a:gd name="T17" fmla="*/ 2147483647 h 372"/>
                <a:gd name="T18" fmla="*/ 2147483647 w 570"/>
                <a:gd name="T19" fmla="*/ 2147483647 h 372"/>
                <a:gd name="T20" fmla="*/ 2147483647 w 570"/>
                <a:gd name="T21" fmla="*/ 2147483647 h 372"/>
                <a:gd name="T22" fmla="*/ 2147483647 w 570"/>
                <a:gd name="T23" fmla="*/ 2147483647 h 372"/>
                <a:gd name="T24" fmla="*/ 2147483647 w 570"/>
                <a:gd name="T25" fmla="*/ 2147483647 h 372"/>
                <a:gd name="T26" fmla="*/ 2147483647 w 570"/>
                <a:gd name="T27" fmla="*/ 2147483647 h 372"/>
                <a:gd name="T28" fmla="*/ 2147483647 w 570"/>
                <a:gd name="T29" fmla="*/ 2147483647 h 372"/>
                <a:gd name="T30" fmla="*/ 2147483647 w 570"/>
                <a:gd name="T31" fmla="*/ 2147483647 h 372"/>
                <a:gd name="T32" fmla="*/ 2147483647 w 570"/>
                <a:gd name="T33" fmla="*/ 2147483647 h 372"/>
                <a:gd name="T34" fmla="*/ 2147483647 w 570"/>
                <a:gd name="T35" fmla="*/ 2147483647 h 372"/>
                <a:gd name="T36" fmla="*/ 2147483647 w 570"/>
                <a:gd name="T37" fmla="*/ 2147483647 h 372"/>
                <a:gd name="T38" fmla="*/ 2147483647 w 570"/>
                <a:gd name="T39" fmla="*/ 2147483647 h 372"/>
                <a:gd name="T40" fmla="*/ 2147483647 w 570"/>
                <a:gd name="T41" fmla="*/ 2147483647 h 372"/>
                <a:gd name="T42" fmla="*/ 2147483647 w 570"/>
                <a:gd name="T43" fmla="*/ 2147483647 h 372"/>
                <a:gd name="T44" fmla="*/ 2147483647 w 570"/>
                <a:gd name="T45" fmla="*/ 2147483647 h 372"/>
                <a:gd name="T46" fmla="*/ 2147483647 w 570"/>
                <a:gd name="T47" fmla="*/ 2147483647 h 372"/>
                <a:gd name="T48" fmla="*/ 2147483647 w 570"/>
                <a:gd name="T49" fmla="*/ 2147483647 h 372"/>
                <a:gd name="T50" fmla="*/ 2147483647 w 570"/>
                <a:gd name="T51" fmla="*/ 2147483647 h 372"/>
                <a:gd name="T52" fmla="*/ 2147483647 w 570"/>
                <a:gd name="T53" fmla="*/ 2147483647 h 372"/>
                <a:gd name="T54" fmla="*/ 2147483647 w 570"/>
                <a:gd name="T55" fmla="*/ 2147483647 h 372"/>
                <a:gd name="T56" fmla="*/ 2147483647 w 570"/>
                <a:gd name="T57" fmla="*/ 0 h 372"/>
                <a:gd name="T58" fmla="*/ 2147483647 w 570"/>
                <a:gd name="T59" fmla="*/ 2147483647 h 372"/>
                <a:gd name="T60" fmla="*/ 2147483647 w 570"/>
                <a:gd name="T61" fmla="*/ 2147483647 h 372"/>
                <a:gd name="T62" fmla="*/ 2147483647 w 570"/>
                <a:gd name="T63" fmla="*/ 2147483647 h 372"/>
                <a:gd name="T64" fmla="*/ 2147483647 w 570"/>
                <a:gd name="T65" fmla="*/ 2147483647 h 372"/>
                <a:gd name="T66" fmla="*/ 2147483647 w 570"/>
                <a:gd name="T67" fmla="*/ 2147483647 h 372"/>
                <a:gd name="T68" fmla="*/ 2147483647 w 570"/>
                <a:gd name="T69" fmla="*/ 2147483647 h 372"/>
                <a:gd name="T70" fmla="*/ 2147483647 w 570"/>
                <a:gd name="T71" fmla="*/ 2147483647 h 372"/>
                <a:gd name="T72" fmla="*/ 2147483647 w 570"/>
                <a:gd name="T73" fmla="*/ 2147483647 h 372"/>
                <a:gd name="T74" fmla="*/ 2147483647 w 570"/>
                <a:gd name="T75" fmla="*/ 2147483647 h 372"/>
                <a:gd name="T76" fmla="*/ 2147483647 w 570"/>
                <a:gd name="T77" fmla="*/ 2147483647 h 372"/>
                <a:gd name="T78" fmla="*/ 2147483647 w 570"/>
                <a:gd name="T79" fmla="*/ 2147483647 h 372"/>
                <a:gd name="T80" fmla="*/ 2147483647 w 570"/>
                <a:gd name="T81" fmla="*/ 2147483647 h 372"/>
                <a:gd name="T82" fmla="*/ 2147483647 w 570"/>
                <a:gd name="T83" fmla="*/ 2147483647 h 372"/>
                <a:gd name="T84" fmla="*/ 2147483647 w 570"/>
                <a:gd name="T85" fmla="*/ 2147483647 h 372"/>
                <a:gd name="T86" fmla="*/ 2147483647 w 570"/>
                <a:gd name="T87" fmla="*/ 2147483647 h 372"/>
                <a:gd name="T88" fmla="*/ 2147483647 w 570"/>
                <a:gd name="T89" fmla="*/ 2147483647 h 372"/>
                <a:gd name="T90" fmla="*/ 2147483647 w 570"/>
                <a:gd name="T91" fmla="*/ 2147483647 h 372"/>
                <a:gd name="T92" fmla="*/ 2147483647 w 570"/>
                <a:gd name="T93" fmla="*/ 2147483647 h 372"/>
                <a:gd name="T94" fmla="*/ 2147483647 w 570"/>
                <a:gd name="T95" fmla="*/ 2147483647 h 372"/>
                <a:gd name="T96" fmla="*/ 2147483647 w 570"/>
                <a:gd name="T97" fmla="*/ 2147483647 h 37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70"/>
                <a:gd name="T148" fmla="*/ 0 h 372"/>
                <a:gd name="T149" fmla="*/ 570 w 570"/>
                <a:gd name="T150" fmla="*/ 372 h 37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70" h="372">
                  <a:moveTo>
                    <a:pt x="24" y="312"/>
                  </a:moveTo>
                  <a:lnTo>
                    <a:pt x="24" y="342"/>
                  </a:lnTo>
                  <a:lnTo>
                    <a:pt x="30" y="354"/>
                  </a:lnTo>
                  <a:lnTo>
                    <a:pt x="36" y="360"/>
                  </a:lnTo>
                  <a:lnTo>
                    <a:pt x="48" y="360"/>
                  </a:lnTo>
                  <a:lnTo>
                    <a:pt x="60" y="354"/>
                  </a:lnTo>
                  <a:lnTo>
                    <a:pt x="72" y="342"/>
                  </a:lnTo>
                  <a:lnTo>
                    <a:pt x="72" y="336"/>
                  </a:lnTo>
                  <a:lnTo>
                    <a:pt x="108" y="336"/>
                  </a:lnTo>
                  <a:lnTo>
                    <a:pt x="120" y="330"/>
                  </a:lnTo>
                  <a:lnTo>
                    <a:pt x="126" y="324"/>
                  </a:lnTo>
                  <a:lnTo>
                    <a:pt x="174" y="324"/>
                  </a:lnTo>
                  <a:lnTo>
                    <a:pt x="174" y="330"/>
                  </a:lnTo>
                  <a:lnTo>
                    <a:pt x="180" y="336"/>
                  </a:lnTo>
                  <a:lnTo>
                    <a:pt x="216" y="336"/>
                  </a:lnTo>
                  <a:lnTo>
                    <a:pt x="240" y="342"/>
                  </a:lnTo>
                  <a:lnTo>
                    <a:pt x="258" y="354"/>
                  </a:lnTo>
                  <a:lnTo>
                    <a:pt x="264" y="348"/>
                  </a:lnTo>
                  <a:lnTo>
                    <a:pt x="282" y="360"/>
                  </a:lnTo>
                  <a:lnTo>
                    <a:pt x="294" y="348"/>
                  </a:lnTo>
                  <a:lnTo>
                    <a:pt x="300" y="360"/>
                  </a:lnTo>
                  <a:lnTo>
                    <a:pt x="318" y="354"/>
                  </a:lnTo>
                  <a:lnTo>
                    <a:pt x="324" y="360"/>
                  </a:lnTo>
                  <a:lnTo>
                    <a:pt x="336" y="354"/>
                  </a:lnTo>
                  <a:lnTo>
                    <a:pt x="348" y="366"/>
                  </a:lnTo>
                  <a:lnTo>
                    <a:pt x="348" y="360"/>
                  </a:lnTo>
                  <a:lnTo>
                    <a:pt x="354" y="354"/>
                  </a:lnTo>
                  <a:lnTo>
                    <a:pt x="372" y="354"/>
                  </a:lnTo>
                  <a:lnTo>
                    <a:pt x="378" y="360"/>
                  </a:lnTo>
                  <a:lnTo>
                    <a:pt x="378" y="372"/>
                  </a:lnTo>
                  <a:lnTo>
                    <a:pt x="384" y="372"/>
                  </a:lnTo>
                  <a:lnTo>
                    <a:pt x="396" y="366"/>
                  </a:lnTo>
                  <a:lnTo>
                    <a:pt x="420" y="366"/>
                  </a:lnTo>
                  <a:lnTo>
                    <a:pt x="426" y="372"/>
                  </a:lnTo>
                  <a:lnTo>
                    <a:pt x="444" y="372"/>
                  </a:lnTo>
                  <a:lnTo>
                    <a:pt x="450" y="366"/>
                  </a:lnTo>
                  <a:lnTo>
                    <a:pt x="450" y="354"/>
                  </a:lnTo>
                  <a:lnTo>
                    <a:pt x="444" y="348"/>
                  </a:lnTo>
                  <a:lnTo>
                    <a:pt x="450" y="336"/>
                  </a:lnTo>
                  <a:lnTo>
                    <a:pt x="456" y="330"/>
                  </a:lnTo>
                  <a:lnTo>
                    <a:pt x="468" y="324"/>
                  </a:lnTo>
                  <a:lnTo>
                    <a:pt x="474" y="312"/>
                  </a:lnTo>
                  <a:lnTo>
                    <a:pt x="498" y="312"/>
                  </a:lnTo>
                  <a:lnTo>
                    <a:pt x="516" y="318"/>
                  </a:lnTo>
                  <a:lnTo>
                    <a:pt x="516" y="300"/>
                  </a:lnTo>
                  <a:lnTo>
                    <a:pt x="510" y="288"/>
                  </a:lnTo>
                  <a:lnTo>
                    <a:pt x="504" y="282"/>
                  </a:lnTo>
                  <a:lnTo>
                    <a:pt x="504" y="264"/>
                  </a:lnTo>
                  <a:lnTo>
                    <a:pt x="480" y="240"/>
                  </a:lnTo>
                  <a:lnTo>
                    <a:pt x="480" y="234"/>
                  </a:lnTo>
                  <a:lnTo>
                    <a:pt x="486" y="228"/>
                  </a:lnTo>
                  <a:lnTo>
                    <a:pt x="510" y="228"/>
                  </a:lnTo>
                  <a:lnTo>
                    <a:pt x="510" y="234"/>
                  </a:lnTo>
                  <a:lnTo>
                    <a:pt x="516" y="234"/>
                  </a:lnTo>
                  <a:lnTo>
                    <a:pt x="522" y="240"/>
                  </a:lnTo>
                  <a:lnTo>
                    <a:pt x="528" y="240"/>
                  </a:lnTo>
                  <a:lnTo>
                    <a:pt x="552" y="228"/>
                  </a:lnTo>
                  <a:lnTo>
                    <a:pt x="558" y="216"/>
                  </a:lnTo>
                  <a:lnTo>
                    <a:pt x="570" y="210"/>
                  </a:lnTo>
                  <a:lnTo>
                    <a:pt x="546" y="198"/>
                  </a:lnTo>
                  <a:lnTo>
                    <a:pt x="552" y="192"/>
                  </a:lnTo>
                  <a:lnTo>
                    <a:pt x="552" y="186"/>
                  </a:lnTo>
                  <a:lnTo>
                    <a:pt x="546" y="186"/>
                  </a:lnTo>
                  <a:lnTo>
                    <a:pt x="540" y="180"/>
                  </a:lnTo>
                  <a:lnTo>
                    <a:pt x="504" y="180"/>
                  </a:lnTo>
                  <a:lnTo>
                    <a:pt x="504" y="156"/>
                  </a:lnTo>
                  <a:lnTo>
                    <a:pt x="474" y="144"/>
                  </a:lnTo>
                  <a:lnTo>
                    <a:pt x="474" y="132"/>
                  </a:lnTo>
                  <a:lnTo>
                    <a:pt x="456" y="114"/>
                  </a:lnTo>
                  <a:lnTo>
                    <a:pt x="444" y="108"/>
                  </a:lnTo>
                  <a:lnTo>
                    <a:pt x="438" y="102"/>
                  </a:lnTo>
                  <a:lnTo>
                    <a:pt x="444" y="84"/>
                  </a:lnTo>
                  <a:lnTo>
                    <a:pt x="432" y="66"/>
                  </a:lnTo>
                  <a:lnTo>
                    <a:pt x="438" y="60"/>
                  </a:lnTo>
                  <a:lnTo>
                    <a:pt x="438" y="48"/>
                  </a:lnTo>
                  <a:lnTo>
                    <a:pt x="432" y="42"/>
                  </a:lnTo>
                  <a:lnTo>
                    <a:pt x="396" y="24"/>
                  </a:lnTo>
                  <a:lnTo>
                    <a:pt x="390" y="18"/>
                  </a:lnTo>
                  <a:lnTo>
                    <a:pt x="384" y="18"/>
                  </a:lnTo>
                  <a:lnTo>
                    <a:pt x="354" y="36"/>
                  </a:lnTo>
                  <a:lnTo>
                    <a:pt x="348" y="18"/>
                  </a:lnTo>
                  <a:lnTo>
                    <a:pt x="312" y="12"/>
                  </a:lnTo>
                  <a:lnTo>
                    <a:pt x="300" y="18"/>
                  </a:lnTo>
                  <a:lnTo>
                    <a:pt x="300" y="12"/>
                  </a:lnTo>
                  <a:lnTo>
                    <a:pt x="294" y="6"/>
                  </a:lnTo>
                  <a:lnTo>
                    <a:pt x="276" y="6"/>
                  </a:lnTo>
                  <a:lnTo>
                    <a:pt x="270" y="0"/>
                  </a:lnTo>
                  <a:lnTo>
                    <a:pt x="258" y="0"/>
                  </a:lnTo>
                  <a:lnTo>
                    <a:pt x="252" y="6"/>
                  </a:lnTo>
                  <a:lnTo>
                    <a:pt x="246" y="18"/>
                  </a:lnTo>
                  <a:lnTo>
                    <a:pt x="240" y="24"/>
                  </a:lnTo>
                  <a:lnTo>
                    <a:pt x="234" y="24"/>
                  </a:lnTo>
                  <a:lnTo>
                    <a:pt x="228" y="30"/>
                  </a:lnTo>
                  <a:lnTo>
                    <a:pt x="222" y="24"/>
                  </a:lnTo>
                  <a:lnTo>
                    <a:pt x="198" y="24"/>
                  </a:lnTo>
                  <a:lnTo>
                    <a:pt x="192" y="30"/>
                  </a:lnTo>
                  <a:lnTo>
                    <a:pt x="180" y="36"/>
                  </a:lnTo>
                  <a:lnTo>
                    <a:pt x="174" y="42"/>
                  </a:lnTo>
                  <a:lnTo>
                    <a:pt x="174" y="54"/>
                  </a:lnTo>
                  <a:lnTo>
                    <a:pt x="192" y="72"/>
                  </a:lnTo>
                  <a:lnTo>
                    <a:pt x="186" y="78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56" y="72"/>
                  </a:lnTo>
                  <a:lnTo>
                    <a:pt x="162" y="90"/>
                  </a:lnTo>
                  <a:lnTo>
                    <a:pt x="144" y="90"/>
                  </a:lnTo>
                  <a:lnTo>
                    <a:pt x="138" y="96"/>
                  </a:lnTo>
                  <a:lnTo>
                    <a:pt x="138" y="102"/>
                  </a:lnTo>
                  <a:lnTo>
                    <a:pt x="144" y="114"/>
                  </a:lnTo>
                  <a:lnTo>
                    <a:pt x="144" y="120"/>
                  </a:lnTo>
                  <a:lnTo>
                    <a:pt x="132" y="120"/>
                  </a:lnTo>
                  <a:lnTo>
                    <a:pt x="132" y="126"/>
                  </a:lnTo>
                  <a:lnTo>
                    <a:pt x="138" y="132"/>
                  </a:lnTo>
                  <a:lnTo>
                    <a:pt x="138" y="144"/>
                  </a:lnTo>
                  <a:lnTo>
                    <a:pt x="144" y="150"/>
                  </a:lnTo>
                  <a:lnTo>
                    <a:pt x="144" y="156"/>
                  </a:lnTo>
                  <a:lnTo>
                    <a:pt x="132" y="156"/>
                  </a:lnTo>
                  <a:lnTo>
                    <a:pt x="138" y="150"/>
                  </a:lnTo>
                  <a:lnTo>
                    <a:pt x="138" y="144"/>
                  </a:lnTo>
                  <a:lnTo>
                    <a:pt x="120" y="144"/>
                  </a:lnTo>
                  <a:lnTo>
                    <a:pt x="108" y="150"/>
                  </a:lnTo>
                  <a:lnTo>
                    <a:pt x="102" y="156"/>
                  </a:lnTo>
                  <a:lnTo>
                    <a:pt x="96" y="168"/>
                  </a:lnTo>
                  <a:lnTo>
                    <a:pt x="84" y="156"/>
                  </a:lnTo>
                  <a:lnTo>
                    <a:pt x="84" y="174"/>
                  </a:lnTo>
                  <a:lnTo>
                    <a:pt x="54" y="174"/>
                  </a:lnTo>
                  <a:lnTo>
                    <a:pt x="54" y="168"/>
                  </a:lnTo>
                  <a:lnTo>
                    <a:pt x="48" y="162"/>
                  </a:lnTo>
                  <a:lnTo>
                    <a:pt x="42" y="162"/>
                  </a:lnTo>
                  <a:lnTo>
                    <a:pt x="30" y="168"/>
                  </a:lnTo>
                  <a:lnTo>
                    <a:pt x="18" y="168"/>
                  </a:lnTo>
                  <a:lnTo>
                    <a:pt x="12" y="174"/>
                  </a:lnTo>
                  <a:lnTo>
                    <a:pt x="6" y="174"/>
                  </a:lnTo>
                  <a:lnTo>
                    <a:pt x="12" y="186"/>
                  </a:lnTo>
                  <a:lnTo>
                    <a:pt x="18" y="192"/>
                  </a:lnTo>
                  <a:lnTo>
                    <a:pt x="18" y="204"/>
                  </a:lnTo>
                  <a:lnTo>
                    <a:pt x="24" y="210"/>
                  </a:lnTo>
                  <a:lnTo>
                    <a:pt x="36" y="234"/>
                  </a:lnTo>
                  <a:lnTo>
                    <a:pt x="42" y="240"/>
                  </a:lnTo>
                  <a:lnTo>
                    <a:pt x="42" y="246"/>
                  </a:lnTo>
                  <a:lnTo>
                    <a:pt x="36" y="252"/>
                  </a:lnTo>
                  <a:lnTo>
                    <a:pt x="36" y="264"/>
                  </a:lnTo>
                  <a:lnTo>
                    <a:pt x="12" y="270"/>
                  </a:lnTo>
                  <a:lnTo>
                    <a:pt x="12" y="288"/>
                  </a:lnTo>
                  <a:lnTo>
                    <a:pt x="0" y="288"/>
                  </a:lnTo>
                  <a:lnTo>
                    <a:pt x="0" y="294"/>
                  </a:lnTo>
                  <a:lnTo>
                    <a:pt x="6" y="300"/>
                  </a:lnTo>
                  <a:lnTo>
                    <a:pt x="12" y="300"/>
                  </a:lnTo>
                  <a:lnTo>
                    <a:pt x="24" y="31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51" name="Bangladesh" descr="© INSCALE GmbH, 05.05.2010&#10;http://www.presentationload.com/">
              <a:extLst>
                <a:ext uri="{FF2B5EF4-FFF2-40B4-BE49-F238E27FC236}">
                  <a16:creationId xmlns:a16="http://schemas.microsoft.com/office/drawing/2014/main" id="{8D9E39A9-B56F-44C8-BBD0-FC1A1B762292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5752034" y="2299415"/>
              <a:ext cx="124073" cy="140005"/>
            </a:xfrm>
            <a:custGeom>
              <a:avLst/>
              <a:gdLst>
                <a:gd name="T0" fmla="*/ 2147483647 w 372"/>
                <a:gd name="T1" fmla="*/ 2147483647 h 426"/>
                <a:gd name="T2" fmla="*/ 2147483647 w 372"/>
                <a:gd name="T3" fmla="*/ 2147483647 h 426"/>
                <a:gd name="T4" fmla="*/ 2147483647 w 372"/>
                <a:gd name="T5" fmla="*/ 2147483647 h 426"/>
                <a:gd name="T6" fmla="*/ 2147483647 w 372"/>
                <a:gd name="T7" fmla="*/ 2147483647 h 426"/>
                <a:gd name="T8" fmla="*/ 2147483647 w 372"/>
                <a:gd name="T9" fmla="*/ 2147483647 h 426"/>
                <a:gd name="T10" fmla="*/ 2147483647 w 372"/>
                <a:gd name="T11" fmla="*/ 2147483647 h 426"/>
                <a:gd name="T12" fmla="*/ 2147483647 w 372"/>
                <a:gd name="T13" fmla="*/ 2147483647 h 426"/>
                <a:gd name="T14" fmla="*/ 2147483647 w 372"/>
                <a:gd name="T15" fmla="*/ 2147483647 h 426"/>
                <a:gd name="T16" fmla="*/ 2147483647 w 372"/>
                <a:gd name="T17" fmla="*/ 2147483647 h 426"/>
                <a:gd name="T18" fmla="*/ 2147483647 w 372"/>
                <a:gd name="T19" fmla="*/ 2147483647 h 426"/>
                <a:gd name="T20" fmla="*/ 2147483647 w 372"/>
                <a:gd name="T21" fmla="*/ 2147483647 h 426"/>
                <a:gd name="T22" fmla="*/ 2147483647 w 372"/>
                <a:gd name="T23" fmla="*/ 2147483647 h 426"/>
                <a:gd name="T24" fmla="*/ 2147483647 w 372"/>
                <a:gd name="T25" fmla="*/ 2147483647 h 426"/>
                <a:gd name="T26" fmla="*/ 2147483647 w 372"/>
                <a:gd name="T27" fmla="*/ 2147483647 h 426"/>
                <a:gd name="T28" fmla="*/ 2147483647 w 372"/>
                <a:gd name="T29" fmla="*/ 2147483647 h 426"/>
                <a:gd name="T30" fmla="*/ 2147483647 w 372"/>
                <a:gd name="T31" fmla="*/ 2147483647 h 426"/>
                <a:gd name="T32" fmla="*/ 2147483647 w 372"/>
                <a:gd name="T33" fmla="*/ 2147483647 h 426"/>
                <a:gd name="T34" fmla="*/ 2147483647 w 372"/>
                <a:gd name="T35" fmla="*/ 2147483647 h 426"/>
                <a:gd name="T36" fmla="*/ 2147483647 w 372"/>
                <a:gd name="T37" fmla="*/ 2147483647 h 426"/>
                <a:gd name="T38" fmla="*/ 2147483647 w 372"/>
                <a:gd name="T39" fmla="*/ 2147483647 h 426"/>
                <a:gd name="T40" fmla="*/ 2147483647 w 372"/>
                <a:gd name="T41" fmla="*/ 2147483647 h 426"/>
                <a:gd name="T42" fmla="*/ 2147483647 w 372"/>
                <a:gd name="T43" fmla="*/ 2147483647 h 426"/>
                <a:gd name="T44" fmla="*/ 2147483647 w 372"/>
                <a:gd name="T45" fmla="*/ 2147483647 h 426"/>
                <a:gd name="T46" fmla="*/ 2147483647 w 372"/>
                <a:gd name="T47" fmla="*/ 2147483647 h 426"/>
                <a:gd name="T48" fmla="*/ 2147483647 w 372"/>
                <a:gd name="T49" fmla="*/ 2147483647 h 426"/>
                <a:gd name="T50" fmla="*/ 2147483647 w 372"/>
                <a:gd name="T51" fmla="*/ 2147483647 h 426"/>
                <a:gd name="T52" fmla="*/ 2147483647 w 372"/>
                <a:gd name="T53" fmla="*/ 2147483647 h 426"/>
                <a:gd name="T54" fmla="*/ 2147483647 w 372"/>
                <a:gd name="T55" fmla="*/ 2147483647 h 426"/>
                <a:gd name="T56" fmla="*/ 2147483647 w 372"/>
                <a:gd name="T57" fmla="*/ 2147483647 h 426"/>
                <a:gd name="T58" fmla="*/ 2147483647 w 372"/>
                <a:gd name="T59" fmla="*/ 2147483647 h 426"/>
                <a:gd name="T60" fmla="*/ 2147483647 w 372"/>
                <a:gd name="T61" fmla="*/ 2147483647 h 426"/>
                <a:gd name="T62" fmla="*/ 2147483647 w 372"/>
                <a:gd name="T63" fmla="*/ 2147483647 h 426"/>
                <a:gd name="T64" fmla="*/ 2147483647 w 372"/>
                <a:gd name="T65" fmla="*/ 2147483647 h 426"/>
                <a:gd name="T66" fmla="*/ 2147483647 w 372"/>
                <a:gd name="T67" fmla="*/ 2147483647 h 426"/>
                <a:gd name="T68" fmla="*/ 2147483647 w 372"/>
                <a:gd name="T69" fmla="*/ 2147483647 h 426"/>
                <a:gd name="T70" fmla="*/ 2147483647 w 372"/>
                <a:gd name="T71" fmla="*/ 2147483647 h 426"/>
                <a:gd name="T72" fmla="*/ 2147483647 w 372"/>
                <a:gd name="T73" fmla="*/ 2147483647 h 426"/>
                <a:gd name="T74" fmla="*/ 2147483647 w 372"/>
                <a:gd name="T75" fmla="*/ 2147483647 h 426"/>
                <a:gd name="T76" fmla="*/ 2147483647 w 372"/>
                <a:gd name="T77" fmla="*/ 2147483647 h 426"/>
                <a:gd name="T78" fmla="*/ 2147483647 w 372"/>
                <a:gd name="T79" fmla="*/ 2147483647 h 426"/>
                <a:gd name="T80" fmla="*/ 2147483647 w 372"/>
                <a:gd name="T81" fmla="*/ 2147483647 h 426"/>
                <a:gd name="T82" fmla="*/ 2147483647 w 372"/>
                <a:gd name="T83" fmla="*/ 2147483647 h 426"/>
                <a:gd name="T84" fmla="*/ 2147483647 w 372"/>
                <a:gd name="T85" fmla="*/ 0 h 426"/>
                <a:gd name="T86" fmla="*/ 2147483647 w 372"/>
                <a:gd name="T87" fmla="*/ 2147483647 h 426"/>
                <a:gd name="T88" fmla="*/ 0 w 372"/>
                <a:gd name="T89" fmla="*/ 2147483647 h 426"/>
                <a:gd name="T90" fmla="*/ 2147483647 w 372"/>
                <a:gd name="T91" fmla="*/ 2147483647 h 426"/>
                <a:gd name="T92" fmla="*/ 2147483647 w 372"/>
                <a:gd name="T93" fmla="*/ 2147483647 h 426"/>
                <a:gd name="T94" fmla="*/ 2147483647 w 372"/>
                <a:gd name="T95" fmla="*/ 2147483647 h 426"/>
                <a:gd name="T96" fmla="*/ 2147483647 w 372"/>
                <a:gd name="T97" fmla="*/ 2147483647 h 426"/>
                <a:gd name="T98" fmla="*/ 2147483647 w 372"/>
                <a:gd name="T99" fmla="*/ 2147483647 h 426"/>
                <a:gd name="T100" fmla="*/ 2147483647 w 372"/>
                <a:gd name="T101" fmla="*/ 2147483647 h 426"/>
                <a:gd name="T102" fmla="*/ 2147483647 w 372"/>
                <a:gd name="T103" fmla="*/ 2147483647 h 426"/>
                <a:gd name="T104" fmla="*/ 2147483647 w 372"/>
                <a:gd name="T105" fmla="*/ 2147483647 h 426"/>
                <a:gd name="T106" fmla="*/ 2147483647 w 372"/>
                <a:gd name="T107" fmla="*/ 2147483647 h 426"/>
                <a:gd name="T108" fmla="*/ 2147483647 w 372"/>
                <a:gd name="T109" fmla="*/ 2147483647 h 426"/>
                <a:gd name="T110" fmla="*/ 2147483647 w 372"/>
                <a:gd name="T111" fmla="*/ 2147483647 h 426"/>
                <a:gd name="T112" fmla="*/ 2147483647 w 372"/>
                <a:gd name="T113" fmla="*/ 2147483647 h 426"/>
                <a:gd name="T114" fmla="*/ 2147483647 w 372"/>
                <a:gd name="T115" fmla="*/ 2147483647 h 42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72"/>
                <a:gd name="T175" fmla="*/ 0 h 426"/>
                <a:gd name="T176" fmla="*/ 372 w 372"/>
                <a:gd name="T177" fmla="*/ 426 h 42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72" h="426">
                  <a:moveTo>
                    <a:pt x="132" y="414"/>
                  </a:moveTo>
                  <a:lnTo>
                    <a:pt x="138" y="354"/>
                  </a:lnTo>
                  <a:lnTo>
                    <a:pt x="144" y="354"/>
                  </a:lnTo>
                  <a:lnTo>
                    <a:pt x="150" y="360"/>
                  </a:lnTo>
                  <a:lnTo>
                    <a:pt x="162" y="360"/>
                  </a:lnTo>
                  <a:lnTo>
                    <a:pt x="174" y="366"/>
                  </a:lnTo>
                  <a:lnTo>
                    <a:pt x="192" y="372"/>
                  </a:lnTo>
                  <a:lnTo>
                    <a:pt x="216" y="372"/>
                  </a:lnTo>
                  <a:lnTo>
                    <a:pt x="210" y="366"/>
                  </a:lnTo>
                  <a:lnTo>
                    <a:pt x="210" y="348"/>
                  </a:lnTo>
                  <a:lnTo>
                    <a:pt x="204" y="342"/>
                  </a:lnTo>
                  <a:lnTo>
                    <a:pt x="222" y="342"/>
                  </a:lnTo>
                  <a:lnTo>
                    <a:pt x="258" y="360"/>
                  </a:lnTo>
                  <a:lnTo>
                    <a:pt x="270" y="360"/>
                  </a:lnTo>
                  <a:lnTo>
                    <a:pt x="282" y="348"/>
                  </a:lnTo>
                  <a:lnTo>
                    <a:pt x="282" y="336"/>
                  </a:lnTo>
                  <a:lnTo>
                    <a:pt x="270" y="300"/>
                  </a:lnTo>
                  <a:lnTo>
                    <a:pt x="318" y="354"/>
                  </a:lnTo>
                  <a:lnTo>
                    <a:pt x="318" y="360"/>
                  </a:lnTo>
                  <a:lnTo>
                    <a:pt x="312" y="366"/>
                  </a:lnTo>
                  <a:lnTo>
                    <a:pt x="312" y="390"/>
                  </a:lnTo>
                  <a:lnTo>
                    <a:pt x="306" y="402"/>
                  </a:lnTo>
                  <a:lnTo>
                    <a:pt x="306" y="414"/>
                  </a:lnTo>
                  <a:lnTo>
                    <a:pt x="312" y="420"/>
                  </a:lnTo>
                  <a:lnTo>
                    <a:pt x="324" y="420"/>
                  </a:lnTo>
                  <a:lnTo>
                    <a:pt x="330" y="426"/>
                  </a:lnTo>
                  <a:lnTo>
                    <a:pt x="336" y="414"/>
                  </a:lnTo>
                  <a:lnTo>
                    <a:pt x="336" y="408"/>
                  </a:lnTo>
                  <a:lnTo>
                    <a:pt x="372" y="414"/>
                  </a:lnTo>
                  <a:lnTo>
                    <a:pt x="360" y="354"/>
                  </a:lnTo>
                  <a:lnTo>
                    <a:pt x="360" y="348"/>
                  </a:lnTo>
                  <a:lnTo>
                    <a:pt x="354" y="342"/>
                  </a:lnTo>
                  <a:lnTo>
                    <a:pt x="348" y="330"/>
                  </a:lnTo>
                  <a:lnTo>
                    <a:pt x="342" y="312"/>
                  </a:lnTo>
                  <a:lnTo>
                    <a:pt x="336" y="300"/>
                  </a:lnTo>
                  <a:lnTo>
                    <a:pt x="336" y="288"/>
                  </a:lnTo>
                  <a:lnTo>
                    <a:pt x="330" y="276"/>
                  </a:lnTo>
                  <a:lnTo>
                    <a:pt x="330" y="270"/>
                  </a:lnTo>
                  <a:lnTo>
                    <a:pt x="324" y="258"/>
                  </a:lnTo>
                  <a:lnTo>
                    <a:pt x="324" y="240"/>
                  </a:lnTo>
                  <a:lnTo>
                    <a:pt x="318" y="234"/>
                  </a:lnTo>
                  <a:lnTo>
                    <a:pt x="306" y="228"/>
                  </a:lnTo>
                  <a:lnTo>
                    <a:pt x="288" y="228"/>
                  </a:lnTo>
                  <a:lnTo>
                    <a:pt x="288" y="252"/>
                  </a:lnTo>
                  <a:lnTo>
                    <a:pt x="282" y="288"/>
                  </a:lnTo>
                  <a:lnTo>
                    <a:pt x="264" y="264"/>
                  </a:lnTo>
                  <a:lnTo>
                    <a:pt x="258" y="264"/>
                  </a:lnTo>
                  <a:lnTo>
                    <a:pt x="240" y="246"/>
                  </a:lnTo>
                  <a:lnTo>
                    <a:pt x="234" y="234"/>
                  </a:lnTo>
                  <a:lnTo>
                    <a:pt x="234" y="216"/>
                  </a:lnTo>
                  <a:lnTo>
                    <a:pt x="240" y="204"/>
                  </a:lnTo>
                  <a:lnTo>
                    <a:pt x="252" y="192"/>
                  </a:lnTo>
                  <a:lnTo>
                    <a:pt x="258" y="192"/>
                  </a:lnTo>
                  <a:lnTo>
                    <a:pt x="270" y="186"/>
                  </a:lnTo>
                  <a:lnTo>
                    <a:pt x="276" y="186"/>
                  </a:lnTo>
                  <a:lnTo>
                    <a:pt x="282" y="180"/>
                  </a:lnTo>
                  <a:lnTo>
                    <a:pt x="288" y="168"/>
                  </a:lnTo>
                  <a:lnTo>
                    <a:pt x="294" y="150"/>
                  </a:lnTo>
                  <a:lnTo>
                    <a:pt x="294" y="138"/>
                  </a:lnTo>
                  <a:lnTo>
                    <a:pt x="300" y="138"/>
                  </a:lnTo>
                  <a:lnTo>
                    <a:pt x="306" y="132"/>
                  </a:lnTo>
                  <a:lnTo>
                    <a:pt x="306" y="126"/>
                  </a:lnTo>
                  <a:lnTo>
                    <a:pt x="282" y="102"/>
                  </a:lnTo>
                  <a:lnTo>
                    <a:pt x="276" y="102"/>
                  </a:lnTo>
                  <a:lnTo>
                    <a:pt x="228" y="114"/>
                  </a:lnTo>
                  <a:lnTo>
                    <a:pt x="210" y="114"/>
                  </a:lnTo>
                  <a:lnTo>
                    <a:pt x="198" y="108"/>
                  </a:lnTo>
                  <a:lnTo>
                    <a:pt x="138" y="108"/>
                  </a:lnTo>
                  <a:lnTo>
                    <a:pt x="132" y="102"/>
                  </a:lnTo>
                  <a:lnTo>
                    <a:pt x="126" y="102"/>
                  </a:lnTo>
                  <a:lnTo>
                    <a:pt x="126" y="66"/>
                  </a:lnTo>
                  <a:lnTo>
                    <a:pt x="120" y="66"/>
                  </a:lnTo>
                  <a:lnTo>
                    <a:pt x="120" y="36"/>
                  </a:lnTo>
                  <a:lnTo>
                    <a:pt x="114" y="30"/>
                  </a:lnTo>
                  <a:lnTo>
                    <a:pt x="108" y="30"/>
                  </a:lnTo>
                  <a:lnTo>
                    <a:pt x="102" y="24"/>
                  </a:lnTo>
                  <a:lnTo>
                    <a:pt x="96" y="42"/>
                  </a:lnTo>
                  <a:lnTo>
                    <a:pt x="90" y="36"/>
                  </a:lnTo>
                  <a:lnTo>
                    <a:pt x="78" y="36"/>
                  </a:lnTo>
                  <a:lnTo>
                    <a:pt x="72" y="30"/>
                  </a:lnTo>
                  <a:lnTo>
                    <a:pt x="66" y="18"/>
                  </a:lnTo>
                  <a:lnTo>
                    <a:pt x="66" y="12"/>
                  </a:lnTo>
                  <a:lnTo>
                    <a:pt x="60" y="0"/>
                  </a:lnTo>
                  <a:lnTo>
                    <a:pt x="42" y="6"/>
                  </a:lnTo>
                  <a:lnTo>
                    <a:pt x="48" y="12"/>
                  </a:lnTo>
                  <a:lnTo>
                    <a:pt x="24" y="0"/>
                  </a:lnTo>
                  <a:lnTo>
                    <a:pt x="6" y="0"/>
                  </a:lnTo>
                  <a:lnTo>
                    <a:pt x="18" y="18"/>
                  </a:lnTo>
                  <a:lnTo>
                    <a:pt x="6" y="30"/>
                  </a:lnTo>
                  <a:lnTo>
                    <a:pt x="0" y="42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8" y="66"/>
                  </a:lnTo>
                  <a:lnTo>
                    <a:pt x="30" y="78"/>
                  </a:lnTo>
                  <a:lnTo>
                    <a:pt x="36" y="78"/>
                  </a:lnTo>
                  <a:lnTo>
                    <a:pt x="66" y="96"/>
                  </a:lnTo>
                  <a:lnTo>
                    <a:pt x="66" y="108"/>
                  </a:lnTo>
                  <a:lnTo>
                    <a:pt x="30" y="108"/>
                  </a:lnTo>
                  <a:lnTo>
                    <a:pt x="30" y="138"/>
                  </a:lnTo>
                  <a:lnTo>
                    <a:pt x="24" y="138"/>
                  </a:lnTo>
                  <a:lnTo>
                    <a:pt x="12" y="150"/>
                  </a:lnTo>
                  <a:lnTo>
                    <a:pt x="24" y="162"/>
                  </a:lnTo>
                  <a:lnTo>
                    <a:pt x="36" y="168"/>
                  </a:lnTo>
                  <a:lnTo>
                    <a:pt x="54" y="168"/>
                  </a:lnTo>
                  <a:lnTo>
                    <a:pt x="66" y="174"/>
                  </a:lnTo>
                  <a:lnTo>
                    <a:pt x="72" y="180"/>
                  </a:lnTo>
                  <a:lnTo>
                    <a:pt x="72" y="186"/>
                  </a:lnTo>
                  <a:lnTo>
                    <a:pt x="66" y="204"/>
                  </a:lnTo>
                  <a:lnTo>
                    <a:pt x="60" y="210"/>
                  </a:lnTo>
                  <a:lnTo>
                    <a:pt x="54" y="222"/>
                  </a:lnTo>
                  <a:lnTo>
                    <a:pt x="66" y="252"/>
                  </a:lnTo>
                  <a:lnTo>
                    <a:pt x="96" y="276"/>
                  </a:lnTo>
                  <a:lnTo>
                    <a:pt x="96" y="306"/>
                  </a:lnTo>
                  <a:lnTo>
                    <a:pt x="114" y="348"/>
                  </a:lnTo>
                  <a:lnTo>
                    <a:pt x="108" y="378"/>
                  </a:lnTo>
                  <a:lnTo>
                    <a:pt x="132" y="41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52" name="Bahrain" descr="© INSCALE GmbH, 05.05.2010&#10;http://www.presentationload.com/">
              <a:extLst>
                <a:ext uri="{FF2B5EF4-FFF2-40B4-BE49-F238E27FC236}">
                  <a16:creationId xmlns:a16="http://schemas.microsoft.com/office/drawing/2014/main" id="{EDFE0CD9-B2D1-41FC-A741-FD60207DF15E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896453" y="2304552"/>
              <a:ext cx="9047" cy="17982"/>
            </a:xfrm>
            <a:custGeom>
              <a:avLst/>
              <a:gdLst>
                <a:gd name="T0" fmla="*/ 2147483647 w 15"/>
                <a:gd name="T1" fmla="*/ 0 h 28"/>
                <a:gd name="T2" fmla="*/ 2147483647 w 15"/>
                <a:gd name="T3" fmla="*/ 2147483647 h 28"/>
                <a:gd name="T4" fmla="*/ 2147483647 w 15"/>
                <a:gd name="T5" fmla="*/ 2147483647 h 28"/>
                <a:gd name="T6" fmla="*/ 2032697641 w 15"/>
                <a:gd name="T7" fmla="*/ 2147483647 h 28"/>
                <a:gd name="T8" fmla="*/ 813299296 w 15"/>
                <a:gd name="T9" fmla="*/ 2147483647 h 28"/>
                <a:gd name="T10" fmla="*/ 2147483647 w 15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"/>
                <a:gd name="T19" fmla="*/ 0 h 28"/>
                <a:gd name="T20" fmla="*/ 15 w 15"/>
                <a:gd name="T21" fmla="*/ 28 h 2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" h="28">
                  <a:moveTo>
                    <a:pt x="9" y="0"/>
                  </a:moveTo>
                  <a:cubicBezTo>
                    <a:pt x="14" y="0"/>
                    <a:pt x="15" y="10"/>
                    <a:pt x="14" y="14"/>
                  </a:cubicBezTo>
                  <a:cubicBezTo>
                    <a:pt x="13" y="18"/>
                    <a:pt x="15" y="28"/>
                    <a:pt x="9" y="28"/>
                  </a:cubicBezTo>
                  <a:cubicBezTo>
                    <a:pt x="4" y="27"/>
                    <a:pt x="5" y="21"/>
                    <a:pt x="5" y="18"/>
                  </a:cubicBezTo>
                  <a:cubicBezTo>
                    <a:pt x="5" y="14"/>
                    <a:pt x="0" y="14"/>
                    <a:pt x="2" y="8"/>
                  </a:cubicBez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53" name="Azerbaijan" descr="© INSCALE GmbH, 05.05.2010&#10;http://www.presentationload.com/">
              <a:extLst>
                <a:ext uri="{FF2B5EF4-FFF2-40B4-BE49-F238E27FC236}">
                  <a16:creationId xmlns:a16="http://schemas.microsoft.com/office/drawing/2014/main" id="{64B5D4BB-9EF4-48FB-B0A1-623346F23715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4723269" y="1893533"/>
              <a:ext cx="118902" cy="95048"/>
            </a:xfrm>
            <a:custGeom>
              <a:avLst/>
              <a:gdLst>
                <a:gd name="T0" fmla="*/ 2147483647 w 360"/>
                <a:gd name="T1" fmla="*/ 2147483647 h 288"/>
                <a:gd name="T2" fmla="*/ 2147483647 w 360"/>
                <a:gd name="T3" fmla="*/ 2147483647 h 288"/>
                <a:gd name="T4" fmla="*/ 2147483647 w 360"/>
                <a:gd name="T5" fmla="*/ 2147483647 h 288"/>
                <a:gd name="T6" fmla="*/ 2147483647 w 360"/>
                <a:gd name="T7" fmla="*/ 2147483647 h 288"/>
                <a:gd name="T8" fmla="*/ 2147483647 w 360"/>
                <a:gd name="T9" fmla="*/ 2147483647 h 288"/>
                <a:gd name="T10" fmla="*/ 2147483647 w 360"/>
                <a:gd name="T11" fmla="*/ 2147483647 h 288"/>
                <a:gd name="T12" fmla="*/ 2147483647 w 360"/>
                <a:gd name="T13" fmla="*/ 2147483647 h 288"/>
                <a:gd name="T14" fmla="*/ 2147483647 w 360"/>
                <a:gd name="T15" fmla="*/ 2147483647 h 288"/>
                <a:gd name="T16" fmla="*/ 2147483647 w 360"/>
                <a:gd name="T17" fmla="*/ 2147483647 h 288"/>
                <a:gd name="T18" fmla="*/ 2147483647 w 360"/>
                <a:gd name="T19" fmla="*/ 2147483647 h 288"/>
                <a:gd name="T20" fmla="*/ 2147483647 w 360"/>
                <a:gd name="T21" fmla="*/ 2147483647 h 288"/>
                <a:gd name="T22" fmla="*/ 2147483647 w 360"/>
                <a:gd name="T23" fmla="*/ 2147483647 h 288"/>
                <a:gd name="T24" fmla="*/ 2147483647 w 360"/>
                <a:gd name="T25" fmla="*/ 2147483647 h 288"/>
                <a:gd name="T26" fmla="*/ 2147483647 w 360"/>
                <a:gd name="T27" fmla="*/ 0 h 288"/>
                <a:gd name="T28" fmla="*/ 2147483647 w 360"/>
                <a:gd name="T29" fmla="*/ 2147483647 h 288"/>
                <a:gd name="T30" fmla="*/ 2147483647 w 360"/>
                <a:gd name="T31" fmla="*/ 2147483647 h 288"/>
                <a:gd name="T32" fmla="*/ 2147483647 w 360"/>
                <a:gd name="T33" fmla="*/ 2147483647 h 288"/>
                <a:gd name="T34" fmla="*/ 2147483647 w 360"/>
                <a:gd name="T35" fmla="*/ 2147483647 h 288"/>
                <a:gd name="T36" fmla="*/ 2147483647 w 360"/>
                <a:gd name="T37" fmla="*/ 2147483647 h 288"/>
                <a:gd name="T38" fmla="*/ 2147483647 w 360"/>
                <a:gd name="T39" fmla="*/ 0 h 288"/>
                <a:gd name="T40" fmla="*/ 2147483647 w 360"/>
                <a:gd name="T41" fmla="*/ 2147483647 h 288"/>
                <a:gd name="T42" fmla="*/ 2147483647 w 360"/>
                <a:gd name="T43" fmla="*/ 2147483647 h 288"/>
                <a:gd name="T44" fmla="*/ 2147483647 w 360"/>
                <a:gd name="T45" fmla="*/ 2147483647 h 288"/>
                <a:gd name="T46" fmla="*/ 2147483647 w 360"/>
                <a:gd name="T47" fmla="*/ 2147483647 h 288"/>
                <a:gd name="T48" fmla="*/ 2147483647 w 360"/>
                <a:gd name="T49" fmla="*/ 2147483647 h 288"/>
                <a:gd name="T50" fmla="*/ 2147483647 w 360"/>
                <a:gd name="T51" fmla="*/ 2147483647 h 288"/>
                <a:gd name="T52" fmla="*/ 2147483647 w 360"/>
                <a:gd name="T53" fmla="*/ 2147483647 h 288"/>
                <a:gd name="T54" fmla="*/ 0 w 360"/>
                <a:gd name="T55" fmla="*/ 2147483647 h 288"/>
                <a:gd name="T56" fmla="*/ 2147483647 w 360"/>
                <a:gd name="T57" fmla="*/ 2147483647 h 288"/>
                <a:gd name="T58" fmla="*/ 2147483647 w 360"/>
                <a:gd name="T59" fmla="*/ 2147483647 h 288"/>
                <a:gd name="T60" fmla="*/ 2147483647 w 360"/>
                <a:gd name="T61" fmla="*/ 2147483647 h 288"/>
                <a:gd name="T62" fmla="*/ 2147483647 w 360"/>
                <a:gd name="T63" fmla="*/ 2147483647 h 288"/>
                <a:gd name="T64" fmla="*/ 2147483647 w 360"/>
                <a:gd name="T65" fmla="*/ 2147483647 h 288"/>
                <a:gd name="T66" fmla="*/ 2147483647 w 360"/>
                <a:gd name="T67" fmla="*/ 2147483647 h 288"/>
                <a:gd name="T68" fmla="*/ 2147483647 w 360"/>
                <a:gd name="T69" fmla="*/ 2147483647 h 288"/>
                <a:gd name="T70" fmla="*/ 2147483647 w 360"/>
                <a:gd name="T71" fmla="*/ 2147483647 h 288"/>
                <a:gd name="T72" fmla="*/ 2147483647 w 360"/>
                <a:gd name="T73" fmla="*/ 2147483647 h 288"/>
                <a:gd name="T74" fmla="*/ 2147483647 w 360"/>
                <a:gd name="T75" fmla="*/ 2147483647 h 288"/>
                <a:gd name="T76" fmla="*/ 2147483647 w 360"/>
                <a:gd name="T77" fmla="*/ 2147483647 h 288"/>
                <a:gd name="T78" fmla="*/ 2147483647 w 360"/>
                <a:gd name="T79" fmla="*/ 2147483647 h 288"/>
                <a:gd name="T80" fmla="*/ 2147483647 w 360"/>
                <a:gd name="T81" fmla="*/ 2147483647 h 288"/>
                <a:gd name="T82" fmla="*/ 2147483647 w 360"/>
                <a:gd name="T83" fmla="*/ 2147483647 h 288"/>
                <a:gd name="T84" fmla="*/ 2147483647 w 360"/>
                <a:gd name="T85" fmla="*/ 2147483647 h 288"/>
                <a:gd name="T86" fmla="*/ 2147483647 w 360"/>
                <a:gd name="T87" fmla="*/ 2147483647 h 288"/>
                <a:gd name="T88" fmla="*/ 2147483647 w 360"/>
                <a:gd name="T89" fmla="*/ 2147483647 h 288"/>
                <a:gd name="T90" fmla="*/ 2147483647 w 360"/>
                <a:gd name="T91" fmla="*/ 2147483647 h 288"/>
                <a:gd name="T92" fmla="*/ 2147483647 w 360"/>
                <a:gd name="T93" fmla="*/ 2147483647 h 288"/>
                <a:gd name="T94" fmla="*/ 2147483647 w 360"/>
                <a:gd name="T95" fmla="*/ 2147483647 h 288"/>
                <a:gd name="T96" fmla="*/ 2147483647 w 360"/>
                <a:gd name="T97" fmla="*/ 2147483647 h 288"/>
                <a:gd name="T98" fmla="*/ 2147483647 w 360"/>
                <a:gd name="T99" fmla="*/ 2147483647 h 288"/>
                <a:gd name="T100" fmla="*/ 2147483647 w 360"/>
                <a:gd name="T101" fmla="*/ 2147483647 h 288"/>
                <a:gd name="T102" fmla="*/ 2147483647 w 360"/>
                <a:gd name="T103" fmla="*/ 2147483647 h 288"/>
                <a:gd name="T104" fmla="*/ 2147483647 w 360"/>
                <a:gd name="T105" fmla="*/ 2147483647 h 288"/>
                <a:gd name="T106" fmla="*/ 2147483647 w 360"/>
                <a:gd name="T107" fmla="*/ 2147483647 h 288"/>
                <a:gd name="T108" fmla="*/ 2147483647 w 360"/>
                <a:gd name="T109" fmla="*/ 2147483647 h 288"/>
                <a:gd name="T110" fmla="*/ 2147483647 w 360"/>
                <a:gd name="T111" fmla="*/ 2147483647 h 288"/>
                <a:gd name="T112" fmla="*/ 2147483647 w 360"/>
                <a:gd name="T113" fmla="*/ 2147483647 h 288"/>
                <a:gd name="T114" fmla="*/ 2147483647 w 360"/>
                <a:gd name="T115" fmla="*/ 2147483647 h 288"/>
                <a:gd name="T116" fmla="*/ 2147483647 w 360"/>
                <a:gd name="T117" fmla="*/ 2147483647 h 288"/>
                <a:gd name="T118" fmla="*/ 2147483647 w 360"/>
                <a:gd name="T119" fmla="*/ 2147483647 h 288"/>
                <a:gd name="T120" fmla="*/ 2147483647 w 360"/>
                <a:gd name="T121" fmla="*/ 2147483647 h 28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60"/>
                <a:gd name="T184" fmla="*/ 0 h 288"/>
                <a:gd name="T185" fmla="*/ 360 w 360"/>
                <a:gd name="T186" fmla="*/ 288 h 28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60" h="288">
                  <a:moveTo>
                    <a:pt x="66" y="186"/>
                  </a:moveTo>
                  <a:lnTo>
                    <a:pt x="36" y="186"/>
                  </a:lnTo>
                  <a:lnTo>
                    <a:pt x="24" y="174"/>
                  </a:lnTo>
                  <a:lnTo>
                    <a:pt x="6" y="174"/>
                  </a:lnTo>
                  <a:lnTo>
                    <a:pt x="12" y="186"/>
                  </a:lnTo>
                  <a:lnTo>
                    <a:pt x="12" y="192"/>
                  </a:lnTo>
                  <a:lnTo>
                    <a:pt x="18" y="204"/>
                  </a:lnTo>
                  <a:lnTo>
                    <a:pt x="36" y="222"/>
                  </a:lnTo>
                  <a:lnTo>
                    <a:pt x="48" y="228"/>
                  </a:lnTo>
                  <a:lnTo>
                    <a:pt x="84" y="240"/>
                  </a:lnTo>
                  <a:lnTo>
                    <a:pt x="90" y="240"/>
                  </a:lnTo>
                  <a:lnTo>
                    <a:pt x="84" y="234"/>
                  </a:lnTo>
                  <a:lnTo>
                    <a:pt x="84" y="222"/>
                  </a:lnTo>
                  <a:lnTo>
                    <a:pt x="78" y="216"/>
                  </a:lnTo>
                  <a:lnTo>
                    <a:pt x="78" y="204"/>
                  </a:lnTo>
                  <a:lnTo>
                    <a:pt x="72" y="198"/>
                  </a:lnTo>
                  <a:lnTo>
                    <a:pt x="72" y="186"/>
                  </a:lnTo>
                  <a:lnTo>
                    <a:pt x="66" y="186"/>
                  </a:lnTo>
                  <a:close/>
                  <a:moveTo>
                    <a:pt x="354" y="108"/>
                  </a:moveTo>
                  <a:lnTo>
                    <a:pt x="348" y="102"/>
                  </a:lnTo>
                  <a:lnTo>
                    <a:pt x="330" y="102"/>
                  </a:lnTo>
                  <a:lnTo>
                    <a:pt x="318" y="108"/>
                  </a:lnTo>
                  <a:lnTo>
                    <a:pt x="306" y="108"/>
                  </a:lnTo>
                  <a:lnTo>
                    <a:pt x="288" y="90"/>
                  </a:lnTo>
                  <a:lnTo>
                    <a:pt x="288" y="84"/>
                  </a:lnTo>
                  <a:lnTo>
                    <a:pt x="264" y="54"/>
                  </a:lnTo>
                  <a:lnTo>
                    <a:pt x="264" y="42"/>
                  </a:lnTo>
                  <a:lnTo>
                    <a:pt x="216" y="0"/>
                  </a:lnTo>
                  <a:lnTo>
                    <a:pt x="216" y="30"/>
                  </a:lnTo>
                  <a:lnTo>
                    <a:pt x="210" y="36"/>
                  </a:lnTo>
                  <a:lnTo>
                    <a:pt x="192" y="36"/>
                  </a:lnTo>
                  <a:lnTo>
                    <a:pt x="192" y="48"/>
                  </a:lnTo>
                  <a:lnTo>
                    <a:pt x="186" y="54"/>
                  </a:lnTo>
                  <a:lnTo>
                    <a:pt x="162" y="54"/>
                  </a:lnTo>
                  <a:lnTo>
                    <a:pt x="156" y="48"/>
                  </a:lnTo>
                  <a:lnTo>
                    <a:pt x="144" y="42"/>
                  </a:lnTo>
                  <a:lnTo>
                    <a:pt x="138" y="30"/>
                  </a:lnTo>
                  <a:lnTo>
                    <a:pt x="120" y="12"/>
                  </a:lnTo>
                  <a:lnTo>
                    <a:pt x="84" y="0"/>
                  </a:lnTo>
                  <a:lnTo>
                    <a:pt x="72" y="0"/>
                  </a:lnTo>
                  <a:lnTo>
                    <a:pt x="60" y="12"/>
                  </a:lnTo>
                  <a:lnTo>
                    <a:pt x="78" y="30"/>
                  </a:lnTo>
                  <a:lnTo>
                    <a:pt x="84" y="30"/>
                  </a:lnTo>
                  <a:lnTo>
                    <a:pt x="90" y="36"/>
                  </a:lnTo>
                  <a:lnTo>
                    <a:pt x="96" y="48"/>
                  </a:lnTo>
                  <a:lnTo>
                    <a:pt x="102" y="54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84" y="54"/>
                  </a:lnTo>
                  <a:lnTo>
                    <a:pt x="72" y="54"/>
                  </a:lnTo>
                  <a:lnTo>
                    <a:pt x="60" y="60"/>
                  </a:lnTo>
                  <a:lnTo>
                    <a:pt x="42" y="42"/>
                  </a:lnTo>
                  <a:lnTo>
                    <a:pt x="42" y="36"/>
                  </a:lnTo>
                  <a:lnTo>
                    <a:pt x="36" y="30"/>
                  </a:lnTo>
                  <a:lnTo>
                    <a:pt x="12" y="30"/>
                  </a:lnTo>
                  <a:lnTo>
                    <a:pt x="0" y="42"/>
                  </a:lnTo>
                  <a:lnTo>
                    <a:pt x="0" y="48"/>
                  </a:lnTo>
                  <a:lnTo>
                    <a:pt x="6" y="48"/>
                  </a:lnTo>
                  <a:lnTo>
                    <a:pt x="12" y="54"/>
                  </a:lnTo>
                  <a:lnTo>
                    <a:pt x="12" y="66"/>
                  </a:lnTo>
                  <a:lnTo>
                    <a:pt x="30" y="66"/>
                  </a:lnTo>
                  <a:lnTo>
                    <a:pt x="36" y="72"/>
                  </a:lnTo>
                  <a:lnTo>
                    <a:pt x="36" y="96"/>
                  </a:lnTo>
                  <a:lnTo>
                    <a:pt x="30" y="102"/>
                  </a:lnTo>
                  <a:lnTo>
                    <a:pt x="36" y="102"/>
                  </a:lnTo>
                  <a:lnTo>
                    <a:pt x="42" y="108"/>
                  </a:lnTo>
                  <a:lnTo>
                    <a:pt x="66" y="120"/>
                  </a:lnTo>
                  <a:lnTo>
                    <a:pt x="72" y="126"/>
                  </a:lnTo>
                  <a:lnTo>
                    <a:pt x="72" y="132"/>
                  </a:lnTo>
                  <a:lnTo>
                    <a:pt x="54" y="150"/>
                  </a:lnTo>
                  <a:lnTo>
                    <a:pt x="42" y="150"/>
                  </a:lnTo>
                  <a:lnTo>
                    <a:pt x="72" y="162"/>
                  </a:lnTo>
                  <a:lnTo>
                    <a:pt x="84" y="180"/>
                  </a:lnTo>
                  <a:lnTo>
                    <a:pt x="114" y="186"/>
                  </a:lnTo>
                  <a:lnTo>
                    <a:pt x="114" y="198"/>
                  </a:lnTo>
                  <a:lnTo>
                    <a:pt x="120" y="210"/>
                  </a:lnTo>
                  <a:lnTo>
                    <a:pt x="120" y="240"/>
                  </a:lnTo>
                  <a:lnTo>
                    <a:pt x="132" y="240"/>
                  </a:lnTo>
                  <a:lnTo>
                    <a:pt x="138" y="228"/>
                  </a:lnTo>
                  <a:lnTo>
                    <a:pt x="144" y="222"/>
                  </a:lnTo>
                  <a:lnTo>
                    <a:pt x="144" y="216"/>
                  </a:lnTo>
                  <a:lnTo>
                    <a:pt x="156" y="204"/>
                  </a:lnTo>
                  <a:lnTo>
                    <a:pt x="174" y="192"/>
                  </a:lnTo>
                  <a:lnTo>
                    <a:pt x="186" y="186"/>
                  </a:lnTo>
                  <a:lnTo>
                    <a:pt x="198" y="174"/>
                  </a:lnTo>
                  <a:lnTo>
                    <a:pt x="210" y="168"/>
                  </a:lnTo>
                  <a:lnTo>
                    <a:pt x="222" y="168"/>
                  </a:lnTo>
                  <a:lnTo>
                    <a:pt x="228" y="180"/>
                  </a:lnTo>
                  <a:lnTo>
                    <a:pt x="234" y="186"/>
                  </a:lnTo>
                  <a:lnTo>
                    <a:pt x="234" y="204"/>
                  </a:lnTo>
                  <a:lnTo>
                    <a:pt x="228" y="210"/>
                  </a:lnTo>
                  <a:lnTo>
                    <a:pt x="228" y="222"/>
                  </a:lnTo>
                  <a:lnTo>
                    <a:pt x="234" y="222"/>
                  </a:lnTo>
                  <a:lnTo>
                    <a:pt x="240" y="228"/>
                  </a:lnTo>
                  <a:lnTo>
                    <a:pt x="240" y="234"/>
                  </a:lnTo>
                  <a:lnTo>
                    <a:pt x="234" y="240"/>
                  </a:lnTo>
                  <a:lnTo>
                    <a:pt x="222" y="240"/>
                  </a:lnTo>
                  <a:lnTo>
                    <a:pt x="222" y="246"/>
                  </a:lnTo>
                  <a:lnTo>
                    <a:pt x="234" y="258"/>
                  </a:lnTo>
                  <a:lnTo>
                    <a:pt x="246" y="264"/>
                  </a:lnTo>
                  <a:lnTo>
                    <a:pt x="252" y="270"/>
                  </a:lnTo>
                  <a:lnTo>
                    <a:pt x="258" y="270"/>
                  </a:lnTo>
                  <a:lnTo>
                    <a:pt x="264" y="276"/>
                  </a:lnTo>
                  <a:lnTo>
                    <a:pt x="264" y="282"/>
                  </a:lnTo>
                  <a:lnTo>
                    <a:pt x="282" y="282"/>
                  </a:lnTo>
                  <a:lnTo>
                    <a:pt x="282" y="288"/>
                  </a:lnTo>
                  <a:lnTo>
                    <a:pt x="288" y="282"/>
                  </a:lnTo>
                  <a:lnTo>
                    <a:pt x="288" y="258"/>
                  </a:lnTo>
                  <a:lnTo>
                    <a:pt x="282" y="252"/>
                  </a:lnTo>
                  <a:lnTo>
                    <a:pt x="276" y="252"/>
                  </a:lnTo>
                  <a:lnTo>
                    <a:pt x="270" y="246"/>
                  </a:lnTo>
                  <a:lnTo>
                    <a:pt x="288" y="240"/>
                  </a:lnTo>
                  <a:lnTo>
                    <a:pt x="288" y="210"/>
                  </a:lnTo>
                  <a:lnTo>
                    <a:pt x="300" y="222"/>
                  </a:lnTo>
                  <a:lnTo>
                    <a:pt x="306" y="222"/>
                  </a:lnTo>
                  <a:lnTo>
                    <a:pt x="318" y="210"/>
                  </a:lnTo>
                  <a:lnTo>
                    <a:pt x="300" y="192"/>
                  </a:lnTo>
                  <a:lnTo>
                    <a:pt x="300" y="138"/>
                  </a:lnTo>
                  <a:lnTo>
                    <a:pt x="318" y="138"/>
                  </a:lnTo>
                  <a:lnTo>
                    <a:pt x="330" y="126"/>
                  </a:lnTo>
                  <a:lnTo>
                    <a:pt x="360" y="132"/>
                  </a:lnTo>
                  <a:lnTo>
                    <a:pt x="360" y="120"/>
                  </a:lnTo>
                  <a:lnTo>
                    <a:pt x="354" y="10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54" name="Austria" descr="© INSCALE GmbH, 05.05.2010&#10;http://www.presentationload.com/">
              <a:extLst>
                <a:ext uri="{FF2B5EF4-FFF2-40B4-BE49-F238E27FC236}">
                  <a16:creationId xmlns:a16="http://schemas.microsoft.com/office/drawing/2014/main" id="{F2002930-BFC5-4DFA-993B-D02752C7FA96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959451" y="1708574"/>
              <a:ext cx="151212" cy="66790"/>
            </a:xfrm>
            <a:custGeom>
              <a:avLst/>
              <a:gdLst>
                <a:gd name="T0" fmla="*/ 2147483647 w 456"/>
                <a:gd name="T1" fmla="*/ 2147483647 h 204"/>
                <a:gd name="T2" fmla="*/ 2147483647 w 456"/>
                <a:gd name="T3" fmla="*/ 2147483647 h 204"/>
                <a:gd name="T4" fmla="*/ 2147483647 w 456"/>
                <a:gd name="T5" fmla="*/ 2147483647 h 204"/>
                <a:gd name="T6" fmla="*/ 2147483647 w 456"/>
                <a:gd name="T7" fmla="*/ 2147483647 h 204"/>
                <a:gd name="T8" fmla="*/ 2147483647 w 456"/>
                <a:gd name="T9" fmla="*/ 2147483647 h 204"/>
                <a:gd name="T10" fmla="*/ 2147483647 w 456"/>
                <a:gd name="T11" fmla="*/ 2147483647 h 204"/>
                <a:gd name="T12" fmla="*/ 2147483647 w 456"/>
                <a:gd name="T13" fmla="*/ 2147483647 h 204"/>
                <a:gd name="T14" fmla="*/ 2147483647 w 456"/>
                <a:gd name="T15" fmla="*/ 0 h 204"/>
                <a:gd name="T16" fmla="*/ 2147483647 w 456"/>
                <a:gd name="T17" fmla="*/ 2147483647 h 204"/>
                <a:gd name="T18" fmla="*/ 2147483647 w 456"/>
                <a:gd name="T19" fmla="*/ 2147483647 h 204"/>
                <a:gd name="T20" fmla="*/ 2147483647 w 456"/>
                <a:gd name="T21" fmla="*/ 2147483647 h 204"/>
                <a:gd name="T22" fmla="*/ 2147483647 w 456"/>
                <a:gd name="T23" fmla="*/ 2147483647 h 204"/>
                <a:gd name="T24" fmla="*/ 2147483647 w 456"/>
                <a:gd name="T25" fmla="*/ 2147483647 h 204"/>
                <a:gd name="T26" fmla="*/ 2147483647 w 456"/>
                <a:gd name="T27" fmla="*/ 2147483647 h 204"/>
                <a:gd name="T28" fmla="*/ 2147483647 w 456"/>
                <a:gd name="T29" fmla="*/ 2147483647 h 204"/>
                <a:gd name="T30" fmla="*/ 2147483647 w 456"/>
                <a:gd name="T31" fmla="*/ 2147483647 h 204"/>
                <a:gd name="T32" fmla="*/ 2147483647 w 456"/>
                <a:gd name="T33" fmla="*/ 2147483647 h 204"/>
                <a:gd name="T34" fmla="*/ 2147483647 w 456"/>
                <a:gd name="T35" fmla="*/ 2147483647 h 204"/>
                <a:gd name="T36" fmla="*/ 2147483647 w 456"/>
                <a:gd name="T37" fmla="*/ 2147483647 h 204"/>
                <a:gd name="T38" fmla="*/ 2147483647 w 456"/>
                <a:gd name="T39" fmla="*/ 2147483647 h 204"/>
                <a:gd name="T40" fmla="*/ 2147483647 w 456"/>
                <a:gd name="T41" fmla="*/ 2147483647 h 204"/>
                <a:gd name="T42" fmla="*/ 2147483647 w 456"/>
                <a:gd name="T43" fmla="*/ 2147483647 h 204"/>
                <a:gd name="T44" fmla="*/ 2147483647 w 456"/>
                <a:gd name="T45" fmla="*/ 2147483647 h 204"/>
                <a:gd name="T46" fmla="*/ 2147483647 w 456"/>
                <a:gd name="T47" fmla="*/ 2147483647 h 204"/>
                <a:gd name="T48" fmla="*/ 2147483647 w 456"/>
                <a:gd name="T49" fmla="*/ 2147483647 h 204"/>
                <a:gd name="T50" fmla="*/ 2147483647 w 456"/>
                <a:gd name="T51" fmla="*/ 2147483647 h 204"/>
                <a:gd name="T52" fmla="*/ 2147483647 w 456"/>
                <a:gd name="T53" fmla="*/ 2147483647 h 204"/>
                <a:gd name="T54" fmla="*/ 0 w 456"/>
                <a:gd name="T55" fmla="*/ 2147483647 h 204"/>
                <a:gd name="T56" fmla="*/ 2147483647 w 456"/>
                <a:gd name="T57" fmla="*/ 2147483647 h 204"/>
                <a:gd name="T58" fmla="*/ 2147483647 w 456"/>
                <a:gd name="T59" fmla="*/ 2147483647 h 204"/>
                <a:gd name="T60" fmla="*/ 2147483647 w 456"/>
                <a:gd name="T61" fmla="*/ 2147483647 h 204"/>
                <a:gd name="T62" fmla="*/ 2147483647 w 456"/>
                <a:gd name="T63" fmla="*/ 2147483647 h 204"/>
                <a:gd name="T64" fmla="*/ 2147483647 w 456"/>
                <a:gd name="T65" fmla="*/ 2147483647 h 204"/>
                <a:gd name="T66" fmla="*/ 2147483647 w 456"/>
                <a:gd name="T67" fmla="*/ 2147483647 h 204"/>
                <a:gd name="T68" fmla="*/ 2147483647 w 456"/>
                <a:gd name="T69" fmla="*/ 2147483647 h 204"/>
                <a:gd name="T70" fmla="*/ 2147483647 w 456"/>
                <a:gd name="T71" fmla="*/ 2147483647 h 204"/>
                <a:gd name="T72" fmla="*/ 2147483647 w 456"/>
                <a:gd name="T73" fmla="*/ 2147483647 h 204"/>
                <a:gd name="T74" fmla="*/ 2147483647 w 456"/>
                <a:gd name="T75" fmla="*/ 2147483647 h 204"/>
                <a:gd name="T76" fmla="*/ 2147483647 w 456"/>
                <a:gd name="T77" fmla="*/ 2147483647 h 204"/>
                <a:gd name="T78" fmla="*/ 2147483647 w 456"/>
                <a:gd name="T79" fmla="*/ 2147483647 h 204"/>
                <a:gd name="T80" fmla="*/ 2147483647 w 456"/>
                <a:gd name="T81" fmla="*/ 2147483647 h 204"/>
                <a:gd name="T82" fmla="*/ 2147483647 w 456"/>
                <a:gd name="T83" fmla="*/ 2147483647 h 204"/>
                <a:gd name="T84" fmla="*/ 2147483647 w 456"/>
                <a:gd name="T85" fmla="*/ 2147483647 h 204"/>
                <a:gd name="T86" fmla="*/ 2147483647 w 456"/>
                <a:gd name="T87" fmla="*/ 2147483647 h 204"/>
                <a:gd name="T88" fmla="*/ 2147483647 w 456"/>
                <a:gd name="T89" fmla="*/ 2147483647 h 204"/>
                <a:gd name="T90" fmla="*/ 2147483647 w 456"/>
                <a:gd name="T91" fmla="*/ 2147483647 h 20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56"/>
                <a:gd name="T139" fmla="*/ 0 h 204"/>
                <a:gd name="T140" fmla="*/ 456 w 456"/>
                <a:gd name="T141" fmla="*/ 204 h 20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56" h="204">
                  <a:moveTo>
                    <a:pt x="456" y="102"/>
                  </a:moveTo>
                  <a:lnTo>
                    <a:pt x="456" y="60"/>
                  </a:lnTo>
                  <a:lnTo>
                    <a:pt x="450" y="60"/>
                  </a:lnTo>
                  <a:lnTo>
                    <a:pt x="450" y="48"/>
                  </a:lnTo>
                  <a:lnTo>
                    <a:pt x="456" y="24"/>
                  </a:lnTo>
                  <a:lnTo>
                    <a:pt x="444" y="18"/>
                  </a:lnTo>
                  <a:lnTo>
                    <a:pt x="438" y="18"/>
                  </a:lnTo>
                  <a:lnTo>
                    <a:pt x="432" y="12"/>
                  </a:lnTo>
                  <a:lnTo>
                    <a:pt x="420" y="12"/>
                  </a:lnTo>
                  <a:lnTo>
                    <a:pt x="414" y="18"/>
                  </a:lnTo>
                  <a:lnTo>
                    <a:pt x="402" y="24"/>
                  </a:lnTo>
                  <a:lnTo>
                    <a:pt x="390" y="12"/>
                  </a:lnTo>
                  <a:lnTo>
                    <a:pt x="378" y="18"/>
                  </a:lnTo>
                  <a:lnTo>
                    <a:pt x="366" y="6"/>
                  </a:lnTo>
                  <a:lnTo>
                    <a:pt x="354" y="0"/>
                  </a:lnTo>
                  <a:lnTo>
                    <a:pt x="336" y="0"/>
                  </a:lnTo>
                  <a:lnTo>
                    <a:pt x="330" y="6"/>
                  </a:lnTo>
                  <a:lnTo>
                    <a:pt x="324" y="18"/>
                  </a:lnTo>
                  <a:lnTo>
                    <a:pt x="318" y="18"/>
                  </a:lnTo>
                  <a:lnTo>
                    <a:pt x="318" y="36"/>
                  </a:lnTo>
                  <a:lnTo>
                    <a:pt x="306" y="30"/>
                  </a:lnTo>
                  <a:lnTo>
                    <a:pt x="300" y="30"/>
                  </a:lnTo>
                  <a:lnTo>
                    <a:pt x="288" y="36"/>
                  </a:lnTo>
                  <a:lnTo>
                    <a:pt x="276" y="36"/>
                  </a:lnTo>
                  <a:lnTo>
                    <a:pt x="258" y="18"/>
                  </a:lnTo>
                  <a:lnTo>
                    <a:pt x="252" y="36"/>
                  </a:lnTo>
                  <a:lnTo>
                    <a:pt x="234" y="36"/>
                  </a:lnTo>
                  <a:lnTo>
                    <a:pt x="240" y="48"/>
                  </a:lnTo>
                  <a:lnTo>
                    <a:pt x="240" y="66"/>
                  </a:lnTo>
                  <a:lnTo>
                    <a:pt x="234" y="66"/>
                  </a:lnTo>
                  <a:lnTo>
                    <a:pt x="228" y="60"/>
                  </a:lnTo>
                  <a:lnTo>
                    <a:pt x="210" y="60"/>
                  </a:lnTo>
                  <a:lnTo>
                    <a:pt x="204" y="66"/>
                  </a:lnTo>
                  <a:lnTo>
                    <a:pt x="204" y="72"/>
                  </a:lnTo>
                  <a:lnTo>
                    <a:pt x="198" y="78"/>
                  </a:lnTo>
                  <a:lnTo>
                    <a:pt x="198" y="84"/>
                  </a:lnTo>
                  <a:lnTo>
                    <a:pt x="210" y="84"/>
                  </a:lnTo>
                  <a:lnTo>
                    <a:pt x="210" y="126"/>
                  </a:lnTo>
                  <a:lnTo>
                    <a:pt x="204" y="126"/>
                  </a:lnTo>
                  <a:lnTo>
                    <a:pt x="192" y="114"/>
                  </a:lnTo>
                  <a:lnTo>
                    <a:pt x="174" y="108"/>
                  </a:lnTo>
                  <a:lnTo>
                    <a:pt x="162" y="102"/>
                  </a:lnTo>
                  <a:lnTo>
                    <a:pt x="144" y="114"/>
                  </a:lnTo>
                  <a:lnTo>
                    <a:pt x="126" y="114"/>
                  </a:lnTo>
                  <a:lnTo>
                    <a:pt x="108" y="126"/>
                  </a:lnTo>
                  <a:lnTo>
                    <a:pt x="102" y="132"/>
                  </a:lnTo>
                  <a:lnTo>
                    <a:pt x="84" y="132"/>
                  </a:lnTo>
                  <a:lnTo>
                    <a:pt x="66" y="114"/>
                  </a:lnTo>
                  <a:lnTo>
                    <a:pt x="48" y="114"/>
                  </a:lnTo>
                  <a:lnTo>
                    <a:pt x="48" y="126"/>
                  </a:lnTo>
                  <a:lnTo>
                    <a:pt x="42" y="132"/>
                  </a:lnTo>
                  <a:lnTo>
                    <a:pt x="30" y="132"/>
                  </a:lnTo>
                  <a:lnTo>
                    <a:pt x="30" y="126"/>
                  </a:lnTo>
                  <a:lnTo>
                    <a:pt x="24" y="120"/>
                  </a:lnTo>
                  <a:lnTo>
                    <a:pt x="0" y="120"/>
                  </a:lnTo>
                  <a:lnTo>
                    <a:pt x="0" y="156"/>
                  </a:lnTo>
                  <a:lnTo>
                    <a:pt x="18" y="156"/>
                  </a:lnTo>
                  <a:lnTo>
                    <a:pt x="18" y="174"/>
                  </a:lnTo>
                  <a:lnTo>
                    <a:pt x="24" y="174"/>
                  </a:lnTo>
                  <a:lnTo>
                    <a:pt x="42" y="156"/>
                  </a:lnTo>
                  <a:lnTo>
                    <a:pt x="48" y="156"/>
                  </a:lnTo>
                  <a:lnTo>
                    <a:pt x="60" y="168"/>
                  </a:lnTo>
                  <a:lnTo>
                    <a:pt x="60" y="174"/>
                  </a:lnTo>
                  <a:lnTo>
                    <a:pt x="72" y="174"/>
                  </a:lnTo>
                  <a:lnTo>
                    <a:pt x="84" y="180"/>
                  </a:lnTo>
                  <a:lnTo>
                    <a:pt x="96" y="162"/>
                  </a:lnTo>
                  <a:lnTo>
                    <a:pt x="138" y="162"/>
                  </a:lnTo>
                  <a:lnTo>
                    <a:pt x="138" y="156"/>
                  </a:lnTo>
                  <a:lnTo>
                    <a:pt x="144" y="150"/>
                  </a:lnTo>
                  <a:lnTo>
                    <a:pt x="162" y="150"/>
                  </a:lnTo>
                  <a:lnTo>
                    <a:pt x="168" y="156"/>
                  </a:lnTo>
                  <a:lnTo>
                    <a:pt x="168" y="174"/>
                  </a:lnTo>
                  <a:lnTo>
                    <a:pt x="180" y="174"/>
                  </a:lnTo>
                  <a:lnTo>
                    <a:pt x="186" y="192"/>
                  </a:lnTo>
                  <a:lnTo>
                    <a:pt x="240" y="192"/>
                  </a:lnTo>
                  <a:lnTo>
                    <a:pt x="240" y="204"/>
                  </a:lnTo>
                  <a:lnTo>
                    <a:pt x="258" y="204"/>
                  </a:lnTo>
                  <a:lnTo>
                    <a:pt x="264" y="198"/>
                  </a:lnTo>
                  <a:lnTo>
                    <a:pt x="282" y="198"/>
                  </a:lnTo>
                  <a:lnTo>
                    <a:pt x="288" y="204"/>
                  </a:lnTo>
                  <a:lnTo>
                    <a:pt x="318" y="204"/>
                  </a:lnTo>
                  <a:lnTo>
                    <a:pt x="318" y="192"/>
                  </a:lnTo>
                  <a:lnTo>
                    <a:pt x="366" y="192"/>
                  </a:lnTo>
                  <a:lnTo>
                    <a:pt x="378" y="186"/>
                  </a:lnTo>
                  <a:lnTo>
                    <a:pt x="402" y="192"/>
                  </a:lnTo>
                  <a:lnTo>
                    <a:pt x="414" y="156"/>
                  </a:lnTo>
                  <a:lnTo>
                    <a:pt x="432" y="156"/>
                  </a:lnTo>
                  <a:lnTo>
                    <a:pt x="432" y="132"/>
                  </a:lnTo>
                  <a:lnTo>
                    <a:pt x="444" y="114"/>
                  </a:lnTo>
                  <a:lnTo>
                    <a:pt x="432" y="114"/>
                  </a:lnTo>
                  <a:lnTo>
                    <a:pt x="438" y="102"/>
                  </a:lnTo>
                  <a:lnTo>
                    <a:pt x="456" y="10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55" name="Australia" descr="© INSCALE GmbH, 05.05.2010&#10;http://www.presentationload.com/">
              <a:extLst>
                <a:ext uri="{FF2B5EF4-FFF2-40B4-BE49-F238E27FC236}">
                  <a16:creationId xmlns:a16="http://schemas.microsoft.com/office/drawing/2014/main" id="{1075D9D4-A4A4-4B6A-B7F3-6CD633D1CB51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6292264" y="3283294"/>
              <a:ext cx="938296" cy="874702"/>
            </a:xfrm>
            <a:custGeom>
              <a:avLst/>
              <a:gdLst>
                <a:gd name="T0" fmla="*/ 2147483647 w 2838"/>
                <a:gd name="T1" fmla="*/ 2147483647 h 2664"/>
                <a:gd name="T2" fmla="*/ 2147483647 w 2838"/>
                <a:gd name="T3" fmla="*/ 2147483647 h 2664"/>
                <a:gd name="T4" fmla="*/ 2147483647 w 2838"/>
                <a:gd name="T5" fmla="*/ 2147483647 h 2664"/>
                <a:gd name="T6" fmla="*/ 2147483647 w 2838"/>
                <a:gd name="T7" fmla="*/ 2147483647 h 2664"/>
                <a:gd name="T8" fmla="*/ 2147483647 w 2838"/>
                <a:gd name="T9" fmla="*/ 2147483647 h 2664"/>
                <a:gd name="T10" fmla="*/ 2147483647 w 2838"/>
                <a:gd name="T11" fmla="*/ 2147483647 h 2664"/>
                <a:gd name="T12" fmla="*/ 2147483647 w 2838"/>
                <a:gd name="T13" fmla="*/ 2147483647 h 2664"/>
                <a:gd name="T14" fmla="*/ 2147483647 w 2838"/>
                <a:gd name="T15" fmla="*/ 2147483647 h 2664"/>
                <a:gd name="T16" fmla="*/ 2147483647 w 2838"/>
                <a:gd name="T17" fmla="*/ 2147483647 h 2664"/>
                <a:gd name="T18" fmla="*/ 2147483647 w 2838"/>
                <a:gd name="T19" fmla="*/ 2147483647 h 2664"/>
                <a:gd name="T20" fmla="*/ 2147483647 w 2838"/>
                <a:gd name="T21" fmla="*/ 2147483647 h 2664"/>
                <a:gd name="T22" fmla="*/ 2147483647 w 2838"/>
                <a:gd name="T23" fmla="*/ 2147483647 h 2664"/>
                <a:gd name="T24" fmla="*/ 2147483647 w 2838"/>
                <a:gd name="T25" fmla="*/ 2147483647 h 2664"/>
                <a:gd name="T26" fmla="*/ 2147483647 w 2838"/>
                <a:gd name="T27" fmla="*/ 2147483647 h 2664"/>
                <a:gd name="T28" fmla="*/ 2147483647 w 2838"/>
                <a:gd name="T29" fmla="*/ 2147483647 h 2664"/>
                <a:gd name="T30" fmla="*/ 2147483647 w 2838"/>
                <a:gd name="T31" fmla="*/ 2147483647 h 2664"/>
                <a:gd name="T32" fmla="*/ 2147483647 w 2838"/>
                <a:gd name="T33" fmla="*/ 2147483647 h 2664"/>
                <a:gd name="T34" fmla="*/ 2147483647 w 2838"/>
                <a:gd name="T35" fmla="*/ 2147483647 h 2664"/>
                <a:gd name="T36" fmla="*/ 2147483647 w 2838"/>
                <a:gd name="T37" fmla="*/ 2147483647 h 2664"/>
                <a:gd name="T38" fmla="*/ 2147483647 w 2838"/>
                <a:gd name="T39" fmla="*/ 2147483647 h 2664"/>
                <a:gd name="T40" fmla="*/ 2147483647 w 2838"/>
                <a:gd name="T41" fmla="*/ 2147483647 h 2664"/>
                <a:gd name="T42" fmla="*/ 2147483647 w 2838"/>
                <a:gd name="T43" fmla="*/ 2147483647 h 2664"/>
                <a:gd name="T44" fmla="*/ 2147483647 w 2838"/>
                <a:gd name="T45" fmla="*/ 2147483647 h 2664"/>
                <a:gd name="T46" fmla="*/ 2147483647 w 2838"/>
                <a:gd name="T47" fmla="*/ 2147483647 h 2664"/>
                <a:gd name="T48" fmla="*/ 2147483647 w 2838"/>
                <a:gd name="T49" fmla="*/ 2147483647 h 2664"/>
                <a:gd name="T50" fmla="*/ 2147483647 w 2838"/>
                <a:gd name="T51" fmla="*/ 2147483647 h 2664"/>
                <a:gd name="T52" fmla="*/ 2147483647 w 2838"/>
                <a:gd name="T53" fmla="*/ 2147483647 h 2664"/>
                <a:gd name="T54" fmla="*/ 2147483647 w 2838"/>
                <a:gd name="T55" fmla="*/ 2147483647 h 2664"/>
                <a:gd name="T56" fmla="*/ 2147483647 w 2838"/>
                <a:gd name="T57" fmla="*/ 2147483647 h 2664"/>
                <a:gd name="T58" fmla="*/ 2147483647 w 2838"/>
                <a:gd name="T59" fmla="*/ 2147483647 h 2664"/>
                <a:gd name="T60" fmla="*/ 2147483647 w 2838"/>
                <a:gd name="T61" fmla="*/ 2147483647 h 2664"/>
                <a:gd name="T62" fmla="*/ 2147483647 w 2838"/>
                <a:gd name="T63" fmla="*/ 2147483647 h 2664"/>
                <a:gd name="T64" fmla="*/ 2147483647 w 2838"/>
                <a:gd name="T65" fmla="*/ 2147483647 h 2664"/>
                <a:gd name="T66" fmla="*/ 2147483647 w 2838"/>
                <a:gd name="T67" fmla="*/ 2147483647 h 2664"/>
                <a:gd name="T68" fmla="*/ 2147483647 w 2838"/>
                <a:gd name="T69" fmla="*/ 2147483647 h 2664"/>
                <a:gd name="T70" fmla="*/ 2147483647 w 2838"/>
                <a:gd name="T71" fmla="*/ 2147483647 h 2664"/>
                <a:gd name="T72" fmla="*/ 2147483647 w 2838"/>
                <a:gd name="T73" fmla="*/ 2147483647 h 2664"/>
                <a:gd name="T74" fmla="*/ 2147483647 w 2838"/>
                <a:gd name="T75" fmla="*/ 2147483647 h 2664"/>
                <a:gd name="T76" fmla="*/ 2147483647 w 2838"/>
                <a:gd name="T77" fmla="*/ 2147483647 h 2664"/>
                <a:gd name="T78" fmla="*/ 2147483647 w 2838"/>
                <a:gd name="T79" fmla="*/ 2147483647 h 2664"/>
                <a:gd name="T80" fmla="*/ 2147483647 w 2838"/>
                <a:gd name="T81" fmla="*/ 2147483647 h 2664"/>
                <a:gd name="T82" fmla="*/ 2147483647 w 2838"/>
                <a:gd name="T83" fmla="*/ 2147483647 h 2664"/>
                <a:gd name="T84" fmla="*/ 2147483647 w 2838"/>
                <a:gd name="T85" fmla="*/ 2147483647 h 2664"/>
                <a:gd name="T86" fmla="*/ 2147483647 w 2838"/>
                <a:gd name="T87" fmla="*/ 2147483647 h 2664"/>
                <a:gd name="T88" fmla="*/ 2147483647 w 2838"/>
                <a:gd name="T89" fmla="*/ 2147483647 h 2664"/>
                <a:gd name="T90" fmla="*/ 2147483647 w 2838"/>
                <a:gd name="T91" fmla="*/ 2147483647 h 2664"/>
                <a:gd name="T92" fmla="*/ 2147483647 w 2838"/>
                <a:gd name="T93" fmla="*/ 2147483647 h 2664"/>
                <a:gd name="T94" fmla="*/ 2147483647 w 2838"/>
                <a:gd name="T95" fmla="*/ 2147483647 h 2664"/>
                <a:gd name="T96" fmla="*/ 2147483647 w 2838"/>
                <a:gd name="T97" fmla="*/ 2147483647 h 2664"/>
                <a:gd name="T98" fmla="*/ 2147483647 w 2838"/>
                <a:gd name="T99" fmla="*/ 2147483647 h 2664"/>
                <a:gd name="T100" fmla="*/ 2147483647 w 2838"/>
                <a:gd name="T101" fmla="*/ 2147483647 h 2664"/>
                <a:gd name="T102" fmla="*/ 2147483647 w 2838"/>
                <a:gd name="T103" fmla="*/ 2147483647 h 2664"/>
                <a:gd name="T104" fmla="*/ 2147483647 w 2838"/>
                <a:gd name="T105" fmla="*/ 2147483647 h 2664"/>
                <a:gd name="T106" fmla="*/ 2147483647 w 2838"/>
                <a:gd name="T107" fmla="*/ 2147483647 h 2664"/>
                <a:gd name="T108" fmla="*/ 2147483647 w 2838"/>
                <a:gd name="T109" fmla="*/ 2147483647 h 2664"/>
                <a:gd name="T110" fmla="*/ 2147483647 w 2838"/>
                <a:gd name="T111" fmla="*/ 2147483647 h 2664"/>
                <a:gd name="T112" fmla="*/ 2147483647 w 2838"/>
                <a:gd name="T113" fmla="*/ 2147483647 h 2664"/>
                <a:gd name="T114" fmla="*/ 2147483647 w 2838"/>
                <a:gd name="T115" fmla="*/ 2147483647 h 2664"/>
                <a:gd name="T116" fmla="*/ 2147483647 w 2838"/>
                <a:gd name="T117" fmla="*/ 2147483647 h 26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838"/>
                <a:gd name="T178" fmla="*/ 0 h 2664"/>
                <a:gd name="T179" fmla="*/ 2838 w 2838"/>
                <a:gd name="T180" fmla="*/ 2664 h 26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838" h="2664">
                  <a:moveTo>
                    <a:pt x="1530" y="66"/>
                  </a:moveTo>
                  <a:lnTo>
                    <a:pt x="1524" y="60"/>
                  </a:lnTo>
                  <a:lnTo>
                    <a:pt x="1518" y="60"/>
                  </a:lnTo>
                  <a:lnTo>
                    <a:pt x="1506" y="66"/>
                  </a:lnTo>
                  <a:lnTo>
                    <a:pt x="1500" y="72"/>
                  </a:lnTo>
                  <a:lnTo>
                    <a:pt x="1494" y="84"/>
                  </a:lnTo>
                  <a:lnTo>
                    <a:pt x="1494" y="102"/>
                  </a:lnTo>
                  <a:lnTo>
                    <a:pt x="1506" y="102"/>
                  </a:lnTo>
                  <a:lnTo>
                    <a:pt x="1512" y="90"/>
                  </a:lnTo>
                  <a:lnTo>
                    <a:pt x="1524" y="78"/>
                  </a:lnTo>
                  <a:lnTo>
                    <a:pt x="1530" y="66"/>
                  </a:lnTo>
                  <a:close/>
                  <a:moveTo>
                    <a:pt x="1476" y="2016"/>
                  </a:moveTo>
                  <a:lnTo>
                    <a:pt x="1464" y="2016"/>
                  </a:lnTo>
                  <a:lnTo>
                    <a:pt x="1440" y="2028"/>
                  </a:lnTo>
                  <a:lnTo>
                    <a:pt x="1440" y="2034"/>
                  </a:lnTo>
                  <a:lnTo>
                    <a:pt x="1452" y="2046"/>
                  </a:lnTo>
                  <a:lnTo>
                    <a:pt x="1452" y="2052"/>
                  </a:lnTo>
                  <a:lnTo>
                    <a:pt x="1470" y="2052"/>
                  </a:lnTo>
                  <a:lnTo>
                    <a:pt x="1482" y="2046"/>
                  </a:lnTo>
                  <a:lnTo>
                    <a:pt x="1488" y="2040"/>
                  </a:lnTo>
                  <a:lnTo>
                    <a:pt x="1506" y="2040"/>
                  </a:lnTo>
                  <a:lnTo>
                    <a:pt x="1512" y="2034"/>
                  </a:lnTo>
                  <a:lnTo>
                    <a:pt x="1530" y="2034"/>
                  </a:lnTo>
                  <a:lnTo>
                    <a:pt x="1536" y="2028"/>
                  </a:lnTo>
                  <a:lnTo>
                    <a:pt x="1512" y="2028"/>
                  </a:lnTo>
                  <a:lnTo>
                    <a:pt x="1500" y="2016"/>
                  </a:lnTo>
                  <a:lnTo>
                    <a:pt x="1476" y="2016"/>
                  </a:lnTo>
                  <a:close/>
                  <a:moveTo>
                    <a:pt x="2802" y="1164"/>
                  </a:moveTo>
                  <a:lnTo>
                    <a:pt x="2802" y="1134"/>
                  </a:lnTo>
                  <a:lnTo>
                    <a:pt x="2796" y="1116"/>
                  </a:lnTo>
                  <a:lnTo>
                    <a:pt x="2796" y="1092"/>
                  </a:lnTo>
                  <a:lnTo>
                    <a:pt x="2790" y="1086"/>
                  </a:lnTo>
                  <a:lnTo>
                    <a:pt x="2778" y="1086"/>
                  </a:lnTo>
                  <a:lnTo>
                    <a:pt x="2772" y="1080"/>
                  </a:lnTo>
                  <a:lnTo>
                    <a:pt x="2760" y="1080"/>
                  </a:lnTo>
                  <a:lnTo>
                    <a:pt x="2760" y="1062"/>
                  </a:lnTo>
                  <a:lnTo>
                    <a:pt x="2742" y="1050"/>
                  </a:lnTo>
                  <a:lnTo>
                    <a:pt x="2742" y="1014"/>
                  </a:lnTo>
                  <a:lnTo>
                    <a:pt x="2736" y="1008"/>
                  </a:lnTo>
                  <a:lnTo>
                    <a:pt x="2724" y="1002"/>
                  </a:lnTo>
                  <a:lnTo>
                    <a:pt x="2718" y="996"/>
                  </a:lnTo>
                  <a:lnTo>
                    <a:pt x="2706" y="996"/>
                  </a:lnTo>
                  <a:lnTo>
                    <a:pt x="2712" y="996"/>
                  </a:lnTo>
                  <a:lnTo>
                    <a:pt x="2718" y="990"/>
                  </a:lnTo>
                  <a:lnTo>
                    <a:pt x="2730" y="990"/>
                  </a:lnTo>
                  <a:lnTo>
                    <a:pt x="2742" y="984"/>
                  </a:lnTo>
                  <a:lnTo>
                    <a:pt x="2760" y="966"/>
                  </a:lnTo>
                  <a:lnTo>
                    <a:pt x="2754" y="954"/>
                  </a:lnTo>
                  <a:lnTo>
                    <a:pt x="2736" y="936"/>
                  </a:lnTo>
                  <a:lnTo>
                    <a:pt x="2730" y="936"/>
                  </a:lnTo>
                  <a:lnTo>
                    <a:pt x="2730" y="930"/>
                  </a:lnTo>
                  <a:lnTo>
                    <a:pt x="2712" y="912"/>
                  </a:lnTo>
                  <a:lnTo>
                    <a:pt x="2700" y="906"/>
                  </a:lnTo>
                  <a:lnTo>
                    <a:pt x="2694" y="912"/>
                  </a:lnTo>
                  <a:lnTo>
                    <a:pt x="2694" y="936"/>
                  </a:lnTo>
                  <a:lnTo>
                    <a:pt x="2670" y="930"/>
                  </a:lnTo>
                  <a:lnTo>
                    <a:pt x="2670" y="924"/>
                  </a:lnTo>
                  <a:lnTo>
                    <a:pt x="2676" y="918"/>
                  </a:lnTo>
                  <a:lnTo>
                    <a:pt x="2676" y="906"/>
                  </a:lnTo>
                  <a:lnTo>
                    <a:pt x="2682" y="894"/>
                  </a:lnTo>
                  <a:lnTo>
                    <a:pt x="2688" y="876"/>
                  </a:lnTo>
                  <a:lnTo>
                    <a:pt x="2688" y="858"/>
                  </a:lnTo>
                  <a:lnTo>
                    <a:pt x="2682" y="852"/>
                  </a:lnTo>
                  <a:lnTo>
                    <a:pt x="2676" y="840"/>
                  </a:lnTo>
                  <a:lnTo>
                    <a:pt x="2670" y="840"/>
                  </a:lnTo>
                  <a:lnTo>
                    <a:pt x="2652" y="822"/>
                  </a:lnTo>
                  <a:lnTo>
                    <a:pt x="2652" y="816"/>
                  </a:lnTo>
                  <a:lnTo>
                    <a:pt x="2658" y="804"/>
                  </a:lnTo>
                  <a:lnTo>
                    <a:pt x="2658" y="792"/>
                  </a:lnTo>
                  <a:lnTo>
                    <a:pt x="2664" y="774"/>
                  </a:lnTo>
                  <a:lnTo>
                    <a:pt x="2664" y="762"/>
                  </a:lnTo>
                  <a:lnTo>
                    <a:pt x="2652" y="750"/>
                  </a:lnTo>
                  <a:lnTo>
                    <a:pt x="2628" y="732"/>
                  </a:lnTo>
                  <a:lnTo>
                    <a:pt x="2598" y="720"/>
                  </a:lnTo>
                  <a:lnTo>
                    <a:pt x="2580" y="708"/>
                  </a:lnTo>
                  <a:lnTo>
                    <a:pt x="2568" y="702"/>
                  </a:lnTo>
                  <a:lnTo>
                    <a:pt x="2556" y="708"/>
                  </a:lnTo>
                  <a:lnTo>
                    <a:pt x="2550" y="696"/>
                  </a:lnTo>
                  <a:lnTo>
                    <a:pt x="2538" y="684"/>
                  </a:lnTo>
                  <a:lnTo>
                    <a:pt x="2532" y="672"/>
                  </a:lnTo>
                  <a:lnTo>
                    <a:pt x="2520" y="660"/>
                  </a:lnTo>
                  <a:lnTo>
                    <a:pt x="2514" y="642"/>
                  </a:lnTo>
                  <a:lnTo>
                    <a:pt x="2514" y="594"/>
                  </a:lnTo>
                  <a:lnTo>
                    <a:pt x="2520" y="576"/>
                  </a:lnTo>
                  <a:lnTo>
                    <a:pt x="2526" y="564"/>
                  </a:lnTo>
                  <a:lnTo>
                    <a:pt x="2526" y="546"/>
                  </a:lnTo>
                  <a:lnTo>
                    <a:pt x="2520" y="504"/>
                  </a:lnTo>
                  <a:lnTo>
                    <a:pt x="2502" y="462"/>
                  </a:lnTo>
                  <a:lnTo>
                    <a:pt x="2490" y="426"/>
                  </a:lnTo>
                  <a:lnTo>
                    <a:pt x="2490" y="402"/>
                  </a:lnTo>
                  <a:lnTo>
                    <a:pt x="2496" y="390"/>
                  </a:lnTo>
                  <a:lnTo>
                    <a:pt x="2502" y="384"/>
                  </a:lnTo>
                  <a:lnTo>
                    <a:pt x="2502" y="324"/>
                  </a:lnTo>
                  <a:lnTo>
                    <a:pt x="2496" y="312"/>
                  </a:lnTo>
                  <a:lnTo>
                    <a:pt x="2496" y="300"/>
                  </a:lnTo>
                  <a:lnTo>
                    <a:pt x="2472" y="294"/>
                  </a:lnTo>
                  <a:lnTo>
                    <a:pt x="2460" y="288"/>
                  </a:lnTo>
                  <a:lnTo>
                    <a:pt x="2454" y="276"/>
                  </a:lnTo>
                  <a:lnTo>
                    <a:pt x="2442" y="270"/>
                  </a:lnTo>
                  <a:lnTo>
                    <a:pt x="2424" y="270"/>
                  </a:lnTo>
                  <a:lnTo>
                    <a:pt x="2418" y="282"/>
                  </a:lnTo>
                  <a:lnTo>
                    <a:pt x="2412" y="288"/>
                  </a:lnTo>
                  <a:lnTo>
                    <a:pt x="2412" y="282"/>
                  </a:lnTo>
                  <a:lnTo>
                    <a:pt x="2406" y="276"/>
                  </a:lnTo>
                  <a:lnTo>
                    <a:pt x="2400" y="264"/>
                  </a:lnTo>
                  <a:lnTo>
                    <a:pt x="2400" y="228"/>
                  </a:lnTo>
                  <a:lnTo>
                    <a:pt x="2406" y="216"/>
                  </a:lnTo>
                  <a:lnTo>
                    <a:pt x="2406" y="204"/>
                  </a:lnTo>
                  <a:lnTo>
                    <a:pt x="2388" y="180"/>
                  </a:lnTo>
                  <a:lnTo>
                    <a:pt x="2394" y="96"/>
                  </a:lnTo>
                  <a:lnTo>
                    <a:pt x="2382" y="90"/>
                  </a:lnTo>
                  <a:lnTo>
                    <a:pt x="2364" y="72"/>
                  </a:lnTo>
                  <a:lnTo>
                    <a:pt x="2364" y="66"/>
                  </a:lnTo>
                  <a:lnTo>
                    <a:pt x="2370" y="48"/>
                  </a:lnTo>
                  <a:lnTo>
                    <a:pt x="2370" y="24"/>
                  </a:lnTo>
                  <a:lnTo>
                    <a:pt x="2364" y="18"/>
                  </a:lnTo>
                  <a:lnTo>
                    <a:pt x="2346" y="18"/>
                  </a:lnTo>
                  <a:lnTo>
                    <a:pt x="2346" y="0"/>
                  </a:lnTo>
                  <a:lnTo>
                    <a:pt x="2316" y="12"/>
                  </a:lnTo>
                  <a:lnTo>
                    <a:pt x="2310" y="30"/>
                  </a:lnTo>
                  <a:lnTo>
                    <a:pt x="2298" y="36"/>
                  </a:lnTo>
                  <a:lnTo>
                    <a:pt x="2292" y="42"/>
                  </a:lnTo>
                  <a:lnTo>
                    <a:pt x="2280" y="48"/>
                  </a:lnTo>
                  <a:lnTo>
                    <a:pt x="2280" y="66"/>
                  </a:lnTo>
                  <a:lnTo>
                    <a:pt x="2286" y="78"/>
                  </a:lnTo>
                  <a:lnTo>
                    <a:pt x="2286" y="90"/>
                  </a:lnTo>
                  <a:lnTo>
                    <a:pt x="2292" y="102"/>
                  </a:lnTo>
                  <a:lnTo>
                    <a:pt x="2292" y="114"/>
                  </a:lnTo>
                  <a:lnTo>
                    <a:pt x="2286" y="126"/>
                  </a:lnTo>
                  <a:lnTo>
                    <a:pt x="2274" y="138"/>
                  </a:lnTo>
                  <a:lnTo>
                    <a:pt x="2268" y="150"/>
                  </a:lnTo>
                  <a:lnTo>
                    <a:pt x="2238" y="180"/>
                  </a:lnTo>
                  <a:lnTo>
                    <a:pt x="2256" y="192"/>
                  </a:lnTo>
                  <a:lnTo>
                    <a:pt x="2256" y="198"/>
                  </a:lnTo>
                  <a:lnTo>
                    <a:pt x="2250" y="204"/>
                  </a:lnTo>
                  <a:lnTo>
                    <a:pt x="2238" y="228"/>
                  </a:lnTo>
                  <a:lnTo>
                    <a:pt x="2232" y="234"/>
                  </a:lnTo>
                  <a:lnTo>
                    <a:pt x="2232" y="264"/>
                  </a:lnTo>
                  <a:lnTo>
                    <a:pt x="2238" y="276"/>
                  </a:lnTo>
                  <a:lnTo>
                    <a:pt x="2238" y="288"/>
                  </a:lnTo>
                  <a:lnTo>
                    <a:pt x="2232" y="300"/>
                  </a:lnTo>
                  <a:lnTo>
                    <a:pt x="2214" y="408"/>
                  </a:lnTo>
                  <a:lnTo>
                    <a:pt x="2208" y="432"/>
                  </a:lnTo>
                  <a:lnTo>
                    <a:pt x="2202" y="438"/>
                  </a:lnTo>
                  <a:lnTo>
                    <a:pt x="2190" y="462"/>
                  </a:lnTo>
                  <a:lnTo>
                    <a:pt x="2178" y="474"/>
                  </a:lnTo>
                  <a:lnTo>
                    <a:pt x="2172" y="486"/>
                  </a:lnTo>
                  <a:lnTo>
                    <a:pt x="2166" y="492"/>
                  </a:lnTo>
                  <a:lnTo>
                    <a:pt x="2166" y="516"/>
                  </a:lnTo>
                  <a:lnTo>
                    <a:pt x="2160" y="534"/>
                  </a:lnTo>
                  <a:lnTo>
                    <a:pt x="2154" y="546"/>
                  </a:lnTo>
                  <a:lnTo>
                    <a:pt x="2142" y="552"/>
                  </a:lnTo>
                  <a:lnTo>
                    <a:pt x="2088" y="570"/>
                  </a:lnTo>
                  <a:lnTo>
                    <a:pt x="2076" y="570"/>
                  </a:lnTo>
                  <a:lnTo>
                    <a:pt x="2064" y="576"/>
                  </a:lnTo>
                  <a:lnTo>
                    <a:pt x="2058" y="576"/>
                  </a:lnTo>
                  <a:lnTo>
                    <a:pt x="2058" y="570"/>
                  </a:lnTo>
                  <a:lnTo>
                    <a:pt x="2052" y="564"/>
                  </a:lnTo>
                  <a:lnTo>
                    <a:pt x="2028" y="516"/>
                  </a:lnTo>
                  <a:lnTo>
                    <a:pt x="2022" y="510"/>
                  </a:lnTo>
                  <a:lnTo>
                    <a:pt x="1998" y="492"/>
                  </a:lnTo>
                  <a:lnTo>
                    <a:pt x="1956" y="474"/>
                  </a:lnTo>
                  <a:lnTo>
                    <a:pt x="1920" y="462"/>
                  </a:lnTo>
                  <a:lnTo>
                    <a:pt x="1908" y="456"/>
                  </a:lnTo>
                  <a:lnTo>
                    <a:pt x="1896" y="438"/>
                  </a:lnTo>
                  <a:lnTo>
                    <a:pt x="1884" y="426"/>
                  </a:lnTo>
                  <a:lnTo>
                    <a:pt x="1872" y="402"/>
                  </a:lnTo>
                  <a:lnTo>
                    <a:pt x="1866" y="396"/>
                  </a:lnTo>
                  <a:lnTo>
                    <a:pt x="1830" y="396"/>
                  </a:lnTo>
                  <a:lnTo>
                    <a:pt x="1806" y="348"/>
                  </a:lnTo>
                  <a:lnTo>
                    <a:pt x="1824" y="330"/>
                  </a:lnTo>
                  <a:lnTo>
                    <a:pt x="1824" y="306"/>
                  </a:lnTo>
                  <a:lnTo>
                    <a:pt x="1830" y="294"/>
                  </a:lnTo>
                  <a:lnTo>
                    <a:pt x="1836" y="288"/>
                  </a:lnTo>
                  <a:lnTo>
                    <a:pt x="1848" y="282"/>
                  </a:lnTo>
                  <a:lnTo>
                    <a:pt x="1854" y="276"/>
                  </a:lnTo>
                  <a:lnTo>
                    <a:pt x="1848" y="228"/>
                  </a:lnTo>
                  <a:lnTo>
                    <a:pt x="1866" y="210"/>
                  </a:lnTo>
                  <a:lnTo>
                    <a:pt x="1872" y="216"/>
                  </a:lnTo>
                  <a:lnTo>
                    <a:pt x="1884" y="216"/>
                  </a:lnTo>
                  <a:lnTo>
                    <a:pt x="1890" y="222"/>
                  </a:lnTo>
                  <a:lnTo>
                    <a:pt x="1896" y="222"/>
                  </a:lnTo>
                  <a:lnTo>
                    <a:pt x="1902" y="216"/>
                  </a:lnTo>
                  <a:lnTo>
                    <a:pt x="1908" y="204"/>
                  </a:lnTo>
                  <a:lnTo>
                    <a:pt x="1908" y="180"/>
                  </a:lnTo>
                  <a:lnTo>
                    <a:pt x="1944" y="144"/>
                  </a:lnTo>
                  <a:lnTo>
                    <a:pt x="1938" y="132"/>
                  </a:lnTo>
                  <a:lnTo>
                    <a:pt x="1914" y="108"/>
                  </a:lnTo>
                  <a:lnTo>
                    <a:pt x="1890" y="108"/>
                  </a:lnTo>
                  <a:lnTo>
                    <a:pt x="1872" y="114"/>
                  </a:lnTo>
                  <a:lnTo>
                    <a:pt x="1848" y="126"/>
                  </a:lnTo>
                  <a:lnTo>
                    <a:pt x="1842" y="138"/>
                  </a:lnTo>
                  <a:lnTo>
                    <a:pt x="1842" y="120"/>
                  </a:lnTo>
                  <a:lnTo>
                    <a:pt x="1812" y="126"/>
                  </a:lnTo>
                  <a:lnTo>
                    <a:pt x="1794" y="138"/>
                  </a:lnTo>
                  <a:lnTo>
                    <a:pt x="1788" y="120"/>
                  </a:lnTo>
                  <a:lnTo>
                    <a:pt x="1752" y="114"/>
                  </a:lnTo>
                  <a:lnTo>
                    <a:pt x="1746" y="108"/>
                  </a:lnTo>
                  <a:lnTo>
                    <a:pt x="1734" y="102"/>
                  </a:lnTo>
                  <a:lnTo>
                    <a:pt x="1728" y="96"/>
                  </a:lnTo>
                  <a:lnTo>
                    <a:pt x="1716" y="90"/>
                  </a:lnTo>
                  <a:lnTo>
                    <a:pt x="1674" y="90"/>
                  </a:lnTo>
                  <a:lnTo>
                    <a:pt x="1662" y="84"/>
                  </a:lnTo>
                  <a:lnTo>
                    <a:pt x="1650" y="84"/>
                  </a:lnTo>
                  <a:lnTo>
                    <a:pt x="1650" y="78"/>
                  </a:lnTo>
                  <a:lnTo>
                    <a:pt x="1644" y="72"/>
                  </a:lnTo>
                  <a:lnTo>
                    <a:pt x="1632" y="48"/>
                  </a:lnTo>
                  <a:lnTo>
                    <a:pt x="1626" y="42"/>
                  </a:lnTo>
                  <a:lnTo>
                    <a:pt x="1620" y="42"/>
                  </a:lnTo>
                  <a:lnTo>
                    <a:pt x="1620" y="54"/>
                  </a:lnTo>
                  <a:lnTo>
                    <a:pt x="1614" y="60"/>
                  </a:lnTo>
                  <a:lnTo>
                    <a:pt x="1602" y="54"/>
                  </a:lnTo>
                  <a:lnTo>
                    <a:pt x="1596" y="54"/>
                  </a:lnTo>
                  <a:lnTo>
                    <a:pt x="1584" y="48"/>
                  </a:lnTo>
                  <a:lnTo>
                    <a:pt x="1566" y="48"/>
                  </a:lnTo>
                  <a:lnTo>
                    <a:pt x="1566" y="60"/>
                  </a:lnTo>
                  <a:lnTo>
                    <a:pt x="1572" y="66"/>
                  </a:lnTo>
                  <a:lnTo>
                    <a:pt x="1554" y="66"/>
                  </a:lnTo>
                  <a:lnTo>
                    <a:pt x="1548" y="72"/>
                  </a:lnTo>
                  <a:lnTo>
                    <a:pt x="1548" y="78"/>
                  </a:lnTo>
                  <a:lnTo>
                    <a:pt x="1554" y="84"/>
                  </a:lnTo>
                  <a:lnTo>
                    <a:pt x="1566" y="84"/>
                  </a:lnTo>
                  <a:lnTo>
                    <a:pt x="1590" y="96"/>
                  </a:lnTo>
                  <a:lnTo>
                    <a:pt x="1596" y="96"/>
                  </a:lnTo>
                  <a:lnTo>
                    <a:pt x="1608" y="90"/>
                  </a:lnTo>
                  <a:lnTo>
                    <a:pt x="1614" y="84"/>
                  </a:lnTo>
                  <a:lnTo>
                    <a:pt x="1644" y="102"/>
                  </a:lnTo>
                  <a:lnTo>
                    <a:pt x="1638" y="102"/>
                  </a:lnTo>
                  <a:lnTo>
                    <a:pt x="1632" y="108"/>
                  </a:lnTo>
                  <a:lnTo>
                    <a:pt x="1596" y="126"/>
                  </a:lnTo>
                  <a:lnTo>
                    <a:pt x="1572" y="126"/>
                  </a:lnTo>
                  <a:lnTo>
                    <a:pt x="1554" y="132"/>
                  </a:lnTo>
                  <a:lnTo>
                    <a:pt x="1512" y="132"/>
                  </a:lnTo>
                  <a:lnTo>
                    <a:pt x="1500" y="138"/>
                  </a:lnTo>
                  <a:lnTo>
                    <a:pt x="1482" y="144"/>
                  </a:lnTo>
                  <a:lnTo>
                    <a:pt x="1470" y="156"/>
                  </a:lnTo>
                  <a:lnTo>
                    <a:pt x="1452" y="162"/>
                  </a:lnTo>
                  <a:lnTo>
                    <a:pt x="1440" y="168"/>
                  </a:lnTo>
                  <a:lnTo>
                    <a:pt x="1434" y="174"/>
                  </a:lnTo>
                  <a:lnTo>
                    <a:pt x="1428" y="174"/>
                  </a:lnTo>
                  <a:lnTo>
                    <a:pt x="1428" y="186"/>
                  </a:lnTo>
                  <a:lnTo>
                    <a:pt x="1422" y="204"/>
                  </a:lnTo>
                  <a:lnTo>
                    <a:pt x="1422" y="228"/>
                  </a:lnTo>
                  <a:lnTo>
                    <a:pt x="1428" y="234"/>
                  </a:lnTo>
                  <a:lnTo>
                    <a:pt x="1440" y="240"/>
                  </a:lnTo>
                  <a:lnTo>
                    <a:pt x="1446" y="246"/>
                  </a:lnTo>
                  <a:lnTo>
                    <a:pt x="1452" y="246"/>
                  </a:lnTo>
                  <a:lnTo>
                    <a:pt x="1398" y="246"/>
                  </a:lnTo>
                  <a:lnTo>
                    <a:pt x="1368" y="282"/>
                  </a:lnTo>
                  <a:lnTo>
                    <a:pt x="1368" y="312"/>
                  </a:lnTo>
                  <a:lnTo>
                    <a:pt x="1362" y="324"/>
                  </a:lnTo>
                  <a:lnTo>
                    <a:pt x="1362" y="330"/>
                  </a:lnTo>
                  <a:lnTo>
                    <a:pt x="1368" y="336"/>
                  </a:lnTo>
                  <a:lnTo>
                    <a:pt x="1380" y="336"/>
                  </a:lnTo>
                  <a:lnTo>
                    <a:pt x="1404" y="348"/>
                  </a:lnTo>
                  <a:lnTo>
                    <a:pt x="1410" y="354"/>
                  </a:lnTo>
                  <a:lnTo>
                    <a:pt x="1410" y="390"/>
                  </a:lnTo>
                  <a:lnTo>
                    <a:pt x="1386" y="366"/>
                  </a:lnTo>
                  <a:lnTo>
                    <a:pt x="1356" y="366"/>
                  </a:lnTo>
                  <a:lnTo>
                    <a:pt x="1344" y="390"/>
                  </a:lnTo>
                  <a:lnTo>
                    <a:pt x="1308" y="354"/>
                  </a:lnTo>
                  <a:lnTo>
                    <a:pt x="1302" y="384"/>
                  </a:lnTo>
                  <a:lnTo>
                    <a:pt x="1278" y="396"/>
                  </a:lnTo>
                  <a:lnTo>
                    <a:pt x="1284" y="420"/>
                  </a:lnTo>
                  <a:lnTo>
                    <a:pt x="1254" y="414"/>
                  </a:lnTo>
                  <a:lnTo>
                    <a:pt x="1284" y="354"/>
                  </a:lnTo>
                  <a:lnTo>
                    <a:pt x="1278" y="348"/>
                  </a:lnTo>
                  <a:lnTo>
                    <a:pt x="1272" y="336"/>
                  </a:lnTo>
                  <a:lnTo>
                    <a:pt x="1272" y="324"/>
                  </a:lnTo>
                  <a:lnTo>
                    <a:pt x="1266" y="318"/>
                  </a:lnTo>
                  <a:lnTo>
                    <a:pt x="1254" y="312"/>
                  </a:lnTo>
                  <a:lnTo>
                    <a:pt x="1236" y="312"/>
                  </a:lnTo>
                  <a:lnTo>
                    <a:pt x="1224" y="282"/>
                  </a:lnTo>
                  <a:lnTo>
                    <a:pt x="1224" y="276"/>
                  </a:lnTo>
                  <a:lnTo>
                    <a:pt x="1230" y="270"/>
                  </a:lnTo>
                  <a:lnTo>
                    <a:pt x="1230" y="258"/>
                  </a:lnTo>
                  <a:lnTo>
                    <a:pt x="1224" y="246"/>
                  </a:lnTo>
                  <a:lnTo>
                    <a:pt x="1218" y="240"/>
                  </a:lnTo>
                  <a:lnTo>
                    <a:pt x="1206" y="234"/>
                  </a:lnTo>
                  <a:lnTo>
                    <a:pt x="1194" y="240"/>
                  </a:lnTo>
                  <a:lnTo>
                    <a:pt x="1188" y="246"/>
                  </a:lnTo>
                  <a:lnTo>
                    <a:pt x="1176" y="252"/>
                  </a:lnTo>
                  <a:lnTo>
                    <a:pt x="1176" y="264"/>
                  </a:lnTo>
                  <a:lnTo>
                    <a:pt x="1182" y="270"/>
                  </a:lnTo>
                  <a:lnTo>
                    <a:pt x="1182" y="282"/>
                  </a:lnTo>
                  <a:lnTo>
                    <a:pt x="1146" y="276"/>
                  </a:lnTo>
                  <a:lnTo>
                    <a:pt x="1152" y="306"/>
                  </a:lnTo>
                  <a:lnTo>
                    <a:pt x="1134" y="300"/>
                  </a:lnTo>
                  <a:lnTo>
                    <a:pt x="1116" y="306"/>
                  </a:lnTo>
                  <a:lnTo>
                    <a:pt x="1122" y="312"/>
                  </a:lnTo>
                  <a:lnTo>
                    <a:pt x="1122" y="330"/>
                  </a:lnTo>
                  <a:lnTo>
                    <a:pt x="1116" y="342"/>
                  </a:lnTo>
                  <a:lnTo>
                    <a:pt x="1110" y="348"/>
                  </a:lnTo>
                  <a:lnTo>
                    <a:pt x="1098" y="354"/>
                  </a:lnTo>
                  <a:lnTo>
                    <a:pt x="1092" y="360"/>
                  </a:lnTo>
                  <a:lnTo>
                    <a:pt x="1104" y="324"/>
                  </a:lnTo>
                  <a:lnTo>
                    <a:pt x="1080" y="348"/>
                  </a:lnTo>
                  <a:lnTo>
                    <a:pt x="1062" y="348"/>
                  </a:lnTo>
                  <a:lnTo>
                    <a:pt x="1056" y="360"/>
                  </a:lnTo>
                  <a:lnTo>
                    <a:pt x="1050" y="366"/>
                  </a:lnTo>
                  <a:lnTo>
                    <a:pt x="1050" y="378"/>
                  </a:lnTo>
                  <a:lnTo>
                    <a:pt x="1056" y="390"/>
                  </a:lnTo>
                  <a:lnTo>
                    <a:pt x="1056" y="396"/>
                  </a:lnTo>
                  <a:lnTo>
                    <a:pt x="1062" y="408"/>
                  </a:lnTo>
                  <a:lnTo>
                    <a:pt x="1014" y="384"/>
                  </a:lnTo>
                  <a:lnTo>
                    <a:pt x="1008" y="420"/>
                  </a:lnTo>
                  <a:lnTo>
                    <a:pt x="996" y="426"/>
                  </a:lnTo>
                  <a:lnTo>
                    <a:pt x="1008" y="450"/>
                  </a:lnTo>
                  <a:lnTo>
                    <a:pt x="1032" y="450"/>
                  </a:lnTo>
                  <a:lnTo>
                    <a:pt x="1026" y="468"/>
                  </a:lnTo>
                  <a:lnTo>
                    <a:pt x="954" y="474"/>
                  </a:lnTo>
                  <a:lnTo>
                    <a:pt x="948" y="468"/>
                  </a:lnTo>
                  <a:lnTo>
                    <a:pt x="936" y="462"/>
                  </a:lnTo>
                  <a:lnTo>
                    <a:pt x="930" y="462"/>
                  </a:lnTo>
                  <a:lnTo>
                    <a:pt x="918" y="468"/>
                  </a:lnTo>
                  <a:lnTo>
                    <a:pt x="912" y="474"/>
                  </a:lnTo>
                  <a:lnTo>
                    <a:pt x="918" y="486"/>
                  </a:lnTo>
                  <a:lnTo>
                    <a:pt x="918" y="492"/>
                  </a:lnTo>
                  <a:lnTo>
                    <a:pt x="924" y="504"/>
                  </a:lnTo>
                  <a:lnTo>
                    <a:pt x="930" y="510"/>
                  </a:lnTo>
                  <a:lnTo>
                    <a:pt x="930" y="540"/>
                  </a:lnTo>
                  <a:lnTo>
                    <a:pt x="924" y="564"/>
                  </a:lnTo>
                  <a:lnTo>
                    <a:pt x="930" y="600"/>
                  </a:lnTo>
                  <a:lnTo>
                    <a:pt x="912" y="600"/>
                  </a:lnTo>
                  <a:lnTo>
                    <a:pt x="906" y="522"/>
                  </a:lnTo>
                  <a:lnTo>
                    <a:pt x="888" y="510"/>
                  </a:lnTo>
                  <a:lnTo>
                    <a:pt x="888" y="480"/>
                  </a:lnTo>
                  <a:lnTo>
                    <a:pt x="870" y="480"/>
                  </a:lnTo>
                  <a:lnTo>
                    <a:pt x="852" y="504"/>
                  </a:lnTo>
                  <a:lnTo>
                    <a:pt x="822" y="534"/>
                  </a:lnTo>
                  <a:lnTo>
                    <a:pt x="804" y="546"/>
                  </a:lnTo>
                  <a:lnTo>
                    <a:pt x="792" y="558"/>
                  </a:lnTo>
                  <a:lnTo>
                    <a:pt x="786" y="570"/>
                  </a:lnTo>
                  <a:lnTo>
                    <a:pt x="786" y="600"/>
                  </a:lnTo>
                  <a:lnTo>
                    <a:pt x="792" y="606"/>
                  </a:lnTo>
                  <a:lnTo>
                    <a:pt x="792" y="618"/>
                  </a:lnTo>
                  <a:lnTo>
                    <a:pt x="798" y="618"/>
                  </a:lnTo>
                  <a:lnTo>
                    <a:pt x="816" y="636"/>
                  </a:lnTo>
                  <a:lnTo>
                    <a:pt x="810" y="648"/>
                  </a:lnTo>
                  <a:lnTo>
                    <a:pt x="792" y="654"/>
                  </a:lnTo>
                  <a:lnTo>
                    <a:pt x="774" y="666"/>
                  </a:lnTo>
                  <a:lnTo>
                    <a:pt x="750" y="678"/>
                  </a:lnTo>
                  <a:lnTo>
                    <a:pt x="750" y="696"/>
                  </a:lnTo>
                  <a:lnTo>
                    <a:pt x="720" y="726"/>
                  </a:lnTo>
                  <a:lnTo>
                    <a:pt x="702" y="732"/>
                  </a:lnTo>
                  <a:lnTo>
                    <a:pt x="690" y="744"/>
                  </a:lnTo>
                  <a:lnTo>
                    <a:pt x="666" y="756"/>
                  </a:lnTo>
                  <a:lnTo>
                    <a:pt x="630" y="762"/>
                  </a:lnTo>
                  <a:lnTo>
                    <a:pt x="600" y="768"/>
                  </a:lnTo>
                  <a:lnTo>
                    <a:pt x="588" y="768"/>
                  </a:lnTo>
                  <a:lnTo>
                    <a:pt x="534" y="762"/>
                  </a:lnTo>
                  <a:lnTo>
                    <a:pt x="492" y="780"/>
                  </a:lnTo>
                  <a:lnTo>
                    <a:pt x="438" y="786"/>
                  </a:lnTo>
                  <a:lnTo>
                    <a:pt x="432" y="798"/>
                  </a:lnTo>
                  <a:lnTo>
                    <a:pt x="414" y="798"/>
                  </a:lnTo>
                  <a:lnTo>
                    <a:pt x="402" y="804"/>
                  </a:lnTo>
                  <a:lnTo>
                    <a:pt x="396" y="810"/>
                  </a:lnTo>
                  <a:lnTo>
                    <a:pt x="384" y="816"/>
                  </a:lnTo>
                  <a:lnTo>
                    <a:pt x="372" y="828"/>
                  </a:lnTo>
                  <a:lnTo>
                    <a:pt x="342" y="828"/>
                  </a:lnTo>
                  <a:lnTo>
                    <a:pt x="324" y="834"/>
                  </a:lnTo>
                  <a:lnTo>
                    <a:pt x="312" y="840"/>
                  </a:lnTo>
                  <a:lnTo>
                    <a:pt x="306" y="852"/>
                  </a:lnTo>
                  <a:lnTo>
                    <a:pt x="294" y="858"/>
                  </a:lnTo>
                  <a:lnTo>
                    <a:pt x="288" y="870"/>
                  </a:lnTo>
                  <a:lnTo>
                    <a:pt x="282" y="876"/>
                  </a:lnTo>
                  <a:lnTo>
                    <a:pt x="282" y="882"/>
                  </a:lnTo>
                  <a:lnTo>
                    <a:pt x="276" y="882"/>
                  </a:lnTo>
                  <a:lnTo>
                    <a:pt x="270" y="888"/>
                  </a:lnTo>
                  <a:lnTo>
                    <a:pt x="252" y="888"/>
                  </a:lnTo>
                  <a:lnTo>
                    <a:pt x="240" y="894"/>
                  </a:lnTo>
                  <a:lnTo>
                    <a:pt x="228" y="894"/>
                  </a:lnTo>
                  <a:lnTo>
                    <a:pt x="216" y="900"/>
                  </a:lnTo>
                  <a:lnTo>
                    <a:pt x="210" y="906"/>
                  </a:lnTo>
                  <a:lnTo>
                    <a:pt x="198" y="912"/>
                  </a:lnTo>
                  <a:lnTo>
                    <a:pt x="192" y="930"/>
                  </a:lnTo>
                  <a:lnTo>
                    <a:pt x="150" y="972"/>
                  </a:lnTo>
                  <a:lnTo>
                    <a:pt x="150" y="978"/>
                  </a:lnTo>
                  <a:lnTo>
                    <a:pt x="162" y="912"/>
                  </a:lnTo>
                  <a:lnTo>
                    <a:pt x="144" y="918"/>
                  </a:lnTo>
                  <a:lnTo>
                    <a:pt x="120" y="978"/>
                  </a:lnTo>
                  <a:lnTo>
                    <a:pt x="90" y="1038"/>
                  </a:lnTo>
                  <a:lnTo>
                    <a:pt x="90" y="1056"/>
                  </a:lnTo>
                  <a:lnTo>
                    <a:pt x="96" y="1062"/>
                  </a:lnTo>
                  <a:lnTo>
                    <a:pt x="108" y="1068"/>
                  </a:lnTo>
                  <a:lnTo>
                    <a:pt x="114" y="1068"/>
                  </a:lnTo>
                  <a:lnTo>
                    <a:pt x="108" y="1080"/>
                  </a:lnTo>
                  <a:lnTo>
                    <a:pt x="96" y="1086"/>
                  </a:lnTo>
                  <a:lnTo>
                    <a:pt x="90" y="1098"/>
                  </a:lnTo>
                  <a:lnTo>
                    <a:pt x="66" y="1122"/>
                  </a:lnTo>
                  <a:lnTo>
                    <a:pt x="66" y="1134"/>
                  </a:lnTo>
                  <a:lnTo>
                    <a:pt x="72" y="1152"/>
                  </a:lnTo>
                  <a:lnTo>
                    <a:pt x="72" y="1164"/>
                  </a:lnTo>
                  <a:lnTo>
                    <a:pt x="84" y="1188"/>
                  </a:lnTo>
                  <a:lnTo>
                    <a:pt x="84" y="1200"/>
                  </a:lnTo>
                  <a:lnTo>
                    <a:pt x="102" y="1236"/>
                  </a:lnTo>
                  <a:lnTo>
                    <a:pt x="108" y="1254"/>
                  </a:lnTo>
                  <a:lnTo>
                    <a:pt x="114" y="1266"/>
                  </a:lnTo>
                  <a:lnTo>
                    <a:pt x="114" y="1278"/>
                  </a:lnTo>
                  <a:lnTo>
                    <a:pt x="108" y="1278"/>
                  </a:lnTo>
                  <a:lnTo>
                    <a:pt x="96" y="1266"/>
                  </a:lnTo>
                  <a:lnTo>
                    <a:pt x="90" y="1254"/>
                  </a:lnTo>
                  <a:lnTo>
                    <a:pt x="72" y="1236"/>
                  </a:lnTo>
                  <a:lnTo>
                    <a:pt x="66" y="1224"/>
                  </a:lnTo>
                  <a:lnTo>
                    <a:pt x="48" y="1218"/>
                  </a:lnTo>
                  <a:lnTo>
                    <a:pt x="66" y="1266"/>
                  </a:lnTo>
                  <a:lnTo>
                    <a:pt x="30" y="1236"/>
                  </a:lnTo>
                  <a:lnTo>
                    <a:pt x="30" y="1290"/>
                  </a:lnTo>
                  <a:lnTo>
                    <a:pt x="60" y="1350"/>
                  </a:lnTo>
                  <a:lnTo>
                    <a:pt x="66" y="1356"/>
                  </a:lnTo>
                  <a:lnTo>
                    <a:pt x="66" y="1368"/>
                  </a:lnTo>
                  <a:lnTo>
                    <a:pt x="60" y="1374"/>
                  </a:lnTo>
                  <a:lnTo>
                    <a:pt x="54" y="1386"/>
                  </a:lnTo>
                  <a:lnTo>
                    <a:pt x="54" y="1398"/>
                  </a:lnTo>
                  <a:lnTo>
                    <a:pt x="48" y="1410"/>
                  </a:lnTo>
                  <a:lnTo>
                    <a:pt x="54" y="1416"/>
                  </a:lnTo>
                  <a:lnTo>
                    <a:pt x="60" y="1428"/>
                  </a:lnTo>
                  <a:lnTo>
                    <a:pt x="78" y="1446"/>
                  </a:lnTo>
                  <a:lnTo>
                    <a:pt x="84" y="1458"/>
                  </a:lnTo>
                  <a:lnTo>
                    <a:pt x="90" y="1464"/>
                  </a:lnTo>
                  <a:lnTo>
                    <a:pt x="96" y="1476"/>
                  </a:lnTo>
                  <a:lnTo>
                    <a:pt x="96" y="1506"/>
                  </a:lnTo>
                  <a:lnTo>
                    <a:pt x="90" y="1518"/>
                  </a:lnTo>
                  <a:lnTo>
                    <a:pt x="84" y="1524"/>
                  </a:lnTo>
                  <a:lnTo>
                    <a:pt x="90" y="1542"/>
                  </a:lnTo>
                  <a:lnTo>
                    <a:pt x="90" y="1554"/>
                  </a:lnTo>
                  <a:lnTo>
                    <a:pt x="96" y="1572"/>
                  </a:lnTo>
                  <a:lnTo>
                    <a:pt x="96" y="1590"/>
                  </a:lnTo>
                  <a:lnTo>
                    <a:pt x="102" y="1596"/>
                  </a:lnTo>
                  <a:lnTo>
                    <a:pt x="102" y="1602"/>
                  </a:lnTo>
                  <a:lnTo>
                    <a:pt x="96" y="1602"/>
                  </a:lnTo>
                  <a:lnTo>
                    <a:pt x="78" y="1620"/>
                  </a:lnTo>
                  <a:lnTo>
                    <a:pt x="84" y="1626"/>
                  </a:lnTo>
                  <a:lnTo>
                    <a:pt x="84" y="1638"/>
                  </a:lnTo>
                  <a:lnTo>
                    <a:pt x="90" y="1650"/>
                  </a:lnTo>
                  <a:lnTo>
                    <a:pt x="90" y="1662"/>
                  </a:lnTo>
                  <a:lnTo>
                    <a:pt x="96" y="1668"/>
                  </a:lnTo>
                  <a:lnTo>
                    <a:pt x="96" y="1674"/>
                  </a:lnTo>
                  <a:lnTo>
                    <a:pt x="102" y="1674"/>
                  </a:lnTo>
                  <a:lnTo>
                    <a:pt x="108" y="1680"/>
                  </a:lnTo>
                  <a:lnTo>
                    <a:pt x="126" y="1716"/>
                  </a:lnTo>
                  <a:lnTo>
                    <a:pt x="126" y="1728"/>
                  </a:lnTo>
                  <a:lnTo>
                    <a:pt x="108" y="1764"/>
                  </a:lnTo>
                  <a:lnTo>
                    <a:pt x="90" y="1782"/>
                  </a:lnTo>
                  <a:lnTo>
                    <a:pt x="90" y="1824"/>
                  </a:lnTo>
                  <a:lnTo>
                    <a:pt x="84" y="1842"/>
                  </a:lnTo>
                  <a:lnTo>
                    <a:pt x="60" y="1866"/>
                  </a:lnTo>
                  <a:lnTo>
                    <a:pt x="42" y="1866"/>
                  </a:lnTo>
                  <a:lnTo>
                    <a:pt x="30" y="1872"/>
                  </a:lnTo>
                  <a:lnTo>
                    <a:pt x="18" y="1866"/>
                  </a:lnTo>
                  <a:lnTo>
                    <a:pt x="6" y="1866"/>
                  </a:lnTo>
                  <a:lnTo>
                    <a:pt x="0" y="1920"/>
                  </a:lnTo>
                  <a:lnTo>
                    <a:pt x="12" y="1920"/>
                  </a:lnTo>
                  <a:lnTo>
                    <a:pt x="24" y="1926"/>
                  </a:lnTo>
                  <a:lnTo>
                    <a:pt x="42" y="1926"/>
                  </a:lnTo>
                  <a:lnTo>
                    <a:pt x="54" y="1932"/>
                  </a:lnTo>
                  <a:lnTo>
                    <a:pt x="72" y="1950"/>
                  </a:lnTo>
                  <a:lnTo>
                    <a:pt x="78" y="1962"/>
                  </a:lnTo>
                  <a:lnTo>
                    <a:pt x="108" y="1956"/>
                  </a:lnTo>
                  <a:lnTo>
                    <a:pt x="114" y="1968"/>
                  </a:lnTo>
                  <a:lnTo>
                    <a:pt x="138" y="1980"/>
                  </a:lnTo>
                  <a:lnTo>
                    <a:pt x="174" y="1980"/>
                  </a:lnTo>
                  <a:lnTo>
                    <a:pt x="210" y="1968"/>
                  </a:lnTo>
                  <a:lnTo>
                    <a:pt x="234" y="1968"/>
                  </a:lnTo>
                  <a:lnTo>
                    <a:pt x="234" y="1950"/>
                  </a:lnTo>
                  <a:lnTo>
                    <a:pt x="228" y="1944"/>
                  </a:lnTo>
                  <a:lnTo>
                    <a:pt x="264" y="1950"/>
                  </a:lnTo>
                  <a:lnTo>
                    <a:pt x="276" y="1932"/>
                  </a:lnTo>
                  <a:lnTo>
                    <a:pt x="318" y="1926"/>
                  </a:lnTo>
                  <a:lnTo>
                    <a:pt x="354" y="1890"/>
                  </a:lnTo>
                  <a:lnTo>
                    <a:pt x="366" y="1884"/>
                  </a:lnTo>
                  <a:lnTo>
                    <a:pt x="372" y="1884"/>
                  </a:lnTo>
                  <a:lnTo>
                    <a:pt x="420" y="1908"/>
                  </a:lnTo>
                  <a:lnTo>
                    <a:pt x="426" y="1902"/>
                  </a:lnTo>
                  <a:lnTo>
                    <a:pt x="474" y="1878"/>
                  </a:lnTo>
                  <a:lnTo>
                    <a:pt x="480" y="1872"/>
                  </a:lnTo>
                  <a:lnTo>
                    <a:pt x="486" y="1872"/>
                  </a:lnTo>
                  <a:lnTo>
                    <a:pt x="498" y="1878"/>
                  </a:lnTo>
                  <a:lnTo>
                    <a:pt x="504" y="1884"/>
                  </a:lnTo>
                  <a:lnTo>
                    <a:pt x="516" y="1884"/>
                  </a:lnTo>
                  <a:lnTo>
                    <a:pt x="528" y="1890"/>
                  </a:lnTo>
                  <a:lnTo>
                    <a:pt x="534" y="1890"/>
                  </a:lnTo>
                  <a:lnTo>
                    <a:pt x="552" y="1884"/>
                  </a:lnTo>
                  <a:lnTo>
                    <a:pt x="576" y="1872"/>
                  </a:lnTo>
                  <a:lnTo>
                    <a:pt x="582" y="1872"/>
                  </a:lnTo>
                  <a:lnTo>
                    <a:pt x="594" y="1878"/>
                  </a:lnTo>
                  <a:lnTo>
                    <a:pt x="606" y="1878"/>
                  </a:lnTo>
                  <a:lnTo>
                    <a:pt x="624" y="1884"/>
                  </a:lnTo>
                  <a:lnTo>
                    <a:pt x="636" y="1884"/>
                  </a:lnTo>
                  <a:lnTo>
                    <a:pt x="648" y="1878"/>
                  </a:lnTo>
                  <a:lnTo>
                    <a:pt x="654" y="1872"/>
                  </a:lnTo>
                  <a:lnTo>
                    <a:pt x="654" y="1848"/>
                  </a:lnTo>
                  <a:lnTo>
                    <a:pt x="666" y="1848"/>
                  </a:lnTo>
                  <a:lnTo>
                    <a:pt x="672" y="1842"/>
                  </a:lnTo>
                  <a:lnTo>
                    <a:pt x="678" y="1842"/>
                  </a:lnTo>
                  <a:lnTo>
                    <a:pt x="684" y="1836"/>
                  </a:lnTo>
                  <a:lnTo>
                    <a:pt x="690" y="1824"/>
                  </a:lnTo>
                  <a:lnTo>
                    <a:pt x="702" y="1788"/>
                  </a:lnTo>
                  <a:lnTo>
                    <a:pt x="714" y="1776"/>
                  </a:lnTo>
                  <a:lnTo>
                    <a:pt x="726" y="1770"/>
                  </a:lnTo>
                  <a:lnTo>
                    <a:pt x="744" y="1764"/>
                  </a:lnTo>
                  <a:lnTo>
                    <a:pt x="756" y="1764"/>
                  </a:lnTo>
                  <a:lnTo>
                    <a:pt x="774" y="1770"/>
                  </a:lnTo>
                  <a:lnTo>
                    <a:pt x="798" y="1770"/>
                  </a:lnTo>
                  <a:lnTo>
                    <a:pt x="822" y="1758"/>
                  </a:lnTo>
                  <a:lnTo>
                    <a:pt x="840" y="1752"/>
                  </a:lnTo>
                  <a:lnTo>
                    <a:pt x="858" y="1740"/>
                  </a:lnTo>
                  <a:lnTo>
                    <a:pt x="876" y="1734"/>
                  </a:lnTo>
                  <a:lnTo>
                    <a:pt x="912" y="1734"/>
                  </a:lnTo>
                  <a:lnTo>
                    <a:pt x="918" y="1740"/>
                  </a:lnTo>
                  <a:lnTo>
                    <a:pt x="930" y="1740"/>
                  </a:lnTo>
                  <a:lnTo>
                    <a:pt x="942" y="1746"/>
                  </a:lnTo>
                  <a:lnTo>
                    <a:pt x="972" y="1740"/>
                  </a:lnTo>
                  <a:lnTo>
                    <a:pt x="1044" y="1704"/>
                  </a:lnTo>
                  <a:lnTo>
                    <a:pt x="1074" y="1692"/>
                  </a:lnTo>
                  <a:lnTo>
                    <a:pt x="1098" y="1686"/>
                  </a:lnTo>
                  <a:lnTo>
                    <a:pt x="1140" y="1680"/>
                  </a:lnTo>
                  <a:lnTo>
                    <a:pt x="1176" y="1674"/>
                  </a:lnTo>
                  <a:lnTo>
                    <a:pt x="1224" y="1674"/>
                  </a:lnTo>
                  <a:lnTo>
                    <a:pt x="1236" y="1662"/>
                  </a:lnTo>
                  <a:lnTo>
                    <a:pt x="1254" y="1680"/>
                  </a:lnTo>
                  <a:lnTo>
                    <a:pt x="1266" y="1686"/>
                  </a:lnTo>
                  <a:lnTo>
                    <a:pt x="1278" y="1698"/>
                  </a:lnTo>
                  <a:lnTo>
                    <a:pt x="1302" y="1710"/>
                  </a:lnTo>
                  <a:lnTo>
                    <a:pt x="1320" y="1716"/>
                  </a:lnTo>
                  <a:lnTo>
                    <a:pt x="1332" y="1716"/>
                  </a:lnTo>
                  <a:lnTo>
                    <a:pt x="1338" y="1710"/>
                  </a:lnTo>
                  <a:lnTo>
                    <a:pt x="1338" y="1716"/>
                  </a:lnTo>
                  <a:lnTo>
                    <a:pt x="1344" y="1722"/>
                  </a:lnTo>
                  <a:lnTo>
                    <a:pt x="1350" y="1734"/>
                  </a:lnTo>
                  <a:lnTo>
                    <a:pt x="1356" y="1740"/>
                  </a:lnTo>
                  <a:lnTo>
                    <a:pt x="1374" y="1740"/>
                  </a:lnTo>
                  <a:lnTo>
                    <a:pt x="1380" y="1734"/>
                  </a:lnTo>
                  <a:lnTo>
                    <a:pt x="1380" y="1752"/>
                  </a:lnTo>
                  <a:lnTo>
                    <a:pt x="1392" y="1752"/>
                  </a:lnTo>
                  <a:lnTo>
                    <a:pt x="1398" y="1758"/>
                  </a:lnTo>
                  <a:lnTo>
                    <a:pt x="1398" y="1770"/>
                  </a:lnTo>
                  <a:lnTo>
                    <a:pt x="1386" y="1794"/>
                  </a:lnTo>
                  <a:lnTo>
                    <a:pt x="1380" y="1800"/>
                  </a:lnTo>
                  <a:lnTo>
                    <a:pt x="1374" y="1812"/>
                  </a:lnTo>
                  <a:lnTo>
                    <a:pt x="1392" y="1842"/>
                  </a:lnTo>
                  <a:lnTo>
                    <a:pt x="1410" y="1830"/>
                  </a:lnTo>
                  <a:lnTo>
                    <a:pt x="1428" y="1866"/>
                  </a:lnTo>
                  <a:lnTo>
                    <a:pt x="1428" y="1872"/>
                  </a:lnTo>
                  <a:lnTo>
                    <a:pt x="1434" y="1878"/>
                  </a:lnTo>
                  <a:lnTo>
                    <a:pt x="1434" y="1902"/>
                  </a:lnTo>
                  <a:lnTo>
                    <a:pt x="1440" y="1914"/>
                  </a:lnTo>
                  <a:lnTo>
                    <a:pt x="1440" y="1926"/>
                  </a:lnTo>
                  <a:lnTo>
                    <a:pt x="1422" y="1926"/>
                  </a:lnTo>
                  <a:lnTo>
                    <a:pt x="1410" y="1920"/>
                  </a:lnTo>
                  <a:lnTo>
                    <a:pt x="1404" y="1920"/>
                  </a:lnTo>
                  <a:lnTo>
                    <a:pt x="1410" y="1956"/>
                  </a:lnTo>
                  <a:lnTo>
                    <a:pt x="1446" y="1956"/>
                  </a:lnTo>
                  <a:lnTo>
                    <a:pt x="1452" y="1962"/>
                  </a:lnTo>
                  <a:lnTo>
                    <a:pt x="1452" y="1968"/>
                  </a:lnTo>
                  <a:lnTo>
                    <a:pt x="1470" y="1968"/>
                  </a:lnTo>
                  <a:lnTo>
                    <a:pt x="1470" y="1956"/>
                  </a:lnTo>
                  <a:lnTo>
                    <a:pt x="1464" y="1938"/>
                  </a:lnTo>
                  <a:lnTo>
                    <a:pt x="1464" y="1926"/>
                  </a:lnTo>
                  <a:lnTo>
                    <a:pt x="1470" y="1914"/>
                  </a:lnTo>
                  <a:lnTo>
                    <a:pt x="1476" y="1908"/>
                  </a:lnTo>
                  <a:lnTo>
                    <a:pt x="1500" y="1896"/>
                  </a:lnTo>
                  <a:lnTo>
                    <a:pt x="1512" y="1896"/>
                  </a:lnTo>
                  <a:lnTo>
                    <a:pt x="1518" y="1890"/>
                  </a:lnTo>
                  <a:lnTo>
                    <a:pt x="1530" y="1884"/>
                  </a:lnTo>
                  <a:lnTo>
                    <a:pt x="1542" y="1872"/>
                  </a:lnTo>
                  <a:lnTo>
                    <a:pt x="1548" y="1860"/>
                  </a:lnTo>
                  <a:lnTo>
                    <a:pt x="1566" y="1842"/>
                  </a:lnTo>
                  <a:lnTo>
                    <a:pt x="1566" y="1836"/>
                  </a:lnTo>
                  <a:lnTo>
                    <a:pt x="1590" y="1842"/>
                  </a:lnTo>
                  <a:lnTo>
                    <a:pt x="1608" y="1788"/>
                  </a:lnTo>
                  <a:lnTo>
                    <a:pt x="1638" y="1788"/>
                  </a:lnTo>
                  <a:lnTo>
                    <a:pt x="1650" y="1782"/>
                  </a:lnTo>
                  <a:lnTo>
                    <a:pt x="1662" y="1770"/>
                  </a:lnTo>
                  <a:lnTo>
                    <a:pt x="1668" y="1752"/>
                  </a:lnTo>
                  <a:lnTo>
                    <a:pt x="1668" y="1740"/>
                  </a:lnTo>
                  <a:lnTo>
                    <a:pt x="1668" y="1746"/>
                  </a:lnTo>
                  <a:lnTo>
                    <a:pt x="1674" y="1752"/>
                  </a:lnTo>
                  <a:lnTo>
                    <a:pt x="1674" y="1764"/>
                  </a:lnTo>
                  <a:lnTo>
                    <a:pt x="1680" y="1776"/>
                  </a:lnTo>
                  <a:lnTo>
                    <a:pt x="1680" y="1782"/>
                  </a:lnTo>
                  <a:lnTo>
                    <a:pt x="1668" y="1794"/>
                  </a:lnTo>
                  <a:lnTo>
                    <a:pt x="1662" y="1806"/>
                  </a:lnTo>
                  <a:lnTo>
                    <a:pt x="1650" y="1812"/>
                  </a:lnTo>
                  <a:lnTo>
                    <a:pt x="1644" y="1818"/>
                  </a:lnTo>
                  <a:lnTo>
                    <a:pt x="1620" y="1818"/>
                  </a:lnTo>
                  <a:lnTo>
                    <a:pt x="1614" y="1830"/>
                  </a:lnTo>
                  <a:lnTo>
                    <a:pt x="1632" y="1866"/>
                  </a:lnTo>
                  <a:lnTo>
                    <a:pt x="1620" y="1866"/>
                  </a:lnTo>
                  <a:lnTo>
                    <a:pt x="1614" y="1872"/>
                  </a:lnTo>
                  <a:lnTo>
                    <a:pt x="1602" y="1878"/>
                  </a:lnTo>
                  <a:lnTo>
                    <a:pt x="1566" y="1914"/>
                  </a:lnTo>
                  <a:lnTo>
                    <a:pt x="1566" y="1926"/>
                  </a:lnTo>
                  <a:lnTo>
                    <a:pt x="1560" y="1932"/>
                  </a:lnTo>
                  <a:lnTo>
                    <a:pt x="1554" y="1944"/>
                  </a:lnTo>
                  <a:lnTo>
                    <a:pt x="1542" y="1956"/>
                  </a:lnTo>
                  <a:lnTo>
                    <a:pt x="1518" y="1968"/>
                  </a:lnTo>
                  <a:lnTo>
                    <a:pt x="1512" y="1974"/>
                  </a:lnTo>
                  <a:lnTo>
                    <a:pt x="1512" y="1980"/>
                  </a:lnTo>
                  <a:lnTo>
                    <a:pt x="1518" y="1986"/>
                  </a:lnTo>
                  <a:lnTo>
                    <a:pt x="1548" y="1986"/>
                  </a:lnTo>
                  <a:lnTo>
                    <a:pt x="1560" y="1980"/>
                  </a:lnTo>
                  <a:lnTo>
                    <a:pt x="1572" y="1980"/>
                  </a:lnTo>
                  <a:lnTo>
                    <a:pt x="1584" y="1968"/>
                  </a:lnTo>
                  <a:lnTo>
                    <a:pt x="1602" y="1932"/>
                  </a:lnTo>
                  <a:lnTo>
                    <a:pt x="1608" y="1926"/>
                  </a:lnTo>
                  <a:lnTo>
                    <a:pt x="1614" y="1914"/>
                  </a:lnTo>
                  <a:lnTo>
                    <a:pt x="1626" y="1908"/>
                  </a:lnTo>
                  <a:lnTo>
                    <a:pt x="1632" y="1902"/>
                  </a:lnTo>
                  <a:lnTo>
                    <a:pt x="1632" y="1920"/>
                  </a:lnTo>
                  <a:lnTo>
                    <a:pt x="1638" y="1932"/>
                  </a:lnTo>
                  <a:lnTo>
                    <a:pt x="1638" y="1956"/>
                  </a:lnTo>
                  <a:lnTo>
                    <a:pt x="1626" y="1968"/>
                  </a:lnTo>
                  <a:lnTo>
                    <a:pt x="1614" y="1974"/>
                  </a:lnTo>
                  <a:lnTo>
                    <a:pt x="1602" y="1986"/>
                  </a:lnTo>
                  <a:lnTo>
                    <a:pt x="1602" y="2004"/>
                  </a:lnTo>
                  <a:lnTo>
                    <a:pt x="1608" y="2010"/>
                  </a:lnTo>
                  <a:lnTo>
                    <a:pt x="1614" y="2010"/>
                  </a:lnTo>
                  <a:lnTo>
                    <a:pt x="1632" y="2016"/>
                  </a:lnTo>
                  <a:lnTo>
                    <a:pt x="1662" y="2016"/>
                  </a:lnTo>
                  <a:lnTo>
                    <a:pt x="1668" y="2028"/>
                  </a:lnTo>
                  <a:lnTo>
                    <a:pt x="1644" y="2052"/>
                  </a:lnTo>
                  <a:lnTo>
                    <a:pt x="1644" y="2058"/>
                  </a:lnTo>
                  <a:lnTo>
                    <a:pt x="1650" y="2064"/>
                  </a:lnTo>
                  <a:lnTo>
                    <a:pt x="1668" y="2100"/>
                  </a:lnTo>
                  <a:lnTo>
                    <a:pt x="1674" y="2106"/>
                  </a:lnTo>
                  <a:lnTo>
                    <a:pt x="1674" y="2118"/>
                  </a:lnTo>
                  <a:lnTo>
                    <a:pt x="1626" y="2166"/>
                  </a:lnTo>
                  <a:lnTo>
                    <a:pt x="1626" y="2178"/>
                  </a:lnTo>
                  <a:lnTo>
                    <a:pt x="1638" y="2190"/>
                  </a:lnTo>
                  <a:lnTo>
                    <a:pt x="1644" y="2202"/>
                  </a:lnTo>
                  <a:lnTo>
                    <a:pt x="1668" y="2214"/>
                  </a:lnTo>
                  <a:lnTo>
                    <a:pt x="1680" y="2226"/>
                  </a:lnTo>
                  <a:lnTo>
                    <a:pt x="1692" y="2232"/>
                  </a:lnTo>
                  <a:lnTo>
                    <a:pt x="1716" y="2256"/>
                  </a:lnTo>
                  <a:lnTo>
                    <a:pt x="1728" y="2262"/>
                  </a:lnTo>
                  <a:lnTo>
                    <a:pt x="1800" y="2262"/>
                  </a:lnTo>
                  <a:lnTo>
                    <a:pt x="1824" y="2286"/>
                  </a:lnTo>
                  <a:lnTo>
                    <a:pt x="1842" y="2292"/>
                  </a:lnTo>
                  <a:lnTo>
                    <a:pt x="1872" y="2286"/>
                  </a:lnTo>
                  <a:lnTo>
                    <a:pt x="1902" y="2274"/>
                  </a:lnTo>
                  <a:lnTo>
                    <a:pt x="1932" y="2256"/>
                  </a:lnTo>
                  <a:lnTo>
                    <a:pt x="1944" y="2250"/>
                  </a:lnTo>
                  <a:lnTo>
                    <a:pt x="1944" y="2226"/>
                  </a:lnTo>
                  <a:lnTo>
                    <a:pt x="1956" y="2214"/>
                  </a:lnTo>
                  <a:lnTo>
                    <a:pt x="1962" y="2214"/>
                  </a:lnTo>
                  <a:lnTo>
                    <a:pt x="1974" y="2226"/>
                  </a:lnTo>
                  <a:lnTo>
                    <a:pt x="1974" y="2256"/>
                  </a:lnTo>
                  <a:lnTo>
                    <a:pt x="1992" y="2256"/>
                  </a:lnTo>
                  <a:lnTo>
                    <a:pt x="1980" y="2280"/>
                  </a:lnTo>
                  <a:lnTo>
                    <a:pt x="1998" y="2280"/>
                  </a:lnTo>
                  <a:lnTo>
                    <a:pt x="1998" y="2292"/>
                  </a:lnTo>
                  <a:lnTo>
                    <a:pt x="2004" y="2298"/>
                  </a:lnTo>
                  <a:lnTo>
                    <a:pt x="2010" y="2310"/>
                  </a:lnTo>
                  <a:lnTo>
                    <a:pt x="2016" y="2316"/>
                  </a:lnTo>
                  <a:lnTo>
                    <a:pt x="2028" y="2316"/>
                  </a:lnTo>
                  <a:lnTo>
                    <a:pt x="2040" y="2304"/>
                  </a:lnTo>
                  <a:lnTo>
                    <a:pt x="2046" y="2304"/>
                  </a:lnTo>
                  <a:lnTo>
                    <a:pt x="2052" y="2298"/>
                  </a:lnTo>
                  <a:lnTo>
                    <a:pt x="2070" y="2292"/>
                  </a:lnTo>
                  <a:lnTo>
                    <a:pt x="2082" y="2286"/>
                  </a:lnTo>
                  <a:lnTo>
                    <a:pt x="2088" y="2280"/>
                  </a:lnTo>
                  <a:lnTo>
                    <a:pt x="2100" y="2274"/>
                  </a:lnTo>
                  <a:lnTo>
                    <a:pt x="2124" y="2250"/>
                  </a:lnTo>
                  <a:lnTo>
                    <a:pt x="2136" y="2244"/>
                  </a:lnTo>
                  <a:lnTo>
                    <a:pt x="2148" y="2232"/>
                  </a:lnTo>
                  <a:lnTo>
                    <a:pt x="2160" y="2226"/>
                  </a:lnTo>
                  <a:lnTo>
                    <a:pt x="2154" y="2214"/>
                  </a:lnTo>
                  <a:lnTo>
                    <a:pt x="2190" y="2202"/>
                  </a:lnTo>
                  <a:lnTo>
                    <a:pt x="2202" y="2214"/>
                  </a:lnTo>
                  <a:lnTo>
                    <a:pt x="2220" y="2214"/>
                  </a:lnTo>
                  <a:lnTo>
                    <a:pt x="2256" y="2208"/>
                  </a:lnTo>
                  <a:lnTo>
                    <a:pt x="2298" y="2196"/>
                  </a:lnTo>
                  <a:lnTo>
                    <a:pt x="2316" y="2178"/>
                  </a:lnTo>
                  <a:lnTo>
                    <a:pt x="2328" y="2148"/>
                  </a:lnTo>
                  <a:lnTo>
                    <a:pt x="2334" y="2118"/>
                  </a:lnTo>
                  <a:lnTo>
                    <a:pt x="2340" y="2100"/>
                  </a:lnTo>
                  <a:lnTo>
                    <a:pt x="2346" y="2088"/>
                  </a:lnTo>
                  <a:lnTo>
                    <a:pt x="2376" y="2058"/>
                  </a:lnTo>
                  <a:lnTo>
                    <a:pt x="2382" y="2058"/>
                  </a:lnTo>
                  <a:lnTo>
                    <a:pt x="2382" y="2034"/>
                  </a:lnTo>
                  <a:lnTo>
                    <a:pt x="2388" y="2034"/>
                  </a:lnTo>
                  <a:lnTo>
                    <a:pt x="2394" y="2028"/>
                  </a:lnTo>
                  <a:lnTo>
                    <a:pt x="2406" y="2022"/>
                  </a:lnTo>
                  <a:lnTo>
                    <a:pt x="2418" y="2010"/>
                  </a:lnTo>
                  <a:lnTo>
                    <a:pt x="2424" y="1998"/>
                  </a:lnTo>
                  <a:lnTo>
                    <a:pt x="2442" y="1980"/>
                  </a:lnTo>
                  <a:lnTo>
                    <a:pt x="2442" y="1956"/>
                  </a:lnTo>
                  <a:lnTo>
                    <a:pt x="2448" y="1944"/>
                  </a:lnTo>
                  <a:lnTo>
                    <a:pt x="2454" y="1926"/>
                  </a:lnTo>
                  <a:lnTo>
                    <a:pt x="2460" y="1914"/>
                  </a:lnTo>
                  <a:lnTo>
                    <a:pt x="2490" y="1884"/>
                  </a:lnTo>
                  <a:lnTo>
                    <a:pt x="2502" y="1866"/>
                  </a:lnTo>
                  <a:lnTo>
                    <a:pt x="2526" y="1842"/>
                  </a:lnTo>
                  <a:lnTo>
                    <a:pt x="2538" y="1836"/>
                  </a:lnTo>
                  <a:lnTo>
                    <a:pt x="2550" y="1824"/>
                  </a:lnTo>
                  <a:lnTo>
                    <a:pt x="2556" y="1812"/>
                  </a:lnTo>
                  <a:lnTo>
                    <a:pt x="2556" y="1800"/>
                  </a:lnTo>
                  <a:lnTo>
                    <a:pt x="2562" y="1788"/>
                  </a:lnTo>
                  <a:lnTo>
                    <a:pt x="2562" y="1782"/>
                  </a:lnTo>
                  <a:lnTo>
                    <a:pt x="2586" y="1782"/>
                  </a:lnTo>
                  <a:lnTo>
                    <a:pt x="2610" y="1770"/>
                  </a:lnTo>
                  <a:lnTo>
                    <a:pt x="2622" y="1752"/>
                  </a:lnTo>
                  <a:lnTo>
                    <a:pt x="2646" y="1728"/>
                  </a:lnTo>
                  <a:lnTo>
                    <a:pt x="2670" y="1698"/>
                  </a:lnTo>
                  <a:lnTo>
                    <a:pt x="2688" y="1674"/>
                  </a:lnTo>
                  <a:lnTo>
                    <a:pt x="2700" y="1662"/>
                  </a:lnTo>
                  <a:lnTo>
                    <a:pt x="2700" y="1656"/>
                  </a:lnTo>
                  <a:lnTo>
                    <a:pt x="2706" y="1638"/>
                  </a:lnTo>
                  <a:lnTo>
                    <a:pt x="2706" y="1614"/>
                  </a:lnTo>
                  <a:lnTo>
                    <a:pt x="2712" y="1596"/>
                  </a:lnTo>
                  <a:lnTo>
                    <a:pt x="2718" y="1590"/>
                  </a:lnTo>
                  <a:lnTo>
                    <a:pt x="2730" y="1572"/>
                  </a:lnTo>
                  <a:lnTo>
                    <a:pt x="2754" y="1542"/>
                  </a:lnTo>
                  <a:lnTo>
                    <a:pt x="2772" y="1494"/>
                  </a:lnTo>
                  <a:lnTo>
                    <a:pt x="2796" y="1458"/>
                  </a:lnTo>
                  <a:lnTo>
                    <a:pt x="2808" y="1428"/>
                  </a:lnTo>
                  <a:lnTo>
                    <a:pt x="2814" y="1416"/>
                  </a:lnTo>
                  <a:lnTo>
                    <a:pt x="2814" y="1386"/>
                  </a:lnTo>
                  <a:lnTo>
                    <a:pt x="2802" y="1362"/>
                  </a:lnTo>
                  <a:lnTo>
                    <a:pt x="2820" y="1308"/>
                  </a:lnTo>
                  <a:lnTo>
                    <a:pt x="2832" y="1290"/>
                  </a:lnTo>
                  <a:lnTo>
                    <a:pt x="2838" y="1266"/>
                  </a:lnTo>
                  <a:lnTo>
                    <a:pt x="2838" y="1224"/>
                  </a:lnTo>
                  <a:lnTo>
                    <a:pt x="2832" y="1194"/>
                  </a:lnTo>
                  <a:lnTo>
                    <a:pt x="2832" y="1176"/>
                  </a:lnTo>
                  <a:lnTo>
                    <a:pt x="2802" y="1164"/>
                  </a:lnTo>
                  <a:close/>
                  <a:moveTo>
                    <a:pt x="2016" y="2436"/>
                  </a:moveTo>
                  <a:lnTo>
                    <a:pt x="2022" y="2442"/>
                  </a:lnTo>
                  <a:lnTo>
                    <a:pt x="2028" y="2442"/>
                  </a:lnTo>
                  <a:lnTo>
                    <a:pt x="2040" y="2436"/>
                  </a:lnTo>
                  <a:lnTo>
                    <a:pt x="2046" y="2430"/>
                  </a:lnTo>
                  <a:lnTo>
                    <a:pt x="2034" y="2418"/>
                  </a:lnTo>
                  <a:lnTo>
                    <a:pt x="2016" y="2436"/>
                  </a:lnTo>
                  <a:close/>
                  <a:moveTo>
                    <a:pt x="1992" y="2454"/>
                  </a:moveTo>
                  <a:lnTo>
                    <a:pt x="1974" y="2454"/>
                  </a:lnTo>
                  <a:lnTo>
                    <a:pt x="1962" y="2466"/>
                  </a:lnTo>
                  <a:lnTo>
                    <a:pt x="1962" y="2472"/>
                  </a:lnTo>
                  <a:lnTo>
                    <a:pt x="1962" y="2460"/>
                  </a:lnTo>
                  <a:lnTo>
                    <a:pt x="1938" y="2460"/>
                  </a:lnTo>
                  <a:lnTo>
                    <a:pt x="1926" y="2466"/>
                  </a:lnTo>
                  <a:lnTo>
                    <a:pt x="1914" y="2466"/>
                  </a:lnTo>
                  <a:lnTo>
                    <a:pt x="1908" y="2478"/>
                  </a:lnTo>
                  <a:lnTo>
                    <a:pt x="1890" y="2460"/>
                  </a:lnTo>
                  <a:lnTo>
                    <a:pt x="1854" y="2460"/>
                  </a:lnTo>
                  <a:lnTo>
                    <a:pt x="1830" y="2430"/>
                  </a:lnTo>
                  <a:lnTo>
                    <a:pt x="1824" y="2436"/>
                  </a:lnTo>
                  <a:lnTo>
                    <a:pt x="1818" y="2436"/>
                  </a:lnTo>
                  <a:lnTo>
                    <a:pt x="1812" y="2442"/>
                  </a:lnTo>
                  <a:lnTo>
                    <a:pt x="1806" y="2442"/>
                  </a:lnTo>
                  <a:lnTo>
                    <a:pt x="1776" y="2412"/>
                  </a:lnTo>
                  <a:lnTo>
                    <a:pt x="1776" y="2424"/>
                  </a:lnTo>
                  <a:lnTo>
                    <a:pt x="1782" y="2448"/>
                  </a:lnTo>
                  <a:lnTo>
                    <a:pt x="1782" y="2472"/>
                  </a:lnTo>
                  <a:lnTo>
                    <a:pt x="1776" y="2478"/>
                  </a:lnTo>
                  <a:lnTo>
                    <a:pt x="1776" y="2484"/>
                  </a:lnTo>
                  <a:lnTo>
                    <a:pt x="1770" y="2490"/>
                  </a:lnTo>
                  <a:lnTo>
                    <a:pt x="1770" y="2502"/>
                  </a:lnTo>
                  <a:lnTo>
                    <a:pt x="1776" y="2514"/>
                  </a:lnTo>
                  <a:lnTo>
                    <a:pt x="1776" y="2532"/>
                  </a:lnTo>
                  <a:lnTo>
                    <a:pt x="1764" y="2538"/>
                  </a:lnTo>
                  <a:lnTo>
                    <a:pt x="1758" y="2544"/>
                  </a:lnTo>
                  <a:lnTo>
                    <a:pt x="1752" y="2544"/>
                  </a:lnTo>
                  <a:lnTo>
                    <a:pt x="1740" y="2532"/>
                  </a:lnTo>
                  <a:lnTo>
                    <a:pt x="1740" y="2538"/>
                  </a:lnTo>
                  <a:lnTo>
                    <a:pt x="1734" y="2544"/>
                  </a:lnTo>
                  <a:lnTo>
                    <a:pt x="1734" y="2556"/>
                  </a:lnTo>
                  <a:lnTo>
                    <a:pt x="1728" y="2574"/>
                  </a:lnTo>
                  <a:lnTo>
                    <a:pt x="1728" y="2586"/>
                  </a:lnTo>
                  <a:lnTo>
                    <a:pt x="1740" y="2610"/>
                  </a:lnTo>
                  <a:lnTo>
                    <a:pt x="1740" y="2616"/>
                  </a:lnTo>
                  <a:lnTo>
                    <a:pt x="1746" y="2628"/>
                  </a:lnTo>
                  <a:lnTo>
                    <a:pt x="1770" y="2628"/>
                  </a:lnTo>
                  <a:lnTo>
                    <a:pt x="1752" y="2640"/>
                  </a:lnTo>
                  <a:lnTo>
                    <a:pt x="1758" y="2664"/>
                  </a:lnTo>
                  <a:lnTo>
                    <a:pt x="1770" y="2658"/>
                  </a:lnTo>
                  <a:lnTo>
                    <a:pt x="1776" y="2658"/>
                  </a:lnTo>
                  <a:lnTo>
                    <a:pt x="1782" y="2652"/>
                  </a:lnTo>
                  <a:lnTo>
                    <a:pt x="1794" y="2652"/>
                  </a:lnTo>
                  <a:lnTo>
                    <a:pt x="1800" y="2658"/>
                  </a:lnTo>
                  <a:lnTo>
                    <a:pt x="1818" y="2658"/>
                  </a:lnTo>
                  <a:lnTo>
                    <a:pt x="1830" y="2652"/>
                  </a:lnTo>
                  <a:lnTo>
                    <a:pt x="1836" y="2646"/>
                  </a:lnTo>
                  <a:lnTo>
                    <a:pt x="1842" y="2634"/>
                  </a:lnTo>
                  <a:lnTo>
                    <a:pt x="1854" y="2634"/>
                  </a:lnTo>
                  <a:lnTo>
                    <a:pt x="1860" y="2640"/>
                  </a:lnTo>
                  <a:lnTo>
                    <a:pt x="1860" y="2646"/>
                  </a:lnTo>
                  <a:lnTo>
                    <a:pt x="1848" y="2658"/>
                  </a:lnTo>
                  <a:lnTo>
                    <a:pt x="1866" y="2664"/>
                  </a:lnTo>
                  <a:lnTo>
                    <a:pt x="1884" y="2646"/>
                  </a:lnTo>
                  <a:lnTo>
                    <a:pt x="1890" y="2634"/>
                  </a:lnTo>
                  <a:lnTo>
                    <a:pt x="1902" y="2628"/>
                  </a:lnTo>
                  <a:lnTo>
                    <a:pt x="1908" y="2616"/>
                  </a:lnTo>
                  <a:lnTo>
                    <a:pt x="1920" y="2604"/>
                  </a:lnTo>
                  <a:lnTo>
                    <a:pt x="1914" y="2604"/>
                  </a:lnTo>
                  <a:lnTo>
                    <a:pt x="1902" y="2592"/>
                  </a:lnTo>
                  <a:lnTo>
                    <a:pt x="1920" y="2562"/>
                  </a:lnTo>
                  <a:lnTo>
                    <a:pt x="1950" y="2562"/>
                  </a:lnTo>
                  <a:lnTo>
                    <a:pt x="1962" y="2538"/>
                  </a:lnTo>
                  <a:lnTo>
                    <a:pt x="1962" y="2514"/>
                  </a:lnTo>
                  <a:lnTo>
                    <a:pt x="1968" y="2502"/>
                  </a:lnTo>
                  <a:lnTo>
                    <a:pt x="1980" y="2496"/>
                  </a:lnTo>
                  <a:lnTo>
                    <a:pt x="1986" y="2484"/>
                  </a:lnTo>
                  <a:lnTo>
                    <a:pt x="1992" y="2478"/>
                  </a:lnTo>
                  <a:lnTo>
                    <a:pt x="1998" y="2466"/>
                  </a:lnTo>
                  <a:lnTo>
                    <a:pt x="1998" y="2460"/>
                  </a:lnTo>
                  <a:lnTo>
                    <a:pt x="1992" y="2454"/>
                  </a:lnTo>
                  <a:close/>
                  <a:moveTo>
                    <a:pt x="1902" y="246"/>
                  </a:moveTo>
                  <a:lnTo>
                    <a:pt x="1890" y="258"/>
                  </a:lnTo>
                  <a:lnTo>
                    <a:pt x="1890" y="270"/>
                  </a:lnTo>
                  <a:lnTo>
                    <a:pt x="1884" y="282"/>
                  </a:lnTo>
                  <a:lnTo>
                    <a:pt x="1884" y="294"/>
                  </a:lnTo>
                  <a:lnTo>
                    <a:pt x="1896" y="300"/>
                  </a:lnTo>
                  <a:lnTo>
                    <a:pt x="1920" y="300"/>
                  </a:lnTo>
                  <a:lnTo>
                    <a:pt x="1926" y="294"/>
                  </a:lnTo>
                  <a:lnTo>
                    <a:pt x="1932" y="294"/>
                  </a:lnTo>
                  <a:lnTo>
                    <a:pt x="1926" y="282"/>
                  </a:lnTo>
                  <a:lnTo>
                    <a:pt x="1932" y="252"/>
                  </a:lnTo>
                  <a:lnTo>
                    <a:pt x="1920" y="252"/>
                  </a:lnTo>
                  <a:lnTo>
                    <a:pt x="1908" y="246"/>
                  </a:lnTo>
                  <a:lnTo>
                    <a:pt x="1902" y="246"/>
                  </a:lnTo>
                  <a:close/>
                  <a:moveTo>
                    <a:pt x="1770" y="2334"/>
                  </a:moveTo>
                  <a:lnTo>
                    <a:pt x="1758" y="2376"/>
                  </a:lnTo>
                  <a:lnTo>
                    <a:pt x="1812" y="2328"/>
                  </a:lnTo>
                  <a:lnTo>
                    <a:pt x="1770" y="2334"/>
                  </a:lnTo>
                  <a:close/>
                  <a:moveTo>
                    <a:pt x="2034" y="2400"/>
                  </a:moveTo>
                  <a:lnTo>
                    <a:pt x="2016" y="2358"/>
                  </a:lnTo>
                  <a:lnTo>
                    <a:pt x="1998" y="2376"/>
                  </a:lnTo>
                  <a:lnTo>
                    <a:pt x="1998" y="2394"/>
                  </a:lnTo>
                  <a:lnTo>
                    <a:pt x="2010" y="2406"/>
                  </a:lnTo>
                  <a:lnTo>
                    <a:pt x="2028" y="2406"/>
                  </a:lnTo>
                  <a:lnTo>
                    <a:pt x="2034" y="240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56" name="Armenia" descr="© INSCALE GmbH, 05.05.2010&#10;http://www.presentationload.com/">
              <a:extLst>
                <a:ext uri="{FF2B5EF4-FFF2-40B4-BE49-F238E27FC236}">
                  <a16:creationId xmlns:a16="http://schemas.microsoft.com/office/drawing/2014/main" id="{603B5A76-372C-40CF-9FA2-720998375880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689666" y="1907659"/>
              <a:ext cx="73668" cy="69360"/>
            </a:xfrm>
            <a:custGeom>
              <a:avLst/>
              <a:gdLst>
                <a:gd name="T0" fmla="*/ 2147483647 w 222"/>
                <a:gd name="T1" fmla="*/ 2147483647 h 210"/>
                <a:gd name="T2" fmla="*/ 2147483647 w 222"/>
                <a:gd name="T3" fmla="*/ 2147483647 h 210"/>
                <a:gd name="T4" fmla="*/ 2147483647 w 222"/>
                <a:gd name="T5" fmla="*/ 2147483647 h 210"/>
                <a:gd name="T6" fmla="*/ 2147483647 w 222"/>
                <a:gd name="T7" fmla="*/ 2147483647 h 210"/>
                <a:gd name="T8" fmla="*/ 2147483647 w 222"/>
                <a:gd name="T9" fmla="*/ 2147483647 h 210"/>
                <a:gd name="T10" fmla="*/ 2147483647 w 222"/>
                <a:gd name="T11" fmla="*/ 2147483647 h 210"/>
                <a:gd name="T12" fmla="*/ 2147483647 w 222"/>
                <a:gd name="T13" fmla="*/ 2147483647 h 210"/>
                <a:gd name="T14" fmla="*/ 2147483647 w 222"/>
                <a:gd name="T15" fmla="*/ 2147483647 h 210"/>
                <a:gd name="T16" fmla="*/ 2147483647 w 222"/>
                <a:gd name="T17" fmla="*/ 2147483647 h 210"/>
                <a:gd name="T18" fmla="*/ 2147483647 w 222"/>
                <a:gd name="T19" fmla="*/ 2147483647 h 210"/>
                <a:gd name="T20" fmla="*/ 2147483647 w 222"/>
                <a:gd name="T21" fmla="*/ 2147483647 h 210"/>
                <a:gd name="T22" fmla="*/ 2147483647 w 222"/>
                <a:gd name="T23" fmla="*/ 2147483647 h 210"/>
                <a:gd name="T24" fmla="*/ 2147483647 w 222"/>
                <a:gd name="T25" fmla="*/ 2147483647 h 210"/>
                <a:gd name="T26" fmla="*/ 2147483647 w 222"/>
                <a:gd name="T27" fmla="*/ 2147483647 h 210"/>
                <a:gd name="T28" fmla="*/ 2147483647 w 222"/>
                <a:gd name="T29" fmla="*/ 2147483647 h 210"/>
                <a:gd name="T30" fmla="*/ 2147483647 w 222"/>
                <a:gd name="T31" fmla="*/ 2147483647 h 210"/>
                <a:gd name="T32" fmla="*/ 2147483647 w 222"/>
                <a:gd name="T33" fmla="*/ 2147483647 h 210"/>
                <a:gd name="T34" fmla="*/ 2147483647 w 222"/>
                <a:gd name="T35" fmla="*/ 2147483647 h 210"/>
                <a:gd name="T36" fmla="*/ 2147483647 w 222"/>
                <a:gd name="T37" fmla="*/ 2147483647 h 210"/>
                <a:gd name="T38" fmla="*/ 2147483647 w 222"/>
                <a:gd name="T39" fmla="*/ 0 h 210"/>
                <a:gd name="T40" fmla="*/ 2147483647 w 222"/>
                <a:gd name="T41" fmla="*/ 0 h 210"/>
                <a:gd name="T42" fmla="*/ 2147483647 w 222"/>
                <a:gd name="T43" fmla="*/ 2147483647 h 210"/>
                <a:gd name="T44" fmla="*/ 2147483647 w 222"/>
                <a:gd name="T45" fmla="*/ 2147483647 h 210"/>
                <a:gd name="T46" fmla="*/ 2147483647 w 222"/>
                <a:gd name="T47" fmla="*/ 2147483647 h 210"/>
                <a:gd name="T48" fmla="*/ 0 w 222"/>
                <a:gd name="T49" fmla="*/ 2147483647 h 210"/>
                <a:gd name="T50" fmla="*/ 2147483647 w 222"/>
                <a:gd name="T51" fmla="*/ 2147483647 h 210"/>
                <a:gd name="T52" fmla="*/ 2147483647 w 222"/>
                <a:gd name="T53" fmla="*/ 2147483647 h 210"/>
                <a:gd name="T54" fmla="*/ 2147483647 w 222"/>
                <a:gd name="T55" fmla="*/ 2147483647 h 210"/>
                <a:gd name="T56" fmla="*/ 2147483647 w 222"/>
                <a:gd name="T57" fmla="*/ 2147483647 h 210"/>
                <a:gd name="T58" fmla="*/ 2147483647 w 222"/>
                <a:gd name="T59" fmla="*/ 2147483647 h 210"/>
                <a:gd name="T60" fmla="*/ 2147483647 w 222"/>
                <a:gd name="T61" fmla="*/ 2147483647 h 210"/>
                <a:gd name="T62" fmla="*/ 2147483647 w 222"/>
                <a:gd name="T63" fmla="*/ 2147483647 h 210"/>
                <a:gd name="T64" fmla="*/ 2147483647 w 222"/>
                <a:gd name="T65" fmla="*/ 2147483647 h 210"/>
                <a:gd name="T66" fmla="*/ 2147483647 w 222"/>
                <a:gd name="T67" fmla="*/ 2147483647 h 210"/>
                <a:gd name="T68" fmla="*/ 2147483647 w 222"/>
                <a:gd name="T69" fmla="*/ 2147483647 h 210"/>
                <a:gd name="T70" fmla="*/ 2147483647 w 222"/>
                <a:gd name="T71" fmla="*/ 2147483647 h 210"/>
                <a:gd name="T72" fmla="*/ 2147483647 w 222"/>
                <a:gd name="T73" fmla="*/ 2147483647 h 210"/>
                <a:gd name="T74" fmla="*/ 2147483647 w 222"/>
                <a:gd name="T75" fmla="*/ 2147483647 h 210"/>
                <a:gd name="T76" fmla="*/ 2147483647 w 222"/>
                <a:gd name="T77" fmla="*/ 2147483647 h 210"/>
                <a:gd name="T78" fmla="*/ 2147483647 w 222"/>
                <a:gd name="T79" fmla="*/ 2147483647 h 210"/>
                <a:gd name="T80" fmla="*/ 2147483647 w 222"/>
                <a:gd name="T81" fmla="*/ 2147483647 h 210"/>
                <a:gd name="T82" fmla="*/ 2147483647 w 222"/>
                <a:gd name="T83" fmla="*/ 2147483647 h 210"/>
                <a:gd name="T84" fmla="*/ 2147483647 w 222"/>
                <a:gd name="T85" fmla="*/ 2147483647 h 210"/>
                <a:gd name="T86" fmla="*/ 2147483647 w 222"/>
                <a:gd name="T87" fmla="*/ 2147483647 h 210"/>
                <a:gd name="T88" fmla="*/ 2147483647 w 222"/>
                <a:gd name="T89" fmla="*/ 2147483647 h 210"/>
                <a:gd name="T90" fmla="*/ 2147483647 w 222"/>
                <a:gd name="T91" fmla="*/ 2147483647 h 210"/>
                <a:gd name="T92" fmla="*/ 2147483647 w 222"/>
                <a:gd name="T93" fmla="*/ 2147483647 h 210"/>
                <a:gd name="T94" fmla="*/ 2147483647 w 222"/>
                <a:gd name="T95" fmla="*/ 2147483647 h 210"/>
                <a:gd name="T96" fmla="*/ 2147483647 w 222"/>
                <a:gd name="T97" fmla="*/ 2147483647 h 210"/>
                <a:gd name="T98" fmla="*/ 2147483647 w 222"/>
                <a:gd name="T99" fmla="*/ 2147483647 h 210"/>
                <a:gd name="T100" fmla="*/ 2147483647 w 222"/>
                <a:gd name="T101" fmla="*/ 2147483647 h 210"/>
                <a:gd name="T102" fmla="*/ 2147483647 w 222"/>
                <a:gd name="T103" fmla="*/ 2147483647 h 210"/>
                <a:gd name="T104" fmla="*/ 2147483647 w 222"/>
                <a:gd name="T105" fmla="*/ 2147483647 h 210"/>
                <a:gd name="T106" fmla="*/ 2147483647 w 222"/>
                <a:gd name="T107" fmla="*/ 2147483647 h 21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22"/>
                <a:gd name="T163" fmla="*/ 0 h 210"/>
                <a:gd name="T164" fmla="*/ 222 w 222"/>
                <a:gd name="T165" fmla="*/ 210 h 21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22" h="210">
                  <a:moveTo>
                    <a:pt x="222" y="168"/>
                  </a:moveTo>
                  <a:lnTo>
                    <a:pt x="216" y="156"/>
                  </a:lnTo>
                  <a:lnTo>
                    <a:pt x="216" y="144"/>
                  </a:lnTo>
                  <a:lnTo>
                    <a:pt x="186" y="138"/>
                  </a:lnTo>
                  <a:lnTo>
                    <a:pt x="174" y="120"/>
                  </a:lnTo>
                  <a:lnTo>
                    <a:pt x="144" y="108"/>
                  </a:lnTo>
                  <a:lnTo>
                    <a:pt x="156" y="108"/>
                  </a:lnTo>
                  <a:lnTo>
                    <a:pt x="174" y="90"/>
                  </a:lnTo>
                  <a:lnTo>
                    <a:pt x="174" y="84"/>
                  </a:lnTo>
                  <a:lnTo>
                    <a:pt x="168" y="78"/>
                  </a:lnTo>
                  <a:lnTo>
                    <a:pt x="144" y="66"/>
                  </a:lnTo>
                  <a:lnTo>
                    <a:pt x="138" y="60"/>
                  </a:lnTo>
                  <a:lnTo>
                    <a:pt x="132" y="60"/>
                  </a:lnTo>
                  <a:lnTo>
                    <a:pt x="138" y="54"/>
                  </a:lnTo>
                  <a:lnTo>
                    <a:pt x="138" y="30"/>
                  </a:lnTo>
                  <a:lnTo>
                    <a:pt x="132" y="24"/>
                  </a:lnTo>
                  <a:lnTo>
                    <a:pt x="114" y="24"/>
                  </a:lnTo>
                  <a:lnTo>
                    <a:pt x="114" y="12"/>
                  </a:lnTo>
                  <a:lnTo>
                    <a:pt x="102" y="6"/>
                  </a:lnTo>
                  <a:lnTo>
                    <a:pt x="96" y="0"/>
                  </a:lnTo>
                  <a:lnTo>
                    <a:pt x="84" y="0"/>
                  </a:lnTo>
                  <a:lnTo>
                    <a:pt x="84" y="18"/>
                  </a:lnTo>
                  <a:lnTo>
                    <a:pt x="30" y="12"/>
                  </a:lnTo>
                  <a:lnTo>
                    <a:pt x="24" y="18"/>
                  </a:lnTo>
                  <a:lnTo>
                    <a:pt x="0" y="24"/>
                  </a:lnTo>
                  <a:lnTo>
                    <a:pt x="6" y="30"/>
                  </a:lnTo>
                  <a:lnTo>
                    <a:pt x="6" y="42"/>
                  </a:lnTo>
                  <a:lnTo>
                    <a:pt x="18" y="78"/>
                  </a:lnTo>
                  <a:lnTo>
                    <a:pt x="18" y="90"/>
                  </a:lnTo>
                  <a:lnTo>
                    <a:pt x="24" y="102"/>
                  </a:lnTo>
                  <a:lnTo>
                    <a:pt x="30" y="108"/>
                  </a:lnTo>
                  <a:lnTo>
                    <a:pt x="42" y="114"/>
                  </a:lnTo>
                  <a:lnTo>
                    <a:pt x="54" y="114"/>
                  </a:lnTo>
                  <a:lnTo>
                    <a:pt x="66" y="108"/>
                  </a:lnTo>
                  <a:lnTo>
                    <a:pt x="72" y="108"/>
                  </a:lnTo>
                  <a:lnTo>
                    <a:pt x="72" y="114"/>
                  </a:lnTo>
                  <a:lnTo>
                    <a:pt x="78" y="120"/>
                  </a:lnTo>
                  <a:lnTo>
                    <a:pt x="78" y="132"/>
                  </a:lnTo>
                  <a:lnTo>
                    <a:pt x="84" y="144"/>
                  </a:lnTo>
                  <a:lnTo>
                    <a:pt x="84" y="150"/>
                  </a:lnTo>
                  <a:lnTo>
                    <a:pt x="90" y="156"/>
                  </a:lnTo>
                  <a:lnTo>
                    <a:pt x="108" y="132"/>
                  </a:lnTo>
                  <a:lnTo>
                    <a:pt x="126" y="132"/>
                  </a:lnTo>
                  <a:lnTo>
                    <a:pt x="138" y="144"/>
                  </a:lnTo>
                  <a:lnTo>
                    <a:pt x="174" y="144"/>
                  </a:lnTo>
                  <a:lnTo>
                    <a:pt x="174" y="156"/>
                  </a:lnTo>
                  <a:lnTo>
                    <a:pt x="180" y="162"/>
                  </a:lnTo>
                  <a:lnTo>
                    <a:pt x="180" y="174"/>
                  </a:lnTo>
                  <a:lnTo>
                    <a:pt x="186" y="186"/>
                  </a:lnTo>
                  <a:lnTo>
                    <a:pt x="186" y="198"/>
                  </a:lnTo>
                  <a:lnTo>
                    <a:pt x="192" y="204"/>
                  </a:lnTo>
                  <a:lnTo>
                    <a:pt x="192" y="210"/>
                  </a:lnTo>
                  <a:lnTo>
                    <a:pt x="222" y="210"/>
                  </a:lnTo>
                  <a:lnTo>
                    <a:pt x="222" y="16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57" name="Argentina" descr="© INSCALE GmbH, 05.05.2010&#10;http://www.presentationload.com/">
              <a:extLst>
                <a:ext uri="{FF2B5EF4-FFF2-40B4-BE49-F238E27FC236}">
                  <a16:creationId xmlns:a16="http://schemas.microsoft.com/office/drawing/2014/main" id="{BEDE3BAC-7108-4417-98FB-09664ACDC060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2153945" y="3581284"/>
              <a:ext cx="360585" cy="801490"/>
            </a:xfrm>
            <a:custGeom>
              <a:avLst/>
              <a:gdLst>
                <a:gd name="T0" fmla="*/ 2147483647 w 1092"/>
                <a:gd name="T1" fmla="*/ 2147483647 h 2442"/>
                <a:gd name="T2" fmla="*/ 2147483647 w 1092"/>
                <a:gd name="T3" fmla="*/ 2147483647 h 2442"/>
                <a:gd name="T4" fmla="*/ 2147483647 w 1092"/>
                <a:gd name="T5" fmla="*/ 2147483647 h 2442"/>
                <a:gd name="T6" fmla="*/ 2147483647 w 1092"/>
                <a:gd name="T7" fmla="*/ 2147483647 h 2442"/>
                <a:gd name="T8" fmla="*/ 2147483647 w 1092"/>
                <a:gd name="T9" fmla="*/ 2147483647 h 2442"/>
                <a:gd name="T10" fmla="*/ 2147483647 w 1092"/>
                <a:gd name="T11" fmla="*/ 2147483647 h 2442"/>
                <a:gd name="T12" fmla="*/ 2147483647 w 1092"/>
                <a:gd name="T13" fmla="*/ 2147483647 h 2442"/>
                <a:gd name="T14" fmla="*/ 2147483647 w 1092"/>
                <a:gd name="T15" fmla="*/ 2147483647 h 2442"/>
                <a:gd name="T16" fmla="*/ 2147483647 w 1092"/>
                <a:gd name="T17" fmla="*/ 2147483647 h 2442"/>
                <a:gd name="T18" fmla="*/ 2147483647 w 1092"/>
                <a:gd name="T19" fmla="*/ 2147483647 h 2442"/>
                <a:gd name="T20" fmla="*/ 2147483647 w 1092"/>
                <a:gd name="T21" fmla="*/ 0 h 2442"/>
                <a:gd name="T22" fmla="*/ 2147483647 w 1092"/>
                <a:gd name="T23" fmla="*/ 2147483647 h 2442"/>
                <a:gd name="T24" fmla="*/ 2147483647 w 1092"/>
                <a:gd name="T25" fmla="*/ 2147483647 h 2442"/>
                <a:gd name="T26" fmla="*/ 2147483647 w 1092"/>
                <a:gd name="T27" fmla="*/ 2147483647 h 2442"/>
                <a:gd name="T28" fmla="*/ 2147483647 w 1092"/>
                <a:gd name="T29" fmla="*/ 2147483647 h 2442"/>
                <a:gd name="T30" fmla="*/ 2147483647 w 1092"/>
                <a:gd name="T31" fmla="*/ 2147483647 h 2442"/>
                <a:gd name="T32" fmla="*/ 2147483647 w 1092"/>
                <a:gd name="T33" fmla="*/ 2147483647 h 2442"/>
                <a:gd name="T34" fmla="*/ 2147483647 w 1092"/>
                <a:gd name="T35" fmla="*/ 2147483647 h 2442"/>
                <a:gd name="T36" fmla="*/ 2147483647 w 1092"/>
                <a:gd name="T37" fmla="*/ 2147483647 h 2442"/>
                <a:gd name="T38" fmla="*/ 2147483647 w 1092"/>
                <a:gd name="T39" fmla="*/ 2147483647 h 2442"/>
                <a:gd name="T40" fmla="*/ 2147483647 w 1092"/>
                <a:gd name="T41" fmla="*/ 2147483647 h 2442"/>
                <a:gd name="T42" fmla="*/ 2147483647 w 1092"/>
                <a:gd name="T43" fmla="*/ 2147483647 h 2442"/>
                <a:gd name="T44" fmla="*/ 2147483647 w 1092"/>
                <a:gd name="T45" fmla="*/ 2147483647 h 2442"/>
                <a:gd name="T46" fmla="*/ 2147483647 w 1092"/>
                <a:gd name="T47" fmla="*/ 2147483647 h 2442"/>
                <a:gd name="T48" fmla="*/ 2147483647 w 1092"/>
                <a:gd name="T49" fmla="*/ 2147483647 h 2442"/>
                <a:gd name="T50" fmla="*/ 2147483647 w 1092"/>
                <a:gd name="T51" fmla="*/ 2147483647 h 2442"/>
                <a:gd name="T52" fmla="*/ 2147483647 w 1092"/>
                <a:gd name="T53" fmla="*/ 2147483647 h 2442"/>
                <a:gd name="T54" fmla="*/ 2147483647 w 1092"/>
                <a:gd name="T55" fmla="*/ 2147483647 h 2442"/>
                <a:gd name="T56" fmla="*/ 2147483647 w 1092"/>
                <a:gd name="T57" fmla="*/ 2147483647 h 2442"/>
                <a:gd name="T58" fmla="*/ 2147483647 w 1092"/>
                <a:gd name="T59" fmla="*/ 2147483647 h 2442"/>
                <a:gd name="T60" fmla="*/ 2147483647 w 1092"/>
                <a:gd name="T61" fmla="*/ 2147483647 h 2442"/>
                <a:gd name="T62" fmla="*/ 2147483647 w 1092"/>
                <a:gd name="T63" fmla="*/ 2147483647 h 2442"/>
                <a:gd name="T64" fmla="*/ 2147483647 w 1092"/>
                <a:gd name="T65" fmla="*/ 2147483647 h 2442"/>
                <a:gd name="T66" fmla="*/ 2147483647 w 1092"/>
                <a:gd name="T67" fmla="*/ 2147483647 h 2442"/>
                <a:gd name="T68" fmla="*/ 2147483647 w 1092"/>
                <a:gd name="T69" fmla="*/ 2147483647 h 2442"/>
                <a:gd name="T70" fmla="*/ 2147483647 w 1092"/>
                <a:gd name="T71" fmla="*/ 2147483647 h 2442"/>
                <a:gd name="T72" fmla="*/ 2147483647 w 1092"/>
                <a:gd name="T73" fmla="*/ 2147483647 h 2442"/>
                <a:gd name="T74" fmla="*/ 2147483647 w 1092"/>
                <a:gd name="T75" fmla="*/ 2147483647 h 2442"/>
                <a:gd name="T76" fmla="*/ 2147483647 w 1092"/>
                <a:gd name="T77" fmla="*/ 2147483647 h 2442"/>
                <a:gd name="T78" fmla="*/ 2147483647 w 1092"/>
                <a:gd name="T79" fmla="*/ 2147483647 h 2442"/>
                <a:gd name="T80" fmla="*/ 2147483647 w 1092"/>
                <a:gd name="T81" fmla="*/ 2147483647 h 2442"/>
                <a:gd name="T82" fmla="*/ 2147483647 w 1092"/>
                <a:gd name="T83" fmla="*/ 2147483647 h 2442"/>
                <a:gd name="T84" fmla="*/ 2147483647 w 1092"/>
                <a:gd name="T85" fmla="*/ 2147483647 h 2442"/>
                <a:gd name="T86" fmla="*/ 2147483647 w 1092"/>
                <a:gd name="T87" fmla="*/ 2147483647 h 2442"/>
                <a:gd name="T88" fmla="*/ 2147483647 w 1092"/>
                <a:gd name="T89" fmla="*/ 2147483647 h 2442"/>
                <a:gd name="T90" fmla="*/ 2147483647 w 1092"/>
                <a:gd name="T91" fmla="*/ 2147483647 h 2442"/>
                <a:gd name="T92" fmla="*/ 2147483647 w 1092"/>
                <a:gd name="T93" fmla="*/ 2147483647 h 2442"/>
                <a:gd name="T94" fmla="*/ 2147483647 w 1092"/>
                <a:gd name="T95" fmla="*/ 2147483647 h 2442"/>
                <a:gd name="T96" fmla="*/ 2147483647 w 1092"/>
                <a:gd name="T97" fmla="*/ 2147483647 h 2442"/>
                <a:gd name="T98" fmla="*/ 2147483647 w 1092"/>
                <a:gd name="T99" fmla="*/ 2147483647 h 2442"/>
                <a:gd name="T100" fmla="*/ 2147483647 w 1092"/>
                <a:gd name="T101" fmla="*/ 2147483647 h 2442"/>
                <a:gd name="T102" fmla="*/ 2147483647 w 1092"/>
                <a:gd name="T103" fmla="*/ 2147483647 h 2442"/>
                <a:gd name="T104" fmla="*/ 2147483647 w 1092"/>
                <a:gd name="T105" fmla="*/ 2147483647 h 2442"/>
                <a:gd name="T106" fmla="*/ 2147483647 w 1092"/>
                <a:gd name="T107" fmla="*/ 2147483647 h 2442"/>
                <a:gd name="T108" fmla="*/ 2147483647 w 1092"/>
                <a:gd name="T109" fmla="*/ 2147483647 h 2442"/>
                <a:gd name="T110" fmla="*/ 2147483647 w 1092"/>
                <a:gd name="T111" fmla="*/ 2147483647 h 2442"/>
                <a:gd name="T112" fmla="*/ 2147483647 w 1092"/>
                <a:gd name="T113" fmla="*/ 2147483647 h 244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92"/>
                <a:gd name="T172" fmla="*/ 0 h 2442"/>
                <a:gd name="T173" fmla="*/ 1092 w 1092"/>
                <a:gd name="T174" fmla="*/ 2442 h 244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92" h="2442">
                  <a:moveTo>
                    <a:pt x="954" y="534"/>
                  </a:moveTo>
                  <a:lnTo>
                    <a:pt x="978" y="528"/>
                  </a:lnTo>
                  <a:lnTo>
                    <a:pt x="984" y="504"/>
                  </a:lnTo>
                  <a:lnTo>
                    <a:pt x="990" y="498"/>
                  </a:lnTo>
                  <a:lnTo>
                    <a:pt x="990" y="480"/>
                  </a:lnTo>
                  <a:lnTo>
                    <a:pt x="1026" y="480"/>
                  </a:lnTo>
                  <a:lnTo>
                    <a:pt x="1026" y="462"/>
                  </a:lnTo>
                  <a:lnTo>
                    <a:pt x="1032" y="450"/>
                  </a:lnTo>
                  <a:lnTo>
                    <a:pt x="1038" y="444"/>
                  </a:lnTo>
                  <a:lnTo>
                    <a:pt x="1092" y="426"/>
                  </a:lnTo>
                  <a:lnTo>
                    <a:pt x="1092" y="390"/>
                  </a:lnTo>
                  <a:lnTo>
                    <a:pt x="1086" y="372"/>
                  </a:lnTo>
                  <a:lnTo>
                    <a:pt x="1086" y="342"/>
                  </a:lnTo>
                  <a:lnTo>
                    <a:pt x="1080" y="336"/>
                  </a:lnTo>
                  <a:lnTo>
                    <a:pt x="1074" y="336"/>
                  </a:lnTo>
                  <a:lnTo>
                    <a:pt x="1074" y="324"/>
                  </a:lnTo>
                  <a:lnTo>
                    <a:pt x="1062" y="300"/>
                  </a:lnTo>
                  <a:lnTo>
                    <a:pt x="1056" y="294"/>
                  </a:lnTo>
                  <a:lnTo>
                    <a:pt x="1038" y="294"/>
                  </a:lnTo>
                  <a:lnTo>
                    <a:pt x="1032" y="300"/>
                  </a:lnTo>
                  <a:lnTo>
                    <a:pt x="1020" y="306"/>
                  </a:lnTo>
                  <a:lnTo>
                    <a:pt x="1020" y="384"/>
                  </a:lnTo>
                  <a:lnTo>
                    <a:pt x="1008" y="390"/>
                  </a:lnTo>
                  <a:lnTo>
                    <a:pt x="1002" y="402"/>
                  </a:lnTo>
                  <a:lnTo>
                    <a:pt x="990" y="408"/>
                  </a:lnTo>
                  <a:lnTo>
                    <a:pt x="984" y="414"/>
                  </a:lnTo>
                  <a:lnTo>
                    <a:pt x="978" y="414"/>
                  </a:lnTo>
                  <a:lnTo>
                    <a:pt x="966" y="426"/>
                  </a:lnTo>
                  <a:lnTo>
                    <a:pt x="954" y="450"/>
                  </a:lnTo>
                  <a:lnTo>
                    <a:pt x="948" y="456"/>
                  </a:lnTo>
                  <a:lnTo>
                    <a:pt x="948" y="450"/>
                  </a:lnTo>
                  <a:lnTo>
                    <a:pt x="942" y="444"/>
                  </a:lnTo>
                  <a:lnTo>
                    <a:pt x="930" y="444"/>
                  </a:lnTo>
                  <a:lnTo>
                    <a:pt x="924" y="450"/>
                  </a:lnTo>
                  <a:lnTo>
                    <a:pt x="924" y="468"/>
                  </a:lnTo>
                  <a:lnTo>
                    <a:pt x="912" y="450"/>
                  </a:lnTo>
                  <a:lnTo>
                    <a:pt x="852" y="450"/>
                  </a:lnTo>
                  <a:lnTo>
                    <a:pt x="834" y="444"/>
                  </a:lnTo>
                  <a:lnTo>
                    <a:pt x="822" y="438"/>
                  </a:lnTo>
                  <a:lnTo>
                    <a:pt x="816" y="432"/>
                  </a:lnTo>
                  <a:lnTo>
                    <a:pt x="804" y="426"/>
                  </a:lnTo>
                  <a:lnTo>
                    <a:pt x="798" y="426"/>
                  </a:lnTo>
                  <a:lnTo>
                    <a:pt x="786" y="432"/>
                  </a:lnTo>
                  <a:lnTo>
                    <a:pt x="762" y="432"/>
                  </a:lnTo>
                  <a:lnTo>
                    <a:pt x="756" y="426"/>
                  </a:lnTo>
                  <a:lnTo>
                    <a:pt x="756" y="414"/>
                  </a:lnTo>
                  <a:lnTo>
                    <a:pt x="762" y="402"/>
                  </a:lnTo>
                  <a:lnTo>
                    <a:pt x="768" y="396"/>
                  </a:lnTo>
                  <a:lnTo>
                    <a:pt x="774" y="384"/>
                  </a:lnTo>
                  <a:lnTo>
                    <a:pt x="780" y="378"/>
                  </a:lnTo>
                  <a:lnTo>
                    <a:pt x="780" y="342"/>
                  </a:lnTo>
                  <a:lnTo>
                    <a:pt x="798" y="342"/>
                  </a:lnTo>
                  <a:lnTo>
                    <a:pt x="804" y="336"/>
                  </a:lnTo>
                  <a:lnTo>
                    <a:pt x="804" y="330"/>
                  </a:lnTo>
                  <a:lnTo>
                    <a:pt x="798" y="318"/>
                  </a:lnTo>
                  <a:lnTo>
                    <a:pt x="792" y="312"/>
                  </a:lnTo>
                  <a:lnTo>
                    <a:pt x="798" y="300"/>
                  </a:lnTo>
                  <a:lnTo>
                    <a:pt x="804" y="294"/>
                  </a:lnTo>
                  <a:lnTo>
                    <a:pt x="804" y="282"/>
                  </a:lnTo>
                  <a:lnTo>
                    <a:pt x="810" y="276"/>
                  </a:lnTo>
                  <a:lnTo>
                    <a:pt x="804" y="270"/>
                  </a:lnTo>
                  <a:lnTo>
                    <a:pt x="792" y="264"/>
                  </a:lnTo>
                  <a:lnTo>
                    <a:pt x="774" y="258"/>
                  </a:lnTo>
                  <a:lnTo>
                    <a:pt x="762" y="252"/>
                  </a:lnTo>
                  <a:lnTo>
                    <a:pt x="750" y="252"/>
                  </a:lnTo>
                  <a:lnTo>
                    <a:pt x="744" y="246"/>
                  </a:lnTo>
                  <a:lnTo>
                    <a:pt x="708" y="228"/>
                  </a:lnTo>
                  <a:lnTo>
                    <a:pt x="690" y="216"/>
                  </a:lnTo>
                  <a:lnTo>
                    <a:pt x="678" y="210"/>
                  </a:lnTo>
                  <a:lnTo>
                    <a:pt x="672" y="204"/>
                  </a:lnTo>
                  <a:lnTo>
                    <a:pt x="666" y="204"/>
                  </a:lnTo>
                  <a:lnTo>
                    <a:pt x="660" y="198"/>
                  </a:lnTo>
                  <a:lnTo>
                    <a:pt x="648" y="192"/>
                  </a:lnTo>
                  <a:lnTo>
                    <a:pt x="642" y="186"/>
                  </a:lnTo>
                  <a:lnTo>
                    <a:pt x="630" y="180"/>
                  </a:lnTo>
                  <a:lnTo>
                    <a:pt x="600" y="180"/>
                  </a:lnTo>
                  <a:lnTo>
                    <a:pt x="564" y="162"/>
                  </a:lnTo>
                  <a:lnTo>
                    <a:pt x="558" y="156"/>
                  </a:lnTo>
                  <a:lnTo>
                    <a:pt x="552" y="156"/>
                  </a:lnTo>
                  <a:lnTo>
                    <a:pt x="546" y="138"/>
                  </a:lnTo>
                  <a:lnTo>
                    <a:pt x="534" y="132"/>
                  </a:lnTo>
                  <a:lnTo>
                    <a:pt x="516" y="114"/>
                  </a:lnTo>
                  <a:lnTo>
                    <a:pt x="492" y="102"/>
                  </a:lnTo>
                  <a:lnTo>
                    <a:pt x="486" y="96"/>
                  </a:lnTo>
                  <a:lnTo>
                    <a:pt x="480" y="84"/>
                  </a:lnTo>
                  <a:lnTo>
                    <a:pt x="468" y="78"/>
                  </a:lnTo>
                  <a:lnTo>
                    <a:pt x="462" y="66"/>
                  </a:lnTo>
                  <a:lnTo>
                    <a:pt x="456" y="60"/>
                  </a:lnTo>
                  <a:lnTo>
                    <a:pt x="456" y="54"/>
                  </a:lnTo>
                  <a:lnTo>
                    <a:pt x="438" y="36"/>
                  </a:lnTo>
                  <a:lnTo>
                    <a:pt x="402" y="12"/>
                  </a:lnTo>
                  <a:lnTo>
                    <a:pt x="330" y="18"/>
                  </a:lnTo>
                  <a:lnTo>
                    <a:pt x="318" y="72"/>
                  </a:lnTo>
                  <a:lnTo>
                    <a:pt x="288" y="24"/>
                  </a:lnTo>
                  <a:lnTo>
                    <a:pt x="234" y="24"/>
                  </a:lnTo>
                  <a:lnTo>
                    <a:pt x="216" y="18"/>
                  </a:lnTo>
                  <a:lnTo>
                    <a:pt x="204" y="18"/>
                  </a:lnTo>
                  <a:lnTo>
                    <a:pt x="180" y="6"/>
                  </a:lnTo>
                  <a:lnTo>
                    <a:pt x="174" y="0"/>
                  </a:lnTo>
                  <a:lnTo>
                    <a:pt x="162" y="24"/>
                  </a:lnTo>
                  <a:lnTo>
                    <a:pt x="138" y="30"/>
                  </a:lnTo>
                  <a:lnTo>
                    <a:pt x="138" y="48"/>
                  </a:lnTo>
                  <a:lnTo>
                    <a:pt x="126" y="48"/>
                  </a:lnTo>
                  <a:lnTo>
                    <a:pt x="126" y="78"/>
                  </a:lnTo>
                  <a:lnTo>
                    <a:pt x="114" y="78"/>
                  </a:lnTo>
                  <a:lnTo>
                    <a:pt x="126" y="96"/>
                  </a:lnTo>
                  <a:lnTo>
                    <a:pt x="114" y="180"/>
                  </a:lnTo>
                  <a:lnTo>
                    <a:pt x="108" y="180"/>
                  </a:lnTo>
                  <a:lnTo>
                    <a:pt x="102" y="186"/>
                  </a:lnTo>
                  <a:lnTo>
                    <a:pt x="90" y="192"/>
                  </a:lnTo>
                  <a:lnTo>
                    <a:pt x="72" y="198"/>
                  </a:lnTo>
                  <a:lnTo>
                    <a:pt x="60" y="210"/>
                  </a:lnTo>
                  <a:lnTo>
                    <a:pt x="48" y="216"/>
                  </a:lnTo>
                  <a:lnTo>
                    <a:pt x="42" y="228"/>
                  </a:lnTo>
                  <a:lnTo>
                    <a:pt x="36" y="234"/>
                  </a:lnTo>
                  <a:lnTo>
                    <a:pt x="36" y="240"/>
                  </a:lnTo>
                  <a:lnTo>
                    <a:pt x="42" y="246"/>
                  </a:lnTo>
                  <a:lnTo>
                    <a:pt x="54" y="252"/>
                  </a:lnTo>
                  <a:lnTo>
                    <a:pt x="66" y="252"/>
                  </a:lnTo>
                  <a:lnTo>
                    <a:pt x="66" y="258"/>
                  </a:lnTo>
                  <a:lnTo>
                    <a:pt x="42" y="282"/>
                  </a:lnTo>
                  <a:lnTo>
                    <a:pt x="42" y="300"/>
                  </a:lnTo>
                  <a:lnTo>
                    <a:pt x="48" y="306"/>
                  </a:lnTo>
                  <a:lnTo>
                    <a:pt x="60" y="312"/>
                  </a:lnTo>
                  <a:lnTo>
                    <a:pt x="72" y="324"/>
                  </a:lnTo>
                  <a:lnTo>
                    <a:pt x="78" y="336"/>
                  </a:lnTo>
                  <a:lnTo>
                    <a:pt x="72" y="342"/>
                  </a:lnTo>
                  <a:lnTo>
                    <a:pt x="66" y="354"/>
                  </a:lnTo>
                  <a:lnTo>
                    <a:pt x="54" y="366"/>
                  </a:lnTo>
                  <a:lnTo>
                    <a:pt x="48" y="366"/>
                  </a:lnTo>
                  <a:lnTo>
                    <a:pt x="54" y="366"/>
                  </a:lnTo>
                  <a:lnTo>
                    <a:pt x="60" y="372"/>
                  </a:lnTo>
                  <a:lnTo>
                    <a:pt x="84" y="384"/>
                  </a:lnTo>
                  <a:lnTo>
                    <a:pt x="90" y="396"/>
                  </a:lnTo>
                  <a:lnTo>
                    <a:pt x="90" y="408"/>
                  </a:lnTo>
                  <a:lnTo>
                    <a:pt x="78" y="414"/>
                  </a:lnTo>
                  <a:lnTo>
                    <a:pt x="72" y="420"/>
                  </a:lnTo>
                  <a:lnTo>
                    <a:pt x="54" y="420"/>
                  </a:lnTo>
                  <a:lnTo>
                    <a:pt x="54" y="432"/>
                  </a:lnTo>
                  <a:lnTo>
                    <a:pt x="48" y="450"/>
                  </a:lnTo>
                  <a:lnTo>
                    <a:pt x="48" y="462"/>
                  </a:lnTo>
                  <a:lnTo>
                    <a:pt x="42" y="474"/>
                  </a:lnTo>
                  <a:lnTo>
                    <a:pt x="42" y="486"/>
                  </a:lnTo>
                  <a:lnTo>
                    <a:pt x="30" y="498"/>
                  </a:lnTo>
                  <a:lnTo>
                    <a:pt x="24" y="510"/>
                  </a:lnTo>
                  <a:lnTo>
                    <a:pt x="18" y="516"/>
                  </a:lnTo>
                  <a:lnTo>
                    <a:pt x="18" y="582"/>
                  </a:lnTo>
                  <a:lnTo>
                    <a:pt x="6" y="594"/>
                  </a:lnTo>
                  <a:lnTo>
                    <a:pt x="6" y="606"/>
                  </a:lnTo>
                  <a:lnTo>
                    <a:pt x="18" y="630"/>
                  </a:lnTo>
                  <a:lnTo>
                    <a:pt x="30" y="666"/>
                  </a:lnTo>
                  <a:lnTo>
                    <a:pt x="36" y="678"/>
                  </a:lnTo>
                  <a:lnTo>
                    <a:pt x="36" y="684"/>
                  </a:lnTo>
                  <a:lnTo>
                    <a:pt x="12" y="684"/>
                  </a:lnTo>
                  <a:lnTo>
                    <a:pt x="18" y="738"/>
                  </a:lnTo>
                  <a:lnTo>
                    <a:pt x="6" y="744"/>
                  </a:lnTo>
                  <a:lnTo>
                    <a:pt x="0" y="744"/>
                  </a:lnTo>
                  <a:lnTo>
                    <a:pt x="0" y="768"/>
                  </a:lnTo>
                  <a:lnTo>
                    <a:pt x="6" y="774"/>
                  </a:lnTo>
                  <a:lnTo>
                    <a:pt x="6" y="780"/>
                  </a:lnTo>
                  <a:lnTo>
                    <a:pt x="18" y="786"/>
                  </a:lnTo>
                  <a:lnTo>
                    <a:pt x="36" y="804"/>
                  </a:lnTo>
                  <a:lnTo>
                    <a:pt x="36" y="816"/>
                  </a:lnTo>
                  <a:lnTo>
                    <a:pt x="30" y="822"/>
                  </a:lnTo>
                  <a:lnTo>
                    <a:pt x="30" y="828"/>
                  </a:lnTo>
                  <a:lnTo>
                    <a:pt x="48" y="846"/>
                  </a:lnTo>
                  <a:lnTo>
                    <a:pt x="60" y="876"/>
                  </a:lnTo>
                  <a:lnTo>
                    <a:pt x="66" y="888"/>
                  </a:lnTo>
                  <a:lnTo>
                    <a:pt x="60" y="894"/>
                  </a:lnTo>
                  <a:lnTo>
                    <a:pt x="60" y="906"/>
                  </a:lnTo>
                  <a:lnTo>
                    <a:pt x="72" y="918"/>
                  </a:lnTo>
                  <a:lnTo>
                    <a:pt x="96" y="918"/>
                  </a:lnTo>
                  <a:lnTo>
                    <a:pt x="102" y="960"/>
                  </a:lnTo>
                  <a:lnTo>
                    <a:pt x="108" y="972"/>
                  </a:lnTo>
                  <a:lnTo>
                    <a:pt x="114" y="978"/>
                  </a:lnTo>
                  <a:lnTo>
                    <a:pt x="120" y="990"/>
                  </a:lnTo>
                  <a:lnTo>
                    <a:pt x="120" y="996"/>
                  </a:lnTo>
                  <a:lnTo>
                    <a:pt x="102" y="1014"/>
                  </a:lnTo>
                  <a:lnTo>
                    <a:pt x="102" y="1038"/>
                  </a:lnTo>
                  <a:lnTo>
                    <a:pt x="96" y="1056"/>
                  </a:lnTo>
                  <a:lnTo>
                    <a:pt x="96" y="1086"/>
                  </a:lnTo>
                  <a:lnTo>
                    <a:pt x="84" y="1086"/>
                  </a:lnTo>
                  <a:lnTo>
                    <a:pt x="90" y="1092"/>
                  </a:lnTo>
                  <a:lnTo>
                    <a:pt x="96" y="1104"/>
                  </a:lnTo>
                  <a:lnTo>
                    <a:pt x="102" y="1110"/>
                  </a:lnTo>
                  <a:lnTo>
                    <a:pt x="108" y="1122"/>
                  </a:lnTo>
                  <a:lnTo>
                    <a:pt x="114" y="1128"/>
                  </a:lnTo>
                  <a:lnTo>
                    <a:pt x="114" y="1140"/>
                  </a:lnTo>
                  <a:lnTo>
                    <a:pt x="108" y="1152"/>
                  </a:lnTo>
                  <a:lnTo>
                    <a:pt x="108" y="1158"/>
                  </a:lnTo>
                  <a:lnTo>
                    <a:pt x="102" y="1176"/>
                  </a:lnTo>
                  <a:lnTo>
                    <a:pt x="78" y="1182"/>
                  </a:lnTo>
                  <a:lnTo>
                    <a:pt x="78" y="1188"/>
                  </a:lnTo>
                  <a:lnTo>
                    <a:pt x="84" y="1194"/>
                  </a:lnTo>
                  <a:lnTo>
                    <a:pt x="84" y="1206"/>
                  </a:lnTo>
                  <a:lnTo>
                    <a:pt x="90" y="1224"/>
                  </a:lnTo>
                  <a:lnTo>
                    <a:pt x="96" y="1236"/>
                  </a:lnTo>
                  <a:lnTo>
                    <a:pt x="96" y="1284"/>
                  </a:lnTo>
                  <a:lnTo>
                    <a:pt x="126" y="1308"/>
                  </a:lnTo>
                  <a:lnTo>
                    <a:pt x="126" y="1326"/>
                  </a:lnTo>
                  <a:lnTo>
                    <a:pt x="132" y="1326"/>
                  </a:lnTo>
                  <a:lnTo>
                    <a:pt x="150" y="1344"/>
                  </a:lnTo>
                  <a:lnTo>
                    <a:pt x="150" y="1350"/>
                  </a:lnTo>
                  <a:lnTo>
                    <a:pt x="144" y="1362"/>
                  </a:lnTo>
                  <a:lnTo>
                    <a:pt x="132" y="1368"/>
                  </a:lnTo>
                  <a:lnTo>
                    <a:pt x="126" y="1374"/>
                  </a:lnTo>
                  <a:lnTo>
                    <a:pt x="120" y="1374"/>
                  </a:lnTo>
                  <a:lnTo>
                    <a:pt x="132" y="1416"/>
                  </a:lnTo>
                  <a:lnTo>
                    <a:pt x="114" y="1428"/>
                  </a:lnTo>
                  <a:lnTo>
                    <a:pt x="132" y="1446"/>
                  </a:lnTo>
                  <a:lnTo>
                    <a:pt x="132" y="1452"/>
                  </a:lnTo>
                  <a:lnTo>
                    <a:pt x="126" y="1464"/>
                  </a:lnTo>
                  <a:lnTo>
                    <a:pt x="126" y="1470"/>
                  </a:lnTo>
                  <a:lnTo>
                    <a:pt x="144" y="1482"/>
                  </a:lnTo>
                  <a:lnTo>
                    <a:pt x="144" y="1494"/>
                  </a:lnTo>
                  <a:lnTo>
                    <a:pt x="138" y="1500"/>
                  </a:lnTo>
                  <a:lnTo>
                    <a:pt x="138" y="1530"/>
                  </a:lnTo>
                  <a:lnTo>
                    <a:pt x="144" y="1536"/>
                  </a:lnTo>
                  <a:lnTo>
                    <a:pt x="150" y="1548"/>
                  </a:lnTo>
                  <a:lnTo>
                    <a:pt x="150" y="1572"/>
                  </a:lnTo>
                  <a:lnTo>
                    <a:pt x="156" y="1584"/>
                  </a:lnTo>
                  <a:lnTo>
                    <a:pt x="174" y="1602"/>
                  </a:lnTo>
                  <a:lnTo>
                    <a:pt x="186" y="1608"/>
                  </a:lnTo>
                  <a:lnTo>
                    <a:pt x="198" y="1620"/>
                  </a:lnTo>
                  <a:lnTo>
                    <a:pt x="192" y="1620"/>
                  </a:lnTo>
                  <a:lnTo>
                    <a:pt x="180" y="1626"/>
                  </a:lnTo>
                  <a:lnTo>
                    <a:pt x="174" y="1632"/>
                  </a:lnTo>
                  <a:lnTo>
                    <a:pt x="174" y="1644"/>
                  </a:lnTo>
                  <a:lnTo>
                    <a:pt x="180" y="1656"/>
                  </a:lnTo>
                  <a:lnTo>
                    <a:pt x="180" y="1674"/>
                  </a:lnTo>
                  <a:lnTo>
                    <a:pt x="186" y="1686"/>
                  </a:lnTo>
                  <a:lnTo>
                    <a:pt x="186" y="1698"/>
                  </a:lnTo>
                  <a:lnTo>
                    <a:pt x="192" y="1704"/>
                  </a:lnTo>
                  <a:lnTo>
                    <a:pt x="216" y="1716"/>
                  </a:lnTo>
                  <a:lnTo>
                    <a:pt x="210" y="1746"/>
                  </a:lnTo>
                  <a:lnTo>
                    <a:pt x="216" y="1746"/>
                  </a:lnTo>
                  <a:lnTo>
                    <a:pt x="228" y="1752"/>
                  </a:lnTo>
                  <a:lnTo>
                    <a:pt x="234" y="1758"/>
                  </a:lnTo>
                  <a:lnTo>
                    <a:pt x="234" y="1764"/>
                  </a:lnTo>
                  <a:lnTo>
                    <a:pt x="240" y="1776"/>
                  </a:lnTo>
                  <a:lnTo>
                    <a:pt x="240" y="1806"/>
                  </a:lnTo>
                  <a:lnTo>
                    <a:pt x="252" y="1818"/>
                  </a:lnTo>
                  <a:lnTo>
                    <a:pt x="282" y="1818"/>
                  </a:lnTo>
                  <a:lnTo>
                    <a:pt x="294" y="1824"/>
                  </a:lnTo>
                  <a:lnTo>
                    <a:pt x="294" y="1830"/>
                  </a:lnTo>
                  <a:lnTo>
                    <a:pt x="288" y="1836"/>
                  </a:lnTo>
                  <a:lnTo>
                    <a:pt x="276" y="1836"/>
                  </a:lnTo>
                  <a:lnTo>
                    <a:pt x="264" y="1842"/>
                  </a:lnTo>
                  <a:lnTo>
                    <a:pt x="246" y="1842"/>
                  </a:lnTo>
                  <a:lnTo>
                    <a:pt x="252" y="1848"/>
                  </a:lnTo>
                  <a:lnTo>
                    <a:pt x="258" y="1848"/>
                  </a:lnTo>
                  <a:lnTo>
                    <a:pt x="270" y="1854"/>
                  </a:lnTo>
                  <a:lnTo>
                    <a:pt x="276" y="1860"/>
                  </a:lnTo>
                  <a:lnTo>
                    <a:pt x="288" y="1860"/>
                  </a:lnTo>
                  <a:lnTo>
                    <a:pt x="312" y="1884"/>
                  </a:lnTo>
                  <a:lnTo>
                    <a:pt x="306" y="1890"/>
                  </a:lnTo>
                  <a:lnTo>
                    <a:pt x="300" y="1902"/>
                  </a:lnTo>
                  <a:lnTo>
                    <a:pt x="288" y="1914"/>
                  </a:lnTo>
                  <a:lnTo>
                    <a:pt x="312" y="1932"/>
                  </a:lnTo>
                  <a:lnTo>
                    <a:pt x="306" y="1956"/>
                  </a:lnTo>
                  <a:lnTo>
                    <a:pt x="330" y="1980"/>
                  </a:lnTo>
                  <a:lnTo>
                    <a:pt x="324" y="2016"/>
                  </a:lnTo>
                  <a:lnTo>
                    <a:pt x="336" y="2040"/>
                  </a:lnTo>
                  <a:lnTo>
                    <a:pt x="324" y="2046"/>
                  </a:lnTo>
                  <a:lnTo>
                    <a:pt x="318" y="2088"/>
                  </a:lnTo>
                  <a:lnTo>
                    <a:pt x="324" y="2088"/>
                  </a:lnTo>
                  <a:lnTo>
                    <a:pt x="348" y="2112"/>
                  </a:lnTo>
                  <a:lnTo>
                    <a:pt x="348" y="2118"/>
                  </a:lnTo>
                  <a:lnTo>
                    <a:pt x="342" y="2118"/>
                  </a:lnTo>
                  <a:lnTo>
                    <a:pt x="330" y="2124"/>
                  </a:lnTo>
                  <a:lnTo>
                    <a:pt x="324" y="2130"/>
                  </a:lnTo>
                  <a:lnTo>
                    <a:pt x="348" y="2154"/>
                  </a:lnTo>
                  <a:lnTo>
                    <a:pt x="348" y="2160"/>
                  </a:lnTo>
                  <a:lnTo>
                    <a:pt x="342" y="2166"/>
                  </a:lnTo>
                  <a:lnTo>
                    <a:pt x="336" y="2166"/>
                  </a:lnTo>
                  <a:lnTo>
                    <a:pt x="330" y="2172"/>
                  </a:lnTo>
                  <a:lnTo>
                    <a:pt x="324" y="2172"/>
                  </a:lnTo>
                  <a:lnTo>
                    <a:pt x="324" y="2196"/>
                  </a:lnTo>
                  <a:lnTo>
                    <a:pt x="312" y="2202"/>
                  </a:lnTo>
                  <a:lnTo>
                    <a:pt x="312" y="2214"/>
                  </a:lnTo>
                  <a:lnTo>
                    <a:pt x="318" y="2226"/>
                  </a:lnTo>
                  <a:lnTo>
                    <a:pt x="324" y="2232"/>
                  </a:lnTo>
                  <a:lnTo>
                    <a:pt x="324" y="2268"/>
                  </a:lnTo>
                  <a:lnTo>
                    <a:pt x="354" y="2274"/>
                  </a:lnTo>
                  <a:lnTo>
                    <a:pt x="354" y="2280"/>
                  </a:lnTo>
                  <a:lnTo>
                    <a:pt x="360" y="2286"/>
                  </a:lnTo>
                  <a:lnTo>
                    <a:pt x="360" y="2298"/>
                  </a:lnTo>
                  <a:lnTo>
                    <a:pt x="366" y="2304"/>
                  </a:lnTo>
                  <a:lnTo>
                    <a:pt x="378" y="2310"/>
                  </a:lnTo>
                  <a:lnTo>
                    <a:pt x="384" y="2310"/>
                  </a:lnTo>
                  <a:lnTo>
                    <a:pt x="396" y="2298"/>
                  </a:lnTo>
                  <a:lnTo>
                    <a:pt x="414" y="2298"/>
                  </a:lnTo>
                  <a:lnTo>
                    <a:pt x="426" y="2304"/>
                  </a:lnTo>
                  <a:lnTo>
                    <a:pt x="438" y="2316"/>
                  </a:lnTo>
                  <a:lnTo>
                    <a:pt x="438" y="2340"/>
                  </a:lnTo>
                  <a:lnTo>
                    <a:pt x="456" y="2364"/>
                  </a:lnTo>
                  <a:lnTo>
                    <a:pt x="468" y="2382"/>
                  </a:lnTo>
                  <a:lnTo>
                    <a:pt x="504" y="2400"/>
                  </a:lnTo>
                  <a:lnTo>
                    <a:pt x="522" y="2418"/>
                  </a:lnTo>
                  <a:lnTo>
                    <a:pt x="534" y="2418"/>
                  </a:lnTo>
                  <a:lnTo>
                    <a:pt x="546" y="2412"/>
                  </a:lnTo>
                  <a:lnTo>
                    <a:pt x="642" y="2412"/>
                  </a:lnTo>
                  <a:lnTo>
                    <a:pt x="666" y="2430"/>
                  </a:lnTo>
                  <a:lnTo>
                    <a:pt x="660" y="2442"/>
                  </a:lnTo>
                  <a:lnTo>
                    <a:pt x="666" y="2424"/>
                  </a:lnTo>
                  <a:lnTo>
                    <a:pt x="672" y="2418"/>
                  </a:lnTo>
                  <a:lnTo>
                    <a:pt x="684" y="2418"/>
                  </a:lnTo>
                  <a:lnTo>
                    <a:pt x="690" y="2424"/>
                  </a:lnTo>
                  <a:lnTo>
                    <a:pt x="702" y="2424"/>
                  </a:lnTo>
                  <a:lnTo>
                    <a:pt x="714" y="2430"/>
                  </a:lnTo>
                  <a:lnTo>
                    <a:pt x="720" y="2436"/>
                  </a:lnTo>
                  <a:lnTo>
                    <a:pt x="678" y="2382"/>
                  </a:lnTo>
                  <a:lnTo>
                    <a:pt x="660" y="2382"/>
                  </a:lnTo>
                  <a:lnTo>
                    <a:pt x="666" y="2370"/>
                  </a:lnTo>
                  <a:lnTo>
                    <a:pt x="630" y="2340"/>
                  </a:lnTo>
                  <a:lnTo>
                    <a:pt x="630" y="2310"/>
                  </a:lnTo>
                  <a:lnTo>
                    <a:pt x="618" y="2298"/>
                  </a:lnTo>
                  <a:lnTo>
                    <a:pt x="624" y="2286"/>
                  </a:lnTo>
                  <a:lnTo>
                    <a:pt x="630" y="2286"/>
                  </a:lnTo>
                  <a:lnTo>
                    <a:pt x="642" y="2274"/>
                  </a:lnTo>
                  <a:lnTo>
                    <a:pt x="642" y="2268"/>
                  </a:lnTo>
                  <a:lnTo>
                    <a:pt x="636" y="2268"/>
                  </a:lnTo>
                  <a:lnTo>
                    <a:pt x="624" y="2262"/>
                  </a:lnTo>
                  <a:lnTo>
                    <a:pt x="606" y="2262"/>
                  </a:lnTo>
                  <a:lnTo>
                    <a:pt x="618" y="2250"/>
                  </a:lnTo>
                  <a:lnTo>
                    <a:pt x="618" y="2232"/>
                  </a:lnTo>
                  <a:lnTo>
                    <a:pt x="636" y="2256"/>
                  </a:lnTo>
                  <a:lnTo>
                    <a:pt x="648" y="2262"/>
                  </a:lnTo>
                  <a:lnTo>
                    <a:pt x="666" y="2262"/>
                  </a:lnTo>
                  <a:lnTo>
                    <a:pt x="672" y="2256"/>
                  </a:lnTo>
                  <a:lnTo>
                    <a:pt x="678" y="2244"/>
                  </a:lnTo>
                  <a:lnTo>
                    <a:pt x="678" y="2226"/>
                  </a:lnTo>
                  <a:lnTo>
                    <a:pt x="672" y="2208"/>
                  </a:lnTo>
                  <a:lnTo>
                    <a:pt x="666" y="2196"/>
                  </a:lnTo>
                  <a:lnTo>
                    <a:pt x="666" y="2178"/>
                  </a:lnTo>
                  <a:lnTo>
                    <a:pt x="678" y="2154"/>
                  </a:lnTo>
                  <a:lnTo>
                    <a:pt x="690" y="2142"/>
                  </a:lnTo>
                  <a:lnTo>
                    <a:pt x="708" y="2130"/>
                  </a:lnTo>
                  <a:lnTo>
                    <a:pt x="738" y="2100"/>
                  </a:lnTo>
                  <a:lnTo>
                    <a:pt x="726" y="2088"/>
                  </a:lnTo>
                  <a:lnTo>
                    <a:pt x="702" y="2088"/>
                  </a:lnTo>
                  <a:lnTo>
                    <a:pt x="726" y="2082"/>
                  </a:lnTo>
                  <a:lnTo>
                    <a:pt x="726" y="2064"/>
                  </a:lnTo>
                  <a:lnTo>
                    <a:pt x="714" y="2040"/>
                  </a:lnTo>
                  <a:lnTo>
                    <a:pt x="708" y="2034"/>
                  </a:lnTo>
                  <a:lnTo>
                    <a:pt x="696" y="2028"/>
                  </a:lnTo>
                  <a:lnTo>
                    <a:pt x="690" y="2028"/>
                  </a:lnTo>
                  <a:lnTo>
                    <a:pt x="684" y="2034"/>
                  </a:lnTo>
                  <a:lnTo>
                    <a:pt x="672" y="2016"/>
                  </a:lnTo>
                  <a:lnTo>
                    <a:pt x="642" y="2016"/>
                  </a:lnTo>
                  <a:lnTo>
                    <a:pt x="636" y="2010"/>
                  </a:lnTo>
                  <a:lnTo>
                    <a:pt x="624" y="2004"/>
                  </a:lnTo>
                  <a:lnTo>
                    <a:pt x="606" y="1992"/>
                  </a:lnTo>
                  <a:lnTo>
                    <a:pt x="582" y="1968"/>
                  </a:lnTo>
                  <a:lnTo>
                    <a:pt x="570" y="1950"/>
                  </a:lnTo>
                  <a:lnTo>
                    <a:pt x="564" y="1938"/>
                  </a:lnTo>
                  <a:lnTo>
                    <a:pt x="564" y="1926"/>
                  </a:lnTo>
                  <a:lnTo>
                    <a:pt x="570" y="1914"/>
                  </a:lnTo>
                  <a:lnTo>
                    <a:pt x="570" y="1908"/>
                  </a:lnTo>
                  <a:lnTo>
                    <a:pt x="576" y="1908"/>
                  </a:lnTo>
                  <a:lnTo>
                    <a:pt x="582" y="1902"/>
                  </a:lnTo>
                  <a:lnTo>
                    <a:pt x="594" y="1878"/>
                  </a:lnTo>
                  <a:lnTo>
                    <a:pt x="606" y="1878"/>
                  </a:lnTo>
                  <a:lnTo>
                    <a:pt x="612" y="1860"/>
                  </a:lnTo>
                  <a:lnTo>
                    <a:pt x="666" y="1860"/>
                  </a:lnTo>
                  <a:lnTo>
                    <a:pt x="654" y="1848"/>
                  </a:lnTo>
                  <a:lnTo>
                    <a:pt x="654" y="1824"/>
                  </a:lnTo>
                  <a:lnTo>
                    <a:pt x="666" y="1824"/>
                  </a:lnTo>
                  <a:lnTo>
                    <a:pt x="666" y="1794"/>
                  </a:lnTo>
                  <a:lnTo>
                    <a:pt x="660" y="1788"/>
                  </a:lnTo>
                  <a:lnTo>
                    <a:pt x="654" y="1776"/>
                  </a:lnTo>
                  <a:lnTo>
                    <a:pt x="642" y="1764"/>
                  </a:lnTo>
                  <a:lnTo>
                    <a:pt x="642" y="1746"/>
                  </a:lnTo>
                  <a:lnTo>
                    <a:pt x="648" y="1728"/>
                  </a:lnTo>
                  <a:lnTo>
                    <a:pt x="654" y="1716"/>
                  </a:lnTo>
                  <a:lnTo>
                    <a:pt x="666" y="1710"/>
                  </a:lnTo>
                  <a:lnTo>
                    <a:pt x="672" y="1704"/>
                  </a:lnTo>
                  <a:lnTo>
                    <a:pt x="684" y="1704"/>
                  </a:lnTo>
                  <a:lnTo>
                    <a:pt x="684" y="1692"/>
                  </a:lnTo>
                  <a:lnTo>
                    <a:pt x="660" y="1692"/>
                  </a:lnTo>
                  <a:lnTo>
                    <a:pt x="648" y="1686"/>
                  </a:lnTo>
                  <a:lnTo>
                    <a:pt x="642" y="1680"/>
                  </a:lnTo>
                  <a:lnTo>
                    <a:pt x="642" y="1674"/>
                  </a:lnTo>
                  <a:lnTo>
                    <a:pt x="654" y="1668"/>
                  </a:lnTo>
                  <a:lnTo>
                    <a:pt x="666" y="1668"/>
                  </a:lnTo>
                  <a:lnTo>
                    <a:pt x="702" y="1686"/>
                  </a:lnTo>
                  <a:lnTo>
                    <a:pt x="708" y="1692"/>
                  </a:lnTo>
                  <a:lnTo>
                    <a:pt x="714" y="1692"/>
                  </a:lnTo>
                  <a:lnTo>
                    <a:pt x="720" y="1686"/>
                  </a:lnTo>
                  <a:lnTo>
                    <a:pt x="732" y="1680"/>
                  </a:lnTo>
                  <a:lnTo>
                    <a:pt x="732" y="1656"/>
                  </a:lnTo>
                  <a:lnTo>
                    <a:pt x="726" y="1644"/>
                  </a:lnTo>
                  <a:lnTo>
                    <a:pt x="708" y="1626"/>
                  </a:lnTo>
                  <a:lnTo>
                    <a:pt x="696" y="1626"/>
                  </a:lnTo>
                  <a:lnTo>
                    <a:pt x="690" y="1632"/>
                  </a:lnTo>
                  <a:lnTo>
                    <a:pt x="690" y="1650"/>
                  </a:lnTo>
                  <a:lnTo>
                    <a:pt x="684" y="1656"/>
                  </a:lnTo>
                  <a:lnTo>
                    <a:pt x="666" y="1656"/>
                  </a:lnTo>
                  <a:lnTo>
                    <a:pt x="654" y="1650"/>
                  </a:lnTo>
                  <a:lnTo>
                    <a:pt x="648" y="1644"/>
                  </a:lnTo>
                  <a:lnTo>
                    <a:pt x="648" y="1638"/>
                  </a:lnTo>
                  <a:lnTo>
                    <a:pt x="612" y="1638"/>
                  </a:lnTo>
                  <a:lnTo>
                    <a:pt x="606" y="1632"/>
                  </a:lnTo>
                  <a:lnTo>
                    <a:pt x="606" y="1572"/>
                  </a:lnTo>
                  <a:lnTo>
                    <a:pt x="600" y="1566"/>
                  </a:lnTo>
                  <a:lnTo>
                    <a:pt x="594" y="1554"/>
                  </a:lnTo>
                  <a:lnTo>
                    <a:pt x="588" y="1536"/>
                  </a:lnTo>
                  <a:lnTo>
                    <a:pt x="588" y="1524"/>
                  </a:lnTo>
                  <a:lnTo>
                    <a:pt x="594" y="1518"/>
                  </a:lnTo>
                  <a:lnTo>
                    <a:pt x="600" y="1518"/>
                  </a:lnTo>
                  <a:lnTo>
                    <a:pt x="606" y="1524"/>
                  </a:lnTo>
                  <a:lnTo>
                    <a:pt x="618" y="1524"/>
                  </a:lnTo>
                  <a:lnTo>
                    <a:pt x="624" y="1530"/>
                  </a:lnTo>
                  <a:lnTo>
                    <a:pt x="636" y="1536"/>
                  </a:lnTo>
                  <a:lnTo>
                    <a:pt x="672" y="1548"/>
                  </a:lnTo>
                  <a:lnTo>
                    <a:pt x="690" y="1560"/>
                  </a:lnTo>
                  <a:lnTo>
                    <a:pt x="708" y="1560"/>
                  </a:lnTo>
                  <a:lnTo>
                    <a:pt x="726" y="1554"/>
                  </a:lnTo>
                  <a:lnTo>
                    <a:pt x="738" y="1542"/>
                  </a:lnTo>
                  <a:lnTo>
                    <a:pt x="750" y="1536"/>
                  </a:lnTo>
                  <a:lnTo>
                    <a:pt x="768" y="1530"/>
                  </a:lnTo>
                  <a:lnTo>
                    <a:pt x="774" y="1524"/>
                  </a:lnTo>
                  <a:lnTo>
                    <a:pt x="774" y="1512"/>
                  </a:lnTo>
                  <a:lnTo>
                    <a:pt x="762" y="1506"/>
                  </a:lnTo>
                  <a:lnTo>
                    <a:pt x="750" y="1494"/>
                  </a:lnTo>
                  <a:lnTo>
                    <a:pt x="738" y="1488"/>
                  </a:lnTo>
                  <a:lnTo>
                    <a:pt x="738" y="1464"/>
                  </a:lnTo>
                  <a:lnTo>
                    <a:pt x="744" y="1452"/>
                  </a:lnTo>
                  <a:lnTo>
                    <a:pt x="750" y="1446"/>
                  </a:lnTo>
                  <a:lnTo>
                    <a:pt x="750" y="1434"/>
                  </a:lnTo>
                  <a:lnTo>
                    <a:pt x="756" y="1422"/>
                  </a:lnTo>
                  <a:lnTo>
                    <a:pt x="744" y="1410"/>
                  </a:lnTo>
                  <a:lnTo>
                    <a:pt x="726" y="1410"/>
                  </a:lnTo>
                  <a:lnTo>
                    <a:pt x="720" y="1386"/>
                  </a:lnTo>
                  <a:lnTo>
                    <a:pt x="714" y="1380"/>
                  </a:lnTo>
                  <a:lnTo>
                    <a:pt x="714" y="1368"/>
                  </a:lnTo>
                  <a:lnTo>
                    <a:pt x="720" y="1362"/>
                  </a:lnTo>
                  <a:lnTo>
                    <a:pt x="726" y="1362"/>
                  </a:lnTo>
                  <a:lnTo>
                    <a:pt x="732" y="1374"/>
                  </a:lnTo>
                  <a:lnTo>
                    <a:pt x="738" y="1380"/>
                  </a:lnTo>
                  <a:lnTo>
                    <a:pt x="738" y="1386"/>
                  </a:lnTo>
                  <a:lnTo>
                    <a:pt x="744" y="1398"/>
                  </a:lnTo>
                  <a:lnTo>
                    <a:pt x="756" y="1398"/>
                  </a:lnTo>
                  <a:lnTo>
                    <a:pt x="750" y="1380"/>
                  </a:lnTo>
                  <a:lnTo>
                    <a:pt x="828" y="1386"/>
                  </a:lnTo>
                  <a:lnTo>
                    <a:pt x="834" y="1380"/>
                  </a:lnTo>
                  <a:lnTo>
                    <a:pt x="840" y="1380"/>
                  </a:lnTo>
                  <a:lnTo>
                    <a:pt x="846" y="1374"/>
                  </a:lnTo>
                  <a:lnTo>
                    <a:pt x="864" y="1368"/>
                  </a:lnTo>
                  <a:lnTo>
                    <a:pt x="894" y="1362"/>
                  </a:lnTo>
                  <a:lnTo>
                    <a:pt x="930" y="1350"/>
                  </a:lnTo>
                  <a:lnTo>
                    <a:pt x="972" y="1338"/>
                  </a:lnTo>
                  <a:lnTo>
                    <a:pt x="1002" y="1326"/>
                  </a:lnTo>
                  <a:lnTo>
                    <a:pt x="1014" y="1320"/>
                  </a:lnTo>
                  <a:lnTo>
                    <a:pt x="1014" y="1284"/>
                  </a:lnTo>
                  <a:lnTo>
                    <a:pt x="1032" y="1272"/>
                  </a:lnTo>
                  <a:lnTo>
                    <a:pt x="1044" y="1218"/>
                  </a:lnTo>
                  <a:lnTo>
                    <a:pt x="1038" y="1194"/>
                  </a:lnTo>
                  <a:lnTo>
                    <a:pt x="1038" y="1170"/>
                  </a:lnTo>
                  <a:lnTo>
                    <a:pt x="1032" y="1170"/>
                  </a:lnTo>
                  <a:lnTo>
                    <a:pt x="1026" y="1164"/>
                  </a:lnTo>
                  <a:lnTo>
                    <a:pt x="1002" y="1152"/>
                  </a:lnTo>
                  <a:lnTo>
                    <a:pt x="990" y="1152"/>
                  </a:lnTo>
                  <a:lnTo>
                    <a:pt x="984" y="1146"/>
                  </a:lnTo>
                  <a:lnTo>
                    <a:pt x="978" y="1146"/>
                  </a:lnTo>
                  <a:lnTo>
                    <a:pt x="972" y="1140"/>
                  </a:lnTo>
                  <a:lnTo>
                    <a:pt x="990" y="1122"/>
                  </a:lnTo>
                  <a:lnTo>
                    <a:pt x="990" y="1092"/>
                  </a:lnTo>
                  <a:lnTo>
                    <a:pt x="984" y="1080"/>
                  </a:lnTo>
                  <a:lnTo>
                    <a:pt x="978" y="1074"/>
                  </a:lnTo>
                  <a:lnTo>
                    <a:pt x="954" y="1062"/>
                  </a:lnTo>
                  <a:lnTo>
                    <a:pt x="918" y="1050"/>
                  </a:lnTo>
                  <a:lnTo>
                    <a:pt x="906" y="1044"/>
                  </a:lnTo>
                  <a:lnTo>
                    <a:pt x="888" y="1032"/>
                  </a:lnTo>
                  <a:lnTo>
                    <a:pt x="876" y="1020"/>
                  </a:lnTo>
                  <a:lnTo>
                    <a:pt x="876" y="1002"/>
                  </a:lnTo>
                  <a:lnTo>
                    <a:pt x="882" y="990"/>
                  </a:lnTo>
                  <a:lnTo>
                    <a:pt x="888" y="990"/>
                  </a:lnTo>
                  <a:lnTo>
                    <a:pt x="888" y="984"/>
                  </a:lnTo>
                  <a:lnTo>
                    <a:pt x="858" y="948"/>
                  </a:lnTo>
                  <a:lnTo>
                    <a:pt x="858" y="900"/>
                  </a:lnTo>
                  <a:lnTo>
                    <a:pt x="882" y="900"/>
                  </a:lnTo>
                  <a:lnTo>
                    <a:pt x="888" y="894"/>
                  </a:lnTo>
                  <a:lnTo>
                    <a:pt x="894" y="894"/>
                  </a:lnTo>
                  <a:lnTo>
                    <a:pt x="894" y="888"/>
                  </a:lnTo>
                  <a:lnTo>
                    <a:pt x="888" y="876"/>
                  </a:lnTo>
                  <a:lnTo>
                    <a:pt x="876" y="870"/>
                  </a:lnTo>
                  <a:lnTo>
                    <a:pt x="870" y="858"/>
                  </a:lnTo>
                  <a:lnTo>
                    <a:pt x="864" y="852"/>
                  </a:lnTo>
                  <a:lnTo>
                    <a:pt x="876" y="834"/>
                  </a:lnTo>
                  <a:lnTo>
                    <a:pt x="864" y="822"/>
                  </a:lnTo>
                  <a:lnTo>
                    <a:pt x="858" y="810"/>
                  </a:lnTo>
                  <a:lnTo>
                    <a:pt x="852" y="804"/>
                  </a:lnTo>
                  <a:lnTo>
                    <a:pt x="864" y="792"/>
                  </a:lnTo>
                  <a:lnTo>
                    <a:pt x="882" y="792"/>
                  </a:lnTo>
                  <a:lnTo>
                    <a:pt x="858" y="774"/>
                  </a:lnTo>
                  <a:lnTo>
                    <a:pt x="858" y="738"/>
                  </a:lnTo>
                  <a:lnTo>
                    <a:pt x="882" y="726"/>
                  </a:lnTo>
                  <a:lnTo>
                    <a:pt x="876" y="726"/>
                  </a:lnTo>
                  <a:lnTo>
                    <a:pt x="852" y="702"/>
                  </a:lnTo>
                  <a:lnTo>
                    <a:pt x="852" y="696"/>
                  </a:lnTo>
                  <a:lnTo>
                    <a:pt x="870" y="678"/>
                  </a:lnTo>
                  <a:lnTo>
                    <a:pt x="870" y="666"/>
                  </a:lnTo>
                  <a:lnTo>
                    <a:pt x="876" y="654"/>
                  </a:lnTo>
                  <a:lnTo>
                    <a:pt x="876" y="642"/>
                  </a:lnTo>
                  <a:lnTo>
                    <a:pt x="882" y="636"/>
                  </a:lnTo>
                  <a:lnTo>
                    <a:pt x="900" y="636"/>
                  </a:lnTo>
                  <a:lnTo>
                    <a:pt x="906" y="630"/>
                  </a:lnTo>
                  <a:lnTo>
                    <a:pt x="912" y="618"/>
                  </a:lnTo>
                  <a:lnTo>
                    <a:pt x="918" y="612"/>
                  </a:lnTo>
                  <a:lnTo>
                    <a:pt x="918" y="588"/>
                  </a:lnTo>
                  <a:lnTo>
                    <a:pt x="930" y="588"/>
                  </a:lnTo>
                  <a:lnTo>
                    <a:pt x="948" y="570"/>
                  </a:lnTo>
                  <a:lnTo>
                    <a:pt x="948" y="558"/>
                  </a:lnTo>
                  <a:lnTo>
                    <a:pt x="954" y="546"/>
                  </a:lnTo>
                  <a:lnTo>
                    <a:pt x="954" y="534"/>
                  </a:lnTo>
                  <a:close/>
                  <a:moveTo>
                    <a:pt x="930" y="1020"/>
                  </a:moveTo>
                  <a:lnTo>
                    <a:pt x="942" y="1020"/>
                  </a:lnTo>
                  <a:lnTo>
                    <a:pt x="930" y="1014"/>
                  </a:lnTo>
                  <a:lnTo>
                    <a:pt x="930" y="102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58" name="Angola" descr="© INSCALE GmbH, 05.05.2010&#10;http://www.presentationload.com/">
              <a:extLst>
                <a:ext uri="{FF2B5EF4-FFF2-40B4-BE49-F238E27FC236}">
                  <a16:creationId xmlns:a16="http://schemas.microsoft.com/office/drawing/2014/main" id="{A1E06722-21C9-4D3C-8751-CC111DA4C204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4005979" y="3115030"/>
              <a:ext cx="293379" cy="363497"/>
            </a:xfrm>
            <a:custGeom>
              <a:avLst/>
              <a:gdLst>
                <a:gd name="T0" fmla="*/ 2147483647 w 888"/>
                <a:gd name="T1" fmla="*/ 2147483647 h 1104"/>
                <a:gd name="T2" fmla="*/ 2147483647 w 888"/>
                <a:gd name="T3" fmla="*/ 2147483647 h 1104"/>
                <a:gd name="T4" fmla="*/ 2147483647 w 888"/>
                <a:gd name="T5" fmla="*/ 2147483647 h 1104"/>
                <a:gd name="T6" fmla="*/ 2147483647 w 888"/>
                <a:gd name="T7" fmla="*/ 0 h 1104"/>
                <a:gd name="T8" fmla="*/ 2147483647 w 888"/>
                <a:gd name="T9" fmla="*/ 2147483647 h 1104"/>
                <a:gd name="T10" fmla="*/ 2147483647 w 888"/>
                <a:gd name="T11" fmla="*/ 2147483647 h 1104"/>
                <a:gd name="T12" fmla="*/ 2147483647 w 888"/>
                <a:gd name="T13" fmla="*/ 2147483647 h 1104"/>
                <a:gd name="T14" fmla="*/ 2147483647 w 888"/>
                <a:gd name="T15" fmla="*/ 2147483647 h 1104"/>
                <a:gd name="T16" fmla="*/ 2147483647 w 888"/>
                <a:gd name="T17" fmla="*/ 2147483647 h 1104"/>
                <a:gd name="T18" fmla="*/ 2147483647 w 888"/>
                <a:gd name="T19" fmla="*/ 2147483647 h 1104"/>
                <a:gd name="T20" fmla="*/ 2147483647 w 888"/>
                <a:gd name="T21" fmla="*/ 2147483647 h 1104"/>
                <a:gd name="T22" fmla="*/ 2147483647 w 888"/>
                <a:gd name="T23" fmla="*/ 2147483647 h 1104"/>
                <a:gd name="T24" fmla="*/ 2147483647 w 888"/>
                <a:gd name="T25" fmla="*/ 2147483647 h 1104"/>
                <a:gd name="T26" fmla="*/ 2147483647 w 888"/>
                <a:gd name="T27" fmla="*/ 2147483647 h 1104"/>
                <a:gd name="T28" fmla="*/ 2147483647 w 888"/>
                <a:gd name="T29" fmla="*/ 2147483647 h 1104"/>
                <a:gd name="T30" fmla="*/ 2147483647 w 888"/>
                <a:gd name="T31" fmla="*/ 2147483647 h 1104"/>
                <a:gd name="T32" fmla="*/ 2147483647 w 888"/>
                <a:gd name="T33" fmla="*/ 2147483647 h 1104"/>
                <a:gd name="T34" fmla="*/ 2147483647 w 888"/>
                <a:gd name="T35" fmla="*/ 2147483647 h 1104"/>
                <a:gd name="T36" fmla="*/ 2147483647 w 888"/>
                <a:gd name="T37" fmla="*/ 2147483647 h 1104"/>
                <a:gd name="T38" fmla="*/ 2147483647 w 888"/>
                <a:gd name="T39" fmla="*/ 2147483647 h 1104"/>
                <a:gd name="T40" fmla="*/ 2147483647 w 888"/>
                <a:gd name="T41" fmla="*/ 2147483647 h 1104"/>
                <a:gd name="T42" fmla="*/ 2147483647 w 888"/>
                <a:gd name="T43" fmla="*/ 2147483647 h 1104"/>
                <a:gd name="T44" fmla="*/ 2147483647 w 888"/>
                <a:gd name="T45" fmla="*/ 2147483647 h 1104"/>
                <a:gd name="T46" fmla="*/ 2147483647 w 888"/>
                <a:gd name="T47" fmla="*/ 2147483647 h 1104"/>
                <a:gd name="T48" fmla="*/ 2147483647 w 888"/>
                <a:gd name="T49" fmla="*/ 2147483647 h 1104"/>
                <a:gd name="T50" fmla="*/ 2147483647 w 888"/>
                <a:gd name="T51" fmla="*/ 2147483647 h 1104"/>
                <a:gd name="T52" fmla="*/ 2147483647 w 888"/>
                <a:gd name="T53" fmla="*/ 2147483647 h 1104"/>
                <a:gd name="T54" fmla="*/ 2147483647 w 888"/>
                <a:gd name="T55" fmla="*/ 2147483647 h 1104"/>
                <a:gd name="T56" fmla="*/ 2147483647 w 888"/>
                <a:gd name="T57" fmla="*/ 2147483647 h 1104"/>
                <a:gd name="T58" fmla="*/ 2147483647 w 888"/>
                <a:gd name="T59" fmla="*/ 2147483647 h 1104"/>
                <a:gd name="T60" fmla="*/ 2147483647 w 888"/>
                <a:gd name="T61" fmla="*/ 2147483647 h 1104"/>
                <a:gd name="T62" fmla="*/ 2147483647 w 888"/>
                <a:gd name="T63" fmla="*/ 2147483647 h 1104"/>
                <a:gd name="T64" fmla="*/ 2147483647 w 888"/>
                <a:gd name="T65" fmla="*/ 2147483647 h 1104"/>
                <a:gd name="T66" fmla="*/ 2147483647 w 888"/>
                <a:gd name="T67" fmla="*/ 2147483647 h 1104"/>
                <a:gd name="T68" fmla="*/ 2147483647 w 888"/>
                <a:gd name="T69" fmla="*/ 2147483647 h 1104"/>
                <a:gd name="T70" fmla="*/ 2147483647 w 888"/>
                <a:gd name="T71" fmla="*/ 2147483647 h 1104"/>
                <a:gd name="T72" fmla="*/ 2147483647 w 888"/>
                <a:gd name="T73" fmla="*/ 2147483647 h 1104"/>
                <a:gd name="T74" fmla="*/ 0 w 888"/>
                <a:gd name="T75" fmla="*/ 2147483647 h 1104"/>
                <a:gd name="T76" fmla="*/ 2147483647 w 888"/>
                <a:gd name="T77" fmla="*/ 2147483647 h 1104"/>
                <a:gd name="T78" fmla="*/ 2147483647 w 888"/>
                <a:gd name="T79" fmla="*/ 2147483647 h 1104"/>
                <a:gd name="T80" fmla="*/ 2147483647 w 888"/>
                <a:gd name="T81" fmla="*/ 2147483647 h 1104"/>
                <a:gd name="T82" fmla="*/ 2147483647 w 888"/>
                <a:gd name="T83" fmla="*/ 2147483647 h 1104"/>
                <a:gd name="T84" fmla="*/ 2147483647 w 888"/>
                <a:gd name="T85" fmla="*/ 2147483647 h 1104"/>
                <a:gd name="T86" fmla="*/ 2147483647 w 888"/>
                <a:gd name="T87" fmla="*/ 2147483647 h 1104"/>
                <a:gd name="T88" fmla="*/ 2147483647 w 888"/>
                <a:gd name="T89" fmla="*/ 2147483647 h 1104"/>
                <a:gd name="T90" fmla="*/ 2147483647 w 888"/>
                <a:gd name="T91" fmla="*/ 2147483647 h 1104"/>
                <a:gd name="T92" fmla="*/ 2147483647 w 888"/>
                <a:gd name="T93" fmla="*/ 2147483647 h 1104"/>
                <a:gd name="T94" fmla="*/ 2147483647 w 888"/>
                <a:gd name="T95" fmla="*/ 2147483647 h 110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888"/>
                <a:gd name="T145" fmla="*/ 0 h 1104"/>
                <a:gd name="T146" fmla="*/ 888 w 888"/>
                <a:gd name="T147" fmla="*/ 1104 h 110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888" h="1104">
                  <a:moveTo>
                    <a:pt x="42" y="114"/>
                  </a:moveTo>
                  <a:lnTo>
                    <a:pt x="42" y="120"/>
                  </a:lnTo>
                  <a:lnTo>
                    <a:pt x="48" y="120"/>
                  </a:lnTo>
                  <a:lnTo>
                    <a:pt x="54" y="114"/>
                  </a:lnTo>
                  <a:lnTo>
                    <a:pt x="66" y="108"/>
                  </a:lnTo>
                  <a:lnTo>
                    <a:pt x="72" y="102"/>
                  </a:lnTo>
                  <a:lnTo>
                    <a:pt x="72" y="96"/>
                  </a:lnTo>
                  <a:lnTo>
                    <a:pt x="66" y="84"/>
                  </a:lnTo>
                  <a:lnTo>
                    <a:pt x="66" y="78"/>
                  </a:lnTo>
                  <a:lnTo>
                    <a:pt x="60" y="66"/>
                  </a:lnTo>
                  <a:lnTo>
                    <a:pt x="96" y="36"/>
                  </a:lnTo>
                  <a:lnTo>
                    <a:pt x="102" y="24"/>
                  </a:lnTo>
                  <a:lnTo>
                    <a:pt x="102" y="18"/>
                  </a:lnTo>
                  <a:lnTo>
                    <a:pt x="96" y="12"/>
                  </a:lnTo>
                  <a:lnTo>
                    <a:pt x="96" y="6"/>
                  </a:lnTo>
                  <a:lnTo>
                    <a:pt x="90" y="0"/>
                  </a:lnTo>
                  <a:lnTo>
                    <a:pt x="84" y="6"/>
                  </a:lnTo>
                  <a:lnTo>
                    <a:pt x="72" y="12"/>
                  </a:lnTo>
                  <a:lnTo>
                    <a:pt x="66" y="18"/>
                  </a:lnTo>
                  <a:lnTo>
                    <a:pt x="54" y="24"/>
                  </a:lnTo>
                  <a:lnTo>
                    <a:pt x="54" y="42"/>
                  </a:lnTo>
                  <a:lnTo>
                    <a:pt x="36" y="42"/>
                  </a:lnTo>
                  <a:lnTo>
                    <a:pt x="36" y="60"/>
                  </a:lnTo>
                  <a:lnTo>
                    <a:pt x="42" y="114"/>
                  </a:lnTo>
                  <a:close/>
                  <a:moveTo>
                    <a:pt x="876" y="546"/>
                  </a:moveTo>
                  <a:lnTo>
                    <a:pt x="852" y="546"/>
                  </a:lnTo>
                  <a:lnTo>
                    <a:pt x="840" y="534"/>
                  </a:lnTo>
                  <a:lnTo>
                    <a:pt x="828" y="534"/>
                  </a:lnTo>
                  <a:lnTo>
                    <a:pt x="828" y="546"/>
                  </a:lnTo>
                  <a:lnTo>
                    <a:pt x="804" y="552"/>
                  </a:lnTo>
                  <a:lnTo>
                    <a:pt x="774" y="546"/>
                  </a:lnTo>
                  <a:lnTo>
                    <a:pt x="768" y="564"/>
                  </a:lnTo>
                  <a:lnTo>
                    <a:pt x="762" y="558"/>
                  </a:lnTo>
                  <a:lnTo>
                    <a:pt x="756" y="558"/>
                  </a:lnTo>
                  <a:lnTo>
                    <a:pt x="750" y="552"/>
                  </a:lnTo>
                  <a:lnTo>
                    <a:pt x="750" y="528"/>
                  </a:lnTo>
                  <a:lnTo>
                    <a:pt x="756" y="522"/>
                  </a:lnTo>
                  <a:lnTo>
                    <a:pt x="756" y="510"/>
                  </a:lnTo>
                  <a:lnTo>
                    <a:pt x="762" y="498"/>
                  </a:lnTo>
                  <a:lnTo>
                    <a:pt x="762" y="480"/>
                  </a:lnTo>
                  <a:lnTo>
                    <a:pt x="756" y="474"/>
                  </a:lnTo>
                  <a:lnTo>
                    <a:pt x="744" y="450"/>
                  </a:lnTo>
                  <a:lnTo>
                    <a:pt x="732" y="432"/>
                  </a:lnTo>
                  <a:lnTo>
                    <a:pt x="726" y="414"/>
                  </a:lnTo>
                  <a:lnTo>
                    <a:pt x="726" y="402"/>
                  </a:lnTo>
                  <a:lnTo>
                    <a:pt x="732" y="396"/>
                  </a:lnTo>
                  <a:lnTo>
                    <a:pt x="732" y="384"/>
                  </a:lnTo>
                  <a:lnTo>
                    <a:pt x="726" y="360"/>
                  </a:lnTo>
                  <a:lnTo>
                    <a:pt x="732" y="354"/>
                  </a:lnTo>
                  <a:lnTo>
                    <a:pt x="738" y="342"/>
                  </a:lnTo>
                  <a:lnTo>
                    <a:pt x="738" y="330"/>
                  </a:lnTo>
                  <a:lnTo>
                    <a:pt x="732" y="318"/>
                  </a:lnTo>
                  <a:lnTo>
                    <a:pt x="720" y="306"/>
                  </a:lnTo>
                  <a:lnTo>
                    <a:pt x="714" y="288"/>
                  </a:lnTo>
                  <a:lnTo>
                    <a:pt x="726" y="270"/>
                  </a:lnTo>
                  <a:lnTo>
                    <a:pt x="726" y="246"/>
                  </a:lnTo>
                  <a:lnTo>
                    <a:pt x="636" y="246"/>
                  </a:lnTo>
                  <a:lnTo>
                    <a:pt x="636" y="222"/>
                  </a:lnTo>
                  <a:lnTo>
                    <a:pt x="624" y="216"/>
                  </a:lnTo>
                  <a:lnTo>
                    <a:pt x="612" y="216"/>
                  </a:lnTo>
                  <a:lnTo>
                    <a:pt x="612" y="222"/>
                  </a:lnTo>
                  <a:lnTo>
                    <a:pt x="564" y="222"/>
                  </a:lnTo>
                  <a:lnTo>
                    <a:pt x="558" y="228"/>
                  </a:lnTo>
                  <a:lnTo>
                    <a:pt x="558" y="234"/>
                  </a:lnTo>
                  <a:lnTo>
                    <a:pt x="564" y="240"/>
                  </a:lnTo>
                  <a:lnTo>
                    <a:pt x="570" y="252"/>
                  </a:lnTo>
                  <a:lnTo>
                    <a:pt x="570" y="264"/>
                  </a:lnTo>
                  <a:lnTo>
                    <a:pt x="558" y="264"/>
                  </a:lnTo>
                  <a:lnTo>
                    <a:pt x="558" y="270"/>
                  </a:lnTo>
                  <a:lnTo>
                    <a:pt x="552" y="276"/>
                  </a:lnTo>
                  <a:lnTo>
                    <a:pt x="552" y="294"/>
                  </a:lnTo>
                  <a:lnTo>
                    <a:pt x="510" y="300"/>
                  </a:lnTo>
                  <a:lnTo>
                    <a:pt x="504" y="294"/>
                  </a:lnTo>
                  <a:lnTo>
                    <a:pt x="492" y="300"/>
                  </a:lnTo>
                  <a:lnTo>
                    <a:pt x="468" y="300"/>
                  </a:lnTo>
                  <a:lnTo>
                    <a:pt x="462" y="312"/>
                  </a:lnTo>
                  <a:lnTo>
                    <a:pt x="450" y="306"/>
                  </a:lnTo>
                  <a:lnTo>
                    <a:pt x="420" y="306"/>
                  </a:lnTo>
                  <a:lnTo>
                    <a:pt x="408" y="282"/>
                  </a:lnTo>
                  <a:lnTo>
                    <a:pt x="402" y="276"/>
                  </a:lnTo>
                  <a:lnTo>
                    <a:pt x="402" y="264"/>
                  </a:lnTo>
                  <a:lnTo>
                    <a:pt x="390" y="252"/>
                  </a:lnTo>
                  <a:lnTo>
                    <a:pt x="384" y="252"/>
                  </a:lnTo>
                  <a:lnTo>
                    <a:pt x="378" y="246"/>
                  </a:lnTo>
                  <a:lnTo>
                    <a:pt x="378" y="240"/>
                  </a:lnTo>
                  <a:lnTo>
                    <a:pt x="384" y="234"/>
                  </a:lnTo>
                  <a:lnTo>
                    <a:pt x="384" y="210"/>
                  </a:lnTo>
                  <a:lnTo>
                    <a:pt x="366" y="192"/>
                  </a:lnTo>
                  <a:lnTo>
                    <a:pt x="366" y="150"/>
                  </a:lnTo>
                  <a:lnTo>
                    <a:pt x="354" y="138"/>
                  </a:lnTo>
                  <a:lnTo>
                    <a:pt x="348" y="126"/>
                  </a:lnTo>
                  <a:lnTo>
                    <a:pt x="342" y="120"/>
                  </a:lnTo>
                  <a:lnTo>
                    <a:pt x="324" y="120"/>
                  </a:lnTo>
                  <a:lnTo>
                    <a:pt x="318" y="126"/>
                  </a:lnTo>
                  <a:lnTo>
                    <a:pt x="294" y="126"/>
                  </a:lnTo>
                  <a:lnTo>
                    <a:pt x="276" y="132"/>
                  </a:lnTo>
                  <a:lnTo>
                    <a:pt x="246" y="132"/>
                  </a:lnTo>
                  <a:lnTo>
                    <a:pt x="234" y="126"/>
                  </a:lnTo>
                  <a:lnTo>
                    <a:pt x="222" y="126"/>
                  </a:lnTo>
                  <a:lnTo>
                    <a:pt x="210" y="132"/>
                  </a:lnTo>
                  <a:lnTo>
                    <a:pt x="180" y="132"/>
                  </a:lnTo>
                  <a:lnTo>
                    <a:pt x="168" y="126"/>
                  </a:lnTo>
                  <a:lnTo>
                    <a:pt x="144" y="132"/>
                  </a:lnTo>
                  <a:lnTo>
                    <a:pt x="132" y="126"/>
                  </a:lnTo>
                  <a:lnTo>
                    <a:pt x="126" y="132"/>
                  </a:lnTo>
                  <a:lnTo>
                    <a:pt x="102" y="126"/>
                  </a:lnTo>
                  <a:lnTo>
                    <a:pt x="54" y="150"/>
                  </a:lnTo>
                  <a:lnTo>
                    <a:pt x="48" y="156"/>
                  </a:lnTo>
                  <a:lnTo>
                    <a:pt x="54" y="168"/>
                  </a:lnTo>
                  <a:lnTo>
                    <a:pt x="60" y="174"/>
                  </a:lnTo>
                  <a:lnTo>
                    <a:pt x="66" y="186"/>
                  </a:lnTo>
                  <a:lnTo>
                    <a:pt x="90" y="210"/>
                  </a:lnTo>
                  <a:lnTo>
                    <a:pt x="84" y="234"/>
                  </a:lnTo>
                  <a:lnTo>
                    <a:pt x="90" y="246"/>
                  </a:lnTo>
                  <a:lnTo>
                    <a:pt x="108" y="270"/>
                  </a:lnTo>
                  <a:lnTo>
                    <a:pt x="120" y="300"/>
                  </a:lnTo>
                  <a:lnTo>
                    <a:pt x="126" y="330"/>
                  </a:lnTo>
                  <a:lnTo>
                    <a:pt x="120" y="354"/>
                  </a:lnTo>
                  <a:lnTo>
                    <a:pt x="108" y="378"/>
                  </a:lnTo>
                  <a:lnTo>
                    <a:pt x="102" y="384"/>
                  </a:lnTo>
                  <a:lnTo>
                    <a:pt x="102" y="408"/>
                  </a:lnTo>
                  <a:lnTo>
                    <a:pt x="114" y="408"/>
                  </a:lnTo>
                  <a:lnTo>
                    <a:pt x="114" y="438"/>
                  </a:lnTo>
                  <a:lnTo>
                    <a:pt x="126" y="474"/>
                  </a:lnTo>
                  <a:lnTo>
                    <a:pt x="150" y="510"/>
                  </a:lnTo>
                  <a:lnTo>
                    <a:pt x="162" y="552"/>
                  </a:lnTo>
                  <a:lnTo>
                    <a:pt x="162" y="582"/>
                  </a:lnTo>
                  <a:lnTo>
                    <a:pt x="156" y="594"/>
                  </a:lnTo>
                  <a:lnTo>
                    <a:pt x="150" y="612"/>
                  </a:lnTo>
                  <a:lnTo>
                    <a:pt x="144" y="618"/>
                  </a:lnTo>
                  <a:lnTo>
                    <a:pt x="138" y="630"/>
                  </a:lnTo>
                  <a:lnTo>
                    <a:pt x="144" y="642"/>
                  </a:lnTo>
                  <a:lnTo>
                    <a:pt x="144" y="660"/>
                  </a:lnTo>
                  <a:lnTo>
                    <a:pt x="138" y="666"/>
                  </a:lnTo>
                  <a:lnTo>
                    <a:pt x="126" y="672"/>
                  </a:lnTo>
                  <a:lnTo>
                    <a:pt x="108" y="672"/>
                  </a:lnTo>
                  <a:lnTo>
                    <a:pt x="96" y="690"/>
                  </a:lnTo>
                  <a:lnTo>
                    <a:pt x="102" y="714"/>
                  </a:lnTo>
                  <a:lnTo>
                    <a:pt x="78" y="714"/>
                  </a:lnTo>
                  <a:lnTo>
                    <a:pt x="66" y="720"/>
                  </a:lnTo>
                  <a:lnTo>
                    <a:pt x="66" y="750"/>
                  </a:lnTo>
                  <a:lnTo>
                    <a:pt x="60" y="762"/>
                  </a:lnTo>
                  <a:lnTo>
                    <a:pt x="60" y="774"/>
                  </a:lnTo>
                  <a:lnTo>
                    <a:pt x="48" y="786"/>
                  </a:lnTo>
                  <a:lnTo>
                    <a:pt x="48" y="858"/>
                  </a:lnTo>
                  <a:lnTo>
                    <a:pt x="36" y="864"/>
                  </a:lnTo>
                  <a:lnTo>
                    <a:pt x="30" y="870"/>
                  </a:lnTo>
                  <a:lnTo>
                    <a:pt x="30" y="912"/>
                  </a:lnTo>
                  <a:lnTo>
                    <a:pt x="6" y="930"/>
                  </a:lnTo>
                  <a:lnTo>
                    <a:pt x="6" y="966"/>
                  </a:lnTo>
                  <a:lnTo>
                    <a:pt x="18" y="984"/>
                  </a:lnTo>
                  <a:lnTo>
                    <a:pt x="0" y="1002"/>
                  </a:lnTo>
                  <a:lnTo>
                    <a:pt x="0" y="1044"/>
                  </a:lnTo>
                  <a:lnTo>
                    <a:pt x="18" y="1044"/>
                  </a:lnTo>
                  <a:lnTo>
                    <a:pt x="36" y="1038"/>
                  </a:lnTo>
                  <a:lnTo>
                    <a:pt x="42" y="1044"/>
                  </a:lnTo>
                  <a:lnTo>
                    <a:pt x="72" y="1044"/>
                  </a:lnTo>
                  <a:lnTo>
                    <a:pt x="90" y="1026"/>
                  </a:lnTo>
                  <a:lnTo>
                    <a:pt x="90" y="1020"/>
                  </a:lnTo>
                  <a:lnTo>
                    <a:pt x="120" y="1020"/>
                  </a:lnTo>
                  <a:lnTo>
                    <a:pt x="126" y="1026"/>
                  </a:lnTo>
                  <a:lnTo>
                    <a:pt x="132" y="1038"/>
                  </a:lnTo>
                  <a:lnTo>
                    <a:pt x="156" y="1050"/>
                  </a:lnTo>
                  <a:lnTo>
                    <a:pt x="168" y="1050"/>
                  </a:lnTo>
                  <a:lnTo>
                    <a:pt x="174" y="1056"/>
                  </a:lnTo>
                  <a:lnTo>
                    <a:pt x="480" y="1056"/>
                  </a:lnTo>
                  <a:lnTo>
                    <a:pt x="480" y="1062"/>
                  </a:lnTo>
                  <a:lnTo>
                    <a:pt x="504" y="1086"/>
                  </a:lnTo>
                  <a:lnTo>
                    <a:pt x="540" y="1086"/>
                  </a:lnTo>
                  <a:lnTo>
                    <a:pt x="546" y="1098"/>
                  </a:lnTo>
                  <a:lnTo>
                    <a:pt x="618" y="1092"/>
                  </a:lnTo>
                  <a:lnTo>
                    <a:pt x="624" y="1104"/>
                  </a:lnTo>
                  <a:lnTo>
                    <a:pt x="696" y="1104"/>
                  </a:lnTo>
                  <a:lnTo>
                    <a:pt x="732" y="1098"/>
                  </a:lnTo>
                  <a:lnTo>
                    <a:pt x="780" y="1092"/>
                  </a:lnTo>
                  <a:lnTo>
                    <a:pt x="816" y="1080"/>
                  </a:lnTo>
                  <a:lnTo>
                    <a:pt x="828" y="1074"/>
                  </a:lnTo>
                  <a:lnTo>
                    <a:pt x="738" y="984"/>
                  </a:lnTo>
                  <a:lnTo>
                    <a:pt x="738" y="966"/>
                  </a:lnTo>
                  <a:lnTo>
                    <a:pt x="732" y="954"/>
                  </a:lnTo>
                  <a:lnTo>
                    <a:pt x="732" y="702"/>
                  </a:lnTo>
                  <a:lnTo>
                    <a:pt x="858" y="708"/>
                  </a:lnTo>
                  <a:lnTo>
                    <a:pt x="864" y="708"/>
                  </a:lnTo>
                  <a:lnTo>
                    <a:pt x="876" y="696"/>
                  </a:lnTo>
                  <a:lnTo>
                    <a:pt x="876" y="672"/>
                  </a:lnTo>
                  <a:lnTo>
                    <a:pt x="870" y="666"/>
                  </a:lnTo>
                  <a:lnTo>
                    <a:pt x="870" y="660"/>
                  </a:lnTo>
                  <a:lnTo>
                    <a:pt x="888" y="654"/>
                  </a:lnTo>
                  <a:lnTo>
                    <a:pt x="876" y="642"/>
                  </a:lnTo>
                  <a:lnTo>
                    <a:pt x="876" y="588"/>
                  </a:lnTo>
                  <a:lnTo>
                    <a:pt x="882" y="588"/>
                  </a:lnTo>
                  <a:lnTo>
                    <a:pt x="888" y="582"/>
                  </a:lnTo>
                  <a:lnTo>
                    <a:pt x="888" y="564"/>
                  </a:lnTo>
                  <a:lnTo>
                    <a:pt x="876" y="552"/>
                  </a:lnTo>
                  <a:lnTo>
                    <a:pt x="876" y="54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59" name="Andorra" descr="© INSCALE GmbH, 05.05.2010&#10;http://www.presentationload.com/">
              <a:extLst>
                <a:ext uri="{FF2B5EF4-FFF2-40B4-BE49-F238E27FC236}">
                  <a16:creationId xmlns:a16="http://schemas.microsoft.com/office/drawing/2014/main" id="{787B9D1C-7394-4E2D-8CD8-84B1B840D39B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783682" y="1874262"/>
              <a:ext cx="10339" cy="5138"/>
            </a:xfrm>
            <a:custGeom>
              <a:avLst/>
              <a:gdLst>
                <a:gd name="T0" fmla="*/ 2147483647 w 30"/>
                <a:gd name="T1" fmla="*/ 2147483647 h 18"/>
                <a:gd name="T2" fmla="*/ 2147483647 w 30"/>
                <a:gd name="T3" fmla="*/ 2147483647 h 18"/>
                <a:gd name="T4" fmla="*/ 2147483647 w 30"/>
                <a:gd name="T5" fmla="*/ 2147483647 h 18"/>
                <a:gd name="T6" fmla="*/ 2147483647 w 30"/>
                <a:gd name="T7" fmla="*/ 0 h 18"/>
                <a:gd name="T8" fmla="*/ 0 w 30"/>
                <a:gd name="T9" fmla="*/ 0 h 18"/>
                <a:gd name="T10" fmla="*/ 2147483647 w 30"/>
                <a:gd name="T11" fmla="*/ 2147483647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0"/>
                <a:gd name="T19" fmla="*/ 0 h 18"/>
                <a:gd name="T20" fmla="*/ 30 w 30"/>
                <a:gd name="T21" fmla="*/ 18 h 1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0" h="18">
                  <a:moveTo>
                    <a:pt x="6" y="18"/>
                  </a:moveTo>
                  <a:lnTo>
                    <a:pt x="18" y="12"/>
                  </a:lnTo>
                  <a:lnTo>
                    <a:pt x="30" y="12"/>
                  </a:lnTo>
                  <a:lnTo>
                    <a:pt x="30" y="0"/>
                  </a:lnTo>
                  <a:lnTo>
                    <a:pt x="0" y="0"/>
                  </a:lnTo>
                  <a:lnTo>
                    <a:pt x="6" y="1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60" name="Albania" descr="© INSCALE GmbH, 05.05.2010&#10;http://www.presentationload.com/">
              <a:extLst>
                <a:ext uri="{FF2B5EF4-FFF2-40B4-BE49-F238E27FC236}">
                  <a16:creationId xmlns:a16="http://schemas.microsoft.com/office/drawing/2014/main" id="{82AB09A9-D8A9-4A73-B92E-8CFD6B89DDC0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159773" y="1874263"/>
              <a:ext cx="47820" cy="80920"/>
            </a:xfrm>
            <a:custGeom>
              <a:avLst/>
              <a:gdLst>
                <a:gd name="T0" fmla="*/ 2147483647 w 144"/>
                <a:gd name="T1" fmla="*/ 2147483647 h 246"/>
                <a:gd name="T2" fmla="*/ 2147483647 w 144"/>
                <a:gd name="T3" fmla="*/ 2147483647 h 246"/>
                <a:gd name="T4" fmla="*/ 2147483647 w 144"/>
                <a:gd name="T5" fmla="*/ 2147483647 h 246"/>
                <a:gd name="T6" fmla="*/ 2147483647 w 144"/>
                <a:gd name="T7" fmla="*/ 2147483647 h 246"/>
                <a:gd name="T8" fmla="*/ 2147483647 w 144"/>
                <a:gd name="T9" fmla="*/ 2147483647 h 246"/>
                <a:gd name="T10" fmla="*/ 2147483647 w 144"/>
                <a:gd name="T11" fmla="*/ 2147483647 h 246"/>
                <a:gd name="T12" fmla="*/ 2147483647 w 144"/>
                <a:gd name="T13" fmla="*/ 2147483647 h 246"/>
                <a:gd name="T14" fmla="*/ 2147483647 w 144"/>
                <a:gd name="T15" fmla="*/ 2147483647 h 246"/>
                <a:gd name="T16" fmla="*/ 2147483647 w 144"/>
                <a:gd name="T17" fmla="*/ 2147483647 h 246"/>
                <a:gd name="T18" fmla="*/ 2147483647 w 144"/>
                <a:gd name="T19" fmla="*/ 2147483647 h 246"/>
                <a:gd name="T20" fmla="*/ 2147483647 w 144"/>
                <a:gd name="T21" fmla="*/ 2147483647 h 246"/>
                <a:gd name="T22" fmla="*/ 2147483647 w 144"/>
                <a:gd name="T23" fmla="*/ 2147483647 h 246"/>
                <a:gd name="T24" fmla="*/ 2147483647 w 144"/>
                <a:gd name="T25" fmla="*/ 2147483647 h 246"/>
                <a:gd name="T26" fmla="*/ 2147483647 w 144"/>
                <a:gd name="T27" fmla="*/ 2147483647 h 246"/>
                <a:gd name="T28" fmla="*/ 2147483647 w 144"/>
                <a:gd name="T29" fmla="*/ 2147483647 h 246"/>
                <a:gd name="T30" fmla="*/ 2147483647 w 144"/>
                <a:gd name="T31" fmla="*/ 2147483647 h 246"/>
                <a:gd name="T32" fmla="*/ 2147483647 w 144"/>
                <a:gd name="T33" fmla="*/ 2147483647 h 246"/>
                <a:gd name="T34" fmla="*/ 2147483647 w 144"/>
                <a:gd name="T35" fmla="*/ 2147483647 h 246"/>
                <a:gd name="T36" fmla="*/ 2147483647 w 144"/>
                <a:gd name="T37" fmla="*/ 2147483647 h 246"/>
                <a:gd name="T38" fmla="*/ 2147483647 w 144"/>
                <a:gd name="T39" fmla="*/ 0 h 246"/>
                <a:gd name="T40" fmla="*/ 2147483647 w 144"/>
                <a:gd name="T41" fmla="*/ 2147483647 h 246"/>
                <a:gd name="T42" fmla="*/ 2147483647 w 144"/>
                <a:gd name="T43" fmla="*/ 2147483647 h 246"/>
                <a:gd name="T44" fmla="*/ 0 w 144"/>
                <a:gd name="T45" fmla="*/ 2147483647 h 246"/>
                <a:gd name="T46" fmla="*/ 2147483647 w 144"/>
                <a:gd name="T47" fmla="*/ 2147483647 h 246"/>
                <a:gd name="T48" fmla="*/ 2147483647 w 144"/>
                <a:gd name="T49" fmla="*/ 2147483647 h 246"/>
                <a:gd name="T50" fmla="*/ 2147483647 w 144"/>
                <a:gd name="T51" fmla="*/ 2147483647 h 246"/>
                <a:gd name="T52" fmla="*/ 2147483647 w 144"/>
                <a:gd name="T53" fmla="*/ 2147483647 h 246"/>
                <a:gd name="T54" fmla="*/ 2147483647 w 144"/>
                <a:gd name="T55" fmla="*/ 2147483647 h 246"/>
                <a:gd name="T56" fmla="*/ 2147483647 w 144"/>
                <a:gd name="T57" fmla="*/ 2147483647 h 246"/>
                <a:gd name="T58" fmla="*/ 2147483647 w 144"/>
                <a:gd name="T59" fmla="*/ 2147483647 h 246"/>
                <a:gd name="T60" fmla="*/ 2147483647 w 144"/>
                <a:gd name="T61" fmla="*/ 2147483647 h 246"/>
                <a:gd name="T62" fmla="*/ 2147483647 w 144"/>
                <a:gd name="T63" fmla="*/ 2147483647 h 246"/>
                <a:gd name="T64" fmla="*/ 2147483647 w 144"/>
                <a:gd name="T65" fmla="*/ 2147483647 h 246"/>
                <a:gd name="T66" fmla="*/ 2147483647 w 144"/>
                <a:gd name="T67" fmla="*/ 2147483647 h 246"/>
                <a:gd name="T68" fmla="*/ 2147483647 w 144"/>
                <a:gd name="T69" fmla="*/ 2147483647 h 246"/>
                <a:gd name="T70" fmla="*/ 2147483647 w 144"/>
                <a:gd name="T71" fmla="*/ 2147483647 h 246"/>
                <a:gd name="T72" fmla="*/ 2147483647 w 144"/>
                <a:gd name="T73" fmla="*/ 2147483647 h 246"/>
                <a:gd name="T74" fmla="*/ 2147483647 w 144"/>
                <a:gd name="T75" fmla="*/ 2147483647 h 246"/>
                <a:gd name="T76" fmla="*/ 2147483647 w 144"/>
                <a:gd name="T77" fmla="*/ 2147483647 h 246"/>
                <a:gd name="T78" fmla="*/ 2147483647 w 144"/>
                <a:gd name="T79" fmla="*/ 2147483647 h 246"/>
                <a:gd name="T80" fmla="*/ 2147483647 w 144"/>
                <a:gd name="T81" fmla="*/ 2147483647 h 246"/>
                <a:gd name="T82" fmla="*/ 2147483647 w 144"/>
                <a:gd name="T83" fmla="*/ 2147483647 h 246"/>
                <a:gd name="T84" fmla="*/ 2147483647 w 144"/>
                <a:gd name="T85" fmla="*/ 2147483647 h 246"/>
                <a:gd name="T86" fmla="*/ 2147483647 w 144"/>
                <a:gd name="T87" fmla="*/ 2147483647 h 246"/>
                <a:gd name="T88" fmla="*/ 2147483647 w 144"/>
                <a:gd name="T89" fmla="*/ 2147483647 h 24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44"/>
                <a:gd name="T136" fmla="*/ 0 h 246"/>
                <a:gd name="T137" fmla="*/ 144 w 144"/>
                <a:gd name="T138" fmla="*/ 246 h 24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44" h="246">
                  <a:moveTo>
                    <a:pt x="96" y="210"/>
                  </a:moveTo>
                  <a:lnTo>
                    <a:pt x="96" y="204"/>
                  </a:lnTo>
                  <a:lnTo>
                    <a:pt x="108" y="204"/>
                  </a:lnTo>
                  <a:lnTo>
                    <a:pt x="120" y="198"/>
                  </a:lnTo>
                  <a:lnTo>
                    <a:pt x="120" y="174"/>
                  </a:lnTo>
                  <a:lnTo>
                    <a:pt x="138" y="174"/>
                  </a:lnTo>
                  <a:lnTo>
                    <a:pt x="144" y="168"/>
                  </a:lnTo>
                  <a:lnTo>
                    <a:pt x="144" y="138"/>
                  </a:lnTo>
                  <a:lnTo>
                    <a:pt x="120" y="144"/>
                  </a:lnTo>
                  <a:lnTo>
                    <a:pt x="120" y="126"/>
                  </a:lnTo>
                  <a:lnTo>
                    <a:pt x="114" y="126"/>
                  </a:lnTo>
                  <a:lnTo>
                    <a:pt x="108" y="120"/>
                  </a:lnTo>
                  <a:lnTo>
                    <a:pt x="108" y="96"/>
                  </a:lnTo>
                  <a:lnTo>
                    <a:pt x="102" y="84"/>
                  </a:lnTo>
                  <a:lnTo>
                    <a:pt x="102" y="42"/>
                  </a:lnTo>
                  <a:lnTo>
                    <a:pt x="96" y="24"/>
                  </a:lnTo>
                  <a:lnTo>
                    <a:pt x="84" y="24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36" y="0"/>
                  </a:lnTo>
                  <a:lnTo>
                    <a:pt x="36" y="18"/>
                  </a:lnTo>
                  <a:lnTo>
                    <a:pt x="24" y="24"/>
                  </a:lnTo>
                  <a:lnTo>
                    <a:pt x="0" y="24"/>
                  </a:lnTo>
                  <a:lnTo>
                    <a:pt x="18" y="36"/>
                  </a:lnTo>
                  <a:lnTo>
                    <a:pt x="24" y="30"/>
                  </a:lnTo>
                  <a:lnTo>
                    <a:pt x="30" y="48"/>
                  </a:lnTo>
                  <a:lnTo>
                    <a:pt x="18" y="60"/>
                  </a:lnTo>
                  <a:lnTo>
                    <a:pt x="24" y="66"/>
                  </a:lnTo>
                  <a:lnTo>
                    <a:pt x="48" y="66"/>
                  </a:lnTo>
                  <a:lnTo>
                    <a:pt x="48" y="84"/>
                  </a:lnTo>
                  <a:lnTo>
                    <a:pt x="42" y="96"/>
                  </a:lnTo>
                  <a:lnTo>
                    <a:pt x="42" y="114"/>
                  </a:lnTo>
                  <a:lnTo>
                    <a:pt x="36" y="132"/>
                  </a:lnTo>
                  <a:lnTo>
                    <a:pt x="36" y="156"/>
                  </a:lnTo>
                  <a:lnTo>
                    <a:pt x="24" y="180"/>
                  </a:lnTo>
                  <a:lnTo>
                    <a:pt x="24" y="186"/>
                  </a:lnTo>
                  <a:lnTo>
                    <a:pt x="42" y="204"/>
                  </a:lnTo>
                  <a:lnTo>
                    <a:pt x="54" y="210"/>
                  </a:lnTo>
                  <a:lnTo>
                    <a:pt x="60" y="216"/>
                  </a:lnTo>
                  <a:lnTo>
                    <a:pt x="60" y="234"/>
                  </a:lnTo>
                  <a:lnTo>
                    <a:pt x="66" y="240"/>
                  </a:lnTo>
                  <a:lnTo>
                    <a:pt x="84" y="240"/>
                  </a:lnTo>
                  <a:lnTo>
                    <a:pt x="90" y="246"/>
                  </a:lnTo>
                  <a:lnTo>
                    <a:pt x="96" y="246"/>
                  </a:lnTo>
                  <a:lnTo>
                    <a:pt x="96" y="21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61" name="Algeria" descr="© INSCALE GmbH, 05.05.2010&#10;http://www.presentationload.com/">
              <a:extLst>
                <a:ext uri="{FF2B5EF4-FFF2-40B4-BE49-F238E27FC236}">
                  <a16:creationId xmlns:a16="http://schemas.microsoft.com/office/drawing/2014/main" id="{9BBBA146-948E-41C3-A445-A5C85EEF7ABD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525199" y="2018119"/>
              <a:ext cx="488533" cy="480381"/>
            </a:xfrm>
            <a:custGeom>
              <a:avLst/>
              <a:gdLst>
                <a:gd name="T0" fmla="*/ 2147483647 w 1476"/>
                <a:gd name="T1" fmla="*/ 2147483647 h 1464"/>
                <a:gd name="T2" fmla="*/ 2147483647 w 1476"/>
                <a:gd name="T3" fmla="*/ 2147483647 h 1464"/>
                <a:gd name="T4" fmla="*/ 2147483647 w 1476"/>
                <a:gd name="T5" fmla="*/ 2147483647 h 1464"/>
                <a:gd name="T6" fmla="*/ 2147483647 w 1476"/>
                <a:gd name="T7" fmla="*/ 2147483647 h 1464"/>
                <a:gd name="T8" fmla="*/ 2147483647 w 1476"/>
                <a:gd name="T9" fmla="*/ 2147483647 h 1464"/>
                <a:gd name="T10" fmla="*/ 2147483647 w 1476"/>
                <a:gd name="T11" fmla="*/ 2147483647 h 1464"/>
                <a:gd name="T12" fmla="*/ 2147483647 w 1476"/>
                <a:gd name="T13" fmla="*/ 2147483647 h 1464"/>
                <a:gd name="T14" fmla="*/ 2147483647 w 1476"/>
                <a:gd name="T15" fmla="*/ 2147483647 h 1464"/>
                <a:gd name="T16" fmla="*/ 2147483647 w 1476"/>
                <a:gd name="T17" fmla="*/ 2147483647 h 1464"/>
                <a:gd name="T18" fmla="*/ 2147483647 w 1476"/>
                <a:gd name="T19" fmla="*/ 2147483647 h 1464"/>
                <a:gd name="T20" fmla="*/ 2147483647 w 1476"/>
                <a:gd name="T21" fmla="*/ 2147483647 h 1464"/>
                <a:gd name="T22" fmla="*/ 2147483647 w 1476"/>
                <a:gd name="T23" fmla="*/ 2147483647 h 1464"/>
                <a:gd name="T24" fmla="*/ 2147483647 w 1476"/>
                <a:gd name="T25" fmla="*/ 2147483647 h 1464"/>
                <a:gd name="T26" fmla="*/ 2147483647 w 1476"/>
                <a:gd name="T27" fmla="*/ 2147483647 h 1464"/>
                <a:gd name="T28" fmla="*/ 2147483647 w 1476"/>
                <a:gd name="T29" fmla="*/ 2147483647 h 1464"/>
                <a:gd name="T30" fmla="*/ 2147483647 w 1476"/>
                <a:gd name="T31" fmla="*/ 2147483647 h 1464"/>
                <a:gd name="T32" fmla="*/ 2147483647 w 1476"/>
                <a:gd name="T33" fmla="*/ 2147483647 h 1464"/>
                <a:gd name="T34" fmla="*/ 2147483647 w 1476"/>
                <a:gd name="T35" fmla="*/ 2147483647 h 1464"/>
                <a:gd name="T36" fmla="*/ 2147483647 w 1476"/>
                <a:gd name="T37" fmla="*/ 2147483647 h 1464"/>
                <a:gd name="T38" fmla="*/ 2147483647 w 1476"/>
                <a:gd name="T39" fmla="*/ 2147483647 h 1464"/>
                <a:gd name="T40" fmla="*/ 2147483647 w 1476"/>
                <a:gd name="T41" fmla="*/ 2147483647 h 1464"/>
                <a:gd name="T42" fmla="*/ 2147483647 w 1476"/>
                <a:gd name="T43" fmla="*/ 2147483647 h 1464"/>
                <a:gd name="T44" fmla="*/ 2147483647 w 1476"/>
                <a:gd name="T45" fmla="*/ 2147483647 h 1464"/>
                <a:gd name="T46" fmla="*/ 2147483647 w 1476"/>
                <a:gd name="T47" fmla="*/ 2147483647 h 1464"/>
                <a:gd name="T48" fmla="*/ 2147483647 w 1476"/>
                <a:gd name="T49" fmla="*/ 2147483647 h 1464"/>
                <a:gd name="T50" fmla="*/ 2147483647 w 1476"/>
                <a:gd name="T51" fmla="*/ 2147483647 h 1464"/>
                <a:gd name="T52" fmla="*/ 2147483647 w 1476"/>
                <a:gd name="T53" fmla="*/ 2147483647 h 1464"/>
                <a:gd name="T54" fmla="*/ 2147483647 w 1476"/>
                <a:gd name="T55" fmla="*/ 2147483647 h 1464"/>
                <a:gd name="T56" fmla="*/ 2147483647 w 1476"/>
                <a:gd name="T57" fmla="*/ 2147483647 h 1464"/>
                <a:gd name="T58" fmla="*/ 2147483647 w 1476"/>
                <a:gd name="T59" fmla="*/ 2147483647 h 1464"/>
                <a:gd name="T60" fmla="*/ 2147483647 w 1476"/>
                <a:gd name="T61" fmla="*/ 2147483647 h 1464"/>
                <a:gd name="T62" fmla="*/ 2147483647 w 1476"/>
                <a:gd name="T63" fmla="*/ 2147483647 h 1464"/>
                <a:gd name="T64" fmla="*/ 2147483647 w 1476"/>
                <a:gd name="T65" fmla="*/ 2147483647 h 1464"/>
                <a:gd name="T66" fmla="*/ 2147483647 w 1476"/>
                <a:gd name="T67" fmla="*/ 2147483647 h 1464"/>
                <a:gd name="T68" fmla="*/ 2147483647 w 1476"/>
                <a:gd name="T69" fmla="*/ 2147483647 h 1464"/>
                <a:gd name="T70" fmla="*/ 2147483647 w 1476"/>
                <a:gd name="T71" fmla="*/ 2147483647 h 1464"/>
                <a:gd name="T72" fmla="*/ 2147483647 w 1476"/>
                <a:gd name="T73" fmla="*/ 2147483647 h 1464"/>
                <a:gd name="T74" fmla="*/ 2147483647 w 1476"/>
                <a:gd name="T75" fmla="*/ 2147483647 h 1464"/>
                <a:gd name="T76" fmla="*/ 2147483647 w 1476"/>
                <a:gd name="T77" fmla="*/ 2147483647 h 1464"/>
                <a:gd name="T78" fmla="*/ 2147483647 w 1476"/>
                <a:gd name="T79" fmla="*/ 2147483647 h 1464"/>
                <a:gd name="T80" fmla="*/ 2147483647 w 1476"/>
                <a:gd name="T81" fmla="*/ 2147483647 h 1464"/>
                <a:gd name="T82" fmla="*/ 2147483647 w 1476"/>
                <a:gd name="T83" fmla="*/ 2147483647 h 1464"/>
                <a:gd name="T84" fmla="*/ 2147483647 w 1476"/>
                <a:gd name="T85" fmla="*/ 2147483647 h 1464"/>
                <a:gd name="T86" fmla="*/ 2147483647 w 1476"/>
                <a:gd name="T87" fmla="*/ 2147483647 h 1464"/>
                <a:gd name="T88" fmla="*/ 2147483647 w 1476"/>
                <a:gd name="T89" fmla="*/ 2147483647 h 1464"/>
                <a:gd name="T90" fmla="*/ 2147483647 w 1476"/>
                <a:gd name="T91" fmla="*/ 2147483647 h 1464"/>
                <a:gd name="T92" fmla="*/ 2147483647 w 1476"/>
                <a:gd name="T93" fmla="*/ 2147483647 h 1464"/>
                <a:gd name="T94" fmla="*/ 2147483647 w 1476"/>
                <a:gd name="T95" fmla="*/ 2147483647 h 1464"/>
                <a:gd name="T96" fmla="*/ 2147483647 w 1476"/>
                <a:gd name="T97" fmla="*/ 2147483647 h 1464"/>
                <a:gd name="T98" fmla="*/ 2147483647 w 1476"/>
                <a:gd name="T99" fmla="*/ 2147483647 h 1464"/>
                <a:gd name="T100" fmla="*/ 2147483647 w 1476"/>
                <a:gd name="T101" fmla="*/ 2147483647 h 1464"/>
                <a:gd name="T102" fmla="*/ 2147483647 w 1476"/>
                <a:gd name="T103" fmla="*/ 2147483647 h 1464"/>
                <a:gd name="T104" fmla="*/ 2147483647 w 1476"/>
                <a:gd name="T105" fmla="*/ 2147483647 h 146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476"/>
                <a:gd name="T160" fmla="*/ 0 h 1464"/>
                <a:gd name="T161" fmla="*/ 1476 w 1476"/>
                <a:gd name="T162" fmla="*/ 1464 h 146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476" h="1464">
                  <a:moveTo>
                    <a:pt x="360" y="534"/>
                  </a:moveTo>
                  <a:lnTo>
                    <a:pt x="318" y="534"/>
                  </a:lnTo>
                  <a:lnTo>
                    <a:pt x="312" y="546"/>
                  </a:lnTo>
                  <a:lnTo>
                    <a:pt x="306" y="552"/>
                  </a:lnTo>
                  <a:lnTo>
                    <a:pt x="294" y="576"/>
                  </a:lnTo>
                  <a:lnTo>
                    <a:pt x="282" y="588"/>
                  </a:lnTo>
                  <a:lnTo>
                    <a:pt x="258" y="588"/>
                  </a:lnTo>
                  <a:lnTo>
                    <a:pt x="246" y="582"/>
                  </a:lnTo>
                  <a:lnTo>
                    <a:pt x="234" y="582"/>
                  </a:lnTo>
                  <a:lnTo>
                    <a:pt x="228" y="594"/>
                  </a:lnTo>
                  <a:lnTo>
                    <a:pt x="204" y="600"/>
                  </a:lnTo>
                  <a:lnTo>
                    <a:pt x="204" y="606"/>
                  </a:lnTo>
                  <a:lnTo>
                    <a:pt x="198" y="618"/>
                  </a:lnTo>
                  <a:lnTo>
                    <a:pt x="186" y="618"/>
                  </a:lnTo>
                  <a:lnTo>
                    <a:pt x="180" y="612"/>
                  </a:lnTo>
                  <a:lnTo>
                    <a:pt x="168" y="606"/>
                  </a:lnTo>
                  <a:lnTo>
                    <a:pt x="138" y="624"/>
                  </a:lnTo>
                  <a:lnTo>
                    <a:pt x="120" y="624"/>
                  </a:lnTo>
                  <a:lnTo>
                    <a:pt x="120" y="630"/>
                  </a:lnTo>
                  <a:lnTo>
                    <a:pt x="90" y="660"/>
                  </a:lnTo>
                  <a:lnTo>
                    <a:pt x="78" y="666"/>
                  </a:lnTo>
                  <a:lnTo>
                    <a:pt x="72" y="672"/>
                  </a:lnTo>
                  <a:lnTo>
                    <a:pt x="60" y="678"/>
                  </a:lnTo>
                  <a:lnTo>
                    <a:pt x="54" y="708"/>
                  </a:lnTo>
                  <a:lnTo>
                    <a:pt x="54" y="768"/>
                  </a:lnTo>
                  <a:lnTo>
                    <a:pt x="0" y="768"/>
                  </a:lnTo>
                  <a:lnTo>
                    <a:pt x="54" y="768"/>
                  </a:lnTo>
                  <a:lnTo>
                    <a:pt x="54" y="804"/>
                  </a:lnTo>
                  <a:lnTo>
                    <a:pt x="312" y="984"/>
                  </a:lnTo>
                  <a:lnTo>
                    <a:pt x="720" y="1296"/>
                  </a:lnTo>
                  <a:lnTo>
                    <a:pt x="720" y="1320"/>
                  </a:lnTo>
                  <a:lnTo>
                    <a:pt x="744" y="1320"/>
                  </a:lnTo>
                  <a:lnTo>
                    <a:pt x="750" y="1326"/>
                  </a:lnTo>
                  <a:lnTo>
                    <a:pt x="750" y="1344"/>
                  </a:lnTo>
                  <a:lnTo>
                    <a:pt x="762" y="1356"/>
                  </a:lnTo>
                  <a:lnTo>
                    <a:pt x="798" y="1356"/>
                  </a:lnTo>
                  <a:lnTo>
                    <a:pt x="804" y="1386"/>
                  </a:lnTo>
                  <a:lnTo>
                    <a:pt x="810" y="1386"/>
                  </a:lnTo>
                  <a:lnTo>
                    <a:pt x="816" y="1380"/>
                  </a:lnTo>
                  <a:lnTo>
                    <a:pt x="846" y="1380"/>
                  </a:lnTo>
                  <a:lnTo>
                    <a:pt x="858" y="1386"/>
                  </a:lnTo>
                  <a:lnTo>
                    <a:pt x="870" y="1410"/>
                  </a:lnTo>
                  <a:lnTo>
                    <a:pt x="870" y="1428"/>
                  </a:lnTo>
                  <a:lnTo>
                    <a:pt x="852" y="1446"/>
                  </a:lnTo>
                  <a:lnTo>
                    <a:pt x="852" y="1452"/>
                  </a:lnTo>
                  <a:lnTo>
                    <a:pt x="858" y="1458"/>
                  </a:lnTo>
                  <a:lnTo>
                    <a:pt x="870" y="1464"/>
                  </a:lnTo>
                  <a:lnTo>
                    <a:pt x="900" y="1464"/>
                  </a:lnTo>
                  <a:lnTo>
                    <a:pt x="906" y="1458"/>
                  </a:lnTo>
                  <a:lnTo>
                    <a:pt x="924" y="1458"/>
                  </a:lnTo>
                  <a:lnTo>
                    <a:pt x="954" y="1452"/>
                  </a:lnTo>
                  <a:lnTo>
                    <a:pt x="984" y="1440"/>
                  </a:lnTo>
                  <a:lnTo>
                    <a:pt x="1020" y="1434"/>
                  </a:lnTo>
                  <a:lnTo>
                    <a:pt x="1038" y="1434"/>
                  </a:lnTo>
                  <a:lnTo>
                    <a:pt x="1062" y="1416"/>
                  </a:lnTo>
                  <a:lnTo>
                    <a:pt x="1098" y="1386"/>
                  </a:lnTo>
                  <a:lnTo>
                    <a:pt x="1128" y="1350"/>
                  </a:lnTo>
                  <a:lnTo>
                    <a:pt x="1158" y="1326"/>
                  </a:lnTo>
                  <a:lnTo>
                    <a:pt x="1182" y="1314"/>
                  </a:lnTo>
                  <a:lnTo>
                    <a:pt x="1224" y="1284"/>
                  </a:lnTo>
                  <a:lnTo>
                    <a:pt x="1272" y="1248"/>
                  </a:lnTo>
                  <a:lnTo>
                    <a:pt x="1332" y="1206"/>
                  </a:lnTo>
                  <a:lnTo>
                    <a:pt x="1386" y="1170"/>
                  </a:lnTo>
                  <a:lnTo>
                    <a:pt x="1434" y="1134"/>
                  </a:lnTo>
                  <a:lnTo>
                    <a:pt x="1464" y="1110"/>
                  </a:lnTo>
                  <a:lnTo>
                    <a:pt x="1476" y="1104"/>
                  </a:lnTo>
                  <a:lnTo>
                    <a:pt x="1476" y="1098"/>
                  </a:lnTo>
                  <a:lnTo>
                    <a:pt x="1470" y="1092"/>
                  </a:lnTo>
                  <a:lnTo>
                    <a:pt x="1464" y="1080"/>
                  </a:lnTo>
                  <a:lnTo>
                    <a:pt x="1458" y="1062"/>
                  </a:lnTo>
                  <a:lnTo>
                    <a:pt x="1452" y="1050"/>
                  </a:lnTo>
                  <a:lnTo>
                    <a:pt x="1452" y="1044"/>
                  </a:lnTo>
                  <a:lnTo>
                    <a:pt x="1440" y="1032"/>
                  </a:lnTo>
                  <a:lnTo>
                    <a:pt x="1428" y="1032"/>
                  </a:lnTo>
                  <a:lnTo>
                    <a:pt x="1392" y="1014"/>
                  </a:lnTo>
                  <a:lnTo>
                    <a:pt x="1386" y="1014"/>
                  </a:lnTo>
                  <a:lnTo>
                    <a:pt x="1362" y="1026"/>
                  </a:lnTo>
                  <a:lnTo>
                    <a:pt x="1338" y="1002"/>
                  </a:lnTo>
                  <a:lnTo>
                    <a:pt x="1338" y="960"/>
                  </a:lnTo>
                  <a:lnTo>
                    <a:pt x="1332" y="954"/>
                  </a:lnTo>
                  <a:lnTo>
                    <a:pt x="1326" y="942"/>
                  </a:lnTo>
                  <a:lnTo>
                    <a:pt x="1314" y="930"/>
                  </a:lnTo>
                  <a:lnTo>
                    <a:pt x="1308" y="912"/>
                  </a:lnTo>
                  <a:lnTo>
                    <a:pt x="1296" y="900"/>
                  </a:lnTo>
                  <a:lnTo>
                    <a:pt x="1290" y="888"/>
                  </a:lnTo>
                  <a:lnTo>
                    <a:pt x="1290" y="882"/>
                  </a:lnTo>
                  <a:lnTo>
                    <a:pt x="1296" y="876"/>
                  </a:lnTo>
                  <a:lnTo>
                    <a:pt x="1308" y="876"/>
                  </a:lnTo>
                  <a:lnTo>
                    <a:pt x="1320" y="870"/>
                  </a:lnTo>
                  <a:lnTo>
                    <a:pt x="1326" y="864"/>
                  </a:lnTo>
                  <a:lnTo>
                    <a:pt x="1332" y="852"/>
                  </a:lnTo>
                  <a:lnTo>
                    <a:pt x="1332" y="840"/>
                  </a:lnTo>
                  <a:lnTo>
                    <a:pt x="1326" y="834"/>
                  </a:lnTo>
                  <a:lnTo>
                    <a:pt x="1326" y="828"/>
                  </a:lnTo>
                  <a:lnTo>
                    <a:pt x="1320" y="774"/>
                  </a:lnTo>
                  <a:lnTo>
                    <a:pt x="1332" y="750"/>
                  </a:lnTo>
                  <a:lnTo>
                    <a:pt x="1326" y="732"/>
                  </a:lnTo>
                  <a:lnTo>
                    <a:pt x="1326" y="726"/>
                  </a:lnTo>
                  <a:lnTo>
                    <a:pt x="1332" y="720"/>
                  </a:lnTo>
                  <a:lnTo>
                    <a:pt x="1332" y="690"/>
                  </a:lnTo>
                  <a:lnTo>
                    <a:pt x="1338" y="678"/>
                  </a:lnTo>
                  <a:lnTo>
                    <a:pt x="1338" y="672"/>
                  </a:lnTo>
                  <a:lnTo>
                    <a:pt x="1326" y="648"/>
                  </a:lnTo>
                  <a:lnTo>
                    <a:pt x="1302" y="588"/>
                  </a:lnTo>
                  <a:lnTo>
                    <a:pt x="1290" y="570"/>
                  </a:lnTo>
                  <a:lnTo>
                    <a:pt x="1296" y="564"/>
                  </a:lnTo>
                  <a:lnTo>
                    <a:pt x="1308" y="558"/>
                  </a:lnTo>
                  <a:lnTo>
                    <a:pt x="1296" y="528"/>
                  </a:lnTo>
                  <a:lnTo>
                    <a:pt x="1284" y="480"/>
                  </a:lnTo>
                  <a:lnTo>
                    <a:pt x="1278" y="438"/>
                  </a:lnTo>
                  <a:lnTo>
                    <a:pt x="1272" y="414"/>
                  </a:lnTo>
                  <a:lnTo>
                    <a:pt x="1266" y="408"/>
                  </a:lnTo>
                  <a:lnTo>
                    <a:pt x="1260" y="396"/>
                  </a:lnTo>
                  <a:lnTo>
                    <a:pt x="1236" y="384"/>
                  </a:lnTo>
                  <a:lnTo>
                    <a:pt x="1230" y="378"/>
                  </a:lnTo>
                  <a:lnTo>
                    <a:pt x="1224" y="378"/>
                  </a:lnTo>
                  <a:lnTo>
                    <a:pt x="1224" y="336"/>
                  </a:lnTo>
                  <a:lnTo>
                    <a:pt x="1212" y="324"/>
                  </a:lnTo>
                  <a:lnTo>
                    <a:pt x="1194" y="318"/>
                  </a:lnTo>
                  <a:lnTo>
                    <a:pt x="1182" y="318"/>
                  </a:lnTo>
                  <a:lnTo>
                    <a:pt x="1182" y="288"/>
                  </a:lnTo>
                  <a:lnTo>
                    <a:pt x="1170" y="288"/>
                  </a:lnTo>
                  <a:lnTo>
                    <a:pt x="1170" y="246"/>
                  </a:lnTo>
                  <a:lnTo>
                    <a:pt x="1194" y="222"/>
                  </a:lnTo>
                  <a:lnTo>
                    <a:pt x="1218" y="204"/>
                  </a:lnTo>
                  <a:lnTo>
                    <a:pt x="1218" y="198"/>
                  </a:lnTo>
                  <a:lnTo>
                    <a:pt x="1224" y="192"/>
                  </a:lnTo>
                  <a:lnTo>
                    <a:pt x="1224" y="180"/>
                  </a:lnTo>
                  <a:lnTo>
                    <a:pt x="1230" y="168"/>
                  </a:lnTo>
                  <a:lnTo>
                    <a:pt x="1230" y="126"/>
                  </a:lnTo>
                  <a:lnTo>
                    <a:pt x="1224" y="114"/>
                  </a:lnTo>
                  <a:lnTo>
                    <a:pt x="1224" y="78"/>
                  </a:lnTo>
                  <a:lnTo>
                    <a:pt x="1230" y="66"/>
                  </a:lnTo>
                  <a:lnTo>
                    <a:pt x="1230" y="54"/>
                  </a:lnTo>
                  <a:lnTo>
                    <a:pt x="1212" y="48"/>
                  </a:lnTo>
                  <a:lnTo>
                    <a:pt x="1254" y="30"/>
                  </a:lnTo>
                  <a:lnTo>
                    <a:pt x="1254" y="18"/>
                  </a:lnTo>
                  <a:lnTo>
                    <a:pt x="1242" y="18"/>
                  </a:lnTo>
                  <a:lnTo>
                    <a:pt x="1236" y="12"/>
                  </a:lnTo>
                  <a:lnTo>
                    <a:pt x="1224" y="12"/>
                  </a:lnTo>
                  <a:lnTo>
                    <a:pt x="1206" y="24"/>
                  </a:lnTo>
                  <a:lnTo>
                    <a:pt x="1170" y="6"/>
                  </a:lnTo>
                  <a:lnTo>
                    <a:pt x="1152" y="6"/>
                  </a:lnTo>
                  <a:lnTo>
                    <a:pt x="1152" y="18"/>
                  </a:lnTo>
                  <a:lnTo>
                    <a:pt x="1116" y="18"/>
                  </a:lnTo>
                  <a:lnTo>
                    <a:pt x="1092" y="0"/>
                  </a:lnTo>
                  <a:lnTo>
                    <a:pt x="1086" y="30"/>
                  </a:lnTo>
                  <a:lnTo>
                    <a:pt x="1056" y="18"/>
                  </a:lnTo>
                  <a:lnTo>
                    <a:pt x="1026" y="42"/>
                  </a:lnTo>
                  <a:lnTo>
                    <a:pt x="1002" y="30"/>
                  </a:lnTo>
                  <a:lnTo>
                    <a:pt x="984" y="30"/>
                  </a:lnTo>
                  <a:lnTo>
                    <a:pt x="966" y="24"/>
                  </a:lnTo>
                  <a:lnTo>
                    <a:pt x="948" y="24"/>
                  </a:lnTo>
                  <a:lnTo>
                    <a:pt x="924" y="30"/>
                  </a:lnTo>
                  <a:lnTo>
                    <a:pt x="906" y="30"/>
                  </a:lnTo>
                  <a:lnTo>
                    <a:pt x="900" y="36"/>
                  </a:lnTo>
                  <a:lnTo>
                    <a:pt x="888" y="36"/>
                  </a:lnTo>
                  <a:lnTo>
                    <a:pt x="876" y="42"/>
                  </a:lnTo>
                  <a:lnTo>
                    <a:pt x="816" y="42"/>
                  </a:lnTo>
                  <a:lnTo>
                    <a:pt x="810" y="48"/>
                  </a:lnTo>
                  <a:lnTo>
                    <a:pt x="750" y="48"/>
                  </a:lnTo>
                  <a:lnTo>
                    <a:pt x="744" y="54"/>
                  </a:lnTo>
                  <a:lnTo>
                    <a:pt x="726" y="54"/>
                  </a:lnTo>
                  <a:lnTo>
                    <a:pt x="714" y="60"/>
                  </a:lnTo>
                  <a:lnTo>
                    <a:pt x="696" y="66"/>
                  </a:lnTo>
                  <a:lnTo>
                    <a:pt x="684" y="78"/>
                  </a:lnTo>
                  <a:lnTo>
                    <a:pt x="678" y="90"/>
                  </a:lnTo>
                  <a:lnTo>
                    <a:pt x="666" y="102"/>
                  </a:lnTo>
                  <a:lnTo>
                    <a:pt x="666" y="108"/>
                  </a:lnTo>
                  <a:lnTo>
                    <a:pt x="636" y="108"/>
                  </a:lnTo>
                  <a:lnTo>
                    <a:pt x="624" y="114"/>
                  </a:lnTo>
                  <a:lnTo>
                    <a:pt x="606" y="114"/>
                  </a:lnTo>
                  <a:lnTo>
                    <a:pt x="594" y="120"/>
                  </a:lnTo>
                  <a:lnTo>
                    <a:pt x="588" y="126"/>
                  </a:lnTo>
                  <a:lnTo>
                    <a:pt x="588" y="132"/>
                  </a:lnTo>
                  <a:lnTo>
                    <a:pt x="558" y="162"/>
                  </a:lnTo>
                  <a:lnTo>
                    <a:pt x="546" y="168"/>
                  </a:lnTo>
                  <a:lnTo>
                    <a:pt x="522" y="168"/>
                  </a:lnTo>
                  <a:lnTo>
                    <a:pt x="528" y="174"/>
                  </a:lnTo>
                  <a:lnTo>
                    <a:pt x="534" y="186"/>
                  </a:lnTo>
                  <a:lnTo>
                    <a:pt x="546" y="192"/>
                  </a:lnTo>
                  <a:lnTo>
                    <a:pt x="540" y="198"/>
                  </a:lnTo>
                  <a:lnTo>
                    <a:pt x="540" y="210"/>
                  </a:lnTo>
                  <a:lnTo>
                    <a:pt x="552" y="210"/>
                  </a:lnTo>
                  <a:lnTo>
                    <a:pt x="546" y="276"/>
                  </a:lnTo>
                  <a:lnTo>
                    <a:pt x="558" y="294"/>
                  </a:lnTo>
                  <a:lnTo>
                    <a:pt x="546" y="324"/>
                  </a:lnTo>
                  <a:lnTo>
                    <a:pt x="564" y="324"/>
                  </a:lnTo>
                  <a:lnTo>
                    <a:pt x="564" y="354"/>
                  </a:lnTo>
                  <a:lnTo>
                    <a:pt x="588" y="372"/>
                  </a:lnTo>
                  <a:lnTo>
                    <a:pt x="570" y="390"/>
                  </a:lnTo>
                  <a:lnTo>
                    <a:pt x="570" y="402"/>
                  </a:lnTo>
                  <a:lnTo>
                    <a:pt x="516" y="408"/>
                  </a:lnTo>
                  <a:lnTo>
                    <a:pt x="504" y="402"/>
                  </a:lnTo>
                  <a:lnTo>
                    <a:pt x="486" y="402"/>
                  </a:lnTo>
                  <a:lnTo>
                    <a:pt x="486" y="408"/>
                  </a:lnTo>
                  <a:lnTo>
                    <a:pt x="480" y="414"/>
                  </a:lnTo>
                  <a:lnTo>
                    <a:pt x="474" y="408"/>
                  </a:lnTo>
                  <a:lnTo>
                    <a:pt x="462" y="408"/>
                  </a:lnTo>
                  <a:lnTo>
                    <a:pt x="462" y="414"/>
                  </a:lnTo>
                  <a:lnTo>
                    <a:pt x="456" y="420"/>
                  </a:lnTo>
                  <a:lnTo>
                    <a:pt x="456" y="432"/>
                  </a:lnTo>
                  <a:lnTo>
                    <a:pt x="432" y="432"/>
                  </a:lnTo>
                  <a:lnTo>
                    <a:pt x="420" y="438"/>
                  </a:lnTo>
                  <a:lnTo>
                    <a:pt x="396" y="438"/>
                  </a:lnTo>
                  <a:lnTo>
                    <a:pt x="390" y="444"/>
                  </a:lnTo>
                  <a:lnTo>
                    <a:pt x="390" y="456"/>
                  </a:lnTo>
                  <a:lnTo>
                    <a:pt x="396" y="462"/>
                  </a:lnTo>
                  <a:lnTo>
                    <a:pt x="402" y="474"/>
                  </a:lnTo>
                  <a:lnTo>
                    <a:pt x="414" y="492"/>
                  </a:lnTo>
                  <a:lnTo>
                    <a:pt x="390" y="504"/>
                  </a:lnTo>
                  <a:lnTo>
                    <a:pt x="390" y="510"/>
                  </a:lnTo>
                  <a:lnTo>
                    <a:pt x="378" y="522"/>
                  </a:lnTo>
                  <a:lnTo>
                    <a:pt x="366" y="528"/>
                  </a:lnTo>
                  <a:lnTo>
                    <a:pt x="360" y="53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62" name="Afghan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3E9D71B8-042F-49FF-A1E4-D658D4A8360C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5090316" y="1982154"/>
              <a:ext cx="299842" cy="242760"/>
            </a:xfrm>
            <a:custGeom>
              <a:avLst/>
              <a:gdLst>
                <a:gd name="T0" fmla="*/ 2147483647 w 906"/>
                <a:gd name="T1" fmla="*/ 2147483647 h 738"/>
                <a:gd name="T2" fmla="*/ 2147483647 w 906"/>
                <a:gd name="T3" fmla="*/ 2147483647 h 738"/>
                <a:gd name="T4" fmla="*/ 2147483647 w 906"/>
                <a:gd name="T5" fmla="*/ 2147483647 h 738"/>
                <a:gd name="T6" fmla="*/ 2147483647 w 906"/>
                <a:gd name="T7" fmla="*/ 2147483647 h 738"/>
                <a:gd name="T8" fmla="*/ 2147483647 w 906"/>
                <a:gd name="T9" fmla="*/ 2147483647 h 738"/>
                <a:gd name="T10" fmla="*/ 2147483647 w 906"/>
                <a:gd name="T11" fmla="*/ 0 h 738"/>
                <a:gd name="T12" fmla="*/ 2147483647 w 906"/>
                <a:gd name="T13" fmla="*/ 2147483647 h 738"/>
                <a:gd name="T14" fmla="*/ 2147483647 w 906"/>
                <a:gd name="T15" fmla="*/ 2147483647 h 738"/>
                <a:gd name="T16" fmla="*/ 2147483647 w 906"/>
                <a:gd name="T17" fmla="*/ 2147483647 h 738"/>
                <a:gd name="T18" fmla="*/ 2147483647 w 906"/>
                <a:gd name="T19" fmla="*/ 2147483647 h 738"/>
                <a:gd name="T20" fmla="*/ 2147483647 w 906"/>
                <a:gd name="T21" fmla="*/ 2147483647 h 738"/>
                <a:gd name="T22" fmla="*/ 2147483647 w 906"/>
                <a:gd name="T23" fmla="*/ 2147483647 h 738"/>
                <a:gd name="T24" fmla="*/ 2147483647 w 906"/>
                <a:gd name="T25" fmla="*/ 2147483647 h 738"/>
                <a:gd name="T26" fmla="*/ 2147483647 w 906"/>
                <a:gd name="T27" fmla="*/ 2147483647 h 738"/>
                <a:gd name="T28" fmla="*/ 2147483647 w 906"/>
                <a:gd name="T29" fmla="*/ 2147483647 h 738"/>
                <a:gd name="T30" fmla="*/ 2147483647 w 906"/>
                <a:gd name="T31" fmla="*/ 2147483647 h 738"/>
                <a:gd name="T32" fmla="*/ 2147483647 w 906"/>
                <a:gd name="T33" fmla="*/ 2147483647 h 738"/>
                <a:gd name="T34" fmla="*/ 2147483647 w 906"/>
                <a:gd name="T35" fmla="*/ 2147483647 h 738"/>
                <a:gd name="T36" fmla="*/ 2147483647 w 906"/>
                <a:gd name="T37" fmla="*/ 2147483647 h 738"/>
                <a:gd name="T38" fmla="*/ 2147483647 w 906"/>
                <a:gd name="T39" fmla="*/ 2147483647 h 738"/>
                <a:gd name="T40" fmla="*/ 2147483647 w 906"/>
                <a:gd name="T41" fmla="*/ 2147483647 h 738"/>
                <a:gd name="T42" fmla="*/ 2147483647 w 906"/>
                <a:gd name="T43" fmla="*/ 2147483647 h 738"/>
                <a:gd name="T44" fmla="*/ 2147483647 w 906"/>
                <a:gd name="T45" fmla="*/ 2147483647 h 738"/>
                <a:gd name="T46" fmla="*/ 0 w 906"/>
                <a:gd name="T47" fmla="*/ 2147483647 h 738"/>
                <a:gd name="T48" fmla="*/ 2147483647 w 906"/>
                <a:gd name="T49" fmla="*/ 2147483647 h 738"/>
                <a:gd name="T50" fmla="*/ 2147483647 w 906"/>
                <a:gd name="T51" fmla="*/ 2147483647 h 738"/>
                <a:gd name="T52" fmla="*/ 2147483647 w 906"/>
                <a:gd name="T53" fmla="*/ 2147483647 h 738"/>
                <a:gd name="T54" fmla="*/ 2147483647 w 906"/>
                <a:gd name="T55" fmla="*/ 2147483647 h 738"/>
                <a:gd name="T56" fmla="*/ 2147483647 w 906"/>
                <a:gd name="T57" fmla="*/ 2147483647 h 738"/>
                <a:gd name="T58" fmla="*/ 2147483647 w 906"/>
                <a:gd name="T59" fmla="*/ 2147483647 h 738"/>
                <a:gd name="T60" fmla="*/ 2147483647 w 906"/>
                <a:gd name="T61" fmla="*/ 2147483647 h 738"/>
                <a:gd name="T62" fmla="*/ 2147483647 w 906"/>
                <a:gd name="T63" fmla="*/ 2147483647 h 738"/>
                <a:gd name="T64" fmla="*/ 2147483647 w 906"/>
                <a:gd name="T65" fmla="*/ 2147483647 h 738"/>
                <a:gd name="T66" fmla="*/ 2147483647 w 906"/>
                <a:gd name="T67" fmla="*/ 2147483647 h 738"/>
                <a:gd name="T68" fmla="*/ 2147483647 w 906"/>
                <a:gd name="T69" fmla="*/ 2147483647 h 738"/>
                <a:gd name="T70" fmla="*/ 2147483647 w 906"/>
                <a:gd name="T71" fmla="*/ 2147483647 h 738"/>
                <a:gd name="T72" fmla="*/ 2147483647 w 906"/>
                <a:gd name="T73" fmla="*/ 2147483647 h 738"/>
                <a:gd name="T74" fmla="*/ 2147483647 w 906"/>
                <a:gd name="T75" fmla="*/ 2147483647 h 738"/>
                <a:gd name="T76" fmla="*/ 2147483647 w 906"/>
                <a:gd name="T77" fmla="*/ 2147483647 h 738"/>
                <a:gd name="T78" fmla="*/ 2147483647 w 906"/>
                <a:gd name="T79" fmla="*/ 2147483647 h 738"/>
                <a:gd name="T80" fmla="*/ 2147483647 w 906"/>
                <a:gd name="T81" fmla="*/ 2147483647 h 738"/>
                <a:gd name="T82" fmla="*/ 2147483647 w 906"/>
                <a:gd name="T83" fmla="*/ 2147483647 h 738"/>
                <a:gd name="T84" fmla="*/ 2147483647 w 906"/>
                <a:gd name="T85" fmla="*/ 2147483647 h 738"/>
                <a:gd name="T86" fmla="*/ 2147483647 w 906"/>
                <a:gd name="T87" fmla="*/ 2147483647 h 738"/>
                <a:gd name="T88" fmla="*/ 2147483647 w 906"/>
                <a:gd name="T89" fmla="*/ 2147483647 h 738"/>
                <a:gd name="T90" fmla="*/ 2147483647 w 906"/>
                <a:gd name="T91" fmla="*/ 2147483647 h 738"/>
                <a:gd name="T92" fmla="*/ 2147483647 w 906"/>
                <a:gd name="T93" fmla="*/ 2147483647 h 738"/>
                <a:gd name="T94" fmla="*/ 2147483647 w 906"/>
                <a:gd name="T95" fmla="*/ 2147483647 h 738"/>
                <a:gd name="T96" fmla="*/ 2147483647 w 906"/>
                <a:gd name="T97" fmla="*/ 2147483647 h 738"/>
                <a:gd name="T98" fmla="*/ 2147483647 w 906"/>
                <a:gd name="T99" fmla="*/ 2147483647 h 738"/>
                <a:gd name="T100" fmla="*/ 2147483647 w 906"/>
                <a:gd name="T101" fmla="*/ 2147483647 h 738"/>
                <a:gd name="T102" fmla="*/ 2147483647 w 906"/>
                <a:gd name="T103" fmla="*/ 2147483647 h 738"/>
                <a:gd name="T104" fmla="*/ 2147483647 w 906"/>
                <a:gd name="T105" fmla="*/ 2147483647 h 738"/>
                <a:gd name="T106" fmla="*/ 2147483647 w 906"/>
                <a:gd name="T107" fmla="*/ 2147483647 h 738"/>
                <a:gd name="T108" fmla="*/ 2147483647 w 906"/>
                <a:gd name="T109" fmla="*/ 2147483647 h 73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906"/>
                <a:gd name="T166" fmla="*/ 0 h 738"/>
                <a:gd name="T167" fmla="*/ 906 w 906"/>
                <a:gd name="T168" fmla="*/ 738 h 73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906" h="738">
                  <a:moveTo>
                    <a:pt x="894" y="108"/>
                  </a:moveTo>
                  <a:lnTo>
                    <a:pt x="894" y="96"/>
                  </a:lnTo>
                  <a:lnTo>
                    <a:pt x="906" y="96"/>
                  </a:lnTo>
                  <a:lnTo>
                    <a:pt x="900" y="90"/>
                  </a:lnTo>
                  <a:lnTo>
                    <a:pt x="876" y="90"/>
                  </a:lnTo>
                  <a:lnTo>
                    <a:pt x="840" y="102"/>
                  </a:lnTo>
                  <a:lnTo>
                    <a:pt x="840" y="84"/>
                  </a:lnTo>
                  <a:lnTo>
                    <a:pt x="816" y="84"/>
                  </a:lnTo>
                  <a:lnTo>
                    <a:pt x="792" y="96"/>
                  </a:lnTo>
                  <a:lnTo>
                    <a:pt x="786" y="102"/>
                  </a:lnTo>
                  <a:lnTo>
                    <a:pt x="780" y="114"/>
                  </a:lnTo>
                  <a:lnTo>
                    <a:pt x="774" y="120"/>
                  </a:lnTo>
                  <a:lnTo>
                    <a:pt x="756" y="120"/>
                  </a:lnTo>
                  <a:lnTo>
                    <a:pt x="750" y="126"/>
                  </a:lnTo>
                  <a:lnTo>
                    <a:pt x="744" y="138"/>
                  </a:lnTo>
                  <a:lnTo>
                    <a:pt x="732" y="144"/>
                  </a:lnTo>
                  <a:lnTo>
                    <a:pt x="726" y="150"/>
                  </a:lnTo>
                  <a:lnTo>
                    <a:pt x="720" y="150"/>
                  </a:lnTo>
                  <a:lnTo>
                    <a:pt x="690" y="120"/>
                  </a:lnTo>
                  <a:lnTo>
                    <a:pt x="690" y="114"/>
                  </a:lnTo>
                  <a:lnTo>
                    <a:pt x="678" y="48"/>
                  </a:lnTo>
                  <a:lnTo>
                    <a:pt x="660" y="48"/>
                  </a:lnTo>
                  <a:lnTo>
                    <a:pt x="660" y="18"/>
                  </a:lnTo>
                  <a:lnTo>
                    <a:pt x="642" y="0"/>
                  </a:lnTo>
                  <a:lnTo>
                    <a:pt x="624" y="0"/>
                  </a:lnTo>
                  <a:lnTo>
                    <a:pt x="618" y="6"/>
                  </a:lnTo>
                  <a:lnTo>
                    <a:pt x="618" y="30"/>
                  </a:lnTo>
                  <a:lnTo>
                    <a:pt x="612" y="36"/>
                  </a:lnTo>
                  <a:lnTo>
                    <a:pt x="606" y="36"/>
                  </a:lnTo>
                  <a:lnTo>
                    <a:pt x="594" y="48"/>
                  </a:lnTo>
                  <a:lnTo>
                    <a:pt x="594" y="54"/>
                  </a:lnTo>
                  <a:lnTo>
                    <a:pt x="600" y="60"/>
                  </a:lnTo>
                  <a:lnTo>
                    <a:pt x="606" y="60"/>
                  </a:lnTo>
                  <a:lnTo>
                    <a:pt x="600" y="84"/>
                  </a:lnTo>
                  <a:lnTo>
                    <a:pt x="588" y="72"/>
                  </a:lnTo>
                  <a:lnTo>
                    <a:pt x="570" y="72"/>
                  </a:lnTo>
                  <a:lnTo>
                    <a:pt x="558" y="78"/>
                  </a:lnTo>
                  <a:lnTo>
                    <a:pt x="546" y="90"/>
                  </a:lnTo>
                  <a:lnTo>
                    <a:pt x="546" y="120"/>
                  </a:lnTo>
                  <a:lnTo>
                    <a:pt x="540" y="120"/>
                  </a:lnTo>
                  <a:lnTo>
                    <a:pt x="534" y="114"/>
                  </a:lnTo>
                  <a:lnTo>
                    <a:pt x="528" y="102"/>
                  </a:lnTo>
                  <a:lnTo>
                    <a:pt x="522" y="96"/>
                  </a:lnTo>
                  <a:lnTo>
                    <a:pt x="510" y="96"/>
                  </a:lnTo>
                  <a:lnTo>
                    <a:pt x="504" y="102"/>
                  </a:lnTo>
                  <a:lnTo>
                    <a:pt x="492" y="108"/>
                  </a:lnTo>
                  <a:lnTo>
                    <a:pt x="474" y="126"/>
                  </a:lnTo>
                  <a:lnTo>
                    <a:pt x="468" y="126"/>
                  </a:lnTo>
                  <a:lnTo>
                    <a:pt x="456" y="114"/>
                  </a:lnTo>
                  <a:lnTo>
                    <a:pt x="444" y="108"/>
                  </a:lnTo>
                  <a:lnTo>
                    <a:pt x="438" y="102"/>
                  </a:lnTo>
                  <a:lnTo>
                    <a:pt x="426" y="102"/>
                  </a:lnTo>
                  <a:lnTo>
                    <a:pt x="414" y="108"/>
                  </a:lnTo>
                  <a:lnTo>
                    <a:pt x="396" y="84"/>
                  </a:lnTo>
                  <a:lnTo>
                    <a:pt x="384" y="96"/>
                  </a:lnTo>
                  <a:lnTo>
                    <a:pt x="342" y="96"/>
                  </a:lnTo>
                  <a:lnTo>
                    <a:pt x="330" y="90"/>
                  </a:lnTo>
                  <a:lnTo>
                    <a:pt x="324" y="84"/>
                  </a:lnTo>
                  <a:lnTo>
                    <a:pt x="312" y="78"/>
                  </a:lnTo>
                  <a:lnTo>
                    <a:pt x="300" y="78"/>
                  </a:lnTo>
                  <a:lnTo>
                    <a:pt x="300" y="102"/>
                  </a:lnTo>
                  <a:lnTo>
                    <a:pt x="264" y="102"/>
                  </a:lnTo>
                  <a:lnTo>
                    <a:pt x="252" y="108"/>
                  </a:lnTo>
                  <a:lnTo>
                    <a:pt x="246" y="120"/>
                  </a:lnTo>
                  <a:lnTo>
                    <a:pt x="246" y="180"/>
                  </a:lnTo>
                  <a:lnTo>
                    <a:pt x="234" y="180"/>
                  </a:lnTo>
                  <a:lnTo>
                    <a:pt x="222" y="186"/>
                  </a:lnTo>
                  <a:lnTo>
                    <a:pt x="216" y="198"/>
                  </a:lnTo>
                  <a:lnTo>
                    <a:pt x="180" y="216"/>
                  </a:lnTo>
                  <a:lnTo>
                    <a:pt x="168" y="216"/>
                  </a:lnTo>
                  <a:lnTo>
                    <a:pt x="168" y="228"/>
                  </a:lnTo>
                  <a:lnTo>
                    <a:pt x="156" y="252"/>
                  </a:lnTo>
                  <a:lnTo>
                    <a:pt x="150" y="258"/>
                  </a:lnTo>
                  <a:lnTo>
                    <a:pt x="138" y="264"/>
                  </a:lnTo>
                  <a:lnTo>
                    <a:pt x="114" y="264"/>
                  </a:lnTo>
                  <a:lnTo>
                    <a:pt x="90" y="240"/>
                  </a:lnTo>
                  <a:lnTo>
                    <a:pt x="84" y="240"/>
                  </a:lnTo>
                  <a:lnTo>
                    <a:pt x="78" y="246"/>
                  </a:lnTo>
                  <a:lnTo>
                    <a:pt x="66" y="246"/>
                  </a:lnTo>
                  <a:lnTo>
                    <a:pt x="60" y="240"/>
                  </a:lnTo>
                  <a:lnTo>
                    <a:pt x="48" y="240"/>
                  </a:lnTo>
                  <a:lnTo>
                    <a:pt x="42" y="234"/>
                  </a:lnTo>
                  <a:lnTo>
                    <a:pt x="36" y="240"/>
                  </a:lnTo>
                  <a:lnTo>
                    <a:pt x="30" y="252"/>
                  </a:lnTo>
                  <a:lnTo>
                    <a:pt x="30" y="258"/>
                  </a:lnTo>
                  <a:lnTo>
                    <a:pt x="36" y="270"/>
                  </a:lnTo>
                  <a:lnTo>
                    <a:pt x="36" y="294"/>
                  </a:lnTo>
                  <a:lnTo>
                    <a:pt x="42" y="300"/>
                  </a:lnTo>
                  <a:lnTo>
                    <a:pt x="42" y="306"/>
                  </a:lnTo>
                  <a:lnTo>
                    <a:pt x="18" y="312"/>
                  </a:lnTo>
                  <a:lnTo>
                    <a:pt x="30" y="330"/>
                  </a:lnTo>
                  <a:lnTo>
                    <a:pt x="24" y="330"/>
                  </a:lnTo>
                  <a:lnTo>
                    <a:pt x="18" y="336"/>
                  </a:lnTo>
                  <a:lnTo>
                    <a:pt x="6" y="342"/>
                  </a:lnTo>
                  <a:lnTo>
                    <a:pt x="0" y="348"/>
                  </a:lnTo>
                  <a:lnTo>
                    <a:pt x="0" y="354"/>
                  </a:lnTo>
                  <a:lnTo>
                    <a:pt x="12" y="366"/>
                  </a:lnTo>
                  <a:lnTo>
                    <a:pt x="12" y="396"/>
                  </a:lnTo>
                  <a:lnTo>
                    <a:pt x="36" y="396"/>
                  </a:lnTo>
                  <a:lnTo>
                    <a:pt x="42" y="402"/>
                  </a:lnTo>
                  <a:lnTo>
                    <a:pt x="42" y="408"/>
                  </a:lnTo>
                  <a:lnTo>
                    <a:pt x="24" y="426"/>
                  </a:lnTo>
                  <a:lnTo>
                    <a:pt x="18" y="438"/>
                  </a:lnTo>
                  <a:lnTo>
                    <a:pt x="30" y="462"/>
                  </a:lnTo>
                  <a:lnTo>
                    <a:pt x="42" y="480"/>
                  </a:lnTo>
                  <a:lnTo>
                    <a:pt x="54" y="504"/>
                  </a:lnTo>
                  <a:lnTo>
                    <a:pt x="60" y="510"/>
                  </a:lnTo>
                  <a:lnTo>
                    <a:pt x="60" y="564"/>
                  </a:lnTo>
                  <a:lnTo>
                    <a:pt x="66" y="570"/>
                  </a:lnTo>
                  <a:lnTo>
                    <a:pt x="72" y="570"/>
                  </a:lnTo>
                  <a:lnTo>
                    <a:pt x="84" y="576"/>
                  </a:lnTo>
                  <a:lnTo>
                    <a:pt x="120" y="576"/>
                  </a:lnTo>
                  <a:lnTo>
                    <a:pt x="126" y="582"/>
                  </a:lnTo>
                  <a:lnTo>
                    <a:pt x="138" y="606"/>
                  </a:lnTo>
                  <a:lnTo>
                    <a:pt x="114" y="654"/>
                  </a:lnTo>
                  <a:lnTo>
                    <a:pt x="108" y="660"/>
                  </a:lnTo>
                  <a:lnTo>
                    <a:pt x="102" y="672"/>
                  </a:lnTo>
                  <a:lnTo>
                    <a:pt x="84" y="690"/>
                  </a:lnTo>
                  <a:lnTo>
                    <a:pt x="84" y="702"/>
                  </a:lnTo>
                  <a:lnTo>
                    <a:pt x="120" y="702"/>
                  </a:lnTo>
                  <a:lnTo>
                    <a:pt x="132" y="708"/>
                  </a:lnTo>
                  <a:lnTo>
                    <a:pt x="150" y="720"/>
                  </a:lnTo>
                  <a:lnTo>
                    <a:pt x="168" y="726"/>
                  </a:lnTo>
                  <a:lnTo>
                    <a:pt x="192" y="738"/>
                  </a:lnTo>
                  <a:lnTo>
                    <a:pt x="210" y="738"/>
                  </a:lnTo>
                  <a:lnTo>
                    <a:pt x="228" y="732"/>
                  </a:lnTo>
                  <a:lnTo>
                    <a:pt x="234" y="732"/>
                  </a:lnTo>
                  <a:lnTo>
                    <a:pt x="240" y="726"/>
                  </a:lnTo>
                  <a:lnTo>
                    <a:pt x="294" y="726"/>
                  </a:lnTo>
                  <a:lnTo>
                    <a:pt x="294" y="732"/>
                  </a:lnTo>
                  <a:lnTo>
                    <a:pt x="318" y="732"/>
                  </a:lnTo>
                  <a:lnTo>
                    <a:pt x="324" y="726"/>
                  </a:lnTo>
                  <a:lnTo>
                    <a:pt x="348" y="726"/>
                  </a:lnTo>
                  <a:lnTo>
                    <a:pt x="366" y="720"/>
                  </a:lnTo>
                  <a:lnTo>
                    <a:pt x="396" y="720"/>
                  </a:lnTo>
                  <a:lnTo>
                    <a:pt x="444" y="696"/>
                  </a:lnTo>
                  <a:lnTo>
                    <a:pt x="450" y="696"/>
                  </a:lnTo>
                  <a:lnTo>
                    <a:pt x="456" y="690"/>
                  </a:lnTo>
                  <a:lnTo>
                    <a:pt x="456" y="660"/>
                  </a:lnTo>
                  <a:lnTo>
                    <a:pt x="450" y="654"/>
                  </a:lnTo>
                  <a:lnTo>
                    <a:pt x="450" y="636"/>
                  </a:lnTo>
                  <a:lnTo>
                    <a:pt x="444" y="624"/>
                  </a:lnTo>
                  <a:lnTo>
                    <a:pt x="444" y="606"/>
                  </a:lnTo>
                  <a:lnTo>
                    <a:pt x="450" y="594"/>
                  </a:lnTo>
                  <a:lnTo>
                    <a:pt x="462" y="588"/>
                  </a:lnTo>
                  <a:lnTo>
                    <a:pt x="468" y="576"/>
                  </a:lnTo>
                  <a:lnTo>
                    <a:pt x="486" y="576"/>
                  </a:lnTo>
                  <a:lnTo>
                    <a:pt x="486" y="588"/>
                  </a:lnTo>
                  <a:lnTo>
                    <a:pt x="528" y="588"/>
                  </a:lnTo>
                  <a:lnTo>
                    <a:pt x="534" y="582"/>
                  </a:lnTo>
                  <a:lnTo>
                    <a:pt x="534" y="576"/>
                  </a:lnTo>
                  <a:lnTo>
                    <a:pt x="528" y="570"/>
                  </a:lnTo>
                  <a:lnTo>
                    <a:pt x="522" y="570"/>
                  </a:lnTo>
                  <a:lnTo>
                    <a:pt x="522" y="564"/>
                  </a:lnTo>
                  <a:lnTo>
                    <a:pt x="528" y="558"/>
                  </a:lnTo>
                  <a:lnTo>
                    <a:pt x="534" y="558"/>
                  </a:lnTo>
                  <a:lnTo>
                    <a:pt x="546" y="552"/>
                  </a:lnTo>
                  <a:lnTo>
                    <a:pt x="552" y="546"/>
                  </a:lnTo>
                  <a:lnTo>
                    <a:pt x="564" y="540"/>
                  </a:lnTo>
                  <a:lnTo>
                    <a:pt x="594" y="540"/>
                  </a:lnTo>
                  <a:lnTo>
                    <a:pt x="594" y="552"/>
                  </a:lnTo>
                  <a:lnTo>
                    <a:pt x="600" y="558"/>
                  </a:lnTo>
                  <a:lnTo>
                    <a:pt x="612" y="558"/>
                  </a:lnTo>
                  <a:lnTo>
                    <a:pt x="624" y="552"/>
                  </a:lnTo>
                  <a:lnTo>
                    <a:pt x="630" y="540"/>
                  </a:lnTo>
                  <a:lnTo>
                    <a:pt x="636" y="534"/>
                  </a:lnTo>
                  <a:lnTo>
                    <a:pt x="636" y="528"/>
                  </a:lnTo>
                  <a:lnTo>
                    <a:pt x="630" y="522"/>
                  </a:lnTo>
                  <a:lnTo>
                    <a:pt x="630" y="510"/>
                  </a:lnTo>
                  <a:lnTo>
                    <a:pt x="624" y="498"/>
                  </a:lnTo>
                  <a:lnTo>
                    <a:pt x="624" y="480"/>
                  </a:lnTo>
                  <a:lnTo>
                    <a:pt x="630" y="474"/>
                  </a:lnTo>
                  <a:lnTo>
                    <a:pt x="636" y="474"/>
                  </a:lnTo>
                  <a:lnTo>
                    <a:pt x="636" y="438"/>
                  </a:lnTo>
                  <a:lnTo>
                    <a:pt x="642" y="432"/>
                  </a:lnTo>
                  <a:lnTo>
                    <a:pt x="660" y="432"/>
                  </a:lnTo>
                  <a:lnTo>
                    <a:pt x="690" y="414"/>
                  </a:lnTo>
                  <a:lnTo>
                    <a:pt x="684" y="414"/>
                  </a:lnTo>
                  <a:lnTo>
                    <a:pt x="672" y="408"/>
                  </a:lnTo>
                  <a:lnTo>
                    <a:pt x="672" y="402"/>
                  </a:lnTo>
                  <a:lnTo>
                    <a:pt x="666" y="396"/>
                  </a:lnTo>
                  <a:lnTo>
                    <a:pt x="666" y="390"/>
                  </a:lnTo>
                  <a:lnTo>
                    <a:pt x="654" y="384"/>
                  </a:lnTo>
                  <a:lnTo>
                    <a:pt x="642" y="372"/>
                  </a:lnTo>
                  <a:lnTo>
                    <a:pt x="642" y="360"/>
                  </a:lnTo>
                  <a:lnTo>
                    <a:pt x="660" y="360"/>
                  </a:lnTo>
                  <a:lnTo>
                    <a:pt x="666" y="366"/>
                  </a:lnTo>
                  <a:lnTo>
                    <a:pt x="684" y="372"/>
                  </a:lnTo>
                  <a:lnTo>
                    <a:pt x="690" y="372"/>
                  </a:lnTo>
                  <a:lnTo>
                    <a:pt x="696" y="366"/>
                  </a:lnTo>
                  <a:lnTo>
                    <a:pt x="714" y="366"/>
                  </a:lnTo>
                  <a:lnTo>
                    <a:pt x="714" y="336"/>
                  </a:lnTo>
                  <a:lnTo>
                    <a:pt x="708" y="330"/>
                  </a:lnTo>
                  <a:lnTo>
                    <a:pt x="708" y="318"/>
                  </a:lnTo>
                  <a:lnTo>
                    <a:pt x="714" y="306"/>
                  </a:lnTo>
                  <a:lnTo>
                    <a:pt x="738" y="282"/>
                  </a:lnTo>
                  <a:lnTo>
                    <a:pt x="738" y="276"/>
                  </a:lnTo>
                  <a:lnTo>
                    <a:pt x="732" y="264"/>
                  </a:lnTo>
                  <a:lnTo>
                    <a:pt x="726" y="258"/>
                  </a:lnTo>
                  <a:lnTo>
                    <a:pt x="726" y="228"/>
                  </a:lnTo>
                  <a:lnTo>
                    <a:pt x="696" y="198"/>
                  </a:lnTo>
                  <a:lnTo>
                    <a:pt x="696" y="192"/>
                  </a:lnTo>
                  <a:lnTo>
                    <a:pt x="702" y="186"/>
                  </a:lnTo>
                  <a:lnTo>
                    <a:pt x="708" y="174"/>
                  </a:lnTo>
                  <a:lnTo>
                    <a:pt x="714" y="168"/>
                  </a:lnTo>
                  <a:lnTo>
                    <a:pt x="738" y="156"/>
                  </a:lnTo>
                  <a:lnTo>
                    <a:pt x="744" y="150"/>
                  </a:lnTo>
                  <a:lnTo>
                    <a:pt x="768" y="138"/>
                  </a:lnTo>
                  <a:lnTo>
                    <a:pt x="774" y="138"/>
                  </a:lnTo>
                  <a:lnTo>
                    <a:pt x="780" y="132"/>
                  </a:lnTo>
                  <a:lnTo>
                    <a:pt x="822" y="132"/>
                  </a:lnTo>
                  <a:lnTo>
                    <a:pt x="828" y="126"/>
                  </a:lnTo>
                  <a:lnTo>
                    <a:pt x="852" y="126"/>
                  </a:lnTo>
                  <a:lnTo>
                    <a:pt x="864" y="132"/>
                  </a:lnTo>
                  <a:lnTo>
                    <a:pt x="876" y="132"/>
                  </a:lnTo>
                  <a:lnTo>
                    <a:pt x="882" y="126"/>
                  </a:lnTo>
                  <a:lnTo>
                    <a:pt x="894" y="126"/>
                  </a:lnTo>
                  <a:lnTo>
                    <a:pt x="900" y="120"/>
                  </a:lnTo>
                  <a:lnTo>
                    <a:pt x="894" y="114"/>
                  </a:lnTo>
                  <a:lnTo>
                    <a:pt x="894" y="10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</p:grpSp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GB" noProof="0" dirty="0"/>
              <a:t>Title / key message of the slide</a:t>
            </a:r>
          </a:p>
        </p:txBody>
      </p:sp>
      <p:sp>
        <p:nvSpPr>
          <p:cNvPr id="182" name="FRQ_Logo">
            <a:extLst>
              <a:ext uri="{FF2B5EF4-FFF2-40B4-BE49-F238E27FC236}">
                <a16:creationId xmlns:a16="http://schemas.microsoft.com/office/drawing/2014/main" id="{4DA84B43-D00D-4443-AC06-B1A8E104193A}"/>
              </a:ext>
            </a:extLst>
          </p:cNvPr>
          <p:cNvSpPr>
            <a:spLocks noChangeAspect="1"/>
          </p:cNvSpPr>
          <p:nvPr userDrawn="1"/>
        </p:nvSpPr>
        <p:spPr>
          <a:xfrm>
            <a:off x="7653773" y="4833046"/>
            <a:ext cx="1058818" cy="184740"/>
          </a:xfrm>
          <a:custGeom>
            <a:avLst/>
            <a:gdLst/>
            <a:ahLst/>
            <a:cxnLst/>
            <a:rect l="l" t="t" r="r" b="b"/>
            <a:pathLst>
              <a:path w="7337697" h="1272363">
                <a:moveTo>
                  <a:pt x="2716345" y="1190847"/>
                </a:moveTo>
                <a:lnTo>
                  <a:pt x="2922093" y="1190847"/>
                </a:lnTo>
                <a:lnTo>
                  <a:pt x="2784437" y="1272363"/>
                </a:lnTo>
                <a:lnTo>
                  <a:pt x="2767791" y="1272363"/>
                </a:lnTo>
                <a:close/>
                <a:moveTo>
                  <a:pt x="6349715" y="996069"/>
                </a:moveTo>
                <a:lnTo>
                  <a:pt x="6675164" y="996069"/>
                </a:lnTo>
                <a:lnTo>
                  <a:pt x="6675164" y="1137337"/>
                </a:lnTo>
                <a:lnTo>
                  <a:pt x="6349715" y="1137337"/>
                </a:lnTo>
                <a:close/>
                <a:moveTo>
                  <a:pt x="5776176" y="996069"/>
                </a:moveTo>
                <a:lnTo>
                  <a:pt x="6101618" y="996069"/>
                </a:lnTo>
                <a:lnTo>
                  <a:pt x="6101618" y="1137337"/>
                </a:lnTo>
                <a:lnTo>
                  <a:pt x="5776176" y="1137337"/>
                </a:lnTo>
                <a:close/>
                <a:moveTo>
                  <a:pt x="5200758" y="996069"/>
                </a:moveTo>
                <a:lnTo>
                  <a:pt x="5553174" y="996069"/>
                </a:lnTo>
                <a:lnTo>
                  <a:pt x="5553174" y="1137337"/>
                </a:lnTo>
                <a:lnTo>
                  <a:pt x="5259505" y="1137337"/>
                </a:lnTo>
                <a:close/>
                <a:moveTo>
                  <a:pt x="4709215" y="996069"/>
                </a:moveTo>
                <a:lnTo>
                  <a:pt x="5002679" y="996069"/>
                </a:lnTo>
                <a:lnTo>
                  <a:pt x="5002679" y="1137337"/>
                </a:lnTo>
                <a:lnTo>
                  <a:pt x="4709215" y="1137337"/>
                </a:lnTo>
                <a:close/>
                <a:moveTo>
                  <a:pt x="4020058" y="996069"/>
                </a:moveTo>
                <a:lnTo>
                  <a:pt x="4602020" y="996069"/>
                </a:lnTo>
                <a:lnTo>
                  <a:pt x="4602020" y="1137337"/>
                </a:lnTo>
                <a:lnTo>
                  <a:pt x="4020058" y="1137337"/>
                </a:lnTo>
                <a:close/>
                <a:moveTo>
                  <a:pt x="3174710" y="996069"/>
                </a:moveTo>
                <a:lnTo>
                  <a:pt x="3880010" y="996069"/>
                </a:lnTo>
                <a:cubicBezTo>
                  <a:pt x="3820003" y="1081537"/>
                  <a:pt x="3720293" y="1137337"/>
                  <a:pt x="3607462" y="1137337"/>
                </a:cubicBezTo>
                <a:lnTo>
                  <a:pt x="3447250" y="1137337"/>
                </a:lnTo>
                <a:cubicBezTo>
                  <a:pt x="3334427" y="1137337"/>
                  <a:pt x="3234709" y="1081537"/>
                  <a:pt x="3174710" y="996069"/>
                </a:cubicBezTo>
                <a:close/>
                <a:moveTo>
                  <a:pt x="2253225" y="996069"/>
                </a:moveTo>
                <a:lnTo>
                  <a:pt x="2902944" y="996069"/>
                </a:lnTo>
                <a:cubicBezTo>
                  <a:pt x="2901657" y="998515"/>
                  <a:pt x="2900095" y="1000777"/>
                  <a:pt x="2898533" y="1003025"/>
                </a:cubicBezTo>
                <a:lnTo>
                  <a:pt x="3011229" y="1137337"/>
                </a:lnTo>
                <a:lnTo>
                  <a:pt x="2394281" y="1137337"/>
                </a:lnTo>
                <a:cubicBezTo>
                  <a:pt x="2340651" y="1103535"/>
                  <a:pt x="2292718" y="1055319"/>
                  <a:pt x="2253225" y="996069"/>
                </a:cubicBezTo>
                <a:close/>
                <a:moveTo>
                  <a:pt x="1484095" y="996069"/>
                </a:moveTo>
                <a:lnTo>
                  <a:pt x="2063233" y="996069"/>
                </a:lnTo>
                <a:lnTo>
                  <a:pt x="2063233" y="1137337"/>
                </a:lnTo>
                <a:lnTo>
                  <a:pt x="1484095" y="1137337"/>
                </a:lnTo>
                <a:close/>
                <a:moveTo>
                  <a:pt x="1102018" y="996069"/>
                </a:moveTo>
                <a:lnTo>
                  <a:pt x="1399525" y="996069"/>
                </a:lnTo>
                <a:lnTo>
                  <a:pt x="1467101" y="1137337"/>
                </a:lnTo>
                <a:lnTo>
                  <a:pt x="1164392" y="1137337"/>
                </a:lnTo>
                <a:close/>
                <a:moveTo>
                  <a:pt x="641090" y="996069"/>
                </a:moveTo>
                <a:lnTo>
                  <a:pt x="952975" y="996069"/>
                </a:lnTo>
                <a:lnTo>
                  <a:pt x="952975" y="1137337"/>
                </a:lnTo>
                <a:lnTo>
                  <a:pt x="641090" y="1137337"/>
                </a:lnTo>
                <a:close/>
                <a:moveTo>
                  <a:pt x="0" y="996069"/>
                </a:moveTo>
                <a:lnTo>
                  <a:pt x="326361" y="996069"/>
                </a:lnTo>
                <a:lnTo>
                  <a:pt x="326361" y="1137337"/>
                </a:lnTo>
                <a:lnTo>
                  <a:pt x="321512" y="1137337"/>
                </a:lnTo>
                <a:lnTo>
                  <a:pt x="4849" y="1137337"/>
                </a:lnTo>
                <a:lnTo>
                  <a:pt x="0" y="1137337"/>
                </a:lnTo>
                <a:close/>
                <a:moveTo>
                  <a:pt x="6719915" y="996069"/>
                </a:moveTo>
                <a:lnTo>
                  <a:pt x="7252753" y="996069"/>
                </a:lnTo>
                <a:cubicBezTo>
                  <a:pt x="7215211" y="1043317"/>
                  <a:pt x="7165836" y="1080844"/>
                  <a:pt x="7109273" y="1105337"/>
                </a:cubicBezTo>
                <a:cubicBezTo>
                  <a:pt x="7046906" y="1127172"/>
                  <a:pt x="6976120" y="1140348"/>
                  <a:pt x="6897064" y="1137337"/>
                </a:cubicBezTo>
                <a:cubicBezTo>
                  <a:pt x="6834329" y="1134941"/>
                  <a:pt x="6775030" y="1119927"/>
                  <a:pt x="6719915" y="1096063"/>
                </a:cubicBezTo>
                <a:close/>
                <a:moveTo>
                  <a:pt x="2173137" y="830811"/>
                </a:moveTo>
                <a:lnTo>
                  <a:pt x="2519157" y="830811"/>
                </a:lnTo>
                <a:cubicBezTo>
                  <a:pt x="2536977" y="849514"/>
                  <a:pt x="2557059" y="859863"/>
                  <a:pt x="2578237" y="859863"/>
                </a:cubicBezTo>
                <a:cubicBezTo>
                  <a:pt x="2599421" y="859863"/>
                  <a:pt x="2619504" y="849514"/>
                  <a:pt x="2637324" y="830811"/>
                </a:cubicBezTo>
                <a:lnTo>
                  <a:pt x="2982855" y="830811"/>
                </a:lnTo>
                <a:cubicBezTo>
                  <a:pt x="2970110" y="870911"/>
                  <a:pt x="2953916" y="908552"/>
                  <a:pt x="2934725" y="943125"/>
                </a:cubicBezTo>
                <a:lnTo>
                  <a:pt x="2221169" y="943125"/>
                </a:lnTo>
                <a:cubicBezTo>
                  <a:pt x="2202366" y="908389"/>
                  <a:pt x="2186236" y="870756"/>
                  <a:pt x="2173137" y="830811"/>
                </a:cubicBezTo>
                <a:close/>
                <a:moveTo>
                  <a:pt x="6719915" y="830811"/>
                </a:moveTo>
                <a:lnTo>
                  <a:pt x="6819838" y="830811"/>
                </a:lnTo>
                <a:lnTo>
                  <a:pt x="6837022" y="845591"/>
                </a:lnTo>
                <a:cubicBezTo>
                  <a:pt x="6856214" y="867893"/>
                  <a:pt x="6884799" y="881783"/>
                  <a:pt x="6916644" y="881783"/>
                </a:cubicBezTo>
                <a:cubicBezTo>
                  <a:pt x="6955168" y="881783"/>
                  <a:pt x="6988921" y="861453"/>
                  <a:pt x="7007307" y="830811"/>
                </a:cubicBezTo>
                <a:lnTo>
                  <a:pt x="7330918" y="830811"/>
                </a:lnTo>
                <a:cubicBezTo>
                  <a:pt x="7323524" y="871053"/>
                  <a:pt x="7309352" y="909004"/>
                  <a:pt x="7288937" y="943125"/>
                </a:cubicBezTo>
                <a:lnTo>
                  <a:pt x="6719915" y="943125"/>
                </a:lnTo>
                <a:close/>
                <a:moveTo>
                  <a:pt x="6349715" y="830804"/>
                </a:moveTo>
                <a:lnTo>
                  <a:pt x="6675164" y="830804"/>
                </a:lnTo>
                <a:lnTo>
                  <a:pt x="6675164" y="943125"/>
                </a:lnTo>
                <a:lnTo>
                  <a:pt x="6349715" y="943125"/>
                </a:lnTo>
                <a:close/>
                <a:moveTo>
                  <a:pt x="5776176" y="830804"/>
                </a:moveTo>
                <a:lnTo>
                  <a:pt x="6101618" y="830804"/>
                </a:lnTo>
                <a:lnTo>
                  <a:pt x="6101618" y="943125"/>
                </a:lnTo>
                <a:lnTo>
                  <a:pt x="5776176" y="943125"/>
                </a:lnTo>
                <a:close/>
                <a:moveTo>
                  <a:pt x="5132036" y="830804"/>
                </a:moveTo>
                <a:lnTo>
                  <a:pt x="5553174" y="830804"/>
                </a:lnTo>
                <a:lnTo>
                  <a:pt x="5553174" y="943125"/>
                </a:lnTo>
                <a:lnTo>
                  <a:pt x="5178746" y="943125"/>
                </a:lnTo>
                <a:close/>
                <a:moveTo>
                  <a:pt x="4709215" y="830804"/>
                </a:moveTo>
                <a:lnTo>
                  <a:pt x="5002679" y="830804"/>
                </a:lnTo>
                <a:lnTo>
                  <a:pt x="5002679" y="943125"/>
                </a:lnTo>
                <a:lnTo>
                  <a:pt x="4709215" y="943125"/>
                </a:lnTo>
                <a:close/>
                <a:moveTo>
                  <a:pt x="4020058" y="830804"/>
                </a:moveTo>
                <a:lnTo>
                  <a:pt x="4334927" y="830804"/>
                </a:lnTo>
                <a:lnTo>
                  <a:pt x="4334927" y="871972"/>
                </a:lnTo>
                <a:lnTo>
                  <a:pt x="4602020" y="871972"/>
                </a:lnTo>
                <a:lnTo>
                  <a:pt x="4602020" y="943125"/>
                </a:lnTo>
                <a:lnTo>
                  <a:pt x="4020058" y="943125"/>
                </a:lnTo>
                <a:close/>
                <a:moveTo>
                  <a:pt x="3115665" y="830804"/>
                </a:moveTo>
                <a:lnTo>
                  <a:pt x="3446904" y="830804"/>
                </a:lnTo>
                <a:cubicBezTo>
                  <a:pt x="3461875" y="859771"/>
                  <a:pt x="3492313" y="879373"/>
                  <a:pt x="3527360" y="879373"/>
                </a:cubicBezTo>
                <a:cubicBezTo>
                  <a:pt x="3562406" y="879373"/>
                  <a:pt x="3592837" y="859771"/>
                  <a:pt x="3607808" y="830804"/>
                </a:cubicBezTo>
                <a:lnTo>
                  <a:pt x="3939054" y="830804"/>
                </a:lnTo>
                <a:cubicBezTo>
                  <a:pt x="3936495" y="870678"/>
                  <a:pt x="3926486" y="908566"/>
                  <a:pt x="3910348" y="943125"/>
                </a:cubicBezTo>
                <a:lnTo>
                  <a:pt x="3144371" y="943125"/>
                </a:lnTo>
                <a:cubicBezTo>
                  <a:pt x="3128226" y="908566"/>
                  <a:pt x="3118217" y="870678"/>
                  <a:pt x="3115665" y="830804"/>
                </a:cubicBezTo>
                <a:close/>
                <a:moveTo>
                  <a:pt x="1484095" y="830804"/>
                </a:moveTo>
                <a:lnTo>
                  <a:pt x="1797436" y="830804"/>
                </a:lnTo>
                <a:lnTo>
                  <a:pt x="1797436" y="871972"/>
                </a:lnTo>
                <a:lnTo>
                  <a:pt x="2063233" y="871972"/>
                </a:lnTo>
                <a:lnTo>
                  <a:pt x="2063233" y="943125"/>
                </a:lnTo>
                <a:lnTo>
                  <a:pt x="1484095" y="943125"/>
                </a:lnTo>
                <a:close/>
                <a:moveTo>
                  <a:pt x="1029062" y="830804"/>
                </a:moveTo>
                <a:lnTo>
                  <a:pt x="1320468" y="830804"/>
                </a:lnTo>
                <a:lnTo>
                  <a:pt x="1374205" y="943125"/>
                </a:lnTo>
                <a:lnTo>
                  <a:pt x="1078649" y="943125"/>
                </a:lnTo>
                <a:close/>
                <a:moveTo>
                  <a:pt x="641090" y="830804"/>
                </a:moveTo>
                <a:lnTo>
                  <a:pt x="952975" y="830804"/>
                </a:lnTo>
                <a:lnTo>
                  <a:pt x="952975" y="943125"/>
                </a:lnTo>
                <a:lnTo>
                  <a:pt x="641090" y="943125"/>
                </a:lnTo>
                <a:close/>
                <a:moveTo>
                  <a:pt x="0" y="830804"/>
                </a:moveTo>
                <a:lnTo>
                  <a:pt x="326361" y="830804"/>
                </a:lnTo>
                <a:lnTo>
                  <a:pt x="326361" y="943125"/>
                </a:lnTo>
                <a:lnTo>
                  <a:pt x="0" y="943125"/>
                </a:lnTo>
                <a:close/>
                <a:moveTo>
                  <a:pt x="6719915" y="744863"/>
                </a:moveTo>
                <a:lnTo>
                  <a:pt x="6758284" y="777859"/>
                </a:lnTo>
                <a:lnTo>
                  <a:pt x="6719915" y="777859"/>
                </a:lnTo>
                <a:close/>
                <a:moveTo>
                  <a:pt x="0" y="693897"/>
                </a:moveTo>
                <a:lnTo>
                  <a:pt x="565721" y="693897"/>
                </a:lnTo>
                <a:lnTo>
                  <a:pt x="565721" y="708381"/>
                </a:lnTo>
                <a:lnTo>
                  <a:pt x="560872" y="708381"/>
                </a:lnTo>
                <a:lnTo>
                  <a:pt x="326361" y="708381"/>
                </a:lnTo>
                <a:lnTo>
                  <a:pt x="326361" y="777866"/>
                </a:lnTo>
                <a:lnTo>
                  <a:pt x="0" y="777866"/>
                </a:lnTo>
                <a:close/>
                <a:moveTo>
                  <a:pt x="6982609" y="693890"/>
                </a:moveTo>
                <a:lnTo>
                  <a:pt x="7330834" y="693890"/>
                </a:lnTo>
                <a:cubicBezTo>
                  <a:pt x="7335577" y="715711"/>
                  <a:pt x="7337697" y="738310"/>
                  <a:pt x="7337697" y="761403"/>
                </a:cubicBezTo>
                <a:lnTo>
                  <a:pt x="7337068" y="777859"/>
                </a:lnTo>
                <a:lnTo>
                  <a:pt x="7022950" y="777859"/>
                </a:lnTo>
                <a:cubicBezTo>
                  <a:pt x="7023141" y="777223"/>
                  <a:pt x="7023141" y="776587"/>
                  <a:pt x="7023141" y="775944"/>
                </a:cubicBezTo>
                <a:cubicBezTo>
                  <a:pt x="7023141" y="742480"/>
                  <a:pt x="7007519" y="712643"/>
                  <a:pt x="6982609" y="693890"/>
                </a:cubicBezTo>
                <a:close/>
                <a:moveTo>
                  <a:pt x="6349715" y="693890"/>
                </a:moveTo>
                <a:lnTo>
                  <a:pt x="6675164" y="693890"/>
                </a:lnTo>
                <a:lnTo>
                  <a:pt x="6675164" y="777859"/>
                </a:lnTo>
                <a:lnTo>
                  <a:pt x="6349715" y="777859"/>
                </a:lnTo>
                <a:close/>
                <a:moveTo>
                  <a:pt x="5776176" y="693890"/>
                </a:moveTo>
                <a:lnTo>
                  <a:pt x="6101618" y="693890"/>
                </a:lnTo>
                <a:lnTo>
                  <a:pt x="6101618" y="777859"/>
                </a:lnTo>
                <a:lnTo>
                  <a:pt x="5776176" y="777859"/>
                </a:lnTo>
                <a:close/>
                <a:moveTo>
                  <a:pt x="5075097" y="693890"/>
                </a:moveTo>
                <a:lnTo>
                  <a:pt x="5553174" y="693890"/>
                </a:lnTo>
                <a:lnTo>
                  <a:pt x="5553174" y="777859"/>
                </a:lnTo>
                <a:lnTo>
                  <a:pt x="5110017" y="777859"/>
                </a:lnTo>
                <a:close/>
                <a:moveTo>
                  <a:pt x="4709215" y="693890"/>
                </a:moveTo>
                <a:lnTo>
                  <a:pt x="5002679" y="693890"/>
                </a:lnTo>
                <a:lnTo>
                  <a:pt x="5002679" y="777859"/>
                </a:lnTo>
                <a:lnTo>
                  <a:pt x="4709215" y="777859"/>
                </a:lnTo>
                <a:close/>
                <a:moveTo>
                  <a:pt x="4020058" y="693890"/>
                </a:moveTo>
                <a:lnTo>
                  <a:pt x="4334927" y="693890"/>
                </a:lnTo>
                <a:lnTo>
                  <a:pt x="4334927" y="777859"/>
                </a:lnTo>
                <a:lnTo>
                  <a:pt x="4020058" y="777859"/>
                </a:lnTo>
                <a:close/>
                <a:moveTo>
                  <a:pt x="3618772" y="693890"/>
                </a:moveTo>
                <a:lnTo>
                  <a:pt x="3940284" y="693890"/>
                </a:lnTo>
                <a:lnTo>
                  <a:pt x="3940284" y="777859"/>
                </a:lnTo>
                <a:lnTo>
                  <a:pt x="3618772" y="777859"/>
                </a:lnTo>
                <a:close/>
                <a:moveTo>
                  <a:pt x="3114435" y="693890"/>
                </a:moveTo>
                <a:lnTo>
                  <a:pt x="3435940" y="693890"/>
                </a:lnTo>
                <a:lnTo>
                  <a:pt x="3435940" y="777859"/>
                </a:lnTo>
                <a:lnTo>
                  <a:pt x="3114435" y="777859"/>
                </a:lnTo>
                <a:close/>
                <a:moveTo>
                  <a:pt x="2701889" y="693890"/>
                </a:moveTo>
                <a:lnTo>
                  <a:pt x="3015442" y="693890"/>
                </a:lnTo>
                <a:cubicBezTo>
                  <a:pt x="3011314" y="722702"/>
                  <a:pt x="3005723" y="750786"/>
                  <a:pt x="2998300" y="777859"/>
                </a:cubicBezTo>
                <a:lnTo>
                  <a:pt x="2673169" y="777859"/>
                </a:lnTo>
                <a:cubicBezTo>
                  <a:pt x="2685143" y="753988"/>
                  <a:pt x="2695061" y="725629"/>
                  <a:pt x="2701889" y="693890"/>
                </a:cubicBezTo>
                <a:close/>
                <a:moveTo>
                  <a:pt x="2141265" y="693890"/>
                </a:moveTo>
                <a:lnTo>
                  <a:pt x="2454591" y="693890"/>
                </a:lnTo>
                <a:cubicBezTo>
                  <a:pt x="2461412" y="725629"/>
                  <a:pt x="2471337" y="753988"/>
                  <a:pt x="2483311" y="777859"/>
                </a:cubicBezTo>
                <a:lnTo>
                  <a:pt x="2157904" y="777859"/>
                </a:lnTo>
                <a:cubicBezTo>
                  <a:pt x="2150737" y="750751"/>
                  <a:pt x="2145159" y="722702"/>
                  <a:pt x="2141265" y="693890"/>
                </a:cubicBezTo>
                <a:close/>
                <a:moveTo>
                  <a:pt x="1484095" y="693890"/>
                </a:moveTo>
                <a:lnTo>
                  <a:pt x="1797436" y="693890"/>
                </a:lnTo>
                <a:lnTo>
                  <a:pt x="1797436" y="777859"/>
                </a:lnTo>
                <a:lnTo>
                  <a:pt x="1484095" y="777859"/>
                </a:lnTo>
                <a:close/>
                <a:moveTo>
                  <a:pt x="968618" y="693890"/>
                </a:moveTo>
                <a:lnTo>
                  <a:pt x="1260561" y="693890"/>
                </a:lnTo>
                <a:cubicBezTo>
                  <a:pt x="1259565" y="694993"/>
                  <a:pt x="1258427" y="695919"/>
                  <a:pt x="1257274" y="696845"/>
                </a:cubicBezTo>
                <a:lnTo>
                  <a:pt x="1256384" y="696845"/>
                </a:lnTo>
                <a:lnTo>
                  <a:pt x="1256652" y="697403"/>
                </a:lnTo>
                <a:cubicBezTo>
                  <a:pt x="1256419" y="697651"/>
                  <a:pt x="1256157" y="697863"/>
                  <a:pt x="1255896" y="698075"/>
                </a:cubicBezTo>
                <a:lnTo>
                  <a:pt x="1256970" y="698075"/>
                </a:lnTo>
                <a:lnTo>
                  <a:pt x="1295141" y="777859"/>
                </a:lnTo>
                <a:lnTo>
                  <a:pt x="1005686" y="777859"/>
                </a:lnTo>
                <a:close/>
                <a:moveTo>
                  <a:pt x="641090" y="693890"/>
                </a:moveTo>
                <a:lnTo>
                  <a:pt x="952975" y="693890"/>
                </a:lnTo>
                <a:lnTo>
                  <a:pt x="952975" y="777859"/>
                </a:lnTo>
                <a:lnTo>
                  <a:pt x="641090" y="777859"/>
                </a:lnTo>
                <a:close/>
                <a:moveTo>
                  <a:pt x="6835121" y="566025"/>
                </a:moveTo>
                <a:lnTo>
                  <a:pt x="7281162" y="566025"/>
                </a:lnTo>
                <a:cubicBezTo>
                  <a:pt x="7296317" y="589147"/>
                  <a:pt x="7308390" y="614290"/>
                  <a:pt x="7317007" y="640946"/>
                </a:cubicBezTo>
                <a:lnTo>
                  <a:pt x="6920871" y="640946"/>
                </a:lnTo>
                <a:lnTo>
                  <a:pt x="6867078" y="594681"/>
                </a:lnTo>
                <a:lnTo>
                  <a:pt x="6867078" y="593331"/>
                </a:lnTo>
                <a:close/>
                <a:moveTo>
                  <a:pt x="6349715" y="566025"/>
                </a:moveTo>
                <a:lnTo>
                  <a:pt x="6675164" y="566025"/>
                </a:lnTo>
                <a:lnTo>
                  <a:pt x="6675164" y="640946"/>
                </a:lnTo>
                <a:lnTo>
                  <a:pt x="6349715" y="640946"/>
                </a:lnTo>
                <a:close/>
                <a:moveTo>
                  <a:pt x="5776176" y="566025"/>
                </a:moveTo>
                <a:lnTo>
                  <a:pt x="6101618" y="566025"/>
                </a:lnTo>
                <a:lnTo>
                  <a:pt x="6101618" y="640946"/>
                </a:lnTo>
                <a:lnTo>
                  <a:pt x="5776176" y="640946"/>
                </a:lnTo>
                <a:close/>
                <a:moveTo>
                  <a:pt x="5021927" y="566025"/>
                </a:moveTo>
                <a:lnTo>
                  <a:pt x="5553174" y="566025"/>
                </a:lnTo>
                <a:lnTo>
                  <a:pt x="5553174" y="640946"/>
                </a:lnTo>
                <a:lnTo>
                  <a:pt x="5053086" y="640946"/>
                </a:lnTo>
                <a:close/>
                <a:moveTo>
                  <a:pt x="4709215" y="566025"/>
                </a:moveTo>
                <a:lnTo>
                  <a:pt x="5002679" y="566025"/>
                </a:lnTo>
                <a:lnTo>
                  <a:pt x="5002679" y="640946"/>
                </a:lnTo>
                <a:lnTo>
                  <a:pt x="4709215" y="640946"/>
                </a:lnTo>
                <a:close/>
                <a:moveTo>
                  <a:pt x="4667874" y="566025"/>
                </a:moveTo>
                <a:lnTo>
                  <a:pt x="4668058" y="566025"/>
                </a:lnTo>
                <a:lnTo>
                  <a:pt x="4668058" y="576161"/>
                </a:lnTo>
                <a:cubicBezTo>
                  <a:pt x="4667781" y="574055"/>
                  <a:pt x="4667774" y="571948"/>
                  <a:pt x="4667774" y="569835"/>
                </a:cubicBezTo>
                <a:close/>
                <a:moveTo>
                  <a:pt x="4020058" y="566025"/>
                </a:moveTo>
                <a:lnTo>
                  <a:pt x="4587920" y="566025"/>
                </a:lnTo>
                <a:lnTo>
                  <a:pt x="4587920" y="637426"/>
                </a:lnTo>
                <a:lnTo>
                  <a:pt x="4334927" y="637426"/>
                </a:lnTo>
                <a:lnTo>
                  <a:pt x="4334927" y="640946"/>
                </a:lnTo>
                <a:lnTo>
                  <a:pt x="4020058" y="640946"/>
                </a:lnTo>
                <a:close/>
                <a:moveTo>
                  <a:pt x="3618772" y="566025"/>
                </a:moveTo>
                <a:lnTo>
                  <a:pt x="3940284" y="566025"/>
                </a:lnTo>
                <a:lnTo>
                  <a:pt x="3940284" y="640946"/>
                </a:lnTo>
                <a:lnTo>
                  <a:pt x="3618772" y="640946"/>
                </a:lnTo>
                <a:close/>
                <a:moveTo>
                  <a:pt x="3114435" y="566025"/>
                </a:moveTo>
                <a:lnTo>
                  <a:pt x="3435940" y="566025"/>
                </a:lnTo>
                <a:lnTo>
                  <a:pt x="3435940" y="640946"/>
                </a:lnTo>
                <a:lnTo>
                  <a:pt x="3114435" y="640946"/>
                </a:lnTo>
                <a:close/>
                <a:moveTo>
                  <a:pt x="2717886" y="566025"/>
                </a:moveTo>
                <a:lnTo>
                  <a:pt x="3024214" y="566025"/>
                </a:lnTo>
                <a:cubicBezTo>
                  <a:pt x="3024313" y="567297"/>
                  <a:pt x="3024313" y="568563"/>
                  <a:pt x="3024313" y="569835"/>
                </a:cubicBezTo>
                <a:cubicBezTo>
                  <a:pt x="3024313" y="593890"/>
                  <a:pt x="3023338" y="617626"/>
                  <a:pt x="3021175" y="640946"/>
                </a:cubicBezTo>
                <a:lnTo>
                  <a:pt x="2711778" y="640946"/>
                </a:lnTo>
                <a:cubicBezTo>
                  <a:pt x="2715793" y="617146"/>
                  <a:pt x="2717836" y="592009"/>
                  <a:pt x="2717886" y="566025"/>
                </a:cubicBezTo>
                <a:close/>
                <a:moveTo>
                  <a:pt x="2132266" y="566025"/>
                </a:moveTo>
                <a:lnTo>
                  <a:pt x="2438595" y="566025"/>
                </a:lnTo>
                <a:cubicBezTo>
                  <a:pt x="2438644" y="592009"/>
                  <a:pt x="2440687" y="617146"/>
                  <a:pt x="2444702" y="640946"/>
                </a:cubicBezTo>
                <a:lnTo>
                  <a:pt x="2135348" y="640946"/>
                </a:lnTo>
                <a:cubicBezTo>
                  <a:pt x="2133143" y="617626"/>
                  <a:pt x="2132167" y="593890"/>
                  <a:pt x="2132167" y="569835"/>
                </a:cubicBezTo>
                <a:close/>
                <a:moveTo>
                  <a:pt x="2128766" y="566025"/>
                </a:moveTo>
                <a:lnTo>
                  <a:pt x="2128950" y="566025"/>
                </a:lnTo>
                <a:lnTo>
                  <a:pt x="2128950" y="576161"/>
                </a:lnTo>
                <a:cubicBezTo>
                  <a:pt x="2128674" y="574055"/>
                  <a:pt x="2128667" y="571948"/>
                  <a:pt x="2128667" y="569835"/>
                </a:cubicBezTo>
                <a:close/>
                <a:moveTo>
                  <a:pt x="1484095" y="566025"/>
                </a:moveTo>
                <a:lnTo>
                  <a:pt x="2049201" y="566025"/>
                </a:lnTo>
                <a:lnTo>
                  <a:pt x="2049201" y="637426"/>
                </a:lnTo>
                <a:lnTo>
                  <a:pt x="1797436" y="637426"/>
                </a:lnTo>
                <a:lnTo>
                  <a:pt x="1797436" y="640946"/>
                </a:lnTo>
                <a:lnTo>
                  <a:pt x="1484095" y="640946"/>
                </a:lnTo>
                <a:close/>
                <a:moveTo>
                  <a:pt x="641090" y="566025"/>
                </a:moveTo>
                <a:lnTo>
                  <a:pt x="1365150" y="566025"/>
                </a:lnTo>
                <a:cubicBezTo>
                  <a:pt x="1351302" y="593133"/>
                  <a:pt x="1334139" y="618262"/>
                  <a:pt x="1314142" y="640946"/>
                </a:cubicBezTo>
                <a:lnTo>
                  <a:pt x="641090" y="640946"/>
                </a:lnTo>
                <a:close/>
                <a:moveTo>
                  <a:pt x="0" y="566025"/>
                </a:moveTo>
                <a:lnTo>
                  <a:pt x="565721" y="566025"/>
                </a:lnTo>
                <a:lnTo>
                  <a:pt x="565721" y="640946"/>
                </a:lnTo>
                <a:lnTo>
                  <a:pt x="0" y="640946"/>
                </a:lnTo>
                <a:close/>
                <a:moveTo>
                  <a:pt x="6756545" y="457464"/>
                </a:moveTo>
                <a:lnTo>
                  <a:pt x="7182151" y="457464"/>
                </a:lnTo>
                <a:lnTo>
                  <a:pt x="7182858" y="458037"/>
                </a:lnTo>
                <a:lnTo>
                  <a:pt x="7180292" y="458037"/>
                </a:lnTo>
                <a:cubicBezTo>
                  <a:pt x="7202805" y="474090"/>
                  <a:pt x="7223460" y="492511"/>
                  <a:pt x="7241676" y="513080"/>
                </a:cubicBezTo>
                <a:lnTo>
                  <a:pt x="6789754" y="513080"/>
                </a:lnTo>
                <a:cubicBezTo>
                  <a:pt x="6776719" y="495854"/>
                  <a:pt x="6765614" y="477207"/>
                  <a:pt x="6756545" y="457464"/>
                </a:cubicBezTo>
                <a:close/>
                <a:moveTo>
                  <a:pt x="6349715" y="457464"/>
                </a:moveTo>
                <a:lnTo>
                  <a:pt x="6675164" y="457464"/>
                </a:lnTo>
                <a:lnTo>
                  <a:pt x="6675164" y="513080"/>
                </a:lnTo>
                <a:lnTo>
                  <a:pt x="6349715" y="513080"/>
                </a:lnTo>
                <a:close/>
                <a:moveTo>
                  <a:pt x="5776176" y="457464"/>
                </a:moveTo>
                <a:lnTo>
                  <a:pt x="6101618" y="457464"/>
                </a:lnTo>
                <a:lnTo>
                  <a:pt x="6101618" y="513080"/>
                </a:lnTo>
                <a:lnTo>
                  <a:pt x="5776176" y="513080"/>
                </a:lnTo>
                <a:close/>
                <a:moveTo>
                  <a:pt x="5257250" y="457464"/>
                </a:moveTo>
                <a:lnTo>
                  <a:pt x="5553174" y="457464"/>
                </a:lnTo>
                <a:lnTo>
                  <a:pt x="5553174" y="513080"/>
                </a:lnTo>
                <a:lnTo>
                  <a:pt x="5257250" y="513080"/>
                </a:lnTo>
                <a:close/>
                <a:moveTo>
                  <a:pt x="4709215" y="457464"/>
                </a:moveTo>
                <a:lnTo>
                  <a:pt x="5227173" y="457464"/>
                </a:lnTo>
                <a:lnTo>
                  <a:pt x="5252917" y="513080"/>
                </a:lnTo>
                <a:lnTo>
                  <a:pt x="4709215" y="513080"/>
                </a:lnTo>
                <a:close/>
                <a:moveTo>
                  <a:pt x="4020058" y="457464"/>
                </a:moveTo>
                <a:lnTo>
                  <a:pt x="4334927" y="457464"/>
                </a:lnTo>
                <a:lnTo>
                  <a:pt x="4334927" y="460928"/>
                </a:lnTo>
                <a:lnTo>
                  <a:pt x="4587920" y="460928"/>
                </a:lnTo>
                <a:lnTo>
                  <a:pt x="4587920" y="513080"/>
                </a:lnTo>
                <a:lnTo>
                  <a:pt x="4020058" y="513080"/>
                </a:lnTo>
                <a:close/>
                <a:moveTo>
                  <a:pt x="3618772" y="457464"/>
                </a:moveTo>
                <a:lnTo>
                  <a:pt x="3940284" y="457464"/>
                </a:lnTo>
                <a:lnTo>
                  <a:pt x="3940284" y="513080"/>
                </a:lnTo>
                <a:lnTo>
                  <a:pt x="3618772" y="513080"/>
                </a:lnTo>
                <a:close/>
                <a:moveTo>
                  <a:pt x="3114435" y="457464"/>
                </a:moveTo>
                <a:lnTo>
                  <a:pt x="3435940" y="457464"/>
                </a:lnTo>
                <a:lnTo>
                  <a:pt x="3435940" y="513080"/>
                </a:lnTo>
                <a:lnTo>
                  <a:pt x="3114435" y="513080"/>
                </a:lnTo>
                <a:close/>
                <a:moveTo>
                  <a:pt x="2711460" y="457464"/>
                </a:moveTo>
                <a:lnTo>
                  <a:pt x="3016785" y="457464"/>
                </a:lnTo>
                <a:cubicBezTo>
                  <a:pt x="3019464" y="475708"/>
                  <a:pt x="3021274" y="494264"/>
                  <a:pt x="3022292" y="513080"/>
                </a:cubicBezTo>
                <a:lnTo>
                  <a:pt x="2716896" y="513080"/>
                </a:lnTo>
                <a:cubicBezTo>
                  <a:pt x="2716550" y="493889"/>
                  <a:pt x="2714712" y="475277"/>
                  <a:pt x="2711460" y="457464"/>
                </a:cubicBezTo>
                <a:close/>
                <a:moveTo>
                  <a:pt x="2139695" y="457464"/>
                </a:moveTo>
                <a:lnTo>
                  <a:pt x="2445020" y="457464"/>
                </a:lnTo>
                <a:cubicBezTo>
                  <a:pt x="2441769" y="475277"/>
                  <a:pt x="2439924" y="493889"/>
                  <a:pt x="2439577" y="513080"/>
                </a:cubicBezTo>
                <a:lnTo>
                  <a:pt x="2134189" y="513080"/>
                </a:lnTo>
                <a:cubicBezTo>
                  <a:pt x="2135207" y="494264"/>
                  <a:pt x="2137016" y="475708"/>
                  <a:pt x="2139695" y="457464"/>
                </a:cubicBezTo>
                <a:close/>
                <a:moveTo>
                  <a:pt x="1484095" y="457464"/>
                </a:moveTo>
                <a:lnTo>
                  <a:pt x="1797436" y="457464"/>
                </a:lnTo>
                <a:lnTo>
                  <a:pt x="1797436" y="460928"/>
                </a:lnTo>
                <a:lnTo>
                  <a:pt x="2049201" y="460928"/>
                </a:lnTo>
                <a:lnTo>
                  <a:pt x="2049201" y="513080"/>
                </a:lnTo>
                <a:lnTo>
                  <a:pt x="1484095" y="513080"/>
                </a:lnTo>
                <a:close/>
                <a:moveTo>
                  <a:pt x="1108069" y="457464"/>
                </a:moveTo>
                <a:lnTo>
                  <a:pt x="1405088" y="457464"/>
                </a:lnTo>
                <a:cubicBezTo>
                  <a:pt x="1401362" y="476578"/>
                  <a:pt x="1395983" y="495140"/>
                  <a:pt x="1389261" y="513080"/>
                </a:cubicBezTo>
                <a:lnTo>
                  <a:pt x="1035049" y="513080"/>
                </a:lnTo>
                <a:cubicBezTo>
                  <a:pt x="1065352" y="503410"/>
                  <a:pt x="1090920" y="483441"/>
                  <a:pt x="1108069" y="457464"/>
                </a:cubicBezTo>
                <a:close/>
                <a:moveTo>
                  <a:pt x="641090" y="457464"/>
                </a:moveTo>
                <a:lnTo>
                  <a:pt x="953766" y="457464"/>
                </a:lnTo>
                <a:lnTo>
                  <a:pt x="953766" y="513080"/>
                </a:lnTo>
                <a:lnTo>
                  <a:pt x="641090" y="513080"/>
                </a:lnTo>
                <a:close/>
                <a:moveTo>
                  <a:pt x="0" y="457464"/>
                </a:moveTo>
                <a:lnTo>
                  <a:pt x="565721" y="457464"/>
                </a:lnTo>
                <a:lnTo>
                  <a:pt x="565721" y="513080"/>
                </a:lnTo>
                <a:lnTo>
                  <a:pt x="0" y="513080"/>
                </a:lnTo>
                <a:close/>
                <a:moveTo>
                  <a:pt x="6726468" y="363974"/>
                </a:moveTo>
                <a:lnTo>
                  <a:pt x="7067984" y="363974"/>
                </a:lnTo>
                <a:cubicBezTo>
                  <a:pt x="7070607" y="367140"/>
                  <a:pt x="7073887" y="369523"/>
                  <a:pt x="7077308" y="371714"/>
                </a:cubicBezTo>
                <a:lnTo>
                  <a:pt x="7117416" y="404513"/>
                </a:lnTo>
                <a:lnTo>
                  <a:pt x="6736209" y="404513"/>
                </a:lnTo>
                <a:cubicBezTo>
                  <a:pt x="6731614" y="391450"/>
                  <a:pt x="6728334" y="377899"/>
                  <a:pt x="6726468" y="363974"/>
                </a:cubicBezTo>
                <a:close/>
                <a:moveTo>
                  <a:pt x="6349715" y="363974"/>
                </a:moveTo>
                <a:lnTo>
                  <a:pt x="6675164" y="363974"/>
                </a:lnTo>
                <a:lnTo>
                  <a:pt x="6675164" y="404513"/>
                </a:lnTo>
                <a:lnTo>
                  <a:pt x="6349715" y="404513"/>
                </a:lnTo>
                <a:close/>
                <a:moveTo>
                  <a:pt x="5776176" y="363974"/>
                </a:moveTo>
                <a:lnTo>
                  <a:pt x="6101618" y="363974"/>
                </a:lnTo>
                <a:lnTo>
                  <a:pt x="6101618" y="404513"/>
                </a:lnTo>
                <a:lnTo>
                  <a:pt x="5776176" y="404513"/>
                </a:lnTo>
                <a:close/>
                <a:moveTo>
                  <a:pt x="5257250" y="363974"/>
                </a:moveTo>
                <a:lnTo>
                  <a:pt x="5553174" y="363974"/>
                </a:lnTo>
                <a:lnTo>
                  <a:pt x="5553174" y="404513"/>
                </a:lnTo>
                <a:lnTo>
                  <a:pt x="5257250" y="404513"/>
                </a:lnTo>
                <a:close/>
                <a:moveTo>
                  <a:pt x="4709215" y="363974"/>
                </a:moveTo>
                <a:lnTo>
                  <a:pt x="5183906" y="363974"/>
                </a:lnTo>
                <a:lnTo>
                  <a:pt x="5202666" y="404513"/>
                </a:lnTo>
                <a:lnTo>
                  <a:pt x="4709215" y="404513"/>
                </a:lnTo>
                <a:close/>
                <a:moveTo>
                  <a:pt x="4020058" y="363974"/>
                </a:moveTo>
                <a:lnTo>
                  <a:pt x="4334927" y="363974"/>
                </a:lnTo>
                <a:lnTo>
                  <a:pt x="4334927" y="404513"/>
                </a:lnTo>
                <a:lnTo>
                  <a:pt x="4020058" y="404513"/>
                </a:lnTo>
                <a:close/>
                <a:moveTo>
                  <a:pt x="3618772" y="363974"/>
                </a:moveTo>
                <a:lnTo>
                  <a:pt x="3940284" y="363974"/>
                </a:lnTo>
                <a:lnTo>
                  <a:pt x="3940284" y="404513"/>
                </a:lnTo>
                <a:lnTo>
                  <a:pt x="3618772" y="404513"/>
                </a:lnTo>
                <a:close/>
                <a:moveTo>
                  <a:pt x="3114435" y="363974"/>
                </a:moveTo>
                <a:lnTo>
                  <a:pt x="3435940" y="363974"/>
                </a:lnTo>
                <a:lnTo>
                  <a:pt x="3435940" y="404513"/>
                </a:lnTo>
                <a:lnTo>
                  <a:pt x="3114435" y="404513"/>
                </a:lnTo>
                <a:close/>
                <a:moveTo>
                  <a:pt x="2690127" y="363974"/>
                </a:moveTo>
                <a:lnTo>
                  <a:pt x="2999106" y="363974"/>
                </a:lnTo>
                <a:cubicBezTo>
                  <a:pt x="3002732" y="377220"/>
                  <a:pt x="3005758" y="390750"/>
                  <a:pt x="3008161" y="404513"/>
                </a:cubicBezTo>
                <a:lnTo>
                  <a:pt x="2701338" y="404513"/>
                </a:lnTo>
                <a:cubicBezTo>
                  <a:pt x="2698602" y="390170"/>
                  <a:pt x="2694672" y="376662"/>
                  <a:pt x="2690127" y="363974"/>
                </a:cubicBezTo>
                <a:close/>
                <a:moveTo>
                  <a:pt x="2157374" y="363974"/>
                </a:moveTo>
                <a:lnTo>
                  <a:pt x="2466353" y="363974"/>
                </a:lnTo>
                <a:cubicBezTo>
                  <a:pt x="2461808" y="376662"/>
                  <a:pt x="2457878" y="390170"/>
                  <a:pt x="2455142" y="404513"/>
                </a:cubicBezTo>
                <a:lnTo>
                  <a:pt x="2148326" y="404513"/>
                </a:lnTo>
                <a:cubicBezTo>
                  <a:pt x="2150722" y="390750"/>
                  <a:pt x="2153748" y="377220"/>
                  <a:pt x="2157374" y="363974"/>
                </a:cubicBezTo>
                <a:close/>
                <a:moveTo>
                  <a:pt x="1484095" y="363974"/>
                </a:moveTo>
                <a:lnTo>
                  <a:pt x="1797436" y="363974"/>
                </a:lnTo>
                <a:lnTo>
                  <a:pt x="1797436" y="404513"/>
                </a:lnTo>
                <a:lnTo>
                  <a:pt x="1484095" y="404513"/>
                </a:lnTo>
                <a:close/>
                <a:moveTo>
                  <a:pt x="1130314" y="363974"/>
                </a:moveTo>
                <a:lnTo>
                  <a:pt x="1414659" y="363974"/>
                </a:lnTo>
                <a:cubicBezTo>
                  <a:pt x="1414821" y="365614"/>
                  <a:pt x="1414828" y="367254"/>
                  <a:pt x="1414828" y="368901"/>
                </a:cubicBezTo>
                <a:lnTo>
                  <a:pt x="1412771" y="404513"/>
                </a:lnTo>
                <a:lnTo>
                  <a:pt x="1129282" y="404513"/>
                </a:lnTo>
                <a:cubicBezTo>
                  <a:pt x="1131077" y="396320"/>
                  <a:pt x="1131855" y="387830"/>
                  <a:pt x="1131855" y="379157"/>
                </a:cubicBezTo>
                <a:close/>
                <a:moveTo>
                  <a:pt x="641090" y="363974"/>
                </a:moveTo>
                <a:lnTo>
                  <a:pt x="953766" y="363974"/>
                </a:lnTo>
                <a:lnTo>
                  <a:pt x="953766" y="404513"/>
                </a:lnTo>
                <a:lnTo>
                  <a:pt x="641090" y="404513"/>
                </a:lnTo>
                <a:close/>
                <a:moveTo>
                  <a:pt x="0" y="363974"/>
                </a:moveTo>
                <a:lnTo>
                  <a:pt x="326170" y="363974"/>
                </a:lnTo>
                <a:lnTo>
                  <a:pt x="326170" y="404513"/>
                </a:lnTo>
                <a:lnTo>
                  <a:pt x="0" y="404513"/>
                </a:lnTo>
                <a:close/>
                <a:moveTo>
                  <a:pt x="0" y="284062"/>
                </a:moveTo>
                <a:lnTo>
                  <a:pt x="326170" y="284062"/>
                </a:lnTo>
                <a:lnTo>
                  <a:pt x="326170" y="311029"/>
                </a:lnTo>
                <a:lnTo>
                  <a:pt x="0" y="311029"/>
                </a:lnTo>
                <a:close/>
                <a:moveTo>
                  <a:pt x="7297165" y="284055"/>
                </a:moveTo>
                <a:lnTo>
                  <a:pt x="7297434" y="284055"/>
                </a:lnTo>
                <a:lnTo>
                  <a:pt x="7297434" y="284288"/>
                </a:lnTo>
                <a:close/>
                <a:moveTo>
                  <a:pt x="6720749" y="284055"/>
                </a:moveTo>
                <a:lnTo>
                  <a:pt x="7028873" y="284055"/>
                </a:lnTo>
                <a:cubicBezTo>
                  <a:pt x="7028895" y="293400"/>
                  <a:pt x="7030195" y="302455"/>
                  <a:pt x="7032690" y="311029"/>
                </a:cubicBezTo>
                <a:lnTo>
                  <a:pt x="6720693" y="311029"/>
                </a:lnTo>
                <a:cubicBezTo>
                  <a:pt x="6719993" y="306724"/>
                  <a:pt x="6719915" y="302391"/>
                  <a:pt x="6719915" y="298037"/>
                </a:cubicBezTo>
                <a:close/>
                <a:moveTo>
                  <a:pt x="6349715" y="284055"/>
                </a:moveTo>
                <a:lnTo>
                  <a:pt x="6675164" y="284055"/>
                </a:lnTo>
                <a:lnTo>
                  <a:pt x="6675164" y="311029"/>
                </a:lnTo>
                <a:lnTo>
                  <a:pt x="6349715" y="311029"/>
                </a:lnTo>
                <a:close/>
                <a:moveTo>
                  <a:pt x="5776176" y="284055"/>
                </a:moveTo>
                <a:lnTo>
                  <a:pt x="6101618" y="284055"/>
                </a:lnTo>
                <a:lnTo>
                  <a:pt x="6101618" y="311029"/>
                </a:lnTo>
                <a:lnTo>
                  <a:pt x="5776176" y="311029"/>
                </a:lnTo>
                <a:close/>
                <a:moveTo>
                  <a:pt x="5257250" y="284055"/>
                </a:moveTo>
                <a:lnTo>
                  <a:pt x="5553174" y="284055"/>
                </a:lnTo>
                <a:lnTo>
                  <a:pt x="5553174" y="311029"/>
                </a:lnTo>
                <a:lnTo>
                  <a:pt x="5257250" y="311029"/>
                </a:lnTo>
                <a:close/>
                <a:moveTo>
                  <a:pt x="4709215" y="284055"/>
                </a:moveTo>
                <a:lnTo>
                  <a:pt x="5146922" y="284055"/>
                </a:lnTo>
                <a:lnTo>
                  <a:pt x="5159406" y="311029"/>
                </a:lnTo>
                <a:lnTo>
                  <a:pt x="4709215" y="311029"/>
                </a:lnTo>
                <a:close/>
                <a:moveTo>
                  <a:pt x="4020058" y="284055"/>
                </a:moveTo>
                <a:lnTo>
                  <a:pt x="4334927" y="284055"/>
                </a:lnTo>
                <a:lnTo>
                  <a:pt x="4334927" y="311029"/>
                </a:lnTo>
                <a:lnTo>
                  <a:pt x="4020058" y="311029"/>
                </a:lnTo>
                <a:close/>
                <a:moveTo>
                  <a:pt x="3618772" y="284055"/>
                </a:moveTo>
                <a:lnTo>
                  <a:pt x="3940284" y="284055"/>
                </a:lnTo>
                <a:lnTo>
                  <a:pt x="3940284" y="311029"/>
                </a:lnTo>
                <a:lnTo>
                  <a:pt x="3618772" y="311029"/>
                </a:lnTo>
                <a:close/>
                <a:moveTo>
                  <a:pt x="3114435" y="284055"/>
                </a:moveTo>
                <a:lnTo>
                  <a:pt x="3435940" y="284055"/>
                </a:lnTo>
                <a:lnTo>
                  <a:pt x="3435940" y="311029"/>
                </a:lnTo>
                <a:lnTo>
                  <a:pt x="3114435" y="311029"/>
                </a:lnTo>
                <a:close/>
                <a:moveTo>
                  <a:pt x="2649553" y="284055"/>
                </a:moveTo>
                <a:lnTo>
                  <a:pt x="2974451" y="284055"/>
                </a:lnTo>
                <a:cubicBezTo>
                  <a:pt x="2978020" y="292834"/>
                  <a:pt x="2981166" y="301840"/>
                  <a:pt x="2983965" y="311029"/>
                </a:cubicBezTo>
                <a:lnTo>
                  <a:pt x="2667253" y="311029"/>
                </a:lnTo>
                <a:cubicBezTo>
                  <a:pt x="2661767" y="301041"/>
                  <a:pt x="2655907" y="291972"/>
                  <a:pt x="2649553" y="284055"/>
                </a:cubicBezTo>
                <a:close/>
                <a:moveTo>
                  <a:pt x="2182030" y="284055"/>
                </a:moveTo>
                <a:lnTo>
                  <a:pt x="2506921" y="284055"/>
                </a:lnTo>
                <a:cubicBezTo>
                  <a:pt x="2500566" y="291972"/>
                  <a:pt x="2494713" y="301041"/>
                  <a:pt x="2489228" y="311029"/>
                </a:cubicBezTo>
                <a:lnTo>
                  <a:pt x="2172515" y="311029"/>
                </a:lnTo>
                <a:cubicBezTo>
                  <a:pt x="2175314" y="301840"/>
                  <a:pt x="2178460" y="292834"/>
                  <a:pt x="2182030" y="284055"/>
                </a:cubicBezTo>
                <a:close/>
                <a:moveTo>
                  <a:pt x="1484095" y="284055"/>
                </a:moveTo>
                <a:lnTo>
                  <a:pt x="1797436" y="284055"/>
                </a:lnTo>
                <a:lnTo>
                  <a:pt x="1797436" y="311029"/>
                </a:lnTo>
                <a:lnTo>
                  <a:pt x="1484095" y="311029"/>
                </a:lnTo>
                <a:close/>
                <a:moveTo>
                  <a:pt x="1094475" y="284055"/>
                </a:moveTo>
                <a:lnTo>
                  <a:pt x="1406183" y="284055"/>
                </a:lnTo>
                <a:cubicBezTo>
                  <a:pt x="1408078" y="292940"/>
                  <a:pt x="1409619" y="301932"/>
                  <a:pt x="1410849" y="311029"/>
                </a:cubicBezTo>
                <a:lnTo>
                  <a:pt x="1113632" y="311029"/>
                </a:lnTo>
                <a:cubicBezTo>
                  <a:pt x="1108818" y="300956"/>
                  <a:pt x="1102308" y="291908"/>
                  <a:pt x="1094475" y="284055"/>
                </a:cubicBezTo>
                <a:close/>
                <a:moveTo>
                  <a:pt x="641090" y="284055"/>
                </a:moveTo>
                <a:lnTo>
                  <a:pt x="953766" y="284055"/>
                </a:lnTo>
                <a:lnTo>
                  <a:pt x="953766" y="311029"/>
                </a:lnTo>
                <a:lnTo>
                  <a:pt x="641090" y="311029"/>
                </a:lnTo>
                <a:close/>
                <a:moveTo>
                  <a:pt x="7265038" y="281609"/>
                </a:moveTo>
                <a:lnTo>
                  <a:pt x="7296254" y="281609"/>
                </a:lnTo>
                <a:lnTo>
                  <a:pt x="7296254" y="313708"/>
                </a:lnTo>
                <a:lnTo>
                  <a:pt x="7277090" y="313708"/>
                </a:lnTo>
                <a:close/>
                <a:moveTo>
                  <a:pt x="7209386" y="208215"/>
                </a:moveTo>
                <a:lnTo>
                  <a:pt x="7297434" y="208215"/>
                </a:lnTo>
                <a:lnTo>
                  <a:pt x="7297434" y="226254"/>
                </a:lnTo>
                <a:lnTo>
                  <a:pt x="7297434" y="231111"/>
                </a:lnTo>
                <a:lnTo>
                  <a:pt x="7235611" y="231111"/>
                </a:lnTo>
                <a:lnTo>
                  <a:pt x="7214497" y="212958"/>
                </a:lnTo>
                <a:close/>
                <a:moveTo>
                  <a:pt x="6731119" y="208215"/>
                </a:moveTo>
                <a:lnTo>
                  <a:pt x="7060082" y="208215"/>
                </a:lnTo>
                <a:cubicBezTo>
                  <a:pt x="7053296" y="214923"/>
                  <a:pt x="7047429" y="222550"/>
                  <a:pt x="7043081" y="231111"/>
                </a:cubicBezTo>
                <a:lnTo>
                  <a:pt x="6726645" y="231111"/>
                </a:lnTo>
                <a:cubicBezTo>
                  <a:pt x="6727429" y="223300"/>
                  <a:pt x="6729083" y="215694"/>
                  <a:pt x="6731119" y="208215"/>
                </a:cubicBezTo>
                <a:close/>
                <a:moveTo>
                  <a:pt x="6349715" y="208215"/>
                </a:moveTo>
                <a:lnTo>
                  <a:pt x="6675164" y="208215"/>
                </a:lnTo>
                <a:lnTo>
                  <a:pt x="6675164" y="231111"/>
                </a:lnTo>
                <a:lnTo>
                  <a:pt x="6349715" y="231111"/>
                </a:lnTo>
                <a:close/>
                <a:moveTo>
                  <a:pt x="5605002" y="208215"/>
                </a:moveTo>
                <a:lnTo>
                  <a:pt x="5605559" y="208215"/>
                </a:lnTo>
                <a:lnTo>
                  <a:pt x="5610734" y="208215"/>
                </a:lnTo>
                <a:lnTo>
                  <a:pt x="6286422" y="208215"/>
                </a:lnTo>
                <a:lnTo>
                  <a:pt x="6286422" y="231111"/>
                </a:lnTo>
                <a:lnTo>
                  <a:pt x="5610734" y="231111"/>
                </a:lnTo>
                <a:lnTo>
                  <a:pt x="5605559" y="231111"/>
                </a:lnTo>
                <a:lnTo>
                  <a:pt x="5605002" y="231111"/>
                </a:lnTo>
                <a:close/>
                <a:moveTo>
                  <a:pt x="5257250" y="208215"/>
                </a:moveTo>
                <a:lnTo>
                  <a:pt x="5553174" y="208215"/>
                </a:lnTo>
                <a:lnTo>
                  <a:pt x="5553174" y="231111"/>
                </a:lnTo>
                <a:lnTo>
                  <a:pt x="5257250" y="231111"/>
                </a:lnTo>
                <a:close/>
                <a:moveTo>
                  <a:pt x="4709215" y="208215"/>
                </a:moveTo>
                <a:lnTo>
                  <a:pt x="5111819" y="208215"/>
                </a:lnTo>
                <a:lnTo>
                  <a:pt x="5122415" y="231111"/>
                </a:lnTo>
                <a:lnTo>
                  <a:pt x="4709215" y="231111"/>
                </a:lnTo>
                <a:close/>
                <a:moveTo>
                  <a:pt x="4020058" y="208215"/>
                </a:moveTo>
                <a:lnTo>
                  <a:pt x="4602020" y="208215"/>
                </a:lnTo>
                <a:lnTo>
                  <a:pt x="4602020" y="231111"/>
                </a:lnTo>
                <a:lnTo>
                  <a:pt x="4020058" y="231111"/>
                </a:lnTo>
                <a:close/>
                <a:moveTo>
                  <a:pt x="3618772" y="208215"/>
                </a:moveTo>
                <a:lnTo>
                  <a:pt x="3940284" y="208215"/>
                </a:lnTo>
                <a:lnTo>
                  <a:pt x="3940284" y="231111"/>
                </a:lnTo>
                <a:lnTo>
                  <a:pt x="3618772" y="231111"/>
                </a:lnTo>
                <a:close/>
                <a:moveTo>
                  <a:pt x="3114435" y="208215"/>
                </a:moveTo>
                <a:lnTo>
                  <a:pt x="3435940" y="208215"/>
                </a:lnTo>
                <a:lnTo>
                  <a:pt x="3435940" y="231111"/>
                </a:lnTo>
                <a:lnTo>
                  <a:pt x="3114435" y="231111"/>
                </a:lnTo>
                <a:close/>
                <a:moveTo>
                  <a:pt x="2215224" y="208215"/>
                </a:moveTo>
                <a:lnTo>
                  <a:pt x="2941256" y="208215"/>
                </a:lnTo>
                <a:cubicBezTo>
                  <a:pt x="2945377" y="215609"/>
                  <a:pt x="2949116" y="223264"/>
                  <a:pt x="2952580" y="231111"/>
                </a:cubicBezTo>
                <a:lnTo>
                  <a:pt x="2203900" y="231111"/>
                </a:lnTo>
                <a:cubicBezTo>
                  <a:pt x="2207364" y="223264"/>
                  <a:pt x="2211103" y="215609"/>
                  <a:pt x="2215224" y="208215"/>
                </a:cubicBezTo>
                <a:close/>
                <a:moveTo>
                  <a:pt x="1484095" y="208215"/>
                </a:moveTo>
                <a:lnTo>
                  <a:pt x="2063233" y="208215"/>
                </a:lnTo>
                <a:lnTo>
                  <a:pt x="2063233" y="231111"/>
                </a:lnTo>
                <a:lnTo>
                  <a:pt x="1484095" y="231111"/>
                </a:lnTo>
                <a:close/>
                <a:moveTo>
                  <a:pt x="641090" y="208215"/>
                </a:moveTo>
                <a:lnTo>
                  <a:pt x="1382793" y="208215"/>
                </a:lnTo>
                <a:cubicBezTo>
                  <a:pt x="1386094" y="215680"/>
                  <a:pt x="1388999" y="223321"/>
                  <a:pt x="1391579" y="231111"/>
                </a:cubicBezTo>
                <a:lnTo>
                  <a:pt x="641090" y="231111"/>
                </a:lnTo>
                <a:close/>
                <a:moveTo>
                  <a:pt x="0" y="208215"/>
                </a:moveTo>
                <a:lnTo>
                  <a:pt x="565721" y="208215"/>
                </a:lnTo>
                <a:lnTo>
                  <a:pt x="565721" y="231111"/>
                </a:lnTo>
                <a:lnTo>
                  <a:pt x="0" y="231111"/>
                </a:lnTo>
                <a:close/>
                <a:moveTo>
                  <a:pt x="6759684" y="131463"/>
                </a:moveTo>
                <a:lnTo>
                  <a:pt x="7297434" y="131463"/>
                </a:lnTo>
                <a:lnTo>
                  <a:pt x="7297434" y="155264"/>
                </a:lnTo>
                <a:lnTo>
                  <a:pt x="6749243" y="155264"/>
                </a:lnTo>
                <a:close/>
                <a:moveTo>
                  <a:pt x="6349715" y="131463"/>
                </a:moveTo>
                <a:lnTo>
                  <a:pt x="6675164" y="131463"/>
                </a:lnTo>
                <a:lnTo>
                  <a:pt x="6675164" y="155264"/>
                </a:lnTo>
                <a:lnTo>
                  <a:pt x="6349715" y="155264"/>
                </a:lnTo>
                <a:close/>
                <a:moveTo>
                  <a:pt x="5605002" y="131463"/>
                </a:moveTo>
                <a:lnTo>
                  <a:pt x="5605559" y="131463"/>
                </a:lnTo>
                <a:lnTo>
                  <a:pt x="5610734" y="131463"/>
                </a:lnTo>
                <a:lnTo>
                  <a:pt x="6286422" y="131463"/>
                </a:lnTo>
                <a:lnTo>
                  <a:pt x="6286422" y="155264"/>
                </a:lnTo>
                <a:lnTo>
                  <a:pt x="5610734" y="155264"/>
                </a:lnTo>
                <a:lnTo>
                  <a:pt x="5605559" y="155264"/>
                </a:lnTo>
                <a:lnTo>
                  <a:pt x="5605002" y="155264"/>
                </a:lnTo>
                <a:close/>
                <a:moveTo>
                  <a:pt x="5257250" y="131463"/>
                </a:moveTo>
                <a:lnTo>
                  <a:pt x="5553174" y="131463"/>
                </a:lnTo>
                <a:lnTo>
                  <a:pt x="5553174" y="155264"/>
                </a:lnTo>
                <a:lnTo>
                  <a:pt x="5257250" y="155264"/>
                </a:lnTo>
                <a:close/>
                <a:moveTo>
                  <a:pt x="4709215" y="131463"/>
                </a:moveTo>
                <a:lnTo>
                  <a:pt x="5076299" y="131463"/>
                </a:lnTo>
                <a:lnTo>
                  <a:pt x="5087312" y="155264"/>
                </a:lnTo>
                <a:lnTo>
                  <a:pt x="4709215" y="155264"/>
                </a:lnTo>
                <a:close/>
                <a:moveTo>
                  <a:pt x="4020058" y="131463"/>
                </a:moveTo>
                <a:lnTo>
                  <a:pt x="4602020" y="131463"/>
                </a:lnTo>
                <a:lnTo>
                  <a:pt x="4602020" y="155264"/>
                </a:lnTo>
                <a:lnTo>
                  <a:pt x="4020058" y="155264"/>
                </a:lnTo>
                <a:close/>
                <a:moveTo>
                  <a:pt x="3618772" y="131463"/>
                </a:moveTo>
                <a:lnTo>
                  <a:pt x="3940284" y="131463"/>
                </a:lnTo>
                <a:lnTo>
                  <a:pt x="3940284" y="155264"/>
                </a:lnTo>
                <a:lnTo>
                  <a:pt x="3618772" y="155264"/>
                </a:lnTo>
                <a:close/>
                <a:moveTo>
                  <a:pt x="3114435" y="131463"/>
                </a:moveTo>
                <a:lnTo>
                  <a:pt x="3435940" y="131463"/>
                </a:lnTo>
                <a:lnTo>
                  <a:pt x="3435940" y="155264"/>
                </a:lnTo>
                <a:lnTo>
                  <a:pt x="3114435" y="155264"/>
                </a:lnTo>
                <a:close/>
                <a:moveTo>
                  <a:pt x="2261482" y="131463"/>
                </a:moveTo>
                <a:lnTo>
                  <a:pt x="2894999" y="131463"/>
                </a:lnTo>
                <a:cubicBezTo>
                  <a:pt x="2900717" y="139105"/>
                  <a:pt x="2906089" y="147085"/>
                  <a:pt x="2911313" y="155264"/>
                </a:cubicBezTo>
                <a:lnTo>
                  <a:pt x="2245167" y="155264"/>
                </a:lnTo>
                <a:cubicBezTo>
                  <a:pt x="2250391" y="147085"/>
                  <a:pt x="2255763" y="139105"/>
                  <a:pt x="2261482" y="131463"/>
                </a:cubicBezTo>
                <a:close/>
                <a:moveTo>
                  <a:pt x="1484095" y="131463"/>
                </a:moveTo>
                <a:lnTo>
                  <a:pt x="2063233" y="131463"/>
                </a:lnTo>
                <a:lnTo>
                  <a:pt x="2063233" y="155264"/>
                </a:lnTo>
                <a:lnTo>
                  <a:pt x="1484095" y="155264"/>
                </a:lnTo>
                <a:close/>
                <a:moveTo>
                  <a:pt x="641090" y="131463"/>
                </a:moveTo>
                <a:lnTo>
                  <a:pt x="1340275" y="131463"/>
                </a:lnTo>
                <a:cubicBezTo>
                  <a:pt x="1346432" y="138829"/>
                  <a:pt x="1351585" y="146894"/>
                  <a:pt x="1356243" y="155264"/>
                </a:cubicBezTo>
                <a:lnTo>
                  <a:pt x="641090" y="155264"/>
                </a:lnTo>
                <a:close/>
                <a:moveTo>
                  <a:pt x="0" y="131463"/>
                </a:moveTo>
                <a:lnTo>
                  <a:pt x="565721" y="131463"/>
                </a:lnTo>
                <a:lnTo>
                  <a:pt x="565721" y="155264"/>
                </a:lnTo>
                <a:lnTo>
                  <a:pt x="0" y="155264"/>
                </a:lnTo>
                <a:close/>
                <a:moveTo>
                  <a:pt x="6805100" y="62402"/>
                </a:moveTo>
                <a:lnTo>
                  <a:pt x="7297434" y="62402"/>
                </a:lnTo>
                <a:lnTo>
                  <a:pt x="7297434" y="78512"/>
                </a:lnTo>
                <a:lnTo>
                  <a:pt x="6793090" y="78512"/>
                </a:lnTo>
                <a:close/>
                <a:moveTo>
                  <a:pt x="6349715" y="62402"/>
                </a:moveTo>
                <a:lnTo>
                  <a:pt x="6675164" y="62402"/>
                </a:lnTo>
                <a:lnTo>
                  <a:pt x="6675164" y="78512"/>
                </a:lnTo>
                <a:lnTo>
                  <a:pt x="6349715" y="78512"/>
                </a:lnTo>
                <a:close/>
                <a:moveTo>
                  <a:pt x="5605002" y="62402"/>
                </a:moveTo>
                <a:lnTo>
                  <a:pt x="5605559" y="62402"/>
                </a:lnTo>
                <a:lnTo>
                  <a:pt x="5610734" y="62402"/>
                </a:lnTo>
                <a:lnTo>
                  <a:pt x="6286422" y="62402"/>
                </a:lnTo>
                <a:lnTo>
                  <a:pt x="6286422" y="78512"/>
                </a:lnTo>
                <a:lnTo>
                  <a:pt x="5610734" y="78512"/>
                </a:lnTo>
                <a:lnTo>
                  <a:pt x="5605559" y="78512"/>
                </a:lnTo>
                <a:lnTo>
                  <a:pt x="5605002" y="78512"/>
                </a:lnTo>
                <a:close/>
                <a:moveTo>
                  <a:pt x="5257250" y="62402"/>
                </a:moveTo>
                <a:lnTo>
                  <a:pt x="5553174" y="62402"/>
                </a:lnTo>
                <a:lnTo>
                  <a:pt x="5553174" y="78512"/>
                </a:lnTo>
                <a:lnTo>
                  <a:pt x="5257250" y="78512"/>
                </a:lnTo>
                <a:close/>
                <a:moveTo>
                  <a:pt x="4709215" y="62402"/>
                </a:moveTo>
                <a:lnTo>
                  <a:pt x="5044335" y="62402"/>
                </a:lnTo>
                <a:lnTo>
                  <a:pt x="5051792" y="78512"/>
                </a:lnTo>
                <a:lnTo>
                  <a:pt x="4709215" y="78512"/>
                </a:lnTo>
                <a:close/>
                <a:moveTo>
                  <a:pt x="4020058" y="62402"/>
                </a:moveTo>
                <a:lnTo>
                  <a:pt x="4602020" y="62402"/>
                </a:lnTo>
                <a:lnTo>
                  <a:pt x="4602020" y="78512"/>
                </a:lnTo>
                <a:lnTo>
                  <a:pt x="4020058" y="78512"/>
                </a:lnTo>
                <a:close/>
                <a:moveTo>
                  <a:pt x="3618772" y="62402"/>
                </a:moveTo>
                <a:lnTo>
                  <a:pt x="3940284" y="62402"/>
                </a:lnTo>
                <a:lnTo>
                  <a:pt x="3940284" y="78512"/>
                </a:lnTo>
                <a:lnTo>
                  <a:pt x="3618772" y="78512"/>
                </a:lnTo>
                <a:close/>
                <a:moveTo>
                  <a:pt x="3114435" y="62402"/>
                </a:moveTo>
                <a:lnTo>
                  <a:pt x="3435940" y="62402"/>
                </a:lnTo>
                <a:lnTo>
                  <a:pt x="3435940" y="78512"/>
                </a:lnTo>
                <a:lnTo>
                  <a:pt x="3114435" y="78512"/>
                </a:lnTo>
                <a:close/>
                <a:moveTo>
                  <a:pt x="2319537" y="62402"/>
                </a:moveTo>
                <a:lnTo>
                  <a:pt x="2836943" y="62402"/>
                </a:lnTo>
                <a:cubicBezTo>
                  <a:pt x="2842273" y="67464"/>
                  <a:pt x="2847398" y="72808"/>
                  <a:pt x="2852191" y="78512"/>
                </a:cubicBezTo>
                <a:lnTo>
                  <a:pt x="2304290" y="78512"/>
                </a:lnTo>
                <a:cubicBezTo>
                  <a:pt x="2309082" y="72808"/>
                  <a:pt x="2314207" y="67464"/>
                  <a:pt x="2319537" y="62402"/>
                </a:cubicBezTo>
                <a:close/>
                <a:moveTo>
                  <a:pt x="1484095" y="62402"/>
                </a:moveTo>
                <a:lnTo>
                  <a:pt x="2063233" y="62402"/>
                </a:lnTo>
                <a:lnTo>
                  <a:pt x="2063233" y="78512"/>
                </a:lnTo>
                <a:lnTo>
                  <a:pt x="1484095" y="78512"/>
                </a:lnTo>
                <a:close/>
                <a:moveTo>
                  <a:pt x="641090" y="62402"/>
                </a:moveTo>
                <a:lnTo>
                  <a:pt x="1281824" y="62402"/>
                </a:lnTo>
                <a:cubicBezTo>
                  <a:pt x="1287443" y="67322"/>
                  <a:pt x="1292745" y="72581"/>
                  <a:pt x="1297333" y="78512"/>
                </a:cubicBezTo>
                <a:lnTo>
                  <a:pt x="641090" y="78512"/>
                </a:lnTo>
                <a:close/>
                <a:moveTo>
                  <a:pt x="0" y="62402"/>
                </a:moveTo>
                <a:lnTo>
                  <a:pt x="565721" y="62402"/>
                </a:lnTo>
                <a:lnTo>
                  <a:pt x="565721" y="78512"/>
                </a:lnTo>
                <a:lnTo>
                  <a:pt x="0" y="78512"/>
                </a:lnTo>
                <a:close/>
                <a:moveTo>
                  <a:pt x="6897049" y="0"/>
                </a:moveTo>
                <a:lnTo>
                  <a:pt x="6935531" y="0"/>
                </a:lnTo>
                <a:cubicBezTo>
                  <a:pt x="6947824" y="0"/>
                  <a:pt x="6959989" y="551"/>
                  <a:pt x="6971992" y="1831"/>
                </a:cubicBezTo>
                <a:lnTo>
                  <a:pt x="6971992" y="0"/>
                </a:lnTo>
                <a:lnTo>
                  <a:pt x="7297434" y="0"/>
                </a:lnTo>
                <a:lnTo>
                  <a:pt x="7297434" y="9458"/>
                </a:lnTo>
                <a:lnTo>
                  <a:pt x="6859218" y="9458"/>
                </a:lnTo>
                <a:cubicBezTo>
                  <a:pt x="6861621" y="6956"/>
                  <a:pt x="6864336" y="4828"/>
                  <a:pt x="6867078" y="2736"/>
                </a:cubicBezTo>
                <a:lnTo>
                  <a:pt x="6867078" y="1732"/>
                </a:lnTo>
                <a:close/>
                <a:moveTo>
                  <a:pt x="6349715" y="0"/>
                </a:moveTo>
                <a:lnTo>
                  <a:pt x="6675164" y="0"/>
                </a:lnTo>
                <a:lnTo>
                  <a:pt x="6675164" y="9458"/>
                </a:lnTo>
                <a:lnTo>
                  <a:pt x="6349715" y="9458"/>
                </a:lnTo>
                <a:close/>
                <a:moveTo>
                  <a:pt x="5605002" y="0"/>
                </a:moveTo>
                <a:lnTo>
                  <a:pt x="5605559" y="0"/>
                </a:lnTo>
                <a:lnTo>
                  <a:pt x="5610734" y="0"/>
                </a:lnTo>
                <a:lnTo>
                  <a:pt x="6286422" y="0"/>
                </a:lnTo>
                <a:lnTo>
                  <a:pt x="6286422" y="9458"/>
                </a:lnTo>
                <a:lnTo>
                  <a:pt x="5610734" y="9458"/>
                </a:lnTo>
                <a:lnTo>
                  <a:pt x="5605559" y="9458"/>
                </a:lnTo>
                <a:lnTo>
                  <a:pt x="5605002" y="9458"/>
                </a:lnTo>
                <a:close/>
                <a:moveTo>
                  <a:pt x="5257250" y="0"/>
                </a:moveTo>
                <a:lnTo>
                  <a:pt x="5553174" y="0"/>
                </a:lnTo>
                <a:lnTo>
                  <a:pt x="5553174" y="9458"/>
                </a:lnTo>
                <a:lnTo>
                  <a:pt x="5257250" y="9458"/>
                </a:lnTo>
                <a:close/>
                <a:moveTo>
                  <a:pt x="4709215" y="0"/>
                </a:moveTo>
                <a:lnTo>
                  <a:pt x="5015452" y="0"/>
                </a:lnTo>
                <a:lnTo>
                  <a:pt x="5019835" y="9458"/>
                </a:lnTo>
                <a:lnTo>
                  <a:pt x="4709215" y="9458"/>
                </a:lnTo>
                <a:close/>
                <a:moveTo>
                  <a:pt x="4020058" y="0"/>
                </a:moveTo>
                <a:lnTo>
                  <a:pt x="4602020" y="0"/>
                </a:lnTo>
                <a:lnTo>
                  <a:pt x="4602020" y="9458"/>
                </a:lnTo>
                <a:lnTo>
                  <a:pt x="4020058" y="9458"/>
                </a:lnTo>
                <a:close/>
                <a:moveTo>
                  <a:pt x="3618772" y="0"/>
                </a:moveTo>
                <a:lnTo>
                  <a:pt x="3940284" y="0"/>
                </a:lnTo>
                <a:lnTo>
                  <a:pt x="3940284" y="9458"/>
                </a:lnTo>
                <a:lnTo>
                  <a:pt x="3618772" y="9458"/>
                </a:lnTo>
                <a:close/>
                <a:moveTo>
                  <a:pt x="3114435" y="0"/>
                </a:moveTo>
                <a:lnTo>
                  <a:pt x="3435940" y="0"/>
                </a:lnTo>
                <a:lnTo>
                  <a:pt x="3435940" y="9458"/>
                </a:lnTo>
                <a:lnTo>
                  <a:pt x="3114435" y="9458"/>
                </a:lnTo>
                <a:close/>
                <a:moveTo>
                  <a:pt x="2397738" y="0"/>
                </a:moveTo>
                <a:lnTo>
                  <a:pt x="2758743" y="0"/>
                </a:lnTo>
                <a:lnTo>
                  <a:pt x="2772732" y="9458"/>
                </a:lnTo>
                <a:lnTo>
                  <a:pt x="2383749" y="9458"/>
                </a:lnTo>
                <a:close/>
                <a:moveTo>
                  <a:pt x="1484095" y="0"/>
                </a:moveTo>
                <a:lnTo>
                  <a:pt x="2063233" y="0"/>
                </a:lnTo>
                <a:lnTo>
                  <a:pt x="2063233" y="9458"/>
                </a:lnTo>
                <a:lnTo>
                  <a:pt x="1484095" y="9458"/>
                </a:lnTo>
                <a:close/>
                <a:moveTo>
                  <a:pt x="641090" y="0"/>
                </a:moveTo>
                <a:lnTo>
                  <a:pt x="1196639" y="0"/>
                </a:lnTo>
                <a:lnTo>
                  <a:pt x="1211413" y="9458"/>
                </a:lnTo>
                <a:lnTo>
                  <a:pt x="641090" y="9458"/>
                </a:lnTo>
                <a:close/>
                <a:moveTo>
                  <a:pt x="0" y="0"/>
                </a:moveTo>
                <a:lnTo>
                  <a:pt x="565721" y="0"/>
                </a:lnTo>
                <a:lnTo>
                  <a:pt x="565721" y="9458"/>
                </a:lnTo>
                <a:lnTo>
                  <a:pt x="0" y="945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90000" bIns="90000" rtlCol="0" anchor="t" anchorCtr="0"/>
          <a:lstStyle/>
          <a:p>
            <a:pPr algn="ctr" defTabSz="457200"/>
            <a:endParaRPr lang="en-GB" sz="1800" noProof="0" dirty="0">
              <a:solidFill>
                <a:srgbClr val="F0A51E"/>
              </a:solidFill>
            </a:endParaRPr>
          </a:p>
        </p:txBody>
      </p:sp>
      <p:sp>
        <p:nvSpPr>
          <p:cNvPr id="183" name="Freihandform: Form 182">
            <a:extLst>
              <a:ext uri="{FF2B5EF4-FFF2-40B4-BE49-F238E27FC236}">
                <a16:creationId xmlns:a16="http://schemas.microsoft.com/office/drawing/2014/main" id="{8A453078-6D1A-4305-8193-D37F2FB3973A}"/>
              </a:ext>
            </a:extLst>
          </p:cNvPr>
          <p:cNvSpPr/>
          <p:nvPr userDrawn="1"/>
        </p:nvSpPr>
        <p:spPr>
          <a:xfrm>
            <a:off x="0" y="669753"/>
            <a:ext cx="9144000" cy="3967384"/>
          </a:xfrm>
          <a:custGeom>
            <a:avLst/>
            <a:gdLst>
              <a:gd name="connsiteX0" fmla="*/ 2239403 w 9144000"/>
              <a:gd name="connsiteY0" fmla="*/ 54039 h 3942894"/>
              <a:gd name="connsiteX1" fmla="*/ 1213289 w 9144000"/>
              <a:gd name="connsiteY1" fmla="*/ 1080153 h 3942894"/>
              <a:gd name="connsiteX2" fmla="*/ 2134489 w 9144000"/>
              <a:gd name="connsiteY2" fmla="*/ 2100969 h 3942894"/>
              <a:gd name="connsiteX3" fmla="*/ 2154722 w 9144000"/>
              <a:gd name="connsiteY3" fmla="*/ 2101991 h 3942894"/>
              <a:gd name="connsiteX4" fmla="*/ 2136238 w 9144000"/>
              <a:gd name="connsiteY4" fmla="*/ 2118790 h 3942894"/>
              <a:gd name="connsiteX5" fmla="*/ 1835696 w 9144000"/>
              <a:gd name="connsiteY5" fmla="*/ 2844362 h 3942894"/>
              <a:gd name="connsiteX6" fmla="*/ 2861810 w 9144000"/>
              <a:gd name="connsiteY6" fmla="*/ 3870476 h 3942894"/>
              <a:gd name="connsiteX7" fmla="*/ 3887924 w 9144000"/>
              <a:gd name="connsiteY7" fmla="*/ 2844362 h 3942894"/>
              <a:gd name="connsiteX8" fmla="*/ 2966724 w 9144000"/>
              <a:gd name="connsiteY8" fmla="*/ 1823546 h 3942894"/>
              <a:gd name="connsiteX9" fmla="*/ 2946492 w 9144000"/>
              <a:gd name="connsiteY9" fmla="*/ 1822524 h 3942894"/>
              <a:gd name="connsiteX10" fmla="*/ 2964976 w 9144000"/>
              <a:gd name="connsiteY10" fmla="*/ 1805725 h 3942894"/>
              <a:gd name="connsiteX11" fmla="*/ 3265517 w 9144000"/>
              <a:gd name="connsiteY11" fmla="*/ 1080153 h 3942894"/>
              <a:gd name="connsiteX12" fmla="*/ 2239403 w 9144000"/>
              <a:gd name="connsiteY12" fmla="*/ 54039 h 3942894"/>
              <a:gd name="connsiteX13" fmla="*/ 0 w 9144000"/>
              <a:gd name="connsiteY13" fmla="*/ 0 h 3942894"/>
              <a:gd name="connsiteX14" fmla="*/ 9144000 w 9144000"/>
              <a:gd name="connsiteY14" fmla="*/ 0 h 3942894"/>
              <a:gd name="connsiteX15" fmla="*/ 9144000 w 9144000"/>
              <a:gd name="connsiteY15" fmla="*/ 3942894 h 3942894"/>
              <a:gd name="connsiteX16" fmla="*/ 0 w 9144000"/>
              <a:gd name="connsiteY16" fmla="*/ 3942894 h 39428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9144000" h="3942894">
                <a:moveTo>
                  <a:pt x="2239403" y="54039"/>
                </a:moveTo>
                <a:cubicBezTo>
                  <a:pt x="1672696" y="54039"/>
                  <a:pt x="1213289" y="513446"/>
                  <a:pt x="1213289" y="1080153"/>
                </a:cubicBezTo>
                <a:cubicBezTo>
                  <a:pt x="1213289" y="1611441"/>
                  <a:pt x="1617065" y="2048422"/>
                  <a:pt x="2134489" y="2100969"/>
                </a:cubicBezTo>
                <a:lnTo>
                  <a:pt x="2154722" y="2101991"/>
                </a:lnTo>
                <a:lnTo>
                  <a:pt x="2136238" y="2118790"/>
                </a:lnTo>
                <a:cubicBezTo>
                  <a:pt x="1950548" y="2304480"/>
                  <a:pt x="1835696" y="2561009"/>
                  <a:pt x="1835696" y="2844362"/>
                </a:cubicBezTo>
                <a:cubicBezTo>
                  <a:pt x="1835696" y="3411069"/>
                  <a:pt x="2295103" y="3870476"/>
                  <a:pt x="2861810" y="3870476"/>
                </a:cubicBezTo>
                <a:cubicBezTo>
                  <a:pt x="3428517" y="3870476"/>
                  <a:pt x="3887924" y="3411069"/>
                  <a:pt x="3887924" y="2844362"/>
                </a:cubicBezTo>
                <a:cubicBezTo>
                  <a:pt x="3887924" y="2313074"/>
                  <a:pt x="3484149" y="1876093"/>
                  <a:pt x="2966724" y="1823546"/>
                </a:cubicBezTo>
                <a:lnTo>
                  <a:pt x="2946492" y="1822524"/>
                </a:lnTo>
                <a:lnTo>
                  <a:pt x="2964976" y="1805725"/>
                </a:lnTo>
                <a:cubicBezTo>
                  <a:pt x="3150666" y="1620035"/>
                  <a:pt x="3265517" y="1363507"/>
                  <a:pt x="3265517" y="1080153"/>
                </a:cubicBezTo>
                <a:cubicBezTo>
                  <a:pt x="3265517" y="513446"/>
                  <a:pt x="2806111" y="54039"/>
                  <a:pt x="2239403" y="54039"/>
                </a:cubicBezTo>
                <a:close/>
                <a:moveTo>
                  <a:pt x="0" y="0"/>
                </a:moveTo>
                <a:lnTo>
                  <a:pt x="9144000" y="0"/>
                </a:lnTo>
                <a:lnTo>
                  <a:pt x="9144000" y="3942894"/>
                </a:lnTo>
                <a:lnTo>
                  <a:pt x="0" y="3942894"/>
                </a:lnTo>
                <a:close/>
              </a:path>
            </a:pathLst>
          </a:custGeom>
          <a:solidFill>
            <a:schemeClr val="bg1">
              <a:alpha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 fontAlgn="auto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</a:pPr>
            <a:endParaRPr lang="en-US" sz="14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17894550"/>
      </p:ext>
    </p:extLst>
  </p:cSld>
  <p:clrMapOvr>
    <a:masterClrMapping/>
  </p:clrMapOvr>
  <p:transition spd="slow">
    <p:fade/>
  </p:transition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MAP APAC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6" name="Gruppieren 185">
            <a:extLst>
              <a:ext uri="{FF2B5EF4-FFF2-40B4-BE49-F238E27FC236}">
                <a16:creationId xmlns:a16="http://schemas.microsoft.com/office/drawing/2014/main" id="{E8EB2D37-2BD5-48D9-B3E8-CEB86189A091}"/>
              </a:ext>
            </a:extLst>
          </p:cNvPr>
          <p:cNvGrpSpPr/>
          <p:nvPr userDrawn="1"/>
        </p:nvGrpSpPr>
        <p:grpSpPr>
          <a:xfrm>
            <a:off x="935139" y="942443"/>
            <a:ext cx="7273725" cy="3548979"/>
            <a:chOff x="388503" y="936625"/>
            <a:chExt cx="7273725" cy="3527072"/>
          </a:xfrm>
          <a:solidFill>
            <a:schemeClr val="accent2">
              <a:lumMod val="20000"/>
              <a:lumOff val="80000"/>
              <a:alpha val="60000"/>
            </a:schemeClr>
          </a:solidFill>
        </p:grpSpPr>
        <p:sp>
          <p:nvSpPr>
            <p:cNvPr id="190" name="Zimbabwe" descr="© INSCALE GmbH, 05.05.2010&#10;http://www.presentationload.com/">
              <a:extLst>
                <a:ext uri="{FF2B5EF4-FFF2-40B4-BE49-F238E27FC236}">
                  <a16:creationId xmlns:a16="http://schemas.microsoft.com/office/drawing/2014/main" id="{BA693F5C-605E-4AB6-BFCF-8B215CBB9BDD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321331" y="3415591"/>
              <a:ext cx="182231" cy="181107"/>
            </a:xfrm>
            <a:custGeom>
              <a:avLst/>
              <a:gdLst>
                <a:gd name="T0" fmla="*/ 2147483647 w 552"/>
                <a:gd name="T1" fmla="*/ 2147483647 h 552"/>
                <a:gd name="T2" fmla="*/ 2147483647 w 552"/>
                <a:gd name="T3" fmla="*/ 2147483647 h 552"/>
                <a:gd name="T4" fmla="*/ 2147483647 w 552"/>
                <a:gd name="T5" fmla="*/ 2147483647 h 552"/>
                <a:gd name="T6" fmla="*/ 2147483647 w 552"/>
                <a:gd name="T7" fmla="*/ 2147483647 h 552"/>
                <a:gd name="T8" fmla="*/ 2147483647 w 552"/>
                <a:gd name="T9" fmla="*/ 2147483647 h 552"/>
                <a:gd name="T10" fmla="*/ 2147483647 w 552"/>
                <a:gd name="T11" fmla="*/ 2147483647 h 552"/>
                <a:gd name="T12" fmla="*/ 2147483647 w 552"/>
                <a:gd name="T13" fmla="*/ 2147483647 h 552"/>
                <a:gd name="T14" fmla="*/ 2147483647 w 552"/>
                <a:gd name="T15" fmla="*/ 2147483647 h 552"/>
                <a:gd name="T16" fmla="*/ 2147483647 w 552"/>
                <a:gd name="T17" fmla="*/ 2147483647 h 552"/>
                <a:gd name="T18" fmla="*/ 2147483647 w 552"/>
                <a:gd name="T19" fmla="*/ 2147483647 h 552"/>
                <a:gd name="T20" fmla="*/ 2147483647 w 552"/>
                <a:gd name="T21" fmla="*/ 2147483647 h 552"/>
                <a:gd name="T22" fmla="*/ 2147483647 w 552"/>
                <a:gd name="T23" fmla="*/ 2147483647 h 552"/>
                <a:gd name="T24" fmla="*/ 2147483647 w 552"/>
                <a:gd name="T25" fmla="*/ 2147483647 h 552"/>
                <a:gd name="T26" fmla="*/ 2147483647 w 552"/>
                <a:gd name="T27" fmla="*/ 2147483647 h 552"/>
                <a:gd name="T28" fmla="*/ 2147483647 w 552"/>
                <a:gd name="T29" fmla="*/ 2147483647 h 552"/>
                <a:gd name="T30" fmla="*/ 2147483647 w 552"/>
                <a:gd name="T31" fmla="*/ 2147483647 h 552"/>
                <a:gd name="T32" fmla="*/ 2147483647 w 552"/>
                <a:gd name="T33" fmla="*/ 2147483647 h 552"/>
                <a:gd name="T34" fmla="*/ 2147483647 w 552"/>
                <a:gd name="T35" fmla="*/ 2147483647 h 552"/>
                <a:gd name="T36" fmla="*/ 2147483647 w 552"/>
                <a:gd name="T37" fmla="*/ 2147483647 h 552"/>
                <a:gd name="T38" fmla="*/ 2147483647 w 552"/>
                <a:gd name="T39" fmla="*/ 2147483647 h 552"/>
                <a:gd name="T40" fmla="*/ 2147483647 w 552"/>
                <a:gd name="T41" fmla="*/ 2147483647 h 552"/>
                <a:gd name="T42" fmla="*/ 2147483647 w 552"/>
                <a:gd name="T43" fmla="*/ 2147483647 h 552"/>
                <a:gd name="T44" fmla="*/ 2147483647 w 552"/>
                <a:gd name="T45" fmla="*/ 2147483647 h 552"/>
                <a:gd name="T46" fmla="*/ 2147483647 w 552"/>
                <a:gd name="T47" fmla="*/ 2147483647 h 552"/>
                <a:gd name="T48" fmla="*/ 2147483647 w 552"/>
                <a:gd name="T49" fmla="*/ 2147483647 h 552"/>
                <a:gd name="T50" fmla="*/ 2147483647 w 552"/>
                <a:gd name="T51" fmla="*/ 2147483647 h 552"/>
                <a:gd name="T52" fmla="*/ 2147483647 w 552"/>
                <a:gd name="T53" fmla="*/ 2147483647 h 552"/>
                <a:gd name="T54" fmla="*/ 2147483647 w 552"/>
                <a:gd name="T55" fmla="*/ 2147483647 h 552"/>
                <a:gd name="T56" fmla="*/ 2147483647 w 552"/>
                <a:gd name="T57" fmla="*/ 2147483647 h 552"/>
                <a:gd name="T58" fmla="*/ 2147483647 w 552"/>
                <a:gd name="T59" fmla="*/ 2147483647 h 552"/>
                <a:gd name="T60" fmla="*/ 2147483647 w 552"/>
                <a:gd name="T61" fmla="*/ 2147483647 h 552"/>
                <a:gd name="T62" fmla="*/ 2147483647 w 552"/>
                <a:gd name="T63" fmla="*/ 2147483647 h 552"/>
                <a:gd name="T64" fmla="*/ 2147483647 w 552"/>
                <a:gd name="T65" fmla="*/ 2147483647 h 552"/>
                <a:gd name="T66" fmla="*/ 2147483647 w 552"/>
                <a:gd name="T67" fmla="*/ 2147483647 h 552"/>
                <a:gd name="T68" fmla="*/ 2147483647 w 552"/>
                <a:gd name="T69" fmla="*/ 2147483647 h 552"/>
                <a:gd name="T70" fmla="*/ 2147483647 w 552"/>
                <a:gd name="T71" fmla="*/ 2147483647 h 552"/>
                <a:gd name="T72" fmla="*/ 2147483647 w 552"/>
                <a:gd name="T73" fmla="*/ 2147483647 h 552"/>
                <a:gd name="T74" fmla="*/ 2147483647 w 552"/>
                <a:gd name="T75" fmla="*/ 0 h 552"/>
                <a:gd name="T76" fmla="*/ 2147483647 w 552"/>
                <a:gd name="T77" fmla="*/ 2147483647 h 552"/>
                <a:gd name="T78" fmla="*/ 2147483647 w 552"/>
                <a:gd name="T79" fmla="*/ 2147483647 h 552"/>
                <a:gd name="T80" fmla="*/ 2147483647 w 552"/>
                <a:gd name="T81" fmla="*/ 2147483647 h 552"/>
                <a:gd name="T82" fmla="*/ 2147483647 w 552"/>
                <a:gd name="T83" fmla="*/ 2147483647 h 552"/>
                <a:gd name="T84" fmla="*/ 2147483647 w 552"/>
                <a:gd name="T85" fmla="*/ 2147483647 h 552"/>
                <a:gd name="T86" fmla="*/ 2147483647 w 552"/>
                <a:gd name="T87" fmla="*/ 2147483647 h 552"/>
                <a:gd name="T88" fmla="*/ 2147483647 w 552"/>
                <a:gd name="T89" fmla="*/ 2147483647 h 552"/>
                <a:gd name="T90" fmla="*/ 2147483647 w 552"/>
                <a:gd name="T91" fmla="*/ 2147483647 h 552"/>
                <a:gd name="T92" fmla="*/ 2147483647 w 552"/>
                <a:gd name="T93" fmla="*/ 2147483647 h 552"/>
                <a:gd name="T94" fmla="*/ 2147483647 w 552"/>
                <a:gd name="T95" fmla="*/ 2147483647 h 552"/>
                <a:gd name="T96" fmla="*/ 2147483647 w 552"/>
                <a:gd name="T97" fmla="*/ 2147483647 h 552"/>
                <a:gd name="T98" fmla="*/ 2147483647 w 552"/>
                <a:gd name="T99" fmla="*/ 2147483647 h 552"/>
                <a:gd name="T100" fmla="*/ 2147483647 w 552"/>
                <a:gd name="T101" fmla="*/ 2147483647 h 552"/>
                <a:gd name="T102" fmla="*/ 2147483647 w 552"/>
                <a:gd name="T103" fmla="*/ 2147483647 h 55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52"/>
                <a:gd name="T157" fmla="*/ 0 h 552"/>
                <a:gd name="T158" fmla="*/ 552 w 552"/>
                <a:gd name="T159" fmla="*/ 552 h 55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52" h="552">
                  <a:moveTo>
                    <a:pt x="18" y="204"/>
                  </a:moveTo>
                  <a:lnTo>
                    <a:pt x="18" y="234"/>
                  </a:lnTo>
                  <a:lnTo>
                    <a:pt x="30" y="234"/>
                  </a:lnTo>
                  <a:lnTo>
                    <a:pt x="36" y="240"/>
                  </a:lnTo>
                  <a:lnTo>
                    <a:pt x="48" y="264"/>
                  </a:lnTo>
                  <a:lnTo>
                    <a:pt x="54" y="270"/>
                  </a:lnTo>
                  <a:lnTo>
                    <a:pt x="54" y="294"/>
                  </a:lnTo>
                  <a:lnTo>
                    <a:pt x="72" y="330"/>
                  </a:lnTo>
                  <a:lnTo>
                    <a:pt x="84" y="336"/>
                  </a:lnTo>
                  <a:lnTo>
                    <a:pt x="102" y="354"/>
                  </a:lnTo>
                  <a:lnTo>
                    <a:pt x="132" y="354"/>
                  </a:lnTo>
                  <a:lnTo>
                    <a:pt x="138" y="360"/>
                  </a:lnTo>
                  <a:lnTo>
                    <a:pt x="138" y="390"/>
                  </a:lnTo>
                  <a:lnTo>
                    <a:pt x="168" y="390"/>
                  </a:lnTo>
                  <a:lnTo>
                    <a:pt x="174" y="414"/>
                  </a:lnTo>
                  <a:lnTo>
                    <a:pt x="168" y="420"/>
                  </a:lnTo>
                  <a:lnTo>
                    <a:pt x="168" y="450"/>
                  </a:lnTo>
                  <a:lnTo>
                    <a:pt x="186" y="450"/>
                  </a:lnTo>
                  <a:lnTo>
                    <a:pt x="186" y="480"/>
                  </a:lnTo>
                  <a:lnTo>
                    <a:pt x="198" y="480"/>
                  </a:lnTo>
                  <a:lnTo>
                    <a:pt x="216" y="486"/>
                  </a:lnTo>
                  <a:lnTo>
                    <a:pt x="228" y="486"/>
                  </a:lnTo>
                  <a:lnTo>
                    <a:pt x="246" y="492"/>
                  </a:lnTo>
                  <a:lnTo>
                    <a:pt x="264" y="510"/>
                  </a:lnTo>
                  <a:lnTo>
                    <a:pt x="270" y="522"/>
                  </a:lnTo>
                  <a:lnTo>
                    <a:pt x="270" y="528"/>
                  </a:lnTo>
                  <a:lnTo>
                    <a:pt x="252" y="528"/>
                  </a:lnTo>
                  <a:lnTo>
                    <a:pt x="312" y="528"/>
                  </a:lnTo>
                  <a:lnTo>
                    <a:pt x="324" y="534"/>
                  </a:lnTo>
                  <a:lnTo>
                    <a:pt x="330" y="534"/>
                  </a:lnTo>
                  <a:lnTo>
                    <a:pt x="342" y="540"/>
                  </a:lnTo>
                  <a:lnTo>
                    <a:pt x="402" y="540"/>
                  </a:lnTo>
                  <a:lnTo>
                    <a:pt x="420" y="552"/>
                  </a:lnTo>
                  <a:lnTo>
                    <a:pt x="486" y="468"/>
                  </a:lnTo>
                  <a:lnTo>
                    <a:pt x="504" y="462"/>
                  </a:lnTo>
                  <a:lnTo>
                    <a:pt x="492" y="444"/>
                  </a:lnTo>
                  <a:lnTo>
                    <a:pt x="504" y="432"/>
                  </a:lnTo>
                  <a:lnTo>
                    <a:pt x="504" y="402"/>
                  </a:lnTo>
                  <a:lnTo>
                    <a:pt x="516" y="396"/>
                  </a:lnTo>
                  <a:lnTo>
                    <a:pt x="528" y="384"/>
                  </a:lnTo>
                  <a:lnTo>
                    <a:pt x="528" y="372"/>
                  </a:lnTo>
                  <a:lnTo>
                    <a:pt x="540" y="360"/>
                  </a:lnTo>
                  <a:lnTo>
                    <a:pt x="546" y="348"/>
                  </a:lnTo>
                  <a:lnTo>
                    <a:pt x="546" y="342"/>
                  </a:lnTo>
                  <a:lnTo>
                    <a:pt x="522" y="318"/>
                  </a:lnTo>
                  <a:lnTo>
                    <a:pt x="522" y="306"/>
                  </a:lnTo>
                  <a:lnTo>
                    <a:pt x="540" y="288"/>
                  </a:lnTo>
                  <a:lnTo>
                    <a:pt x="522" y="264"/>
                  </a:lnTo>
                  <a:lnTo>
                    <a:pt x="540" y="252"/>
                  </a:lnTo>
                  <a:lnTo>
                    <a:pt x="540" y="240"/>
                  </a:lnTo>
                  <a:lnTo>
                    <a:pt x="546" y="240"/>
                  </a:lnTo>
                  <a:lnTo>
                    <a:pt x="546" y="234"/>
                  </a:lnTo>
                  <a:lnTo>
                    <a:pt x="552" y="228"/>
                  </a:lnTo>
                  <a:lnTo>
                    <a:pt x="552" y="216"/>
                  </a:lnTo>
                  <a:lnTo>
                    <a:pt x="540" y="192"/>
                  </a:lnTo>
                  <a:lnTo>
                    <a:pt x="540" y="180"/>
                  </a:lnTo>
                  <a:lnTo>
                    <a:pt x="546" y="174"/>
                  </a:lnTo>
                  <a:lnTo>
                    <a:pt x="546" y="168"/>
                  </a:lnTo>
                  <a:lnTo>
                    <a:pt x="552" y="162"/>
                  </a:lnTo>
                  <a:lnTo>
                    <a:pt x="540" y="150"/>
                  </a:lnTo>
                  <a:lnTo>
                    <a:pt x="552" y="138"/>
                  </a:lnTo>
                  <a:lnTo>
                    <a:pt x="540" y="120"/>
                  </a:lnTo>
                  <a:lnTo>
                    <a:pt x="546" y="114"/>
                  </a:lnTo>
                  <a:lnTo>
                    <a:pt x="552" y="102"/>
                  </a:lnTo>
                  <a:lnTo>
                    <a:pt x="552" y="96"/>
                  </a:lnTo>
                  <a:lnTo>
                    <a:pt x="540" y="84"/>
                  </a:lnTo>
                  <a:lnTo>
                    <a:pt x="528" y="84"/>
                  </a:lnTo>
                  <a:lnTo>
                    <a:pt x="510" y="66"/>
                  </a:lnTo>
                  <a:lnTo>
                    <a:pt x="498" y="66"/>
                  </a:lnTo>
                  <a:lnTo>
                    <a:pt x="486" y="72"/>
                  </a:lnTo>
                  <a:lnTo>
                    <a:pt x="480" y="72"/>
                  </a:lnTo>
                  <a:lnTo>
                    <a:pt x="462" y="48"/>
                  </a:lnTo>
                  <a:lnTo>
                    <a:pt x="444" y="48"/>
                  </a:lnTo>
                  <a:lnTo>
                    <a:pt x="432" y="30"/>
                  </a:lnTo>
                  <a:lnTo>
                    <a:pt x="372" y="30"/>
                  </a:lnTo>
                  <a:lnTo>
                    <a:pt x="366" y="0"/>
                  </a:lnTo>
                  <a:lnTo>
                    <a:pt x="330" y="0"/>
                  </a:lnTo>
                  <a:lnTo>
                    <a:pt x="294" y="12"/>
                  </a:lnTo>
                  <a:lnTo>
                    <a:pt x="282" y="24"/>
                  </a:lnTo>
                  <a:lnTo>
                    <a:pt x="258" y="36"/>
                  </a:lnTo>
                  <a:lnTo>
                    <a:pt x="258" y="72"/>
                  </a:lnTo>
                  <a:lnTo>
                    <a:pt x="252" y="78"/>
                  </a:lnTo>
                  <a:lnTo>
                    <a:pt x="240" y="78"/>
                  </a:lnTo>
                  <a:lnTo>
                    <a:pt x="228" y="84"/>
                  </a:lnTo>
                  <a:lnTo>
                    <a:pt x="210" y="90"/>
                  </a:lnTo>
                  <a:lnTo>
                    <a:pt x="198" y="96"/>
                  </a:lnTo>
                  <a:lnTo>
                    <a:pt x="192" y="102"/>
                  </a:lnTo>
                  <a:lnTo>
                    <a:pt x="180" y="126"/>
                  </a:lnTo>
                  <a:lnTo>
                    <a:pt x="174" y="132"/>
                  </a:lnTo>
                  <a:lnTo>
                    <a:pt x="174" y="138"/>
                  </a:lnTo>
                  <a:lnTo>
                    <a:pt x="168" y="144"/>
                  </a:lnTo>
                  <a:lnTo>
                    <a:pt x="162" y="156"/>
                  </a:lnTo>
                  <a:lnTo>
                    <a:pt x="132" y="186"/>
                  </a:lnTo>
                  <a:lnTo>
                    <a:pt x="108" y="198"/>
                  </a:lnTo>
                  <a:lnTo>
                    <a:pt x="90" y="198"/>
                  </a:lnTo>
                  <a:lnTo>
                    <a:pt x="90" y="192"/>
                  </a:lnTo>
                  <a:lnTo>
                    <a:pt x="78" y="180"/>
                  </a:lnTo>
                  <a:lnTo>
                    <a:pt x="66" y="180"/>
                  </a:lnTo>
                  <a:lnTo>
                    <a:pt x="66" y="192"/>
                  </a:lnTo>
                  <a:lnTo>
                    <a:pt x="54" y="192"/>
                  </a:lnTo>
                  <a:lnTo>
                    <a:pt x="42" y="180"/>
                  </a:lnTo>
                  <a:lnTo>
                    <a:pt x="42" y="174"/>
                  </a:lnTo>
                  <a:lnTo>
                    <a:pt x="0" y="174"/>
                  </a:lnTo>
                  <a:lnTo>
                    <a:pt x="6" y="192"/>
                  </a:lnTo>
                  <a:lnTo>
                    <a:pt x="18" y="20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91" name="Yemen" descr="© INSCALE GmbH, 05.05.2010&#10;http://www.presentationload.com/">
              <a:extLst>
                <a:ext uri="{FF2B5EF4-FFF2-40B4-BE49-F238E27FC236}">
                  <a16:creationId xmlns:a16="http://schemas.microsoft.com/office/drawing/2014/main" id="{406BE28E-1B83-4109-ADAB-E644F8504919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727148" y="2498501"/>
              <a:ext cx="241682" cy="164408"/>
            </a:xfrm>
            <a:custGeom>
              <a:avLst/>
              <a:gdLst>
                <a:gd name="T0" fmla="*/ 2147483647 w 732"/>
                <a:gd name="T1" fmla="*/ 2147483647 h 498"/>
                <a:gd name="T2" fmla="*/ 2147483647 w 732"/>
                <a:gd name="T3" fmla="*/ 2147483647 h 498"/>
                <a:gd name="T4" fmla="*/ 2147483647 w 732"/>
                <a:gd name="T5" fmla="*/ 2147483647 h 498"/>
                <a:gd name="T6" fmla="*/ 2147483647 w 732"/>
                <a:gd name="T7" fmla="*/ 2147483647 h 498"/>
                <a:gd name="T8" fmla="*/ 2147483647 w 732"/>
                <a:gd name="T9" fmla="*/ 2147483647 h 498"/>
                <a:gd name="T10" fmla="*/ 2147483647 w 732"/>
                <a:gd name="T11" fmla="*/ 2147483647 h 498"/>
                <a:gd name="T12" fmla="*/ 2147483647 w 732"/>
                <a:gd name="T13" fmla="*/ 2147483647 h 498"/>
                <a:gd name="T14" fmla="*/ 2147483647 w 732"/>
                <a:gd name="T15" fmla="*/ 2147483647 h 498"/>
                <a:gd name="T16" fmla="*/ 2147483647 w 732"/>
                <a:gd name="T17" fmla="*/ 2147483647 h 498"/>
                <a:gd name="T18" fmla="*/ 2147483647 w 732"/>
                <a:gd name="T19" fmla="*/ 2147483647 h 498"/>
                <a:gd name="T20" fmla="*/ 2147483647 w 732"/>
                <a:gd name="T21" fmla="*/ 2147483647 h 498"/>
                <a:gd name="T22" fmla="*/ 2147483647 w 732"/>
                <a:gd name="T23" fmla="*/ 2147483647 h 498"/>
                <a:gd name="T24" fmla="*/ 2147483647 w 732"/>
                <a:gd name="T25" fmla="*/ 2147483647 h 498"/>
                <a:gd name="T26" fmla="*/ 2147483647 w 732"/>
                <a:gd name="T27" fmla="*/ 2147483647 h 498"/>
                <a:gd name="T28" fmla="*/ 2147483647 w 732"/>
                <a:gd name="T29" fmla="*/ 2147483647 h 498"/>
                <a:gd name="T30" fmla="*/ 0 w 732"/>
                <a:gd name="T31" fmla="*/ 2147483647 h 498"/>
                <a:gd name="T32" fmla="*/ 2147483647 w 732"/>
                <a:gd name="T33" fmla="*/ 2147483647 h 498"/>
                <a:gd name="T34" fmla="*/ 2147483647 w 732"/>
                <a:gd name="T35" fmla="*/ 2147483647 h 498"/>
                <a:gd name="T36" fmla="*/ 2147483647 w 732"/>
                <a:gd name="T37" fmla="*/ 2147483647 h 498"/>
                <a:gd name="T38" fmla="*/ 2147483647 w 732"/>
                <a:gd name="T39" fmla="*/ 2147483647 h 498"/>
                <a:gd name="T40" fmla="*/ 2147483647 w 732"/>
                <a:gd name="T41" fmla="*/ 2147483647 h 498"/>
                <a:gd name="T42" fmla="*/ 2147483647 w 732"/>
                <a:gd name="T43" fmla="*/ 2147483647 h 498"/>
                <a:gd name="T44" fmla="*/ 2147483647 w 732"/>
                <a:gd name="T45" fmla="*/ 2147483647 h 498"/>
                <a:gd name="T46" fmla="*/ 2147483647 w 732"/>
                <a:gd name="T47" fmla="*/ 2147483647 h 498"/>
                <a:gd name="T48" fmla="*/ 2147483647 w 732"/>
                <a:gd name="T49" fmla="*/ 2147483647 h 498"/>
                <a:gd name="T50" fmla="*/ 2147483647 w 732"/>
                <a:gd name="T51" fmla="*/ 2147483647 h 498"/>
                <a:gd name="T52" fmla="*/ 2147483647 w 732"/>
                <a:gd name="T53" fmla="*/ 2147483647 h 498"/>
                <a:gd name="T54" fmla="*/ 2147483647 w 732"/>
                <a:gd name="T55" fmla="*/ 2147483647 h 498"/>
                <a:gd name="T56" fmla="*/ 2147483647 w 732"/>
                <a:gd name="T57" fmla="*/ 2147483647 h 498"/>
                <a:gd name="T58" fmla="*/ 2147483647 w 732"/>
                <a:gd name="T59" fmla="*/ 2147483647 h 498"/>
                <a:gd name="T60" fmla="*/ 2147483647 w 732"/>
                <a:gd name="T61" fmla="*/ 2147483647 h 498"/>
                <a:gd name="T62" fmla="*/ 2147483647 w 732"/>
                <a:gd name="T63" fmla="*/ 2147483647 h 498"/>
                <a:gd name="T64" fmla="*/ 2147483647 w 732"/>
                <a:gd name="T65" fmla="*/ 2147483647 h 498"/>
                <a:gd name="T66" fmla="*/ 2147483647 w 732"/>
                <a:gd name="T67" fmla="*/ 2147483647 h 498"/>
                <a:gd name="T68" fmla="*/ 2147483647 w 732"/>
                <a:gd name="T69" fmla="*/ 2147483647 h 498"/>
                <a:gd name="T70" fmla="*/ 2147483647 w 732"/>
                <a:gd name="T71" fmla="*/ 2147483647 h 498"/>
                <a:gd name="T72" fmla="*/ 2147483647 w 732"/>
                <a:gd name="T73" fmla="*/ 2147483647 h 498"/>
                <a:gd name="T74" fmla="*/ 2147483647 w 732"/>
                <a:gd name="T75" fmla="*/ 2147483647 h 498"/>
                <a:gd name="T76" fmla="*/ 2147483647 w 732"/>
                <a:gd name="T77" fmla="*/ 0 h 498"/>
                <a:gd name="T78" fmla="*/ 2147483647 w 732"/>
                <a:gd name="T79" fmla="*/ 2147483647 h 498"/>
                <a:gd name="T80" fmla="*/ 2147483647 w 732"/>
                <a:gd name="T81" fmla="*/ 2147483647 h 49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732"/>
                <a:gd name="T124" fmla="*/ 0 h 498"/>
                <a:gd name="T125" fmla="*/ 732 w 732"/>
                <a:gd name="T126" fmla="*/ 498 h 49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732" h="498">
                  <a:moveTo>
                    <a:pt x="468" y="24"/>
                  </a:moveTo>
                  <a:lnTo>
                    <a:pt x="450" y="30"/>
                  </a:lnTo>
                  <a:lnTo>
                    <a:pt x="420" y="36"/>
                  </a:lnTo>
                  <a:lnTo>
                    <a:pt x="390" y="54"/>
                  </a:lnTo>
                  <a:lnTo>
                    <a:pt x="372" y="72"/>
                  </a:lnTo>
                  <a:lnTo>
                    <a:pt x="366" y="84"/>
                  </a:lnTo>
                  <a:lnTo>
                    <a:pt x="354" y="96"/>
                  </a:lnTo>
                  <a:lnTo>
                    <a:pt x="348" y="108"/>
                  </a:lnTo>
                  <a:lnTo>
                    <a:pt x="342" y="114"/>
                  </a:lnTo>
                  <a:lnTo>
                    <a:pt x="336" y="126"/>
                  </a:lnTo>
                  <a:lnTo>
                    <a:pt x="336" y="144"/>
                  </a:lnTo>
                  <a:lnTo>
                    <a:pt x="330" y="150"/>
                  </a:lnTo>
                  <a:lnTo>
                    <a:pt x="324" y="162"/>
                  </a:lnTo>
                  <a:lnTo>
                    <a:pt x="312" y="162"/>
                  </a:lnTo>
                  <a:lnTo>
                    <a:pt x="300" y="156"/>
                  </a:lnTo>
                  <a:lnTo>
                    <a:pt x="294" y="144"/>
                  </a:lnTo>
                  <a:lnTo>
                    <a:pt x="288" y="138"/>
                  </a:lnTo>
                  <a:lnTo>
                    <a:pt x="210" y="138"/>
                  </a:lnTo>
                  <a:lnTo>
                    <a:pt x="204" y="132"/>
                  </a:lnTo>
                  <a:lnTo>
                    <a:pt x="192" y="126"/>
                  </a:lnTo>
                  <a:lnTo>
                    <a:pt x="102" y="126"/>
                  </a:lnTo>
                  <a:lnTo>
                    <a:pt x="96" y="132"/>
                  </a:lnTo>
                  <a:lnTo>
                    <a:pt x="72" y="138"/>
                  </a:lnTo>
                  <a:lnTo>
                    <a:pt x="54" y="120"/>
                  </a:lnTo>
                  <a:lnTo>
                    <a:pt x="48" y="120"/>
                  </a:lnTo>
                  <a:lnTo>
                    <a:pt x="42" y="126"/>
                  </a:lnTo>
                  <a:lnTo>
                    <a:pt x="36" y="138"/>
                  </a:lnTo>
                  <a:lnTo>
                    <a:pt x="36" y="186"/>
                  </a:lnTo>
                  <a:lnTo>
                    <a:pt x="30" y="192"/>
                  </a:lnTo>
                  <a:lnTo>
                    <a:pt x="24" y="204"/>
                  </a:lnTo>
                  <a:lnTo>
                    <a:pt x="12" y="216"/>
                  </a:lnTo>
                  <a:lnTo>
                    <a:pt x="0" y="252"/>
                  </a:lnTo>
                  <a:lnTo>
                    <a:pt x="0" y="258"/>
                  </a:lnTo>
                  <a:lnTo>
                    <a:pt x="18" y="276"/>
                  </a:lnTo>
                  <a:lnTo>
                    <a:pt x="24" y="288"/>
                  </a:lnTo>
                  <a:lnTo>
                    <a:pt x="36" y="294"/>
                  </a:lnTo>
                  <a:lnTo>
                    <a:pt x="24" y="408"/>
                  </a:lnTo>
                  <a:lnTo>
                    <a:pt x="54" y="444"/>
                  </a:lnTo>
                  <a:lnTo>
                    <a:pt x="54" y="456"/>
                  </a:lnTo>
                  <a:lnTo>
                    <a:pt x="60" y="468"/>
                  </a:lnTo>
                  <a:lnTo>
                    <a:pt x="78" y="486"/>
                  </a:lnTo>
                  <a:lnTo>
                    <a:pt x="90" y="492"/>
                  </a:lnTo>
                  <a:lnTo>
                    <a:pt x="114" y="498"/>
                  </a:lnTo>
                  <a:lnTo>
                    <a:pt x="132" y="498"/>
                  </a:lnTo>
                  <a:lnTo>
                    <a:pt x="150" y="492"/>
                  </a:lnTo>
                  <a:lnTo>
                    <a:pt x="162" y="486"/>
                  </a:lnTo>
                  <a:lnTo>
                    <a:pt x="168" y="480"/>
                  </a:lnTo>
                  <a:lnTo>
                    <a:pt x="186" y="444"/>
                  </a:lnTo>
                  <a:lnTo>
                    <a:pt x="198" y="432"/>
                  </a:lnTo>
                  <a:lnTo>
                    <a:pt x="210" y="432"/>
                  </a:lnTo>
                  <a:lnTo>
                    <a:pt x="228" y="438"/>
                  </a:lnTo>
                  <a:lnTo>
                    <a:pt x="270" y="438"/>
                  </a:lnTo>
                  <a:lnTo>
                    <a:pt x="324" y="432"/>
                  </a:lnTo>
                  <a:lnTo>
                    <a:pt x="366" y="426"/>
                  </a:lnTo>
                  <a:lnTo>
                    <a:pt x="390" y="414"/>
                  </a:lnTo>
                  <a:lnTo>
                    <a:pt x="402" y="402"/>
                  </a:lnTo>
                  <a:lnTo>
                    <a:pt x="414" y="384"/>
                  </a:lnTo>
                  <a:lnTo>
                    <a:pt x="426" y="372"/>
                  </a:lnTo>
                  <a:lnTo>
                    <a:pt x="450" y="360"/>
                  </a:lnTo>
                  <a:lnTo>
                    <a:pt x="462" y="348"/>
                  </a:lnTo>
                  <a:lnTo>
                    <a:pt x="474" y="342"/>
                  </a:lnTo>
                  <a:lnTo>
                    <a:pt x="486" y="330"/>
                  </a:lnTo>
                  <a:lnTo>
                    <a:pt x="504" y="324"/>
                  </a:lnTo>
                  <a:lnTo>
                    <a:pt x="528" y="312"/>
                  </a:lnTo>
                  <a:lnTo>
                    <a:pt x="546" y="306"/>
                  </a:lnTo>
                  <a:lnTo>
                    <a:pt x="558" y="294"/>
                  </a:lnTo>
                  <a:lnTo>
                    <a:pt x="594" y="276"/>
                  </a:lnTo>
                  <a:lnTo>
                    <a:pt x="666" y="276"/>
                  </a:lnTo>
                  <a:lnTo>
                    <a:pt x="666" y="270"/>
                  </a:lnTo>
                  <a:lnTo>
                    <a:pt x="672" y="264"/>
                  </a:lnTo>
                  <a:lnTo>
                    <a:pt x="684" y="240"/>
                  </a:lnTo>
                  <a:lnTo>
                    <a:pt x="690" y="222"/>
                  </a:lnTo>
                  <a:lnTo>
                    <a:pt x="702" y="210"/>
                  </a:lnTo>
                  <a:lnTo>
                    <a:pt x="708" y="198"/>
                  </a:lnTo>
                  <a:lnTo>
                    <a:pt x="720" y="192"/>
                  </a:lnTo>
                  <a:lnTo>
                    <a:pt x="720" y="186"/>
                  </a:lnTo>
                  <a:lnTo>
                    <a:pt x="732" y="186"/>
                  </a:lnTo>
                  <a:lnTo>
                    <a:pt x="648" y="0"/>
                  </a:lnTo>
                  <a:lnTo>
                    <a:pt x="630" y="0"/>
                  </a:lnTo>
                  <a:lnTo>
                    <a:pt x="588" y="6"/>
                  </a:lnTo>
                  <a:lnTo>
                    <a:pt x="540" y="18"/>
                  </a:lnTo>
                  <a:lnTo>
                    <a:pt x="492" y="24"/>
                  </a:lnTo>
                  <a:lnTo>
                    <a:pt x="468" y="2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92" name="Vietnam" descr="© INSCALE GmbH, 05.05.2010&#10;http://www.presentationload.com/">
              <a:extLst>
                <a:ext uri="{FF2B5EF4-FFF2-40B4-BE49-F238E27FC236}">
                  <a16:creationId xmlns:a16="http://schemas.microsoft.com/office/drawing/2014/main" id="{3D3659C4-14E9-4E91-ADFE-4E99CE30DDF6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6091941" y="2382903"/>
              <a:ext cx="200325" cy="391755"/>
            </a:xfrm>
            <a:custGeom>
              <a:avLst/>
              <a:gdLst>
                <a:gd name="T0" fmla="*/ 2147483647 w 606"/>
                <a:gd name="T1" fmla="*/ 2147483647 h 1194"/>
                <a:gd name="T2" fmla="*/ 2147483647 w 606"/>
                <a:gd name="T3" fmla="*/ 2147483647 h 1194"/>
                <a:gd name="T4" fmla="*/ 2147483647 w 606"/>
                <a:gd name="T5" fmla="*/ 2147483647 h 1194"/>
                <a:gd name="T6" fmla="*/ 2147483647 w 606"/>
                <a:gd name="T7" fmla="*/ 2147483647 h 1194"/>
                <a:gd name="T8" fmla="*/ 2147483647 w 606"/>
                <a:gd name="T9" fmla="*/ 2147483647 h 1194"/>
                <a:gd name="T10" fmla="*/ 2147483647 w 606"/>
                <a:gd name="T11" fmla="*/ 2147483647 h 1194"/>
                <a:gd name="T12" fmla="*/ 2147483647 w 606"/>
                <a:gd name="T13" fmla="*/ 2147483647 h 1194"/>
                <a:gd name="T14" fmla="*/ 2147483647 w 606"/>
                <a:gd name="T15" fmla="*/ 2147483647 h 1194"/>
                <a:gd name="T16" fmla="*/ 2147483647 w 606"/>
                <a:gd name="T17" fmla="*/ 2147483647 h 1194"/>
                <a:gd name="T18" fmla="*/ 2147483647 w 606"/>
                <a:gd name="T19" fmla="*/ 2147483647 h 1194"/>
                <a:gd name="T20" fmla="*/ 2147483647 w 606"/>
                <a:gd name="T21" fmla="*/ 2147483647 h 1194"/>
                <a:gd name="T22" fmla="*/ 2147483647 w 606"/>
                <a:gd name="T23" fmla="*/ 2147483647 h 1194"/>
                <a:gd name="T24" fmla="*/ 2147483647 w 606"/>
                <a:gd name="T25" fmla="*/ 2147483647 h 1194"/>
                <a:gd name="T26" fmla="*/ 2147483647 w 606"/>
                <a:gd name="T27" fmla="*/ 2147483647 h 1194"/>
                <a:gd name="T28" fmla="*/ 2147483647 w 606"/>
                <a:gd name="T29" fmla="*/ 2147483647 h 1194"/>
                <a:gd name="T30" fmla="*/ 2147483647 w 606"/>
                <a:gd name="T31" fmla="*/ 2147483647 h 1194"/>
                <a:gd name="T32" fmla="*/ 2147483647 w 606"/>
                <a:gd name="T33" fmla="*/ 2147483647 h 1194"/>
                <a:gd name="T34" fmla="*/ 2147483647 w 606"/>
                <a:gd name="T35" fmla="*/ 2147483647 h 1194"/>
                <a:gd name="T36" fmla="*/ 2147483647 w 606"/>
                <a:gd name="T37" fmla="*/ 2147483647 h 1194"/>
                <a:gd name="T38" fmla="*/ 2147483647 w 606"/>
                <a:gd name="T39" fmla="*/ 2147483647 h 1194"/>
                <a:gd name="T40" fmla="*/ 2147483647 w 606"/>
                <a:gd name="T41" fmla="*/ 2147483647 h 1194"/>
                <a:gd name="T42" fmla="*/ 2147483647 w 606"/>
                <a:gd name="T43" fmla="*/ 2147483647 h 1194"/>
                <a:gd name="T44" fmla="*/ 2147483647 w 606"/>
                <a:gd name="T45" fmla="*/ 2147483647 h 1194"/>
                <a:gd name="T46" fmla="*/ 2147483647 w 606"/>
                <a:gd name="T47" fmla="*/ 2147483647 h 1194"/>
                <a:gd name="T48" fmla="*/ 2147483647 w 606"/>
                <a:gd name="T49" fmla="*/ 2147483647 h 1194"/>
                <a:gd name="T50" fmla="*/ 2147483647 w 606"/>
                <a:gd name="T51" fmla="*/ 2147483647 h 1194"/>
                <a:gd name="T52" fmla="*/ 2147483647 w 606"/>
                <a:gd name="T53" fmla="*/ 2147483647 h 1194"/>
                <a:gd name="T54" fmla="*/ 2147483647 w 606"/>
                <a:gd name="T55" fmla="*/ 2147483647 h 1194"/>
                <a:gd name="T56" fmla="*/ 2147483647 w 606"/>
                <a:gd name="T57" fmla="*/ 2147483647 h 1194"/>
                <a:gd name="T58" fmla="*/ 2147483647 w 606"/>
                <a:gd name="T59" fmla="*/ 2147483647 h 1194"/>
                <a:gd name="T60" fmla="*/ 2147483647 w 606"/>
                <a:gd name="T61" fmla="*/ 2147483647 h 1194"/>
                <a:gd name="T62" fmla="*/ 2147483647 w 606"/>
                <a:gd name="T63" fmla="*/ 2147483647 h 1194"/>
                <a:gd name="T64" fmla="*/ 2147483647 w 606"/>
                <a:gd name="T65" fmla="*/ 2147483647 h 1194"/>
                <a:gd name="T66" fmla="*/ 2147483647 w 606"/>
                <a:gd name="T67" fmla="*/ 2147483647 h 1194"/>
                <a:gd name="T68" fmla="*/ 2147483647 w 606"/>
                <a:gd name="T69" fmla="*/ 2147483647 h 1194"/>
                <a:gd name="T70" fmla="*/ 2147483647 w 606"/>
                <a:gd name="T71" fmla="*/ 2147483647 h 1194"/>
                <a:gd name="T72" fmla="*/ 2147483647 w 606"/>
                <a:gd name="T73" fmla="*/ 2147483647 h 1194"/>
                <a:gd name="T74" fmla="*/ 2147483647 w 606"/>
                <a:gd name="T75" fmla="*/ 2147483647 h 1194"/>
                <a:gd name="T76" fmla="*/ 2147483647 w 606"/>
                <a:gd name="T77" fmla="*/ 2147483647 h 1194"/>
                <a:gd name="T78" fmla="*/ 2147483647 w 606"/>
                <a:gd name="T79" fmla="*/ 2147483647 h 1194"/>
                <a:gd name="T80" fmla="*/ 2147483647 w 606"/>
                <a:gd name="T81" fmla="*/ 2147483647 h 1194"/>
                <a:gd name="T82" fmla="*/ 2147483647 w 606"/>
                <a:gd name="T83" fmla="*/ 2147483647 h 1194"/>
                <a:gd name="T84" fmla="*/ 2147483647 w 606"/>
                <a:gd name="T85" fmla="*/ 2147483647 h 1194"/>
                <a:gd name="T86" fmla="*/ 2147483647 w 606"/>
                <a:gd name="T87" fmla="*/ 2147483647 h 1194"/>
                <a:gd name="T88" fmla="*/ 2147483647 w 606"/>
                <a:gd name="T89" fmla="*/ 2147483647 h 1194"/>
                <a:gd name="T90" fmla="*/ 2147483647 w 606"/>
                <a:gd name="T91" fmla="*/ 2147483647 h 1194"/>
                <a:gd name="T92" fmla="*/ 2147483647 w 606"/>
                <a:gd name="T93" fmla="*/ 2147483647 h 1194"/>
                <a:gd name="T94" fmla="*/ 2147483647 w 606"/>
                <a:gd name="T95" fmla="*/ 2147483647 h 1194"/>
                <a:gd name="T96" fmla="*/ 2147483647 w 606"/>
                <a:gd name="T97" fmla="*/ 2147483647 h 1194"/>
                <a:gd name="T98" fmla="*/ 2147483647 w 606"/>
                <a:gd name="T99" fmla="*/ 2147483647 h 1194"/>
                <a:gd name="T100" fmla="*/ 2147483647 w 606"/>
                <a:gd name="T101" fmla="*/ 2147483647 h 1194"/>
                <a:gd name="T102" fmla="*/ 2147483647 w 606"/>
                <a:gd name="T103" fmla="*/ 2147483647 h 1194"/>
                <a:gd name="T104" fmla="*/ 2147483647 w 606"/>
                <a:gd name="T105" fmla="*/ 2147483647 h 1194"/>
                <a:gd name="T106" fmla="*/ 2147483647 w 606"/>
                <a:gd name="T107" fmla="*/ 2147483647 h 1194"/>
                <a:gd name="T108" fmla="*/ 2147483647 w 606"/>
                <a:gd name="T109" fmla="*/ 2147483647 h 1194"/>
                <a:gd name="T110" fmla="*/ 2147483647 w 606"/>
                <a:gd name="T111" fmla="*/ 2147483647 h 1194"/>
                <a:gd name="T112" fmla="*/ 2147483647 w 606"/>
                <a:gd name="T113" fmla="*/ 2147483647 h 1194"/>
                <a:gd name="T114" fmla="*/ 2147483647 w 606"/>
                <a:gd name="T115" fmla="*/ 2147483647 h 1194"/>
                <a:gd name="T116" fmla="*/ 2147483647 w 606"/>
                <a:gd name="T117" fmla="*/ 2147483647 h 1194"/>
                <a:gd name="T118" fmla="*/ 2147483647 w 606"/>
                <a:gd name="T119" fmla="*/ 2147483647 h 1194"/>
                <a:gd name="T120" fmla="*/ 2147483647 w 606"/>
                <a:gd name="T121" fmla="*/ 2147483647 h 1194"/>
                <a:gd name="T122" fmla="*/ 2147483647 w 606"/>
                <a:gd name="T123" fmla="*/ 2147483647 h 119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606"/>
                <a:gd name="T187" fmla="*/ 0 h 1194"/>
                <a:gd name="T188" fmla="*/ 606 w 606"/>
                <a:gd name="T189" fmla="*/ 1194 h 119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606" h="1194">
                  <a:moveTo>
                    <a:pt x="6" y="48"/>
                  </a:moveTo>
                  <a:lnTo>
                    <a:pt x="0" y="60"/>
                  </a:lnTo>
                  <a:lnTo>
                    <a:pt x="0" y="72"/>
                  </a:lnTo>
                  <a:lnTo>
                    <a:pt x="12" y="96"/>
                  </a:lnTo>
                  <a:lnTo>
                    <a:pt x="18" y="102"/>
                  </a:lnTo>
                  <a:lnTo>
                    <a:pt x="24" y="114"/>
                  </a:lnTo>
                  <a:lnTo>
                    <a:pt x="36" y="120"/>
                  </a:lnTo>
                  <a:lnTo>
                    <a:pt x="42" y="132"/>
                  </a:lnTo>
                  <a:lnTo>
                    <a:pt x="48" y="126"/>
                  </a:lnTo>
                  <a:lnTo>
                    <a:pt x="54" y="126"/>
                  </a:lnTo>
                  <a:lnTo>
                    <a:pt x="54" y="156"/>
                  </a:lnTo>
                  <a:lnTo>
                    <a:pt x="66" y="180"/>
                  </a:lnTo>
                  <a:lnTo>
                    <a:pt x="84" y="198"/>
                  </a:lnTo>
                  <a:lnTo>
                    <a:pt x="90" y="210"/>
                  </a:lnTo>
                  <a:lnTo>
                    <a:pt x="108" y="210"/>
                  </a:lnTo>
                  <a:lnTo>
                    <a:pt x="108" y="216"/>
                  </a:lnTo>
                  <a:lnTo>
                    <a:pt x="120" y="228"/>
                  </a:lnTo>
                  <a:lnTo>
                    <a:pt x="126" y="222"/>
                  </a:lnTo>
                  <a:lnTo>
                    <a:pt x="132" y="210"/>
                  </a:lnTo>
                  <a:lnTo>
                    <a:pt x="132" y="204"/>
                  </a:lnTo>
                  <a:lnTo>
                    <a:pt x="138" y="192"/>
                  </a:lnTo>
                  <a:lnTo>
                    <a:pt x="150" y="192"/>
                  </a:lnTo>
                  <a:lnTo>
                    <a:pt x="162" y="198"/>
                  </a:lnTo>
                  <a:lnTo>
                    <a:pt x="186" y="222"/>
                  </a:lnTo>
                  <a:lnTo>
                    <a:pt x="180" y="222"/>
                  </a:lnTo>
                  <a:lnTo>
                    <a:pt x="174" y="228"/>
                  </a:lnTo>
                  <a:lnTo>
                    <a:pt x="174" y="234"/>
                  </a:lnTo>
                  <a:lnTo>
                    <a:pt x="198" y="246"/>
                  </a:lnTo>
                  <a:lnTo>
                    <a:pt x="216" y="252"/>
                  </a:lnTo>
                  <a:lnTo>
                    <a:pt x="228" y="258"/>
                  </a:lnTo>
                  <a:lnTo>
                    <a:pt x="228" y="270"/>
                  </a:lnTo>
                  <a:lnTo>
                    <a:pt x="222" y="282"/>
                  </a:lnTo>
                  <a:lnTo>
                    <a:pt x="210" y="288"/>
                  </a:lnTo>
                  <a:lnTo>
                    <a:pt x="204" y="300"/>
                  </a:lnTo>
                  <a:lnTo>
                    <a:pt x="198" y="306"/>
                  </a:lnTo>
                  <a:lnTo>
                    <a:pt x="180" y="306"/>
                  </a:lnTo>
                  <a:lnTo>
                    <a:pt x="174" y="300"/>
                  </a:lnTo>
                  <a:lnTo>
                    <a:pt x="150" y="300"/>
                  </a:lnTo>
                  <a:lnTo>
                    <a:pt x="156" y="306"/>
                  </a:lnTo>
                  <a:lnTo>
                    <a:pt x="156" y="324"/>
                  </a:lnTo>
                  <a:lnTo>
                    <a:pt x="168" y="330"/>
                  </a:lnTo>
                  <a:lnTo>
                    <a:pt x="174" y="336"/>
                  </a:lnTo>
                  <a:lnTo>
                    <a:pt x="210" y="354"/>
                  </a:lnTo>
                  <a:lnTo>
                    <a:pt x="222" y="366"/>
                  </a:lnTo>
                  <a:lnTo>
                    <a:pt x="234" y="372"/>
                  </a:lnTo>
                  <a:lnTo>
                    <a:pt x="240" y="378"/>
                  </a:lnTo>
                  <a:lnTo>
                    <a:pt x="252" y="378"/>
                  </a:lnTo>
                  <a:lnTo>
                    <a:pt x="252" y="408"/>
                  </a:lnTo>
                  <a:lnTo>
                    <a:pt x="258" y="414"/>
                  </a:lnTo>
                  <a:lnTo>
                    <a:pt x="270" y="414"/>
                  </a:lnTo>
                  <a:lnTo>
                    <a:pt x="282" y="420"/>
                  </a:lnTo>
                  <a:lnTo>
                    <a:pt x="288" y="426"/>
                  </a:lnTo>
                  <a:lnTo>
                    <a:pt x="294" y="426"/>
                  </a:lnTo>
                  <a:lnTo>
                    <a:pt x="294" y="450"/>
                  </a:lnTo>
                  <a:lnTo>
                    <a:pt x="306" y="474"/>
                  </a:lnTo>
                  <a:lnTo>
                    <a:pt x="324" y="486"/>
                  </a:lnTo>
                  <a:lnTo>
                    <a:pt x="342" y="504"/>
                  </a:lnTo>
                  <a:lnTo>
                    <a:pt x="348" y="522"/>
                  </a:lnTo>
                  <a:lnTo>
                    <a:pt x="366" y="522"/>
                  </a:lnTo>
                  <a:lnTo>
                    <a:pt x="366" y="528"/>
                  </a:lnTo>
                  <a:lnTo>
                    <a:pt x="372" y="534"/>
                  </a:lnTo>
                  <a:lnTo>
                    <a:pt x="384" y="558"/>
                  </a:lnTo>
                  <a:lnTo>
                    <a:pt x="396" y="570"/>
                  </a:lnTo>
                  <a:lnTo>
                    <a:pt x="408" y="570"/>
                  </a:lnTo>
                  <a:lnTo>
                    <a:pt x="414" y="576"/>
                  </a:lnTo>
                  <a:lnTo>
                    <a:pt x="426" y="582"/>
                  </a:lnTo>
                  <a:lnTo>
                    <a:pt x="432" y="588"/>
                  </a:lnTo>
                  <a:lnTo>
                    <a:pt x="432" y="600"/>
                  </a:lnTo>
                  <a:lnTo>
                    <a:pt x="426" y="606"/>
                  </a:lnTo>
                  <a:lnTo>
                    <a:pt x="420" y="606"/>
                  </a:lnTo>
                  <a:lnTo>
                    <a:pt x="414" y="612"/>
                  </a:lnTo>
                  <a:lnTo>
                    <a:pt x="408" y="612"/>
                  </a:lnTo>
                  <a:lnTo>
                    <a:pt x="432" y="636"/>
                  </a:lnTo>
                  <a:lnTo>
                    <a:pt x="456" y="648"/>
                  </a:lnTo>
                  <a:lnTo>
                    <a:pt x="462" y="654"/>
                  </a:lnTo>
                  <a:lnTo>
                    <a:pt x="468" y="654"/>
                  </a:lnTo>
                  <a:lnTo>
                    <a:pt x="450" y="690"/>
                  </a:lnTo>
                  <a:lnTo>
                    <a:pt x="456" y="690"/>
                  </a:lnTo>
                  <a:lnTo>
                    <a:pt x="468" y="702"/>
                  </a:lnTo>
                  <a:lnTo>
                    <a:pt x="468" y="708"/>
                  </a:lnTo>
                  <a:lnTo>
                    <a:pt x="456" y="720"/>
                  </a:lnTo>
                  <a:lnTo>
                    <a:pt x="450" y="720"/>
                  </a:lnTo>
                  <a:lnTo>
                    <a:pt x="450" y="762"/>
                  </a:lnTo>
                  <a:lnTo>
                    <a:pt x="456" y="762"/>
                  </a:lnTo>
                  <a:lnTo>
                    <a:pt x="468" y="774"/>
                  </a:lnTo>
                  <a:lnTo>
                    <a:pt x="480" y="798"/>
                  </a:lnTo>
                  <a:lnTo>
                    <a:pt x="480" y="804"/>
                  </a:lnTo>
                  <a:lnTo>
                    <a:pt x="468" y="816"/>
                  </a:lnTo>
                  <a:lnTo>
                    <a:pt x="462" y="816"/>
                  </a:lnTo>
                  <a:lnTo>
                    <a:pt x="462" y="828"/>
                  </a:lnTo>
                  <a:lnTo>
                    <a:pt x="468" y="834"/>
                  </a:lnTo>
                  <a:lnTo>
                    <a:pt x="468" y="864"/>
                  </a:lnTo>
                  <a:lnTo>
                    <a:pt x="474" y="870"/>
                  </a:lnTo>
                  <a:lnTo>
                    <a:pt x="474" y="900"/>
                  </a:lnTo>
                  <a:lnTo>
                    <a:pt x="462" y="894"/>
                  </a:lnTo>
                  <a:lnTo>
                    <a:pt x="444" y="894"/>
                  </a:lnTo>
                  <a:lnTo>
                    <a:pt x="438" y="900"/>
                  </a:lnTo>
                  <a:lnTo>
                    <a:pt x="438" y="918"/>
                  </a:lnTo>
                  <a:lnTo>
                    <a:pt x="408" y="918"/>
                  </a:lnTo>
                  <a:lnTo>
                    <a:pt x="408" y="942"/>
                  </a:lnTo>
                  <a:lnTo>
                    <a:pt x="366" y="942"/>
                  </a:lnTo>
                  <a:lnTo>
                    <a:pt x="366" y="966"/>
                  </a:lnTo>
                  <a:lnTo>
                    <a:pt x="378" y="990"/>
                  </a:lnTo>
                  <a:lnTo>
                    <a:pt x="396" y="1008"/>
                  </a:lnTo>
                  <a:lnTo>
                    <a:pt x="396" y="1020"/>
                  </a:lnTo>
                  <a:lnTo>
                    <a:pt x="390" y="1014"/>
                  </a:lnTo>
                  <a:lnTo>
                    <a:pt x="378" y="1008"/>
                  </a:lnTo>
                  <a:lnTo>
                    <a:pt x="372" y="1002"/>
                  </a:lnTo>
                  <a:lnTo>
                    <a:pt x="360" y="996"/>
                  </a:lnTo>
                  <a:lnTo>
                    <a:pt x="348" y="996"/>
                  </a:lnTo>
                  <a:lnTo>
                    <a:pt x="342" y="1002"/>
                  </a:lnTo>
                  <a:lnTo>
                    <a:pt x="342" y="1008"/>
                  </a:lnTo>
                  <a:lnTo>
                    <a:pt x="306" y="1008"/>
                  </a:lnTo>
                  <a:lnTo>
                    <a:pt x="312" y="1014"/>
                  </a:lnTo>
                  <a:lnTo>
                    <a:pt x="318" y="1014"/>
                  </a:lnTo>
                  <a:lnTo>
                    <a:pt x="324" y="1020"/>
                  </a:lnTo>
                  <a:lnTo>
                    <a:pt x="324" y="1026"/>
                  </a:lnTo>
                  <a:lnTo>
                    <a:pt x="312" y="1032"/>
                  </a:lnTo>
                  <a:lnTo>
                    <a:pt x="294" y="1032"/>
                  </a:lnTo>
                  <a:lnTo>
                    <a:pt x="276" y="1038"/>
                  </a:lnTo>
                  <a:lnTo>
                    <a:pt x="270" y="1050"/>
                  </a:lnTo>
                  <a:lnTo>
                    <a:pt x="270" y="1056"/>
                  </a:lnTo>
                  <a:lnTo>
                    <a:pt x="288" y="1074"/>
                  </a:lnTo>
                  <a:lnTo>
                    <a:pt x="300" y="1080"/>
                  </a:lnTo>
                  <a:lnTo>
                    <a:pt x="306" y="1086"/>
                  </a:lnTo>
                  <a:lnTo>
                    <a:pt x="312" y="1086"/>
                  </a:lnTo>
                  <a:lnTo>
                    <a:pt x="294" y="1104"/>
                  </a:lnTo>
                  <a:lnTo>
                    <a:pt x="294" y="1110"/>
                  </a:lnTo>
                  <a:lnTo>
                    <a:pt x="300" y="1116"/>
                  </a:lnTo>
                  <a:lnTo>
                    <a:pt x="300" y="1128"/>
                  </a:lnTo>
                  <a:lnTo>
                    <a:pt x="306" y="1140"/>
                  </a:lnTo>
                  <a:lnTo>
                    <a:pt x="306" y="1152"/>
                  </a:lnTo>
                  <a:lnTo>
                    <a:pt x="312" y="1158"/>
                  </a:lnTo>
                  <a:lnTo>
                    <a:pt x="294" y="1176"/>
                  </a:lnTo>
                  <a:lnTo>
                    <a:pt x="294" y="1188"/>
                  </a:lnTo>
                  <a:lnTo>
                    <a:pt x="306" y="1194"/>
                  </a:lnTo>
                  <a:lnTo>
                    <a:pt x="318" y="1194"/>
                  </a:lnTo>
                  <a:lnTo>
                    <a:pt x="330" y="1188"/>
                  </a:lnTo>
                  <a:lnTo>
                    <a:pt x="354" y="1164"/>
                  </a:lnTo>
                  <a:lnTo>
                    <a:pt x="366" y="1158"/>
                  </a:lnTo>
                  <a:lnTo>
                    <a:pt x="378" y="1158"/>
                  </a:lnTo>
                  <a:lnTo>
                    <a:pt x="384" y="1134"/>
                  </a:lnTo>
                  <a:lnTo>
                    <a:pt x="384" y="1110"/>
                  </a:lnTo>
                  <a:lnTo>
                    <a:pt x="396" y="1110"/>
                  </a:lnTo>
                  <a:lnTo>
                    <a:pt x="402" y="1116"/>
                  </a:lnTo>
                  <a:lnTo>
                    <a:pt x="414" y="1116"/>
                  </a:lnTo>
                  <a:lnTo>
                    <a:pt x="426" y="1104"/>
                  </a:lnTo>
                  <a:lnTo>
                    <a:pt x="426" y="1092"/>
                  </a:lnTo>
                  <a:lnTo>
                    <a:pt x="420" y="1086"/>
                  </a:lnTo>
                  <a:lnTo>
                    <a:pt x="414" y="1074"/>
                  </a:lnTo>
                  <a:lnTo>
                    <a:pt x="408" y="1068"/>
                  </a:lnTo>
                  <a:lnTo>
                    <a:pt x="408" y="1062"/>
                  </a:lnTo>
                  <a:lnTo>
                    <a:pt x="414" y="1056"/>
                  </a:lnTo>
                  <a:lnTo>
                    <a:pt x="426" y="1056"/>
                  </a:lnTo>
                  <a:lnTo>
                    <a:pt x="438" y="1050"/>
                  </a:lnTo>
                  <a:lnTo>
                    <a:pt x="444" y="1044"/>
                  </a:lnTo>
                  <a:lnTo>
                    <a:pt x="450" y="1044"/>
                  </a:lnTo>
                  <a:lnTo>
                    <a:pt x="456" y="1050"/>
                  </a:lnTo>
                  <a:lnTo>
                    <a:pt x="468" y="1050"/>
                  </a:lnTo>
                  <a:lnTo>
                    <a:pt x="480" y="1044"/>
                  </a:lnTo>
                  <a:lnTo>
                    <a:pt x="498" y="1038"/>
                  </a:lnTo>
                  <a:lnTo>
                    <a:pt x="546" y="1014"/>
                  </a:lnTo>
                  <a:lnTo>
                    <a:pt x="582" y="978"/>
                  </a:lnTo>
                  <a:lnTo>
                    <a:pt x="588" y="960"/>
                  </a:lnTo>
                  <a:lnTo>
                    <a:pt x="594" y="936"/>
                  </a:lnTo>
                  <a:lnTo>
                    <a:pt x="606" y="876"/>
                  </a:lnTo>
                  <a:lnTo>
                    <a:pt x="606" y="846"/>
                  </a:lnTo>
                  <a:lnTo>
                    <a:pt x="600" y="834"/>
                  </a:lnTo>
                  <a:lnTo>
                    <a:pt x="576" y="810"/>
                  </a:lnTo>
                  <a:lnTo>
                    <a:pt x="594" y="804"/>
                  </a:lnTo>
                  <a:lnTo>
                    <a:pt x="594" y="774"/>
                  </a:lnTo>
                  <a:lnTo>
                    <a:pt x="588" y="756"/>
                  </a:lnTo>
                  <a:lnTo>
                    <a:pt x="588" y="744"/>
                  </a:lnTo>
                  <a:lnTo>
                    <a:pt x="570" y="708"/>
                  </a:lnTo>
                  <a:lnTo>
                    <a:pt x="564" y="690"/>
                  </a:lnTo>
                  <a:lnTo>
                    <a:pt x="558" y="684"/>
                  </a:lnTo>
                  <a:lnTo>
                    <a:pt x="552" y="672"/>
                  </a:lnTo>
                  <a:lnTo>
                    <a:pt x="558" y="666"/>
                  </a:lnTo>
                  <a:lnTo>
                    <a:pt x="558" y="642"/>
                  </a:lnTo>
                  <a:lnTo>
                    <a:pt x="522" y="606"/>
                  </a:lnTo>
                  <a:lnTo>
                    <a:pt x="486" y="576"/>
                  </a:lnTo>
                  <a:lnTo>
                    <a:pt x="456" y="552"/>
                  </a:lnTo>
                  <a:lnTo>
                    <a:pt x="432" y="534"/>
                  </a:lnTo>
                  <a:lnTo>
                    <a:pt x="420" y="528"/>
                  </a:lnTo>
                  <a:lnTo>
                    <a:pt x="402" y="516"/>
                  </a:lnTo>
                  <a:lnTo>
                    <a:pt x="390" y="510"/>
                  </a:lnTo>
                  <a:lnTo>
                    <a:pt x="384" y="504"/>
                  </a:lnTo>
                  <a:lnTo>
                    <a:pt x="384" y="468"/>
                  </a:lnTo>
                  <a:lnTo>
                    <a:pt x="336" y="420"/>
                  </a:lnTo>
                  <a:lnTo>
                    <a:pt x="306" y="384"/>
                  </a:lnTo>
                  <a:lnTo>
                    <a:pt x="288" y="354"/>
                  </a:lnTo>
                  <a:lnTo>
                    <a:pt x="282" y="336"/>
                  </a:lnTo>
                  <a:lnTo>
                    <a:pt x="282" y="318"/>
                  </a:lnTo>
                  <a:lnTo>
                    <a:pt x="276" y="306"/>
                  </a:lnTo>
                  <a:lnTo>
                    <a:pt x="276" y="282"/>
                  </a:lnTo>
                  <a:lnTo>
                    <a:pt x="282" y="276"/>
                  </a:lnTo>
                  <a:lnTo>
                    <a:pt x="294" y="252"/>
                  </a:lnTo>
                  <a:lnTo>
                    <a:pt x="294" y="240"/>
                  </a:lnTo>
                  <a:lnTo>
                    <a:pt x="300" y="240"/>
                  </a:lnTo>
                  <a:lnTo>
                    <a:pt x="312" y="228"/>
                  </a:lnTo>
                  <a:lnTo>
                    <a:pt x="324" y="222"/>
                  </a:lnTo>
                  <a:lnTo>
                    <a:pt x="336" y="210"/>
                  </a:lnTo>
                  <a:lnTo>
                    <a:pt x="336" y="204"/>
                  </a:lnTo>
                  <a:lnTo>
                    <a:pt x="342" y="198"/>
                  </a:lnTo>
                  <a:lnTo>
                    <a:pt x="372" y="198"/>
                  </a:lnTo>
                  <a:lnTo>
                    <a:pt x="384" y="186"/>
                  </a:lnTo>
                  <a:lnTo>
                    <a:pt x="390" y="174"/>
                  </a:lnTo>
                  <a:lnTo>
                    <a:pt x="390" y="156"/>
                  </a:lnTo>
                  <a:lnTo>
                    <a:pt x="396" y="144"/>
                  </a:lnTo>
                  <a:lnTo>
                    <a:pt x="390" y="144"/>
                  </a:lnTo>
                  <a:lnTo>
                    <a:pt x="384" y="138"/>
                  </a:lnTo>
                  <a:lnTo>
                    <a:pt x="354" y="138"/>
                  </a:lnTo>
                  <a:lnTo>
                    <a:pt x="342" y="132"/>
                  </a:lnTo>
                  <a:lnTo>
                    <a:pt x="336" y="120"/>
                  </a:lnTo>
                  <a:lnTo>
                    <a:pt x="330" y="114"/>
                  </a:lnTo>
                  <a:lnTo>
                    <a:pt x="312" y="114"/>
                  </a:lnTo>
                  <a:lnTo>
                    <a:pt x="312" y="96"/>
                  </a:lnTo>
                  <a:lnTo>
                    <a:pt x="300" y="90"/>
                  </a:lnTo>
                  <a:lnTo>
                    <a:pt x="294" y="72"/>
                  </a:lnTo>
                  <a:lnTo>
                    <a:pt x="312" y="54"/>
                  </a:lnTo>
                  <a:lnTo>
                    <a:pt x="312" y="48"/>
                  </a:lnTo>
                  <a:lnTo>
                    <a:pt x="306" y="42"/>
                  </a:lnTo>
                  <a:lnTo>
                    <a:pt x="276" y="42"/>
                  </a:lnTo>
                  <a:lnTo>
                    <a:pt x="264" y="30"/>
                  </a:lnTo>
                  <a:lnTo>
                    <a:pt x="234" y="36"/>
                  </a:lnTo>
                  <a:lnTo>
                    <a:pt x="204" y="0"/>
                  </a:lnTo>
                  <a:lnTo>
                    <a:pt x="198" y="0"/>
                  </a:lnTo>
                  <a:lnTo>
                    <a:pt x="192" y="6"/>
                  </a:lnTo>
                  <a:lnTo>
                    <a:pt x="180" y="12"/>
                  </a:lnTo>
                  <a:lnTo>
                    <a:pt x="174" y="18"/>
                  </a:lnTo>
                  <a:lnTo>
                    <a:pt x="174" y="30"/>
                  </a:lnTo>
                  <a:lnTo>
                    <a:pt x="168" y="42"/>
                  </a:lnTo>
                  <a:lnTo>
                    <a:pt x="168" y="48"/>
                  </a:lnTo>
                  <a:lnTo>
                    <a:pt x="150" y="48"/>
                  </a:lnTo>
                  <a:lnTo>
                    <a:pt x="144" y="54"/>
                  </a:lnTo>
                  <a:lnTo>
                    <a:pt x="138" y="48"/>
                  </a:lnTo>
                  <a:lnTo>
                    <a:pt x="120" y="48"/>
                  </a:lnTo>
                  <a:lnTo>
                    <a:pt x="132" y="60"/>
                  </a:lnTo>
                  <a:lnTo>
                    <a:pt x="132" y="72"/>
                  </a:lnTo>
                  <a:lnTo>
                    <a:pt x="114" y="72"/>
                  </a:lnTo>
                  <a:lnTo>
                    <a:pt x="108" y="66"/>
                  </a:lnTo>
                  <a:lnTo>
                    <a:pt x="96" y="48"/>
                  </a:lnTo>
                  <a:lnTo>
                    <a:pt x="90" y="48"/>
                  </a:lnTo>
                  <a:lnTo>
                    <a:pt x="90" y="66"/>
                  </a:lnTo>
                  <a:lnTo>
                    <a:pt x="72" y="48"/>
                  </a:lnTo>
                  <a:lnTo>
                    <a:pt x="66" y="54"/>
                  </a:lnTo>
                  <a:lnTo>
                    <a:pt x="60" y="66"/>
                  </a:lnTo>
                  <a:lnTo>
                    <a:pt x="54" y="72"/>
                  </a:lnTo>
                  <a:lnTo>
                    <a:pt x="42" y="72"/>
                  </a:lnTo>
                  <a:lnTo>
                    <a:pt x="18" y="48"/>
                  </a:lnTo>
                  <a:lnTo>
                    <a:pt x="6" y="4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93" name="USA (Alaska)" descr="© INSCALE GmbH, 05.05.2010&#10;http://www.presentationload.com/">
              <a:extLst>
                <a:ext uri="{FF2B5EF4-FFF2-40B4-BE49-F238E27FC236}">
                  <a16:creationId xmlns:a16="http://schemas.microsoft.com/office/drawing/2014/main" id="{81B0496B-3935-4D6D-8FAB-5CDEF7A26AD3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388503" y="1172965"/>
              <a:ext cx="1015839" cy="436710"/>
            </a:xfrm>
            <a:custGeom>
              <a:avLst/>
              <a:gdLst>
                <a:gd name="T0" fmla="*/ 2147483647 w 3072"/>
                <a:gd name="T1" fmla="*/ 2147483647 h 1332"/>
                <a:gd name="T2" fmla="*/ 2147483647 w 3072"/>
                <a:gd name="T3" fmla="*/ 2147483647 h 1332"/>
                <a:gd name="T4" fmla="*/ 2147483647 w 3072"/>
                <a:gd name="T5" fmla="*/ 2147483647 h 1332"/>
                <a:gd name="T6" fmla="*/ 2147483647 w 3072"/>
                <a:gd name="T7" fmla="*/ 2147483647 h 1332"/>
                <a:gd name="T8" fmla="*/ 2147483647 w 3072"/>
                <a:gd name="T9" fmla="*/ 2147483647 h 1332"/>
                <a:gd name="T10" fmla="*/ 2147483647 w 3072"/>
                <a:gd name="T11" fmla="*/ 2147483647 h 1332"/>
                <a:gd name="T12" fmla="*/ 2147483647 w 3072"/>
                <a:gd name="T13" fmla="*/ 2147483647 h 1332"/>
                <a:gd name="T14" fmla="*/ 2147483647 w 3072"/>
                <a:gd name="T15" fmla="*/ 2147483647 h 1332"/>
                <a:gd name="T16" fmla="*/ 2147483647 w 3072"/>
                <a:gd name="T17" fmla="*/ 2147483647 h 1332"/>
                <a:gd name="T18" fmla="*/ 2147483647 w 3072"/>
                <a:gd name="T19" fmla="*/ 2147483647 h 1332"/>
                <a:gd name="T20" fmla="*/ 2147483647 w 3072"/>
                <a:gd name="T21" fmla="*/ 2147483647 h 1332"/>
                <a:gd name="T22" fmla="*/ 2147483647 w 3072"/>
                <a:gd name="T23" fmla="*/ 0 h 1332"/>
                <a:gd name="T24" fmla="*/ 2147483647 w 3072"/>
                <a:gd name="T25" fmla="*/ 2147483647 h 1332"/>
                <a:gd name="T26" fmla="*/ 2147483647 w 3072"/>
                <a:gd name="T27" fmla="*/ 2147483647 h 1332"/>
                <a:gd name="T28" fmla="*/ 2147483647 w 3072"/>
                <a:gd name="T29" fmla="*/ 2147483647 h 1332"/>
                <a:gd name="T30" fmla="*/ 2147483647 w 3072"/>
                <a:gd name="T31" fmla="*/ 2147483647 h 1332"/>
                <a:gd name="T32" fmla="*/ 2147483647 w 3072"/>
                <a:gd name="T33" fmla="*/ 2147483647 h 1332"/>
                <a:gd name="T34" fmla="*/ 2147483647 w 3072"/>
                <a:gd name="T35" fmla="*/ 2147483647 h 1332"/>
                <a:gd name="T36" fmla="*/ 2147483647 w 3072"/>
                <a:gd name="T37" fmla="*/ 2147483647 h 1332"/>
                <a:gd name="T38" fmla="*/ 2147483647 w 3072"/>
                <a:gd name="T39" fmla="*/ 2147483647 h 1332"/>
                <a:gd name="T40" fmla="*/ 2147483647 w 3072"/>
                <a:gd name="T41" fmla="*/ 2147483647 h 1332"/>
                <a:gd name="T42" fmla="*/ 2147483647 w 3072"/>
                <a:gd name="T43" fmla="*/ 2147483647 h 1332"/>
                <a:gd name="T44" fmla="*/ 2147483647 w 3072"/>
                <a:gd name="T45" fmla="*/ 2147483647 h 1332"/>
                <a:gd name="T46" fmla="*/ 2147483647 w 3072"/>
                <a:gd name="T47" fmla="*/ 2147483647 h 1332"/>
                <a:gd name="T48" fmla="*/ 2147483647 w 3072"/>
                <a:gd name="T49" fmla="*/ 2147483647 h 1332"/>
                <a:gd name="T50" fmla="*/ 2147483647 w 3072"/>
                <a:gd name="T51" fmla="*/ 2147483647 h 1332"/>
                <a:gd name="T52" fmla="*/ 2147483647 w 3072"/>
                <a:gd name="T53" fmla="*/ 2147483647 h 1332"/>
                <a:gd name="T54" fmla="*/ 2147483647 w 3072"/>
                <a:gd name="T55" fmla="*/ 2147483647 h 1332"/>
                <a:gd name="T56" fmla="*/ 2147483647 w 3072"/>
                <a:gd name="T57" fmla="*/ 2147483647 h 1332"/>
                <a:gd name="T58" fmla="*/ 2147483647 w 3072"/>
                <a:gd name="T59" fmla="*/ 2147483647 h 1332"/>
                <a:gd name="T60" fmla="*/ 2147483647 w 3072"/>
                <a:gd name="T61" fmla="*/ 2147483647 h 1332"/>
                <a:gd name="T62" fmla="*/ 2147483647 w 3072"/>
                <a:gd name="T63" fmla="*/ 2147483647 h 1332"/>
                <a:gd name="T64" fmla="*/ 2147483647 w 3072"/>
                <a:gd name="T65" fmla="*/ 2147483647 h 1332"/>
                <a:gd name="T66" fmla="*/ 2147483647 w 3072"/>
                <a:gd name="T67" fmla="*/ 2147483647 h 1332"/>
                <a:gd name="T68" fmla="*/ 2147483647 w 3072"/>
                <a:gd name="T69" fmla="*/ 2147483647 h 1332"/>
                <a:gd name="T70" fmla="*/ 2147483647 w 3072"/>
                <a:gd name="T71" fmla="*/ 2147483647 h 1332"/>
                <a:gd name="T72" fmla="*/ 2147483647 w 3072"/>
                <a:gd name="T73" fmla="*/ 2147483647 h 1332"/>
                <a:gd name="T74" fmla="*/ 2147483647 w 3072"/>
                <a:gd name="T75" fmla="*/ 2147483647 h 1332"/>
                <a:gd name="T76" fmla="*/ 2147483647 w 3072"/>
                <a:gd name="T77" fmla="*/ 2147483647 h 1332"/>
                <a:gd name="T78" fmla="*/ 2147483647 w 3072"/>
                <a:gd name="T79" fmla="*/ 2147483647 h 1332"/>
                <a:gd name="T80" fmla="*/ 2147483647 w 3072"/>
                <a:gd name="T81" fmla="*/ 2147483647 h 1332"/>
                <a:gd name="T82" fmla="*/ 2147483647 w 3072"/>
                <a:gd name="T83" fmla="*/ 2147483647 h 1332"/>
                <a:gd name="T84" fmla="*/ 2147483647 w 3072"/>
                <a:gd name="T85" fmla="*/ 2147483647 h 1332"/>
                <a:gd name="T86" fmla="*/ 2147483647 w 3072"/>
                <a:gd name="T87" fmla="*/ 2147483647 h 1332"/>
                <a:gd name="T88" fmla="*/ 2147483647 w 3072"/>
                <a:gd name="T89" fmla="*/ 2147483647 h 1332"/>
                <a:gd name="T90" fmla="*/ 2147483647 w 3072"/>
                <a:gd name="T91" fmla="*/ 2147483647 h 1332"/>
                <a:gd name="T92" fmla="*/ 2147483647 w 3072"/>
                <a:gd name="T93" fmla="*/ 2147483647 h 1332"/>
                <a:gd name="T94" fmla="*/ 2147483647 w 3072"/>
                <a:gd name="T95" fmla="*/ 2147483647 h 1332"/>
                <a:gd name="T96" fmla="*/ 2147483647 w 3072"/>
                <a:gd name="T97" fmla="*/ 2147483647 h 1332"/>
                <a:gd name="T98" fmla="*/ 2147483647 w 3072"/>
                <a:gd name="T99" fmla="*/ 2147483647 h 1332"/>
                <a:gd name="T100" fmla="*/ 2147483647 w 3072"/>
                <a:gd name="T101" fmla="*/ 2147483647 h 1332"/>
                <a:gd name="T102" fmla="*/ 2147483647 w 3072"/>
                <a:gd name="T103" fmla="*/ 2147483647 h 1332"/>
                <a:gd name="T104" fmla="*/ 2147483647 w 3072"/>
                <a:gd name="T105" fmla="*/ 2147483647 h 1332"/>
                <a:gd name="T106" fmla="*/ 2147483647 w 3072"/>
                <a:gd name="T107" fmla="*/ 2147483647 h 1332"/>
                <a:gd name="T108" fmla="*/ 2147483647 w 3072"/>
                <a:gd name="T109" fmla="*/ 2147483647 h 1332"/>
                <a:gd name="T110" fmla="*/ 2147483647 w 3072"/>
                <a:gd name="T111" fmla="*/ 2147483647 h 1332"/>
                <a:gd name="T112" fmla="*/ 2147483647 w 3072"/>
                <a:gd name="T113" fmla="*/ 2147483647 h 1332"/>
                <a:gd name="T114" fmla="*/ 2147483647 w 3072"/>
                <a:gd name="T115" fmla="*/ 2147483647 h 1332"/>
                <a:gd name="T116" fmla="*/ 2147483647 w 3072"/>
                <a:gd name="T117" fmla="*/ 2147483647 h 1332"/>
                <a:gd name="T118" fmla="*/ 2147483647 w 3072"/>
                <a:gd name="T119" fmla="*/ 2147483647 h 1332"/>
                <a:gd name="T120" fmla="*/ 2147483647 w 3072"/>
                <a:gd name="T121" fmla="*/ 2147483647 h 133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072"/>
                <a:gd name="T184" fmla="*/ 0 h 1332"/>
                <a:gd name="T185" fmla="*/ 3072 w 3072"/>
                <a:gd name="T186" fmla="*/ 1332 h 133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072" h="1332">
                  <a:moveTo>
                    <a:pt x="2454" y="930"/>
                  </a:moveTo>
                  <a:lnTo>
                    <a:pt x="2418" y="966"/>
                  </a:lnTo>
                  <a:lnTo>
                    <a:pt x="2400" y="1002"/>
                  </a:lnTo>
                  <a:lnTo>
                    <a:pt x="2412" y="1002"/>
                  </a:lnTo>
                  <a:lnTo>
                    <a:pt x="2448" y="984"/>
                  </a:lnTo>
                  <a:lnTo>
                    <a:pt x="2460" y="972"/>
                  </a:lnTo>
                  <a:lnTo>
                    <a:pt x="2460" y="954"/>
                  </a:lnTo>
                  <a:lnTo>
                    <a:pt x="2472" y="942"/>
                  </a:lnTo>
                  <a:lnTo>
                    <a:pt x="2460" y="930"/>
                  </a:lnTo>
                  <a:lnTo>
                    <a:pt x="2454" y="930"/>
                  </a:lnTo>
                  <a:close/>
                  <a:moveTo>
                    <a:pt x="2400" y="930"/>
                  </a:moveTo>
                  <a:lnTo>
                    <a:pt x="2388" y="930"/>
                  </a:lnTo>
                  <a:lnTo>
                    <a:pt x="2376" y="936"/>
                  </a:lnTo>
                  <a:lnTo>
                    <a:pt x="2364" y="948"/>
                  </a:lnTo>
                  <a:lnTo>
                    <a:pt x="2364" y="954"/>
                  </a:lnTo>
                  <a:lnTo>
                    <a:pt x="2370" y="966"/>
                  </a:lnTo>
                  <a:lnTo>
                    <a:pt x="2376" y="972"/>
                  </a:lnTo>
                  <a:lnTo>
                    <a:pt x="2406" y="972"/>
                  </a:lnTo>
                  <a:lnTo>
                    <a:pt x="2412" y="960"/>
                  </a:lnTo>
                  <a:lnTo>
                    <a:pt x="2418" y="954"/>
                  </a:lnTo>
                  <a:lnTo>
                    <a:pt x="2418" y="942"/>
                  </a:lnTo>
                  <a:lnTo>
                    <a:pt x="2406" y="936"/>
                  </a:lnTo>
                  <a:lnTo>
                    <a:pt x="2400" y="930"/>
                  </a:lnTo>
                  <a:close/>
                  <a:moveTo>
                    <a:pt x="2316" y="1188"/>
                  </a:moveTo>
                  <a:lnTo>
                    <a:pt x="2328" y="1188"/>
                  </a:lnTo>
                  <a:lnTo>
                    <a:pt x="2340" y="1152"/>
                  </a:lnTo>
                  <a:lnTo>
                    <a:pt x="2322" y="1158"/>
                  </a:lnTo>
                  <a:lnTo>
                    <a:pt x="2316" y="1188"/>
                  </a:lnTo>
                  <a:close/>
                  <a:moveTo>
                    <a:pt x="2388" y="1074"/>
                  </a:moveTo>
                  <a:lnTo>
                    <a:pt x="2370" y="1086"/>
                  </a:lnTo>
                  <a:lnTo>
                    <a:pt x="2382" y="1098"/>
                  </a:lnTo>
                  <a:lnTo>
                    <a:pt x="2388" y="1098"/>
                  </a:lnTo>
                  <a:lnTo>
                    <a:pt x="2382" y="1104"/>
                  </a:lnTo>
                  <a:lnTo>
                    <a:pt x="2376" y="1104"/>
                  </a:lnTo>
                  <a:lnTo>
                    <a:pt x="2364" y="1116"/>
                  </a:lnTo>
                  <a:lnTo>
                    <a:pt x="2358" y="1116"/>
                  </a:lnTo>
                  <a:lnTo>
                    <a:pt x="2352" y="1122"/>
                  </a:lnTo>
                  <a:lnTo>
                    <a:pt x="2352" y="1152"/>
                  </a:lnTo>
                  <a:lnTo>
                    <a:pt x="2358" y="1164"/>
                  </a:lnTo>
                  <a:lnTo>
                    <a:pt x="2358" y="1188"/>
                  </a:lnTo>
                  <a:lnTo>
                    <a:pt x="2370" y="1182"/>
                  </a:lnTo>
                  <a:lnTo>
                    <a:pt x="2376" y="1170"/>
                  </a:lnTo>
                  <a:lnTo>
                    <a:pt x="2388" y="1164"/>
                  </a:lnTo>
                  <a:lnTo>
                    <a:pt x="2394" y="1158"/>
                  </a:lnTo>
                  <a:lnTo>
                    <a:pt x="2394" y="1146"/>
                  </a:lnTo>
                  <a:lnTo>
                    <a:pt x="2382" y="1134"/>
                  </a:lnTo>
                  <a:lnTo>
                    <a:pt x="2394" y="1134"/>
                  </a:lnTo>
                  <a:lnTo>
                    <a:pt x="2412" y="1116"/>
                  </a:lnTo>
                  <a:lnTo>
                    <a:pt x="2412" y="1098"/>
                  </a:lnTo>
                  <a:lnTo>
                    <a:pt x="2388" y="1074"/>
                  </a:lnTo>
                  <a:close/>
                  <a:moveTo>
                    <a:pt x="2562" y="1080"/>
                  </a:moveTo>
                  <a:lnTo>
                    <a:pt x="2550" y="1080"/>
                  </a:lnTo>
                  <a:lnTo>
                    <a:pt x="2550" y="1074"/>
                  </a:lnTo>
                  <a:lnTo>
                    <a:pt x="2544" y="1068"/>
                  </a:lnTo>
                  <a:lnTo>
                    <a:pt x="2538" y="1068"/>
                  </a:lnTo>
                  <a:lnTo>
                    <a:pt x="2532" y="1062"/>
                  </a:lnTo>
                  <a:lnTo>
                    <a:pt x="2520" y="1056"/>
                  </a:lnTo>
                  <a:lnTo>
                    <a:pt x="2514" y="1050"/>
                  </a:lnTo>
                  <a:lnTo>
                    <a:pt x="2514" y="1044"/>
                  </a:lnTo>
                  <a:lnTo>
                    <a:pt x="2520" y="1032"/>
                  </a:lnTo>
                  <a:lnTo>
                    <a:pt x="2520" y="1020"/>
                  </a:lnTo>
                  <a:lnTo>
                    <a:pt x="2526" y="1008"/>
                  </a:lnTo>
                  <a:lnTo>
                    <a:pt x="2532" y="1002"/>
                  </a:lnTo>
                  <a:lnTo>
                    <a:pt x="2532" y="960"/>
                  </a:lnTo>
                  <a:lnTo>
                    <a:pt x="2550" y="924"/>
                  </a:lnTo>
                  <a:lnTo>
                    <a:pt x="2550" y="906"/>
                  </a:lnTo>
                  <a:lnTo>
                    <a:pt x="2544" y="894"/>
                  </a:lnTo>
                  <a:lnTo>
                    <a:pt x="2526" y="876"/>
                  </a:lnTo>
                  <a:lnTo>
                    <a:pt x="2538" y="864"/>
                  </a:lnTo>
                  <a:lnTo>
                    <a:pt x="2538" y="834"/>
                  </a:lnTo>
                  <a:lnTo>
                    <a:pt x="2544" y="828"/>
                  </a:lnTo>
                  <a:lnTo>
                    <a:pt x="2550" y="828"/>
                  </a:lnTo>
                  <a:lnTo>
                    <a:pt x="2556" y="822"/>
                  </a:lnTo>
                  <a:lnTo>
                    <a:pt x="2550" y="816"/>
                  </a:lnTo>
                  <a:lnTo>
                    <a:pt x="2532" y="810"/>
                  </a:lnTo>
                  <a:lnTo>
                    <a:pt x="2520" y="810"/>
                  </a:lnTo>
                  <a:lnTo>
                    <a:pt x="2502" y="816"/>
                  </a:lnTo>
                  <a:lnTo>
                    <a:pt x="2490" y="816"/>
                  </a:lnTo>
                  <a:lnTo>
                    <a:pt x="2484" y="822"/>
                  </a:lnTo>
                  <a:lnTo>
                    <a:pt x="2478" y="822"/>
                  </a:lnTo>
                  <a:lnTo>
                    <a:pt x="2478" y="834"/>
                  </a:lnTo>
                  <a:lnTo>
                    <a:pt x="2460" y="834"/>
                  </a:lnTo>
                  <a:lnTo>
                    <a:pt x="2454" y="840"/>
                  </a:lnTo>
                  <a:lnTo>
                    <a:pt x="2442" y="846"/>
                  </a:lnTo>
                  <a:lnTo>
                    <a:pt x="2430" y="846"/>
                  </a:lnTo>
                  <a:lnTo>
                    <a:pt x="2418" y="852"/>
                  </a:lnTo>
                  <a:lnTo>
                    <a:pt x="2406" y="852"/>
                  </a:lnTo>
                  <a:lnTo>
                    <a:pt x="2400" y="858"/>
                  </a:lnTo>
                  <a:lnTo>
                    <a:pt x="2394" y="858"/>
                  </a:lnTo>
                  <a:lnTo>
                    <a:pt x="2388" y="864"/>
                  </a:lnTo>
                  <a:lnTo>
                    <a:pt x="2376" y="870"/>
                  </a:lnTo>
                  <a:lnTo>
                    <a:pt x="2370" y="876"/>
                  </a:lnTo>
                  <a:lnTo>
                    <a:pt x="2364" y="876"/>
                  </a:lnTo>
                  <a:lnTo>
                    <a:pt x="2364" y="864"/>
                  </a:lnTo>
                  <a:lnTo>
                    <a:pt x="2382" y="846"/>
                  </a:lnTo>
                  <a:lnTo>
                    <a:pt x="2376" y="840"/>
                  </a:lnTo>
                  <a:lnTo>
                    <a:pt x="2364" y="834"/>
                  </a:lnTo>
                  <a:lnTo>
                    <a:pt x="2358" y="828"/>
                  </a:lnTo>
                  <a:lnTo>
                    <a:pt x="2358" y="810"/>
                  </a:lnTo>
                  <a:lnTo>
                    <a:pt x="2352" y="798"/>
                  </a:lnTo>
                  <a:lnTo>
                    <a:pt x="2352" y="792"/>
                  </a:lnTo>
                  <a:lnTo>
                    <a:pt x="2376" y="768"/>
                  </a:lnTo>
                  <a:lnTo>
                    <a:pt x="2340" y="768"/>
                  </a:lnTo>
                  <a:lnTo>
                    <a:pt x="2328" y="780"/>
                  </a:lnTo>
                  <a:lnTo>
                    <a:pt x="2274" y="780"/>
                  </a:lnTo>
                  <a:lnTo>
                    <a:pt x="2274" y="768"/>
                  </a:lnTo>
                  <a:lnTo>
                    <a:pt x="2280" y="756"/>
                  </a:lnTo>
                  <a:lnTo>
                    <a:pt x="2292" y="750"/>
                  </a:lnTo>
                  <a:lnTo>
                    <a:pt x="2298" y="744"/>
                  </a:lnTo>
                  <a:lnTo>
                    <a:pt x="3072" y="108"/>
                  </a:lnTo>
                  <a:lnTo>
                    <a:pt x="3054" y="108"/>
                  </a:lnTo>
                  <a:lnTo>
                    <a:pt x="3054" y="102"/>
                  </a:lnTo>
                  <a:lnTo>
                    <a:pt x="3048" y="90"/>
                  </a:lnTo>
                  <a:lnTo>
                    <a:pt x="3036" y="84"/>
                  </a:lnTo>
                  <a:lnTo>
                    <a:pt x="3030" y="78"/>
                  </a:lnTo>
                  <a:lnTo>
                    <a:pt x="3012" y="78"/>
                  </a:lnTo>
                  <a:lnTo>
                    <a:pt x="2988" y="84"/>
                  </a:lnTo>
                  <a:lnTo>
                    <a:pt x="2964" y="84"/>
                  </a:lnTo>
                  <a:lnTo>
                    <a:pt x="2928" y="96"/>
                  </a:lnTo>
                  <a:lnTo>
                    <a:pt x="2916" y="96"/>
                  </a:lnTo>
                  <a:lnTo>
                    <a:pt x="2892" y="84"/>
                  </a:lnTo>
                  <a:lnTo>
                    <a:pt x="2886" y="78"/>
                  </a:lnTo>
                  <a:lnTo>
                    <a:pt x="2874" y="72"/>
                  </a:lnTo>
                  <a:lnTo>
                    <a:pt x="2784" y="72"/>
                  </a:lnTo>
                  <a:lnTo>
                    <a:pt x="2772" y="66"/>
                  </a:lnTo>
                  <a:lnTo>
                    <a:pt x="2766" y="60"/>
                  </a:lnTo>
                  <a:lnTo>
                    <a:pt x="2748" y="60"/>
                  </a:lnTo>
                  <a:lnTo>
                    <a:pt x="2736" y="54"/>
                  </a:lnTo>
                  <a:lnTo>
                    <a:pt x="2598" y="54"/>
                  </a:lnTo>
                  <a:lnTo>
                    <a:pt x="2598" y="42"/>
                  </a:lnTo>
                  <a:lnTo>
                    <a:pt x="2604" y="36"/>
                  </a:lnTo>
                  <a:lnTo>
                    <a:pt x="2592" y="36"/>
                  </a:lnTo>
                  <a:lnTo>
                    <a:pt x="2574" y="30"/>
                  </a:lnTo>
                  <a:lnTo>
                    <a:pt x="2562" y="30"/>
                  </a:lnTo>
                  <a:lnTo>
                    <a:pt x="2550" y="24"/>
                  </a:lnTo>
                  <a:lnTo>
                    <a:pt x="2532" y="24"/>
                  </a:lnTo>
                  <a:lnTo>
                    <a:pt x="2520" y="30"/>
                  </a:lnTo>
                  <a:lnTo>
                    <a:pt x="2496" y="30"/>
                  </a:lnTo>
                  <a:lnTo>
                    <a:pt x="2490" y="36"/>
                  </a:lnTo>
                  <a:lnTo>
                    <a:pt x="2484" y="36"/>
                  </a:lnTo>
                  <a:lnTo>
                    <a:pt x="2514" y="0"/>
                  </a:lnTo>
                  <a:lnTo>
                    <a:pt x="2430" y="36"/>
                  </a:lnTo>
                  <a:lnTo>
                    <a:pt x="2460" y="0"/>
                  </a:lnTo>
                  <a:lnTo>
                    <a:pt x="2430" y="0"/>
                  </a:lnTo>
                  <a:lnTo>
                    <a:pt x="2418" y="6"/>
                  </a:lnTo>
                  <a:lnTo>
                    <a:pt x="2412" y="12"/>
                  </a:lnTo>
                  <a:lnTo>
                    <a:pt x="2358" y="30"/>
                  </a:lnTo>
                  <a:lnTo>
                    <a:pt x="2232" y="30"/>
                  </a:lnTo>
                  <a:lnTo>
                    <a:pt x="2214" y="36"/>
                  </a:lnTo>
                  <a:lnTo>
                    <a:pt x="2208" y="42"/>
                  </a:lnTo>
                  <a:lnTo>
                    <a:pt x="2184" y="54"/>
                  </a:lnTo>
                  <a:lnTo>
                    <a:pt x="2172" y="54"/>
                  </a:lnTo>
                  <a:lnTo>
                    <a:pt x="2166" y="60"/>
                  </a:lnTo>
                  <a:lnTo>
                    <a:pt x="2046" y="60"/>
                  </a:lnTo>
                  <a:lnTo>
                    <a:pt x="2004" y="72"/>
                  </a:lnTo>
                  <a:lnTo>
                    <a:pt x="1956" y="102"/>
                  </a:lnTo>
                  <a:lnTo>
                    <a:pt x="1902" y="132"/>
                  </a:lnTo>
                  <a:lnTo>
                    <a:pt x="1854" y="144"/>
                  </a:lnTo>
                  <a:lnTo>
                    <a:pt x="1758" y="156"/>
                  </a:lnTo>
                  <a:lnTo>
                    <a:pt x="1722" y="162"/>
                  </a:lnTo>
                  <a:lnTo>
                    <a:pt x="1704" y="162"/>
                  </a:lnTo>
                  <a:lnTo>
                    <a:pt x="1698" y="168"/>
                  </a:lnTo>
                  <a:lnTo>
                    <a:pt x="1644" y="186"/>
                  </a:lnTo>
                  <a:lnTo>
                    <a:pt x="1632" y="192"/>
                  </a:lnTo>
                  <a:lnTo>
                    <a:pt x="1620" y="192"/>
                  </a:lnTo>
                  <a:lnTo>
                    <a:pt x="1620" y="198"/>
                  </a:lnTo>
                  <a:lnTo>
                    <a:pt x="1626" y="204"/>
                  </a:lnTo>
                  <a:lnTo>
                    <a:pt x="1638" y="210"/>
                  </a:lnTo>
                  <a:lnTo>
                    <a:pt x="1650" y="222"/>
                  </a:lnTo>
                  <a:lnTo>
                    <a:pt x="1656" y="222"/>
                  </a:lnTo>
                  <a:lnTo>
                    <a:pt x="1662" y="234"/>
                  </a:lnTo>
                  <a:lnTo>
                    <a:pt x="1662" y="240"/>
                  </a:lnTo>
                  <a:lnTo>
                    <a:pt x="1668" y="252"/>
                  </a:lnTo>
                  <a:lnTo>
                    <a:pt x="1668" y="264"/>
                  </a:lnTo>
                  <a:lnTo>
                    <a:pt x="1662" y="264"/>
                  </a:lnTo>
                  <a:lnTo>
                    <a:pt x="1650" y="270"/>
                  </a:lnTo>
                  <a:lnTo>
                    <a:pt x="1644" y="282"/>
                  </a:lnTo>
                  <a:lnTo>
                    <a:pt x="1734" y="282"/>
                  </a:lnTo>
                  <a:lnTo>
                    <a:pt x="1704" y="318"/>
                  </a:lnTo>
                  <a:lnTo>
                    <a:pt x="1770" y="318"/>
                  </a:lnTo>
                  <a:lnTo>
                    <a:pt x="1764" y="336"/>
                  </a:lnTo>
                  <a:lnTo>
                    <a:pt x="1710" y="336"/>
                  </a:lnTo>
                  <a:lnTo>
                    <a:pt x="1698" y="348"/>
                  </a:lnTo>
                  <a:lnTo>
                    <a:pt x="1632" y="348"/>
                  </a:lnTo>
                  <a:lnTo>
                    <a:pt x="1614" y="354"/>
                  </a:lnTo>
                  <a:lnTo>
                    <a:pt x="1560" y="354"/>
                  </a:lnTo>
                  <a:lnTo>
                    <a:pt x="1554" y="348"/>
                  </a:lnTo>
                  <a:lnTo>
                    <a:pt x="1548" y="348"/>
                  </a:lnTo>
                  <a:lnTo>
                    <a:pt x="1554" y="342"/>
                  </a:lnTo>
                  <a:lnTo>
                    <a:pt x="1560" y="342"/>
                  </a:lnTo>
                  <a:lnTo>
                    <a:pt x="1572" y="330"/>
                  </a:lnTo>
                  <a:lnTo>
                    <a:pt x="1566" y="324"/>
                  </a:lnTo>
                  <a:lnTo>
                    <a:pt x="1458" y="324"/>
                  </a:lnTo>
                  <a:lnTo>
                    <a:pt x="1452" y="330"/>
                  </a:lnTo>
                  <a:lnTo>
                    <a:pt x="1452" y="348"/>
                  </a:lnTo>
                  <a:lnTo>
                    <a:pt x="1434" y="348"/>
                  </a:lnTo>
                  <a:lnTo>
                    <a:pt x="1422" y="354"/>
                  </a:lnTo>
                  <a:lnTo>
                    <a:pt x="1404" y="354"/>
                  </a:lnTo>
                  <a:lnTo>
                    <a:pt x="1386" y="360"/>
                  </a:lnTo>
                  <a:lnTo>
                    <a:pt x="1338" y="360"/>
                  </a:lnTo>
                  <a:lnTo>
                    <a:pt x="1308" y="366"/>
                  </a:lnTo>
                  <a:lnTo>
                    <a:pt x="1254" y="384"/>
                  </a:lnTo>
                  <a:lnTo>
                    <a:pt x="1254" y="390"/>
                  </a:lnTo>
                  <a:lnTo>
                    <a:pt x="1272" y="396"/>
                  </a:lnTo>
                  <a:lnTo>
                    <a:pt x="1284" y="402"/>
                  </a:lnTo>
                  <a:lnTo>
                    <a:pt x="1314" y="402"/>
                  </a:lnTo>
                  <a:lnTo>
                    <a:pt x="1272" y="420"/>
                  </a:lnTo>
                  <a:lnTo>
                    <a:pt x="1260" y="462"/>
                  </a:lnTo>
                  <a:lnTo>
                    <a:pt x="1272" y="462"/>
                  </a:lnTo>
                  <a:lnTo>
                    <a:pt x="1290" y="468"/>
                  </a:lnTo>
                  <a:lnTo>
                    <a:pt x="1338" y="468"/>
                  </a:lnTo>
                  <a:lnTo>
                    <a:pt x="1350" y="462"/>
                  </a:lnTo>
                  <a:lnTo>
                    <a:pt x="1362" y="462"/>
                  </a:lnTo>
                  <a:lnTo>
                    <a:pt x="1410" y="474"/>
                  </a:lnTo>
                  <a:lnTo>
                    <a:pt x="1422" y="456"/>
                  </a:lnTo>
                  <a:lnTo>
                    <a:pt x="1434" y="474"/>
                  </a:lnTo>
                  <a:lnTo>
                    <a:pt x="1446" y="468"/>
                  </a:lnTo>
                  <a:lnTo>
                    <a:pt x="1452" y="462"/>
                  </a:lnTo>
                  <a:lnTo>
                    <a:pt x="1476" y="450"/>
                  </a:lnTo>
                  <a:lnTo>
                    <a:pt x="1482" y="444"/>
                  </a:lnTo>
                  <a:lnTo>
                    <a:pt x="1494" y="444"/>
                  </a:lnTo>
                  <a:lnTo>
                    <a:pt x="1506" y="450"/>
                  </a:lnTo>
                  <a:lnTo>
                    <a:pt x="1524" y="450"/>
                  </a:lnTo>
                  <a:lnTo>
                    <a:pt x="1536" y="444"/>
                  </a:lnTo>
                  <a:lnTo>
                    <a:pt x="1542" y="438"/>
                  </a:lnTo>
                  <a:lnTo>
                    <a:pt x="1554" y="432"/>
                  </a:lnTo>
                  <a:lnTo>
                    <a:pt x="1560" y="432"/>
                  </a:lnTo>
                  <a:lnTo>
                    <a:pt x="1566" y="426"/>
                  </a:lnTo>
                  <a:lnTo>
                    <a:pt x="1566" y="450"/>
                  </a:lnTo>
                  <a:lnTo>
                    <a:pt x="1560" y="462"/>
                  </a:lnTo>
                  <a:lnTo>
                    <a:pt x="1554" y="468"/>
                  </a:lnTo>
                  <a:lnTo>
                    <a:pt x="1500" y="468"/>
                  </a:lnTo>
                  <a:lnTo>
                    <a:pt x="1506" y="498"/>
                  </a:lnTo>
                  <a:lnTo>
                    <a:pt x="1494" y="504"/>
                  </a:lnTo>
                  <a:lnTo>
                    <a:pt x="1488" y="516"/>
                  </a:lnTo>
                  <a:lnTo>
                    <a:pt x="1476" y="522"/>
                  </a:lnTo>
                  <a:lnTo>
                    <a:pt x="1464" y="534"/>
                  </a:lnTo>
                  <a:lnTo>
                    <a:pt x="1446" y="540"/>
                  </a:lnTo>
                  <a:lnTo>
                    <a:pt x="1380" y="540"/>
                  </a:lnTo>
                  <a:lnTo>
                    <a:pt x="1362" y="522"/>
                  </a:lnTo>
                  <a:lnTo>
                    <a:pt x="1344" y="534"/>
                  </a:lnTo>
                  <a:lnTo>
                    <a:pt x="1344" y="546"/>
                  </a:lnTo>
                  <a:lnTo>
                    <a:pt x="1338" y="546"/>
                  </a:lnTo>
                  <a:lnTo>
                    <a:pt x="1332" y="552"/>
                  </a:lnTo>
                  <a:lnTo>
                    <a:pt x="1320" y="558"/>
                  </a:lnTo>
                  <a:lnTo>
                    <a:pt x="1302" y="564"/>
                  </a:lnTo>
                  <a:lnTo>
                    <a:pt x="1290" y="570"/>
                  </a:lnTo>
                  <a:lnTo>
                    <a:pt x="1266" y="570"/>
                  </a:lnTo>
                  <a:lnTo>
                    <a:pt x="1242" y="558"/>
                  </a:lnTo>
                  <a:lnTo>
                    <a:pt x="1236" y="558"/>
                  </a:lnTo>
                  <a:lnTo>
                    <a:pt x="1140" y="606"/>
                  </a:lnTo>
                  <a:lnTo>
                    <a:pt x="1122" y="624"/>
                  </a:lnTo>
                  <a:lnTo>
                    <a:pt x="1116" y="606"/>
                  </a:lnTo>
                  <a:lnTo>
                    <a:pt x="1080" y="624"/>
                  </a:lnTo>
                  <a:lnTo>
                    <a:pt x="1068" y="624"/>
                  </a:lnTo>
                  <a:lnTo>
                    <a:pt x="1044" y="636"/>
                  </a:lnTo>
                  <a:lnTo>
                    <a:pt x="1020" y="660"/>
                  </a:lnTo>
                  <a:lnTo>
                    <a:pt x="990" y="648"/>
                  </a:lnTo>
                  <a:lnTo>
                    <a:pt x="990" y="672"/>
                  </a:lnTo>
                  <a:lnTo>
                    <a:pt x="984" y="666"/>
                  </a:lnTo>
                  <a:lnTo>
                    <a:pt x="972" y="666"/>
                  </a:lnTo>
                  <a:lnTo>
                    <a:pt x="966" y="672"/>
                  </a:lnTo>
                  <a:lnTo>
                    <a:pt x="966" y="690"/>
                  </a:lnTo>
                  <a:lnTo>
                    <a:pt x="954" y="708"/>
                  </a:lnTo>
                  <a:lnTo>
                    <a:pt x="1014" y="684"/>
                  </a:lnTo>
                  <a:lnTo>
                    <a:pt x="990" y="702"/>
                  </a:lnTo>
                  <a:lnTo>
                    <a:pt x="990" y="714"/>
                  </a:lnTo>
                  <a:lnTo>
                    <a:pt x="972" y="726"/>
                  </a:lnTo>
                  <a:lnTo>
                    <a:pt x="1026" y="726"/>
                  </a:lnTo>
                  <a:lnTo>
                    <a:pt x="1032" y="732"/>
                  </a:lnTo>
                  <a:lnTo>
                    <a:pt x="1032" y="738"/>
                  </a:lnTo>
                  <a:lnTo>
                    <a:pt x="1020" y="744"/>
                  </a:lnTo>
                  <a:lnTo>
                    <a:pt x="984" y="744"/>
                  </a:lnTo>
                  <a:lnTo>
                    <a:pt x="960" y="750"/>
                  </a:lnTo>
                  <a:lnTo>
                    <a:pt x="972" y="738"/>
                  </a:lnTo>
                  <a:lnTo>
                    <a:pt x="960" y="732"/>
                  </a:lnTo>
                  <a:lnTo>
                    <a:pt x="954" y="732"/>
                  </a:lnTo>
                  <a:lnTo>
                    <a:pt x="948" y="738"/>
                  </a:lnTo>
                  <a:lnTo>
                    <a:pt x="936" y="744"/>
                  </a:lnTo>
                  <a:lnTo>
                    <a:pt x="930" y="750"/>
                  </a:lnTo>
                  <a:lnTo>
                    <a:pt x="924" y="750"/>
                  </a:lnTo>
                  <a:lnTo>
                    <a:pt x="918" y="756"/>
                  </a:lnTo>
                  <a:lnTo>
                    <a:pt x="924" y="756"/>
                  </a:lnTo>
                  <a:lnTo>
                    <a:pt x="930" y="762"/>
                  </a:lnTo>
                  <a:lnTo>
                    <a:pt x="930" y="768"/>
                  </a:lnTo>
                  <a:lnTo>
                    <a:pt x="924" y="774"/>
                  </a:lnTo>
                  <a:lnTo>
                    <a:pt x="924" y="780"/>
                  </a:lnTo>
                  <a:lnTo>
                    <a:pt x="918" y="792"/>
                  </a:lnTo>
                  <a:lnTo>
                    <a:pt x="918" y="804"/>
                  </a:lnTo>
                  <a:lnTo>
                    <a:pt x="990" y="804"/>
                  </a:lnTo>
                  <a:lnTo>
                    <a:pt x="1038" y="774"/>
                  </a:lnTo>
                  <a:lnTo>
                    <a:pt x="1104" y="750"/>
                  </a:lnTo>
                  <a:lnTo>
                    <a:pt x="1098" y="750"/>
                  </a:lnTo>
                  <a:lnTo>
                    <a:pt x="1092" y="756"/>
                  </a:lnTo>
                  <a:lnTo>
                    <a:pt x="1080" y="762"/>
                  </a:lnTo>
                  <a:lnTo>
                    <a:pt x="1062" y="768"/>
                  </a:lnTo>
                  <a:lnTo>
                    <a:pt x="1050" y="780"/>
                  </a:lnTo>
                  <a:lnTo>
                    <a:pt x="1038" y="786"/>
                  </a:lnTo>
                  <a:lnTo>
                    <a:pt x="1026" y="798"/>
                  </a:lnTo>
                  <a:lnTo>
                    <a:pt x="1026" y="816"/>
                  </a:lnTo>
                  <a:lnTo>
                    <a:pt x="1020" y="828"/>
                  </a:lnTo>
                  <a:lnTo>
                    <a:pt x="990" y="828"/>
                  </a:lnTo>
                  <a:lnTo>
                    <a:pt x="978" y="834"/>
                  </a:lnTo>
                  <a:lnTo>
                    <a:pt x="972" y="852"/>
                  </a:lnTo>
                  <a:lnTo>
                    <a:pt x="966" y="864"/>
                  </a:lnTo>
                  <a:lnTo>
                    <a:pt x="954" y="870"/>
                  </a:lnTo>
                  <a:lnTo>
                    <a:pt x="942" y="882"/>
                  </a:lnTo>
                  <a:lnTo>
                    <a:pt x="930" y="888"/>
                  </a:lnTo>
                  <a:lnTo>
                    <a:pt x="924" y="894"/>
                  </a:lnTo>
                  <a:lnTo>
                    <a:pt x="978" y="888"/>
                  </a:lnTo>
                  <a:lnTo>
                    <a:pt x="972" y="906"/>
                  </a:lnTo>
                  <a:lnTo>
                    <a:pt x="978" y="894"/>
                  </a:lnTo>
                  <a:lnTo>
                    <a:pt x="990" y="888"/>
                  </a:lnTo>
                  <a:lnTo>
                    <a:pt x="1002" y="876"/>
                  </a:lnTo>
                  <a:lnTo>
                    <a:pt x="1026" y="864"/>
                  </a:lnTo>
                  <a:lnTo>
                    <a:pt x="1038" y="864"/>
                  </a:lnTo>
                  <a:lnTo>
                    <a:pt x="1050" y="870"/>
                  </a:lnTo>
                  <a:lnTo>
                    <a:pt x="1056" y="870"/>
                  </a:lnTo>
                  <a:lnTo>
                    <a:pt x="1056" y="876"/>
                  </a:lnTo>
                  <a:lnTo>
                    <a:pt x="1050" y="876"/>
                  </a:lnTo>
                  <a:lnTo>
                    <a:pt x="1074" y="870"/>
                  </a:lnTo>
                  <a:lnTo>
                    <a:pt x="1068" y="876"/>
                  </a:lnTo>
                  <a:lnTo>
                    <a:pt x="1068" y="906"/>
                  </a:lnTo>
                  <a:lnTo>
                    <a:pt x="1074" y="912"/>
                  </a:lnTo>
                  <a:lnTo>
                    <a:pt x="1092" y="912"/>
                  </a:lnTo>
                  <a:lnTo>
                    <a:pt x="1098" y="900"/>
                  </a:lnTo>
                  <a:lnTo>
                    <a:pt x="1110" y="894"/>
                  </a:lnTo>
                  <a:lnTo>
                    <a:pt x="1116" y="888"/>
                  </a:lnTo>
                  <a:lnTo>
                    <a:pt x="1122" y="876"/>
                  </a:lnTo>
                  <a:lnTo>
                    <a:pt x="1164" y="858"/>
                  </a:lnTo>
                  <a:lnTo>
                    <a:pt x="1176" y="870"/>
                  </a:lnTo>
                  <a:lnTo>
                    <a:pt x="1146" y="870"/>
                  </a:lnTo>
                  <a:lnTo>
                    <a:pt x="1140" y="876"/>
                  </a:lnTo>
                  <a:lnTo>
                    <a:pt x="1140" y="882"/>
                  </a:lnTo>
                  <a:lnTo>
                    <a:pt x="1134" y="888"/>
                  </a:lnTo>
                  <a:lnTo>
                    <a:pt x="1134" y="894"/>
                  </a:lnTo>
                  <a:lnTo>
                    <a:pt x="1152" y="894"/>
                  </a:lnTo>
                  <a:lnTo>
                    <a:pt x="1164" y="888"/>
                  </a:lnTo>
                  <a:lnTo>
                    <a:pt x="1182" y="888"/>
                  </a:lnTo>
                  <a:lnTo>
                    <a:pt x="1200" y="882"/>
                  </a:lnTo>
                  <a:lnTo>
                    <a:pt x="1218" y="882"/>
                  </a:lnTo>
                  <a:lnTo>
                    <a:pt x="1224" y="876"/>
                  </a:lnTo>
                  <a:lnTo>
                    <a:pt x="1230" y="876"/>
                  </a:lnTo>
                  <a:lnTo>
                    <a:pt x="1272" y="858"/>
                  </a:lnTo>
                  <a:lnTo>
                    <a:pt x="1224" y="882"/>
                  </a:lnTo>
                  <a:lnTo>
                    <a:pt x="1224" y="894"/>
                  </a:lnTo>
                  <a:lnTo>
                    <a:pt x="1212" y="894"/>
                  </a:lnTo>
                  <a:lnTo>
                    <a:pt x="1200" y="900"/>
                  </a:lnTo>
                  <a:lnTo>
                    <a:pt x="1188" y="900"/>
                  </a:lnTo>
                  <a:lnTo>
                    <a:pt x="1176" y="906"/>
                  </a:lnTo>
                  <a:lnTo>
                    <a:pt x="1170" y="912"/>
                  </a:lnTo>
                  <a:lnTo>
                    <a:pt x="1158" y="918"/>
                  </a:lnTo>
                  <a:lnTo>
                    <a:pt x="1152" y="930"/>
                  </a:lnTo>
                  <a:lnTo>
                    <a:pt x="1122" y="930"/>
                  </a:lnTo>
                  <a:lnTo>
                    <a:pt x="1086" y="960"/>
                  </a:lnTo>
                  <a:lnTo>
                    <a:pt x="1086" y="978"/>
                  </a:lnTo>
                  <a:lnTo>
                    <a:pt x="1038" y="978"/>
                  </a:lnTo>
                  <a:lnTo>
                    <a:pt x="1032" y="984"/>
                  </a:lnTo>
                  <a:lnTo>
                    <a:pt x="1020" y="984"/>
                  </a:lnTo>
                  <a:lnTo>
                    <a:pt x="1002" y="990"/>
                  </a:lnTo>
                  <a:lnTo>
                    <a:pt x="990" y="996"/>
                  </a:lnTo>
                  <a:lnTo>
                    <a:pt x="978" y="996"/>
                  </a:lnTo>
                  <a:lnTo>
                    <a:pt x="966" y="1008"/>
                  </a:lnTo>
                  <a:lnTo>
                    <a:pt x="966" y="1020"/>
                  </a:lnTo>
                  <a:lnTo>
                    <a:pt x="960" y="1026"/>
                  </a:lnTo>
                  <a:lnTo>
                    <a:pt x="960" y="1038"/>
                  </a:lnTo>
                  <a:lnTo>
                    <a:pt x="876" y="1038"/>
                  </a:lnTo>
                  <a:lnTo>
                    <a:pt x="858" y="1044"/>
                  </a:lnTo>
                  <a:lnTo>
                    <a:pt x="828" y="1062"/>
                  </a:lnTo>
                  <a:lnTo>
                    <a:pt x="804" y="1080"/>
                  </a:lnTo>
                  <a:lnTo>
                    <a:pt x="780" y="1092"/>
                  </a:lnTo>
                  <a:lnTo>
                    <a:pt x="774" y="1098"/>
                  </a:lnTo>
                  <a:lnTo>
                    <a:pt x="750" y="1104"/>
                  </a:lnTo>
                  <a:lnTo>
                    <a:pt x="738" y="1122"/>
                  </a:lnTo>
                  <a:lnTo>
                    <a:pt x="732" y="1104"/>
                  </a:lnTo>
                  <a:lnTo>
                    <a:pt x="672" y="1104"/>
                  </a:lnTo>
                  <a:lnTo>
                    <a:pt x="648" y="1116"/>
                  </a:lnTo>
                  <a:lnTo>
                    <a:pt x="630" y="1122"/>
                  </a:lnTo>
                  <a:lnTo>
                    <a:pt x="624" y="1128"/>
                  </a:lnTo>
                  <a:lnTo>
                    <a:pt x="606" y="1128"/>
                  </a:lnTo>
                  <a:lnTo>
                    <a:pt x="606" y="1140"/>
                  </a:lnTo>
                  <a:lnTo>
                    <a:pt x="576" y="1146"/>
                  </a:lnTo>
                  <a:lnTo>
                    <a:pt x="564" y="1152"/>
                  </a:lnTo>
                  <a:lnTo>
                    <a:pt x="540" y="1152"/>
                  </a:lnTo>
                  <a:lnTo>
                    <a:pt x="516" y="1170"/>
                  </a:lnTo>
                  <a:lnTo>
                    <a:pt x="522" y="1182"/>
                  </a:lnTo>
                  <a:lnTo>
                    <a:pt x="540" y="1164"/>
                  </a:lnTo>
                  <a:lnTo>
                    <a:pt x="558" y="1176"/>
                  </a:lnTo>
                  <a:lnTo>
                    <a:pt x="582" y="1158"/>
                  </a:lnTo>
                  <a:lnTo>
                    <a:pt x="582" y="1170"/>
                  </a:lnTo>
                  <a:lnTo>
                    <a:pt x="594" y="1170"/>
                  </a:lnTo>
                  <a:lnTo>
                    <a:pt x="606" y="1164"/>
                  </a:lnTo>
                  <a:lnTo>
                    <a:pt x="618" y="1164"/>
                  </a:lnTo>
                  <a:lnTo>
                    <a:pt x="642" y="1140"/>
                  </a:lnTo>
                  <a:lnTo>
                    <a:pt x="654" y="1134"/>
                  </a:lnTo>
                  <a:lnTo>
                    <a:pt x="666" y="1122"/>
                  </a:lnTo>
                  <a:lnTo>
                    <a:pt x="684" y="1122"/>
                  </a:lnTo>
                  <a:lnTo>
                    <a:pt x="684" y="1134"/>
                  </a:lnTo>
                  <a:lnTo>
                    <a:pt x="690" y="1140"/>
                  </a:lnTo>
                  <a:lnTo>
                    <a:pt x="708" y="1140"/>
                  </a:lnTo>
                  <a:lnTo>
                    <a:pt x="732" y="1128"/>
                  </a:lnTo>
                  <a:lnTo>
                    <a:pt x="744" y="1128"/>
                  </a:lnTo>
                  <a:lnTo>
                    <a:pt x="756" y="1122"/>
                  </a:lnTo>
                  <a:lnTo>
                    <a:pt x="762" y="1116"/>
                  </a:lnTo>
                  <a:lnTo>
                    <a:pt x="768" y="1116"/>
                  </a:lnTo>
                  <a:lnTo>
                    <a:pt x="804" y="1128"/>
                  </a:lnTo>
                  <a:lnTo>
                    <a:pt x="822" y="1110"/>
                  </a:lnTo>
                  <a:lnTo>
                    <a:pt x="834" y="1110"/>
                  </a:lnTo>
                  <a:lnTo>
                    <a:pt x="852" y="1104"/>
                  </a:lnTo>
                  <a:lnTo>
                    <a:pt x="870" y="1104"/>
                  </a:lnTo>
                  <a:lnTo>
                    <a:pt x="894" y="1092"/>
                  </a:lnTo>
                  <a:lnTo>
                    <a:pt x="918" y="1068"/>
                  </a:lnTo>
                  <a:lnTo>
                    <a:pt x="942" y="1056"/>
                  </a:lnTo>
                  <a:lnTo>
                    <a:pt x="972" y="1056"/>
                  </a:lnTo>
                  <a:lnTo>
                    <a:pt x="978" y="1044"/>
                  </a:lnTo>
                  <a:lnTo>
                    <a:pt x="1014" y="1044"/>
                  </a:lnTo>
                  <a:lnTo>
                    <a:pt x="1026" y="1038"/>
                  </a:lnTo>
                  <a:lnTo>
                    <a:pt x="1032" y="1038"/>
                  </a:lnTo>
                  <a:lnTo>
                    <a:pt x="1038" y="1032"/>
                  </a:lnTo>
                  <a:lnTo>
                    <a:pt x="1050" y="1032"/>
                  </a:lnTo>
                  <a:lnTo>
                    <a:pt x="1086" y="1020"/>
                  </a:lnTo>
                  <a:lnTo>
                    <a:pt x="1110" y="1008"/>
                  </a:lnTo>
                  <a:lnTo>
                    <a:pt x="1122" y="996"/>
                  </a:lnTo>
                  <a:lnTo>
                    <a:pt x="1134" y="990"/>
                  </a:lnTo>
                  <a:lnTo>
                    <a:pt x="1140" y="984"/>
                  </a:lnTo>
                  <a:lnTo>
                    <a:pt x="1206" y="972"/>
                  </a:lnTo>
                  <a:lnTo>
                    <a:pt x="1260" y="942"/>
                  </a:lnTo>
                  <a:lnTo>
                    <a:pt x="1296" y="942"/>
                  </a:lnTo>
                  <a:lnTo>
                    <a:pt x="1314" y="936"/>
                  </a:lnTo>
                  <a:lnTo>
                    <a:pt x="1326" y="936"/>
                  </a:lnTo>
                  <a:lnTo>
                    <a:pt x="1338" y="930"/>
                  </a:lnTo>
                  <a:lnTo>
                    <a:pt x="1368" y="900"/>
                  </a:lnTo>
                  <a:lnTo>
                    <a:pt x="1380" y="900"/>
                  </a:lnTo>
                  <a:lnTo>
                    <a:pt x="1404" y="888"/>
                  </a:lnTo>
                  <a:lnTo>
                    <a:pt x="1416" y="888"/>
                  </a:lnTo>
                  <a:lnTo>
                    <a:pt x="1428" y="882"/>
                  </a:lnTo>
                  <a:lnTo>
                    <a:pt x="1434" y="876"/>
                  </a:lnTo>
                  <a:lnTo>
                    <a:pt x="1434" y="864"/>
                  </a:lnTo>
                  <a:lnTo>
                    <a:pt x="1422" y="864"/>
                  </a:lnTo>
                  <a:lnTo>
                    <a:pt x="1428" y="858"/>
                  </a:lnTo>
                  <a:lnTo>
                    <a:pt x="1452" y="846"/>
                  </a:lnTo>
                  <a:lnTo>
                    <a:pt x="1458" y="840"/>
                  </a:lnTo>
                  <a:lnTo>
                    <a:pt x="1470" y="834"/>
                  </a:lnTo>
                  <a:lnTo>
                    <a:pt x="1476" y="828"/>
                  </a:lnTo>
                  <a:lnTo>
                    <a:pt x="1488" y="828"/>
                  </a:lnTo>
                  <a:lnTo>
                    <a:pt x="1500" y="822"/>
                  </a:lnTo>
                  <a:lnTo>
                    <a:pt x="1512" y="822"/>
                  </a:lnTo>
                  <a:lnTo>
                    <a:pt x="1518" y="816"/>
                  </a:lnTo>
                  <a:lnTo>
                    <a:pt x="1524" y="816"/>
                  </a:lnTo>
                  <a:lnTo>
                    <a:pt x="1596" y="786"/>
                  </a:lnTo>
                  <a:lnTo>
                    <a:pt x="1590" y="768"/>
                  </a:lnTo>
                  <a:lnTo>
                    <a:pt x="1602" y="768"/>
                  </a:lnTo>
                  <a:lnTo>
                    <a:pt x="1608" y="774"/>
                  </a:lnTo>
                  <a:lnTo>
                    <a:pt x="1626" y="774"/>
                  </a:lnTo>
                  <a:lnTo>
                    <a:pt x="1638" y="762"/>
                  </a:lnTo>
                  <a:lnTo>
                    <a:pt x="1650" y="762"/>
                  </a:lnTo>
                  <a:lnTo>
                    <a:pt x="1674" y="750"/>
                  </a:lnTo>
                  <a:lnTo>
                    <a:pt x="1680" y="744"/>
                  </a:lnTo>
                  <a:lnTo>
                    <a:pt x="1704" y="732"/>
                  </a:lnTo>
                  <a:lnTo>
                    <a:pt x="1740" y="720"/>
                  </a:lnTo>
                  <a:lnTo>
                    <a:pt x="1770" y="708"/>
                  </a:lnTo>
                  <a:lnTo>
                    <a:pt x="1794" y="702"/>
                  </a:lnTo>
                  <a:lnTo>
                    <a:pt x="1812" y="702"/>
                  </a:lnTo>
                  <a:lnTo>
                    <a:pt x="1818" y="708"/>
                  </a:lnTo>
                  <a:lnTo>
                    <a:pt x="1842" y="720"/>
                  </a:lnTo>
                  <a:lnTo>
                    <a:pt x="1848" y="726"/>
                  </a:lnTo>
                  <a:lnTo>
                    <a:pt x="1812" y="726"/>
                  </a:lnTo>
                  <a:lnTo>
                    <a:pt x="1794" y="714"/>
                  </a:lnTo>
                  <a:lnTo>
                    <a:pt x="1758" y="738"/>
                  </a:lnTo>
                  <a:lnTo>
                    <a:pt x="1728" y="738"/>
                  </a:lnTo>
                  <a:lnTo>
                    <a:pt x="1722" y="744"/>
                  </a:lnTo>
                  <a:lnTo>
                    <a:pt x="1710" y="750"/>
                  </a:lnTo>
                  <a:lnTo>
                    <a:pt x="1704" y="762"/>
                  </a:lnTo>
                  <a:lnTo>
                    <a:pt x="1692" y="768"/>
                  </a:lnTo>
                  <a:lnTo>
                    <a:pt x="1686" y="774"/>
                  </a:lnTo>
                  <a:lnTo>
                    <a:pt x="1680" y="774"/>
                  </a:lnTo>
                  <a:lnTo>
                    <a:pt x="1668" y="780"/>
                  </a:lnTo>
                  <a:lnTo>
                    <a:pt x="1656" y="780"/>
                  </a:lnTo>
                  <a:lnTo>
                    <a:pt x="1638" y="786"/>
                  </a:lnTo>
                  <a:lnTo>
                    <a:pt x="1614" y="798"/>
                  </a:lnTo>
                  <a:lnTo>
                    <a:pt x="1614" y="804"/>
                  </a:lnTo>
                  <a:lnTo>
                    <a:pt x="1620" y="810"/>
                  </a:lnTo>
                  <a:lnTo>
                    <a:pt x="1632" y="816"/>
                  </a:lnTo>
                  <a:lnTo>
                    <a:pt x="1650" y="816"/>
                  </a:lnTo>
                  <a:lnTo>
                    <a:pt x="1644" y="816"/>
                  </a:lnTo>
                  <a:lnTo>
                    <a:pt x="1638" y="822"/>
                  </a:lnTo>
                  <a:lnTo>
                    <a:pt x="1632" y="822"/>
                  </a:lnTo>
                  <a:lnTo>
                    <a:pt x="1620" y="828"/>
                  </a:lnTo>
                  <a:lnTo>
                    <a:pt x="1572" y="828"/>
                  </a:lnTo>
                  <a:lnTo>
                    <a:pt x="1566" y="834"/>
                  </a:lnTo>
                  <a:lnTo>
                    <a:pt x="1560" y="834"/>
                  </a:lnTo>
                  <a:lnTo>
                    <a:pt x="1560" y="846"/>
                  </a:lnTo>
                  <a:lnTo>
                    <a:pt x="1572" y="858"/>
                  </a:lnTo>
                  <a:lnTo>
                    <a:pt x="1584" y="858"/>
                  </a:lnTo>
                  <a:lnTo>
                    <a:pt x="1596" y="852"/>
                  </a:lnTo>
                  <a:lnTo>
                    <a:pt x="1638" y="834"/>
                  </a:lnTo>
                  <a:lnTo>
                    <a:pt x="1680" y="810"/>
                  </a:lnTo>
                  <a:lnTo>
                    <a:pt x="1722" y="798"/>
                  </a:lnTo>
                  <a:lnTo>
                    <a:pt x="1788" y="798"/>
                  </a:lnTo>
                  <a:lnTo>
                    <a:pt x="1818" y="792"/>
                  </a:lnTo>
                  <a:lnTo>
                    <a:pt x="1824" y="786"/>
                  </a:lnTo>
                  <a:lnTo>
                    <a:pt x="1848" y="774"/>
                  </a:lnTo>
                  <a:lnTo>
                    <a:pt x="1854" y="762"/>
                  </a:lnTo>
                  <a:lnTo>
                    <a:pt x="1866" y="756"/>
                  </a:lnTo>
                  <a:lnTo>
                    <a:pt x="1872" y="750"/>
                  </a:lnTo>
                  <a:lnTo>
                    <a:pt x="1866" y="738"/>
                  </a:lnTo>
                  <a:lnTo>
                    <a:pt x="1878" y="732"/>
                  </a:lnTo>
                  <a:lnTo>
                    <a:pt x="1908" y="720"/>
                  </a:lnTo>
                  <a:lnTo>
                    <a:pt x="1944" y="714"/>
                  </a:lnTo>
                  <a:lnTo>
                    <a:pt x="1962" y="708"/>
                  </a:lnTo>
                  <a:lnTo>
                    <a:pt x="1968" y="708"/>
                  </a:lnTo>
                  <a:lnTo>
                    <a:pt x="1980" y="720"/>
                  </a:lnTo>
                  <a:lnTo>
                    <a:pt x="1980" y="726"/>
                  </a:lnTo>
                  <a:lnTo>
                    <a:pt x="2046" y="702"/>
                  </a:lnTo>
                  <a:lnTo>
                    <a:pt x="2004" y="738"/>
                  </a:lnTo>
                  <a:lnTo>
                    <a:pt x="2022" y="744"/>
                  </a:lnTo>
                  <a:lnTo>
                    <a:pt x="2022" y="762"/>
                  </a:lnTo>
                  <a:lnTo>
                    <a:pt x="2028" y="762"/>
                  </a:lnTo>
                  <a:lnTo>
                    <a:pt x="2034" y="756"/>
                  </a:lnTo>
                  <a:lnTo>
                    <a:pt x="2094" y="726"/>
                  </a:lnTo>
                  <a:lnTo>
                    <a:pt x="2082" y="732"/>
                  </a:lnTo>
                  <a:lnTo>
                    <a:pt x="2076" y="744"/>
                  </a:lnTo>
                  <a:lnTo>
                    <a:pt x="2064" y="750"/>
                  </a:lnTo>
                  <a:lnTo>
                    <a:pt x="2058" y="762"/>
                  </a:lnTo>
                  <a:lnTo>
                    <a:pt x="2046" y="774"/>
                  </a:lnTo>
                  <a:lnTo>
                    <a:pt x="2052" y="780"/>
                  </a:lnTo>
                  <a:lnTo>
                    <a:pt x="2064" y="780"/>
                  </a:lnTo>
                  <a:lnTo>
                    <a:pt x="2076" y="786"/>
                  </a:lnTo>
                  <a:lnTo>
                    <a:pt x="2106" y="786"/>
                  </a:lnTo>
                  <a:lnTo>
                    <a:pt x="2208" y="798"/>
                  </a:lnTo>
                  <a:lnTo>
                    <a:pt x="2238" y="780"/>
                  </a:lnTo>
                  <a:lnTo>
                    <a:pt x="2232" y="786"/>
                  </a:lnTo>
                  <a:lnTo>
                    <a:pt x="2232" y="810"/>
                  </a:lnTo>
                  <a:lnTo>
                    <a:pt x="2298" y="810"/>
                  </a:lnTo>
                  <a:lnTo>
                    <a:pt x="2334" y="804"/>
                  </a:lnTo>
                  <a:lnTo>
                    <a:pt x="2328" y="804"/>
                  </a:lnTo>
                  <a:lnTo>
                    <a:pt x="2322" y="810"/>
                  </a:lnTo>
                  <a:lnTo>
                    <a:pt x="2310" y="810"/>
                  </a:lnTo>
                  <a:lnTo>
                    <a:pt x="2286" y="822"/>
                  </a:lnTo>
                  <a:lnTo>
                    <a:pt x="2280" y="828"/>
                  </a:lnTo>
                  <a:lnTo>
                    <a:pt x="2280" y="834"/>
                  </a:lnTo>
                  <a:lnTo>
                    <a:pt x="2292" y="846"/>
                  </a:lnTo>
                  <a:lnTo>
                    <a:pt x="2304" y="852"/>
                  </a:lnTo>
                  <a:lnTo>
                    <a:pt x="2310" y="858"/>
                  </a:lnTo>
                  <a:lnTo>
                    <a:pt x="2310" y="882"/>
                  </a:lnTo>
                  <a:lnTo>
                    <a:pt x="2316" y="888"/>
                  </a:lnTo>
                  <a:lnTo>
                    <a:pt x="2316" y="900"/>
                  </a:lnTo>
                  <a:lnTo>
                    <a:pt x="2322" y="912"/>
                  </a:lnTo>
                  <a:lnTo>
                    <a:pt x="2358" y="912"/>
                  </a:lnTo>
                  <a:lnTo>
                    <a:pt x="2370" y="906"/>
                  </a:lnTo>
                  <a:lnTo>
                    <a:pt x="2388" y="906"/>
                  </a:lnTo>
                  <a:lnTo>
                    <a:pt x="2382" y="876"/>
                  </a:lnTo>
                  <a:lnTo>
                    <a:pt x="2400" y="870"/>
                  </a:lnTo>
                  <a:lnTo>
                    <a:pt x="2412" y="888"/>
                  </a:lnTo>
                  <a:lnTo>
                    <a:pt x="2442" y="876"/>
                  </a:lnTo>
                  <a:lnTo>
                    <a:pt x="2430" y="888"/>
                  </a:lnTo>
                  <a:lnTo>
                    <a:pt x="2430" y="900"/>
                  </a:lnTo>
                  <a:lnTo>
                    <a:pt x="2424" y="906"/>
                  </a:lnTo>
                  <a:lnTo>
                    <a:pt x="2424" y="912"/>
                  </a:lnTo>
                  <a:lnTo>
                    <a:pt x="2430" y="918"/>
                  </a:lnTo>
                  <a:lnTo>
                    <a:pt x="2436" y="918"/>
                  </a:lnTo>
                  <a:lnTo>
                    <a:pt x="2448" y="912"/>
                  </a:lnTo>
                  <a:lnTo>
                    <a:pt x="2454" y="906"/>
                  </a:lnTo>
                  <a:lnTo>
                    <a:pt x="2460" y="894"/>
                  </a:lnTo>
                  <a:lnTo>
                    <a:pt x="2466" y="888"/>
                  </a:lnTo>
                  <a:lnTo>
                    <a:pt x="2472" y="876"/>
                  </a:lnTo>
                  <a:lnTo>
                    <a:pt x="2502" y="834"/>
                  </a:lnTo>
                  <a:lnTo>
                    <a:pt x="2478" y="900"/>
                  </a:lnTo>
                  <a:lnTo>
                    <a:pt x="2484" y="924"/>
                  </a:lnTo>
                  <a:lnTo>
                    <a:pt x="2520" y="912"/>
                  </a:lnTo>
                  <a:lnTo>
                    <a:pt x="2496" y="936"/>
                  </a:lnTo>
                  <a:lnTo>
                    <a:pt x="2520" y="954"/>
                  </a:lnTo>
                  <a:lnTo>
                    <a:pt x="2502" y="954"/>
                  </a:lnTo>
                  <a:lnTo>
                    <a:pt x="2502" y="972"/>
                  </a:lnTo>
                  <a:lnTo>
                    <a:pt x="2472" y="990"/>
                  </a:lnTo>
                  <a:lnTo>
                    <a:pt x="2454" y="1002"/>
                  </a:lnTo>
                  <a:lnTo>
                    <a:pt x="2484" y="1020"/>
                  </a:lnTo>
                  <a:lnTo>
                    <a:pt x="2478" y="1050"/>
                  </a:lnTo>
                  <a:lnTo>
                    <a:pt x="2460" y="1068"/>
                  </a:lnTo>
                  <a:lnTo>
                    <a:pt x="2478" y="1080"/>
                  </a:lnTo>
                  <a:lnTo>
                    <a:pt x="2460" y="1098"/>
                  </a:lnTo>
                  <a:lnTo>
                    <a:pt x="2490" y="1098"/>
                  </a:lnTo>
                  <a:lnTo>
                    <a:pt x="2526" y="1086"/>
                  </a:lnTo>
                  <a:lnTo>
                    <a:pt x="2496" y="1122"/>
                  </a:lnTo>
                  <a:lnTo>
                    <a:pt x="2478" y="1140"/>
                  </a:lnTo>
                  <a:lnTo>
                    <a:pt x="2502" y="1146"/>
                  </a:lnTo>
                  <a:lnTo>
                    <a:pt x="2454" y="1164"/>
                  </a:lnTo>
                  <a:lnTo>
                    <a:pt x="2436" y="1176"/>
                  </a:lnTo>
                  <a:lnTo>
                    <a:pt x="2454" y="1188"/>
                  </a:lnTo>
                  <a:lnTo>
                    <a:pt x="2454" y="1200"/>
                  </a:lnTo>
                  <a:lnTo>
                    <a:pt x="2472" y="1188"/>
                  </a:lnTo>
                  <a:lnTo>
                    <a:pt x="2490" y="1182"/>
                  </a:lnTo>
                  <a:lnTo>
                    <a:pt x="2502" y="1170"/>
                  </a:lnTo>
                  <a:lnTo>
                    <a:pt x="2514" y="1164"/>
                  </a:lnTo>
                  <a:lnTo>
                    <a:pt x="2532" y="1146"/>
                  </a:lnTo>
                  <a:lnTo>
                    <a:pt x="2538" y="1134"/>
                  </a:lnTo>
                  <a:lnTo>
                    <a:pt x="2538" y="1122"/>
                  </a:lnTo>
                  <a:lnTo>
                    <a:pt x="2550" y="1116"/>
                  </a:lnTo>
                  <a:lnTo>
                    <a:pt x="2562" y="1104"/>
                  </a:lnTo>
                  <a:lnTo>
                    <a:pt x="2574" y="1098"/>
                  </a:lnTo>
                  <a:lnTo>
                    <a:pt x="2574" y="1086"/>
                  </a:lnTo>
                  <a:lnTo>
                    <a:pt x="2568" y="1080"/>
                  </a:lnTo>
                  <a:lnTo>
                    <a:pt x="2562" y="1080"/>
                  </a:lnTo>
                  <a:close/>
                  <a:moveTo>
                    <a:pt x="2394" y="1056"/>
                  </a:moveTo>
                  <a:lnTo>
                    <a:pt x="2400" y="1062"/>
                  </a:lnTo>
                  <a:lnTo>
                    <a:pt x="2418" y="1062"/>
                  </a:lnTo>
                  <a:lnTo>
                    <a:pt x="2436" y="1044"/>
                  </a:lnTo>
                  <a:lnTo>
                    <a:pt x="2460" y="1038"/>
                  </a:lnTo>
                  <a:lnTo>
                    <a:pt x="2454" y="1020"/>
                  </a:lnTo>
                  <a:lnTo>
                    <a:pt x="2430" y="1020"/>
                  </a:lnTo>
                  <a:lnTo>
                    <a:pt x="2418" y="1026"/>
                  </a:lnTo>
                  <a:lnTo>
                    <a:pt x="2412" y="1032"/>
                  </a:lnTo>
                  <a:lnTo>
                    <a:pt x="2406" y="1044"/>
                  </a:lnTo>
                  <a:lnTo>
                    <a:pt x="2394" y="1050"/>
                  </a:lnTo>
                  <a:lnTo>
                    <a:pt x="2394" y="1056"/>
                  </a:lnTo>
                  <a:close/>
                  <a:moveTo>
                    <a:pt x="2376" y="984"/>
                  </a:moveTo>
                  <a:lnTo>
                    <a:pt x="2358" y="984"/>
                  </a:lnTo>
                  <a:lnTo>
                    <a:pt x="2346" y="990"/>
                  </a:lnTo>
                  <a:lnTo>
                    <a:pt x="2334" y="1002"/>
                  </a:lnTo>
                  <a:lnTo>
                    <a:pt x="2334" y="1014"/>
                  </a:lnTo>
                  <a:lnTo>
                    <a:pt x="2322" y="1026"/>
                  </a:lnTo>
                  <a:lnTo>
                    <a:pt x="2322" y="1044"/>
                  </a:lnTo>
                  <a:lnTo>
                    <a:pt x="2310" y="1056"/>
                  </a:lnTo>
                  <a:lnTo>
                    <a:pt x="2310" y="1074"/>
                  </a:lnTo>
                  <a:lnTo>
                    <a:pt x="2316" y="1080"/>
                  </a:lnTo>
                  <a:lnTo>
                    <a:pt x="2322" y="1074"/>
                  </a:lnTo>
                  <a:lnTo>
                    <a:pt x="2328" y="1062"/>
                  </a:lnTo>
                  <a:lnTo>
                    <a:pt x="2340" y="1050"/>
                  </a:lnTo>
                  <a:lnTo>
                    <a:pt x="2352" y="1044"/>
                  </a:lnTo>
                  <a:lnTo>
                    <a:pt x="2376" y="1020"/>
                  </a:lnTo>
                  <a:lnTo>
                    <a:pt x="2382" y="1008"/>
                  </a:lnTo>
                  <a:lnTo>
                    <a:pt x="2382" y="990"/>
                  </a:lnTo>
                  <a:lnTo>
                    <a:pt x="2376" y="984"/>
                  </a:lnTo>
                  <a:close/>
                  <a:moveTo>
                    <a:pt x="786" y="810"/>
                  </a:moveTo>
                  <a:lnTo>
                    <a:pt x="798" y="810"/>
                  </a:lnTo>
                  <a:lnTo>
                    <a:pt x="834" y="798"/>
                  </a:lnTo>
                  <a:lnTo>
                    <a:pt x="858" y="786"/>
                  </a:lnTo>
                  <a:lnTo>
                    <a:pt x="864" y="780"/>
                  </a:lnTo>
                  <a:lnTo>
                    <a:pt x="870" y="780"/>
                  </a:lnTo>
                  <a:lnTo>
                    <a:pt x="864" y="774"/>
                  </a:lnTo>
                  <a:lnTo>
                    <a:pt x="828" y="762"/>
                  </a:lnTo>
                  <a:lnTo>
                    <a:pt x="810" y="762"/>
                  </a:lnTo>
                  <a:lnTo>
                    <a:pt x="798" y="768"/>
                  </a:lnTo>
                  <a:lnTo>
                    <a:pt x="792" y="774"/>
                  </a:lnTo>
                  <a:lnTo>
                    <a:pt x="786" y="768"/>
                  </a:lnTo>
                  <a:lnTo>
                    <a:pt x="774" y="768"/>
                  </a:lnTo>
                  <a:lnTo>
                    <a:pt x="768" y="774"/>
                  </a:lnTo>
                  <a:lnTo>
                    <a:pt x="768" y="804"/>
                  </a:lnTo>
                  <a:lnTo>
                    <a:pt x="774" y="810"/>
                  </a:lnTo>
                  <a:lnTo>
                    <a:pt x="786" y="810"/>
                  </a:lnTo>
                  <a:close/>
                  <a:moveTo>
                    <a:pt x="0" y="1332"/>
                  </a:moveTo>
                  <a:lnTo>
                    <a:pt x="60" y="1320"/>
                  </a:lnTo>
                  <a:lnTo>
                    <a:pt x="72" y="1302"/>
                  </a:lnTo>
                  <a:lnTo>
                    <a:pt x="132" y="1296"/>
                  </a:lnTo>
                  <a:lnTo>
                    <a:pt x="114" y="1272"/>
                  </a:lnTo>
                  <a:lnTo>
                    <a:pt x="0" y="1332"/>
                  </a:lnTo>
                  <a:close/>
                  <a:moveTo>
                    <a:pt x="1362" y="954"/>
                  </a:moveTo>
                  <a:lnTo>
                    <a:pt x="1350" y="954"/>
                  </a:lnTo>
                  <a:lnTo>
                    <a:pt x="1338" y="960"/>
                  </a:lnTo>
                  <a:lnTo>
                    <a:pt x="1332" y="954"/>
                  </a:lnTo>
                  <a:lnTo>
                    <a:pt x="1314" y="954"/>
                  </a:lnTo>
                  <a:lnTo>
                    <a:pt x="1314" y="978"/>
                  </a:lnTo>
                  <a:lnTo>
                    <a:pt x="1290" y="996"/>
                  </a:lnTo>
                  <a:lnTo>
                    <a:pt x="1290" y="972"/>
                  </a:lnTo>
                  <a:lnTo>
                    <a:pt x="1278" y="966"/>
                  </a:lnTo>
                  <a:lnTo>
                    <a:pt x="1272" y="966"/>
                  </a:lnTo>
                  <a:lnTo>
                    <a:pt x="1248" y="978"/>
                  </a:lnTo>
                  <a:lnTo>
                    <a:pt x="1242" y="978"/>
                  </a:lnTo>
                  <a:lnTo>
                    <a:pt x="1230" y="990"/>
                  </a:lnTo>
                  <a:lnTo>
                    <a:pt x="1224" y="1002"/>
                  </a:lnTo>
                  <a:lnTo>
                    <a:pt x="1218" y="1008"/>
                  </a:lnTo>
                  <a:lnTo>
                    <a:pt x="1218" y="1014"/>
                  </a:lnTo>
                  <a:lnTo>
                    <a:pt x="1224" y="1014"/>
                  </a:lnTo>
                  <a:lnTo>
                    <a:pt x="1230" y="1020"/>
                  </a:lnTo>
                  <a:lnTo>
                    <a:pt x="1278" y="1020"/>
                  </a:lnTo>
                  <a:lnTo>
                    <a:pt x="1296" y="1014"/>
                  </a:lnTo>
                  <a:lnTo>
                    <a:pt x="1308" y="1014"/>
                  </a:lnTo>
                  <a:lnTo>
                    <a:pt x="1320" y="1008"/>
                  </a:lnTo>
                  <a:lnTo>
                    <a:pt x="1320" y="996"/>
                  </a:lnTo>
                  <a:lnTo>
                    <a:pt x="1350" y="990"/>
                  </a:lnTo>
                  <a:lnTo>
                    <a:pt x="1350" y="984"/>
                  </a:lnTo>
                  <a:lnTo>
                    <a:pt x="1386" y="978"/>
                  </a:lnTo>
                  <a:lnTo>
                    <a:pt x="1398" y="954"/>
                  </a:lnTo>
                  <a:lnTo>
                    <a:pt x="1380" y="960"/>
                  </a:lnTo>
                  <a:lnTo>
                    <a:pt x="1374" y="954"/>
                  </a:lnTo>
                  <a:lnTo>
                    <a:pt x="1362" y="954"/>
                  </a:lnTo>
                  <a:close/>
                  <a:moveTo>
                    <a:pt x="162" y="1290"/>
                  </a:moveTo>
                  <a:lnTo>
                    <a:pt x="204" y="1290"/>
                  </a:lnTo>
                  <a:lnTo>
                    <a:pt x="240" y="1260"/>
                  </a:lnTo>
                  <a:lnTo>
                    <a:pt x="228" y="1242"/>
                  </a:lnTo>
                  <a:lnTo>
                    <a:pt x="162" y="1290"/>
                  </a:lnTo>
                  <a:close/>
                  <a:moveTo>
                    <a:pt x="2466" y="1140"/>
                  </a:moveTo>
                  <a:lnTo>
                    <a:pt x="2472" y="1128"/>
                  </a:lnTo>
                  <a:lnTo>
                    <a:pt x="2454" y="1110"/>
                  </a:lnTo>
                  <a:lnTo>
                    <a:pt x="2448" y="1110"/>
                  </a:lnTo>
                  <a:lnTo>
                    <a:pt x="2436" y="1122"/>
                  </a:lnTo>
                  <a:lnTo>
                    <a:pt x="2430" y="1134"/>
                  </a:lnTo>
                  <a:lnTo>
                    <a:pt x="2424" y="1152"/>
                  </a:lnTo>
                  <a:lnTo>
                    <a:pt x="2418" y="1164"/>
                  </a:lnTo>
                  <a:lnTo>
                    <a:pt x="2418" y="1176"/>
                  </a:lnTo>
                  <a:lnTo>
                    <a:pt x="2436" y="1158"/>
                  </a:lnTo>
                  <a:lnTo>
                    <a:pt x="2454" y="1158"/>
                  </a:lnTo>
                  <a:lnTo>
                    <a:pt x="2460" y="1152"/>
                  </a:lnTo>
                  <a:lnTo>
                    <a:pt x="2466" y="1140"/>
                  </a:lnTo>
                  <a:close/>
                  <a:moveTo>
                    <a:pt x="1428" y="912"/>
                  </a:moveTo>
                  <a:lnTo>
                    <a:pt x="1404" y="924"/>
                  </a:lnTo>
                  <a:lnTo>
                    <a:pt x="1386" y="942"/>
                  </a:lnTo>
                  <a:lnTo>
                    <a:pt x="1386" y="948"/>
                  </a:lnTo>
                  <a:lnTo>
                    <a:pt x="1398" y="954"/>
                  </a:lnTo>
                  <a:lnTo>
                    <a:pt x="1410" y="954"/>
                  </a:lnTo>
                  <a:lnTo>
                    <a:pt x="1422" y="948"/>
                  </a:lnTo>
                  <a:lnTo>
                    <a:pt x="1428" y="948"/>
                  </a:lnTo>
                  <a:lnTo>
                    <a:pt x="1440" y="942"/>
                  </a:lnTo>
                  <a:lnTo>
                    <a:pt x="1446" y="930"/>
                  </a:lnTo>
                  <a:lnTo>
                    <a:pt x="1470" y="930"/>
                  </a:lnTo>
                  <a:lnTo>
                    <a:pt x="1470" y="924"/>
                  </a:lnTo>
                  <a:lnTo>
                    <a:pt x="1458" y="912"/>
                  </a:lnTo>
                  <a:lnTo>
                    <a:pt x="1452" y="912"/>
                  </a:lnTo>
                  <a:lnTo>
                    <a:pt x="1440" y="906"/>
                  </a:lnTo>
                  <a:lnTo>
                    <a:pt x="1428" y="912"/>
                  </a:lnTo>
                  <a:close/>
                  <a:moveTo>
                    <a:pt x="498" y="1164"/>
                  </a:moveTo>
                  <a:lnTo>
                    <a:pt x="486" y="1164"/>
                  </a:lnTo>
                  <a:lnTo>
                    <a:pt x="474" y="1170"/>
                  </a:lnTo>
                  <a:lnTo>
                    <a:pt x="462" y="1170"/>
                  </a:lnTo>
                  <a:lnTo>
                    <a:pt x="450" y="1176"/>
                  </a:lnTo>
                  <a:lnTo>
                    <a:pt x="444" y="1182"/>
                  </a:lnTo>
                  <a:lnTo>
                    <a:pt x="432" y="1182"/>
                  </a:lnTo>
                  <a:lnTo>
                    <a:pt x="426" y="1188"/>
                  </a:lnTo>
                  <a:lnTo>
                    <a:pt x="414" y="1188"/>
                  </a:lnTo>
                  <a:lnTo>
                    <a:pt x="390" y="1200"/>
                  </a:lnTo>
                  <a:lnTo>
                    <a:pt x="384" y="1206"/>
                  </a:lnTo>
                  <a:lnTo>
                    <a:pt x="384" y="1218"/>
                  </a:lnTo>
                  <a:lnTo>
                    <a:pt x="402" y="1218"/>
                  </a:lnTo>
                  <a:lnTo>
                    <a:pt x="420" y="1212"/>
                  </a:lnTo>
                  <a:lnTo>
                    <a:pt x="432" y="1206"/>
                  </a:lnTo>
                  <a:lnTo>
                    <a:pt x="504" y="1206"/>
                  </a:lnTo>
                  <a:lnTo>
                    <a:pt x="510" y="1200"/>
                  </a:lnTo>
                  <a:lnTo>
                    <a:pt x="510" y="1176"/>
                  </a:lnTo>
                  <a:lnTo>
                    <a:pt x="498" y="1164"/>
                  </a:lnTo>
                  <a:close/>
                  <a:moveTo>
                    <a:pt x="330" y="1242"/>
                  </a:moveTo>
                  <a:lnTo>
                    <a:pt x="330" y="1224"/>
                  </a:lnTo>
                  <a:lnTo>
                    <a:pt x="276" y="1242"/>
                  </a:lnTo>
                  <a:lnTo>
                    <a:pt x="330" y="124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94" name="Uruguay" descr="© INSCALE GmbH, 05.05.2010&#10;http://www.presentationload.com/">
              <a:extLst>
                <a:ext uri="{FF2B5EF4-FFF2-40B4-BE49-F238E27FC236}">
                  <a16:creationId xmlns:a16="http://schemas.microsoft.com/office/drawing/2014/main" id="{A24C3C87-67ED-45D1-A819-670199B4034B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434400" y="3799639"/>
              <a:ext cx="121487" cy="125875"/>
            </a:xfrm>
            <a:custGeom>
              <a:avLst/>
              <a:gdLst>
                <a:gd name="T0" fmla="*/ 2147483647 w 366"/>
                <a:gd name="T1" fmla="*/ 2147483647 h 384"/>
                <a:gd name="T2" fmla="*/ 2147483647 w 366"/>
                <a:gd name="T3" fmla="*/ 2147483647 h 384"/>
                <a:gd name="T4" fmla="*/ 2147483647 w 366"/>
                <a:gd name="T5" fmla="*/ 2147483647 h 384"/>
                <a:gd name="T6" fmla="*/ 2147483647 w 366"/>
                <a:gd name="T7" fmla="*/ 2147483647 h 384"/>
                <a:gd name="T8" fmla="*/ 2147483647 w 366"/>
                <a:gd name="T9" fmla="*/ 2147483647 h 384"/>
                <a:gd name="T10" fmla="*/ 2147483647 w 366"/>
                <a:gd name="T11" fmla="*/ 2147483647 h 384"/>
                <a:gd name="T12" fmla="*/ 2147483647 w 366"/>
                <a:gd name="T13" fmla="*/ 2147483647 h 384"/>
                <a:gd name="T14" fmla="*/ 2147483647 w 366"/>
                <a:gd name="T15" fmla="*/ 2147483647 h 384"/>
                <a:gd name="T16" fmla="*/ 2147483647 w 366"/>
                <a:gd name="T17" fmla="*/ 2147483647 h 384"/>
                <a:gd name="T18" fmla="*/ 2147483647 w 366"/>
                <a:gd name="T19" fmla="*/ 2147483647 h 384"/>
                <a:gd name="T20" fmla="*/ 2147483647 w 366"/>
                <a:gd name="T21" fmla="*/ 2147483647 h 384"/>
                <a:gd name="T22" fmla="*/ 2147483647 w 366"/>
                <a:gd name="T23" fmla="*/ 2147483647 h 384"/>
                <a:gd name="T24" fmla="*/ 2147483647 w 366"/>
                <a:gd name="T25" fmla="*/ 2147483647 h 384"/>
                <a:gd name="T26" fmla="*/ 2147483647 w 366"/>
                <a:gd name="T27" fmla="*/ 2147483647 h 384"/>
                <a:gd name="T28" fmla="*/ 2147483647 w 366"/>
                <a:gd name="T29" fmla="*/ 2147483647 h 384"/>
                <a:gd name="T30" fmla="*/ 2147483647 w 366"/>
                <a:gd name="T31" fmla="*/ 2147483647 h 384"/>
                <a:gd name="T32" fmla="*/ 2147483647 w 366"/>
                <a:gd name="T33" fmla="*/ 2147483647 h 384"/>
                <a:gd name="T34" fmla="*/ 2147483647 w 366"/>
                <a:gd name="T35" fmla="*/ 2147483647 h 384"/>
                <a:gd name="T36" fmla="*/ 2147483647 w 366"/>
                <a:gd name="T37" fmla="*/ 2147483647 h 384"/>
                <a:gd name="T38" fmla="*/ 2147483647 w 366"/>
                <a:gd name="T39" fmla="*/ 2147483647 h 384"/>
                <a:gd name="T40" fmla="*/ 2147483647 w 366"/>
                <a:gd name="T41" fmla="*/ 2147483647 h 384"/>
                <a:gd name="T42" fmla="*/ 2147483647 w 366"/>
                <a:gd name="T43" fmla="*/ 2147483647 h 384"/>
                <a:gd name="T44" fmla="*/ 2147483647 w 366"/>
                <a:gd name="T45" fmla="*/ 0 h 384"/>
                <a:gd name="T46" fmla="*/ 2147483647 w 366"/>
                <a:gd name="T47" fmla="*/ 2147483647 h 384"/>
                <a:gd name="T48" fmla="*/ 2147483647 w 366"/>
                <a:gd name="T49" fmla="*/ 2147483647 h 384"/>
                <a:gd name="T50" fmla="*/ 0 w 366"/>
                <a:gd name="T51" fmla="*/ 2147483647 h 384"/>
                <a:gd name="T52" fmla="*/ 2147483647 w 366"/>
                <a:gd name="T53" fmla="*/ 2147483647 h 384"/>
                <a:gd name="T54" fmla="*/ 2147483647 w 366"/>
                <a:gd name="T55" fmla="*/ 2147483647 h 384"/>
                <a:gd name="T56" fmla="*/ 2147483647 w 366"/>
                <a:gd name="T57" fmla="*/ 2147483647 h 384"/>
                <a:gd name="T58" fmla="*/ 2147483647 w 366"/>
                <a:gd name="T59" fmla="*/ 2147483647 h 384"/>
                <a:gd name="T60" fmla="*/ 2147483647 w 366"/>
                <a:gd name="T61" fmla="*/ 2147483647 h 384"/>
                <a:gd name="T62" fmla="*/ 2147483647 w 366"/>
                <a:gd name="T63" fmla="*/ 2147483647 h 384"/>
                <a:gd name="T64" fmla="*/ 2147483647 w 366"/>
                <a:gd name="T65" fmla="*/ 2147483647 h 384"/>
                <a:gd name="T66" fmla="*/ 2147483647 w 366"/>
                <a:gd name="T67" fmla="*/ 2147483647 h 384"/>
                <a:gd name="T68" fmla="*/ 2147483647 w 366"/>
                <a:gd name="T69" fmla="*/ 2147483647 h 384"/>
                <a:gd name="T70" fmla="*/ 2147483647 w 366"/>
                <a:gd name="T71" fmla="*/ 2147483647 h 384"/>
                <a:gd name="T72" fmla="*/ 2147483647 w 366"/>
                <a:gd name="T73" fmla="*/ 2147483647 h 384"/>
                <a:gd name="T74" fmla="*/ 2147483647 w 366"/>
                <a:gd name="T75" fmla="*/ 2147483647 h 384"/>
                <a:gd name="T76" fmla="*/ 2147483647 w 366"/>
                <a:gd name="T77" fmla="*/ 2147483647 h 38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366"/>
                <a:gd name="T118" fmla="*/ 0 h 384"/>
                <a:gd name="T119" fmla="*/ 366 w 366"/>
                <a:gd name="T120" fmla="*/ 384 h 38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366" h="384">
                  <a:moveTo>
                    <a:pt x="138" y="372"/>
                  </a:moveTo>
                  <a:lnTo>
                    <a:pt x="174" y="372"/>
                  </a:lnTo>
                  <a:lnTo>
                    <a:pt x="198" y="378"/>
                  </a:lnTo>
                  <a:lnTo>
                    <a:pt x="228" y="378"/>
                  </a:lnTo>
                  <a:lnTo>
                    <a:pt x="288" y="384"/>
                  </a:lnTo>
                  <a:lnTo>
                    <a:pt x="330" y="366"/>
                  </a:lnTo>
                  <a:lnTo>
                    <a:pt x="342" y="354"/>
                  </a:lnTo>
                  <a:lnTo>
                    <a:pt x="360" y="300"/>
                  </a:lnTo>
                  <a:lnTo>
                    <a:pt x="366" y="294"/>
                  </a:lnTo>
                  <a:lnTo>
                    <a:pt x="348" y="294"/>
                  </a:lnTo>
                  <a:lnTo>
                    <a:pt x="348" y="264"/>
                  </a:lnTo>
                  <a:lnTo>
                    <a:pt x="342" y="264"/>
                  </a:lnTo>
                  <a:lnTo>
                    <a:pt x="342" y="240"/>
                  </a:lnTo>
                  <a:lnTo>
                    <a:pt x="348" y="234"/>
                  </a:lnTo>
                  <a:lnTo>
                    <a:pt x="360" y="210"/>
                  </a:lnTo>
                  <a:lnTo>
                    <a:pt x="360" y="198"/>
                  </a:lnTo>
                  <a:lnTo>
                    <a:pt x="354" y="198"/>
                  </a:lnTo>
                  <a:lnTo>
                    <a:pt x="342" y="192"/>
                  </a:lnTo>
                  <a:lnTo>
                    <a:pt x="336" y="192"/>
                  </a:lnTo>
                  <a:lnTo>
                    <a:pt x="318" y="174"/>
                  </a:lnTo>
                  <a:lnTo>
                    <a:pt x="312" y="162"/>
                  </a:lnTo>
                  <a:lnTo>
                    <a:pt x="306" y="156"/>
                  </a:lnTo>
                  <a:lnTo>
                    <a:pt x="300" y="144"/>
                  </a:lnTo>
                  <a:lnTo>
                    <a:pt x="288" y="144"/>
                  </a:lnTo>
                  <a:lnTo>
                    <a:pt x="270" y="138"/>
                  </a:lnTo>
                  <a:lnTo>
                    <a:pt x="258" y="132"/>
                  </a:lnTo>
                  <a:lnTo>
                    <a:pt x="252" y="126"/>
                  </a:lnTo>
                  <a:lnTo>
                    <a:pt x="252" y="114"/>
                  </a:lnTo>
                  <a:lnTo>
                    <a:pt x="246" y="114"/>
                  </a:lnTo>
                  <a:lnTo>
                    <a:pt x="228" y="96"/>
                  </a:lnTo>
                  <a:lnTo>
                    <a:pt x="210" y="96"/>
                  </a:lnTo>
                  <a:lnTo>
                    <a:pt x="192" y="78"/>
                  </a:lnTo>
                  <a:lnTo>
                    <a:pt x="186" y="66"/>
                  </a:lnTo>
                  <a:lnTo>
                    <a:pt x="174" y="60"/>
                  </a:lnTo>
                  <a:lnTo>
                    <a:pt x="168" y="60"/>
                  </a:lnTo>
                  <a:lnTo>
                    <a:pt x="156" y="72"/>
                  </a:lnTo>
                  <a:lnTo>
                    <a:pt x="156" y="78"/>
                  </a:lnTo>
                  <a:lnTo>
                    <a:pt x="144" y="78"/>
                  </a:lnTo>
                  <a:lnTo>
                    <a:pt x="144" y="66"/>
                  </a:lnTo>
                  <a:lnTo>
                    <a:pt x="132" y="54"/>
                  </a:lnTo>
                  <a:lnTo>
                    <a:pt x="126" y="42"/>
                  </a:lnTo>
                  <a:lnTo>
                    <a:pt x="120" y="36"/>
                  </a:lnTo>
                  <a:lnTo>
                    <a:pt x="108" y="30"/>
                  </a:lnTo>
                  <a:lnTo>
                    <a:pt x="102" y="18"/>
                  </a:lnTo>
                  <a:lnTo>
                    <a:pt x="78" y="6"/>
                  </a:lnTo>
                  <a:lnTo>
                    <a:pt x="72" y="0"/>
                  </a:lnTo>
                  <a:lnTo>
                    <a:pt x="60" y="0"/>
                  </a:lnTo>
                  <a:lnTo>
                    <a:pt x="48" y="6"/>
                  </a:lnTo>
                  <a:lnTo>
                    <a:pt x="42" y="12"/>
                  </a:lnTo>
                  <a:lnTo>
                    <a:pt x="18" y="12"/>
                  </a:lnTo>
                  <a:lnTo>
                    <a:pt x="0" y="30"/>
                  </a:lnTo>
                  <a:lnTo>
                    <a:pt x="0" y="36"/>
                  </a:lnTo>
                  <a:lnTo>
                    <a:pt x="24" y="60"/>
                  </a:lnTo>
                  <a:lnTo>
                    <a:pt x="30" y="60"/>
                  </a:lnTo>
                  <a:lnTo>
                    <a:pt x="6" y="72"/>
                  </a:lnTo>
                  <a:lnTo>
                    <a:pt x="6" y="108"/>
                  </a:lnTo>
                  <a:lnTo>
                    <a:pt x="30" y="126"/>
                  </a:lnTo>
                  <a:lnTo>
                    <a:pt x="12" y="126"/>
                  </a:lnTo>
                  <a:lnTo>
                    <a:pt x="0" y="138"/>
                  </a:lnTo>
                  <a:lnTo>
                    <a:pt x="6" y="144"/>
                  </a:lnTo>
                  <a:lnTo>
                    <a:pt x="12" y="156"/>
                  </a:lnTo>
                  <a:lnTo>
                    <a:pt x="24" y="168"/>
                  </a:lnTo>
                  <a:lnTo>
                    <a:pt x="12" y="186"/>
                  </a:lnTo>
                  <a:lnTo>
                    <a:pt x="18" y="192"/>
                  </a:lnTo>
                  <a:lnTo>
                    <a:pt x="24" y="204"/>
                  </a:lnTo>
                  <a:lnTo>
                    <a:pt x="36" y="210"/>
                  </a:lnTo>
                  <a:lnTo>
                    <a:pt x="42" y="222"/>
                  </a:lnTo>
                  <a:lnTo>
                    <a:pt x="42" y="228"/>
                  </a:lnTo>
                  <a:lnTo>
                    <a:pt x="36" y="228"/>
                  </a:lnTo>
                  <a:lnTo>
                    <a:pt x="30" y="234"/>
                  </a:lnTo>
                  <a:lnTo>
                    <a:pt x="6" y="234"/>
                  </a:lnTo>
                  <a:lnTo>
                    <a:pt x="6" y="282"/>
                  </a:lnTo>
                  <a:lnTo>
                    <a:pt x="36" y="318"/>
                  </a:lnTo>
                  <a:lnTo>
                    <a:pt x="42" y="318"/>
                  </a:lnTo>
                  <a:lnTo>
                    <a:pt x="54" y="324"/>
                  </a:lnTo>
                  <a:lnTo>
                    <a:pt x="78" y="348"/>
                  </a:lnTo>
                  <a:lnTo>
                    <a:pt x="90" y="354"/>
                  </a:lnTo>
                  <a:lnTo>
                    <a:pt x="126" y="354"/>
                  </a:lnTo>
                  <a:lnTo>
                    <a:pt x="138" y="37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95" name="United Kingdom" descr="© INSCALE GmbH, 05.05.2010&#10;http://www.presentationload.com/">
              <a:extLst>
                <a:ext uri="{FF2B5EF4-FFF2-40B4-BE49-F238E27FC236}">
                  <a16:creationId xmlns:a16="http://schemas.microsoft.com/office/drawing/2014/main" id="{4556EB5A-A178-45A4-A88F-2FDCA903420B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3610499" y="1414438"/>
              <a:ext cx="191278" cy="271017"/>
            </a:xfrm>
            <a:custGeom>
              <a:avLst/>
              <a:gdLst>
                <a:gd name="T0" fmla="*/ 2147483647 w 576"/>
                <a:gd name="T1" fmla="*/ 2147483647 h 822"/>
                <a:gd name="T2" fmla="*/ 2147483647 w 576"/>
                <a:gd name="T3" fmla="*/ 2147483647 h 822"/>
                <a:gd name="T4" fmla="*/ 2147483647 w 576"/>
                <a:gd name="T5" fmla="*/ 2147483647 h 822"/>
                <a:gd name="T6" fmla="*/ 2147483647 w 576"/>
                <a:gd name="T7" fmla="*/ 2147483647 h 822"/>
                <a:gd name="T8" fmla="*/ 2147483647 w 576"/>
                <a:gd name="T9" fmla="*/ 2147483647 h 822"/>
                <a:gd name="T10" fmla="*/ 2147483647 w 576"/>
                <a:gd name="T11" fmla="*/ 2147483647 h 822"/>
                <a:gd name="T12" fmla="*/ 2147483647 w 576"/>
                <a:gd name="T13" fmla="*/ 2147483647 h 822"/>
                <a:gd name="T14" fmla="*/ 2147483647 w 576"/>
                <a:gd name="T15" fmla="*/ 0 h 822"/>
                <a:gd name="T16" fmla="*/ 2147483647 w 576"/>
                <a:gd name="T17" fmla="*/ 0 h 822"/>
                <a:gd name="T18" fmla="*/ 2147483647 w 576"/>
                <a:gd name="T19" fmla="*/ 2147483647 h 822"/>
                <a:gd name="T20" fmla="*/ 2147483647 w 576"/>
                <a:gd name="T21" fmla="*/ 2147483647 h 822"/>
                <a:gd name="T22" fmla="*/ 2147483647 w 576"/>
                <a:gd name="T23" fmla="*/ 2147483647 h 822"/>
                <a:gd name="T24" fmla="*/ 2147483647 w 576"/>
                <a:gd name="T25" fmla="*/ 2147483647 h 822"/>
                <a:gd name="T26" fmla="*/ 2147483647 w 576"/>
                <a:gd name="T27" fmla="*/ 2147483647 h 822"/>
                <a:gd name="T28" fmla="*/ 2147483647 w 576"/>
                <a:gd name="T29" fmla="*/ 2147483647 h 822"/>
                <a:gd name="T30" fmla="*/ 2147483647 w 576"/>
                <a:gd name="T31" fmla="*/ 2147483647 h 822"/>
                <a:gd name="T32" fmla="*/ 2147483647 w 576"/>
                <a:gd name="T33" fmla="*/ 2147483647 h 822"/>
                <a:gd name="T34" fmla="*/ 2147483647 w 576"/>
                <a:gd name="T35" fmla="*/ 2147483647 h 822"/>
                <a:gd name="T36" fmla="*/ 2147483647 w 576"/>
                <a:gd name="T37" fmla="*/ 2147483647 h 822"/>
                <a:gd name="T38" fmla="*/ 2147483647 w 576"/>
                <a:gd name="T39" fmla="*/ 2147483647 h 822"/>
                <a:gd name="T40" fmla="*/ 2147483647 w 576"/>
                <a:gd name="T41" fmla="*/ 2147483647 h 822"/>
                <a:gd name="T42" fmla="*/ 2147483647 w 576"/>
                <a:gd name="T43" fmla="*/ 2147483647 h 822"/>
                <a:gd name="T44" fmla="*/ 2147483647 w 576"/>
                <a:gd name="T45" fmla="*/ 2147483647 h 822"/>
                <a:gd name="T46" fmla="*/ 2147483647 w 576"/>
                <a:gd name="T47" fmla="*/ 2147483647 h 822"/>
                <a:gd name="T48" fmla="*/ 2147483647 w 576"/>
                <a:gd name="T49" fmla="*/ 2147483647 h 822"/>
                <a:gd name="T50" fmla="*/ 2147483647 w 576"/>
                <a:gd name="T51" fmla="*/ 2147483647 h 822"/>
                <a:gd name="T52" fmla="*/ 2147483647 w 576"/>
                <a:gd name="T53" fmla="*/ 2147483647 h 822"/>
                <a:gd name="T54" fmla="*/ 2147483647 w 576"/>
                <a:gd name="T55" fmla="*/ 2147483647 h 822"/>
                <a:gd name="T56" fmla="*/ 2147483647 w 576"/>
                <a:gd name="T57" fmla="*/ 2147483647 h 822"/>
                <a:gd name="T58" fmla="*/ 2147483647 w 576"/>
                <a:gd name="T59" fmla="*/ 2147483647 h 822"/>
                <a:gd name="T60" fmla="*/ 2147483647 w 576"/>
                <a:gd name="T61" fmla="*/ 2147483647 h 822"/>
                <a:gd name="T62" fmla="*/ 2147483647 w 576"/>
                <a:gd name="T63" fmla="*/ 2147483647 h 822"/>
                <a:gd name="T64" fmla="*/ 2147483647 w 576"/>
                <a:gd name="T65" fmla="*/ 2147483647 h 822"/>
                <a:gd name="T66" fmla="*/ 2147483647 w 576"/>
                <a:gd name="T67" fmla="*/ 2147483647 h 822"/>
                <a:gd name="T68" fmla="*/ 2147483647 w 576"/>
                <a:gd name="T69" fmla="*/ 2147483647 h 822"/>
                <a:gd name="T70" fmla="*/ 2147483647 w 576"/>
                <a:gd name="T71" fmla="*/ 2147483647 h 822"/>
                <a:gd name="T72" fmla="*/ 2147483647 w 576"/>
                <a:gd name="T73" fmla="*/ 2147483647 h 822"/>
                <a:gd name="T74" fmla="*/ 2147483647 w 576"/>
                <a:gd name="T75" fmla="*/ 2147483647 h 822"/>
                <a:gd name="T76" fmla="*/ 2147483647 w 576"/>
                <a:gd name="T77" fmla="*/ 2147483647 h 822"/>
                <a:gd name="T78" fmla="*/ 2147483647 w 576"/>
                <a:gd name="T79" fmla="*/ 2147483647 h 822"/>
                <a:gd name="T80" fmla="*/ 2147483647 w 576"/>
                <a:gd name="T81" fmla="*/ 2147483647 h 822"/>
                <a:gd name="T82" fmla="*/ 2147483647 w 576"/>
                <a:gd name="T83" fmla="*/ 2147483647 h 822"/>
                <a:gd name="T84" fmla="*/ 2147483647 w 576"/>
                <a:gd name="T85" fmla="*/ 2147483647 h 822"/>
                <a:gd name="T86" fmla="*/ 2147483647 w 576"/>
                <a:gd name="T87" fmla="*/ 2147483647 h 822"/>
                <a:gd name="T88" fmla="*/ 2147483647 w 576"/>
                <a:gd name="T89" fmla="*/ 2147483647 h 822"/>
                <a:gd name="T90" fmla="*/ 2147483647 w 576"/>
                <a:gd name="T91" fmla="*/ 2147483647 h 822"/>
                <a:gd name="T92" fmla="*/ 2147483647 w 576"/>
                <a:gd name="T93" fmla="*/ 2147483647 h 822"/>
                <a:gd name="T94" fmla="*/ 2147483647 w 576"/>
                <a:gd name="T95" fmla="*/ 2147483647 h 822"/>
                <a:gd name="T96" fmla="*/ 2147483647 w 576"/>
                <a:gd name="T97" fmla="*/ 2147483647 h 822"/>
                <a:gd name="T98" fmla="*/ 2147483647 w 576"/>
                <a:gd name="T99" fmla="*/ 2147483647 h 822"/>
                <a:gd name="T100" fmla="*/ 2147483647 w 576"/>
                <a:gd name="T101" fmla="*/ 2147483647 h 822"/>
                <a:gd name="T102" fmla="*/ 2147483647 w 576"/>
                <a:gd name="T103" fmla="*/ 2147483647 h 822"/>
                <a:gd name="T104" fmla="*/ 2147483647 w 576"/>
                <a:gd name="T105" fmla="*/ 2147483647 h 822"/>
                <a:gd name="T106" fmla="*/ 2147483647 w 576"/>
                <a:gd name="T107" fmla="*/ 2147483647 h 822"/>
                <a:gd name="T108" fmla="*/ 2147483647 w 576"/>
                <a:gd name="T109" fmla="*/ 2147483647 h 822"/>
                <a:gd name="T110" fmla="*/ 2147483647 w 576"/>
                <a:gd name="T111" fmla="*/ 2147483647 h 822"/>
                <a:gd name="T112" fmla="*/ 2147483647 w 576"/>
                <a:gd name="T113" fmla="*/ 2147483647 h 822"/>
                <a:gd name="T114" fmla="*/ 2147483647 w 576"/>
                <a:gd name="T115" fmla="*/ 2147483647 h 822"/>
                <a:gd name="T116" fmla="*/ 2147483647 w 576"/>
                <a:gd name="T117" fmla="*/ 2147483647 h 822"/>
                <a:gd name="T118" fmla="*/ 2147483647 w 576"/>
                <a:gd name="T119" fmla="*/ 2147483647 h 822"/>
                <a:gd name="T120" fmla="*/ 2147483647 w 576"/>
                <a:gd name="T121" fmla="*/ 2147483647 h 822"/>
                <a:gd name="T122" fmla="*/ 2147483647 w 576"/>
                <a:gd name="T123" fmla="*/ 2147483647 h 82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576"/>
                <a:gd name="T187" fmla="*/ 0 h 822"/>
                <a:gd name="T188" fmla="*/ 576 w 576"/>
                <a:gd name="T189" fmla="*/ 822 h 82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576" h="822">
                  <a:moveTo>
                    <a:pt x="162" y="378"/>
                  </a:moveTo>
                  <a:lnTo>
                    <a:pt x="156" y="378"/>
                  </a:lnTo>
                  <a:lnTo>
                    <a:pt x="150" y="384"/>
                  </a:lnTo>
                  <a:lnTo>
                    <a:pt x="150" y="396"/>
                  </a:lnTo>
                  <a:lnTo>
                    <a:pt x="144" y="414"/>
                  </a:lnTo>
                  <a:lnTo>
                    <a:pt x="156" y="402"/>
                  </a:lnTo>
                  <a:lnTo>
                    <a:pt x="162" y="390"/>
                  </a:lnTo>
                  <a:lnTo>
                    <a:pt x="162" y="378"/>
                  </a:lnTo>
                  <a:close/>
                  <a:moveTo>
                    <a:pt x="132" y="312"/>
                  </a:moveTo>
                  <a:lnTo>
                    <a:pt x="126" y="312"/>
                  </a:lnTo>
                  <a:lnTo>
                    <a:pt x="126" y="336"/>
                  </a:lnTo>
                  <a:lnTo>
                    <a:pt x="132" y="336"/>
                  </a:lnTo>
                  <a:lnTo>
                    <a:pt x="138" y="330"/>
                  </a:lnTo>
                  <a:lnTo>
                    <a:pt x="150" y="330"/>
                  </a:lnTo>
                  <a:lnTo>
                    <a:pt x="144" y="318"/>
                  </a:lnTo>
                  <a:lnTo>
                    <a:pt x="138" y="312"/>
                  </a:lnTo>
                  <a:lnTo>
                    <a:pt x="132" y="312"/>
                  </a:lnTo>
                  <a:close/>
                  <a:moveTo>
                    <a:pt x="114" y="390"/>
                  </a:moveTo>
                  <a:lnTo>
                    <a:pt x="126" y="390"/>
                  </a:lnTo>
                  <a:lnTo>
                    <a:pt x="138" y="384"/>
                  </a:lnTo>
                  <a:lnTo>
                    <a:pt x="138" y="372"/>
                  </a:lnTo>
                  <a:lnTo>
                    <a:pt x="132" y="366"/>
                  </a:lnTo>
                  <a:lnTo>
                    <a:pt x="120" y="366"/>
                  </a:lnTo>
                  <a:lnTo>
                    <a:pt x="114" y="372"/>
                  </a:lnTo>
                  <a:lnTo>
                    <a:pt x="108" y="384"/>
                  </a:lnTo>
                  <a:lnTo>
                    <a:pt x="108" y="390"/>
                  </a:lnTo>
                  <a:lnTo>
                    <a:pt x="114" y="390"/>
                  </a:lnTo>
                  <a:close/>
                  <a:moveTo>
                    <a:pt x="330" y="120"/>
                  </a:moveTo>
                  <a:lnTo>
                    <a:pt x="324" y="120"/>
                  </a:lnTo>
                  <a:lnTo>
                    <a:pt x="318" y="126"/>
                  </a:lnTo>
                  <a:lnTo>
                    <a:pt x="318" y="138"/>
                  </a:lnTo>
                  <a:lnTo>
                    <a:pt x="330" y="138"/>
                  </a:lnTo>
                  <a:lnTo>
                    <a:pt x="336" y="126"/>
                  </a:lnTo>
                  <a:lnTo>
                    <a:pt x="330" y="120"/>
                  </a:lnTo>
                  <a:close/>
                  <a:moveTo>
                    <a:pt x="138" y="258"/>
                  </a:moveTo>
                  <a:lnTo>
                    <a:pt x="138" y="234"/>
                  </a:lnTo>
                  <a:lnTo>
                    <a:pt x="126" y="234"/>
                  </a:lnTo>
                  <a:lnTo>
                    <a:pt x="120" y="240"/>
                  </a:lnTo>
                  <a:lnTo>
                    <a:pt x="120" y="246"/>
                  </a:lnTo>
                  <a:lnTo>
                    <a:pt x="126" y="252"/>
                  </a:lnTo>
                  <a:lnTo>
                    <a:pt x="108" y="252"/>
                  </a:lnTo>
                  <a:lnTo>
                    <a:pt x="108" y="258"/>
                  </a:lnTo>
                  <a:lnTo>
                    <a:pt x="114" y="264"/>
                  </a:lnTo>
                  <a:lnTo>
                    <a:pt x="120" y="264"/>
                  </a:lnTo>
                  <a:lnTo>
                    <a:pt x="126" y="270"/>
                  </a:lnTo>
                  <a:lnTo>
                    <a:pt x="150" y="270"/>
                  </a:lnTo>
                  <a:lnTo>
                    <a:pt x="138" y="258"/>
                  </a:lnTo>
                  <a:close/>
                  <a:moveTo>
                    <a:pt x="474" y="0"/>
                  </a:moveTo>
                  <a:lnTo>
                    <a:pt x="468" y="0"/>
                  </a:lnTo>
                  <a:lnTo>
                    <a:pt x="456" y="12"/>
                  </a:lnTo>
                  <a:lnTo>
                    <a:pt x="474" y="12"/>
                  </a:lnTo>
                  <a:lnTo>
                    <a:pt x="474" y="6"/>
                  </a:lnTo>
                  <a:lnTo>
                    <a:pt x="480" y="0"/>
                  </a:lnTo>
                  <a:lnTo>
                    <a:pt x="474" y="0"/>
                  </a:lnTo>
                  <a:close/>
                  <a:moveTo>
                    <a:pt x="432" y="48"/>
                  </a:moveTo>
                  <a:lnTo>
                    <a:pt x="432" y="66"/>
                  </a:lnTo>
                  <a:lnTo>
                    <a:pt x="438" y="66"/>
                  </a:lnTo>
                  <a:lnTo>
                    <a:pt x="444" y="60"/>
                  </a:lnTo>
                  <a:lnTo>
                    <a:pt x="450" y="48"/>
                  </a:lnTo>
                  <a:lnTo>
                    <a:pt x="450" y="24"/>
                  </a:lnTo>
                  <a:lnTo>
                    <a:pt x="438" y="12"/>
                  </a:lnTo>
                  <a:lnTo>
                    <a:pt x="432" y="24"/>
                  </a:lnTo>
                  <a:lnTo>
                    <a:pt x="426" y="30"/>
                  </a:lnTo>
                  <a:lnTo>
                    <a:pt x="420" y="30"/>
                  </a:lnTo>
                  <a:lnTo>
                    <a:pt x="420" y="42"/>
                  </a:lnTo>
                  <a:lnTo>
                    <a:pt x="426" y="42"/>
                  </a:lnTo>
                  <a:lnTo>
                    <a:pt x="432" y="48"/>
                  </a:lnTo>
                  <a:close/>
                  <a:moveTo>
                    <a:pt x="342" y="138"/>
                  </a:moveTo>
                  <a:lnTo>
                    <a:pt x="342" y="150"/>
                  </a:lnTo>
                  <a:lnTo>
                    <a:pt x="354" y="138"/>
                  </a:lnTo>
                  <a:lnTo>
                    <a:pt x="342" y="138"/>
                  </a:lnTo>
                  <a:close/>
                  <a:moveTo>
                    <a:pt x="192" y="402"/>
                  </a:moveTo>
                  <a:lnTo>
                    <a:pt x="192" y="390"/>
                  </a:lnTo>
                  <a:lnTo>
                    <a:pt x="186" y="384"/>
                  </a:lnTo>
                  <a:lnTo>
                    <a:pt x="186" y="378"/>
                  </a:lnTo>
                  <a:lnTo>
                    <a:pt x="174" y="390"/>
                  </a:lnTo>
                  <a:lnTo>
                    <a:pt x="174" y="396"/>
                  </a:lnTo>
                  <a:lnTo>
                    <a:pt x="180" y="402"/>
                  </a:lnTo>
                  <a:lnTo>
                    <a:pt x="192" y="402"/>
                  </a:lnTo>
                  <a:close/>
                  <a:moveTo>
                    <a:pt x="504" y="588"/>
                  </a:moveTo>
                  <a:lnTo>
                    <a:pt x="498" y="594"/>
                  </a:lnTo>
                  <a:lnTo>
                    <a:pt x="498" y="600"/>
                  </a:lnTo>
                  <a:lnTo>
                    <a:pt x="480" y="600"/>
                  </a:lnTo>
                  <a:lnTo>
                    <a:pt x="480" y="588"/>
                  </a:lnTo>
                  <a:lnTo>
                    <a:pt x="486" y="576"/>
                  </a:lnTo>
                  <a:lnTo>
                    <a:pt x="498" y="564"/>
                  </a:lnTo>
                  <a:lnTo>
                    <a:pt x="492" y="558"/>
                  </a:lnTo>
                  <a:lnTo>
                    <a:pt x="456" y="540"/>
                  </a:lnTo>
                  <a:lnTo>
                    <a:pt x="450" y="540"/>
                  </a:lnTo>
                  <a:lnTo>
                    <a:pt x="444" y="534"/>
                  </a:lnTo>
                  <a:lnTo>
                    <a:pt x="450" y="534"/>
                  </a:lnTo>
                  <a:lnTo>
                    <a:pt x="456" y="528"/>
                  </a:lnTo>
                  <a:lnTo>
                    <a:pt x="480" y="528"/>
                  </a:lnTo>
                  <a:lnTo>
                    <a:pt x="468" y="516"/>
                  </a:lnTo>
                  <a:lnTo>
                    <a:pt x="468" y="510"/>
                  </a:lnTo>
                  <a:lnTo>
                    <a:pt x="456" y="498"/>
                  </a:lnTo>
                  <a:lnTo>
                    <a:pt x="450" y="486"/>
                  </a:lnTo>
                  <a:lnTo>
                    <a:pt x="432" y="468"/>
                  </a:lnTo>
                  <a:lnTo>
                    <a:pt x="420" y="468"/>
                  </a:lnTo>
                  <a:lnTo>
                    <a:pt x="414" y="456"/>
                  </a:lnTo>
                  <a:lnTo>
                    <a:pt x="402" y="450"/>
                  </a:lnTo>
                  <a:lnTo>
                    <a:pt x="390" y="438"/>
                  </a:lnTo>
                  <a:lnTo>
                    <a:pt x="390" y="414"/>
                  </a:lnTo>
                  <a:lnTo>
                    <a:pt x="396" y="402"/>
                  </a:lnTo>
                  <a:lnTo>
                    <a:pt x="396" y="390"/>
                  </a:lnTo>
                  <a:lnTo>
                    <a:pt x="384" y="390"/>
                  </a:lnTo>
                  <a:lnTo>
                    <a:pt x="378" y="384"/>
                  </a:lnTo>
                  <a:lnTo>
                    <a:pt x="372" y="372"/>
                  </a:lnTo>
                  <a:lnTo>
                    <a:pt x="360" y="360"/>
                  </a:lnTo>
                  <a:lnTo>
                    <a:pt x="342" y="354"/>
                  </a:lnTo>
                  <a:lnTo>
                    <a:pt x="324" y="354"/>
                  </a:lnTo>
                  <a:lnTo>
                    <a:pt x="306" y="360"/>
                  </a:lnTo>
                  <a:lnTo>
                    <a:pt x="294" y="366"/>
                  </a:lnTo>
                  <a:lnTo>
                    <a:pt x="288" y="366"/>
                  </a:lnTo>
                  <a:lnTo>
                    <a:pt x="270" y="348"/>
                  </a:lnTo>
                  <a:lnTo>
                    <a:pt x="282" y="348"/>
                  </a:lnTo>
                  <a:lnTo>
                    <a:pt x="294" y="354"/>
                  </a:lnTo>
                  <a:lnTo>
                    <a:pt x="306" y="354"/>
                  </a:lnTo>
                  <a:lnTo>
                    <a:pt x="330" y="342"/>
                  </a:lnTo>
                  <a:lnTo>
                    <a:pt x="336" y="336"/>
                  </a:lnTo>
                  <a:lnTo>
                    <a:pt x="330" y="336"/>
                  </a:lnTo>
                  <a:lnTo>
                    <a:pt x="324" y="330"/>
                  </a:lnTo>
                  <a:lnTo>
                    <a:pt x="306" y="330"/>
                  </a:lnTo>
                  <a:lnTo>
                    <a:pt x="330" y="324"/>
                  </a:lnTo>
                  <a:lnTo>
                    <a:pt x="336" y="318"/>
                  </a:lnTo>
                  <a:lnTo>
                    <a:pt x="348" y="312"/>
                  </a:lnTo>
                  <a:lnTo>
                    <a:pt x="360" y="300"/>
                  </a:lnTo>
                  <a:lnTo>
                    <a:pt x="360" y="288"/>
                  </a:lnTo>
                  <a:lnTo>
                    <a:pt x="366" y="276"/>
                  </a:lnTo>
                  <a:lnTo>
                    <a:pt x="372" y="270"/>
                  </a:lnTo>
                  <a:lnTo>
                    <a:pt x="378" y="258"/>
                  </a:lnTo>
                  <a:lnTo>
                    <a:pt x="384" y="252"/>
                  </a:lnTo>
                  <a:lnTo>
                    <a:pt x="396" y="246"/>
                  </a:lnTo>
                  <a:lnTo>
                    <a:pt x="402" y="246"/>
                  </a:lnTo>
                  <a:lnTo>
                    <a:pt x="402" y="240"/>
                  </a:lnTo>
                  <a:lnTo>
                    <a:pt x="396" y="234"/>
                  </a:lnTo>
                  <a:lnTo>
                    <a:pt x="318" y="234"/>
                  </a:lnTo>
                  <a:lnTo>
                    <a:pt x="318" y="228"/>
                  </a:lnTo>
                  <a:lnTo>
                    <a:pt x="288" y="228"/>
                  </a:lnTo>
                  <a:lnTo>
                    <a:pt x="276" y="234"/>
                  </a:lnTo>
                  <a:lnTo>
                    <a:pt x="264" y="234"/>
                  </a:lnTo>
                  <a:lnTo>
                    <a:pt x="258" y="240"/>
                  </a:lnTo>
                  <a:lnTo>
                    <a:pt x="252" y="240"/>
                  </a:lnTo>
                  <a:lnTo>
                    <a:pt x="264" y="228"/>
                  </a:lnTo>
                  <a:lnTo>
                    <a:pt x="252" y="216"/>
                  </a:lnTo>
                  <a:lnTo>
                    <a:pt x="270" y="210"/>
                  </a:lnTo>
                  <a:lnTo>
                    <a:pt x="300" y="192"/>
                  </a:lnTo>
                  <a:lnTo>
                    <a:pt x="312" y="186"/>
                  </a:lnTo>
                  <a:lnTo>
                    <a:pt x="324" y="162"/>
                  </a:lnTo>
                  <a:lnTo>
                    <a:pt x="318" y="156"/>
                  </a:lnTo>
                  <a:lnTo>
                    <a:pt x="288" y="156"/>
                  </a:lnTo>
                  <a:lnTo>
                    <a:pt x="276" y="162"/>
                  </a:lnTo>
                  <a:lnTo>
                    <a:pt x="258" y="168"/>
                  </a:lnTo>
                  <a:lnTo>
                    <a:pt x="240" y="168"/>
                  </a:lnTo>
                  <a:lnTo>
                    <a:pt x="228" y="162"/>
                  </a:lnTo>
                  <a:lnTo>
                    <a:pt x="216" y="162"/>
                  </a:lnTo>
                  <a:lnTo>
                    <a:pt x="210" y="168"/>
                  </a:lnTo>
                  <a:lnTo>
                    <a:pt x="210" y="174"/>
                  </a:lnTo>
                  <a:lnTo>
                    <a:pt x="216" y="180"/>
                  </a:lnTo>
                  <a:lnTo>
                    <a:pt x="204" y="180"/>
                  </a:lnTo>
                  <a:lnTo>
                    <a:pt x="192" y="192"/>
                  </a:lnTo>
                  <a:lnTo>
                    <a:pt x="192" y="210"/>
                  </a:lnTo>
                  <a:lnTo>
                    <a:pt x="198" y="216"/>
                  </a:lnTo>
                  <a:lnTo>
                    <a:pt x="156" y="222"/>
                  </a:lnTo>
                  <a:lnTo>
                    <a:pt x="156" y="234"/>
                  </a:lnTo>
                  <a:lnTo>
                    <a:pt x="168" y="240"/>
                  </a:lnTo>
                  <a:lnTo>
                    <a:pt x="180" y="264"/>
                  </a:lnTo>
                  <a:lnTo>
                    <a:pt x="162" y="282"/>
                  </a:lnTo>
                  <a:lnTo>
                    <a:pt x="162" y="294"/>
                  </a:lnTo>
                  <a:lnTo>
                    <a:pt x="144" y="300"/>
                  </a:lnTo>
                  <a:lnTo>
                    <a:pt x="156" y="312"/>
                  </a:lnTo>
                  <a:lnTo>
                    <a:pt x="168" y="312"/>
                  </a:lnTo>
                  <a:lnTo>
                    <a:pt x="180" y="306"/>
                  </a:lnTo>
                  <a:lnTo>
                    <a:pt x="186" y="300"/>
                  </a:lnTo>
                  <a:lnTo>
                    <a:pt x="186" y="318"/>
                  </a:lnTo>
                  <a:lnTo>
                    <a:pt x="180" y="318"/>
                  </a:lnTo>
                  <a:lnTo>
                    <a:pt x="168" y="330"/>
                  </a:lnTo>
                  <a:lnTo>
                    <a:pt x="156" y="336"/>
                  </a:lnTo>
                  <a:lnTo>
                    <a:pt x="156" y="360"/>
                  </a:lnTo>
                  <a:lnTo>
                    <a:pt x="162" y="372"/>
                  </a:lnTo>
                  <a:lnTo>
                    <a:pt x="168" y="366"/>
                  </a:lnTo>
                  <a:lnTo>
                    <a:pt x="198" y="366"/>
                  </a:lnTo>
                  <a:lnTo>
                    <a:pt x="210" y="360"/>
                  </a:lnTo>
                  <a:lnTo>
                    <a:pt x="216" y="354"/>
                  </a:lnTo>
                  <a:lnTo>
                    <a:pt x="198" y="372"/>
                  </a:lnTo>
                  <a:lnTo>
                    <a:pt x="210" y="402"/>
                  </a:lnTo>
                  <a:lnTo>
                    <a:pt x="204" y="408"/>
                  </a:lnTo>
                  <a:lnTo>
                    <a:pt x="198" y="420"/>
                  </a:lnTo>
                  <a:lnTo>
                    <a:pt x="186" y="426"/>
                  </a:lnTo>
                  <a:lnTo>
                    <a:pt x="180" y="438"/>
                  </a:lnTo>
                  <a:lnTo>
                    <a:pt x="180" y="450"/>
                  </a:lnTo>
                  <a:lnTo>
                    <a:pt x="186" y="456"/>
                  </a:lnTo>
                  <a:lnTo>
                    <a:pt x="204" y="456"/>
                  </a:lnTo>
                  <a:lnTo>
                    <a:pt x="216" y="450"/>
                  </a:lnTo>
                  <a:lnTo>
                    <a:pt x="240" y="450"/>
                  </a:lnTo>
                  <a:lnTo>
                    <a:pt x="252" y="444"/>
                  </a:lnTo>
                  <a:lnTo>
                    <a:pt x="258" y="438"/>
                  </a:lnTo>
                  <a:lnTo>
                    <a:pt x="270" y="432"/>
                  </a:lnTo>
                  <a:lnTo>
                    <a:pt x="300" y="438"/>
                  </a:lnTo>
                  <a:lnTo>
                    <a:pt x="288" y="444"/>
                  </a:lnTo>
                  <a:lnTo>
                    <a:pt x="264" y="468"/>
                  </a:lnTo>
                  <a:lnTo>
                    <a:pt x="264" y="474"/>
                  </a:lnTo>
                  <a:lnTo>
                    <a:pt x="282" y="492"/>
                  </a:lnTo>
                  <a:lnTo>
                    <a:pt x="294" y="492"/>
                  </a:lnTo>
                  <a:lnTo>
                    <a:pt x="300" y="498"/>
                  </a:lnTo>
                  <a:lnTo>
                    <a:pt x="306" y="498"/>
                  </a:lnTo>
                  <a:lnTo>
                    <a:pt x="312" y="516"/>
                  </a:lnTo>
                  <a:lnTo>
                    <a:pt x="294" y="534"/>
                  </a:lnTo>
                  <a:lnTo>
                    <a:pt x="294" y="564"/>
                  </a:lnTo>
                  <a:lnTo>
                    <a:pt x="222" y="564"/>
                  </a:lnTo>
                  <a:lnTo>
                    <a:pt x="216" y="558"/>
                  </a:lnTo>
                  <a:lnTo>
                    <a:pt x="198" y="558"/>
                  </a:lnTo>
                  <a:lnTo>
                    <a:pt x="192" y="564"/>
                  </a:lnTo>
                  <a:lnTo>
                    <a:pt x="210" y="582"/>
                  </a:lnTo>
                  <a:lnTo>
                    <a:pt x="186" y="600"/>
                  </a:lnTo>
                  <a:lnTo>
                    <a:pt x="228" y="594"/>
                  </a:lnTo>
                  <a:lnTo>
                    <a:pt x="228" y="618"/>
                  </a:lnTo>
                  <a:lnTo>
                    <a:pt x="216" y="642"/>
                  </a:lnTo>
                  <a:lnTo>
                    <a:pt x="210" y="648"/>
                  </a:lnTo>
                  <a:lnTo>
                    <a:pt x="198" y="654"/>
                  </a:lnTo>
                  <a:lnTo>
                    <a:pt x="180" y="660"/>
                  </a:lnTo>
                  <a:lnTo>
                    <a:pt x="168" y="666"/>
                  </a:lnTo>
                  <a:lnTo>
                    <a:pt x="162" y="666"/>
                  </a:lnTo>
                  <a:lnTo>
                    <a:pt x="162" y="690"/>
                  </a:lnTo>
                  <a:lnTo>
                    <a:pt x="168" y="696"/>
                  </a:lnTo>
                  <a:lnTo>
                    <a:pt x="174" y="696"/>
                  </a:lnTo>
                  <a:lnTo>
                    <a:pt x="180" y="690"/>
                  </a:lnTo>
                  <a:lnTo>
                    <a:pt x="192" y="684"/>
                  </a:lnTo>
                  <a:lnTo>
                    <a:pt x="198" y="678"/>
                  </a:lnTo>
                  <a:lnTo>
                    <a:pt x="204" y="684"/>
                  </a:lnTo>
                  <a:lnTo>
                    <a:pt x="204" y="690"/>
                  </a:lnTo>
                  <a:lnTo>
                    <a:pt x="210" y="696"/>
                  </a:lnTo>
                  <a:lnTo>
                    <a:pt x="234" y="696"/>
                  </a:lnTo>
                  <a:lnTo>
                    <a:pt x="240" y="702"/>
                  </a:lnTo>
                  <a:lnTo>
                    <a:pt x="252" y="708"/>
                  </a:lnTo>
                  <a:lnTo>
                    <a:pt x="258" y="708"/>
                  </a:lnTo>
                  <a:lnTo>
                    <a:pt x="276" y="702"/>
                  </a:lnTo>
                  <a:lnTo>
                    <a:pt x="288" y="696"/>
                  </a:lnTo>
                  <a:lnTo>
                    <a:pt x="294" y="690"/>
                  </a:lnTo>
                  <a:lnTo>
                    <a:pt x="318" y="690"/>
                  </a:lnTo>
                  <a:lnTo>
                    <a:pt x="312" y="696"/>
                  </a:lnTo>
                  <a:lnTo>
                    <a:pt x="300" y="702"/>
                  </a:lnTo>
                  <a:lnTo>
                    <a:pt x="294" y="714"/>
                  </a:lnTo>
                  <a:lnTo>
                    <a:pt x="282" y="720"/>
                  </a:lnTo>
                  <a:lnTo>
                    <a:pt x="276" y="726"/>
                  </a:lnTo>
                  <a:lnTo>
                    <a:pt x="210" y="726"/>
                  </a:lnTo>
                  <a:lnTo>
                    <a:pt x="210" y="738"/>
                  </a:lnTo>
                  <a:lnTo>
                    <a:pt x="198" y="738"/>
                  </a:lnTo>
                  <a:lnTo>
                    <a:pt x="186" y="744"/>
                  </a:lnTo>
                  <a:lnTo>
                    <a:pt x="180" y="750"/>
                  </a:lnTo>
                  <a:lnTo>
                    <a:pt x="180" y="768"/>
                  </a:lnTo>
                  <a:lnTo>
                    <a:pt x="174" y="774"/>
                  </a:lnTo>
                  <a:lnTo>
                    <a:pt x="144" y="774"/>
                  </a:lnTo>
                  <a:lnTo>
                    <a:pt x="144" y="780"/>
                  </a:lnTo>
                  <a:lnTo>
                    <a:pt x="138" y="786"/>
                  </a:lnTo>
                  <a:lnTo>
                    <a:pt x="138" y="792"/>
                  </a:lnTo>
                  <a:lnTo>
                    <a:pt x="126" y="804"/>
                  </a:lnTo>
                  <a:lnTo>
                    <a:pt x="114" y="810"/>
                  </a:lnTo>
                  <a:lnTo>
                    <a:pt x="108" y="810"/>
                  </a:lnTo>
                  <a:lnTo>
                    <a:pt x="108" y="816"/>
                  </a:lnTo>
                  <a:lnTo>
                    <a:pt x="114" y="816"/>
                  </a:lnTo>
                  <a:lnTo>
                    <a:pt x="120" y="822"/>
                  </a:lnTo>
                  <a:lnTo>
                    <a:pt x="150" y="822"/>
                  </a:lnTo>
                  <a:lnTo>
                    <a:pt x="156" y="810"/>
                  </a:lnTo>
                  <a:lnTo>
                    <a:pt x="174" y="792"/>
                  </a:lnTo>
                  <a:lnTo>
                    <a:pt x="210" y="792"/>
                  </a:lnTo>
                  <a:lnTo>
                    <a:pt x="216" y="798"/>
                  </a:lnTo>
                  <a:lnTo>
                    <a:pt x="228" y="804"/>
                  </a:lnTo>
                  <a:lnTo>
                    <a:pt x="240" y="804"/>
                  </a:lnTo>
                  <a:lnTo>
                    <a:pt x="246" y="792"/>
                  </a:lnTo>
                  <a:lnTo>
                    <a:pt x="252" y="786"/>
                  </a:lnTo>
                  <a:lnTo>
                    <a:pt x="258" y="774"/>
                  </a:lnTo>
                  <a:lnTo>
                    <a:pt x="270" y="762"/>
                  </a:lnTo>
                  <a:lnTo>
                    <a:pt x="288" y="762"/>
                  </a:lnTo>
                  <a:lnTo>
                    <a:pt x="300" y="774"/>
                  </a:lnTo>
                  <a:lnTo>
                    <a:pt x="330" y="774"/>
                  </a:lnTo>
                  <a:lnTo>
                    <a:pt x="354" y="762"/>
                  </a:lnTo>
                  <a:lnTo>
                    <a:pt x="360" y="762"/>
                  </a:lnTo>
                  <a:lnTo>
                    <a:pt x="366" y="768"/>
                  </a:lnTo>
                  <a:lnTo>
                    <a:pt x="378" y="768"/>
                  </a:lnTo>
                  <a:lnTo>
                    <a:pt x="390" y="774"/>
                  </a:lnTo>
                  <a:lnTo>
                    <a:pt x="396" y="774"/>
                  </a:lnTo>
                  <a:lnTo>
                    <a:pt x="396" y="768"/>
                  </a:lnTo>
                  <a:lnTo>
                    <a:pt x="390" y="762"/>
                  </a:lnTo>
                  <a:lnTo>
                    <a:pt x="390" y="750"/>
                  </a:lnTo>
                  <a:lnTo>
                    <a:pt x="396" y="750"/>
                  </a:lnTo>
                  <a:lnTo>
                    <a:pt x="408" y="756"/>
                  </a:lnTo>
                  <a:lnTo>
                    <a:pt x="414" y="762"/>
                  </a:lnTo>
                  <a:lnTo>
                    <a:pt x="426" y="756"/>
                  </a:lnTo>
                  <a:lnTo>
                    <a:pt x="498" y="756"/>
                  </a:lnTo>
                  <a:lnTo>
                    <a:pt x="522" y="750"/>
                  </a:lnTo>
                  <a:lnTo>
                    <a:pt x="534" y="744"/>
                  </a:lnTo>
                  <a:lnTo>
                    <a:pt x="540" y="732"/>
                  </a:lnTo>
                  <a:lnTo>
                    <a:pt x="546" y="726"/>
                  </a:lnTo>
                  <a:lnTo>
                    <a:pt x="552" y="714"/>
                  </a:lnTo>
                  <a:lnTo>
                    <a:pt x="498" y="708"/>
                  </a:lnTo>
                  <a:lnTo>
                    <a:pt x="522" y="702"/>
                  </a:lnTo>
                  <a:lnTo>
                    <a:pt x="516" y="684"/>
                  </a:lnTo>
                  <a:lnTo>
                    <a:pt x="528" y="672"/>
                  </a:lnTo>
                  <a:lnTo>
                    <a:pt x="540" y="666"/>
                  </a:lnTo>
                  <a:lnTo>
                    <a:pt x="546" y="666"/>
                  </a:lnTo>
                  <a:lnTo>
                    <a:pt x="558" y="660"/>
                  </a:lnTo>
                  <a:lnTo>
                    <a:pt x="564" y="654"/>
                  </a:lnTo>
                  <a:lnTo>
                    <a:pt x="576" y="618"/>
                  </a:lnTo>
                  <a:lnTo>
                    <a:pt x="570" y="606"/>
                  </a:lnTo>
                  <a:lnTo>
                    <a:pt x="564" y="600"/>
                  </a:lnTo>
                  <a:lnTo>
                    <a:pt x="552" y="594"/>
                  </a:lnTo>
                  <a:lnTo>
                    <a:pt x="540" y="594"/>
                  </a:lnTo>
                  <a:lnTo>
                    <a:pt x="528" y="588"/>
                  </a:lnTo>
                  <a:lnTo>
                    <a:pt x="504" y="588"/>
                  </a:lnTo>
                  <a:close/>
                  <a:moveTo>
                    <a:pt x="222" y="486"/>
                  </a:moveTo>
                  <a:lnTo>
                    <a:pt x="216" y="480"/>
                  </a:lnTo>
                  <a:lnTo>
                    <a:pt x="204" y="480"/>
                  </a:lnTo>
                  <a:lnTo>
                    <a:pt x="204" y="486"/>
                  </a:lnTo>
                  <a:lnTo>
                    <a:pt x="198" y="498"/>
                  </a:lnTo>
                  <a:lnTo>
                    <a:pt x="192" y="504"/>
                  </a:lnTo>
                  <a:lnTo>
                    <a:pt x="210" y="504"/>
                  </a:lnTo>
                  <a:lnTo>
                    <a:pt x="222" y="492"/>
                  </a:lnTo>
                  <a:lnTo>
                    <a:pt x="222" y="486"/>
                  </a:lnTo>
                  <a:close/>
                  <a:moveTo>
                    <a:pt x="126" y="504"/>
                  </a:moveTo>
                  <a:lnTo>
                    <a:pt x="132" y="498"/>
                  </a:lnTo>
                  <a:lnTo>
                    <a:pt x="132" y="492"/>
                  </a:lnTo>
                  <a:lnTo>
                    <a:pt x="144" y="492"/>
                  </a:lnTo>
                  <a:lnTo>
                    <a:pt x="150" y="480"/>
                  </a:lnTo>
                  <a:lnTo>
                    <a:pt x="156" y="474"/>
                  </a:lnTo>
                  <a:lnTo>
                    <a:pt x="156" y="462"/>
                  </a:lnTo>
                  <a:lnTo>
                    <a:pt x="138" y="444"/>
                  </a:lnTo>
                  <a:lnTo>
                    <a:pt x="138" y="432"/>
                  </a:lnTo>
                  <a:lnTo>
                    <a:pt x="132" y="438"/>
                  </a:lnTo>
                  <a:lnTo>
                    <a:pt x="126" y="426"/>
                  </a:lnTo>
                  <a:lnTo>
                    <a:pt x="120" y="420"/>
                  </a:lnTo>
                  <a:lnTo>
                    <a:pt x="78" y="420"/>
                  </a:lnTo>
                  <a:lnTo>
                    <a:pt x="72" y="426"/>
                  </a:lnTo>
                  <a:lnTo>
                    <a:pt x="30" y="450"/>
                  </a:lnTo>
                  <a:lnTo>
                    <a:pt x="30" y="462"/>
                  </a:lnTo>
                  <a:lnTo>
                    <a:pt x="24" y="462"/>
                  </a:lnTo>
                  <a:lnTo>
                    <a:pt x="18" y="468"/>
                  </a:lnTo>
                  <a:lnTo>
                    <a:pt x="12" y="468"/>
                  </a:lnTo>
                  <a:lnTo>
                    <a:pt x="0" y="480"/>
                  </a:lnTo>
                  <a:lnTo>
                    <a:pt x="6" y="486"/>
                  </a:lnTo>
                  <a:lnTo>
                    <a:pt x="30" y="498"/>
                  </a:lnTo>
                  <a:lnTo>
                    <a:pt x="42" y="498"/>
                  </a:lnTo>
                  <a:lnTo>
                    <a:pt x="66" y="474"/>
                  </a:lnTo>
                  <a:lnTo>
                    <a:pt x="84" y="498"/>
                  </a:lnTo>
                  <a:lnTo>
                    <a:pt x="120" y="504"/>
                  </a:lnTo>
                  <a:lnTo>
                    <a:pt x="126" y="504"/>
                  </a:lnTo>
                  <a:close/>
                  <a:moveTo>
                    <a:pt x="78" y="228"/>
                  </a:moveTo>
                  <a:lnTo>
                    <a:pt x="72" y="228"/>
                  </a:lnTo>
                  <a:lnTo>
                    <a:pt x="66" y="234"/>
                  </a:lnTo>
                  <a:lnTo>
                    <a:pt x="66" y="240"/>
                  </a:lnTo>
                  <a:lnTo>
                    <a:pt x="84" y="240"/>
                  </a:lnTo>
                  <a:lnTo>
                    <a:pt x="84" y="228"/>
                  </a:lnTo>
                  <a:lnTo>
                    <a:pt x="78" y="228"/>
                  </a:lnTo>
                  <a:close/>
                  <a:moveTo>
                    <a:pt x="108" y="210"/>
                  </a:moveTo>
                  <a:lnTo>
                    <a:pt x="126" y="210"/>
                  </a:lnTo>
                  <a:lnTo>
                    <a:pt x="132" y="204"/>
                  </a:lnTo>
                  <a:lnTo>
                    <a:pt x="132" y="198"/>
                  </a:lnTo>
                  <a:lnTo>
                    <a:pt x="138" y="186"/>
                  </a:lnTo>
                  <a:lnTo>
                    <a:pt x="150" y="174"/>
                  </a:lnTo>
                  <a:lnTo>
                    <a:pt x="150" y="168"/>
                  </a:lnTo>
                  <a:lnTo>
                    <a:pt x="138" y="174"/>
                  </a:lnTo>
                  <a:lnTo>
                    <a:pt x="132" y="174"/>
                  </a:lnTo>
                  <a:lnTo>
                    <a:pt x="114" y="192"/>
                  </a:lnTo>
                  <a:lnTo>
                    <a:pt x="108" y="186"/>
                  </a:lnTo>
                  <a:lnTo>
                    <a:pt x="96" y="186"/>
                  </a:lnTo>
                  <a:lnTo>
                    <a:pt x="90" y="192"/>
                  </a:lnTo>
                  <a:lnTo>
                    <a:pt x="90" y="210"/>
                  </a:lnTo>
                  <a:lnTo>
                    <a:pt x="96" y="216"/>
                  </a:lnTo>
                  <a:lnTo>
                    <a:pt x="96" y="228"/>
                  </a:lnTo>
                  <a:lnTo>
                    <a:pt x="108" y="210"/>
                  </a:lnTo>
                  <a:close/>
                  <a:moveTo>
                    <a:pt x="72" y="252"/>
                  </a:moveTo>
                  <a:lnTo>
                    <a:pt x="60" y="282"/>
                  </a:lnTo>
                  <a:lnTo>
                    <a:pt x="78" y="258"/>
                  </a:lnTo>
                  <a:lnTo>
                    <a:pt x="72" y="25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96" name="United Arab Emirates" descr="© INSCALE GmbH, 05.05.2010&#10;http://www.presentationload.com/">
              <a:extLst>
                <a:ext uri="{FF2B5EF4-FFF2-40B4-BE49-F238E27FC236}">
                  <a16:creationId xmlns:a16="http://schemas.microsoft.com/office/drawing/2014/main" id="{8B6D9A6D-A46C-4986-8173-7B8CBCA4A837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922303" y="2299414"/>
              <a:ext cx="111148" cy="105325"/>
            </a:xfrm>
            <a:custGeom>
              <a:avLst/>
              <a:gdLst>
                <a:gd name="T0" fmla="*/ 2147483647 w 336"/>
                <a:gd name="T1" fmla="*/ 2147483647 h 318"/>
                <a:gd name="T2" fmla="*/ 2147483647 w 336"/>
                <a:gd name="T3" fmla="*/ 2147483647 h 318"/>
                <a:gd name="T4" fmla="*/ 2147483647 w 336"/>
                <a:gd name="T5" fmla="*/ 2147483647 h 318"/>
                <a:gd name="T6" fmla="*/ 2147483647 w 336"/>
                <a:gd name="T7" fmla="*/ 2147483647 h 318"/>
                <a:gd name="T8" fmla="*/ 2147483647 w 336"/>
                <a:gd name="T9" fmla="*/ 2147483647 h 318"/>
                <a:gd name="T10" fmla="*/ 2147483647 w 336"/>
                <a:gd name="T11" fmla="*/ 0 h 318"/>
                <a:gd name="T12" fmla="*/ 2147483647 w 336"/>
                <a:gd name="T13" fmla="*/ 2147483647 h 318"/>
                <a:gd name="T14" fmla="*/ 2147483647 w 336"/>
                <a:gd name="T15" fmla="*/ 2147483647 h 318"/>
                <a:gd name="T16" fmla="*/ 2147483647 w 336"/>
                <a:gd name="T17" fmla="*/ 2147483647 h 318"/>
                <a:gd name="T18" fmla="*/ 2147483647 w 336"/>
                <a:gd name="T19" fmla="*/ 2147483647 h 318"/>
                <a:gd name="T20" fmla="*/ 2147483647 w 336"/>
                <a:gd name="T21" fmla="*/ 2147483647 h 318"/>
                <a:gd name="T22" fmla="*/ 2147483647 w 336"/>
                <a:gd name="T23" fmla="*/ 2147483647 h 318"/>
                <a:gd name="T24" fmla="*/ 2147483647 w 336"/>
                <a:gd name="T25" fmla="*/ 2147483647 h 318"/>
                <a:gd name="T26" fmla="*/ 2147483647 w 336"/>
                <a:gd name="T27" fmla="*/ 2147483647 h 318"/>
                <a:gd name="T28" fmla="*/ 2147483647 w 336"/>
                <a:gd name="T29" fmla="*/ 2147483647 h 318"/>
                <a:gd name="T30" fmla="*/ 2147483647 w 336"/>
                <a:gd name="T31" fmla="*/ 2147483647 h 318"/>
                <a:gd name="T32" fmla="*/ 2147483647 w 336"/>
                <a:gd name="T33" fmla="*/ 2147483647 h 318"/>
                <a:gd name="T34" fmla="*/ 2147483647 w 336"/>
                <a:gd name="T35" fmla="*/ 2147483647 h 318"/>
                <a:gd name="T36" fmla="*/ 0 w 336"/>
                <a:gd name="T37" fmla="*/ 2147483647 h 318"/>
                <a:gd name="T38" fmla="*/ 2147483647 w 336"/>
                <a:gd name="T39" fmla="*/ 2147483647 h 318"/>
                <a:gd name="T40" fmla="*/ 2147483647 w 336"/>
                <a:gd name="T41" fmla="*/ 2147483647 h 318"/>
                <a:gd name="T42" fmla="*/ 2147483647 w 336"/>
                <a:gd name="T43" fmla="*/ 2147483647 h 318"/>
                <a:gd name="T44" fmla="*/ 2147483647 w 336"/>
                <a:gd name="T45" fmla="*/ 2147483647 h 318"/>
                <a:gd name="T46" fmla="*/ 2147483647 w 336"/>
                <a:gd name="T47" fmla="*/ 2147483647 h 318"/>
                <a:gd name="T48" fmla="*/ 2147483647 w 336"/>
                <a:gd name="T49" fmla="*/ 2147483647 h 318"/>
                <a:gd name="T50" fmla="*/ 2147483647 w 336"/>
                <a:gd name="T51" fmla="*/ 2147483647 h 318"/>
                <a:gd name="T52" fmla="*/ 2147483647 w 336"/>
                <a:gd name="T53" fmla="*/ 2147483647 h 318"/>
                <a:gd name="T54" fmla="*/ 2147483647 w 336"/>
                <a:gd name="T55" fmla="*/ 2147483647 h 318"/>
                <a:gd name="T56" fmla="*/ 2147483647 w 336"/>
                <a:gd name="T57" fmla="*/ 2147483647 h 318"/>
                <a:gd name="T58" fmla="*/ 2147483647 w 336"/>
                <a:gd name="T59" fmla="*/ 2147483647 h 318"/>
                <a:gd name="T60" fmla="*/ 2147483647 w 336"/>
                <a:gd name="T61" fmla="*/ 2147483647 h 318"/>
                <a:gd name="T62" fmla="*/ 2147483647 w 336"/>
                <a:gd name="T63" fmla="*/ 2147483647 h 318"/>
                <a:gd name="T64" fmla="*/ 2147483647 w 336"/>
                <a:gd name="T65" fmla="*/ 2147483647 h 318"/>
                <a:gd name="T66" fmla="*/ 2147483647 w 336"/>
                <a:gd name="T67" fmla="*/ 2147483647 h 318"/>
                <a:gd name="T68" fmla="*/ 2147483647 w 336"/>
                <a:gd name="T69" fmla="*/ 2147483647 h 31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36"/>
                <a:gd name="T106" fmla="*/ 0 h 318"/>
                <a:gd name="T107" fmla="*/ 336 w 336"/>
                <a:gd name="T108" fmla="*/ 318 h 31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36" h="318">
                  <a:moveTo>
                    <a:pt x="300" y="120"/>
                  </a:moveTo>
                  <a:lnTo>
                    <a:pt x="306" y="120"/>
                  </a:lnTo>
                  <a:lnTo>
                    <a:pt x="306" y="126"/>
                  </a:lnTo>
                  <a:lnTo>
                    <a:pt x="312" y="138"/>
                  </a:lnTo>
                  <a:lnTo>
                    <a:pt x="336" y="132"/>
                  </a:lnTo>
                  <a:lnTo>
                    <a:pt x="330" y="120"/>
                  </a:lnTo>
                  <a:lnTo>
                    <a:pt x="324" y="102"/>
                  </a:lnTo>
                  <a:lnTo>
                    <a:pt x="324" y="60"/>
                  </a:lnTo>
                  <a:lnTo>
                    <a:pt x="330" y="42"/>
                  </a:lnTo>
                  <a:lnTo>
                    <a:pt x="330" y="6"/>
                  </a:lnTo>
                  <a:lnTo>
                    <a:pt x="324" y="0"/>
                  </a:lnTo>
                  <a:lnTo>
                    <a:pt x="318" y="0"/>
                  </a:lnTo>
                  <a:lnTo>
                    <a:pt x="312" y="6"/>
                  </a:lnTo>
                  <a:lnTo>
                    <a:pt x="306" y="18"/>
                  </a:lnTo>
                  <a:lnTo>
                    <a:pt x="300" y="36"/>
                  </a:lnTo>
                  <a:lnTo>
                    <a:pt x="288" y="60"/>
                  </a:lnTo>
                  <a:lnTo>
                    <a:pt x="282" y="66"/>
                  </a:lnTo>
                  <a:lnTo>
                    <a:pt x="282" y="72"/>
                  </a:lnTo>
                  <a:lnTo>
                    <a:pt x="276" y="72"/>
                  </a:lnTo>
                  <a:lnTo>
                    <a:pt x="264" y="78"/>
                  </a:lnTo>
                  <a:lnTo>
                    <a:pt x="234" y="108"/>
                  </a:lnTo>
                  <a:lnTo>
                    <a:pt x="228" y="120"/>
                  </a:lnTo>
                  <a:lnTo>
                    <a:pt x="216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8" y="168"/>
                  </a:lnTo>
                  <a:lnTo>
                    <a:pt x="192" y="180"/>
                  </a:lnTo>
                  <a:lnTo>
                    <a:pt x="192" y="186"/>
                  </a:lnTo>
                  <a:lnTo>
                    <a:pt x="186" y="192"/>
                  </a:lnTo>
                  <a:lnTo>
                    <a:pt x="150" y="192"/>
                  </a:lnTo>
                  <a:lnTo>
                    <a:pt x="132" y="186"/>
                  </a:lnTo>
                  <a:lnTo>
                    <a:pt x="90" y="186"/>
                  </a:lnTo>
                  <a:lnTo>
                    <a:pt x="72" y="192"/>
                  </a:lnTo>
                  <a:lnTo>
                    <a:pt x="48" y="204"/>
                  </a:lnTo>
                  <a:lnTo>
                    <a:pt x="24" y="204"/>
                  </a:lnTo>
                  <a:lnTo>
                    <a:pt x="12" y="192"/>
                  </a:lnTo>
                  <a:lnTo>
                    <a:pt x="0" y="186"/>
                  </a:lnTo>
                  <a:lnTo>
                    <a:pt x="0" y="198"/>
                  </a:lnTo>
                  <a:lnTo>
                    <a:pt x="18" y="216"/>
                  </a:lnTo>
                  <a:lnTo>
                    <a:pt x="30" y="240"/>
                  </a:lnTo>
                  <a:lnTo>
                    <a:pt x="54" y="264"/>
                  </a:lnTo>
                  <a:lnTo>
                    <a:pt x="60" y="276"/>
                  </a:lnTo>
                  <a:lnTo>
                    <a:pt x="72" y="282"/>
                  </a:lnTo>
                  <a:lnTo>
                    <a:pt x="78" y="294"/>
                  </a:lnTo>
                  <a:lnTo>
                    <a:pt x="96" y="294"/>
                  </a:lnTo>
                  <a:lnTo>
                    <a:pt x="132" y="300"/>
                  </a:lnTo>
                  <a:lnTo>
                    <a:pt x="228" y="312"/>
                  </a:lnTo>
                  <a:lnTo>
                    <a:pt x="270" y="318"/>
                  </a:lnTo>
                  <a:lnTo>
                    <a:pt x="264" y="306"/>
                  </a:lnTo>
                  <a:lnTo>
                    <a:pt x="258" y="300"/>
                  </a:lnTo>
                  <a:lnTo>
                    <a:pt x="252" y="288"/>
                  </a:lnTo>
                  <a:lnTo>
                    <a:pt x="252" y="276"/>
                  </a:lnTo>
                  <a:lnTo>
                    <a:pt x="258" y="270"/>
                  </a:lnTo>
                  <a:lnTo>
                    <a:pt x="264" y="258"/>
                  </a:lnTo>
                  <a:lnTo>
                    <a:pt x="270" y="252"/>
                  </a:lnTo>
                  <a:lnTo>
                    <a:pt x="276" y="240"/>
                  </a:lnTo>
                  <a:lnTo>
                    <a:pt x="276" y="228"/>
                  </a:lnTo>
                  <a:lnTo>
                    <a:pt x="282" y="216"/>
                  </a:lnTo>
                  <a:lnTo>
                    <a:pt x="282" y="204"/>
                  </a:lnTo>
                  <a:lnTo>
                    <a:pt x="288" y="198"/>
                  </a:lnTo>
                  <a:lnTo>
                    <a:pt x="288" y="192"/>
                  </a:lnTo>
                  <a:lnTo>
                    <a:pt x="300" y="192"/>
                  </a:lnTo>
                  <a:lnTo>
                    <a:pt x="300" y="198"/>
                  </a:lnTo>
                  <a:lnTo>
                    <a:pt x="306" y="198"/>
                  </a:lnTo>
                  <a:lnTo>
                    <a:pt x="306" y="192"/>
                  </a:lnTo>
                  <a:lnTo>
                    <a:pt x="288" y="174"/>
                  </a:lnTo>
                  <a:lnTo>
                    <a:pt x="288" y="144"/>
                  </a:lnTo>
                  <a:lnTo>
                    <a:pt x="294" y="132"/>
                  </a:lnTo>
                  <a:lnTo>
                    <a:pt x="294" y="126"/>
                  </a:lnTo>
                  <a:lnTo>
                    <a:pt x="300" y="12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97" name="Ukraine" descr="© INSCALE GmbH, 05.05.2010&#10;http://www.presentationload.com/">
              <a:extLst>
                <a:ext uri="{FF2B5EF4-FFF2-40B4-BE49-F238E27FC236}">
                  <a16:creationId xmlns:a16="http://schemas.microsoft.com/office/drawing/2014/main" id="{5770D693-D21B-44B0-93E1-612396EF9EEB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219229" y="1623799"/>
              <a:ext cx="369633" cy="205510"/>
            </a:xfrm>
            <a:custGeom>
              <a:avLst/>
              <a:gdLst>
                <a:gd name="T0" fmla="*/ 2147483647 w 1116"/>
                <a:gd name="T1" fmla="*/ 2147483647 h 624"/>
                <a:gd name="T2" fmla="*/ 2147483647 w 1116"/>
                <a:gd name="T3" fmla="*/ 2147483647 h 624"/>
                <a:gd name="T4" fmla="*/ 2147483647 w 1116"/>
                <a:gd name="T5" fmla="*/ 2147483647 h 624"/>
                <a:gd name="T6" fmla="*/ 2147483647 w 1116"/>
                <a:gd name="T7" fmla="*/ 2147483647 h 624"/>
                <a:gd name="T8" fmla="*/ 2147483647 w 1116"/>
                <a:gd name="T9" fmla="*/ 2147483647 h 624"/>
                <a:gd name="T10" fmla="*/ 2147483647 w 1116"/>
                <a:gd name="T11" fmla="*/ 2147483647 h 624"/>
                <a:gd name="T12" fmla="*/ 2147483647 w 1116"/>
                <a:gd name="T13" fmla="*/ 2147483647 h 624"/>
                <a:gd name="T14" fmla="*/ 2147483647 w 1116"/>
                <a:gd name="T15" fmla="*/ 2147483647 h 624"/>
                <a:gd name="T16" fmla="*/ 2147483647 w 1116"/>
                <a:gd name="T17" fmla="*/ 2147483647 h 624"/>
                <a:gd name="T18" fmla="*/ 2147483647 w 1116"/>
                <a:gd name="T19" fmla="*/ 2147483647 h 624"/>
                <a:gd name="T20" fmla="*/ 2147483647 w 1116"/>
                <a:gd name="T21" fmla="*/ 2147483647 h 624"/>
                <a:gd name="T22" fmla="*/ 2147483647 w 1116"/>
                <a:gd name="T23" fmla="*/ 2147483647 h 624"/>
                <a:gd name="T24" fmla="*/ 2147483647 w 1116"/>
                <a:gd name="T25" fmla="*/ 2147483647 h 624"/>
                <a:gd name="T26" fmla="*/ 2147483647 w 1116"/>
                <a:gd name="T27" fmla="*/ 2147483647 h 624"/>
                <a:gd name="T28" fmla="*/ 2147483647 w 1116"/>
                <a:gd name="T29" fmla="*/ 2147483647 h 624"/>
                <a:gd name="T30" fmla="*/ 2147483647 w 1116"/>
                <a:gd name="T31" fmla="*/ 2147483647 h 624"/>
                <a:gd name="T32" fmla="*/ 2147483647 w 1116"/>
                <a:gd name="T33" fmla="*/ 2147483647 h 624"/>
                <a:gd name="T34" fmla="*/ 2147483647 w 1116"/>
                <a:gd name="T35" fmla="*/ 2147483647 h 624"/>
                <a:gd name="T36" fmla="*/ 2147483647 w 1116"/>
                <a:gd name="T37" fmla="*/ 2147483647 h 624"/>
                <a:gd name="T38" fmla="*/ 2147483647 w 1116"/>
                <a:gd name="T39" fmla="*/ 2147483647 h 624"/>
                <a:gd name="T40" fmla="*/ 2147483647 w 1116"/>
                <a:gd name="T41" fmla="*/ 2147483647 h 624"/>
                <a:gd name="T42" fmla="*/ 2147483647 w 1116"/>
                <a:gd name="T43" fmla="*/ 2147483647 h 624"/>
                <a:gd name="T44" fmla="*/ 2147483647 w 1116"/>
                <a:gd name="T45" fmla="*/ 2147483647 h 624"/>
                <a:gd name="T46" fmla="*/ 2147483647 w 1116"/>
                <a:gd name="T47" fmla="*/ 2147483647 h 624"/>
                <a:gd name="T48" fmla="*/ 2147483647 w 1116"/>
                <a:gd name="T49" fmla="*/ 2147483647 h 624"/>
                <a:gd name="T50" fmla="*/ 2147483647 w 1116"/>
                <a:gd name="T51" fmla="*/ 2147483647 h 624"/>
                <a:gd name="T52" fmla="*/ 2147483647 w 1116"/>
                <a:gd name="T53" fmla="*/ 2147483647 h 624"/>
                <a:gd name="T54" fmla="*/ 2147483647 w 1116"/>
                <a:gd name="T55" fmla="*/ 2147483647 h 624"/>
                <a:gd name="T56" fmla="*/ 2147483647 w 1116"/>
                <a:gd name="T57" fmla="*/ 2147483647 h 624"/>
                <a:gd name="T58" fmla="*/ 2147483647 w 1116"/>
                <a:gd name="T59" fmla="*/ 2147483647 h 624"/>
                <a:gd name="T60" fmla="*/ 2147483647 w 1116"/>
                <a:gd name="T61" fmla="*/ 2147483647 h 624"/>
                <a:gd name="T62" fmla="*/ 2147483647 w 1116"/>
                <a:gd name="T63" fmla="*/ 2147483647 h 624"/>
                <a:gd name="T64" fmla="*/ 2147483647 w 1116"/>
                <a:gd name="T65" fmla="*/ 2147483647 h 624"/>
                <a:gd name="T66" fmla="*/ 2147483647 w 1116"/>
                <a:gd name="T67" fmla="*/ 2147483647 h 624"/>
                <a:gd name="T68" fmla="*/ 2147483647 w 1116"/>
                <a:gd name="T69" fmla="*/ 2147483647 h 624"/>
                <a:gd name="T70" fmla="*/ 2147483647 w 1116"/>
                <a:gd name="T71" fmla="*/ 2147483647 h 624"/>
                <a:gd name="T72" fmla="*/ 2147483647 w 1116"/>
                <a:gd name="T73" fmla="*/ 2147483647 h 624"/>
                <a:gd name="T74" fmla="*/ 2147483647 w 1116"/>
                <a:gd name="T75" fmla="*/ 2147483647 h 624"/>
                <a:gd name="T76" fmla="*/ 2147483647 w 1116"/>
                <a:gd name="T77" fmla="*/ 2147483647 h 624"/>
                <a:gd name="T78" fmla="*/ 2147483647 w 1116"/>
                <a:gd name="T79" fmla="*/ 2147483647 h 624"/>
                <a:gd name="T80" fmla="*/ 2147483647 w 1116"/>
                <a:gd name="T81" fmla="*/ 2147483647 h 624"/>
                <a:gd name="T82" fmla="*/ 2147483647 w 1116"/>
                <a:gd name="T83" fmla="*/ 2147483647 h 624"/>
                <a:gd name="T84" fmla="*/ 2147483647 w 1116"/>
                <a:gd name="T85" fmla="*/ 2147483647 h 624"/>
                <a:gd name="T86" fmla="*/ 2147483647 w 1116"/>
                <a:gd name="T87" fmla="*/ 2147483647 h 624"/>
                <a:gd name="T88" fmla="*/ 2147483647 w 1116"/>
                <a:gd name="T89" fmla="*/ 0 h 624"/>
                <a:gd name="T90" fmla="*/ 2147483647 w 1116"/>
                <a:gd name="T91" fmla="*/ 2147483647 h 624"/>
                <a:gd name="T92" fmla="*/ 2147483647 w 1116"/>
                <a:gd name="T93" fmla="*/ 2147483647 h 624"/>
                <a:gd name="T94" fmla="*/ 2147483647 w 1116"/>
                <a:gd name="T95" fmla="*/ 2147483647 h 624"/>
                <a:gd name="T96" fmla="*/ 2147483647 w 1116"/>
                <a:gd name="T97" fmla="*/ 2147483647 h 624"/>
                <a:gd name="T98" fmla="*/ 2147483647 w 1116"/>
                <a:gd name="T99" fmla="*/ 2147483647 h 624"/>
                <a:gd name="T100" fmla="*/ 2147483647 w 1116"/>
                <a:gd name="T101" fmla="*/ 2147483647 h 624"/>
                <a:gd name="T102" fmla="*/ 2147483647 w 1116"/>
                <a:gd name="T103" fmla="*/ 2147483647 h 624"/>
                <a:gd name="T104" fmla="*/ 2147483647 w 1116"/>
                <a:gd name="T105" fmla="*/ 2147483647 h 624"/>
                <a:gd name="T106" fmla="*/ 2147483647 w 1116"/>
                <a:gd name="T107" fmla="*/ 2147483647 h 624"/>
                <a:gd name="T108" fmla="*/ 2147483647 w 1116"/>
                <a:gd name="T109" fmla="*/ 2147483647 h 624"/>
                <a:gd name="T110" fmla="*/ 2147483647 w 1116"/>
                <a:gd name="T111" fmla="*/ 2147483647 h 624"/>
                <a:gd name="T112" fmla="*/ 2147483647 w 1116"/>
                <a:gd name="T113" fmla="*/ 2147483647 h 624"/>
                <a:gd name="T114" fmla="*/ 2147483647 w 1116"/>
                <a:gd name="T115" fmla="*/ 2147483647 h 624"/>
                <a:gd name="T116" fmla="*/ 2147483647 w 1116"/>
                <a:gd name="T117" fmla="*/ 2147483647 h 6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16"/>
                <a:gd name="T178" fmla="*/ 0 h 624"/>
                <a:gd name="T179" fmla="*/ 1116 w 1116"/>
                <a:gd name="T180" fmla="*/ 624 h 6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16" h="624">
                  <a:moveTo>
                    <a:pt x="24" y="324"/>
                  </a:moveTo>
                  <a:lnTo>
                    <a:pt x="30" y="324"/>
                  </a:lnTo>
                  <a:lnTo>
                    <a:pt x="36" y="330"/>
                  </a:lnTo>
                  <a:lnTo>
                    <a:pt x="48" y="330"/>
                  </a:lnTo>
                  <a:lnTo>
                    <a:pt x="54" y="336"/>
                  </a:lnTo>
                  <a:lnTo>
                    <a:pt x="78" y="336"/>
                  </a:lnTo>
                  <a:lnTo>
                    <a:pt x="84" y="342"/>
                  </a:lnTo>
                  <a:lnTo>
                    <a:pt x="108" y="342"/>
                  </a:lnTo>
                  <a:lnTo>
                    <a:pt x="114" y="348"/>
                  </a:lnTo>
                  <a:lnTo>
                    <a:pt x="126" y="342"/>
                  </a:lnTo>
                  <a:lnTo>
                    <a:pt x="132" y="342"/>
                  </a:lnTo>
                  <a:lnTo>
                    <a:pt x="144" y="336"/>
                  </a:lnTo>
                  <a:lnTo>
                    <a:pt x="150" y="336"/>
                  </a:lnTo>
                  <a:lnTo>
                    <a:pt x="174" y="360"/>
                  </a:lnTo>
                  <a:lnTo>
                    <a:pt x="186" y="360"/>
                  </a:lnTo>
                  <a:lnTo>
                    <a:pt x="198" y="348"/>
                  </a:lnTo>
                  <a:lnTo>
                    <a:pt x="198" y="342"/>
                  </a:lnTo>
                  <a:lnTo>
                    <a:pt x="222" y="348"/>
                  </a:lnTo>
                  <a:lnTo>
                    <a:pt x="228" y="336"/>
                  </a:lnTo>
                  <a:lnTo>
                    <a:pt x="234" y="342"/>
                  </a:lnTo>
                  <a:lnTo>
                    <a:pt x="252" y="342"/>
                  </a:lnTo>
                  <a:lnTo>
                    <a:pt x="258" y="336"/>
                  </a:lnTo>
                  <a:lnTo>
                    <a:pt x="258" y="330"/>
                  </a:lnTo>
                  <a:lnTo>
                    <a:pt x="270" y="318"/>
                  </a:lnTo>
                  <a:lnTo>
                    <a:pt x="282" y="318"/>
                  </a:lnTo>
                  <a:lnTo>
                    <a:pt x="288" y="306"/>
                  </a:lnTo>
                  <a:lnTo>
                    <a:pt x="294" y="306"/>
                  </a:lnTo>
                  <a:lnTo>
                    <a:pt x="306" y="312"/>
                  </a:lnTo>
                  <a:lnTo>
                    <a:pt x="318" y="312"/>
                  </a:lnTo>
                  <a:lnTo>
                    <a:pt x="318" y="306"/>
                  </a:lnTo>
                  <a:lnTo>
                    <a:pt x="324" y="306"/>
                  </a:lnTo>
                  <a:lnTo>
                    <a:pt x="336" y="300"/>
                  </a:lnTo>
                  <a:lnTo>
                    <a:pt x="342" y="300"/>
                  </a:lnTo>
                  <a:lnTo>
                    <a:pt x="354" y="312"/>
                  </a:lnTo>
                  <a:lnTo>
                    <a:pt x="360" y="312"/>
                  </a:lnTo>
                  <a:lnTo>
                    <a:pt x="360" y="318"/>
                  </a:lnTo>
                  <a:lnTo>
                    <a:pt x="402" y="318"/>
                  </a:lnTo>
                  <a:lnTo>
                    <a:pt x="408" y="324"/>
                  </a:lnTo>
                  <a:lnTo>
                    <a:pt x="408" y="336"/>
                  </a:lnTo>
                  <a:lnTo>
                    <a:pt x="426" y="336"/>
                  </a:lnTo>
                  <a:lnTo>
                    <a:pt x="438" y="342"/>
                  </a:lnTo>
                  <a:lnTo>
                    <a:pt x="444" y="348"/>
                  </a:lnTo>
                  <a:lnTo>
                    <a:pt x="450" y="360"/>
                  </a:lnTo>
                  <a:lnTo>
                    <a:pt x="444" y="366"/>
                  </a:lnTo>
                  <a:lnTo>
                    <a:pt x="444" y="390"/>
                  </a:lnTo>
                  <a:lnTo>
                    <a:pt x="456" y="384"/>
                  </a:lnTo>
                  <a:lnTo>
                    <a:pt x="462" y="384"/>
                  </a:lnTo>
                  <a:lnTo>
                    <a:pt x="468" y="390"/>
                  </a:lnTo>
                  <a:lnTo>
                    <a:pt x="462" y="396"/>
                  </a:lnTo>
                  <a:lnTo>
                    <a:pt x="462" y="414"/>
                  </a:lnTo>
                  <a:lnTo>
                    <a:pt x="474" y="414"/>
                  </a:lnTo>
                  <a:lnTo>
                    <a:pt x="480" y="420"/>
                  </a:lnTo>
                  <a:lnTo>
                    <a:pt x="492" y="420"/>
                  </a:lnTo>
                  <a:lnTo>
                    <a:pt x="498" y="426"/>
                  </a:lnTo>
                  <a:lnTo>
                    <a:pt x="498" y="456"/>
                  </a:lnTo>
                  <a:lnTo>
                    <a:pt x="492" y="456"/>
                  </a:lnTo>
                  <a:lnTo>
                    <a:pt x="480" y="462"/>
                  </a:lnTo>
                  <a:lnTo>
                    <a:pt x="462" y="462"/>
                  </a:lnTo>
                  <a:lnTo>
                    <a:pt x="456" y="456"/>
                  </a:lnTo>
                  <a:lnTo>
                    <a:pt x="438" y="456"/>
                  </a:lnTo>
                  <a:lnTo>
                    <a:pt x="432" y="462"/>
                  </a:lnTo>
                  <a:lnTo>
                    <a:pt x="432" y="468"/>
                  </a:lnTo>
                  <a:lnTo>
                    <a:pt x="438" y="468"/>
                  </a:lnTo>
                  <a:lnTo>
                    <a:pt x="450" y="474"/>
                  </a:lnTo>
                  <a:lnTo>
                    <a:pt x="456" y="480"/>
                  </a:lnTo>
                  <a:lnTo>
                    <a:pt x="438" y="492"/>
                  </a:lnTo>
                  <a:lnTo>
                    <a:pt x="432" y="498"/>
                  </a:lnTo>
                  <a:lnTo>
                    <a:pt x="420" y="504"/>
                  </a:lnTo>
                  <a:lnTo>
                    <a:pt x="414" y="504"/>
                  </a:lnTo>
                  <a:lnTo>
                    <a:pt x="414" y="516"/>
                  </a:lnTo>
                  <a:lnTo>
                    <a:pt x="420" y="522"/>
                  </a:lnTo>
                  <a:lnTo>
                    <a:pt x="420" y="534"/>
                  </a:lnTo>
                  <a:lnTo>
                    <a:pt x="396" y="540"/>
                  </a:lnTo>
                  <a:lnTo>
                    <a:pt x="390" y="528"/>
                  </a:lnTo>
                  <a:lnTo>
                    <a:pt x="390" y="516"/>
                  </a:lnTo>
                  <a:lnTo>
                    <a:pt x="390" y="528"/>
                  </a:lnTo>
                  <a:lnTo>
                    <a:pt x="396" y="540"/>
                  </a:lnTo>
                  <a:lnTo>
                    <a:pt x="396" y="546"/>
                  </a:lnTo>
                  <a:lnTo>
                    <a:pt x="408" y="552"/>
                  </a:lnTo>
                  <a:lnTo>
                    <a:pt x="438" y="552"/>
                  </a:lnTo>
                  <a:lnTo>
                    <a:pt x="444" y="546"/>
                  </a:lnTo>
                  <a:lnTo>
                    <a:pt x="450" y="546"/>
                  </a:lnTo>
                  <a:lnTo>
                    <a:pt x="456" y="540"/>
                  </a:lnTo>
                  <a:lnTo>
                    <a:pt x="474" y="540"/>
                  </a:lnTo>
                  <a:lnTo>
                    <a:pt x="480" y="534"/>
                  </a:lnTo>
                  <a:lnTo>
                    <a:pt x="486" y="534"/>
                  </a:lnTo>
                  <a:lnTo>
                    <a:pt x="480" y="528"/>
                  </a:lnTo>
                  <a:lnTo>
                    <a:pt x="486" y="528"/>
                  </a:lnTo>
                  <a:lnTo>
                    <a:pt x="492" y="522"/>
                  </a:lnTo>
                  <a:lnTo>
                    <a:pt x="510" y="516"/>
                  </a:lnTo>
                  <a:lnTo>
                    <a:pt x="522" y="510"/>
                  </a:lnTo>
                  <a:lnTo>
                    <a:pt x="528" y="504"/>
                  </a:lnTo>
                  <a:lnTo>
                    <a:pt x="534" y="492"/>
                  </a:lnTo>
                  <a:lnTo>
                    <a:pt x="540" y="486"/>
                  </a:lnTo>
                  <a:lnTo>
                    <a:pt x="546" y="474"/>
                  </a:lnTo>
                  <a:lnTo>
                    <a:pt x="552" y="468"/>
                  </a:lnTo>
                  <a:lnTo>
                    <a:pt x="552" y="462"/>
                  </a:lnTo>
                  <a:lnTo>
                    <a:pt x="582" y="450"/>
                  </a:lnTo>
                  <a:lnTo>
                    <a:pt x="600" y="438"/>
                  </a:lnTo>
                  <a:lnTo>
                    <a:pt x="612" y="444"/>
                  </a:lnTo>
                  <a:lnTo>
                    <a:pt x="624" y="444"/>
                  </a:lnTo>
                  <a:lnTo>
                    <a:pt x="636" y="450"/>
                  </a:lnTo>
                  <a:lnTo>
                    <a:pt x="654" y="450"/>
                  </a:lnTo>
                  <a:lnTo>
                    <a:pt x="666" y="438"/>
                  </a:lnTo>
                  <a:lnTo>
                    <a:pt x="648" y="462"/>
                  </a:lnTo>
                  <a:lnTo>
                    <a:pt x="624" y="462"/>
                  </a:lnTo>
                  <a:lnTo>
                    <a:pt x="630" y="468"/>
                  </a:lnTo>
                  <a:lnTo>
                    <a:pt x="642" y="474"/>
                  </a:lnTo>
                  <a:lnTo>
                    <a:pt x="654" y="486"/>
                  </a:lnTo>
                  <a:lnTo>
                    <a:pt x="726" y="486"/>
                  </a:lnTo>
                  <a:lnTo>
                    <a:pt x="738" y="504"/>
                  </a:lnTo>
                  <a:lnTo>
                    <a:pt x="726" y="510"/>
                  </a:lnTo>
                  <a:lnTo>
                    <a:pt x="720" y="516"/>
                  </a:lnTo>
                  <a:lnTo>
                    <a:pt x="684" y="534"/>
                  </a:lnTo>
                  <a:lnTo>
                    <a:pt x="678" y="540"/>
                  </a:lnTo>
                  <a:lnTo>
                    <a:pt x="678" y="546"/>
                  </a:lnTo>
                  <a:lnTo>
                    <a:pt x="684" y="546"/>
                  </a:lnTo>
                  <a:lnTo>
                    <a:pt x="690" y="552"/>
                  </a:lnTo>
                  <a:lnTo>
                    <a:pt x="720" y="552"/>
                  </a:lnTo>
                  <a:lnTo>
                    <a:pt x="732" y="558"/>
                  </a:lnTo>
                  <a:lnTo>
                    <a:pt x="744" y="570"/>
                  </a:lnTo>
                  <a:lnTo>
                    <a:pt x="744" y="594"/>
                  </a:lnTo>
                  <a:lnTo>
                    <a:pt x="738" y="606"/>
                  </a:lnTo>
                  <a:lnTo>
                    <a:pt x="738" y="618"/>
                  </a:lnTo>
                  <a:lnTo>
                    <a:pt x="756" y="618"/>
                  </a:lnTo>
                  <a:lnTo>
                    <a:pt x="768" y="624"/>
                  </a:lnTo>
                  <a:lnTo>
                    <a:pt x="780" y="624"/>
                  </a:lnTo>
                  <a:lnTo>
                    <a:pt x="780" y="618"/>
                  </a:lnTo>
                  <a:lnTo>
                    <a:pt x="792" y="606"/>
                  </a:lnTo>
                  <a:lnTo>
                    <a:pt x="804" y="600"/>
                  </a:lnTo>
                  <a:lnTo>
                    <a:pt x="810" y="594"/>
                  </a:lnTo>
                  <a:lnTo>
                    <a:pt x="840" y="594"/>
                  </a:lnTo>
                  <a:lnTo>
                    <a:pt x="858" y="576"/>
                  </a:lnTo>
                  <a:lnTo>
                    <a:pt x="858" y="570"/>
                  </a:lnTo>
                  <a:lnTo>
                    <a:pt x="864" y="564"/>
                  </a:lnTo>
                  <a:lnTo>
                    <a:pt x="870" y="564"/>
                  </a:lnTo>
                  <a:lnTo>
                    <a:pt x="882" y="576"/>
                  </a:lnTo>
                  <a:lnTo>
                    <a:pt x="918" y="570"/>
                  </a:lnTo>
                  <a:lnTo>
                    <a:pt x="918" y="552"/>
                  </a:lnTo>
                  <a:lnTo>
                    <a:pt x="930" y="540"/>
                  </a:lnTo>
                  <a:lnTo>
                    <a:pt x="900" y="540"/>
                  </a:lnTo>
                  <a:lnTo>
                    <a:pt x="894" y="546"/>
                  </a:lnTo>
                  <a:lnTo>
                    <a:pt x="882" y="552"/>
                  </a:lnTo>
                  <a:lnTo>
                    <a:pt x="852" y="552"/>
                  </a:lnTo>
                  <a:lnTo>
                    <a:pt x="846" y="546"/>
                  </a:lnTo>
                  <a:lnTo>
                    <a:pt x="834" y="540"/>
                  </a:lnTo>
                  <a:lnTo>
                    <a:pt x="828" y="534"/>
                  </a:lnTo>
                  <a:lnTo>
                    <a:pt x="828" y="522"/>
                  </a:lnTo>
                  <a:lnTo>
                    <a:pt x="822" y="516"/>
                  </a:lnTo>
                  <a:lnTo>
                    <a:pt x="810" y="516"/>
                  </a:lnTo>
                  <a:lnTo>
                    <a:pt x="786" y="498"/>
                  </a:lnTo>
                  <a:lnTo>
                    <a:pt x="750" y="492"/>
                  </a:lnTo>
                  <a:lnTo>
                    <a:pt x="744" y="480"/>
                  </a:lnTo>
                  <a:lnTo>
                    <a:pt x="810" y="480"/>
                  </a:lnTo>
                  <a:lnTo>
                    <a:pt x="822" y="474"/>
                  </a:lnTo>
                  <a:lnTo>
                    <a:pt x="834" y="462"/>
                  </a:lnTo>
                  <a:lnTo>
                    <a:pt x="846" y="468"/>
                  </a:lnTo>
                  <a:lnTo>
                    <a:pt x="852" y="462"/>
                  </a:lnTo>
                  <a:lnTo>
                    <a:pt x="864" y="456"/>
                  </a:lnTo>
                  <a:lnTo>
                    <a:pt x="870" y="450"/>
                  </a:lnTo>
                  <a:lnTo>
                    <a:pt x="882" y="444"/>
                  </a:lnTo>
                  <a:lnTo>
                    <a:pt x="906" y="444"/>
                  </a:lnTo>
                  <a:lnTo>
                    <a:pt x="918" y="438"/>
                  </a:lnTo>
                  <a:lnTo>
                    <a:pt x="930" y="438"/>
                  </a:lnTo>
                  <a:lnTo>
                    <a:pt x="978" y="408"/>
                  </a:lnTo>
                  <a:lnTo>
                    <a:pt x="1014" y="408"/>
                  </a:lnTo>
                  <a:lnTo>
                    <a:pt x="1014" y="372"/>
                  </a:lnTo>
                  <a:lnTo>
                    <a:pt x="1032" y="372"/>
                  </a:lnTo>
                  <a:lnTo>
                    <a:pt x="1038" y="366"/>
                  </a:lnTo>
                  <a:lnTo>
                    <a:pt x="1038" y="360"/>
                  </a:lnTo>
                  <a:lnTo>
                    <a:pt x="1050" y="348"/>
                  </a:lnTo>
                  <a:lnTo>
                    <a:pt x="1080" y="348"/>
                  </a:lnTo>
                  <a:lnTo>
                    <a:pt x="1092" y="342"/>
                  </a:lnTo>
                  <a:lnTo>
                    <a:pt x="1104" y="342"/>
                  </a:lnTo>
                  <a:lnTo>
                    <a:pt x="1116" y="330"/>
                  </a:lnTo>
                  <a:lnTo>
                    <a:pt x="1116" y="324"/>
                  </a:lnTo>
                  <a:lnTo>
                    <a:pt x="1110" y="312"/>
                  </a:lnTo>
                  <a:lnTo>
                    <a:pt x="1110" y="300"/>
                  </a:lnTo>
                  <a:lnTo>
                    <a:pt x="1098" y="294"/>
                  </a:lnTo>
                  <a:lnTo>
                    <a:pt x="1086" y="282"/>
                  </a:lnTo>
                  <a:lnTo>
                    <a:pt x="1092" y="276"/>
                  </a:lnTo>
                  <a:lnTo>
                    <a:pt x="1110" y="276"/>
                  </a:lnTo>
                  <a:lnTo>
                    <a:pt x="1116" y="270"/>
                  </a:lnTo>
                  <a:lnTo>
                    <a:pt x="1110" y="264"/>
                  </a:lnTo>
                  <a:lnTo>
                    <a:pt x="1104" y="264"/>
                  </a:lnTo>
                  <a:lnTo>
                    <a:pt x="1098" y="258"/>
                  </a:lnTo>
                  <a:lnTo>
                    <a:pt x="1092" y="258"/>
                  </a:lnTo>
                  <a:lnTo>
                    <a:pt x="1110" y="246"/>
                  </a:lnTo>
                  <a:lnTo>
                    <a:pt x="1110" y="222"/>
                  </a:lnTo>
                  <a:lnTo>
                    <a:pt x="1104" y="216"/>
                  </a:lnTo>
                  <a:lnTo>
                    <a:pt x="1080" y="216"/>
                  </a:lnTo>
                  <a:lnTo>
                    <a:pt x="1062" y="204"/>
                  </a:lnTo>
                  <a:lnTo>
                    <a:pt x="1056" y="198"/>
                  </a:lnTo>
                  <a:lnTo>
                    <a:pt x="1056" y="192"/>
                  </a:lnTo>
                  <a:lnTo>
                    <a:pt x="1014" y="192"/>
                  </a:lnTo>
                  <a:lnTo>
                    <a:pt x="1002" y="186"/>
                  </a:lnTo>
                  <a:lnTo>
                    <a:pt x="996" y="180"/>
                  </a:lnTo>
                  <a:lnTo>
                    <a:pt x="978" y="180"/>
                  </a:lnTo>
                  <a:lnTo>
                    <a:pt x="966" y="186"/>
                  </a:lnTo>
                  <a:lnTo>
                    <a:pt x="942" y="162"/>
                  </a:lnTo>
                  <a:lnTo>
                    <a:pt x="936" y="150"/>
                  </a:lnTo>
                  <a:lnTo>
                    <a:pt x="924" y="150"/>
                  </a:lnTo>
                  <a:lnTo>
                    <a:pt x="918" y="156"/>
                  </a:lnTo>
                  <a:lnTo>
                    <a:pt x="918" y="162"/>
                  </a:lnTo>
                  <a:lnTo>
                    <a:pt x="912" y="156"/>
                  </a:lnTo>
                  <a:lnTo>
                    <a:pt x="864" y="156"/>
                  </a:lnTo>
                  <a:lnTo>
                    <a:pt x="858" y="150"/>
                  </a:lnTo>
                  <a:lnTo>
                    <a:pt x="846" y="150"/>
                  </a:lnTo>
                  <a:lnTo>
                    <a:pt x="840" y="144"/>
                  </a:lnTo>
                  <a:lnTo>
                    <a:pt x="816" y="150"/>
                  </a:lnTo>
                  <a:lnTo>
                    <a:pt x="810" y="150"/>
                  </a:lnTo>
                  <a:lnTo>
                    <a:pt x="798" y="102"/>
                  </a:lnTo>
                  <a:lnTo>
                    <a:pt x="756" y="84"/>
                  </a:lnTo>
                  <a:lnTo>
                    <a:pt x="720" y="84"/>
                  </a:lnTo>
                  <a:lnTo>
                    <a:pt x="720" y="66"/>
                  </a:lnTo>
                  <a:lnTo>
                    <a:pt x="714" y="48"/>
                  </a:lnTo>
                  <a:lnTo>
                    <a:pt x="720" y="48"/>
                  </a:lnTo>
                  <a:lnTo>
                    <a:pt x="726" y="42"/>
                  </a:lnTo>
                  <a:lnTo>
                    <a:pt x="726" y="30"/>
                  </a:lnTo>
                  <a:lnTo>
                    <a:pt x="720" y="30"/>
                  </a:lnTo>
                  <a:lnTo>
                    <a:pt x="708" y="24"/>
                  </a:lnTo>
                  <a:lnTo>
                    <a:pt x="702" y="18"/>
                  </a:lnTo>
                  <a:lnTo>
                    <a:pt x="696" y="18"/>
                  </a:lnTo>
                  <a:lnTo>
                    <a:pt x="690" y="0"/>
                  </a:lnTo>
                  <a:lnTo>
                    <a:pt x="642" y="0"/>
                  </a:lnTo>
                  <a:lnTo>
                    <a:pt x="630" y="6"/>
                  </a:lnTo>
                  <a:lnTo>
                    <a:pt x="600" y="6"/>
                  </a:lnTo>
                  <a:lnTo>
                    <a:pt x="600" y="18"/>
                  </a:lnTo>
                  <a:lnTo>
                    <a:pt x="594" y="24"/>
                  </a:lnTo>
                  <a:lnTo>
                    <a:pt x="558" y="24"/>
                  </a:lnTo>
                  <a:lnTo>
                    <a:pt x="546" y="18"/>
                  </a:lnTo>
                  <a:lnTo>
                    <a:pt x="516" y="18"/>
                  </a:lnTo>
                  <a:lnTo>
                    <a:pt x="510" y="30"/>
                  </a:lnTo>
                  <a:lnTo>
                    <a:pt x="498" y="36"/>
                  </a:lnTo>
                  <a:lnTo>
                    <a:pt x="492" y="42"/>
                  </a:lnTo>
                  <a:lnTo>
                    <a:pt x="486" y="54"/>
                  </a:lnTo>
                  <a:lnTo>
                    <a:pt x="492" y="60"/>
                  </a:lnTo>
                  <a:lnTo>
                    <a:pt x="492" y="72"/>
                  </a:lnTo>
                  <a:lnTo>
                    <a:pt x="486" y="78"/>
                  </a:lnTo>
                  <a:lnTo>
                    <a:pt x="468" y="78"/>
                  </a:lnTo>
                  <a:lnTo>
                    <a:pt x="462" y="72"/>
                  </a:lnTo>
                  <a:lnTo>
                    <a:pt x="438" y="72"/>
                  </a:lnTo>
                  <a:lnTo>
                    <a:pt x="426" y="78"/>
                  </a:lnTo>
                  <a:lnTo>
                    <a:pt x="420" y="78"/>
                  </a:lnTo>
                  <a:lnTo>
                    <a:pt x="420" y="66"/>
                  </a:lnTo>
                  <a:lnTo>
                    <a:pt x="414" y="60"/>
                  </a:lnTo>
                  <a:lnTo>
                    <a:pt x="396" y="60"/>
                  </a:lnTo>
                  <a:lnTo>
                    <a:pt x="390" y="66"/>
                  </a:lnTo>
                  <a:lnTo>
                    <a:pt x="390" y="72"/>
                  </a:lnTo>
                  <a:lnTo>
                    <a:pt x="378" y="60"/>
                  </a:lnTo>
                  <a:lnTo>
                    <a:pt x="366" y="66"/>
                  </a:lnTo>
                  <a:lnTo>
                    <a:pt x="360" y="60"/>
                  </a:lnTo>
                  <a:lnTo>
                    <a:pt x="342" y="66"/>
                  </a:lnTo>
                  <a:lnTo>
                    <a:pt x="336" y="54"/>
                  </a:lnTo>
                  <a:lnTo>
                    <a:pt x="324" y="66"/>
                  </a:lnTo>
                  <a:lnTo>
                    <a:pt x="306" y="54"/>
                  </a:lnTo>
                  <a:lnTo>
                    <a:pt x="300" y="60"/>
                  </a:lnTo>
                  <a:lnTo>
                    <a:pt x="282" y="48"/>
                  </a:lnTo>
                  <a:lnTo>
                    <a:pt x="258" y="42"/>
                  </a:lnTo>
                  <a:lnTo>
                    <a:pt x="222" y="42"/>
                  </a:lnTo>
                  <a:lnTo>
                    <a:pt x="216" y="36"/>
                  </a:lnTo>
                  <a:lnTo>
                    <a:pt x="216" y="30"/>
                  </a:lnTo>
                  <a:lnTo>
                    <a:pt x="168" y="30"/>
                  </a:lnTo>
                  <a:lnTo>
                    <a:pt x="162" y="36"/>
                  </a:lnTo>
                  <a:lnTo>
                    <a:pt x="150" y="42"/>
                  </a:lnTo>
                  <a:lnTo>
                    <a:pt x="114" y="42"/>
                  </a:lnTo>
                  <a:lnTo>
                    <a:pt x="114" y="48"/>
                  </a:lnTo>
                  <a:lnTo>
                    <a:pt x="96" y="66"/>
                  </a:lnTo>
                  <a:lnTo>
                    <a:pt x="78" y="66"/>
                  </a:lnTo>
                  <a:lnTo>
                    <a:pt x="66" y="60"/>
                  </a:lnTo>
                  <a:lnTo>
                    <a:pt x="72" y="78"/>
                  </a:lnTo>
                  <a:lnTo>
                    <a:pt x="90" y="96"/>
                  </a:lnTo>
                  <a:lnTo>
                    <a:pt x="90" y="102"/>
                  </a:lnTo>
                  <a:lnTo>
                    <a:pt x="102" y="108"/>
                  </a:lnTo>
                  <a:lnTo>
                    <a:pt x="108" y="114"/>
                  </a:lnTo>
                  <a:lnTo>
                    <a:pt x="102" y="126"/>
                  </a:lnTo>
                  <a:lnTo>
                    <a:pt x="108" y="132"/>
                  </a:lnTo>
                  <a:lnTo>
                    <a:pt x="108" y="138"/>
                  </a:lnTo>
                  <a:lnTo>
                    <a:pt x="114" y="144"/>
                  </a:lnTo>
                  <a:lnTo>
                    <a:pt x="108" y="150"/>
                  </a:lnTo>
                  <a:lnTo>
                    <a:pt x="102" y="150"/>
                  </a:lnTo>
                  <a:lnTo>
                    <a:pt x="96" y="156"/>
                  </a:lnTo>
                  <a:lnTo>
                    <a:pt x="84" y="156"/>
                  </a:lnTo>
                  <a:lnTo>
                    <a:pt x="30" y="204"/>
                  </a:lnTo>
                  <a:lnTo>
                    <a:pt x="30" y="246"/>
                  </a:lnTo>
                  <a:lnTo>
                    <a:pt x="42" y="258"/>
                  </a:lnTo>
                  <a:lnTo>
                    <a:pt x="18" y="258"/>
                  </a:lnTo>
                  <a:lnTo>
                    <a:pt x="18" y="270"/>
                  </a:lnTo>
                  <a:lnTo>
                    <a:pt x="12" y="276"/>
                  </a:lnTo>
                  <a:lnTo>
                    <a:pt x="12" y="282"/>
                  </a:lnTo>
                  <a:lnTo>
                    <a:pt x="6" y="288"/>
                  </a:lnTo>
                  <a:lnTo>
                    <a:pt x="0" y="288"/>
                  </a:lnTo>
                  <a:lnTo>
                    <a:pt x="0" y="306"/>
                  </a:lnTo>
                  <a:lnTo>
                    <a:pt x="6" y="306"/>
                  </a:lnTo>
                  <a:lnTo>
                    <a:pt x="24" y="32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98" name="Zambia" descr="© INSCALE GmbH, 05.05.2010&#10;http://www.presentationload.com/">
              <a:extLst>
                <a:ext uri="{FF2B5EF4-FFF2-40B4-BE49-F238E27FC236}">
                  <a16:creationId xmlns:a16="http://schemas.microsoft.com/office/drawing/2014/main" id="{78C79DDD-8DC1-484C-8D0F-BA78130F1126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247660" y="3217788"/>
              <a:ext cx="275285" cy="262026"/>
            </a:xfrm>
            <a:custGeom>
              <a:avLst/>
              <a:gdLst>
                <a:gd name="T0" fmla="*/ 2147483647 w 834"/>
                <a:gd name="T1" fmla="*/ 2147483647 h 798"/>
                <a:gd name="T2" fmla="*/ 2147483647 w 834"/>
                <a:gd name="T3" fmla="*/ 2147483647 h 798"/>
                <a:gd name="T4" fmla="*/ 2147483647 w 834"/>
                <a:gd name="T5" fmla="*/ 2147483647 h 798"/>
                <a:gd name="T6" fmla="*/ 2147483647 w 834"/>
                <a:gd name="T7" fmla="*/ 2147483647 h 798"/>
                <a:gd name="T8" fmla="*/ 2147483647 w 834"/>
                <a:gd name="T9" fmla="*/ 2147483647 h 798"/>
                <a:gd name="T10" fmla="*/ 2147483647 w 834"/>
                <a:gd name="T11" fmla="*/ 2147483647 h 798"/>
                <a:gd name="T12" fmla="*/ 2147483647 w 834"/>
                <a:gd name="T13" fmla="*/ 2147483647 h 798"/>
                <a:gd name="T14" fmla="*/ 2147483647 w 834"/>
                <a:gd name="T15" fmla="*/ 2147483647 h 798"/>
                <a:gd name="T16" fmla="*/ 2147483647 w 834"/>
                <a:gd name="T17" fmla="*/ 2147483647 h 798"/>
                <a:gd name="T18" fmla="*/ 2147483647 w 834"/>
                <a:gd name="T19" fmla="*/ 2147483647 h 798"/>
                <a:gd name="T20" fmla="*/ 2147483647 w 834"/>
                <a:gd name="T21" fmla="*/ 2147483647 h 798"/>
                <a:gd name="T22" fmla="*/ 2147483647 w 834"/>
                <a:gd name="T23" fmla="*/ 2147483647 h 798"/>
                <a:gd name="T24" fmla="*/ 2147483647 w 834"/>
                <a:gd name="T25" fmla="*/ 2147483647 h 798"/>
                <a:gd name="T26" fmla="*/ 2147483647 w 834"/>
                <a:gd name="T27" fmla="*/ 2147483647 h 798"/>
                <a:gd name="T28" fmla="*/ 2147483647 w 834"/>
                <a:gd name="T29" fmla="*/ 2147483647 h 798"/>
                <a:gd name="T30" fmla="*/ 2147483647 w 834"/>
                <a:gd name="T31" fmla="*/ 2147483647 h 798"/>
                <a:gd name="T32" fmla="*/ 2147483647 w 834"/>
                <a:gd name="T33" fmla="*/ 2147483647 h 798"/>
                <a:gd name="T34" fmla="*/ 2147483647 w 834"/>
                <a:gd name="T35" fmla="*/ 2147483647 h 798"/>
                <a:gd name="T36" fmla="*/ 2147483647 w 834"/>
                <a:gd name="T37" fmla="*/ 2147483647 h 798"/>
                <a:gd name="T38" fmla="*/ 2147483647 w 834"/>
                <a:gd name="T39" fmla="*/ 2147483647 h 798"/>
                <a:gd name="T40" fmla="*/ 2147483647 w 834"/>
                <a:gd name="T41" fmla="*/ 2147483647 h 798"/>
                <a:gd name="T42" fmla="*/ 2147483647 w 834"/>
                <a:gd name="T43" fmla="*/ 2147483647 h 798"/>
                <a:gd name="T44" fmla="*/ 2147483647 w 834"/>
                <a:gd name="T45" fmla="*/ 2147483647 h 798"/>
                <a:gd name="T46" fmla="*/ 2147483647 w 834"/>
                <a:gd name="T47" fmla="*/ 2147483647 h 798"/>
                <a:gd name="T48" fmla="*/ 2147483647 w 834"/>
                <a:gd name="T49" fmla="*/ 2147483647 h 798"/>
                <a:gd name="T50" fmla="*/ 2147483647 w 834"/>
                <a:gd name="T51" fmla="*/ 2147483647 h 798"/>
                <a:gd name="T52" fmla="*/ 2147483647 w 834"/>
                <a:gd name="T53" fmla="*/ 2147483647 h 798"/>
                <a:gd name="T54" fmla="*/ 2147483647 w 834"/>
                <a:gd name="T55" fmla="*/ 2147483647 h 798"/>
                <a:gd name="T56" fmla="*/ 2147483647 w 834"/>
                <a:gd name="T57" fmla="*/ 2147483647 h 798"/>
                <a:gd name="T58" fmla="*/ 2147483647 w 834"/>
                <a:gd name="T59" fmla="*/ 2147483647 h 798"/>
                <a:gd name="T60" fmla="*/ 2147483647 w 834"/>
                <a:gd name="T61" fmla="*/ 2147483647 h 798"/>
                <a:gd name="T62" fmla="*/ 2147483647 w 834"/>
                <a:gd name="T63" fmla="*/ 2147483647 h 798"/>
                <a:gd name="T64" fmla="*/ 2147483647 w 834"/>
                <a:gd name="T65" fmla="*/ 2147483647 h 798"/>
                <a:gd name="T66" fmla="*/ 2147483647 w 834"/>
                <a:gd name="T67" fmla="*/ 2147483647 h 798"/>
                <a:gd name="T68" fmla="*/ 2147483647 w 834"/>
                <a:gd name="T69" fmla="*/ 2147483647 h 798"/>
                <a:gd name="T70" fmla="*/ 2147483647 w 834"/>
                <a:gd name="T71" fmla="*/ 2147483647 h 798"/>
                <a:gd name="T72" fmla="*/ 2147483647 w 834"/>
                <a:gd name="T73" fmla="*/ 2147483647 h 798"/>
                <a:gd name="T74" fmla="*/ 2147483647 w 834"/>
                <a:gd name="T75" fmla="*/ 2147483647 h 798"/>
                <a:gd name="T76" fmla="*/ 2147483647 w 834"/>
                <a:gd name="T77" fmla="*/ 2147483647 h 798"/>
                <a:gd name="T78" fmla="*/ 2147483647 w 834"/>
                <a:gd name="T79" fmla="*/ 2147483647 h 798"/>
                <a:gd name="T80" fmla="*/ 2147483647 w 834"/>
                <a:gd name="T81" fmla="*/ 2147483647 h 798"/>
                <a:gd name="T82" fmla="*/ 2147483647 w 834"/>
                <a:gd name="T83" fmla="*/ 2147483647 h 798"/>
                <a:gd name="T84" fmla="*/ 2147483647 w 834"/>
                <a:gd name="T85" fmla="*/ 2147483647 h 798"/>
                <a:gd name="T86" fmla="*/ 2147483647 w 834"/>
                <a:gd name="T87" fmla="*/ 2147483647 h 798"/>
                <a:gd name="T88" fmla="*/ 2147483647 w 834"/>
                <a:gd name="T89" fmla="*/ 2147483647 h 798"/>
                <a:gd name="T90" fmla="*/ 2147483647 w 834"/>
                <a:gd name="T91" fmla="*/ 2147483647 h 798"/>
                <a:gd name="T92" fmla="*/ 2147483647 w 834"/>
                <a:gd name="T93" fmla="*/ 2147483647 h 798"/>
                <a:gd name="T94" fmla="*/ 2147483647 w 834"/>
                <a:gd name="T95" fmla="*/ 2147483647 h 798"/>
                <a:gd name="T96" fmla="*/ 2147483647 w 834"/>
                <a:gd name="T97" fmla="*/ 2147483647 h 798"/>
                <a:gd name="T98" fmla="*/ 2147483647 w 834"/>
                <a:gd name="T99" fmla="*/ 2147483647 h 798"/>
                <a:gd name="T100" fmla="*/ 2147483647 w 834"/>
                <a:gd name="T101" fmla="*/ 2147483647 h 798"/>
                <a:gd name="T102" fmla="*/ 2147483647 w 834"/>
                <a:gd name="T103" fmla="*/ 2147483647 h 79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834"/>
                <a:gd name="T157" fmla="*/ 0 h 798"/>
                <a:gd name="T158" fmla="*/ 834 w 834"/>
                <a:gd name="T159" fmla="*/ 798 h 79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834" h="798">
                  <a:moveTo>
                    <a:pt x="822" y="186"/>
                  </a:moveTo>
                  <a:lnTo>
                    <a:pt x="822" y="162"/>
                  </a:lnTo>
                  <a:lnTo>
                    <a:pt x="816" y="168"/>
                  </a:lnTo>
                  <a:lnTo>
                    <a:pt x="810" y="168"/>
                  </a:lnTo>
                  <a:lnTo>
                    <a:pt x="810" y="126"/>
                  </a:lnTo>
                  <a:lnTo>
                    <a:pt x="798" y="114"/>
                  </a:lnTo>
                  <a:lnTo>
                    <a:pt x="786" y="114"/>
                  </a:lnTo>
                  <a:lnTo>
                    <a:pt x="786" y="102"/>
                  </a:lnTo>
                  <a:lnTo>
                    <a:pt x="768" y="90"/>
                  </a:lnTo>
                  <a:lnTo>
                    <a:pt x="750" y="90"/>
                  </a:lnTo>
                  <a:lnTo>
                    <a:pt x="750" y="72"/>
                  </a:lnTo>
                  <a:lnTo>
                    <a:pt x="738" y="78"/>
                  </a:lnTo>
                  <a:lnTo>
                    <a:pt x="726" y="78"/>
                  </a:lnTo>
                  <a:lnTo>
                    <a:pt x="708" y="60"/>
                  </a:lnTo>
                  <a:lnTo>
                    <a:pt x="690" y="60"/>
                  </a:lnTo>
                  <a:lnTo>
                    <a:pt x="684" y="54"/>
                  </a:lnTo>
                  <a:lnTo>
                    <a:pt x="684" y="36"/>
                  </a:lnTo>
                  <a:lnTo>
                    <a:pt x="672" y="42"/>
                  </a:lnTo>
                  <a:lnTo>
                    <a:pt x="654" y="42"/>
                  </a:lnTo>
                  <a:lnTo>
                    <a:pt x="648" y="54"/>
                  </a:lnTo>
                  <a:lnTo>
                    <a:pt x="642" y="60"/>
                  </a:lnTo>
                  <a:lnTo>
                    <a:pt x="636" y="60"/>
                  </a:lnTo>
                  <a:lnTo>
                    <a:pt x="624" y="48"/>
                  </a:lnTo>
                  <a:lnTo>
                    <a:pt x="624" y="36"/>
                  </a:lnTo>
                  <a:lnTo>
                    <a:pt x="618" y="30"/>
                  </a:lnTo>
                  <a:lnTo>
                    <a:pt x="606" y="30"/>
                  </a:lnTo>
                  <a:lnTo>
                    <a:pt x="600" y="24"/>
                  </a:lnTo>
                  <a:lnTo>
                    <a:pt x="594" y="24"/>
                  </a:lnTo>
                  <a:lnTo>
                    <a:pt x="594" y="6"/>
                  </a:lnTo>
                  <a:lnTo>
                    <a:pt x="600" y="0"/>
                  </a:lnTo>
                  <a:lnTo>
                    <a:pt x="576" y="12"/>
                  </a:lnTo>
                  <a:lnTo>
                    <a:pt x="558" y="12"/>
                  </a:lnTo>
                  <a:lnTo>
                    <a:pt x="546" y="18"/>
                  </a:lnTo>
                  <a:lnTo>
                    <a:pt x="528" y="18"/>
                  </a:lnTo>
                  <a:lnTo>
                    <a:pt x="510" y="24"/>
                  </a:lnTo>
                  <a:lnTo>
                    <a:pt x="498" y="24"/>
                  </a:lnTo>
                  <a:lnTo>
                    <a:pt x="498" y="54"/>
                  </a:lnTo>
                  <a:lnTo>
                    <a:pt x="480" y="72"/>
                  </a:lnTo>
                  <a:lnTo>
                    <a:pt x="468" y="78"/>
                  </a:lnTo>
                  <a:lnTo>
                    <a:pt x="462" y="84"/>
                  </a:lnTo>
                  <a:lnTo>
                    <a:pt x="456" y="84"/>
                  </a:lnTo>
                  <a:lnTo>
                    <a:pt x="468" y="96"/>
                  </a:lnTo>
                  <a:lnTo>
                    <a:pt x="468" y="102"/>
                  </a:lnTo>
                  <a:lnTo>
                    <a:pt x="474" y="108"/>
                  </a:lnTo>
                  <a:lnTo>
                    <a:pt x="474" y="114"/>
                  </a:lnTo>
                  <a:lnTo>
                    <a:pt x="480" y="120"/>
                  </a:lnTo>
                  <a:lnTo>
                    <a:pt x="480" y="144"/>
                  </a:lnTo>
                  <a:lnTo>
                    <a:pt x="486" y="162"/>
                  </a:lnTo>
                  <a:lnTo>
                    <a:pt x="486" y="216"/>
                  </a:lnTo>
                  <a:lnTo>
                    <a:pt x="474" y="228"/>
                  </a:lnTo>
                  <a:lnTo>
                    <a:pt x="468" y="240"/>
                  </a:lnTo>
                  <a:lnTo>
                    <a:pt x="462" y="258"/>
                  </a:lnTo>
                  <a:lnTo>
                    <a:pt x="456" y="270"/>
                  </a:lnTo>
                  <a:lnTo>
                    <a:pt x="456" y="294"/>
                  </a:lnTo>
                  <a:lnTo>
                    <a:pt x="468" y="306"/>
                  </a:lnTo>
                  <a:lnTo>
                    <a:pt x="474" y="306"/>
                  </a:lnTo>
                  <a:lnTo>
                    <a:pt x="474" y="312"/>
                  </a:lnTo>
                  <a:lnTo>
                    <a:pt x="480" y="312"/>
                  </a:lnTo>
                  <a:lnTo>
                    <a:pt x="510" y="342"/>
                  </a:lnTo>
                  <a:lnTo>
                    <a:pt x="522" y="348"/>
                  </a:lnTo>
                  <a:lnTo>
                    <a:pt x="528" y="348"/>
                  </a:lnTo>
                  <a:lnTo>
                    <a:pt x="534" y="342"/>
                  </a:lnTo>
                  <a:lnTo>
                    <a:pt x="534" y="324"/>
                  </a:lnTo>
                  <a:lnTo>
                    <a:pt x="558" y="324"/>
                  </a:lnTo>
                  <a:lnTo>
                    <a:pt x="558" y="372"/>
                  </a:lnTo>
                  <a:lnTo>
                    <a:pt x="552" y="408"/>
                  </a:lnTo>
                  <a:lnTo>
                    <a:pt x="546" y="426"/>
                  </a:lnTo>
                  <a:lnTo>
                    <a:pt x="540" y="426"/>
                  </a:lnTo>
                  <a:lnTo>
                    <a:pt x="540" y="420"/>
                  </a:lnTo>
                  <a:lnTo>
                    <a:pt x="534" y="408"/>
                  </a:lnTo>
                  <a:lnTo>
                    <a:pt x="516" y="420"/>
                  </a:lnTo>
                  <a:lnTo>
                    <a:pt x="498" y="420"/>
                  </a:lnTo>
                  <a:lnTo>
                    <a:pt x="498" y="408"/>
                  </a:lnTo>
                  <a:lnTo>
                    <a:pt x="492" y="396"/>
                  </a:lnTo>
                  <a:lnTo>
                    <a:pt x="492" y="384"/>
                  </a:lnTo>
                  <a:lnTo>
                    <a:pt x="480" y="372"/>
                  </a:lnTo>
                  <a:lnTo>
                    <a:pt x="468" y="372"/>
                  </a:lnTo>
                  <a:lnTo>
                    <a:pt x="462" y="360"/>
                  </a:lnTo>
                  <a:lnTo>
                    <a:pt x="462" y="354"/>
                  </a:lnTo>
                  <a:lnTo>
                    <a:pt x="456" y="342"/>
                  </a:lnTo>
                  <a:lnTo>
                    <a:pt x="450" y="336"/>
                  </a:lnTo>
                  <a:lnTo>
                    <a:pt x="444" y="336"/>
                  </a:lnTo>
                  <a:lnTo>
                    <a:pt x="438" y="342"/>
                  </a:lnTo>
                  <a:lnTo>
                    <a:pt x="426" y="342"/>
                  </a:lnTo>
                  <a:lnTo>
                    <a:pt x="426" y="330"/>
                  </a:lnTo>
                  <a:lnTo>
                    <a:pt x="420" y="324"/>
                  </a:lnTo>
                  <a:lnTo>
                    <a:pt x="390" y="324"/>
                  </a:lnTo>
                  <a:lnTo>
                    <a:pt x="390" y="312"/>
                  </a:lnTo>
                  <a:lnTo>
                    <a:pt x="396" y="312"/>
                  </a:lnTo>
                  <a:lnTo>
                    <a:pt x="396" y="300"/>
                  </a:lnTo>
                  <a:lnTo>
                    <a:pt x="384" y="300"/>
                  </a:lnTo>
                  <a:lnTo>
                    <a:pt x="378" y="294"/>
                  </a:lnTo>
                  <a:lnTo>
                    <a:pt x="378" y="282"/>
                  </a:lnTo>
                  <a:lnTo>
                    <a:pt x="366" y="270"/>
                  </a:lnTo>
                  <a:lnTo>
                    <a:pt x="360" y="270"/>
                  </a:lnTo>
                  <a:lnTo>
                    <a:pt x="354" y="276"/>
                  </a:lnTo>
                  <a:lnTo>
                    <a:pt x="354" y="294"/>
                  </a:lnTo>
                  <a:lnTo>
                    <a:pt x="348" y="300"/>
                  </a:lnTo>
                  <a:lnTo>
                    <a:pt x="348" y="306"/>
                  </a:lnTo>
                  <a:lnTo>
                    <a:pt x="330" y="306"/>
                  </a:lnTo>
                  <a:lnTo>
                    <a:pt x="300" y="300"/>
                  </a:lnTo>
                  <a:lnTo>
                    <a:pt x="264" y="294"/>
                  </a:lnTo>
                  <a:lnTo>
                    <a:pt x="246" y="282"/>
                  </a:lnTo>
                  <a:lnTo>
                    <a:pt x="240" y="276"/>
                  </a:lnTo>
                  <a:lnTo>
                    <a:pt x="234" y="264"/>
                  </a:lnTo>
                  <a:lnTo>
                    <a:pt x="234" y="246"/>
                  </a:lnTo>
                  <a:lnTo>
                    <a:pt x="192" y="252"/>
                  </a:lnTo>
                  <a:lnTo>
                    <a:pt x="198" y="258"/>
                  </a:lnTo>
                  <a:lnTo>
                    <a:pt x="198" y="264"/>
                  </a:lnTo>
                  <a:lnTo>
                    <a:pt x="180" y="264"/>
                  </a:lnTo>
                  <a:lnTo>
                    <a:pt x="174" y="258"/>
                  </a:lnTo>
                  <a:lnTo>
                    <a:pt x="174" y="228"/>
                  </a:lnTo>
                  <a:lnTo>
                    <a:pt x="156" y="228"/>
                  </a:lnTo>
                  <a:lnTo>
                    <a:pt x="150" y="216"/>
                  </a:lnTo>
                  <a:lnTo>
                    <a:pt x="144" y="234"/>
                  </a:lnTo>
                  <a:lnTo>
                    <a:pt x="144" y="240"/>
                  </a:lnTo>
                  <a:lnTo>
                    <a:pt x="156" y="252"/>
                  </a:lnTo>
                  <a:lnTo>
                    <a:pt x="156" y="270"/>
                  </a:lnTo>
                  <a:lnTo>
                    <a:pt x="150" y="276"/>
                  </a:lnTo>
                  <a:lnTo>
                    <a:pt x="144" y="276"/>
                  </a:lnTo>
                  <a:lnTo>
                    <a:pt x="144" y="330"/>
                  </a:lnTo>
                  <a:lnTo>
                    <a:pt x="156" y="342"/>
                  </a:lnTo>
                  <a:lnTo>
                    <a:pt x="138" y="348"/>
                  </a:lnTo>
                  <a:lnTo>
                    <a:pt x="138" y="354"/>
                  </a:lnTo>
                  <a:lnTo>
                    <a:pt x="144" y="360"/>
                  </a:lnTo>
                  <a:lnTo>
                    <a:pt x="144" y="384"/>
                  </a:lnTo>
                  <a:lnTo>
                    <a:pt x="132" y="396"/>
                  </a:lnTo>
                  <a:lnTo>
                    <a:pt x="126" y="396"/>
                  </a:lnTo>
                  <a:lnTo>
                    <a:pt x="0" y="390"/>
                  </a:lnTo>
                  <a:lnTo>
                    <a:pt x="0" y="642"/>
                  </a:lnTo>
                  <a:lnTo>
                    <a:pt x="6" y="654"/>
                  </a:lnTo>
                  <a:lnTo>
                    <a:pt x="6" y="672"/>
                  </a:lnTo>
                  <a:lnTo>
                    <a:pt x="96" y="762"/>
                  </a:lnTo>
                  <a:lnTo>
                    <a:pt x="114" y="768"/>
                  </a:lnTo>
                  <a:lnTo>
                    <a:pt x="138" y="756"/>
                  </a:lnTo>
                  <a:lnTo>
                    <a:pt x="144" y="756"/>
                  </a:lnTo>
                  <a:lnTo>
                    <a:pt x="150" y="750"/>
                  </a:lnTo>
                  <a:lnTo>
                    <a:pt x="168" y="750"/>
                  </a:lnTo>
                  <a:lnTo>
                    <a:pt x="174" y="756"/>
                  </a:lnTo>
                  <a:lnTo>
                    <a:pt x="174" y="762"/>
                  </a:lnTo>
                  <a:lnTo>
                    <a:pt x="204" y="756"/>
                  </a:lnTo>
                  <a:lnTo>
                    <a:pt x="222" y="774"/>
                  </a:lnTo>
                  <a:lnTo>
                    <a:pt x="264" y="774"/>
                  </a:lnTo>
                  <a:lnTo>
                    <a:pt x="264" y="780"/>
                  </a:lnTo>
                  <a:lnTo>
                    <a:pt x="276" y="792"/>
                  </a:lnTo>
                  <a:lnTo>
                    <a:pt x="288" y="792"/>
                  </a:lnTo>
                  <a:lnTo>
                    <a:pt x="288" y="780"/>
                  </a:lnTo>
                  <a:lnTo>
                    <a:pt x="300" y="780"/>
                  </a:lnTo>
                  <a:lnTo>
                    <a:pt x="312" y="792"/>
                  </a:lnTo>
                  <a:lnTo>
                    <a:pt x="312" y="798"/>
                  </a:lnTo>
                  <a:lnTo>
                    <a:pt x="330" y="798"/>
                  </a:lnTo>
                  <a:lnTo>
                    <a:pt x="354" y="786"/>
                  </a:lnTo>
                  <a:lnTo>
                    <a:pt x="384" y="756"/>
                  </a:lnTo>
                  <a:lnTo>
                    <a:pt x="390" y="744"/>
                  </a:lnTo>
                  <a:lnTo>
                    <a:pt x="396" y="738"/>
                  </a:lnTo>
                  <a:lnTo>
                    <a:pt x="396" y="732"/>
                  </a:lnTo>
                  <a:lnTo>
                    <a:pt x="402" y="726"/>
                  </a:lnTo>
                  <a:lnTo>
                    <a:pt x="414" y="702"/>
                  </a:lnTo>
                  <a:lnTo>
                    <a:pt x="420" y="696"/>
                  </a:lnTo>
                  <a:lnTo>
                    <a:pt x="432" y="690"/>
                  </a:lnTo>
                  <a:lnTo>
                    <a:pt x="450" y="684"/>
                  </a:lnTo>
                  <a:lnTo>
                    <a:pt x="462" y="678"/>
                  </a:lnTo>
                  <a:lnTo>
                    <a:pt x="474" y="678"/>
                  </a:lnTo>
                  <a:lnTo>
                    <a:pt x="480" y="672"/>
                  </a:lnTo>
                  <a:lnTo>
                    <a:pt x="480" y="636"/>
                  </a:lnTo>
                  <a:lnTo>
                    <a:pt x="504" y="624"/>
                  </a:lnTo>
                  <a:lnTo>
                    <a:pt x="516" y="612"/>
                  </a:lnTo>
                  <a:lnTo>
                    <a:pt x="552" y="600"/>
                  </a:lnTo>
                  <a:lnTo>
                    <a:pt x="588" y="600"/>
                  </a:lnTo>
                  <a:lnTo>
                    <a:pt x="588" y="576"/>
                  </a:lnTo>
                  <a:lnTo>
                    <a:pt x="570" y="558"/>
                  </a:lnTo>
                  <a:lnTo>
                    <a:pt x="582" y="546"/>
                  </a:lnTo>
                  <a:lnTo>
                    <a:pt x="612" y="546"/>
                  </a:lnTo>
                  <a:lnTo>
                    <a:pt x="630" y="528"/>
                  </a:lnTo>
                  <a:lnTo>
                    <a:pt x="642" y="528"/>
                  </a:lnTo>
                  <a:lnTo>
                    <a:pt x="654" y="522"/>
                  </a:lnTo>
                  <a:lnTo>
                    <a:pt x="672" y="522"/>
                  </a:lnTo>
                  <a:lnTo>
                    <a:pt x="690" y="516"/>
                  </a:lnTo>
                  <a:lnTo>
                    <a:pt x="702" y="510"/>
                  </a:lnTo>
                  <a:lnTo>
                    <a:pt x="708" y="510"/>
                  </a:lnTo>
                  <a:lnTo>
                    <a:pt x="732" y="498"/>
                  </a:lnTo>
                  <a:lnTo>
                    <a:pt x="750" y="486"/>
                  </a:lnTo>
                  <a:lnTo>
                    <a:pt x="762" y="480"/>
                  </a:lnTo>
                  <a:lnTo>
                    <a:pt x="780" y="474"/>
                  </a:lnTo>
                  <a:lnTo>
                    <a:pt x="786" y="468"/>
                  </a:lnTo>
                  <a:lnTo>
                    <a:pt x="792" y="468"/>
                  </a:lnTo>
                  <a:lnTo>
                    <a:pt x="780" y="462"/>
                  </a:lnTo>
                  <a:lnTo>
                    <a:pt x="768" y="450"/>
                  </a:lnTo>
                  <a:lnTo>
                    <a:pt x="756" y="444"/>
                  </a:lnTo>
                  <a:lnTo>
                    <a:pt x="756" y="438"/>
                  </a:lnTo>
                  <a:lnTo>
                    <a:pt x="762" y="432"/>
                  </a:lnTo>
                  <a:lnTo>
                    <a:pt x="768" y="420"/>
                  </a:lnTo>
                  <a:lnTo>
                    <a:pt x="774" y="414"/>
                  </a:lnTo>
                  <a:lnTo>
                    <a:pt x="780" y="402"/>
                  </a:lnTo>
                  <a:lnTo>
                    <a:pt x="774" y="366"/>
                  </a:lnTo>
                  <a:lnTo>
                    <a:pt x="780" y="366"/>
                  </a:lnTo>
                  <a:lnTo>
                    <a:pt x="786" y="360"/>
                  </a:lnTo>
                  <a:lnTo>
                    <a:pt x="798" y="354"/>
                  </a:lnTo>
                  <a:lnTo>
                    <a:pt x="816" y="336"/>
                  </a:lnTo>
                  <a:lnTo>
                    <a:pt x="816" y="330"/>
                  </a:lnTo>
                  <a:lnTo>
                    <a:pt x="804" y="330"/>
                  </a:lnTo>
                  <a:lnTo>
                    <a:pt x="804" y="258"/>
                  </a:lnTo>
                  <a:lnTo>
                    <a:pt x="810" y="240"/>
                  </a:lnTo>
                  <a:lnTo>
                    <a:pt x="798" y="234"/>
                  </a:lnTo>
                  <a:lnTo>
                    <a:pt x="798" y="216"/>
                  </a:lnTo>
                  <a:lnTo>
                    <a:pt x="804" y="216"/>
                  </a:lnTo>
                  <a:lnTo>
                    <a:pt x="810" y="210"/>
                  </a:lnTo>
                  <a:lnTo>
                    <a:pt x="834" y="198"/>
                  </a:lnTo>
                  <a:lnTo>
                    <a:pt x="834" y="186"/>
                  </a:lnTo>
                  <a:lnTo>
                    <a:pt x="822" y="18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199" name="Western Sahara" descr="© INSCALE GmbH, 05.05.2010&#10;http://www.presentationload.com/">
              <a:extLst>
                <a:ext uri="{FF2B5EF4-FFF2-40B4-BE49-F238E27FC236}">
                  <a16:creationId xmlns:a16="http://schemas.microsoft.com/office/drawing/2014/main" id="{98A126AF-3AF0-43A4-B27C-4FF6912BAA60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345553" y="2269871"/>
              <a:ext cx="197740" cy="168262"/>
            </a:xfrm>
            <a:custGeom>
              <a:avLst/>
              <a:gdLst>
                <a:gd name="T0" fmla="*/ 2147483647 w 600"/>
                <a:gd name="T1" fmla="*/ 0 h 510"/>
                <a:gd name="T2" fmla="*/ 2147483647 w 600"/>
                <a:gd name="T3" fmla="*/ 0 h 510"/>
                <a:gd name="T4" fmla="*/ 2147483647 w 600"/>
                <a:gd name="T5" fmla="*/ 2147483647 h 510"/>
                <a:gd name="T6" fmla="*/ 2147483647 w 600"/>
                <a:gd name="T7" fmla="*/ 2147483647 h 510"/>
                <a:gd name="T8" fmla="*/ 2147483647 w 600"/>
                <a:gd name="T9" fmla="*/ 2147483647 h 510"/>
                <a:gd name="T10" fmla="*/ 2147483647 w 600"/>
                <a:gd name="T11" fmla="*/ 2147483647 h 510"/>
                <a:gd name="T12" fmla="*/ 2147483647 w 600"/>
                <a:gd name="T13" fmla="*/ 2147483647 h 510"/>
                <a:gd name="T14" fmla="*/ 2147483647 w 600"/>
                <a:gd name="T15" fmla="*/ 2147483647 h 510"/>
                <a:gd name="T16" fmla="*/ 2147483647 w 600"/>
                <a:gd name="T17" fmla="*/ 2147483647 h 510"/>
                <a:gd name="T18" fmla="*/ 2147483647 w 600"/>
                <a:gd name="T19" fmla="*/ 2147483647 h 510"/>
                <a:gd name="T20" fmla="*/ 2147483647 w 600"/>
                <a:gd name="T21" fmla="*/ 2147483647 h 510"/>
                <a:gd name="T22" fmla="*/ 2147483647 w 600"/>
                <a:gd name="T23" fmla="*/ 2147483647 h 510"/>
                <a:gd name="T24" fmla="*/ 2147483647 w 600"/>
                <a:gd name="T25" fmla="*/ 2147483647 h 510"/>
                <a:gd name="T26" fmla="*/ 2147483647 w 600"/>
                <a:gd name="T27" fmla="*/ 2147483647 h 510"/>
                <a:gd name="T28" fmla="*/ 2147483647 w 600"/>
                <a:gd name="T29" fmla="*/ 2147483647 h 510"/>
                <a:gd name="T30" fmla="*/ 2147483647 w 600"/>
                <a:gd name="T31" fmla="*/ 2147483647 h 510"/>
                <a:gd name="T32" fmla="*/ 2147483647 w 600"/>
                <a:gd name="T33" fmla="*/ 2147483647 h 510"/>
                <a:gd name="T34" fmla="*/ 2147483647 w 600"/>
                <a:gd name="T35" fmla="*/ 2147483647 h 510"/>
                <a:gd name="T36" fmla="*/ 2147483647 w 600"/>
                <a:gd name="T37" fmla="*/ 2147483647 h 510"/>
                <a:gd name="T38" fmla="*/ 2147483647 w 600"/>
                <a:gd name="T39" fmla="*/ 2147483647 h 510"/>
                <a:gd name="T40" fmla="*/ 2147483647 w 600"/>
                <a:gd name="T41" fmla="*/ 2147483647 h 510"/>
                <a:gd name="T42" fmla="*/ 2147483647 w 600"/>
                <a:gd name="T43" fmla="*/ 2147483647 h 510"/>
                <a:gd name="T44" fmla="*/ 2147483647 w 600"/>
                <a:gd name="T45" fmla="*/ 2147483647 h 510"/>
                <a:gd name="T46" fmla="*/ 2147483647 w 600"/>
                <a:gd name="T47" fmla="*/ 2147483647 h 510"/>
                <a:gd name="T48" fmla="*/ 2147483647 w 600"/>
                <a:gd name="T49" fmla="*/ 2147483647 h 510"/>
                <a:gd name="T50" fmla="*/ 2147483647 w 600"/>
                <a:gd name="T51" fmla="*/ 2147483647 h 510"/>
                <a:gd name="T52" fmla="*/ 2147483647 w 600"/>
                <a:gd name="T53" fmla="*/ 2147483647 h 510"/>
                <a:gd name="T54" fmla="*/ 2147483647 w 600"/>
                <a:gd name="T55" fmla="*/ 2147483647 h 510"/>
                <a:gd name="T56" fmla="*/ 2147483647 w 600"/>
                <a:gd name="T57" fmla="*/ 2147483647 h 510"/>
                <a:gd name="T58" fmla="*/ 2147483647 w 600"/>
                <a:gd name="T59" fmla="*/ 2147483647 h 510"/>
                <a:gd name="T60" fmla="*/ 2147483647 w 600"/>
                <a:gd name="T61" fmla="*/ 2147483647 h 510"/>
                <a:gd name="T62" fmla="*/ 2147483647 w 600"/>
                <a:gd name="T63" fmla="*/ 2147483647 h 510"/>
                <a:gd name="T64" fmla="*/ 2147483647 w 600"/>
                <a:gd name="T65" fmla="*/ 2147483647 h 510"/>
                <a:gd name="T66" fmla="*/ 2147483647 w 600"/>
                <a:gd name="T67" fmla="*/ 2147483647 h 510"/>
                <a:gd name="T68" fmla="*/ 2147483647 w 600"/>
                <a:gd name="T69" fmla="*/ 2147483647 h 510"/>
                <a:gd name="T70" fmla="*/ 2147483647 w 600"/>
                <a:gd name="T71" fmla="*/ 2147483647 h 510"/>
                <a:gd name="T72" fmla="*/ 2147483647 w 600"/>
                <a:gd name="T73" fmla="*/ 2147483647 h 510"/>
                <a:gd name="T74" fmla="*/ 2147483647 w 600"/>
                <a:gd name="T75" fmla="*/ 2147483647 h 510"/>
                <a:gd name="T76" fmla="*/ 2147483647 w 600"/>
                <a:gd name="T77" fmla="*/ 2147483647 h 510"/>
                <a:gd name="T78" fmla="*/ 0 w 600"/>
                <a:gd name="T79" fmla="*/ 2147483647 h 510"/>
                <a:gd name="T80" fmla="*/ 0 w 600"/>
                <a:gd name="T81" fmla="*/ 2147483647 h 510"/>
                <a:gd name="T82" fmla="*/ 2147483647 w 600"/>
                <a:gd name="T83" fmla="*/ 2147483647 h 510"/>
                <a:gd name="T84" fmla="*/ 2147483647 w 600"/>
                <a:gd name="T85" fmla="*/ 2147483647 h 510"/>
                <a:gd name="T86" fmla="*/ 2147483647 w 600"/>
                <a:gd name="T87" fmla="*/ 2147483647 h 510"/>
                <a:gd name="T88" fmla="*/ 2147483647 w 600"/>
                <a:gd name="T89" fmla="*/ 2147483647 h 510"/>
                <a:gd name="T90" fmla="*/ 2147483647 w 600"/>
                <a:gd name="T91" fmla="*/ 2147483647 h 510"/>
                <a:gd name="T92" fmla="*/ 2147483647 w 600"/>
                <a:gd name="T93" fmla="*/ 2147483647 h 510"/>
                <a:gd name="T94" fmla="*/ 2147483647 w 600"/>
                <a:gd name="T95" fmla="*/ 2147483647 h 510"/>
                <a:gd name="T96" fmla="*/ 2147483647 w 600"/>
                <a:gd name="T97" fmla="*/ 2147483647 h 510"/>
                <a:gd name="T98" fmla="*/ 2147483647 w 600"/>
                <a:gd name="T99" fmla="*/ 2147483647 h 510"/>
                <a:gd name="T100" fmla="*/ 2147483647 w 600"/>
                <a:gd name="T101" fmla="*/ 2147483647 h 510"/>
                <a:gd name="T102" fmla="*/ 2147483647 w 600"/>
                <a:gd name="T103" fmla="*/ 2147483647 h 510"/>
                <a:gd name="T104" fmla="*/ 2147483647 w 600"/>
                <a:gd name="T105" fmla="*/ 2147483647 h 510"/>
                <a:gd name="T106" fmla="*/ 2147483647 w 600"/>
                <a:gd name="T107" fmla="*/ 2147483647 h 510"/>
                <a:gd name="T108" fmla="*/ 2147483647 w 600"/>
                <a:gd name="T109" fmla="*/ 2147483647 h 510"/>
                <a:gd name="T110" fmla="*/ 2147483647 w 600"/>
                <a:gd name="T111" fmla="*/ 2147483647 h 510"/>
                <a:gd name="T112" fmla="*/ 2147483647 w 600"/>
                <a:gd name="T113" fmla="*/ 0 h 510"/>
                <a:gd name="T114" fmla="*/ 2147483647 w 600"/>
                <a:gd name="T115" fmla="*/ 0 h 51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00"/>
                <a:gd name="T175" fmla="*/ 0 h 510"/>
                <a:gd name="T176" fmla="*/ 600 w 600"/>
                <a:gd name="T177" fmla="*/ 510 h 51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00" h="510">
                  <a:moveTo>
                    <a:pt x="546" y="0"/>
                  </a:moveTo>
                  <a:lnTo>
                    <a:pt x="288" y="0"/>
                  </a:lnTo>
                  <a:lnTo>
                    <a:pt x="282" y="6"/>
                  </a:lnTo>
                  <a:lnTo>
                    <a:pt x="270" y="30"/>
                  </a:lnTo>
                  <a:lnTo>
                    <a:pt x="270" y="42"/>
                  </a:lnTo>
                  <a:lnTo>
                    <a:pt x="264" y="54"/>
                  </a:lnTo>
                  <a:lnTo>
                    <a:pt x="264" y="66"/>
                  </a:lnTo>
                  <a:lnTo>
                    <a:pt x="234" y="96"/>
                  </a:lnTo>
                  <a:lnTo>
                    <a:pt x="198" y="96"/>
                  </a:lnTo>
                  <a:lnTo>
                    <a:pt x="186" y="108"/>
                  </a:lnTo>
                  <a:lnTo>
                    <a:pt x="186" y="144"/>
                  </a:lnTo>
                  <a:lnTo>
                    <a:pt x="156" y="174"/>
                  </a:lnTo>
                  <a:lnTo>
                    <a:pt x="156" y="186"/>
                  </a:lnTo>
                  <a:lnTo>
                    <a:pt x="168" y="210"/>
                  </a:lnTo>
                  <a:lnTo>
                    <a:pt x="168" y="222"/>
                  </a:lnTo>
                  <a:lnTo>
                    <a:pt x="156" y="246"/>
                  </a:lnTo>
                  <a:lnTo>
                    <a:pt x="144" y="252"/>
                  </a:lnTo>
                  <a:lnTo>
                    <a:pt x="138" y="252"/>
                  </a:lnTo>
                  <a:lnTo>
                    <a:pt x="132" y="258"/>
                  </a:lnTo>
                  <a:lnTo>
                    <a:pt x="126" y="270"/>
                  </a:lnTo>
                  <a:lnTo>
                    <a:pt x="114" y="282"/>
                  </a:lnTo>
                  <a:lnTo>
                    <a:pt x="102" y="288"/>
                  </a:lnTo>
                  <a:lnTo>
                    <a:pt x="96" y="294"/>
                  </a:lnTo>
                  <a:lnTo>
                    <a:pt x="84" y="300"/>
                  </a:lnTo>
                  <a:lnTo>
                    <a:pt x="78" y="306"/>
                  </a:lnTo>
                  <a:lnTo>
                    <a:pt x="78" y="318"/>
                  </a:lnTo>
                  <a:lnTo>
                    <a:pt x="90" y="324"/>
                  </a:lnTo>
                  <a:lnTo>
                    <a:pt x="78" y="330"/>
                  </a:lnTo>
                  <a:lnTo>
                    <a:pt x="60" y="366"/>
                  </a:lnTo>
                  <a:lnTo>
                    <a:pt x="60" y="384"/>
                  </a:lnTo>
                  <a:lnTo>
                    <a:pt x="48" y="384"/>
                  </a:lnTo>
                  <a:lnTo>
                    <a:pt x="48" y="390"/>
                  </a:lnTo>
                  <a:lnTo>
                    <a:pt x="54" y="396"/>
                  </a:lnTo>
                  <a:lnTo>
                    <a:pt x="54" y="408"/>
                  </a:lnTo>
                  <a:lnTo>
                    <a:pt x="48" y="420"/>
                  </a:lnTo>
                  <a:lnTo>
                    <a:pt x="36" y="426"/>
                  </a:lnTo>
                  <a:lnTo>
                    <a:pt x="24" y="426"/>
                  </a:lnTo>
                  <a:lnTo>
                    <a:pt x="18" y="432"/>
                  </a:lnTo>
                  <a:lnTo>
                    <a:pt x="6" y="456"/>
                  </a:lnTo>
                  <a:lnTo>
                    <a:pt x="0" y="462"/>
                  </a:lnTo>
                  <a:lnTo>
                    <a:pt x="0" y="510"/>
                  </a:lnTo>
                  <a:lnTo>
                    <a:pt x="276" y="510"/>
                  </a:lnTo>
                  <a:lnTo>
                    <a:pt x="282" y="408"/>
                  </a:lnTo>
                  <a:lnTo>
                    <a:pt x="276" y="396"/>
                  </a:lnTo>
                  <a:lnTo>
                    <a:pt x="276" y="378"/>
                  </a:lnTo>
                  <a:lnTo>
                    <a:pt x="282" y="366"/>
                  </a:lnTo>
                  <a:lnTo>
                    <a:pt x="306" y="354"/>
                  </a:lnTo>
                  <a:lnTo>
                    <a:pt x="336" y="354"/>
                  </a:lnTo>
                  <a:lnTo>
                    <a:pt x="348" y="348"/>
                  </a:lnTo>
                  <a:lnTo>
                    <a:pt x="354" y="342"/>
                  </a:lnTo>
                  <a:lnTo>
                    <a:pt x="354" y="150"/>
                  </a:lnTo>
                  <a:lnTo>
                    <a:pt x="366" y="144"/>
                  </a:lnTo>
                  <a:lnTo>
                    <a:pt x="366" y="132"/>
                  </a:lnTo>
                  <a:lnTo>
                    <a:pt x="588" y="126"/>
                  </a:lnTo>
                  <a:lnTo>
                    <a:pt x="588" y="90"/>
                  </a:lnTo>
                  <a:lnTo>
                    <a:pt x="594" y="84"/>
                  </a:lnTo>
                  <a:lnTo>
                    <a:pt x="600" y="0"/>
                  </a:lnTo>
                  <a:lnTo>
                    <a:pt x="546" y="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00" name="West Bank" descr="© INSCALE GmbH, 05.05.2010&#10;http://www.presentationload.com/">
              <a:extLst>
                <a:ext uri="{FF2B5EF4-FFF2-40B4-BE49-F238E27FC236}">
                  <a16:creationId xmlns:a16="http://schemas.microsoft.com/office/drawing/2014/main" id="{8B52928B-0B33-4438-8A00-E9F75626B845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529408" y="2142712"/>
              <a:ext cx="14216" cy="30827"/>
            </a:xfrm>
            <a:custGeom>
              <a:avLst/>
              <a:gdLst>
                <a:gd name="T0" fmla="*/ 2147483647 w 42"/>
                <a:gd name="T1" fmla="*/ 2147483647 h 96"/>
                <a:gd name="T2" fmla="*/ 2147483647 w 42"/>
                <a:gd name="T3" fmla="*/ 2147483647 h 96"/>
                <a:gd name="T4" fmla="*/ 2147483647 w 42"/>
                <a:gd name="T5" fmla="*/ 2147483647 h 96"/>
                <a:gd name="T6" fmla="*/ 2147483647 w 42"/>
                <a:gd name="T7" fmla="*/ 0 h 96"/>
                <a:gd name="T8" fmla="*/ 2147483647 w 42"/>
                <a:gd name="T9" fmla="*/ 0 h 96"/>
                <a:gd name="T10" fmla="*/ 0 w 42"/>
                <a:gd name="T11" fmla="*/ 2147483647 h 96"/>
                <a:gd name="T12" fmla="*/ 0 w 42"/>
                <a:gd name="T13" fmla="*/ 2147483647 h 96"/>
                <a:gd name="T14" fmla="*/ 2147483647 w 42"/>
                <a:gd name="T15" fmla="*/ 2147483647 h 96"/>
                <a:gd name="T16" fmla="*/ 2147483647 w 42"/>
                <a:gd name="T17" fmla="*/ 2147483647 h 96"/>
                <a:gd name="T18" fmla="*/ 2147483647 w 42"/>
                <a:gd name="T19" fmla="*/ 2147483647 h 96"/>
                <a:gd name="T20" fmla="*/ 2147483647 w 42"/>
                <a:gd name="T21" fmla="*/ 2147483647 h 96"/>
                <a:gd name="T22" fmla="*/ 2147483647 w 42"/>
                <a:gd name="T23" fmla="*/ 2147483647 h 9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42"/>
                <a:gd name="T37" fmla="*/ 0 h 96"/>
                <a:gd name="T38" fmla="*/ 42 w 42"/>
                <a:gd name="T39" fmla="*/ 96 h 9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42" h="96">
                  <a:moveTo>
                    <a:pt x="24" y="78"/>
                  </a:moveTo>
                  <a:lnTo>
                    <a:pt x="30" y="84"/>
                  </a:lnTo>
                  <a:lnTo>
                    <a:pt x="42" y="72"/>
                  </a:lnTo>
                  <a:lnTo>
                    <a:pt x="36" y="0"/>
                  </a:lnTo>
                  <a:lnTo>
                    <a:pt x="18" y="0"/>
                  </a:lnTo>
                  <a:lnTo>
                    <a:pt x="0" y="18"/>
                  </a:lnTo>
                  <a:lnTo>
                    <a:pt x="0" y="90"/>
                  </a:lnTo>
                  <a:lnTo>
                    <a:pt x="6" y="96"/>
                  </a:lnTo>
                  <a:lnTo>
                    <a:pt x="12" y="90"/>
                  </a:lnTo>
                  <a:lnTo>
                    <a:pt x="18" y="90"/>
                  </a:lnTo>
                  <a:lnTo>
                    <a:pt x="18" y="84"/>
                  </a:lnTo>
                  <a:lnTo>
                    <a:pt x="24" y="7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01" name="Venezuela" descr="© INSCALE GmbH, 05.05.2010&#10;http://www.presentationload.com/">
              <a:extLst>
                <a:ext uri="{FF2B5EF4-FFF2-40B4-BE49-F238E27FC236}">
                  <a16:creationId xmlns:a16="http://schemas.microsoft.com/office/drawing/2014/main" id="{3F050CE3-379C-46BD-ADE4-F1261AA57D95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2014364" y="2679608"/>
              <a:ext cx="315351" cy="305696"/>
            </a:xfrm>
            <a:custGeom>
              <a:avLst/>
              <a:gdLst>
                <a:gd name="T0" fmla="*/ 2147483647 w 954"/>
                <a:gd name="T1" fmla="*/ 2147483647 h 930"/>
                <a:gd name="T2" fmla="*/ 2147483647 w 954"/>
                <a:gd name="T3" fmla="*/ 2147483647 h 930"/>
                <a:gd name="T4" fmla="*/ 2147483647 w 954"/>
                <a:gd name="T5" fmla="*/ 2147483647 h 930"/>
                <a:gd name="T6" fmla="*/ 2147483647 w 954"/>
                <a:gd name="T7" fmla="*/ 2147483647 h 930"/>
                <a:gd name="T8" fmla="*/ 2147483647 w 954"/>
                <a:gd name="T9" fmla="*/ 2147483647 h 930"/>
                <a:gd name="T10" fmla="*/ 2147483647 w 954"/>
                <a:gd name="T11" fmla="*/ 2147483647 h 930"/>
                <a:gd name="T12" fmla="*/ 2147483647 w 954"/>
                <a:gd name="T13" fmla="*/ 2147483647 h 930"/>
                <a:gd name="T14" fmla="*/ 2147483647 w 954"/>
                <a:gd name="T15" fmla="*/ 2147483647 h 930"/>
                <a:gd name="T16" fmla="*/ 2147483647 w 954"/>
                <a:gd name="T17" fmla="*/ 2147483647 h 930"/>
                <a:gd name="T18" fmla="*/ 2147483647 w 954"/>
                <a:gd name="T19" fmla="*/ 2147483647 h 930"/>
                <a:gd name="T20" fmla="*/ 2147483647 w 954"/>
                <a:gd name="T21" fmla="*/ 2147483647 h 930"/>
                <a:gd name="T22" fmla="*/ 2147483647 w 954"/>
                <a:gd name="T23" fmla="*/ 2147483647 h 930"/>
                <a:gd name="T24" fmla="*/ 2147483647 w 954"/>
                <a:gd name="T25" fmla="*/ 2147483647 h 930"/>
                <a:gd name="T26" fmla="*/ 2147483647 w 954"/>
                <a:gd name="T27" fmla="*/ 2147483647 h 930"/>
                <a:gd name="T28" fmla="*/ 2147483647 w 954"/>
                <a:gd name="T29" fmla="*/ 2147483647 h 930"/>
                <a:gd name="T30" fmla="*/ 2147483647 w 954"/>
                <a:gd name="T31" fmla="*/ 2147483647 h 930"/>
                <a:gd name="T32" fmla="*/ 2147483647 w 954"/>
                <a:gd name="T33" fmla="*/ 2147483647 h 930"/>
                <a:gd name="T34" fmla="*/ 2147483647 w 954"/>
                <a:gd name="T35" fmla="*/ 2147483647 h 930"/>
                <a:gd name="T36" fmla="*/ 2147483647 w 954"/>
                <a:gd name="T37" fmla="*/ 2147483647 h 930"/>
                <a:gd name="T38" fmla="*/ 2147483647 w 954"/>
                <a:gd name="T39" fmla="*/ 2147483647 h 930"/>
                <a:gd name="T40" fmla="*/ 2147483647 w 954"/>
                <a:gd name="T41" fmla="*/ 2147483647 h 930"/>
                <a:gd name="T42" fmla="*/ 2147483647 w 954"/>
                <a:gd name="T43" fmla="*/ 2147483647 h 930"/>
                <a:gd name="T44" fmla="*/ 2147483647 w 954"/>
                <a:gd name="T45" fmla="*/ 2147483647 h 930"/>
                <a:gd name="T46" fmla="*/ 2147483647 w 954"/>
                <a:gd name="T47" fmla="*/ 2147483647 h 930"/>
                <a:gd name="T48" fmla="*/ 2147483647 w 954"/>
                <a:gd name="T49" fmla="*/ 2147483647 h 930"/>
                <a:gd name="T50" fmla="*/ 0 w 954"/>
                <a:gd name="T51" fmla="*/ 2147483647 h 930"/>
                <a:gd name="T52" fmla="*/ 2147483647 w 954"/>
                <a:gd name="T53" fmla="*/ 2147483647 h 930"/>
                <a:gd name="T54" fmla="*/ 2147483647 w 954"/>
                <a:gd name="T55" fmla="*/ 2147483647 h 930"/>
                <a:gd name="T56" fmla="*/ 2147483647 w 954"/>
                <a:gd name="T57" fmla="*/ 2147483647 h 930"/>
                <a:gd name="T58" fmla="*/ 2147483647 w 954"/>
                <a:gd name="T59" fmla="*/ 2147483647 h 930"/>
                <a:gd name="T60" fmla="*/ 2147483647 w 954"/>
                <a:gd name="T61" fmla="*/ 2147483647 h 930"/>
                <a:gd name="T62" fmla="*/ 2147483647 w 954"/>
                <a:gd name="T63" fmla="*/ 2147483647 h 930"/>
                <a:gd name="T64" fmla="*/ 2147483647 w 954"/>
                <a:gd name="T65" fmla="*/ 2147483647 h 930"/>
                <a:gd name="T66" fmla="*/ 2147483647 w 954"/>
                <a:gd name="T67" fmla="*/ 2147483647 h 930"/>
                <a:gd name="T68" fmla="*/ 2147483647 w 954"/>
                <a:gd name="T69" fmla="*/ 2147483647 h 930"/>
                <a:gd name="T70" fmla="*/ 2147483647 w 954"/>
                <a:gd name="T71" fmla="*/ 2147483647 h 930"/>
                <a:gd name="T72" fmla="*/ 2147483647 w 954"/>
                <a:gd name="T73" fmla="*/ 2147483647 h 930"/>
                <a:gd name="T74" fmla="*/ 2147483647 w 954"/>
                <a:gd name="T75" fmla="*/ 2147483647 h 930"/>
                <a:gd name="T76" fmla="*/ 2147483647 w 954"/>
                <a:gd name="T77" fmla="*/ 2147483647 h 930"/>
                <a:gd name="T78" fmla="*/ 2147483647 w 954"/>
                <a:gd name="T79" fmla="*/ 2147483647 h 930"/>
                <a:gd name="T80" fmla="*/ 2147483647 w 954"/>
                <a:gd name="T81" fmla="*/ 2147483647 h 930"/>
                <a:gd name="T82" fmla="*/ 2147483647 w 954"/>
                <a:gd name="T83" fmla="*/ 2147483647 h 930"/>
                <a:gd name="T84" fmla="*/ 2147483647 w 954"/>
                <a:gd name="T85" fmla="*/ 2147483647 h 930"/>
                <a:gd name="T86" fmla="*/ 2147483647 w 954"/>
                <a:gd name="T87" fmla="*/ 2147483647 h 930"/>
                <a:gd name="T88" fmla="*/ 2147483647 w 954"/>
                <a:gd name="T89" fmla="*/ 2147483647 h 930"/>
                <a:gd name="T90" fmla="*/ 2147483647 w 954"/>
                <a:gd name="T91" fmla="*/ 2147483647 h 930"/>
                <a:gd name="T92" fmla="*/ 2147483647 w 954"/>
                <a:gd name="T93" fmla="*/ 2147483647 h 930"/>
                <a:gd name="T94" fmla="*/ 2147483647 w 954"/>
                <a:gd name="T95" fmla="*/ 2147483647 h 930"/>
                <a:gd name="T96" fmla="*/ 2147483647 w 954"/>
                <a:gd name="T97" fmla="*/ 2147483647 h 930"/>
                <a:gd name="T98" fmla="*/ 2147483647 w 954"/>
                <a:gd name="T99" fmla="*/ 2147483647 h 930"/>
                <a:gd name="T100" fmla="*/ 2147483647 w 954"/>
                <a:gd name="T101" fmla="*/ 2147483647 h 930"/>
                <a:gd name="T102" fmla="*/ 2147483647 w 954"/>
                <a:gd name="T103" fmla="*/ 2147483647 h 930"/>
                <a:gd name="T104" fmla="*/ 2147483647 w 954"/>
                <a:gd name="T105" fmla="*/ 2147483647 h 930"/>
                <a:gd name="T106" fmla="*/ 2147483647 w 954"/>
                <a:gd name="T107" fmla="*/ 2147483647 h 930"/>
                <a:gd name="T108" fmla="*/ 2147483647 w 954"/>
                <a:gd name="T109" fmla="*/ 2147483647 h 930"/>
                <a:gd name="T110" fmla="*/ 2147483647 w 954"/>
                <a:gd name="T111" fmla="*/ 2147483647 h 930"/>
                <a:gd name="T112" fmla="*/ 2147483647 w 954"/>
                <a:gd name="T113" fmla="*/ 2147483647 h 930"/>
                <a:gd name="T114" fmla="*/ 2147483647 w 954"/>
                <a:gd name="T115" fmla="*/ 2147483647 h 930"/>
                <a:gd name="T116" fmla="*/ 2147483647 w 954"/>
                <a:gd name="T117" fmla="*/ 2147483647 h 930"/>
                <a:gd name="T118" fmla="*/ 2147483647 w 954"/>
                <a:gd name="T119" fmla="*/ 2147483647 h 93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954"/>
                <a:gd name="T181" fmla="*/ 0 h 930"/>
                <a:gd name="T182" fmla="*/ 954 w 954"/>
                <a:gd name="T183" fmla="*/ 930 h 93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954" h="930">
                  <a:moveTo>
                    <a:pt x="264" y="42"/>
                  </a:moveTo>
                  <a:lnTo>
                    <a:pt x="264" y="12"/>
                  </a:lnTo>
                  <a:lnTo>
                    <a:pt x="252" y="0"/>
                  </a:lnTo>
                  <a:lnTo>
                    <a:pt x="234" y="0"/>
                  </a:lnTo>
                  <a:lnTo>
                    <a:pt x="228" y="6"/>
                  </a:lnTo>
                  <a:lnTo>
                    <a:pt x="228" y="18"/>
                  </a:lnTo>
                  <a:lnTo>
                    <a:pt x="234" y="24"/>
                  </a:lnTo>
                  <a:lnTo>
                    <a:pt x="234" y="36"/>
                  </a:lnTo>
                  <a:lnTo>
                    <a:pt x="240" y="42"/>
                  </a:lnTo>
                  <a:lnTo>
                    <a:pt x="264" y="42"/>
                  </a:lnTo>
                  <a:close/>
                  <a:moveTo>
                    <a:pt x="936" y="276"/>
                  </a:moveTo>
                  <a:lnTo>
                    <a:pt x="930" y="276"/>
                  </a:lnTo>
                  <a:lnTo>
                    <a:pt x="924" y="282"/>
                  </a:lnTo>
                  <a:lnTo>
                    <a:pt x="912" y="288"/>
                  </a:lnTo>
                  <a:lnTo>
                    <a:pt x="906" y="294"/>
                  </a:lnTo>
                  <a:lnTo>
                    <a:pt x="900" y="288"/>
                  </a:lnTo>
                  <a:lnTo>
                    <a:pt x="888" y="288"/>
                  </a:lnTo>
                  <a:lnTo>
                    <a:pt x="882" y="282"/>
                  </a:lnTo>
                  <a:lnTo>
                    <a:pt x="876" y="282"/>
                  </a:lnTo>
                  <a:lnTo>
                    <a:pt x="852" y="306"/>
                  </a:lnTo>
                  <a:lnTo>
                    <a:pt x="822" y="282"/>
                  </a:lnTo>
                  <a:lnTo>
                    <a:pt x="846" y="282"/>
                  </a:lnTo>
                  <a:lnTo>
                    <a:pt x="858" y="276"/>
                  </a:lnTo>
                  <a:lnTo>
                    <a:pt x="864" y="276"/>
                  </a:lnTo>
                  <a:lnTo>
                    <a:pt x="870" y="264"/>
                  </a:lnTo>
                  <a:lnTo>
                    <a:pt x="870" y="246"/>
                  </a:lnTo>
                  <a:lnTo>
                    <a:pt x="882" y="234"/>
                  </a:lnTo>
                  <a:lnTo>
                    <a:pt x="888" y="222"/>
                  </a:lnTo>
                  <a:lnTo>
                    <a:pt x="876" y="210"/>
                  </a:lnTo>
                  <a:lnTo>
                    <a:pt x="846" y="210"/>
                  </a:lnTo>
                  <a:lnTo>
                    <a:pt x="846" y="204"/>
                  </a:lnTo>
                  <a:lnTo>
                    <a:pt x="840" y="198"/>
                  </a:lnTo>
                  <a:lnTo>
                    <a:pt x="840" y="192"/>
                  </a:lnTo>
                  <a:lnTo>
                    <a:pt x="834" y="186"/>
                  </a:lnTo>
                  <a:lnTo>
                    <a:pt x="828" y="186"/>
                  </a:lnTo>
                  <a:lnTo>
                    <a:pt x="822" y="192"/>
                  </a:lnTo>
                  <a:lnTo>
                    <a:pt x="822" y="210"/>
                  </a:lnTo>
                  <a:lnTo>
                    <a:pt x="816" y="198"/>
                  </a:lnTo>
                  <a:lnTo>
                    <a:pt x="816" y="180"/>
                  </a:lnTo>
                  <a:lnTo>
                    <a:pt x="792" y="180"/>
                  </a:lnTo>
                  <a:lnTo>
                    <a:pt x="786" y="210"/>
                  </a:lnTo>
                  <a:lnTo>
                    <a:pt x="780" y="204"/>
                  </a:lnTo>
                  <a:lnTo>
                    <a:pt x="774" y="192"/>
                  </a:lnTo>
                  <a:lnTo>
                    <a:pt x="774" y="186"/>
                  </a:lnTo>
                  <a:lnTo>
                    <a:pt x="768" y="180"/>
                  </a:lnTo>
                  <a:lnTo>
                    <a:pt x="768" y="156"/>
                  </a:lnTo>
                  <a:lnTo>
                    <a:pt x="738" y="168"/>
                  </a:lnTo>
                  <a:lnTo>
                    <a:pt x="744" y="162"/>
                  </a:lnTo>
                  <a:lnTo>
                    <a:pt x="756" y="156"/>
                  </a:lnTo>
                  <a:lnTo>
                    <a:pt x="762" y="156"/>
                  </a:lnTo>
                  <a:lnTo>
                    <a:pt x="762" y="144"/>
                  </a:lnTo>
                  <a:lnTo>
                    <a:pt x="750" y="138"/>
                  </a:lnTo>
                  <a:lnTo>
                    <a:pt x="744" y="138"/>
                  </a:lnTo>
                  <a:lnTo>
                    <a:pt x="744" y="132"/>
                  </a:lnTo>
                  <a:lnTo>
                    <a:pt x="750" y="132"/>
                  </a:lnTo>
                  <a:lnTo>
                    <a:pt x="762" y="126"/>
                  </a:lnTo>
                  <a:lnTo>
                    <a:pt x="774" y="126"/>
                  </a:lnTo>
                  <a:lnTo>
                    <a:pt x="792" y="120"/>
                  </a:lnTo>
                  <a:lnTo>
                    <a:pt x="804" y="120"/>
                  </a:lnTo>
                  <a:lnTo>
                    <a:pt x="810" y="114"/>
                  </a:lnTo>
                  <a:lnTo>
                    <a:pt x="726" y="114"/>
                  </a:lnTo>
                  <a:lnTo>
                    <a:pt x="690" y="120"/>
                  </a:lnTo>
                  <a:lnTo>
                    <a:pt x="678" y="120"/>
                  </a:lnTo>
                  <a:lnTo>
                    <a:pt x="690" y="132"/>
                  </a:lnTo>
                  <a:lnTo>
                    <a:pt x="678" y="132"/>
                  </a:lnTo>
                  <a:lnTo>
                    <a:pt x="666" y="138"/>
                  </a:lnTo>
                  <a:lnTo>
                    <a:pt x="654" y="138"/>
                  </a:lnTo>
                  <a:lnTo>
                    <a:pt x="642" y="144"/>
                  </a:lnTo>
                  <a:lnTo>
                    <a:pt x="636" y="144"/>
                  </a:lnTo>
                  <a:lnTo>
                    <a:pt x="624" y="150"/>
                  </a:lnTo>
                  <a:lnTo>
                    <a:pt x="606" y="168"/>
                  </a:lnTo>
                  <a:lnTo>
                    <a:pt x="594" y="174"/>
                  </a:lnTo>
                  <a:lnTo>
                    <a:pt x="576" y="174"/>
                  </a:lnTo>
                  <a:lnTo>
                    <a:pt x="564" y="162"/>
                  </a:lnTo>
                  <a:lnTo>
                    <a:pt x="546" y="156"/>
                  </a:lnTo>
                  <a:lnTo>
                    <a:pt x="534" y="144"/>
                  </a:lnTo>
                  <a:lnTo>
                    <a:pt x="522" y="138"/>
                  </a:lnTo>
                  <a:lnTo>
                    <a:pt x="510" y="126"/>
                  </a:lnTo>
                  <a:lnTo>
                    <a:pt x="492" y="126"/>
                  </a:lnTo>
                  <a:lnTo>
                    <a:pt x="450" y="132"/>
                  </a:lnTo>
                  <a:lnTo>
                    <a:pt x="372" y="132"/>
                  </a:lnTo>
                  <a:lnTo>
                    <a:pt x="360" y="120"/>
                  </a:lnTo>
                  <a:lnTo>
                    <a:pt x="354" y="108"/>
                  </a:lnTo>
                  <a:lnTo>
                    <a:pt x="354" y="84"/>
                  </a:lnTo>
                  <a:lnTo>
                    <a:pt x="348" y="72"/>
                  </a:lnTo>
                  <a:lnTo>
                    <a:pt x="336" y="60"/>
                  </a:lnTo>
                  <a:lnTo>
                    <a:pt x="324" y="54"/>
                  </a:lnTo>
                  <a:lnTo>
                    <a:pt x="276" y="54"/>
                  </a:lnTo>
                  <a:lnTo>
                    <a:pt x="240" y="60"/>
                  </a:lnTo>
                  <a:lnTo>
                    <a:pt x="222" y="72"/>
                  </a:lnTo>
                  <a:lnTo>
                    <a:pt x="210" y="78"/>
                  </a:lnTo>
                  <a:lnTo>
                    <a:pt x="204" y="78"/>
                  </a:lnTo>
                  <a:lnTo>
                    <a:pt x="180" y="90"/>
                  </a:lnTo>
                  <a:lnTo>
                    <a:pt x="162" y="96"/>
                  </a:lnTo>
                  <a:lnTo>
                    <a:pt x="144" y="108"/>
                  </a:lnTo>
                  <a:lnTo>
                    <a:pt x="138" y="120"/>
                  </a:lnTo>
                  <a:lnTo>
                    <a:pt x="138" y="144"/>
                  </a:lnTo>
                  <a:lnTo>
                    <a:pt x="150" y="168"/>
                  </a:lnTo>
                  <a:lnTo>
                    <a:pt x="156" y="186"/>
                  </a:lnTo>
                  <a:lnTo>
                    <a:pt x="162" y="198"/>
                  </a:lnTo>
                  <a:lnTo>
                    <a:pt x="156" y="210"/>
                  </a:lnTo>
                  <a:lnTo>
                    <a:pt x="150" y="228"/>
                  </a:lnTo>
                  <a:lnTo>
                    <a:pt x="138" y="234"/>
                  </a:lnTo>
                  <a:lnTo>
                    <a:pt x="132" y="246"/>
                  </a:lnTo>
                  <a:lnTo>
                    <a:pt x="126" y="252"/>
                  </a:lnTo>
                  <a:lnTo>
                    <a:pt x="120" y="252"/>
                  </a:lnTo>
                  <a:lnTo>
                    <a:pt x="126" y="222"/>
                  </a:lnTo>
                  <a:lnTo>
                    <a:pt x="114" y="222"/>
                  </a:lnTo>
                  <a:lnTo>
                    <a:pt x="108" y="216"/>
                  </a:lnTo>
                  <a:lnTo>
                    <a:pt x="96" y="210"/>
                  </a:lnTo>
                  <a:lnTo>
                    <a:pt x="90" y="204"/>
                  </a:lnTo>
                  <a:lnTo>
                    <a:pt x="84" y="192"/>
                  </a:lnTo>
                  <a:lnTo>
                    <a:pt x="96" y="168"/>
                  </a:lnTo>
                  <a:lnTo>
                    <a:pt x="108" y="156"/>
                  </a:lnTo>
                  <a:lnTo>
                    <a:pt x="120" y="132"/>
                  </a:lnTo>
                  <a:lnTo>
                    <a:pt x="120" y="78"/>
                  </a:lnTo>
                  <a:lnTo>
                    <a:pt x="114" y="66"/>
                  </a:lnTo>
                  <a:lnTo>
                    <a:pt x="114" y="54"/>
                  </a:lnTo>
                  <a:lnTo>
                    <a:pt x="108" y="48"/>
                  </a:lnTo>
                  <a:lnTo>
                    <a:pt x="108" y="54"/>
                  </a:lnTo>
                  <a:lnTo>
                    <a:pt x="102" y="66"/>
                  </a:lnTo>
                  <a:lnTo>
                    <a:pt x="90" y="78"/>
                  </a:lnTo>
                  <a:lnTo>
                    <a:pt x="72" y="84"/>
                  </a:lnTo>
                  <a:lnTo>
                    <a:pt x="48" y="108"/>
                  </a:lnTo>
                  <a:lnTo>
                    <a:pt x="36" y="144"/>
                  </a:lnTo>
                  <a:lnTo>
                    <a:pt x="36" y="162"/>
                  </a:lnTo>
                  <a:lnTo>
                    <a:pt x="30" y="168"/>
                  </a:lnTo>
                  <a:lnTo>
                    <a:pt x="30" y="192"/>
                  </a:lnTo>
                  <a:lnTo>
                    <a:pt x="6" y="216"/>
                  </a:lnTo>
                  <a:lnTo>
                    <a:pt x="0" y="228"/>
                  </a:lnTo>
                  <a:lnTo>
                    <a:pt x="0" y="240"/>
                  </a:lnTo>
                  <a:lnTo>
                    <a:pt x="6" y="246"/>
                  </a:lnTo>
                  <a:lnTo>
                    <a:pt x="6" y="240"/>
                  </a:lnTo>
                  <a:lnTo>
                    <a:pt x="18" y="228"/>
                  </a:lnTo>
                  <a:lnTo>
                    <a:pt x="24" y="228"/>
                  </a:lnTo>
                  <a:lnTo>
                    <a:pt x="36" y="240"/>
                  </a:lnTo>
                  <a:lnTo>
                    <a:pt x="42" y="252"/>
                  </a:lnTo>
                  <a:lnTo>
                    <a:pt x="42" y="288"/>
                  </a:lnTo>
                  <a:lnTo>
                    <a:pt x="48" y="294"/>
                  </a:lnTo>
                  <a:lnTo>
                    <a:pt x="60" y="300"/>
                  </a:lnTo>
                  <a:lnTo>
                    <a:pt x="66" y="306"/>
                  </a:lnTo>
                  <a:lnTo>
                    <a:pt x="66" y="318"/>
                  </a:lnTo>
                  <a:lnTo>
                    <a:pt x="54" y="342"/>
                  </a:lnTo>
                  <a:lnTo>
                    <a:pt x="54" y="384"/>
                  </a:lnTo>
                  <a:lnTo>
                    <a:pt x="66" y="384"/>
                  </a:lnTo>
                  <a:lnTo>
                    <a:pt x="66" y="396"/>
                  </a:lnTo>
                  <a:lnTo>
                    <a:pt x="72" y="408"/>
                  </a:lnTo>
                  <a:lnTo>
                    <a:pt x="78" y="414"/>
                  </a:lnTo>
                  <a:lnTo>
                    <a:pt x="102" y="414"/>
                  </a:lnTo>
                  <a:lnTo>
                    <a:pt x="108" y="408"/>
                  </a:lnTo>
                  <a:lnTo>
                    <a:pt x="120" y="408"/>
                  </a:lnTo>
                  <a:lnTo>
                    <a:pt x="132" y="414"/>
                  </a:lnTo>
                  <a:lnTo>
                    <a:pt x="138" y="414"/>
                  </a:lnTo>
                  <a:lnTo>
                    <a:pt x="150" y="420"/>
                  </a:lnTo>
                  <a:lnTo>
                    <a:pt x="162" y="420"/>
                  </a:lnTo>
                  <a:lnTo>
                    <a:pt x="168" y="414"/>
                  </a:lnTo>
                  <a:lnTo>
                    <a:pt x="168" y="408"/>
                  </a:lnTo>
                  <a:lnTo>
                    <a:pt x="180" y="408"/>
                  </a:lnTo>
                  <a:lnTo>
                    <a:pt x="186" y="414"/>
                  </a:lnTo>
                  <a:lnTo>
                    <a:pt x="198" y="420"/>
                  </a:lnTo>
                  <a:lnTo>
                    <a:pt x="222" y="420"/>
                  </a:lnTo>
                  <a:lnTo>
                    <a:pt x="222" y="426"/>
                  </a:lnTo>
                  <a:lnTo>
                    <a:pt x="228" y="432"/>
                  </a:lnTo>
                  <a:lnTo>
                    <a:pt x="234" y="444"/>
                  </a:lnTo>
                  <a:lnTo>
                    <a:pt x="240" y="462"/>
                  </a:lnTo>
                  <a:lnTo>
                    <a:pt x="264" y="486"/>
                  </a:lnTo>
                  <a:lnTo>
                    <a:pt x="288" y="486"/>
                  </a:lnTo>
                  <a:lnTo>
                    <a:pt x="288" y="480"/>
                  </a:lnTo>
                  <a:lnTo>
                    <a:pt x="306" y="480"/>
                  </a:lnTo>
                  <a:lnTo>
                    <a:pt x="312" y="486"/>
                  </a:lnTo>
                  <a:lnTo>
                    <a:pt x="336" y="486"/>
                  </a:lnTo>
                  <a:lnTo>
                    <a:pt x="342" y="480"/>
                  </a:lnTo>
                  <a:lnTo>
                    <a:pt x="366" y="486"/>
                  </a:lnTo>
                  <a:lnTo>
                    <a:pt x="372" y="480"/>
                  </a:lnTo>
                  <a:lnTo>
                    <a:pt x="384" y="474"/>
                  </a:lnTo>
                  <a:lnTo>
                    <a:pt x="402" y="474"/>
                  </a:lnTo>
                  <a:lnTo>
                    <a:pt x="408" y="480"/>
                  </a:lnTo>
                  <a:lnTo>
                    <a:pt x="408" y="492"/>
                  </a:lnTo>
                  <a:lnTo>
                    <a:pt x="390" y="510"/>
                  </a:lnTo>
                  <a:lnTo>
                    <a:pt x="390" y="534"/>
                  </a:lnTo>
                  <a:lnTo>
                    <a:pt x="384" y="540"/>
                  </a:lnTo>
                  <a:lnTo>
                    <a:pt x="378" y="540"/>
                  </a:lnTo>
                  <a:lnTo>
                    <a:pt x="366" y="552"/>
                  </a:lnTo>
                  <a:lnTo>
                    <a:pt x="366" y="576"/>
                  </a:lnTo>
                  <a:lnTo>
                    <a:pt x="372" y="588"/>
                  </a:lnTo>
                  <a:lnTo>
                    <a:pt x="372" y="618"/>
                  </a:lnTo>
                  <a:lnTo>
                    <a:pt x="366" y="630"/>
                  </a:lnTo>
                  <a:lnTo>
                    <a:pt x="366" y="642"/>
                  </a:lnTo>
                  <a:lnTo>
                    <a:pt x="372" y="648"/>
                  </a:lnTo>
                  <a:lnTo>
                    <a:pt x="384" y="648"/>
                  </a:lnTo>
                  <a:lnTo>
                    <a:pt x="384" y="672"/>
                  </a:lnTo>
                  <a:lnTo>
                    <a:pt x="390" y="684"/>
                  </a:lnTo>
                  <a:lnTo>
                    <a:pt x="402" y="690"/>
                  </a:lnTo>
                  <a:lnTo>
                    <a:pt x="408" y="702"/>
                  </a:lnTo>
                  <a:lnTo>
                    <a:pt x="408" y="708"/>
                  </a:lnTo>
                  <a:lnTo>
                    <a:pt x="402" y="720"/>
                  </a:lnTo>
                  <a:lnTo>
                    <a:pt x="372" y="750"/>
                  </a:lnTo>
                  <a:lnTo>
                    <a:pt x="366" y="750"/>
                  </a:lnTo>
                  <a:lnTo>
                    <a:pt x="390" y="762"/>
                  </a:lnTo>
                  <a:lnTo>
                    <a:pt x="402" y="774"/>
                  </a:lnTo>
                  <a:lnTo>
                    <a:pt x="414" y="774"/>
                  </a:lnTo>
                  <a:lnTo>
                    <a:pt x="414" y="798"/>
                  </a:lnTo>
                  <a:lnTo>
                    <a:pt x="420" y="804"/>
                  </a:lnTo>
                  <a:lnTo>
                    <a:pt x="420" y="822"/>
                  </a:lnTo>
                  <a:lnTo>
                    <a:pt x="426" y="828"/>
                  </a:lnTo>
                  <a:lnTo>
                    <a:pt x="426" y="846"/>
                  </a:lnTo>
                  <a:lnTo>
                    <a:pt x="432" y="858"/>
                  </a:lnTo>
                  <a:lnTo>
                    <a:pt x="432" y="876"/>
                  </a:lnTo>
                  <a:lnTo>
                    <a:pt x="444" y="888"/>
                  </a:lnTo>
                  <a:lnTo>
                    <a:pt x="450" y="900"/>
                  </a:lnTo>
                  <a:lnTo>
                    <a:pt x="450" y="906"/>
                  </a:lnTo>
                  <a:lnTo>
                    <a:pt x="462" y="918"/>
                  </a:lnTo>
                  <a:lnTo>
                    <a:pt x="468" y="918"/>
                  </a:lnTo>
                  <a:lnTo>
                    <a:pt x="480" y="924"/>
                  </a:lnTo>
                  <a:lnTo>
                    <a:pt x="486" y="924"/>
                  </a:lnTo>
                  <a:lnTo>
                    <a:pt x="498" y="918"/>
                  </a:lnTo>
                  <a:lnTo>
                    <a:pt x="504" y="912"/>
                  </a:lnTo>
                  <a:lnTo>
                    <a:pt x="516" y="906"/>
                  </a:lnTo>
                  <a:lnTo>
                    <a:pt x="522" y="900"/>
                  </a:lnTo>
                  <a:lnTo>
                    <a:pt x="528" y="906"/>
                  </a:lnTo>
                  <a:lnTo>
                    <a:pt x="528" y="930"/>
                  </a:lnTo>
                  <a:lnTo>
                    <a:pt x="534" y="930"/>
                  </a:lnTo>
                  <a:lnTo>
                    <a:pt x="546" y="918"/>
                  </a:lnTo>
                  <a:lnTo>
                    <a:pt x="558" y="894"/>
                  </a:lnTo>
                  <a:lnTo>
                    <a:pt x="570" y="882"/>
                  </a:lnTo>
                  <a:lnTo>
                    <a:pt x="588" y="882"/>
                  </a:lnTo>
                  <a:lnTo>
                    <a:pt x="594" y="876"/>
                  </a:lnTo>
                  <a:lnTo>
                    <a:pt x="630" y="858"/>
                  </a:lnTo>
                  <a:lnTo>
                    <a:pt x="636" y="846"/>
                  </a:lnTo>
                  <a:lnTo>
                    <a:pt x="636" y="816"/>
                  </a:lnTo>
                  <a:lnTo>
                    <a:pt x="678" y="816"/>
                  </a:lnTo>
                  <a:lnTo>
                    <a:pt x="684" y="810"/>
                  </a:lnTo>
                  <a:lnTo>
                    <a:pt x="690" y="798"/>
                  </a:lnTo>
                  <a:lnTo>
                    <a:pt x="690" y="792"/>
                  </a:lnTo>
                  <a:lnTo>
                    <a:pt x="684" y="786"/>
                  </a:lnTo>
                  <a:lnTo>
                    <a:pt x="636" y="780"/>
                  </a:lnTo>
                  <a:lnTo>
                    <a:pt x="636" y="750"/>
                  </a:lnTo>
                  <a:lnTo>
                    <a:pt x="630" y="738"/>
                  </a:lnTo>
                  <a:lnTo>
                    <a:pt x="618" y="726"/>
                  </a:lnTo>
                  <a:lnTo>
                    <a:pt x="624" y="720"/>
                  </a:lnTo>
                  <a:lnTo>
                    <a:pt x="624" y="690"/>
                  </a:lnTo>
                  <a:lnTo>
                    <a:pt x="618" y="684"/>
                  </a:lnTo>
                  <a:lnTo>
                    <a:pt x="606" y="678"/>
                  </a:lnTo>
                  <a:lnTo>
                    <a:pt x="588" y="660"/>
                  </a:lnTo>
                  <a:lnTo>
                    <a:pt x="588" y="630"/>
                  </a:lnTo>
                  <a:lnTo>
                    <a:pt x="594" y="636"/>
                  </a:lnTo>
                  <a:lnTo>
                    <a:pt x="594" y="642"/>
                  </a:lnTo>
                  <a:lnTo>
                    <a:pt x="636" y="642"/>
                  </a:lnTo>
                  <a:lnTo>
                    <a:pt x="642" y="648"/>
                  </a:lnTo>
                  <a:lnTo>
                    <a:pt x="642" y="666"/>
                  </a:lnTo>
                  <a:lnTo>
                    <a:pt x="654" y="666"/>
                  </a:lnTo>
                  <a:lnTo>
                    <a:pt x="666" y="660"/>
                  </a:lnTo>
                  <a:lnTo>
                    <a:pt x="678" y="666"/>
                  </a:lnTo>
                  <a:lnTo>
                    <a:pt x="684" y="660"/>
                  </a:lnTo>
                  <a:lnTo>
                    <a:pt x="696" y="660"/>
                  </a:lnTo>
                  <a:lnTo>
                    <a:pt x="702" y="666"/>
                  </a:lnTo>
                  <a:lnTo>
                    <a:pt x="708" y="678"/>
                  </a:lnTo>
                  <a:lnTo>
                    <a:pt x="720" y="690"/>
                  </a:lnTo>
                  <a:lnTo>
                    <a:pt x="732" y="696"/>
                  </a:lnTo>
                  <a:lnTo>
                    <a:pt x="738" y="690"/>
                  </a:lnTo>
                  <a:lnTo>
                    <a:pt x="738" y="672"/>
                  </a:lnTo>
                  <a:lnTo>
                    <a:pt x="744" y="660"/>
                  </a:lnTo>
                  <a:lnTo>
                    <a:pt x="744" y="648"/>
                  </a:lnTo>
                  <a:lnTo>
                    <a:pt x="750" y="642"/>
                  </a:lnTo>
                  <a:lnTo>
                    <a:pt x="768" y="642"/>
                  </a:lnTo>
                  <a:lnTo>
                    <a:pt x="774" y="648"/>
                  </a:lnTo>
                  <a:lnTo>
                    <a:pt x="792" y="648"/>
                  </a:lnTo>
                  <a:lnTo>
                    <a:pt x="804" y="642"/>
                  </a:lnTo>
                  <a:lnTo>
                    <a:pt x="828" y="618"/>
                  </a:lnTo>
                  <a:lnTo>
                    <a:pt x="840" y="612"/>
                  </a:lnTo>
                  <a:lnTo>
                    <a:pt x="864" y="612"/>
                  </a:lnTo>
                  <a:lnTo>
                    <a:pt x="864" y="600"/>
                  </a:lnTo>
                  <a:lnTo>
                    <a:pt x="876" y="600"/>
                  </a:lnTo>
                  <a:lnTo>
                    <a:pt x="882" y="594"/>
                  </a:lnTo>
                  <a:lnTo>
                    <a:pt x="882" y="558"/>
                  </a:lnTo>
                  <a:lnTo>
                    <a:pt x="846" y="522"/>
                  </a:lnTo>
                  <a:lnTo>
                    <a:pt x="840" y="510"/>
                  </a:lnTo>
                  <a:lnTo>
                    <a:pt x="834" y="504"/>
                  </a:lnTo>
                  <a:lnTo>
                    <a:pt x="834" y="492"/>
                  </a:lnTo>
                  <a:lnTo>
                    <a:pt x="846" y="486"/>
                  </a:lnTo>
                  <a:lnTo>
                    <a:pt x="852" y="486"/>
                  </a:lnTo>
                  <a:lnTo>
                    <a:pt x="864" y="480"/>
                  </a:lnTo>
                  <a:lnTo>
                    <a:pt x="864" y="462"/>
                  </a:lnTo>
                  <a:lnTo>
                    <a:pt x="846" y="444"/>
                  </a:lnTo>
                  <a:lnTo>
                    <a:pt x="846" y="438"/>
                  </a:lnTo>
                  <a:lnTo>
                    <a:pt x="876" y="438"/>
                  </a:lnTo>
                  <a:lnTo>
                    <a:pt x="888" y="432"/>
                  </a:lnTo>
                  <a:lnTo>
                    <a:pt x="900" y="432"/>
                  </a:lnTo>
                  <a:lnTo>
                    <a:pt x="912" y="426"/>
                  </a:lnTo>
                  <a:lnTo>
                    <a:pt x="918" y="420"/>
                  </a:lnTo>
                  <a:lnTo>
                    <a:pt x="918" y="402"/>
                  </a:lnTo>
                  <a:lnTo>
                    <a:pt x="894" y="402"/>
                  </a:lnTo>
                  <a:lnTo>
                    <a:pt x="894" y="360"/>
                  </a:lnTo>
                  <a:lnTo>
                    <a:pt x="906" y="348"/>
                  </a:lnTo>
                  <a:lnTo>
                    <a:pt x="918" y="348"/>
                  </a:lnTo>
                  <a:lnTo>
                    <a:pt x="924" y="342"/>
                  </a:lnTo>
                  <a:lnTo>
                    <a:pt x="930" y="342"/>
                  </a:lnTo>
                  <a:lnTo>
                    <a:pt x="936" y="336"/>
                  </a:lnTo>
                  <a:lnTo>
                    <a:pt x="954" y="300"/>
                  </a:lnTo>
                  <a:lnTo>
                    <a:pt x="948" y="294"/>
                  </a:lnTo>
                  <a:lnTo>
                    <a:pt x="942" y="282"/>
                  </a:lnTo>
                  <a:lnTo>
                    <a:pt x="936" y="27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02" name="Uzbe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7A6DC468-5EF1-46C5-8337-8FE6E1E3DBB1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939105" y="1799767"/>
              <a:ext cx="391603" cy="218355"/>
            </a:xfrm>
            <a:custGeom>
              <a:avLst/>
              <a:gdLst>
                <a:gd name="T0" fmla="*/ 2147483647 w 1182"/>
                <a:gd name="T1" fmla="*/ 2147483647 h 666"/>
                <a:gd name="T2" fmla="*/ 2147483647 w 1182"/>
                <a:gd name="T3" fmla="*/ 2147483647 h 666"/>
                <a:gd name="T4" fmla="*/ 2147483647 w 1182"/>
                <a:gd name="T5" fmla="*/ 2147483647 h 666"/>
                <a:gd name="T6" fmla="*/ 2147483647 w 1182"/>
                <a:gd name="T7" fmla="*/ 2147483647 h 666"/>
                <a:gd name="T8" fmla="*/ 2147483647 w 1182"/>
                <a:gd name="T9" fmla="*/ 2147483647 h 666"/>
                <a:gd name="T10" fmla="*/ 2147483647 w 1182"/>
                <a:gd name="T11" fmla="*/ 2147483647 h 666"/>
                <a:gd name="T12" fmla="*/ 2147483647 w 1182"/>
                <a:gd name="T13" fmla="*/ 2147483647 h 666"/>
                <a:gd name="T14" fmla="*/ 2147483647 w 1182"/>
                <a:gd name="T15" fmla="*/ 2147483647 h 666"/>
                <a:gd name="T16" fmla="*/ 2147483647 w 1182"/>
                <a:gd name="T17" fmla="*/ 2147483647 h 666"/>
                <a:gd name="T18" fmla="*/ 2147483647 w 1182"/>
                <a:gd name="T19" fmla="*/ 2147483647 h 666"/>
                <a:gd name="T20" fmla="*/ 2147483647 w 1182"/>
                <a:gd name="T21" fmla="*/ 2147483647 h 666"/>
                <a:gd name="T22" fmla="*/ 2147483647 w 1182"/>
                <a:gd name="T23" fmla="*/ 2147483647 h 666"/>
                <a:gd name="T24" fmla="*/ 2147483647 w 1182"/>
                <a:gd name="T25" fmla="*/ 2147483647 h 666"/>
                <a:gd name="T26" fmla="*/ 2147483647 w 1182"/>
                <a:gd name="T27" fmla="*/ 2147483647 h 666"/>
                <a:gd name="T28" fmla="*/ 2147483647 w 1182"/>
                <a:gd name="T29" fmla="*/ 2147483647 h 666"/>
                <a:gd name="T30" fmla="*/ 2147483647 w 1182"/>
                <a:gd name="T31" fmla="*/ 2147483647 h 666"/>
                <a:gd name="T32" fmla="*/ 2147483647 w 1182"/>
                <a:gd name="T33" fmla="*/ 2147483647 h 666"/>
                <a:gd name="T34" fmla="*/ 2147483647 w 1182"/>
                <a:gd name="T35" fmla="*/ 2147483647 h 666"/>
                <a:gd name="T36" fmla="*/ 2147483647 w 1182"/>
                <a:gd name="T37" fmla="*/ 2147483647 h 666"/>
                <a:gd name="T38" fmla="*/ 2147483647 w 1182"/>
                <a:gd name="T39" fmla="*/ 2147483647 h 666"/>
                <a:gd name="T40" fmla="*/ 2147483647 w 1182"/>
                <a:gd name="T41" fmla="*/ 2147483647 h 666"/>
                <a:gd name="T42" fmla="*/ 2147483647 w 1182"/>
                <a:gd name="T43" fmla="*/ 2147483647 h 666"/>
                <a:gd name="T44" fmla="*/ 2147483647 w 1182"/>
                <a:gd name="T45" fmla="*/ 2147483647 h 666"/>
                <a:gd name="T46" fmla="*/ 2147483647 w 1182"/>
                <a:gd name="T47" fmla="*/ 2147483647 h 666"/>
                <a:gd name="T48" fmla="*/ 2147483647 w 1182"/>
                <a:gd name="T49" fmla="*/ 2147483647 h 666"/>
                <a:gd name="T50" fmla="*/ 2147483647 w 1182"/>
                <a:gd name="T51" fmla="*/ 2147483647 h 666"/>
                <a:gd name="T52" fmla="*/ 2147483647 w 1182"/>
                <a:gd name="T53" fmla="*/ 2147483647 h 666"/>
                <a:gd name="T54" fmla="*/ 2147483647 w 1182"/>
                <a:gd name="T55" fmla="*/ 2147483647 h 666"/>
                <a:gd name="T56" fmla="*/ 2147483647 w 1182"/>
                <a:gd name="T57" fmla="*/ 2147483647 h 666"/>
                <a:gd name="T58" fmla="*/ 2147483647 w 1182"/>
                <a:gd name="T59" fmla="*/ 2147483647 h 666"/>
                <a:gd name="T60" fmla="*/ 2147483647 w 1182"/>
                <a:gd name="T61" fmla="*/ 2147483647 h 666"/>
                <a:gd name="T62" fmla="*/ 2147483647 w 1182"/>
                <a:gd name="T63" fmla="*/ 2147483647 h 666"/>
                <a:gd name="T64" fmla="*/ 2147483647 w 1182"/>
                <a:gd name="T65" fmla="*/ 2147483647 h 666"/>
                <a:gd name="T66" fmla="*/ 2147483647 w 1182"/>
                <a:gd name="T67" fmla="*/ 2147483647 h 666"/>
                <a:gd name="T68" fmla="*/ 2147483647 w 1182"/>
                <a:gd name="T69" fmla="*/ 2147483647 h 666"/>
                <a:gd name="T70" fmla="*/ 2147483647 w 1182"/>
                <a:gd name="T71" fmla="*/ 2147483647 h 666"/>
                <a:gd name="T72" fmla="*/ 2147483647 w 1182"/>
                <a:gd name="T73" fmla="*/ 2147483647 h 666"/>
                <a:gd name="T74" fmla="*/ 2147483647 w 1182"/>
                <a:gd name="T75" fmla="*/ 2147483647 h 666"/>
                <a:gd name="T76" fmla="*/ 2147483647 w 1182"/>
                <a:gd name="T77" fmla="*/ 2147483647 h 666"/>
                <a:gd name="T78" fmla="*/ 2147483647 w 1182"/>
                <a:gd name="T79" fmla="*/ 2147483647 h 666"/>
                <a:gd name="T80" fmla="*/ 2147483647 w 1182"/>
                <a:gd name="T81" fmla="*/ 2147483647 h 666"/>
                <a:gd name="T82" fmla="*/ 2147483647 w 1182"/>
                <a:gd name="T83" fmla="*/ 2147483647 h 666"/>
                <a:gd name="T84" fmla="*/ 2147483647 w 1182"/>
                <a:gd name="T85" fmla="*/ 2147483647 h 666"/>
                <a:gd name="T86" fmla="*/ 2147483647 w 1182"/>
                <a:gd name="T87" fmla="*/ 2147483647 h 666"/>
                <a:gd name="T88" fmla="*/ 2147483647 w 1182"/>
                <a:gd name="T89" fmla="*/ 2147483647 h 666"/>
                <a:gd name="T90" fmla="*/ 2147483647 w 1182"/>
                <a:gd name="T91" fmla="*/ 2147483647 h 666"/>
                <a:gd name="T92" fmla="*/ 2147483647 w 1182"/>
                <a:gd name="T93" fmla="*/ 2147483647 h 666"/>
                <a:gd name="T94" fmla="*/ 2147483647 w 1182"/>
                <a:gd name="T95" fmla="*/ 2147483647 h 666"/>
                <a:gd name="T96" fmla="*/ 2147483647 w 1182"/>
                <a:gd name="T97" fmla="*/ 2147483647 h 666"/>
                <a:gd name="T98" fmla="*/ 2147483647 w 1182"/>
                <a:gd name="T99" fmla="*/ 2147483647 h 666"/>
                <a:gd name="T100" fmla="*/ 2147483647 w 1182"/>
                <a:gd name="T101" fmla="*/ 2147483647 h 666"/>
                <a:gd name="T102" fmla="*/ 2147483647 w 1182"/>
                <a:gd name="T103" fmla="*/ 2147483647 h 666"/>
                <a:gd name="T104" fmla="*/ 2147483647 w 1182"/>
                <a:gd name="T105" fmla="*/ 2147483647 h 666"/>
                <a:gd name="T106" fmla="*/ 2147483647 w 1182"/>
                <a:gd name="T107" fmla="*/ 2147483647 h 666"/>
                <a:gd name="T108" fmla="*/ 2147483647 w 1182"/>
                <a:gd name="T109" fmla="*/ 2147483647 h 666"/>
                <a:gd name="T110" fmla="*/ 2147483647 w 1182"/>
                <a:gd name="T111" fmla="*/ 2147483647 h 666"/>
                <a:gd name="T112" fmla="*/ 2147483647 w 1182"/>
                <a:gd name="T113" fmla="*/ 2147483647 h 666"/>
                <a:gd name="T114" fmla="*/ 2147483647 w 1182"/>
                <a:gd name="T115" fmla="*/ 2147483647 h 66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182"/>
                <a:gd name="T175" fmla="*/ 0 h 666"/>
                <a:gd name="T176" fmla="*/ 1182 w 1182"/>
                <a:gd name="T177" fmla="*/ 666 h 66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182" h="666">
                  <a:moveTo>
                    <a:pt x="1152" y="372"/>
                  </a:moveTo>
                  <a:lnTo>
                    <a:pt x="1146" y="360"/>
                  </a:lnTo>
                  <a:lnTo>
                    <a:pt x="1122" y="360"/>
                  </a:lnTo>
                  <a:lnTo>
                    <a:pt x="1116" y="342"/>
                  </a:lnTo>
                  <a:lnTo>
                    <a:pt x="1098" y="342"/>
                  </a:lnTo>
                  <a:lnTo>
                    <a:pt x="1080" y="318"/>
                  </a:lnTo>
                  <a:lnTo>
                    <a:pt x="1080" y="330"/>
                  </a:lnTo>
                  <a:lnTo>
                    <a:pt x="1068" y="330"/>
                  </a:lnTo>
                  <a:lnTo>
                    <a:pt x="1068" y="342"/>
                  </a:lnTo>
                  <a:lnTo>
                    <a:pt x="1032" y="342"/>
                  </a:lnTo>
                  <a:lnTo>
                    <a:pt x="1020" y="330"/>
                  </a:lnTo>
                  <a:lnTo>
                    <a:pt x="990" y="318"/>
                  </a:lnTo>
                  <a:lnTo>
                    <a:pt x="1038" y="270"/>
                  </a:lnTo>
                  <a:lnTo>
                    <a:pt x="1038" y="264"/>
                  </a:lnTo>
                  <a:lnTo>
                    <a:pt x="1032" y="264"/>
                  </a:lnTo>
                  <a:lnTo>
                    <a:pt x="1032" y="258"/>
                  </a:lnTo>
                  <a:lnTo>
                    <a:pt x="1002" y="276"/>
                  </a:lnTo>
                  <a:lnTo>
                    <a:pt x="978" y="276"/>
                  </a:lnTo>
                  <a:lnTo>
                    <a:pt x="966" y="300"/>
                  </a:lnTo>
                  <a:lnTo>
                    <a:pt x="960" y="300"/>
                  </a:lnTo>
                  <a:lnTo>
                    <a:pt x="954" y="306"/>
                  </a:lnTo>
                  <a:lnTo>
                    <a:pt x="942" y="306"/>
                  </a:lnTo>
                  <a:lnTo>
                    <a:pt x="930" y="312"/>
                  </a:lnTo>
                  <a:lnTo>
                    <a:pt x="918" y="324"/>
                  </a:lnTo>
                  <a:lnTo>
                    <a:pt x="918" y="342"/>
                  </a:lnTo>
                  <a:lnTo>
                    <a:pt x="912" y="342"/>
                  </a:lnTo>
                  <a:lnTo>
                    <a:pt x="906" y="348"/>
                  </a:lnTo>
                  <a:lnTo>
                    <a:pt x="894" y="354"/>
                  </a:lnTo>
                  <a:lnTo>
                    <a:pt x="882" y="366"/>
                  </a:lnTo>
                  <a:lnTo>
                    <a:pt x="882" y="378"/>
                  </a:lnTo>
                  <a:lnTo>
                    <a:pt x="888" y="384"/>
                  </a:lnTo>
                  <a:lnTo>
                    <a:pt x="888" y="396"/>
                  </a:lnTo>
                  <a:lnTo>
                    <a:pt x="882" y="390"/>
                  </a:lnTo>
                  <a:lnTo>
                    <a:pt x="870" y="390"/>
                  </a:lnTo>
                  <a:lnTo>
                    <a:pt x="858" y="384"/>
                  </a:lnTo>
                  <a:lnTo>
                    <a:pt x="852" y="384"/>
                  </a:lnTo>
                  <a:lnTo>
                    <a:pt x="852" y="372"/>
                  </a:lnTo>
                  <a:lnTo>
                    <a:pt x="858" y="366"/>
                  </a:lnTo>
                  <a:lnTo>
                    <a:pt x="858" y="348"/>
                  </a:lnTo>
                  <a:lnTo>
                    <a:pt x="840" y="342"/>
                  </a:lnTo>
                  <a:lnTo>
                    <a:pt x="762" y="342"/>
                  </a:lnTo>
                  <a:lnTo>
                    <a:pt x="732" y="282"/>
                  </a:lnTo>
                  <a:lnTo>
                    <a:pt x="726" y="276"/>
                  </a:lnTo>
                  <a:lnTo>
                    <a:pt x="714" y="276"/>
                  </a:lnTo>
                  <a:lnTo>
                    <a:pt x="708" y="282"/>
                  </a:lnTo>
                  <a:lnTo>
                    <a:pt x="702" y="282"/>
                  </a:lnTo>
                  <a:lnTo>
                    <a:pt x="696" y="276"/>
                  </a:lnTo>
                  <a:lnTo>
                    <a:pt x="696" y="234"/>
                  </a:lnTo>
                  <a:lnTo>
                    <a:pt x="690" y="216"/>
                  </a:lnTo>
                  <a:lnTo>
                    <a:pt x="690" y="204"/>
                  </a:lnTo>
                  <a:lnTo>
                    <a:pt x="660" y="204"/>
                  </a:lnTo>
                  <a:lnTo>
                    <a:pt x="654" y="192"/>
                  </a:lnTo>
                  <a:lnTo>
                    <a:pt x="642" y="186"/>
                  </a:lnTo>
                  <a:lnTo>
                    <a:pt x="636" y="168"/>
                  </a:lnTo>
                  <a:lnTo>
                    <a:pt x="618" y="150"/>
                  </a:lnTo>
                  <a:lnTo>
                    <a:pt x="612" y="138"/>
                  </a:lnTo>
                  <a:lnTo>
                    <a:pt x="600" y="138"/>
                  </a:lnTo>
                  <a:lnTo>
                    <a:pt x="576" y="150"/>
                  </a:lnTo>
                  <a:lnTo>
                    <a:pt x="570" y="156"/>
                  </a:lnTo>
                  <a:lnTo>
                    <a:pt x="552" y="156"/>
                  </a:lnTo>
                  <a:lnTo>
                    <a:pt x="534" y="150"/>
                  </a:lnTo>
                  <a:lnTo>
                    <a:pt x="474" y="150"/>
                  </a:lnTo>
                  <a:lnTo>
                    <a:pt x="456" y="156"/>
                  </a:lnTo>
                  <a:lnTo>
                    <a:pt x="420" y="156"/>
                  </a:lnTo>
                  <a:lnTo>
                    <a:pt x="414" y="162"/>
                  </a:lnTo>
                  <a:lnTo>
                    <a:pt x="408" y="162"/>
                  </a:lnTo>
                  <a:lnTo>
                    <a:pt x="330" y="90"/>
                  </a:lnTo>
                  <a:lnTo>
                    <a:pt x="264" y="54"/>
                  </a:lnTo>
                  <a:lnTo>
                    <a:pt x="270" y="66"/>
                  </a:lnTo>
                  <a:lnTo>
                    <a:pt x="270" y="90"/>
                  </a:lnTo>
                  <a:lnTo>
                    <a:pt x="264" y="102"/>
                  </a:lnTo>
                  <a:lnTo>
                    <a:pt x="258" y="108"/>
                  </a:lnTo>
                  <a:lnTo>
                    <a:pt x="240" y="108"/>
                  </a:lnTo>
                  <a:lnTo>
                    <a:pt x="228" y="102"/>
                  </a:lnTo>
                  <a:lnTo>
                    <a:pt x="222" y="96"/>
                  </a:lnTo>
                  <a:lnTo>
                    <a:pt x="222" y="78"/>
                  </a:lnTo>
                  <a:lnTo>
                    <a:pt x="210" y="54"/>
                  </a:lnTo>
                  <a:lnTo>
                    <a:pt x="216" y="36"/>
                  </a:lnTo>
                  <a:lnTo>
                    <a:pt x="162" y="12"/>
                  </a:lnTo>
                  <a:lnTo>
                    <a:pt x="156" y="30"/>
                  </a:lnTo>
                  <a:lnTo>
                    <a:pt x="168" y="36"/>
                  </a:lnTo>
                  <a:lnTo>
                    <a:pt x="174" y="48"/>
                  </a:lnTo>
                  <a:lnTo>
                    <a:pt x="174" y="72"/>
                  </a:lnTo>
                  <a:lnTo>
                    <a:pt x="168" y="78"/>
                  </a:lnTo>
                  <a:lnTo>
                    <a:pt x="156" y="84"/>
                  </a:lnTo>
                  <a:lnTo>
                    <a:pt x="150" y="84"/>
                  </a:lnTo>
                  <a:lnTo>
                    <a:pt x="144" y="78"/>
                  </a:lnTo>
                  <a:lnTo>
                    <a:pt x="144" y="60"/>
                  </a:lnTo>
                  <a:lnTo>
                    <a:pt x="132" y="48"/>
                  </a:lnTo>
                  <a:lnTo>
                    <a:pt x="132" y="42"/>
                  </a:lnTo>
                  <a:lnTo>
                    <a:pt x="144" y="30"/>
                  </a:lnTo>
                  <a:lnTo>
                    <a:pt x="150" y="6"/>
                  </a:lnTo>
                  <a:lnTo>
                    <a:pt x="144" y="0"/>
                  </a:lnTo>
                  <a:lnTo>
                    <a:pt x="0" y="42"/>
                  </a:lnTo>
                  <a:lnTo>
                    <a:pt x="48" y="324"/>
                  </a:lnTo>
                  <a:lnTo>
                    <a:pt x="60" y="324"/>
                  </a:lnTo>
                  <a:lnTo>
                    <a:pt x="72" y="336"/>
                  </a:lnTo>
                  <a:lnTo>
                    <a:pt x="138" y="336"/>
                  </a:lnTo>
                  <a:lnTo>
                    <a:pt x="132" y="324"/>
                  </a:lnTo>
                  <a:lnTo>
                    <a:pt x="120" y="318"/>
                  </a:lnTo>
                  <a:lnTo>
                    <a:pt x="114" y="300"/>
                  </a:lnTo>
                  <a:lnTo>
                    <a:pt x="114" y="288"/>
                  </a:lnTo>
                  <a:lnTo>
                    <a:pt x="132" y="270"/>
                  </a:lnTo>
                  <a:lnTo>
                    <a:pt x="144" y="264"/>
                  </a:lnTo>
                  <a:lnTo>
                    <a:pt x="156" y="264"/>
                  </a:lnTo>
                  <a:lnTo>
                    <a:pt x="162" y="258"/>
                  </a:lnTo>
                  <a:lnTo>
                    <a:pt x="168" y="258"/>
                  </a:lnTo>
                  <a:lnTo>
                    <a:pt x="168" y="246"/>
                  </a:lnTo>
                  <a:lnTo>
                    <a:pt x="174" y="240"/>
                  </a:lnTo>
                  <a:lnTo>
                    <a:pt x="180" y="240"/>
                  </a:lnTo>
                  <a:lnTo>
                    <a:pt x="186" y="246"/>
                  </a:lnTo>
                  <a:lnTo>
                    <a:pt x="198" y="246"/>
                  </a:lnTo>
                  <a:lnTo>
                    <a:pt x="204" y="252"/>
                  </a:lnTo>
                  <a:lnTo>
                    <a:pt x="174" y="222"/>
                  </a:lnTo>
                  <a:lnTo>
                    <a:pt x="204" y="228"/>
                  </a:lnTo>
                  <a:lnTo>
                    <a:pt x="210" y="216"/>
                  </a:lnTo>
                  <a:lnTo>
                    <a:pt x="228" y="240"/>
                  </a:lnTo>
                  <a:lnTo>
                    <a:pt x="252" y="240"/>
                  </a:lnTo>
                  <a:lnTo>
                    <a:pt x="252" y="252"/>
                  </a:lnTo>
                  <a:lnTo>
                    <a:pt x="264" y="258"/>
                  </a:lnTo>
                  <a:lnTo>
                    <a:pt x="300" y="258"/>
                  </a:lnTo>
                  <a:lnTo>
                    <a:pt x="306" y="264"/>
                  </a:lnTo>
                  <a:lnTo>
                    <a:pt x="312" y="276"/>
                  </a:lnTo>
                  <a:lnTo>
                    <a:pt x="312" y="288"/>
                  </a:lnTo>
                  <a:lnTo>
                    <a:pt x="324" y="294"/>
                  </a:lnTo>
                  <a:lnTo>
                    <a:pt x="312" y="306"/>
                  </a:lnTo>
                  <a:lnTo>
                    <a:pt x="312" y="318"/>
                  </a:lnTo>
                  <a:lnTo>
                    <a:pt x="330" y="336"/>
                  </a:lnTo>
                  <a:lnTo>
                    <a:pt x="360" y="336"/>
                  </a:lnTo>
                  <a:lnTo>
                    <a:pt x="414" y="342"/>
                  </a:lnTo>
                  <a:lnTo>
                    <a:pt x="414" y="336"/>
                  </a:lnTo>
                  <a:lnTo>
                    <a:pt x="450" y="354"/>
                  </a:lnTo>
                  <a:lnTo>
                    <a:pt x="468" y="384"/>
                  </a:lnTo>
                  <a:lnTo>
                    <a:pt x="486" y="402"/>
                  </a:lnTo>
                  <a:lnTo>
                    <a:pt x="486" y="408"/>
                  </a:lnTo>
                  <a:lnTo>
                    <a:pt x="492" y="414"/>
                  </a:lnTo>
                  <a:lnTo>
                    <a:pt x="510" y="450"/>
                  </a:lnTo>
                  <a:lnTo>
                    <a:pt x="522" y="462"/>
                  </a:lnTo>
                  <a:lnTo>
                    <a:pt x="534" y="468"/>
                  </a:lnTo>
                  <a:lnTo>
                    <a:pt x="552" y="468"/>
                  </a:lnTo>
                  <a:lnTo>
                    <a:pt x="564" y="474"/>
                  </a:lnTo>
                  <a:lnTo>
                    <a:pt x="570" y="474"/>
                  </a:lnTo>
                  <a:lnTo>
                    <a:pt x="582" y="486"/>
                  </a:lnTo>
                  <a:lnTo>
                    <a:pt x="588" y="498"/>
                  </a:lnTo>
                  <a:lnTo>
                    <a:pt x="594" y="504"/>
                  </a:lnTo>
                  <a:lnTo>
                    <a:pt x="624" y="522"/>
                  </a:lnTo>
                  <a:lnTo>
                    <a:pt x="648" y="522"/>
                  </a:lnTo>
                  <a:lnTo>
                    <a:pt x="666" y="534"/>
                  </a:lnTo>
                  <a:lnTo>
                    <a:pt x="690" y="546"/>
                  </a:lnTo>
                  <a:lnTo>
                    <a:pt x="696" y="552"/>
                  </a:lnTo>
                  <a:lnTo>
                    <a:pt x="708" y="558"/>
                  </a:lnTo>
                  <a:lnTo>
                    <a:pt x="720" y="570"/>
                  </a:lnTo>
                  <a:lnTo>
                    <a:pt x="732" y="570"/>
                  </a:lnTo>
                  <a:lnTo>
                    <a:pt x="744" y="582"/>
                  </a:lnTo>
                  <a:lnTo>
                    <a:pt x="750" y="582"/>
                  </a:lnTo>
                  <a:lnTo>
                    <a:pt x="774" y="576"/>
                  </a:lnTo>
                  <a:lnTo>
                    <a:pt x="822" y="606"/>
                  </a:lnTo>
                  <a:lnTo>
                    <a:pt x="816" y="612"/>
                  </a:lnTo>
                  <a:lnTo>
                    <a:pt x="816" y="630"/>
                  </a:lnTo>
                  <a:lnTo>
                    <a:pt x="828" y="642"/>
                  </a:lnTo>
                  <a:lnTo>
                    <a:pt x="828" y="654"/>
                  </a:lnTo>
                  <a:lnTo>
                    <a:pt x="840" y="654"/>
                  </a:lnTo>
                  <a:lnTo>
                    <a:pt x="852" y="642"/>
                  </a:lnTo>
                  <a:lnTo>
                    <a:pt x="870" y="666"/>
                  </a:lnTo>
                  <a:lnTo>
                    <a:pt x="882" y="660"/>
                  </a:lnTo>
                  <a:lnTo>
                    <a:pt x="894" y="660"/>
                  </a:lnTo>
                  <a:lnTo>
                    <a:pt x="900" y="666"/>
                  </a:lnTo>
                  <a:lnTo>
                    <a:pt x="906" y="666"/>
                  </a:lnTo>
                  <a:lnTo>
                    <a:pt x="900" y="666"/>
                  </a:lnTo>
                  <a:lnTo>
                    <a:pt x="900" y="642"/>
                  </a:lnTo>
                  <a:lnTo>
                    <a:pt x="906" y="636"/>
                  </a:lnTo>
                  <a:lnTo>
                    <a:pt x="912" y="624"/>
                  </a:lnTo>
                  <a:lnTo>
                    <a:pt x="924" y="618"/>
                  </a:lnTo>
                  <a:lnTo>
                    <a:pt x="930" y="606"/>
                  </a:lnTo>
                  <a:lnTo>
                    <a:pt x="930" y="588"/>
                  </a:lnTo>
                  <a:lnTo>
                    <a:pt x="918" y="576"/>
                  </a:lnTo>
                  <a:lnTo>
                    <a:pt x="906" y="570"/>
                  </a:lnTo>
                  <a:lnTo>
                    <a:pt x="900" y="564"/>
                  </a:lnTo>
                  <a:lnTo>
                    <a:pt x="900" y="546"/>
                  </a:lnTo>
                  <a:lnTo>
                    <a:pt x="906" y="540"/>
                  </a:lnTo>
                  <a:lnTo>
                    <a:pt x="906" y="534"/>
                  </a:lnTo>
                  <a:lnTo>
                    <a:pt x="894" y="522"/>
                  </a:lnTo>
                  <a:lnTo>
                    <a:pt x="882" y="522"/>
                  </a:lnTo>
                  <a:lnTo>
                    <a:pt x="876" y="516"/>
                  </a:lnTo>
                  <a:lnTo>
                    <a:pt x="870" y="516"/>
                  </a:lnTo>
                  <a:lnTo>
                    <a:pt x="858" y="504"/>
                  </a:lnTo>
                  <a:lnTo>
                    <a:pt x="840" y="504"/>
                  </a:lnTo>
                  <a:lnTo>
                    <a:pt x="840" y="486"/>
                  </a:lnTo>
                  <a:lnTo>
                    <a:pt x="846" y="480"/>
                  </a:lnTo>
                  <a:lnTo>
                    <a:pt x="894" y="480"/>
                  </a:lnTo>
                  <a:lnTo>
                    <a:pt x="918" y="468"/>
                  </a:lnTo>
                  <a:lnTo>
                    <a:pt x="918" y="456"/>
                  </a:lnTo>
                  <a:lnTo>
                    <a:pt x="912" y="456"/>
                  </a:lnTo>
                  <a:lnTo>
                    <a:pt x="930" y="444"/>
                  </a:lnTo>
                  <a:lnTo>
                    <a:pt x="906" y="420"/>
                  </a:lnTo>
                  <a:lnTo>
                    <a:pt x="948" y="420"/>
                  </a:lnTo>
                  <a:lnTo>
                    <a:pt x="948" y="414"/>
                  </a:lnTo>
                  <a:lnTo>
                    <a:pt x="936" y="402"/>
                  </a:lnTo>
                  <a:lnTo>
                    <a:pt x="936" y="390"/>
                  </a:lnTo>
                  <a:lnTo>
                    <a:pt x="942" y="384"/>
                  </a:lnTo>
                  <a:lnTo>
                    <a:pt x="942" y="372"/>
                  </a:lnTo>
                  <a:lnTo>
                    <a:pt x="954" y="372"/>
                  </a:lnTo>
                  <a:lnTo>
                    <a:pt x="972" y="390"/>
                  </a:lnTo>
                  <a:lnTo>
                    <a:pt x="978" y="390"/>
                  </a:lnTo>
                  <a:lnTo>
                    <a:pt x="984" y="378"/>
                  </a:lnTo>
                  <a:lnTo>
                    <a:pt x="996" y="372"/>
                  </a:lnTo>
                  <a:lnTo>
                    <a:pt x="1002" y="360"/>
                  </a:lnTo>
                  <a:lnTo>
                    <a:pt x="1020" y="360"/>
                  </a:lnTo>
                  <a:lnTo>
                    <a:pt x="1032" y="366"/>
                  </a:lnTo>
                  <a:lnTo>
                    <a:pt x="1038" y="372"/>
                  </a:lnTo>
                  <a:lnTo>
                    <a:pt x="1014" y="408"/>
                  </a:lnTo>
                  <a:lnTo>
                    <a:pt x="1026" y="408"/>
                  </a:lnTo>
                  <a:lnTo>
                    <a:pt x="1032" y="414"/>
                  </a:lnTo>
                  <a:lnTo>
                    <a:pt x="1044" y="414"/>
                  </a:lnTo>
                  <a:lnTo>
                    <a:pt x="1050" y="420"/>
                  </a:lnTo>
                  <a:lnTo>
                    <a:pt x="1056" y="420"/>
                  </a:lnTo>
                  <a:lnTo>
                    <a:pt x="1068" y="414"/>
                  </a:lnTo>
                  <a:lnTo>
                    <a:pt x="1086" y="414"/>
                  </a:lnTo>
                  <a:lnTo>
                    <a:pt x="1092" y="420"/>
                  </a:lnTo>
                  <a:lnTo>
                    <a:pt x="1098" y="420"/>
                  </a:lnTo>
                  <a:lnTo>
                    <a:pt x="1104" y="426"/>
                  </a:lnTo>
                  <a:lnTo>
                    <a:pt x="1110" y="426"/>
                  </a:lnTo>
                  <a:lnTo>
                    <a:pt x="1128" y="408"/>
                  </a:lnTo>
                  <a:lnTo>
                    <a:pt x="1146" y="402"/>
                  </a:lnTo>
                  <a:lnTo>
                    <a:pt x="1146" y="396"/>
                  </a:lnTo>
                  <a:lnTo>
                    <a:pt x="1158" y="396"/>
                  </a:lnTo>
                  <a:lnTo>
                    <a:pt x="1170" y="390"/>
                  </a:lnTo>
                  <a:lnTo>
                    <a:pt x="1182" y="378"/>
                  </a:lnTo>
                  <a:lnTo>
                    <a:pt x="1182" y="366"/>
                  </a:lnTo>
                  <a:lnTo>
                    <a:pt x="1170" y="366"/>
                  </a:lnTo>
                  <a:lnTo>
                    <a:pt x="1158" y="372"/>
                  </a:lnTo>
                  <a:lnTo>
                    <a:pt x="1152" y="37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03" name="USA" descr="© INSCALE GmbH, 05.05.2010&#10;http://www.presentationload.com/">
              <a:extLst>
                <a:ext uri="{FF2B5EF4-FFF2-40B4-BE49-F238E27FC236}">
                  <a16:creationId xmlns:a16="http://schemas.microsoft.com/office/drawing/2014/main" id="{E8334E22-CE4F-4061-B13B-DC42DEAEC807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1052806" y="1698301"/>
              <a:ext cx="1295003" cy="638368"/>
            </a:xfrm>
            <a:custGeom>
              <a:avLst/>
              <a:gdLst>
                <a:gd name="T0" fmla="*/ 2147483647 w 3918"/>
                <a:gd name="T1" fmla="*/ 2147483647 h 1944"/>
                <a:gd name="T2" fmla="*/ 2147483647 w 3918"/>
                <a:gd name="T3" fmla="*/ 2147483647 h 1944"/>
                <a:gd name="T4" fmla="*/ 2147483647 w 3918"/>
                <a:gd name="T5" fmla="*/ 2147483647 h 1944"/>
                <a:gd name="T6" fmla="*/ 2147483647 w 3918"/>
                <a:gd name="T7" fmla="*/ 2147483647 h 1944"/>
                <a:gd name="T8" fmla="*/ 2147483647 w 3918"/>
                <a:gd name="T9" fmla="*/ 2147483647 h 1944"/>
                <a:gd name="T10" fmla="*/ 2147483647 w 3918"/>
                <a:gd name="T11" fmla="*/ 2147483647 h 1944"/>
                <a:gd name="T12" fmla="*/ 2147483647 w 3918"/>
                <a:gd name="T13" fmla="*/ 2147483647 h 1944"/>
                <a:gd name="T14" fmla="*/ 2147483647 w 3918"/>
                <a:gd name="T15" fmla="*/ 2147483647 h 1944"/>
                <a:gd name="T16" fmla="*/ 2147483647 w 3918"/>
                <a:gd name="T17" fmla="*/ 2147483647 h 1944"/>
                <a:gd name="T18" fmla="*/ 2147483647 w 3918"/>
                <a:gd name="T19" fmla="*/ 2147483647 h 1944"/>
                <a:gd name="T20" fmla="*/ 2147483647 w 3918"/>
                <a:gd name="T21" fmla="*/ 2147483647 h 1944"/>
                <a:gd name="T22" fmla="*/ 2147483647 w 3918"/>
                <a:gd name="T23" fmla="*/ 2147483647 h 1944"/>
                <a:gd name="T24" fmla="*/ 2147483647 w 3918"/>
                <a:gd name="T25" fmla="*/ 2147483647 h 1944"/>
                <a:gd name="T26" fmla="*/ 2147483647 w 3918"/>
                <a:gd name="T27" fmla="*/ 2147483647 h 1944"/>
                <a:gd name="T28" fmla="*/ 2147483647 w 3918"/>
                <a:gd name="T29" fmla="*/ 2147483647 h 1944"/>
                <a:gd name="T30" fmla="*/ 2147483647 w 3918"/>
                <a:gd name="T31" fmla="*/ 2147483647 h 1944"/>
                <a:gd name="T32" fmla="*/ 2147483647 w 3918"/>
                <a:gd name="T33" fmla="*/ 2147483647 h 1944"/>
                <a:gd name="T34" fmla="*/ 2147483647 w 3918"/>
                <a:gd name="T35" fmla="*/ 2147483647 h 1944"/>
                <a:gd name="T36" fmla="*/ 2147483647 w 3918"/>
                <a:gd name="T37" fmla="*/ 2147483647 h 1944"/>
                <a:gd name="T38" fmla="*/ 2147483647 w 3918"/>
                <a:gd name="T39" fmla="*/ 2147483647 h 1944"/>
                <a:gd name="T40" fmla="*/ 2147483647 w 3918"/>
                <a:gd name="T41" fmla="*/ 2147483647 h 1944"/>
                <a:gd name="T42" fmla="*/ 2147483647 w 3918"/>
                <a:gd name="T43" fmla="*/ 2147483647 h 1944"/>
                <a:gd name="T44" fmla="*/ 2147483647 w 3918"/>
                <a:gd name="T45" fmla="*/ 2147483647 h 1944"/>
                <a:gd name="T46" fmla="*/ 2147483647 w 3918"/>
                <a:gd name="T47" fmla="*/ 2147483647 h 1944"/>
                <a:gd name="T48" fmla="*/ 2147483647 w 3918"/>
                <a:gd name="T49" fmla="*/ 2147483647 h 1944"/>
                <a:gd name="T50" fmla="*/ 2147483647 w 3918"/>
                <a:gd name="T51" fmla="*/ 2147483647 h 1944"/>
                <a:gd name="T52" fmla="*/ 2147483647 w 3918"/>
                <a:gd name="T53" fmla="*/ 2147483647 h 1944"/>
                <a:gd name="T54" fmla="*/ 2147483647 w 3918"/>
                <a:gd name="T55" fmla="*/ 2147483647 h 1944"/>
                <a:gd name="T56" fmla="*/ 2147483647 w 3918"/>
                <a:gd name="T57" fmla="*/ 2147483647 h 1944"/>
                <a:gd name="T58" fmla="*/ 2147483647 w 3918"/>
                <a:gd name="T59" fmla="*/ 2147483647 h 1944"/>
                <a:gd name="T60" fmla="*/ 2147483647 w 3918"/>
                <a:gd name="T61" fmla="*/ 2147483647 h 1944"/>
                <a:gd name="T62" fmla="*/ 2147483647 w 3918"/>
                <a:gd name="T63" fmla="*/ 2147483647 h 1944"/>
                <a:gd name="T64" fmla="*/ 2147483647 w 3918"/>
                <a:gd name="T65" fmla="*/ 2147483647 h 1944"/>
                <a:gd name="T66" fmla="*/ 2147483647 w 3918"/>
                <a:gd name="T67" fmla="*/ 2147483647 h 1944"/>
                <a:gd name="T68" fmla="*/ 2147483647 w 3918"/>
                <a:gd name="T69" fmla="*/ 2147483647 h 1944"/>
                <a:gd name="T70" fmla="*/ 2147483647 w 3918"/>
                <a:gd name="T71" fmla="*/ 2147483647 h 1944"/>
                <a:gd name="T72" fmla="*/ 2147483647 w 3918"/>
                <a:gd name="T73" fmla="*/ 2147483647 h 1944"/>
                <a:gd name="T74" fmla="*/ 2147483647 w 3918"/>
                <a:gd name="T75" fmla="*/ 2147483647 h 1944"/>
                <a:gd name="T76" fmla="*/ 2147483647 w 3918"/>
                <a:gd name="T77" fmla="*/ 2147483647 h 1944"/>
                <a:gd name="T78" fmla="*/ 2147483647 w 3918"/>
                <a:gd name="T79" fmla="*/ 2147483647 h 1944"/>
                <a:gd name="T80" fmla="*/ 2147483647 w 3918"/>
                <a:gd name="T81" fmla="*/ 2147483647 h 1944"/>
                <a:gd name="T82" fmla="*/ 2147483647 w 3918"/>
                <a:gd name="T83" fmla="*/ 2147483647 h 1944"/>
                <a:gd name="T84" fmla="*/ 2147483647 w 3918"/>
                <a:gd name="T85" fmla="*/ 2147483647 h 1944"/>
                <a:gd name="T86" fmla="*/ 2147483647 w 3918"/>
                <a:gd name="T87" fmla="*/ 2147483647 h 1944"/>
                <a:gd name="T88" fmla="*/ 2147483647 w 3918"/>
                <a:gd name="T89" fmla="*/ 2147483647 h 1944"/>
                <a:gd name="T90" fmla="*/ 2147483647 w 3918"/>
                <a:gd name="T91" fmla="*/ 2147483647 h 1944"/>
                <a:gd name="T92" fmla="*/ 2147483647 w 3918"/>
                <a:gd name="T93" fmla="*/ 2147483647 h 1944"/>
                <a:gd name="T94" fmla="*/ 2147483647 w 3918"/>
                <a:gd name="T95" fmla="*/ 2147483647 h 1944"/>
                <a:gd name="T96" fmla="*/ 2147483647 w 3918"/>
                <a:gd name="T97" fmla="*/ 2147483647 h 1944"/>
                <a:gd name="T98" fmla="*/ 2147483647 w 3918"/>
                <a:gd name="T99" fmla="*/ 2147483647 h 1944"/>
                <a:gd name="T100" fmla="*/ 2147483647 w 3918"/>
                <a:gd name="T101" fmla="*/ 2147483647 h 1944"/>
                <a:gd name="T102" fmla="*/ 2147483647 w 3918"/>
                <a:gd name="T103" fmla="*/ 2147483647 h 1944"/>
                <a:gd name="T104" fmla="*/ 2147483647 w 3918"/>
                <a:gd name="T105" fmla="*/ 2147483647 h 1944"/>
                <a:gd name="T106" fmla="*/ 2147483647 w 3918"/>
                <a:gd name="T107" fmla="*/ 2147483647 h 1944"/>
                <a:gd name="T108" fmla="*/ 2147483647 w 3918"/>
                <a:gd name="T109" fmla="*/ 2147483647 h 1944"/>
                <a:gd name="T110" fmla="*/ 2147483647 w 3918"/>
                <a:gd name="T111" fmla="*/ 2147483647 h 1944"/>
                <a:gd name="T112" fmla="*/ 2147483647 w 3918"/>
                <a:gd name="T113" fmla="*/ 2147483647 h 1944"/>
                <a:gd name="T114" fmla="*/ 2147483647 w 3918"/>
                <a:gd name="T115" fmla="*/ 2147483647 h 1944"/>
                <a:gd name="T116" fmla="*/ 2147483647 w 3918"/>
                <a:gd name="T117" fmla="*/ 2147483647 h 1944"/>
                <a:gd name="T118" fmla="*/ 2147483647 w 3918"/>
                <a:gd name="T119" fmla="*/ 2147483647 h 1944"/>
                <a:gd name="T120" fmla="*/ 2147483647 w 3918"/>
                <a:gd name="T121" fmla="*/ 2147483647 h 1944"/>
                <a:gd name="T122" fmla="*/ 2147483647 w 3918"/>
                <a:gd name="T123" fmla="*/ 2147483647 h 1944"/>
                <a:gd name="T124" fmla="*/ 2147483647 w 3918"/>
                <a:gd name="T125" fmla="*/ 2147483647 h 194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918"/>
                <a:gd name="T190" fmla="*/ 0 h 1944"/>
                <a:gd name="T191" fmla="*/ 3918 w 3918"/>
                <a:gd name="T192" fmla="*/ 1944 h 194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918" h="1944">
                  <a:moveTo>
                    <a:pt x="3858" y="168"/>
                  </a:moveTo>
                  <a:lnTo>
                    <a:pt x="3852" y="168"/>
                  </a:lnTo>
                  <a:lnTo>
                    <a:pt x="3846" y="162"/>
                  </a:lnTo>
                  <a:lnTo>
                    <a:pt x="3846" y="156"/>
                  </a:lnTo>
                  <a:lnTo>
                    <a:pt x="3840" y="150"/>
                  </a:lnTo>
                  <a:lnTo>
                    <a:pt x="3828" y="150"/>
                  </a:lnTo>
                  <a:lnTo>
                    <a:pt x="3804" y="174"/>
                  </a:lnTo>
                  <a:lnTo>
                    <a:pt x="3798" y="186"/>
                  </a:lnTo>
                  <a:lnTo>
                    <a:pt x="3756" y="210"/>
                  </a:lnTo>
                  <a:lnTo>
                    <a:pt x="3756" y="234"/>
                  </a:lnTo>
                  <a:lnTo>
                    <a:pt x="3744" y="246"/>
                  </a:lnTo>
                  <a:lnTo>
                    <a:pt x="3738" y="246"/>
                  </a:lnTo>
                  <a:lnTo>
                    <a:pt x="3726" y="258"/>
                  </a:lnTo>
                  <a:lnTo>
                    <a:pt x="3720" y="270"/>
                  </a:lnTo>
                  <a:lnTo>
                    <a:pt x="3720" y="294"/>
                  </a:lnTo>
                  <a:lnTo>
                    <a:pt x="3714" y="294"/>
                  </a:lnTo>
                  <a:lnTo>
                    <a:pt x="3708" y="288"/>
                  </a:lnTo>
                  <a:lnTo>
                    <a:pt x="3696" y="288"/>
                  </a:lnTo>
                  <a:lnTo>
                    <a:pt x="3690" y="294"/>
                  </a:lnTo>
                  <a:lnTo>
                    <a:pt x="3678" y="300"/>
                  </a:lnTo>
                  <a:lnTo>
                    <a:pt x="3666" y="312"/>
                  </a:lnTo>
                  <a:lnTo>
                    <a:pt x="3666" y="318"/>
                  </a:lnTo>
                  <a:lnTo>
                    <a:pt x="3660" y="318"/>
                  </a:lnTo>
                  <a:lnTo>
                    <a:pt x="3648" y="324"/>
                  </a:lnTo>
                  <a:lnTo>
                    <a:pt x="3630" y="324"/>
                  </a:lnTo>
                  <a:lnTo>
                    <a:pt x="3618" y="336"/>
                  </a:lnTo>
                  <a:lnTo>
                    <a:pt x="3618" y="342"/>
                  </a:lnTo>
                  <a:lnTo>
                    <a:pt x="3384" y="342"/>
                  </a:lnTo>
                  <a:lnTo>
                    <a:pt x="3372" y="354"/>
                  </a:lnTo>
                  <a:lnTo>
                    <a:pt x="3360" y="360"/>
                  </a:lnTo>
                  <a:lnTo>
                    <a:pt x="3336" y="384"/>
                  </a:lnTo>
                  <a:lnTo>
                    <a:pt x="3324" y="390"/>
                  </a:lnTo>
                  <a:lnTo>
                    <a:pt x="3312" y="402"/>
                  </a:lnTo>
                  <a:lnTo>
                    <a:pt x="3282" y="402"/>
                  </a:lnTo>
                  <a:lnTo>
                    <a:pt x="3282" y="408"/>
                  </a:lnTo>
                  <a:lnTo>
                    <a:pt x="3276" y="408"/>
                  </a:lnTo>
                  <a:lnTo>
                    <a:pt x="3282" y="414"/>
                  </a:lnTo>
                  <a:lnTo>
                    <a:pt x="3282" y="420"/>
                  </a:lnTo>
                  <a:lnTo>
                    <a:pt x="3288" y="426"/>
                  </a:lnTo>
                  <a:lnTo>
                    <a:pt x="3282" y="432"/>
                  </a:lnTo>
                  <a:lnTo>
                    <a:pt x="3282" y="438"/>
                  </a:lnTo>
                  <a:lnTo>
                    <a:pt x="3276" y="444"/>
                  </a:lnTo>
                  <a:lnTo>
                    <a:pt x="3270" y="456"/>
                  </a:lnTo>
                  <a:lnTo>
                    <a:pt x="3264" y="462"/>
                  </a:lnTo>
                  <a:lnTo>
                    <a:pt x="3264" y="468"/>
                  </a:lnTo>
                  <a:lnTo>
                    <a:pt x="3246" y="468"/>
                  </a:lnTo>
                  <a:lnTo>
                    <a:pt x="3246" y="474"/>
                  </a:lnTo>
                  <a:lnTo>
                    <a:pt x="3240" y="474"/>
                  </a:lnTo>
                  <a:lnTo>
                    <a:pt x="3228" y="480"/>
                  </a:lnTo>
                  <a:lnTo>
                    <a:pt x="3204" y="480"/>
                  </a:lnTo>
                  <a:lnTo>
                    <a:pt x="3198" y="474"/>
                  </a:lnTo>
                  <a:lnTo>
                    <a:pt x="3186" y="486"/>
                  </a:lnTo>
                  <a:lnTo>
                    <a:pt x="3162" y="486"/>
                  </a:lnTo>
                  <a:lnTo>
                    <a:pt x="3150" y="480"/>
                  </a:lnTo>
                  <a:lnTo>
                    <a:pt x="3144" y="474"/>
                  </a:lnTo>
                  <a:lnTo>
                    <a:pt x="3114" y="474"/>
                  </a:lnTo>
                  <a:lnTo>
                    <a:pt x="3096" y="486"/>
                  </a:lnTo>
                  <a:lnTo>
                    <a:pt x="3078" y="492"/>
                  </a:lnTo>
                  <a:lnTo>
                    <a:pt x="3072" y="492"/>
                  </a:lnTo>
                  <a:lnTo>
                    <a:pt x="3072" y="516"/>
                  </a:lnTo>
                  <a:lnTo>
                    <a:pt x="3066" y="522"/>
                  </a:lnTo>
                  <a:lnTo>
                    <a:pt x="3078" y="522"/>
                  </a:lnTo>
                  <a:lnTo>
                    <a:pt x="3066" y="528"/>
                  </a:lnTo>
                  <a:lnTo>
                    <a:pt x="3036" y="546"/>
                  </a:lnTo>
                  <a:lnTo>
                    <a:pt x="3000" y="564"/>
                  </a:lnTo>
                  <a:lnTo>
                    <a:pt x="2964" y="576"/>
                  </a:lnTo>
                  <a:lnTo>
                    <a:pt x="2946" y="588"/>
                  </a:lnTo>
                  <a:lnTo>
                    <a:pt x="2934" y="594"/>
                  </a:lnTo>
                  <a:lnTo>
                    <a:pt x="2928" y="594"/>
                  </a:lnTo>
                  <a:lnTo>
                    <a:pt x="2856" y="618"/>
                  </a:lnTo>
                  <a:lnTo>
                    <a:pt x="2850" y="624"/>
                  </a:lnTo>
                  <a:lnTo>
                    <a:pt x="2838" y="624"/>
                  </a:lnTo>
                  <a:lnTo>
                    <a:pt x="2826" y="630"/>
                  </a:lnTo>
                  <a:lnTo>
                    <a:pt x="2808" y="630"/>
                  </a:lnTo>
                  <a:lnTo>
                    <a:pt x="2802" y="636"/>
                  </a:lnTo>
                  <a:lnTo>
                    <a:pt x="2778" y="636"/>
                  </a:lnTo>
                  <a:lnTo>
                    <a:pt x="2772" y="630"/>
                  </a:lnTo>
                  <a:lnTo>
                    <a:pt x="2772" y="624"/>
                  </a:lnTo>
                  <a:lnTo>
                    <a:pt x="2760" y="624"/>
                  </a:lnTo>
                  <a:lnTo>
                    <a:pt x="2748" y="618"/>
                  </a:lnTo>
                  <a:lnTo>
                    <a:pt x="2736" y="606"/>
                  </a:lnTo>
                  <a:lnTo>
                    <a:pt x="2742" y="606"/>
                  </a:lnTo>
                  <a:lnTo>
                    <a:pt x="2748" y="600"/>
                  </a:lnTo>
                  <a:lnTo>
                    <a:pt x="2772" y="588"/>
                  </a:lnTo>
                  <a:lnTo>
                    <a:pt x="2772" y="582"/>
                  </a:lnTo>
                  <a:lnTo>
                    <a:pt x="2796" y="558"/>
                  </a:lnTo>
                  <a:lnTo>
                    <a:pt x="2832" y="540"/>
                  </a:lnTo>
                  <a:lnTo>
                    <a:pt x="2838" y="540"/>
                  </a:lnTo>
                  <a:lnTo>
                    <a:pt x="2844" y="534"/>
                  </a:lnTo>
                  <a:lnTo>
                    <a:pt x="2844" y="510"/>
                  </a:lnTo>
                  <a:lnTo>
                    <a:pt x="2850" y="504"/>
                  </a:lnTo>
                  <a:lnTo>
                    <a:pt x="2856" y="492"/>
                  </a:lnTo>
                  <a:lnTo>
                    <a:pt x="2850" y="486"/>
                  </a:lnTo>
                  <a:lnTo>
                    <a:pt x="2850" y="480"/>
                  </a:lnTo>
                  <a:lnTo>
                    <a:pt x="2856" y="468"/>
                  </a:lnTo>
                  <a:lnTo>
                    <a:pt x="2856" y="444"/>
                  </a:lnTo>
                  <a:lnTo>
                    <a:pt x="2862" y="432"/>
                  </a:lnTo>
                  <a:lnTo>
                    <a:pt x="2862" y="426"/>
                  </a:lnTo>
                  <a:lnTo>
                    <a:pt x="2856" y="420"/>
                  </a:lnTo>
                  <a:lnTo>
                    <a:pt x="2850" y="420"/>
                  </a:lnTo>
                  <a:lnTo>
                    <a:pt x="2844" y="426"/>
                  </a:lnTo>
                  <a:lnTo>
                    <a:pt x="2832" y="426"/>
                  </a:lnTo>
                  <a:lnTo>
                    <a:pt x="2814" y="444"/>
                  </a:lnTo>
                  <a:lnTo>
                    <a:pt x="2802" y="450"/>
                  </a:lnTo>
                  <a:lnTo>
                    <a:pt x="2796" y="456"/>
                  </a:lnTo>
                  <a:lnTo>
                    <a:pt x="2778" y="456"/>
                  </a:lnTo>
                  <a:lnTo>
                    <a:pt x="2772" y="450"/>
                  </a:lnTo>
                  <a:lnTo>
                    <a:pt x="2778" y="444"/>
                  </a:lnTo>
                  <a:lnTo>
                    <a:pt x="2784" y="432"/>
                  </a:lnTo>
                  <a:lnTo>
                    <a:pt x="2808" y="420"/>
                  </a:lnTo>
                  <a:lnTo>
                    <a:pt x="2826" y="402"/>
                  </a:lnTo>
                  <a:lnTo>
                    <a:pt x="2850" y="390"/>
                  </a:lnTo>
                  <a:lnTo>
                    <a:pt x="2856" y="384"/>
                  </a:lnTo>
                  <a:lnTo>
                    <a:pt x="2856" y="366"/>
                  </a:lnTo>
                  <a:lnTo>
                    <a:pt x="2850" y="360"/>
                  </a:lnTo>
                  <a:lnTo>
                    <a:pt x="2850" y="348"/>
                  </a:lnTo>
                  <a:lnTo>
                    <a:pt x="2856" y="348"/>
                  </a:lnTo>
                  <a:lnTo>
                    <a:pt x="2862" y="342"/>
                  </a:lnTo>
                  <a:lnTo>
                    <a:pt x="2868" y="330"/>
                  </a:lnTo>
                  <a:lnTo>
                    <a:pt x="2868" y="318"/>
                  </a:lnTo>
                  <a:lnTo>
                    <a:pt x="2862" y="312"/>
                  </a:lnTo>
                  <a:lnTo>
                    <a:pt x="2850" y="312"/>
                  </a:lnTo>
                  <a:lnTo>
                    <a:pt x="2838" y="306"/>
                  </a:lnTo>
                  <a:lnTo>
                    <a:pt x="2832" y="306"/>
                  </a:lnTo>
                  <a:lnTo>
                    <a:pt x="2826" y="294"/>
                  </a:lnTo>
                  <a:lnTo>
                    <a:pt x="2820" y="288"/>
                  </a:lnTo>
                  <a:lnTo>
                    <a:pt x="2820" y="282"/>
                  </a:lnTo>
                  <a:lnTo>
                    <a:pt x="2814" y="288"/>
                  </a:lnTo>
                  <a:lnTo>
                    <a:pt x="2808" y="288"/>
                  </a:lnTo>
                  <a:lnTo>
                    <a:pt x="2808" y="264"/>
                  </a:lnTo>
                  <a:lnTo>
                    <a:pt x="2844" y="270"/>
                  </a:lnTo>
                  <a:lnTo>
                    <a:pt x="2850" y="264"/>
                  </a:lnTo>
                  <a:lnTo>
                    <a:pt x="2850" y="246"/>
                  </a:lnTo>
                  <a:lnTo>
                    <a:pt x="2862" y="246"/>
                  </a:lnTo>
                  <a:lnTo>
                    <a:pt x="2868" y="228"/>
                  </a:lnTo>
                  <a:lnTo>
                    <a:pt x="2850" y="228"/>
                  </a:lnTo>
                  <a:lnTo>
                    <a:pt x="2844" y="240"/>
                  </a:lnTo>
                  <a:lnTo>
                    <a:pt x="2820" y="228"/>
                  </a:lnTo>
                  <a:lnTo>
                    <a:pt x="2820" y="210"/>
                  </a:lnTo>
                  <a:lnTo>
                    <a:pt x="2802" y="210"/>
                  </a:lnTo>
                  <a:lnTo>
                    <a:pt x="2790" y="216"/>
                  </a:lnTo>
                  <a:lnTo>
                    <a:pt x="2736" y="216"/>
                  </a:lnTo>
                  <a:lnTo>
                    <a:pt x="2724" y="222"/>
                  </a:lnTo>
                  <a:lnTo>
                    <a:pt x="2712" y="222"/>
                  </a:lnTo>
                  <a:lnTo>
                    <a:pt x="2700" y="228"/>
                  </a:lnTo>
                  <a:lnTo>
                    <a:pt x="2682" y="228"/>
                  </a:lnTo>
                  <a:lnTo>
                    <a:pt x="2658" y="216"/>
                  </a:lnTo>
                  <a:lnTo>
                    <a:pt x="2658" y="210"/>
                  </a:lnTo>
                  <a:lnTo>
                    <a:pt x="2652" y="204"/>
                  </a:lnTo>
                  <a:lnTo>
                    <a:pt x="2652" y="198"/>
                  </a:lnTo>
                  <a:lnTo>
                    <a:pt x="2646" y="192"/>
                  </a:lnTo>
                  <a:lnTo>
                    <a:pt x="2628" y="192"/>
                  </a:lnTo>
                  <a:lnTo>
                    <a:pt x="2622" y="198"/>
                  </a:lnTo>
                  <a:lnTo>
                    <a:pt x="2616" y="198"/>
                  </a:lnTo>
                  <a:lnTo>
                    <a:pt x="2610" y="192"/>
                  </a:lnTo>
                  <a:lnTo>
                    <a:pt x="2670" y="162"/>
                  </a:lnTo>
                  <a:lnTo>
                    <a:pt x="2658" y="150"/>
                  </a:lnTo>
                  <a:lnTo>
                    <a:pt x="2640" y="150"/>
                  </a:lnTo>
                  <a:lnTo>
                    <a:pt x="2628" y="162"/>
                  </a:lnTo>
                  <a:lnTo>
                    <a:pt x="2616" y="168"/>
                  </a:lnTo>
                  <a:lnTo>
                    <a:pt x="2610" y="174"/>
                  </a:lnTo>
                  <a:lnTo>
                    <a:pt x="2604" y="174"/>
                  </a:lnTo>
                  <a:lnTo>
                    <a:pt x="2580" y="186"/>
                  </a:lnTo>
                  <a:lnTo>
                    <a:pt x="2562" y="192"/>
                  </a:lnTo>
                  <a:lnTo>
                    <a:pt x="2538" y="204"/>
                  </a:lnTo>
                  <a:lnTo>
                    <a:pt x="2508" y="204"/>
                  </a:lnTo>
                  <a:lnTo>
                    <a:pt x="2496" y="216"/>
                  </a:lnTo>
                  <a:lnTo>
                    <a:pt x="2448" y="216"/>
                  </a:lnTo>
                  <a:lnTo>
                    <a:pt x="2448" y="210"/>
                  </a:lnTo>
                  <a:lnTo>
                    <a:pt x="2454" y="204"/>
                  </a:lnTo>
                  <a:lnTo>
                    <a:pt x="2460" y="204"/>
                  </a:lnTo>
                  <a:lnTo>
                    <a:pt x="2472" y="192"/>
                  </a:lnTo>
                  <a:lnTo>
                    <a:pt x="2460" y="192"/>
                  </a:lnTo>
                  <a:lnTo>
                    <a:pt x="2448" y="198"/>
                  </a:lnTo>
                  <a:lnTo>
                    <a:pt x="2412" y="198"/>
                  </a:lnTo>
                  <a:lnTo>
                    <a:pt x="2400" y="204"/>
                  </a:lnTo>
                  <a:lnTo>
                    <a:pt x="2394" y="210"/>
                  </a:lnTo>
                  <a:lnTo>
                    <a:pt x="2370" y="210"/>
                  </a:lnTo>
                  <a:lnTo>
                    <a:pt x="2370" y="198"/>
                  </a:lnTo>
                  <a:lnTo>
                    <a:pt x="2400" y="180"/>
                  </a:lnTo>
                  <a:lnTo>
                    <a:pt x="2442" y="168"/>
                  </a:lnTo>
                  <a:lnTo>
                    <a:pt x="2502" y="138"/>
                  </a:lnTo>
                  <a:lnTo>
                    <a:pt x="2520" y="126"/>
                  </a:lnTo>
                  <a:lnTo>
                    <a:pt x="2544" y="120"/>
                  </a:lnTo>
                  <a:lnTo>
                    <a:pt x="2574" y="114"/>
                  </a:lnTo>
                  <a:lnTo>
                    <a:pt x="2580" y="114"/>
                  </a:lnTo>
                  <a:lnTo>
                    <a:pt x="2592" y="108"/>
                  </a:lnTo>
                  <a:lnTo>
                    <a:pt x="2574" y="108"/>
                  </a:lnTo>
                  <a:lnTo>
                    <a:pt x="2562" y="102"/>
                  </a:lnTo>
                  <a:lnTo>
                    <a:pt x="2556" y="102"/>
                  </a:lnTo>
                  <a:lnTo>
                    <a:pt x="2556" y="96"/>
                  </a:lnTo>
                  <a:lnTo>
                    <a:pt x="2508" y="102"/>
                  </a:lnTo>
                  <a:lnTo>
                    <a:pt x="2508" y="84"/>
                  </a:lnTo>
                  <a:lnTo>
                    <a:pt x="2502" y="90"/>
                  </a:lnTo>
                  <a:lnTo>
                    <a:pt x="2490" y="96"/>
                  </a:lnTo>
                  <a:lnTo>
                    <a:pt x="2478" y="108"/>
                  </a:lnTo>
                  <a:lnTo>
                    <a:pt x="2466" y="108"/>
                  </a:lnTo>
                  <a:lnTo>
                    <a:pt x="2448" y="90"/>
                  </a:lnTo>
                  <a:lnTo>
                    <a:pt x="2418" y="90"/>
                  </a:lnTo>
                  <a:lnTo>
                    <a:pt x="2412" y="84"/>
                  </a:lnTo>
                  <a:lnTo>
                    <a:pt x="2412" y="78"/>
                  </a:lnTo>
                  <a:lnTo>
                    <a:pt x="2400" y="66"/>
                  </a:lnTo>
                  <a:lnTo>
                    <a:pt x="2388" y="60"/>
                  </a:lnTo>
                  <a:lnTo>
                    <a:pt x="2376" y="60"/>
                  </a:lnTo>
                  <a:lnTo>
                    <a:pt x="2364" y="72"/>
                  </a:lnTo>
                  <a:lnTo>
                    <a:pt x="2364" y="78"/>
                  </a:lnTo>
                  <a:lnTo>
                    <a:pt x="2352" y="78"/>
                  </a:lnTo>
                  <a:lnTo>
                    <a:pt x="2334" y="60"/>
                  </a:lnTo>
                  <a:lnTo>
                    <a:pt x="2322" y="60"/>
                  </a:lnTo>
                  <a:lnTo>
                    <a:pt x="2304" y="54"/>
                  </a:lnTo>
                  <a:lnTo>
                    <a:pt x="2292" y="48"/>
                  </a:lnTo>
                  <a:lnTo>
                    <a:pt x="2292" y="36"/>
                  </a:lnTo>
                  <a:lnTo>
                    <a:pt x="2298" y="24"/>
                  </a:lnTo>
                  <a:lnTo>
                    <a:pt x="2310" y="12"/>
                  </a:lnTo>
                  <a:lnTo>
                    <a:pt x="2298" y="0"/>
                  </a:lnTo>
                  <a:lnTo>
                    <a:pt x="2286" y="6"/>
                  </a:lnTo>
                  <a:lnTo>
                    <a:pt x="2280" y="12"/>
                  </a:lnTo>
                  <a:lnTo>
                    <a:pt x="2274" y="24"/>
                  </a:lnTo>
                  <a:lnTo>
                    <a:pt x="2274" y="30"/>
                  </a:lnTo>
                  <a:lnTo>
                    <a:pt x="2268" y="42"/>
                  </a:lnTo>
                  <a:lnTo>
                    <a:pt x="558" y="42"/>
                  </a:lnTo>
                  <a:lnTo>
                    <a:pt x="552" y="54"/>
                  </a:lnTo>
                  <a:lnTo>
                    <a:pt x="552" y="60"/>
                  </a:lnTo>
                  <a:lnTo>
                    <a:pt x="546" y="60"/>
                  </a:lnTo>
                  <a:lnTo>
                    <a:pt x="546" y="72"/>
                  </a:lnTo>
                  <a:lnTo>
                    <a:pt x="540" y="84"/>
                  </a:lnTo>
                  <a:lnTo>
                    <a:pt x="540" y="108"/>
                  </a:lnTo>
                  <a:lnTo>
                    <a:pt x="510" y="126"/>
                  </a:lnTo>
                  <a:lnTo>
                    <a:pt x="504" y="144"/>
                  </a:lnTo>
                  <a:lnTo>
                    <a:pt x="486" y="168"/>
                  </a:lnTo>
                  <a:lnTo>
                    <a:pt x="438" y="180"/>
                  </a:lnTo>
                  <a:lnTo>
                    <a:pt x="474" y="162"/>
                  </a:lnTo>
                  <a:lnTo>
                    <a:pt x="450" y="162"/>
                  </a:lnTo>
                  <a:lnTo>
                    <a:pt x="456" y="156"/>
                  </a:lnTo>
                  <a:lnTo>
                    <a:pt x="462" y="144"/>
                  </a:lnTo>
                  <a:lnTo>
                    <a:pt x="486" y="120"/>
                  </a:lnTo>
                  <a:lnTo>
                    <a:pt x="492" y="120"/>
                  </a:lnTo>
                  <a:lnTo>
                    <a:pt x="504" y="108"/>
                  </a:lnTo>
                  <a:lnTo>
                    <a:pt x="504" y="102"/>
                  </a:lnTo>
                  <a:lnTo>
                    <a:pt x="456" y="102"/>
                  </a:lnTo>
                  <a:lnTo>
                    <a:pt x="450" y="96"/>
                  </a:lnTo>
                  <a:lnTo>
                    <a:pt x="438" y="90"/>
                  </a:lnTo>
                  <a:lnTo>
                    <a:pt x="432" y="84"/>
                  </a:lnTo>
                  <a:lnTo>
                    <a:pt x="420" y="78"/>
                  </a:lnTo>
                  <a:lnTo>
                    <a:pt x="402" y="78"/>
                  </a:lnTo>
                  <a:lnTo>
                    <a:pt x="390" y="90"/>
                  </a:lnTo>
                  <a:lnTo>
                    <a:pt x="384" y="102"/>
                  </a:lnTo>
                  <a:lnTo>
                    <a:pt x="384" y="150"/>
                  </a:lnTo>
                  <a:lnTo>
                    <a:pt x="378" y="156"/>
                  </a:lnTo>
                  <a:lnTo>
                    <a:pt x="378" y="162"/>
                  </a:lnTo>
                  <a:lnTo>
                    <a:pt x="360" y="180"/>
                  </a:lnTo>
                  <a:lnTo>
                    <a:pt x="390" y="186"/>
                  </a:lnTo>
                  <a:lnTo>
                    <a:pt x="360" y="192"/>
                  </a:lnTo>
                  <a:lnTo>
                    <a:pt x="366" y="210"/>
                  </a:lnTo>
                  <a:lnTo>
                    <a:pt x="348" y="234"/>
                  </a:lnTo>
                  <a:lnTo>
                    <a:pt x="354" y="234"/>
                  </a:lnTo>
                  <a:lnTo>
                    <a:pt x="366" y="246"/>
                  </a:lnTo>
                  <a:lnTo>
                    <a:pt x="372" y="246"/>
                  </a:lnTo>
                  <a:lnTo>
                    <a:pt x="378" y="252"/>
                  </a:lnTo>
                  <a:lnTo>
                    <a:pt x="330" y="252"/>
                  </a:lnTo>
                  <a:lnTo>
                    <a:pt x="324" y="264"/>
                  </a:lnTo>
                  <a:lnTo>
                    <a:pt x="306" y="282"/>
                  </a:lnTo>
                  <a:lnTo>
                    <a:pt x="270" y="342"/>
                  </a:lnTo>
                  <a:lnTo>
                    <a:pt x="258" y="360"/>
                  </a:lnTo>
                  <a:lnTo>
                    <a:pt x="216" y="402"/>
                  </a:lnTo>
                  <a:lnTo>
                    <a:pt x="192" y="432"/>
                  </a:lnTo>
                  <a:lnTo>
                    <a:pt x="174" y="456"/>
                  </a:lnTo>
                  <a:lnTo>
                    <a:pt x="168" y="462"/>
                  </a:lnTo>
                  <a:lnTo>
                    <a:pt x="174" y="480"/>
                  </a:lnTo>
                  <a:lnTo>
                    <a:pt x="168" y="480"/>
                  </a:lnTo>
                  <a:lnTo>
                    <a:pt x="162" y="486"/>
                  </a:lnTo>
                  <a:lnTo>
                    <a:pt x="150" y="492"/>
                  </a:lnTo>
                  <a:lnTo>
                    <a:pt x="126" y="516"/>
                  </a:lnTo>
                  <a:lnTo>
                    <a:pt x="120" y="534"/>
                  </a:lnTo>
                  <a:lnTo>
                    <a:pt x="120" y="546"/>
                  </a:lnTo>
                  <a:lnTo>
                    <a:pt x="102" y="570"/>
                  </a:lnTo>
                  <a:lnTo>
                    <a:pt x="96" y="618"/>
                  </a:lnTo>
                  <a:lnTo>
                    <a:pt x="90" y="630"/>
                  </a:lnTo>
                  <a:lnTo>
                    <a:pt x="72" y="648"/>
                  </a:lnTo>
                  <a:lnTo>
                    <a:pt x="60" y="672"/>
                  </a:lnTo>
                  <a:lnTo>
                    <a:pt x="54" y="678"/>
                  </a:lnTo>
                  <a:lnTo>
                    <a:pt x="42" y="684"/>
                  </a:lnTo>
                  <a:lnTo>
                    <a:pt x="18" y="708"/>
                  </a:lnTo>
                  <a:lnTo>
                    <a:pt x="12" y="720"/>
                  </a:lnTo>
                  <a:lnTo>
                    <a:pt x="18" y="732"/>
                  </a:lnTo>
                  <a:lnTo>
                    <a:pt x="36" y="750"/>
                  </a:lnTo>
                  <a:lnTo>
                    <a:pt x="36" y="762"/>
                  </a:lnTo>
                  <a:lnTo>
                    <a:pt x="30" y="774"/>
                  </a:lnTo>
                  <a:lnTo>
                    <a:pt x="18" y="786"/>
                  </a:lnTo>
                  <a:lnTo>
                    <a:pt x="12" y="798"/>
                  </a:lnTo>
                  <a:lnTo>
                    <a:pt x="6" y="816"/>
                  </a:lnTo>
                  <a:lnTo>
                    <a:pt x="0" y="828"/>
                  </a:lnTo>
                  <a:lnTo>
                    <a:pt x="0" y="840"/>
                  </a:lnTo>
                  <a:lnTo>
                    <a:pt x="6" y="852"/>
                  </a:lnTo>
                  <a:lnTo>
                    <a:pt x="12" y="870"/>
                  </a:lnTo>
                  <a:lnTo>
                    <a:pt x="12" y="882"/>
                  </a:lnTo>
                  <a:lnTo>
                    <a:pt x="18" y="900"/>
                  </a:lnTo>
                  <a:lnTo>
                    <a:pt x="24" y="906"/>
                  </a:lnTo>
                  <a:lnTo>
                    <a:pt x="24" y="912"/>
                  </a:lnTo>
                  <a:lnTo>
                    <a:pt x="48" y="894"/>
                  </a:lnTo>
                  <a:lnTo>
                    <a:pt x="114" y="900"/>
                  </a:lnTo>
                  <a:lnTo>
                    <a:pt x="78" y="900"/>
                  </a:lnTo>
                  <a:lnTo>
                    <a:pt x="66" y="906"/>
                  </a:lnTo>
                  <a:lnTo>
                    <a:pt x="60" y="906"/>
                  </a:lnTo>
                  <a:lnTo>
                    <a:pt x="48" y="918"/>
                  </a:lnTo>
                  <a:lnTo>
                    <a:pt x="48" y="942"/>
                  </a:lnTo>
                  <a:lnTo>
                    <a:pt x="30" y="924"/>
                  </a:lnTo>
                  <a:lnTo>
                    <a:pt x="24" y="924"/>
                  </a:lnTo>
                  <a:lnTo>
                    <a:pt x="18" y="936"/>
                  </a:lnTo>
                  <a:lnTo>
                    <a:pt x="18" y="942"/>
                  </a:lnTo>
                  <a:lnTo>
                    <a:pt x="12" y="960"/>
                  </a:lnTo>
                  <a:lnTo>
                    <a:pt x="12" y="978"/>
                  </a:lnTo>
                  <a:lnTo>
                    <a:pt x="18" y="984"/>
                  </a:lnTo>
                  <a:lnTo>
                    <a:pt x="30" y="990"/>
                  </a:lnTo>
                  <a:lnTo>
                    <a:pt x="42" y="990"/>
                  </a:lnTo>
                  <a:lnTo>
                    <a:pt x="42" y="1002"/>
                  </a:lnTo>
                  <a:lnTo>
                    <a:pt x="36" y="1008"/>
                  </a:lnTo>
                  <a:lnTo>
                    <a:pt x="36" y="1014"/>
                  </a:lnTo>
                  <a:lnTo>
                    <a:pt x="18" y="1032"/>
                  </a:lnTo>
                  <a:lnTo>
                    <a:pt x="12" y="1044"/>
                  </a:lnTo>
                  <a:lnTo>
                    <a:pt x="12" y="1056"/>
                  </a:lnTo>
                  <a:lnTo>
                    <a:pt x="18" y="1068"/>
                  </a:lnTo>
                  <a:lnTo>
                    <a:pt x="24" y="1074"/>
                  </a:lnTo>
                  <a:lnTo>
                    <a:pt x="36" y="1098"/>
                  </a:lnTo>
                  <a:lnTo>
                    <a:pt x="42" y="1104"/>
                  </a:lnTo>
                  <a:lnTo>
                    <a:pt x="54" y="1128"/>
                  </a:lnTo>
                  <a:lnTo>
                    <a:pt x="60" y="1134"/>
                  </a:lnTo>
                  <a:lnTo>
                    <a:pt x="60" y="1146"/>
                  </a:lnTo>
                  <a:lnTo>
                    <a:pt x="54" y="1152"/>
                  </a:lnTo>
                  <a:lnTo>
                    <a:pt x="42" y="1176"/>
                  </a:lnTo>
                  <a:lnTo>
                    <a:pt x="36" y="1182"/>
                  </a:lnTo>
                  <a:lnTo>
                    <a:pt x="36" y="1188"/>
                  </a:lnTo>
                  <a:lnTo>
                    <a:pt x="42" y="1194"/>
                  </a:lnTo>
                  <a:lnTo>
                    <a:pt x="54" y="1194"/>
                  </a:lnTo>
                  <a:lnTo>
                    <a:pt x="72" y="1200"/>
                  </a:lnTo>
                  <a:lnTo>
                    <a:pt x="102" y="1200"/>
                  </a:lnTo>
                  <a:lnTo>
                    <a:pt x="102" y="1212"/>
                  </a:lnTo>
                  <a:lnTo>
                    <a:pt x="120" y="1230"/>
                  </a:lnTo>
                  <a:lnTo>
                    <a:pt x="132" y="1230"/>
                  </a:lnTo>
                  <a:lnTo>
                    <a:pt x="144" y="1224"/>
                  </a:lnTo>
                  <a:lnTo>
                    <a:pt x="150" y="1224"/>
                  </a:lnTo>
                  <a:lnTo>
                    <a:pt x="162" y="1218"/>
                  </a:lnTo>
                  <a:lnTo>
                    <a:pt x="168" y="1248"/>
                  </a:lnTo>
                  <a:lnTo>
                    <a:pt x="174" y="1248"/>
                  </a:lnTo>
                  <a:lnTo>
                    <a:pt x="180" y="1254"/>
                  </a:lnTo>
                  <a:lnTo>
                    <a:pt x="204" y="1266"/>
                  </a:lnTo>
                  <a:lnTo>
                    <a:pt x="216" y="1290"/>
                  </a:lnTo>
                  <a:lnTo>
                    <a:pt x="216" y="1314"/>
                  </a:lnTo>
                  <a:lnTo>
                    <a:pt x="210" y="1338"/>
                  </a:lnTo>
                  <a:lnTo>
                    <a:pt x="216" y="1344"/>
                  </a:lnTo>
                  <a:lnTo>
                    <a:pt x="360" y="1338"/>
                  </a:lnTo>
                  <a:lnTo>
                    <a:pt x="354" y="1344"/>
                  </a:lnTo>
                  <a:lnTo>
                    <a:pt x="354" y="1350"/>
                  </a:lnTo>
                  <a:lnTo>
                    <a:pt x="360" y="1350"/>
                  </a:lnTo>
                  <a:lnTo>
                    <a:pt x="570" y="1446"/>
                  </a:lnTo>
                  <a:lnTo>
                    <a:pt x="774" y="1446"/>
                  </a:lnTo>
                  <a:lnTo>
                    <a:pt x="774" y="1440"/>
                  </a:lnTo>
                  <a:lnTo>
                    <a:pt x="780" y="1428"/>
                  </a:lnTo>
                  <a:lnTo>
                    <a:pt x="780" y="1410"/>
                  </a:lnTo>
                  <a:lnTo>
                    <a:pt x="786" y="1404"/>
                  </a:lnTo>
                  <a:lnTo>
                    <a:pt x="900" y="1404"/>
                  </a:lnTo>
                  <a:lnTo>
                    <a:pt x="912" y="1416"/>
                  </a:lnTo>
                  <a:lnTo>
                    <a:pt x="912" y="1440"/>
                  </a:lnTo>
                  <a:lnTo>
                    <a:pt x="942" y="1452"/>
                  </a:lnTo>
                  <a:lnTo>
                    <a:pt x="948" y="1482"/>
                  </a:lnTo>
                  <a:lnTo>
                    <a:pt x="960" y="1482"/>
                  </a:lnTo>
                  <a:lnTo>
                    <a:pt x="972" y="1488"/>
                  </a:lnTo>
                  <a:lnTo>
                    <a:pt x="984" y="1500"/>
                  </a:lnTo>
                  <a:lnTo>
                    <a:pt x="990" y="1512"/>
                  </a:lnTo>
                  <a:lnTo>
                    <a:pt x="990" y="1554"/>
                  </a:lnTo>
                  <a:lnTo>
                    <a:pt x="984" y="1566"/>
                  </a:lnTo>
                  <a:lnTo>
                    <a:pt x="984" y="1578"/>
                  </a:lnTo>
                  <a:lnTo>
                    <a:pt x="1014" y="1608"/>
                  </a:lnTo>
                  <a:lnTo>
                    <a:pt x="1026" y="1614"/>
                  </a:lnTo>
                  <a:lnTo>
                    <a:pt x="1044" y="1626"/>
                  </a:lnTo>
                  <a:lnTo>
                    <a:pt x="1056" y="1626"/>
                  </a:lnTo>
                  <a:lnTo>
                    <a:pt x="1080" y="1614"/>
                  </a:lnTo>
                  <a:lnTo>
                    <a:pt x="1092" y="1602"/>
                  </a:lnTo>
                  <a:lnTo>
                    <a:pt x="1104" y="1578"/>
                  </a:lnTo>
                  <a:lnTo>
                    <a:pt x="1116" y="1566"/>
                  </a:lnTo>
                  <a:lnTo>
                    <a:pt x="1134" y="1566"/>
                  </a:lnTo>
                  <a:lnTo>
                    <a:pt x="1134" y="1560"/>
                  </a:lnTo>
                  <a:lnTo>
                    <a:pt x="1152" y="1566"/>
                  </a:lnTo>
                  <a:lnTo>
                    <a:pt x="1194" y="1566"/>
                  </a:lnTo>
                  <a:lnTo>
                    <a:pt x="1200" y="1578"/>
                  </a:lnTo>
                  <a:lnTo>
                    <a:pt x="1206" y="1584"/>
                  </a:lnTo>
                  <a:lnTo>
                    <a:pt x="1212" y="1596"/>
                  </a:lnTo>
                  <a:lnTo>
                    <a:pt x="1224" y="1608"/>
                  </a:lnTo>
                  <a:lnTo>
                    <a:pt x="1230" y="1620"/>
                  </a:lnTo>
                  <a:lnTo>
                    <a:pt x="1242" y="1632"/>
                  </a:lnTo>
                  <a:lnTo>
                    <a:pt x="1242" y="1656"/>
                  </a:lnTo>
                  <a:lnTo>
                    <a:pt x="1236" y="1668"/>
                  </a:lnTo>
                  <a:lnTo>
                    <a:pt x="1236" y="1680"/>
                  </a:lnTo>
                  <a:lnTo>
                    <a:pt x="1242" y="1692"/>
                  </a:lnTo>
                  <a:lnTo>
                    <a:pt x="1254" y="1698"/>
                  </a:lnTo>
                  <a:lnTo>
                    <a:pt x="1254" y="1722"/>
                  </a:lnTo>
                  <a:lnTo>
                    <a:pt x="1260" y="1728"/>
                  </a:lnTo>
                  <a:lnTo>
                    <a:pt x="1272" y="1734"/>
                  </a:lnTo>
                  <a:lnTo>
                    <a:pt x="1284" y="1746"/>
                  </a:lnTo>
                  <a:lnTo>
                    <a:pt x="1284" y="1752"/>
                  </a:lnTo>
                  <a:lnTo>
                    <a:pt x="1278" y="1758"/>
                  </a:lnTo>
                  <a:lnTo>
                    <a:pt x="1272" y="1758"/>
                  </a:lnTo>
                  <a:lnTo>
                    <a:pt x="1272" y="1794"/>
                  </a:lnTo>
                  <a:lnTo>
                    <a:pt x="1284" y="1806"/>
                  </a:lnTo>
                  <a:lnTo>
                    <a:pt x="1284" y="1836"/>
                  </a:lnTo>
                  <a:lnTo>
                    <a:pt x="1296" y="1848"/>
                  </a:lnTo>
                  <a:lnTo>
                    <a:pt x="1314" y="1854"/>
                  </a:lnTo>
                  <a:lnTo>
                    <a:pt x="1326" y="1854"/>
                  </a:lnTo>
                  <a:lnTo>
                    <a:pt x="1338" y="1866"/>
                  </a:lnTo>
                  <a:lnTo>
                    <a:pt x="1380" y="1866"/>
                  </a:lnTo>
                  <a:lnTo>
                    <a:pt x="1380" y="1872"/>
                  </a:lnTo>
                  <a:lnTo>
                    <a:pt x="1386" y="1884"/>
                  </a:lnTo>
                  <a:lnTo>
                    <a:pt x="1410" y="1884"/>
                  </a:lnTo>
                  <a:lnTo>
                    <a:pt x="1410" y="1878"/>
                  </a:lnTo>
                  <a:lnTo>
                    <a:pt x="1398" y="1806"/>
                  </a:lnTo>
                  <a:lnTo>
                    <a:pt x="1416" y="1788"/>
                  </a:lnTo>
                  <a:lnTo>
                    <a:pt x="1398" y="1776"/>
                  </a:lnTo>
                  <a:lnTo>
                    <a:pt x="1398" y="1758"/>
                  </a:lnTo>
                  <a:lnTo>
                    <a:pt x="1404" y="1764"/>
                  </a:lnTo>
                  <a:lnTo>
                    <a:pt x="1422" y="1764"/>
                  </a:lnTo>
                  <a:lnTo>
                    <a:pt x="1428" y="1758"/>
                  </a:lnTo>
                  <a:lnTo>
                    <a:pt x="1428" y="1728"/>
                  </a:lnTo>
                  <a:lnTo>
                    <a:pt x="1452" y="1722"/>
                  </a:lnTo>
                  <a:lnTo>
                    <a:pt x="1458" y="1698"/>
                  </a:lnTo>
                  <a:lnTo>
                    <a:pt x="1476" y="1704"/>
                  </a:lnTo>
                  <a:lnTo>
                    <a:pt x="1494" y="1692"/>
                  </a:lnTo>
                  <a:lnTo>
                    <a:pt x="1488" y="1668"/>
                  </a:lnTo>
                  <a:lnTo>
                    <a:pt x="1500" y="1680"/>
                  </a:lnTo>
                  <a:lnTo>
                    <a:pt x="1500" y="1668"/>
                  </a:lnTo>
                  <a:lnTo>
                    <a:pt x="1506" y="1656"/>
                  </a:lnTo>
                  <a:lnTo>
                    <a:pt x="1512" y="1650"/>
                  </a:lnTo>
                  <a:lnTo>
                    <a:pt x="1518" y="1650"/>
                  </a:lnTo>
                  <a:lnTo>
                    <a:pt x="1524" y="1656"/>
                  </a:lnTo>
                  <a:lnTo>
                    <a:pt x="1524" y="1668"/>
                  </a:lnTo>
                  <a:lnTo>
                    <a:pt x="1542" y="1668"/>
                  </a:lnTo>
                  <a:lnTo>
                    <a:pt x="1554" y="1662"/>
                  </a:lnTo>
                  <a:lnTo>
                    <a:pt x="1572" y="1656"/>
                  </a:lnTo>
                  <a:lnTo>
                    <a:pt x="1596" y="1644"/>
                  </a:lnTo>
                  <a:lnTo>
                    <a:pt x="1602" y="1638"/>
                  </a:lnTo>
                  <a:lnTo>
                    <a:pt x="1608" y="1626"/>
                  </a:lnTo>
                  <a:lnTo>
                    <a:pt x="1620" y="1620"/>
                  </a:lnTo>
                  <a:lnTo>
                    <a:pt x="1626" y="1608"/>
                  </a:lnTo>
                  <a:lnTo>
                    <a:pt x="1632" y="1602"/>
                  </a:lnTo>
                  <a:lnTo>
                    <a:pt x="1632" y="1590"/>
                  </a:lnTo>
                  <a:lnTo>
                    <a:pt x="1626" y="1584"/>
                  </a:lnTo>
                  <a:lnTo>
                    <a:pt x="1626" y="1566"/>
                  </a:lnTo>
                  <a:lnTo>
                    <a:pt x="1632" y="1566"/>
                  </a:lnTo>
                  <a:lnTo>
                    <a:pt x="1656" y="1578"/>
                  </a:lnTo>
                  <a:lnTo>
                    <a:pt x="1662" y="1584"/>
                  </a:lnTo>
                  <a:lnTo>
                    <a:pt x="1674" y="1590"/>
                  </a:lnTo>
                  <a:lnTo>
                    <a:pt x="1686" y="1590"/>
                  </a:lnTo>
                  <a:lnTo>
                    <a:pt x="1692" y="1584"/>
                  </a:lnTo>
                  <a:lnTo>
                    <a:pt x="1710" y="1548"/>
                  </a:lnTo>
                  <a:lnTo>
                    <a:pt x="1716" y="1548"/>
                  </a:lnTo>
                  <a:lnTo>
                    <a:pt x="1734" y="1566"/>
                  </a:lnTo>
                  <a:lnTo>
                    <a:pt x="1746" y="1566"/>
                  </a:lnTo>
                  <a:lnTo>
                    <a:pt x="1752" y="1560"/>
                  </a:lnTo>
                  <a:lnTo>
                    <a:pt x="1758" y="1548"/>
                  </a:lnTo>
                  <a:lnTo>
                    <a:pt x="1764" y="1542"/>
                  </a:lnTo>
                  <a:lnTo>
                    <a:pt x="1770" y="1554"/>
                  </a:lnTo>
                  <a:lnTo>
                    <a:pt x="1776" y="1560"/>
                  </a:lnTo>
                  <a:lnTo>
                    <a:pt x="1782" y="1572"/>
                  </a:lnTo>
                  <a:lnTo>
                    <a:pt x="1794" y="1578"/>
                  </a:lnTo>
                  <a:lnTo>
                    <a:pt x="1800" y="1584"/>
                  </a:lnTo>
                  <a:lnTo>
                    <a:pt x="1818" y="1584"/>
                  </a:lnTo>
                  <a:lnTo>
                    <a:pt x="1824" y="1578"/>
                  </a:lnTo>
                  <a:lnTo>
                    <a:pt x="1830" y="1566"/>
                  </a:lnTo>
                  <a:lnTo>
                    <a:pt x="1842" y="1554"/>
                  </a:lnTo>
                  <a:lnTo>
                    <a:pt x="1848" y="1554"/>
                  </a:lnTo>
                  <a:lnTo>
                    <a:pt x="1860" y="1560"/>
                  </a:lnTo>
                  <a:lnTo>
                    <a:pt x="1872" y="1572"/>
                  </a:lnTo>
                  <a:lnTo>
                    <a:pt x="1872" y="1584"/>
                  </a:lnTo>
                  <a:lnTo>
                    <a:pt x="1878" y="1596"/>
                  </a:lnTo>
                  <a:lnTo>
                    <a:pt x="1878" y="1614"/>
                  </a:lnTo>
                  <a:lnTo>
                    <a:pt x="1914" y="1614"/>
                  </a:lnTo>
                  <a:lnTo>
                    <a:pt x="1920" y="1620"/>
                  </a:lnTo>
                  <a:lnTo>
                    <a:pt x="1926" y="1620"/>
                  </a:lnTo>
                  <a:lnTo>
                    <a:pt x="1926" y="1608"/>
                  </a:lnTo>
                  <a:lnTo>
                    <a:pt x="1932" y="1602"/>
                  </a:lnTo>
                  <a:lnTo>
                    <a:pt x="1932" y="1608"/>
                  </a:lnTo>
                  <a:lnTo>
                    <a:pt x="1956" y="1632"/>
                  </a:lnTo>
                  <a:lnTo>
                    <a:pt x="1962" y="1626"/>
                  </a:lnTo>
                  <a:lnTo>
                    <a:pt x="1968" y="1614"/>
                  </a:lnTo>
                  <a:lnTo>
                    <a:pt x="1968" y="1596"/>
                  </a:lnTo>
                  <a:lnTo>
                    <a:pt x="1962" y="1584"/>
                  </a:lnTo>
                  <a:lnTo>
                    <a:pt x="1980" y="1590"/>
                  </a:lnTo>
                  <a:lnTo>
                    <a:pt x="1992" y="1608"/>
                  </a:lnTo>
                  <a:lnTo>
                    <a:pt x="2004" y="1614"/>
                  </a:lnTo>
                  <a:lnTo>
                    <a:pt x="2004" y="1626"/>
                  </a:lnTo>
                  <a:lnTo>
                    <a:pt x="2010" y="1626"/>
                  </a:lnTo>
                  <a:lnTo>
                    <a:pt x="2016" y="1632"/>
                  </a:lnTo>
                  <a:lnTo>
                    <a:pt x="2028" y="1632"/>
                  </a:lnTo>
                  <a:lnTo>
                    <a:pt x="2034" y="1626"/>
                  </a:lnTo>
                  <a:lnTo>
                    <a:pt x="2034" y="1620"/>
                  </a:lnTo>
                  <a:lnTo>
                    <a:pt x="2028" y="1608"/>
                  </a:lnTo>
                  <a:lnTo>
                    <a:pt x="2022" y="1602"/>
                  </a:lnTo>
                  <a:lnTo>
                    <a:pt x="2010" y="1596"/>
                  </a:lnTo>
                  <a:lnTo>
                    <a:pt x="2004" y="1590"/>
                  </a:lnTo>
                  <a:lnTo>
                    <a:pt x="1998" y="1578"/>
                  </a:lnTo>
                  <a:lnTo>
                    <a:pt x="2010" y="1578"/>
                  </a:lnTo>
                  <a:lnTo>
                    <a:pt x="2022" y="1566"/>
                  </a:lnTo>
                  <a:lnTo>
                    <a:pt x="2022" y="1554"/>
                  </a:lnTo>
                  <a:lnTo>
                    <a:pt x="2016" y="1548"/>
                  </a:lnTo>
                  <a:lnTo>
                    <a:pt x="1968" y="1548"/>
                  </a:lnTo>
                  <a:lnTo>
                    <a:pt x="1962" y="1542"/>
                  </a:lnTo>
                  <a:lnTo>
                    <a:pt x="1962" y="1530"/>
                  </a:lnTo>
                  <a:lnTo>
                    <a:pt x="1968" y="1524"/>
                  </a:lnTo>
                  <a:lnTo>
                    <a:pt x="1986" y="1524"/>
                  </a:lnTo>
                  <a:lnTo>
                    <a:pt x="1998" y="1530"/>
                  </a:lnTo>
                  <a:lnTo>
                    <a:pt x="2004" y="1530"/>
                  </a:lnTo>
                  <a:lnTo>
                    <a:pt x="2016" y="1536"/>
                  </a:lnTo>
                  <a:lnTo>
                    <a:pt x="2028" y="1536"/>
                  </a:lnTo>
                  <a:lnTo>
                    <a:pt x="2064" y="1518"/>
                  </a:lnTo>
                  <a:lnTo>
                    <a:pt x="2070" y="1512"/>
                  </a:lnTo>
                  <a:lnTo>
                    <a:pt x="2082" y="1512"/>
                  </a:lnTo>
                  <a:lnTo>
                    <a:pt x="2082" y="1518"/>
                  </a:lnTo>
                  <a:lnTo>
                    <a:pt x="2106" y="1518"/>
                  </a:lnTo>
                  <a:lnTo>
                    <a:pt x="2118" y="1512"/>
                  </a:lnTo>
                  <a:lnTo>
                    <a:pt x="2124" y="1512"/>
                  </a:lnTo>
                  <a:lnTo>
                    <a:pt x="2130" y="1506"/>
                  </a:lnTo>
                  <a:lnTo>
                    <a:pt x="2130" y="1500"/>
                  </a:lnTo>
                  <a:lnTo>
                    <a:pt x="2136" y="1488"/>
                  </a:lnTo>
                  <a:lnTo>
                    <a:pt x="2136" y="1482"/>
                  </a:lnTo>
                  <a:lnTo>
                    <a:pt x="2142" y="1482"/>
                  </a:lnTo>
                  <a:lnTo>
                    <a:pt x="2142" y="1488"/>
                  </a:lnTo>
                  <a:lnTo>
                    <a:pt x="2148" y="1500"/>
                  </a:lnTo>
                  <a:lnTo>
                    <a:pt x="2148" y="1524"/>
                  </a:lnTo>
                  <a:lnTo>
                    <a:pt x="2154" y="1524"/>
                  </a:lnTo>
                  <a:lnTo>
                    <a:pt x="2160" y="1518"/>
                  </a:lnTo>
                  <a:lnTo>
                    <a:pt x="2172" y="1512"/>
                  </a:lnTo>
                  <a:lnTo>
                    <a:pt x="2190" y="1512"/>
                  </a:lnTo>
                  <a:lnTo>
                    <a:pt x="2202" y="1506"/>
                  </a:lnTo>
                  <a:lnTo>
                    <a:pt x="2214" y="1506"/>
                  </a:lnTo>
                  <a:lnTo>
                    <a:pt x="2226" y="1512"/>
                  </a:lnTo>
                  <a:lnTo>
                    <a:pt x="2232" y="1524"/>
                  </a:lnTo>
                  <a:lnTo>
                    <a:pt x="2232" y="1506"/>
                  </a:lnTo>
                  <a:lnTo>
                    <a:pt x="2244" y="1506"/>
                  </a:lnTo>
                  <a:lnTo>
                    <a:pt x="2256" y="1518"/>
                  </a:lnTo>
                  <a:lnTo>
                    <a:pt x="2256" y="1530"/>
                  </a:lnTo>
                  <a:lnTo>
                    <a:pt x="2286" y="1524"/>
                  </a:lnTo>
                  <a:lnTo>
                    <a:pt x="2280" y="1536"/>
                  </a:lnTo>
                  <a:lnTo>
                    <a:pt x="2280" y="1548"/>
                  </a:lnTo>
                  <a:lnTo>
                    <a:pt x="2286" y="1554"/>
                  </a:lnTo>
                  <a:lnTo>
                    <a:pt x="2286" y="1566"/>
                  </a:lnTo>
                  <a:lnTo>
                    <a:pt x="2298" y="1578"/>
                  </a:lnTo>
                  <a:lnTo>
                    <a:pt x="2310" y="1578"/>
                  </a:lnTo>
                  <a:lnTo>
                    <a:pt x="2328" y="1572"/>
                  </a:lnTo>
                  <a:lnTo>
                    <a:pt x="2352" y="1548"/>
                  </a:lnTo>
                  <a:lnTo>
                    <a:pt x="2370" y="1542"/>
                  </a:lnTo>
                  <a:lnTo>
                    <a:pt x="2382" y="1542"/>
                  </a:lnTo>
                  <a:lnTo>
                    <a:pt x="2394" y="1548"/>
                  </a:lnTo>
                  <a:lnTo>
                    <a:pt x="2400" y="1554"/>
                  </a:lnTo>
                  <a:lnTo>
                    <a:pt x="2418" y="1590"/>
                  </a:lnTo>
                  <a:lnTo>
                    <a:pt x="2418" y="1602"/>
                  </a:lnTo>
                  <a:lnTo>
                    <a:pt x="2424" y="1608"/>
                  </a:lnTo>
                  <a:lnTo>
                    <a:pt x="2436" y="1614"/>
                  </a:lnTo>
                  <a:lnTo>
                    <a:pt x="2466" y="1614"/>
                  </a:lnTo>
                  <a:lnTo>
                    <a:pt x="2460" y="1656"/>
                  </a:lnTo>
                  <a:lnTo>
                    <a:pt x="2460" y="1662"/>
                  </a:lnTo>
                  <a:lnTo>
                    <a:pt x="2454" y="1668"/>
                  </a:lnTo>
                  <a:lnTo>
                    <a:pt x="2436" y="1704"/>
                  </a:lnTo>
                  <a:lnTo>
                    <a:pt x="2436" y="1710"/>
                  </a:lnTo>
                  <a:lnTo>
                    <a:pt x="2448" y="1722"/>
                  </a:lnTo>
                  <a:lnTo>
                    <a:pt x="2454" y="1722"/>
                  </a:lnTo>
                  <a:lnTo>
                    <a:pt x="2460" y="1734"/>
                  </a:lnTo>
                  <a:lnTo>
                    <a:pt x="2436" y="1758"/>
                  </a:lnTo>
                  <a:lnTo>
                    <a:pt x="2454" y="1806"/>
                  </a:lnTo>
                  <a:lnTo>
                    <a:pt x="2472" y="1788"/>
                  </a:lnTo>
                  <a:lnTo>
                    <a:pt x="2478" y="1788"/>
                  </a:lnTo>
                  <a:lnTo>
                    <a:pt x="2478" y="1794"/>
                  </a:lnTo>
                  <a:lnTo>
                    <a:pt x="2472" y="1800"/>
                  </a:lnTo>
                  <a:lnTo>
                    <a:pt x="2466" y="1812"/>
                  </a:lnTo>
                  <a:lnTo>
                    <a:pt x="2466" y="1818"/>
                  </a:lnTo>
                  <a:lnTo>
                    <a:pt x="2460" y="1830"/>
                  </a:lnTo>
                  <a:lnTo>
                    <a:pt x="2478" y="1830"/>
                  </a:lnTo>
                  <a:lnTo>
                    <a:pt x="2478" y="1878"/>
                  </a:lnTo>
                  <a:lnTo>
                    <a:pt x="2496" y="1878"/>
                  </a:lnTo>
                  <a:lnTo>
                    <a:pt x="2502" y="1884"/>
                  </a:lnTo>
                  <a:lnTo>
                    <a:pt x="2508" y="1884"/>
                  </a:lnTo>
                  <a:lnTo>
                    <a:pt x="2508" y="1896"/>
                  </a:lnTo>
                  <a:lnTo>
                    <a:pt x="2502" y="1908"/>
                  </a:lnTo>
                  <a:lnTo>
                    <a:pt x="2502" y="1920"/>
                  </a:lnTo>
                  <a:lnTo>
                    <a:pt x="2526" y="1944"/>
                  </a:lnTo>
                  <a:lnTo>
                    <a:pt x="2532" y="1944"/>
                  </a:lnTo>
                  <a:lnTo>
                    <a:pt x="2538" y="1938"/>
                  </a:lnTo>
                  <a:lnTo>
                    <a:pt x="2550" y="1932"/>
                  </a:lnTo>
                  <a:lnTo>
                    <a:pt x="2556" y="1932"/>
                  </a:lnTo>
                  <a:lnTo>
                    <a:pt x="2562" y="1926"/>
                  </a:lnTo>
                  <a:lnTo>
                    <a:pt x="2568" y="1914"/>
                  </a:lnTo>
                  <a:lnTo>
                    <a:pt x="2568" y="1896"/>
                  </a:lnTo>
                  <a:lnTo>
                    <a:pt x="2586" y="1896"/>
                  </a:lnTo>
                  <a:lnTo>
                    <a:pt x="2586" y="1872"/>
                  </a:lnTo>
                  <a:lnTo>
                    <a:pt x="2604" y="1836"/>
                  </a:lnTo>
                  <a:lnTo>
                    <a:pt x="2604" y="1818"/>
                  </a:lnTo>
                  <a:lnTo>
                    <a:pt x="2610" y="1806"/>
                  </a:lnTo>
                  <a:lnTo>
                    <a:pt x="2610" y="1794"/>
                  </a:lnTo>
                  <a:lnTo>
                    <a:pt x="2604" y="1782"/>
                  </a:lnTo>
                  <a:lnTo>
                    <a:pt x="2604" y="1770"/>
                  </a:lnTo>
                  <a:lnTo>
                    <a:pt x="2598" y="1752"/>
                  </a:lnTo>
                  <a:lnTo>
                    <a:pt x="2592" y="1740"/>
                  </a:lnTo>
                  <a:lnTo>
                    <a:pt x="2586" y="1722"/>
                  </a:lnTo>
                  <a:lnTo>
                    <a:pt x="2586" y="1704"/>
                  </a:lnTo>
                  <a:lnTo>
                    <a:pt x="2592" y="1686"/>
                  </a:lnTo>
                  <a:lnTo>
                    <a:pt x="2598" y="1674"/>
                  </a:lnTo>
                  <a:lnTo>
                    <a:pt x="2598" y="1644"/>
                  </a:lnTo>
                  <a:lnTo>
                    <a:pt x="2592" y="1626"/>
                  </a:lnTo>
                  <a:lnTo>
                    <a:pt x="2586" y="1614"/>
                  </a:lnTo>
                  <a:lnTo>
                    <a:pt x="2580" y="1596"/>
                  </a:lnTo>
                  <a:lnTo>
                    <a:pt x="2574" y="1584"/>
                  </a:lnTo>
                  <a:lnTo>
                    <a:pt x="2574" y="1518"/>
                  </a:lnTo>
                  <a:lnTo>
                    <a:pt x="2580" y="1488"/>
                  </a:lnTo>
                  <a:lnTo>
                    <a:pt x="2586" y="1470"/>
                  </a:lnTo>
                  <a:lnTo>
                    <a:pt x="2598" y="1452"/>
                  </a:lnTo>
                  <a:lnTo>
                    <a:pt x="2604" y="1440"/>
                  </a:lnTo>
                  <a:lnTo>
                    <a:pt x="2610" y="1422"/>
                  </a:lnTo>
                  <a:lnTo>
                    <a:pt x="2616" y="1416"/>
                  </a:lnTo>
                  <a:lnTo>
                    <a:pt x="2616" y="1410"/>
                  </a:lnTo>
                  <a:lnTo>
                    <a:pt x="2628" y="1398"/>
                  </a:lnTo>
                  <a:lnTo>
                    <a:pt x="2652" y="1380"/>
                  </a:lnTo>
                  <a:lnTo>
                    <a:pt x="2658" y="1356"/>
                  </a:lnTo>
                  <a:lnTo>
                    <a:pt x="2670" y="1368"/>
                  </a:lnTo>
                  <a:lnTo>
                    <a:pt x="2676" y="1344"/>
                  </a:lnTo>
                  <a:lnTo>
                    <a:pt x="2730" y="1344"/>
                  </a:lnTo>
                  <a:lnTo>
                    <a:pt x="2730" y="1314"/>
                  </a:lnTo>
                  <a:lnTo>
                    <a:pt x="2748" y="1320"/>
                  </a:lnTo>
                  <a:lnTo>
                    <a:pt x="2754" y="1308"/>
                  </a:lnTo>
                  <a:lnTo>
                    <a:pt x="2772" y="1308"/>
                  </a:lnTo>
                  <a:lnTo>
                    <a:pt x="2796" y="1278"/>
                  </a:lnTo>
                  <a:lnTo>
                    <a:pt x="2796" y="1272"/>
                  </a:lnTo>
                  <a:lnTo>
                    <a:pt x="2802" y="1266"/>
                  </a:lnTo>
                  <a:lnTo>
                    <a:pt x="2814" y="1242"/>
                  </a:lnTo>
                  <a:lnTo>
                    <a:pt x="2832" y="1236"/>
                  </a:lnTo>
                  <a:lnTo>
                    <a:pt x="2862" y="1236"/>
                  </a:lnTo>
                  <a:lnTo>
                    <a:pt x="2874" y="1242"/>
                  </a:lnTo>
                  <a:lnTo>
                    <a:pt x="2886" y="1242"/>
                  </a:lnTo>
                  <a:lnTo>
                    <a:pt x="2892" y="1236"/>
                  </a:lnTo>
                  <a:lnTo>
                    <a:pt x="2904" y="1212"/>
                  </a:lnTo>
                  <a:lnTo>
                    <a:pt x="2910" y="1206"/>
                  </a:lnTo>
                  <a:lnTo>
                    <a:pt x="2916" y="1194"/>
                  </a:lnTo>
                  <a:lnTo>
                    <a:pt x="2928" y="1200"/>
                  </a:lnTo>
                  <a:lnTo>
                    <a:pt x="2934" y="1176"/>
                  </a:lnTo>
                  <a:lnTo>
                    <a:pt x="3018" y="1170"/>
                  </a:lnTo>
                  <a:lnTo>
                    <a:pt x="3024" y="1146"/>
                  </a:lnTo>
                  <a:lnTo>
                    <a:pt x="2982" y="1152"/>
                  </a:lnTo>
                  <a:lnTo>
                    <a:pt x="2988" y="1146"/>
                  </a:lnTo>
                  <a:lnTo>
                    <a:pt x="3000" y="1140"/>
                  </a:lnTo>
                  <a:lnTo>
                    <a:pt x="3006" y="1140"/>
                  </a:lnTo>
                  <a:lnTo>
                    <a:pt x="3006" y="1134"/>
                  </a:lnTo>
                  <a:lnTo>
                    <a:pt x="3000" y="1128"/>
                  </a:lnTo>
                  <a:lnTo>
                    <a:pt x="2994" y="1116"/>
                  </a:lnTo>
                  <a:lnTo>
                    <a:pt x="2988" y="1110"/>
                  </a:lnTo>
                  <a:lnTo>
                    <a:pt x="3024" y="1104"/>
                  </a:lnTo>
                  <a:lnTo>
                    <a:pt x="3048" y="1116"/>
                  </a:lnTo>
                  <a:lnTo>
                    <a:pt x="3078" y="1080"/>
                  </a:lnTo>
                  <a:lnTo>
                    <a:pt x="3024" y="1074"/>
                  </a:lnTo>
                  <a:lnTo>
                    <a:pt x="3024" y="1050"/>
                  </a:lnTo>
                  <a:lnTo>
                    <a:pt x="3036" y="1062"/>
                  </a:lnTo>
                  <a:lnTo>
                    <a:pt x="3078" y="1050"/>
                  </a:lnTo>
                  <a:lnTo>
                    <a:pt x="3084" y="990"/>
                  </a:lnTo>
                  <a:lnTo>
                    <a:pt x="3054" y="1002"/>
                  </a:lnTo>
                  <a:lnTo>
                    <a:pt x="3048" y="972"/>
                  </a:lnTo>
                  <a:lnTo>
                    <a:pt x="3024" y="960"/>
                  </a:lnTo>
                  <a:lnTo>
                    <a:pt x="3072" y="978"/>
                  </a:lnTo>
                  <a:lnTo>
                    <a:pt x="3078" y="972"/>
                  </a:lnTo>
                  <a:lnTo>
                    <a:pt x="3060" y="954"/>
                  </a:lnTo>
                  <a:lnTo>
                    <a:pt x="3090" y="954"/>
                  </a:lnTo>
                  <a:lnTo>
                    <a:pt x="3084" y="948"/>
                  </a:lnTo>
                  <a:lnTo>
                    <a:pt x="3078" y="936"/>
                  </a:lnTo>
                  <a:lnTo>
                    <a:pt x="3060" y="918"/>
                  </a:lnTo>
                  <a:lnTo>
                    <a:pt x="3054" y="906"/>
                  </a:lnTo>
                  <a:lnTo>
                    <a:pt x="3054" y="894"/>
                  </a:lnTo>
                  <a:lnTo>
                    <a:pt x="3060" y="888"/>
                  </a:lnTo>
                  <a:lnTo>
                    <a:pt x="3042" y="870"/>
                  </a:lnTo>
                  <a:lnTo>
                    <a:pt x="3042" y="864"/>
                  </a:lnTo>
                  <a:lnTo>
                    <a:pt x="3048" y="864"/>
                  </a:lnTo>
                  <a:lnTo>
                    <a:pt x="3066" y="846"/>
                  </a:lnTo>
                  <a:lnTo>
                    <a:pt x="3072" y="846"/>
                  </a:lnTo>
                  <a:lnTo>
                    <a:pt x="3066" y="870"/>
                  </a:lnTo>
                  <a:lnTo>
                    <a:pt x="3096" y="894"/>
                  </a:lnTo>
                  <a:lnTo>
                    <a:pt x="3096" y="888"/>
                  </a:lnTo>
                  <a:lnTo>
                    <a:pt x="3102" y="882"/>
                  </a:lnTo>
                  <a:lnTo>
                    <a:pt x="3102" y="864"/>
                  </a:lnTo>
                  <a:lnTo>
                    <a:pt x="3108" y="852"/>
                  </a:lnTo>
                  <a:lnTo>
                    <a:pt x="3108" y="834"/>
                  </a:lnTo>
                  <a:lnTo>
                    <a:pt x="3114" y="822"/>
                  </a:lnTo>
                  <a:lnTo>
                    <a:pt x="3144" y="792"/>
                  </a:lnTo>
                  <a:lnTo>
                    <a:pt x="3156" y="786"/>
                  </a:lnTo>
                  <a:lnTo>
                    <a:pt x="3162" y="786"/>
                  </a:lnTo>
                  <a:lnTo>
                    <a:pt x="3162" y="792"/>
                  </a:lnTo>
                  <a:lnTo>
                    <a:pt x="3150" y="816"/>
                  </a:lnTo>
                  <a:lnTo>
                    <a:pt x="3132" y="834"/>
                  </a:lnTo>
                  <a:lnTo>
                    <a:pt x="3126" y="846"/>
                  </a:lnTo>
                  <a:lnTo>
                    <a:pt x="3120" y="882"/>
                  </a:lnTo>
                  <a:lnTo>
                    <a:pt x="3138" y="882"/>
                  </a:lnTo>
                  <a:lnTo>
                    <a:pt x="3138" y="894"/>
                  </a:lnTo>
                  <a:lnTo>
                    <a:pt x="3132" y="906"/>
                  </a:lnTo>
                  <a:lnTo>
                    <a:pt x="3132" y="918"/>
                  </a:lnTo>
                  <a:lnTo>
                    <a:pt x="3114" y="936"/>
                  </a:lnTo>
                  <a:lnTo>
                    <a:pt x="3102" y="960"/>
                  </a:lnTo>
                  <a:lnTo>
                    <a:pt x="3102" y="978"/>
                  </a:lnTo>
                  <a:lnTo>
                    <a:pt x="3126" y="954"/>
                  </a:lnTo>
                  <a:lnTo>
                    <a:pt x="3132" y="942"/>
                  </a:lnTo>
                  <a:lnTo>
                    <a:pt x="3144" y="930"/>
                  </a:lnTo>
                  <a:lnTo>
                    <a:pt x="3168" y="918"/>
                  </a:lnTo>
                  <a:lnTo>
                    <a:pt x="3180" y="906"/>
                  </a:lnTo>
                  <a:lnTo>
                    <a:pt x="3192" y="882"/>
                  </a:lnTo>
                  <a:lnTo>
                    <a:pt x="3192" y="798"/>
                  </a:lnTo>
                  <a:lnTo>
                    <a:pt x="3198" y="780"/>
                  </a:lnTo>
                  <a:lnTo>
                    <a:pt x="3198" y="768"/>
                  </a:lnTo>
                  <a:lnTo>
                    <a:pt x="3204" y="756"/>
                  </a:lnTo>
                  <a:lnTo>
                    <a:pt x="3210" y="756"/>
                  </a:lnTo>
                  <a:lnTo>
                    <a:pt x="3210" y="768"/>
                  </a:lnTo>
                  <a:lnTo>
                    <a:pt x="3204" y="780"/>
                  </a:lnTo>
                  <a:lnTo>
                    <a:pt x="3204" y="798"/>
                  </a:lnTo>
                  <a:lnTo>
                    <a:pt x="3210" y="798"/>
                  </a:lnTo>
                  <a:lnTo>
                    <a:pt x="3216" y="804"/>
                  </a:lnTo>
                  <a:lnTo>
                    <a:pt x="3216" y="840"/>
                  </a:lnTo>
                  <a:lnTo>
                    <a:pt x="3234" y="822"/>
                  </a:lnTo>
                  <a:lnTo>
                    <a:pt x="3240" y="810"/>
                  </a:lnTo>
                  <a:lnTo>
                    <a:pt x="3288" y="762"/>
                  </a:lnTo>
                  <a:lnTo>
                    <a:pt x="3300" y="756"/>
                  </a:lnTo>
                  <a:lnTo>
                    <a:pt x="3324" y="732"/>
                  </a:lnTo>
                  <a:lnTo>
                    <a:pt x="3324" y="726"/>
                  </a:lnTo>
                  <a:lnTo>
                    <a:pt x="3318" y="720"/>
                  </a:lnTo>
                  <a:lnTo>
                    <a:pt x="3312" y="720"/>
                  </a:lnTo>
                  <a:lnTo>
                    <a:pt x="3306" y="714"/>
                  </a:lnTo>
                  <a:lnTo>
                    <a:pt x="3306" y="702"/>
                  </a:lnTo>
                  <a:lnTo>
                    <a:pt x="3312" y="696"/>
                  </a:lnTo>
                  <a:lnTo>
                    <a:pt x="3324" y="696"/>
                  </a:lnTo>
                  <a:lnTo>
                    <a:pt x="3330" y="702"/>
                  </a:lnTo>
                  <a:lnTo>
                    <a:pt x="3360" y="702"/>
                  </a:lnTo>
                  <a:lnTo>
                    <a:pt x="3390" y="696"/>
                  </a:lnTo>
                  <a:lnTo>
                    <a:pt x="3450" y="672"/>
                  </a:lnTo>
                  <a:lnTo>
                    <a:pt x="3462" y="666"/>
                  </a:lnTo>
                  <a:lnTo>
                    <a:pt x="3444" y="660"/>
                  </a:lnTo>
                  <a:lnTo>
                    <a:pt x="3438" y="660"/>
                  </a:lnTo>
                  <a:lnTo>
                    <a:pt x="3432" y="666"/>
                  </a:lnTo>
                  <a:lnTo>
                    <a:pt x="3414" y="672"/>
                  </a:lnTo>
                  <a:lnTo>
                    <a:pt x="3402" y="672"/>
                  </a:lnTo>
                  <a:lnTo>
                    <a:pt x="3390" y="678"/>
                  </a:lnTo>
                  <a:lnTo>
                    <a:pt x="3372" y="678"/>
                  </a:lnTo>
                  <a:lnTo>
                    <a:pt x="3360" y="684"/>
                  </a:lnTo>
                  <a:lnTo>
                    <a:pt x="3348" y="684"/>
                  </a:lnTo>
                  <a:lnTo>
                    <a:pt x="3342" y="678"/>
                  </a:lnTo>
                  <a:lnTo>
                    <a:pt x="3342" y="672"/>
                  </a:lnTo>
                  <a:lnTo>
                    <a:pt x="3348" y="666"/>
                  </a:lnTo>
                  <a:lnTo>
                    <a:pt x="3354" y="654"/>
                  </a:lnTo>
                  <a:lnTo>
                    <a:pt x="3366" y="654"/>
                  </a:lnTo>
                  <a:lnTo>
                    <a:pt x="3378" y="648"/>
                  </a:lnTo>
                  <a:lnTo>
                    <a:pt x="3402" y="648"/>
                  </a:lnTo>
                  <a:lnTo>
                    <a:pt x="3492" y="642"/>
                  </a:lnTo>
                  <a:lnTo>
                    <a:pt x="3534" y="606"/>
                  </a:lnTo>
                  <a:lnTo>
                    <a:pt x="3546" y="618"/>
                  </a:lnTo>
                  <a:lnTo>
                    <a:pt x="3570" y="606"/>
                  </a:lnTo>
                  <a:lnTo>
                    <a:pt x="3570" y="642"/>
                  </a:lnTo>
                  <a:lnTo>
                    <a:pt x="3600" y="618"/>
                  </a:lnTo>
                  <a:lnTo>
                    <a:pt x="3624" y="612"/>
                  </a:lnTo>
                  <a:lnTo>
                    <a:pt x="3630" y="582"/>
                  </a:lnTo>
                  <a:lnTo>
                    <a:pt x="3618" y="570"/>
                  </a:lnTo>
                  <a:lnTo>
                    <a:pt x="3612" y="600"/>
                  </a:lnTo>
                  <a:lnTo>
                    <a:pt x="3588" y="600"/>
                  </a:lnTo>
                  <a:lnTo>
                    <a:pt x="3588" y="576"/>
                  </a:lnTo>
                  <a:lnTo>
                    <a:pt x="3570" y="552"/>
                  </a:lnTo>
                  <a:lnTo>
                    <a:pt x="3594" y="540"/>
                  </a:lnTo>
                  <a:lnTo>
                    <a:pt x="3600" y="504"/>
                  </a:lnTo>
                  <a:lnTo>
                    <a:pt x="3612" y="498"/>
                  </a:lnTo>
                  <a:lnTo>
                    <a:pt x="3618" y="486"/>
                  </a:lnTo>
                  <a:lnTo>
                    <a:pt x="3630" y="480"/>
                  </a:lnTo>
                  <a:lnTo>
                    <a:pt x="3636" y="474"/>
                  </a:lnTo>
                  <a:lnTo>
                    <a:pt x="3648" y="468"/>
                  </a:lnTo>
                  <a:lnTo>
                    <a:pt x="3654" y="456"/>
                  </a:lnTo>
                  <a:lnTo>
                    <a:pt x="3654" y="450"/>
                  </a:lnTo>
                  <a:lnTo>
                    <a:pt x="3660" y="444"/>
                  </a:lnTo>
                  <a:lnTo>
                    <a:pt x="3660" y="438"/>
                  </a:lnTo>
                  <a:lnTo>
                    <a:pt x="3690" y="444"/>
                  </a:lnTo>
                  <a:lnTo>
                    <a:pt x="3702" y="426"/>
                  </a:lnTo>
                  <a:lnTo>
                    <a:pt x="3708" y="432"/>
                  </a:lnTo>
                  <a:lnTo>
                    <a:pt x="3720" y="432"/>
                  </a:lnTo>
                  <a:lnTo>
                    <a:pt x="3726" y="426"/>
                  </a:lnTo>
                  <a:lnTo>
                    <a:pt x="3738" y="420"/>
                  </a:lnTo>
                  <a:lnTo>
                    <a:pt x="3744" y="408"/>
                  </a:lnTo>
                  <a:lnTo>
                    <a:pt x="3756" y="402"/>
                  </a:lnTo>
                  <a:lnTo>
                    <a:pt x="3774" y="384"/>
                  </a:lnTo>
                  <a:lnTo>
                    <a:pt x="3774" y="414"/>
                  </a:lnTo>
                  <a:lnTo>
                    <a:pt x="3786" y="408"/>
                  </a:lnTo>
                  <a:lnTo>
                    <a:pt x="3792" y="402"/>
                  </a:lnTo>
                  <a:lnTo>
                    <a:pt x="3828" y="384"/>
                  </a:lnTo>
                  <a:lnTo>
                    <a:pt x="3834" y="378"/>
                  </a:lnTo>
                  <a:lnTo>
                    <a:pt x="3846" y="378"/>
                  </a:lnTo>
                  <a:lnTo>
                    <a:pt x="3858" y="372"/>
                  </a:lnTo>
                  <a:lnTo>
                    <a:pt x="3876" y="372"/>
                  </a:lnTo>
                  <a:lnTo>
                    <a:pt x="3888" y="366"/>
                  </a:lnTo>
                  <a:lnTo>
                    <a:pt x="3900" y="366"/>
                  </a:lnTo>
                  <a:lnTo>
                    <a:pt x="3900" y="330"/>
                  </a:lnTo>
                  <a:lnTo>
                    <a:pt x="3876" y="330"/>
                  </a:lnTo>
                  <a:lnTo>
                    <a:pt x="3876" y="324"/>
                  </a:lnTo>
                  <a:lnTo>
                    <a:pt x="3882" y="312"/>
                  </a:lnTo>
                  <a:lnTo>
                    <a:pt x="3894" y="300"/>
                  </a:lnTo>
                  <a:lnTo>
                    <a:pt x="3888" y="294"/>
                  </a:lnTo>
                  <a:lnTo>
                    <a:pt x="3882" y="294"/>
                  </a:lnTo>
                  <a:lnTo>
                    <a:pt x="3876" y="288"/>
                  </a:lnTo>
                  <a:lnTo>
                    <a:pt x="3876" y="276"/>
                  </a:lnTo>
                  <a:lnTo>
                    <a:pt x="3888" y="252"/>
                  </a:lnTo>
                  <a:lnTo>
                    <a:pt x="3900" y="222"/>
                  </a:lnTo>
                  <a:lnTo>
                    <a:pt x="3912" y="198"/>
                  </a:lnTo>
                  <a:lnTo>
                    <a:pt x="3918" y="174"/>
                  </a:lnTo>
                  <a:lnTo>
                    <a:pt x="3918" y="168"/>
                  </a:lnTo>
                  <a:lnTo>
                    <a:pt x="3912" y="162"/>
                  </a:lnTo>
                  <a:lnTo>
                    <a:pt x="3876" y="162"/>
                  </a:lnTo>
                  <a:lnTo>
                    <a:pt x="3864" y="168"/>
                  </a:lnTo>
                  <a:lnTo>
                    <a:pt x="3858" y="168"/>
                  </a:lnTo>
                  <a:close/>
                  <a:moveTo>
                    <a:pt x="2718" y="366"/>
                  </a:moveTo>
                  <a:lnTo>
                    <a:pt x="2712" y="366"/>
                  </a:lnTo>
                  <a:lnTo>
                    <a:pt x="2712" y="354"/>
                  </a:lnTo>
                  <a:lnTo>
                    <a:pt x="2718" y="348"/>
                  </a:lnTo>
                  <a:lnTo>
                    <a:pt x="2718" y="336"/>
                  </a:lnTo>
                  <a:lnTo>
                    <a:pt x="2712" y="336"/>
                  </a:lnTo>
                  <a:lnTo>
                    <a:pt x="2700" y="342"/>
                  </a:lnTo>
                  <a:lnTo>
                    <a:pt x="2694" y="348"/>
                  </a:lnTo>
                  <a:lnTo>
                    <a:pt x="2682" y="354"/>
                  </a:lnTo>
                  <a:lnTo>
                    <a:pt x="2676" y="372"/>
                  </a:lnTo>
                  <a:lnTo>
                    <a:pt x="2664" y="366"/>
                  </a:lnTo>
                  <a:lnTo>
                    <a:pt x="2664" y="378"/>
                  </a:lnTo>
                  <a:lnTo>
                    <a:pt x="2652" y="402"/>
                  </a:lnTo>
                  <a:lnTo>
                    <a:pt x="2628" y="414"/>
                  </a:lnTo>
                  <a:lnTo>
                    <a:pt x="2628" y="426"/>
                  </a:lnTo>
                  <a:lnTo>
                    <a:pt x="2634" y="432"/>
                  </a:lnTo>
                  <a:lnTo>
                    <a:pt x="2628" y="432"/>
                  </a:lnTo>
                  <a:lnTo>
                    <a:pt x="2598" y="462"/>
                  </a:lnTo>
                  <a:lnTo>
                    <a:pt x="2598" y="468"/>
                  </a:lnTo>
                  <a:lnTo>
                    <a:pt x="2604" y="474"/>
                  </a:lnTo>
                  <a:lnTo>
                    <a:pt x="2610" y="474"/>
                  </a:lnTo>
                  <a:lnTo>
                    <a:pt x="2616" y="480"/>
                  </a:lnTo>
                  <a:lnTo>
                    <a:pt x="2616" y="492"/>
                  </a:lnTo>
                  <a:lnTo>
                    <a:pt x="2610" y="498"/>
                  </a:lnTo>
                  <a:lnTo>
                    <a:pt x="2604" y="498"/>
                  </a:lnTo>
                  <a:lnTo>
                    <a:pt x="2604" y="510"/>
                  </a:lnTo>
                  <a:lnTo>
                    <a:pt x="2592" y="534"/>
                  </a:lnTo>
                  <a:lnTo>
                    <a:pt x="2580" y="552"/>
                  </a:lnTo>
                  <a:lnTo>
                    <a:pt x="2550" y="582"/>
                  </a:lnTo>
                  <a:lnTo>
                    <a:pt x="2478" y="618"/>
                  </a:lnTo>
                  <a:lnTo>
                    <a:pt x="2484" y="588"/>
                  </a:lnTo>
                  <a:lnTo>
                    <a:pt x="2478" y="582"/>
                  </a:lnTo>
                  <a:lnTo>
                    <a:pt x="2478" y="576"/>
                  </a:lnTo>
                  <a:lnTo>
                    <a:pt x="2472" y="570"/>
                  </a:lnTo>
                  <a:lnTo>
                    <a:pt x="2472" y="564"/>
                  </a:lnTo>
                  <a:lnTo>
                    <a:pt x="2478" y="552"/>
                  </a:lnTo>
                  <a:lnTo>
                    <a:pt x="2496" y="534"/>
                  </a:lnTo>
                  <a:lnTo>
                    <a:pt x="2502" y="522"/>
                  </a:lnTo>
                  <a:lnTo>
                    <a:pt x="2502" y="516"/>
                  </a:lnTo>
                  <a:lnTo>
                    <a:pt x="2496" y="510"/>
                  </a:lnTo>
                  <a:lnTo>
                    <a:pt x="2496" y="492"/>
                  </a:lnTo>
                  <a:lnTo>
                    <a:pt x="2502" y="480"/>
                  </a:lnTo>
                  <a:lnTo>
                    <a:pt x="2508" y="474"/>
                  </a:lnTo>
                  <a:lnTo>
                    <a:pt x="2514" y="462"/>
                  </a:lnTo>
                  <a:lnTo>
                    <a:pt x="2526" y="456"/>
                  </a:lnTo>
                  <a:lnTo>
                    <a:pt x="2532" y="450"/>
                  </a:lnTo>
                  <a:lnTo>
                    <a:pt x="2532" y="432"/>
                  </a:lnTo>
                  <a:lnTo>
                    <a:pt x="2538" y="432"/>
                  </a:lnTo>
                  <a:lnTo>
                    <a:pt x="2622" y="348"/>
                  </a:lnTo>
                  <a:lnTo>
                    <a:pt x="2592" y="354"/>
                  </a:lnTo>
                  <a:lnTo>
                    <a:pt x="2580" y="360"/>
                  </a:lnTo>
                  <a:lnTo>
                    <a:pt x="2574" y="366"/>
                  </a:lnTo>
                  <a:lnTo>
                    <a:pt x="2562" y="372"/>
                  </a:lnTo>
                  <a:lnTo>
                    <a:pt x="2556" y="378"/>
                  </a:lnTo>
                  <a:lnTo>
                    <a:pt x="2550" y="378"/>
                  </a:lnTo>
                  <a:lnTo>
                    <a:pt x="2550" y="372"/>
                  </a:lnTo>
                  <a:lnTo>
                    <a:pt x="2556" y="366"/>
                  </a:lnTo>
                  <a:lnTo>
                    <a:pt x="2568" y="360"/>
                  </a:lnTo>
                  <a:lnTo>
                    <a:pt x="2592" y="336"/>
                  </a:lnTo>
                  <a:lnTo>
                    <a:pt x="2604" y="330"/>
                  </a:lnTo>
                  <a:lnTo>
                    <a:pt x="2658" y="276"/>
                  </a:lnTo>
                  <a:lnTo>
                    <a:pt x="2670" y="288"/>
                  </a:lnTo>
                  <a:lnTo>
                    <a:pt x="2682" y="276"/>
                  </a:lnTo>
                  <a:lnTo>
                    <a:pt x="2682" y="288"/>
                  </a:lnTo>
                  <a:lnTo>
                    <a:pt x="2694" y="288"/>
                  </a:lnTo>
                  <a:lnTo>
                    <a:pt x="2700" y="282"/>
                  </a:lnTo>
                  <a:lnTo>
                    <a:pt x="2700" y="270"/>
                  </a:lnTo>
                  <a:lnTo>
                    <a:pt x="2724" y="276"/>
                  </a:lnTo>
                  <a:lnTo>
                    <a:pt x="2736" y="270"/>
                  </a:lnTo>
                  <a:lnTo>
                    <a:pt x="2742" y="270"/>
                  </a:lnTo>
                  <a:lnTo>
                    <a:pt x="2754" y="264"/>
                  </a:lnTo>
                  <a:lnTo>
                    <a:pt x="2772" y="264"/>
                  </a:lnTo>
                  <a:lnTo>
                    <a:pt x="2784" y="270"/>
                  </a:lnTo>
                  <a:lnTo>
                    <a:pt x="2790" y="276"/>
                  </a:lnTo>
                  <a:lnTo>
                    <a:pt x="2796" y="288"/>
                  </a:lnTo>
                  <a:lnTo>
                    <a:pt x="2772" y="294"/>
                  </a:lnTo>
                  <a:lnTo>
                    <a:pt x="2772" y="318"/>
                  </a:lnTo>
                  <a:lnTo>
                    <a:pt x="2742" y="318"/>
                  </a:lnTo>
                  <a:lnTo>
                    <a:pt x="2736" y="324"/>
                  </a:lnTo>
                  <a:lnTo>
                    <a:pt x="2736" y="360"/>
                  </a:lnTo>
                  <a:lnTo>
                    <a:pt x="2730" y="366"/>
                  </a:lnTo>
                  <a:lnTo>
                    <a:pt x="2718" y="36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04" name="Uganda" descr="© INSCALE GmbH, 05.05.2010&#10;http://www.presentationload.com/">
              <a:extLst>
                <a:ext uri="{FF2B5EF4-FFF2-40B4-BE49-F238E27FC236}">
                  <a16:creationId xmlns:a16="http://schemas.microsoft.com/office/drawing/2014/main" id="{FC32B7B4-9FC5-4CC6-A817-C6CF69657C90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4429893" y="2891540"/>
              <a:ext cx="129243" cy="151563"/>
            </a:xfrm>
            <a:custGeom>
              <a:avLst/>
              <a:gdLst>
                <a:gd name="T0" fmla="*/ 2147483647 w 390"/>
                <a:gd name="T1" fmla="*/ 2147483647 h 462"/>
                <a:gd name="T2" fmla="*/ 2147483647 w 390"/>
                <a:gd name="T3" fmla="*/ 2147483647 h 462"/>
                <a:gd name="T4" fmla="*/ 2147483647 w 390"/>
                <a:gd name="T5" fmla="*/ 2147483647 h 462"/>
                <a:gd name="T6" fmla="*/ 2147483647 w 390"/>
                <a:gd name="T7" fmla="*/ 2147483647 h 462"/>
                <a:gd name="T8" fmla="*/ 2147483647 w 390"/>
                <a:gd name="T9" fmla="*/ 2147483647 h 462"/>
                <a:gd name="T10" fmla="*/ 2147483647 w 390"/>
                <a:gd name="T11" fmla="*/ 2147483647 h 462"/>
                <a:gd name="T12" fmla="*/ 2147483647 w 390"/>
                <a:gd name="T13" fmla="*/ 2147483647 h 462"/>
                <a:gd name="T14" fmla="*/ 2147483647 w 390"/>
                <a:gd name="T15" fmla="*/ 2147483647 h 462"/>
                <a:gd name="T16" fmla="*/ 2147483647 w 390"/>
                <a:gd name="T17" fmla="*/ 2147483647 h 462"/>
                <a:gd name="T18" fmla="*/ 2147483647 w 390"/>
                <a:gd name="T19" fmla="*/ 2147483647 h 462"/>
                <a:gd name="T20" fmla="*/ 2147483647 w 390"/>
                <a:gd name="T21" fmla="*/ 2147483647 h 462"/>
                <a:gd name="T22" fmla="*/ 2147483647 w 390"/>
                <a:gd name="T23" fmla="*/ 2147483647 h 462"/>
                <a:gd name="T24" fmla="*/ 2147483647 w 390"/>
                <a:gd name="T25" fmla="*/ 0 h 462"/>
                <a:gd name="T26" fmla="*/ 2147483647 w 390"/>
                <a:gd name="T27" fmla="*/ 2147483647 h 462"/>
                <a:gd name="T28" fmla="*/ 2147483647 w 390"/>
                <a:gd name="T29" fmla="*/ 2147483647 h 462"/>
                <a:gd name="T30" fmla="*/ 2147483647 w 390"/>
                <a:gd name="T31" fmla="*/ 2147483647 h 462"/>
                <a:gd name="T32" fmla="*/ 2147483647 w 390"/>
                <a:gd name="T33" fmla="*/ 2147483647 h 462"/>
                <a:gd name="T34" fmla="*/ 2147483647 w 390"/>
                <a:gd name="T35" fmla="*/ 2147483647 h 462"/>
                <a:gd name="T36" fmla="*/ 2147483647 w 390"/>
                <a:gd name="T37" fmla="*/ 2147483647 h 462"/>
                <a:gd name="T38" fmla="*/ 2147483647 w 390"/>
                <a:gd name="T39" fmla="*/ 2147483647 h 462"/>
                <a:gd name="T40" fmla="*/ 2147483647 w 390"/>
                <a:gd name="T41" fmla="*/ 2147483647 h 462"/>
                <a:gd name="T42" fmla="*/ 2147483647 w 390"/>
                <a:gd name="T43" fmla="*/ 2147483647 h 462"/>
                <a:gd name="T44" fmla="*/ 2147483647 w 390"/>
                <a:gd name="T45" fmla="*/ 2147483647 h 462"/>
                <a:gd name="T46" fmla="*/ 2147483647 w 390"/>
                <a:gd name="T47" fmla="*/ 2147483647 h 462"/>
                <a:gd name="T48" fmla="*/ 2147483647 w 390"/>
                <a:gd name="T49" fmla="*/ 2147483647 h 462"/>
                <a:gd name="T50" fmla="*/ 2147483647 w 390"/>
                <a:gd name="T51" fmla="*/ 2147483647 h 462"/>
                <a:gd name="T52" fmla="*/ 2147483647 w 390"/>
                <a:gd name="T53" fmla="*/ 2147483647 h 462"/>
                <a:gd name="T54" fmla="*/ 2147483647 w 390"/>
                <a:gd name="T55" fmla="*/ 2147483647 h 462"/>
                <a:gd name="T56" fmla="*/ 2147483647 w 390"/>
                <a:gd name="T57" fmla="*/ 2147483647 h 462"/>
                <a:gd name="T58" fmla="*/ 2147483647 w 390"/>
                <a:gd name="T59" fmla="*/ 2147483647 h 462"/>
                <a:gd name="T60" fmla="*/ 2147483647 w 390"/>
                <a:gd name="T61" fmla="*/ 2147483647 h 462"/>
                <a:gd name="T62" fmla="*/ 2147483647 w 390"/>
                <a:gd name="T63" fmla="*/ 2147483647 h 462"/>
                <a:gd name="T64" fmla="*/ 2147483647 w 390"/>
                <a:gd name="T65" fmla="*/ 2147483647 h 462"/>
                <a:gd name="T66" fmla="*/ 2147483647 w 390"/>
                <a:gd name="T67" fmla="*/ 2147483647 h 462"/>
                <a:gd name="T68" fmla="*/ 2147483647 w 390"/>
                <a:gd name="T69" fmla="*/ 2147483647 h 462"/>
                <a:gd name="T70" fmla="*/ 2147483647 w 390"/>
                <a:gd name="T71" fmla="*/ 2147483647 h 462"/>
                <a:gd name="T72" fmla="*/ 2147483647 w 390"/>
                <a:gd name="T73" fmla="*/ 2147483647 h 462"/>
                <a:gd name="T74" fmla="*/ 2147483647 w 390"/>
                <a:gd name="T75" fmla="*/ 2147483647 h 462"/>
                <a:gd name="T76" fmla="*/ 2147483647 w 390"/>
                <a:gd name="T77" fmla="*/ 2147483647 h 462"/>
                <a:gd name="T78" fmla="*/ 2147483647 w 390"/>
                <a:gd name="T79" fmla="*/ 2147483647 h 462"/>
                <a:gd name="T80" fmla="*/ 2147483647 w 390"/>
                <a:gd name="T81" fmla="*/ 2147483647 h 462"/>
                <a:gd name="T82" fmla="*/ 2147483647 w 390"/>
                <a:gd name="T83" fmla="*/ 2147483647 h 462"/>
                <a:gd name="T84" fmla="*/ 2147483647 w 390"/>
                <a:gd name="T85" fmla="*/ 2147483647 h 462"/>
                <a:gd name="T86" fmla="*/ 2147483647 w 390"/>
                <a:gd name="T87" fmla="*/ 2147483647 h 462"/>
                <a:gd name="T88" fmla="*/ 2147483647 w 390"/>
                <a:gd name="T89" fmla="*/ 2147483647 h 462"/>
                <a:gd name="T90" fmla="*/ 2147483647 w 390"/>
                <a:gd name="T91" fmla="*/ 2147483647 h 462"/>
                <a:gd name="T92" fmla="*/ 2147483647 w 390"/>
                <a:gd name="T93" fmla="*/ 2147483647 h 462"/>
                <a:gd name="T94" fmla="*/ 2147483647 w 390"/>
                <a:gd name="T95" fmla="*/ 2147483647 h 462"/>
                <a:gd name="T96" fmla="*/ 2147483647 w 390"/>
                <a:gd name="T97" fmla="*/ 2147483647 h 462"/>
                <a:gd name="T98" fmla="*/ 2147483647 w 390"/>
                <a:gd name="T99" fmla="*/ 2147483647 h 462"/>
                <a:gd name="T100" fmla="*/ 2147483647 w 390"/>
                <a:gd name="T101" fmla="*/ 2147483647 h 462"/>
                <a:gd name="T102" fmla="*/ 2147483647 w 390"/>
                <a:gd name="T103" fmla="*/ 2147483647 h 462"/>
                <a:gd name="T104" fmla="*/ 2147483647 w 390"/>
                <a:gd name="T105" fmla="*/ 2147483647 h 462"/>
                <a:gd name="T106" fmla="*/ 2147483647 w 390"/>
                <a:gd name="T107" fmla="*/ 2147483647 h 46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390"/>
                <a:gd name="T163" fmla="*/ 0 h 462"/>
                <a:gd name="T164" fmla="*/ 390 w 390"/>
                <a:gd name="T165" fmla="*/ 462 h 46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390" h="462">
                  <a:moveTo>
                    <a:pt x="306" y="426"/>
                  </a:moveTo>
                  <a:lnTo>
                    <a:pt x="318" y="426"/>
                  </a:lnTo>
                  <a:lnTo>
                    <a:pt x="318" y="420"/>
                  </a:lnTo>
                  <a:lnTo>
                    <a:pt x="306" y="420"/>
                  </a:lnTo>
                  <a:lnTo>
                    <a:pt x="306" y="426"/>
                  </a:lnTo>
                  <a:close/>
                  <a:moveTo>
                    <a:pt x="390" y="192"/>
                  </a:moveTo>
                  <a:lnTo>
                    <a:pt x="384" y="180"/>
                  </a:lnTo>
                  <a:lnTo>
                    <a:pt x="378" y="174"/>
                  </a:lnTo>
                  <a:lnTo>
                    <a:pt x="366" y="150"/>
                  </a:lnTo>
                  <a:lnTo>
                    <a:pt x="366" y="144"/>
                  </a:lnTo>
                  <a:lnTo>
                    <a:pt x="372" y="138"/>
                  </a:lnTo>
                  <a:lnTo>
                    <a:pt x="378" y="138"/>
                  </a:lnTo>
                  <a:lnTo>
                    <a:pt x="384" y="132"/>
                  </a:lnTo>
                  <a:lnTo>
                    <a:pt x="348" y="90"/>
                  </a:lnTo>
                  <a:lnTo>
                    <a:pt x="354" y="84"/>
                  </a:lnTo>
                  <a:lnTo>
                    <a:pt x="336" y="66"/>
                  </a:lnTo>
                  <a:lnTo>
                    <a:pt x="336" y="60"/>
                  </a:lnTo>
                  <a:lnTo>
                    <a:pt x="342" y="54"/>
                  </a:lnTo>
                  <a:lnTo>
                    <a:pt x="342" y="42"/>
                  </a:lnTo>
                  <a:lnTo>
                    <a:pt x="336" y="42"/>
                  </a:lnTo>
                  <a:lnTo>
                    <a:pt x="336" y="48"/>
                  </a:lnTo>
                  <a:lnTo>
                    <a:pt x="330" y="42"/>
                  </a:lnTo>
                  <a:lnTo>
                    <a:pt x="324" y="42"/>
                  </a:lnTo>
                  <a:lnTo>
                    <a:pt x="324" y="18"/>
                  </a:lnTo>
                  <a:lnTo>
                    <a:pt x="318" y="6"/>
                  </a:lnTo>
                  <a:lnTo>
                    <a:pt x="312" y="0"/>
                  </a:lnTo>
                  <a:lnTo>
                    <a:pt x="300" y="0"/>
                  </a:lnTo>
                  <a:lnTo>
                    <a:pt x="300" y="6"/>
                  </a:lnTo>
                  <a:lnTo>
                    <a:pt x="294" y="12"/>
                  </a:lnTo>
                  <a:lnTo>
                    <a:pt x="294" y="18"/>
                  </a:lnTo>
                  <a:lnTo>
                    <a:pt x="276" y="36"/>
                  </a:lnTo>
                  <a:lnTo>
                    <a:pt x="252" y="36"/>
                  </a:lnTo>
                  <a:lnTo>
                    <a:pt x="246" y="30"/>
                  </a:lnTo>
                  <a:lnTo>
                    <a:pt x="246" y="24"/>
                  </a:lnTo>
                  <a:lnTo>
                    <a:pt x="234" y="24"/>
                  </a:lnTo>
                  <a:lnTo>
                    <a:pt x="222" y="36"/>
                  </a:lnTo>
                  <a:lnTo>
                    <a:pt x="198" y="36"/>
                  </a:lnTo>
                  <a:lnTo>
                    <a:pt x="180" y="60"/>
                  </a:lnTo>
                  <a:lnTo>
                    <a:pt x="156" y="30"/>
                  </a:lnTo>
                  <a:lnTo>
                    <a:pt x="150" y="30"/>
                  </a:lnTo>
                  <a:lnTo>
                    <a:pt x="144" y="36"/>
                  </a:lnTo>
                  <a:lnTo>
                    <a:pt x="144" y="42"/>
                  </a:lnTo>
                  <a:lnTo>
                    <a:pt x="132" y="42"/>
                  </a:lnTo>
                  <a:lnTo>
                    <a:pt x="120" y="36"/>
                  </a:lnTo>
                  <a:lnTo>
                    <a:pt x="114" y="30"/>
                  </a:lnTo>
                  <a:lnTo>
                    <a:pt x="102" y="30"/>
                  </a:lnTo>
                  <a:lnTo>
                    <a:pt x="84" y="48"/>
                  </a:lnTo>
                  <a:lnTo>
                    <a:pt x="90" y="72"/>
                  </a:lnTo>
                  <a:lnTo>
                    <a:pt x="72" y="90"/>
                  </a:lnTo>
                  <a:lnTo>
                    <a:pt x="84" y="96"/>
                  </a:lnTo>
                  <a:lnTo>
                    <a:pt x="90" y="102"/>
                  </a:lnTo>
                  <a:lnTo>
                    <a:pt x="90" y="108"/>
                  </a:lnTo>
                  <a:lnTo>
                    <a:pt x="84" y="114"/>
                  </a:lnTo>
                  <a:lnTo>
                    <a:pt x="78" y="126"/>
                  </a:lnTo>
                  <a:lnTo>
                    <a:pt x="78" y="138"/>
                  </a:lnTo>
                  <a:lnTo>
                    <a:pt x="84" y="144"/>
                  </a:lnTo>
                  <a:lnTo>
                    <a:pt x="96" y="144"/>
                  </a:lnTo>
                  <a:lnTo>
                    <a:pt x="108" y="150"/>
                  </a:lnTo>
                  <a:lnTo>
                    <a:pt x="114" y="156"/>
                  </a:lnTo>
                  <a:lnTo>
                    <a:pt x="114" y="168"/>
                  </a:lnTo>
                  <a:lnTo>
                    <a:pt x="108" y="180"/>
                  </a:lnTo>
                  <a:lnTo>
                    <a:pt x="96" y="192"/>
                  </a:lnTo>
                  <a:lnTo>
                    <a:pt x="84" y="216"/>
                  </a:lnTo>
                  <a:lnTo>
                    <a:pt x="72" y="222"/>
                  </a:lnTo>
                  <a:lnTo>
                    <a:pt x="66" y="234"/>
                  </a:lnTo>
                  <a:lnTo>
                    <a:pt x="42" y="246"/>
                  </a:lnTo>
                  <a:lnTo>
                    <a:pt x="42" y="258"/>
                  </a:lnTo>
                  <a:lnTo>
                    <a:pt x="24" y="270"/>
                  </a:lnTo>
                  <a:lnTo>
                    <a:pt x="6" y="342"/>
                  </a:lnTo>
                  <a:lnTo>
                    <a:pt x="6" y="372"/>
                  </a:lnTo>
                  <a:lnTo>
                    <a:pt x="0" y="450"/>
                  </a:lnTo>
                  <a:lnTo>
                    <a:pt x="12" y="450"/>
                  </a:lnTo>
                  <a:lnTo>
                    <a:pt x="24" y="462"/>
                  </a:lnTo>
                  <a:lnTo>
                    <a:pt x="30" y="462"/>
                  </a:lnTo>
                  <a:lnTo>
                    <a:pt x="42" y="438"/>
                  </a:lnTo>
                  <a:lnTo>
                    <a:pt x="48" y="432"/>
                  </a:lnTo>
                  <a:lnTo>
                    <a:pt x="48" y="426"/>
                  </a:lnTo>
                  <a:lnTo>
                    <a:pt x="72" y="420"/>
                  </a:lnTo>
                  <a:lnTo>
                    <a:pt x="162" y="426"/>
                  </a:lnTo>
                  <a:lnTo>
                    <a:pt x="162" y="414"/>
                  </a:lnTo>
                  <a:lnTo>
                    <a:pt x="156" y="408"/>
                  </a:lnTo>
                  <a:lnTo>
                    <a:pt x="150" y="396"/>
                  </a:lnTo>
                  <a:lnTo>
                    <a:pt x="162" y="372"/>
                  </a:lnTo>
                  <a:lnTo>
                    <a:pt x="168" y="366"/>
                  </a:lnTo>
                  <a:lnTo>
                    <a:pt x="168" y="342"/>
                  </a:lnTo>
                  <a:lnTo>
                    <a:pt x="174" y="336"/>
                  </a:lnTo>
                  <a:lnTo>
                    <a:pt x="186" y="330"/>
                  </a:lnTo>
                  <a:lnTo>
                    <a:pt x="204" y="324"/>
                  </a:lnTo>
                  <a:lnTo>
                    <a:pt x="240" y="324"/>
                  </a:lnTo>
                  <a:lnTo>
                    <a:pt x="252" y="312"/>
                  </a:lnTo>
                  <a:lnTo>
                    <a:pt x="258" y="300"/>
                  </a:lnTo>
                  <a:lnTo>
                    <a:pt x="264" y="300"/>
                  </a:lnTo>
                  <a:lnTo>
                    <a:pt x="264" y="306"/>
                  </a:lnTo>
                  <a:lnTo>
                    <a:pt x="270" y="312"/>
                  </a:lnTo>
                  <a:lnTo>
                    <a:pt x="270" y="330"/>
                  </a:lnTo>
                  <a:lnTo>
                    <a:pt x="276" y="324"/>
                  </a:lnTo>
                  <a:lnTo>
                    <a:pt x="312" y="324"/>
                  </a:lnTo>
                  <a:lnTo>
                    <a:pt x="312" y="330"/>
                  </a:lnTo>
                  <a:lnTo>
                    <a:pt x="312" y="318"/>
                  </a:lnTo>
                  <a:lnTo>
                    <a:pt x="318" y="306"/>
                  </a:lnTo>
                  <a:lnTo>
                    <a:pt x="324" y="300"/>
                  </a:lnTo>
                  <a:lnTo>
                    <a:pt x="330" y="282"/>
                  </a:lnTo>
                  <a:lnTo>
                    <a:pt x="348" y="270"/>
                  </a:lnTo>
                  <a:lnTo>
                    <a:pt x="348" y="246"/>
                  </a:lnTo>
                  <a:lnTo>
                    <a:pt x="354" y="240"/>
                  </a:lnTo>
                  <a:lnTo>
                    <a:pt x="372" y="240"/>
                  </a:lnTo>
                  <a:lnTo>
                    <a:pt x="378" y="216"/>
                  </a:lnTo>
                  <a:lnTo>
                    <a:pt x="390" y="204"/>
                  </a:lnTo>
                  <a:lnTo>
                    <a:pt x="390" y="19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05" name="Tunisia" descr="© INSCALE GmbH, 05.05.2010&#10;http://www.presentationload.com/">
              <a:extLst>
                <a:ext uri="{FF2B5EF4-FFF2-40B4-BE49-F238E27FC236}">
                  <a16:creationId xmlns:a16="http://schemas.microsoft.com/office/drawing/2014/main" id="{DCD09435-C478-4F96-B465-30B4280BFFED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912927" y="2014270"/>
              <a:ext cx="90469" cy="187528"/>
            </a:xfrm>
            <a:custGeom>
              <a:avLst/>
              <a:gdLst>
                <a:gd name="T0" fmla="*/ 2147483647 w 276"/>
                <a:gd name="T1" fmla="*/ 2147483647 h 570"/>
                <a:gd name="T2" fmla="*/ 2147483647 w 276"/>
                <a:gd name="T3" fmla="*/ 2147483647 h 570"/>
                <a:gd name="T4" fmla="*/ 2147483647 w 276"/>
                <a:gd name="T5" fmla="*/ 2147483647 h 570"/>
                <a:gd name="T6" fmla="*/ 2147483647 w 276"/>
                <a:gd name="T7" fmla="*/ 2147483647 h 570"/>
                <a:gd name="T8" fmla="*/ 2147483647 w 276"/>
                <a:gd name="T9" fmla="*/ 2147483647 h 570"/>
                <a:gd name="T10" fmla="*/ 2147483647 w 276"/>
                <a:gd name="T11" fmla="*/ 2147483647 h 570"/>
                <a:gd name="T12" fmla="*/ 0 w 276"/>
                <a:gd name="T13" fmla="*/ 2147483647 h 570"/>
                <a:gd name="T14" fmla="*/ 2147483647 w 276"/>
                <a:gd name="T15" fmla="*/ 2147483647 h 570"/>
                <a:gd name="T16" fmla="*/ 2147483647 w 276"/>
                <a:gd name="T17" fmla="*/ 2147483647 h 570"/>
                <a:gd name="T18" fmla="*/ 2147483647 w 276"/>
                <a:gd name="T19" fmla="*/ 2147483647 h 570"/>
                <a:gd name="T20" fmla="*/ 2147483647 w 276"/>
                <a:gd name="T21" fmla="*/ 2147483647 h 570"/>
                <a:gd name="T22" fmla="*/ 2147483647 w 276"/>
                <a:gd name="T23" fmla="*/ 2147483647 h 570"/>
                <a:gd name="T24" fmla="*/ 2147483647 w 276"/>
                <a:gd name="T25" fmla="*/ 2147483647 h 570"/>
                <a:gd name="T26" fmla="*/ 2147483647 w 276"/>
                <a:gd name="T27" fmla="*/ 2147483647 h 570"/>
                <a:gd name="T28" fmla="*/ 2147483647 w 276"/>
                <a:gd name="T29" fmla="*/ 2147483647 h 570"/>
                <a:gd name="T30" fmla="*/ 2147483647 w 276"/>
                <a:gd name="T31" fmla="*/ 2147483647 h 570"/>
                <a:gd name="T32" fmla="*/ 2147483647 w 276"/>
                <a:gd name="T33" fmla="*/ 2147483647 h 570"/>
                <a:gd name="T34" fmla="*/ 2147483647 w 276"/>
                <a:gd name="T35" fmla="*/ 2147483647 h 570"/>
                <a:gd name="T36" fmla="*/ 2147483647 w 276"/>
                <a:gd name="T37" fmla="*/ 2147483647 h 570"/>
                <a:gd name="T38" fmla="*/ 2147483647 w 276"/>
                <a:gd name="T39" fmla="*/ 2147483647 h 570"/>
                <a:gd name="T40" fmla="*/ 2147483647 w 276"/>
                <a:gd name="T41" fmla="*/ 2147483647 h 570"/>
                <a:gd name="T42" fmla="*/ 2147483647 w 276"/>
                <a:gd name="T43" fmla="*/ 2147483647 h 570"/>
                <a:gd name="T44" fmla="*/ 2147483647 w 276"/>
                <a:gd name="T45" fmla="*/ 2147483647 h 570"/>
                <a:gd name="T46" fmla="*/ 2147483647 w 276"/>
                <a:gd name="T47" fmla="*/ 2147483647 h 570"/>
                <a:gd name="T48" fmla="*/ 2147483647 w 276"/>
                <a:gd name="T49" fmla="*/ 2147483647 h 570"/>
                <a:gd name="T50" fmla="*/ 2147483647 w 276"/>
                <a:gd name="T51" fmla="*/ 2147483647 h 570"/>
                <a:gd name="T52" fmla="*/ 2147483647 w 276"/>
                <a:gd name="T53" fmla="*/ 2147483647 h 570"/>
                <a:gd name="T54" fmla="*/ 2147483647 w 276"/>
                <a:gd name="T55" fmla="*/ 2147483647 h 570"/>
                <a:gd name="T56" fmla="*/ 2147483647 w 276"/>
                <a:gd name="T57" fmla="*/ 2147483647 h 570"/>
                <a:gd name="T58" fmla="*/ 2147483647 w 276"/>
                <a:gd name="T59" fmla="*/ 2147483647 h 570"/>
                <a:gd name="T60" fmla="*/ 2147483647 w 276"/>
                <a:gd name="T61" fmla="*/ 2147483647 h 570"/>
                <a:gd name="T62" fmla="*/ 2147483647 w 276"/>
                <a:gd name="T63" fmla="*/ 2147483647 h 570"/>
                <a:gd name="T64" fmla="*/ 2147483647 w 276"/>
                <a:gd name="T65" fmla="*/ 2147483647 h 570"/>
                <a:gd name="T66" fmla="*/ 2147483647 w 276"/>
                <a:gd name="T67" fmla="*/ 2147483647 h 570"/>
                <a:gd name="T68" fmla="*/ 2147483647 w 276"/>
                <a:gd name="T69" fmla="*/ 2147483647 h 570"/>
                <a:gd name="T70" fmla="*/ 2147483647 w 276"/>
                <a:gd name="T71" fmla="*/ 2147483647 h 570"/>
                <a:gd name="T72" fmla="*/ 2147483647 w 276"/>
                <a:gd name="T73" fmla="*/ 2147483647 h 570"/>
                <a:gd name="T74" fmla="*/ 2147483647 w 276"/>
                <a:gd name="T75" fmla="*/ 2147483647 h 570"/>
                <a:gd name="T76" fmla="*/ 2147483647 w 276"/>
                <a:gd name="T77" fmla="*/ 2147483647 h 570"/>
                <a:gd name="T78" fmla="*/ 2147483647 w 276"/>
                <a:gd name="T79" fmla="*/ 2147483647 h 570"/>
                <a:gd name="T80" fmla="*/ 2147483647 w 276"/>
                <a:gd name="T81" fmla="*/ 2147483647 h 570"/>
                <a:gd name="T82" fmla="*/ 2147483647 w 276"/>
                <a:gd name="T83" fmla="*/ 2147483647 h 570"/>
                <a:gd name="T84" fmla="*/ 2147483647 w 276"/>
                <a:gd name="T85" fmla="*/ 2147483647 h 570"/>
                <a:gd name="T86" fmla="*/ 2147483647 w 276"/>
                <a:gd name="T87" fmla="*/ 2147483647 h 570"/>
                <a:gd name="T88" fmla="*/ 2147483647 w 276"/>
                <a:gd name="T89" fmla="*/ 0 h 570"/>
                <a:gd name="T90" fmla="*/ 2147483647 w 276"/>
                <a:gd name="T91" fmla="*/ 2147483647 h 570"/>
                <a:gd name="T92" fmla="*/ 2147483647 w 276"/>
                <a:gd name="T93" fmla="*/ 2147483647 h 570"/>
                <a:gd name="T94" fmla="*/ 2147483647 w 276"/>
                <a:gd name="T95" fmla="*/ 2147483647 h 57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76"/>
                <a:gd name="T145" fmla="*/ 0 h 570"/>
                <a:gd name="T146" fmla="*/ 276 w 276"/>
                <a:gd name="T147" fmla="*/ 570 h 57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76" h="570">
                  <a:moveTo>
                    <a:pt x="42" y="60"/>
                  </a:moveTo>
                  <a:lnTo>
                    <a:pt x="60" y="66"/>
                  </a:lnTo>
                  <a:lnTo>
                    <a:pt x="60" y="78"/>
                  </a:lnTo>
                  <a:lnTo>
                    <a:pt x="54" y="90"/>
                  </a:lnTo>
                  <a:lnTo>
                    <a:pt x="54" y="126"/>
                  </a:lnTo>
                  <a:lnTo>
                    <a:pt x="60" y="138"/>
                  </a:lnTo>
                  <a:lnTo>
                    <a:pt x="60" y="180"/>
                  </a:lnTo>
                  <a:lnTo>
                    <a:pt x="54" y="192"/>
                  </a:lnTo>
                  <a:lnTo>
                    <a:pt x="54" y="204"/>
                  </a:lnTo>
                  <a:lnTo>
                    <a:pt x="48" y="210"/>
                  </a:lnTo>
                  <a:lnTo>
                    <a:pt x="48" y="216"/>
                  </a:lnTo>
                  <a:lnTo>
                    <a:pt x="24" y="234"/>
                  </a:lnTo>
                  <a:lnTo>
                    <a:pt x="0" y="258"/>
                  </a:lnTo>
                  <a:lnTo>
                    <a:pt x="0" y="300"/>
                  </a:lnTo>
                  <a:lnTo>
                    <a:pt x="12" y="300"/>
                  </a:lnTo>
                  <a:lnTo>
                    <a:pt x="12" y="330"/>
                  </a:lnTo>
                  <a:lnTo>
                    <a:pt x="24" y="330"/>
                  </a:lnTo>
                  <a:lnTo>
                    <a:pt x="42" y="336"/>
                  </a:lnTo>
                  <a:lnTo>
                    <a:pt x="54" y="348"/>
                  </a:lnTo>
                  <a:lnTo>
                    <a:pt x="54" y="390"/>
                  </a:lnTo>
                  <a:lnTo>
                    <a:pt x="60" y="390"/>
                  </a:lnTo>
                  <a:lnTo>
                    <a:pt x="66" y="396"/>
                  </a:lnTo>
                  <a:lnTo>
                    <a:pt x="90" y="408"/>
                  </a:lnTo>
                  <a:lnTo>
                    <a:pt x="96" y="420"/>
                  </a:lnTo>
                  <a:lnTo>
                    <a:pt x="102" y="426"/>
                  </a:lnTo>
                  <a:lnTo>
                    <a:pt x="108" y="450"/>
                  </a:lnTo>
                  <a:lnTo>
                    <a:pt x="114" y="492"/>
                  </a:lnTo>
                  <a:lnTo>
                    <a:pt x="126" y="540"/>
                  </a:lnTo>
                  <a:lnTo>
                    <a:pt x="138" y="570"/>
                  </a:lnTo>
                  <a:lnTo>
                    <a:pt x="144" y="564"/>
                  </a:lnTo>
                  <a:lnTo>
                    <a:pt x="156" y="564"/>
                  </a:lnTo>
                  <a:lnTo>
                    <a:pt x="186" y="534"/>
                  </a:lnTo>
                  <a:lnTo>
                    <a:pt x="186" y="510"/>
                  </a:lnTo>
                  <a:lnTo>
                    <a:pt x="174" y="486"/>
                  </a:lnTo>
                  <a:lnTo>
                    <a:pt x="174" y="468"/>
                  </a:lnTo>
                  <a:lnTo>
                    <a:pt x="192" y="450"/>
                  </a:lnTo>
                  <a:lnTo>
                    <a:pt x="198" y="450"/>
                  </a:lnTo>
                  <a:lnTo>
                    <a:pt x="204" y="438"/>
                  </a:lnTo>
                  <a:lnTo>
                    <a:pt x="210" y="432"/>
                  </a:lnTo>
                  <a:lnTo>
                    <a:pt x="216" y="420"/>
                  </a:lnTo>
                  <a:lnTo>
                    <a:pt x="222" y="414"/>
                  </a:lnTo>
                  <a:lnTo>
                    <a:pt x="234" y="408"/>
                  </a:lnTo>
                  <a:lnTo>
                    <a:pt x="246" y="408"/>
                  </a:lnTo>
                  <a:lnTo>
                    <a:pt x="270" y="396"/>
                  </a:lnTo>
                  <a:lnTo>
                    <a:pt x="276" y="390"/>
                  </a:lnTo>
                  <a:lnTo>
                    <a:pt x="276" y="384"/>
                  </a:lnTo>
                  <a:lnTo>
                    <a:pt x="264" y="372"/>
                  </a:lnTo>
                  <a:lnTo>
                    <a:pt x="258" y="372"/>
                  </a:lnTo>
                  <a:lnTo>
                    <a:pt x="264" y="330"/>
                  </a:lnTo>
                  <a:lnTo>
                    <a:pt x="252" y="330"/>
                  </a:lnTo>
                  <a:lnTo>
                    <a:pt x="240" y="300"/>
                  </a:lnTo>
                  <a:lnTo>
                    <a:pt x="228" y="294"/>
                  </a:lnTo>
                  <a:lnTo>
                    <a:pt x="222" y="306"/>
                  </a:lnTo>
                  <a:lnTo>
                    <a:pt x="216" y="294"/>
                  </a:lnTo>
                  <a:lnTo>
                    <a:pt x="198" y="294"/>
                  </a:lnTo>
                  <a:lnTo>
                    <a:pt x="186" y="288"/>
                  </a:lnTo>
                  <a:lnTo>
                    <a:pt x="180" y="282"/>
                  </a:lnTo>
                  <a:lnTo>
                    <a:pt x="168" y="276"/>
                  </a:lnTo>
                  <a:lnTo>
                    <a:pt x="168" y="246"/>
                  </a:lnTo>
                  <a:lnTo>
                    <a:pt x="174" y="240"/>
                  </a:lnTo>
                  <a:lnTo>
                    <a:pt x="180" y="240"/>
                  </a:lnTo>
                  <a:lnTo>
                    <a:pt x="234" y="186"/>
                  </a:lnTo>
                  <a:lnTo>
                    <a:pt x="240" y="174"/>
                  </a:lnTo>
                  <a:lnTo>
                    <a:pt x="240" y="156"/>
                  </a:lnTo>
                  <a:lnTo>
                    <a:pt x="234" y="144"/>
                  </a:lnTo>
                  <a:lnTo>
                    <a:pt x="216" y="126"/>
                  </a:lnTo>
                  <a:lnTo>
                    <a:pt x="204" y="120"/>
                  </a:lnTo>
                  <a:lnTo>
                    <a:pt x="198" y="120"/>
                  </a:lnTo>
                  <a:lnTo>
                    <a:pt x="198" y="102"/>
                  </a:lnTo>
                  <a:lnTo>
                    <a:pt x="204" y="90"/>
                  </a:lnTo>
                  <a:lnTo>
                    <a:pt x="204" y="78"/>
                  </a:lnTo>
                  <a:lnTo>
                    <a:pt x="210" y="72"/>
                  </a:lnTo>
                  <a:lnTo>
                    <a:pt x="222" y="66"/>
                  </a:lnTo>
                  <a:lnTo>
                    <a:pt x="228" y="60"/>
                  </a:lnTo>
                  <a:lnTo>
                    <a:pt x="234" y="48"/>
                  </a:lnTo>
                  <a:lnTo>
                    <a:pt x="234" y="36"/>
                  </a:lnTo>
                  <a:lnTo>
                    <a:pt x="240" y="30"/>
                  </a:lnTo>
                  <a:lnTo>
                    <a:pt x="240" y="18"/>
                  </a:lnTo>
                  <a:lnTo>
                    <a:pt x="228" y="18"/>
                  </a:lnTo>
                  <a:lnTo>
                    <a:pt x="222" y="30"/>
                  </a:lnTo>
                  <a:lnTo>
                    <a:pt x="210" y="36"/>
                  </a:lnTo>
                  <a:lnTo>
                    <a:pt x="204" y="48"/>
                  </a:lnTo>
                  <a:lnTo>
                    <a:pt x="192" y="60"/>
                  </a:lnTo>
                  <a:lnTo>
                    <a:pt x="186" y="60"/>
                  </a:lnTo>
                  <a:lnTo>
                    <a:pt x="174" y="54"/>
                  </a:lnTo>
                  <a:lnTo>
                    <a:pt x="162" y="42"/>
                  </a:lnTo>
                  <a:lnTo>
                    <a:pt x="174" y="30"/>
                  </a:lnTo>
                  <a:lnTo>
                    <a:pt x="174" y="24"/>
                  </a:lnTo>
                  <a:lnTo>
                    <a:pt x="180" y="12"/>
                  </a:lnTo>
                  <a:lnTo>
                    <a:pt x="168" y="0"/>
                  </a:lnTo>
                  <a:lnTo>
                    <a:pt x="138" y="0"/>
                  </a:lnTo>
                  <a:lnTo>
                    <a:pt x="126" y="6"/>
                  </a:lnTo>
                  <a:lnTo>
                    <a:pt x="108" y="12"/>
                  </a:lnTo>
                  <a:lnTo>
                    <a:pt x="96" y="18"/>
                  </a:lnTo>
                  <a:lnTo>
                    <a:pt x="84" y="30"/>
                  </a:lnTo>
                  <a:lnTo>
                    <a:pt x="84" y="42"/>
                  </a:lnTo>
                  <a:lnTo>
                    <a:pt x="42" y="6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06" name="Thailand" descr="© INSCALE GmbH, 05.05.2010&#10;http://www.presentationload.com/">
              <a:extLst>
                <a:ext uri="{FF2B5EF4-FFF2-40B4-BE49-F238E27FC236}">
                  <a16:creationId xmlns:a16="http://schemas.microsoft.com/office/drawing/2014/main" id="{F1F2DBED-E97B-4959-805F-DFF01124D000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5995010" y="2461251"/>
              <a:ext cx="204203" cy="390469"/>
            </a:xfrm>
            <a:custGeom>
              <a:avLst/>
              <a:gdLst>
                <a:gd name="T0" fmla="*/ 2147483647 w 618"/>
                <a:gd name="T1" fmla="*/ 2147483647 h 1188"/>
                <a:gd name="T2" fmla="*/ 2147483647 w 618"/>
                <a:gd name="T3" fmla="*/ 2147483647 h 1188"/>
                <a:gd name="T4" fmla="*/ 2147483647 w 618"/>
                <a:gd name="T5" fmla="*/ 2147483647 h 1188"/>
                <a:gd name="T6" fmla="*/ 2147483647 w 618"/>
                <a:gd name="T7" fmla="*/ 2147483647 h 1188"/>
                <a:gd name="T8" fmla="*/ 2147483647 w 618"/>
                <a:gd name="T9" fmla="*/ 2147483647 h 1188"/>
                <a:gd name="T10" fmla="*/ 2147483647 w 618"/>
                <a:gd name="T11" fmla="*/ 2147483647 h 1188"/>
                <a:gd name="T12" fmla="*/ 2147483647 w 618"/>
                <a:gd name="T13" fmla="*/ 2147483647 h 1188"/>
                <a:gd name="T14" fmla="*/ 2147483647 w 618"/>
                <a:gd name="T15" fmla="*/ 2147483647 h 1188"/>
                <a:gd name="T16" fmla="*/ 2147483647 w 618"/>
                <a:gd name="T17" fmla="*/ 2147483647 h 1188"/>
                <a:gd name="T18" fmla="*/ 2147483647 w 618"/>
                <a:gd name="T19" fmla="*/ 2147483647 h 1188"/>
                <a:gd name="T20" fmla="*/ 2147483647 w 618"/>
                <a:gd name="T21" fmla="*/ 2147483647 h 1188"/>
                <a:gd name="T22" fmla="*/ 2147483647 w 618"/>
                <a:gd name="T23" fmla="*/ 2147483647 h 1188"/>
                <a:gd name="T24" fmla="*/ 2147483647 w 618"/>
                <a:gd name="T25" fmla="*/ 0 h 1188"/>
                <a:gd name="T26" fmla="*/ 2147483647 w 618"/>
                <a:gd name="T27" fmla="*/ 2147483647 h 1188"/>
                <a:gd name="T28" fmla="*/ 2147483647 w 618"/>
                <a:gd name="T29" fmla="*/ 2147483647 h 1188"/>
                <a:gd name="T30" fmla="*/ 2147483647 w 618"/>
                <a:gd name="T31" fmla="*/ 2147483647 h 1188"/>
                <a:gd name="T32" fmla="*/ 0 w 618"/>
                <a:gd name="T33" fmla="*/ 2147483647 h 1188"/>
                <a:gd name="T34" fmla="*/ 2147483647 w 618"/>
                <a:gd name="T35" fmla="*/ 2147483647 h 1188"/>
                <a:gd name="T36" fmla="*/ 2147483647 w 618"/>
                <a:gd name="T37" fmla="*/ 2147483647 h 1188"/>
                <a:gd name="T38" fmla="*/ 2147483647 w 618"/>
                <a:gd name="T39" fmla="*/ 2147483647 h 1188"/>
                <a:gd name="T40" fmla="*/ 2147483647 w 618"/>
                <a:gd name="T41" fmla="*/ 2147483647 h 1188"/>
                <a:gd name="T42" fmla="*/ 2147483647 w 618"/>
                <a:gd name="T43" fmla="*/ 2147483647 h 1188"/>
                <a:gd name="T44" fmla="*/ 2147483647 w 618"/>
                <a:gd name="T45" fmla="*/ 2147483647 h 1188"/>
                <a:gd name="T46" fmla="*/ 2147483647 w 618"/>
                <a:gd name="T47" fmla="*/ 2147483647 h 1188"/>
                <a:gd name="T48" fmla="*/ 2147483647 w 618"/>
                <a:gd name="T49" fmla="*/ 2147483647 h 1188"/>
                <a:gd name="T50" fmla="*/ 2147483647 w 618"/>
                <a:gd name="T51" fmla="*/ 2147483647 h 1188"/>
                <a:gd name="T52" fmla="*/ 2147483647 w 618"/>
                <a:gd name="T53" fmla="*/ 2147483647 h 1188"/>
                <a:gd name="T54" fmla="*/ 2147483647 w 618"/>
                <a:gd name="T55" fmla="*/ 2147483647 h 1188"/>
                <a:gd name="T56" fmla="*/ 2147483647 w 618"/>
                <a:gd name="T57" fmla="*/ 2147483647 h 1188"/>
                <a:gd name="T58" fmla="*/ 2147483647 w 618"/>
                <a:gd name="T59" fmla="*/ 2147483647 h 1188"/>
                <a:gd name="T60" fmla="*/ 2147483647 w 618"/>
                <a:gd name="T61" fmla="*/ 2147483647 h 1188"/>
                <a:gd name="T62" fmla="*/ 2147483647 w 618"/>
                <a:gd name="T63" fmla="*/ 2147483647 h 1188"/>
                <a:gd name="T64" fmla="*/ 2147483647 w 618"/>
                <a:gd name="T65" fmla="*/ 2147483647 h 1188"/>
                <a:gd name="T66" fmla="*/ 2147483647 w 618"/>
                <a:gd name="T67" fmla="*/ 2147483647 h 1188"/>
                <a:gd name="T68" fmla="*/ 2147483647 w 618"/>
                <a:gd name="T69" fmla="*/ 2147483647 h 1188"/>
                <a:gd name="T70" fmla="*/ 2147483647 w 618"/>
                <a:gd name="T71" fmla="*/ 2147483647 h 1188"/>
                <a:gd name="T72" fmla="*/ 2147483647 w 618"/>
                <a:gd name="T73" fmla="*/ 2147483647 h 1188"/>
                <a:gd name="T74" fmla="*/ 2147483647 w 618"/>
                <a:gd name="T75" fmla="*/ 2147483647 h 1188"/>
                <a:gd name="T76" fmla="*/ 2147483647 w 618"/>
                <a:gd name="T77" fmla="*/ 2147483647 h 1188"/>
                <a:gd name="T78" fmla="*/ 2147483647 w 618"/>
                <a:gd name="T79" fmla="*/ 2147483647 h 1188"/>
                <a:gd name="T80" fmla="*/ 2147483647 w 618"/>
                <a:gd name="T81" fmla="*/ 2147483647 h 1188"/>
                <a:gd name="T82" fmla="*/ 2147483647 w 618"/>
                <a:gd name="T83" fmla="*/ 2147483647 h 1188"/>
                <a:gd name="T84" fmla="*/ 2147483647 w 618"/>
                <a:gd name="T85" fmla="*/ 2147483647 h 1188"/>
                <a:gd name="T86" fmla="*/ 2147483647 w 618"/>
                <a:gd name="T87" fmla="*/ 2147483647 h 1188"/>
                <a:gd name="T88" fmla="*/ 2147483647 w 618"/>
                <a:gd name="T89" fmla="*/ 2147483647 h 1188"/>
                <a:gd name="T90" fmla="*/ 2147483647 w 618"/>
                <a:gd name="T91" fmla="*/ 2147483647 h 1188"/>
                <a:gd name="T92" fmla="*/ 2147483647 w 618"/>
                <a:gd name="T93" fmla="*/ 2147483647 h 1188"/>
                <a:gd name="T94" fmla="*/ 2147483647 w 618"/>
                <a:gd name="T95" fmla="*/ 2147483647 h 1188"/>
                <a:gd name="T96" fmla="*/ 2147483647 w 618"/>
                <a:gd name="T97" fmla="*/ 2147483647 h 1188"/>
                <a:gd name="T98" fmla="*/ 2147483647 w 618"/>
                <a:gd name="T99" fmla="*/ 2147483647 h 1188"/>
                <a:gd name="T100" fmla="*/ 2147483647 w 618"/>
                <a:gd name="T101" fmla="*/ 2147483647 h 1188"/>
                <a:gd name="T102" fmla="*/ 2147483647 w 618"/>
                <a:gd name="T103" fmla="*/ 2147483647 h 1188"/>
                <a:gd name="T104" fmla="*/ 2147483647 w 618"/>
                <a:gd name="T105" fmla="*/ 2147483647 h 1188"/>
                <a:gd name="T106" fmla="*/ 2147483647 w 618"/>
                <a:gd name="T107" fmla="*/ 2147483647 h 1188"/>
                <a:gd name="T108" fmla="*/ 2147483647 w 618"/>
                <a:gd name="T109" fmla="*/ 2147483647 h 1188"/>
                <a:gd name="T110" fmla="*/ 2147483647 w 618"/>
                <a:gd name="T111" fmla="*/ 2147483647 h 1188"/>
                <a:gd name="T112" fmla="*/ 2147483647 w 618"/>
                <a:gd name="T113" fmla="*/ 2147483647 h 1188"/>
                <a:gd name="T114" fmla="*/ 2147483647 w 618"/>
                <a:gd name="T115" fmla="*/ 2147483647 h 1188"/>
                <a:gd name="T116" fmla="*/ 2147483647 w 618"/>
                <a:gd name="T117" fmla="*/ 2147483647 h 118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18"/>
                <a:gd name="T178" fmla="*/ 0 h 1188"/>
                <a:gd name="T179" fmla="*/ 618 w 618"/>
                <a:gd name="T180" fmla="*/ 1188 h 118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18" h="1188">
                  <a:moveTo>
                    <a:pt x="588" y="426"/>
                  </a:moveTo>
                  <a:lnTo>
                    <a:pt x="588" y="420"/>
                  </a:lnTo>
                  <a:lnTo>
                    <a:pt x="594" y="414"/>
                  </a:lnTo>
                  <a:lnTo>
                    <a:pt x="606" y="390"/>
                  </a:lnTo>
                  <a:lnTo>
                    <a:pt x="594" y="378"/>
                  </a:lnTo>
                  <a:lnTo>
                    <a:pt x="594" y="372"/>
                  </a:lnTo>
                  <a:lnTo>
                    <a:pt x="588" y="378"/>
                  </a:lnTo>
                  <a:lnTo>
                    <a:pt x="588" y="366"/>
                  </a:lnTo>
                  <a:lnTo>
                    <a:pt x="582" y="360"/>
                  </a:lnTo>
                  <a:lnTo>
                    <a:pt x="582" y="354"/>
                  </a:lnTo>
                  <a:lnTo>
                    <a:pt x="546" y="318"/>
                  </a:lnTo>
                  <a:lnTo>
                    <a:pt x="534" y="294"/>
                  </a:lnTo>
                  <a:lnTo>
                    <a:pt x="534" y="282"/>
                  </a:lnTo>
                  <a:lnTo>
                    <a:pt x="528" y="240"/>
                  </a:lnTo>
                  <a:lnTo>
                    <a:pt x="510" y="222"/>
                  </a:lnTo>
                  <a:lnTo>
                    <a:pt x="498" y="216"/>
                  </a:lnTo>
                  <a:lnTo>
                    <a:pt x="480" y="204"/>
                  </a:lnTo>
                  <a:lnTo>
                    <a:pt x="468" y="192"/>
                  </a:lnTo>
                  <a:lnTo>
                    <a:pt x="468" y="180"/>
                  </a:lnTo>
                  <a:lnTo>
                    <a:pt x="462" y="174"/>
                  </a:lnTo>
                  <a:lnTo>
                    <a:pt x="438" y="174"/>
                  </a:lnTo>
                  <a:lnTo>
                    <a:pt x="426" y="168"/>
                  </a:lnTo>
                  <a:lnTo>
                    <a:pt x="420" y="162"/>
                  </a:lnTo>
                  <a:lnTo>
                    <a:pt x="402" y="162"/>
                  </a:lnTo>
                  <a:lnTo>
                    <a:pt x="396" y="168"/>
                  </a:lnTo>
                  <a:lnTo>
                    <a:pt x="396" y="180"/>
                  </a:lnTo>
                  <a:lnTo>
                    <a:pt x="378" y="198"/>
                  </a:lnTo>
                  <a:lnTo>
                    <a:pt x="360" y="198"/>
                  </a:lnTo>
                  <a:lnTo>
                    <a:pt x="336" y="186"/>
                  </a:lnTo>
                  <a:lnTo>
                    <a:pt x="330" y="180"/>
                  </a:lnTo>
                  <a:lnTo>
                    <a:pt x="318" y="180"/>
                  </a:lnTo>
                  <a:lnTo>
                    <a:pt x="312" y="186"/>
                  </a:lnTo>
                  <a:lnTo>
                    <a:pt x="306" y="198"/>
                  </a:lnTo>
                  <a:lnTo>
                    <a:pt x="294" y="210"/>
                  </a:lnTo>
                  <a:lnTo>
                    <a:pt x="294" y="216"/>
                  </a:lnTo>
                  <a:lnTo>
                    <a:pt x="288" y="222"/>
                  </a:lnTo>
                  <a:lnTo>
                    <a:pt x="264" y="234"/>
                  </a:lnTo>
                  <a:lnTo>
                    <a:pt x="246" y="234"/>
                  </a:lnTo>
                  <a:lnTo>
                    <a:pt x="246" y="222"/>
                  </a:lnTo>
                  <a:lnTo>
                    <a:pt x="270" y="174"/>
                  </a:lnTo>
                  <a:lnTo>
                    <a:pt x="270" y="162"/>
                  </a:lnTo>
                  <a:lnTo>
                    <a:pt x="264" y="156"/>
                  </a:lnTo>
                  <a:lnTo>
                    <a:pt x="252" y="156"/>
                  </a:lnTo>
                  <a:lnTo>
                    <a:pt x="264" y="144"/>
                  </a:lnTo>
                  <a:lnTo>
                    <a:pt x="270" y="132"/>
                  </a:lnTo>
                  <a:lnTo>
                    <a:pt x="270" y="120"/>
                  </a:lnTo>
                  <a:lnTo>
                    <a:pt x="264" y="108"/>
                  </a:lnTo>
                  <a:lnTo>
                    <a:pt x="258" y="102"/>
                  </a:lnTo>
                  <a:lnTo>
                    <a:pt x="264" y="96"/>
                  </a:lnTo>
                  <a:lnTo>
                    <a:pt x="264" y="66"/>
                  </a:lnTo>
                  <a:lnTo>
                    <a:pt x="252" y="60"/>
                  </a:lnTo>
                  <a:lnTo>
                    <a:pt x="246" y="60"/>
                  </a:lnTo>
                  <a:lnTo>
                    <a:pt x="240" y="66"/>
                  </a:lnTo>
                  <a:lnTo>
                    <a:pt x="228" y="66"/>
                  </a:lnTo>
                  <a:lnTo>
                    <a:pt x="228" y="78"/>
                  </a:lnTo>
                  <a:lnTo>
                    <a:pt x="210" y="78"/>
                  </a:lnTo>
                  <a:lnTo>
                    <a:pt x="204" y="72"/>
                  </a:lnTo>
                  <a:lnTo>
                    <a:pt x="198" y="60"/>
                  </a:lnTo>
                  <a:lnTo>
                    <a:pt x="198" y="36"/>
                  </a:lnTo>
                  <a:lnTo>
                    <a:pt x="204" y="30"/>
                  </a:lnTo>
                  <a:lnTo>
                    <a:pt x="204" y="18"/>
                  </a:lnTo>
                  <a:lnTo>
                    <a:pt x="198" y="12"/>
                  </a:lnTo>
                  <a:lnTo>
                    <a:pt x="186" y="12"/>
                  </a:lnTo>
                  <a:lnTo>
                    <a:pt x="174" y="6"/>
                  </a:lnTo>
                  <a:lnTo>
                    <a:pt x="168" y="0"/>
                  </a:lnTo>
                  <a:lnTo>
                    <a:pt x="138" y="0"/>
                  </a:lnTo>
                  <a:lnTo>
                    <a:pt x="132" y="6"/>
                  </a:lnTo>
                  <a:lnTo>
                    <a:pt x="126" y="6"/>
                  </a:lnTo>
                  <a:lnTo>
                    <a:pt x="120" y="30"/>
                  </a:lnTo>
                  <a:lnTo>
                    <a:pt x="96" y="30"/>
                  </a:lnTo>
                  <a:lnTo>
                    <a:pt x="96" y="36"/>
                  </a:lnTo>
                  <a:lnTo>
                    <a:pt x="90" y="42"/>
                  </a:lnTo>
                  <a:lnTo>
                    <a:pt x="84" y="54"/>
                  </a:lnTo>
                  <a:lnTo>
                    <a:pt x="78" y="60"/>
                  </a:lnTo>
                  <a:lnTo>
                    <a:pt x="66" y="60"/>
                  </a:lnTo>
                  <a:lnTo>
                    <a:pt x="54" y="54"/>
                  </a:lnTo>
                  <a:lnTo>
                    <a:pt x="24" y="54"/>
                  </a:lnTo>
                  <a:lnTo>
                    <a:pt x="24" y="102"/>
                  </a:lnTo>
                  <a:lnTo>
                    <a:pt x="18" y="108"/>
                  </a:lnTo>
                  <a:lnTo>
                    <a:pt x="12" y="108"/>
                  </a:lnTo>
                  <a:lnTo>
                    <a:pt x="6" y="114"/>
                  </a:lnTo>
                  <a:lnTo>
                    <a:pt x="6" y="120"/>
                  </a:lnTo>
                  <a:lnTo>
                    <a:pt x="24" y="138"/>
                  </a:lnTo>
                  <a:lnTo>
                    <a:pt x="24" y="156"/>
                  </a:lnTo>
                  <a:lnTo>
                    <a:pt x="0" y="156"/>
                  </a:lnTo>
                  <a:lnTo>
                    <a:pt x="0" y="162"/>
                  </a:lnTo>
                  <a:lnTo>
                    <a:pt x="24" y="186"/>
                  </a:lnTo>
                  <a:lnTo>
                    <a:pt x="36" y="192"/>
                  </a:lnTo>
                  <a:lnTo>
                    <a:pt x="30" y="216"/>
                  </a:lnTo>
                  <a:lnTo>
                    <a:pt x="36" y="216"/>
                  </a:lnTo>
                  <a:lnTo>
                    <a:pt x="36" y="222"/>
                  </a:lnTo>
                  <a:lnTo>
                    <a:pt x="42" y="234"/>
                  </a:lnTo>
                  <a:lnTo>
                    <a:pt x="60" y="252"/>
                  </a:lnTo>
                  <a:lnTo>
                    <a:pt x="72" y="258"/>
                  </a:lnTo>
                  <a:lnTo>
                    <a:pt x="84" y="270"/>
                  </a:lnTo>
                  <a:lnTo>
                    <a:pt x="96" y="276"/>
                  </a:lnTo>
                  <a:lnTo>
                    <a:pt x="102" y="282"/>
                  </a:lnTo>
                  <a:lnTo>
                    <a:pt x="102" y="288"/>
                  </a:lnTo>
                  <a:lnTo>
                    <a:pt x="96" y="288"/>
                  </a:lnTo>
                  <a:lnTo>
                    <a:pt x="96" y="306"/>
                  </a:lnTo>
                  <a:lnTo>
                    <a:pt x="102" y="318"/>
                  </a:lnTo>
                  <a:lnTo>
                    <a:pt x="108" y="324"/>
                  </a:lnTo>
                  <a:lnTo>
                    <a:pt x="114" y="324"/>
                  </a:lnTo>
                  <a:lnTo>
                    <a:pt x="120" y="318"/>
                  </a:lnTo>
                  <a:lnTo>
                    <a:pt x="126" y="324"/>
                  </a:lnTo>
                  <a:lnTo>
                    <a:pt x="126" y="342"/>
                  </a:lnTo>
                  <a:lnTo>
                    <a:pt x="120" y="348"/>
                  </a:lnTo>
                  <a:lnTo>
                    <a:pt x="108" y="348"/>
                  </a:lnTo>
                  <a:lnTo>
                    <a:pt x="114" y="360"/>
                  </a:lnTo>
                  <a:lnTo>
                    <a:pt x="114" y="384"/>
                  </a:lnTo>
                  <a:lnTo>
                    <a:pt x="108" y="396"/>
                  </a:lnTo>
                  <a:lnTo>
                    <a:pt x="102" y="402"/>
                  </a:lnTo>
                  <a:lnTo>
                    <a:pt x="84" y="438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96" y="456"/>
                  </a:lnTo>
                  <a:lnTo>
                    <a:pt x="102" y="468"/>
                  </a:lnTo>
                  <a:lnTo>
                    <a:pt x="108" y="474"/>
                  </a:lnTo>
                  <a:lnTo>
                    <a:pt x="114" y="486"/>
                  </a:lnTo>
                  <a:lnTo>
                    <a:pt x="156" y="528"/>
                  </a:lnTo>
                  <a:lnTo>
                    <a:pt x="162" y="540"/>
                  </a:lnTo>
                  <a:lnTo>
                    <a:pt x="162" y="570"/>
                  </a:lnTo>
                  <a:lnTo>
                    <a:pt x="168" y="588"/>
                  </a:lnTo>
                  <a:lnTo>
                    <a:pt x="168" y="612"/>
                  </a:lnTo>
                  <a:lnTo>
                    <a:pt x="192" y="636"/>
                  </a:lnTo>
                  <a:lnTo>
                    <a:pt x="192" y="660"/>
                  </a:lnTo>
                  <a:lnTo>
                    <a:pt x="198" y="672"/>
                  </a:lnTo>
                  <a:lnTo>
                    <a:pt x="198" y="702"/>
                  </a:lnTo>
                  <a:lnTo>
                    <a:pt x="192" y="714"/>
                  </a:lnTo>
                  <a:lnTo>
                    <a:pt x="192" y="732"/>
                  </a:lnTo>
                  <a:lnTo>
                    <a:pt x="174" y="768"/>
                  </a:lnTo>
                  <a:lnTo>
                    <a:pt x="156" y="786"/>
                  </a:lnTo>
                  <a:lnTo>
                    <a:pt x="156" y="798"/>
                  </a:lnTo>
                  <a:lnTo>
                    <a:pt x="162" y="804"/>
                  </a:lnTo>
                  <a:lnTo>
                    <a:pt x="162" y="816"/>
                  </a:lnTo>
                  <a:lnTo>
                    <a:pt x="156" y="828"/>
                  </a:lnTo>
                  <a:lnTo>
                    <a:pt x="150" y="834"/>
                  </a:lnTo>
                  <a:lnTo>
                    <a:pt x="144" y="846"/>
                  </a:lnTo>
                  <a:lnTo>
                    <a:pt x="144" y="852"/>
                  </a:lnTo>
                  <a:lnTo>
                    <a:pt x="138" y="858"/>
                  </a:lnTo>
                  <a:lnTo>
                    <a:pt x="132" y="876"/>
                  </a:lnTo>
                  <a:lnTo>
                    <a:pt x="126" y="888"/>
                  </a:lnTo>
                  <a:lnTo>
                    <a:pt x="126" y="906"/>
                  </a:lnTo>
                  <a:lnTo>
                    <a:pt x="120" y="918"/>
                  </a:lnTo>
                  <a:lnTo>
                    <a:pt x="120" y="966"/>
                  </a:lnTo>
                  <a:lnTo>
                    <a:pt x="126" y="978"/>
                  </a:lnTo>
                  <a:lnTo>
                    <a:pt x="126" y="1008"/>
                  </a:lnTo>
                  <a:lnTo>
                    <a:pt x="132" y="1014"/>
                  </a:lnTo>
                  <a:lnTo>
                    <a:pt x="132" y="1020"/>
                  </a:lnTo>
                  <a:lnTo>
                    <a:pt x="138" y="1020"/>
                  </a:lnTo>
                  <a:lnTo>
                    <a:pt x="138" y="1002"/>
                  </a:lnTo>
                  <a:lnTo>
                    <a:pt x="144" y="990"/>
                  </a:lnTo>
                  <a:lnTo>
                    <a:pt x="144" y="978"/>
                  </a:lnTo>
                  <a:lnTo>
                    <a:pt x="150" y="972"/>
                  </a:lnTo>
                  <a:lnTo>
                    <a:pt x="150" y="996"/>
                  </a:lnTo>
                  <a:lnTo>
                    <a:pt x="162" y="996"/>
                  </a:lnTo>
                  <a:lnTo>
                    <a:pt x="186" y="1020"/>
                  </a:lnTo>
                  <a:lnTo>
                    <a:pt x="192" y="1032"/>
                  </a:lnTo>
                  <a:lnTo>
                    <a:pt x="198" y="1038"/>
                  </a:lnTo>
                  <a:lnTo>
                    <a:pt x="198" y="1044"/>
                  </a:lnTo>
                  <a:lnTo>
                    <a:pt x="228" y="1074"/>
                  </a:lnTo>
                  <a:lnTo>
                    <a:pt x="228" y="1098"/>
                  </a:lnTo>
                  <a:lnTo>
                    <a:pt x="234" y="1110"/>
                  </a:lnTo>
                  <a:lnTo>
                    <a:pt x="246" y="1128"/>
                  </a:lnTo>
                  <a:lnTo>
                    <a:pt x="264" y="1146"/>
                  </a:lnTo>
                  <a:lnTo>
                    <a:pt x="270" y="1140"/>
                  </a:lnTo>
                  <a:lnTo>
                    <a:pt x="276" y="1128"/>
                  </a:lnTo>
                  <a:lnTo>
                    <a:pt x="270" y="1122"/>
                  </a:lnTo>
                  <a:lnTo>
                    <a:pt x="270" y="1110"/>
                  </a:lnTo>
                  <a:lnTo>
                    <a:pt x="276" y="1104"/>
                  </a:lnTo>
                  <a:lnTo>
                    <a:pt x="288" y="1104"/>
                  </a:lnTo>
                  <a:lnTo>
                    <a:pt x="294" y="1116"/>
                  </a:lnTo>
                  <a:lnTo>
                    <a:pt x="294" y="1122"/>
                  </a:lnTo>
                  <a:lnTo>
                    <a:pt x="312" y="1122"/>
                  </a:lnTo>
                  <a:lnTo>
                    <a:pt x="324" y="1128"/>
                  </a:lnTo>
                  <a:lnTo>
                    <a:pt x="330" y="1134"/>
                  </a:lnTo>
                  <a:lnTo>
                    <a:pt x="330" y="1146"/>
                  </a:lnTo>
                  <a:lnTo>
                    <a:pt x="342" y="1146"/>
                  </a:lnTo>
                  <a:lnTo>
                    <a:pt x="342" y="1158"/>
                  </a:lnTo>
                  <a:lnTo>
                    <a:pt x="330" y="1170"/>
                  </a:lnTo>
                  <a:lnTo>
                    <a:pt x="330" y="1176"/>
                  </a:lnTo>
                  <a:lnTo>
                    <a:pt x="336" y="1182"/>
                  </a:lnTo>
                  <a:lnTo>
                    <a:pt x="354" y="1182"/>
                  </a:lnTo>
                  <a:lnTo>
                    <a:pt x="354" y="1176"/>
                  </a:lnTo>
                  <a:lnTo>
                    <a:pt x="366" y="1176"/>
                  </a:lnTo>
                  <a:lnTo>
                    <a:pt x="372" y="1170"/>
                  </a:lnTo>
                  <a:lnTo>
                    <a:pt x="378" y="1170"/>
                  </a:lnTo>
                  <a:lnTo>
                    <a:pt x="396" y="1188"/>
                  </a:lnTo>
                  <a:lnTo>
                    <a:pt x="402" y="1182"/>
                  </a:lnTo>
                  <a:lnTo>
                    <a:pt x="402" y="1176"/>
                  </a:lnTo>
                  <a:lnTo>
                    <a:pt x="408" y="1164"/>
                  </a:lnTo>
                  <a:lnTo>
                    <a:pt x="414" y="1158"/>
                  </a:lnTo>
                  <a:lnTo>
                    <a:pt x="420" y="1146"/>
                  </a:lnTo>
                  <a:lnTo>
                    <a:pt x="396" y="1134"/>
                  </a:lnTo>
                  <a:lnTo>
                    <a:pt x="390" y="1128"/>
                  </a:lnTo>
                  <a:lnTo>
                    <a:pt x="390" y="1116"/>
                  </a:lnTo>
                  <a:lnTo>
                    <a:pt x="384" y="1104"/>
                  </a:lnTo>
                  <a:lnTo>
                    <a:pt x="384" y="1092"/>
                  </a:lnTo>
                  <a:lnTo>
                    <a:pt x="378" y="1080"/>
                  </a:lnTo>
                  <a:lnTo>
                    <a:pt x="372" y="1074"/>
                  </a:lnTo>
                  <a:lnTo>
                    <a:pt x="354" y="1074"/>
                  </a:lnTo>
                  <a:lnTo>
                    <a:pt x="342" y="1080"/>
                  </a:lnTo>
                  <a:lnTo>
                    <a:pt x="336" y="1086"/>
                  </a:lnTo>
                  <a:lnTo>
                    <a:pt x="318" y="1086"/>
                  </a:lnTo>
                  <a:lnTo>
                    <a:pt x="312" y="1080"/>
                  </a:lnTo>
                  <a:lnTo>
                    <a:pt x="306" y="1068"/>
                  </a:lnTo>
                  <a:lnTo>
                    <a:pt x="306" y="1056"/>
                  </a:lnTo>
                  <a:lnTo>
                    <a:pt x="294" y="1032"/>
                  </a:lnTo>
                  <a:lnTo>
                    <a:pt x="288" y="1032"/>
                  </a:lnTo>
                  <a:lnTo>
                    <a:pt x="288" y="1050"/>
                  </a:lnTo>
                  <a:lnTo>
                    <a:pt x="282" y="1056"/>
                  </a:lnTo>
                  <a:lnTo>
                    <a:pt x="276" y="1056"/>
                  </a:lnTo>
                  <a:lnTo>
                    <a:pt x="270" y="1044"/>
                  </a:lnTo>
                  <a:lnTo>
                    <a:pt x="264" y="1038"/>
                  </a:lnTo>
                  <a:lnTo>
                    <a:pt x="258" y="1026"/>
                  </a:lnTo>
                  <a:lnTo>
                    <a:pt x="258" y="1014"/>
                  </a:lnTo>
                  <a:lnTo>
                    <a:pt x="270" y="1002"/>
                  </a:lnTo>
                  <a:lnTo>
                    <a:pt x="270" y="1008"/>
                  </a:lnTo>
                  <a:lnTo>
                    <a:pt x="276" y="1008"/>
                  </a:lnTo>
                  <a:lnTo>
                    <a:pt x="276" y="1014"/>
                  </a:lnTo>
                  <a:lnTo>
                    <a:pt x="282" y="1014"/>
                  </a:lnTo>
                  <a:lnTo>
                    <a:pt x="288" y="1008"/>
                  </a:lnTo>
                  <a:lnTo>
                    <a:pt x="282" y="1002"/>
                  </a:lnTo>
                  <a:lnTo>
                    <a:pt x="282" y="990"/>
                  </a:lnTo>
                  <a:lnTo>
                    <a:pt x="276" y="978"/>
                  </a:lnTo>
                  <a:lnTo>
                    <a:pt x="270" y="972"/>
                  </a:lnTo>
                  <a:lnTo>
                    <a:pt x="270" y="960"/>
                  </a:lnTo>
                  <a:lnTo>
                    <a:pt x="258" y="948"/>
                  </a:lnTo>
                  <a:lnTo>
                    <a:pt x="246" y="948"/>
                  </a:lnTo>
                  <a:lnTo>
                    <a:pt x="246" y="894"/>
                  </a:lnTo>
                  <a:lnTo>
                    <a:pt x="192" y="906"/>
                  </a:lnTo>
                  <a:lnTo>
                    <a:pt x="192" y="864"/>
                  </a:lnTo>
                  <a:lnTo>
                    <a:pt x="186" y="828"/>
                  </a:lnTo>
                  <a:lnTo>
                    <a:pt x="186" y="804"/>
                  </a:lnTo>
                  <a:lnTo>
                    <a:pt x="180" y="792"/>
                  </a:lnTo>
                  <a:lnTo>
                    <a:pt x="174" y="786"/>
                  </a:lnTo>
                  <a:lnTo>
                    <a:pt x="180" y="786"/>
                  </a:lnTo>
                  <a:lnTo>
                    <a:pt x="192" y="774"/>
                  </a:lnTo>
                  <a:lnTo>
                    <a:pt x="198" y="762"/>
                  </a:lnTo>
                  <a:lnTo>
                    <a:pt x="204" y="744"/>
                  </a:lnTo>
                  <a:lnTo>
                    <a:pt x="204" y="678"/>
                  </a:lnTo>
                  <a:lnTo>
                    <a:pt x="210" y="678"/>
                  </a:lnTo>
                  <a:lnTo>
                    <a:pt x="216" y="672"/>
                  </a:lnTo>
                  <a:lnTo>
                    <a:pt x="222" y="660"/>
                  </a:lnTo>
                  <a:lnTo>
                    <a:pt x="228" y="654"/>
                  </a:lnTo>
                  <a:lnTo>
                    <a:pt x="228" y="612"/>
                  </a:lnTo>
                  <a:lnTo>
                    <a:pt x="222" y="600"/>
                  </a:lnTo>
                  <a:lnTo>
                    <a:pt x="222" y="594"/>
                  </a:lnTo>
                  <a:lnTo>
                    <a:pt x="216" y="588"/>
                  </a:lnTo>
                  <a:lnTo>
                    <a:pt x="222" y="558"/>
                  </a:lnTo>
                  <a:lnTo>
                    <a:pt x="234" y="558"/>
                  </a:lnTo>
                  <a:lnTo>
                    <a:pt x="234" y="552"/>
                  </a:lnTo>
                  <a:lnTo>
                    <a:pt x="240" y="546"/>
                  </a:lnTo>
                  <a:lnTo>
                    <a:pt x="264" y="546"/>
                  </a:lnTo>
                  <a:lnTo>
                    <a:pt x="270" y="552"/>
                  </a:lnTo>
                  <a:lnTo>
                    <a:pt x="294" y="564"/>
                  </a:lnTo>
                  <a:lnTo>
                    <a:pt x="300" y="570"/>
                  </a:lnTo>
                  <a:lnTo>
                    <a:pt x="288" y="576"/>
                  </a:lnTo>
                  <a:lnTo>
                    <a:pt x="288" y="588"/>
                  </a:lnTo>
                  <a:lnTo>
                    <a:pt x="282" y="594"/>
                  </a:lnTo>
                  <a:lnTo>
                    <a:pt x="282" y="612"/>
                  </a:lnTo>
                  <a:lnTo>
                    <a:pt x="288" y="624"/>
                  </a:lnTo>
                  <a:lnTo>
                    <a:pt x="306" y="624"/>
                  </a:lnTo>
                  <a:lnTo>
                    <a:pt x="330" y="612"/>
                  </a:lnTo>
                  <a:lnTo>
                    <a:pt x="342" y="612"/>
                  </a:lnTo>
                  <a:lnTo>
                    <a:pt x="354" y="606"/>
                  </a:lnTo>
                  <a:lnTo>
                    <a:pt x="360" y="600"/>
                  </a:lnTo>
                  <a:lnTo>
                    <a:pt x="366" y="600"/>
                  </a:lnTo>
                  <a:lnTo>
                    <a:pt x="396" y="684"/>
                  </a:lnTo>
                  <a:lnTo>
                    <a:pt x="402" y="678"/>
                  </a:lnTo>
                  <a:lnTo>
                    <a:pt x="414" y="672"/>
                  </a:lnTo>
                  <a:lnTo>
                    <a:pt x="426" y="672"/>
                  </a:lnTo>
                  <a:lnTo>
                    <a:pt x="426" y="642"/>
                  </a:lnTo>
                  <a:lnTo>
                    <a:pt x="414" y="630"/>
                  </a:lnTo>
                  <a:lnTo>
                    <a:pt x="414" y="600"/>
                  </a:lnTo>
                  <a:lnTo>
                    <a:pt x="402" y="588"/>
                  </a:lnTo>
                  <a:lnTo>
                    <a:pt x="396" y="552"/>
                  </a:lnTo>
                  <a:lnTo>
                    <a:pt x="426" y="522"/>
                  </a:lnTo>
                  <a:lnTo>
                    <a:pt x="426" y="516"/>
                  </a:lnTo>
                  <a:lnTo>
                    <a:pt x="432" y="504"/>
                  </a:lnTo>
                  <a:lnTo>
                    <a:pt x="438" y="498"/>
                  </a:lnTo>
                  <a:lnTo>
                    <a:pt x="450" y="492"/>
                  </a:lnTo>
                  <a:lnTo>
                    <a:pt x="468" y="486"/>
                  </a:lnTo>
                  <a:lnTo>
                    <a:pt x="504" y="486"/>
                  </a:lnTo>
                  <a:lnTo>
                    <a:pt x="510" y="492"/>
                  </a:lnTo>
                  <a:lnTo>
                    <a:pt x="522" y="492"/>
                  </a:lnTo>
                  <a:lnTo>
                    <a:pt x="534" y="486"/>
                  </a:lnTo>
                  <a:lnTo>
                    <a:pt x="564" y="486"/>
                  </a:lnTo>
                  <a:lnTo>
                    <a:pt x="576" y="492"/>
                  </a:lnTo>
                  <a:lnTo>
                    <a:pt x="582" y="498"/>
                  </a:lnTo>
                  <a:lnTo>
                    <a:pt x="588" y="498"/>
                  </a:lnTo>
                  <a:lnTo>
                    <a:pt x="594" y="492"/>
                  </a:lnTo>
                  <a:lnTo>
                    <a:pt x="600" y="480"/>
                  </a:lnTo>
                  <a:lnTo>
                    <a:pt x="618" y="462"/>
                  </a:lnTo>
                  <a:lnTo>
                    <a:pt x="618" y="450"/>
                  </a:lnTo>
                  <a:lnTo>
                    <a:pt x="612" y="444"/>
                  </a:lnTo>
                  <a:lnTo>
                    <a:pt x="600" y="438"/>
                  </a:lnTo>
                  <a:lnTo>
                    <a:pt x="588" y="42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07" name="Taiwan" descr="© INSCALE GmbH, 05.05.2010&#10;http://www.presentationload.com/">
              <a:extLst>
                <a:ext uri="{FF2B5EF4-FFF2-40B4-BE49-F238E27FC236}">
                  <a16:creationId xmlns:a16="http://schemas.microsoft.com/office/drawing/2014/main" id="{2ACE2C36-2021-43BE-8938-F2C582214DF3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6493882" y="2331526"/>
              <a:ext cx="40066" cy="88627"/>
            </a:xfrm>
            <a:custGeom>
              <a:avLst/>
              <a:gdLst>
                <a:gd name="T0" fmla="*/ 2147483647 w 120"/>
                <a:gd name="T1" fmla="*/ 2147483647 h 270"/>
                <a:gd name="T2" fmla="*/ 2147483647 w 120"/>
                <a:gd name="T3" fmla="*/ 2147483647 h 270"/>
                <a:gd name="T4" fmla="*/ 2147483647 w 120"/>
                <a:gd name="T5" fmla="*/ 2147483647 h 270"/>
                <a:gd name="T6" fmla="*/ 2147483647 w 120"/>
                <a:gd name="T7" fmla="*/ 2147483647 h 270"/>
                <a:gd name="T8" fmla="*/ 2147483647 w 120"/>
                <a:gd name="T9" fmla="*/ 2147483647 h 270"/>
                <a:gd name="T10" fmla="*/ 2147483647 w 120"/>
                <a:gd name="T11" fmla="*/ 2147483647 h 270"/>
                <a:gd name="T12" fmla="*/ 2147483647 w 120"/>
                <a:gd name="T13" fmla="*/ 2147483647 h 270"/>
                <a:gd name="T14" fmla="*/ 2147483647 w 120"/>
                <a:gd name="T15" fmla="*/ 2147483647 h 270"/>
                <a:gd name="T16" fmla="*/ 2147483647 w 120"/>
                <a:gd name="T17" fmla="*/ 2147483647 h 270"/>
                <a:gd name="T18" fmla="*/ 2147483647 w 120"/>
                <a:gd name="T19" fmla="*/ 2147483647 h 270"/>
                <a:gd name="T20" fmla="*/ 2147483647 w 120"/>
                <a:gd name="T21" fmla="*/ 0 h 270"/>
                <a:gd name="T22" fmla="*/ 2147483647 w 120"/>
                <a:gd name="T23" fmla="*/ 2147483647 h 270"/>
                <a:gd name="T24" fmla="*/ 2147483647 w 120"/>
                <a:gd name="T25" fmla="*/ 2147483647 h 270"/>
                <a:gd name="T26" fmla="*/ 2147483647 w 120"/>
                <a:gd name="T27" fmla="*/ 2147483647 h 270"/>
                <a:gd name="T28" fmla="*/ 2147483647 w 120"/>
                <a:gd name="T29" fmla="*/ 2147483647 h 270"/>
                <a:gd name="T30" fmla="*/ 0 w 120"/>
                <a:gd name="T31" fmla="*/ 2147483647 h 270"/>
                <a:gd name="T32" fmla="*/ 0 w 120"/>
                <a:gd name="T33" fmla="*/ 2147483647 h 270"/>
                <a:gd name="T34" fmla="*/ 2147483647 w 120"/>
                <a:gd name="T35" fmla="*/ 2147483647 h 270"/>
                <a:gd name="T36" fmla="*/ 2147483647 w 120"/>
                <a:gd name="T37" fmla="*/ 2147483647 h 270"/>
                <a:gd name="T38" fmla="*/ 2147483647 w 120"/>
                <a:gd name="T39" fmla="*/ 2147483647 h 270"/>
                <a:gd name="T40" fmla="*/ 2147483647 w 120"/>
                <a:gd name="T41" fmla="*/ 2147483647 h 270"/>
                <a:gd name="T42" fmla="*/ 2147483647 w 120"/>
                <a:gd name="T43" fmla="*/ 2147483647 h 270"/>
                <a:gd name="T44" fmla="*/ 2147483647 w 120"/>
                <a:gd name="T45" fmla="*/ 2147483647 h 270"/>
                <a:gd name="T46" fmla="*/ 2147483647 w 120"/>
                <a:gd name="T47" fmla="*/ 2147483647 h 270"/>
                <a:gd name="T48" fmla="*/ 2147483647 w 120"/>
                <a:gd name="T49" fmla="*/ 2147483647 h 270"/>
                <a:gd name="T50" fmla="*/ 2147483647 w 120"/>
                <a:gd name="T51" fmla="*/ 2147483647 h 27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20"/>
                <a:gd name="T79" fmla="*/ 0 h 270"/>
                <a:gd name="T80" fmla="*/ 120 w 120"/>
                <a:gd name="T81" fmla="*/ 270 h 27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20" h="270">
                  <a:moveTo>
                    <a:pt x="84" y="270"/>
                  </a:moveTo>
                  <a:lnTo>
                    <a:pt x="84" y="222"/>
                  </a:lnTo>
                  <a:lnTo>
                    <a:pt x="90" y="216"/>
                  </a:lnTo>
                  <a:lnTo>
                    <a:pt x="102" y="192"/>
                  </a:lnTo>
                  <a:lnTo>
                    <a:pt x="102" y="102"/>
                  </a:lnTo>
                  <a:lnTo>
                    <a:pt x="108" y="96"/>
                  </a:lnTo>
                  <a:lnTo>
                    <a:pt x="114" y="84"/>
                  </a:lnTo>
                  <a:lnTo>
                    <a:pt x="114" y="54"/>
                  </a:lnTo>
                  <a:lnTo>
                    <a:pt x="120" y="36"/>
                  </a:lnTo>
                  <a:lnTo>
                    <a:pt x="120" y="24"/>
                  </a:lnTo>
                  <a:lnTo>
                    <a:pt x="72" y="0"/>
                  </a:lnTo>
                  <a:lnTo>
                    <a:pt x="48" y="30"/>
                  </a:lnTo>
                  <a:lnTo>
                    <a:pt x="42" y="42"/>
                  </a:lnTo>
                  <a:lnTo>
                    <a:pt x="30" y="78"/>
                  </a:lnTo>
                  <a:lnTo>
                    <a:pt x="12" y="114"/>
                  </a:lnTo>
                  <a:lnTo>
                    <a:pt x="0" y="150"/>
                  </a:lnTo>
                  <a:lnTo>
                    <a:pt x="0" y="168"/>
                  </a:lnTo>
                  <a:lnTo>
                    <a:pt x="6" y="180"/>
                  </a:lnTo>
                  <a:lnTo>
                    <a:pt x="18" y="192"/>
                  </a:lnTo>
                  <a:lnTo>
                    <a:pt x="24" y="204"/>
                  </a:lnTo>
                  <a:lnTo>
                    <a:pt x="36" y="210"/>
                  </a:lnTo>
                  <a:lnTo>
                    <a:pt x="42" y="222"/>
                  </a:lnTo>
                  <a:lnTo>
                    <a:pt x="42" y="228"/>
                  </a:lnTo>
                  <a:lnTo>
                    <a:pt x="48" y="234"/>
                  </a:lnTo>
                  <a:lnTo>
                    <a:pt x="60" y="258"/>
                  </a:lnTo>
                  <a:lnTo>
                    <a:pt x="84" y="27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08" name="Turkmen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966378AC-431B-42D6-AABB-7EA739A44A46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879653" y="1870413"/>
              <a:ext cx="333443" cy="199087"/>
            </a:xfrm>
            <a:custGeom>
              <a:avLst/>
              <a:gdLst>
                <a:gd name="T0" fmla="*/ 2147483647 w 1008"/>
                <a:gd name="T1" fmla="*/ 2147483647 h 606"/>
                <a:gd name="T2" fmla="*/ 2147483647 w 1008"/>
                <a:gd name="T3" fmla="*/ 2147483647 h 606"/>
                <a:gd name="T4" fmla="*/ 2147483647 w 1008"/>
                <a:gd name="T5" fmla="*/ 2147483647 h 606"/>
                <a:gd name="T6" fmla="*/ 2147483647 w 1008"/>
                <a:gd name="T7" fmla="*/ 2147483647 h 606"/>
                <a:gd name="T8" fmla="*/ 2147483647 w 1008"/>
                <a:gd name="T9" fmla="*/ 2147483647 h 606"/>
                <a:gd name="T10" fmla="*/ 2147483647 w 1008"/>
                <a:gd name="T11" fmla="*/ 2147483647 h 606"/>
                <a:gd name="T12" fmla="*/ 2147483647 w 1008"/>
                <a:gd name="T13" fmla="*/ 2147483647 h 606"/>
                <a:gd name="T14" fmla="*/ 2147483647 w 1008"/>
                <a:gd name="T15" fmla="*/ 2147483647 h 606"/>
                <a:gd name="T16" fmla="*/ 2147483647 w 1008"/>
                <a:gd name="T17" fmla="*/ 2147483647 h 606"/>
                <a:gd name="T18" fmla="*/ 2147483647 w 1008"/>
                <a:gd name="T19" fmla="*/ 2147483647 h 606"/>
                <a:gd name="T20" fmla="*/ 2147483647 w 1008"/>
                <a:gd name="T21" fmla="*/ 2147483647 h 606"/>
                <a:gd name="T22" fmla="*/ 2147483647 w 1008"/>
                <a:gd name="T23" fmla="*/ 2147483647 h 606"/>
                <a:gd name="T24" fmla="*/ 2147483647 w 1008"/>
                <a:gd name="T25" fmla="*/ 2147483647 h 606"/>
                <a:gd name="T26" fmla="*/ 2147483647 w 1008"/>
                <a:gd name="T27" fmla="*/ 2147483647 h 606"/>
                <a:gd name="T28" fmla="*/ 2147483647 w 1008"/>
                <a:gd name="T29" fmla="*/ 2147483647 h 606"/>
                <a:gd name="T30" fmla="*/ 2147483647 w 1008"/>
                <a:gd name="T31" fmla="*/ 2147483647 h 606"/>
                <a:gd name="T32" fmla="*/ 2147483647 w 1008"/>
                <a:gd name="T33" fmla="*/ 2147483647 h 606"/>
                <a:gd name="T34" fmla="*/ 2147483647 w 1008"/>
                <a:gd name="T35" fmla="*/ 2147483647 h 606"/>
                <a:gd name="T36" fmla="*/ 2147483647 w 1008"/>
                <a:gd name="T37" fmla="*/ 2147483647 h 606"/>
                <a:gd name="T38" fmla="*/ 2147483647 w 1008"/>
                <a:gd name="T39" fmla="*/ 2147483647 h 606"/>
                <a:gd name="T40" fmla="*/ 2147483647 w 1008"/>
                <a:gd name="T41" fmla="*/ 2147483647 h 606"/>
                <a:gd name="T42" fmla="*/ 2147483647 w 1008"/>
                <a:gd name="T43" fmla="*/ 2147483647 h 606"/>
                <a:gd name="T44" fmla="*/ 2147483647 w 1008"/>
                <a:gd name="T45" fmla="*/ 2147483647 h 606"/>
                <a:gd name="T46" fmla="*/ 2147483647 w 1008"/>
                <a:gd name="T47" fmla="*/ 2147483647 h 606"/>
                <a:gd name="T48" fmla="*/ 2147483647 w 1008"/>
                <a:gd name="T49" fmla="*/ 2147483647 h 606"/>
                <a:gd name="T50" fmla="*/ 2147483647 w 1008"/>
                <a:gd name="T51" fmla="*/ 2147483647 h 606"/>
                <a:gd name="T52" fmla="*/ 2147483647 w 1008"/>
                <a:gd name="T53" fmla="*/ 2147483647 h 606"/>
                <a:gd name="T54" fmla="*/ 2147483647 w 1008"/>
                <a:gd name="T55" fmla="*/ 2147483647 h 606"/>
                <a:gd name="T56" fmla="*/ 2147483647 w 1008"/>
                <a:gd name="T57" fmla="*/ 2147483647 h 606"/>
                <a:gd name="T58" fmla="*/ 2147483647 w 1008"/>
                <a:gd name="T59" fmla="*/ 2147483647 h 606"/>
                <a:gd name="T60" fmla="*/ 2147483647 w 1008"/>
                <a:gd name="T61" fmla="*/ 2147483647 h 606"/>
                <a:gd name="T62" fmla="*/ 2147483647 w 1008"/>
                <a:gd name="T63" fmla="*/ 2147483647 h 606"/>
                <a:gd name="T64" fmla="*/ 2147483647 w 1008"/>
                <a:gd name="T65" fmla="*/ 2147483647 h 606"/>
                <a:gd name="T66" fmla="*/ 2147483647 w 1008"/>
                <a:gd name="T67" fmla="*/ 2147483647 h 606"/>
                <a:gd name="T68" fmla="*/ 2147483647 w 1008"/>
                <a:gd name="T69" fmla="*/ 2147483647 h 606"/>
                <a:gd name="T70" fmla="*/ 2147483647 w 1008"/>
                <a:gd name="T71" fmla="*/ 2147483647 h 606"/>
                <a:gd name="T72" fmla="*/ 2147483647 w 1008"/>
                <a:gd name="T73" fmla="*/ 2147483647 h 606"/>
                <a:gd name="T74" fmla="*/ 2147483647 w 1008"/>
                <a:gd name="T75" fmla="*/ 2147483647 h 606"/>
                <a:gd name="T76" fmla="*/ 2147483647 w 1008"/>
                <a:gd name="T77" fmla="*/ 2147483647 h 606"/>
                <a:gd name="T78" fmla="*/ 2147483647 w 1008"/>
                <a:gd name="T79" fmla="*/ 2147483647 h 606"/>
                <a:gd name="T80" fmla="*/ 2147483647 w 1008"/>
                <a:gd name="T81" fmla="*/ 2147483647 h 606"/>
                <a:gd name="T82" fmla="*/ 2147483647 w 1008"/>
                <a:gd name="T83" fmla="*/ 2147483647 h 606"/>
                <a:gd name="T84" fmla="*/ 2147483647 w 1008"/>
                <a:gd name="T85" fmla="*/ 2147483647 h 606"/>
                <a:gd name="T86" fmla="*/ 2147483647 w 1008"/>
                <a:gd name="T87" fmla="*/ 2147483647 h 606"/>
                <a:gd name="T88" fmla="*/ 2147483647 w 1008"/>
                <a:gd name="T89" fmla="*/ 2147483647 h 606"/>
                <a:gd name="T90" fmla="*/ 2147483647 w 1008"/>
                <a:gd name="T91" fmla="*/ 2147483647 h 606"/>
                <a:gd name="T92" fmla="*/ 2147483647 w 1008"/>
                <a:gd name="T93" fmla="*/ 2147483647 h 606"/>
                <a:gd name="T94" fmla="*/ 2147483647 w 1008"/>
                <a:gd name="T95" fmla="*/ 2147483647 h 606"/>
                <a:gd name="T96" fmla="*/ 2147483647 w 1008"/>
                <a:gd name="T97" fmla="*/ 2147483647 h 606"/>
                <a:gd name="T98" fmla="*/ 2147483647 w 1008"/>
                <a:gd name="T99" fmla="*/ 2147483647 h 606"/>
                <a:gd name="T100" fmla="*/ 2147483647 w 1008"/>
                <a:gd name="T101" fmla="*/ 2147483647 h 606"/>
                <a:gd name="T102" fmla="*/ 2147483647 w 1008"/>
                <a:gd name="T103" fmla="*/ 2147483647 h 606"/>
                <a:gd name="T104" fmla="*/ 0 w 1008"/>
                <a:gd name="T105" fmla="*/ 2147483647 h 606"/>
                <a:gd name="T106" fmla="*/ 2147483647 w 1008"/>
                <a:gd name="T107" fmla="*/ 2147483647 h 606"/>
                <a:gd name="T108" fmla="*/ 2147483647 w 1008"/>
                <a:gd name="T109" fmla="*/ 2147483647 h 60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008"/>
                <a:gd name="T166" fmla="*/ 0 h 606"/>
                <a:gd name="T167" fmla="*/ 1008 w 1008"/>
                <a:gd name="T168" fmla="*/ 606 h 60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008" h="606">
                  <a:moveTo>
                    <a:pt x="48" y="150"/>
                  </a:moveTo>
                  <a:lnTo>
                    <a:pt x="48" y="156"/>
                  </a:lnTo>
                  <a:lnTo>
                    <a:pt x="42" y="162"/>
                  </a:lnTo>
                  <a:lnTo>
                    <a:pt x="36" y="174"/>
                  </a:lnTo>
                  <a:lnTo>
                    <a:pt x="36" y="186"/>
                  </a:lnTo>
                  <a:lnTo>
                    <a:pt x="42" y="198"/>
                  </a:lnTo>
                  <a:lnTo>
                    <a:pt x="48" y="204"/>
                  </a:lnTo>
                  <a:lnTo>
                    <a:pt x="54" y="216"/>
                  </a:lnTo>
                  <a:lnTo>
                    <a:pt x="60" y="222"/>
                  </a:lnTo>
                  <a:lnTo>
                    <a:pt x="60" y="228"/>
                  </a:lnTo>
                  <a:lnTo>
                    <a:pt x="90" y="222"/>
                  </a:lnTo>
                  <a:lnTo>
                    <a:pt x="90" y="246"/>
                  </a:lnTo>
                  <a:lnTo>
                    <a:pt x="114" y="258"/>
                  </a:lnTo>
                  <a:lnTo>
                    <a:pt x="90" y="258"/>
                  </a:lnTo>
                  <a:lnTo>
                    <a:pt x="78" y="264"/>
                  </a:lnTo>
                  <a:lnTo>
                    <a:pt x="72" y="264"/>
                  </a:lnTo>
                  <a:lnTo>
                    <a:pt x="72" y="270"/>
                  </a:lnTo>
                  <a:lnTo>
                    <a:pt x="78" y="276"/>
                  </a:lnTo>
                  <a:lnTo>
                    <a:pt x="90" y="276"/>
                  </a:lnTo>
                  <a:lnTo>
                    <a:pt x="96" y="282"/>
                  </a:lnTo>
                  <a:lnTo>
                    <a:pt x="114" y="282"/>
                  </a:lnTo>
                  <a:lnTo>
                    <a:pt x="120" y="288"/>
                  </a:lnTo>
                  <a:lnTo>
                    <a:pt x="126" y="300"/>
                  </a:lnTo>
                  <a:lnTo>
                    <a:pt x="132" y="306"/>
                  </a:lnTo>
                  <a:lnTo>
                    <a:pt x="138" y="354"/>
                  </a:lnTo>
                  <a:lnTo>
                    <a:pt x="150" y="360"/>
                  </a:lnTo>
                  <a:lnTo>
                    <a:pt x="150" y="372"/>
                  </a:lnTo>
                  <a:lnTo>
                    <a:pt x="144" y="378"/>
                  </a:lnTo>
                  <a:lnTo>
                    <a:pt x="144" y="402"/>
                  </a:lnTo>
                  <a:lnTo>
                    <a:pt x="150" y="414"/>
                  </a:lnTo>
                  <a:lnTo>
                    <a:pt x="150" y="426"/>
                  </a:lnTo>
                  <a:lnTo>
                    <a:pt x="156" y="432"/>
                  </a:lnTo>
                  <a:lnTo>
                    <a:pt x="156" y="438"/>
                  </a:lnTo>
                  <a:lnTo>
                    <a:pt x="186" y="438"/>
                  </a:lnTo>
                  <a:lnTo>
                    <a:pt x="198" y="426"/>
                  </a:lnTo>
                  <a:lnTo>
                    <a:pt x="210" y="420"/>
                  </a:lnTo>
                  <a:lnTo>
                    <a:pt x="210" y="408"/>
                  </a:lnTo>
                  <a:lnTo>
                    <a:pt x="216" y="402"/>
                  </a:lnTo>
                  <a:lnTo>
                    <a:pt x="228" y="396"/>
                  </a:lnTo>
                  <a:lnTo>
                    <a:pt x="246" y="378"/>
                  </a:lnTo>
                  <a:lnTo>
                    <a:pt x="258" y="372"/>
                  </a:lnTo>
                  <a:lnTo>
                    <a:pt x="294" y="372"/>
                  </a:lnTo>
                  <a:lnTo>
                    <a:pt x="306" y="378"/>
                  </a:lnTo>
                  <a:lnTo>
                    <a:pt x="312" y="372"/>
                  </a:lnTo>
                  <a:lnTo>
                    <a:pt x="312" y="366"/>
                  </a:lnTo>
                  <a:lnTo>
                    <a:pt x="372" y="366"/>
                  </a:lnTo>
                  <a:lnTo>
                    <a:pt x="384" y="378"/>
                  </a:lnTo>
                  <a:lnTo>
                    <a:pt x="384" y="390"/>
                  </a:lnTo>
                  <a:lnTo>
                    <a:pt x="414" y="390"/>
                  </a:lnTo>
                  <a:lnTo>
                    <a:pt x="420" y="396"/>
                  </a:lnTo>
                  <a:lnTo>
                    <a:pt x="432" y="402"/>
                  </a:lnTo>
                  <a:lnTo>
                    <a:pt x="438" y="408"/>
                  </a:lnTo>
                  <a:lnTo>
                    <a:pt x="450" y="414"/>
                  </a:lnTo>
                  <a:lnTo>
                    <a:pt x="450" y="408"/>
                  </a:lnTo>
                  <a:lnTo>
                    <a:pt x="468" y="408"/>
                  </a:lnTo>
                  <a:lnTo>
                    <a:pt x="480" y="414"/>
                  </a:lnTo>
                  <a:lnTo>
                    <a:pt x="498" y="414"/>
                  </a:lnTo>
                  <a:lnTo>
                    <a:pt x="510" y="420"/>
                  </a:lnTo>
                  <a:lnTo>
                    <a:pt x="516" y="420"/>
                  </a:lnTo>
                  <a:lnTo>
                    <a:pt x="522" y="426"/>
                  </a:lnTo>
                  <a:lnTo>
                    <a:pt x="522" y="432"/>
                  </a:lnTo>
                  <a:lnTo>
                    <a:pt x="528" y="444"/>
                  </a:lnTo>
                  <a:lnTo>
                    <a:pt x="534" y="450"/>
                  </a:lnTo>
                  <a:lnTo>
                    <a:pt x="540" y="450"/>
                  </a:lnTo>
                  <a:lnTo>
                    <a:pt x="546" y="456"/>
                  </a:lnTo>
                  <a:lnTo>
                    <a:pt x="558" y="456"/>
                  </a:lnTo>
                  <a:lnTo>
                    <a:pt x="570" y="468"/>
                  </a:lnTo>
                  <a:lnTo>
                    <a:pt x="582" y="474"/>
                  </a:lnTo>
                  <a:lnTo>
                    <a:pt x="588" y="486"/>
                  </a:lnTo>
                  <a:lnTo>
                    <a:pt x="594" y="492"/>
                  </a:lnTo>
                  <a:lnTo>
                    <a:pt x="660" y="486"/>
                  </a:lnTo>
                  <a:lnTo>
                    <a:pt x="660" y="522"/>
                  </a:lnTo>
                  <a:lnTo>
                    <a:pt x="672" y="522"/>
                  </a:lnTo>
                  <a:lnTo>
                    <a:pt x="666" y="546"/>
                  </a:lnTo>
                  <a:lnTo>
                    <a:pt x="678" y="576"/>
                  </a:lnTo>
                  <a:lnTo>
                    <a:pt x="684" y="582"/>
                  </a:lnTo>
                  <a:lnTo>
                    <a:pt x="696" y="582"/>
                  </a:lnTo>
                  <a:lnTo>
                    <a:pt x="702" y="588"/>
                  </a:lnTo>
                  <a:lnTo>
                    <a:pt x="714" y="588"/>
                  </a:lnTo>
                  <a:lnTo>
                    <a:pt x="720" y="582"/>
                  </a:lnTo>
                  <a:lnTo>
                    <a:pt x="726" y="582"/>
                  </a:lnTo>
                  <a:lnTo>
                    <a:pt x="750" y="606"/>
                  </a:lnTo>
                  <a:lnTo>
                    <a:pt x="774" y="606"/>
                  </a:lnTo>
                  <a:lnTo>
                    <a:pt x="786" y="600"/>
                  </a:lnTo>
                  <a:lnTo>
                    <a:pt x="792" y="594"/>
                  </a:lnTo>
                  <a:lnTo>
                    <a:pt x="804" y="570"/>
                  </a:lnTo>
                  <a:lnTo>
                    <a:pt x="804" y="558"/>
                  </a:lnTo>
                  <a:lnTo>
                    <a:pt x="816" y="558"/>
                  </a:lnTo>
                  <a:lnTo>
                    <a:pt x="852" y="540"/>
                  </a:lnTo>
                  <a:lnTo>
                    <a:pt x="858" y="528"/>
                  </a:lnTo>
                  <a:lnTo>
                    <a:pt x="870" y="522"/>
                  </a:lnTo>
                  <a:lnTo>
                    <a:pt x="882" y="522"/>
                  </a:lnTo>
                  <a:lnTo>
                    <a:pt x="882" y="462"/>
                  </a:lnTo>
                  <a:lnTo>
                    <a:pt x="888" y="450"/>
                  </a:lnTo>
                  <a:lnTo>
                    <a:pt x="900" y="444"/>
                  </a:lnTo>
                  <a:lnTo>
                    <a:pt x="936" y="444"/>
                  </a:lnTo>
                  <a:lnTo>
                    <a:pt x="936" y="420"/>
                  </a:lnTo>
                  <a:lnTo>
                    <a:pt x="948" y="420"/>
                  </a:lnTo>
                  <a:lnTo>
                    <a:pt x="960" y="426"/>
                  </a:lnTo>
                  <a:lnTo>
                    <a:pt x="966" y="432"/>
                  </a:lnTo>
                  <a:lnTo>
                    <a:pt x="978" y="438"/>
                  </a:lnTo>
                  <a:lnTo>
                    <a:pt x="1008" y="438"/>
                  </a:lnTo>
                  <a:lnTo>
                    <a:pt x="1008" y="426"/>
                  </a:lnTo>
                  <a:lnTo>
                    <a:pt x="996" y="414"/>
                  </a:lnTo>
                  <a:lnTo>
                    <a:pt x="996" y="396"/>
                  </a:lnTo>
                  <a:lnTo>
                    <a:pt x="1002" y="390"/>
                  </a:lnTo>
                  <a:lnTo>
                    <a:pt x="954" y="360"/>
                  </a:lnTo>
                  <a:lnTo>
                    <a:pt x="930" y="366"/>
                  </a:lnTo>
                  <a:lnTo>
                    <a:pt x="924" y="366"/>
                  </a:lnTo>
                  <a:lnTo>
                    <a:pt x="912" y="354"/>
                  </a:lnTo>
                  <a:lnTo>
                    <a:pt x="900" y="354"/>
                  </a:lnTo>
                  <a:lnTo>
                    <a:pt x="888" y="342"/>
                  </a:lnTo>
                  <a:lnTo>
                    <a:pt x="876" y="336"/>
                  </a:lnTo>
                  <a:lnTo>
                    <a:pt x="870" y="330"/>
                  </a:lnTo>
                  <a:lnTo>
                    <a:pt x="846" y="318"/>
                  </a:lnTo>
                  <a:lnTo>
                    <a:pt x="828" y="306"/>
                  </a:lnTo>
                  <a:lnTo>
                    <a:pt x="804" y="306"/>
                  </a:lnTo>
                  <a:lnTo>
                    <a:pt x="774" y="288"/>
                  </a:lnTo>
                  <a:lnTo>
                    <a:pt x="768" y="282"/>
                  </a:lnTo>
                  <a:lnTo>
                    <a:pt x="762" y="270"/>
                  </a:lnTo>
                  <a:lnTo>
                    <a:pt x="750" y="258"/>
                  </a:lnTo>
                  <a:lnTo>
                    <a:pt x="744" y="258"/>
                  </a:lnTo>
                  <a:lnTo>
                    <a:pt x="732" y="252"/>
                  </a:lnTo>
                  <a:lnTo>
                    <a:pt x="714" y="252"/>
                  </a:lnTo>
                  <a:lnTo>
                    <a:pt x="702" y="246"/>
                  </a:lnTo>
                  <a:lnTo>
                    <a:pt x="690" y="234"/>
                  </a:lnTo>
                  <a:lnTo>
                    <a:pt x="672" y="198"/>
                  </a:lnTo>
                  <a:lnTo>
                    <a:pt x="666" y="192"/>
                  </a:lnTo>
                  <a:lnTo>
                    <a:pt x="666" y="186"/>
                  </a:lnTo>
                  <a:lnTo>
                    <a:pt x="648" y="168"/>
                  </a:lnTo>
                  <a:lnTo>
                    <a:pt x="630" y="138"/>
                  </a:lnTo>
                  <a:lnTo>
                    <a:pt x="594" y="120"/>
                  </a:lnTo>
                  <a:lnTo>
                    <a:pt x="594" y="126"/>
                  </a:lnTo>
                  <a:lnTo>
                    <a:pt x="540" y="120"/>
                  </a:lnTo>
                  <a:lnTo>
                    <a:pt x="510" y="120"/>
                  </a:lnTo>
                  <a:lnTo>
                    <a:pt x="492" y="102"/>
                  </a:lnTo>
                  <a:lnTo>
                    <a:pt x="492" y="90"/>
                  </a:lnTo>
                  <a:lnTo>
                    <a:pt x="504" y="78"/>
                  </a:lnTo>
                  <a:lnTo>
                    <a:pt x="492" y="72"/>
                  </a:lnTo>
                  <a:lnTo>
                    <a:pt x="492" y="60"/>
                  </a:lnTo>
                  <a:lnTo>
                    <a:pt x="486" y="48"/>
                  </a:lnTo>
                  <a:lnTo>
                    <a:pt x="480" y="42"/>
                  </a:lnTo>
                  <a:lnTo>
                    <a:pt x="444" y="42"/>
                  </a:lnTo>
                  <a:lnTo>
                    <a:pt x="432" y="36"/>
                  </a:lnTo>
                  <a:lnTo>
                    <a:pt x="432" y="24"/>
                  </a:lnTo>
                  <a:lnTo>
                    <a:pt x="408" y="24"/>
                  </a:lnTo>
                  <a:lnTo>
                    <a:pt x="390" y="0"/>
                  </a:lnTo>
                  <a:lnTo>
                    <a:pt x="384" y="12"/>
                  </a:lnTo>
                  <a:lnTo>
                    <a:pt x="354" y="6"/>
                  </a:lnTo>
                  <a:lnTo>
                    <a:pt x="384" y="36"/>
                  </a:lnTo>
                  <a:lnTo>
                    <a:pt x="378" y="30"/>
                  </a:lnTo>
                  <a:lnTo>
                    <a:pt x="366" y="30"/>
                  </a:lnTo>
                  <a:lnTo>
                    <a:pt x="360" y="24"/>
                  </a:lnTo>
                  <a:lnTo>
                    <a:pt x="354" y="24"/>
                  </a:lnTo>
                  <a:lnTo>
                    <a:pt x="348" y="30"/>
                  </a:lnTo>
                  <a:lnTo>
                    <a:pt x="348" y="42"/>
                  </a:lnTo>
                  <a:lnTo>
                    <a:pt x="342" y="42"/>
                  </a:lnTo>
                  <a:lnTo>
                    <a:pt x="336" y="48"/>
                  </a:lnTo>
                  <a:lnTo>
                    <a:pt x="324" y="48"/>
                  </a:lnTo>
                  <a:lnTo>
                    <a:pt x="312" y="54"/>
                  </a:lnTo>
                  <a:lnTo>
                    <a:pt x="294" y="72"/>
                  </a:lnTo>
                  <a:lnTo>
                    <a:pt x="294" y="84"/>
                  </a:lnTo>
                  <a:lnTo>
                    <a:pt x="300" y="102"/>
                  </a:lnTo>
                  <a:lnTo>
                    <a:pt x="312" y="108"/>
                  </a:lnTo>
                  <a:lnTo>
                    <a:pt x="318" y="120"/>
                  </a:lnTo>
                  <a:lnTo>
                    <a:pt x="252" y="120"/>
                  </a:lnTo>
                  <a:lnTo>
                    <a:pt x="240" y="108"/>
                  </a:lnTo>
                  <a:lnTo>
                    <a:pt x="228" y="108"/>
                  </a:lnTo>
                  <a:lnTo>
                    <a:pt x="228" y="114"/>
                  </a:lnTo>
                  <a:lnTo>
                    <a:pt x="216" y="126"/>
                  </a:lnTo>
                  <a:lnTo>
                    <a:pt x="210" y="120"/>
                  </a:lnTo>
                  <a:lnTo>
                    <a:pt x="198" y="114"/>
                  </a:lnTo>
                  <a:lnTo>
                    <a:pt x="174" y="90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56" y="60"/>
                  </a:lnTo>
                  <a:lnTo>
                    <a:pt x="144" y="54"/>
                  </a:lnTo>
                  <a:lnTo>
                    <a:pt x="132" y="42"/>
                  </a:lnTo>
                  <a:lnTo>
                    <a:pt x="120" y="42"/>
                  </a:lnTo>
                  <a:lnTo>
                    <a:pt x="96" y="30"/>
                  </a:lnTo>
                  <a:lnTo>
                    <a:pt x="78" y="30"/>
                  </a:lnTo>
                  <a:lnTo>
                    <a:pt x="72" y="36"/>
                  </a:lnTo>
                  <a:lnTo>
                    <a:pt x="72" y="48"/>
                  </a:lnTo>
                  <a:lnTo>
                    <a:pt x="84" y="54"/>
                  </a:lnTo>
                  <a:lnTo>
                    <a:pt x="90" y="54"/>
                  </a:lnTo>
                  <a:lnTo>
                    <a:pt x="90" y="66"/>
                  </a:lnTo>
                  <a:lnTo>
                    <a:pt x="96" y="66"/>
                  </a:lnTo>
                  <a:lnTo>
                    <a:pt x="96" y="72"/>
                  </a:lnTo>
                  <a:lnTo>
                    <a:pt x="102" y="84"/>
                  </a:lnTo>
                  <a:lnTo>
                    <a:pt x="114" y="90"/>
                  </a:lnTo>
                  <a:lnTo>
                    <a:pt x="126" y="102"/>
                  </a:lnTo>
                  <a:lnTo>
                    <a:pt x="138" y="108"/>
                  </a:lnTo>
                  <a:lnTo>
                    <a:pt x="150" y="120"/>
                  </a:lnTo>
                  <a:lnTo>
                    <a:pt x="162" y="126"/>
                  </a:lnTo>
                  <a:lnTo>
                    <a:pt x="162" y="150"/>
                  </a:lnTo>
                  <a:lnTo>
                    <a:pt x="156" y="156"/>
                  </a:lnTo>
                  <a:lnTo>
                    <a:pt x="144" y="156"/>
                  </a:lnTo>
                  <a:lnTo>
                    <a:pt x="132" y="150"/>
                  </a:lnTo>
                  <a:lnTo>
                    <a:pt x="120" y="138"/>
                  </a:lnTo>
                  <a:lnTo>
                    <a:pt x="120" y="162"/>
                  </a:lnTo>
                  <a:lnTo>
                    <a:pt x="78" y="162"/>
                  </a:lnTo>
                  <a:lnTo>
                    <a:pt x="66" y="144"/>
                  </a:lnTo>
                  <a:lnTo>
                    <a:pt x="60" y="150"/>
                  </a:lnTo>
                  <a:lnTo>
                    <a:pt x="48" y="138"/>
                  </a:lnTo>
                  <a:lnTo>
                    <a:pt x="42" y="126"/>
                  </a:lnTo>
                  <a:lnTo>
                    <a:pt x="36" y="120"/>
                  </a:lnTo>
                  <a:lnTo>
                    <a:pt x="36" y="102"/>
                  </a:lnTo>
                  <a:lnTo>
                    <a:pt x="30" y="96"/>
                  </a:lnTo>
                  <a:lnTo>
                    <a:pt x="30" y="84"/>
                  </a:lnTo>
                  <a:lnTo>
                    <a:pt x="24" y="78"/>
                  </a:lnTo>
                  <a:lnTo>
                    <a:pt x="0" y="78"/>
                  </a:lnTo>
                  <a:lnTo>
                    <a:pt x="0" y="84"/>
                  </a:lnTo>
                  <a:lnTo>
                    <a:pt x="6" y="90"/>
                  </a:lnTo>
                  <a:lnTo>
                    <a:pt x="12" y="102"/>
                  </a:lnTo>
                  <a:lnTo>
                    <a:pt x="18" y="108"/>
                  </a:lnTo>
                  <a:lnTo>
                    <a:pt x="24" y="120"/>
                  </a:lnTo>
                  <a:lnTo>
                    <a:pt x="36" y="126"/>
                  </a:lnTo>
                  <a:lnTo>
                    <a:pt x="42" y="138"/>
                  </a:lnTo>
                  <a:lnTo>
                    <a:pt x="48" y="144"/>
                  </a:lnTo>
                  <a:lnTo>
                    <a:pt x="48" y="15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09" name="Turkey" descr="© INSCALE GmbH, 05.05.2010&#10;http://www.presentationload.com/">
              <a:extLst>
                <a:ext uri="{FF2B5EF4-FFF2-40B4-BE49-F238E27FC236}">
                  <a16:creationId xmlns:a16="http://schemas.microsoft.com/office/drawing/2014/main" id="{79ABF93A-70EA-4A01-B916-1E256C12789E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4295474" y="1885825"/>
              <a:ext cx="439420" cy="166977"/>
            </a:xfrm>
            <a:custGeom>
              <a:avLst/>
              <a:gdLst>
                <a:gd name="T0" fmla="*/ 2147483647 w 1332"/>
                <a:gd name="T1" fmla="*/ 2147483647 h 510"/>
                <a:gd name="T2" fmla="*/ 2147483647 w 1332"/>
                <a:gd name="T3" fmla="*/ 2147483647 h 510"/>
                <a:gd name="T4" fmla="*/ 2147483647 w 1332"/>
                <a:gd name="T5" fmla="*/ 2147483647 h 510"/>
                <a:gd name="T6" fmla="*/ 2147483647 w 1332"/>
                <a:gd name="T7" fmla="*/ 2147483647 h 510"/>
                <a:gd name="T8" fmla="*/ 2147483647 w 1332"/>
                <a:gd name="T9" fmla="*/ 2147483647 h 510"/>
                <a:gd name="T10" fmla="*/ 2147483647 w 1332"/>
                <a:gd name="T11" fmla="*/ 2147483647 h 510"/>
                <a:gd name="T12" fmla="*/ 2147483647 w 1332"/>
                <a:gd name="T13" fmla="*/ 2147483647 h 510"/>
                <a:gd name="T14" fmla="*/ 2147483647 w 1332"/>
                <a:gd name="T15" fmla="*/ 2147483647 h 510"/>
                <a:gd name="T16" fmla="*/ 2147483647 w 1332"/>
                <a:gd name="T17" fmla="*/ 2147483647 h 510"/>
                <a:gd name="T18" fmla="*/ 2147483647 w 1332"/>
                <a:gd name="T19" fmla="*/ 2147483647 h 510"/>
                <a:gd name="T20" fmla="*/ 2147483647 w 1332"/>
                <a:gd name="T21" fmla="*/ 2147483647 h 510"/>
                <a:gd name="T22" fmla="*/ 2147483647 w 1332"/>
                <a:gd name="T23" fmla="*/ 2147483647 h 510"/>
                <a:gd name="T24" fmla="*/ 2147483647 w 1332"/>
                <a:gd name="T25" fmla="*/ 2147483647 h 510"/>
                <a:gd name="T26" fmla="*/ 2147483647 w 1332"/>
                <a:gd name="T27" fmla="*/ 2147483647 h 510"/>
                <a:gd name="T28" fmla="*/ 2147483647 w 1332"/>
                <a:gd name="T29" fmla="*/ 2147483647 h 510"/>
                <a:gd name="T30" fmla="*/ 2147483647 w 1332"/>
                <a:gd name="T31" fmla="*/ 2147483647 h 510"/>
                <a:gd name="T32" fmla="*/ 2147483647 w 1332"/>
                <a:gd name="T33" fmla="*/ 2147483647 h 510"/>
                <a:gd name="T34" fmla="*/ 2147483647 w 1332"/>
                <a:gd name="T35" fmla="*/ 2147483647 h 510"/>
                <a:gd name="T36" fmla="*/ 2147483647 w 1332"/>
                <a:gd name="T37" fmla="*/ 2147483647 h 510"/>
                <a:gd name="T38" fmla="*/ 2147483647 w 1332"/>
                <a:gd name="T39" fmla="*/ 2147483647 h 510"/>
                <a:gd name="T40" fmla="*/ 2147483647 w 1332"/>
                <a:gd name="T41" fmla="*/ 2147483647 h 510"/>
                <a:gd name="T42" fmla="*/ 2147483647 w 1332"/>
                <a:gd name="T43" fmla="*/ 2147483647 h 510"/>
                <a:gd name="T44" fmla="*/ 2147483647 w 1332"/>
                <a:gd name="T45" fmla="*/ 2147483647 h 510"/>
                <a:gd name="T46" fmla="*/ 2147483647 w 1332"/>
                <a:gd name="T47" fmla="*/ 2147483647 h 510"/>
                <a:gd name="T48" fmla="*/ 2147483647 w 1332"/>
                <a:gd name="T49" fmla="*/ 2147483647 h 510"/>
                <a:gd name="T50" fmla="*/ 2147483647 w 1332"/>
                <a:gd name="T51" fmla="*/ 2147483647 h 510"/>
                <a:gd name="T52" fmla="*/ 2147483647 w 1332"/>
                <a:gd name="T53" fmla="*/ 2147483647 h 510"/>
                <a:gd name="T54" fmla="*/ 2147483647 w 1332"/>
                <a:gd name="T55" fmla="*/ 2147483647 h 510"/>
                <a:gd name="T56" fmla="*/ 2147483647 w 1332"/>
                <a:gd name="T57" fmla="*/ 2147483647 h 510"/>
                <a:gd name="T58" fmla="*/ 2147483647 w 1332"/>
                <a:gd name="T59" fmla="*/ 2147483647 h 510"/>
                <a:gd name="T60" fmla="*/ 2147483647 w 1332"/>
                <a:gd name="T61" fmla="*/ 2147483647 h 510"/>
                <a:gd name="T62" fmla="*/ 2147483647 w 1332"/>
                <a:gd name="T63" fmla="*/ 2147483647 h 510"/>
                <a:gd name="T64" fmla="*/ 2147483647 w 1332"/>
                <a:gd name="T65" fmla="*/ 2147483647 h 510"/>
                <a:gd name="T66" fmla="*/ 2147483647 w 1332"/>
                <a:gd name="T67" fmla="*/ 2147483647 h 510"/>
                <a:gd name="T68" fmla="*/ 2147483647 w 1332"/>
                <a:gd name="T69" fmla="*/ 2147483647 h 510"/>
                <a:gd name="T70" fmla="*/ 2147483647 w 1332"/>
                <a:gd name="T71" fmla="*/ 2147483647 h 510"/>
                <a:gd name="T72" fmla="*/ 2147483647 w 1332"/>
                <a:gd name="T73" fmla="*/ 2147483647 h 510"/>
                <a:gd name="T74" fmla="*/ 2147483647 w 1332"/>
                <a:gd name="T75" fmla="*/ 2147483647 h 510"/>
                <a:gd name="T76" fmla="*/ 2147483647 w 1332"/>
                <a:gd name="T77" fmla="*/ 2147483647 h 510"/>
                <a:gd name="T78" fmla="*/ 2147483647 w 1332"/>
                <a:gd name="T79" fmla="*/ 2147483647 h 510"/>
                <a:gd name="T80" fmla="*/ 2147483647 w 1332"/>
                <a:gd name="T81" fmla="*/ 2147483647 h 510"/>
                <a:gd name="T82" fmla="*/ 2147483647 w 1332"/>
                <a:gd name="T83" fmla="*/ 2147483647 h 510"/>
                <a:gd name="T84" fmla="*/ 2147483647 w 1332"/>
                <a:gd name="T85" fmla="*/ 2147483647 h 510"/>
                <a:gd name="T86" fmla="*/ 2147483647 w 1332"/>
                <a:gd name="T87" fmla="*/ 2147483647 h 510"/>
                <a:gd name="T88" fmla="*/ 2147483647 w 1332"/>
                <a:gd name="T89" fmla="*/ 2147483647 h 510"/>
                <a:gd name="T90" fmla="*/ 2147483647 w 1332"/>
                <a:gd name="T91" fmla="*/ 2147483647 h 510"/>
                <a:gd name="T92" fmla="*/ 2147483647 w 1332"/>
                <a:gd name="T93" fmla="*/ 2147483647 h 510"/>
                <a:gd name="T94" fmla="*/ 2147483647 w 1332"/>
                <a:gd name="T95" fmla="*/ 2147483647 h 510"/>
                <a:gd name="T96" fmla="*/ 2147483647 w 1332"/>
                <a:gd name="T97" fmla="*/ 2147483647 h 510"/>
                <a:gd name="T98" fmla="*/ 2147483647 w 1332"/>
                <a:gd name="T99" fmla="*/ 2147483647 h 510"/>
                <a:gd name="T100" fmla="*/ 2147483647 w 1332"/>
                <a:gd name="T101" fmla="*/ 2147483647 h 510"/>
                <a:gd name="T102" fmla="*/ 2147483647 w 1332"/>
                <a:gd name="T103" fmla="*/ 2147483647 h 510"/>
                <a:gd name="T104" fmla="*/ 2147483647 w 1332"/>
                <a:gd name="T105" fmla="*/ 2147483647 h 510"/>
                <a:gd name="T106" fmla="*/ 2147483647 w 1332"/>
                <a:gd name="T107" fmla="*/ 2147483647 h 510"/>
                <a:gd name="T108" fmla="*/ 2147483647 w 1332"/>
                <a:gd name="T109" fmla="*/ 2147483647 h 510"/>
                <a:gd name="T110" fmla="*/ 2147483647 w 1332"/>
                <a:gd name="T111" fmla="*/ 2147483647 h 510"/>
                <a:gd name="T112" fmla="*/ 2147483647 w 1332"/>
                <a:gd name="T113" fmla="*/ 2147483647 h 510"/>
                <a:gd name="T114" fmla="*/ 2147483647 w 1332"/>
                <a:gd name="T115" fmla="*/ 2147483647 h 51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332"/>
                <a:gd name="T175" fmla="*/ 0 h 510"/>
                <a:gd name="T176" fmla="*/ 1332 w 1332"/>
                <a:gd name="T177" fmla="*/ 510 h 51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332" h="510">
                  <a:moveTo>
                    <a:pt x="6" y="192"/>
                  </a:moveTo>
                  <a:lnTo>
                    <a:pt x="24" y="186"/>
                  </a:lnTo>
                  <a:lnTo>
                    <a:pt x="30" y="174"/>
                  </a:lnTo>
                  <a:lnTo>
                    <a:pt x="0" y="174"/>
                  </a:lnTo>
                  <a:lnTo>
                    <a:pt x="6" y="192"/>
                  </a:lnTo>
                  <a:close/>
                  <a:moveTo>
                    <a:pt x="42" y="162"/>
                  </a:moveTo>
                  <a:lnTo>
                    <a:pt x="42" y="168"/>
                  </a:lnTo>
                  <a:lnTo>
                    <a:pt x="48" y="174"/>
                  </a:lnTo>
                  <a:lnTo>
                    <a:pt x="60" y="174"/>
                  </a:lnTo>
                  <a:lnTo>
                    <a:pt x="60" y="162"/>
                  </a:lnTo>
                  <a:lnTo>
                    <a:pt x="54" y="156"/>
                  </a:lnTo>
                  <a:lnTo>
                    <a:pt x="54" y="150"/>
                  </a:lnTo>
                  <a:lnTo>
                    <a:pt x="48" y="150"/>
                  </a:lnTo>
                  <a:lnTo>
                    <a:pt x="48" y="156"/>
                  </a:lnTo>
                  <a:lnTo>
                    <a:pt x="42" y="162"/>
                  </a:lnTo>
                  <a:close/>
                  <a:moveTo>
                    <a:pt x="96" y="138"/>
                  </a:moveTo>
                  <a:lnTo>
                    <a:pt x="66" y="138"/>
                  </a:lnTo>
                  <a:lnTo>
                    <a:pt x="66" y="174"/>
                  </a:lnTo>
                  <a:lnTo>
                    <a:pt x="78" y="150"/>
                  </a:lnTo>
                  <a:lnTo>
                    <a:pt x="96" y="138"/>
                  </a:lnTo>
                  <a:close/>
                  <a:moveTo>
                    <a:pt x="1332" y="402"/>
                  </a:moveTo>
                  <a:lnTo>
                    <a:pt x="1332" y="390"/>
                  </a:lnTo>
                  <a:lnTo>
                    <a:pt x="1308" y="384"/>
                  </a:lnTo>
                  <a:lnTo>
                    <a:pt x="1308" y="354"/>
                  </a:lnTo>
                  <a:lnTo>
                    <a:pt x="1272" y="336"/>
                  </a:lnTo>
                  <a:lnTo>
                    <a:pt x="1278" y="330"/>
                  </a:lnTo>
                  <a:lnTo>
                    <a:pt x="1284" y="318"/>
                  </a:lnTo>
                  <a:lnTo>
                    <a:pt x="1284" y="312"/>
                  </a:lnTo>
                  <a:lnTo>
                    <a:pt x="1290" y="306"/>
                  </a:lnTo>
                  <a:lnTo>
                    <a:pt x="1284" y="306"/>
                  </a:lnTo>
                  <a:lnTo>
                    <a:pt x="1278" y="300"/>
                  </a:lnTo>
                  <a:lnTo>
                    <a:pt x="1278" y="288"/>
                  </a:lnTo>
                  <a:lnTo>
                    <a:pt x="1266" y="276"/>
                  </a:lnTo>
                  <a:lnTo>
                    <a:pt x="1266" y="246"/>
                  </a:lnTo>
                  <a:lnTo>
                    <a:pt x="1248" y="222"/>
                  </a:lnTo>
                  <a:lnTo>
                    <a:pt x="1272" y="222"/>
                  </a:lnTo>
                  <a:lnTo>
                    <a:pt x="1272" y="216"/>
                  </a:lnTo>
                  <a:lnTo>
                    <a:pt x="1278" y="210"/>
                  </a:lnTo>
                  <a:lnTo>
                    <a:pt x="1272" y="198"/>
                  </a:lnTo>
                  <a:lnTo>
                    <a:pt x="1272" y="186"/>
                  </a:lnTo>
                  <a:lnTo>
                    <a:pt x="1266" y="180"/>
                  </a:lnTo>
                  <a:lnTo>
                    <a:pt x="1266" y="174"/>
                  </a:lnTo>
                  <a:lnTo>
                    <a:pt x="1260" y="174"/>
                  </a:lnTo>
                  <a:lnTo>
                    <a:pt x="1248" y="180"/>
                  </a:lnTo>
                  <a:lnTo>
                    <a:pt x="1236" y="180"/>
                  </a:lnTo>
                  <a:lnTo>
                    <a:pt x="1224" y="174"/>
                  </a:lnTo>
                  <a:lnTo>
                    <a:pt x="1218" y="168"/>
                  </a:lnTo>
                  <a:lnTo>
                    <a:pt x="1212" y="156"/>
                  </a:lnTo>
                  <a:lnTo>
                    <a:pt x="1212" y="144"/>
                  </a:lnTo>
                  <a:lnTo>
                    <a:pt x="1200" y="108"/>
                  </a:lnTo>
                  <a:lnTo>
                    <a:pt x="1194" y="96"/>
                  </a:lnTo>
                  <a:lnTo>
                    <a:pt x="1194" y="84"/>
                  </a:lnTo>
                  <a:lnTo>
                    <a:pt x="1188" y="78"/>
                  </a:lnTo>
                  <a:lnTo>
                    <a:pt x="1164" y="78"/>
                  </a:lnTo>
                  <a:lnTo>
                    <a:pt x="1164" y="72"/>
                  </a:lnTo>
                  <a:lnTo>
                    <a:pt x="1158" y="60"/>
                  </a:lnTo>
                  <a:lnTo>
                    <a:pt x="1152" y="54"/>
                  </a:lnTo>
                  <a:lnTo>
                    <a:pt x="1140" y="48"/>
                  </a:lnTo>
                  <a:lnTo>
                    <a:pt x="1128" y="48"/>
                  </a:lnTo>
                  <a:lnTo>
                    <a:pt x="1116" y="54"/>
                  </a:lnTo>
                  <a:lnTo>
                    <a:pt x="1110" y="60"/>
                  </a:lnTo>
                  <a:lnTo>
                    <a:pt x="1074" y="54"/>
                  </a:lnTo>
                  <a:lnTo>
                    <a:pt x="1062" y="66"/>
                  </a:lnTo>
                  <a:lnTo>
                    <a:pt x="1026" y="90"/>
                  </a:lnTo>
                  <a:lnTo>
                    <a:pt x="1014" y="96"/>
                  </a:lnTo>
                  <a:lnTo>
                    <a:pt x="930" y="96"/>
                  </a:lnTo>
                  <a:lnTo>
                    <a:pt x="876" y="108"/>
                  </a:lnTo>
                  <a:lnTo>
                    <a:pt x="810" y="84"/>
                  </a:lnTo>
                  <a:lnTo>
                    <a:pt x="786" y="96"/>
                  </a:lnTo>
                  <a:lnTo>
                    <a:pt x="786" y="90"/>
                  </a:lnTo>
                  <a:lnTo>
                    <a:pt x="780" y="84"/>
                  </a:lnTo>
                  <a:lnTo>
                    <a:pt x="774" y="72"/>
                  </a:lnTo>
                  <a:lnTo>
                    <a:pt x="768" y="66"/>
                  </a:lnTo>
                  <a:lnTo>
                    <a:pt x="756" y="66"/>
                  </a:lnTo>
                  <a:lnTo>
                    <a:pt x="744" y="72"/>
                  </a:lnTo>
                  <a:lnTo>
                    <a:pt x="738" y="78"/>
                  </a:lnTo>
                  <a:lnTo>
                    <a:pt x="708" y="60"/>
                  </a:lnTo>
                  <a:lnTo>
                    <a:pt x="708" y="36"/>
                  </a:lnTo>
                  <a:lnTo>
                    <a:pt x="660" y="48"/>
                  </a:lnTo>
                  <a:lnTo>
                    <a:pt x="636" y="30"/>
                  </a:lnTo>
                  <a:lnTo>
                    <a:pt x="630" y="12"/>
                  </a:lnTo>
                  <a:lnTo>
                    <a:pt x="624" y="12"/>
                  </a:lnTo>
                  <a:lnTo>
                    <a:pt x="618" y="18"/>
                  </a:lnTo>
                  <a:lnTo>
                    <a:pt x="600" y="18"/>
                  </a:lnTo>
                  <a:lnTo>
                    <a:pt x="588" y="24"/>
                  </a:lnTo>
                  <a:lnTo>
                    <a:pt x="558" y="24"/>
                  </a:lnTo>
                  <a:lnTo>
                    <a:pt x="534" y="18"/>
                  </a:lnTo>
                  <a:lnTo>
                    <a:pt x="504" y="18"/>
                  </a:lnTo>
                  <a:lnTo>
                    <a:pt x="492" y="24"/>
                  </a:lnTo>
                  <a:lnTo>
                    <a:pt x="456" y="36"/>
                  </a:lnTo>
                  <a:lnTo>
                    <a:pt x="444" y="42"/>
                  </a:lnTo>
                  <a:lnTo>
                    <a:pt x="438" y="48"/>
                  </a:lnTo>
                  <a:lnTo>
                    <a:pt x="426" y="54"/>
                  </a:lnTo>
                  <a:lnTo>
                    <a:pt x="414" y="66"/>
                  </a:lnTo>
                  <a:lnTo>
                    <a:pt x="408" y="66"/>
                  </a:lnTo>
                  <a:lnTo>
                    <a:pt x="396" y="90"/>
                  </a:lnTo>
                  <a:lnTo>
                    <a:pt x="378" y="90"/>
                  </a:lnTo>
                  <a:lnTo>
                    <a:pt x="354" y="84"/>
                  </a:lnTo>
                  <a:lnTo>
                    <a:pt x="294" y="84"/>
                  </a:lnTo>
                  <a:lnTo>
                    <a:pt x="282" y="78"/>
                  </a:lnTo>
                  <a:lnTo>
                    <a:pt x="264" y="78"/>
                  </a:lnTo>
                  <a:lnTo>
                    <a:pt x="252" y="72"/>
                  </a:lnTo>
                  <a:lnTo>
                    <a:pt x="240" y="72"/>
                  </a:lnTo>
                  <a:lnTo>
                    <a:pt x="234" y="66"/>
                  </a:lnTo>
                  <a:lnTo>
                    <a:pt x="198" y="66"/>
                  </a:lnTo>
                  <a:lnTo>
                    <a:pt x="186" y="54"/>
                  </a:lnTo>
                  <a:lnTo>
                    <a:pt x="180" y="36"/>
                  </a:lnTo>
                  <a:lnTo>
                    <a:pt x="180" y="24"/>
                  </a:lnTo>
                  <a:lnTo>
                    <a:pt x="168" y="24"/>
                  </a:lnTo>
                  <a:lnTo>
                    <a:pt x="156" y="18"/>
                  </a:lnTo>
                  <a:lnTo>
                    <a:pt x="144" y="18"/>
                  </a:lnTo>
                  <a:lnTo>
                    <a:pt x="132" y="0"/>
                  </a:lnTo>
                  <a:lnTo>
                    <a:pt x="120" y="18"/>
                  </a:lnTo>
                  <a:lnTo>
                    <a:pt x="90" y="12"/>
                  </a:lnTo>
                  <a:lnTo>
                    <a:pt x="72" y="36"/>
                  </a:lnTo>
                  <a:lnTo>
                    <a:pt x="78" y="42"/>
                  </a:lnTo>
                  <a:lnTo>
                    <a:pt x="90" y="42"/>
                  </a:lnTo>
                  <a:lnTo>
                    <a:pt x="90" y="48"/>
                  </a:lnTo>
                  <a:lnTo>
                    <a:pt x="96" y="54"/>
                  </a:lnTo>
                  <a:lnTo>
                    <a:pt x="96" y="66"/>
                  </a:lnTo>
                  <a:lnTo>
                    <a:pt x="78" y="66"/>
                  </a:lnTo>
                  <a:lnTo>
                    <a:pt x="72" y="72"/>
                  </a:lnTo>
                  <a:lnTo>
                    <a:pt x="72" y="78"/>
                  </a:lnTo>
                  <a:lnTo>
                    <a:pt x="78" y="84"/>
                  </a:lnTo>
                  <a:lnTo>
                    <a:pt x="78" y="96"/>
                  </a:lnTo>
                  <a:lnTo>
                    <a:pt x="72" y="108"/>
                  </a:lnTo>
                  <a:lnTo>
                    <a:pt x="72" y="114"/>
                  </a:lnTo>
                  <a:lnTo>
                    <a:pt x="66" y="120"/>
                  </a:lnTo>
                  <a:lnTo>
                    <a:pt x="66" y="132"/>
                  </a:lnTo>
                  <a:lnTo>
                    <a:pt x="72" y="132"/>
                  </a:lnTo>
                  <a:lnTo>
                    <a:pt x="90" y="126"/>
                  </a:lnTo>
                  <a:lnTo>
                    <a:pt x="102" y="126"/>
                  </a:lnTo>
                  <a:lnTo>
                    <a:pt x="108" y="120"/>
                  </a:lnTo>
                  <a:lnTo>
                    <a:pt x="114" y="120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6" y="126"/>
                  </a:lnTo>
                  <a:lnTo>
                    <a:pt x="138" y="120"/>
                  </a:lnTo>
                  <a:lnTo>
                    <a:pt x="162" y="96"/>
                  </a:lnTo>
                  <a:lnTo>
                    <a:pt x="168" y="96"/>
                  </a:lnTo>
                  <a:lnTo>
                    <a:pt x="174" y="90"/>
                  </a:lnTo>
                  <a:lnTo>
                    <a:pt x="186" y="90"/>
                  </a:lnTo>
                  <a:lnTo>
                    <a:pt x="204" y="84"/>
                  </a:lnTo>
                  <a:lnTo>
                    <a:pt x="216" y="84"/>
                  </a:lnTo>
                  <a:lnTo>
                    <a:pt x="252" y="102"/>
                  </a:lnTo>
                  <a:lnTo>
                    <a:pt x="270" y="108"/>
                  </a:lnTo>
                  <a:lnTo>
                    <a:pt x="282" y="108"/>
                  </a:lnTo>
                  <a:lnTo>
                    <a:pt x="288" y="114"/>
                  </a:lnTo>
                  <a:lnTo>
                    <a:pt x="294" y="114"/>
                  </a:lnTo>
                  <a:lnTo>
                    <a:pt x="270" y="114"/>
                  </a:lnTo>
                  <a:lnTo>
                    <a:pt x="258" y="120"/>
                  </a:lnTo>
                  <a:lnTo>
                    <a:pt x="246" y="120"/>
                  </a:lnTo>
                  <a:lnTo>
                    <a:pt x="246" y="132"/>
                  </a:lnTo>
                  <a:lnTo>
                    <a:pt x="240" y="138"/>
                  </a:lnTo>
                  <a:lnTo>
                    <a:pt x="186" y="144"/>
                  </a:lnTo>
                  <a:lnTo>
                    <a:pt x="138" y="138"/>
                  </a:lnTo>
                  <a:lnTo>
                    <a:pt x="120" y="138"/>
                  </a:lnTo>
                  <a:lnTo>
                    <a:pt x="96" y="150"/>
                  </a:lnTo>
                  <a:lnTo>
                    <a:pt x="84" y="162"/>
                  </a:lnTo>
                  <a:lnTo>
                    <a:pt x="84" y="174"/>
                  </a:lnTo>
                  <a:lnTo>
                    <a:pt x="78" y="192"/>
                  </a:lnTo>
                  <a:lnTo>
                    <a:pt x="78" y="204"/>
                  </a:lnTo>
                  <a:lnTo>
                    <a:pt x="72" y="210"/>
                  </a:lnTo>
                  <a:lnTo>
                    <a:pt x="72" y="216"/>
                  </a:lnTo>
                  <a:lnTo>
                    <a:pt x="114" y="216"/>
                  </a:lnTo>
                  <a:lnTo>
                    <a:pt x="114" y="240"/>
                  </a:lnTo>
                  <a:lnTo>
                    <a:pt x="120" y="246"/>
                  </a:lnTo>
                  <a:lnTo>
                    <a:pt x="126" y="258"/>
                  </a:lnTo>
                  <a:lnTo>
                    <a:pt x="132" y="264"/>
                  </a:lnTo>
                  <a:lnTo>
                    <a:pt x="126" y="282"/>
                  </a:lnTo>
                  <a:lnTo>
                    <a:pt x="138" y="300"/>
                  </a:lnTo>
                  <a:lnTo>
                    <a:pt x="126" y="318"/>
                  </a:lnTo>
                  <a:lnTo>
                    <a:pt x="162" y="354"/>
                  </a:lnTo>
                  <a:lnTo>
                    <a:pt x="156" y="390"/>
                  </a:lnTo>
                  <a:lnTo>
                    <a:pt x="210" y="414"/>
                  </a:lnTo>
                  <a:lnTo>
                    <a:pt x="216" y="444"/>
                  </a:lnTo>
                  <a:lnTo>
                    <a:pt x="216" y="438"/>
                  </a:lnTo>
                  <a:lnTo>
                    <a:pt x="222" y="438"/>
                  </a:lnTo>
                  <a:lnTo>
                    <a:pt x="222" y="432"/>
                  </a:lnTo>
                  <a:lnTo>
                    <a:pt x="228" y="432"/>
                  </a:lnTo>
                  <a:lnTo>
                    <a:pt x="252" y="444"/>
                  </a:lnTo>
                  <a:lnTo>
                    <a:pt x="258" y="444"/>
                  </a:lnTo>
                  <a:lnTo>
                    <a:pt x="264" y="450"/>
                  </a:lnTo>
                  <a:lnTo>
                    <a:pt x="270" y="462"/>
                  </a:lnTo>
                  <a:lnTo>
                    <a:pt x="282" y="468"/>
                  </a:lnTo>
                  <a:lnTo>
                    <a:pt x="294" y="468"/>
                  </a:lnTo>
                  <a:lnTo>
                    <a:pt x="312" y="474"/>
                  </a:lnTo>
                  <a:lnTo>
                    <a:pt x="372" y="474"/>
                  </a:lnTo>
                  <a:lnTo>
                    <a:pt x="372" y="450"/>
                  </a:lnTo>
                  <a:lnTo>
                    <a:pt x="378" y="438"/>
                  </a:lnTo>
                  <a:lnTo>
                    <a:pt x="390" y="426"/>
                  </a:lnTo>
                  <a:lnTo>
                    <a:pt x="408" y="426"/>
                  </a:lnTo>
                  <a:lnTo>
                    <a:pt x="432" y="432"/>
                  </a:lnTo>
                  <a:lnTo>
                    <a:pt x="468" y="444"/>
                  </a:lnTo>
                  <a:lnTo>
                    <a:pt x="474" y="450"/>
                  </a:lnTo>
                  <a:lnTo>
                    <a:pt x="480" y="450"/>
                  </a:lnTo>
                  <a:lnTo>
                    <a:pt x="480" y="456"/>
                  </a:lnTo>
                  <a:lnTo>
                    <a:pt x="486" y="468"/>
                  </a:lnTo>
                  <a:lnTo>
                    <a:pt x="486" y="474"/>
                  </a:lnTo>
                  <a:lnTo>
                    <a:pt x="492" y="480"/>
                  </a:lnTo>
                  <a:lnTo>
                    <a:pt x="504" y="486"/>
                  </a:lnTo>
                  <a:lnTo>
                    <a:pt x="564" y="486"/>
                  </a:lnTo>
                  <a:lnTo>
                    <a:pt x="576" y="480"/>
                  </a:lnTo>
                  <a:lnTo>
                    <a:pt x="594" y="474"/>
                  </a:lnTo>
                  <a:lnTo>
                    <a:pt x="606" y="462"/>
                  </a:lnTo>
                  <a:lnTo>
                    <a:pt x="618" y="456"/>
                  </a:lnTo>
                  <a:lnTo>
                    <a:pt x="630" y="444"/>
                  </a:lnTo>
                  <a:lnTo>
                    <a:pt x="648" y="438"/>
                  </a:lnTo>
                  <a:lnTo>
                    <a:pt x="660" y="432"/>
                  </a:lnTo>
                  <a:lnTo>
                    <a:pt x="672" y="432"/>
                  </a:lnTo>
                  <a:lnTo>
                    <a:pt x="684" y="438"/>
                  </a:lnTo>
                  <a:lnTo>
                    <a:pt x="690" y="444"/>
                  </a:lnTo>
                  <a:lnTo>
                    <a:pt x="696" y="444"/>
                  </a:lnTo>
                  <a:lnTo>
                    <a:pt x="702" y="450"/>
                  </a:lnTo>
                  <a:lnTo>
                    <a:pt x="714" y="450"/>
                  </a:lnTo>
                  <a:lnTo>
                    <a:pt x="726" y="444"/>
                  </a:lnTo>
                  <a:lnTo>
                    <a:pt x="732" y="432"/>
                  </a:lnTo>
                  <a:lnTo>
                    <a:pt x="744" y="420"/>
                  </a:lnTo>
                  <a:lnTo>
                    <a:pt x="756" y="432"/>
                  </a:lnTo>
                  <a:lnTo>
                    <a:pt x="756" y="444"/>
                  </a:lnTo>
                  <a:lnTo>
                    <a:pt x="750" y="450"/>
                  </a:lnTo>
                  <a:lnTo>
                    <a:pt x="744" y="462"/>
                  </a:lnTo>
                  <a:lnTo>
                    <a:pt x="744" y="468"/>
                  </a:lnTo>
                  <a:lnTo>
                    <a:pt x="738" y="474"/>
                  </a:lnTo>
                  <a:lnTo>
                    <a:pt x="738" y="486"/>
                  </a:lnTo>
                  <a:lnTo>
                    <a:pt x="744" y="492"/>
                  </a:lnTo>
                  <a:lnTo>
                    <a:pt x="744" y="498"/>
                  </a:lnTo>
                  <a:lnTo>
                    <a:pt x="756" y="510"/>
                  </a:lnTo>
                  <a:lnTo>
                    <a:pt x="768" y="510"/>
                  </a:lnTo>
                  <a:lnTo>
                    <a:pt x="768" y="504"/>
                  </a:lnTo>
                  <a:lnTo>
                    <a:pt x="774" y="498"/>
                  </a:lnTo>
                  <a:lnTo>
                    <a:pt x="774" y="480"/>
                  </a:lnTo>
                  <a:lnTo>
                    <a:pt x="780" y="486"/>
                  </a:lnTo>
                  <a:lnTo>
                    <a:pt x="792" y="486"/>
                  </a:lnTo>
                  <a:lnTo>
                    <a:pt x="792" y="462"/>
                  </a:lnTo>
                  <a:lnTo>
                    <a:pt x="786" y="462"/>
                  </a:lnTo>
                  <a:lnTo>
                    <a:pt x="786" y="432"/>
                  </a:lnTo>
                  <a:lnTo>
                    <a:pt x="810" y="432"/>
                  </a:lnTo>
                  <a:lnTo>
                    <a:pt x="804" y="438"/>
                  </a:lnTo>
                  <a:lnTo>
                    <a:pt x="804" y="444"/>
                  </a:lnTo>
                  <a:lnTo>
                    <a:pt x="840" y="444"/>
                  </a:lnTo>
                  <a:lnTo>
                    <a:pt x="858" y="438"/>
                  </a:lnTo>
                  <a:lnTo>
                    <a:pt x="864" y="432"/>
                  </a:lnTo>
                  <a:lnTo>
                    <a:pt x="870" y="432"/>
                  </a:lnTo>
                  <a:lnTo>
                    <a:pt x="888" y="414"/>
                  </a:lnTo>
                  <a:lnTo>
                    <a:pt x="894" y="414"/>
                  </a:lnTo>
                  <a:lnTo>
                    <a:pt x="900" y="420"/>
                  </a:lnTo>
                  <a:lnTo>
                    <a:pt x="912" y="426"/>
                  </a:lnTo>
                  <a:lnTo>
                    <a:pt x="924" y="438"/>
                  </a:lnTo>
                  <a:lnTo>
                    <a:pt x="942" y="438"/>
                  </a:lnTo>
                  <a:lnTo>
                    <a:pt x="954" y="444"/>
                  </a:lnTo>
                  <a:lnTo>
                    <a:pt x="966" y="444"/>
                  </a:lnTo>
                  <a:lnTo>
                    <a:pt x="978" y="438"/>
                  </a:lnTo>
                  <a:lnTo>
                    <a:pt x="996" y="438"/>
                  </a:lnTo>
                  <a:lnTo>
                    <a:pt x="1002" y="432"/>
                  </a:lnTo>
                  <a:lnTo>
                    <a:pt x="1014" y="426"/>
                  </a:lnTo>
                  <a:lnTo>
                    <a:pt x="1026" y="414"/>
                  </a:lnTo>
                  <a:lnTo>
                    <a:pt x="1038" y="408"/>
                  </a:lnTo>
                  <a:lnTo>
                    <a:pt x="1086" y="408"/>
                  </a:lnTo>
                  <a:lnTo>
                    <a:pt x="1092" y="414"/>
                  </a:lnTo>
                  <a:lnTo>
                    <a:pt x="1110" y="414"/>
                  </a:lnTo>
                  <a:lnTo>
                    <a:pt x="1122" y="402"/>
                  </a:lnTo>
                  <a:lnTo>
                    <a:pt x="1146" y="402"/>
                  </a:lnTo>
                  <a:lnTo>
                    <a:pt x="1152" y="390"/>
                  </a:lnTo>
                  <a:lnTo>
                    <a:pt x="1152" y="384"/>
                  </a:lnTo>
                  <a:lnTo>
                    <a:pt x="1158" y="384"/>
                  </a:lnTo>
                  <a:lnTo>
                    <a:pt x="1158" y="408"/>
                  </a:lnTo>
                  <a:lnTo>
                    <a:pt x="1164" y="414"/>
                  </a:lnTo>
                  <a:lnTo>
                    <a:pt x="1170" y="414"/>
                  </a:lnTo>
                  <a:lnTo>
                    <a:pt x="1182" y="408"/>
                  </a:lnTo>
                  <a:lnTo>
                    <a:pt x="1188" y="402"/>
                  </a:lnTo>
                  <a:lnTo>
                    <a:pt x="1188" y="390"/>
                  </a:lnTo>
                  <a:lnTo>
                    <a:pt x="1230" y="390"/>
                  </a:lnTo>
                  <a:lnTo>
                    <a:pt x="1242" y="402"/>
                  </a:lnTo>
                  <a:lnTo>
                    <a:pt x="1254" y="402"/>
                  </a:lnTo>
                  <a:lnTo>
                    <a:pt x="1260" y="396"/>
                  </a:lnTo>
                  <a:lnTo>
                    <a:pt x="1260" y="390"/>
                  </a:lnTo>
                  <a:lnTo>
                    <a:pt x="1284" y="390"/>
                  </a:lnTo>
                  <a:lnTo>
                    <a:pt x="1290" y="396"/>
                  </a:lnTo>
                  <a:lnTo>
                    <a:pt x="1290" y="414"/>
                  </a:lnTo>
                  <a:lnTo>
                    <a:pt x="1332" y="402"/>
                  </a:lnTo>
                  <a:close/>
                  <a:moveTo>
                    <a:pt x="102" y="282"/>
                  </a:moveTo>
                  <a:lnTo>
                    <a:pt x="96" y="282"/>
                  </a:lnTo>
                  <a:lnTo>
                    <a:pt x="96" y="312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14" y="324"/>
                  </a:lnTo>
                  <a:lnTo>
                    <a:pt x="114" y="318"/>
                  </a:lnTo>
                  <a:lnTo>
                    <a:pt x="120" y="312"/>
                  </a:lnTo>
                  <a:lnTo>
                    <a:pt x="120" y="300"/>
                  </a:lnTo>
                  <a:lnTo>
                    <a:pt x="102" y="28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10" name="Togo" descr="© INSCALE GmbH, 05.05.2010&#10;http://www.presentationload.com/">
              <a:extLst>
                <a:ext uri="{FF2B5EF4-FFF2-40B4-BE49-F238E27FC236}">
                  <a16:creationId xmlns:a16="http://schemas.microsoft.com/office/drawing/2014/main" id="{A4BB3F39-073A-4E87-B50E-9FF0DB640286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729401" y="2709150"/>
              <a:ext cx="46528" cy="132298"/>
            </a:xfrm>
            <a:custGeom>
              <a:avLst/>
              <a:gdLst>
                <a:gd name="T0" fmla="*/ 2147483647 w 138"/>
                <a:gd name="T1" fmla="*/ 2147483647 h 402"/>
                <a:gd name="T2" fmla="*/ 2147483647 w 138"/>
                <a:gd name="T3" fmla="*/ 2147483647 h 402"/>
                <a:gd name="T4" fmla="*/ 2147483647 w 138"/>
                <a:gd name="T5" fmla="*/ 2147483647 h 402"/>
                <a:gd name="T6" fmla="*/ 2147483647 w 138"/>
                <a:gd name="T7" fmla="*/ 2147483647 h 402"/>
                <a:gd name="T8" fmla="*/ 2147483647 w 138"/>
                <a:gd name="T9" fmla="*/ 2147483647 h 402"/>
                <a:gd name="T10" fmla="*/ 2147483647 w 138"/>
                <a:gd name="T11" fmla="*/ 2147483647 h 402"/>
                <a:gd name="T12" fmla="*/ 2147483647 w 138"/>
                <a:gd name="T13" fmla="*/ 2147483647 h 402"/>
                <a:gd name="T14" fmla="*/ 2147483647 w 138"/>
                <a:gd name="T15" fmla="*/ 2147483647 h 402"/>
                <a:gd name="T16" fmla="*/ 2147483647 w 138"/>
                <a:gd name="T17" fmla="*/ 2147483647 h 402"/>
                <a:gd name="T18" fmla="*/ 2147483647 w 138"/>
                <a:gd name="T19" fmla="*/ 2147483647 h 402"/>
                <a:gd name="T20" fmla="*/ 2147483647 w 138"/>
                <a:gd name="T21" fmla="*/ 2147483647 h 402"/>
                <a:gd name="T22" fmla="*/ 2147483647 w 138"/>
                <a:gd name="T23" fmla="*/ 2147483647 h 402"/>
                <a:gd name="T24" fmla="*/ 2147483647 w 138"/>
                <a:gd name="T25" fmla="*/ 2147483647 h 402"/>
                <a:gd name="T26" fmla="*/ 2147483647 w 138"/>
                <a:gd name="T27" fmla="*/ 2147483647 h 402"/>
                <a:gd name="T28" fmla="*/ 2147483647 w 138"/>
                <a:gd name="T29" fmla="*/ 2147483647 h 402"/>
                <a:gd name="T30" fmla="*/ 2147483647 w 138"/>
                <a:gd name="T31" fmla="*/ 2147483647 h 402"/>
                <a:gd name="T32" fmla="*/ 2147483647 w 138"/>
                <a:gd name="T33" fmla="*/ 0 h 402"/>
                <a:gd name="T34" fmla="*/ 2147483647 w 138"/>
                <a:gd name="T35" fmla="*/ 0 h 402"/>
                <a:gd name="T36" fmla="*/ 2147483647 w 138"/>
                <a:gd name="T37" fmla="*/ 2147483647 h 402"/>
                <a:gd name="T38" fmla="*/ 0 w 138"/>
                <a:gd name="T39" fmla="*/ 2147483647 h 402"/>
                <a:gd name="T40" fmla="*/ 2147483647 w 138"/>
                <a:gd name="T41" fmla="*/ 2147483647 h 402"/>
                <a:gd name="T42" fmla="*/ 2147483647 w 138"/>
                <a:gd name="T43" fmla="*/ 2147483647 h 402"/>
                <a:gd name="T44" fmla="*/ 2147483647 w 138"/>
                <a:gd name="T45" fmla="*/ 2147483647 h 402"/>
                <a:gd name="T46" fmla="*/ 2147483647 w 138"/>
                <a:gd name="T47" fmla="*/ 2147483647 h 402"/>
                <a:gd name="T48" fmla="*/ 2147483647 w 138"/>
                <a:gd name="T49" fmla="*/ 2147483647 h 402"/>
                <a:gd name="T50" fmla="*/ 2147483647 w 138"/>
                <a:gd name="T51" fmla="*/ 2147483647 h 402"/>
                <a:gd name="T52" fmla="*/ 2147483647 w 138"/>
                <a:gd name="T53" fmla="*/ 2147483647 h 402"/>
                <a:gd name="T54" fmla="*/ 2147483647 w 138"/>
                <a:gd name="T55" fmla="*/ 2147483647 h 402"/>
                <a:gd name="T56" fmla="*/ 2147483647 w 138"/>
                <a:gd name="T57" fmla="*/ 2147483647 h 402"/>
                <a:gd name="T58" fmla="*/ 2147483647 w 138"/>
                <a:gd name="T59" fmla="*/ 2147483647 h 402"/>
                <a:gd name="T60" fmla="*/ 2147483647 w 138"/>
                <a:gd name="T61" fmla="*/ 2147483647 h 402"/>
                <a:gd name="T62" fmla="*/ 2147483647 w 138"/>
                <a:gd name="T63" fmla="*/ 2147483647 h 402"/>
                <a:gd name="T64" fmla="*/ 2147483647 w 138"/>
                <a:gd name="T65" fmla="*/ 2147483647 h 402"/>
                <a:gd name="T66" fmla="*/ 2147483647 w 138"/>
                <a:gd name="T67" fmla="*/ 2147483647 h 402"/>
                <a:gd name="T68" fmla="*/ 2147483647 w 138"/>
                <a:gd name="T69" fmla="*/ 2147483647 h 402"/>
                <a:gd name="T70" fmla="*/ 2147483647 w 138"/>
                <a:gd name="T71" fmla="*/ 2147483647 h 402"/>
                <a:gd name="T72" fmla="*/ 2147483647 w 138"/>
                <a:gd name="T73" fmla="*/ 2147483647 h 402"/>
                <a:gd name="T74" fmla="*/ 2147483647 w 138"/>
                <a:gd name="T75" fmla="*/ 2147483647 h 402"/>
                <a:gd name="T76" fmla="*/ 2147483647 w 138"/>
                <a:gd name="T77" fmla="*/ 2147483647 h 402"/>
                <a:gd name="T78" fmla="*/ 2147483647 w 138"/>
                <a:gd name="T79" fmla="*/ 2147483647 h 402"/>
                <a:gd name="T80" fmla="*/ 2147483647 w 138"/>
                <a:gd name="T81" fmla="*/ 2147483647 h 402"/>
                <a:gd name="T82" fmla="*/ 2147483647 w 138"/>
                <a:gd name="T83" fmla="*/ 2147483647 h 402"/>
                <a:gd name="T84" fmla="*/ 2147483647 w 138"/>
                <a:gd name="T85" fmla="*/ 2147483647 h 402"/>
                <a:gd name="T86" fmla="*/ 2147483647 w 138"/>
                <a:gd name="T87" fmla="*/ 2147483647 h 402"/>
                <a:gd name="T88" fmla="*/ 2147483647 w 138"/>
                <a:gd name="T89" fmla="*/ 2147483647 h 402"/>
                <a:gd name="T90" fmla="*/ 2147483647 w 138"/>
                <a:gd name="T91" fmla="*/ 2147483647 h 402"/>
                <a:gd name="T92" fmla="*/ 2147483647 w 138"/>
                <a:gd name="T93" fmla="*/ 2147483647 h 402"/>
                <a:gd name="T94" fmla="*/ 2147483647 w 138"/>
                <a:gd name="T95" fmla="*/ 2147483647 h 402"/>
                <a:gd name="T96" fmla="*/ 2147483647 w 138"/>
                <a:gd name="T97" fmla="*/ 2147483647 h 402"/>
                <a:gd name="T98" fmla="*/ 2147483647 w 138"/>
                <a:gd name="T99" fmla="*/ 2147483647 h 402"/>
                <a:gd name="T100" fmla="*/ 2147483647 w 138"/>
                <a:gd name="T101" fmla="*/ 2147483647 h 402"/>
                <a:gd name="T102" fmla="*/ 2147483647 w 138"/>
                <a:gd name="T103" fmla="*/ 2147483647 h 40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38"/>
                <a:gd name="T157" fmla="*/ 0 h 402"/>
                <a:gd name="T158" fmla="*/ 138 w 138"/>
                <a:gd name="T159" fmla="*/ 402 h 40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38" h="402">
                  <a:moveTo>
                    <a:pt x="126" y="354"/>
                  </a:moveTo>
                  <a:lnTo>
                    <a:pt x="120" y="288"/>
                  </a:lnTo>
                  <a:lnTo>
                    <a:pt x="132" y="282"/>
                  </a:lnTo>
                  <a:lnTo>
                    <a:pt x="120" y="270"/>
                  </a:lnTo>
                  <a:lnTo>
                    <a:pt x="120" y="210"/>
                  </a:lnTo>
                  <a:lnTo>
                    <a:pt x="132" y="198"/>
                  </a:lnTo>
                  <a:lnTo>
                    <a:pt x="126" y="186"/>
                  </a:lnTo>
                  <a:lnTo>
                    <a:pt x="126" y="156"/>
                  </a:lnTo>
                  <a:lnTo>
                    <a:pt x="120" y="144"/>
                  </a:lnTo>
                  <a:lnTo>
                    <a:pt x="108" y="132"/>
                  </a:lnTo>
                  <a:lnTo>
                    <a:pt x="108" y="90"/>
                  </a:lnTo>
                  <a:lnTo>
                    <a:pt x="78" y="60"/>
                  </a:lnTo>
                  <a:lnTo>
                    <a:pt x="66" y="54"/>
                  </a:lnTo>
                  <a:lnTo>
                    <a:pt x="66" y="24"/>
                  </a:lnTo>
                  <a:lnTo>
                    <a:pt x="72" y="6"/>
                  </a:lnTo>
                  <a:lnTo>
                    <a:pt x="54" y="6"/>
                  </a:lnTo>
                  <a:lnTo>
                    <a:pt x="30" y="0"/>
                  </a:lnTo>
                  <a:lnTo>
                    <a:pt x="12" y="0"/>
                  </a:lnTo>
                  <a:lnTo>
                    <a:pt x="12" y="18"/>
                  </a:lnTo>
                  <a:lnTo>
                    <a:pt x="0" y="30"/>
                  </a:lnTo>
                  <a:lnTo>
                    <a:pt x="36" y="54"/>
                  </a:lnTo>
                  <a:lnTo>
                    <a:pt x="24" y="132"/>
                  </a:lnTo>
                  <a:lnTo>
                    <a:pt x="36" y="120"/>
                  </a:lnTo>
                  <a:lnTo>
                    <a:pt x="42" y="120"/>
                  </a:lnTo>
                  <a:lnTo>
                    <a:pt x="48" y="126"/>
                  </a:lnTo>
                  <a:lnTo>
                    <a:pt x="48" y="150"/>
                  </a:lnTo>
                  <a:lnTo>
                    <a:pt x="42" y="162"/>
                  </a:lnTo>
                  <a:lnTo>
                    <a:pt x="54" y="174"/>
                  </a:lnTo>
                  <a:lnTo>
                    <a:pt x="54" y="180"/>
                  </a:lnTo>
                  <a:lnTo>
                    <a:pt x="48" y="180"/>
                  </a:lnTo>
                  <a:lnTo>
                    <a:pt x="36" y="192"/>
                  </a:lnTo>
                  <a:lnTo>
                    <a:pt x="42" y="198"/>
                  </a:lnTo>
                  <a:lnTo>
                    <a:pt x="54" y="204"/>
                  </a:lnTo>
                  <a:lnTo>
                    <a:pt x="60" y="210"/>
                  </a:lnTo>
                  <a:lnTo>
                    <a:pt x="60" y="222"/>
                  </a:lnTo>
                  <a:lnTo>
                    <a:pt x="54" y="228"/>
                  </a:lnTo>
                  <a:lnTo>
                    <a:pt x="54" y="270"/>
                  </a:lnTo>
                  <a:lnTo>
                    <a:pt x="48" y="276"/>
                  </a:lnTo>
                  <a:lnTo>
                    <a:pt x="48" y="294"/>
                  </a:lnTo>
                  <a:lnTo>
                    <a:pt x="54" y="294"/>
                  </a:lnTo>
                  <a:lnTo>
                    <a:pt x="60" y="300"/>
                  </a:lnTo>
                  <a:lnTo>
                    <a:pt x="60" y="312"/>
                  </a:lnTo>
                  <a:lnTo>
                    <a:pt x="54" y="324"/>
                  </a:lnTo>
                  <a:lnTo>
                    <a:pt x="54" y="336"/>
                  </a:lnTo>
                  <a:lnTo>
                    <a:pt x="66" y="378"/>
                  </a:lnTo>
                  <a:lnTo>
                    <a:pt x="96" y="402"/>
                  </a:lnTo>
                  <a:lnTo>
                    <a:pt x="108" y="396"/>
                  </a:lnTo>
                  <a:lnTo>
                    <a:pt x="120" y="384"/>
                  </a:lnTo>
                  <a:lnTo>
                    <a:pt x="138" y="384"/>
                  </a:lnTo>
                  <a:lnTo>
                    <a:pt x="138" y="372"/>
                  </a:lnTo>
                  <a:lnTo>
                    <a:pt x="126" y="360"/>
                  </a:lnTo>
                  <a:lnTo>
                    <a:pt x="126" y="35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11" name="Tanzania" descr="© INSCALE GmbH, 05.05.2010&#10;http://www.presentationload.com/">
              <a:extLst>
                <a:ext uri="{FF2B5EF4-FFF2-40B4-BE49-F238E27FC236}">
                  <a16:creationId xmlns:a16="http://schemas.microsoft.com/office/drawing/2014/main" id="{B3422668-B652-49E3-AF17-2811694C217C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4428599" y="3028975"/>
              <a:ext cx="253314" cy="285144"/>
            </a:xfrm>
            <a:custGeom>
              <a:avLst/>
              <a:gdLst>
                <a:gd name="T0" fmla="*/ 2147483647 w 768"/>
                <a:gd name="T1" fmla="*/ 2147483647 h 870"/>
                <a:gd name="T2" fmla="*/ 2147483647 w 768"/>
                <a:gd name="T3" fmla="*/ 2147483647 h 870"/>
                <a:gd name="T4" fmla="*/ 2147483647 w 768"/>
                <a:gd name="T5" fmla="*/ 2147483647 h 870"/>
                <a:gd name="T6" fmla="*/ 2147483647 w 768"/>
                <a:gd name="T7" fmla="*/ 2147483647 h 870"/>
                <a:gd name="T8" fmla="*/ 2147483647 w 768"/>
                <a:gd name="T9" fmla="*/ 2147483647 h 870"/>
                <a:gd name="T10" fmla="*/ 2147483647 w 768"/>
                <a:gd name="T11" fmla="*/ 2147483647 h 870"/>
                <a:gd name="T12" fmla="*/ 2147483647 w 768"/>
                <a:gd name="T13" fmla="*/ 2147483647 h 870"/>
                <a:gd name="T14" fmla="*/ 2147483647 w 768"/>
                <a:gd name="T15" fmla="*/ 2147483647 h 870"/>
                <a:gd name="T16" fmla="*/ 2147483647 w 768"/>
                <a:gd name="T17" fmla="*/ 2147483647 h 870"/>
                <a:gd name="T18" fmla="*/ 2147483647 w 768"/>
                <a:gd name="T19" fmla="*/ 2147483647 h 870"/>
                <a:gd name="T20" fmla="*/ 2147483647 w 768"/>
                <a:gd name="T21" fmla="*/ 2147483647 h 870"/>
                <a:gd name="T22" fmla="*/ 2147483647 w 768"/>
                <a:gd name="T23" fmla="*/ 2147483647 h 870"/>
                <a:gd name="T24" fmla="*/ 2147483647 w 768"/>
                <a:gd name="T25" fmla="*/ 2147483647 h 870"/>
                <a:gd name="T26" fmla="*/ 2147483647 w 768"/>
                <a:gd name="T27" fmla="*/ 2147483647 h 870"/>
                <a:gd name="T28" fmla="*/ 2147483647 w 768"/>
                <a:gd name="T29" fmla="*/ 2147483647 h 870"/>
                <a:gd name="T30" fmla="*/ 2147483647 w 768"/>
                <a:gd name="T31" fmla="*/ 2147483647 h 870"/>
                <a:gd name="T32" fmla="*/ 2147483647 w 768"/>
                <a:gd name="T33" fmla="*/ 2147483647 h 870"/>
                <a:gd name="T34" fmla="*/ 2147483647 w 768"/>
                <a:gd name="T35" fmla="*/ 2147483647 h 870"/>
                <a:gd name="T36" fmla="*/ 2147483647 w 768"/>
                <a:gd name="T37" fmla="*/ 2147483647 h 870"/>
                <a:gd name="T38" fmla="*/ 2147483647 w 768"/>
                <a:gd name="T39" fmla="*/ 2147483647 h 870"/>
                <a:gd name="T40" fmla="*/ 2147483647 w 768"/>
                <a:gd name="T41" fmla="*/ 2147483647 h 870"/>
                <a:gd name="T42" fmla="*/ 2147483647 w 768"/>
                <a:gd name="T43" fmla="*/ 2147483647 h 870"/>
                <a:gd name="T44" fmla="*/ 2147483647 w 768"/>
                <a:gd name="T45" fmla="*/ 2147483647 h 870"/>
                <a:gd name="T46" fmla="*/ 2147483647 w 768"/>
                <a:gd name="T47" fmla="*/ 2147483647 h 870"/>
                <a:gd name="T48" fmla="*/ 2147483647 w 768"/>
                <a:gd name="T49" fmla="*/ 2147483647 h 870"/>
                <a:gd name="T50" fmla="*/ 2147483647 w 768"/>
                <a:gd name="T51" fmla="*/ 2147483647 h 870"/>
                <a:gd name="T52" fmla="*/ 2147483647 w 768"/>
                <a:gd name="T53" fmla="*/ 2147483647 h 870"/>
                <a:gd name="T54" fmla="*/ 2147483647 w 768"/>
                <a:gd name="T55" fmla="*/ 2147483647 h 870"/>
                <a:gd name="T56" fmla="*/ 2147483647 w 768"/>
                <a:gd name="T57" fmla="*/ 2147483647 h 870"/>
                <a:gd name="T58" fmla="*/ 2147483647 w 768"/>
                <a:gd name="T59" fmla="*/ 2147483647 h 870"/>
                <a:gd name="T60" fmla="*/ 2147483647 w 768"/>
                <a:gd name="T61" fmla="*/ 2147483647 h 870"/>
                <a:gd name="T62" fmla="*/ 2147483647 w 768"/>
                <a:gd name="T63" fmla="*/ 2147483647 h 870"/>
                <a:gd name="T64" fmla="*/ 2147483647 w 768"/>
                <a:gd name="T65" fmla="*/ 2147483647 h 870"/>
                <a:gd name="T66" fmla="*/ 2147483647 w 768"/>
                <a:gd name="T67" fmla="*/ 2147483647 h 870"/>
                <a:gd name="T68" fmla="*/ 2147483647 w 768"/>
                <a:gd name="T69" fmla="*/ 2147483647 h 870"/>
                <a:gd name="T70" fmla="*/ 2147483647 w 768"/>
                <a:gd name="T71" fmla="*/ 2147483647 h 870"/>
                <a:gd name="T72" fmla="*/ 2147483647 w 768"/>
                <a:gd name="T73" fmla="*/ 2147483647 h 870"/>
                <a:gd name="T74" fmla="*/ 2147483647 w 768"/>
                <a:gd name="T75" fmla="*/ 2147483647 h 870"/>
                <a:gd name="T76" fmla="*/ 2147483647 w 768"/>
                <a:gd name="T77" fmla="*/ 2147483647 h 870"/>
                <a:gd name="T78" fmla="*/ 2147483647 w 768"/>
                <a:gd name="T79" fmla="*/ 2147483647 h 870"/>
                <a:gd name="T80" fmla="*/ 2147483647 w 768"/>
                <a:gd name="T81" fmla="*/ 2147483647 h 870"/>
                <a:gd name="T82" fmla="*/ 2147483647 w 768"/>
                <a:gd name="T83" fmla="*/ 2147483647 h 870"/>
                <a:gd name="T84" fmla="*/ 2147483647 w 768"/>
                <a:gd name="T85" fmla="*/ 2147483647 h 870"/>
                <a:gd name="T86" fmla="*/ 2147483647 w 768"/>
                <a:gd name="T87" fmla="*/ 2147483647 h 870"/>
                <a:gd name="T88" fmla="*/ 2147483647 w 768"/>
                <a:gd name="T89" fmla="*/ 2147483647 h 870"/>
                <a:gd name="T90" fmla="*/ 2147483647 w 768"/>
                <a:gd name="T91" fmla="*/ 2147483647 h 870"/>
                <a:gd name="T92" fmla="*/ 2147483647 w 768"/>
                <a:gd name="T93" fmla="*/ 2147483647 h 870"/>
                <a:gd name="T94" fmla="*/ 2147483647 w 768"/>
                <a:gd name="T95" fmla="*/ 2147483647 h 870"/>
                <a:gd name="T96" fmla="*/ 2147483647 w 768"/>
                <a:gd name="T97" fmla="*/ 2147483647 h 870"/>
                <a:gd name="T98" fmla="*/ 2147483647 w 768"/>
                <a:gd name="T99" fmla="*/ 2147483647 h 870"/>
                <a:gd name="T100" fmla="*/ 2147483647 w 768"/>
                <a:gd name="T101" fmla="*/ 2147483647 h 870"/>
                <a:gd name="T102" fmla="*/ 2147483647 w 768"/>
                <a:gd name="T103" fmla="*/ 2147483647 h 87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768"/>
                <a:gd name="T157" fmla="*/ 0 h 870"/>
                <a:gd name="T158" fmla="*/ 768 w 768"/>
                <a:gd name="T159" fmla="*/ 870 h 87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768" h="870">
                  <a:moveTo>
                    <a:pt x="762" y="744"/>
                  </a:moveTo>
                  <a:lnTo>
                    <a:pt x="750" y="744"/>
                  </a:lnTo>
                  <a:lnTo>
                    <a:pt x="744" y="738"/>
                  </a:lnTo>
                  <a:lnTo>
                    <a:pt x="732" y="732"/>
                  </a:lnTo>
                  <a:lnTo>
                    <a:pt x="720" y="720"/>
                  </a:lnTo>
                  <a:lnTo>
                    <a:pt x="720" y="708"/>
                  </a:lnTo>
                  <a:lnTo>
                    <a:pt x="714" y="690"/>
                  </a:lnTo>
                  <a:lnTo>
                    <a:pt x="714" y="654"/>
                  </a:lnTo>
                  <a:lnTo>
                    <a:pt x="690" y="612"/>
                  </a:lnTo>
                  <a:lnTo>
                    <a:pt x="702" y="564"/>
                  </a:lnTo>
                  <a:lnTo>
                    <a:pt x="684" y="540"/>
                  </a:lnTo>
                  <a:lnTo>
                    <a:pt x="690" y="528"/>
                  </a:lnTo>
                  <a:lnTo>
                    <a:pt x="696" y="522"/>
                  </a:lnTo>
                  <a:lnTo>
                    <a:pt x="708" y="498"/>
                  </a:lnTo>
                  <a:lnTo>
                    <a:pt x="708" y="480"/>
                  </a:lnTo>
                  <a:lnTo>
                    <a:pt x="702" y="474"/>
                  </a:lnTo>
                  <a:lnTo>
                    <a:pt x="690" y="468"/>
                  </a:lnTo>
                  <a:lnTo>
                    <a:pt x="672" y="456"/>
                  </a:lnTo>
                  <a:lnTo>
                    <a:pt x="660" y="450"/>
                  </a:lnTo>
                  <a:lnTo>
                    <a:pt x="654" y="438"/>
                  </a:lnTo>
                  <a:lnTo>
                    <a:pt x="654" y="426"/>
                  </a:lnTo>
                  <a:lnTo>
                    <a:pt x="660" y="414"/>
                  </a:lnTo>
                  <a:lnTo>
                    <a:pt x="666" y="396"/>
                  </a:lnTo>
                  <a:lnTo>
                    <a:pt x="666" y="384"/>
                  </a:lnTo>
                  <a:lnTo>
                    <a:pt x="672" y="366"/>
                  </a:lnTo>
                  <a:lnTo>
                    <a:pt x="678" y="354"/>
                  </a:lnTo>
                  <a:lnTo>
                    <a:pt x="678" y="330"/>
                  </a:lnTo>
                  <a:lnTo>
                    <a:pt x="684" y="318"/>
                  </a:lnTo>
                  <a:lnTo>
                    <a:pt x="684" y="300"/>
                  </a:lnTo>
                  <a:lnTo>
                    <a:pt x="570" y="192"/>
                  </a:lnTo>
                  <a:lnTo>
                    <a:pt x="576" y="186"/>
                  </a:lnTo>
                  <a:lnTo>
                    <a:pt x="582" y="186"/>
                  </a:lnTo>
                  <a:lnTo>
                    <a:pt x="588" y="180"/>
                  </a:lnTo>
                  <a:lnTo>
                    <a:pt x="588" y="174"/>
                  </a:lnTo>
                  <a:lnTo>
                    <a:pt x="576" y="162"/>
                  </a:lnTo>
                  <a:lnTo>
                    <a:pt x="324" y="6"/>
                  </a:lnTo>
                  <a:lnTo>
                    <a:pt x="312" y="6"/>
                  </a:lnTo>
                  <a:lnTo>
                    <a:pt x="312" y="18"/>
                  </a:lnTo>
                  <a:lnTo>
                    <a:pt x="318" y="24"/>
                  </a:lnTo>
                  <a:lnTo>
                    <a:pt x="318" y="36"/>
                  </a:lnTo>
                  <a:lnTo>
                    <a:pt x="294" y="48"/>
                  </a:lnTo>
                  <a:lnTo>
                    <a:pt x="276" y="66"/>
                  </a:lnTo>
                  <a:lnTo>
                    <a:pt x="264" y="84"/>
                  </a:lnTo>
                  <a:lnTo>
                    <a:pt x="264" y="90"/>
                  </a:lnTo>
                  <a:lnTo>
                    <a:pt x="270" y="96"/>
                  </a:lnTo>
                  <a:lnTo>
                    <a:pt x="294" y="96"/>
                  </a:lnTo>
                  <a:lnTo>
                    <a:pt x="306" y="90"/>
                  </a:lnTo>
                  <a:lnTo>
                    <a:pt x="312" y="90"/>
                  </a:lnTo>
                  <a:lnTo>
                    <a:pt x="306" y="96"/>
                  </a:lnTo>
                  <a:lnTo>
                    <a:pt x="294" y="102"/>
                  </a:lnTo>
                  <a:lnTo>
                    <a:pt x="276" y="120"/>
                  </a:lnTo>
                  <a:lnTo>
                    <a:pt x="270" y="120"/>
                  </a:lnTo>
                  <a:lnTo>
                    <a:pt x="264" y="114"/>
                  </a:lnTo>
                  <a:lnTo>
                    <a:pt x="252" y="108"/>
                  </a:lnTo>
                  <a:lnTo>
                    <a:pt x="246" y="108"/>
                  </a:lnTo>
                  <a:lnTo>
                    <a:pt x="234" y="120"/>
                  </a:lnTo>
                  <a:lnTo>
                    <a:pt x="234" y="138"/>
                  </a:lnTo>
                  <a:lnTo>
                    <a:pt x="246" y="150"/>
                  </a:lnTo>
                  <a:lnTo>
                    <a:pt x="216" y="150"/>
                  </a:lnTo>
                  <a:lnTo>
                    <a:pt x="216" y="138"/>
                  </a:lnTo>
                  <a:lnTo>
                    <a:pt x="222" y="132"/>
                  </a:lnTo>
                  <a:lnTo>
                    <a:pt x="222" y="126"/>
                  </a:lnTo>
                  <a:lnTo>
                    <a:pt x="228" y="114"/>
                  </a:lnTo>
                  <a:lnTo>
                    <a:pt x="210" y="120"/>
                  </a:lnTo>
                  <a:lnTo>
                    <a:pt x="192" y="102"/>
                  </a:lnTo>
                  <a:lnTo>
                    <a:pt x="186" y="102"/>
                  </a:lnTo>
                  <a:lnTo>
                    <a:pt x="174" y="114"/>
                  </a:lnTo>
                  <a:lnTo>
                    <a:pt x="174" y="132"/>
                  </a:lnTo>
                  <a:lnTo>
                    <a:pt x="168" y="138"/>
                  </a:lnTo>
                  <a:lnTo>
                    <a:pt x="162" y="138"/>
                  </a:lnTo>
                  <a:lnTo>
                    <a:pt x="156" y="132"/>
                  </a:lnTo>
                  <a:lnTo>
                    <a:pt x="156" y="48"/>
                  </a:lnTo>
                  <a:lnTo>
                    <a:pt x="162" y="36"/>
                  </a:lnTo>
                  <a:lnTo>
                    <a:pt x="162" y="24"/>
                  </a:lnTo>
                  <a:lnTo>
                    <a:pt x="168" y="12"/>
                  </a:lnTo>
                  <a:lnTo>
                    <a:pt x="168" y="6"/>
                  </a:lnTo>
                  <a:lnTo>
                    <a:pt x="78" y="0"/>
                  </a:lnTo>
                  <a:lnTo>
                    <a:pt x="72" y="24"/>
                  </a:lnTo>
                  <a:lnTo>
                    <a:pt x="78" y="30"/>
                  </a:lnTo>
                  <a:lnTo>
                    <a:pt x="84" y="42"/>
                  </a:lnTo>
                  <a:lnTo>
                    <a:pt x="90" y="48"/>
                  </a:lnTo>
                  <a:lnTo>
                    <a:pt x="90" y="66"/>
                  </a:lnTo>
                  <a:lnTo>
                    <a:pt x="96" y="72"/>
                  </a:lnTo>
                  <a:lnTo>
                    <a:pt x="96" y="96"/>
                  </a:lnTo>
                  <a:lnTo>
                    <a:pt x="78" y="114"/>
                  </a:lnTo>
                  <a:lnTo>
                    <a:pt x="66" y="114"/>
                  </a:lnTo>
                  <a:lnTo>
                    <a:pt x="66" y="126"/>
                  </a:lnTo>
                  <a:lnTo>
                    <a:pt x="60" y="138"/>
                  </a:lnTo>
                  <a:lnTo>
                    <a:pt x="60" y="156"/>
                  </a:lnTo>
                  <a:lnTo>
                    <a:pt x="66" y="156"/>
                  </a:lnTo>
                  <a:lnTo>
                    <a:pt x="72" y="162"/>
                  </a:lnTo>
                  <a:lnTo>
                    <a:pt x="90" y="162"/>
                  </a:lnTo>
                  <a:lnTo>
                    <a:pt x="90" y="180"/>
                  </a:lnTo>
                  <a:lnTo>
                    <a:pt x="78" y="186"/>
                  </a:lnTo>
                  <a:lnTo>
                    <a:pt x="84" y="198"/>
                  </a:lnTo>
                  <a:lnTo>
                    <a:pt x="72" y="198"/>
                  </a:lnTo>
                  <a:lnTo>
                    <a:pt x="54" y="216"/>
                  </a:lnTo>
                  <a:lnTo>
                    <a:pt x="48" y="228"/>
                  </a:lnTo>
                  <a:lnTo>
                    <a:pt x="48" y="246"/>
                  </a:lnTo>
                  <a:lnTo>
                    <a:pt x="42" y="258"/>
                  </a:lnTo>
                  <a:lnTo>
                    <a:pt x="30" y="270"/>
                  </a:lnTo>
                  <a:lnTo>
                    <a:pt x="6" y="282"/>
                  </a:lnTo>
                  <a:lnTo>
                    <a:pt x="0" y="294"/>
                  </a:lnTo>
                  <a:lnTo>
                    <a:pt x="6" y="306"/>
                  </a:lnTo>
                  <a:lnTo>
                    <a:pt x="18" y="318"/>
                  </a:lnTo>
                  <a:lnTo>
                    <a:pt x="18" y="330"/>
                  </a:lnTo>
                  <a:lnTo>
                    <a:pt x="12" y="342"/>
                  </a:lnTo>
                  <a:lnTo>
                    <a:pt x="12" y="348"/>
                  </a:lnTo>
                  <a:lnTo>
                    <a:pt x="18" y="354"/>
                  </a:lnTo>
                  <a:lnTo>
                    <a:pt x="18" y="366"/>
                  </a:lnTo>
                  <a:lnTo>
                    <a:pt x="24" y="378"/>
                  </a:lnTo>
                  <a:lnTo>
                    <a:pt x="24" y="396"/>
                  </a:lnTo>
                  <a:lnTo>
                    <a:pt x="18" y="402"/>
                  </a:lnTo>
                  <a:lnTo>
                    <a:pt x="18" y="432"/>
                  </a:lnTo>
                  <a:lnTo>
                    <a:pt x="30" y="444"/>
                  </a:lnTo>
                  <a:lnTo>
                    <a:pt x="36" y="444"/>
                  </a:lnTo>
                  <a:lnTo>
                    <a:pt x="48" y="450"/>
                  </a:lnTo>
                  <a:lnTo>
                    <a:pt x="72" y="474"/>
                  </a:lnTo>
                  <a:lnTo>
                    <a:pt x="78" y="486"/>
                  </a:lnTo>
                  <a:lnTo>
                    <a:pt x="78" y="546"/>
                  </a:lnTo>
                  <a:lnTo>
                    <a:pt x="84" y="558"/>
                  </a:lnTo>
                  <a:lnTo>
                    <a:pt x="114" y="594"/>
                  </a:lnTo>
                  <a:lnTo>
                    <a:pt x="114" y="600"/>
                  </a:lnTo>
                  <a:lnTo>
                    <a:pt x="108" y="612"/>
                  </a:lnTo>
                  <a:lnTo>
                    <a:pt x="108" y="618"/>
                  </a:lnTo>
                  <a:lnTo>
                    <a:pt x="126" y="618"/>
                  </a:lnTo>
                  <a:lnTo>
                    <a:pt x="138" y="612"/>
                  </a:lnTo>
                  <a:lnTo>
                    <a:pt x="138" y="630"/>
                  </a:lnTo>
                  <a:lnTo>
                    <a:pt x="144" y="636"/>
                  </a:lnTo>
                  <a:lnTo>
                    <a:pt x="162" y="636"/>
                  </a:lnTo>
                  <a:lnTo>
                    <a:pt x="180" y="654"/>
                  </a:lnTo>
                  <a:lnTo>
                    <a:pt x="192" y="654"/>
                  </a:lnTo>
                  <a:lnTo>
                    <a:pt x="204" y="648"/>
                  </a:lnTo>
                  <a:lnTo>
                    <a:pt x="204" y="666"/>
                  </a:lnTo>
                  <a:lnTo>
                    <a:pt x="222" y="666"/>
                  </a:lnTo>
                  <a:lnTo>
                    <a:pt x="240" y="678"/>
                  </a:lnTo>
                  <a:lnTo>
                    <a:pt x="264" y="678"/>
                  </a:lnTo>
                  <a:lnTo>
                    <a:pt x="270" y="696"/>
                  </a:lnTo>
                  <a:lnTo>
                    <a:pt x="300" y="696"/>
                  </a:lnTo>
                  <a:lnTo>
                    <a:pt x="300" y="690"/>
                  </a:lnTo>
                  <a:lnTo>
                    <a:pt x="312" y="678"/>
                  </a:lnTo>
                  <a:lnTo>
                    <a:pt x="318" y="684"/>
                  </a:lnTo>
                  <a:lnTo>
                    <a:pt x="330" y="690"/>
                  </a:lnTo>
                  <a:lnTo>
                    <a:pt x="336" y="702"/>
                  </a:lnTo>
                  <a:lnTo>
                    <a:pt x="348" y="714"/>
                  </a:lnTo>
                  <a:lnTo>
                    <a:pt x="348" y="774"/>
                  </a:lnTo>
                  <a:lnTo>
                    <a:pt x="354" y="774"/>
                  </a:lnTo>
                  <a:lnTo>
                    <a:pt x="360" y="780"/>
                  </a:lnTo>
                  <a:lnTo>
                    <a:pt x="360" y="792"/>
                  </a:lnTo>
                  <a:lnTo>
                    <a:pt x="354" y="798"/>
                  </a:lnTo>
                  <a:lnTo>
                    <a:pt x="354" y="804"/>
                  </a:lnTo>
                  <a:lnTo>
                    <a:pt x="348" y="810"/>
                  </a:lnTo>
                  <a:lnTo>
                    <a:pt x="348" y="816"/>
                  </a:lnTo>
                  <a:lnTo>
                    <a:pt x="366" y="834"/>
                  </a:lnTo>
                  <a:lnTo>
                    <a:pt x="378" y="840"/>
                  </a:lnTo>
                  <a:lnTo>
                    <a:pt x="372" y="858"/>
                  </a:lnTo>
                  <a:lnTo>
                    <a:pt x="408" y="858"/>
                  </a:lnTo>
                  <a:lnTo>
                    <a:pt x="414" y="852"/>
                  </a:lnTo>
                  <a:lnTo>
                    <a:pt x="420" y="852"/>
                  </a:lnTo>
                  <a:lnTo>
                    <a:pt x="432" y="840"/>
                  </a:lnTo>
                  <a:lnTo>
                    <a:pt x="444" y="840"/>
                  </a:lnTo>
                  <a:lnTo>
                    <a:pt x="456" y="846"/>
                  </a:lnTo>
                  <a:lnTo>
                    <a:pt x="462" y="858"/>
                  </a:lnTo>
                  <a:lnTo>
                    <a:pt x="474" y="864"/>
                  </a:lnTo>
                  <a:lnTo>
                    <a:pt x="480" y="870"/>
                  </a:lnTo>
                  <a:lnTo>
                    <a:pt x="492" y="870"/>
                  </a:lnTo>
                  <a:lnTo>
                    <a:pt x="510" y="852"/>
                  </a:lnTo>
                  <a:lnTo>
                    <a:pt x="516" y="852"/>
                  </a:lnTo>
                  <a:lnTo>
                    <a:pt x="522" y="858"/>
                  </a:lnTo>
                  <a:lnTo>
                    <a:pt x="534" y="864"/>
                  </a:lnTo>
                  <a:lnTo>
                    <a:pt x="552" y="864"/>
                  </a:lnTo>
                  <a:lnTo>
                    <a:pt x="564" y="852"/>
                  </a:lnTo>
                  <a:lnTo>
                    <a:pt x="576" y="846"/>
                  </a:lnTo>
                  <a:lnTo>
                    <a:pt x="582" y="834"/>
                  </a:lnTo>
                  <a:lnTo>
                    <a:pt x="588" y="828"/>
                  </a:lnTo>
                  <a:lnTo>
                    <a:pt x="612" y="828"/>
                  </a:lnTo>
                  <a:lnTo>
                    <a:pt x="618" y="834"/>
                  </a:lnTo>
                  <a:lnTo>
                    <a:pt x="618" y="840"/>
                  </a:lnTo>
                  <a:lnTo>
                    <a:pt x="630" y="840"/>
                  </a:lnTo>
                  <a:lnTo>
                    <a:pt x="642" y="834"/>
                  </a:lnTo>
                  <a:lnTo>
                    <a:pt x="654" y="822"/>
                  </a:lnTo>
                  <a:lnTo>
                    <a:pt x="660" y="822"/>
                  </a:lnTo>
                  <a:lnTo>
                    <a:pt x="690" y="816"/>
                  </a:lnTo>
                  <a:lnTo>
                    <a:pt x="768" y="762"/>
                  </a:lnTo>
                  <a:lnTo>
                    <a:pt x="762" y="744"/>
                  </a:lnTo>
                  <a:close/>
                  <a:moveTo>
                    <a:pt x="726" y="360"/>
                  </a:moveTo>
                  <a:lnTo>
                    <a:pt x="732" y="354"/>
                  </a:lnTo>
                  <a:lnTo>
                    <a:pt x="732" y="324"/>
                  </a:lnTo>
                  <a:lnTo>
                    <a:pt x="720" y="312"/>
                  </a:lnTo>
                  <a:lnTo>
                    <a:pt x="714" y="312"/>
                  </a:lnTo>
                  <a:lnTo>
                    <a:pt x="708" y="318"/>
                  </a:lnTo>
                  <a:lnTo>
                    <a:pt x="708" y="348"/>
                  </a:lnTo>
                  <a:lnTo>
                    <a:pt x="714" y="354"/>
                  </a:lnTo>
                  <a:lnTo>
                    <a:pt x="726" y="360"/>
                  </a:lnTo>
                  <a:close/>
                  <a:moveTo>
                    <a:pt x="678" y="420"/>
                  </a:moveTo>
                  <a:lnTo>
                    <a:pt x="690" y="426"/>
                  </a:lnTo>
                  <a:lnTo>
                    <a:pt x="696" y="438"/>
                  </a:lnTo>
                  <a:lnTo>
                    <a:pt x="708" y="444"/>
                  </a:lnTo>
                  <a:lnTo>
                    <a:pt x="720" y="444"/>
                  </a:lnTo>
                  <a:lnTo>
                    <a:pt x="726" y="438"/>
                  </a:lnTo>
                  <a:lnTo>
                    <a:pt x="720" y="432"/>
                  </a:lnTo>
                  <a:lnTo>
                    <a:pt x="720" y="426"/>
                  </a:lnTo>
                  <a:lnTo>
                    <a:pt x="708" y="414"/>
                  </a:lnTo>
                  <a:lnTo>
                    <a:pt x="708" y="390"/>
                  </a:lnTo>
                  <a:lnTo>
                    <a:pt x="702" y="378"/>
                  </a:lnTo>
                  <a:lnTo>
                    <a:pt x="684" y="378"/>
                  </a:lnTo>
                  <a:lnTo>
                    <a:pt x="678" y="384"/>
                  </a:lnTo>
                  <a:lnTo>
                    <a:pt x="678" y="42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12" name="Taji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1961B229-68C1-4EF3-8F43-F1B8869F9A09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5216974" y="1917934"/>
              <a:ext cx="182231" cy="114315"/>
            </a:xfrm>
            <a:custGeom>
              <a:avLst/>
              <a:gdLst>
                <a:gd name="T0" fmla="*/ 2147483647 w 552"/>
                <a:gd name="T1" fmla="*/ 2147483647 h 348"/>
                <a:gd name="T2" fmla="*/ 2147483647 w 552"/>
                <a:gd name="T3" fmla="*/ 2147483647 h 348"/>
                <a:gd name="T4" fmla="*/ 2147483647 w 552"/>
                <a:gd name="T5" fmla="*/ 2147483647 h 348"/>
                <a:gd name="T6" fmla="*/ 2147483647 w 552"/>
                <a:gd name="T7" fmla="*/ 2147483647 h 348"/>
                <a:gd name="T8" fmla="*/ 2147483647 w 552"/>
                <a:gd name="T9" fmla="*/ 2147483647 h 348"/>
                <a:gd name="T10" fmla="*/ 2147483647 w 552"/>
                <a:gd name="T11" fmla="*/ 2147483647 h 348"/>
                <a:gd name="T12" fmla="*/ 2147483647 w 552"/>
                <a:gd name="T13" fmla="*/ 2147483647 h 348"/>
                <a:gd name="T14" fmla="*/ 2147483647 w 552"/>
                <a:gd name="T15" fmla="*/ 2147483647 h 348"/>
                <a:gd name="T16" fmla="*/ 2147483647 w 552"/>
                <a:gd name="T17" fmla="*/ 2147483647 h 348"/>
                <a:gd name="T18" fmla="*/ 2147483647 w 552"/>
                <a:gd name="T19" fmla="*/ 2147483647 h 348"/>
                <a:gd name="T20" fmla="*/ 2147483647 w 552"/>
                <a:gd name="T21" fmla="*/ 2147483647 h 348"/>
                <a:gd name="T22" fmla="*/ 2147483647 w 552"/>
                <a:gd name="T23" fmla="*/ 2147483647 h 348"/>
                <a:gd name="T24" fmla="*/ 2147483647 w 552"/>
                <a:gd name="T25" fmla="*/ 2147483647 h 348"/>
                <a:gd name="T26" fmla="*/ 2147483647 w 552"/>
                <a:gd name="T27" fmla="*/ 2147483647 h 348"/>
                <a:gd name="T28" fmla="*/ 2147483647 w 552"/>
                <a:gd name="T29" fmla="*/ 2147483647 h 348"/>
                <a:gd name="T30" fmla="*/ 2147483647 w 552"/>
                <a:gd name="T31" fmla="*/ 2147483647 h 348"/>
                <a:gd name="T32" fmla="*/ 2147483647 w 552"/>
                <a:gd name="T33" fmla="*/ 2147483647 h 348"/>
                <a:gd name="T34" fmla="*/ 2147483647 w 552"/>
                <a:gd name="T35" fmla="*/ 2147483647 h 348"/>
                <a:gd name="T36" fmla="*/ 2147483647 w 552"/>
                <a:gd name="T37" fmla="*/ 2147483647 h 348"/>
                <a:gd name="T38" fmla="*/ 2147483647 w 552"/>
                <a:gd name="T39" fmla="*/ 0 h 348"/>
                <a:gd name="T40" fmla="*/ 2147483647 w 552"/>
                <a:gd name="T41" fmla="*/ 2147483647 h 348"/>
                <a:gd name="T42" fmla="*/ 2147483647 w 552"/>
                <a:gd name="T43" fmla="*/ 2147483647 h 348"/>
                <a:gd name="T44" fmla="*/ 2147483647 w 552"/>
                <a:gd name="T45" fmla="*/ 2147483647 h 348"/>
                <a:gd name="T46" fmla="*/ 2147483647 w 552"/>
                <a:gd name="T47" fmla="*/ 2147483647 h 348"/>
                <a:gd name="T48" fmla="*/ 2147483647 w 552"/>
                <a:gd name="T49" fmla="*/ 2147483647 h 348"/>
                <a:gd name="T50" fmla="*/ 2147483647 w 552"/>
                <a:gd name="T51" fmla="*/ 2147483647 h 348"/>
                <a:gd name="T52" fmla="*/ 2147483647 w 552"/>
                <a:gd name="T53" fmla="*/ 2147483647 h 348"/>
                <a:gd name="T54" fmla="*/ 2147483647 w 552"/>
                <a:gd name="T55" fmla="*/ 2147483647 h 348"/>
                <a:gd name="T56" fmla="*/ 2147483647 w 552"/>
                <a:gd name="T57" fmla="*/ 2147483647 h 348"/>
                <a:gd name="T58" fmla="*/ 2147483647 w 552"/>
                <a:gd name="T59" fmla="*/ 2147483647 h 348"/>
                <a:gd name="T60" fmla="*/ 2147483647 w 552"/>
                <a:gd name="T61" fmla="*/ 2147483647 h 348"/>
                <a:gd name="T62" fmla="*/ 2147483647 w 552"/>
                <a:gd name="T63" fmla="*/ 2147483647 h 348"/>
                <a:gd name="T64" fmla="*/ 2147483647 w 552"/>
                <a:gd name="T65" fmla="*/ 2147483647 h 348"/>
                <a:gd name="T66" fmla="*/ 2147483647 w 552"/>
                <a:gd name="T67" fmla="*/ 2147483647 h 348"/>
                <a:gd name="T68" fmla="*/ 2147483647 w 552"/>
                <a:gd name="T69" fmla="*/ 2147483647 h 348"/>
                <a:gd name="T70" fmla="*/ 2147483647 w 552"/>
                <a:gd name="T71" fmla="*/ 2147483647 h 348"/>
                <a:gd name="T72" fmla="*/ 2147483647 w 552"/>
                <a:gd name="T73" fmla="*/ 2147483647 h 348"/>
                <a:gd name="T74" fmla="*/ 2147483647 w 552"/>
                <a:gd name="T75" fmla="*/ 2147483647 h 348"/>
                <a:gd name="T76" fmla="*/ 2147483647 w 552"/>
                <a:gd name="T77" fmla="*/ 2147483647 h 348"/>
                <a:gd name="T78" fmla="*/ 2147483647 w 552"/>
                <a:gd name="T79" fmla="*/ 2147483647 h 348"/>
                <a:gd name="T80" fmla="*/ 2147483647 w 552"/>
                <a:gd name="T81" fmla="*/ 2147483647 h 348"/>
                <a:gd name="T82" fmla="*/ 2147483647 w 552"/>
                <a:gd name="T83" fmla="*/ 2147483647 h 348"/>
                <a:gd name="T84" fmla="*/ 2147483647 w 552"/>
                <a:gd name="T85" fmla="*/ 2147483647 h 348"/>
                <a:gd name="T86" fmla="*/ 2147483647 w 552"/>
                <a:gd name="T87" fmla="*/ 2147483647 h 348"/>
                <a:gd name="T88" fmla="*/ 2147483647 w 552"/>
                <a:gd name="T89" fmla="*/ 2147483647 h 348"/>
                <a:gd name="T90" fmla="*/ 2147483647 w 552"/>
                <a:gd name="T91" fmla="*/ 2147483647 h 348"/>
                <a:gd name="T92" fmla="*/ 2147483647 w 552"/>
                <a:gd name="T93" fmla="*/ 2147483647 h 348"/>
                <a:gd name="T94" fmla="*/ 2147483647 w 552"/>
                <a:gd name="T95" fmla="*/ 2147483647 h 348"/>
                <a:gd name="T96" fmla="*/ 2147483647 w 552"/>
                <a:gd name="T97" fmla="*/ 2147483647 h 348"/>
                <a:gd name="T98" fmla="*/ 2147483647 w 552"/>
                <a:gd name="T99" fmla="*/ 2147483647 h 34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52"/>
                <a:gd name="T151" fmla="*/ 0 h 348"/>
                <a:gd name="T152" fmla="*/ 552 w 552"/>
                <a:gd name="T153" fmla="*/ 348 h 34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52" h="348">
                  <a:moveTo>
                    <a:pt x="528" y="270"/>
                  </a:moveTo>
                  <a:lnTo>
                    <a:pt x="516" y="246"/>
                  </a:lnTo>
                  <a:lnTo>
                    <a:pt x="516" y="204"/>
                  </a:lnTo>
                  <a:lnTo>
                    <a:pt x="510" y="198"/>
                  </a:lnTo>
                  <a:lnTo>
                    <a:pt x="498" y="192"/>
                  </a:lnTo>
                  <a:lnTo>
                    <a:pt x="492" y="192"/>
                  </a:lnTo>
                  <a:lnTo>
                    <a:pt x="480" y="186"/>
                  </a:lnTo>
                  <a:lnTo>
                    <a:pt x="456" y="186"/>
                  </a:lnTo>
                  <a:lnTo>
                    <a:pt x="450" y="192"/>
                  </a:lnTo>
                  <a:lnTo>
                    <a:pt x="438" y="192"/>
                  </a:lnTo>
                  <a:lnTo>
                    <a:pt x="426" y="180"/>
                  </a:lnTo>
                  <a:lnTo>
                    <a:pt x="426" y="168"/>
                  </a:lnTo>
                  <a:lnTo>
                    <a:pt x="432" y="156"/>
                  </a:lnTo>
                  <a:lnTo>
                    <a:pt x="432" y="144"/>
                  </a:lnTo>
                  <a:lnTo>
                    <a:pt x="414" y="144"/>
                  </a:lnTo>
                  <a:lnTo>
                    <a:pt x="414" y="120"/>
                  </a:lnTo>
                  <a:lnTo>
                    <a:pt x="396" y="114"/>
                  </a:lnTo>
                  <a:lnTo>
                    <a:pt x="384" y="126"/>
                  </a:lnTo>
                  <a:lnTo>
                    <a:pt x="342" y="126"/>
                  </a:lnTo>
                  <a:lnTo>
                    <a:pt x="336" y="132"/>
                  </a:lnTo>
                  <a:lnTo>
                    <a:pt x="324" y="138"/>
                  </a:lnTo>
                  <a:lnTo>
                    <a:pt x="312" y="138"/>
                  </a:lnTo>
                  <a:lnTo>
                    <a:pt x="312" y="132"/>
                  </a:lnTo>
                  <a:lnTo>
                    <a:pt x="306" y="132"/>
                  </a:lnTo>
                  <a:lnTo>
                    <a:pt x="294" y="138"/>
                  </a:lnTo>
                  <a:lnTo>
                    <a:pt x="264" y="108"/>
                  </a:lnTo>
                  <a:lnTo>
                    <a:pt x="258" y="114"/>
                  </a:lnTo>
                  <a:lnTo>
                    <a:pt x="246" y="120"/>
                  </a:lnTo>
                  <a:lnTo>
                    <a:pt x="240" y="126"/>
                  </a:lnTo>
                  <a:lnTo>
                    <a:pt x="222" y="126"/>
                  </a:lnTo>
                  <a:lnTo>
                    <a:pt x="210" y="114"/>
                  </a:lnTo>
                  <a:lnTo>
                    <a:pt x="186" y="114"/>
                  </a:lnTo>
                  <a:lnTo>
                    <a:pt x="174" y="108"/>
                  </a:lnTo>
                  <a:lnTo>
                    <a:pt x="156" y="108"/>
                  </a:lnTo>
                  <a:lnTo>
                    <a:pt x="150" y="114"/>
                  </a:lnTo>
                  <a:lnTo>
                    <a:pt x="138" y="114"/>
                  </a:lnTo>
                  <a:lnTo>
                    <a:pt x="126" y="120"/>
                  </a:lnTo>
                  <a:lnTo>
                    <a:pt x="120" y="114"/>
                  </a:lnTo>
                  <a:lnTo>
                    <a:pt x="120" y="108"/>
                  </a:lnTo>
                  <a:lnTo>
                    <a:pt x="114" y="102"/>
                  </a:lnTo>
                  <a:lnTo>
                    <a:pt x="114" y="90"/>
                  </a:lnTo>
                  <a:lnTo>
                    <a:pt x="126" y="84"/>
                  </a:lnTo>
                  <a:lnTo>
                    <a:pt x="132" y="78"/>
                  </a:lnTo>
                  <a:lnTo>
                    <a:pt x="132" y="66"/>
                  </a:lnTo>
                  <a:lnTo>
                    <a:pt x="138" y="60"/>
                  </a:lnTo>
                  <a:lnTo>
                    <a:pt x="150" y="60"/>
                  </a:lnTo>
                  <a:lnTo>
                    <a:pt x="186" y="72"/>
                  </a:lnTo>
                  <a:lnTo>
                    <a:pt x="198" y="78"/>
                  </a:lnTo>
                  <a:lnTo>
                    <a:pt x="204" y="78"/>
                  </a:lnTo>
                  <a:lnTo>
                    <a:pt x="210" y="72"/>
                  </a:lnTo>
                  <a:lnTo>
                    <a:pt x="210" y="66"/>
                  </a:lnTo>
                  <a:lnTo>
                    <a:pt x="204" y="60"/>
                  </a:lnTo>
                  <a:lnTo>
                    <a:pt x="198" y="60"/>
                  </a:lnTo>
                  <a:lnTo>
                    <a:pt x="186" y="54"/>
                  </a:lnTo>
                  <a:lnTo>
                    <a:pt x="180" y="48"/>
                  </a:lnTo>
                  <a:lnTo>
                    <a:pt x="174" y="48"/>
                  </a:lnTo>
                  <a:lnTo>
                    <a:pt x="198" y="12"/>
                  </a:lnTo>
                  <a:lnTo>
                    <a:pt x="192" y="6"/>
                  </a:lnTo>
                  <a:lnTo>
                    <a:pt x="180" y="0"/>
                  </a:lnTo>
                  <a:lnTo>
                    <a:pt x="162" y="0"/>
                  </a:lnTo>
                  <a:lnTo>
                    <a:pt x="156" y="12"/>
                  </a:lnTo>
                  <a:lnTo>
                    <a:pt x="144" y="18"/>
                  </a:lnTo>
                  <a:lnTo>
                    <a:pt x="138" y="30"/>
                  </a:lnTo>
                  <a:lnTo>
                    <a:pt x="132" y="30"/>
                  </a:lnTo>
                  <a:lnTo>
                    <a:pt x="114" y="12"/>
                  </a:lnTo>
                  <a:lnTo>
                    <a:pt x="102" y="12"/>
                  </a:lnTo>
                  <a:lnTo>
                    <a:pt x="102" y="24"/>
                  </a:lnTo>
                  <a:lnTo>
                    <a:pt x="96" y="30"/>
                  </a:lnTo>
                  <a:lnTo>
                    <a:pt x="96" y="42"/>
                  </a:lnTo>
                  <a:lnTo>
                    <a:pt x="108" y="54"/>
                  </a:lnTo>
                  <a:lnTo>
                    <a:pt x="108" y="60"/>
                  </a:lnTo>
                  <a:lnTo>
                    <a:pt x="66" y="60"/>
                  </a:lnTo>
                  <a:lnTo>
                    <a:pt x="90" y="84"/>
                  </a:lnTo>
                  <a:lnTo>
                    <a:pt x="72" y="96"/>
                  </a:lnTo>
                  <a:lnTo>
                    <a:pt x="78" y="96"/>
                  </a:lnTo>
                  <a:lnTo>
                    <a:pt x="78" y="108"/>
                  </a:lnTo>
                  <a:lnTo>
                    <a:pt x="54" y="120"/>
                  </a:lnTo>
                  <a:lnTo>
                    <a:pt x="6" y="120"/>
                  </a:lnTo>
                  <a:lnTo>
                    <a:pt x="0" y="126"/>
                  </a:lnTo>
                  <a:lnTo>
                    <a:pt x="0" y="144"/>
                  </a:lnTo>
                  <a:lnTo>
                    <a:pt x="18" y="144"/>
                  </a:lnTo>
                  <a:lnTo>
                    <a:pt x="30" y="156"/>
                  </a:lnTo>
                  <a:lnTo>
                    <a:pt x="36" y="156"/>
                  </a:lnTo>
                  <a:lnTo>
                    <a:pt x="42" y="162"/>
                  </a:lnTo>
                  <a:lnTo>
                    <a:pt x="54" y="162"/>
                  </a:lnTo>
                  <a:lnTo>
                    <a:pt x="66" y="174"/>
                  </a:lnTo>
                  <a:lnTo>
                    <a:pt x="66" y="180"/>
                  </a:lnTo>
                  <a:lnTo>
                    <a:pt x="60" y="186"/>
                  </a:lnTo>
                  <a:lnTo>
                    <a:pt x="60" y="204"/>
                  </a:lnTo>
                  <a:lnTo>
                    <a:pt x="66" y="210"/>
                  </a:lnTo>
                  <a:lnTo>
                    <a:pt x="78" y="216"/>
                  </a:lnTo>
                  <a:lnTo>
                    <a:pt x="90" y="228"/>
                  </a:lnTo>
                  <a:lnTo>
                    <a:pt x="90" y="246"/>
                  </a:lnTo>
                  <a:lnTo>
                    <a:pt x="84" y="258"/>
                  </a:lnTo>
                  <a:lnTo>
                    <a:pt x="72" y="264"/>
                  </a:lnTo>
                  <a:lnTo>
                    <a:pt x="66" y="276"/>
                  </a:lnTo>
                  <a:lnTo>
                    <a:pt x="60" y="282"/>
                  </a:lnTo>
                  <a:lnTo>
                    <a:pt x="60" y="306"/>
                  </a:lnTo>
                  <a:lnTo>
                    <a:pt x="66" y="312"/>
                  </a:lnTo>
                  <a:lnTo>
                    <a:pt x="78" y="318"/>
                  </a:lnTo>
                  <a:lnTo>
                    <a:pt x="84" y="324"/>
                  </a:lnTo>
                  <a:lnTo>
                    <a:pt x="90" y="324"/>
                  </a:lnTo>
                  <a:lnTo>
                    <a:pt x="108" y="306"/>
                  </a:lnTo>
                  <a:lnTo>
                    <a:pt x="120" y="300"/>
                  </a:lnTo>
                  <a:lnTo>
                    <a:pt x="126" y="294"/>
                  </a:lnTo>
                  <a:lnTo>
                    <a:pt x="138" y="294"/>
                  </a:lnTo>
                  <a:lnTo>
                    <a:pt x="144" y="300"/>
                  </a:lnTo>
                  <a:lnTo>
                    <a:pt x="150" y="312"/>
                  </a:lnTo>
                  <a:lnTo>
                    <a:pt x="156" y="318"/>
                  </a:lnTo>
                  <a:lnTo>
                    <a:pt x="162" y="318"/>
                  </a:lnTo>
                  <a:lnTo>
                    <a:pt x="162" y="288"/>
                  </a:lnTo>
                  <a:lnTo>
                    <a:pt x="174" y="276"/>
                  </a:lnTo>
                  <a:lnTo>
                    <a:pt x="186" y="270"/>
                  </a:lnTo>
                  <a:lnTo>
                    <a:pt x="204" y="270"/>
                  </a:lnTo>
                  <a:lnTo>
                    <a:pt x="216" y="282"/>
                  </a:lnTo>
                  <a:lnTo>
                    <a:pt x="222" y="258"/>
                  </a:lnTo>
                  <a:lnTo>
                    <a:pt x="216" y="258"/>
                  </a:lnTo>
                  <a:lnTo>
                    <a:pt x="210" y="252"/>
                  </a:lnTo>
                  <a:lnTo>
                    <a:pt x="210" y="246"/>
                  </a:lnTo>
                  <a:lnTo>
                    <a:pt x="222" y="234"/>
                  </a:lnTo>
                  <a:lnTo>
                    <a:pt x="228" y="234"/>
                  </a:lnTo>
                  <a:lnTo>
                    <a:pt x="234" y="228"/>
                  </a:lnTo>
                  <a:lnTo>
                    <a:pt x="234" y="204"/>
                  </a:lnTo>
                  <a:lnTo>
                    <a:pt x="240" y="198"/>
                  </a:lnTo>
                  <a:lnTo>
                    <a:pt x="258" y="198"/>
                  </a:lnTo>
                  <a:lnTo>
                    <a:pt x="276" y="216"/>
                  </a:lnTo>
                  <a:lnTo>
                    <a:pt x="276" y="246"/>
                  </a:lnTo>
                  <a:lnTo>
                    <a:pt x="294" y="246"/>
                  </a:lnTo>
                  <a:lnTo>
                    <a:pt x="306" y="312"/>
                  </a:lnTo>
                  <a:lnTo>
                    <a:pt x="306" y="318"/>
                  </a:lnTo>
                  <a:lnTo>
                    <a:pt x="336" y="348"/>
                  </a:lnTo>
                  <a:lnTo>
                    <a:pt x="342" y="348"/>
                  </a:lnTo>
                  <a:lnTo>
                    <a:pt x="348" y="342"/>
                  </a:lnTo>
                  <a:lnTo>
                    <a:pt x="360" y="336"/>
                  </a:lnTo>
                  <a:lnTo>
                    <a:pt x="366" y="324"/>
                  </a:lnTo>
                  <a:lnTo>
                    <a:pt x="372" y="318"/>
                  </a:lnTo>
                  <a:lnTo>
                    <a:pt x="390" y="318"/>
                  </a:lnTo>
                  <a:lnTo>
                    <a:pt x="396" y="312"/>
                  </a:lnTo>
                  <a:lnTo>
                    <a:pt x="402" y="300"/>
                  </a:lnTo>
                  <a:lnTo>
                    <a:pt x="408" y="294"/>
                  </a:lnTo>
                  <a:lnTo>
                    <a:pt x="432" y="282"/>
                  </a:lnTo>
                  <a:lnTo>
                    <a:pt x="456" y="282"/>
                  </a:lnTo>
                  <a:lnTo>
                    <a:pt x="456" y="300"/>
                  </a:lnTo>
                  <a:lnTo>
                    <a:pt x="492" y="288"/>
                  </a:lnTo>
                  <a:lnTo>
                    <a:pt x="516" y="288"/>
                  </a:lnTo>
                  <a:lnTo>
                    <a:pt x="522" y="294"/>
                  </a:lnTo>
                  <a:lnTo>
                    <a:pt x="546" y="294"/>
                  </a:lnTo>
                  <a:lnTo>
                    <a:pt x="552" y="288"/>
                  </a:lnTo>
                  <a:lnTo>
                    <a:pt x="540" y="276"/>
                  </a:lnTo>
                  <a:lnTo>
                    <a:pt x="534" y="276"/>
                  </a:lnTo>
                  <a:lnTo>
                    <a:pt x="528" y="27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13" name="Syria" descr="© INSCALE GmbH, 05.05.2010&#10;http://www.presentationload.com/">
              <a:extLst>
                <a:ext uri="{FF2B5EF4-FFF2-40B4-BE49-F238E27FC236}">
                  <a16:creationId xmlns:a16="http://schemas.microsoft.com/office/drawing/2014/main" id="{B44BED54-2271-4123-85BD-6D311A883202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533286" y="2011700"/>
              <a:ext cx="148627" cy="136149"/>
            </a:xfrm>
            <a:custGeom>
              <a:avLst/>
              <a:gdLst>
                <a:gd name="T0" fmla="*/ 2147483647 w 450"/>
                <a:gd name="T1" fmla="*/ 2147483647 h 414"/>
                <a:gd name="T2" fmla="*/ 2147483647 w 450"/>
                <a:gd name="T3" fmla="*/ 2147483647 h 414"/>
                <a:gd name="T4" fmla="*/ 2147483647 w 450"/>
                <a:gd name="T5" fmla="*/ 2147483647 h 414"/>
                <a:gd name="T6" fmla="*/ 2147483647 w 450"/>
                <a:gd name="T7" fmla="*/ 0 h 414"/>
                <a:gd name="T8" fmla="*/ 2147483647 w 450"/>
                <a:gd name="T9" fmla="*/ 2147483647 h 414"/>
                <a:gd name="T10" fmla="*/ 2147483647 w 450"/>
                <a:gd name="T11" fmla="*/ 2147483647 h 414"/>
                <a:gd name="T12" fmla="*/ 2147483647 w 450"/>
                <a:gd name="T13" fmla="*/ 2147483647 h 414"/>
                <a:gd name="T14" fmla="*/ 2147483647 w 450"/>
                <a:gd name="T15" fmla="*/ 2147483647 h 414"/>
                <a:gd name="T16" fmla="*/ 2147483647 w 450"/>
                <a:gd name="T17" fmla="*/ 2147483647 h 414"/>
                <a:gd name="T18" fmla="*/ 2147483647 w 450"/>
                <a:gd name="T19" fmla="*/ 2147483647 h 414"/>
                <a:gd name="T20" fmla="*/ 2147483647 w 450"/>
                <a:gd name="T21" fmla="*/ 2147483647 h 414"/>
                <a:gd name="T22" fmla="*/ 2147483647 w 450"/>
                <a:gd name="T23" fmla="*/ 2147483647 h 414"/>
                <a:gd name="T24" fmla="*/ 2147483647 w 450"/>
                <a:gd name="T25" fmla="*/ 2147483647 h 414"/>
                <a:gd name="T26" fmla="*/ 2147483647 w 450"/>
                <a:gd name="T27" fmla="*/ 2147483647 h 414"/>
                <a:gd name="T28" fmla="*/ 2147483647 w 450"/>
                <a:gd name="T29" fmla="*/ 2147483647 h 414"/>
                <a:gd name="T30" fmla="*/ 2147483647 w 450"/>
                <a:gd name="T31" fmla="*/ 2147483647 h 414"/>
                <a:gd name="T32" fmla="*/ 2147483647 w 450"/>
                <a:gd name="T33" fmla="*/ 2147483647 h 414"/>
                <a:gd name="T34" fmla="*/ 2147483647 w 450"/>
                <a:gd name="T35" fmla="*/ 2147483647 h 414"/>
                <a:gd name="T36" fmla="*/ 2147483647 w 450"/>
                <a:gd name="T37" fmla="*/ 2147483647 h 414"/>
                <a:gd name="T38" fmla="*/ 2147483647 w 450"/>
                <a:gd name="T39" fmla="*/ 2147483647 h 414"/>
                <a:gd name="T40" fmla="*/ 2147483647 w 450"/>
                <a:gd name="T41" fmla="*/ 2147483647 h 414"/>
                <a:gd name="T42" fmla="*/ 2147483647 w 450"/>
                <a:gd name="T43" fmla="*/ 2147483647 h 414"/>
                <a:gd name="T44" fmla="*/ 2147483647 w 450"/>
                <a:gd name="T45" fmla="*/ 2147483647 h 414"/>
                <a:gd name="T46" fmla="*/ 2147483647 w 450"/>
                <a:gd name="T47" fmla="*/ 2147483647 h 414"/>
                <a:gd name="T48" fmla="*/ 2147483647 w 450"/>
                <a:gd name="T49" fmla="*/ 2147483647 h 414"/>
                <a:gd name="T50" fmla="*/ 2147483647 w 450"/>
                <a:gd name="T51" fmla="*/ 2147483647 h 414"/>
                <a:gd name="T52" fmla="*/ 2147483647 w 450"/>
                <a:gd name="T53" fmla="*/ 2147483647 h 414"/>
                <a:gd name="T54" fmla="*/ 2147483647 w 450"/>
                <a:gd name="T55" fmla="*/ 2147483647 h 414"/>
                <a:gd name="T56" fmla="*/ 2147483647 w 450"/>
                <a:gd name="T57" fmla="*/ 2147483647 h 414"/>
                <a:gd name="T58" fmla="*/ 2147483647 w 450"/>
                <a:gd name="T59" fmla="*/ 2147483647 h 414"/>
                <a:gd name="T60" fmla="*/ 2147483647 w 450"/>
                <a:gd name="T61" fmla="*/ 2147483647 h 414"/>
                <a:gd name="T62" fmla="*/ 2147483647 w 450"/>
                <a:gd name="T63" fmla="*/ 2147483647 h 414"/>
                <a:gd name="T64" fmla="*/ 2147483647 w 450"/>
                <a:gd name="T65" fmla="*/ 2147483647 h 414"/>
                <a:gd name="T66" fmla="*/ 2147483647 w 450"/>
                <a:gd name="T67" fmla="*/ 2147483647 h 414"/>
                <a:gd name="T68" fmla="*/ 2147483647 w 450"/>
                <a:gd name="T69" fmla="*/ 2147483647 h 414"/>
                <a:gd name="T70" fmla="*/ 2147483647 w 450"/>
                <a:gd name="T71" fmla="*/ 2147483647 h 414"/>
                <a:gd name="T72" fmla="*/ 2147483647 w 450"/>
                <a:gd name="T73" fmla="*/ 2147483647 h 414"/>
                <a:gd name="T74" fmla="*/ 2147483647 w 450"/>
                <a:gd name="T75" fmla="*/ 2147483647 h 414"/>
                <a:gd name="T76" fmla="*/ 2147483647 w 450"/>
                <a:gd name="T77" fmla="*/ 2147483647 h 414"/>
                <a:gd name="T78" fmla="*/ 2147483647 w 450"/>
                <a:gd name="T79" fmla="*/ 2147483647 h 414"/>
                <a:gd name="T80" fmla="*/ 2147483647 w 450"/>
                <a:gd name="T81" fmla="*/ 2147483647 h 414"/>
                <a:gd name="T82" fmla="*/ 2147483647 w 450"/>
                <a:gd name="T83" fmla="*/ 2147483647 h 414"/>
                <a:gd name="T84" fmla="*/ 2147483647 w 450"/>
                <a:gd name="T85" fmla="*/ 2147483647 h 414"/>
                <a:gd name="T86" fmla="*/ 2147483647 w 450"/>
                <a:gd name="T87" fmla="*/ 2147483647 h 414"/>
                <a:gd name="T88" fmla="*/ 2147483647 w 450"/>
                <a:gd name="T89" fmla="*/ 2147483647 h 414"/>
                <a:gd name="T90" fmla="*/ 2147483647 w 450"/>
                <a:gd name="T91" fmla="*/ 2147483647 h 414"/>
                <a:gd name="T92" fmla="*/ 2147483647 w 450"/>
                <a:gd name="T93" fmla="*/ 2147483647 h 414"/>
                <a:gd name="T94" fmla="*/ 2147483647 w 450"/>
                <a:gd name="T95" fmla="*/ 2147483647 h 414"/>
                <a:gd name="T96" fmla="*/ 2147483647 w 450"/>
                <a:gd name="T97" fmla="*/ 2147483647 h 41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50"/>
                <a:gd name="T148" fmla="*/ 0 h 414"/>
                <a:gd name="T149" fmla="*/ 450 w 450"/>
                <a:gd name="T150" fmla="*/ 414 h 41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50" h="414">
                  <a:moveTo>
                    <a:pt x="426" y="60"/>
                  </a:moveTo>
                  <a:lnTo>
                    <a:pt x="432" y="54"/>
                  </a:lnTo>
                  <a:lnTo>
                    <a:pt x="438" y="42"/>
                  </a:lnTo>
                  <a:lnTo>
                    <a:pt x="450" y="30"/>
                  </a:lnTo>
                  <a:lnTo>
                    <a:pt x="444" y="30"/>
                  </a:lnTo>
                  <a:lnTo>
                    <a:pt x="438" y="24"/>
                  </a:lnTo>
                  <a:lnTo>
                    <a:pt x="438" y="0"/>
                  </a:lnTo>
                  <a:lnTo>
                    <a:pt x="432" y="0"/>
                  </a:lnTo>
                  <a:lnTo>
                    <a:pt x="432" y="6"/>
                  </a:lnTo>
                  <a:lnTo>
                    <a:pt x="426" y="18"/>
                  </a:lnTo>
                  <a:lnTo>
                    <a:pt x="402" y="18"/>
                  </a:lnTo>
                  <a:lnTo>
                    <a:pt x="390" y="30"/>
                  </a:lnTo>
                  <a:lnTo>
                    <a:pt x="372" y="30"/>
                  </a:lnTo>
                  <a:lnTo>
                    <a:pt x="366" y="24"/>
                  </a:lnTo>
                  <a:lnTo>
                    <a:pt x="318" y="24"/>
                  </a:lnTo>
                  <a:lnTo>
                    <a:pt x="306" y="30"/>
                  </a:lnTo>
                  <a:lnTo>
                    <a:pt x="294" y="42"/>
                  </a:lnTo>
                  <a:lnTo>
                    <a:pt x="282" y="48"/>
                  </a:lnTo>
                  <a:lnTo>
                    <a:pt x="276" y="54"/>
                  </a:lnTo>
                  <a:lnTo>
                    <a:pt x="258" y="54"/>
                  </a:lnTo>
                  <a:lnTo>
                    <a:pt x="246" y="60"/>
                  </a:lnTo>
                  <a:lnTo>
                    <a:pt x="234" y="60"/>
                  </a:lnTo>
                  <a:lnTo>
                    <a:pt x="222" y="54"/>
                  </a:lnTo>
                  <a:lnTo>
                    <a:pt x="204" y="54"/>
                  </a:lnTo>
                  <a:lnTo>
                    <a:pt x="192" y="42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30"/>
                  </a:lnTo>
                  <a:lnTo>
                    <a:pt x="150" y="48"/>
                  </a:lnTo>
                  <a:lnTo>
                    <a:pt x="144" y="48"/>
                  </a:lnTo>
                  <a:lnTo>
                    <a:pt x="138" y="54"/>
                  </a:lnTo>
                  <a:lnTo>
                    <a:pt x="120" y="60"/>
                  </a:lnTo>
                  <a:lnTo>
                    <a:pt x="84" y="60"/>
                  </a:lnTo>
                  <a:lnTo>
                    <a:pt x="84" y="54"/>
                  </a:lnTo>
                  <a:lnTo>
                    <a:pt x="90" y="48"/>
                  </a:lnTo>
                  <a:lnTo>
                    <a:pt x="66" y="48"/>
                  </a:lnTo>
                  <a:lnTo>
                    <a:pt x="66" y="78"/>
                  </a:lnTo>
                  <a:lnTo>
                    <a:pt x="72" y="78"/>
                  </a:lnTo>
                  <a:lnTo>
                    <a:pt x="72" y="102"/>
                  </a:lnTo>
                  <a:lnTo>
                    <a:pt x="60" y="102"/>
                  </a:lnTo>
                  <a:lnTo>
                    <a:pt x="54" y="96"/>
                  </a:lnTo>
                  <a:lnTo>
                    <a:pt x="54" y="114"/>
                  </a:lnTo>
                  <a:lnTo>
                    <a:pt x="48" y="120"/>
                  </a:lnTo>
                  <a:lnTo>
                    <a:pt x="48" y="126"/>
                  </a:lnTo>
                  <a:lnTo>
                    <a:pt x="36" y="126"/>
                  </a:lnTo>
                  <a:lnTo>
                    <a:pt x="24" y="114"/>
                  </a:lnTo>
                  <a:lnTo>
                    <a:pt x="18" y="120"/>
                  </a:lnTo>
                  <a:lnTo>
                    <a:pt x="12" y="132"/>
                  </a:lnTo>
                  <a:lnTo>
                    <a:pt x="12" y="150"/>
                  </a:lnTo>
                  <a:lnTo>
                    <a:pt x="6" y="150"/>
                  </a:lnTo>
                  <a:lnTo>
                    <a:pt x="0" y="198"/>
                  </a:lnTo>
                  <a:lnTo>
                    <a:pt x="6" y="204"/>
                  </a:lnTo>
                  <a:lnTo>
                    <a:pt x="18" y="210"/>
                  </a:lnTo>
                  <a:lnTo>
                    <a:pt x="24" y="216"/>
                  </a:lnTo>
                  <a:lnTo>
                    <a:pt x="24" y="222"/>
                  </a:lnTo>
                  <a:lnTo>
                    <a:pt x="72" y="222"/>
                  </a:lnTo>
                  <a:lnTo>
                    <a:pt x="66" y="234"/>
                  </a:lnTo>
                  <a:lnTo>
                    <a:pt x="72" y="240"/>
                  </a:lnTo>
                  <a:lnTo>
                    <a:pt x="78" y="252"/>
                  </a:lnTo>
                  <a:lnTo>
                    <a:pt x="78" y="270"/>
                  </a:lnTo>
                  <a:lnTo>
                    <a:pt x="72" y="282"/>
                  </a:lnTo>
                  <a:lnTo>
                    <a:pt x="66" y="282"/>
                  </a:lnTo>
                  <a:lnTo>
                    <a:pt x="54" y="288"/>
                  </a:lnTo>
                  <a:lnTo>
                    <a:pt x="48" y="288"/>
                  </a:lnTo>
                  <a:lnTo>
                    <a:pt x="42" y="294"/>
                  </a:lnTo>
                  <a:lnTo>
                    <a:pt x="42" y="318"/>
                  </a:lnTo>
                  <a:lnTo>
                    <a:pt x="24" y="336"/>
                  </a:lnTo>
                  <a:lnTo>
                    <a:pt x="30" y="378"/>
                  </a:lnTo>
                  <a:lnTo>
                    <a:pt x="36" y="378"/>
                  </a:lnTo>
                  <a:lnTo>
                    <a:pt x="72" y="396"/>
                  </a:lnTo>
                  <a:lnTo>
                    <a:pt x="84" y="408"/>
                  </a:lnTo>
                  <a:lnTo>
                    <a:pt x="96" y="414"/>
                  </a:lnTo>
                  <a:lnTo>
                    <a:pt x="114" y="414"/>
                  </a:lnTo>
                  <a:lnTo>
                    <a:pt x="174" y="384"/>
                  </a:lnTo>
                  <a:lnTo>
                    <a:pt x="204" y="354"/>
                  </a:lnTo>
                  <a:lnTo>
                    <a:pt x="228" y="336"/>
                  </a:lnTo>
                  <a:lnTo>
                    <a:pt x="240" y="324"/>
                  </a:lnTo>
                  <a:lnTo>
                    <a:pt x="300" y="276"/>
                  </a:lnTo>
                  <a:lnTo>
                    <a:pt x="312" y="270"/>
                  </a:lnTo>
                  <a:lnTo>
                    <a:pt x="372" y="246"/>
                  </a:lnTo>
                  <a:lnTo>
                    <a:pt x="396" y="234"/>
                  </a:lnTo>
                  <a:lnTo>
                    <a:pt x="402" y="228"/>
                  </a:lnTo>
                  <a:lnTo>
                    <a:pt x="402" y="222"/>
                  </a:lnTo>
                  <a:lnTo>
                    <a:pt x="384" y="204"/>
                  </a:lnTo>
                  <a:lnTo>
                    <a:pt x="384" y="198"/>
                  </a:lnTo>
                  <a:lnTo>
                    <a:pt x="390" y="180"/>
                  </a:lnTo>
                  <a:lnTo>
                    <a:pt x="396" y="168"/>
                  </a:lnTo>
                  <a:lnTo>
                    <a:pt x="396" y="138"/>
                  </a:lnTo>
                  <a:lnTo>
                    <a:pt x="390" y="126"/>
                  </a:lnTo>
                  <a:lnTo>
                    <a:pt x="390" y="114"/>
                  </a:lnTo>
                  <a:lnTo>
                    <a:pt x="384" y="108"/>
                  </a:lnTo>
                  <a:lnTo>
                    <a:pt x="378" y="96"/>
                  </a:lnTo>
                  <a:lnTo>
                    <a:pt x="378" y="84"/>
                  </a:lnTo>
                  <a:lnTo>
                    <a:pt x="384" y="72"/>
                  </a:lnTo>
                  <a:lnTo>
                    <a:pt x="390" y="66"/>
                  </a:lnTo>
                  <a:lnTo>
                    <a:pt x="402" y="66"/>
                  </a:lnTo>
                  <a:lnTo>
                    <a:pt x="414" y="60"/>
                  </a:lnTo>
                  <a:lnTo>
                    <a:pt x="426" y="6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14" name="Switzerland" descr="© INSCALE GmbH, 05.05.2010&#10;http://www.presentationload.com/">
              <a:extLst>
                <a:ext uri="{FF2B5EF4-FFF2-40B4-BE49-F238E27FC236}">
                  <a16:creationId xmlns:a16="http://schemas.microsoft.com/office/drawing/2014/main" id="{DAFE6FB3-971A-4708-AE54-EFDAFED62DA0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884493" y="1738118"/>
              <a:ext cx="95639" cy="52662"/>
            </a:xfrm>
            <a:custGeom>
              <a:avLst/>
              <a:gdLst>
                <a:gd name="T0" fmla="*/ 2147483647 w 288"/>
                <a:gd name="T1" fmla="*/ 2147483647 h 162"/>
                <a:gd name="T2" fmla="*/ 2147483647 w 288"/>
                <a:gd name="T3" fmla="*/ 2147483647 h 162"/>
                <a:gd name="T4" fmla="*/ 2147483647 w 288"/>
                <a:gd name="T5" fmla="*/ 2147483647 h 162"/>
                <a:gd name="T6" fmla="*/ 2147483647 w 288"/>
                <a:gd name="T7" fmla="*/ 2147483647 h 162"/>
                <a:gd name="T8" fmla="*/ 2147483647 w 288"/>
                <a:gd name="T9" fmla="*/ 2147483647 h 162"/>
                <a:gd name="T10" fmla="*/ 2147483647 w 288"/>
                <a:gd name="T11" fmla="*/ 2147483647 h 162"/>
                <a:gd name="T12" fmla="*/ 2147483647 w 288"/>
                <a:gd name="T13" fmla="*/ 2147483647 h 162"/>
                <a:gd name="T14" fmla="*/ 0 w 288"/>
                <a:gd name="T15" fmla="*/ 2147483647 h 162"/>
                <a:gd name="T16" fmla="*/ 2147483647 w 288"/>
                <a:gd name="T17" fmla="*/ 2147483647 h 162"/>
                <a:gd name="T18" fmla="*/ 2147483647 w 288"/>
                <a:gd name="T19" fmla="*/ 2147483647 h 162"/>
                <a:gd name="T20" fmla="*/ 2147483647 w 288"/>
                <a:gd name="T21" fmla="*/ 2147483647 h 162"/>
                <a:gd name="T22" fmla="*/ 2147483647 w 288"/>
                <a:gd name="T23" fmla="*/ 2147483647 h 162"/>
                <a:gd name="T24" fmla="*/ 2147483647 w 288"/>
                <a:gd name="T25" fmla="*/ 2147483647 h 162"/>
                <a:gd name="T26" fmla="*/ 2147483647 w 288"/>
                <a:gd name="T27" fmla="*/ 2147483647 h 162"/>
                <a:gd name="T28" fmla="*/ 2147483647 w 288"/>
                <a:gd name="T29" fmla="*/ 2147483647 h 162"/>
                <a:gd name="T30" fmla="*/ 2147483647 w 288"/>
                <a:gd name="T31" fmla="*/ 2147483647 h 162"/>
                <a:gd name="T32" fmla="*/ 2147483647 w 288"/>
                <a:gd name="T33" fmla="*/ 2147483647 h 162"/>
                <a:gd name="T34" fmla="*/ 2147483647 w 288"/>
                <a:gd name="T35" fmla="*/ 2147483647 h 162"/>
                <a:gd name="T36" fmla="*/ 2147483647 w 288"/>
                <a:gd name="T37" fmla="*/ 2147483647 h 162"/>
                <a:gd name="T38" fmla="*/ 2147483647 w 288"/>
                <a:gd name="T39" fmla="*/ 2147483647 h 162"/>
                <a:gd name="T40" fmla="*/ 2147483647 w 288"/>
                <a:gd name="T41" fmla="*/ 2147483647 h 162"/>
                <a:gd name="T42" fmla="*/ 2147483647 w 288"/>
                <a:gd name="T43" fmla="*/ 2147483647 h 162"/>
                <a:gd name="T44" fmla="*/ 2147483647 w 288"/>
                <a:gd name="T45" fmla="*/ 2147483647 h 162"/>
                <a:gd name="T46" fmla="*/ 2147483647 w 288"/>
                <a:gd name="T47" fmla="*/ 2147483647 h 162"/>
                <a:gd name="T48" fmla="*/ 2147483647 w 288"/>
                <a:gd name="T49" fmla="*/ 2147483647 h 162"/>
                <a:gd name="T50" fmla="*/ 2147483647 w 288"/>
                <a:gd name="T51" fmla="*/ 2147483647 h 162"/>
                <a:gd name="T52" fmla="*/ 2147483647 w 288"/>
                <a:gd name="T53" fmla="*/ 2147483647 h 162"/>
                <a:gd name="T54" fmla="*/ 2147483647 w 288"/>
                <a:gd name="T55" fmla="*/ 2147483647 h 162"/>
                <a:gd name="T56" fmla="*/ 2147483647 w 288"/>
                <a:gd name="T57" fmla="*/ 2147483647 h 162"/>
                <a:gd name="T58" fmla="*/ 2147483647 w 288"/>
                <a:gd name="T59" fmla="*/ 2147483647 h 162"/>
                <a:gd name="T60" fmla="*/ 2147483647 w 288"/>
                <a:gd name="T61" fmla="*/ 2147483647 h 162"/>
                <a:gd name="T62" fmla="*/ 2147483647 w 288"/>
                <a:gd name="T63" fmla="*/ 2147483647 h 162"/>
                <a:gd name="T64" fmla="*/ 2147483647 w 288"/>
                <a:gd name="T65" fmla="*/ 2147483647 h 162"/>
                <a:gd name="T66" fmla="*/ 2147483647 w 288"/>
                <a:gd name="T67" fmla="*/ 0 h 162"/>
                <a:gd name="T68" fmla="*/ 2147483647 w 288"/>
                <a:gd name="T69" fmla="*/ 2147483647 h 162"/>
                <a:gd name="T70" fmla="*/ 2147483647 w 288"/>
                <a:gd name="T71" fmla="*/ 2147483647 h 162"/>
                <a:gd name="T72" fmla="*/ 2147483647 w 288"/>
                <a:gd name="T73" fmla="*/ 2147483647 h 16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88"/>
                <a:gd name="T112" fmla="*/ 0 h 162"/>
                <a:gd name="T113" fmla="*/ 288 w 288"/>
                <a:gd name="T114" fmla="*/ 162 h 162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88" h="162">
                  <a:moveTo>
                    <a:pt x="132" y="24"/>
                  </a:moveTo>
                  <a:lnTo>
                    <a:pt x="96" y="24"/>
                  </a:lnTo>
                  <a:lnTo>
                    <a:pt x="90" y="42"/>
                  </a:lnTo>
                  <a:lnTo>
                    <a:pt x="72" y="30"/>
                  </a:lnTo>
                  <a:lnTo>
                    <a:pt x="66" y="42"/>
                  </a:lnTo>
                  <a:lnTo>
                    <a:pt x="60" y="48"/>
                  </a:lnTo>
                  <a:lnTo>
                    <a:pt x="54" y="60"/>
                  </a:lnTo>
                  <a:lnTo>
                    <a:pt x="48" y="66"/>
                  </a:lnTo>
                  <a:lnTo>
                    <a:pt x="30" y="66"/>
                  </a:lnTo>
                  <a:lnTo>
                    <a:pt x="30" y="78"/>
                  </a:lnTo>
                  <a:lnTo>
                    <a:pt x="18" y="90"/>
                  </a:lnTo>
                  <a:lnTo>
                    <a:pt x="12" y="102"/>
                  </a:lnTo>
                  <a:lnTo>
                    <a:pt x="0" y="108"/>
                  </a:lnTo>
                  <a:lnTo>
                    <a:pt x="6" y="120"/>
                  </a:lnTo>
                  <a:lnTo>
                    <a:pt x="0" y="126"/>
                  </a:lnTo>
                  <a:lnTo>
                    <a:pt x="0" y="132"/>
                  </a:lnTo>
                  <a:lnTo>
                    <a:pt x="6" y="132"/>
                  </a:lnTo>
                  <a:lnTo>
                    <a:pt x="30" y="108"/>
                  </a:lnTo>
                  <a:lnTo>
                    <a:pt x="48" y="108"/>
                  </a:lnTo>
                  <a:lnTo>
                    <a:pt x="54" y="114"/>
                  </a:lnTo>
                  <a:lnTo>
                    <a:pt x="48" y="138"/>
                  </a:lnTo>
                  <a:lnTo>
                    <a:pt x="60" y="150"/>
                  </a:lnTo>
                  <a:lnTo>
                    <a:pt x="60" y="156"/>
                  </a:lnTo>
                  <a:lnTo>
                    <a:pt x="72" y="156"/>
                  </a:lnTo>
                  <a:lnTo>
                    <a:pt x="84" y="144"/>
                  </a:lnTo>
                  <a:lnTo>
                    <a:pt x="96" y="144"/>
                  </a:lnTo>
                  <a:lnTo>
                    <a:pt x="108" y="156"/>
                  </a:lnTo>
                  <a:lnTo>
                    <a:pt x="114" y="156"/>
                  </a:lnTo>
                  <a:lnTo>
                    <a:pt x="132" y="138"/>
                  </a:lnTo>
                  <a:lnTo>
                    <a:pt x="132" y="120"/>
                  </a:lnTo>
                  <a:lnTo>
                    <a:pt x="138" y="114"/>
                  </a:lnTo>
                  <a:lnTo>
                    <a:pt x="150" y="114"/>
                  </a:lnTo>
                  <a:lnTo>
                    <a:pt x="156" y="120"/>
                  </a:lnTo>
                  <a:lnTo>
                    <a:pt x="156" y="126"/>
                  </a:lnTo>
                  <a:lnTo>
                    <a:pt x="162" y="132"/>
                  </a:lnTo>
                  <a:lnTo>
                    <a:pt x="162" y="138"/>
                  </a:lnTo>
                  <a:lnTo>
                    <a:pt x="168" y="138"/>
                  </a:lnTo>
                  <a:lnTo>
                    <a:pt x="192" y="162"/>
                  </a:lnTo>
                  <a:lnTo>
                    <a:pt x="192" y="144"/>
                  </a:lnTo>
                  <a:lnTo>
                    <a:pt x="204" y="132"/>
                  </a:lnTo>
                  <a:lnTo>
                    <a:pt x="210" y="108"/>
                  </a:lnTo>
                  <a:lnTo>
                    <a:pt x="222" y="126"/>
                  </a:lnTo>
                  <a:lnTo>
                    <a:pt x="240" y="120"/>
                  </a:lnTo>
                  <a:lnTo>
                    <a:pt x="258" y="132"/>
                  </a:lnTo>
                  <a:lnTo>
                    <a:pt x="264" y="120"/>
                  </a:lnTo>
                  <a:lnTo>
                    <a:pt x="252" y="108"/>
                  </a:lnTo>
                  <a:lnTo>
                    <a:pt x="252" y="102"/>
                  </a:lnTo>
                  <a:lnTo>
                    <a:pt x="276" y="102"/>
                  </a:lnTo>
                  <a:lnTo>
                    <a:pt x="282" y="84"/>
                  </a:lnTo>
                  <a:lnTo>
                    <a:pt x="288" y="84"/>
                  </a:lnTo>
                  <a:lnTo>
                    <a:pt x="288" y="78"/>
                  </a:lnTo>
                  <a:lnTo>
                    <a:pt x="276" y="66"/>
                  </a:lnTo>
                  <a:lnTo>
                    <a:pt x="270" y="66"/>
                  </a:lnTo>
                  <a:lnTo>
                    <a:pt x="252" y="84"/>
                  </a:lnTo>
                  <a:lnTo>
                    <a:pt x="246" y="84"/>
                  </a:lnTo>
                  <a:lnTo>
                    <a:pt x="246" y="66"/>
                  </a:lnTo>
                  <a:lnTo>
                    <a:pt x="210" y="66"/>
                  </a:lnTo>
                  <a:lnTo>
                    <a:pt x="210" y="60"/>
                  </a:lnTo>
                  <a:lnTo>
                    <a:pt x="216" y="48"/>
                  </a:lnTo>
                  <a:lnTo>
                    <a:pt x="222" y="42"/>
                  </a:lnTo>
                  <a:lnTo>
                    <a:pt x="228" y="42"/>
                  </a:lnTo>
                  <a:lnTo>
                    <a:pt x="228" y="30"/>
                  </a:lnTo>
                  <a:lnTo>
                    <a:pt x="216" y="30"/>
                  </a:lnTo>
                  <a:lnTo>
                    <a:pt x="210" y="18"/>
                  </a:lnTo>
                  <a:lnTo>
                    <a:pt x="192" y="12"/>
                  </a:lnTo>
                  <a:lnTo>
                    <a:pt x="180" y="12"/>
                  </a:lnTo>
                  <a:lnTo>
                    <a:pt x="174" y="6"/>
                  </a:lnTo>
                  <a:lnTo>
                    <a:pt x="162" y="0"/>
                  </a:lnTo>
                  <a:lnTo>
                    <a:pt x="156" y="0"/>
                  </a:lnTo>
                  <a:lnTo>
                    <a:pt x="150" y="6"/>
                  </a:lnTo>
                  <a:lnTo>
                    <a:pt x="150" y="18"/>
                  </a:lnTo>
                  <a:lnTo>
                    <a:pt x="156" y="24"/>
                  </a:lnTo>
                  <a:lnTo>
                    <a:pt x="150" y="18"/>
                  </a:lnTo>
                  <a:lnTo>
                    <a:pt x="132" y="2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15" name="Sweden" descr="© INSCALE GmbH, 05.05.2010&#10;http://www.presentationload.com/">
              <a:extLst>
                <a:ext uri="{FF2B5EF4-FFF2-40B4-BE49-F238E27FC236}">
                  <a16:creationId xmlns:a16="http://schemas.microsoft.com/office/drawing/2014/main" id="{9B2A5EF0-69F1-4FC1-8EBA-DE45F7998399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3993056" y="1221771"/>
              <a:ext cx="228758" cy="324963"/>
            </a:xfrm>
            <a:custGeom>
              <a:avLst/>
              <a:gdLst>
                <a:gd name="T0" fmla="*/ 2147483647 w 690"/>
                <a:gd name="T1" fmla="*/ 2147483647 h 990"/>
                <a:gd name="T2" fmla="*/ 2147483647 w 690"/>
                <a:gd name="T3" fmla="*/ 2147483647 h 990"/>
                <a:gd name="T4" fmla="*/ 2147483647 w 690"/>
                <a:gd name="T5" fmla="*/ 2147483647 h 990"/>
                <a:gd name="T6" fmla="*/ 2147483647 w 690"/>
                <a:gd name="T7" fmla="*/ 2147483647 h 990"/>
                <a:gd name="T8" fmla="*/ 2147483647 w 690"/>
                <a:gd name="T9" fmla="*/ 2147483647 h 990"/>
                <a:gd name="T10" fmla="*/ 2147483647 w 690"/>
                <a:gd name="T11" fmla="*/ 2147483647 h 990"/>
                <a:gd name="T12" fmla="*/ 2147483647 w 690"/>
                <a:gd name="T13" fmla="*/ 2147483647 h 990"/>
                <a:gd name="T14" fmla="*/ 2147483647 w 690"/>
                <a:gd name="T15" fmla="*/ 2147483647 h 990"/>
                <a:gd name="T16" fmla="*/ 2147483647 w 690"/>
                <a:gd name="T17" fmla="*/ 2147483647 h 990"/>
                <a:gd name="T18" fmla="*/ 2147483647 w 690"/>
                <a:gd name="T19" fmla="*/ 2147483647 h 990"/>
                <a:gd name="T20" fmla="*/ 2147483647 w 690"/>
                <a:gd name="T21" fmla="*/ 2147483647 h 990"/>
                <a:gd name="T22" fmla="*/ 2147483647 w 690"/>
                <a:gd name="T23" fmla="*/ 2147483647 h 990"/>
                <a:gd name="T24" fmla="*/ 2147483647 w 690"/>
                <a:gd name="T25" fmla="*/ 2147483647 h 990"/>
                <a:gd name="T26" fmla="*/ 2147483647 w 690"/>
                <a:gd name="T27" fmla="*/ 2147483647 h 990"/>
                <a:gd name="T28" fmla="*/ 2147483647 w 690"/>
                <a:gd name="T29" fmla="*/ 2147483647 h 990"/>
                <a:gd name="T30" fmla="*/ 2147483647 w 690"/>
                <a:gd name="T31" fmla="*/ 2147483647 h 990"/>
                <a:gd name="T32" fmla="*/ 2147483647 w 690"/>
                <a:gd name="T33" fmla="*/ 2147483647 h 990"/>
                <a:gd name="T34" fmla="*/ 2147483647 w 690"/>
                <a:gd name="T35" fmla="*/ 2147483647 h 990"/>
                <a:gd name="T36" fmla="*/ 2147483647 w 690"/>
                <a:gd name="T37" fmla="*/ 2147483647 h 990"/>
                <a:gd name="T38" fmla="*/ 2147483647 w 690"/>
                <a:gd name="T39" fmla="*/ 2147483647 h 990"/>
                <a:gd name="T40" fmla="*/ 2147483647 w 690"/>
                <a:gd name="T41" fmla="*/ 2147483647 h 990"/>
                <a:gd name="T42" fmla="*/ 2147483647 w 690"/>
                <a:gd name="T43" fmla="*/ 2147483647 h 990"/>
                <a:gd name="T44" fmla="*/ 2147483647 w 690"/>
                <a:gd name="T45" fmla="*/ 2147483647 h 990"/>
                <a:gd name="T46" fmla="*/ 0 w 690"/>
                <a:gd name="T47" fmla="*/ 2147483647 h 990"/>
                <a:gd name="T48" fmla="*/ 2147483647 w 690"/>
                <a:gd name="T49" fmla="*/ 2147483647 h 990"/>
                <a:gd name="T50" fmla="*/ 2147483647 w 690"/>
                <a:gd name="T51" fmla="*/ 2147483647 h 990"/>
                <a:gd name="T52" fmla="*/ 2147483647 w 690"/>
                <a:gd name="T53" fmla="*/ 2147483647 h 990"/>
                <a:gd name="T54" fmla="*/ 2147483647 w 690"/>
                <a:gd name="T55" fmla="*/ 2147483647 h 990"/>
                <a:gd name="T56" fmla="*/ 2147483647 w 690"/>
                <a:gd name="T57" fmla="*/ 2147483647 h 990"/>
                <a:gd name="T58" fmla="*/ 2147483647 w 690"/>
                <a:gd name="T59" fmla="*/ 2147483647 h 990"/>
                <a:gd name="T60" fmla="*/ 2147483647 w 690"/>
                <a:gd name="T61" fmla="*/ 2147483647 h 990"/>
                <a:gd name="T62" fmla="*/ 2147483647 w 690"/>
                <a:gd name="T63" fmla="*/ 2147483647 h 990"/>
                <a:gd name="T64" fmla="*/ 2147483647 w 690"/>
                <a:gd name="T65" fmla="*/ 2147483647 h 990"/>
                <a:gd name="T66" fmla="*/ 2147483647 w 690"/>
                <a:gd name="T67" fmla="*/ 2147483647 h 990"/>
                <a:gd name="T68" fmla="*/ 2147483647 w 690"/>
                <a:gd name="T69" fmla="*/ 2147483647 h 990"/>
                <a:gd name="T70" fmla="*/ 2147483647 w 690"/>
                <a:gd name="T71" fmla="*/ 2147483647 h 990"/>
                <a:gd name="T72" fmla="*/ 2147483647 w 690"/>
                <a:gd name="T73" fmla="*/ 2147483647 h 990"/>
                <a:gd name="T74" fmla="*/ 2147483647 w 690"/>
                <a:gd name="T75" fmla="*/ 2147483647 h 990"/>
                <a:gd name="T76" fmla="*/ 2147483647 w 690"/>
                <a:gd name="T77" fmla="*/ 2147483647 h 990"/>
                <a:gd name="T78" fmla="*/ 2147483647 w 690"/>
                <a:gd name="T79" fmla="*/ 2147483647 h 990"/>
                <a:gd name="T80" fmla="*/ 2147483647 w 690"/>
                <a:gd name="T81" fmla="*/ 2147483647 h 990"/>
                <a:gd name="T82" fmla="*/ 2147483647 w 690"/>
                <a:gd name="T83" fmla="*/ 2147483647 h 990"/>
                <a:gd name="T84" fmla="*/ 2147483647 w 690"/>
                <a:gd name="T85" fmla="*/ 2147483647 h 990"/>
                <a:gd name="T86" fmla="*/ 2147483647 w 690"/>
                <a:gd name="T87" fmla="*/ 2147483647 h 990"/>
                <a:gd name="T88" fmla="*/ 2147483647 w 690"/>
                <a:gd name="T89" fmla="*/ 2147483647 h 990"/>
                <a:gd name="T90" fmla="*/ 2147483647 w 690"/>
                <a:gd name="T91" fmla="*/ 2147483647 h 990"/>
                <a:gd name="T92" fmla="*/ 2147483647 w 690"/>
                <a:gd name="T93" fmla="*/ 2147483647 h 990"/>
                <a:gd name="T94" fmla="*/ 2147483647 w 690"/>
                <a:gd name="T95" fmla="*/ 2147483647 h 990"/>
                <a:gd name="T96" fmla="*/ 2147483647 w 690"/>
                <a:gd name="T97" fmla="*/ 2147483647 h 990"/>
                <a:gd name="T98" fmla="*/ 2147483647 w 690"/>
                <a:gd name="T99" fmla="*/ 2147483647 h 990"/>
                <a:gd name="T100" fmla="*/ 2147483647 w 690"/>
                <a:gd name="T101" fmla="*/ 2147483647 h 99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690"/>
                <a:gd name="T154" fmla="*/ 0 h 990"/>
                <a:gd name="T155" fmla="*/ 690 w 690"/>
                <a:gd name="T156" fmla="*/ 990 h 990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690" h="990">
                  <a:moveTo>
                    <a:pt x="678" y="204"/>
                  </a:moveTo>
                  <a:lnTo>
                    <a:pt x="672" y="198"/>
                  </a:lnTo>
                  <a:lnTo>
                    <a:pt x="660" y="192"/>
                  </a:lnTo>
                  <a:lnTo>
                    <a:pt x="648" y="180"/>
                  </a:lnTo>
                  <a:lnTo>
                    <a:pt x="648" y="174"/>
                  </a:lnTo>
                  <a:lnTo>
                    <a:pt x="654" y="162"/>
                  </a:lnTo>
                  <a:lnTo>
                    <a:pt x="660" y="156"/>
                  </a:lnTo>
                  <a:lnTo>
                    <a:pt x="666" y="144"/>
                  </a:lnTo>
                  <a:lnTo>
                    <a:pt x="642" y="132"/>
                  </a:lnTo>
                  <a:lnTo>
                    <a:pt x="648" y="108"/>
                  </a:lnTo>
                  <a:lnTo>
                    <a:pt x="636" y="102"/>
                  </a:lnTo>
                  <a:lnTo>
                    <a:pt x="636" y="96"/>
                  </a:lnTo>
                  <a:lnTo>
                    <a:pt x="642" y="90"/>
                  </a:lnTo>
                  <a:lnTo>
                    <a:pt x="642" y="66"/>
                  </a:lnTo>
                  <a:lnTo>
                    <a:pt x="636" y="66"/>
                  </a:lnTo>
                  <a:lnTo>
                    <a:pt x="630" y="60"/>
                  </a:lnTo>
                  <a:lnTo>
                    <a:pt x="618" y="60"/>
                  </a:lnTo>
                  <a:lnTo>
                    <a:pt x="588" y="42"/>
                  </a:lnTo>
                  <a:lnTo>
                    <a:pt x="552" y="42"/>
                  </a:lnTo>
                  <a:lnTo>
                    <a:pt x="540" y="30"/>
                  </a:lnTo>
                  <a:lnTo>
                    <a:pt x="534" y="30"/>
                  </a:lnTo>
                  <a:lnTo>
                    <a:pt x="528" y="24"/>
                  </a:lnTo>
                  <a:lnTo>
                    <a:pt x="516" y="24"/>
                  </a:lnTo>
                  <a:lnTo>
                    <a:pt x="504" y="18"/>
                  </a:lnTo>
                  <a:lnTo>
                    <a:pt x="498" y="12"/>
                  </a:lnTo>
                  <a:lnTo>
                    <a:pt x="486" y="6"/>
                  </a:lnTo>
                  <a:lnTo>
                    <a:pt x="456" y="0"/>
                  </a:lnTo>
                  <a:lnTo>
                    <a:pt x="456" y="24"/>
                  </a:lnTo>
                  <a:lnTo>
                    <a:pt x="444" y="24"/>
                  </a:lnTo>
                  <a:lnTo>
                    <a:pt x="444" y="30"/>
                  </a:lnTo>
                  <a:lnTo>
                    <a:pt x="456" y="42"/>
                  </a:lnTo>
                  <a:lnTo>
                    <a:pt x="462" y="42"/>
                  </a:lnTo>
                  <a:lnTo>
                    <a:pt x="456" y="48"/>
                  </a:lnTo>
                  <a:lnTo>
                    <a:pt x="444" y="48"/>
                  </a:lnTo>
                  <a:lnTo>
                    <a:pt x="438" y="42"/>
                  </a:lnTo>
                  <a:lnTo>
                    <a:pt x="414" y="42"/>
                  </a:lnTo>
                  <a:lnTo>
                    <a:pt x="390" y="36"/>
                  </a:lnTo>
                  <a:lnTo>
                    <a:pt x="366" y="42"/>
                  </a:lnTo>
                  <a:lnTo>
                    <a:pt x="366" y="30"/>
                  </a:lnTo>
                  <a:lnTo>
                    <a:pt x="360" y="24"/>
                  </a:lnTo>
                  <a:lnTo>
                    <a:pt x="348" y="36"/>
                  </a:lnTo>
                  <a:lnTo>
                    <a:pt x="348" y="66"/>
                  </a:lnTo>
                  <a:lnTo>
                    <a:pt x="342" y="72"/>
                  </a:lnTo>
                  <a:lnTo>
                    <a:pt x="324" y="72"/>
                  </a:lnTo>
                  <a:lnTo>
                    <a:pt x="282" y="78"/>
                  </a:lnTo>
                  <a:lnTo>
                    <a:pt x="264" y="96"/>
                  </a:lnTo>
                  <a:lnTo>
                    <a:pt x="252" y="102"/>
                  </a:lnTo>
                  <a:lnTo>
                    <a:pt x="246" y="102"/>
                  </a:lnTo>
                  <a:lnTo>
                    <a:pt x="246" y="114"/>
                  </a:lnTo>
                  <a:lnTo>
                    <a:pt x="258" y="120"/>
                  </a:lnTo>
                  <a:lnTo>
                    <a:pt x="264" y="126"/>
                  </a:lnTo>
                  <a:lnTo>
                    <a:pt x="258" y="144"/>
                  </a:lnTo>
                  <a:lnTo>
                    <a:pt x="252" y="144"/>
                  </a:lnTo>
                  <a:lnTo>
                    <a:pt x="240" y="150"/>
                  </a:lnTo>
                  <a:lnTo>
                    <a:pt x="234" y="156"/>
                  </a:lnTo>
                  <a:lnTo>
                    <a:pt x="234" y="162"/>
                  </a:lnTo>
                  <a:lnTo>
                    <a:pt x="228" y="168"/>
                  </a:lnTo>
                  <a:lnTo>
                    <a:pt x="210" y="168"/>
                  </a:lnTo>
                  <a:lnTo>
                    <a:pt x="216" y="174"/>
                  </a:lnTo>
                  <a:lnTo>
                    <a:pt x="216" y="180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16" y="192"/>
                  </a:lnTo>
                  <a:lnTo>
                    <a:pt x="210" y="198"/>
                  </a:lnTo>
                  <a:lnTo>
                    <a:pt x="204" y="198"/>
                  </a:lnTo>
                  <a:lnTo>
                    <a:pt x="192" y="204"/>
                  </a:lnTo>
                  <a:lnTo>
                    <a:pt x="174" y="192"/>
                  </a:lnTo>
                  <a:lnTo>
                    <a:pt x="174" y="228"/>
                  </a:lnTo>
                  <a:lnTo>
                    <a:pt x="168" y="270"/>
                  </a:lnTo>
                  <a:lnTo>
                    <a:pt x="138" y="300"/>
                  </a:lnTo>
                  <a:lnTo>
                    <a:pt x="132" y="300"/>
                  </a:lnTo>
                  <a:lnTo>
                    <a:pt x="120" y="306"/>
                  </a:lnTo>
                  <a:lnTo>
                    <a:pt x="132" y="312"/>
                  </a:lnTo>
                  <a:lnTo>
                    <a:pt x="150" y="330"/>
                  </a:lnTo>
                  <a:lnTo>
                    <a:pt x="150" y="336"/>
                  </a:lnTo>
                  <a:lnTo>
                    <a:pt x="144" y="342"/>
                  </a:lnTo>
                  <a:lnTo>
                    <a:pt x="102" y="342"/>
                  </a:lnTo>
                  <a:lnTo>
                    <a:pt x="90" y="348"/>
                  </a:lnTo>
                  <a:lnTo>
                    <a:pt x="84" y="354"/>
                  </a:lnTo>
                  <a:lnTo>
                    <a:pt x="72" y="360"/>
                  </a:lnTo>
                  <a:lnTo>
                    <a:pt x="30" y="402"/>
                  </a:lnTo>
                  <a:lnTo>
                    <a:pt x="36" y="408"/>
                  </a:lnTo>
                  <a:lnTo>
                    <a:pt x="42" y="408"/>
                  </a:lnTo>
                  <a:lnTo>
                    <a:pt x="48" y="414"/>
                  </a:lnTo>
                  <a:lnTo>
                    <a:pt x="48" y="420"/>
                  </a:lnTo>
                  <a:lnTo>
                    <a:pt x="42" y="426"/>
                  </a:lnTo>
                  <a:lnTo>
                    <a:pt x="36" y="426"/>
                  </a:lnTo>
                  <a:lnTo>
                    <a:pt x="30" y="432"/>
                  </a:lnTo>
                  <a:lnTo>
                    <a:pt x="30" y="444"/>
                  </a:lnTo>
                  <a:lnTo>
                    <a:pt x="54" y="468"/>
                  </a:lnTo>
                  <a:lnTo>
                    <a:pt x="54" y="480"/>
                  </a:lnTo>
                  <a:lnTo>
                    <a:pt x="48" y="492"/>
                  </a:lnTo>
                  <a:lnTo>
                    <a:pt x="48" y="510"/>
                  </a:lnTo>
                  <a:lnTo>
                    <a:pt x="60" y="522"/>
                  </a:lnTo>
                  <a:lnTo>
                    <a:pt x="66" y="522"/>
                  </a:lnTo>
                  <a:lnTo>
                    <a:pt x="84" y="540"/>
                  </a:lnTo>
                  <a:lnTo>
                    <a:pt x="84" y="552"/>
                  </a:lnTo>
                  <a:lnTo>
                    <a:pt x="72" y="564"/>
                  </a:lnTo>
                  <a:lnTo>
                    <a:pt x="48" y="570"/>
                  </a:lnTo>
                  <a:lnTo>
                    <a:pt x="54" y="576"/>
                  </a:lnTo>
                  <a:lnTo>
                    <a:pt x="60" y="588"/>
                  </a:lnTo>
                  <a:lnTo>
                    <a:pt x="60" y="594"/>
                  </a:lnTo>
                  <a:lnTo>
                    <a:pt x="66" y="600"/>
                  </a:lnTo>
                  <a:lnTo>
                    <a:pt x="66" y="606"/>
                  </a:lnTo>
                  <a:lnTo>
                    <a:pt x="72" y="618"/>
                  </a:lnTo>
                  <a:lnTo>
                    <a:pt x="66" y="618"/>
                  </a:lnTo>
                  <a:lnTo>
                    <a:pt x="66" y="642"/>
                  </a:lnTo>
                  <a:lnTo>
                    <a:pt x="60" y="648"/>
                  </a:lnTo>
                  <a:lnTo>
                    <a:pt x="24" y="648"/>
                  </a:lnTo>
                  <a:lnTo>
                    <a:pt x="30" y="660"/>
                  </a:lnTo>
                  <a:lnTo>
                    <a:pt x="30" y="666"/>
                  </a:lnTo>
                  <a:lnTo>
                    <a:pt x="24" y="666"/>
                  </a:lnTo>
                  <a:lnTo>
                    <a:pt x="18" y="672"/>
                  </a:lnTo>
                  <a:lnTo>
                    <a:pt x="18" y="678"/>
                  </a:lnTo>
                  <a:lnTo>
                    <a:pt x="30" y="690"/>
                  </a:lnTo>
                  <a:lnTo>
                    <a:pt x="30" y="708"/>
                  </a:lnTo>
                  <a:lnTo>
                    <a:pt x="24" y="714"/>
                  </a:lnTo>
                  <a:lnTo>
                    <a:pt x="18" y="726"/>
                  </a:lnTo>
                  <a:lnTo>
                    <a:pt x="0" y="708"/>
                  </a:lnTo>
                  <a:lnTo>
                    <a:pt x="0" y="768"/>
                  </a:lnTo>
                  <a:lnTo>
                    <a:pt x="6" y="762"/>
                  </a:lnTo>
                  <a:lnTo>
                    <a:pt x="24" y="762"/>
                  </a:lnTo>
                  <a:lnTo>
                    <a:pt x="36" y="774"/>
                  </a:lnTo>
                  <a:lnTo>
                    <a:pt x="36" y="780"/>
                  </a:lnTo>
                  <a:lnTo>
                    <a:pt x="30" y="780"/>
                  </a:lnTo>
                  <a:lnTo>
                    <a:pt x="30" y="774"/>
                  </a:lnTo>
                  <a:lnTo>
                    <a:pt x="24" y="774"/>
                  </a:lnTo>
                  <a:lnTo>
                    <a:pt x="24" y="834"/>
                  </a:lnTo>
                  <a:lnTo>
                    <a:pt x="30" y="840"/>
                  </a:lnTo>
                  <a:lnTo>
                    <a:pt x="36" y="840"/>
                  </a:lnTo>
                  <a:lnTo>
                    <a:pt x="48" y="846"/>
                  </a:lnTo>
                  <a:lnTo>
                    <a:pt x="54" y="858"/>
                  </a:lnTo>
                  <a:lnTo>
                    <a:pt x="60" y="864"/>
                  </a:lnTo>
                  <a:lnTo>
                    <a:pt x="66" y="876"/>
                  </a:lnTo>
                  <a:lnTo>
                    <a:pt x="90" y="900"/>
                  </a:lnTo>
                  <a:lnTo>
                    <a:pt x="96" y="900"/>
                  </a:lnTo>
                  <a:lnTo>
                    <a:pt x="96" y="912"/>
                  </a:lnTo>
                  <a:lnTo>
                    <a:pt x="78" y="912"/>
                  </a:lnTo>
                  <a:lnTo>
                    <a:pt x="78" y="942"/>
                  </a:lnTo>
                  <a:lnTo>
                    <a:pt x="90" y="954"/>
                  </a:lnTo>
                  <a:lnTo>
                    <a:pt x="102" y="960"/>
                  </a:lnTo>
                  <a:lnTo>
                    <a:pt x="96" y="966"/>
                  </a:lnTo>
                  <a:lnTo>
                    <a:pt x="96" y="984"/>
                  </a:lnTo>
                  <a:lnTo>
                    <a:pt x="102" y="984"/>
                  </a:lnTo>
                  <a:lnTo>
                    <a:pt x="108" y="990"/>
                  </a:lnTo>
                  <a:lnTo>
                    <a:pt x="174" y="990"/>
                  </a:lnTo>
                  <a:lnTo>
                    <a:pt x="180" y="984"/>
                  </a:lnTo>
                  <a:lnTo>
                    <a:pt x="180" y="948"/>
                  </a:lnTo>
                  <a:lnTo>
                    <a:pt x="198" y="942"/>
                  </a:lnTo>
                  <a:lnTo>
                    <a:pt x="198" y="924"/>
                  </a:lnTo>
                  <a:lnTo>
                    <a:pt x="264" y="930"/>
                  </a:lnTo>
                  <a:lnTo>
                    <a:pt x="276" y="936"/>
                  </a:lnTo>
                  <a:lnTo>
                    <a:pt x="300" y="876"/>
                  </a:lnTo>
                  <a:lnTo>
                    <a:pt x="300" y="864"/>
                  </a:lnTo>
                  <a:lnTo>
                    <a:pt x="306" y="852"/>
                  </a:lnTo>
                  <a:lnTo>
                    <a:pt x="306" y="816"/>
                  </a:lnTo>
                  <a:lnTo>
                    <a:pt x="300" y="810"/>
                  </a:lnTo>
                  <a:lnTo>
                    <a:pt x="294" y="798"/>
                  </a:lnTo>
                  <a:lnTo>
                    <a:pt x="312" y="798"/>
                  </a:lnTo>
                  <a:lnTo>
                    <a:pt x="324" y="786"/>
                  </a:lnTo>
                  <a:lnTo>
                    <a:pt x="324" y="780"/>
                  </a:lnTo>
                  <a:lnTo>
                    <a:pt x="306" y="762"/>
                  </a:lnTo>
                  <a:lnTo>
                    <a:pt x="294" y="762"/>
                  </a:lnTo>
                  <a:lnTo>
                    <a:pt x="312" y="756"/>
                  </a:lnTo>
                  <a:lnTo>
                    <a:pt x="300" y="750"/>
                  </a:lnTo>
                  <a:lnTo>
                    <a:pt x="324" y="750"/>
                  </a:lnTo>
                  <a:lnTo>
                    <a:pt x="336" y="744"/>
                  </a:lnTo>
                  <a:lnTo>
                    <a:pt x="348" y="744"/>
                  </a:lnTo>
                  <a:lnTo>
                    <a:pt x="354" y="738"/>
                  </a:lnTo>
                  <a:lnTo>
                    <a:pt x="360" y="726"/>
                  </a:lnTo>
                  <a:lnTo>
                    <a:pt x="360" y="714"/>
                  </a:lnTo>
                  <a:lnTo>
                    <a:pt x="366" y="708"/>
                  </a:lnTo>
                  <a:lnTo>
                    <a:pt x="384" y="726"/>
                  </a:lnTo>
                  <a:lnTo>
                    <a:pt x="390" y="726"/>
                  </a:lnTo>
                  <a:lnTo>
                    <a:pt x="396" y="720"/>
                  </a:lnTo>
                  <a:lnTo>
                    <a:pt x="408" y="696"/>
                  </a:lnTo>
                  <a:lnTo>
                    <a:pt x="402" y="690"/>
                  </a:lnTo>
                  <a:lnTo>
                    <a:pt x="402" y="684"/>
                  </a:lnTo>
                  <a:lnTo>
                    <a:pt x="414" y="684"/>
                  </a:lnTo>
                  <a:lnTo>
                    <a:pt x="420" y="678"/>
                  </a:lnTo>
                  <a:lnTo>
                    <a:pt x="432" y="672"/>
                  </a:lnTo>
                  <a:lnTo>
                    <a:pt x="432" y="660"/>
                  </a:lnTo>
                  <a:lnTo>
                    <a:pt x="420" y="636"/>
                  </a:lnTo>
                  <a:lnTo>
                    <a:pt x="408" y="630"/>
                  </a:lnTo>
                  <a:lnTo>
                    <a:pt x="408" y="618"/>
                  </a:lnTo>
                  <a:lnTo>
                    <a:pt x="372" y="600"/>
                  </a:lnTo>
                  <a:lnTo>
                    <a:pt x="360" y="606"/>
                  </a:lnTo>
                  <a:lnTo>
                    <a:pt x="354" y="606"/>
                  </a:lnTo>
                  <a:lnTo>
                    <a:pt x="342" y="600"/>
                  </a:lnTo>
                  <a:lnTo>
                    <a:pt x="330" y="576"/>
                  </a:lnTo>
                  <a:lnTo>
                    <a:pt x="330" y="558"/>
                  </a:lnTo>
                  <a:lnTo>
                    <a:pt x="324" y="546"/>
                  </a:lnTo>
                  <a:lnTo>
                    <a:pt x="324" y="528"/>
                  </a:lnTo>
                  <a:lnTo>
                    <a:pt x="336" y="516"/>
                  </a:lnTo>
                  <a:lnTo>
                    <a:pt x="342" y="504"/>
                  </a:lnTo>
                  <a:lnTo>
                    <a:pt x="342" y="486"/>
                  </a:lnTo>
                  <a:lnTo>
                    <a:pt x="336" y="474"/>
                  </a:lnTo>
                  <a:lnTo>
                    <a:pt x="330" y="468"/>
                  </a:lnTo>
                  <a:lnTo>
                    <a:pt x="330" y="462"/>
                  </a:lnTo>
                  <a:lnTo>
                    <a:pt x="348" y="462"/>
                  </a:lnTo>
                  <a:lnTo>
                    <a:pt x="354" y="456"/>
                  </a:lnTo>
                  <a:lnTo>
                    <a:pt x="354" y="438"/>
                  </a:lnTo>
                  <a:lnTo>
                    <a:pt x="348" y="426"/>
                  </a:lnTo>
                  <a:lnTo>
                    <a:pt x="354" y="432"/>
                  </a:lnTo>
                  <a:lnTo>
                    <a:pt x="378" y="432"/>
                  </a:lnTo>
                  <a:lnTo>
                    <a:pt x="384" y="426"/>
                  </a:lnTo>
                  <a:lnTo>
                    <a:pt x="396" y="420"/>
                  </a:lnTo>
                  <a:lnTo>
                    <a:pt x="408" y="408"/>
                  </a:lnTo>
                  <a:lnTo>
                    <a:pt x="438" y="414"/>
                  </a:lnTo>
                  <a:lnTo>
                    <a:pt x="450" y="390"/>
                  </a:lnTo>
                  <a:lnTo>
                    <a:pt x="480" y="390"/>
                  </a:lnTo>
                  <a:lnTo>
                    <a:pt x="498" y="384"/>
                  </a:lnTo>
                  <a:lnTo>
                    <a:pt x="510" y="378"/>
                  </a:lnTo>
                  <a:lnTo>
                    <a:pt x="522" y="354"/>
                  </a:lnTo>
                  <a:lnTo>
                    <a:pt x="540" y="336"/>
                  </a:lnTo>
                  <a:lnTo>
                    <a:pt x="546" y="324"/>
                  </a:lnTo>
                  <a:lnTo>
                    <a:pt x="528" y="300"/>
                  </a:lnTo>
                  <a:lnTo>
                    <a:pt x="558" y="264"/>
                  </a:lnTo>
                  <a:lnTo>
                    <a:pt x="540" y="246"/>
                  </a:lnTo>
                  <a:lnTo>
                    <a:pt x="576" y="234"/>
                  </a:lnTo>
                  <a:lnTo>
                    <a:pt x="594" y="216"/>
                  </a:lnTo>
                  <a:lnTo>
                    <a:pt x="672" y="222"/>
                  </a:lnTo>
                  <a:lnTo>
                    <a:pt x="684" y="240"/>
                  </a:lnTo>
                  <a:lnTo>
                    <a:pt x="690" y="240"/>
                  </a:lnTo>
                  <a:lnTo>
                    <a:pt x="678" y="204"/>
                  </a:lnTo>
                  <a:close/>
                  <a:moveTo>
                    <a:pt x="390" y="828"/>
                  </a:moveTo>
                  <a:lnTo>
                    <a:pt x="390" y="840"/>
                  </a:lnTo>
                  <a:lnTo>
                    <a:pt x="396" y="852"/>
                  </a:lnTo>
                  <a:lnTo>
                    <a:pt x="396" y="864"/>
                  </a:lnTo>
                  <a:lnTo>
                    <a:pt x="402" y="870"/>
                  </a:lnTo>
                  <a:lnTo>
                    <a:pt x="402" y="876"/>
                  </a:lnTo>
                  <a:lnTo>
                    <a:pt x="414" y="852"/>
                  </a:lnTo>
                  <a:lnTo>
                    <a:pt x="426" y="852"/>
                  </a:lnTo>
                  <a:lnTo>
                    <a:pt x="432" y="846"/>
                  </a:lnTo>
                  <a:lnTo>
                    <a:pt x="438" y="834"/>
                  </a:lnTo>
                  <a:lnTo>
                    <a:pt x="438" y="822"/>
                  </a:lnTo>
                  <a:lnTo>
                    <a:pt x="432" y="816"/>
                  </a:lnTo>
                  <a:lnTo>
                    <a:pt x="450" y="798"/>
                  </a:lnTo>
                  <a:lnTo>
                    <a:pt x="444" y="798"/>
                  </a:lnTo>
                  <a:lnTo>
                    <a:pt x="438" y="804"/>
                  </a:lnTo>
                  <a:lnTo>
                    <a:pt x="420" y="804"/>
                  </a:lnTo>
                  <a:lnTo>
                    <a:pt x="408" y="810"/>
                  </a:lnTo>
                  <a:lnTo>
                    <a:pt x="390" y="828"/>
                  </a:lnTo>
                  <a:close/>
                  <a:moveTo>
                    <a:pt x="300" y="900"/>
                  </a:moveTo>
                  <a:lnTo>
                    <a:pt x="300" y="912"/>
                  </a:lnTo>
                  <a:lnTo>
                    <a:pt x="294" y="924"/>
                  </a:lnTo>
                  <a:lnTo>
                    <a:pt x="300" y="918"/>
                  </a:lnTo>
                  <a:lnTo>
                    <a:pt x="312" y="912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24" y="888"/>
                  </a:lnTo>
                  <a:lnTo>
                    <a:pt x="324" y="882"/>
                  </a:lnTo>
                  <a:lnTo>
                    <a:pt x="342" y="858"/>
                  </a:lnTo>
                  <a:lnTo>
                    <a:pt x="336" y="840"/>
                  </a:lnTo>
                  <a:lnTo>
                    <a:pt x="330" y="852"/>
                  </a:lnTo>
                  <a:lnTo>
                    <a:pt x="312" y="870"/>
                  </a:lnTo>
                  <a:lnTo>
                    <a:pt x="300" y="894"/>
                  </a:lnTo>
                  <a:lnTo>
                    <a:pt x="300" y="90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16" name="Swaziland" descr="© INSCALE GmbH, 05.05.2010&#10;http://www.presentationload.com/">
              <a:extLst>
                <a:ext uri="{FF2B5EF4-FFF2-40B4-BE49-F238E27FC236}">
                  <a16:creationId xmlns:a16="http://schemas.microsoft.com/office/drawing/2014/main" id="{5BE49855-8883-43FF-97F2-6669D8B15571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444108" y="3682753"/>
              <a:ext cx="33602" cy="43671"/>
            </a:xfrm>
            <a:custGeom>
              <a:avLst/>
              <a:gdLst>
                <a:gd name="T0" fmla="*/ 2147483647 w 102"/>
                <a:gd name="T1" fmla="*/ 2147483647 h 132"/>
                <a:gd name="T2" fmla="*/ 2147483647 w 102"/>
                <a:gd name="T3" fmla="*/ 2147483647 h 132"/>
                <a:gd name="T4" fmla="*/ 2147483647 w 102"/>
                <a:gd name="T5" fmla="*/ 2147483647 h 132"/>
                <a:gd name="T6" fmla="*/ 2147483647 w 102"/>
                <a:gd name="T7" fmla="*/ 2147483647 h 132"/>
                <a:gd name="T8" fmla="*/ 2147483647 w 102"/>
                <a:gd name="T9" fmla="*/ 2147483647 h 132"/>
                <a:gd name="T10" fmla="*/ 2147483647 w 102"/>
                <a:gd name="T11" fmla="*/ 0 h 132"/>
                <a:gd name="T12" fmla="*/ 2147483647 w 102"/>
                <a:gd name="T13" fmla="*/ 0 h 132"/>
                <a:gd name="T14" fmla="*/ 2147483647 w 102"/>
                <a:gd name="T15" fmla="*/ 2147483647 h 132"/>
                <a:gd name="T16" fmla="*/ 2147483647 w 102"/>
                <a:gd name="T17" fmla="*/ 2147483647 h 132"/>
                <a:gd name="T18" fmla="*/ 2147483647 w 102"/>
                <a:gd name="T19" fmla="*/ 2147483647 h 132"/>
                <a:gd name="T20" fmla="*/ 2147483647 w 102"/>
                <a:gd name="T21" fmla="*/ 2147483647 h 132"/>
                <a:gd name="T22" fmla="*/ 0 w 102"/>
                <a:gd name="T23" fmla="*/ 2147483647 h 132"/>
                <a:gd name="T24" fmla="*/ 0 w 102"/>
                <a:gd name="T25" fmla="*/ 2147483647 h 132"/>
                <a:gd name="T26" fmla="*/ 2147483647 w 102"/>
                <a:gd name="T27" fmla="*/ 2147483647 h 132"/>
                <a:gd name="T28" fmla="*/ 2147483647 w 102"/>
                <a:gd name="T29" fmla="*/ 2147483647 h 132"/>
                <a:gd name="T30" fmla="*/ 2147483647 w 102"/>
                <a:gd name="T31" fmla="*/ 2147483647 h 132"/>
                <a:gd name="T32" fmla="*/ 2147483647 w 102"/>
                <a:gd name="T33" fmla="*/ 2147483647 h 132"/>
                <a:gd name="T34" fmla="*/ 2147483647 w 102"/>
                <a:gd name="T35" fmla="*/ 2147483647 h 132"/>
                <a:gd name="T36" fmla="*/ 2147483647 w 102"/>
                <a:gd name="T37" fmla="*/ 2147483647 h 132"/>
                <a:gd name="T38" fmla="*/ 2147483647 w 102"/>
                <a:gd name="T39" fmla="*/ 2147483647 h 132"/>
                <a:gd name="T40" fmla="*/ 2147483647 w 102"/>
                <a:gd name="T41" fmla="*/ 2147483647 h 132"/>
                <a:gd name="T42" fmla="*/ 2147483647 w 102"/>
                <a:gd name="T43" fmla="*/ 2147483647 h 132"/>
                <a:gd name="T44" fmla="*/ 2147483647 w 102"/>
                <a:gd name="T45" fmla="*/ 2147483647 h 132"/>
                <a:gd name="T46" fmla="*/ 2147483647 w 102"/>
                <a:gd name="T47" fmla="*/ 2147483647 h 132"/>
                <a:gd name="T48" fmla="*/ 2147483647 w 102"/>
                <a:gd name="T49" fmla="*/ 2147483647 h 13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02"/>
                <a:gd name="T76" fmla="*/ 0 h 132"/>
                <a:gd name="T77" fmla="*/ 102 w 102"/>
                <a:gd name="T78" fmla="*/ 132 h 132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02" h="132">
                  <a:moveTo>
                    <a:pt x="84" y="54"/>
                  </a:moveTo>
                  <a:lnTo>
                    <a:pt x="84" y="30"/>
                  </a:lnTo>
                  <a:lnTo>
                    <a:pt x="90" y="18"/>
                  </a:lnTo>
                  <a:lnTo>
                    <a:pt x="66" y="18"/>
                  </a:lnTo>
                  <a:lnTo>
                    <a:pt x="54" y="6"/>
                  </a:lnTo>
                  <a:lnTo>
                    <a:pt x="42" y="0"/>
                  </a:lnTo>
                  <a:lnTo>
                    <a:pt x="36" y="0"/>
                  </a:lnTo>
                  <a:lnTo>
                    <a:pt x="24" y="12"/>
                  </a:lnTo>
                  <a:lnTo>
                    <a:pt x="18" y="24"/>
                  </a:lnTo>
                  <a:lnTo>
                    <a:pt x="18" y="36"/>
                  </a:lnTo>
                  <a:lnTo>
                    <a:pt x="6" y="48"/>
                  </a:lnTo>
                  <a:lnTo>
                    <a:pt x="0" y="60"/>
                  </a:lnTo>
                  <a:lnTo>
                    <a:pt x="0" y="84"/>
                  </a:lnTo>
                  <a:lnTo>
                    <a:pt x="12" y="108"/>
                  </a:lnTo>
                  <a:lnTo>
                    <a:pt x="24" y="114"/>
                  </a:lnTo>
                  <a:lnTo>
                    <a:pt x="36" y="126"/>
                  </a:lnTo>
                  <a:lnTo>
                    <a:pt x="54" y="126"/>
                  </a:lnTo>
                  <a:lnTo>
                    <a:pt x="66" y="132"/>
                  </a:lnTo>
                  <a:lnTo>
                    <a:pt x="78" y="132"/>
                  </a:lnTo>
                  <a:lnTo>
                    <a:pt x="90" y="90"/>
                  </a:lnTo>
                  <a:lnTo>
                    <a:pt x="96" y="90"/>
                  </a:lnTo>
                  <a:lnTo>
                    <a:pt x="102" y="84"/>
                  </a:lnTo>
                  <a:lnTo>
                    <a:pt x="96" y="60"/>
                  </a:lnTo>
                  <a:lnTo>
                    <a:pt x="90" y="60"/>
                  </a:lnTo>
                  <a:lnTo>
                    <a:pt x="84" y="5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17" name="Suriname" descr="© INSCALE GmbH, 05.05.2010&#10;http://www.presentationload.com/">
              <a:extLst>
                <a:ext uri="{FF2B5EF4-FFF2-40B4-BE49-F238E27FC236}">
                  <a16:creationId xmlns:a16="http://schemas.microsoft.com/office/drawing/2014/main" id="{097FDE4E-8067-40F4-9D45-2A944D14ACCD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367195" y="2844016"/>
              <a:ext cx="96933" cy="110462"/>
            </a:xfrm>
            <a:custGeom>
              <a:avLst/>
              <a:gdLst>
                <a:gd name="T0" fmla="*/ 2147483647 w 294"/>
                <a:gd name="T1" fmla="*/ 2147483647 h 336"/>
                <a:gd name="T2" fmla="*/ 2147483647 w 294"/>
                <a:gd name="T3" fmla="*/ 2147483647 h 336"/>
                <a:gd name="T4" fmla="*/ 2147483647 w 294"/>
                <a:gd name="T5" fmla="*/ 2147483647 h 336"/>
                <a:gd name="T6" fmla="*/ 0 w 294"/>
                <a:gd name="T7" fmla="*/ 2147483647 h 336"/>
                <a:gd name="T8" fmla="*/ 2147483647 w 294"/>
                <a:gd name="T9" fmla="*/ 2147483647 h 336"/>
                <a:gd name="T10" fmla="*/ 2147483647 w 294"/>
                <a:gd name="T11" fmla="*/ 2147483647 h 336"/>
                <a:gd name="T12" fmla="*/ 2147483647 w 294"/>
                <a:gd name="T13" fmla="*/ 2147483647 h 336"/>
                <a:gd name="T14" fmla="*/ 2147483647 w 294"/>
                <a:gd name="T15" fmla="*/ 2147483647 h 336"/>
                <a:gd name="T16" fmla="*/ 2147483647 w 294"/>
                <a:gd name="T17" fmla="*/ 2147483647 h 336"/>
                <a:gd name="T18" fmla="*/ 2147483647 w 294"/>
                <a:gd name="T19" fmla="*/ 2147483647 h 336"/>
                <a:gd name="T20" fmla="*/ 2147483647 w 294"/>
                <a:gd name="T21" fmla="*/ 2147483647 h 336"/>
                <a:gd name="T22" fmla="*/ 2147483647 w 294"/>
                <a:gd name="T23" fmla="*/ 2147483647 h 336"/>
                <a:gd name="T24" fmla="*/ 2147483647 w 294"/>
                <a:gd name="T25" fmla="*/ 2147483647 h 336"/>
                <a:gd name="T26" fmla="*/ 2147483647 w 294"/>
                <a:gd name="T27" fmla="*/ 2147483647 h 336"/>
                <a:gd name="T28" fmla="*/ 2147483647 w 294"/>
                <a:gd name="T29" fmla="*/ 2147483647 h 336"/>
                <a:gd name="T30" fmla="*/ 2147483647 w 294"/>
                <a:gd name="T31" fmla="*/ 2147483647 h 336"/>
                <a:gd name="T32" fmla="*/ 2147483647 w 294"/>
                <a:gd name="T33" fmla="*/ 2147483647 h 336"/>
                <a:gd name="T34" fmla="*/ 2147483647 w 294"/>
                <a:gd name="T35" fmla="*/ 2147483647 h 336"/>
                <a:gd name="T36" fmla="*/ 2147483647 w 294"/>
                <a:gd name="T37" fmla="*/ 2147483647 h 336"/>
                <a:gd name="T38" fmla="*/ 2147483647 w 294"/>
                <a:gd name="T39" fmla="*/ 2147483647 h 336"/>
                <a:gd name="T40" fmla="*/ 2147483647 w 294"/>
                <a:gd name="T41" fmla="*/ 2147483647 h 336"/>
                <a:gd name="T42" fmla="*/ 2147483647 w 294"/>
                <a:gd name="T43" fmla="*/ 2147483647 h 336"/>
                <a:gd name="T44" fmla="*/ 2147483647 w 294"/>
                <a:gd name="T45" fmla="*/ 2147483647 h 336"/>
                <a:gd name="T46" fmla="*/ 2147483647 w 294"/>
                <a:gd name="T47" fmla="*/ 2147483647 h 336"/>
                <a:gd name="T48" fmla="*/ 2147483647 w 294"/>
                <a:gd name="T49" fmla="*/ 2147483647 h 336"/>
                <a:gd name="T50" fmla="*/ 2147483647 w 294"/>
                <a:gd name="T51" fmla="*/ 2147483647 h 336"/>
                <a:gd name="T52" fmla="*/ 2147483647 w 294"/>
                <a:gd name="T53" fmla="*/ 2147483647 h 336"/>
                <a:gd name="T54" fmla="*/ 2147483647 w 294"/>
                <a:gd name="T55" fmla="*/ 2147483647 h 336"/>
                <a:gd name="T56" fmla="*/ 2147483647 w 294"/>
                <a:gd name="T57" fmla="*/ 2147483647 h 336"/>
                <a:gd name="T58" fmla="*/ 2147483647 w 294"/>
                <a:gd name="T59" fmla="*/ 2147483647 h 336"/>
                <a:gd name="T60" fmla="*/ 2147483647 w 294"/>
                <a:gd name="T61" fmla="*/ 2147483647 h 336"/>
                <a:gd name="T62" fmla="*/ 2147483647 w 294"/>
                <a:gd name="T63" fmla="*/ 2147483647 h 336"/>
                <a:gd name="T64" fmla="*/ 2147483647 w 294"/>
                <a:gd name="T65" fmla="*/ 2147483647 h 336"/>
                <a:gd name="T66" fmla="*/ 2147483647 w 294"/>
                <a:gd name="T67" fmla="*/ 2147483647 h 336"/>
                <a:gd name="T68" fmla="*/ 2147483647 w 294"/>
                <a:gd name="T69" fmla="*/ 2147483647 h 336"/>
                <a:gd name="T70" fmla="*/ 2147483647 w 294"/>
                <a:gd name="T71" fmla="*/ 0 h 336"/>
                <a:gd name="T72" fmla="*/ 2147483647 w 294"/>
                <a:gd name="T73" fmla="*/ 2147483647 h 336"/>
                <a:gd name="T74" fmla="*/ 2147483647 w 294"/>
                <a:gd name="T75" fmla="*/ 2147483647 h 336"/>
                <a:gd name="T76" fmla="*/ 2147483647 w 294"/>
                <a:gd name="T77" fmla="*/ 2147483647 h 336"/>
                <a:gd name="T78" fmla="*/ 2147483647 w 294"/>
                <a:gd name="T79" fmla="*/ 2147483647 h 336"/>
                <a:gd name="T80" fmla="*/ 2147483647 w 294"/>
                <a:gd name="T81" fmla="*/ 2147483647 h 336"/>
                <a:gd name="T82" fmla="*/ 2147483647 w 294"/>
                <a:gd name="T83" fmla="*/ 2147483647 h 3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94"/>
                <a:gd name="T127" fmla="*/ 0 h 336"/>
                <a:gd name="T128" fmla="*/ 294 w 294"/>
                <a:gd name="T129" fmla="*/ 336 h 3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94" h="336">
                  <a:moveTo>
                    <a:pt x="60" y="78"/>
                  </a:moveTo>
                  <a:lnTo>
                    <a:pt x="30" y="78"/>
                  </a:lnTo>
                  <a:lnTo>
                    <a:pt x="18" y="84"/>
                  </a:lnTo>
                  <a:lnTo>
                    <a:pt x="12" y="90"/>
                  </a:lnTo>
                  <a:lnTo>
                    <a:pt x="12" y="132"/>
                  </a:lnTo>
                  <a:lnTo>
                    <a:pt x="6" y="138"/>
                  </a:lnTo>
                  <a:lnTo>
                    <a:pt x="0" y="150"/>
                  </a:lnTo>
                  <a:lnTo>
                    <a:pt x="0" y="162"/>
                  </a:lnTo>
                  <a:lnTo>
                    <a:pt x="6" y="168"/>
                  </a:lnTo>
                  <a:lnTo>
                    <a:pt x="6" y="174"/>
                  </a:lnTo>
                  <a:lnTo>
                    <a:pt x="12" y="174"/>
                  </a:lnTo>
                  <a:lnTo>
                    <a:pt x="12" y="186"/>
                  </a:lnTo>
                  <a:lnTo>
                    <a:pt x="18" y="198"/>
                  </a:lnTo>
                  <a:lnTo>
                    <a:pt x="24" y="204"/>
                  </a:lnTo>
                  <a:lnTo>
                    <a:pt x="30" y="216"/>
                  </a:lnTo>
                  <a:lnTo>
                    <a:pt x="42" y="216"/>
                  </a:lnTo>
                  <a:lnTo>
                    <a:pt x="42" y="210"/>
                  </a:lnTo>
                  <a:lnTo>
                    <a:pt x="54" y="198"/>
                  </a:lnTo>
                  <a:lnTo>
                    <a:pt x="54" y="216"/>
                  </a:lnTo>
                  <a:lnTo>
                    <a:pt x="48" y="222"/>
                  </a:lnTo>
                  <a:lnTo>
                    <a:pt x="48" y="246"/>
                  </a:lnTo>
                  <a:lnTo>
                    <a:pt x="54" y="258"/>
                  </a:lnTo>
                  <a:lnTo>
                    <a:pt x="72" y="276"/>
                  </a:lnTo>
                  <a:lnTo>
                    <a:pt x="78" y="294"/>
                  </a:lnTo>
                  <a:lnTo>
                    <a:pt x="84" y="306"/>
                  </a:lnTo>
                  <a:lnTo>
                    <a:pt x="90" y="312"/>
                  </a:lnTo>
                  <a:lnTo>
                    <a:pt x="90" y="318"/>
                  </a:lnTo>
                  <a:lnTo>
                    <a:pt x="102" y="324"/>
                  </a:lnTo>
                  <a:lnTo>
                    <a:pt x="108" y="324"/>
                  </a:lnTo>
                  <a:lnTo>
                    <a:pt x="132" y="336"/>
                  </a:lnTo>
                  <a:lnTo>
                    <a:pt x="150" y="336"/>
                  </a:lnTo>
                  <a:lnTo>
                    <a:pt x="156" y="330"/>
                  </a:lnTo>
                  <a:lnTo>
                    <a:pt x="150" y="324"/>
                  </a:lnTo>
                  <a:lnTo>
                    <a:pt x="150" y="318"/>
                  </a:lnTo>
                  <a:lnTo>
                    <a:pt x="138" y="306"/>
                  </a:lnTo>
                  <a:lnTo>
                    <a:pt x="138" y="282"/>
                  </a:lnTo>
                  <a:lnTo>
                    <a:pt x="150" y="276"/>
                  </a:lnTo>
                  <a:lnTo>
                    <a:pt x="156" y="276"/>
                  </a:lnTo>
                  <a:lnTo>
                    <a:pt x="156" y="288"/>
                  </a:lnTo>
                  <a:lnTo>
                    <a:pt x="180" y="288"/>
                  </a:lnTo>
                  <a:lnTo>
                    <a:pt x="192" y="282"/>
                  </a:lnTo>
                  <a:lnTo>
                    <a:pt x="198" y="276"/>
                  </a:lnTo>
                  <a:lnTo>
                    <a:pt x="210" y="270"/>
                  </a:lnTo>
                  <a:lnTo>
                    <a:pt x="216" y="270"/>
                  </a:lnTo>
                  <a:lnTo>
                    <a:pt x="222" y="282"/>
                  </a:lnTo>
                  <a:lnTo>
                    <a:pt x="228" y="288"/>
                  </a:lnTo>
                  <a:lnTo>
                    <a:pt x="246" y="294"/>
                  </a:lnTo>
                  <a:lnTo>
                    <a:pt x="252" y="282"/>
                  </a:lnTo>
                  <a:lnTo>
                    <a:pt x="258" y="276"/>
                  </a:lnTo>
                  <a:lnTo>
                    <a:pt x="258" y="264"/>
                  </a:lnTo>
                  <a:lnTo>
                    <a:pt x="264" y="264"/>
                  </a:lnTo>
                  <a:lnTo>
                    <a:pt x="276" y="258"/>
                  </a:lnTo>
                  <a:lnTo>
                    <a:pt x="270" y="222"/>
                  </a:lnTo>
                  <a:lnTo>
                    <a:pt x="288" y="204"/>
                  </a:lnTo>
                  <a:lnTo>
                    <a:pt x="288" y="198"/>
                  </a:lnTo>
                  <a:lnTo>
                    <a:pt x="282" y="186"/>
                  </a:lnTo>
                  <a:lnTo>
                    <a:pt x="264" y="168"/>
                  </a:lnTo>
                  <a:lnTo>
                    <a:pt x="258" y="156"/>
                  </a:lnTo>
                  <a:lnTo>
                    <a:pt x="258" y="144"/>
                  </a:lnTo>
                  <a:lnTo>
                    <a:pt x="252" y="126"/>
                  </a:lnTo>
                  <a:lnTo>
                    <a:pt x="252" y="96"/>
                  </a:lnTo>
                  <a:lnTo>
                    <a:pt x="258" y="78"/>
                  </a:lnTo>
                  <a:lnTo>
                    <a:pt x="264" y="66"/>
                  </a:lnTo>
                  <a:lnTo>
                    <a:pt x="276" y="60"/>
                  </a:lnTo>
                  <a:lnTo>
                    <a:pt x="282" y="54"/>
                  </a:lnTo>
                  <a:lnTo>
                    <a:pt x="288" y="54"/>
                  </a:lnTo>
                  <a:lnTo>
                    <a:pt x="288" y="30"/>
                  </a:lnTo>
                  <a:lnTo>
                    <a:pt x="294" y="12"/>
                  </a:lnTo>
                  <a:lnTo>
                    <a:pt x="288" y="12"/>
                  </a:lnTo>
                  <a:lnTo>
                    <a:pt x="282" y="6"/>
                  </a:lnTo>
                  <a:lnTo>
                    <a:pt x="270" y="6"/>
                  </a:lnTo>
                  <a:lnTo>
                    <a:pt x="252" y="0"/>
                  </a:lnTo>
                  <a:lnTo>
                    <a:pt x="210" y="0"/>
                  </a:lnTo>
                  <a:lnTo>
                    <a:pt x="204" y="12"/>
                  </a:lnTo>
                  <a:lnTo>
                    <a:pt x="156" y="6"/>
                  </a:lnTo>
                  <a:lnTo>
                    <a:pt x="156" y="18"/>
                  </a:lnTo>
                  <a:lnTo>
                    <a:pt x="96" y="0"/>
                  </a:lnTo>
                  <a:lnTo>
                    <a:pt x="72" y="6"/>
                  </a:lnTo>
                  <a:lnTo>
                    <a:pt x="66" y="18"/>
                  </a:lnTo>
                  <a:lnTo>
                    <a:pt x="60" y="24"/>
                  </a:lnTo>
                  <a:lnTo>
                    <a:pt x="54" y="36"/>
                  </a:lnTo>
                  <a:lnTo>
                    <a:pt x="54" y="48"/>
                  </a:lnTo>
                  <a:lnTo>
                    <a:pt x="66" y="60"/>
                  </a:lnTo>
                  <a:lnTo>
                    <a:pt x="66" y="72"/>
                  </a:lnTo>
                  <a:lnTo>
                    <a:pt x="60" y="7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18" name="Sudan">
              <a:extLst>
                <a:ext uri="{FF2B5EF4-FFF2-40B4-BE49-F238E27FC236}">
                  <a16:creationId xmlns:a16="http://schemas.microsoft.com/office/drawing/2014/main" id="{0F5829CB-F582-4BF5-8EDE-CF9EC13874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38555" y="2388345"/>
              <a:ext cx="394903" cy="385026"/>
            </a:xfrm>
            <a:custGeom>
              <a:avLst/>
              <a:gdLst/>
              <a:ahLst/>
              <a:cxnLst>
                <a:cxn ang="0">
                  <a:pos x="442" y="199"/>
                </a:cxn>
                <a:cxn ang="0">
                  <a:pos x="446" y="187"/>
                </a:cxn>
                <a:cxn ang="0">
                  <a:pos x="475" y="170"/>
                </a:cxn>
                <a:cxn ang="0">
                  <a:pos x="458" y="149"/>
                </a:cxn>
                <a:cxn ang="0">
                  <a:pos x="439" y="137"/>
                </a:cxn>
                <a:cxn ang="0">
                  <a:pos x="434" y="114"/>
                </a:cxn>
                <a:cxn ang="0">
                  <a:pos x="430" y="90"/>
                </a:cxn>
                <a:cxn ang="0">
                  <a:pos x="423" y="55"/>
                </a:cxn>
                <a:cxn ang="0">
                  <a:pos x="413" y="29"/>
                </a:cxn>
                <a:cxn ang="0">
                  <a:pos x="387" y="0"/>
                </a:cxn>
                <a:cxn ang="0">
                  <a:pos x="361" y="26"/>
                </a:cxn>
                <a:cxn ang="0">
                  <a:pos x="345" y="31"/>
                </a:cxn>
                <a:cxn ang="0">
                  <a:pos x="326" y="47"/>
                </a:cxn>
                <a:cxn ang="0">
                  <a:pos x="269" y="36"/>
                </a:cxn>
                <a:cxn ang="0">
                  <a:pos x="87" y="36"/>
                </a:cxn>
                <a:cxn ang="0">
                  <a:pos x="54" y="241"/>
                </a:cxn>
                <a:cxn ang="0">
                  <a:pos x="30" y="246"/>
                </a:cxn>
                <a:cxn ang="0">
                  <a:pos x="30" y="258"/>
                </a:cxn>
                <a:cxn ang="0">
                  <a:pos x="16" y="272"/>
                </a:cxn>
                <a:cxn ang="0">
                  <a:pos x="7" y="300"/>
                </a:cxn>
                <a:cxn ang="0">
                  <a:pos x="9" y="322"/>
                </a:cxn>
                <a:cxn ang="0">
                  <a:pos x="4" y="338"/>
                </a:cxn>
                <a:cxn ang="0">
                  <a:pos x="19" y="338"/>
                </a:cxn>
                <a:cxn ang="0">
                  <a:pos x="21" y="373"/>
                </a:cxn>
                <a:cxn ang="0">
                  <a:pos x="35" y="385"/>
                </a:cxn>
                <a:cxn ang="0">
                  <a:pos x="42" y="409"/>
                </a:cxn>
                <a:cxn ang="0">
                  <a:pos x="54" y="430"/>
                </a:cxn>
                <a:cxn ang="0">
                  <a:pos x="47" y="451"/>
                </a:cxn>
                <a:cxn ang="0">
                  <a:pos x="49" y="463"/>
                </a:cxn>
                <a:cxn ang="0">
                  <a:pos x="73" y="456"/>
                </a:cxn>
                <a:cxn ang="0">
                  <a:pos x="78" y="447"/>
                </a:cxn>
                <a:cxn ang="0">
                  <a:pos x="89" y="418"/>
                </a:cxn>
                <a:cxn ang="0">
                  <a:pos x="115" y="416"/>
                </a:cxn>
                <a:cxn ang="0">
                  <a:pos x="125" y="430"/>
                </a:cxn>
                <a:cxn ang="0">
                  <a:pos x="170" y="433"/>
                </a:cxn>
                <a:cxn ang="0">
                  <a:pos x="196" y="442"/>
                </a:cxn>
                <a:cxn ang="0">
                  <a:pos x="234" y="411"/>
                </a:cxn>
                <a:cxn ang="0">
                  <a:pos x="290" y="409"/>
                </a:cxn>
                <a:cxn ang="0">
                  <a:pos x="307" y="364"/>
                </a:cxn>
                <a:cxn ang="0">
                  <a:pos x="331" y="347"/>
                </a:cxn>
                <a:cxn ang="0">
                  <a:pos x="328" y="378"/>
                </a:cxn>
                <a:cxn ang="0">
                  <a:pos x="335" y="399"/>
                </a:cxn>
                <a:cxn ang="0">
                  <a:pos x="357" y="423"/>
                </a:cxn>
                <a:cxn ang="0">
                  <a:pos x="359" y="409"/>
                </a:cxn>
                <a:cxn ang="0">
                  <a:pos x="368" y="399"/>
                </a:cxn>
                <a:cxn ang="0">
                  <a:pos x="380" y="385"/>
                </a:cxn>
                <a:cxn ang="0">
                  <a:pos x="382" y="364"/>
                </a:cxn>
                <a:cxn ang="0">
                  <a:pos x="392" y="343"/>
                </a:cxn>
                <a:cxn ang="0">
                  <a:pos x="411" y="333"/>
                </a:cxn>
                <a:cxn ang="0">
                  <a:pos x="418" y="303"/>
                </a:cxn>
                <a:cxn ang="0">
                  <a:pos x="416" y="262"/>
                </a:cxn>
                <a:cxn ang="0">
                  <a:pos x="423" y="239"/>
                </a:cxn>
                <a:cxn ang="0">
                  <a:pos x="430" y="215"/>
                </a:cxn>
              </a:cxnLst>
              <a:rect l="0" t="0" r="r" b="b"/>
              <a:pathLst>
                <a:path w="475" h="466">
                  <a:moveTo>
                    <a:pt x="432" y="208"/>
                  </a:moveTo>
                  <a:lnTo>
                    <a:pt x="434" y="206"/>
                  </a:lnTo>
                  <a:lnTo>
                    <a:pt x="434" y="199"/>
                  </a:lnTo>
                  <a:lnTo>
                    <a:pt x="442" y="199"/>
                  </a:lnTo>
                  <a:lnTo>
                    <a:pt x="444" y="196"/>
                  </a:lnTo>
                  <a:lnTo>
                    <a:pt x="444" y="194"/>
                  </a:lnTo>
                  <a:lnTo>
                    <a:pt x="446" y="192"/>
                  </a:lnTo>
                  <a:lnTo>
                    <a:pt x="446" y="187"/>
                  </a:lnTo>
                  <a:lnTo>
                    <a:pt x="451" y="187"/>
                  </a:lnTo>
                  <a:lnTo>
                    <a:pt x="460" y="184"/>
                  </a:lnTo>
                  <a:lnTo>
                    <a:pt x="470" y="180"/>
                  </a:lnTo>
                  <a:lnTo>
                    <a:pt x="475" y="170"/>
                  </a:lnTo>
                  <a:lnTo>
                    <a:pt x="475" y="166"/>
                  </a:lnTo>
                  <a:lnTo>
                    <a:pt x="460" y="154"/>
                  </a:lnTo>
                  <a:lnTo>
                    <a:pt x="460" y="151"/>
                  </a:lnTo>
                  <a:lnTo>
                    <a:pt x="458" y="149"/>
                  </a:lnTo>
                  <a:lnTo>
                    <a:pt x="458" y="144"/>
                  </a:lnTo>
                  <a:lnTo>
                    <a:pt x="453" y="142"/>
                  </a:lnTo>
                  <a:lnTo>
                    <a:pt x="444" y="142"/>
                  </a:lnTo>
                  <a:lnTo>
                    <a:pt x="439" y="137"/>
                  </a:lnTo>
                  <a:lnTo>
                    <a:pt x="439" y="132"/>
                  </a:lnTo>
                  <a:lnTo>
                    <a:pt x="437" y="125"/>
                  </a:lnTo>
                  <a:lnTo>
                    <a:pt x="437" y="118"/>
                  </a:lnTo>
                  <a:lnTo>
                    <a:pt x="434" y="114"/>
                  </a:lnTo>
                  <a:lnTo>
                    <a:pt x="434" y="107"/>
                  </a:lnTo>
                  <a:lnTo>
                    <a:pt x="432" y="107"/>
                  </a:lnTo>
                  <a:lnTo>
                    <a:pt x="432" y="97"/>
                  </a:lnTo>
                  <a:lnTo>
                    <a:pt x="430" y="90"/>
                  </a:lnTo>
                  <a:lnTo>
                    <a:pt x="430" y="73"/>
                  </a:lnTo>
                  <a:lnTo>
                    <a:pt x="427" y="69"/>
                  </a:lnTo>
                  <a:lnTo>
                    <a:pt x="434" y="66"/>
                  </a:lnTo>
                  <a:lnTo>
                    <a:pt x="423" y="55"/>
                  </a:lnTo>
                  <a:lnTo>
                    <a:pt x="423" y="38"/>
                  </a:lnTo>
                  <a:lnTo>
                    <a:pt x="420" y="33"/>
                  </a:lnTo>
                  <a:lnTo>
                    <a:pt x="418" y="31"/>
                  </a:lnTo>
                  <a:lnTo>
                    <a:pt x="413" y="29"/>
                  </a:lnTo>
                  <a:lnTo>
                    <a:pt x="401" y="17"/>
                  </a:lnTo>
                  <a:lnTo>
                    <a:pt x="397" y="17"/>
                  </a:lnTo>
                  <a:lnTo>
                    <a:pt x="390" y="10"/>
                  </a:lnTo>
                  <a:lnTo>
                    <a:pt x="387" y="0"/>
                  </a:lnTo>
                  <a:lnTo>
                    <a:pt x="378" y="12"/>
                  </a:lnTo>
                  <a:lnTo>
                    <a:pt x="364" y="12"/>
                  </a:lnTo>
                  <a:lnTo>
                    <a:pt x="364" y="21"/>
                  </a:lnTo>
                  <a:lnTo>
                    <a:pt x="361" y="26"/>
                  </a:lnTo>
                  <a:lnTo>
                    <a:pt x="359" y="29"/>
                  </a:lnTo>
                  <a:lnTo>
                    <a:pt x="352" y="29"/>
                  </a:lnTo>
                  <a:lnTo>
                    <a:pt x="349" y="31"/>
                  </a:lnTo>
                  <a:lnTo>
                    <a:pt x="345" y="31"/>
                  </a:lnTo>
                  <a:lnTo>
                    <a:pt x="340" y="36"/>
                  </a:lnTo>
                  <a:lnTo>
                    <a:pt x="335" y="45"/>
                  </a:lnTo>
                  <a:lnTo>
                    <a:pt x="333" y="47"/>
                  </a:lnTo>
                  <a:lnTo>
                    <a:pt x="326" y="47"/>
                  </a:lnTo>
                  <a:lnTo>
                    <a:pt x="323" y="45"/>
                  </a:lnTo>
                  <a:lnTo>
                    <a:pt x="321" y="40"/>
                  </a:lnTo>
                  <a:lnTo>
                    <a:pt x="319" y="38"/>
                  </a:lnTo>
                  <a:lnTo>
                    <a:pt x="269" y="36"/>
                  </a:lnTo>
                  <a:lnTo>
                    <a:pt x="269" y="31"/>
                  </a:lnTo>
                  <a:lnTo>
                    <a:pt x="267" y="31"/>
                  </a:lnTo>
                  <a:lnTo>
                    <a:pt x="260" y="38"/>
                  </a:lnTo>
                  <a:lnTo>
                    <a:pt x="87" y="36"/>
                  </a:lnTo>
                  <a:lnTo>
                    <a:pt x="87" y="99"/>
                  </a:lnTo>
                  <a:lnTo>
                    <a:pt x="56" y="99"/>
                  </a:lnTo>
                  <a:lnTo>
                    <a:pt x="59" y="241"/>
                  </a:lnTo>
                  <a:lnTo>
                    <a:pt x="54" y="241"/>
                  </a:lnTo>
                  <a:lnTo>
                    <a:pt x="49" y="239"/>
                  </a:lnTo>
                  <a:lnTo>
                    <a:pt x="33" y="239"/>
                  </a:lnTo>
                  <a:lnTo>
                    <a:pt x="28" y="244"/>
                  </a:lnTo>
                  <a:lnTo>
                    <a:pt x="30" y="246"/>
                  </a:lnTo>
                  <a:lnTo>
                    <a:pt x="30" y="251"/>
                  </a:lnTo>
                  <a:lnTo>
                    <a:pt x="33" y="253"/>
                  </a:lnTo>
                  <a:lnTo>
                    <a:pt x="33" y="255"/>
                  </a:lnTo>
                  <a:lnTo>
                    <a:pt x="30" y="258"/>
                  </a:lnTo>
                  <a:lnTo>
                    <a:pt x="26" y="260"/>
                  </a:lnTo>
                  <a:lnTo>
                    <a:pt x="21" y="265"/>
                  </a:lnTo>
                  <a:lnTo>
                    <a:pt x="21" y="272"/>
                  </a:lnTo>
                  <a:lnTo>
                    <a:pt x="16" y="272"/>
                  </a:lnTo>
                  <a:lnTo>
                    <a:pt x="19" y="281"/>
                  </a:lnTo>
                  <a:lnTo>
                    <a:pt x="21" y="288"/>
                  </a:lnTo>
                  <a:lnTo>
                    <a:pt x="14" y="293"/>
                  </a:lnTo>
                  <a:lnTo>
                    <a:pt x="7" y="300"/>
                  </a:lnTo>
                  <a:lnTo>
                    <a:pt x="9" y="303"/>
                  </a:lnTo>
                  <a:lnTo>
                    <a:pt x="14" y="312"/>
                  </a:lnTo>
                  <a:lnTo>
                    <a:pt x="14" y="317"/>
                  </a:lnTo>
                  <a:lnTo>
                    <a:pt x="9" y="322"/>
                  </a:lnTo>
                  <a:lnTo>
                    <a:pt x="4" y="324"/>
                  </a:lnTo>
                  <a:lnTo>
                    <a:pt x="0" y="329"/>
                  </a:lnTo>
                  <a:lnTo>
                    <a:pt x="0" y="336"/>
                  </a:lnTo>
                  <a:lnTo>
                    <a:pt x="4" y="338"/>
                  </a:lnTo>
                  <a:lnTo>
                    <a:pt x="9" y="338"/>
                  </a:lnTo>
                  <a:lnTo>
                    <a:pt x="12" y="336"/>
                  </a:lnTo>
                  <a:lnTo>
                    <a:pt x="16" y="336"/>
                  </a:lnTo>
                  <a:lnTo>
                    <a:pt x="19" y="338"/>
                  </a:lnTo>
                  <a:lnTo>
                    <a:pt x="19" y="355"/>
                  </a:lnTo>
                  <a:lnTo>
                    <a:pt x="26" y="362"/>
                  </a:lnTo>
                  <a:lnTo>
                    <a:pt x="19" y="364"/>
                  </a:lnTo>
                  <a:lnTo>
                    <a:pt x="21" y="373"/>
                  </a:lnTo>
                  <a:lnTo>
                    <a:pt x="23" y="373"/>
                  </a:lnTo>
                  <a:lnTo>
                    <a:pt x="28" y="376"/>
                  </a:lnTo>
                  <a:lnTo>
                    <a:pt x="33" y="383"/>
                  </a:lnTo>
                  <a:lnTo>
                    <a:pt x="35" y="385"/>
                  </a:lnTo>
                  <a:lnTo>
                    <a:pt x="35" y="388"/>
                  </a:lnTo>
                  <a:lnTo>
                    <a:pt x="30" y="388"/>
                  </a:lnTo>
                  <a:lnTo>
                    <a:pt x="30" y="397"/>
                  </a:lnTo>
                  <a:lnTo>
                    <a:pt x="42" y="409"/>
                  </a:lnTo>
                  <a:lnTo>
                    <a:pt x="45" y="414"/>
                  </a:lnTo>
                  <a:lnTo>
                    <a:pt x="49" y="418"/>
                  </a:lnTo>
                  <a:lnTo>
                    <a:pt x="52" y="425"/>
                  </a:lnTo>
                  <a:lnTo>
                    <a:pt x="54" y="430"/>
                  </a:lnTo>
                  <a:lnTo>
                    <a:pt x="54" y="442"/>
                  </a:lnTo>
                  <a:lnTo>
                    <a:pt x="52" y="444"/>
                  </a:lnTo>
                  <a:lnTo>
                    <a:pt x="49" y="449"/>
                  </a:lnTo>
                  <a:lnTo>
                    <a:pt x="47" y="451"/>
                  </a:lnTo>
                  <a:lnTo>
                    <a:pt x="47" y="454"/>
                  </a:lnTo>
                  <a:lnTo>
                    <a:pt x="49" y="456"/>
                  </a:lnTo>
                  <a:lnTo>
                    <a:pt x="52" y="456"/>
                  </a:lnTo>
                  <a:lnTo>
                    <a:pt x="49" y="463"/>
                  </a:lnTo>
                  <a:lnTo>
                    <a:pt x="66" y="466"/>
                  </a:lnTo>
                  <a:lnTo>
                    <a:pt x="66" y="461"/>
                  </a:lnTo>
                  <a:lnTo>
                    <a:pt x="68" y="459"/>
                  </a:lnTo>
                  <a:lnTo>
                    <a:pt x="73" y="456"/>
                  </a:lnTo>
                  <a:lnTo>
                    <a:pt x="73" y="456"/>
                  </a:lnTo>
                  <a:lnTo>
                    <a:pt x="73" y="454"/>
                  </a:lnTo>
                  <a:lnTo>
                    <a:pt x="73" y="451"/>
                  </a:lnTo>
                  <a:lnTo>
                    <a:pt x="78" y="447"/>
                  </a:lnTo>
                  <a:lnTo>
                    <a:pt x="78" y="437"/>
                  </a:lnTo>
                  <a:lnTo>
                    <a:pt x="82" y="437"/>
                  </a:lnTo>
                  <a:lnTo>
                    <a:pt x="82" y="428"/>
                  </a:lnTo>
                  <a:lnTo>
                    <a:pt x="89" y="418"/>
                  </a:lnTo>
                  <a:lnTo>
                    <a:pt x="92" y="411"/>
                  </a:lnTo>
                  <a:lnTo>
                    <a:pt x="101" y="409"/>
                  </a:lnTo>
                  <a:lnTo>
                    <a:pt x="113" y="407"/>
                  </a:lnTo>
                  <a:lnTo>
                    <a:pt x="115" y="416"/>
                  </a:lnTo>
                  <a:lnTo>
                    <a:pt x="118" y="418"/>
                  </a:lnTo>
                  <a:lnTo>
                    <a:pt x="123" y="421"/>
                  </a:lnTo>
                  <a:lnTo>
                    <a:pt x="123" y="423"/>
                  </a:lnTo>
                  <a:lnTo>
                    <a:pt x="125" y="430"/>
                  </a:lnTo>
                  <a:lnTo>
                    <a:pt x="127" y="433"/>
                  </a:lnTo>
                  <a:lnTo>
                    <a:pt x="137" y="440"/>
                  </a:lnTo>
                  <a:lnTo>
                    <a:pt x="146" y="435"/>
                  </a:lnTo>
                  <a:lnTo>
                    <a:pt x="170" y="433"/>
                  </a:lnTo>
                  <a:lnTo>
                    <a:pt x="175" y="435"/>
                  </a:lnTo>
                  <a:lnTo>
                    <a:pt x="177" y="442"/>
                  </a:lnTo>
                  <a:lnTo>
                    <a:pt x="177" y="442"/>
                  </a:lnTo>
                  <a:lnTo>
                    <a:pt x="196" y="442"/>
                  </a:lnTo>
                  <a:lnTo>
                    <a:pt x="205" y="430"/>
                  </a:lnTo>
                  <a:lnTo>
                    <a:pt x="219" y="430"/>
                  </a:lnTo>
                  <a:lnTo>
                    <a:pt x="222" y="418"/>
                  </a:lnTo>
                  <a:lnTo>
                    <a:pt x="234" y="411"/>
                  </a:lnTo>
                  <a:lnTo>
                    <a:pt x="250" y="421"/>
                  </a:lnTo>
                  <a:lnTo>
                    <a:pt x="260" y="430"/>
                  </a:lnTo>
                  <a:lnTo>
                    <a:pt x="274" y="430"/>
                  </a:lnTo>
                  <a:lnTo>
                    <a:pt x="290" y="409"/>
                  </a:lnTo>
                  <a:lnTo>
                    <a:pt x="295" y="397"/>
                  </a:lnTo>
                  <a:lnTo>
                    <a:pt x="309" y="388"/>
                  </a:lnTo>
                  <a:lnTo>
                    <a:pt x="307" y="381"/>
                  </a:lnTo>
                  <a:lnTo>
                    <a:pt x="307" y="364"/>
                  </a:lnTo>
                  <a:lnTo>
                    <a:pt x="300" y="357"/>
                  </a:lnTo>
                  <a:lnTo>
                    <a:pt x="319" y="357"/>
                  </a:lnTo>
                  <a:lnTo>
                    <a:pt x="319" y="350"/>
                  </a:lnTo>
                  <a:lnTo>
                    <a:pt x="331" y="347"/>
                  </a:lnTo>
                  <a:lnTo>
                    <a:pt x="328" y="357"/>
                  </a:lnTo>
                  <a:lnTo>
                    <a:pt x="328" y="366"/>
                  </a:lnTo>
                  <a:lnTo>
                    <a:pt x="326" y="369"/>
                  </a:lnTo>
                  <a:lnTo>
                    <a:pt x="328" y="378"/>
                  </a:lnTo>
                  <a:lnTo>
                    <a:pt x="331" y="385"/>
                  </a:lnTo>
                  <a:lnTo>
                    <a:pt x="331" y="390"/>
                  </a:lnTo>
                  <a:lnTo>
                    <a:pt x="328" y="395"/>
                  </a:lnTo>
                  <a:lnTo>
                    <a:pt x="335" y="399"/>
                  </a:lnTo>
                  <a:lnTo>
                    <a:pt x="345" y="407"/>
                  </a:lnTo>
                  <a:lnTo>
                    <a:pt x="352" y="414"/>
                  </a:lnTo>
                  <a:lnTo>
                    <a:pt x="354" y="418"/>
                  </a:lnTo>
                  <a:lnTo>
                    <a:pt x="357" y="423"/>
                  </a:lnTo>
                  <a:lnTo>
                    <a:pt x="359" y="423"/>
                  </a:lnTo>
                  <a:lnTo>
                    <a:pt x="361" y="421"/>
                  </a:lnTo>
                  <a:lnTo>
                    <a:pt x="361" y="414"/>
                  </a:lnTo>
                  <a:lnTo>
                    <a:pt x="359" y="409"/>
                  </a:lnTo>
                  <a:lnTo>
                    <a:pt x="359" y="402"/>
                  </a:lnTo>
                  <a:lnTo>
                    <a:pt x="366" y="395"/>
                  </a:lnTo>
                  <a:lnTo>
                    <a:pt x="368" y="395"/>
                  </a:lnTo>
                  <a:lnTo>
                    <a:pt x="368" y="399"/>
                  </a:lnTo>
                  <a:lnTo>
                    <a:pt x="371" y="402"/>
                  </a:lnTo>
                  <a:lnTo>
                    <a:pt x="378" y="402"/>
                  </a:lnTo>
                  <a:lnTo>
                    <a:pt x="380" y="399"/>
                  </a:lnTo>
                  <a:lnTo>
                    <a:pt x="380" y="385"/>
                  </a:lnTo>
                  <a:lnTo>
                    <a:pt x="378" y="383"/>
                  </a:lnTo>
                  <a:lnTo>
                    <a:pt x="378" y="381"/>
                  </a:lnTo>
                  <a:lnTo>
                    <a:pt x="382" y="373"/>
                  </a:lnTo>
                  <a:lnTo>
                    <a:pt x="382" y="364"/>
                  </a:lnTo>
                  <a:lnTo>
                    <a:pt x="385" y="362"/>
                  </a:lnTo>
                  <a:lnTo>
                    <a:pt x="390" y="362"/>
                  </a:lnTo>
                  <a:lnTo>
                    <a:pt x="392" y="357"/>
                  </a:lnTo>
                  <a:lnTo>
                    <a:pt x="392" y="343"/>
                  </a:lnTo>
                  <a:lnTo>
                    <a:pt x="394" y="340"/>
                  </a:lnTo>
                  <a:lnTo>
                    <a:pt x="397" y="336"/>
                  </a:lnTo>
                  <a:lnTo>
                    <a:pt x="399" y="333"/>
                  </a:lnTo>
                  <a:lnTo>
                    <a:pt x="411" y="333"/>
                  </a:lnTo>
                  <a:lnTo>
                    <a:pt x="411" y="314"/>
                  </a:lnTo>
                  <a:lnTo>
                    <a:pt x="413" y="310"/>
                  </a:lnTo>
                  <a:lnTo>
                    <a:pt x="416" y="307"/>
                  </a:lnTo>
                  <a:lnTo>
                    <a:pt x="418" y="303"/>
                  </a:lnTo>
                  <a:lnTo>
                    <a:pt x="420" y="300"/>
                  </a:lnTo>
                  <a:lnTo>
                    <a:pt x="420" y="284"/>
                  </a:lnTo>
                  <a:lnTo>
                    <a:pt x="418" y="265"/>
                  </a:lnTo>
                  <a:lnTo>
                    <a:pt x="416" y="262"/>
                  </a:lnTo>
                  <a:lnTo>
                    <a:pt x="416" y="255"/>
                  </a:lnTo>
                  <a:lnTo>
                    <a:pt x="420" y="253"/>
                  </a:lnTo>
                  <a:lnTo>
                    <a:pt x="423" y="253"/>
                  </a:lnTo>
                  <a:lnTo>
                    <a:pt x="423" y="239"/>
                  </a:lnTo>
                  <a:lnTo>
                    <a:pt x="425" y="239"/>
                  </a:lnTo>
                  <a:lnTo>
                    <a:pt x="427" y="236"/>
                  </a:lnTo>
                  <a:lnTo>
                    <a:pt x="430" y="232"/>
                  </a:lnTo>
                  <a:lnTo>
                    <a:pt x="430" y="215"/>
                  </a:lnTo>
                  <a:lnTo>
                    <a:pt x="427" y="213"/>
                  </a:lnTo>
                  <a:lnTo>
                    <a:pt x="427" y="208"/>
                  </a:lnTo>
                  <a:lnTo>
                    <a:pt x="432" y="20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19" name="Sri Lanka" descr="© INSCALE GmbH, 05.05.2010&#10;http://www.presentationload.com/">
              <a:extLst>
                <a:ext uri="{FF2B5EF4-FFF2-40B4-BE49-F238E27FC236}">
                  <a16:creationId xmlns:a16="http://schemas.microsoft.com/office/drawing/2014/main" id="{DC45BE07-C77F-4459-A210-D9CEEF128476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5602115" y="2747683"/>
              <a:ext cx="56867" cy="100186"/>
            </a:xfrm>
            <a:custGeom>
              <a:avLst/>
              <a:gdLst>
                <a:gd name="T0" fmla="*/ 2147483647 w 174"/>
                <a:gd name="T1" fmla="*/ 2147483647 h 306"/>
                <a:gd name="T2" fmla="*/ 2147483647 w 174"/>
                <a:gd name="T3" fmla="*/ 0 h 306"/>
                <a:gd name="T4" fmla="*/ 2147483647 w 174"/>
                <a:gd name="T5" fmla="*/ 0 h 306"/>
                <a:gd name="T6" fmla="*/ 2147483647 w 174"/>
                <a:gd name="T7" fmla="*/ 2147483647 h 306"/>
                <a:gd name="T8" fmla="*/ 2147483647 w 174"/>
                <a:gd name="T9" fmla="*/ 2147483647 h 306"/>
                <a:gd name="T10" fmla="*/ 2147483647 w 174"/>
                <a:gd name="T11" fmla="*/ 2147483647 h 306"/>
                <a:gd name="T12" fmla="*/ 2147483647 w 174"/>
                <a:gd name="T13" fmla="*/ 2147483647 h 306"/>
                <a:gd name="T14" fmla="*/ 2147483647 w 174"/>
                <a:gd name="T15" fmla="*/ 2147483647 h 306"/>
                <a:gd name="T16" fmla="*/ 2147483647 w 174"/>
                <a:gd name="T17" fmla="*/ 2147483647 h 306"/>
                <a:gd name="T18" fmla="*/ 2147483647 w 174"/>
                <a:gd name="T19" fmla="*/ 2147483647 h 306"/>
                <a:gd name="T20" fmla="*/ 2147483647 w 174"/>
                <a:gd name="T21" fmla="*/ 2147483647 h 306"/>
                <a:gd name="T22" fmla="*/ 2147483647 w 174"/>
                <a:gd name="T23" fmla="*/ 2147483647 h 306"/>
                <a:gd name="T24" fmla="*/ 2147483647 w 174"/>
                <a:gd name="T25" fmla="*/ 2147483647 h 306"/>
                <a:gd name="T26" fmla="*/ 2147483647 w 174"/>
                <a:gd name="T27" fmla="*/ 2147483647 h 306"/>
                <a:gd name="T28" fmla="*/ 2147483647 w 174"/>
                <a:gd name="T29" fmla="*/ 2147483647 h 306"/>
                <a:gd name="T30" fmla="*/ 2147483647 w 174"/>
                <a:gd name="T31" fmla="*/ 2147483647 h 306"/>
                <a:gd name="T32" fmla="*/ 2147483647 w 174"/>
                <a:gd name="T33" fmla="*/ 2147483647 h 306"/>
                <a:gd name="T34" fmla="*/ 2147483647 w 174"/>
                <a:gd name="T35" fmla="*/ 2147483647 h 306"/>
                <a:gd name="T36" fmla="*/ 2147483647 w 174"/>
                <a:gd name="T37" fmla="*/ 2147483647 h 306"/>
                <a:gd name="T38" fmla="*/ 2147483647 w 174"/>
                <a:gd name="T39" fmla="*/ 2147483647 h 306"/>
                <a:gd name="T40" fmla="*/ 0 w 174"/>
                <a:gd name="T41" fmla="*/ 2147483647 h 306"/>
                <a:gd name="T42" fmla="*/ 0 w 174"/>
                <a:gd name="T43" fmla="*/ 2147483647 h 306"/>
                <a:gd name="T44" fmla="*/ 2147483647 w 174"/>
                <a:gd name="T45" fmla="*/ 2147483647 h 306"/>
                <a:gd name="T46" fmla="*/ 2147483647 w 174"/>
                <a:gd name="T47" fmla="*/ 2147483647 h 306"/>
                <a:gd name="T48" fmla="*/ 2147483647 w 174"/>
                <a:gd name="T49" fmla="*/ 2147483647 h 306"/>
                <a:gd name="T50" fmla="*/ 2147483647 w 174"/>
                <a:gd name="T51" fmla="*/ 2147483647 h 306"/>
                <a:gd name="T52" fmla="*/ 2147483647 w 174"/>
                <a:gd name="T53" fmla="*/ 2147483647 h 306"/>
                <a:gd name="T54" fmla="*/ 0 w 174"/>
                <a:gd name="T55" fmla="*/ 2147483647 h 306"/>
                <a:gd name="T56" fmla="*/ 2147483647 w 174"/>
                <a:gd name="T57" fmla="*/ 2147483647 h 306"/>
                <a:gd name="T58" fmla="*/ 2147483647 w 174"/>
                <a:gd name="T59" fmla="*/ 2147483647 h 30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74"/>
                <a:gd name="T91" fmla="*/ 0 h 306"/>
                <a:gd name="T92" fmla="*/ 174 w 174"/>
                <a:gd name="T93" fmla="*/ 306 h 30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74" h="306">
                  <a:moveTo>
                    <a:pt x="24" y="6"/>
                  </a:moveTo>
                  <a:lnTo>
                    <a:pt x="36" y="0"/>
                  </a:lnTo>
                  <a:lnTo>
                    <a:pt x="48" y="0"/>
                  </a:lnTo>
                  <a:lnTo>
                    <a:pt x="66" y="6"/>
                  </a:lnTo>
                  <a:lnTo>
                    <a:pt x="78" y="12"/>
                  </a:lnTo>
                  <a:lnTo>
                    <a:pt x="114" y="66"/>
                  </a:lnTo>
                  <a:lnTo>
                    <a:pt x="132" y="84"/>
                  </a:lnTo>
                  <a:lnTo>
                    <a:pt x="126" y="120"/>
                  </a:lnTo>
                  <a:lnTo>
                    <a:pt x="150" y="114"/>
                  </a:lnTo>
                  <a:lnTo>
                    <a:pt x="156" y="168"/>
                  </a:lnTo>
                  <a:lnTo>
                    <a:pt x="162" y="174"/>
                  </a:lnTo>
                  <a:lnTo>
                    <a:pt x="168" y="198"/>
                  </a:lnTo>
                  <a:lnTo>
                    <a:pt x="174" y="228"/>
                  </a:lnTo>
                  <a:lnTo>
                    <a:pt x="174" y="258"/>
                  </a:lnTo>
                  <a:lnTo>
                    <a:pt x="156" y="276"/>
                  </a:lnTo>
                  <a:lnTo>
                    <a:pt x="120" y="294"/>
                  </a:lnTo>
                  <a:lnTo>
                    <a:pt x="84" y="306"/>
                  </a:lnTo>
                  <a:lnTo>
                    <a:pt x="48" y="306"/>
                  </a:lnTo>
                  <a:lnTo>
                    <a:pt x="24" y="282"/>
                  </a:lnTo>
                  <a:lnTo>
                    <a:pt x="12" y="240"/>
                  </a:lnTo>
                  <a:lnTo>
                    <a:pt x="0" y="192"/>
                  </a:lnTo>
                  <a:lnTo>
                    <a:pt x="0" y="156"/>
                  </a:lnTo>
                  <a:lnTo>
                    <a:pt x="12" y="138"/>
                  </a:lnTo>
                  <a:lnTo>
                    <a:pt x="18" y="132"/>
                  </a:lnTo>
                  <a:lnTo>
                    <a:pt x="24" y="120"/>
                  </a:lnTo>
                  <a:lnTo>
                    <a:pt x="30" y="102"/>
                  </a:lnTo>
                  <a:lnTo>
                    <a:pt x="30" y="78"/>
                  </a:lnTo>
                  <a:lnTo>
                    <a:pt x="0" y="36"/>
                  </a:lnTo>
                  <a:lnTo>
                    <a:pt x="24" y="36"/>
                  </a:lnTo>
                  <a:lnTo>
                    <a:pt x="24" y="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20" name="South Sudan">
              <a:extLst>
                <a:ext uri="{FF2B5EF4-FFF2-40B4-BE49-F238E27FC236}">
                  <a16:creationId xmlns:a16="http://schemas.microsoft.com/office/drawing/2014/main" id="{45AD0347-CCD5-462A-A966-203CD427F1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3430" y="2675062"/>
              <a:ext cx="284331" cy="236305"/>
            </a:xfrm>
            <a:custGeom>
              <a:avLst/>
              <a:gdLst/>
              <a:ahLst/>
              <a:cxnLst>
                <a:cxn ang="0">
                  <a:pos x="269" y="52"/>
                </a:cxn>
                <a:cxn ang="0">
                  <a:pos x="265" y="38"/>
                </a:cxn>
                <a:cxn ang="0">
                  <a:pos x="262" y="19"/>
                </a:cxn>
                <a:cxn ang="0">
                  <a:pos x="253" y="3"/>
                </a:cxn>
                <a:cxn ang="0">
                  <a:pos x="241" y="17"/>
                </a:cxn>
                <a:cxn ang="0">
                  <a:pos x="229" y="50"/>
                </a:cxn>
                <a:cxn ang="0">
                  <a:pos x="194" y="83"/>
                </a:cxn>
                <a:cxn ang="0">
                  <a:pos x="156" y="71"/>
                </a:cxn>
                <a:cxn ang="0">
                  <a:pos x="130" y="95"/>
                </a:cxn>
                <a:cxn ang="0">
                  <a:pos x="109" y="88"/>
                </a:cxn>
                <a:cxn ang="0">
                  <a:pos x="71" y="93"/>
                </a:cxn>
                <a:cxn ang="0">
                  <a:pos x="57" y="76"/>
                </a:cxn>
                <a:cxn ang="0">
                  <a:pos x="49" y="69"/>
                </a:cxn>
                <a:cxn ang="0">
                  <a:pos x="26" y="64"/>
                </a:cxn>
                <a:cxn ang="0">
                  <a:pos x="16" y="90"/>
                </a:cxn>
                <a:cxn ang="0">
                  <a:pos x="7" y="104"/>
                </a:cxn>
                <a:cxn ang="0">
                  <a:pos x="7" y="109"/>
                </a:cxn>
                <a:cxn ang="0">
                  <a:pos x="0" y="119"/>
                </a:cxn>
                <a:cxn ang="0">
                  <a:pos x="12" y="135"/>
                </a:cxn>
                <a:cxn ang="0">
                  <a:pos x="28" y="142"/>
                </a:cxn>
                <a:cxn ang="0">
                  <a:pos x="38" y="152"/>
                </a:cxn>
                <a:cxn ang="0">
                  <a:pos x="33" y="154"/>
                </a:cxn>
                <a:cxn ang="0">
                  <a:pos x="42" y="164"/>
                </a:cxn>
                <a:cxn ang="0">
                  <a:pos x="54" y="173"/>
                </a:cxn>
                <a:cxn ang="0">
                  <a:pos x="59" y="182"/>
                </a:cxn>
                <a:cxn ang="0">
                  <a:pos x="68" y="190"/>
                </a:cxn>
                <a:cxn ang="0">
                  <a:pos x="68" y="197"/>
                </a:cxn>
                <a:cxn ang="0">
                  <a:pos x="83" y="208"/>
                </a:cxn>
                <a:cxn ang="0">
                  <a:pos x="92" y="218"/>
                </a:cxn>
                <a:cxn ang="0">
                  <a:pos x="106" y="241"/>
                </a:cxn>
                <a:cxn ang="0">
                  <a:pos x="127" y="258"/>
                </a:cxn>
                <a:cxn ang="0">
                  <a:pos x="137" y="251"/>
                </a:cxn>
                <a:cxn ang="0">
                  <a:pos x="146" y="258"/>
                </a:cxn>
                <a:cxn ang="0">
                  <a:pos x="156" y="251"/>
                </a:cxn>
                <a:cxn ang="0">
                  <a:pos x="168" y="251"/>
                </a:cxn>
                <a:cxn ang="0">
                  <a:pos x="177" y="267"/>
                </a:cxn>
                <a:cxn ang="0">
                  <a:pos x="187" y="272"/>
                </a:cxn>
                <a:cxn ang="0">
                  <a:pos x="203" y="275"/>
                </a:cxn>
                <a:cxn ang="0">
                  <a:pos x="215" y="279"/>
                </a:cxn>
                <a:cxn ang="0">
                  <a:pos x="222" y="275"/>
                </a:cxn>
                <a:cxn ang="0">
                  <a:pos x="243" y="277"/>
                </a:cxn>
                <a:cxn ang="0">
                  <a:pos x="262" y="272"/>
                </a:cxn>
                <a:cxn ang="0">
                  <a:pos x="274" y="277"/>
                </a:cxn>
                <a:cxn ang="0">
                  <a:pos x="283" y="265"/>
                </a:cxn>
                <a:cxn ang="0">
                  <a:pos x="295" y="251"/>
                </a:cxn>
                <a:cxn ang="0">
                  <a:pos x="340" y="239"/>
                </a:cxn>
                <a:cxn ang="0">
                  <a:pos x="335" y="225"/>
                </a:cxn>
                <a:cxn ang="0">
                  <a:pos x="316" y="208"/>
                </a:cxn>
                <a:cxn ang="0">
                  <a:pos x="312" y="185"/>
                </a:cxn>
                <a:cxn ang="0">
                  <a:pos x="293" y="175"/>
                </a:cxn>
                <a:cxn ang="0">
                  <a:pos x="286" y="159"/>
                </a:cxn>
                <a:cxn ang="0">
                  <a:pos x="276" y="149"/>
                </a:cxn>
                <a:cxn ang="0">
                  <a:pos x="260" y="147"/>
                </a:cxn>
                <a:cxn ang="0">
                  <a:pos x="265" y="135"/>
                </a:cxn>
                <a:cxn ang="0">
                  <a:pos x="279" y="128"/>
                </a:cxn>
                <a:cxn ang="0">
                  <a:pos x="288" y="123"/>
                </a:cxn>
                <a:cxn ang="0">
                  <a:pos x="291" y="100"/>
                </a:cxn>
                <a:cxn ang="0">
                  <a:pos x="286" y="88"/>
                </a:cxn>
                <a:cxn ang="0">
                  <a:pos x="291" y="76"/>
                </a:cxn>
              </a:cxnLst>
              <a:rect l="0" t="0" r="r" b="b"/>
              <a:pathLst>
                <a:path w="342" h="286">
                  <a:moveTo>
                    <a:pt x="286" y="67"/>
                  </a:moveTo>
                  <a:lnTo>
                    <a:pt x="279" y="60"/>
                  </a:lnTo>
                  <a:lnTo>
                    <a:pt x="269" y="52"/>
                  </a:lnTo>
                  <a:lnTo>
                    <a:pt x="262" y="48"/>
                  </a:lnTo>
                  <a:lnTo>
                    <a:pt x="265" y="43"/>
                  </a:lnTo>
                  <a:lnTo>
                    <a:pt x="265" y="38"/>
                  </a:lnTo>
                  <a:lnTo>
                    <a:pt x="262" y="31"/>
                  </a:lnTo>
                  <a:lnTo>
                    <a:pt x="260" y="22"/>
                  </a:lnTo>
                  <a:lnTo>
                    <a:pt x="262" y="19"/>
                  </a:lnTo>
                  <a:lnTo>
                    <a:pt x="262" y="10"/>
                  </a:lnTo>
                  <a:lnTo>
                    <a:pt x="265" y="0"/>
                  </a:lnTo>
                  <a:lnTo>
                    <a:pt x="253" y="3"/>
                  </a:lnTo>
                  <a:lnTo>
                    <a:pt x="253" y="10"/>
                  </a:lnTo>
                  <a:lnTo>
                    <a:pt x="234" y="10"/>
                  </a:lnTo>
                  <a:lnTo>
                    <a:pt x="241" y="17"/>
                  </a:lnTo>
                  <a:lnTo>
                    <a:pt x="241" y="34"/>
                  </a:lnTo>
                  <a:lnTo>
                    <a:pt x="243" y="41"/>
                  </a:lnTo>
                  <a:lnTo>
                    <a:pt x="229" y="50"/>
                  </a:lnTo>
                  <a:lnTo>
                    <a:pt x="224" y="62"/>
                  </a:lnTo>
                  <a:lnTo>
                    <a:pt x="208" y="83"/>
                  </a:lnTo>
                  <a:lnTo>
                    <a:pt x="194" y="83"/>
                  </a:lnTo>
                  <a:lnTo>
                    <a:pt x="184" y="74"/>
                  </a:lnTo>
                  <a:lnTo>
                    <a:pt x="168" y="64"/>
                  </a:lnTo>
                  <a:lnTo>
                    <a:pt x="156" y="71"/>
                  </a:lnTo>
                  <a:lnTo>
                    <a:pt x="153" y="83"/>
                  </a:lnTo>
                  <a:lnTo>
                    <a:pt x="139" y="83"/>
                  </a:lnTo>
                  <a:lnTo>
                    <a:pt x="130" y="95"/>
                  </a:lnTo>
                  <a:lnTo>
                    <a:pt x="111" y="95"/>
                  </a:lnTo>
                  <a:lnTo>
                    <a:pt x="111" y="95"/>
                  </a:lnTo>
                  <a:lnTo>
                    <a:pt x="109" y="88"/>
                  </a:lnTo>
                  <a:lnTo>
                    <a:pt x="104" y="86"/>
                  </a:lnTo>
                  <a:lnTo>
                    <a:pt x="80" y="88"/>
                  </a:lnTo>
                  <a:lnTo>
                    <a:pt x="71" y="93"/>
                  </a:lnTo>
                  <a:lnTo>
                    <a:pt x="61" y="86"/>
                  </a:lnTo>
                  <a:lnTo>
                    <a:pt x="59" y="83"/>
                  </a:lnTo>
                  <a:lnTo>
                    <a:pt x="57" y="76"/>
                  </a:lnTo>
                  <a:lnTo>
                    <a:pt x="57" y="74"/>
                  </a:lnTo>
                  <a:lnTo>
                    <a:pt x="52" y="71"/>
                  </a:lnTo>
                  <a:lnTo>
                    <a:pt x="49" y="69"/>
                  </a:lnTo>
                  <a:lnTo>
                    <a:pt x="47" y="60"/>
                  </a:lnTo>
                  <a:lnTo>
                    <a:pt x="35" y="62"/>
                  </a:lnTo>
                  <a:lnTo>
                    <a:pt x="26" y="64"/>
                  </a:lnTo>
                  <a:lnTo>
                    <a:pt x="23" y="71"/>
                  </a:lnTo>
                  <a:lnTo>
                    <a:pt x="16" y="81"/>
                  </a:lnTo>
                  <a:lnTo>
                    <a:pt x="16" y="90"/>
                  </a:lnTo>
                  <a:lnTo>
                    <a:pt x="12" y="90"/>
                  </a:lnTo>
                  <a:lnTo>
                    <a:pt x="12" y="100"/>
                  </a:lnTo>
                  <a:lnTo>
                    <a:pt x="7" y="104"/>
                  </a:lnTo>
                  <a:lnTo>
                    <a:pt x="7" y="107"/>
                  </a:lnTo>
                  <a:lnTo>
                    <a:pt x="7" y="109"/>
                  </a:lnTo>
                  <a:lnTo>
                    <a:pt x="7" y="109"/>
                  </a:lnTo>
                  <a:lnTo>
                    <a:pt x="2" y="112"/>
                  </a:lnTo>
                  <a:lnTo>
                    <a:pt x="0" y="114"/>
                  </a:lnTo>
                  <a:lnTo>
                    <a:pt x="0" y="119"/>
                  </a:lnTo>
                  <a:lnTo>
                    <a:pt x="2" y="119"/>
                  </a:lnTo>
                  <a:lnTo>
                    <a:pt x="2" y="130"/>
                  </a:lnTo>
                  <a:lnTo>
                    <a:pt x="12" y="135"/>
                  </a:lnTo>
                  <a:lnTo>
                    <a:pt x="26" y="135"/>
                  </a:lnTo>
                  <a:lnTo>
                    <a:pt x="26" y="142"/>
                  </a:lnTo>
                  <a:lnTo>
                    <a:pt x="28" y="142"/>
                  </a:lnTo>
                  <a:lnTo>
                    <a:pt x="33" y="145"/>
                  </a:lnTo>
                  <a:lnTo>
                    <a:pt x="38" y="149"/>
                  </a:lnTo>
                  <a:lnTo>
                    <a:pt x="38" y="152"/>
                  </a:lnTo>
                  <a:lnTo>
                    <a:pt x="35" y="152"/>
                  </a:lnTo>
                  <a:lnTo>
                    <a:pt x="35" y="154"/>
                  </a:lnTo>
                  <a:lnTo>
                    <a:pt x="33" y="154"/>
                  </a:lnTo>
                  <a:lnTo>
                    <a:pt x="33" y="156"/>
                  </a:lnTo>
                  <a:lnTo>
                    <a:pt x="38" y="161"/>
                  </a:lnTo>
                  <a:lnTo>
                    <a:pt x="42" y="164"/>
                  </a:lnTo>
                  <a:lnTo>
                    <a:pt x="45" y="164"/>
                  </a:lnTo>
                  <a:lnTo>
                    <a:pt x="49" y="166"/>
                  </a:lnTo>
                  <a:lnTo>
                    <a:pt x="54" y="173"/>
                  </a:lnTo>
                  <a:lnTo>
                    <a:pt x="57" y="178"/>
                  </a:lnTo>
                  <a:lnTo>
                    <a:pt x="59" y="180"/>
                  </a:lnTo>
                  <a:lnTo>
                    <a:pt x="59" y="182"/>
                  </a:lnTo>
                  <a:lnTo>
                    <a:pt x="66" y="182"/>
                  </a:lnTo>
                  <a:lnTo>
                    <a:pt x="68" y="185"/>
                  </a:lnTo>
                  <a:lnTo>
                    <a:pt x="68" y="190"/>
                  </a:lnTo>
                  <a:lnTo>
                    <a:pt x="64" y="190"/>
                  </a:lnTo>
                  <a:lnTo>
                    <a:pt x="64" y="192"/>
                  </a:lnTo>
                  <a:lnTo>
                    <a:pt x="68" y="197"/>
                  </a:lnTo>
                  <a:lnTo>
                    <a:pt x="68" y="204"/>
                  </a:lnTo>
                  <a:lnTo>
                    <a:pt x="80" y="206"/>
                  </a:lnTo>
                  <a:lnTo>
                    <a:pt x="83" y="208"/>
                  </a:lnTo>
                  <a:lnTo>
                    <a:pt x="87" y="211"/>
                  </a:lnTo>
                  <a:lnTo>
                    <a:pt x="90" y="213"/>
                  </a:lnTo>
                  <a:lnTo>
                    <a:pt x="92" y="218"/>
                  </a:lnTo>
                  <a:lnTo>
                    <a:pt x="92" y="227"/>
                  </a:lnTo>
                  <a:lnTo>
                    <a:pt x="94" y="232"/>
                  </a:lnTo>
                  <a:lnTo>
                    <a:pt x="106" y="241"/>
                  </a:lnTo>
                  <a:lnTo>
                    <a:pt x="106" y="251"/>
                  </a:lnTo>
                  <a:lnTo>
                    <a:pt x="125" y="260"/>
                  </a:lnTo>
                  <a:lnTo>
                    <a:pt x="127" y="258"/>
                  </a:lnTo>
                  <a:lnTo>
                    <a:pt x="130" y="253"/>
                  </a:lnTo>
                  <a:lnTo>
                    <a:pt x="132" y="251"/>
                  </a:lnTo>
                  <a:lnTo>
                    <a:pt x="137" y="251"/>
                  </a:lnTo>
                  <a:lnTo>
                    <a:pt x="142" y="253"/>
                  </a:lnTo>
                  <a:lnTo>
                    <a:pt x="142" y="256"/>
                  </a:lnTo>
                  <a:lnTo>
                    <a:pt x="146" y="258"/>
                  </a:lnTo>
                  <a:lnTo>
                    <a:pt x="149" y="258"/>
                  </a:lnTo>
                  <a:lnTo>
                    <a:pt x="156" y="253"/>
                  </a:lnTo>
                  <a:lnTo>
                    <a:pt x="156" y="251"/>
                  </a:lnTo>
                  <a:lnTo>
                    <a:pt x="161" y="246"/>
                  </a:lnTo>
                  <a:lnTo>
                    <a:pt x="163" y="249"/>
                  </a:lnTo>
                  <a:lnTo>
                    <a:pt x="168" y="251"/>
                  </a:lnTo>
                  <a:lnTo>
                    <a:pt x="170" y="258"/>
                  </a:lnTo>
                  <a:lnTo>
                    <a:pt x="172" y="263"/>
                  </a:lnTo>
                  <a:lnTo>
                    <a:pt x="177" y="267"/>
                  </a:lnTo>
                  <a:lnTo>
                    <a:pt x="182" y="270"/>
                  </a:lnTo>
                  <a:lnTo>
                    <a:pt x="184" y="272"/>
                  </a:lnTo>
                  <a:lnTo>
                    <a:pt x="187" y="272"/>
                  </a:lnTo>
                  <a:lnTo>
                    <a:pt x="189" y="282"/>
                  </a:lnTo>
                  <a:lnTo>
                    <a:pt x="196" y="282"/>
                  </a:lnTo>
                  <a:lnTo>
                    <a:pt x="203" y="275"/>
                  </a:lnTo>
                  <a:lnTo>
                    <a:pt x="208" y="275"/>
                  </a:lnTo>
                  <a:lnTo>
                    <a:pt x="210" y="277"/>
                  </a:lnTo>
                  <a:lnTo>
                    <a:pt x="215" y="279"/>
                  </a:lnTo>
                  <a:lnTo>
                    <a:pt x="220" y="279"/>
                  </a:lnTo>
                  <a:lnTo>
                    <a:pt x="220" y="277"/>
                  </a:lnTo>
                  <a:lnTo>
                    <a:pt x="222" y="275"/>
                  </a:lnTo>
                  <a:lnTo>
                    <a:pt x="224" y="275"/>
                  </a:lnTo>
                  <a:lnTo>
                    <a:pt x="236" y="286"/>
                  </a:lnTo>
                  <a:lnTo>
                    <a:pt x="243" y="277"/>
                  </a:lnTo>
                  <a:lnTo>
                    <a:pt x="253" y="277"/>
                  </a:lnTo>
                  <a:lnTo>
                    <a:pt x="257" y="272"/>
                  </a:lnTo>
                  <a:lnTo>
                    <a:pt x="262" y="272"/>
                  </a:lnTo>
                  <a:lnTo>
                    <a:pt x="262" y="275"/>
                  </a:lnTo>
                  <a:lnTo>
                    <a:pt x="265" y="277"/>
                  </a:lnTo>
                  <a:lnTo>
                    <a:pt x="274" y="277"/>
                  </a:lnTo>
                  <a:lnTo>
                    <a:pt x="281" y="270"/>
                  </a:lnTo>
                  <a:lnTo>
                    <a:pt x="281" y="267"/>
                  </a:lnTo>
                  <a:lnTo>
                    <a:pt x="283" y="265"/>
                  </a:lnTo>
                  <a:lnTo>
                    <a:pt x="283" y="263"/>
                  </a:lnTo>
                  <a:lnTo>
                    <a:pt x="288" y="263"/>
                  </a:lnTo>
                  <a:lnTo>
                    <a:pt x="295" y="251"/>
                  </a:lnTo>
                  <a:lnTo>
                    <a:pt x="333" y="251"/>
                  </a:lnTo>
                  <a:lnTo>
                    <a:pt x="342" y="246"/>
                  </a:lnTo>
                  <a:lnTo>
                    <a:pt x="340" y="239"/>
                  </a:lnTo>
                  <a:lnTo>
                    <a:pt x="340" y="232"/>
                  </a:lnTo>
                  <a:lnTo>
                    <a:pt x="338" y="227"/>
                  </a:lnTo>
                  <a:lnTo>
                    <a:pt x="335" y="225"/>
                  </a:lnTo>
                  <a:lnTo>
                    <a:pt x="328" y="225"/>
                  </a:lnTo>
                  <a:lnTo>
                    <a:pt x="324" y="223"/>
                  </a:lnTo>
                  <a:lnTo>
                    <a:pt x="316" y="208"/>
                  </a:lnTo>
                  <a:lnTo>
                    <a:pt x="316" y="201"/>
                  </a:lnTo>
                  <a:lnTo>
                    <a:pt x="312" y="199"/>
                  </a:lnTo>
                  <a:lnTo>
                    <a:pt x="312" y="185"/>
                  </a:lnTo>
                  <a:lnTo>
                    <a:pt x="305" y="185"/>
                  </a:lnTo>
                  <a:lnTo>
                    <a:pt x="302" y="175"/>
                  </a:lnTo>
                  <a:lnTo>
                    <a:pt x="293" y="175"/>
                  </a:lnTo>
                  <a:lnTo>
                    <a:pt x="291" y="168"/>
                  </a:lnTo>
                  <a:lnTo>
                    <a:pt x="291" y="161"/>
                  </a:lnTo>
                  <a:lnTo>
                    <a:pt x="286" y="159"/>
                  </a:lnTo>
                  <a:lnTo>
                    <a:pt x="283" y="154"/>
                  </a:lnTo>
                  <a:lnTo>
                    <a:pt x="279" y="152"/>
                  </a:lnTo>
                  <a:lnTo>
                    <a:pt x="276" y="149"/>
                  </a:lnTo>
                  <a:lnTo>
                    <a:pt x="267" y="149"/>
                  </a:lnTo>
                  <a:lnTo>
                    <a:pt x="262" y="147"/>
                  </a:lnTo>
                  <a:lnTo>
                    <a:pt x="260" y="147"/>
                  </a:lnTo>
                  <a:lnTo>
                    <a:pt x="260" y="142"/>
                  </a:lnTo>
                  <a:lnTo>
                    <a:pt x="262" y="138"/>
                  </a:lnTo>
                  <a:lnTo>
                    <a:pt x="265" y="135"/>
                  </a:lnTo>
                  <a:lnTo>
                    <a:pt x="262" y="126"/>
                  </a:lnTo>
                  <a:lnTo>
                    <a:pt x="276" y="126"/>
                  </a:lnTo>
                  <a:lnTo>
                    <a:pt x="279" y="128"/>
                  </a:lnTo>
                  <a:lnTo>
                    <a:pt x="281" y="126"/>
                  </a:lnTo>
                  <a:lnTo>
                    <a:pt x="286" y="126"/>
                  </a:lnTo>
                  <a:lnTo>
                    <a:pt x="288" y="123"/>
                  </a:lnTo>
                  <a:lnTo>
                    <a:pt x="288" y="119"/>
                  </a:lnTo>
                  <a:lnTo>
                    <a:pt x="291" y="114"/>
                  </a:lnTo>
                  <a:lnTo>
                    <a:pt x="291" y="100"/>
                  </a:lnTo>
                  <a:lnTo>
                    <a:pt x="288" y="97"/>
                  </a:lnTo>
                  <a:lnTo>
                    <a:pt x="288" y="93"/>
                  </a:lnTo>
                  <a:lnTo>
                    <a:pt x="286" y="88"/>
                  </a:lnTo>
                  <a:lnTo>
                    <a:pt x="286" y="83"/>
                  </a:lnTo>
                  <a:lnTo>
                    <a:pt x="288" y="78"/>
                  </a:lnTo>
                  <a:lnTo>
                    <a:pt x="291" y="76"/>
                  </a:lnTo>
                  <a:lnTo>
                    <a:pt x="288" y="71"/>
                  </a:lnTo>
                  <a:lnTo>
                    <a:pt x="286" y="67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21" name="South Africa" descr="© INSCALE GmbH, 05.05.2010&#10;http://www.presentationload.com/">
              <a:extLst>
                <a:ext uri="{FF2B5EF4-FFF2-40B4-BE49-F238E27FC236}">
                  <a16:creationId xmlns:a16="http://schemas.microsoft.com/office/drawing/2014/main" id="{E3951846-B660-4174-800D-842954448D70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4114540" y="3588987"/>
              <a:ext cx="374801" cy="335240"/>
            </a:xfrm>
            <a:custGeom>
              <a:avLst/>
              <a:gdLst>
                <a:gd name="T0" fmla="*/ 2147483647 w 1134"/>
                <a:gd name="T1" fmla="*/ 2147483647 h 1020"/>
                <a:gd name="T2" fmla="*/ 2147483647 w 1134"/>
                <a:gd name="T3" fmla="*/ 2147483647 h 1020"/>
                <a:gd name="T4" fmla="*/ 2147483647 w 1134"/>
                <a:gd name="T5" fmla="*/ 2147483647 h 1020"/>
                <a:gd name="T6" fmla="*/ 2147483647 w 1134"/>
                <a:gd name="T7" fmla="*/ 2147483647 h 1020"/>
                <a:gd name="T8" fmla="*/ 2147483647 w 1134"/>
                <a:gd name="T9" fmla="*/ 2147483647 h 1020"/>
                <a:gd name="T10" fmla="*/ 2147483647 w 1134"/>
                <a:gd name="T11" fmla="*/ 2147483647 h 1020"/>
                <a:gd name="T12" fmla="*/ 2147483647 w 1134"/>
                <a:gd name="T13" fmla="*/ 2147483647 h 1020"/>
                <a:gd name="T14" fmla="*/ 2147483647 w 1134"/>
                <a:gd name="T15" fmla="*/ 2147483647 h 1020"/>
                <a:gd name="T16" fmla="*/ 2147483647 w 1134"/>
                <a:gd name="T17" fmla="*/ 2147483647 h 1020"/>
                <a:gd name="T18" fmla="*/ 2147483647 w 1134"/>
                <a:gd name="T19" fmla="*/ 2147483647 h 1020"/>
                <a:gd name="T20" fmla="*/ 2147483647 w 1134"/>
                <a:gd name="T21" fmla="*/ 2147483647 h 1020"/>
                <a:gd name="T22" fmla="*/ 2147483647 w 1134"/>
                <a:gd name="T23" fmla="*/ 2147483647 h 1020"/>
                <a:gd name="T24" fmla="*/ 2147483647 w 1134"/>
                <a:gd name="T25" fmla="*/ 2147483647 h 1020"/>
                <a:gd name="T26" fmla="*/ 2147483647 w 1134"/>
                <a:gd name="T27" fmla="*/ 2147483647 h 1020"/>
                <a:gd name="T28" fmla="*/ 2147483647 w 1134"/>
                <a:gd name="T29" fmla="*/ 2147483647 h 1020"/>
                <a:gd name="T30" fmla="*/ 2147483647 w 1134"/>
                <a:gd name="T31" fmla="*/ 2147483647 h 1020"/>
                <a:gd name="T32" fmla="*/ 2147483647 w 1134"/>
                <a:gd name="T33" fmla="*/ 2147483647 h 1020"/>
                <a:gd name="T34" fmla="*/ 2147483647 w 1134"/>
                <a:gd name="T35" fmla="*/ 2147483647 h 1020"/>
                <a:gd name="T36" fmla="*/ 2147483647 w 1134"/>
                <a:gd name="T37" fmla="*/ 2147483647 h 1020"/>
                <a:gd name="T38" fmla="*/ 2147483647 w 1134"/>
                <a:gd name="T39" fmla="*/ 2147483647 h 1020"/>
                <a:gd name="T40" fmla="*/ 2147483647 w 1134"/>
                <a:gd name="T41" fmla="*/ 2147483647 h 1020"/>
                <a:gd name="T42" fmla="*/ 2147483647 w 1134"/>
                <a:gd name="T43" fmla="*/ 2147483647 h 1020"/>
                <a:gd name="T44" fmla="*/ 2147483647 w 1134"/>
                <a:gd name="T45" fmla="*/ 2147483647 h 1020"/>
                <a:gd name="T46" fmla="*/ 2147483647 w 1134"/>
                <a:gd name="T47" fmla="*/ 2147483647 h 1020"/>
                <a:gd name="T48" fmla="*/ 2147483647 w 1134"/>
                <a:gd name="T49" fmla="*/ 2147483647 h 1020"/>
                <a:gd name="T50" fmla="*/ 2147483647 w 1134"/>
                <a:gd name="T51" fmla="*/ 2147483647 h 1020"/>
                <a:gd name="T52" fmla="*/ 2147483647 w 1134"/>
                <a:gd name="T53" fmla="*/ 2147483647 h 1020"/>
                <a:gd name="T54" fmla="*/ 2147483647 w 1134"/>
                <a:gd name="T55" fmla="*/ 2147483647 h 1020"/>
                <a:gd name="T56" fmla="*/ 2147483647 w 1134"/>
                <a:gd name="T57" fmla="*/ 2147483647 h 1020"/>
                <a:gd name="T58" fmla="*/ 2147483647 w 1134"/>
                <a:gd name="T59" fmla="*/ 2147483647 h 1020"/>
                <a:gd name="T60" fmla="*/ 2147483647 w 1134"/>
                <a:gd name="T61" fmla="*/ 2147483647 h 1020"/>
                <a:gd name="T62" fmla="*/ 0 w 1134"/>
                <a:gd name="T63" fmla="*/ 2147483647 h 1020"/>
                <a:gd name="T64" fmla="*/ 2147483647 w 1134"/>
                <a:gd name="T65" fmla="*/ 2147483647 h 1020"/>
                <a:gd name="T66" fmla="*/ 2147483647 w 1134"/>
                <a:gd name="T67" fmla="*/ 2147483647 h 1020"/>
                <a:gd name="T68" fmla="*/ 2147483647 w 1134"/>
                <a:gd name="T69" fmla="*/ 2147483647 h 1020"/>
                <a:gd name="T70" fmla="*/ 2147483647 w 1134"/>
                <a:gd name="T71" fmla="*/ 2147483647 h 1020"/>
                <a:gd name="T72" fmla="*/ 2147483647 w 1134"/>
                <a:gd name="T73" fmla="*/ 2147483647 h 1020"/>
                <a:gd name="T74" fmla="*/ 2147483647 w 1134"/>
                <a:gd name="T75" fmla="*/ 2147483647 h 1020"/>
                <a:gd name="T76" fmla="*/ 2147483647 w 1134"/>
                <a:gd name="T77" fmla="*/ 2147483647 h 1020"/>
                <a:gd name="T78" fmla="*/ 2147483647 w 1134"/>
                <a:gd name="T79" fmla="*/ 2147483647 h 1020"/>
                <a:gd name="T80" fmla="*/ 2147483647 w 1134"/>
                <a:gd name="T81" fmla="*/ 2147483647 h 1020"/>
                <a:gd name="T82" fmla="*/ 2147483647 w 1134"/>
                <a:gd name="T83" fmla="*/ 2147483647 h 1020"/>
                <a:gd name="T84" fmla="*/ 2147483647 w 1134"/>
                <a:gd name="T85" fmla="*/ 2147483647 h 1020"/>
                <a:gd name="T86" fmla="*/ 2147483647 w 1134"/>
                <a:gd name="T87" fmla="*/ 2147483647 h 1020"/>
                <a:gd name="T88" fmla="*/ 2147483647 w 1134"/>
                <a:gd name="T89" fmla="*/ 2147483647 h 1020"/>
                <a:gd name="T90" fmla="*/ 2147483647 w 1134"/>
                <a:gd name="T91" fmla="*/ 2147483647 h 1020"/>
                <a:gd name="T92" fmla="*/ 2147483647 w 1134"/>
                <a:gd name="T93" fmla="*/ 2147483647 h 1020"/>
                <a:gd name="T94" fmla="*/ 2147483647 w 1134"/>
                <a:gd name="T95" fmla="*/ 2147483647 h 1020"/>
                <a:gd name="T96" fmla="*/ 2147483647 w 1134"/>
                <a:gd name="T97" fmla="*/ 2147483647 h 1020"/>
                <a:gd name="T98" fmla="*/ 2147483647 w 1134"/>
                <a:gd name="T99" fmla="*/ 2147483647 h 1020"/>
                <a:gd name="T100" fmla="*/ 2147483647 w 1134"/>
                <a:gd name="T101" fmla="*/ 2147483647 h 1020"/>
                <a:gd name="T102" fmla="*/ 2147483647 w 1134"/>
                <a:gd name="T103" fmla="*/ 2147483647 h 1020"/>
                <a:gd name="T104" fmla="*/ 2147483647 w 1134"/>
                <a:gd name="T105" fmla="*/ 2147483647 h 1020"/>
                <a:gd name="T106" fmla="*/ 2147483647 w 1134"/>
                <a:gd name="T107" fmla="*/ 2147483647 h 1020"/>
                <a:gd name="T108" fmla="*/ 2147483647 w 1134"/>
                <a:gd name="T109" fmla="*/ 2147483647 h 1020"/>
                <a:gd name="T110" fmla="*/ 2147483647 w 1134"/>
                <a:gd name="T111" fmla="*/ 2147483647 h 1020"/>
                <a:gd name="T112" fmla="*/ 2147483647 w 1134"/>
                <a:gd name="T113" fmla="*/ 2147483647 h 1020"/>
                <a:gd name="T114" fmla="*/ 2147483647 w 1134"/>
                <a:gd name="T115" fmla="*/ 2147483647 h 1020"/>
                <a:gd name="T116" fmla="*/ 2147483647 w 1134"/>
                <a:gd name="T117" fmla="*/ 2147483647 h 1020"/>
                <a:gd name="T118" fmla="*/ 2147483647 w 1134"/>
                <a:gd name="T119" fmla="*/ 2147483647 h 1020"/>
                <a:gd name="T120" fmla="*/ 2147483647 w 1134"/>
                <a:gd name="T121" fmla="*/ 2147483647 h 1020"/>
                <a:gd name="T122" fmla="*/ 2147483647 w 1134"/>
                <a:gd name="T123" fmla="*/ 2147483647 h 1020"/>
                <a:gd name="T124" fmla="*/ 2147483647 w 1134"/>
                <a:gd name="T125" fmla="*/ 2147483647 h 102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134"/>
                <a:gd name="T190" fmla="*/ 0 h 1020"/>
                <a:gd name="T191" fmla="*/ 1134 w 1134"/>
                <a:gd name="T192" fmla="*/ 1020 h 102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134" h="1020">
                  <a:moveTo>
                    <a:pt x="1116" y="372"/>
                  </a:moveTo>
                  <a:lnTo>
                    <a:pt x="1098" y="372"/>
                  </a:lnTo>
                  <a:lnTo>
                    <a:pt x="1092" y="378"/>
                  </a:lnTo>
                  <a:lnTo>
                    <a:pt x="1086" y="378"/>
                  </a:lnTo>
                  <a:lnTo>
                    <a:pt x="1074" y="420"/>
                  </a:lnTo>
                  <a:lnTo>
                    <a:pt x="1062" y="420"/>
                  </a:lnTo>
                  <a:lnTo>
                    <a:pt x="1050" y="414"/>
                  </a:lnTo>
                  <a:lnTo>
                    <a:pt x="1032" y="414"/>
                  </a:lnTo>
                  <a:lnTo>
                    <a:pt x="1020" y="402"/>
                  </a:lnTo>
                  <a:lnTo>
                    <a:pt x="1008" y="396"/>
                  </a:lnTo>
                  <a:lnTo>
                    <a:pt x="996" y="372"/>
                  </a:lnTo>
                  <a:lnTo>
                    <a:pt x="996" y="348"/>
                  </a:lnTo>
                  <a:lnTo>
                    <a:pt x="1002" y="336"/>
                  </a:lnTo>
                  <a:lnTo>
                    <a:pt x="1014" y="324"/>
                  </a:lnTo>
                  <a:lnTo>
                    <a:pt x="1014" y="312"/>
                  </a:lnTo>
                  <a:lnTo>
                    <a:pt x="1020" y="300"/>
                  </a:lnTo>
                  <a:lnTo>
                    <a:pt x="1032" y="288"/>
                  </a:lnTo>
                  <a:lnTo>
                    <a:pt x="1038" y="288"/>
                  </a:lnTo>
                  <a:lnTo>
                    <a:pt x="1050" y="294"/>
                  </a:lnTo>
                  <a:lnTo>
                    <a:pt x="1062" y="306"/>
                  </a:lnTo>
                  <a:lnTo>
                    <a:pt x="1086" y="270"/>
                  </a:lnTo>
                  <a:lnTo>
                    <a:pt x="1086" y="180"/>
                  </a:lnTo>
                  <a:lnTo>
                    <a:pt x="1056" y="120"/>
                  </a:lnTo>
                  <a:lnTo>
                    <a:pt x="1056" y="102"/>
                  </a:lnTo>
                  <a:lnTo>
                    <a:pt x="1050" y="90"/>
                  </a:lnTo>
                  <a:lnTo>
                    <a:pt x="1050" y="72"/>
                  </a:lnTo>
                  <a:lnTo>
                    <a:pt x="1044" y="54"/>
                  </a:lnTo>
                  <a:lnTo>
                    <a:pt x="1044" y="24"/>
                  </a:lnTo>
                  <a:lnTo>
                    <a:pt x="1026" y="12"/>
                  </a:lnTo>
                  <a:lnTo>
                    <a:pt x="966" y="12"/>
                  </a:lnTo>
                  <a:lnTo>
                    <a:pt x="954" y="6"/>
                  </a:lnTo>
                  <a:lnTo>
                    <a:pt x="948" y="6"/>
                  </a:lnTo>
                  <a:lnTo>
                    <a:pt x="936" y="0"/>
                  </a:lnTo>
                  <a:lnTo>
                    <a:pt x="876" y="0"/>
                  </a:lnTo>
                  <a:lnTo>
                    <a:pt x="864" y="24"/>
                  </a:lnTo>
                  <a:lnTo>
                    <a:pt x="852" y="24"/>
                  </a:lnTo>
                  <a:lnTo>
                    <a:pt x="840" y="30"/>
                  </a:lnTo>
                  <a:lnTo>
                    <a:pt x="828" y="30"/>
                  </a:lnTo>
                  <a:lnTo>
                    <a:pt x="822" y="36"/>
                  </a:lnTo>
                  <a:lnTo>
                    <a:pt x="810" y="60"/>
                  </a:lnTo>
                  <a:lnTo>
                    <a:pt x="768" y="102"/>
                  </a:lnTo>
                  <a:lnTo>
                    <a:pt x="756" y="108"/>
                  </a:lnTo>
                  <a:lnTo>
                    <a:pt x="750" y="108"/>
                  </a:lnTo>
                  <a:lnTo>
                    <a:pt x="738" y="114"/>
                  </a:lnTo>
                  <a:lnTo>
                    <a:pt x="726" y="138"/>
                  </a:lnTo>
                  <a:lnTo>
                    <a:pt x="726" y="174"/>
                  </a:lnTo>
                  <a:lnTo>
                    <a:pt x="714" y="180"/>
                  </a:lnTo>
                  <a:lnTo>
                    <a:pt x="708" y="192"/>
                  </a:lnTo>
                  <a:lnTo>
                    <a:pt x="702" y="198"/>
                  </a:lnTo>
                  <a:lnTo>
                    <a:pt x="690" y="204"/>
                  </a:lnTo>
                  <a:lnTo>
                    <a:pt x="672" y="210"/>
                  </a:lnTo>
                  <a:lnTo>
                    <a:pt x="654" y="228"/>
                  </a:lnTo>
                  <a:lnTo>
                    <a:pt x="654" y="240"/>
                  </a:lnTo>
                  <a:lnTo>
                    <a:pt x="648" y="252"/>
                  </a:lnTo>
                  <a:lnTo>
                    <a:pt x="642" y="270"/>
                  </a:lnTo>
                  <a:lnTo>
                    <a:pt x="636" y="282"/>
                  </a:lnTo>
                  <a:lnTo>
                    <a:pt x="630" y="288"/>
                  </a:lnTo>
                  <a:lnTo>
                    <a:pt x="618" y="294"/>
                  </a:lnTo>
                  <a:lnTo>
                    <a:pt x="606" y="294"/>
                  </a:lnTo>
                  <a:lnTo>
                    <a:pt x="600" y="288"/>
                  </a:lnTo>
                  <a:lnTo>
                    <a:pt x="594" y="294"/>
                  </a:lnTo>
                  <a:lnTo>
                    <a:pt x="582" y="300"/>
                  </a:lnTo>
                  <a:lnTo>
                    <a:pt x="570" y="300"/>
                  </a:lnTo>
                  <a:lnTo>
                    <a:pt x="564" y="294"/>
                  </a:lnTo>
                  <a:lnTo>
                    <a:pt x="552" y="288"/>
                  </a:lnTo>
                  <a:lnTo>
                    <a:pt x="546" y="282"/>
                  </a:lnTo>
                  <a:lnTo>
                    <a:pt x="516" y="282"/>
                  </a:lnTo>
                  <a:lnTo>
                    <a:pt x="504" y="270"/>
                  </a:lnTo>
                  <a:lnTo>
                    <a:pt x="492" y="264"/>
                  </a:lnTo>
                  <a:lnTo>
                    <a:pt x="486" y="258"/>
                  </a:lnTo>
                  <a:lnTo>
                    <a:pt x="474" y="252"/>
                  </a:lnTo>
                  <a:lnTo>
                    <a:pt x="462" y="252"/>
                  </a:lnTo>
                  <a:lnTo>
                    <a:pt x="450" y="258"/>
                  </a:lnTo>
                  <a:lnTo>
                    <a:pt x="444" y="264"/>
                  </a:lnTo>
                  <a:lnTo>
                    <a:pt x="438" y="276"/>
                  </a:lnTo>
                  <a:lnTo>
                    <a:pt x="438" y="288"/>
                  </a:lnTo>
                  <a:lnTo>
                    <a:pt x="432" y="300"/>
                  </a:lnTo>
                  <a:lnTo>
                    <a:pt x="432" y="324"/>
                  </a:lnTo>
                  <a:lnTo>
                    <a:pt x="420" y="324"/>
                  </a:lnTo>
                  <a:lnTo>
                    <a:pt x="414" y="330"/>
                  </a:lnTo>
                  <a:lnTo>
                    <a:pt x="408" y="330"/>
                  </a:lnTo>
                  <a:lnTo>
                    <a:pt x="402" y="336"/>
                  </a:lnTo>
                  <a:lnTo>
                    <a:pt x="396" y="348"/>
                  </a:lnTo>
                  <a:lnTo>
                    <a:pt x="390" y="354"/>
                  </a:lnTo>
                  <a:lnTo>
                    <a:pt x="390" y="360"/>
                  </a:lnTo>
                  <a:lnTo>
                    <a:pt x="366" y="360"/>
                  </a:lnTo>
                  <a:lnTo>
                    <a:pt x="366" y="378"/>
                  </a:lnTo>
                  <a:lnTo>
                    <a:pt x="288" y="378"/>
                  </a:lnTo>
                  <a:lnTo>
                    <a:pt x="288" y="348"/>
                  </a:lnTo>
                  <a:lnTo>
                    <a:pt x="294" y="336"/>
                  </a:lnTo>
                  <a:lnTo>
                    <a:pt x="294" y="330"/>
                  </a:lnTo>
                  <a:lnTo>
                    <a:pt x="300" y="318"/>
                  </a:lnTo>
                  <a:lnTo>
                    <a:pt x="300" y="294"/>
                  </a:lnTo>
                  <a:lnTo>
                    <a:pt x="294" y="288"/>
                  </a:lnTo>
                  <a:lnTo>
                    <a:pt x="294" y="270"/>
                  </a:lnTo>
                  <a:lnTo>
                    <a:pt x="288" y="258"/>
                  </a:lnTo>
                  <a:lnTo>
                    <a:pt x="282" y="240"/>
                  </a:lnTo>
                  <a:lnTo>
                    <a:pt x="276" y="234"/>
                  </a:lnTo>
                  <a:lnTo>
                    <a:pt x="264" y="228"/>
                  </a:lnTo>
                  <a:lnTo>
                    <a:pt x="258" y="222"/>
                  </a:lnTo>
                  <a:lnTo>
                    <a:pt x="246" y="216"/>
                  </a:lnTo>
                  <a:lnTo>
                    <a:pt x="240" y="510"/>
                  </a:lnTo>
                  <a:lnTo>
                    <a:pt x="222" y="510"/>
                  </a:lnTo>
                  <a:lnTo>
                    <a:pt x="210" y="516"/>
                  </a:lnTo>
                  <a:lnTo>
                    <a:pt x="204" y="522"/>
                  </a:lnTo>
                  <a:lnTo>
                    <a:pt x="204" y="528"/>
                  </a:lnTo>
                  <a:lnTo>
                    <a:pt x="192" y="528"/>
                  </a:lnTo>
                  <a:lnTo>
                    <a:pt x="192" y="552"/>
                  </a:lnTo>
                  <a:lnTo>
                    <a:pt x="168" y="552"/>
                  </a:lnTo>
                  <a:lnTo>
                    <a:pt x="156" y="540"/>
                  </a:lnTo>
                  <a:lnTo>
                    <a:pt x="144" y="540"/>
                  </a:lnTo>
                  <a:lnTo>
                    <a:pt x="132" y="552"/>
                  </a:lnTo>
                  <a:lnTo>
                    <a:pt x="108" y="552"/>
                  </a:lnTo>
                  <a:lnTo>
                    <a:pt x="102" y="546"/>
                  </a:lnTo>
                  <a:lnTo>
                    <a:pt x="102" y="540"/>
                  </a:lnTo>
                  <a:lnTo>
                    <a:pt x="96" y="534"/>
                  </a:lnTo>
                  <a:lnTo>
                    <a:pt x="72" y="534"/>
                  </a:lnTo>
                  <a:lnTo>
                    <a:pt x="66" y="528"/>
                  </a:lnTo>
                  <a:lnTo>
                    <a:pt x="60" y="516"/>
                  </a:lnTo>
                  <a:lnTo>
                    <a:pt x="60" y="492"/>
                  </a:lnTo>
                  <a:lnTo>
                    <a:pt x="42" y="474"/>
                  </a:lnTo>
                  <a:lnTo>
                    <a:pt x="36" y="474"/>
                  </a:lnTo>
                  <a:lnTo>
                    <a:pt x="30" y="480"/>
                  </a:lnTo>
                  <a:lnTo>
                    <a:pt x="30" y="486"/>
                  </a:lnTo>
                  <a:lnTo>
                    <a:pt x="24" y="498"/>
                  </a:lnTo>
                  <a:lnTo>
                    <a:pt x="18" y="504"/>
                  </a:lnTo>
                  <a:lnTo>
                    <a:pt x="18" y="510"/>
                  </a:lnTo>
                  <a:lnTo>
                    <a:pt x="0" y="522"/>
                  </a:lnTo>
                  <a:lnTo>
                    <a:pt x="0" y="516"/>
                  </a:lnTo>
                  <a:lnTo>
                    <a:pt x="0" y="528"/>
                  </a:lnTo>
                  <a:lnTo>
                    <a:pt x="6" y="540"/>
                  </a:lnTo>
                  <a:lnTo>
                    <a:pt x="6" y="552"/>
                  </a:lnTo>
                  <a:lnTo>
                    <a:pt x="36" y="582"/>
                  </a:lnTo>
                  <a:lnTo>
                    <a:pt x="42" y="600"/>
                  </a:lnTo>
                  <a:lnTo>
                    <a:pt x="42" y="648"/>
                  </a:lnTo>
                  <a:lnTo>
                    <a:pt x="48" y="672"/>
                  </a:lnTo>
                  <a:lnTo>
                    <a:pt x="54" y="690"/>
                  </a:lnTo>
                  <a:lnTo>
                    <a:pt x="72" y="714"/>
                  </a:lnTo>
                  <a:lnTo>
                    <a:pt x="96" y="738"/>
                  </a:lnTo>
                  <a:lnTo>
                    <a:pt x="114" y="762"/>
                  </a:lnTo>
                  <a:lnTo>
                    <a:pt x="120" y="786"/>
                  </a:lnTo>
                  <a:lnTo>
                    <a:pt x="120" y="834"/>
                  </a:lnTo>
                  <a:lnTo>
                    <a:pt x="114" y="846"/>
                  </a:lnTo>
                  <a:lnTo>
                    <a:pt x="114" y="852"/>
                  </a:lnTo>
                  <a:lnTo>
                    <a:pt x="90" y="852"/>
                  </a:lnTo>
                  <a:lnTo>
                    <a:pt x="90" y="876"/>
                  </a:lnTo>
                  <a:lnTo>
                    <a:pt x="96" y="888"/>
                  </a:lnTo>
                  <a:lnTo>
                    <a:pt x="108" y="906"/>
                  </a:lnTo>
                  <a:lnTo>
                    <a:pt x="114" y="918"/>
                  </a:lnTo>
                  <a:lnTo>
                    <a:pt x="114" y="960"/>
                  </a:lnTo>
                  <a:lnTo>
                    <a:pt x="120" y="972"/>
                  </a:lnTo>
                  <a:lnTo>
                    <a:pt x="120" y="978"/>
                  </a:lnTo>
                  <a:lnTo>
                    <a:pt x="126" y="978"/>
                  </a:lnTo>
                  <a:lnTo>
                    <a:pt x="126" y="972"/>
                  </a:lnTo>
                  <a:lnTo>
                    <a:pt x="132" y="966"/>
                  </a:lnTo>
                  <a:lnTo>
                    <a:pt x="144" y="966"/>
                  </a:lnTo>
                  <a:lnTo>
                    <a:pt x="150" y="972"/>
                  </a:lnTo>
                  <a:lnTo>
                    <a:pt x="180" y="984"/>
                  </a:lnTo>
                  <a:lnTo>
                    <a:pt x="180" y="996"/>
                  </a:lnTo>
                  <a:lnTo>
                    <a:pt x="204" y="1020"/>
                  </a:lnTo>
                  <a:lnTo>
                    <a:pt x="216" y="1020"/>
                  </a:lnTo>
                  <a:lnTo>
                    <a:pt x="240" y="1008"/>
                  </a:lnTo>
                  <a:lnTo>
                    <a:pt x="246" y="996"/>
                  </a:lnTo>
                  <a:lnTo>
                    <a:pt x="252" y="990"/>
                  </a:lnTo>
                  <a:lnTo>
                    <a:pt x="264" y="984"/>
                  </a:lnTo>
                  <a:lnTo>
                    <a:pt x="294" y="984"/>
                  </a:lnTo>
                  <a:lnTo>
                    <a:pt x="306" y="990"/>
                  </a:lnTo>
                  <a:lnTo>
                    <a:pt x="354" y="990"/>
                  </a:lnTo>
                  <a:lnTo>
                    <a:pt x="354" y="984"/>
                  </a:lnTo>
                  <a:lnTo>
                    <a:pt x="360" y="978"/>
                  </a:lnTo>
                  <a:lnTo>
                    <a:pt x="360" y="966"/>
                  </a:lnTo>
                  <a:lnTo>
                    <a:pt x="366" y="960"/>
                  </a:lnTo>
                  <a:lnTo>
                    <a:pt x="378" y="954"/>
                  </a:lnTo>
                  <a:lnTo>
                    <a:pt x="408" y="954"/>
                  </a:lnTo>
                  <a:lnTo>
                    <a:pt x="420" y="960"/>
                  </a:lnTo>
                  <a:lnTo>
                    <a:pt x="432" y="960"/>
                  </a:lnTo>
                  <a:lnTo>
                    <a:pt x="438" y="966"/>
                  </a:lnTo>
                  <a:lnTo>
                    <a:pt x="444" y="960"/>
                  </a:lnTo>
                  <a:lnTo>
                    <a:pt x="456" y="960"/>
                  </a:lnTo>
                  <a:lnTo>
                    <a:pt x="468" y="954"/>
                  </a:lnTo>
                  <a:lnTo>
                    <a:pt x="504" y="954"/>
                  </a:lnTo>
                  <a:lnTo>
                    <a:pt x="522" y="960"/>
                  </a:lnTo>
                  <a:lnTo>
                    <a:pt x="534" y="966"/>
                  </a:lnTo>
                  <a:lnTo>
                    <a:pt x="552" y="966"/>
                  </a:lnTo>
                  <a:lnTo>
                    <a:pt x="558" y="960"/>
                  </a:lnTo>
                  <a:lnTo>
                    <a:pt x="570" y="954"/>
                  </a:lnTo>
                  <a:lnTo>
                    <a:pt x="606" y="954"/>
                  </a:lnTo>
                  <a:lnTo>
                    <a:pt x="618" y="948"/>
                  </a:lnTo>
                  <a:lnTo>
                    <a:pt x="624" y="942"/>
                  </a:lnTo>
                  <a:lnTo>
                    <a:pt x="636" y="936"/>
                  </a:lnTo>
                  <a:lnTo>
                    <a:pt x="684" y="936"/>
                  </a:lnTo>
                  <a:lnTo>
                    <a:pt x="708" y="924"/>
                  </a:lnTo>
                  <a:lnTo>
                    <a:pt x="720" y="912"/>
                  </a:lnTo>
                  <a:lnTo>
                    <a:pt x="738" y="900"/>
                  </a:lnTo>
                  <a:lnTo>
                    <a:pt x="774" y="864"/>
                  </a:lnTo>
                  <a:lnTo>
                    <a:pt x="786" y="858"/>
                  </a:lnTo>
                  <a:lnTo>
                    <a:pt x="804" y="846"/>
                  </a:lnTo>
                  <a:lnTo>
                    <a:pt x="900" y="750"/>
                  </a:lnTo>
                  <a:lnTo>
                    <a:pt x="918" y="750"/>
                  </a:lnTo>
                  <a:lnTo>
                    <a:pt x="924" y="744"/>
                  </a:lnTo>
                  <a:lnTo>
                    <a:pt x="960" y="696"/>
                  </a:lnTo>
                  <a:lnTo>
                    <a:pt x="972" y="672"/>
                  </a:lnTo>
                  <a:lnTo>
                    <a:pt x="984" y="654"/>
                  </a:lnTo>
                  <a:lnTo>
                    <a:pt x="990" y="642"/>
                  </a:lnTo>
                  <a:lnTo>
                    <a:pt x="1002" y="606"/>
                  </a:lnTo>
                  <a:lnTo>
                    <a:pt x="1014" y="588"/>
                  </a:lnTo>
                  <a:lnTo>
                    <a:pt x="1020" y="576"/>
                  </a:lnTo>
                  <a:lnTo>
                    <a:pt x="1026" y="570"/>
                  </a:lnTo>
                  <a:lnTo>
                    <a:pt x="1038" y="564"/>
                  </a:lnTo>
                  <a:lnTo>
                    <a:pt x="1050" y="552"/>
                  </a:lnTo>
                  <a:lnTo>
                    <a:pt x="1068" y="546"/>
                  </a:lnTo>
                  <a:lnTo>
                    <a:pt x="1086" y="534"/>
                  </a:lnTo>
                  <a:lnTo>
                    <a:pt x="1098" y="510"/>
                  </a:lnTo>
                  <a:lnTo>
                    <a:pt x="1098" y="498"/>
                  </a:lnTo>
                  <a:lnTo>
                    <a:pt x="1104" y="486"/>
                  </a:lnTo>
                  <a:lnTo>
                    <a:pt x="1110" y="468"/>
                  </a:lnTo>
                  <a:lnTo>
                    <a:pt x="1116" y="456"/>
                  </a:lnTo>
                  <a:lnTo>
                    <a:pt x="1122" y="450"/>
                  </a:lnTo>
                  <a:lnTo>
                    <a:pt x="1122" y="438"/>
                  </a:lnTo>
                  <a:lnTo>
                    <a:pt x="1128" y="432"/>
                  </a:lnTo>
                  <a:lnTo>
                    <a:pt x="1128" y="414"/>
                  </a:lnTo>
                  <a:lnTo>
                    <a:pt x="1134" y="396"/>
                  </a:lnTo>
                  <a:lnTo>
                    <a:pt x="1128" y="384"/>
                  </a:lnTo>
                  <a:lnTo>
                    <a:pt x="1116" y="372"/>
                  </a:lnTo>
                  <a:close/>
                  <a:moveTo>
                    <a:pt x="870" y="624"/>
                  </a:moveTo>
                  <a:lnTo>
                    <a:pt x="858" y="630"/>
                  </a:lnTo>
                  <a:lnTo>
                    <a:pt x="852" y="636"/>
                  </a:lnTo>
                  <a:lnTo>
                    <a:pt x="840" y="642"/>
                  </a:lnTo>
                  <a:lnTo>
                    <a:pt x="822" y="642"/>
                  </a:lnTo>
                  <a:lnTo>
                    <a:pt x="810" y="648"/>
                  </a:lnTo>
                  <a:lnTo>
                    <a:pt x="804" y="654"/>
                  </a:lnTo>
                  <a:lnTo>
                    <a:pt x="798" y="666"/>
                  </a:lnTo>
                  <a:lnTo>
                    <a:pt x="792" y="672"/>
                  </a:lnTo>
                  <a:lnTo>
                    <a:pt x="792" y="684"/>
                  </a:lnTo>
                  <a:lnTo>
                    <a:pt x="774" y="684"/>
                  </a:lnTo>
                  <a:lnTo>
                    <a:pt x="744" y="654"/>
                  </a:lnTo>
                  <a:lnTo>
                    <a:pt x="744" y="636"/>
                  </a:lnTo>
                  <a:lnTo>
                    <a:pt x="720" y="600"/>
                  </a:lnTo>
                  <a:lnTo>
                    <a:pt x="744" y="600"/>
                  </a:lnTo>
                  <a:lnTo>
                    <a:pt x="750" y="582"/>
                  </a:lnTo>
                  <a:lnTo>
                    <a:pt x="768" y="564"/>
                  </a:lnTo>
                  <a:lnTo>
                    <a:pt x="768" y="546"/>
                  </a:lnTo>
                  <a:lnTo>
                    <a:pt x="774" y="540"/>
                  </a:lnTo>
                  <a:lnTo>
                    <a:pt x="798" y="540"/>
                  </a:lnTo>
                  <a:lnTo>
                    <a:pt x="798" y="528"/>
                  </a:lnTo>
                  <a:lnTo>
                    <a:pt x="810" y="522"/>
                  </a:lnTo>
                  <a:lnTo>
                    <a:pt x="846" y="522"/>
                  </a:lnTo>
                  <a:lnTo>
                    <a:pt x="852" y="528"/>
                  </a:lnTo>
                  <a:lnTo>
                    <a:pt x="858" y="540"/>
                  </a:lnTo>
                  <a:lnTo>
                    <a:pt x="864" y="546"/>
                  </a:lnTo>
                  <a:lnTo>
                    <a:pt x="870" y="558"/>
                  </a:lnTo>
                  <a:lnTo>
                    <a:pt x="882" y="564"/>
                  </a:lnTo>
                  <a:lnTo>
                    <a:pt x="888" y="588"/>
                  </a:lnTo>
                  <a:lnTo>
                    <a:pt x="864" y="606"/>
                  </a:lnTo>
                  <a:lnTo>
                    <a:pt x="870" y="62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22" name="Somalia" descr="© INSCALE GmbH, 05.05.2010&#10;http://www.presentationload.com/">
              <a:extLst>
                <a:ext uri="{FF2B5EF4-FFF2-40B4-BE49-F238E27FC236}">
                  <a16:creationId xmlns:a16="http://schemas.microsoft.com/office/drawing/2014/main" id="{DE29FA93-0142-42A3-88C1-82590167F85C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697423" y="2683461"/>
              <a:ext cx="236512" cy="363497"/>
            </a:xfrm>
            <a:custGeom>
              <a:avLst/>
              <a:gdLst>
                <a:gd name="T0" fmla="*/ 2147483647 w 714"/>
                <a:gd name="T1" fmla="*/ 2147483647 h 1104"/>
                <a:gd name="T2" fmla="*/ 2147483647 w 714"/>
                <a:gd name="T3" fmla="*/ 2147483647 h 1104"/>
                <a:gd name="T4" fmla="*/ 2147483647 w 714"/>
                <a:gd name="T5" fmla="*/ 2147483647 h 1104"/>
                <a:gd name="T6" fmla="*/ 2147483647 w 714"/>
                <a:gd name="T7" fmla="*/ 2147483647 h 1104"/>
                <a:gd name="T8" fmla="*/ 2147483647 w 714"/>
                <a:gd name="T9" fmla="*/ 2147483647 h 1104"/>
                <a:gd name="T10" fmla="*/ 2147483647 w 714"/>
                <a:gd name="T11" fmla="*/ 2147483647 h 1104"/>
                <a:gd name="T12" fmla="*/ 2147483647 w 714"/>
                <a:gd name="T13" fmla="*/ 2147483647 h 1104"/>
                <a:gd name="T14" fmla="*/ 2147483647 w 714"/>
                <a:gd name="T15" fmla="*/ 2147483647 h 1104"/>
                <a:gd name="T16" fmla="*/ 2147483647 w 714"/>
                <a:gd name="T17" fmla="*/ 2147483647 h 1104"/>
                <a:gd name="T18" fmla="*/ 2147483647 w 714"/>
                <a:gd name="T19" fmla="*/ 2147483647 h 1104"/>
                <a:gd name="T20" fmla="*/ 2147483647 w 714"/>
                <a:gd name="T21" fmla="*/ 2147483647 h 1104"/>
                <a:gd name="T22" fmla="*/ 2147483647 w 714"/>
                <a:gd name="T23" fmla="*/ 2147483647 h 1104"/>
                <a:gd name="T24" fmla="*/ 0 w 714"/>
                <a:gd name="T25" fmla="*/ 2147483647 h 1104"/>
                <a:gd name="T26" fmla="*/ 2147483647 w 714"/>
                <a:gd name="T27" fmla="*/ 2147483647 h 1104"/>
                <a:gd name="T28" fmla="*/ 2147483647 w 714"/>
                <a:gd name="T29" fmla="*/ 2147483647 h 1104"/>
                <a:gd name="T30" fmla="*/ 2147483647 w 714"/>
                <a:gd name="T31" fmla="*/ 2147483647 h 1104"/>
                <a:gd name="T32" fmla="*/ 2147483647 w 714"/>
                <a:gd name="T33" fmla="*/ 2147483647 h 1104"/>
                <a:gd name="T34" fmla="*/ 2147483647 w 714"/>
                <a:gd name="T35" fmla="*/ 2147483647 h 1104"/>
                <a:gd name="T36" fmla="*/ 2147483647 w 714"/>
                <a:gd name="T37" fmla="*/ 2147483647 h 1104"/>
                <a:gd name="T38" fmla="*/ 2147483647 w 714"/>
                <a:gd name="T39" fmla="*/ 2147483647 h 1104"/>
                <a:gd name="T40" fmla="*/ 2147483647 w 714"/>
                <a:gd name="T41" fmla="*/ 2147483647 h 1104"/>
                <a:gd name="T42" fmla="*/ 2147483647 w 714"/>
                <a:gd name="T43" fmla="*/ 2147483647 h 1104"/>
                <a:gd name="T44" fmla="*/ 2147483647 w 714"/>
                <a:gd name="T45" fmla="*/ 2147483647 h 1104"/>
                <a:gd name="T46" fmla="*/ 2147483647 w 714"/>
                <a:gd name="T47" fmla="*/ 2147483647 h 1104"/>
                <a:gd name="T48" fmla="*/ 2147483647 w 714"/>
                <a:gd name="T49" fmla="*/ 2147483647 h 1104"/>
                <a:gd name="T50" fmla="*/ 2147483647 w 714"/>
                <a:gd name="T51" fmla="*/ 2147483647 h 1104"/>
                <a:gd name="T52" fmla="*/ 2147483647 w 714"/>
                <a:gd name="T53" fmla="*/ 2147483647 h 1104"/>
                <a:gd name="T54" fmla="*/ 2147483647 w 714"/>
                <a:gd name="T55" fmla="*/ 2147483647 h 1104"/>
                <a:gd name="T56" fmla="*/ 2147483647 w 714"/>
                <a:gd name="T57" fmla="*/ 2147483647 h 1104"/>
                <a:gd name="T58" fmla="*/ 2147483647 w 714"/>
                <a:gd name="T59" fmla="*/ 2147483647 h 1104"/>
                <a:gd name="T60" fmla="*/ 2147483647 w 714"/>
                <a:gd name="T61" fmla="*/ 2147483647 h 1104"/>
                <a:gd name="T62" fmla="*/ 2147483647 w 714"/>
                <a:gd name="T63" fmla="*/ 2147483647 h 1104"/>
                <a:gd name="T64" fmla="*/ 2147483647 w 714"/>
                <a:gd name="T65" fmla="*/ 2147483647 h 1104"/>
                <a:gd name="T66" fmla="*/ 2147483647 w 714"/>
                <a:gd name="T67" fmla="*/ 2147483647 h 1104"/>
                <a:gd name="T68" fmla="*/ 2147483647 w 714"/>
                <a:gd name="T69" fmla="*/ 2147483647 h 1104"/>
                <a:gd name="T70" fmla="*/ 2147483647 w 714"/>
                <a:gd name="T71" fmla="*/ 2147483647 h 1104"/>
                <a:gd name="T72" fmla="*/ 2147483647 w 714"/>
                <a:gd name="T73" fmla="*/ 2147483647 h 1104"/>
                <a:gd name="T74" fmla="*/ 2147483647 w 714"/>
                <a:gd name="T75" fmla="*/ 2147483647 h 1104"/>
                <a:gd name="T76" fmla="*/ 2147483647 w 714"/>
                <a:gd name="T77" fmla="*/ 2147483647 h 1104"/>
                <a:gd name="T78" fmla="*/ 2147483647 w 714"/>
                <a:gd name="T79" fmla="*/ 2147483647 h 1104"/>
                <a:gd name="T80" fmla="*/ 2147483647 w 714"/>
                <a:gd name="T81" fmla="*/ 2147483647 h 1104"/>
                <a:gd name="T82" fmla="*/ 2147483647 w 714"/>
                <a:gd name="T83" fmla="*/ 2147483647 h 1104"/>
                <a:gd name="T84" fmla="*/ 2147483647 w 714"/>
                <a:gd name="T85" fmla="*/ 2147483647 h 1104"/>
                <a:gd name="T86" fmla="*/ 2147483647 w 714"/>
                <a:gd name="T87" fmla="*/ 2147483647 h 110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714"/>
                <a:gd name="T133" fmla="*/ 0 h 1104"/>
                <a:gd name="T134" fmla="*/ 714 w 714"/>
                <a:gd name="T135" fmla="*/ 1104 h 110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714" h="1104">
                  <a:moveTo>
                    <a:pt x="108" y="114"/>
                  </a:moveTo>
                  <a:lnTo>
                    <a:pt x="120" y="126"/>
                  </a:lnTo>
                  <a:lnTo>
                    <a:pt x="120" y="138"/>
                  </a:lnTo>
                  <a:lnTo>
                    <a:pt x="126" y="150"/>
                  </a:lnTo>
                  <a:lnTo>
                    <a:pt x="132" y="156"/>
                  </a:lnTo>
                  <a:lnTo>
                    <a:pt x="138" y="168"/>
                  </a:lnTo>
                  <a:lnTo>
                    <a:pt x="144" y="174"/>
                  </a:lnTo>
                  <a:lnTo>
                    <a:pt x="156" y="198"/>
                  </a:lnTo>
                  <a:lnTo>
                    <a:pt x="162" y="204"/>
                  </a:lnTo>
                  <a:lnTo>
                    <a:pt x="162" y="210"/>
                  </a:lnTo>
                  <a:lnTo>
                    <a:pt x="186" y="210"/>
                  </a:lnTo>
                  <a:lnTo>
                    <a:pt x="192" y="222"/>
                  </a:lnTo>
                  <a:lnTo>
                    <a:pt x="198" y="228"/>
                  </a:lnTo>
                  <a:lnTo>
                    <a:pt x="204" y="240"/>
                  </a:lnTo>
                  <a:lnTo>
                    <a:pt x="240" y="258"/>
                  </a:lnTo>
                  <a:lnTo>
                    <a:pt x="312" y="282"/>
                  </a:lnTo>
                  <a:lnTo>
                    <a:pt x="336" y="288"/>
                  </a:lnTo>
                  <a:lnTo>
                    <a:pt x="348" y="294"/>
                  </a:lnTo>
                  <a:lnTo>
                    <a:pt x="366" y="300"/>
                  </a:lnTo>
                  <a:lnTo>
                    <a:pt x="378" y="312"/>
                  </a:lnTo>
                  <a:lnTo>
                    <a:pt x="414" y="330"/>
                  </a:lnTo>
                  <a:lnTo>
                    <a:pt x="486" y="324"/>
                  </a:lnTo>
                  <a:lnTo>
                    <a:pt x="276" y="570"/>
                  </a:lnTo>
                  <a:lnTo>
                    <a:pt x="192" y="570"/>
                  </a:lnTo>
                  <a:lnTo>
                    <a:pt x="186" y="576"/>
                  </a:lnTo>
                  <a:lnTo>
                    <a:pt x="174" y="576"/>
                  </a:lnTo>
                  <a:lnTo>
                    <a:pt x="162" y="582"/>
                  </a:lnTo>
                  <a:lnTo>
                    <a:pt x="156" y="588"/>
                  </a:lnTo>
                  <a:lnTo>
                    <a:pt x="144" y="594"/>
                  </a:lnTo>
                  <a:lnTo>
                    <a:pt x="144" y="606"/>
                  </a:lnTo>
                  <a:lnTo>
                    <a:pt x="126" y="624"/>
                  </a:lnTo>
                  <a:lnTo>
                    <a:pt x="102" y="624"/>
                  </a:lnTo>
                  <a:lnTo>
                    <a:pt x="90" y="630"/>
                  </a:lnTo>
                  <a:lnTo>
                    <a:pt x="78" y="630"/>
                  </a:lnTo>
                  <a:lnTo>
                    <a:pt x="66" y="642"/>
                  </a:lnTo>
                  <a:lnTo>
                    <a:pt x="66" y="654"/>
                  </a:lnTo>
                  <a:lnTo>
                    <a:pt x="60" y="660"/>
                  </a:lnTo>
                  <a:lnTo>
                    <a:pt x="42" y="696"/>
                  </a:lnTo>
                  <a:lnTo>
                    <a:pt x="0" y="738"/>
                  </a:lnTo>
                  <a:lnTo>
                    <a:pt x="0" y="1038"/>
                  </a:lnTo>
                  <a:lnTo>
                    <a:pt x="42" y="1104"/>
                  </a:lnTo>
                  <a:lnTo>
                    <a:pt x="48" y="1086"/>
                  </a:lnTo>
                  <a:lnTo>
                    <a:pt x="84" y="1032"/>
                  </a:lnTo>
                  <a:lnTo>
                    <a:pt x="96" y="1008"/>
                  </a:lnTo>
                  <a:lnTo>
                    <a:pt x="114" y="996"/>
                  </a:lnTo>
                  <a:lnTo>
                    <a:pt x="144" y="966"/>
                  </a:lnTo>
                  <a:lnTo>
                    <a:pt x="150" y="954"/>
                  </a:lnTo>
                  <a:lnTo>
                    <a:pt x="162" y="936"/>
                  </a:lnTo>
                  <a:lnTo>
                    <a:pt x="192" y="906"/>
                  </a:lnTo>
                  <a:lnTo>
                    <a:pt x="216" y="876"/>
                  </a:lnTo>
                  <a:lnTo>
                    <a:pt x="246" y="846"/>
                  </a:lnTo>
                  <a:lnTo>
                    <a:pt x="264" y="840"/>
                  </a:lnTo>
                  <a:lnTo>
                    <a:pt x="276" y="828"/>
                  </a:lnTo>
                  <a:lnTo>
                    <a:pt x="294" y="816"/>
                  </a:lnTo>
                  <a:lnTo>
                    <a:pt x="318" y="804"/>
                  </a:lnTo>
                  <a:lnTo>
                    <a:pt x="336" y="786"/>
                  </a:lnTo>
                  <a:lnTo>
                    <a:pt x="372" y="756"/>
                  </a:lnTo>
                  <a:lnTo>
                    <a:pt x="420" y="708"/>
                  </a:lnTo>
                  <a:lnTo>
                    <a:pt x="438" y="684"/>
                  </a:lnTo>
                  <a:lnTo>
                    <a:pt x="462" y="654"/>
                  </a:lnTo>
                  <a:lnTo>
                    <a:pt x="492" y="618"/>
                  </a:lnTo>
                  <a:lnTo>
                    <a:pt x="516" y="570"/>
                  </a:lnTo>
                  <a:lnTo>
                    <a:pt x="528" y="540"/>
                  </a:lnTo>
                  <a:lnTo>
                    <a:pt x="546" y="516"/>
                  </a:lnTo>
                  <a:lnTo>
                    <a:pt x="558" y="498"/>
                  </a:lnTo>
                  <a:lnTo>
                    <a:pt x="564" y="492"/>
                  </a:lnTo>
                  <a:lnTo>
                    <a:pt x="570" y="480"/>
                  </a:lnTo>
                  <a:lnTo>
                    <a:pt x="576" y="474"/>
                  </a:lnTo>
                  <a:lnTo>
                    <a:pt x="576" y="450"/>
                  </a:lnTo>
                  <a:lnTo>
                    <a:pt x="582" y="432"/>
                  </a:lnTo>
                  <a:lnTo>
                    <a:pt x="588" y="420"/>
                  </a:lnTo>
                  <a:lnTo>
                    <a:pt x="588" y="402"/>
                  </a:lnTo>
                  <a:lnTo>
                    <a:pt x="594" y="390"/>
                  </a:lnTo>
                  <a:lnTo>
                    <a:pt x="606" y="378"/>
                  </a:lnTo>
                  <a:lnTo>
                    <a:pt x="612" y="366"/>
                  </a:lnTo>
                  <a:lnTo>
                    <a:pt x="624" y="354"/>
                  </a:lnTo>
                  <a:lnTo>
                    <a:pt x="624" y="324"/>
                  </a:lnTo>
                  <a:lnTo>
                    <a:pt x="636" y="318"/>
                  </a:lnTo>
                  <a:lnTo>
                    <a:pt x="642" y="306"/>
                  </a:lnTo>
                  <a:lnTo>
                    <a:pt x="660" y="252"/>
                  </a:lnTo>
                  <a:lnTo>
                    <a:pt x="672" y="252"/>
                  </a:lnTo>
                  <a:lnTo>
                    <a:pt x="672" y="246"/>
                  </a:lnTo>
                  <a:lnTo>
                    <a:pt x="684" y="234"/>
                  </a:lnTo>
                  <a:lnTo>
                    <a:pt x="684" y="138"/>
                  </a:lnTo>
                  <a:lnTo>
                    <a:pt x="708" y="126"/>
                  </a:lnTo>
                  <a:lnTo>
                    <a:pt x="702" y="54"/>
                  </a:lnTo>
                  <a:lnTo>
                    <a:pt x="708" y="42"/>
                  </a:lnTo>
                  <a:lnTo>
                    <a:pt x="708" y="36"/>
                  </a:lnTo>
                  <a:lnTo>
                    <a:pt x="714" y="24"/>
                  </a:lnTo>
                  <a:lnTo>
                    <a:pt x="714" y="12"/>
                  </a:lnTo>
                  <a:lnTo>
                    <a:pt x="690" y="0"/>
                  </a:lnTo>
                  <a:lnTo>
                    <a:pt x="672" y="0"/>
                  </a:lnTo>
                  <a:lnTo>
                    <a:pt x="666" y="12"/>
                  </a:lnTo>
                  <a:lnTo>
                    <a:pt x="654" y="18"/>
                  </a:lnTo>
                  <a:lnTo>
                    <a:pt x="648" y="30"/>
                  </a:lnTo>
                  <a:lnTo>
                    <a:pt x="624" y="42"/>
                  </a:lnTo>
                  <a:lnTo>
                    <a:pt x="612" y="42"/>
                  </a:lnTo>
                  <a:lnTo>
                    <a:pt x="594" y="48"/>
                  </a:lnTo>
                  <a:lnTo>
                    <a:pt x="582" y="54"/>
                  </a:lnTo>
                  <a:lnTo>
                    <a:pt x="564" y="54"/>
                  </a:lnTo>
                  <a:lnTo>
                    <a:pt x="546" y="48"/>
                  </a:lnTo>
                  <a:lnTo>
                    <a:pt x="534" y="42"/>
                  </a:lnTo>
                  <a:lnTo>
                    <a:pt x="516" y="48"/>
                  </a:lnTo>
                  <a:lnTo>
                    <a:pt x="510" y="54"/>
                  </a:lnTo>
                  <a:lnTo>
                    <a:pt x="498" y="60"/>
                  </a:lnTo>
                  <a:lnTo>
                    <a:pt x="492" y="72"/>
                  </a:lnTo>
                  <a:lnTo>
                    <a:pt x="486" y="78"/>
                  </a:lnTo>
                  <a:lnTo>
                    <a:pt x="474" y="78"/>
                  </a:lnTo>
                  <a:lnTo>
                    <a:pt x="462" y="72"/>
                  </a:lnTo>
                  <a:lnTo>
                    <a:pt x="456" y="60"/>
                  </a:lnTo>
                  <a:lnTo>
                    <a:pt x="444" y="60"/>
                  </a:lnTo>
                  <a:lnTo>
                    <a:pt x="438" y="66"/>
                  </a:lnTo>
                  <a:lnTo>
                    <a:pt x="426" y="72"/>
                  </a:lnTo>
                  <a:lnTo>
                    <a:pt x="396" y="102"/>
                  </a:lnTo>
                  <a:lnTo>
                    <a:pt x="384" y="108"/>
                  </a:lnTo>
                  <a:lnTo>
                    <a:pt x="372" y="108"/>
                  </a:lnTo>
                  <a:lnTo>
                    <a:pt x="360" y="102"/>
                  </a:lnTo>
                  <a:lnTo>
                    <a:pt x="354" y="96"/>
                  </a:lnTo>
                  <a:lnTo>
                    <a:pt x="342" y="90"/>
                  </a:lnTo>
                  <a:lnTo>
                    <a:pt x="330" y="90"/>
                  </a:lnTo>
                  <a:lnTo>
                    <a:pt x="306" y="102"/>
                  </a:lnTo>
                  <a:lnTo>
                    <a:pt x="294" y="114"/>
                  </a:lnTo>
                  <a:lnTo>
                    <a:pt x="270" y="126"/>
                  </a:lnTo>
                  <a:lnTo>
                    <a:pt x="210" y="126"/>
                  </a:lnTo>
                  <a:lnTo>
                    <a:pt x="192" y="108"/>
                  </a:lnTo>
                  <a:lnTo>
                    <a:pt x="186" y="96"/>
                  </a:lnTo>
                  <a:lnTo>
                    <a:pt x="174" y="90"/>
                  </a:lnTo>
                  <a:lnTo>
                    <a:pt x="168" y="78"/>
                  </a:lnTo>
                  <a:lnTo>
                    <a:pt x="168" y="66"/>
                  </a:lnTo>
                  <a:lnTo>
                    <a:pt x="156" y="54"/>
                  </a:lnTo>
                  <a:lnTo>
                    <a:pt x="150" y="54"/>
                  </a:lnTo>
                  <a:lnTo>
                    <a:pt x="126" y="78"/>
                  </a:lnTo>
                  <a:lnTo>
                    <a:pt x="108" y="11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23" name="Solomon Islands" descr="© INSCALE GmbH, 05.05.2010&#10;http://www.presentationload.com/">
              <a:extLst>
                <a:ext uri="{FF2B5EF4-FFF2-40B4-BE49-F238E27FC236}">
                  <a16:creationId xmlns:a16="http://schemas.microsoft.com/office/drawing/2014/main" id="{02726CFF-FFF3-4859-ADC3-775F3E32DCC4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7410207" y="3179254"/>
              <a:ext cx="122779" cy="114315"/>
            </a:xfrm>
            <a:custGeom>
              <a:avLst/>
              <a:gdLst>
                <a:gd name="T0" fmla="*/ 2147483647 w 372"/>
                <a:gd name="T1" fmla="*/ 0 h 348"/>
                <a:gd name="T2" fmla="*/ 2147483647 w 372"/>
                <a:gd name="T3" fmla="*/ 2147483647 h 348"/>
                <a:gd name="T4" fmla="*/ 0 w 372"/>
                <a:gd name="T5" fmla="*/ 2147483647 h 348"/>
                <a:gd name="T6" fmla="*/ 2147483647 w 372"/>
                <a:gd name="T7" fmla="*/ 2147483647 h 348"/>
                <a:gd name="T8" fmla="*/ 0 w 372"/>
                <a:gd name="T9" fmla="*/ 2147483647 h 348"/>
                <a:gd name="T10" fmla="*/ 2147483647 w 372"/>
                <a:gd name="T11" fmla="*/ 2147483647 h 348"/>
                <a:gd name="T12" fmla="*/ 2147483647 w 372"/>
                <a:gd name="T13" fmla="*/ 2147483647 h 348"/>
                <a:gd name="T14" fmla="*/ 2147483647 w 372"/>
                <a:gd name="T15" fmla="*/ 2147483647 h 348"/>
                <a:gd name="T16" fmla="*/ 2147483647 w 372"/>
                <a:gd name="T17" fmla="*/ 2147483647 h 348"/>
                <a:gd name="T18" fmla="*/ 2147483647 w 372"/>
                <a:gd name="T19" fmla="*/ 2147483647 h 348"/>
                <a:gd name="T20" fmla="*/ 2147483647 w 372"/>
                <a:gd name="T21" fmla="*/ 2147483647 h 348"/>
                <a:gd name="T22" fmla="*/ 2147483647 w 372"/>
                <a:gd name="T23" fmla="*/ 2147483647 h 348"/>
                <a:gd name="T24" fmla="*/ 2147483647 w 372"/>
                <a:gd name="T25" fmla="*/ 2147483647 h 348"/>
                <a:gd name="T26" fmla="*/ 2147483647 w 372"/>
                <a:gd name="T27" fmla="*/ 2147483647 h 348"/>
                <a:gd name="T28" fmla="*/ 2147483647 w 372"/>
                <a:gd name="T29" fmla="*/ 2147483647 h 348"/>
                <a:gd name="T30" fmla="*/ 2147483647 w 372"/>
                <a:gd name="T31" fmla="*/ 2147483647 h 348"/>
                <a:gd name="T32" fmla="*/ 2147483647 w 372"/>
                <a:gd name="T33" fmla="*/ 2147483647 h 348"/>
                <a:gd name="T34" fmla="*/ 2147483647 w 372"/>
                <a:gd name="T35" fmla="*/ 2147483647 h 348"/>
                <a:gd name="T36" fmla="*/ 2147483647 w 372"/>
                <a:gd name="T37" fmla="*/ 2147483647 h 348"/>
                <a:gd name="T38" fmla="*/ 2147483647 w 372"/>
                <a:gd name="T39" fmla="*/ 2147483647 h 348"/>
                <a:gd name="T40" fmla="*/ 2147483647 w 372"/>
                <a:gd name="T41" fmla="*/ 2147483647 h 348"/>
                <a:gd name="T42" fmla="*/ 2147483647 w 372"/>
                <a:gd name="T43" fmla="*/ 2147483647 h 348"/>
                <a:gd name="T44" fmla="*/ 2147483647 w 372"/>
                <a:gd name="T45" fmla="*/ 2147483647 h 348"/>
                <a:gd name="T46" fmla="*/ 2147483647 w 372"/>
                <a:gd name="T47" fmla="*/ 2147483647 h 348"/>
                <a:gd name="T48" fmla="*/ 2147483647 w 372"/>
                <a:gd name="T49" fmla="*/ 2147483647 h 348"/>
                <a:gd name="T50" fmla="*/ 2147483647 w 372"/>
                <a:gd name="T51" fmla="*/ 2147483647 h 348"/>
                <a:gd name="T52" fmla="*/ 2147483647 w 372"/>
                <a:gd name="T53" fmla="*/ 2147483647 h 348"/>
                <a:gd name="T54" fmla="*/ 2147483647 w 372"/>
                <a:gd name="T55" fmla="*/ 2147483647 h 348"/>
                <a:gd name="T56" fmla="*/ 2147483647 w 372"/>
                <a:gd name="T57" fmla="*/ 2147483647 h 348"/>
                <a:gd name="T58" fmla="*/ 2147483647 w 372"/>
                <a:gd name="T59" fmla="*/ 2147483647 h 348"/>
                <a:gd name="T60" fmla="*/ 2147483647 w 372"/>
                <a:gd name="T61" fmla="*/ 2147483647 h 348"/>
                <a:gd name="T62" fmla="*/ 2147483647 w 372"/>
                <a:gd name="T63" fmla="*/ 2147483647 h 34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72"/>
                <a:gd name="T97" fmla="*/ 0 h 348"/>
                <a:gd name="T98" fmla="*/ 372 w 372"/>
                <a:gd name="T99" fmla="*/ 348 h 34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72" h="348">
                  <a:moveTo>
                    <a:pt x="30" y="18"/>
                  </a:moveTo>
                  <a:lnTo>
                    <a:pt x="12" y="0"/>
                  </a:lnTo>
                  <a:lnTo>
                    <a:pt x="6" y="24"/>
                  </a:lnTo>
                  <a:lnTo>
                    <a:pt x="24" y="48"/>
                  </a:lnTo>
                  <a:lnTo>
                    <a:pt x="30" y="18"/>
                  </a:lnTo>
                  <a:close/>
                  <a:moveTo>
                    <a:pt x="0" y="126"/>
                  </a:moveTo>
                  <a:lnTo>
                    <a:pt x="18" y="132"/>
                  </a:lnTo>
                  <a:lnTo>
                    <a:pt x="36" y="102"/>
                  </a:lnTo>
                  <a:lnTo>
                    <a:pt x="0" y="102"/>
                  </a:lnTo>
                  <a:lnTo>
                    <a:pt x="0" y="126"/>
                  </a:lnTo>
                  <a:close/>
                  <a:moveTo>
                    <a:pt x="78" y="120"/>
                  </a:moveTo>
                  <a:lnTo>
                    <a:pt x="36" y="120"/>
                  </a:lnTo>
                  <a:lnTo>
                    <a:pt x="42" y="144"/>
                  </a:lnTo>
                  <a:lnTo>
                    <a:pt x="78" y="132"/>
                  </a:lnTo>
                  <a:lnTo>
                    <a:pt x="78" y="120"/>
                  </a:lnTo>
                  <a:close/>
                  <a:moveTo>
                    <a:pt x="60" y="186"/>
                  </a:moveTo>
                  <a:lnTo>
                    <a:pt x="96" y="186"/>
                  </a:lnTo>
                  <a:lnTo>
                    <a:pt x="48" y="150"/>
                  </a:lnTo>
                  <a:lnTo>
                    <a:pt x="60" y="186"/>
                  </a:lnTo>
                  <a:close/>
                  <a:moveTo>
                    <a:pt x="246" y="222"/>
                  </a:moveTo>
                  <a:lnTo>
                    <a:pt x="222" y="210"/>
                  </a:lnTo>
                  <a:lnTo>
                    <a:pt x="192" y="210"/>
                  </a:lnTo>
                  <a:lnTo>
                    <a:pt x="192" y="228"/>
                  </a:lnTo>
                  <a:lnTo>
                    <a:pt x="198" y="234"/>
                  </a:lnTo>
                  <a:lnTo>
                    <a:pt x="204" y="246"/>
                  </a:lnTo>
                  <a:lnTo>
                    <a:pt x="216" y="252"/>
                  </a:lnTo>
                  <a:lnTo>
                    <a:pt x="252" y="264"/>
                  </a:lnTo>
                  <a:lnTo>
                    <a:pt x="264" y="264"/>
                  </a:lnTo>
                  <a:lnTo>
                    <a:pt x="276" y="258"/>
                  </a:lnTo>
                  <a:lnTo>
                    <a:pt x="276" y="252"/>
                  </a:lnTo>
                  <a:lnTo>
                    <a:pt x="270" y="246"/>
                  </a:lnTo>
                  <a:lnTo>
                    <a:pt x="264" y="234"/>
                  </a:lnTo>
                  <a:lnTo>
                    <a:pt x="246" y="222"/>
                  </a:lnTo>
                  <a:close/>
                  <a:moveTo>
                    <a:pt x="312" y="288"/>
                  </a:moveTo>
                  <a:lnTo>
                    <a:pt x="360" y="348"/>
                  </a:lnTo>
                  <a:lnTo>
                    <a:pt x="372" y="318"/>
                  </a:lnTo>
                  <a:lnTo>
                    <a:pt x="312" y="288"/>
                  </a:lnTo>
                  <a:close/>
                  <a:moveTo>
                    <a:pt x="288" y="126"/>
                  </a:moveTo>
                  <a:lnTo>
                    <a:pt x="288" y="132"/>
                  </a:lnTo>
                  <a:lnTo>
                    <a:pt x="282" y="138"/>
                  </a:lnTo>
                  <a:lnTo>
                    <a:pt x="282" y="150"/>
                  </a:lnTo>
                  <a:lnTo>
                    <a:pt x="276" y="162"/>
                  </a:lnTo>
                  <a:lnTo>
                    <a:pt x="276" y="192"/>
                  </a:lnTo>
                  <a:lnTo>
                    <a:pt x="312" y="228"/>
                  </a:lnTo>
                  <a:lnTo>
                    <a:pt x="324" y="234"/>
                  </a:lnTo>
                  <a:lnTo>
                    <a:pt x="330" y="240"/>
                  </a:lnTo>
                  <a:lnTo>
                    <a:pt x="288" y="126"/>
                  </a:lnTo>
                  <a:close/>
                  <a:moveTo>
                    <a:pt x="120" y="60"/>
                  </a:moveTo>
                  <a:lnTo>
                    <a:pt x="120" y="66"/>
                  </a:lnTo>
                  <a:lnTo>
                    <a:pt x="126" y="78"/>
                  </a:lnTo>
                  <a:lnTo>
                    <a:pt x="138" y="90"/>
                  </a:lnTo>
                  <a:lnTo>
                    <a:pt x="150" y="108"/>
                  </a:lnTo>
                  <a:lnTo>
                    <a:pt x="168" y="120"/>
                  </a:lnTo>
                  <a:lnTo>
                    <a:pt x="192" y="144"/>
                  </a:lnTo>
                  <a:lnTo>
                    <a:pt x="204" y="150"/>
                  </a:lnTo>
                  <a:lnTo>
                    <a:pt x="216" y="150"/>
                  </a:lnTo>
                  <a:lnTo>
                    <a:pt x="210" y="138"/>
                  </a:lnTo>
                  <a:lnTo>
                    <a:pt x="204" y="132"/>
                  </a:lnTo>
                  <a:lnTo>
                    <a:pt x="198" y="120"/>
                  </a:lnTo>
                  <a:lnTo>
                    <a:pt x="186" y="108"/>
                  </a:lnTo>
                  <a:lnTo>
                    <a:pt x="174" y="90"/>
                  </a:lnTo>
                  <a:lnTo>
                    <a:pt x="156" y="78"/>
                  </a:lnTo>
                  <a:lnTo>
                    <a:pt x="144" y="66"/>
                  </a:lnTo>
                  <a:lnTo>
                    <a:pt x="132" y="60"/>
                  </a:lnTo>
                  <a:lnTo>
                    <a:pt x="120" y="6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24" name="Spain" descr="© INSCALE GmbH, 05.05.2010&#10;http://www.presentationload.com/">
              <a:extLst>
                <a:ext uri="{FF2B5EF4-FFF2-40B4-BE49-F238E27FC236}">
                  <a16:creationId xmlns:a16="http://schemas.microsoft.com/office/drawing/2014/main" id="{56A285A8-2AB3-4115-A67F-2F0384DA7F89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3554927" y="1844726"/>
              <a:ext cx="289503" cy="202941"/>
            </a:xfrm>
            <a:custGeom>
              <a:avLst/>
              <a:gdLst>
                <a:gd name="T0" fmla="*/ 2147483647 w 876"/>
                <a:gd name="T1" fmla="*/ 2147483647 h 618"/>
                <a:gd name="T2" fmla="*/ 2147483647 w 876"/>
                <a:gd name="T3" fmla="*/ 2147483647 h 618"/>
                <a:gd name="T4" fmla="*/ 2147483647 w 876"/>
                <a:gd name="T5" fmla="*/ 2147483647 h 618"/>
                <a:gd name="T6" fmla="*/ 2147483647 w 876"/>
                <a:gd name="T7" fmla="*/ 2147483647 h 618"/>
                <a:gd name="T8" fmla="*/ 2147483647 w 876"/>
                <a:gd name="T9" fmla="*/ 2147483647 h 618"/>
                <a:gd name="T10" fmla="*/ 2147483647 w 876"/>
                <a:gd name="T11" fmla="*/ 2147483647 h 618"/>
                <a:gd name="T12" fmla="*/ 2147483647 w 876"/>
                <a:gd name="T13" fmla="*/ 2147483647 h 618"/>
                <a:gd name="T14" fmla="*/ 2147483647 w 876"/>
                <a:gd name="T15" fmla="*/ 2147483647 h 618"/>
                <a:gd name="T16" fmla="*/ 2147483647 w 876"/>
                <a:gd name="T17" fmla="*/ 2147483647 h 618"/>
                <a:gd name="T18" fmla="*/ 2147483647 w 876"/>
                <a:gd name="T19" fmla="*/ 2147483647 h 618"/>
                <a:gd name="T20" fmla="*/ 2147483647 w 876"/>
                <a:gd name="T21" fmla="*/ 2147483647 h 618"/>
                <a:gd name="T22" fmla="*/ 2147483647 w 876"/>
                <a:gd name="T23" fmla="*/ 2147483647 h 618"/>
                <a:gd name="T24" fmla="*/ 2147483647 w 876"/>
                <a:gd name="T25" fmla="*/ 2147483647 h 618"/>
                <a:gd name="T26" fmla="*/ 2147483647 w 876"/>
                <a:gd name="T27" fmla="*/ 2147483647 h 618"/>
                <a:gd name="T28" fmla="*/ 2147483647 w 876"/>
                <a:gd name="T29" fmla="*/ 2147483647 h 618"/>
                <a:gd name="T30" fmla="*/ 2147483647 w 876"/>
                <a:gd name="T31" fmla="*/ 2147483647 h 618"/>
                <a:gd name="T32" fmla="*/ 2147483647 w 876"/>
                <a:gd name="T33" fmla="*/ 2147483647 h 618"/>
                <a:gd name="T34" fmla="*/ 2147483647 w 876"/>
                <a:gd name="T35" fmla="*/ 2147483647 h 618"/>
                <a:gd name="T36" fmla="*/ 2147483647 w 876"/>
                <a:gd name="T37" fmla="*/ 2147483647 h 618"/>
                <a:gd name="T38" fmla="*/ 2147483647 w 876"/>
                <a:gd name="T39" fmla="*/ 2147483647 h 618"/>
                <a:gd name="T40" fmla="*/ 2147483647 w 876"/>
                <a:gd name="T41" fmla="*/ 0 h 618"/>
                <a:gd name="T42" fmla="*/ 2147483647 w 876"/>
                <a:gd name="T43" fmla="*/ 2147483647 h 618"/>
                <a:gd name="T44" fmla="*/ 0 w 876"/>
                <a:gd name="T45" fmla="*/ 2147483647 h 618"/>
                <a:gd name="T46" fmla="*/ 2147483647 w 876"/>
                <a:gd name="T47" fmla="*/ 2147483647 h 618"/>
                <a:gd name="T48" fmla="*/ 2147483647 w 876"/>
                <a:gd name="T49" fmla="*/ 2147483647 h 618"/>
                <a:gd name="T50" fmla="*/ 2147483647 w 876"/>
                <a:gd name="T51" fmla="*/ 2147483647 h 618"/>
                <a:gd name="T52" fmla="*/ 2147483647 w 876"/>
                <a:gd name="T53" fmla="*/ 2147483647 h 618"/>
                <a:gd name="T54" fmla="*/ 2147483647 w 876"/>
                <a:gd name="T55" fmla="*/ 2147483647 h 618"/>
                <a:gd name="T56" fmla="*/ 2147483647 w 876"/>
                <a:gd name="T57" fmla="*/ 2147483647 h 618"/>
                <a:gd name="T58" fmla="*/ 2147483647 w 876"/>
                <a:gd name="T59" fmla="*/ 2147483647 h 618"/>
                <a:gd name="T60" fmla="*/ 2147483647 w 876"/>
                <a:gd name="T61" fmla="*/ 2147483647 h 618"/>
                <a:gd name="T62" fmla="*/ 2147483647 w 876"/>
                <a:gd name="T63" fmla="*/ 2147483647 h 618"/>
                <a:gd name="T64" fmla="*/ 2147483647 w 876"/>
                <a:gd name="T65" fmla="*/ 2147483647 h 618"/>
                <a:gd name="T66" fmla="*/ 2147483647 w 876"/>
                <a:gd name="T67" fmla="*/ 2147483647 h 618"/>
                <a:gd name="T68" fmla="*/ 2147483647 w 876"/>
                <a:gd name="T69" fmla="*/ 2147483647 h 618"/>
                <a:gd name="T70" fmla="*/ 2147483647 w 876"/>
                <a:gd name="T71" fmla="*/ 2147483647 h 618"/>
                <a:gd name="T72" fmla="*/ 2147483647 w 876"/>
                <a:gd name="T73" fmla="*/ 2147483647 h 618"/>
                <a:gd name="T74" fmla="*/ 2147483647 w 876"/>
                <a:gd name="T75" fmla="*/ 2147483647 h 618"/>
                <a:gd name="T76" fmla="*/ 2147483647 w 876"/>
                <a:gd name="T77" fmla="*/ 2147483647 h 618"/>
                <a:gd name="T78" fmla="*/ 2147483647 w 876"/>
                <a:gd name="T79" fmla="*/ 2147483647 h 618"/>
                <a:gd name="T80" fmla="*/ 2147483647 w 876"/>
                <a:gd name="T81" fmla="*/ 2147483647 h 618"/>
                <a:gd name="T82" fmla="*/ 2147483647 w 876"/>
                <a:gd name="T83" fmla="*/ 2147483647 h 618"/>
                <a:gd name="T84" fmla="*/ 2147483647 w 876"/>
                <a:gd name="T85" fmla="*/ 2147483647 h 618"/>
                <a:gd name="T86" fmla="*/ 2147483647 w 876"/>
                <a:gd name="T87" fmla="*/ 2147483647 h 618"/>
                <a:gd name="T88" fmla="*/ 2147483647 w 876"/>
                <a:gd name="T89" fmla="*/ 2147483647 h 618"/>
                <a:gd name="T90" fmla="*/ 2147483647 w 876"/>
                <a:gd name="T91" fmla="*/ 2147483647 h 618"/>
                <a:gd name="T92" fmla="*/ 2147483647 w 876"/>
                <a:gd name="T93" fmla="*/ 2147483647 h 618"/>
                <a:gd name="T94" fmla="*/ 2147483647 w 876"/>
                <a:gd name="T95" fmla="*/ 2147483647 h 618"/>
                <a:gd name="T96" fmla="*/ 2147483647 w 876"/>
                <a:gd name="T97" fmla="*/ 2147483647 h 618"/>
                <a:gd name="T98" fmla="*/ 2147483647 w 876"/>
                <a:gd name="T99" fmla="*/ 2147483647 h 618"/>
                <a:gd name="T100" fmla="*/ 2147483647 w 876"/>
                <a:gd name="T101" fmla="*/ 2147483647 h 618"/>
                <a:gd name="T102" fmla="*/ 2147483647 w 876"/>
                <a:gd name="T103" fmla="*/ 2147483647 h 618"/>
                <a:gd name="T104" fmla="*/ 2147483647 w 876"/>
                <a:gd name="T105" fmla="*/ 2147483647 h 618"/>
                <a:gd name="T106" fmla="*/ 2147483647 w 876"/>
                <a:gd name="T107" fmla="*/ 2147483647 h 618"/>
                <a:gd name="T108" fmla="*/ 2147483647 w 876"/>
                <a:gd name="T109" fmla="*/ 2147483647 h 61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876"/>
                <a:gd name="T166" fmla="*/ 0 h 618"/>
                <a:gd name="T167" fmla="*/ 876 w 876"/>
                <a:gd name="T168" fmla="*/ 618 h 61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876" h="618">
                  <a:moveTo>
                    <a:pt x="804" y="318"/>
                  </a:moveTo>
                  <a:lnTo>
                    <a:pt x="798" y="312"/>
                  </a:lnTo>
                  <a:lnTo>
                    <a:pt x="798" y="306"/>
                  </a:lnTo>
                  <a:lnTo>
                    <a:pt x="786" y="306"/>
                  </a:lnTo>
                  <a:lnTo>
                    <a:pt x="762" y="318"/>
                  </a:lnTo>
                  <a:lnTo>
                    <a:pt x="750" y="330"/>
                  </a:lnTo>
                  <a:lnTo>
                    <a:pt x="750" y="336"/>
                  </a:lnTo>
                  <a:lnTo>
                    <a:pt x="756" y="342"/>
                  </a:lnTo>
                  <a:lnTo>
                    <a:pt x="768" y="342"/>
                  </a:lnTo>
                  <a:lnTo>
                    <a:pt x="774" y="348"/>
                  </a:lnTo>
                  <a:lnTo>
                    <a:pt x="774" y="354"/>
                  </a:lnTo>
                  <a:lnTo>
                    <a:pt x="804" y="354"/>
                  </a:lnTo>
                  <a:lnTo>
                    <a:pt x="816" y="342"/>
                  </a:lnTo>
                  <a:lnTo>
                    <a:pt x="816" y="324"/>
                  </a:lnTo>
                  <a:lnTo>
                    <a:pt x="810" y="318"/>
                  </a:lnTo>
                  <a:lnTo>
                    <a:pt x="804" y="318"/>
                  </a:lnTo>
                  <a:close/>
                  <a:moveTo>
                    <a:pt x="672" y="390"/>
                  </a:moveTo>
                  <a:lnTo>
                    <a:pt x="678" y="396"/>
                  </a:lnTo>
                  <a:lnTo>
                    <a:pt x="684" y="396"/>
                  </a:lnTo>
                  <a:lnTo>
                    <a:pt x="690" y="390"/>
                  </a:lnTo>
                  <a:lnTo>
                    <a:pt x="690" y="372"/>
                  </a:lnTo>
                  <a:lnTo>
                    <a:pt x="684" y="372"/>
                  </a:lnTo>
                  <a:lnTo>
                    <a:pt x="672" y="384"/>
                  </a:lnTo>
                  <a:lnTo>
                    <a:pt x="672" y="390"/>
                  </a:lnTo>
                  <a:close/>
                  <a:moveTo>
                    <a:pt x="840" y="300"/>
                  </a:moveTo>
                  <a:lnTo>
                    <a:pt x="840" y="306"/>
                  </a:lnTo>
                  <a:lnTo>
                    <a:pt x="852" y="318"/>
                  </a:lnTo>
                  <a:lnTo>
                    <a:pt x="870" y="318"/>
                  </a:lnTo>
                  <a:lnTo>
                    <a:pt x="876" y="312"/>
                  </a:lnTo>
                  <a:lnTo>
                    <a:pt x="864" y="300"/>
                  </a:lnTo>
                  <a:lnTo>
                    <a:pt x="852" y="300"/>
                  </a:lnTo>
                  <a:lnTo>
                    <a:pt x="846" y="294"/>
                  </a:lnTo>
                  <a:lnTo>
                    <a:pt x="840" y="300"/>
                  </a:lnTo>
                  <a:close/>
                  <a:moveTo>
                    <a:pt x="804" y="150"/>
                  </a:moveTo>
                  <a:lnTo>
                    <a:pt x="798" y="138"/>
                  </a:lnTo>
                  <a:lnTo>
                    <a:pt x="798" y="132"/>
                  </a:lnTo>
                  <a:lnTo>
                    <a:pt x="810" y="120"/>
                  </a:lnTo>
                  <a:lnTo>
                    <a:pt x="798" y="114"/>
                  </a:lnTo>
                  <a:lnTo>
                    <a:pt x="792" y="108"/>
                  </a:lnTo>
                  <a:lnTo>
                    <a:pt x="792" y="102"/>
                  </a:lnTo>
                  <a:lnTo>
                    <a:pt x="780" y="102"/>
                  </a:lnTo>
                  <a:lnTo>
                    <a:pt x="780" y="108"/>
                  </a:lnTo>
                  <a:lnTo>
                    <a:pt x="774" y="114"/>
                  </a:lnTo>
                  <a:lnTo>
                    <a:pt x="756" y="114"/>
                  </a:lnTo>
                  <a:lnTo>
                    <a:pt x="750" y="108"/>
                  </a:lnTo>
                  <a:lnTo>
                    <a:pt x="726" y="108"/>
                  </a:lnTo>
                  <a:lnTo>
                    <a:pt x="726" y="102"/>
                  </a:lnTo>
                  <a:lnTo>
                    <a:pt x="708" y="102"/>
                  </a:lnTo>
                  <a:lnTo>
                    <a:pt x="696" y="108"/>
                  </a:lnTo>
                  <a:lnTo>
                    <a:pt x="690" y="84"/>
                  </a:lnTo>
                  <a:lnTo>
                    <a:pt x="672" y="84"/>
                  </a:lnTo>
                  <a:lnTo>
                    <a:pt x="672" y="78"/>
                  </a:lnTo>
                  <a:lnTo>
                    <a:pt x="666" y="72"/>
                  </a:lnTo>
                  <a:lnTo>
                    <a:pt x="648" y="72"/>
                  </a:lnTo>
                  <a:lnTo>
                    <a:pt x="642" y="78"/>
                  </a:lnTo>
                  <a:lnTo>
                    <a:pt x="642" y="90"/>
                  </a:lnTo>
                  <a:lnTo>
                    <a:pt x="624" y="96"/>
                  </a:lnTo>
                  <a:lnTo>
                    <a:pt x="624" y="84"/>
                  </a:lnTo>
                  <a:lnTo>
                    <a:pt x="594" y="84"/>
                  </a:lnTo>
                  <a:lnTo>
                    <a:pt x="582" y="72"/>
                  </a:lnTo>
                  <a:lnTo>
                    <a:pt x="570" y="72"/>
                  </a:lnTo>
                  <a:lnTo>
                    <a:pt x="564" y="78"/>
                  </a:lnTo>
                  <a:lnTo>
                    <a:pt x="546" y="60"/>
                  </a:lnTo>
                  <a:lnTo>
                    <a:pt x="510" y="60"/>
                  </a:lnTo>
                  <a:lnTo>
                    <a:pt x="516" y="54"/>
                  </a:lnTo>
                  <a:lnTo>
                    <a:pt x="516" y="48"/>
                  </a:lnTo>
                  <a:lnTo>
                    <a:pt x="504" y="36"/>
                  </a:lnTo>
                  <a:lnTo>
                    <a:pt x="498" y="36"/>
                  </a:lnTo>
                  <a:lnTo>
                    <a:pt x="492" y="42"/>
                  </a:lnTo>
                  <a:lnTo>
                    <a:pt x="486" y="36"/>
                  </a:lnTo>
                  <a:lnTo>
                    <a:pt x="450" y="36"/>
                  </a:lnTo>
                  <a:lnTo>
                    <a:pt x="390" y="24"/>
                  </a:lnTo>
                  <a:lnTo>
                    <a:pt x="378" y="24"/>
                  </a:lnTo>
                  <a:lnTo>
                    <a:pt x="348" y="36"/>
                  </a:lnTo>
                  <a:lnTo>
                    <a:pt x="294" y="30"/>
                  </a:lnTo>
                  <a:lnTo>
                    <a:pt x="258" y="12"/>
                  </a:lnTo>
                  <a:lnTo>
                    <a:pt x="234" y="12"/>
                  </a:lnTo>
                  <a:lnTo>
                    <a:pt x="216" y="18"/>
                  </a:lnTo>
                  <a:lnTo>
                    <a:pt x="162" y="18"/>
                  </a:lnTo>
                  <a:lnTo>
                    <a:pt x="150" y="12"/>
                  </a:lnTo>
                  <a:lnTo>
                    <a:pt x="138" y="12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108" y="0"/>
                  </a:lnTo>
                  <a:lnTo>
                    <a:pt x="96" y="6"/>
                  </a:lnTo>
                  <a:lnTo>
                    <a:pt x="72" y="30"/>
                  </a:lnTo>
                  <a:lnTo>
                    <a:pt x="60" y="30"/>
                  </a:lnTo>
                  <a:lnTo>
                    <a:pt x="48" y="36"/>
                  </a:lnTo>
                  <a:lnTo>
                    <a:pt x="30" y="36"/>
                  </a:lnTo>
                  <a:lnTo>
                    <a:pt x="6" y="48"/>
                  </a:lnTo>
                  <a:lnTo>
                    <a:pt x="0" y="60"/>
                  </a:lnTo>
                  <a:lnTo>
                    <a:pt x="0" y="72"/>
                  </a:lnTo>
                  <a:lnTo>
                    <a:pt x="6" y="78"/>
                  </a:lnTo>
                  <a:lnTo>
                    <a:pt x="12" y="90"/>
                  </a:lnTo>
                  <a:lnTo>
                    <a:pt x="24" y="96"/>
                  </a:lnTo>
                  <a:lnTo>
                    <a:pt x="30" y="102"/>
                  </a:lnTo>
                  <a:lnTo>
                    <a:pt x="18" y="138"/>
                  </a:lnTo>
                  <a:lnTo>
                    <a:pt x="24" y="144"/>
                  </a:lnTo>
                  <a:lnTo>
                    <a:pt x="24" y="150"/>
                  </a:lnTo>
                  <a:lnTo>
                    <a:pt x="30" y="144"/>
                  </a:lnTo>
                  <a:lnTo>
                    <a:pt x="54" y="132"/>
                  </a:lnTo>
                  <a:lnTo>
                    <a:pt x="78" y="132"/>
                  </a:lnTo>
                  <a:lnTo>
                    <a:pt x="78" y="138"/>
                  </a:lnTo>
                  <a:lnTo>
                    <a:pt x="66" y="150"/>
                  </a:lnTo>
                  <a:lnTo>
                    <a:pt x="60" y="150"/>
                  </a:lnTo>
                  <a:lnTo>
                    <a:pt x="60" y="156"/>
                  </a:lnTo>
                  <a:lnTo>
                    <a:pt x="72" y="156"/>
                  </a:lnTo>
                  <a:lnTo>
                    <a:pt x="78" y="150"/>
                  </a:lnTo>
                  <a:lnTo>
                    <a:pt x="96" y="150"/>
                  </a:lnTo>
                  <a:lnTo>
                    <a:pt x="102" y="156"/>
                  </a:lnTo>
                  <a:lnTo>
                    <a:pt x="114" y="156"/>
                  </a:lnTo>
                  <a:lnTo>
                    <a:pt x="120" y="150"/>
                  </a:lnTo>
                  <a:lnTo>
                    <a:pt x="120" y="144"/>
                  </a:lnTo>
                  <a:lnTo>
                    <a:pt x="174" y="144"/>
                  </a:lnTo>
                  <a:lnTo>
                    <a:pt x="174" y="162"/>
                  </a:lnTo>
                  <a:lnTo>
                    <a:pt x="180" y="162"/>
                  </a:lnTo>
                  <a:lnTo>
                    <a:pt x="192" y="168"/>
                  </a:lnTo>
                  <a:lnTo>
                    <a:pt x="192" y="174"/>
                  </a:lnTo>
                  <a:lnTo>
                    <a:pt x="168" y="198"/>
                  </a:lnTo>
                  <a:lnTo>
                    <a:pt x="144" y="210"/>
                  </a:lnTo>
                  <a:lnTo>
                    <a:pt x="138" y="216"/>
                  </a:lnTo>
                  <a:lnTo>
                    <a:pt x="138" y="222"/>
                  </a:lnTo>
                  <a:lnTo>
                    <a:pt x="144" y="222"/>
                  </a:lnTo>
                  <a:lnTo>
                    <a:pt x="150" y="228"/>
                  </a:lnTo>
                  <a:lnTo>
                    <a:pt x="150" y="240"/>
                  </a:lnTo>
                  <a:lnTo>
                    <a:pt x="144" y="258"/>
                  </a:lnTo>
                  <a:lnTo>
                    <a:pt x="144" y="276"/>
                  </a:lnTo>
                  <a:lnTo>
                    <a:pt x="138" y="276"/>
                  </a:lnTo>
                  <a:lnTo>
                    <a:pt x="132" y="282"/>
                  </a:lnTo>
                  <a:lnTo>
                    <a:pt x="132" y="294"/>
                  </a:lnTo>
                  <a:lnTo>
                    <a:pt x="138" y="300"/>
                  </a:lnTo>
                  <a:lnTo>
                    <a:pt x="138" y="312"/>
                  </a:lnTo>
                  <a:lnTo>
                    <a:pt x="126" y="324"/>
                  </a:lnTo>
                  <a:lnTo>
                    <a:pt x="90" y="324"/>
                  </a:lnTo>
                  <a:lnTo>
                    <a:pt x="114" y="348"/>
                  </a:lnTo>
                  <a:lnTo>
                    <a:pt x="114" y="360"/>
                  </a:lnTo>
                  <a:lnTo>
                    <a:pt x="120" y="366"/>
                  </a:lnTo>
                  <a:lnTo>
                    <a:pt x="132" y="372"/>
                  </a:lnTo>
                  <a:lnTo>
                    <a:pt x="132" y="378"/>
                  </a:lnTo>
                  <a:lnTo>
                    <a:pt x="120" y="390"/>
                  </a:lnTo>
                  <a:lnTo>
                    <a:pt x="108" y="396"/>
                  </a:lnTo>
                  <a:lnTo>
                    <a:pt x="96" y="408"/>
                  </a:lnTo>
                  <a:lnTo>
                    <a:pt x="96" y="414"/>
                  </a:lnTo>
                  <a:lnTo>
                    <a:pt x="102" y="420"/>
                  </a:lnTo>
                  <a:lnTo>
                    <a:pt x="102" y="426"/>
                  </a:lnTo>
                  <a:lnTo>
                    <a:pt x="108" y="438"/>
                  </a:lnTo>
                  <a:lnTo>
                    <a:pt x="114" y="444"/>
                  </a:lnTo>
                  <a:lnTo>
                    <a:pt x="126" y="444"/>
                  </a:lnTo>
                  <a:lnTo>
                    <a:pt x="126" y="450"/>
                  </a:lnTo>
                  <a:lnTo>
                    <a:pt x="114" y="462"/>
                  </a:lnTo>
                  <a:lnTo>
                    <a:pt x="102" y="462"/>
                  </a:lnTo>
                  <a:lnTo>
                    <a:pt x="96" y="474"/>
                  </a:lnTo>
                  <a:lnTo>
                    <a:pt x="90" y="480"/>
                  </a:lnTo>
                  <a:lnTo>
                    <a:pt x="90" y="528"/>
                  </a:lnTo>
                  <a:lnTo>
                    <a:pt x="120" y="528"/>
                  </a:lnTo>
                  <a:lnTo>
                    <a:pt x="144" y="546"/>
                  </a:lnTo>
                  <a:lnTo>
                    <a:pt x="162" y="546"/>
                  </a:lnTo>
                  <a:lnTo>
                    <a:pt x="156" y="576"/>
                  </a:lnTo>
                  <a:lnTo>
                    <a:pt x="162" y="576"/>
                  </a:lnTo>
                  <a:lnTo>
                    <a:pt x="162" y="594"/>
                  </a:lnTo>
                  <a:lnTo>
                    <a:pt x="168" y="606"/>
                  </a:lnTo>
                  <a:lnTo>
                    <a:pt x="174" y="612"/>
                  </a:lnTo>
                  <a:lnTo>
                    <a:pt x="192" y="612"/>
                  </a:lnTo>
                  <a:lnTo>
                    <a:pt x="198" y="618"/>
                  </a:lnTo>
                  <a:lnTo>
                    <a:pt x="204" y="618"/>
                  </a:lnTo>
                  <a:lnTo>
                    <a:pt x="210" y="612"/>
                  </a:lnTo>
                  <a:lnTo>
                    <a:pt x="222" y="606"/>
                  </a:lnTo>
                  <a:lnTo>
                    <a:pt x="240" y="588"/>
                  </a:lnTo>
                  <a:lnTo>
                    <a:pt x="252" y="582"/>
                  </a:lnTo>
                  <a:lnTo>
                    <a:pt x="264" y="582"/>
                  </a:lnTo>
                  <a:lnTo>
                    <a:pt x="294" y="564"/>
                  </a:lnTo>
                  <a:lnTo>
                    <a:pt x="360" y="564"/>
                  </a:lnTo>
                  <a:lnTo>
                    <a:pt x="366" y="558"/>
                  </a:lnTo>
                  <a:lnTo>
                    <a:pt x="378" y="558"/>
                  </a:lnTo>
                  <a:lnTo>
                    <a:pt x="390" y="570"/>
                  </a:lnTo>
                  <a:lnTo>
                    <a:pt x="396" y="570"/>
                  </a:lnTo>
                  <a:lnTo>
                    <a:pt x="408" y="564"/>
                  </a:lnTo>
                  <a:lnTo>
                    <a:pt x="420" y="564"/>
                  </a:lnTo>
                  <a:lnTo>
                    <a:pt x="426" y="558"/>
                  </a:lnTo>
                  <a:lnTo>
                    <a:pt x="432" y="558"/>
                  </a:lnTo>
                  <a:lnTo>
                    <a:pt x="432" y="570"/>
                  </a:lnTo>
                  <a:lnTo>
                    <a:pt x="438" y="570"/>
                  </a:lnTo>
                  <a:lnTo>
                    <a:pt x="450" y="558"/>
                  </a:lnTo>
                  <a:lnTo>
                    <a:pt x="462" y="534"/>
                  </a:lnTo>
                  <a:lnTo>
                    <a:pt x="462" y="522"/>
                  </a:lnTo>
                  <a:lnTo>
                    <a:pt x="498" y="492"/>
                  </a:lnTo>
                  <a:lnTo>
                    <a:pt x="528" y="492"/>
                  </a:lnTo>
                  <a:lnTo>
                    <a:pt x="534" y="474"/>
                  </a:lnTo>
                  <a:lnTo>
                    <a:pt x="534" y="468"/>
                  </a:lnTo>
                  <a:lnTo>
                    <a:pt x="540" y="462"/>
                  </a:lnTo>
                  <a:lnTo>
                    <a:pt x="540" y="450"/>
                  </a:lnTo>
                  <a:lnTo>
                    <a:pt x="546" y="444"/>
                  </a:lnTo>
                  <a:lnTo>
                    <a:pt x="552" y="432"/>
                  </a:lnTo>
                  <a:lnTo>
                    <a:pt x="552" y="426"/>
                  </a:lnTo>
                  <a:lnTo>
                    <a:pt x="570" y="426"/>
                  </a:lnTo>
                  <a:lnTo>
                    <a:pt x="594" y="414"/>
                  </a:lnTo>
                  <a:lnTo>
                    <a:pt x="600" y="408"/>
                  </a:lnTo>
                  <a:lnTo>
                    <a:pt x="594" y="396"/>
                  </a:lnTo>
                  <a:lnTo>
                    <a:pt x="588" y="390"/>
                  </a:lnTo>
                  <a:lnTo>
                    <a:pt x="582" y="378"/>
                  </a:lnTo>
                  <a:lnTo>
                    <a:pt x="576" y="372"/>
                  </a:lnTo>
                  <a:lnTo>
                    <a:pt x="570" y="372"/>
                  </a:lnTo>
                  <a:lnTo>
                    <a:pt x="570" y="336"/>
                  </a:lnTo>
                  <a:lnTo>
                    <a:pt x="582" y="312"/>
                  </a:lnTo>
                  <a:lnTo>
                    <a:pt x="594" y="306"/>
                  </a:lnTo>
                  <a:lnTo>
                    <a:pt x="600" y="294"/>
                  </a:lnTo>
                  <a:lnTo>
                    <a:pt x="612" y="282"/>
                  </a:lnTo>
                  <a:lnTo>
                    <a:pt x="618" y="270"/>
                  </a:lnTo>
                  <a:lnTo>
                    <a:pt x="630" y="258"/>
                  </a:lnTo>
                  <a:lnTo>
                    <a:pt x="642" y="258"/>
                  </a:lnTo>
                  <a:lnTo>
                    <a:pt x="654" y="246"/>
                  </a:lnTo>
                  <a:lnTo>
                    <a:pt x="654" y="240"/>
                  </a:lnTo>
                  <a:lnTo>
                    <a:pt x="648" y="240"/>
                  </a:lnTo>
                  <a:lnTo>
                    <a:pt x="648" y="228"/>
                  </a:lnTo>
                  <a:lnTo>
                    <a:pt x="654" y="222"/>
                  </a:lnTo>
                  <a:lnTo>
                    <a:pt x="726" y="198"/>
                  </a:lnTo>
                  <a:lnTo>
                    <a:pt x="750" y="186"/>
                  </a:lnTo>
                  <a:lnTo>
                    <a:pt x="756" y="174"/>
                  </a:lnTo>
                  <a:lnTo>
                    <a:pt x="768" y="168"/>
                  </a:lnTo>
                  <a:lnTo>
                    <a:pt x="774" y="168"/>
                  </a:lnTo>
                  <a:lnTo>
                    <a:pt x="786" y="156"/>
                  </a:lnTo>
                  <a:lnTo>
                    <a:pt x="798" y="156"/>
                  </a:lnTo>
                  <a:lnTo>
                    <a:pt x="804" y="15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25" name="Slovenia" descr="© INSCALE GmbH, 05.05.2010&#10;http://www.presentationload.com/">
              <a:extLst>
                <a:ext uri="{FF2B5EF4-FFF2-40B4-BE49-F238E27FC236}">
                  <a16:creationId xmlns:a16="http://schemas.microsoft.com/office/drawing/2014/main" id="{7CDE5A9D-5D55-4E36-BC96-E352F854E074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036996" y="1761235"/>
              <a:ext cx="69791" cy="39818"/>
            </a:xfrm>
            <a:custGeom>
              <a:avLst/>
              <a:gdLst>
                <a:gd name="T0" fmla="*/ 2147483647 w 210"/>
                <a:gd name="T1" fmla="*/ 2147483647 h 120"/>
                <a:gd name="T2" fmla="*/ 2147483647 w 210"/>
                <a:gd name="T3" fmla="*/ 2147483647 h 120"/>
                <a:gd name="T4" fmla="*/ 2147483647 w 210"/>
                <a:gd name="T5" fmla="*/ 2147483647 h 120"/>
                <a:gd name="T6" fmla="*/ 2147483647 w 210"/>
                <a:gd name="T7" fmla="*/ 2147483647 h 120"/>
                <a:gd name="T8" fmla="*/ 2147483647 w 210"/>
                <a:gd name="T9" fmla="*/ 2147483647 h 120"/>
                <a:gd name="T10" fmla="*/ 2147483647 w 210"/>
                <a:gd name="T11" fmla="*/ 2147483647 h 120"/>
                <a:gd name="T12" fmla="*/ 2147483647 w 210"/>
                <a:gd name="T13" fmla="*/ 2147483647 h 120"/>
                <a:gd name="T14" fmla="*/ 2147483647 w 210"/>
                <a:gd name="T15" fmla="*/ 2147483647 h 120"/>
                <a:gd name="T16" fmla="*/ 2147483647 w 210"/>
                <a:gd name="T17" fmla="*/ 2147483647 h 120"/>
                <a:gd name="T18" fmla="*/ 2147483647 w 210"/>
                <a:gd name="T19" fmla="*/ 2147483647 h 120"/>
                <a:gd name="T20" fmla="*/ 2147483647 w 210"/>
                <a:gd name="T21" fmla="*/ 2147483647 h 120"/>
                <a:gd name="T22" fmla="*/ 2147483647 w 210"/>
                <a:gd name="T23" fmla="*/ 2147483647 h 120"/>
                <a:gd name="T24" fmla="*/ 2147483647 w 210"/>
                <a:gd name="T25" fmla="*/ 2147483647 h 120"/>
                <a:gd name="T26" fmla="*/ 2147483647 w 210"/>
                <a:gd name="T27" fmla="*/ 2147483647 h 120"/>
                <a:gd name="T28" fmla="*/ 2147483647 w 210"/>
                <a:gd name="T29" fmla="*/ 2147483647 h 120"/>
                <a:gd name="T30" fmla="*/ 2147483647 w 210"/>
                <a:gd name="T31" fmla="*/ 2147483647 h 120"/>
                <a:gd name="T32" fmla="*/ 2147483647 w 210"/>
                <a:gd name="T33" fmla="*/ 2147483647 h 120"/>
                <a:gd name="T34" fmla="*/ 2147483647 w 210"/>
                <a:gd name="T35" fmla="*/ 2147483647 h 120"/>
                <a:gd name="T36" fmla="*/ 2147483647 w 210"/>
                <a:gd name="T37" fmla="*/ 2147483647 h 120"/>
                <a:gd name="T38" fmla="*/ 2147483647 w 210"/>
                <a:gd name="T39" fmla="*/ 2147483647 h 120"/>
                <a:gd name="T40" fmla="*/ 2147483647 w 210"/>
                <a:gd name="T41" fmla="*/ 2147483647 h 120"/>
                <a:gd name="T42" fmla="*/ 2147483647 w 210"/>
                <a:gd name="T43" fmla="*/ 0 h 120"/>
                <a:gd name="T44" fmla="*/ 2147483647 w 210"/>
                <a:gd name="T45" fmla="*/ 2147483647 h 120"/>
                <a:gd name="T46" fmla="*/ 2147483647 w 210"/>
                <a:gd name="T47" fmla="*/ 2147483647 h 120"/>
                <a:gd name="T48" fmla="*/ 2147483647 w 210"/>
                <a:gd name="T49" fmla="*/ 2147483647 h 120"/>
                <a:gd name="T50" fmla="*/ 2147483647 w 210"/>
                <a:gd name="T51" fmla="*/ 2147483647 h 120"/>
                <a:gd name="T52" fmla="*/ 2147483647 w 210"/>
                <a:gd name="T53" fmla="*/ 2147483647 h 120"/>
                <a:gd name="T54" fmla="*/ 2147483647 w 210"/>
                <a:gd name="T55" fmla="*/ 2147483647 h 120"/>
                <a:gd name="T56" fmla="*/ 2147483647 w 210"/>
                <a:gd name="T57" fmla="*/ 2147483647 h 120"/>
                <a:gd name="T58" fmla="*/ 2147483647 w 210"/>
                <a:gd name="T59" fmla="*/ 2147483647 h 120"/>
                <a:gd name="T60" fmla="*/ 2147483647 w 210"/>
                <a:gd name="T61" fmla="*/ 2147483647 h 120"/>
                <a:gd name="T62" fmla="*/ 2147483647 w 210"/>
                <a:gd name="T63" fmla="*/ 2147483647 h 120"/>
                <a:gd name="T64" fmla="*/ 2147483647 w 210"/>
                <a:gd name="T65" fmla="*/ 2147483647 h 120"/>
                <a:gd name="T66" fmla="*/ 2147483647 w 210"/>
                <a:gd name="T67" fmla="*/ 2147483647 h 120"/>
                <a:gd name="T68" fmla="*/ 0 w 210"/>
                <a:gd name="T69" fmla="*/ 2147483647 h 120"/>
                <a:gd name="T70" fmla="*/ 2147483647 w 210"/>
                <a:gd name="T71" fmla="*/ 2147483647 h 120"/>
                <a:gd name="T72" fmla="*/ 2147483647 w 210"/>
                <a:gd name="T73" fmla="*/ 2147483647 h 120"/>
                <a:gd name="T74" fmla="*/ 2147483647 w 210"/>
                <a:gd name="T75" fmla="*/ 2147483647 h 120"/>
                <a:gd name="T76" fmla="*/ 2147483647 w 210"/>
                <a:gd name="T77" fmla="*/ 2147483647 h 120"/>
                <a:gd name="T78" fmla="*/ 2147483647 w 210"/>
                <a:gd name="T79" fmla="*/ 2147483647 h 120"/>
                <a:gd name="T80" fmla="*/ 2147483647 w 210"/>
                <a:gd name="T81" fmla="*/ 2147483647 h 120"/>
                <a:gd name="T82" fmla="*/ 2147483647 w 210"/>
                <a:gd name="T83" fmla="*/ 2147483647 h 120"/>
                <a:gd name="T84" fmla="*/ 2147483647 w 210"/>
                <a:gd name="T85" fmla="*/ 2147483647 h 120"/>
                <a:gd name="T86" fmla="*/ 2147483647 w 210"/>
                <a:gd name="T87" fmla="*/ 2147483647 h 1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10"/>
                <a:gd name="T133" fmla="*/ 0 h 120"/>
                <a:gd name="T134" fmla="*/ 210 w 210"/>
                <a:gd name="T135" fmla="*/ 120 h 12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10" h="120">
                  <a:moveTo>
                    <a:pt x="24" y="120"/>
                  </a:moveTo>
                  <a:lnTo>
                    <a:pt x="42" y="120"/>
                  </a:lnTo>
                  <a:lnTo>
                    <a:pt x="42" y="108"/>
                  </a:lnTo>
                  <a:lnTo>
                    <a:pt x="54" y="114"/>
                  </a:lnTo>
                  <a:lnTo>
                    <a:pt x="72" y="114"/>
                  </a:lnTo>
                  <a:lnTo>
                    <a:pt x="78" y="102"/>
                  </a:lnTo>
                  <a:lnTo>
                    <a:pt x="78" y="108"/>
                  </a:lnTo>
                  <a:lnTo>
                    <a:pt x="84" y="114"/>
                  </a:lnTo>
                  <a:lnTo>
                    <a:pt x="126" y="114"/>
                  </a:lnTo>
                  <a:lnTo>
                    <a:pt x="126" y="96"/>
                  </a:lnTo>
                  <a:lnTo>
                    <a:pt x="138" y="90"/>
                  </a:lnTo>
                  <a:lnTo>
                    <a:pt x="150" y="78"/>
                  </a:lnTo>
                  <a:lnTo>
                    <a:pt x="150" y="72"/>
                  </a:lnTo>
                  <a:lnTo>
                    <a:pt x="144" y="66"/>
                  </a:lnTo>
                  <a:lnTo>
                    <a:pt x="144" y="54"/>
                  </a:lnTo>
                  <a:lnTo>
                    <a:pt x="174" y="54"/>
                  </a:lnTo>
                  <a:lnTo>
                    <a:pt x="186" y="48"/>
                  </a:lnTo>
                  <a:lnTo>
                    <a:pt x="186" y="36"/>
                  </a:lnTo>
                  <a:lnTo>
                    <a:pt x="210" y="36"/>
                  </a:lnTo>
                  <a:lnTo>
                    <a:pt x="192" y="24"/>
                  </a:lnTo>
                  <a:lnTo>
                    <a:pt x="186" y="6"/>
                  </a:lnTo>
                  <a:lnTo>
                    <a:pt x="180" y="0"/>
                  </a:lnTo>
                  <a:lnTo>
                    <a:pt x="174" y="12"/>
                  </a:lnTo>
                  <a:lnTo>
                    <a:pt x="168" y="30"/>
                  </a:lnTo>
                  <a:lnTo>
                    <a:pt x="144" y="24"/>
                  </a:lnTo>
                  <a:lnTo>
                    <a:pt x="132" y="30"/>
                  </a:lnTo>
                  <a:lnTo>
                    <a:pt x="84" y="30"/>
                  </a:lnTo>
                  <a:lnTo>
                    <a:pt x="84" y="42"/>
                  </a:lnTo>
                  <a:lnTo>
                    <a:pt x="54" y="42"/>
                  </a:lnTo>
                  <a:lnTo>
                    <a:pt x="48" y="36"/>
                  </a:lnTo>
                  <a:lnTo>
                    <a:pt x="30" y="36"/>
                  </a:lnTo>
                  <a:lnTo>
                    <a:pt x="24" y="42"/>
                  </a:lnTo>
                  <a:lnTo>
                    <a:pt x="6" y="42"/>
                  </a:lnTo>
                  <a:lnTo>
                    <a:pt x="6" y="48"/>
                  </a:lnTo>
                  <a:lnTo>
                    <a:pt x="0" y="54"/>
                  </a:lnTo>
                  <a:lnTo>
                    <a:pt x="12" y="60"/>
                  </a:lnTo>
                  <a:lnTo>
                    <a:pt x="6" y="96"/>
                  </a:lnTo>
                  <a:lnTo>
                    <a:pt x="18" y="96"/>
                  </a:lnTo>
                  <a:lnTo>
                    <a:pt x="30" y="102"/>
                  </a:lnTo>
                  <a:lnTo>
                    <a:pt x="36" y="102"/>
                  </a:lnTo>
                  <a:lnTo>
                    <a:pt x="36" y="108"/>
                  </a:lnTo>
                  <a:lnTo>
                    <a:pt x="30" y="108"/>
                  </a:lnTo>
                  <a:lnTo>
                    <a:pt x="30" y="114"/>
                  </a:lnTo>
                  <a:lnTo>
                    <a:pt x="24" y="12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26" name="Slovakia" descr="© INSCALE GmbH, 05.05.2010&#10;http://www.presentationload.com/">
              <a:extLst>
                <a:ext uri="{FF2B5EF4-FFF2-40B4-BE49-F238E27FC236}">
                  <a16:creationId xmlns:a16="http://schemas.microsoft.com/office/drawing/2014/main" id="{44C0691B-AF3B-471B-B0D7-90B886B58B26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108080" y="1694444"/>
              <a:ext cx="117610" cy="47525"/>
            </a:xfrm>
            <a:custGeom>
              <a:avLst/>
              <a:gdLst>
                <a:gd name="T0" fmla="*/ 2147483647 w 354"/>
                <a:gd name="T1" fmla="*/ 2147483647 h 144"/>
                <a:gd name="T2" fmla="*/ 2147483647 w 354"/>
                <a:gd name="T3" fmla="*/ 2147483647 h 144"/>
                <a:gd name="T4" fmla="*/ 2147483647 w 354"/>
                <a:gd name="T5" fmla="*/ 2147483647 h 144"/>
                <a:gd name="T6" fmla="*/ 2147483647 w 354"/>
                <a:gd name="T7" fmla="*/ 2147483647 h 144"/>
                <a:gd name="T8" fmla="*/ 2147483647 w 354"/>
                <a:gd name="T9" fmla="*/ 2147483647 h 144"/>
                <a:gd name="T10" fmla="*/ 2147483647 w 354"/>
                <a:gd name="T11" fmla="*/ 2147483647 h 144"/>
                <a:gd name="T12" fmla="*/ 2147483647 w 354"/>
                <a:gd name="T13" fmla="*/ 2147483647 h 144"/>
                <a:gd name="T14" fmla="*/ 2147483647 w 354"/>
                <a:gd name="T15" fmla="*/ 0 h 144"/>
                <a:gd name="T16" fmla="*/ 2147483647 w 354"/>
                <a:gd name="T17" fmla="*/ 2147483647 h 144"/>
                <a:gd name="T18" fmla="*/ 2147483647 w 354"/>
                <a:gd name="T19" fmla="*/ 0 h 144"/>
                <a:gd name="T20" fmla="*/ 2147483647 w 354"/>
                <a:gd name="T21" fmla="*/ 2147483647 h 144"/>
                <a:gd name="T22" fmla="*/ 2147483647 w 354"/>
                <a:gd name="T23" fmla="*/ 2147483647 h 144"/>
                <a:gd name="T24" fmla="*/ 2147483647 w 354"/>
                <a:gd name="T25" fmla="*/ 2147483647 h 144"/>
                <a:gd name="T26" fmla="*/ 2147483647 w 354"/>
                <a:gd name="T27" fmla="*/ 2147483647 h 144"/>
                <a:gd name="T28" fmla="*/ 2147483647 w 354"/>
                <a:gd name="T29" fmla="*/ 2147483647 h 144"/>
                <a:gd name="T30" fmla="*/ 0 w 354"/>
                <a:gd name="T31" fmla="*/ 2147483647 h 144"/>
                <a:gd name="T32" fmla="*/ 2147483647 w 354"/>
                <a:gd name="T33" fmla="*/ 2147483647 h 144"/>
                <a:gd name="T34" fmla="*/ 2147483647 w 354"/>
                <a:gd name="T35" fmla="*/ 2147483647 h 144"/>
                <a:gd name="T36" fmla="*/ 2147483647 w 354"/>
                <a:gd name="T37" fmla="*/ 2147483647 h 144"/>
                <a:gd name="T38" fmla="*/ 2147483647 w 354"/>
                <a:gd name="T39" fmla="*/ 2147483647 h 144"/>
                <a:gd name="T40" fmla="*/ 2147483647 w 354"/>
                <a:gd name="T41" fmla="*/ 2147483647 h 144"/>
                <a:gd name="T42" fmla="*/ 2147483647 w 354"/>
                <a:gd name="T43" fmla="*/ 2147483647 h 144"/>
                <a:gd name="T44" fmla="*/ 2147483647 w 354"/>
                <a:gd name="T45" fmla="*/ 2147483647 h 144"/>
                <a:gd name="T46" fmla="*/ 2147483647 w 354"/>
                <a:gd name="T47" fmla="*/ 2147483647 h 144"/>
                <a:gd name="T48" fmla="*/ 2147483647 w 354"/>
                <a:gd name="T49" fmla="*/ 2147483647 h 144"/>
                <a:gd name="T50" fmla="*/ 2147483647 w 354"/>
                <a:gd name="T51" fmla="*/ 2147483647 h 144"/>
                <a:gd name="T52" fmla="*/ 2147483647 w 354"/>
                <a:gd name="T53" fmla="*/ 2147483647 h 144"/>
                <a:gd name="T54" fmla="*/ 2147483647 w 354"/>
                <a:gd name="T55" fmla="*/ 2147483647 h 144"/>
                <a:gd name="T56" fmla="*/ 2147483647 w 354"/>
                <a:gd name="T57" fmla="*/ 2147483647 h 144"/>
                <a:gd name="T58" fmla="*/ 2147483647 w 354"/>
                <a:gd name="T59" fmla="*/ 2147483647 h 144"/>
                <a:gd name="T60" fmla="*/ 2147483647 w 354"/>
                <a:gd name="T61" fmla="*/ 2147483647 h 144"/>
                <a:gd name="T62" fmla="*/ 2147483647 w 354"/>
                <a:gd name="T63" fmla="*/ 2147483647 h 144"/>
                <a:gd name="T64" fmla="*/ 2147483647 w 354"/>
                <a:gd name="T65" fmla="*/ 2147483647 h 144"/>
                <a:gd name="T66" fmla="*/ 2147483647 w 354"/>
                <a:gd name="T67" fmla="*/ 2147483647 h 144"/>
                <a:gd name="T68" fmla="*/ 2147483647 w 354"/>
                <a:gd name="T69" fmla="*/ 2147483647 h 14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54"/>
                <a:gd name="T106" fmla="*/ 0 h 144"/>
                <a:gd name="T107" fmla="*/ 354 w 354"/>
                <a:gd name="T108" fmla="*/ 144 h 14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54" h="144">
                  <a:moveTo>
                    <a:pt x="348" y="30"/>
                  </a:moveTo>
                  <a:lnTo>
                    <a:pt x="324" y="30"/>
                  </a:lnTo>
                  <a:lnTo>
                    <a:pt x="300" y="6"/>
                  </a:lnTo>
                  <a:lnTo>
                    <a:pt x="276" y="6"/>
                  </a:lnTo>
                  <a:lnTo>
                    <a:pt x="270" y="12"/>
                  </a:lnTo>
                  <a:lnTo>
                    <a:pt x="258" y="18"/>
                  </a:lnTo>
                  <a:lnTo>
                    <a:pt x="246" y="18"/>
                  </a:lnTo>
                  <a:lnTo>
                    <a:pt x="240" y="12"/>
                  </a:lnTo>
                  <a:lnTo>
                    <a:pt x="210" y="12"/>
                  </a:lnTo>
                  <a:lnTo>
                    <a:pt x="210" y="18"/>
                  </a:lnTo>
                  <a:lnTo>
                    <a:pt x="204" y="24"/>
                  </a:lnTo>
                  <a:lnTo>
                    <a:pt x="192" y="24"/>
                  </a:lnTo>
                  <a:lnTo>
                    <a:pt x="186" y="18"/>
                  </a:lnTo>
                  <a:lnTo>
                    <a:pt x="186" y="12"/>
                  </a:lnTo>
                  <a:lnTo>
                    <a:pt x="180" y="12"/>
                  </a:lnTo>
                  <a:lnTo>
                    <a:pt x="168" y="0"/>
                  </a:lnTo>
                  <a:lnTo>
                    <a:pt x="156" y="0"/>
                  </a:lnTo>
                  <a:lnTo>
                    <a:pt x="144" y="12"/>
                  </a:lnTo>
                  <a:lnTo>
                    <a:pt x="138" y="12"/>
                  </a:lnTo>
                  <a:lnTo>
                    <a:pt x="126" y="0"/>
                  </a:lnTo>
                  <a:lnTo>
                    <a:pt x="108" y="12"/>
                  </a:lnTo>
                  <a:lnTo>
                    <a:pt x="84" y="18"/>
                  </a:lnTo>
                  <a:lnTo>
                    <a:pt x="84" y="42"/>
                  </a:lnTo>
                  <a:lnTo>
                    <a:pt x="72" y="48"/>
                  </a:lnTo>
                  <a:lnTo>
                    <a:pt x="66" y="54"/>
                  </a:lnTo>
                  <a:lnTo>
                    <a:pt x="54" y="60"/>
                  </a:lnTo>
                  <a:lnTo>
                    <a:pt x="36" y="60"/>
                  </a:lnTo>
                  <a:lnTo>
                    <a:pt x="36" y="54"/>
                  </a:lnTo>
                  <a:lnTo>
                    <a:pt x="30" y="60"/>
                  </a:lnTo>
                  <a:lnTo>
                    <a:pt x="12" y="60"/>
                  </a:lnTo>
                  <a:lnTo>
                    <a:pt x="6" y="66"/>
                  </a:lnTo>
                  <a:lnTo>
                    <a:pt x="0" y="90"/>
                  </a:lnTo>
                  <a:lnTo>
                    <a:pt x="0" y="102"/>
                  </a:lnTo>
                  <a:lnTo>
                    <a:pt x="6" y="102"/>
                  </a:lnTo>
                  <a:lnTo>
                    <a:pt x="6" y="114"/>
                  </a:lnTo>
                  <a:lnTo>
                    <a:pt x="12" y="114"/>
                  </a:lnTo>
                  <a:lnTo>
                    <a:pt x="12" y="126"/>
                  </a:lnTo>
                  <a:lnTo>
                    <a:pt x="6" y="132"/>
                  </a:lnTo>
                  <a:lnTo>
                    <a:pt x="18" y="138"/>
                  </a:lnTo>
                  <a:lnTo>
                    <a:pt x="30" y="120"/>
                  </a:lnTo>
                  <a:lnTo>
                    <a:pt x="36" y="126"/>
                  </a:lnTo>
                  <a:lnTo>
                    <a:pt x="42" y="138"/>
                  </a:lnTo>
                  <a:lnTo>
                    <a:pt x="48" y="144"/>
                  </a:lnTo>
                  <a:lnTo>
                    <a:pt x="90" y="144"/>
                  </a:lnTo>
                  <a:lnTo>
                    <a:pt x="108" y="138"/>
                  </a:lnTo>
                  <a:lnTo>
                    <a:pt x="120" y="138"/>
                  </a:lnTo>
                  <a:lnTo>
                    <a:pt x="132" y="114"/>
                  </a:lnTo>
                  <a:lnTo>
                    <a:pt x="168" y="120"/>
                  </a:lnTo>
                  <a:lnTo>
                    <a:pt x="174" y="108"/>
                  </a:lnTo>
                  <a:lnTo>
                    <a:pt x="198" y="108"/>
                  </a:lnTo>
                  <a:lnTo>
                    <a:pt x="210" y="102"/>
                  </a:lnTo>
                  <a:lnTo>
                    <a:pt x="216" y="102"/>
                  </a:lnTo>
                  <a:lnTo>
                    <a:pt x="228" y="90"/>
                  </a:lnTo>
                  <a:lnTo>
                    <a:pt x="234" y="78"/>
                  </a:lnTo>
                  <a:lnTo>
                    <a:pt x="258" y="78"/>
                  </a:lnTo>
                  <a:lnTo>
                    <a:pt x="258" y="90"/>
                  </a:lnTo>
                  <a:lnTo>
                    <a:pt x="276" y="96"/>
                  </a:lnTo>
                  <a:lnTo>
                    <a:pt x="276" y="78"/>
                  </a:lnTo>
                  <a:lnTo>
                    <a:pt x="288" y="78"/>
                  </a:lnTo>
                  <a:lnTo>
                    <a:pt x="288" y="90"/>
                  </a:lnTo>
                  <a:lnTo>
                    <a:pt x="300" y="90"/>
                  </a:lnTo>
                  <a:lnTo>
                    <a:pt x="312" y="84"/>
                  </a:lnTo>
                  <a:lnTo>
                    <a:pt x="336" y="84"/>
                  </a:lnTo>
                  <a:lnTo>
                    <a:pt x="336" y="90"/>
                  </a:lnTo>
                  <a:lnTo>
                    <a:pt x="336" y="72"/>
                  </a:lnTo>
                  <a:lnTo>
                    <a:pt x="342" y="72"/>
                  </a:lnTo>
                  <a:lnTo>
                    <a:pt x="348" y="66"/>
                  </a:lnTo>
                  <a:lnTo>
                    <a:pt x="348" y="60"/>
                  </a:lnTo>
                  <a:lnTo>
                    <a:pt x="354" y="54"/>
                  </a:lnTo>
                  <a:lnTo>
                    <a:pt x="354" y="30"/>
                  </a:lnTo>
                  <a:lnTo>
                    <a:pt x="348" y="3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27" name="Sierra Leone" descr="© INSCALE GmbH, 05.05.2010&#10;http://www.presentationload.com/">
              <a:extLst>
                <a:ext uri="{FF2B5EF4-FFF2-40B4-BE49-F238E27FC236}">
                  <a16:creationId xmlns:a16="http://schemas.microsoft.com/office/drawing/2014/main" id="{AF20B42B-D3DC-499D-AE44-B2CDDB7E27A7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423099" y="2734839"/>
              <a:ext cx="68499" cy="88627"/>
            </a:xfrm>
            <a:custGeom>
              <a:avLst/>
              <a:gdLst>
                <a:gd name="T0" fmla="*/ 2147483647 w 210"/>
                <a:gd name="T1" fmla="*/ 2147483647 h 270"/>
                <a:gd name="T2" fmla="*/ 2147483647 w 210"/>
                <a:gd name="T3" fmla="*/ 2147483647 h 270"/>
                <a:gd name="T4" fmla="*/ 2147483647 w 210"/>
                <a:gd name="T5" fmla="*/ 2147483647 h 270"/>
                <a:gd name="T6" fmla="*/ 2147483647 w 210"/>
                <a:gd name="T7" fmla="*/ 2147483647 h 270"/>
                <a:gd name="T8" fmla="*/ 2147483647 w 210"/>
                <a:gd name="T9" fmla="*/ 2147483647 h 270"/>
                <a:gd name="T10" fmla="*/ 2147483647 w 210"/>
                <a:gd name="T11" fmla="*/ 2147483647 h 270"/>
                <a:gd name="T12" fmla="*/ 2147483647 w 210"/>
                <a:gd name="T13" fmla="*/ 2147483647 h 270"/>
                <a:gd name="T14" fmla="*/ 2147483647 w 210"/>
                <a:gd name="T15" fmla="*/ 2147483647 h 270"/>
                <a:gd name="T16" fmla="*/ 2147483647 w 210"/>
                <a:gd name="T17" fmla="*/ 2147483647 h 270"/>
                <a:gd name="T18" fmla="*/ 2147483647 w 210"/>
                <a:gd name="T19" fmla="*/ 2147483647 h 270"/>
                <a:gd name="T20" fmla="*/ 2147483647 w 210"/>
                <a:gd name="T21" fmla="*/ 2147483647 h 270"/>
                <a:gd name="T22" fmla="*/ 2147483647 w 210"/>
                <a:gd name="T23" fmla="*/ 0 h 270"/>
                <a:gd name="T24" fmla="*/ 2147483647 w 210"/>
                <a:gd name="T25" fmla="*/ 0 h 270"/>
                <a:gd name="T26" fmla="*/ 2147483647 w 210"/>
                <a:gd name="T27" fmla="*/ 2147483647 h 270"/>
                <a:gd name="T28" fmla="*/ 2147483647 w 210"/>
                <a:gd name="T29" fmla="*/ 2147483647 h 270"/>
                <a:gd name="T30" fmla="*/ 2147483647 w 210"/>
                <a:gd name="T31" fmla="*/ 2147483647 h 270"/>
                <a:gd name="T32" fmla="*/ 2147483647 w 210"/>
                <a:gd name="T33" fmla="*/ 2147483647 h 270"/>
                <a:gd name="T34" fmla="*/ 2147483647 w 210"/>
                <a:gd name="T35" fmla="*/ 2147483647 h 270"/>
                <a:gd name="T36" fmla="*/ 2147483647 w 210"/>
                <a:gd name="T37" fmla="*/ 2147483647 h 270"/>
                <a:gd name="T38" fmla="*/ 2147483647 w 210"/>
                <a:gd name="T39" fmla="*/ 2147483647 h 270"/>
                <a:gd name="T40" fmla="*/ 2147483647 w 210"/>
                <a:gd name="T41" fmla="*/ 2147483647 h 270"/>
                <a:gd name="T42" fmla="*/ 2147483647 w 210"/>
                <a:gd name="T43" fmla="*/ 2147483647 h 270"/>
                <a:gd name="T44" fmla="*/ 0 w 210"/>
                <a:gd name="T45" fmla="*/ 2147483647 h 270"/>
                <a:gd name="T46" fmla="*/ 2147483647 w 210"/>
                <a:gd name="T47" fmla="*/ 2147483647 h 270"/>
                <a:gd name="T48" fmla="*/ 2147483647 w 210"/>
                <a:gd name="T49" fmla="*/ 2147483647 h 270"/>
                <a:gd name="T50" fmla="*/ 0 w 210"/>
                <a:gd name="T51" fmla="*/ 2147483647 h 270"/>
                <a:gd name="T52" fmla="*/ 0 w 210"/>
                <a:gd name="T53" fmla="*/ 2147483647 h 270"/>
                <a:gd name="T54" fmla="*/ 2147483647 w 210"/>
                <a:gd name="T55" fmla="*/ 2147483647 h 270"/>
                <a:gd name="T56" fmla="*/ 2147483647 w 210"/>
                <a:gd name="T57" fmla="*/ 2147483647 h 270"/>
                <a:gd name="T58" fmla="*/ 2147483647 w 210"/>
                <a:gd name="T59" fmla="*/ 2147483647 h 270"/>
                <a:gd name="T60" fmla="*/ 2147483647 w 210"/>
                <a:gd name="T61" fmla="*/ 2147483647 h 270"/>
                <a:gd name="T62" fmla="*/ 2147483647 w 210"/>
                <a:gd name="T63" fmla="*/ 2147483647 h 270"/>
                <a:gd name="T64" fmla="*/ 2147483647 w 210"/>
                <a:gd name="T65" fmla="*/ 2147483647 h 270"/>
                <a:gd name="T66" fmla="*/ 2147483647 w 210"/>
                <a:gd name="T67" fmla="*/ 2147483647 h 270"/>
                <a:gd name="T68" fmla="*/ 2147483647 w 210"/>
                <a:gd name="T69" fmla="*/ 2147483647 h 270"/>
                <a:gd name="T70" fmla="*/ 2147483647 w 210"/>
                <a:gd name="T71" fmla="*/ 2147483647 h 270"/>
                <a:gd name="T72" fmla="*/ 2147483647 w 210"/>
                <a:gd name="T73" fmla="*/ 2147483647 h 270"/>
                <a:gd name="T74" fmla="*/ 2147483647 w 210"/>
                <a:gd name="T75" fmla="*/ 2147483647 h 270"/>
                <a:gd name="T76" fmla="*/ 2147483647 w 210"/>
                <a:gd name="T77" fmla="*/ 2147483647 h 270"/>
                <a:gd name="T78" fmla="*/ 2147483647 w 210"/>
                <a:gd name="T79" fmla="*/ 2147483647 h 270"/>
                <a:gd name="T80" fmla="*/ 2147483647 w 210"/>
                <a:gd name="T81" fmla="*/ 2147483647 h 270"/>
                <a:gd name="T82" fmla="*/ 2147483647 w 210"/>
                <a:gd name="T83" fmla="*/ 2147483647 h 270"/>
                <a:gd name="T84" fmla="*/ 2147483647 w 210"/>
                <a:gd name="T85" fmla="*/ 2147483647 h 270"/>
                <a:gd name="T86" fmla="*/ 2147483647 w 210"/>
                <a:gd name="T87" fmla="*/ 2147483647 h 27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10"/>
                <a:gd name="T133" fmla="*/ 0 h 270"/>
                <a:gd name="T134" fmla="*/ 210 w 210"/>
                <a:gd name="T135" fmla="*/ 270 h 27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10" h="270">
                  <a:moveTo>
                    <a:pt x="186" y="180"/>
                  </a:moveTo>
                  <a:lnTo>
                    <a:pt x="186" y="162"/>
                  </a:lnTo>
                  <a:lnTo>
                    <a:pt x="210" y="156"/>
                  </a:lnTo>
                  <a:lnTo>
                    <a:pt x="204" y="132"/>
                  </a:lnTo>
                  <a:lnTo>
                    <a:pt x="174" y="144"/>
                  </a:lnTo>
                  <a:lnTo>
                    <a:pt x="180" y="126"/>
                  </a:lnTo>
                  <a:lnTo>
                    <a:pt x="186" y="120"/>
                  </a:lnTo>
                  <a:lnTo>
                    <a:pt x="192" y="108"/>
                  </a:lnTo>
                  <a:lnTo>
                    <a:pt x="192" y="90"/>
                  </a:lnTo>
                  <a:lnTo>
                    <a:pt x="180" y="78"/>
                  </a:lnTo>
                  <a:lnTo>
                    <a:pt x="180" y="60"/>
                  </a:lnTo>
                  <a:lnTo>
                    <a:pt x="138" y="0"/>
                  </a:lnTo>
                  <a:lnTo>
                    <a:pt x="102" y="0"/>
                  </a:lnTo>
                  <a:lnTo>
                    <a:pt x="96" y="18"/>
                  </a:lnTo>
                  <a:lnTo>
                    <a:pt x="60" y="18"/>
                  </a:lnTo>
                  <a:lnTo>
                    <a:pt x="60" y="24"/>
                  </a:lnTo>
                  <a:lnTo>
                    <a:pt x="54" y="30"/>
                  </a:lnTo>
                  <a:lnTo>
                    <a:pt x="48" y="42"/>
                  </a:lnTo>
                  <a:lnTo>
                    <a:pt x="36" y="54"/>
                  </a:lnTo>
                  <a:lnTo>
                    <a:pt x="30" y="66"/>
                  </a:lnTo>
                  <a:lnTo>
                    <a:pt x="18" y="72"/>
                  </a:lnTo>
                  <a:lnTo>
                    <a:pt x="12" y="78"/>
                  </a:lnTo>
                  <a:lnTo>
                    <a:pt x="0" y="84"/>
                  </a:lnTo>
                  <a:lnTo>
                    <a:pt x="12" y="96"/>
                  </a:lnTo>
                  <a:lnTo>
                    <a:pt x="6" y="102"/>
                  </a:lnTo>
                  <a:lnTo>
                    <a:pt x="0" y="114"/>
                  </a:lnTo>
                  <a:lnTo>
                    <a:pt x="0" y="132"/>
                  </a:lnTo>
                  <a:lnTo>
                    <a:pt x="6" y="138"/>
                  </a:lnTo>
                  <a:lnTo>
                    <a:pt x="18" y="144"/>
                  </a:lnTo>
                  <a:lnTo>
                    <a:pt x="24" y="150"/>
                  </a:lnTo>
                  <a:lnTo>
                    <a:pt x="18" y="180"/>
                  </a:lnTo>
                  <a:lnTo>
                    <a:pt x="42" y="198"/>
                  </a:lnTo>
                  <a:lnTo>
                    <a:pt x="42" y="204"/>
                  </a:lnTo>
                  <a:lnTo>
                    <a:pt x="48" y="210"/>
                  </a:lnTo>
                  <a:lnTo>
                    <a:pt x="54" y="222"/>
                  </a:lnTo>
                  <a:lnTo>
                    <a:pt x="78" y="234"/>
                  </a:lnTo>
                  <a:lnTo>
                    <a:pt x="96" y="234"/>
                  </a:lnTo>
                  <a:lnTo>
                    <a:pt x="126" y="270"/>
                  </a:lnTo>
                  <a:lnTo>
                    <a:pt x="126" y="234"/>
                  </a:lnTo>
                  <a:lnTo>
                    <a:pt x="144" y="216"/>
                  </a:lnTo>
                  <a:lnTo>
                    <a:pt x="156" y="210"/>
                  </a:lnTo>
                  <a:lnTo>
                    <a:pt x="168" y="198"/>
                  </a:lnTo>
                  <a:lnTo>
                    <a:pt x="180" y="192"/>
                  </a:lnTo>
                  <a:lnTo>
                    <a:pt x="186" y="18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28" name="Singapore" descr="© INSCALE GmbH, 05.05.2010&#10;http://www.presentationload.com/">
              <a:extLst>
                <a:ext uri="{FF2B5EF4-FFF2-40B4-BE49-F238E27FC236}">
                  <a16:creationId xmlns:a16="http://schemas.microsoft.com/office/drawing/2014/main" id="{D7A1EB89-F5BA-482A-ACE0-752142A80C6F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6164590" y="2953558"/>
              <a:ext cx="17820" cy="13767"/>
            </a:xfrm>
            <a:custGeom>
              <a:avLst/>
              <a:gdLst/>
              <a:ahLst/>
              <a:cxnLst/>
              <a:rect l="l" t="t" r="r" b="b"/>
              <a:pathLst>
                <a:path w="17820" h="13865">
                  <a:moveTo>
                    <a:pt x="17820" y="0"/>
                  </a:moveTo>
                  <a:lnTo>
                    <a:pt x="17820" y="3941"/>
                  </a:lnTo>
                  <a:lnTo>
                    <a:pt x="15844" y="7911"/>
                  </a:lnTo>
                  <a:lnTo>
                    <a:pt x="15844" y="11880"/>
                  </a:lnTo>
                  <a:lnTo>
                    <a:pt x="30" y="13865"/>
                  </a:lnTo>
                  <a:lnTo>
                    <a:pt x="0" y="13819"/>
                  </a:lnTo>
                  <a:cubicBezTo>
                    <a:pt x="1713" y="5486"/>
                    <a:pt x="9076" y="11"/>
                    <a:pt x="17820" y="0"/>
                  </a:cubicBez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29" name="Serbia" descr="© INSCALE GmbH, 05.05.2010&#10;http://www.presentationload.com/">
              <a:extLst>
                <a:ext uri="{FF2B5EF4-FFF2-40B4-BE49-F238E27FC236}">
                  <a16:creationId xmlns:a16="http://schemas.microsoft.com/office/drawing/2014/main" id="{C4DD9058-005B-417A-8644-A4F3CFB86F81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153319" y="1781778"/>
              <a:ext cx="90469" cy="98576"/>
            </a:xfrm>
            <a:custGeom>
              <a:avLst/>
              <a:gdLst/>
              <a:ahLst/>
              <a:cxnLst>
                <a:cxn ang="0">
                  <a:pos x="464" y="374"/>
                </a:cxn>
                <a:cxn ang="0">
                  <a:pos x="453" y="310"/>
                </a:cxn>
                <a:cxn ang="0">
                  <a:pos x="453" y="235"/>
                </a:cxn>
                <a:cxn ang="0">
                  <a:pos x="378" y="224"/>
                </a:cxn>
                <a:cxn ang="0">
                  <a:pos x="302" y="171"/>
                </a:cxn>
                <a:cxn ang="0">
                  <a:pos x="291" y="118"/>
                </a:cxn>
                <a:cxn ang="0">
                  <a:pos x="259" y="128"/>
                </a:cxn>
                <a:cxn ang="0">
                  <a:pos x="216" y="53"/>
                </a:cxn>
                <a:cxn ang="0">
                  <a:pos x="87" y="0"/>
                </a:cxn>
                <a:cxn ang="0">
                  <a:pos x="0" y="43"/>
                </a:cxn>
                <a:cxn ang="0">
                  <a:pos x="32" y="96"/>
                </a:cxn>
                <a:cxn ang="0">
                  <a:pos x="65" y="139"/>
                </a:cxn>
                <a:cxn ang="0">
                  <a:pos x="54" y="150"/>
                </a:cxn>
                <a:cxn ang="0">
                  <a:pos x="32" y="181"/>
                </a:cxn>
                <a:cxn ang="0">
                  <a:pos x="32" y="192"/>
                </a:cxn>
                <a:cxn ang="0">
                  <a:pos x="76" y="203"/>
                </a:cxn>
                <a:cxn ang="0">
                  <a:pos x="87" y="267"/>
                </a:cxn>
                <a:cxn ang="0">
                  <a:pos x="65" y="310"/>
                </a:cxn>
                <a:cxn ang="0">
                  <a:pos x="98" y="363"/>
                </a:cxn>
                <a:cxn ang="0">
                  <a:pos x="119" y="395"/>
                </a:cxn>
                <a:cxn ang="0">
                  <a:pos x="157" y="442"/>
                </a:cxn>
                <a:cxn ang="0">
                  <a:pos x="173" y="438"/>
                </a:cxn>
                <a:cxn ang="0">
                  <a:pos x="180" y="444"/>
                </a:cxn>
                <a:cxn ang="0">
                  <a:pos x="230" y="446"/>
                </a:cxn>
                <a:cxn ang="0">
                  <a:pos x="237" y="431"/>
                </a:cxn>
                <a:cxn ang="0">
                  <a:pos x="258" y="416"/>
                </a:cxn>
                <a:cxn ang="0">
                  <a:pos x="266" y="418"/>
                </a:cxn>
                <a:cxn ang="0">
                  <a:pos x="268" y="407"/>
                </a:cxn>
                <a:cxn ang="0">
                  <a:pos x="267" y="399"/>
                </a:cxn>
                <a:cxn ang="0">
                  <a:pos x="254" y="388"/>
                </a:cxn>
                <a:cxn ang="0">
                  <a:pos x="262" y="387"/>
                </a:cxn>
                <a:cxn ang="0">
                  <a:pos x="279" y="380"/>
                </a:cxn>
                <a:cxn ang="0">
                  <a:pos x="288" y="372"/>
                </a:cxn>
                <a:cxn ang="0">
                  <a:pos x="298" y="389"/>
                </a:cxn>
                <a:cxn ang="0">
                  <a:pos x="292" y="399"/>
                </a:cxn>
                <a:cxn ang="0">
                  <a:pos x="309" y="402"/>
                </a:cxn>
                <a:cxn ang="0">
                  <a:pos x="321" y="404"/>
                </a:cxn>
                <a:cxn ang="0">
                  <a:pos x="326" y="408"/>
                </a:cxn>
                <a:cxn ang="0">
                  <a:pos x="328" y="433"/>
                </a:cxn>
                <a:cxn ang="0">
                  <a:pos x="334" y="429"/>
                </a:cxn>
                <a:cxn ang="0">
                  <a:pos x="335" y="448"/>
                </a:cxn>
                <a:cxn ang="0">
                  <a:pos x="348" y="452"/>
                </a:cxn>
                <a:cxn ang="0">
                  <a:pos x="356" y="467"/>
                </a:cxn>
                <a:cxn ang="0">
                  <a:pos x="354" y="478"/>
                </a:cxn>
                <a:cxn ang="0">
                  <a:pos x="356" y="482"/>
                </a:cxn>
                <a:cxn ang="0">
                  <a:pos x="369" y="485"/>
                </a:cxn>
                <a:cxn ang="0">
                  <a:pos x="381" y="492"/>
                </a:cxn>
                <a:cxn ang="0">
                  <a:pos x="390" y="496"/>
                </a:cxn>
                <a:cxn ang="0">
                  <a:pos x="399" y="501"/>
                </a:cxn>
                <a:cxn ang="0">
                  <a:pos x="392" y="513"/>
                </a:cxn>
                <a:cxn ang="0">
                  <a:pos x="384" y="528"/>
                </a:cxn>
                <a:cxn ang="0">
                  <a:pos x="376" y="542"/>
                </a:cxn>
                <a:cxn ang="0">
                  <a:pos x="453" y="492"/>
                </a:cxn>
                <a:cxn ang="0">
                  <a:pos x="486" y="470"/>
                </a:cxn>
                <a:cxn ang="0">
                  <a:pos x="486" y="406"/>
                </a:cxn>
              </a:cxnLst>
              <a:rect l="0" t="0" r="r" b="b"/>
              <a:pathLst>
                <a:path w="496" h="542">
                  <a:moveTo>
                    <a:pt x="486" y="406"/>
                  </a:moveTo>
                  <a:cubicBezTo>
                    <a:pt x="453" y="395"/>
                    <a:pt x="453" y="395"/>
                    <a:pt x="453" y="395"/>
                  </a:cubicBezTo>
                  <a:cubicBezTo>
                    <a:pt x="464" y="374"/>
                    <a:pt x="464" y="374"/>
                    <a:pt x="464" y="374"/>
                  </a:cubicBezTo>
                  <a:cubicBezTo>
                    <a:pt x="432" y="363"/>
                    <a:pt x="432" y="363"/>
                    <a:pt x="432" y="363"/>
                  </a:cubicBezTo>
                  <a:cubicBezTo>
                    <a:pt x="432" y="331"/>
                    <a:pt x="432" y="331"/>
                    <a:pt x="432" y="331"/>
                  </a:cubicBezTo>
                  <a:cubicBezTo>
                    <a:pt x="453" y="310"/>
                    <a:pt x="453" y="310"/>
                    <a:pt x="453" y="310"/>
                  </a:cubicBezTo>
                  <a:cubicBezTo>
                    <a:pt x="453" y="267"/>
                    <a:pt x="453" y="267"/>
                    <a:pt x="453" y="267"/>
                  </a:cubicBezTo>
                  <a:cubicBezTo>
                    <a:pt x="442" y="256"/>
                    <a:pt x="442" y="256"/>
                    <a:pt x="442" y="256"/>
                  </a:cubicBezTo>
                  <a:cubicBezTo>
                    <a:pt x="453" y="235"/>
                    <a:pt x="453" y="235"/>
                    <a:pt x="453" y="235"/>
                  </a:cubicBezTo>
                  <a:cubicBezTo>
                    <a:pt x="464" y="224"/>
                    <a:pt x="464" y="224"/>
                    <a:pt x="464" y="224"/>
                  </a:cubicBezTo>
                  <a:cubicBezTo>
                    <a:pt x="421" y="213"/>
                    <a:pt x="421" y="213"/>
                    <a:pt x="421" y="213"/>
                  </a:cubicBezTo>
                  <a:cubicBezTo>
                    <a:pt x="378" y="224"/>
                    <a:pt x="378" y="224"/>
                    <a:pt x="378" y="224"/>
                  </a:cubicBezTo>
                  <a:cubicBezTo>
                    <a:pt x="367" y="213"/>
                    <a:pt x="367" y="213"/>
                    <a:pt x="367" y="213"/>
                  </a:cubicBezTo>
                  <a:cubicBezTo>
                    <a:pt x="324" y="203"/>
                    <a:pt x="324" y="203"/>
                    <a:pt x="324" y="203"/>
                  </a:cubicBezTo>
                  <a:cubicBezTo>
                    <a:pt x="302" y="171"/>
                    <a:pt x="302" y="171"/>
                    <a:pt x="302" y="171"/>
                  </a:cubicBezTo>
                  <a:cubicBezTo>
                    <a:pt x="313" y="160"/>
                    <a:pt x="313" y="160"/>
                    <a:pt x="313" y="160"/>
                  </a:cubicBezTo>
                  <a:cubicBezTo>
                    <a:pt x="313" y="128"/>
                    <a:pt x="313" y="128"/>
                    <a:pt x="313" y="128"/>
                  </a:cubicBezTo>
                  <a:cubicBezTo>
                    <a:pt x="291" y="118"/>
                    <a:pt x="291" y="118"/>
                    <a:pt x="291" y="118"/>
                  </a:cubicBezTo>
                  <a:cubicBezTo>
                    <a:pt x="280" y="118"/>
                    <a:pt x="280" y="118"/>
                    <a:pt x="280" y="118"/>
                  </a:cubicBezTo>
                  <a:cubicBezTo>
                    <a:pt x="270" y="128"/>
                    <a:pt x="270" y="128"/>
                    <a:pt x="270" y="128"/>
                  </a:cubicBezTo>
                  <a:cubicBezTo>
                    <a:pt x="259" y="128"/>
                    <a:pt x="259" y="128"/>
                    <a:pt x="259" y="128"/>
                  </a:cubicBezTo>
                  <a:cubicBezTo>
                    <a:pt x="249" y="118"/>
                    <a:pt x="249" y="118"/>
                    <a:pt x="249" y="118"/>
                  </a:cubicBezTo>
                  <a:cubicBezTo>
                    <a:pt x="227" y="53"/>
                    <a:pt x="227" y="53"/>
                    <a:pt x="227" y="53"/>
                  </a:cubicBezTo>
                  <a:cubicBezTo>
                    <a:pt x="216" y="53"/>
                    <a:pt x="216" y="53"/>
                    <a:pt x="216" y="53"/>
                  </a:cubicBezTo>
                  <a:cubicBezTo>
                    <a:pt x="173" y="21"/>
                    <a:pt x="173" y="21"/>
                    <a:pt x="173" y="21"/>
                  </a:cubicBezTo>
                  <a:cubicBezTo>
                    <a:pt x="129" y="0"/>
                    <a:pt x="129" y="0"/>
                    <a:pt x="129" y="0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54" y="32"/>
                    <a:pt x="54" y="32"/>
                    <a:pt x="54" y="32"/>
                  </a:cubicBezTo>
                  <a:cubicBezTo>
                    <a:pt x="11" y="32"/>
                    <a:pt x="11" y="32"/>
                    <a:pt x="11" y="32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22" y="96"/>
                    <a:pt x="22" y="96"/>
                    <a:pt x="22" y="96"/>
                  </a:cubicBezTo>
                  <a:cubicBezTo>
                    <a:pt x="32" y="96"/>
                    <a:pt x="32" y="96"/>
                    <a:pt x="32" y="96"/>
                  </a:cubicBezTo>
                  <a:cubicBezTo>
                    <a:pt x="22" y="128"/>
                    <a:pt x="22" y="128"/>
                    <a:pt x="22" y="128"/>
                  </a:cubicBezTo>
                  <a:cubicBezTo>
                    <a:pt x="43" y="128"/>
                    <a:pt x="43" y="128"/>
                    <a:pt x="43" y="128"/>
                  </a:cubicBezTo>
                  <a:cubicBezTo>
                    <a:pt x="65" y="139"/>
                    <a:pt x="65" y="139"/>
                    <a:pt x="65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65" y="150"/>
                    <a:pt x="65" y="150"/>
                    <a:pt x="65" y="150"/>
                  </a:cubicBezTo>
                  <a:cubicBezTo>
                    <a:pt x="54" y="150"/>
                    <a:pt x="54" y="150"/>
                    <a:pt x="54" y="150"/>
                  </a:cubicBezTo>
                  <a:cubicBezTo>
                    <a:pt x="43" y="160"/>
                    <a:pt x="43" y="160"/>
                    <a:pt x="43" y="160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2" y="181"/>
                    <a:pt x="32" y="181"/>
                    <a:pt x="32" y="181"/>
                  </a:cubicBezTo>
                  <a:cubicBezTo>
                    <a:pt x="22" y="181"/>
                    <a:pt x="22" y="181"/>
                    <a:pt x="22" y="181"/>
                  </a:cubicBezTo>
                  <a:cubicBezTo>
                    <a:pt x="22" y="192"/>
                    <a:pt x="22" y="192"/>
                    <a:pt x="22" y="192"/>
                  </a:cubicBezTo>
                  <a:cubicBezTo>
                    <a:pt x="32" y="192"/>
                    <a:pt x="32" y="192"/>
                    <a:pt x="32" y="192"/>
                  </a:cubicBezTo>
                  <a:cubicBezTo>
                    <a:pt x="54" y="181"/>
                    <a:pt x="54" y="181"/>
                    <a:pt x="54" y="181"/>
                  </a:cubicBezTo>
                  <a:cubicBezTo>
                    <a:pt x="76" y="181"/>
                    <a:pt x="76" y="181"/>
                    <a:pt x="76" y="181"/>
                  </a:cubicBezTo>
                  <a:cubicBezTo>
                    <a:pt x="76" y="203"/>
                    <a:pt x="76" y="203"/>
                    <a:pt x="76" y="203"/>
                  </a:cubicBezTo>
                  <a:cubicBezTo>
                    <a:pt x="43" y="235"/>
                    <a:pt x="43" y="235"/>
                    <a:pt x="43" y="235"/>
                  </a:cubicBezTo>
                  <a:cubicBezTo>
                    <a:pt x="43" y="267"/>
                    <a:pt x="43" y="267"/>
                    <a:pt x="43" y="267"/>
                  </a:cubicBezTo>
                  <a:cubicBezTo>
                    <a:pt x="87" y="267"/>
                    <a:pt x="87" y="267"/>
                    <a:pt x="87" y="267"/>
                  </a:cubicBezTo>
                  <a:cubicBezTo>
                    <a:pt x="98" y="278"/>
                    <a:pt x="98" y="278"/>
                    <a:pt x="98" y="278"/>
                  </a:cubicBezTo>
                  <a:cubicBezTo>
                    <a:pt x="108" y="299"/>
                    <a:pt x="108" y="299"/>
                    <a:pt x="108" y="299"/>
                  </a:cubicBezTo>
                  <a:cubicBezTo>
                    <a:pt x="65" y="310"/>
                    <a:pt x="65" y="310"/>
                    <a:pt x="65" y="310"/>
                  </a:cubicBezTo>
                  <a:cubicBezTo>
                    <a:pt x="87" y="331"/>
                    <a:pt x="87" y="331"/>
                    <a:pt x="87" y="331"/>
                  </a:cubicBezTo>
                  <a:cubicBezTo>
                    <a:pt x="98" y="353"/>
                    <a:pt x="98" y="353"/>
                    <a:pt x="98" y="353"/>
                  </a:cubicBezTo>
                  <a:cubicBezTo>
                    <a:pt x="98" y="363"/>
                    <a:pt x="98" y="363"/>
                    <a:pt x="98" y="363"/>
                  </a:cubicBezTo>
                  <a:cubicBezTo>
                    <a:pt x="87" y="363"/>
                    <a:pt x="87" y="363"/>
                    <a:pt x="87" y="363"/>
                  </a:cubicBezTo>
                  <a:cubicBezTo>
                    <a:pt x="87" y="374"/>
                    <a:pt x="87" y="374"/>
                    <a:pt x="87" y="374"/>
                  </a:cubicBezTo>
                  <a:cubicBezTo>
                    <a:pt x="119" y="395"/>
                    <a:pt x="119" y="395"/>
                    <a:pt x="119" y="395"/>
                  </a:cubicBezTo>
                  <a:cubicBezTo>
                    <a:pt x="140" y="417"/>
                    <a:pt x="140" y="417"/>
                    <a:pt x="140" y="417"/>
                  </a:cubicBezTo>
                  <a:cubicBezTo>
                    <a:pt x="157" y="442"/>
                    <a:pt x="157" y="442"/>
                    <a:pt x="157" y="442"/>
                  </a:cubicBezTo>
                  <a:cubicBezTo>
                    <a:pt x="157" y="442"/>
                    <a:pt x="157" y="442"/>
                    <a:pt x="157" y="442"/>
                  </a:cubicBezTo>
                  <a:cubicBezTo>
                    <a:pt x="159" y="442"/>
                    <a:pt x="161" y="443"/>
                    <a:pt x="166" y="444"/>
                  </a:cubicBezTo>
                  <a:cubicBezTo>
                    <a:pt x="166" y="444"/>
                    <a:pt x="166" y="444"/>
                    <a:pt x="167" y="444"/>
                  </a:cubicBezTo>
                  <a:cubicBezTo>
                    <a:pt x="173" y="438"/>
                    <a:pt x="173" y="438"/>
                    <a:pt x="173" y="438"/>
                  </a:cubicBezTo>
                  <a:cubicBezTo>
                    <a:pt x="173" y="447"/>
                    <a:pt x="173" y="447"/>
                    <a:pt x="173" y="447"/>
                  </a:cubicBezTo>
                  <a:cubicBezTo>
                    <a:pt x="174" y="448"/>
                    <a:pt x="175" y="448"/>
                    <a:pt x="176" y="449"/>
                  </a:cubicBezTo>
                  <a:cubicBezTo>
                    <a:pt x="176" y="449"/>
                    <a:pt x="176" y="449"/>
                    <a:pt x="180" y="444"/>
                  </a:cubicBezTo>
                  <a:cubicBezTo>
                    <a:pt x="180" y="444"/>
                    <a:pt x="180" y="444"/>
                    <a:pt x="199" y="447"/>
                  </a:cubicBezTo>
                  <a:cubicBezTo>
                    <a:pt x="199" y="447"/>
                    <a:pt x="199" y="447"/>
                    <a:pt x="212" y="446"/>
                  </a:cubicBezTo>
                  <a:cubicBezTo>
                    <a:pt x="212" y="446"/>
                    <a:pt x="212" y="446"/>
                    <a:pt x="230" y="446"/>
                  </a:cubicBezTo>
                  <a:cubicBezTo>
                    <a:pt x="230" y="446"/>
                    <a:pt x="230" y="446"/>
                    <a:pt x="240" y="443"/>
                  </a:cubicBezTo>
                  <a:cubicBezTo>
                    <a:pt x="240" y="443"/>
                    <a:pt x="240" y="443"/>
                    <a:pt x="239" y="437"/>
                  </a:cubicBezTo>
                  <a:cubicBezTo>
                    <a:pt x="239" y="437"/>
                    <a:pt x="239" y="437"/>
                    <a:pt x="237" y="431"/>
                  </a:cubicBezTo>
                  <a:cubicBezTo>
                    <a:pt x="237" y="431"/>
                    <a:pt x="237" y="431"/>
                    <a:pt x="245" y="425"/>
                  </a:cubicBezTo>
                  <a:cubicBezTo>
                    <a:pt x="245" y="425"/>
                    <a:pt x="245" y="425"/>
                    <a:pt x="255" y="417"/>
                  </a:cubicBezTo>
                  <a:cubicBezTo>
                    <a:pt x="255" y="417"/>
                    <a:pt x="255" y="417"/>
                    <a:pt x="258" y="416"/>
                  </a:cubicBezTo>
                  <a:cubicBezTo>
                    <a:pt x="258" y="416"/>
                    <a:pt x="258" y="416"/>
                    <a:pt x="258" y="421"/>
                  </a:cubicBezTo>
                  <a:cubicBezTo>
                    <a:pt x="258" y="421"/>
                    <a:pt x="258" y="421"/>
                    <a:pt x="262" y="419"/>
                  </a:cubicBezTo>
                  <a:cubicBezTo>
                    <a:pt x="262" y="419"/>
                    <a:pt x="262" y="419"/>
                    <a:pt x="266" y="418"/>
                  </a:cubicBezTo>
                  <a:cubicBezTo>
                    <a:pt x="266" y="418"/>
                    <a:pt x="266" y="418"/>
                    <a:pt x="263" y="414"/>
                  </a:cubicBezTo>
                  <a:cubicBezTo>
                    <a:pt x="263" y="414"/>
                    <a:pt x="263" y="414"/>
                    <a:pt x="267" y="412"/>
                  </a:cubicBezTo>
                  <a:cubicBezTo>
                    <a:pt x="267" y="412"/>
                    <a:pt x="267" y="412"/>
                    <a:pt x="268" y="407"/>
                  </a:cubicBezTo>
                  <a:cubicBezTo>
                    <a:pt x="268" y="407"/>
                    <a:pt x="268" y="407"/>
                    <a:pt x="264" y="405"/>
                  </a:cubicBezTo>
                  <a:cubicBezTo>
                    <a:pt x="264" y="405"/>
                    <a:pt x="264" y="405"/>
                    <a:pt x="264" y="402"/>
                  </a:cubicBezTo>
                  <a:cubicBezTo>
                    <a:pt x="264" y="402"/>
                    <a:pt x="264" y="402"/>
                    <a:pt x="267" y="399"/>
                  </a:cubicBezTo>
                  <a:cubicBezTo>
                    <a:pt x="267" y="399"/>
                    <a:pt x="267" y="399"/>
                    <a:pt x="266" y="396"/>
                  </a:cubicBezTo>
                  <a:cubicBezTo>
                    <a:pt x="266" y="396"/>
                    <a:pt x="266" y="396"/>
                    <a:pt x="258" y="394"/>
                  </a:cubicBezTo>
                  <a:cubicBezTo>
                    <a:pt x="258" y="394"/>
                    <a:pt x="258" y="394"/>
                    <a:pt x="254" y="388"/>
                  </a:cubicBezTo>
                  <a:cubicBezTo>
                    <a:pt x="254" y="388"/>
                    <a:pt x="254" y="388"/>
                    <a:pt x="256" y="385"/>
                  </a:cubicBezTo>
                  <a:cubicBezTo>
                    <a:pt x="256" y="385"/>
                    <a:pt x="256" y="385"/>
                    <a:pt x="259" y="389"/>
                  </a:cubicBezTo>
                  <a:cubicBezTo>
                    <a:pt x="259" y="389"/>
                    <a:pt x="259" y="389"/>
                    <a:pt x="262" y="387"/>
                  </a:cubicBezTo>
                  <a:cubicBezTo>
                    <a:pt x="262" y="387"/>
                    <a:pt x="262" y="387"/>
                    <a:pt x="267" y="388"/>
                  </a:cubicBezTo>
                  <a:cubicBezTo>
                    <a:pt x="267" y="388"/>
                    <a:pt x="267" y="388"/>
                    <a:pt x="271" y="385"/>
                  </a:cubicBezTo>
                  <a:cubicBezTo>
                    <a:pt x="271" y="385"/>
                    <a:pt x="271" y="385"/>
                    <a:pt x="279" y="380"/>
                  </a:cubicBezTo>
                  <a:cubicBezTo>
                    <a:pt x="279" y="380"/>
                    <a:pt x="279" y="380"/>
                    <a:pt x="282" y="378"/>
                  </a:cubicBezTo>
                  <a:cubicBezTo>
                    <a:pt x="282" y="378"/>
                    <a:pt x="282" y="378"/>
                    <a:pt x="283" y="374"/>
                  </a:cubicBezTo>
                  <a:cubicBezTo>
                    <a:pt x="283" y="374"/>
                    <a:pt x="283" y="374"/>
                    <a:pt x="288" y="372"/>
                  </a:cubicBezTo>
                  <a:cubicBezTo>
                    <a:pt x="288" y="372"/>
                    <a:pt x="288" y="372"/>
                    <a:pt x="293" y="377"/>
                  </a:cubicBezTo>
                  <a:cubicBezTo>
                    <a:pt x="293" y="377"/>
                    <a:pt x="293" y="377"/>
                    <a:pt x="297" y="384"/>
                  </a:cubicBezTo>
                  <a:cubicBezTo>
                    <a:pt x="297" y="384"/>
                    <a:pt x="297" y="384"/>
                    <a:pt x="298" y="389"/>
                  </a:cubicBezTo>
                  <a:cubicBezTo>
                    <a:pt x="298" y="389"/>
                    <a:pt x="298" y="389"/>
                    <a:pt x="298" y="392"/>
                  </a:cubicBezTo>
                  <a:cubicBezTo>
                    <a:pt x="298" y="392"/>
                    <a:pt x="298" y="392"/>
                    <a:pt x="291" y="396"/>
                  </a:cubicBezTo>
                  <a:cubicBezTo>
                    <a:pt x="291" y="396"/>
                    <a:pt x="291" y="396"/>
                    <a:pt x="292" y="399"/>
                  </a:cubicBezTo>
                  <a:cubicBezTo>
                    <a:pt x="292" y="399"/>
                    <a:pt x="292" y="399"/>
                    <a:pt x="299" y="400"/>
                  </a:cubicBezTo>
                  <a:cubicBezTo>
                    <a:pt x="299" y="400"/>
                    <a:pt x="299" y="400"/>
                    <a:pt x="303" y="404"/>
                  </a:cubicBezTo>
                  <a:cubicBezTo>
                    <a:pt x="303" y="404"/>
                    <a:pt x="303" y="404"/>
                    <a:pt x="309" y="402"/>
                  </a:cubicBezTo>
                  <a:cubicBezTo>
                    <a:pt x="309" y="402"/>
                    <a:pt x="309" y="402"/>
                    <a:pt x="314" y="404"/>
                  </a:cubicBezTo>
                  <a:cubicBezTo>
                    <a:pt x="314" y="404"/>
                    <a:pt x="314" y="404"/>
                    <a:pt x="319" y="401"/>
                  </a:cubicBezTo>
                  <a:cubicBezTo>
                    <a:pt x="319" y="401"/>
                    <a:pt x="319" y="401"/>
                    <a:pt x="321" y="404"/>
                  </a:cubicBezTo>
                  <a:cubicBezTo>
                    <a:pt x="321" y="404"/>
                    <a:pt x="321" y="404"/>
                    <a:pt x="318" y="408"/>
                  </a:cubicBezTo>
                  <a:cubicBezTo>
                    <a:pt x="318" y="408"/>
                    <a:pt x="318" y="408"/>
                    <a:pt x="324" y="407"/>
                  </a:cubicBezTo>
                  <a:cubicBezTo>
                    <a:pt x="324" y="407"/>
                    <a:pt x="324" y="407"/>
                    <a:pt x="326" y="408"/>
                  </a:cubicBezTo>
                  <a:cubicBezTo>
                    <a:pt x="326" y="408"/>
                    <a:pt x="326" y="408"/>
                    <a:pt x="324" y="425"/>
                  </a:cubicBezTo>
                  <a:cubicBezTo>
                    <a:pt x="324" y="425"/>
                    <a:pt x="324" y="425"/>
                    <a:pt x="324" y="432"/>
                  </a:cubicBezTo>
                  <a:cubicBezTo>
                    <a:pt x="324" y="432"/>
                    <a:pt x="324" y="432"/>
                    <a:pt x="328" y="433"/>
                  </a:cubicBezTo>
                  <a:cubicBezTo>
                    <a:pt x="328" y="433"/>
                    <a:pt x="328" y="433"/>
                    <a:pt x="330" y="431"/>
                  </a:cubicBezTo>
                  <a:cubicBezTo>
                    <a:pt x="330" y="431"/>
                    <a:pt x="330" y="431"/>
                    <a:pt x="331" y="428"/>
                  </a:cubicBezTo>
                  <a:cubicBezTo>
                    <a:pt x="331" y="428"/>
                    <a:pt x="331" y="428"/>
                    <a:pt x="334" y="429"/>
                  </a:cubicBezTo>
                  <a:cubicBezTo>
                    <a:pt x="334" y="429"/>
                    <a:pt x="334" y="429"/>
                    <a:pt x="336" y="433"/>
                  </a:cubicBezTo>
                  <a:cubicBezTo>
                    <a:pt x="336" y="433"/>
                    <a:pt x="336" y="433"/>
                    <a:pt x="336" y="443"/>
                  </a:cubicBezTo>
                  <a:cubicBezTo>
                    <a:pt x="336" y="443"/>
                    <a:pt x="336" y="443"/>
                    <a:pt x="335" y="448"/>
                  </a:cubicBezTo>
                  <a:cubicBezTo>
                    <a:pt x="335" y="448"/>
                    <a:pt x="335" y="448"/>
                    <a:pt x="339" y="450"/>
                  </a:cubicBezTo>
                  <a:cubicBezTo>
                    <a:pt x="339" y="450"/>
                    <a:pt x="339" y="450"/>
                    <a:pt x="344" y="450"/>
                  </a:cubicBezTo>
                  <a:cubicBezTo>
                    <a:pt x="344" y="450"/>
                    <a:pt x="344" y="450"/>
                    <a:pt x="348" y="452"/>
                  </a:cubicBezTo>
                  <a:cubicBezTo>
                    <a:pt x="348" y="452"/>
                    <a:pt x="348" y="452"/>
                    <a:pt x="353" y="456"/>
                  </a:cubicBezTo>
                  <a:cubicBezTo>
                    <a:pt x="353" y="456"/>
                    <a:pt x="353" y="456"/>
                    <a:pt x="357" y="457"/>
                  </a:cubicBezTo>
                  <a:cubicBezTo>
                    <a:pt x="357" y="457"/>
                    <a:pt x="357" y="457"/>
                    <a:pt x="356" y="467"/>
                  </a:cubicBezTo>
                  <a:cubicBezTo>
                    <a:pt x="356" y="467"/>
                    <a:pt x="356" y="467"/>
                    <a:pt x="356" y="472"/>
                  </a:cubicBezTo>
                  <a:cubicBezTo>
                    <a:pt x="356" y="472"/>
                    <a:pt x="356" y="472"/>
                    <a:pt x="352" y="473"/>
                  </a:cubicBezTo>
                  <a:cubicBezTo>
                    <a:pt x="352" y="473"/>
                    <a:pt x="352" y="473"/>
                    <a:pt x="354" y="478"/>
                  </a:cubicBezTo>
                  <a:cubicBezTo>
                    <a:pt x="354" y="478"/>
                    <a:pt x="354" y="478"/>
                    <a:pt x="351" y="482"/>
                  </a:cubicBezTo>
                  <a:cubicBezTo>
                    <a:pt x="351" y="482"/>
                    <a:pt x="351" y="482"/>
                    <a:pt x="353" y="483"/>
                  </a:cubicBezTo>
                  <a:cubicBezTo>
                    <a:pt x="353" y="483"/>
                    <a:pt x="353" y="483"/>
                    <a:pt x="356" y="482"/>
                  </a:cubicBezTo>
                  <a:cubicBezTo>
                    <a:pt x="356" y="482"/>
                    <a:pt x="356" y="482"/>
                    <a:pt x="361" y="485"/>
                  </a:cubicBezTo>
                  <a:cubicBezTo>
                    <a:pt x="361" y="485"/>
                    <a:pt x="361" y="485"/>
                    <a:pt x="364" y="483"/>
                  </a:cubicBezTo>
                  <a:cubicBezTo>
                    <a:pt x="364" y="483"/>
                    <a:pt x="364" y="483"/>
                    <a:pt x="369" y="485"/>
                  </a:cubicBezTo>
                  <a:cubicBezTo>
                    <a:pt x="369" y="485"/>
                    <a:pt x="369" y="485"/>
                    <a:pt x="372" y="485"/>
                  </a:cubicBezTo>
                  <a:cubicBezTo>
                    <a:pt x="372" y="485"/>
                    <a:pt x="372" y="485"/>
                    <a:pt x="377" y="489"/>
                  </a:cubicBezTo>
                  <a:cubicBezTo>
                    <a:pt x="377" y="489"/>
                    <a:pt x="377" y="489"/>
                    <a:pt x="381" y="492"/>
                  </a:cubicBezTo>
                  <a:cubicBezTo>
                    <a:pt x="381" y="492"/>
                    <a:pt x="381" y="492"/>
                    <a:pt x="383" y="496"/>
                  </a:cubicBezTo>
                  <a:cubicBezTo>
                    <a:pt x="383" y="496"/>
                    <a:pt x="383" y="496"/>
                    <a:pt x="385" y="499"/>
                  </a:cubicBezTo>
                  <a:cubicBezTo>
                    <a:pt x="385" y="499"/>
                    <a:pt x="385" y="499"/>
                    <a:pt x="390" y="496"/>
                  </a:cubicBezTo>
                  <a:cubicBezTo>
                    <a:pt x="390" y="496"/>
                    <a:pt x="390" y="496"/>
                    <a:pt x="394" y="494"/>
                  </a:cubicBezTo>
                  <a:cubicBezTo>
                    <a:pt x="394" y="494"/>
                    <a:pt x="394" y="494"/>
                    <a:pt x="398" y="496"/>
                  </a:cubicBezTo>
                  <a:cubicBezTo>
                    <a:pt x="398" y="496"/>
                    <a:pt x="398" y="496"/>
                    <a:pt x="399" y="501"/>
                  </a:cubicBezTo>
                  <a:cubicBezTo>
                    <a:pt x="399" y="501"/>
                    <a:pt x="399" y="501"/>
                    <a:pt x="395" y="505"/>
                  </a:cubicBezTo>
                  <a:cubicBezTo>
                    <a:pt x="395" y="505"/>
                    <a:pt x="395" y="505"/>
                    <a:pt x="395" y="509"/>
                  </a:cubicBezTo>
                  <a:cubicBezTo>
                    <a:pt x="395" y="509"/>
                    <a:pt x="395" y="509"/>
                    <a:pt x="392" y="513"/>
                  </a:cubicBezTo>
                  <a:cubicBezTo>
                    <a:pt x="392" y="513"/>
                    <a:pt x="392" y="513"/>
                    <a:pt x="392" y="516"/>
                  </a:cubicBezTo>
                  <a:cubicBezTo>
                    <a:pt x="392" y="516"/>
                    <a:pt x="392" y="516"/>
                    <a:pt x="386" y="519"/>
                  </a:cubicBezTo>
                  <a:cubicBezTo>
                    <a:pt x="386" y="519"/>
                    <a:pt x="386" y="519"/>
                    <a:pt x="384" y="528"/>
                  </a:cubicBezTo>
                  <a:cubicBezTo>
                    <a:pt x="384" y="528"/>
                    <a:pt x="384" y="528"/>
                    <a:pt x="379" y="531"/>
                  </a:cubicBezTo>
                  <a:cubicBezTo>
                    <a:pt x="379" y="531"/>
                    <a:pt x="379" y="531"/>
                    <a:pt x="376" y="535"/>
                  </a:cubicBezTo>
                  <a:cubicBezTo>
                    <a:pt x="376" y="535"/>
                    <a:pt x="376" y="535"/>
                    <a:pt x="376" y="542"/>
                  </a:cubicBezTo>
                  <a:cubicBezTo>
                    <a:pt x="432" y="535"/>
                    <a:pt x="432" y="535"/>
                    <a:pt x="432" y="535"/>
                  </a:cubicBezTo>
                  <a:cubicBezTo>
                    <a:pt x="453" y="535"/>
                    <a:pt x="453" y="535"/>
                    <a:pt x="453" y="535"/>
                  </a:cubicBezTo>
                  <a:cubicBezTo>
                    <a:pt x="453" y="492"/>
                    <a:pt x="453" y="492"/>
                    <a:pt x="453" y="492"/>
                  </a:cubicBezTo>
                  <a:cubicBezTo>
                    <a:pt x="442" y="481"/>
                    <a:pt x="442" y="481"/>
                    <a:pt x="442" y="481"/>
                  </a:cubicBezTo>
                  <a:cubicBezTo>
                    <a:pt x="442" y="470"/>
                    <a:pt x="442" y="470"/>
                    <a:pt x="442" y="470"/>
                  </a:cubicBezTo>
                  <a:cubicBezTo>
                    <a:pt x="486" y="470"/>
                    <a:pt x="486" y="470"/>
                    <a:pt x="486" y="470"/>
                  </a:cubicBezTo>
                  <a:cubicBezTo>
                    <a:pt x="496" y="460"/>
                    <a:pt x="496" y="460"/>
                    <a:pt x="496" y="460"/>
                  </a:cubicBezTo>
                  <a:cubicBezTo>
                    <a:pt x="496" y="417"/>
                    <a:pt x="496" y="417"/>
                    <a:pt x="496" y="417"/>
                  </a:cubicBezTo>
                  <a:lnTo>
                    <a:pt x="486" y="40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30" name="Senegal" descr="© INSCALE GmbH, 05.05.2010&#10;http://www.presentationload.com/">
              <a:extLst>
                <a:ext uri="{FF2B5EF4-FFF2-40B4-BE49-F238E27FC236}">
                  <a16:creationId xmlns:a16="http://schemas.microsoft.com/office/drawing/2014/main" id="{7D0C6EA3-AC7D-46C5-8FC2-6E353C0E653D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328954" y="2556301"/>
              <a:ext cx="136997" cy="120738"/>
            </a:xfrm>
            <a:custGeom>
              <a:avLst/>
              <a:gdLst>
                <a:gd name="T0" fmla="*/ 2147483647 w 414"/>
                <a:gd name="T1" fmla="*/ 2147483647 h 366"/>
                <a:gd name="T2" fmla="*/ 2147483647 w 414"/>
                <a:gd name="T3" fmla="*/ 2147483647 h 366"/>
                <a:gd name="T4" fmla="*/ 2147483647 w 414"/>
                <a:gd name="T5" fmla="*/ 2147483647 h 366"/>
                <a:gd name="T6" fmla="*/ 2147483647 w 414"/>
                <a:gd name="T7" fmla="*/ 2147483647 h 366"/>
                <a:gd name="T8" fmla="*/ 2147483647 w 414"/>
                <a:gd name="T9" fmla="*/ 2147483647 h 366"/>
                <a:gd name="T10" fmla="*/ 2147483647 w 414"/>
                <a:gd name="T11" fmla="*/ 2147483647 h 366"/>
                <a:gd name="T12" fmla="*/ 2147483647 w 414"/>
                <a:gd name="T13" fmla="*/ 2147483647 h 366"/>
                <a:gd name="T14" fmla="*/ 2147483647 w 414"/>
                <a:gd name="T15" fmla="*/ 2147483647 h 366"/>
                <a:gd name="T16" fmla="*/ 2147483647 w 414"/>
                <a:gd name="T17" fmla="*/ 2147483647 h 366"/>
                <a:gd name="T18" fmla="*/ 2147483647 w 414"/>
                <a:gd name="T19" fmla="*/ 2147483647 h 366"/>
                <a:gd name="T20" fmla="*/ 2147483647 w 414"/>
                <a:gd name="T21" fmla="*/ 2147483647 h 366"/>
                <a:gd name="T22" fmla="*/ 2147483647 w 414"/>
                <a:gd name="T23" fmla="*/ 2147483647 h 366"/>
                <a:gd name="T24" fmla="*/ 2147483647 w 414"/>
                <a:gd name="T25" fmla="*/ 2147483647 h 366"/>
                <a:gd name="T26" fmla="*/ 2147483647 w 414"/>
                <a:gd name="T27" fmla="*/ 2147483647 h 366"/>
                <a:gd name="T28" fmla="*/ 2147483647 w 414"/>
                <a:gd name="T29" fmla="*/ 0 h 366"/>
                <a:gd name="T30" fmla="*/ 2147483647 w 414"/>
                <a:gd name="T31" fmla="*/ 2147483647 h 366"/>
                <a:gd name="T32" fmla="*/ 2147483647 w 414"/>
                <a:gd name="T33" fmla="*/ 2147483647 h 366"/>
                <a:gd name="T34" fmla="*/ 2147483647 w 414"/>
                <a:gd name="T35" fmla="*/ 2147483647 h 366"/>
                <a:gd name="T36" fmla="*/ 2147483647 w 414"/>
                <a:gd name="T37" fmla="*/ 2147483647 h 366"/>
                <a:gd name="T38" fmla="*/ 2147483647 w 414"/>
                <a:gd name="T39" fmla="*/ 2147483647 h 366"/>
                <a:gd name="T40" fmla="*/ 2147483647 w 414"/>
                <a:gd name="T41" fmla="*/ 2147483647 h 366"/>
                <a:gd name="T42" fmla="*/ 0 w 414"/>
                <a:gd name="T43" fmla="*/ 2147483647 h 366"/>
                <a:gd name="T44" fmla="*/ 2147483647 w 414"/>
                <a:gd name="T45" fmla="*/ 2147483647 h 366"/>
                <a:gd name="T46" fmla="*/ 2147483647 w 414"/>
                <a:gd name="T47" fmla="*/ 2147483647 h 366"/>
                <a:gd name="T48" fmla="*/ 2147483647 w 414"/>
                <a:gd name="T49" fmla="*/ 2147483647 h 366"/>
                <a:gd name="T50" fmla="*/ 2147483647 w 414"/>
                <a:gd name="T51" fmla="*/ 2147483647 h 366"/>
                <a:gd name="T52" fmla="*/ 2147483647 w 414"/>
                <a:gd name="T53" fmla="*/ 2147483647 h 366"/>
                <a:gd name="T54" fmla="*/ 2147483647 w 414"/>
                <a:gd name="T55" fmla="*/ 2147483647 h 366"/>
                <a:gd name="T56" fmla="*/ 2147483647 w 414"/>
                <a:gd name="T57" fmla="*/ 2147483647 h 366"/>
                <a:gd name="T58" fmla="*/ 2147483647 w 414"/>
                <a:gd name="T59" fmla="*/ 2147483647 h 366"/>
                <a:gd name="T60" fmla="*/ 2147483647 w 414"/>
                <a:gd name="T61" fmla="*/ 2147483647 h 366"/>
                <a:gd name="T62" fmla="*/ 2147483647 w 414"/>
                <a:gd name="T63" fmla="*/ 2147483647 h 366"/>
                <a:gd name="T64" fmla="*/ 2147483647 w 414"/>
                <a:gd name="T65" fmla="*/ 2147483647 h 366"/>
                <a:gd name="T66" fmla="*/ 2147483647 w 414"/>
                <a:gd name="T67" fmla="*/ 2147483647 h 366"/>
                <a:gd name="T68" fmla="*/ 2147483647 w 414"/>
                <a:gd name="T69" fmla="*/ 2147483647 h 366"/>
                <a:gd name="T70" fmla="*/ 2147483647 w 414"/>
                <a:gd name="T71" fmla="*/ 2147483647 h 366"/>
                <a:gd name="T72" fmla="*/ 2147483647 w 414"/>
                <a:gd name="T73" fmla="*/ 2147483647 h 366"/>
                <a:gd name="T74" fmla="*/ 2147483647 w 414"/>
                <a:gd name="T75" fmla="*/ 2147483647 h 366"/>
                <a:gd name="T76" fmla="*/ 2147483647 w 414"/>
                <a:gd name="T77" fmla="*/ 2147483647 h 366"/>
                <a:gd name="T78" fmla="*/ 2147483647 w 414"/>
                <a:gd name="T79" fmla="*/ 2147483647 h 366"/>
                <a:gd name="T80" fmla="*/ 2147483647 w 414"/>
                <a:gd name="T81" fmla="*/ 2147483647 h 366"/>
                <a:gd name="T82" fmla="*/ 2147483647 w 414"/>
                <a:gd name="T83" fmla="*/ 2147483647 h 366"/>
                <a:gd name="T84" fmla="*/ 2147483647 w 414"/>
                <a:gd name="T85" fmla="*/ 2147483647 h 366"/>
                <a:gd name="T86" fmla="*/ 2147483647 w 414"/>
                <a:gd name="T87" fmla="*/ 2147483647 h 366"/>
                <a:gd name="T88" fmla="*/ 2147483647 w 414"/>
                <a:gd name="T89" fmla="*/ 2147483647 h 366"/>
                <a:gd name="T90" fmla="*/ 2147483647 w 414"/>
                <a:gd name="T91" fmla="*/ 2147483647 h 366"/>
                <a:gd name="T92" fmla="*/ 2147483647 w 414"/>
                <a:gd name="T93" fmla="*/ 2147483647 h 366"/>
                <a:gd name="T94" fmla="*/ 2147483647 w 414"/>
                <a:gd name="T95" fmla="*/ 2147483647 h 366"/>
                <a:gd name="T96" fmla="*/ 2147483647 w 414"/>
                <a:gd name="T97" fmla="*/ 2147483647 h 366"/>
                <a:gd name="T98" fmla="*/ 2147483647 w 414"/>
                <a:gd name="T99" fmla="*/ 2147483647 h 366"/>
                <a:gd name="T100" fmla="*/ 2147483647 w 414"/>
                <a:gd name="T101" fmla="*/ 2147483647 h 366"/>
                <a:gd name="T102" fmla="*/ 2147483647 w 414"/>
                <a:gd name="T103" fmla="*/ 2147483647 h 366"/>
                <a:gd name="T104" fmla="*/ 2147483647 w 414"/>
                <a:gd name="T105" fmla="*/ 2147483647 h 36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14"/>
                <a:gd name="T160" fmla="*/ 0 h 366"/>
                <a:gd name="T161" fmla="*/ 414 w 414"/>
                <a:gd name="T162" fmla="*/ 366 h 36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14" h="366">
                  <a:moveTo>
                    <a:pt x="402" y="270"/>
                  </a:moveTo>
                  <a:lnTo>
                    <a:pt x="396" y="270"/>
                  </a:lnTo>
                  <a:lnTo>
                    <a:pt x="396" y="276"/>
                  </a:lnTo>
                  <a:lnTo>
                    <a:pt x="384" y="276"/>
                  </a:lnTo>
                  <a:lnTo>
                    <a:pt x="378" y="270"/>
                  </a:lnTo>
                  <a:lnTo>
                    <a:pt x="378" y="246"/>
                  </a:lnTo>
                  <a:lnTo>
                    <a:pt x="384" y="240"/>
                  </a:lnTo>
                  <a:lnTo>
                    <a:pt x="384" y="222"/>
                  </a:lnTo>
                  <a:lnTo>
                    <a:pt x="372" y="210"/>
                  </a:lnTo>
                  <a:lnTo>
                    <a:pt x="372" y="204"/>
                  </a:lnTo>
                  <a:lnTo>
                    <a:pt x="360" y="186"/>
                  </a:lnTo>
                  <a:lnTo>
                    <a:pt x="360" y="162"/>
                  </a:lnTo>
                  <a:lnTo>
                    <a:pt x="348" y="138"/>
                  </a:lnTo>
                  <a:lnTo>
                    <a:pt x="318" y="132"/>
                  </a:lnTo>
                  <a:lnTo>
                    <a:pt x="318" y="108"/>
                  </a:lnTo>
                  <a:lnTo>
                    <a:pt x="312" y="102"/>
                  </a:lnTo>
                  <a:lnTo>
                    <a:pt x="294" y="102"/>
                  </a:lnTo>
                  <a:lnTo>
                    <a:pt x="294" y="72"/>
                  </a:lnTo>
                  <a:lnTo>
                    <a:pt x="288" y="60"/>
                  </a:lnTo>
                  <a:lnTo>
                    <a:pt x="288" y="54"/>
                  </a:lnTo>
                  <a:lnTo>
                    <a:pt x="282" y="48"/>
                  </a:lnTo>
                  <a:lnTo>
                    <a:pt x="264" y="48"/>
                  </a:lnTo>
                  <a:lnTo>
                    <a:pt x="252" y="54"/>
                  </a:lnTo>
                  <a:lnTo>
                    <a:pt x="246" y="42"/>
                  </a:lnTo>
                  <a:lnTo>
                    <a:pt x="234" y="30"/>
                  </a:lnTo>
                  <a:lnTo>
                    <a:pt x="228" y="18"/>
                  </a:lnTo>
                  <a:lnTo>
                    <a:pt x="222" y="18"/>
                  </a:lnTo>
                  <a:lnTo>
                    <a:pt x="210" y="12"/>
                  </a:lnTo>
                  <a:lnTo>
                    <a:pt x="186" y="12"/>
                  </a:lnTo>
                  <a:lnTo>
                    <a:pt x="162" y="0"/>
                  </a:lnTo>
                  <a:lnTo>
                    <a:pt x="162" y="18"/>
                  </a:lnTo>
                  <a:lnTo>
                    <a:pt x="132" y="12"/>
                  </a:lnTo>
                  <a:lnTo>
                    <a:pt x="120" y="18"/>
                  </a:lnTo>
                  <a:lnTo>
                    <a:pt x="114" y="18"/>
                  </a:lnTo>
                  <a:lnTo>
                    <a:pt x="108" y="12"/>
                  </a:lnTo>
                  <a:lnTo>
                    <a:pt x="102" y="12"/>
                  </a:lnTo>
                  <a:lnTo>
                    <a:pt x="90" y="18"/>
                  </a:lnTo>
                  <a:lnTo>
                    <a:pt x="84" y="24"/>
                  </a:lnTo>
                  <a:lnTo>
                    <a:pt x="66" y="60"/>
                  </a:lnTo>
                  <a:lnTo>
                    <a:pt x="60" y="66"/>
                  </a:lnTo>
                  <a:lnTo>
                    <a:pt x="60" y="90"/>
                  </a:lnTo>
                  <a:lnTo>
                    <a:pt x="48" y="96"/>
                  </a:lnTo>
                  <a:lnTo>
                    <a:pt x="30" y="132"/>
                  </a:lnTo>
                  <a:lnTo>
                    <a:pt x="0" y="162"/>
                  </a:lnTo>
                  <a:lnTo>
                    <a:pt x="6" y="168"/>
                  </a:lnTo>
                  <a:lnTo>
                    <a:pt x="12" y="168"/>
                  </a:lnTo>
                  <a:lnTo>
                    <a:pt x="18" y="174"/>
                  </a:lnTo>
                  <a:lnTo>
                    <a:pt x="24" y="186"/>
                  </a:lnTo>
                  <a:lnTo>
                    <a:pt x="24" y="204"/>
                  </a:lnTo>
                  <a:lnTo>
                    <a:pt x="42" y="222"/>
                  </a:lnTo>
                  <a:lnTo>
                    <a:pt x="42" y="246"/>
                  </a:lnTo>
                  <a:lnTo>
                    <a:pt x="48" y="252"/>
                  </a:lnTo>
                  <a:lnTo>
                    <a:pt x="126" y="252"/>
                  </a:lnTo>
                  <a:lnTo>
                    <a:pt x="126" y="240"/>
                  </a:lnTo>
                  <a:lnTo>
                    <a:pt x="180" y="240"/>
                  </a:lnTo>
                  <a:lnTo>
                    <a:pt x="180" y="252"/>
                  </a:lnTo>
                  <a:lnTo>
                    <a:pt x="192" y="246"/>
                  </a:lnTo>
                  <a:lnTo>
                    <a:pt x="198" y="252"/>
                  </a:lnTo>
                  <a:lnTo>
                    <a:pt x="204" y="264"/>
                  </a:lnTo>
                  <a:lnTo>
                    <a:pt x="216" y="264"/>
                  </a:lnTo>
                  <a:lnTo>
                    <a:pt x="222" y="258"/>
                  </a:lnTo>
                  <a:lnTo>
                    <a:pt x="246" y="258"/>
                  </a:lnTo>
                  <a:lnTo>
                    <a:pt x="252" y="264"/>
                  </a:lnTo>
                  <a:lnTo>
                    <a:pt x="252" y="270"/>
                  </a:lnTo>
                  <a:lnTo>
                    <a:pt x="246" y="276"/>
                  </a:lnTo>
                  <a:lnTo>
                    <a:pt x="234" y="282"/>
                  </a:lnTo>
                  <a:lnTo>
                    <a:pt x="228" y="288"/>
                  </a:lnTo>
                  <a:lnTo>
                    <a:pt x="204" y="288"/>
                  </a:lnTo>
                  <a:lnTo>
                    <a:pt x="186" y="282"/>
                  </a:lnTo>
                  <a:lnTo>
                    <a:pt x="180" y="270"/>
                  </a:lnTo>
                  <a:lnTo>
                    <a:pt x="168" y="264"/>
                  </a:lnTo>
                  <a:lnTo>
                    <a:pt x="162" y="258"/>
                  </a:lnTo>
                  <a:lnTo>
                    <a:pt x="156" y="264"/>
                  </a:lnTo>
                  <a:lnTo>
                    <a:pt x="150" y="276"/>
                  </a:lnTo>
                  <a:lnTo>
                    <a:pt x="126" y="276"/>
                  </a:lnTo>
                  <a:lnTo>
                    <a:pt x="120" y="282"/>
                  </a:lnTo>
                  <a:lnTo>
                    <a:pt x="108" y="282"/>
                  </a:lnTo>
                  <a:lnTo>
                    <a:pt x="108" y="294"/>
                  </a:lnTo>
                  <a:lnTo>
                    <a:pt x="36" y="294"/>
                  </a:lnTo>
                  <a:lnTo>
                    <a:pt x="36" y="318"/>
                  </a:lnTo>
                  <a:lnTo>
                    <a:pt x="30" y="324"/>
                  </a:lnTo>
                  <a:lnTo>
                    <a:pt x="30" y="336"/>
                  </a:lnTo>
                  <a:lnTo>
                    <a:pt x="36" y="342"/>
                  </a:lnTo>
                  <a:lnTo>
                    <a:pt x="42" y="354"/>
                  </a:lnTo>
                  <a:lnTo>
                    <a:pt x="48" y="360"/>
                  </a:lnTo>
                  <a:lnTo>
                    <a:pt x="60" y="366"/>
                  </a:lnTo>
                  <a:lnTo>
                    <a:pt x="66" y="366"/>
                  </a:lnTo>
                  <a:lnTo>
                    <a:pt x="72" y="360"/>
                  </a:lnTo>
                  <a:lnTo>
                    <a:pt x="78" y="360"/>
                  </a:lnTo>
                  <a:lnTo>
                    <a:pt x="90" y="348"/>
                  </a:lnTo>
                  <a:lnTo>
                    <a:pt x="126" y="348"/>
                  </a:lnTo>
                  <a:lnTo>
                    <a:pt x="156" y="324"/>
                  </a:lnTo>
                  <a:lnTo>
                    <a:pt x="294" y="330"/>
                  </a:lnTo>
                  <a:lnTo>
                    <a:pt x="294" y="336"/>
                  </a:lnTo>
                  <a:lnTo>
                    <a:pt x="300" y="348"/>
                  </a:lnTo>
                  <a:lnTo>
                    <a:pt x="318" y="348"/>
                  </a:lnTo>
                  <a:lnTo>
                    <a:pt x="324" y="342"/>
                  </a:lnTo>
                  <a:lnTo>
                    <a:pt x="330" y="348"/>
                  </a:lnTo>
                  <a:lnTo>
                    <a:pt x="336" y="360"/>
                  </a:lnTo>
                  <a:lnTo>
                    <a:pt x="342" y="366"/>
                  </a:lnTo>
                  <a:lnTo>
                    <a:pt x="354" y="366"/>
                  </a:lnTo>
                  <a:lnTo>
                    <a:pt x="366" y="360"/>
                  </a:lnTo>
                  <a:lnTo>
                    <a:pt x="372" y="354"/>
                  </a:lnTo>
                  <a:lnTo>
                    <a:pt x="414" y="354"/>
                  </a:lnTo>
                  <a:lnTo>
                    <a:pt x="414" y="288"/>
                  </a:lnTo>
                  <a:lnTo>
                    <a:pt x="408" y="276"/>
                  </a:lnTo>
                  <a:lnTo>
                    <a:pt x="402" y="27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31" name="Saudi Arabia" descr="© INSCALE GmbH, 05.05.2010&#10;http://www.presentationload.com/">
              <a:extLst>
                <a:ext uri="{FF2B5EF4-FFF2-40B4-BE49-F238E27FC236}">
                  <a16:creationId xmlns:a16="http://schemas.microsoft.com/office/drawing/2014/main" id="{DC624A0F-ADD5-404E-BE4F-0AD9213D2967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529408" y="2150419"/>
              <a:ext cx="491118" cy="418728"/>
            </a:xfrm>
            <a:custGeom>
              <a:avLst/>
              <a:gdLst>
                <a:gd name="T0" fmla="*/ 2147483647 w 1488"/>
                <a:gd name="T1" fmla="*/ 2147483647 h 1278"/>
                <a:gd name="T2" fmla="*/ 2147483647 w 1488"/>
                <a:gd name="T3" fmla="*/ 2147483647 h 1278"/>
                <a:gd name="T4" fmla="*/ 2147483647 w 1488"/>
                <a:gd name="T5" fmla="*/ 2147483647 h 1278"/>
                <a:gd name="T6" fmla="*/ 2147483647 w 1488"/>
                <a:gd name="T7" fmla="*/ 2147483647 h 1278"/>
                <a:gd name="T8" fmla="*/ 2147483647 w 1488"/>
                <a:gd name="T9" fmla="*/ 2147483647 h 1278"/>
                <a:gd name="T10" fmla="*/ 2147483647 w 1488"/>
                <a:gd name="T11" fmla="*/ 2147483647 h 1278"/>
                <a:gd name="T12" fmla="*/ 2147483647 w 1488"/>
                <a:gd name="T13" fmla="*/ 2147483647 h 1278"/>
                <a:gd name="T14" fmla="*/ 2147483647 w 1488"/>
                <a:gd name="T15" fmla="*/ 2147483647 h 1278"/>
                <a:gd name="T16" fmla="*/ 2147483647 w 1488"/>
                <a:gd name="T17" fmla="*/ 2147483647 h 1278"/>
                <a:gd name="T18" fmla="*/ 2147483647 w 1488"/>
                <a:gd name="T19" fmla="*/ 2147483647 h 1278"/>
                <a:gd name="T20" fmla="*/ 2147483647 w 1488"/>
                <a:gd name="T21" fmla="*/ 2147483647 h 1278"/>
                <a:gd name="T22" fmla="*/ 2147483647 w 1488"/>
                <a:gd name="T23" fmla="*/ 2147483647 h 1278"/>
                <a:gd name="T24" fmla="*/ 2147483647 w 1488"/>
                <a:gd name="T25" fmla="*/ 2147483647 h 1278"/>
                <a:gd name="T26" fmla="*/ 2147483647 w 1488"/>
                <a:gd name="T27" fmla="*/ 2147483647 h 1278"/>
                <a:gd name="T28" fmla="*/ 2147483647 w 1488"/>
                <a:gd name="T29" fmla="*/ 2147483647 h 1278"/>
                <a:gd name="T30" fmla="*/ 2147483647 w 1488"/>
                <a:gd name="T31" fmla="*/ 2147483647 h 1278"/>
                <a:gd name="T32" fmla="*/ 2147483647 w 1488"/>
                <a:gd name="T33" fmla="*/ 2147483647 h 1278"/>
                <a:gd name="T34" fmla="*/ 2147483647 w 1488"/>
                <a:gd name="T35" fmla="*/ 2147483647 h 1278"/>
                <a:gd name="T36" fmla="*/ 2147483647 w 1488"/>
                <a:gd name="T37" fmla="*/ 2147483647 h 1278"/>
                <a:gd name="T38" fmla="*/ 2147483647 w 1488"/>
                <a:gd name="T39" fmla="*/ 0 h 1278"/>
                <a:gd name="T40" fmla="*/ 2147483647 w 1488"/>
                <a:gd name="T41" fmla="*/ 2147483647 h 1278"/>
                <a:gd name="T42" fmla="*/ 2147483647 w 1488"/>
                <a:gd name="T43" fmla="*/ 2147483647 h 1278"/>
                <a:gd name="T44" fmla="*/ 2147483647 w 1488"/>
                <a:gd name="T45" fmla="*/ 2147483647 h 1278"/>
                <a:gd name="T46" fmla="*/ 2147483647 w 1488"/>
                <a:gd name="T47" fmla="*/ 2147483647 h 1278"/>
                <a:gd name="T48" fmla="*/ 2147483647 w 1488"/>
                <a:gd name="T49" fmla="*/ 2147483647 h 1278"/>
                <a:gd name="T50" fmla="*/ 2147483647 w 1488"/>
                <a:gd name="T51" fmla="*/ 2147483647 h 1278"/>
                <a:gd name="T52" fmla="*/ 2147483647 w 1488"/>
                <a:gd name="T53" fmla="*/ 2147483647 h 1278"/>
                <a:gd name="T54" fmla="*/ 2147483647 w 1488"/>
                <a:gd name="T55" fmla="*/ 2147483647 h 1278"/>
                <a:gd name="T56" fmla="*/ 2147483647 w 1488"/>
                <a:gd name="T57" fmla="*/ 2147483647 h 1278"/>
                <a:gd name="T58" fmla="*/ 2147483647 w 1488"/>
                <a:gd name="T59" fmla="*/ 2147483647 h 1278"/>
                <a:gd name="T60" fmla="*/ 2147483647 w 1488"/>
                <a:gd name="T61" fmla="*/ 2147483647 h 1278"/>
                <a:gd name="T62" fmla="*/ 0 w 1488"/>
                <a:gd name="T63" fmla="*/ 2147483647 h 1278"/>
                <a:gd name="T64" fmla="*/ 2147483647 w 1488"/>
                <a:gd name="T65" fmla="*/ 2147483647 h 1278"/>
                <a:gd name="T66" fmla="*/ 2147483647 w 1488"/>
                <a:gd name="T67" fmla="*/ 2147483647 h 1278"/>
                <a:gd name="T68" fmla="*/ 2147483647 w 1488"/>
                <a:gd name="T69" fmla="*/ 2147483647 h 1278"/>
                <a:gd name="T70" fmla="*/ 2147483647 w 1488"/>
                <a:gd name="T71" fmla="*/ 2147483647 h 1278"/>
                <a:gd name="T72" fmla="*/ 2147483647 w 1488"/>
                <a:gd name="T73" fmla="*/ 2147483647 h 1278"/>
                <a:gd name="T74" fmla="*/ 2147483647 w 1488"/>
                <a:gd name="T75" fmla="*/ 2147483647 h 1278"/>
                <a:gd name="T76" fmla="*/ 2147483647 w 1488"/>
                <a:gd name="T77" fmla="*/ 2147483647 h 1278"/>
                <a:gd name="T78" fmla="*/ 2147483647 w 1488"/>
                <a:gd name="T79" fmla="*/ 2147483647 h 1278"/>
                <a:gd name="T80" fmla="*/ 2147483647 w 1488"/>
                <a:gd name="T81" fmla="*/ 2147483647 h 1278"/>
                <a:gd name="T82" fmla="*/ 2147483647 w 1488"/>
                <a:gd name="T83" fmla="*/ 2147483647 h 1278"/>
                <a:gd name="T84" fmla="*/ 2147483647 w 1488"/>
                <a:gd name="T85" fmla="*/ 2147483647 h 1278"/>
                <a:gd name="T86" fmla="*/ 2147483647 w 1488"/>
                <a:gd name="T87" fmla="*/ 2147483647 h 1278"/>
                <a:gd name="T88" fmla="*/ 2147483647 w 1488"/>
                <a:gd name="T89" fmla="*/ 2147483647 h 1278"/>
                <a:gd name="T90" fmla="*/ 2147483647 w 1488"/>
                <a:gd name="T91" fmla="*/ 2147483647 h 1278"/>
                <a:gd name="T92" fmla="*/ 2147483647 w 1488"/>
                <a:gd name="T93" fmla="*/ 2147483647 h 1278"/>
                <a:gd name="T94" fmla="*/ 2147483647 w 1488"/>
                <a:gd name="T95" fmla="*/ 2147483647 h 1278"/>
                <a:gd name="T96" fmla="*/ 2147483647 w 1488"/>
                <a:gd name="T97" fmla="*/ 2147483647 h 1278"/>
                <a:gd name="T98" fmla="*/ 2147483647 w 1488"/>
                <a:gd name="T99" fmla="*/ 2147483647 h 1278"/>
                <a:gd name="T100" fmla="*/ 2147483647 w 1488"/>
                <a:gd name="T101" fmla="*/ 2147483647 h 1278"/>
                <a:gd name="T102" fmla="*/ 2147483647 w 1488"/>
                <a:gd name="T103" fmla="*/ 2147483647 h 1278"/>
                <a:gd name="T104" fmla="*/ 2147483647 w 1488"/>
                <a:gd name="T105" fmla="*/ 2147483647 h 1278"/>
                <a:gd name="T106" fmla="*/ 2147483647 w 1488"/>
                <a:gd name="T107" fmla="*/ 2147483647 h 1278"/>
                <a:gd name="T108" fmla="*/ 2147483647 w 1488"/>
                <a:gd name="T109" fmla="*/ 2147483647 h 1278"/>
                <a:gd name="T110" fmla="*/ 2147483647 w 1488"/>
                <a:gd name="T111" fmla="*/ 2147483647 h 1278"/>
                <a:gd name="T112" fmla="*/ 2147483647 w 1488"/>
                <a:gd name="T113" fmla="*/ 2147483647 h 1278"/>
                <a:gd name="T114" fmla="*/ 2147483647 w 1488"/>
                <a:gd name="T115" fmla="*/ 2147483647 h 1278"/>
                <a:gd name="T116" fmla="*/ 2147483647 w 1488"/>
                <a:gd name="T117" fmla="*/ 2147483647 h 127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488"/>
                <a:gd name="T178" fmla="*/ 0 h 1278"/>
                <a:gd name="T179" fmla="*/ 1488 w 1488"/>
                <a:gd name="T180" fmla="*/ 1278 h 127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488" h="1278">
                  <a:moveTo>
                    <a:pt x="1464" y="792"/>
                  </a:moveTo>
                  <a:lnTo>
                    <a:pt x="1464" y="780"/>
                  </a:lnTo>
                  <a:lnTo>
                    <a:pt x="1458" y="774"/>
                  </a:lnTo>
                  <a:lnTo>
                    <a:pt x="1416" y="768"/>
                  </a:lnTo>
                  <a:lnTo>
                    <a:pt x="1320" y="756"/>
                  </a:lnTo>
                  <a:lnTo>
                    <a:pt x="1284" y="750"/>
                  </a:lnTo>
                  <a:lnTo>
                    <a:pt x="1266" y="750"/>
                  </a:lnTo>
                  <a:lnTo>
                    <a:pt x="1260" y="738"/>
                  </a:lnTo>
                  <a:lnTo>
                    <a:pt x="1248" y="732"/>
                  </a:lnTo>
                  <a:lnTo>
                    <a:pt x="1242" y="720"/>
                  </a:lnTo>
                  <a:lnTo>
                    <a:pt x="1218" y="696"/>
                  </a:lnTo>
                  <a:lnTo>
                    <a:pt x="1206" y="672"/>
                  </a:lnTo>
                  <a:lnTo>
                    <a:pt x="1188" y="654"/>
                  </a:lnTo>
                  <a:lnTo>
                    <a:pt x="1188" y="642"/>
                  </a:lnTo>
                  <a:lnTo>
                    <a:pt x="1182" y="636"/>
                  </a:lnTo>
                  <a:lnTo>
                    <a:pt x="1182" y="618"/>
                  </a:lnTo>
                  <a:lnTo>
                    <a:pt x="1176" y="624"/>
                  </a:lnTo>
                  <a:lnTo>
                    <a:pt x="1164" y="612"/>
                  </a:lnTo>
                  <a:lnTo>
                    <a:pt x="1146" y="612"/>
                  </a:lnTo>
                  <a:lnTo>
                    <a:pt x="1140" y="600"/>
                  </a:lnTo>
                  <a:lnTo>
                    <a:pt x="1134" y="594"/>
                  </a:lnTo>
                  <a:lnTo>
                    <a:pt x="1128" y="582"/>
                  </a:lnTo>
                  <a:lnTo>
                    <a:pt x="1122" y="564"/>
                  </a:lnTo>
                  <a:lnTo>
                    <a:pt x="1116" y="552"/>
                  </a:lnTo>
                  <a:lnTo>
                    <a:pt x="1116" y="540"/>
                  </a:lnTo>
                  <a:lnTo>
                    <a:pt x="1110" y="534"/>
                  </a:lnTo>
                  <a:lnTo>
                    <a:pt x="1098" y="528"/>
                  </a:lnTo>
                  <a:lnTo>
                    <a:pt x="1086" y="516"/>
                  </a:lnTo>
                  <a:lnTo>
                    <a:pt x="1074" y="510"/>
                  </a:lnTo>
                  <a:lnTo>
                    <a:pt x="1068" y="498"/>
                  </a:lnTo>
                  <a:lnTo>
                    <a:pt x="1068" y="462"/>
                  </a:lnTo>
                  <a:lnTo>
                    <a:pt x="1062" y="450"/>
                  </a:lnTo>
                  <a:lnTo>
                    <a:pt x="1062" y="438"/>
                  </a:lnTo>
                  <a:lnTo>
                    <a:pt x="1050" y="426"/>
                  </a:lnTo>
                  <a:lnTo>
                    <a:pt x="1002" y="402"/>
                  </a:lnTo>
                  <a:lnTo>
                    <a:pt x="996" y="396"/>
                  </a:lnTo>
                  <a:lnTo>
                    <a:pt x="990" y="384"/>
                  </a:lnTo>
                  <a:lnTo>
                    <a:pt x="990" y="360"/>
                  </a:lnTo>
                  <a:lnTo>
                    <a:pt x="972" y="342"/>
                  </a:lnTo>
                  <a:lnTo>
                    <a:pt x="966" y="330"/>
                  </a:lnTo>
                  <a:lnTo>
                    <a:pt x="960" y="324"/>
                  </a:lnTo>
                  <a:lnTo>
                    <a:pt x="960" y="300"/>
                  </a:lnTo>
                  <a:lnTo>
                    <a:pt x="954" y="300"/>
                  </a:lnTo>
                  <a:lnTo>
                    <a:pt x="948" y="294"/>
                  </a:lnTo>
                  <a:lnTo>
                    <a:pt x="882" y="294"/>
                  </a:lnTo>
                  <a:lnTo>
                    <a:pt x="876" y="288"/>
                  </a:lnTo>
                  <a:lnTo>
                    <a:pt x="876" y="252"/>
                  </a:lnTo>
                  <a:lnTo>
                    <a:pt x="852" y="246"/>
                  </a:lnTo>
                  <a:lnTo>
                    <a:pt x="804" y="246"/>
                  </a:lnTo>
                  <a:lnTo>
                    <a:pt x="750" y="240"/>
                  </a:lnTo>
                  <a:lnTo>
                    <a:pt x="684" y="240"/>
                  </a:lnTo>
                  <a:lnTo>
                    <a:pt x="492" y="96"/>
                  </a:lnTo>
                  <a:lnTo>
                    <a:pt x="480" y="90"/>
                  </a:lnTo>
                  <a:lnTo>
                    <a:pt x="474" y="84"/>
                  </a:lnTo>
                  <a:lnTo>
                    <a:pt x="426" y="60"/>
                  </a:lnTo>
                  <a:lnTo>
                    <a:pt x="414" y="48"/>
                  </a:lnTo>
                  <a:lnTo>
                    <a:pt x="402" y="42"/>
                  </a:lnTo>
                  <a:lnTo>
                    <a:pt x="372" y="12"/>
                  </a:lnTo>
                  <a:lnTo>
                    <a:pt x="306" y="12"/>
                  </a:lnTo>
                  <a:lnTo>
                    <a:pt x="294" y="0"/>
                  </a:lnTo>
                  <a:lnTo>
                    <a:pt x="288" y="6"/>
                  </a:lnTo>
                  <a:lnTo>
                    <a:pt x="276" y="12"/>
                  </a:lnTo>
                  <a:lnTo>
                    <a:pt x="270" y="12"/>
                  </a:lnTo>
                  <a:lnTo>
                    <a:pt x="264" y="18"/>
                  </a:lnTo>
                  <a:lnTo>
                    <a:pt x="252" y="24"/>
                  </a:lnTo>
                  <a:lnTo>
                    <a:pt x="210" y="24"/>
                  </a:lnTo>
                  <a:lnTo>
                    <a:pt x="198" y="48"/>
                  </a:lnTo>
                  <a:lnTo>
                    <a:pt x="132" y="48"/>
                  </a:lnTo>
                  <a:lnTo>
                    <a:pt x="120" y="54"/>
                  </a:lnTo>
                  <a:lnTo>
                    <a:pt x="108" y="54"/>
                  </a:lnTo>
                  <a:lnTo>
                    <a:pt x="108" y="60"/>
                  </a:lnTo>
                  <a:lnTo>
                    <a:pt x="132" y="60"/>
                  </a:lnTo>
                  <a:lnTo>
                    <a:pt x="144" y="66"/>
                  </a:lnTo>
                  <a:lnTo>
                    <a:pt x="156" y="66"/>
                  </a:lnTo>
                  <a:lnTo>
                    <a:pt x="180" y="90"/>
                  </a:lnTo>
                  <a:lnTo>
                    <a:pt x="192" y="114"/>
                  </a:lnTo>
                  <a:lnTo>
                    <a:pt x="198" y="120"/>
                  </a:lnTo>
                  <a:lnTo>
                    <a:pt x="198" y="132"/>
                  </a:lnTo>
                  <a:lnTo>
                    <a:pt x="192" y="138"/>
                  </a:lnTo>
                  <a:lnTo>
                    <a:pt x="192" y="150"/>
                  </a:lnTo>
                  <a:lnTo>
                    <a:pt x="186" y="156"/>
                  </a:lnTo>
                  <a:lnTo>
                    <a:pt x="180" y="168"/>
                  </a:lnTo>
                  <a:lnTo>
                    <a:pt x="174" y="174"/>
                  </a:lnTo>
                  <a:lnTo>
                    <a:pt x="162" y="180"/>
                  </a:lnTo>
                  <a:lnTo>
                    <a:pt x="150" y="180"/>
                  </a:lnTo>
                  <a:lnTo>
                    <a:pt x="138" y="186"/>
                  </a:lnTo>
                  <a:lnTo>
                    <a:pt x="132" y="186"/>
                  </a:lnTo>
                  <a:lnTo>
                    <a:pt x="120" y="198"/>
                  </a:lnTo>
                  <a:lnTo>
                    <a:pt x="120" y="210"/>
                  </a:lnTo>
                  <a:lnTo>
                    <a:pt x="108" y="234"/>
                  </a:lnTo>
                  <a:lnTo>
                    <a:pt x="96" y="246"/>
                  </a:lnTo>
                  <a:lnTo>
                    <a:pt x="60" y="246"/>
                  </a:lnTo>
                  <a:lnTo>
                    <a:pt x="36" y="234"/>
                  </a:lnTo>
                  <a:lnTo>
                    <a:pt x="6" y="234"/>
                  </a:lnTo>
                  <a:lnTo>
                    <a:pt x="6" y="264"/>
                  </a:lnTo>
                  <a:lnTo>
                    <a:pt x="0" y="306"/>
                  </a:lnTo>
                  <a:lnTo>
                    <a:pt x="0" y="348"/>
                  </a:lnTo>
                  <a:lnTo>
                    <a:pt x="6" y="372"/>
                  </a:lnTo>
                  <a:lnTo>
                    <a:pt x="24" y="378"/>
                  </a:lnTo>
                  <a:lnTo>
                    <a:pt x="36" y="390"/>
                  </a:lnTo>
                  <a:lnTo>
                    <a:pt x="54" y="390"/>
                  </a:lnTo>
                  <a:lnTo>
                    <a:pt x="72" y="408"/>
                  </a:lnTo>
                  <a:lnTo>
                    <a:pt x="90" y="438"/>
                  </a:lnTo>
                  <a:lnTo>
                    <a:pt x="102" y="474"/>
                  </a:lnTo>
                  <a:lnTo>
                    <a:pt x="120" y="504"/>
                  </a:lnTo>
                  <a:lnTo>
                    <a:pt x="132" y="516"/>
                  </a:lnTo>
                  <a:lnTo>
                    <a:pt x="150" y="528"/>
                  </a:lnTo>
                  <a:lnTo>
                    <a:pt x="162" y="540"/>
                  </a:lnTo>
                  <a:lnTo>
                    <a:pt x="174" y="558"/>
                  </a:lnTo>
                  <a:lnTo>
                    <a:pt x="180" y="570"/>
                  </a:lnTo>
                  <a:lnTo>
                    <a:pt x="186" y="594"/>
                  </a:lnTo>
                  <a:lnTo>
                    <a:pt x="192" y="612"/>
                  </a:lnTo>
                  <a:lnTo>
                    <a:pt x="198" y="636"/>
                  </a:lnTo>
                  <a:lnTo>
                    <a:pt x="210" y="648"/>
                  </a:lnTo>
                  <a:lnTo>
                    <a:pt x="234" y="660"/>
                  </a:lnTo>
                  <a:lnTo>
                    <a:pt x="264" y="660"/>
                  </a:lnTo>
                  <a:lnTo>
                    <a:pt x="282" y="666"/>
                  </a:lnTo>
                  <a:lnTo>
                    <a:pt x="294" y="678"/>
                  </a:lnTo>
                  <a:lnTo>
                    <a:pt x="312" y="708"/>
                  </a:lnTo>
                  <a:lnTo>
                    <a:pt x="330" y="756"/>
                  </a:lnTo>
                  <a:lnTo>
                    <a:pt x="336" y="804"/>
                  </a:lnTo>
                  <a:lnTo>
                    <a:pt x="342" y="840"/>
                  </a:lnTo>
                  <a:lnTo>
                    <a:pt x="348" y="870"/>
                  </a:lnTo>
                  <a:lnTo>
                    <a:pt x="366" y="906"/>
                  </a:lnTo>
                  <a:lnTo>
                    <a:pt x="384" y="924"/>
                  </a:lnTo>
                  <a:lnTo>
                    <a:pt x="390" y="936"/>
                  </a:lnTo>
                  <a:lnTo>
                    <a:pt x="414" y="936"/>
                  </a:lnTo>
                  <a:lnTo>
                    <a:pt x="438" y="948"/>
                  </a:lnTo>
                  <a:lnTo>
                    <a:pt x="456" y="972"/>
                  </a:lnTo>
                  <a:lnTo>
                    <a:pt x="480" y="1008"/>
                  </a:lnTo>
                  <a:lnTo>
                    <a:pt x="504" y="1056"/>
                  </a:lnTo>
                  <a:lnTo>
                    <a:pt x="552" y="1128"/>
                  </a:lnTo>
                  <a:lnTo>
                    <a:pt x="582" y="1170"/>
                  </a:lnTo>
                  <a:lnTo>
                    <a:pt x="606" y="1206"/>
                  </a:lnTo>
                  <a:lnTo>
                    <a:pt x="618" y="1236"/>
                  </a:lnTo>
                  <a:lnTo>
                    <a:pt x="618" y="1266"/>
                  </a:lnTo>
                  <a:lnTo>
                    <a:pt x="612" y="1278"/>
                  </a:lnTo>
                  <a:lnTo>
                    <a:pt x="624" y="1266"/>
                  </a:lnTo>
                  <a:lnTo>
                    <a:pt x="630" y="1254"/>
                  </a:lnTo>
                  <a:lnTo>
                    <a:pt x="636" y="1248"/>
                  </a:lnTo>
                  <a:lnTo>
                    <a:pt x="636" y="1200"/>
                  </a:lnTo>
                  <a:lnTo>
                    <a:pt x="642" y="1188"/>
                  </a:lnTo>
                  <a:lnTo>
                    <a:pt x="648" y="1182"/>
                  </a:lnTo>
                  <a:lnTo>
                    <a:pt x="654" y="1182"/>
                  </a:lnTo>
                  <a:lnTo>
                    <a:pt x="672" y="1200"/>
                  </a:lnTo>
                  <a:lnTo>
                    <a:pt x="696" y="1194"/>
                  </a:lnTo>
                  <a:lnTo>
                    <a:pt x="702" y="1188"/>
                  </a:lnTo>
                  <a:lnTo>
                    <a:pt x="792" y="1188"/>
                  </a:lnTo>
                  <a:lnTo>
                    <a:pt x="804" y="1194"/>
                  </a:lnTo>
                  <a:lnTo>
                    <a:pt x="810" y="1200"/>
                  </a:lnTo>
                  <a:lnTo>
                    <a:pt x="888" y="1200"/>
                  </a:lnTo>
                  <a:lnTo>
                    <a:pt x="894" y="1206"/>
                  </a:lnTo>
                  <a:lnTo>
                    <a:pt x="900" y="1218"/>
                  </a:lnTo>
                  <a:lnTo>
                    <a:pt x="912" y="1224"/>
                  </a:lnTo>
                  <a:lnTo>
                    <a:pt x="924" y="1224"/>
                  </a:lnTo>
                  <a:lnTo>
                    <a:pt x="930" y="1212"/>
                  </a:lnTo>
                  <a:lnTo>
                    <a:pt x="936" y="1206"/>
                  </a:lnTo>
                  <a:lnTo>
                    <a:pt x="936" y="1188"/>
                  </a:lnTo>
                  <a:lnTo>
                    <a:pt x="942" y="1176"/>
                  </a:lnTo>
                  <a:lnTo>
                    <a:pt x="948" y="1170"/>
                  </a:lnTo>
                  <a:lnTo>
                    <a:pt x="954" y="1158"/>
                  </a:lnTo>
                  <a:lnTo>
                    <a:pt x="966" y="1146"/>
                  </a:lnTo>
                  <a:lnTo>
                    <a:pt x="972" y="1134"/>
                  </a:lnTo>
                  <a:lnTo>
                    <a:pt x="990" y="1116"/>
                  </a:lnTo>
                  <a:lnTo>
                    <a:pt x="1020" y="1098"/>
                  </a:lnTo>
                  <a:lnTo>
                    <a:pt x="1050" y="1092"/>
                  </a:lnTo>
                  <a:lnTo>
                    <a:pt x="1068" y="1086"/>
                  </a:lnTo>
                  <a:lnTo>
                    <a:pt x="1092" y="1086"/>
                  </a:lnTo>
                  <a:lnTo>
                    <a:pt x="1140" y="1080"/>
                  </a:lnTo>
                  <a:lnTo>
                    <a:pt x="1188" y="1068"/>
                  </a:lnTo>
                  <a:lnTo>
                    <a:pt x="1230" y="1062"/>
                  </a:lnTo>
                  <a:lnTo>
                    <a:pt x="1248" y="1062"/>
                  </a:lnTo>
                  <a:lnTo>
                    <a:pt x="1452" y="990"/>
                  </a:lnTo>
                  <a:lnTo>
                    <a:pt x="1488" y="816"/>
                  </a:lnTo>
                  <a:lnTo>
                    <a:pt x="1482" y="810"/>
                  </a:lnTo>
                  <a:lnTo>
                    <a:pt x="1470" y="804"/>
                  </a:lnTo>
                  <a:lnTo>
                    <a:pt x="1464" y="798"/>
                  </a:lnTo>
                  <a:lnTo>
                    <a:pt x="1464" y="79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32" name="Rwanda" descr="© INSCALE GmbH, 05.05.2010&#10;http://www.presentationload.com/">
              <a:extLst>
                <a:ext uri="{FF2B5EF4-FFF2-40B4-BE49-F238E27FC236}">
                  <a16:creationId xmlns:a16="http://schemas.microsoft.com/office/drawing/2014/main" id="{E551AF1F-85C5-4ED8-BDE1-B00E4475539F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410505" y="3028975"/>
              <a:ext cx="49113" cy="48808"/>
            </a:xfrm>
            <a:custGeom>
              <a:avLst/>
              <a:gdLst>
                <a:gd name="T0" fmla="*/ 2147483647 w 150"/>
                <a:gd name="T1" fmla="*/ 2147483647 h 150"/>
                <a:gd name="T2" fmla="*/ 2147483647 w 150"/>
                <a:gd name="T3" fmla="*/ 2147483647 h 150"/>
                <a:gd name="T4" fmla="*/ 2147483647 w 150"/>
                <a:gd name="T5" fmla="*/ 2147483647 h 150"/>
                <a:gd name="T6" fmla="*/ 2147483647 w 150"/>
                <a:gd name="T7" fmla="*/ 2147483647 h 150"/>
                <a:gd name="T8" fmla="*/ 2147483647 w 150"/>
                <a:gd name="T9" fmla="*/ 2147483647 h 150"/>
                <a:gd name="T10" fmla="*/ 2147483647 w 150"/>
                <a:gd name="T11" fmla="*/ 2147483647 h 150"/>
                <a:gd name="T12" fmla="*/ 2147483647 w 150"/>
                <a:gd name="T13" fmla="*/ 2147483647 h 150"/>
                <a:gd name="T14" fmla="*/ 2147483647 w 150"/>
                <a:gd name="T15" fmla="*/ 2147483647 h 150"/>
                <a:gd name="T16" fmla="*/ 2147483647 w 150"/>
                <a:gd name="T17" fmla="*/ 2147483647 h 150"/>
                <a:gd name="T18" fmla="*/ 2147483647 w 150"/>
                <a:gd name="T19" fmla="*/ 2147483647 h 150"/>
                <a:gd name="T20" fmla="*/ 2147483647 w 150"/>
                <a:gd name="T21" fmla="*/ 2147483647 h 150"/>
                <a:gd name="T22" fmla="*/ 2147483647 w 150"/>
                <a:gd name="T23" fmla="*/ 2147483647 h 150"/>
                <a:gd name="T24" fmla="*/ 2147483647 w 150"/>
                <a:gd name="T25" fmla="*/ 2147483647 h 150"/>
                <a:gd name="T26" fmla="*/ 2147483647 w 150"/>
                <a:gd name="T27" fmla="*/ 0 h 150"/>
                <a:gd name="T28" fmla="*/ 2147483647 w 150"/>
                <a:gd name="T29" fmla="*/ 2147483647 h 150"/>
                <a:gd name="T30" fmla="*/ 2147483647 w 150"/>
                <a:gd name="T31" fmla="*/ 2147483647 h 150"/>
                <a:gd name="T32" fmla="*/ 2147483647 w 150"/>
                <a:gd name="T33" fmla="*/ 2147483647 h 150"/>
                <a:gd name="T34" fmla="*/ 2147483647 w 150"/>
                <a:gd name="T35" fmla="*/ 2147483647 h 150"/>
                <a:gd name="T36" fmla="*/ 2147483647 w 150"/>
                <a:gd name="T37" fmla="*/ 2147483647 h 150"/>
                <a:gd name="T38" fmla="*/ 2147483647 w 150"/>
                <a:gd name="T39" fmla="*/ 2147483647 h 150"/>
                <a:gd name="T40" fmla="*/ 2147483647 w 150"/>
                <a:gd name="T41" fmla="*/ 2147483647 h 150"/>
                <a:gd name="T42" fmla="*/ 2147483647 w 150"/>
                <a:gd name="T43" fmla="*/ 2147483647 h 150"/>
                <a:gd name="T44" fmla="*/ 2147483647 w 150"/>
                <a:gd name="T45" fmla="*/ 2147483647 h 150"/>
                <a:gd name="T46" fmla="*/ 2147483647 w 150"/>
                <a:gd name="T47" fmla="*/ 2147483647 h 150"/>
                <a:gd name="T48" fmla="*/ 2147483647 w 150"/>
                <a:gd name="T49" fmla="*/ 2147483647 h 150"/>
                <a:gd name="T50" fmla="*/ 2147483647 w 150"/>
                <a:gd name="T51" fmla="*/ 2147483647 h 150"/>
                <a:gd name="T52" fmla="*/ 2147483647 w 150"/>
                <a:gd name="T53" fmla="*/ 2147483647 h 150"/>
                <a:gd name="T54" fmla="*/ 2147483647 w 150"/>
                <a:gd name="T55" fmla="*/ 2147483647 h 150"/>
                <a:gd name="T56" fmla="*/ 2147483647 w 150"/>
                <a:gd name="T57" fmla="*/ 2147483647 h 150"/>
                <a:gd name="T58" fmla="*/ 2147483647 w 150"/>
                <a:gd name="T59" fmla="*/ 2147483647 h 150"/>
                <a:gd name="T60" fmla="*/ 0 w 150"/>
                <a:gd name="T61" fmla="*/ 2147483647 h 150"/>
                <a:gd name="T62" fmla="*/ 0 w 150"/>
                <a:gd name="T63" fmla="*/ 2147483647 h 150"/>
                <a:gd name="T64" fmla="*/ 2147483647 w 150"/>
                <a:gd name="T65" fmla="*/ 2147483647 h 150"/>
                <a:gd name="T66" fmla="*/ 2147483647 w 150"/>
                <a:gd name="T67" fmla="*/ 2147483647 h 150"/>
                <a:gd name="T68" fmla="*/ 2147483647 w 150"/>
                <a:gd name="T69" fmla="*/ 2147483647 h 150"/>
                <a:gd name="T70" fmla="*/ 2147483647 w 150"/>
                <a:gd name="T71" fmla="*/ 2147483647 h 150"/>
                <a:gd name="T72" fmla="*/ 2147483647 w 150"/>
                <a:gd name="T73" fmla="*/ 2147483647 h 15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50"/>
                <a:gd name="T112" fmla="*/ 0 h 150"/>
                <a:gd name="T113" fmla="*/ 150 w 150"/>
                <a:gd name="T114" fmla="*/ 150 h 15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50" h="150">
                  <a:moveTo>
                    <a:pt x="48" y="150"/>
                  </a:moveTo>
                  <a:lnTo>
                    <a:pt x="54" y="150"/>
                  </a:lnTo>
                  <a:lnTo>
                    <a:pt x="60" y="144"/>
                  </a:lnTo>
                  <a:lnTo>
                    <a:pt x="72" y="138"/>
                  </a:lnTo>
                  <a:lnTo>
                    <a:pt x="78" y="114"/>
                  </a:lnTo>
                  <a:lnTo>
                    <a:pt x="138" y="114"/>
                  </a:lnTo>
                  <a:lnTo>
                    <a:pt x="150" y="102"/>
                  </a:lnTo>
                  <a:lnTo>
                    <a:pt x="150" y="72"/>
                  </a:lnTo>
                  <a:lnTo>
                    <a:pt x="144" y="66"/>
                  </a:lnTo>
                  <a:lnTo>
                    <a:pt x="144" y="48"/>
                  </a:lnTo>
                  <a:lnTo>
                    <a:pt x="138" y="42"/>
                  </a:lnTo>
                  <a:lnTo>
                    <a:pt x="132" y="30"/>
                  </a:lnTo>
                  <a:lnTo>
                    <a:pt x="126" y="24"/>
                  </a:lnTo>
                  <a:lnTo>
                    <a:pt x="132" y="0"/>
                  </a:lnTo>
                  <a:lnTo>
                    <a:pt x="108" y="6"/>
                  </a:lnTo>
                  <a:lnTo>
                    <a:pt x="108" y="12"/>
                  </a:lnTo>
                  <a:lnTo>
                    <a:pt x="102" y="18"/>
                  </a:lnTo>
                  <a:lnTo>
                    <a:pt x="90" y="42"/>
                  </a:lnTo>
                  <a:lnTo>
                    <a:pt x="84" y="42"/>
                  </a:lnTo>
                  <a:lnTo>
                    <a:pt x="72" y="30"/>
                  </a:lnTo>
                  <a:lnTo>
                    <a:pt x="54" y="30"/>
                  </a:lnTo>
                  <a:lnTo>
                    <a:pt x="48" y="36"/>
                  </a:lnTo>
                  <a:lnTo>
                    <a:pt x="24" y="48"/>
                  </a:lnTo>
                  <a:lnTo>
                    <a:pt x="18" y="54"/>
                  </a:lnTo>
                  <a:lnTo>
                    <a:pt x="18" y="60"/>
                  </a:lnTo>
                  <a:lnTo>
                    <a:pt x="24" y="72"/>
                  </a:lnTo>
                  <a:lnTo>
                    <a:pt x="30" y="78"/>
                  </a:lnTo>
                  <a:lnTo>
                    <a:pt x="30" y="90"/>
                  </a:lnTo>
                  <a:lnTo>
                    <a:pt x="18" y="102"/>
                  </a:lnTo>
                  <a:lnTo>
                    <a:pt x="6" y="108"/>
                  </a:lnTo>
                  <a:lnTo>
                    <a:pt x="0" y="120"/>
                  </a:lnTo>
                  <a:lnTo>
                    <a:pt x="0" y="126"/>
                  </a:lnTo>
                  <a:lnTo>
                    <a:pt x="6" y="132"/>
                  </a:lnTo>
                  <a:lnTo>
                    <a:pt x="30" y="132"/>
                  </a:lnTo>
                  <a:lnTo>
                    <a:pt x="36" y="144"/>
                  </a:lnTo>
                  <a:lnTo>
                    <a:pt x="42" y="150"/>
                  </a:lnTo>
                  <a:lnTo>
                    <a:pt x="48" y="15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33" name="Russia (Urup,Simushir)" descr="© INSCALE GmbH, 05.05.2010&#10;http://www.presentationload.com/">
              <a:extLst>
                <a:ext uri="{FF2B5EF4-FFF2-40B4-BE49-F238E27FC236}">
                  <a16:creationId xmlns:a16="http://schemas.microsoft.com/office/drawing/2014/main" id="{37CD76C8-EE0A-4437-A842-F17EB84F9498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6845419" y="1451684"/>
              <a:ext cx="99517" cy="393038"/>
            </a:xfrm>
            <a:custGeom>
              <a:avLst/>
              <a:gdLst>
                <a:gd name="T0" fmla="*/ 0 w 300"/>
                <a:gd name="T1" fmla="*/ 2147483647 h 1194"/>
                <a:gd name="T2" fmla="*/ 2147483647 w 300"/>
                <a:gd name="T3" fmla="*/ 2147483647 h 1194"/>
                <a:gd name="T4" fmla="*/ 2147483647 w 300"/>
                <a:gd name="T5" fmla="*/ 2147483647 h 1194"/>
                <a:gd name="T6" fmla="*/ 2147483647 w 300"/>
                <a:gd name="T7" fmla="*/ 2147483647 h 1194"/>
                <a:gd name="T8" fmla="*/ 0 w 300"/>
                <a:gd name="T9" fmla="*/ 2147483647 h 1194"/>
                <a:gd name="T10" fmla="*/ 2147483647 w 300"/>
                <a:gd name="T11" fmla="*/ 2147483647 h 1194"/>
                <a:gd name="T12" fmla="*/ 2147483647 w 300"/>
                <a:gd name="T13" fmla="*/ 2147483647 h 1194"/>
                <a:gd name="T14" fmla="*/ 2147483647 w 300"/>
                <a:gd name="T15" fmla="*/ 2147483647 h 1194"/>
                <a:gd name="T16" fmla="*/ 2147483647 w 300"/>
                <a:gd name="T17" fmla="*/ 2147483647 h 1194"/>
                <a:gd name="T18" fmla="*/ 2147483647 w 300"/>
                <a:gd name="T19" fmla="*/ 2147483647 h 1194"/>
                <a:gd name="T20" fmla="*/ 2147483647 w 300"/>
                <a:gd name="T21" fmla="*/ 2147483647 h 1194"/>
                <a:gd name="T22" fmla="*/ 2147483647 w 300"/>
                <a:gd name="T23" fmla="*/ 2147483647 h 1194"/>
                <a:gd name="T24" fmla="*/ 2147483647 w 300"/>
                <a:gd name="T25" fmla="*/ 2147483647 h 1194"/>
                <a:gd name="T26" fmla="*/ 2147483647 w 300"/>
                <a:gd name="T27" fmla="*/ 2147483647 h 1194"/>
                <a:gd name="T28" fmla="*/ 2147483647 w 300"/>
                <a:gd name="T29" fmla="*/ 2147483647 h 1194"/>
                <a:gd name="T30" fmla="*/ 2147483647 w 300"/>
                <a:gd name="T31" fmla="*/ 2147483647 h 1194"/>
                <a:gd name="T32" fmla="*/ 2147483647 w 300"/>
                <a:gd name="T33" fmla="*/ 2147483647 h 1194"/>
                <a:gd name="T34" fmla="*/ 2147483647 w 300"/>
                <a:gd name="T35" fmla="*/ 2147483647 h 1194"/>
                <a:gd name="T36" fmla="*/ 2147483647 w 300"/>
                <a:gd name="T37" fmla="*/ 2147483647 h 1194"/>
                <a:gd name="T38" fmla="*/ 2147483647 w 300"/>
                <a:gd name="T39" fmla="*/ 2147483647 h 1194"/>
                <a:gd name="T40" fmla="*/ 2147483647 w 300"/>
                <a:gd name="T41" fmla="*/ 2147483647 h 1194"/>
                <a:gd name="T42" fmla="*/ 2147483647 w 300"/>
                <a:gd name="T43" fmla="*/ 2147483647 h 1194"/>
                <a:gd name="T44" fmla="*/ 2147483647 w 300"/>
                <a:gd name="T45" fmla="*/ 2147483647 h 1194"/>
                <a:gd name="T46" fmla="*/ 2147483647 w 300"/>
                <a:gd name="T47" fmla="*/ 2147483647 h 1194"/>
                <a:gd name="T48" fmla="*/ 2147483647 w 300"/>
                <a:gd name="T49" fmla="*/ 2147483647 h 1194"/>
                <a:gd name="T50" fmla="*/ 2147483647 w 300"/>
                <a:gd name="T51" fmla="*/ 2147483647 h 1194"/>
                <a:gd name="T52" fmla="*/ 2147483647 w 300"/>
                <a:gd name="T53" fmla="*/ 2147483647 h 1194"/>
                <a:gd name="T54" fmla="*/ 2147483647 w 300"/>
                <a:gd name="T55" fmla="*/ 2147483647 h 1194"/>
                <a:gd name="T56" fmla="*/ 2147483647 w 300"/>
                <a:gd name="T57" fmla="*/ 2147483647 h 1194"/>
                <a:gd name="T58" fmla="*/ 2147483647 w 300"/>
                <a:gd name="T59" fmla="*/ 2147483647 h 1194"/>
                <a:gd name="T60" fmla="*/ 2147483647 w 300"/>
                <a:gd name="T61" fmla="*/ 2147483647 h 1194"/>
                <a:gd name="T62" fmla="*/ 2147483647 w 300"/>
                <a:gd name="T63" fmla="*/ 2147483647 h 1194"/>
                <a:gd name="T64" fmla="*/ 2147483647 w 300"/>
                <a:gd name="T65" fmla="*/ 2147483647 h 1194"/>
                <a:gd name="T66" fmla="*/ 2147483647 w 300"/>
                <a:gd name="T67" fmla="*/ 2147483647 h 1194"/>
                <a:gd name="T68" fmla="*/ 2147483647 w 300"/>
                <a:gd name="T69" fmla="*/ 2147483647 h 1194"/>
                <a:gd name="T70" fmla="*/ 2147483647 w 300"/>
                <a:gd name="T71" fmla="*/ 2147483647 h 1194"/>
                <a:gd name="T72" fmla="*/ 2147483647 w 300"/>
                <a:gd name="T73" fmla="*/ 2147483647 h 1194"/>
                <a:gd name="T74" fmla="*/ 2147483647 w 300"/>
                <a:gd name="T75" fmla="*/ 2147483647 h 1194"/>
                <a:gd name="T76" fmla="*/ 2147483647 w 300"/>
                <a:gd name="T77" fmla="*/ 2147483647 h 1194"/>
                <a:gd name="T78" fmla="*/ 2147483647 w 300"/>
                <a:gd name="T79" fmla="*/ 2147483647 h 1194"/>
                <a:gd name="T80" fmla="*/ 2147483647 w 300"/>
                <a:gd name="T81" fmla="*/ 2147483647 h 1194"/>
                <a:gd name="T82" fmla="*/ 2147483647 w 300"/>
                <a:gd name="T83" fmla="*/ 2147483647 h 1194"/>
                <a:gd name="T84" fmla="*/ 2147483647 w 300"/>
                <a:gd name="T85" fmla="*/ 2147483647 h 1194"/>
                <a:gd name="T86" fmla="*/ 2147483647 w 300"/>
                <a:gd name="T87" fmla="*/ 2147483647 h 1194"/>
                <a:gd name="T88" fmla="*/ 2147483647 w 300"/>
                <a:gd name="T89" fmla="*/ 2147483647 h 1194"/>
                <a:gd name="T90" fmla="*/ 2147483647 w 300"/>
                <a:gd name="T91" fmla="*/ 2147483647 h 1194"/>
                <a:gd name="T92" fmla="*/ 2147483647 w 300"/>
                <a:gd name="T93" fmla="*/ 2147483647 h 1194"/>
                <a:gd name="T94" fmla="*/ 2147483647 w 300"/>
                <a:gd name="T95" fmla="*/ 2147483647 h 1194"/>
                <a:gd name="T96" fmla="*/ 2147483647 w 300"/>
                <a:gd name="T97" fmla="*/ 2147483647 h 1194"/>
                <a:gd name="T98" fmla="*/ 2147483647 w 300"/>
                <a:gd name="T99" fmla="*/ 0 h 1194"/>
                <a:gd name="T100" fmla="*/ 2147483647 w 300"/>
                <a:gd name="T101" fmla="*/ 2147483647 h 1194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300"/>
                <a:gd name="T154" fmla="*/ 0 h 1194"/>
                <a:gd name="T155" fmla="*/ 300 w 300"/>
                <a:gd name="T156" fmla="*/ 1194 h 1194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300" h="1194">
                  <a:moveTo>
                    <a:pt x="0" y="1194"/>
                  </a:moveTo>
                  <a:lnTo>
                    <a:pt x="12" y="1188"/>
                  </a:lnTo>
                  <a:lnTo>
                    <a:pt x="36" y="1146"/>
                  </a:lnTo>
                  <a:lnTo>
                    <a:pt x="18" y="1134"/>
                  </a:lnTo>
                  <a:lnTo>
                    <a:pt x="0" y="1194"/>
                  </a:lnTo>
                  <a:close/>
                  <a:moveTo>
                    <a:pt x="114" y="1068"/>
                  </a:moveTo>
                  <a:lnTo>
                    <a:pt x="72" y="1062"/>
                  </a:lnTo>
                  <a:lnTo>
                    <a:pt x="54" y="1134"/>
                  </a:lnTo>
                  <a:lnTo>
                    <a:pt x="66" y="1134"/>
                  </a:lnTo>
                  <a:lnTo>
                    <a:pt x="84" y="1104"/>
                  </a:lnTo>
                  <a:lnTo>
                    <a:pt x="132" y="1074"/>
                  </a:lnTo>
                  <a:lnTo>
                    <a:pt x="120" y="1050"/>
                  </a:lnTo>
                  <a:lnTo>
                    <a:pt x="114" y="1068"/>
                  </a:lnTo>
                  <a:close/>
                  <a:moveTo>
                    <a:pt x="192" y="1008"/>
                  </a:moveTo>
                  <a:lnTo>
                    <a:pt x="186" y="1008"/>
                  </a:lnTo>
                  <a:lnTo>
                    <a:pt x="180" y="1020"/>
                  </a:lnTo>
                  <a:lnTo>
                    <a:pt x="174" y="1026"/>
                  </a:lnTo>
                  <a:lnTo>
                    <a:pt x="168" y="1038"/>
                  </a:lnTo>
                  <a:lnTo>
                    <a:pt x="168" y="1044"/>
                  </a:lnTo>
                  <a:lnTo>
                    <a:pt x="174" y="1050"/>
                  </a:lnTo>
                  <a:lnTo>
                    <a:pt x="180" y="1050"/>
                  </a:lnTo>
                  <a:lnTo>
                    <a:pt x="198" y="1032"/>
                  </a:lnTo>
                  <a:lnTo>
                    <a:pt x="198" y="1014"/>
                  </a:lnTo>
                  <a:lnTo>
                    <a:pt x="192" y="1008"/>
                  </a:lnTo>
                  <a:close/>
                  <a:moveTo>
                    <a:pt x="282" y="636"/>
                  </a:moveTo>
                  <a:lnTo>
                    <a:pt x="264" y="654"/>
                  </a:lnTo>
                  <a:lnTo>
                    <a:pt x="276" y="678"/>
                  </a:lnTo>
                  <a:lnTo>
                    <a:pt x="258" y="678"/>
                  </a:lnTo>
                  <a:lnTo>
                    <a:pt x="258" y="702"/>
                  </a:lnTo>
                  <a:lnTo>
                    <a:pt x="282" y="702"/>
                  </a:lnTo>
                  <a:lnTo>
                    <a:pt x="294" y="684"/>
                  </a:lnTo>
                  <a:lnTo>
                    <a:pt x="282" y="654"/>
                  </a:lnTo>
                  <a:lnTo>
                    <a:pt x="300" y="654"/>
                  </a:lnTo>
                  <a:lnTo>
                    <a:pt x="282" y="636"/>
                  </a:lnTo>
                  <a:close/>
                  <a:moveTo>
                    <a:pt x="276" y="768"/>
                  </a:moveTo>
                  <a:lnTo>
                    <a:pt x="294" y="750"/>
                  </a:lnTo>
                  <a:lnTo>
                    <a:pt x="270" y="732"/>
                  </a:lnTo>
                  <a:lnTo>
                    <a:pt x="276" y="768"/>
                  </a:lnTo>
                  <a:close/>
                  <a:moveTo>
                    <a:pt x="258" y="954"/>
                  </a:moveTo>
                  <a:lnTo>
                    <a:pt x="258" y="924"/>
                  </a:lnTo>
                  <a:lnTo>
                    <a:pt x="240" y="948"/>
                  </a:lnTo>
                  <a:lnTo>
                    <a:pt x="258" y="954"/>
                  </a:lnTo>
                  <a:close/>
                  <a:moveTo>
                    <a:pt x="252" y="858"/>
                  </a:moveTo>
                  <a:lnTo>
                    <a:pt x="270" y="858"/>
                  </a:lnTo>
                  <a:lnTo>
                    <a:pt x="252" y="840"/>
                  </a:lnTo>
                  <a:lnTo>
                    <a:pt x="252" y="858"/>
                  </a:lnTo>
                  <a:close/>
                  <a:moveTo>
                    <a:pt x="126" y="24"/>
                  </a:moveTo>
                  <a:lnTo>
                    <a:pt x="144" y="60"/>
                  </a:lnTo>
                  <a:lnTo>
                    <a:pt x="174" y="24"/>
                  </a:lnTo>
                  <a:lnTo>
                    <a:pt x="162" y="0"/>
                  </a:lnTo>
                  <a:lnTo>
                    <a:pt x="126" y="2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34" name="Russia" descr="© INSCALE GmbH, 05.05.2010&#10;http://www.presentationload.com/">
              <a:extLst>
                <a:ext uri="{FF2B5EF4-FFF2-40B4-BE49-F238E27FC236}">
                  <a16:creationId xmlns:a16="http://schemas.microsoft.com/office/drawing/2014/main" id="{1C39513B-7C90-4DAD-ADE0-31C22410EE42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4162362" y="964884"/>
              <a:ext cx="2990655" cy="946633"/>
            </a:xfrm>
            <a:custGeom>
              <a:avLst/>
              <a:gdLst>
                <a:gd name="T0" fmla="*/ 2147483647 w 9048"/>
                <a:gd name="T1" fmla="*/ 2147483647 h 2880"/>
                <a:gd name="T2" fmla="*/ 2147483647 w 9048"/>
                <a:gd name="T3" fmla="*/ 2147483647 h 2880"/>
                <a:gd name="T4" fmla="*/ 2147483647 w 9048"/>
                <a:gd name="T5" fmla="*/ 2147483647 h 2880"/>
                <a:gd name="T6" fmla="*/ 2147483647 w 9048"/>
                <a:gd name="T7" fmla="*/ 2147483647 h 2880"/>
                <a:gd name="T8" fmla="*/ 2147483647 w 9048"/>
                <a:gd name="T9" fmla="*/ 2147483647 h 2880"/>
                <a:gd name="T10" fmla="*/ 2147483647 w 9048"/>
                <a:gd name="T11" fmla="*/ 2147483647 h 2880"/>
                <a:gd name="T12" fmla="*/ 2147483647 w 9048"/>
                <a:gd name="T13" fmla="*/ 2147483647 h 2880"/>
                <a:gd name="T14" fmla="*/ 2147483647 w 9048"/>
                <a:gd name="T15" fmla="*/ 2147483647 h 2880"/>
                <a:gd name="T16" fmla="*/ 2147483647 w 9048"/>
                <a:gd name="T17" fmla="*/ 2147483647 h 2880"/>
                <a:gd name="T18" fmla="*/ 2147483647 w 9048"/>
                <a:gd name="T19" fmla="*/ 2147483647 h 2880"/>
                <a:gd name="T20" fmla="*/ 2147483647 w 9048"/>
                <a:gd name="T21" fmla="*/ 2147483647 h 2880"/>
                <a:gd name="T22" fmla="*/ 2147483647 w 9048"/>
                <a:gd name="T23" fmla="*/ 2147483647 h 2880"/>
                <a:gd name="T24" fmla="*/ 2147483647 w 9048"/>
                <a:gd name="T25" fmla="*/ 2147483647 h 2880"/>
                <a:gd name="T26" fmla="*/ 2147483647 w 9048"/>
                <a:gd name="T27" fmla="*/ 2147483647 h 2880"/>
                <a:gd name="T28" fmla="*/ 2147483647 w 9048"/>
                <a:gd name="T29" fmla="*/ 2147483647 h 2880"/>
                <a:gd name="T30" fmla="*/ 2147483647 w 9048"/>
                <a:gd name="T31" fmla="*/ 2147483647 h 2880"/>
                <a:gd name="T32" fmla="*/ 2147483647 w 9048"/>
                <a:gd name="T33" fmla="*/ 2147483647 h 2880"/>
                <a:gd name="T34" fmla="*/ 2147483647 w 9048"/>
                <a:gd name="T35" fmla="*/ 2147483647 h 2880"/>
                <a:gd name="T36" fmla="*/ 2147483647 w 9048"/>
                <a:gd name="T37" fmla="*/ 2147483647 h 2880"/>
                <a:gd name="T38" fmla="*/ 2147483647 w 9048"/>
                <a:gd name="T39" fmla="*/ 2147483647 h 2880"/>
                <a:gd name="T40" fmla="*/ 2147483647 w 9048"/>
                <a:gd name="T41" fmla="*/ 2147483647 h 2880"/>
                <a:gd name="T42" fmla="*/ 2147483647 w 9048"/>
                <a:gd name="T43" fmla="*/ 2147483647 h 2880"/>
                <a:gd name="T44" fmla="*/ 2147483647 w 9048"/>
                <a:gd name="T45" fmla="*/ 2147483647 h 2880"/>
                <a:gd name="T46" fmla="*/ 2147483647 w 9048"/>
                <a:gd name="T47" fmla="*/ 2147483647 h 2880"/>
                <a:gd name="T48" fmla="*/ 2147483647 w 9048"/>
                <a:gd name="T49" fmla="*/ 2147483647 h 2880"/>
                <a:gd name="T50" fmla="*/ 2147483647 w 9048"/>
                <a:gd name="T51" fmla="*/ 2147483647 h 2880"/>
                <a:gd name="T52" fmla="*/ 2147483647 w 9048"/>
                <a:gd name="T53" fmla="*/ 2147483647 h 2880"/>
                <a:gd name="T54" fmla="*/ 2147483647 w 9048"/>
                <a:gd name="T55" fmla="*/ 2147483647 h 2880"/>
                <a:gd name="T56" fmla="*/ 2147483647 w 9048"/>
                <a:gd name="T57" fmla="*/ 2147483647 h 2880"/>
                <a:gd name="T58" fmla="*/ 2147483647 w 9048"/>
                <a:gd name="T59" fmla="*/ 2147483647 h 2880"/>
                <a:gd name="T60" fmla="*/ 2147483647 w 9048"/>
                <a:gd name="T61" fmla="*/ 2147483647 h 2880"/>
                <a:gd name="T62" fmla="*/ 2147483647 w 9048"/>
                <a:gd name="T63" fmla="*/ 2147483647 h 2880"/>
                <a:gd name="T64" fmla="*/ 2147483647 w 9048"/>
                <a:gd name="T65" fmla="*/ 2147483647 h 2880"/>
                <a:gd name="T66" fmla="*/ 2147483647 w 9048"/>
                <a:gd name="T67" fmla="*/ 2147483647 h 2880"/>
                <a:gd name="T68" fmla="*/ 2147483647 w 9048"/>
                <a:gd name="T69" fmla="*/ 2147483647 h 2880"/>
                <a:gd name="T70" fmla="*/ 2147483647 w 9048"/>
                <a:gd name="T71" fmla="*/ 2147483647 h 2880"/>
                <a:gd name="T72" fmla="*/ 2147483647 w 9048"/>
                <a:gd name="T73" fmla="*/ 2147483647 h 2880"/>
                <a:gd name="T74" fmla="*/ 2147483647 w 9048"/>
                <a:gd name="T75" fmla="*/ 2147483647 h 2880"/>
                <a:gd name="T76" fmla="*/ 2147483647 w 9048"/>
                <a:gd name="T77" fmla="*/ 2147483647 h 2880"/>
                <a:gd name="T78" fmla="*/ 2147483647 w 9048"/>
                <a:gd name="T79" fmla="*/ 2147483647 h 2880"/>
                <a:gd name="T80" fmla="*/ 2147483647 w 9048"/>
                <a:gd name="T81" fmla="*/ 2147483647 h 2880"/>
                <a:gd name="T82" fmla="*/ 2147483647 w 9048"/>
                <a:gd name="T83" fmla="*/ 2147483647 h 2880"/>
                <a:gd name="T84" fmla="*/ 2147483647 w 9048"/>
                <a:gd name="T85" fmla="*/ 2147483647 h 2880"/>
                <a:gd name="T86" fmla="*/ 2147483647 w 9048"/>
                <a:gd name="T87" fmla="*/ 2147483647 h 2880"/>
                <a:gd name="T88" fmla="*/ 2147483647 w 9048"/>
                <a:gd name="T89" fmla="*/ 2147483647 h 2880"/>
                <a:gd name="T90" fmla="*/ 2147483647 w 9048"/>
                <a:gd name="T91" fmla="*/ 2147483647 h 2880"/>
                <a:gd name="T92" fmla="*/ 2147483647 w 9048"/>
                <a:gd name="T93" fmla="*/ 2147483647 h 2880"/>
                <a:gd name="T94" fmla="*/ 2147483647 w 9048"/>
                <a:gd name="T95" fmla="*/ 2147483647 h 2880"/>
                <a:gd name="T96" fmla="*/ 2147483647 w 9048"/>
                <a:gd name="T97" fmla="*/ 2147483647 h 2880"/>
                <a:gd name="T98" fmla="*/ 2147483647 w 9048"/>
                <a:gd name="T99" fmla="*/ 2147483647 h 2880"/>
                <a:gd name="T100" fmla="*/ 2147483647 w 9048"/>
                <a:gd name="T101" fmla="*/ 2147483647 h 2880"/>
                <a:gd name="T102" fmla="*/ 2147483647 w 9048"/>
                <a:gd name="T103" fmla="*/ 2147483647 h 2880"/>
                <a:gd name="T104" fmla="*/ 2147483647 w 9048"/>
                <a:gd name="T105" fmla="*/ 2147483647 h 2880"/>
                <a:gd name="T106" fmla="*/ 2147483647 w 9048"/>
                <a:gd name="T107" fmla="*/ 2147483647 h 2880"/>
                <a:gd name="T108" fmla="*/ 2147483647 w 9048"/>
                <a:gd name="T109" fmla="*/ 2147483647 h 2880"/>
                <a:gd name="T110" fmla="*/ 2147483647 w 9048"/>
                <a:gd name="T111" fmla="*/ 2147483647 h 2880"/>
                <a:gd name="T112" fmla="*/ 2147483647 w 9048"/>
                <a:gd name="T113" fmla="*/ 2147483647 h 2880"/>
                <a:gd name="T114" fmla="*/ 2147483647 w 9048"/>
                <a:gd name="T115" fmla="*/ 2147483647 h 2880"/>
                <a:gd name="T116" fmla="*/ 2147483647 w 9048"/>
                <a:gd name="T117" fmla="*/ 2147483647 h 2880"/>
                <a:gd name="T118" fmla="*/ 2147483647 w 9048"/>
                <a:gd name="T119" fmla="*/ 2147483647 h 2880"/>
                <a:gd name="T120" fmla="*/ 2147483647 w 9048"/>
                <a:gd name="T121" fmla="*/ 2147483647 h 2880"/>
                <a:gd name="T122" fmla="*/ 2147483647 w 9048"/>
                <a:gd name="T123" fmla="*/ 2147483647 h 2880"/>
                <a:gd name="T124" fmla="*/ 2147483647 w 9048"/>
                <a:gd name="T125" fmla="*/ 2147483647 h 288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9048"/>
                <a:gd name="T190" fmla="*/ 0 h 2880"/>
                <a:gd name="T191" fmla="*/ 9048 w 9048"/>
                <a:gd name="T192" fmla="*/ 2880 h 288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9048" h="2880">
                  <a:moveTo>
                    <a:pt x="2790" y="546"/>
                  </a:moveTo>
                  <a:lnTo>
                    <a:pt x="2760" y="540"/>
                  </a:lnTo>
                  <a:lnTo>
                    <a:pt x="2736" y="558"/>
                  </a:lnTo>
                  <a:lnTo>
                    <a:pt x="2778" y="570"/>
                  </a:lnTo>
                  <a:lnTo>
                    <a:pt x="2790" y="546"/>
                  </a:lnTo>
                  <a:close/>
                  <a:moveTo>
                    <a:pt x="2832" y="522"/>
                  </a:moveTo>
                  <a:lnTo>
                    <a:pt x="2820" y="516"/>
                  </a:lnTo>
                  <a:lnTo>
                    <a:pt x="2814" y="510"/>
                  </a:lnTo>
                  <a:lnTo>
                    <a:pt x="2808" y="510"/>
                  </a:lnTo>
                  <a:lnTo>
                    <a:pt x="2808" y="528"/>
                  </a:lnTo>
                  <a:lnTo>
                    <a:pt x="2820" y="534"/>
                  </a:lnTo>
                  <a:lnTo>
                    <a:pt x="2832" y="534"/>
                  </a:lnTo>
                  <a:lnTo>
                    <a:pt x="2844" y="540"/>
                  </a:lnTo>
                  <a:lnTo>
                    <a:pt x="2850" y="540"/>
                  </a:lnTo>
                  <a:lnTo>
                    <a:pt x="2850" y="534"/>
                  </a:lnTo>
                  <a:lnTo>
                    <a:pt x="2844" y="528"/>
                  </a:lnTo>
                  <a:lnTo>
                    <a:pt x="2832" y="522"/>
                  </a:lnTo>
                  <a:close/>
                  <a:moveTo>
                    <a:pt x="1704" y="18"/>
                  </a:moveTo>
                  <a:lnTo>
                    <a:pt x="1710" y="18"/>
                  </a:lnTo>
                  <a:lnTo>
                    <a:pt x="1716" y="12"/>
                  </a:lnTo>
                  <a:lnTo>
                    <a:pt x="1728" y="6"/>
                  </a:lnTo>
                  <a:lnTo>
                    <a:pt x="1734" y="0"/>
                  </a:lnTo>
                  <a:lnTo>
                    <a:pt x="1644" y="0"/>
                  </a:lnTo>
                  <a:lnTo>
                    <a:pt x="1638" y="12"/>
                  </a:lnTo>
                  <a:lnTo>
                    <a:pt x="1680" y="12"/>
                  </a:lnTo>
                  <a:lnTo>
                    <a:pt x="1686" y="18"/>
                  </a:lnTo>
                  <a:lnTo>
                    <a:pt x="1704" y="18"/>
                  </a:lnTo>
                  <a:close/>
                  <a:moveTo>
                    <a:pt x="1740" y="60"/>
                  </a:moveTo>
                  <a:lnTo>
                    <a:pt x="1746" y="60"/>
                  </a:lnTo>
                  <a:lnTo>
                    <a:pt x="1758" y="48"/>
                  </a:lnTo>
                  <a:lnTo>
                    <a:pt x="1764" y="48"/>
                  </a:lnTo>
                  <a:lnTo>
                    <a:pt x="1770" y="54"/>
                  </a:lnTo>
                  <a:lnTo>
                    <a:pt x="1782" y="54"/>
                  </a:lnTo>
                  <a:lnTo>
                    <a:pt x="1788" y="60"/>
                  </a:lnTo>
                  <a:lnTo>
                    <a:pt x="1800" y="60"/>
                  </a:lnTo>
                  <a:lnTo>
                    <a:pt x="1812" y="48"/>
                  </a:lnTo>
                  <a:lnTo>
                    <a:pt x="1812" y="36"/>
                  </a:lnTo>
                  <a:lnTo>
                    <a:pt x="1806" y="30"/>
                  </a:lnTo>
                  <a:lnTo>
                    <a:pt x="1794" y="24"/>
                  </a:lnTo>
                  <a:lnTo>
                    <a:pt x="1758" y="24"/>
                  </a:lnTo>
                  <a:lnTo>
                    <a:pt x="1710" y="48"/>
                  </a:lnTo>
                  <a:lnTo>
                    <a:pt x="1716" y="54"/>
                  </a:lnTo>
                  <a:lnTo>
                    <a:pt x="1728" y="60"/>
                  </a:lnTo>
                  <a:lnTo>
                    <a:pt x="1740" y="60"/>
                  </a:lnTo>
                  <a:close/>
                  <a:moveTo>
                    <a:pt x="2382" y="510"/>
                  </a:moveTo>
                  <a:lnTo>
                    <a:pt x="2400" y="504"/>
                  </a:lnTo>
                  <a:lnTo>
                    <a:pt x="2412" y="498"/>
                  </a:lnTo>
                  <a:lnTo>
                    <a:pt x="2412" y="486"/>
                  </a:lnTo>
                  <a:lnTo>
                    <a:pt x="2406" y="486"/>
                  </a:lnTo>
                  <a:lnTo>
                    <a:pt x="2400" y="480"/>
                  </a:lnTo>
                  <a:lnTo>
                    <a:pt x="2346" y="480"/>
                  </a:lnTo>
                  <a:lnTo>
                    <a:pt x="2346" y="492"/>
                  </a:lnTo>
                  <a:lnTo>
                    <a:pt x="2358" y="504"/>
                  </a:lnTo>
                  <a:lnTo>
                    <a:pt x="2370" y="510"/>
                  </a:lnTo>
                  <a:lnTo>
                    <a:pt x="2382" y="510"/>
                  </a:lnTo>
                  <a:close/>
                  <a:moveTo>
                    <a:pt x="1590" y="30"/>
                  </a:moveTo>
                  <a:lnTo>
                    <a:pt x="1548" y="24"/>
                  </a:lnTo>
                  <a:lnTo>
                    <a:pt x="1554" y="36"/>
                  </a:lnTo>
                  <a:lnTo>
                    <a:pt x="1590" y="30"/>
                  </a:lnTo>
                  <a:close/>
                  <a:moveTo>
                    <a:pt x="1890" y="696"/>
                  </a:moveTo>
                  <a:lnTo>
                    <a:pt x="1896" y="708"/>
                  </a:lnTo>
                  <a:lnTo>
                    <a:pt x="1920" y="720"/>
                  </a:lnTo>
                  <a:lnTo>
                    <a:pt x="1950" y="738"/>
                  </a:lnTo>
                  <a:lnTo>
                    <a:pt x="1974" y="744"/>
                  </a:lnTo>
                  <a:lnTo>
                    <a:pt x="1992" y="738"/>
                  </a:lnTo>
                  <a:lnTo>
                    <a:pt x="1980" y="720"/>
                  </a:lnTo>
                  <a:lnTo>
                    <a:pt x="1950" y="702"/>
                  </a:lnTo>
                  <a:lnTo>
                    <a:pt x="1914" y="696"/>
                  </a:lnTo>
                  <a:lnTo>
                    <a:pt x="1890" y="696"/>
                  </a:lnTo>
                  <a:close/>
                  <a:moveTo>
                    <a:pt x="3108" y="126"/>
                  </a:moveTo>
                  <a:lnTo>
                    <a:pt x="3120" y="108"/>
                  </a:lnTo>
                  <a:lnTo>
                    <a:pt x="3030" y="108"/>
                  </a:lnTo>
                  <a:lnTo>
                    <a:pt x="3108" y="126"/>
                  </a:lnTo>
                  <a:close/>
                  <a:moveTo>
                    <a:pt x="1560" y="102"/>
                  </a:moveTo>
                  <a:lnTo>
                    <a:pt x="1632" y="102"/>
                  </a:lnTo>
                  <a:lnTo>
                    <a:pt x="1608" y="84"/>
                  </a:lnTo>
                  <a:lnTo>
                    <a:pt x="1560" y="102"/>
                  </a:lnTo>
                  <a:close/>
                  <a:moveTo>
                    <a:pt x="1572" y="60"/>
                  </a:moveTo>
                  <a:lnTo>
                    <a:pt x="1584" y="66"/>
                  </a:lnTo>
                  <a:lnTo>
                    <a:pt x="1596" y="78"/>
                  </a:lnTo>
                  <a:lnTo>
                    <a:pt x="1620" y="66"/>
                  </a:lnTo>
                  <a:lnTo>
                    <a:pt x="1620" y="72"/>
                  </a:lnTo>
                  <a:lnTo>
                    <a:pt x="1644" y="72"/>
                  </a:lnTo>
                  <a:lnTo>
                    <a:pt x="1668" y="60"/>
                  </a:lnTo>
                  <a:lnTo>
                    <a:pt x="1674" y="54"/>
                  </a:lnTo>
                  <a:lnTo>
                    <a:pt x="1680" y="54"/>
                  </a:lnTo>
                  <a:lnTo>
                    <a:pt x="1626" y="48"/>
                  </a:lnTo>
                  <a:lnTo>
                    <a:pt x="1614" y="54"/>
                  </a:lnTo>
                  <a:lnTo>
                    <a:pt x="1608" y="54"/>
                  </a:lnTo>
                  <a:lnTo>
                    <a:pt x="1602" y="48"/>
                  </a:lnTo>
                  <a:lnTo>
                    <a:pt x="1584" y="48"/>
                  </a:lnTo>
                  <a:lnTo>
                    <a:pt x="1572" y="60"/>
                  </a:lnTo>
                  <a:close/>
                  <a:moveTo>
                    <a:pt x="1662" y="36"/>
                  </a:moveTo>
                  <a:lnTo>
                    <a:pt x="1602" y="36"/>
                  </a:lnTo>
                  <a:lnTo>
                    <a:pt x="1650" y="48"/>
                  </a:lnTo>
                  <a:lnTo>
                    <a:pt x="1662" y="36"/>
                  </a:lnTo>
                  <a:close/>
                  <a:moveTo>
                    <a:pt x="1542" y="522"/>
                  </a:moveTo>
                  <a:lnTo>
                    <a:pt x="1500" y="528"/>
                  </a:lnTo>
                  <a:lnTo>
                    <a:pt x="1512" y="552"/>
                  </a:lnTo>
                  <a:lnTo>
                    <a:pt x="1542" y="534"/>
                  </a:lnTo>
                  <a:lnTo>
                    <a:pt x="1524" y="558"/>
                  </a:lnTo>
                  <a:lnTo>
                    <a:pt x="1518" y="558"/>
                  </a:lnTo>
                  <a:lnTo>
                    <a:pt x="1512" y="564"/>
                  </a:lnTo>
                  <a:lnTo>
                    <a:pt x="1506" y="564"/>
                  </a:lnTo>
                  <a:lnTo>
                    <a:pt x="1494" y="570"/>
                  </a:lnTo>
                  <a:lnTo>
                    <a:pt x="1488" y="576"/>
                  </a:lnTo>
                  <a:lnTo>
                    <a:pt x="1488" y="582"/>
                  </a:lnTo>
                  <a:lnTo>
                    <a:pt x="1500" y="594"/>
                  </a:lnTo>
                  <a:lnTo>
                    <a:pt x="1524" y="606"/>
                  </a:lnTo>
                  <a:lnTo>
                    <a:pt x="1566" y="606"/>
                  </a:lnTo>
                  <a:lnTo>
                    <a:pt x="1590" y="612"/>
                  </a:lnTo>
                  <a:lnTo>
                    <a:pt x="1608" y="618"/>
                  </a:lnTo>
                  <a:lnTo>
                    <a:pt x="1614" y="624"/>
                  </a:lnTo>
                  <a:lnTo>
                    <a:pt x="1620" y="636"/>
                  </a:lnTo>
                  <a:lnTo>
                    <a:pt x="1620" y="648"/>
                  </a:lnTo>
                  <a:lnTo>
                    <a:pt x="1626" y="654"/>
                  </a:lnTo>
                  <a:lnTo>
                    <a:pt x="1626" y="660"/>
                  </a:lnTo>
                  <a:lnTo>
                    <a:pt x="1644" y="660"/>
                  </a:lnTo>
                  <a:lnTo>
                    <a:pt x="1662" y="666"/>
                  </a:lnTo>
                  <a:lnTo>
                    <a:pt x="1674" y="666"/>
                  </a:lnTo>
                  <a:lnTo>
                    <a:pt x="1692" y="672"/>
                  </a:lnTo>
                  <a:lnTo>
                    <a:pt x="1704" y="672"/>
                  </a:lnTo>
                  <a:lnTo>
                    <a:pt x="1818" y="666"/>
                  </a:lnTo>
                  <a:lnTo>
                    <a:pt x="1806" y="666"/>
                  </a:lnTo>
                  <a:lnTo>
                    <a:pt x="1734" y="642"/>
                  </a:lnTo>
                  <a:lnTo>
                    <a:pt x="1704" y="618"/>
                  </a:lnTo>
                  <a:lnTo>
                    <a:pt x="1692" y="600"/>
                  </a:lnTo>
                  <a:lnTo>
                    <a:pt x="1686" y="588"/>
                  </a:lnTo>
                  <a:lnTo>
                    <a:pt x="1674" y="582"/>
                  </a:lnTo>
                  <a:lnTo>
                    <a:pt x="1674" y="570"/>
                  </a:lnTo>
                  <a:lnTo>
                    <a:pt x="1668" y="564"/>
                  </a:lnTo>
                  <a:lnTo>
                    <a:pt x="1692" y="516"/>
                  </a:lnTo>
                  <a:lnTo>
                    <a:pt x="1686" y="510"/>
                  </a:lnTo>
                  <a:lnTo>
                    <a:pt x="1686" y="504"/>
                  </a:lnTo>
                  <a:lnTo>
                    <a:pt x="1674" y="504"/>
                  </a:lnTo>
                  <a:lnTo>
                    <a:pt x="1710" y="498"/>
                  </a:lnTo>
                  <a:lnTo>
                    <a:pt x="1698" y="480"/>
                  </a:lnTo>
                  <a:lnTo>
                    <a:pt x="1734" y="480"/>
                  </a:lnTo>
                  <a:lnTo>
                    <a:pt x="1710" y="468"/>
                  </a:lnTo>
                  <a:lnTo>
                    <a:pt x="1734" y="474"/>
                  </a:lnTo>
                  <a:lnTo>
                    <a:pt x="1740" y="462"/>
                  </a:lnTo>
                  <a:lnTo>
                    <a:pt x="1722" y="450"/>
                  </a:lnTo>
                  <a:lnTo>
                    <a:pt x="1764" y="450"/>
                  </a:lnTo>
                  <a:lnTo>
                    <a:pt x="1770" y="444"/>
                  </a:lnTo>
                  <a:lnTo>
                    <a:pt x="1752" y="426"/>
                  </a:lnTo>
                  <a:lnTo>
                    <a:pt x="1782" y="432"/>
                  </a:lnTo>
                  <a:lnTo>
                    <a:pt x="1782" y="402"/>
                  </a:lnTo>
                  <a:lnTo>
                    <a:pt x="1788" y="408"/>
                  </a:lnTo>
                  <a:lnTo>
                    <a:pt x="1800" y="414"/>
                  </a:lnTo>
                  <a:lnTo>
                    <a:pt x="1812" y="414"/>
                  </a:lnTo>
                  <a:lnTo>
                    <a:pt x="1830" y="408"/>
                  </a:lnTo>
                  <a:lnTo>
                    <a:pt x="1842" y="402"/>
                  </a:lnTo>
                  <a:lnTo>
                    <a:pt x="1860" y="390"/>
                  </a:lnTo>
                  <a:lnTo>
                    <a:pt x="1878" y="372"/>
                  </a:lnTo>
                  <a:lnTo>
                    <a:pt x="1896" y="372"/>
                  </a:lnTo>
                  <a:lnTo>
                    <a:pt x="1938" y="366"/>
                  </a:lnTo>
                  <a:lnTo>
                    <a:pt x="1992" y="354"/>
                  </a:lnTo>
                  <a:lnTo>
                    <a:pt x="2046" y="348"/>
                  </a:lnTo>
                  <a:lnTo>
                    <a:pt x="2094" y="336"/>
                  </a:lnTo>
                  <a:lnTo>
                    <a:pt x="2124" y="330"/>
                  </a:lnTo>
                  <a:lnTo>
                    <a:pt x="2136" y="324"/>
                  </a:lnTo>
                  <a:lnTo>
                    <a:pt x="2154" y="318"/>
                  </a:lnTo>
                  <a:lnTo>
                    <a:pt x="2160" y="312"/>
                  </a:lnTo>
                  <a:lnTo>
                    <a:pt x="2166" y="300"/>
                  </a:lnTo>
                  <a:lnTo>
                    <a:pt x="2166" y="294"/>
                  </a:lnTo>
                  <a:lnTo>
                    <a:pt x="2154" y="282"/>
                  </a:lnTo>
                  <a:lnTo>
                    <a:pt x="2136" y="276"/>
                  </a:lnTo>
                  <a:lnTo>
                    <a:pt x="2088" y="270"/>
                  </a:lnTo>
                  <a:lnTo>
                    <a:pt x="2046" y="276"/>
                  </a:lnTo>
                  <a:lnTo>
                    <a:pt x="2016" y="288"/>
                  </a:lnTo>
                  <a:lnTo>
                    <a:pt x="1980" y="300"/>
                  </a:lnTo>
                  <a:lnTo>
                    <a:pt x="1938" y="318"/>
                  </a:lnTo>
                  <a:lnTo>
                    <a:pt x="1860" y="318"/>
                  </a:lnTo>
                  <a:lnTo>
                    <a:pt x="1842" y="312"/>
                  </a:lnTo>
                  <a:lnTo>
                    <a:pt x="1824" y="312"/>
                  </a:lnTo>
                  <a:lnTo>
                    <a:pt x="1806" y="336"/>
                  </a:lnTo>
                  <a:lnTo>
                    <a:pt x="1782" y="318"/>
                  </a:lnTo>
                  <a:lnTo>
                    <a:pt x="1728" y="342"/>
                  </a:lnTo>
                  <a:lnTo>
                    <a:pt x="1698" y="342"/>
                  </a:lnTo>
                  <a:lnTo>
                    <a:pt x="1668" y="366"/>
                  </a:lnTo>
                  <a:lnTo>
                    <a:pt x="1692" y="372"/>
                  </a:lnTo>
                  <a:lnTo>
                    <a:pt x="1644" y="372"/>
                  </a:lnTo>
                  <a:lnTo>
                    <a:pt x="1614" y="378"/>
                  </a:lnTo>
                  <a:lnTo>
                    <a:pt x="1614" y="396"/>
                  </a:lnTo>
                  <a:lnTo>
                    <a:pt x="1638" y="378"/>
                  </a:lnTo>
                  <a:lnTo>
                    <a:pt x="1644" y="396"/>
                  </a:lnTo>
                  <a:lnTo>
                    <a:pt x="1668" y="396"/>
                  </a:lnTo>
                  <a:lnTo>
                    <a:pt x="1662" y="408"/>
                  </a:lnTo>
                  <a:lnTo>
                    <a:pt x="1620" y="408"/>
                  </a:lnTo>
                  <a:lnTo>
                    <a:pt x="1614" y="420"/>
                  </a:lnTo>
                  <a:lnTo>
                    <a:pt x="1644" y="426"/>
                  </a:lnTo>
                  <a:lnTo>
                    <a:pt x="1596" y="432"/>
                  </a:lnTo>
                  <a:lnTo>
                    <a:pt x="1632" y="438"/>
                  </a:lnTo>
                  <a:lnTo>
                    <a:pt x="1584" y="444"/>
                  </a:lnTo>
                  <a:lnTo>
                    <a:pt x="1584" y="462"/>
                  </a:lnTo>
                  <a:lnTo>
                    <a:pt x="1554" y="474"/>
                  </a:lnTo>
                  <a:lnTo>
                    <a:pt x="1560" y="486"/>
                  </a:lnTo>
                  <a:lnTo>
                    <a:pt x="1602" y="468"/>
                  </a:lnTo>
                  <a:lnTo>
                    <a:pt x="1590" y="498"/>
                  </a:lnTo>
                  <a:lnTo>
                    <a:pt x="1554" y="498"/>
                  </a:lnTo>
                  <a:lnTo>
                    <a:pt x="1542" y="504"/>
                  </a:lnTo>
                  <a:lnTo>
                    <a:pt x="1542" y="522"/>
                  </a:lnTo>
                  <a:close/>
                  <a:moveTo>
                    <a:pt x="5778" y="498"/>
                  </a:moveTo>
                  <a:lnTo>
                    <a:pt x="5850" y="486"/>
                  </a:lnTo>
                  <a:lnTo>
                    <a:pt x="5958" y="504"/>
                  </a:lnTo>
                  <a:lnTo>
                    <a:pt x="5952" y="492"/>
                  </a:lnTo>
                  <a:lnTo>
                    <a:pt x="5940" y="486"/>
                  </a:lnTo>
                  <a:lnTo>
                    <a:pt x="5928" y="474"/>
                  </a:lnTo>
                  <a:lnTo>
                    <a:pt x="5904" y="462"/>
                  </a:lnTo>
                  <a:lnTo>
                    <a:pt x="5844" y="462"/>
                  </a:lnTo>
                  <a:lnTo>
                    <a:pt x="5808" y="468"/>
                  </a:lnTo>
                  <a:lnTo>
                    <a:pt x="5796" y="468"/>
                  </a:lnTo>
                  <a:lnTo>
                    <a:pt x="5778" y="498"/>
                  </a:lnTo>
                  <a:close/>
                  <a:moveTo>
                    <a:pt x="5784" y="378"/>
                  </a:moveTo>
                  <a:lnTo>
                    <a:pt x="5838" y="384"/>
                  </a:lnTo>
                  <a:lnTo>
                    <a:pt x="5844" y="378"/>
                  </a:lnTo>
                  <a:lnTo>
                    <a:pt x="5850" y="366"/>
                  </a:lnTo>
                  <a:lnTo>
                    <a:pt x="5838" y="354"/>
                  </a:lnTo>
                  <a:lnTo>
                    <a:pt x="5802" y="354"/>
                  </a:lnTo>
                  <a:lnTo>
                    <a:pt x="5742" y="342"/>
                  </a:lnTo>
                  <a:lnTo>
                    <a:pt x="5724" y="342"/>
                  </a:lnTo>
                  <a:lnTo>
                    <a:pt x="5718" y="348"/>
                  </a:lnTo>
                  <a:lnTo>
                    <a:pt x="5730" y="354"/>
                  </a:lnTo>
                  <a:lnTo>
                    <a:pt x="5742" y="366"/>
                  </a:lnTo>
                  <a:lnTo>
                    <a:pt x="5754" y="372"/>
                  </a:lnTo>
                  <a:lnTo>
                    <a:pt x="5772" y="372"/>
                  </a:lnTo>
                  <a:lnTo>
                    <a:pt x="5778" y="378"/>
                  </a:lnTo>
                  <a:lnTo>
                    <a:pt x="5784" y="378"/>
                  </a:lnTo>
                  <a:close/>
                  <a:moveTo>
                    <a:pt x="5724" y="432"/>
                  </a:moveTo>
                  <a:lnTo>
                    <a:pt x="5712" y="444"/>
                  </a:lnTo>
                  <a:lnTo>
                    <a:pt x="5712" y="456"/>
                  </a:lnTo>
                  <a:lnTo>
                    <a:pt x="5724" y="462"/>
                  </a:lnTo>
                  <a:lnTo>
                    <a:pt x="5772" y="462"/>
                  </a:lnTo>
                  <a:lnTo>
                    <a:pt x="5778" y="456"/>
                  </a:lnTo>
                  <a:lnTo>
                    <a:pt x="5778" y="450"/>
                  </a:lnTo>
                  <a:lnTo>
                    <a:pt x="5766" y="438"/>
                  </a:lnTo>
                  <a:lnTo>
                    <a:pt x="5742" y="426"/>
                  </a:lnTo>
                  <a:lnTo>
                    <a:pt x="5730" y="426"/>
                  </a:lnTo>
                  <a:lnTo>
                    <a:pt x="5724" y="432"/>
                  </a:lnTo>
                  <a:close/>
                  <a:moveTo>
                    <a:pt x="3072" y="96"/>
                  </a:moveTo>
                  <a:lnTo>
                    <a:pt x="3192" y="96"/>
                  </a:lnTo>
                  <a:lnTo>
                    <a:pt x="3204" y="90"/>
                  </a:lnTo>
                  <a:lnTo>
                    <a:pt x="3228" y="90"/>
                  </a:lnTo>
                  <a:lnTo>
                    <a:pt x="3240" y="84"/>
                  </a:lnTo>
                  <a:lnTo>
                    <a:pt x="3240" y="72"/>
                  </a:lnTo>
                  <a:lnTo>
                    <a:pt x="3222" y="60"/>
                  </a:lnTo>
                  <a:lnTo>
                    <a:pt x="3192" y="42"/>
                  </a:lnTo>
                  <a:lnTo>
                    <a:pt x="3156" y="30"/>
                  </a:lnTo>
                  <a:lnTo>
                    <a:pt x="3132" y="24"/>
                  </a:lnTo>
                  <a:lnTo>
                    <a:pt x="3120" y="18"/>
                  </a:lnTo>
                  <a:lnTo>
                    <a:pt x="3108" y="18"/>
                  </a:lnTo>
                  <a:lnTo>
                    <a:pt x="3096" y="12"/>
                  </a:lnTo>
                  <a:lnTo>
                    <a:pt x="3060" y="12"/>
                  </a:lnTo>
                  <a:lnTo>
                    <a:pt x="3048" y="18"/>
                  </a:lnTo>
                  <a:lnTo>
                    <a:pt x="3036" y="18"/>
                  </a:lnTo>
                  <a:lnTo>
                    <a:pt x="3030" y="30"/>
                  </a:lnTo>
                  <a:lnTo>
                    <a:pt x="3030" y="42"/>
                  </a:lnTo>
                  <a:lnTo>
                    <a:pt x="3036" y="54"/>
                  </a:lnTo>
                  <a:lnTo>
                    <a:pt x="3048" y="66"/>
                  </a:lnTo>
                  <a:lnTo>
                    <a:pt x="3054" y="78"/>
                  </a:lnTo>
                  <a:lnTo>
                    <a:pt x="3072" y="96"/>
                  </a:lnTo>
                  <a:close/>
                  <a:moveTo>
                    <a:pt x="6138" y="408"/>
                  </a:moveTo>
                  <a:lnTo>
                    <a:pt x="6144" y="402"/>
                  </a:lnTo>
                  <a:lnTo>
                    <a:pt x="6132" y="396"/>
                  </a:lnTo>
                  <a:lnTo>
                    <a:pt x="6102" y="390"/>
                  </a:lnTo>
                  <a:lnTo>
                    <a:pt x="6036" y="390"/>
                  </a:lnTo>
                  <a:lnTo>
                    <a:pt x="6012" y="366"/>
                  </a:lnTo>
                  <a:lnTo>
                    <a:pt x="6000" y="360"/>
                  </a:lnTo>
                  <a:lnTo>
                    <a:pt x="5970" y="360"/>
                  </a:lnTo>
                  <a:lnTo>
                    <a:pt x="5958" y="366"/>
                  </a:lnTo>
                  <a:lnTo>
                    <a:pt x="5910" y="366"/>
                  </a:lnTo>
                  <a:lnTo>
                    <a:pt x="5946" y="390"/>
                  </a:lnTo>
                  <a:lnTo>
                    <a:pt x="5964" y="396"/>
                  </a:lnTo>
                  <a:lnTo>
                    <a:pt x="6000" y="402"/>
                  </a:lnTo>
                  <a:lnTo>
                    <a:pt x="6054" y="414"/>
                  </a:lnTo>
                  <a:lnTo>
                    <a:pt x="6102" y="414"/>
                  </a:lnTo>
                  <a:lnTo>
                    <a:pt x="6138" y="408"/>
                  </a:lnTo>
                  <a:close/>
                  <a:moveTo>
                    <a:pt x="7602" y="744"/>
                  </a:moveTo>
                  <a:lnTo>
                    <a:pt x="7596" y="732"/>
                  </a:lnTo>
                  <a:lnTo>
                    <a:pt x="7572" y="726"/>
                  </a:lnTo>
                  <a:lnTo>
                    <a:pt x="7512" y="714"/>
                  </a:lnTo>
                  <a:lnTo>
                    <a:pt x="7500" y="714"/>
                  </a:lnTo>
                  <a:lnTo>
                    <a:pt x="7512" y="726"/>
                  </a:lnTo>
                  <a:lnTo>
                    <a:pt x="7548" y="738"/>
                  </a:lnTo>
                  <a:lnTo>
                    <a:pt x="7584" y="744"/>
                  </a:lnTo>
                  <a:lnTo>
                    <a:pt x="7602" y="744"/>
                  </a:lnTo>
                  <a:close/>
                  <a:moveTo>
                    <a:pt x="3162" y="120"/>
                  </a:moveTo>
                  <a:lnTo>
                    <a:pt x="3216" y="138"/>
                  </a:lnTo>
                  <a:lnTo>
                    <a:pt x="3246" y="144"/>
                  </a:lnTo>
                  <a:lnTo>
                    <a:pt x="3264" y="144"/>
                  </a:lnTo>
                  <a:lnTo>
                    <a:pt x="3312" y="138"/>
                  </a:lnTo>
                  <a:lnTo>
                    <a:pt x="3372" y="156"/>
                  </a:lnTo>
                  <a:lnTo>
                    <a:pt x="3432" y="156"/>
                  </a:lnTo>
                  <a:lnTo>
                    <a:pt x="3426" y="138"/>
                  </a:lnTo>
                  <a:lnTo>
                    <a:pt x="3402" y="102"/>
                  </a:lnTo>
                  <a:lnTo>
                    <a:pt x="3384" y="96"/>
                  </a:lnTo>
                  <a:lnTo>
                    <a:pt x="3372" y="90"/>
                  </a:lnTo>
                  <a:lnTo>
                    <a:pt x="3354" y="96"/>
                  </a:lnTo>
                  <a:lnTo>
                    <a:pt x="3318" y="114"/>
                  </a:lnTo>
                  <a:lnTo>
                    <a:pt x="3294" y="90"/>
                  </a:lnTo>
                  <a:lnTo>
                    <a:pt x="3282" y="90"/>
                  </a:lnTo>
                  <a:lnTo>
                    <a:pt x="3210" y="102"/>
                  </a:lnTo>
                  <a:lnTo>
                    <a:pt x="3174" y="114"/>
                  </a:lnTo>
                  <a:lnTo>
                    <a:pt x="3162" y="120"/>
                  </a:lnTo>
                  <a:close/>
                  <a:moveTo>
                    <a:pt x="3582" y="198"/>
                  </a:moveTo>
                  <a:lnTo>
                    <a:pt x="3744" y="192"/>
                  </a:lnTo>
                  <a:lnTo>
                    <a:pt x="3702" y="168"/>
                  </a:lnTo>
                  <a:lnTo>
                    <a:pt x="3696" y="168"/>
                  </a:lnTo>
                  <a:lnTo>
                    <a:pt x="3690" y="162"/>
                  </a:lnTo>
                  <a:lnTo>
                    <a:pt x="3666" y="150"/>
                  </a:lnTo>
                  <a:lnTo>
                    <a:pt x="3648" y="144"/>
                  </a:lnTo>
                  <a:lnTo>
                    <a:pt x="3636" y="138"/>
                  </a:lnTo>
                  <a:lnTo>
                    <a:pt x="3618" y="138"/>
                  </a:lnTo>
                  <a:lnTo>
                    <a:pt x="3606" y="144"/>
                  </a:lnTo>
                  <a:lnTo>
                    <a:pt x="3600" y="150"/>
                  </a:lnTo>
                  <a:lnTo>
                    <a:pt x="3588" y="156"/>
                  </a:lnTo>
                  <a:lnTo>
                    <a:pt x="3588" y="150"/>
                  </a:lnTo>
                  <a:lnTo>
                    <a:pt x="3582" y="144"/>
                  </a:lnTo>
                  <a:lnTo>
                    <a:pt x="3576" y="132"/>
                  </a:lnTo>
                  <a:lnTo>
                    <a:pt x="3570" y="126"/>
                  </a:lnTo>
                  <a:lnTo>
                    <a:pt x="3546" y="114"/>
                  </a:lnTo>
                  <a:lnTo>
                    <a:pt x="3522" y="126"/>
                  </a:lnTo>
                  <a:lnTo>
                    <a:pt x="3504" y="162"/>
                  </a:lnTo>
                  <a:lnTo>
                    <a:pt x="3498" y="192"/>
                  </a:lnTo>
                  <a:lnTo>
                    <a:pt x="3492" y="210"/>
                  </a:lnTo>
                  <a:lnTo>
                    <a:pt x="3516" y="222"/>
                  </a:lnTo>
                  <a:lnTo>
                    <a:pt x="3534" y="216"/>
                  </a:lnTo>
                  <a:lnTo>
                    <a:pt x="3546" y="216"/>
                  </a:lnTo>
                  <a:lnTo>
                    <a:pt x="3582" y="198"/>
                  </a:lnTo>
                  <a:close/>
                  <a:moveTo>
                    <a:pt x="5622" y="420"/>
                  </a:moveTo>
                  <a:lnTo>
                    <a:pt x="5640" y="390"/>
                  </a:lnTo>
                  <a:lnTo>
                    <a:pt x="5754" y="390"/>
                  </a:lnTo>
                  <a:lnTo>
                    <a:pt x="5688" y="360"/>
                  </a:lnTo>
                  <a:lnTo>
                    <a:pt x="5700" y="336"/>
                  </a:lnTo>
                  <a:lnTo>
                    <a:pt x="5610" y="318"/>
                  </a:lnTo>
                  <a:lnTo>
                    <a:pt x="5628" y="348"/>
                  </a:lnTo>
                  <a:lnTo>
                    <a:pt x="5616" y="342"/>
                  </a:lnTo>
                  <a:lnTo>
                    <a:pt x="5592" y="336"/>
                  </a:lnTo>
                  <a:lnTo>
                    <a:pt x="5556" y="330"/>
                  </a:lnTo>
                  <a:lnTo>
                    <a:pt x="5514" y="318"/>
                  </a:lnTo>
                  <a:lnTo>
                    <a:pt x="5454" y="318"/>
                  </a:lnTo>
                  <a:lnTo>
                    <a:pt x="5448" y="330"/>
                  </a:lnTo>
                  <a:lnTo>
                    <a:pt x="5460" y="354"/>
                  </a:lnTo>
                  <a:lnTo>
                    <a:pt x="5496" y="372"/>
                  </a:lnTo>
                  <a:lnTo>
                    <a:pt x="5538" y="390"/>
                  </a:lnTo>
                  <a:lnTo>
                    <a:pt x="5574" y="408"/>
                  </a:lnTo>
                  <a:lnTo>
                    <a:pt x="5610" y="414"/>
                  </a:lnTo>
                  <a:lnTo>
                    <a:pt x="5622" y="420"/>
                  </a:lnTo>
                  <a:close/>
                  <a:moveTo>
                    <a:pt x="4320" y="432"/>
                  </a:moveTo>
                  <a:lnTo>
                    <a:pt x="4368" y="444"/>
                  </a:lnTo>
                  <a:lnTo>
                    <a:pt x="4380" y="444"/>
                  </a:lnTo>
                  <a:lnTo>
                    <a:pt x="4392" y="438"/>
                  </a:lnTo>
                  <a:lnTo>
                    <a:pt x="4398" y="438"/>
                  </a:lnTo>
                  <a:lnTo>
                    <a:pt x="4404" y="432"/>
                  </a:lnTo>
                  <a:lnTo>
                    <a:pt x="4404" y="426"/>
                  </a:lnTo>
                  <a:lnTo>
                    <a:pt x="4398" y="426"/>
                  </a:lnTo>
                  <a:lnTo>
                    <a:pt x="4362" y="414"/>
                  </a:lnTo>
                  <a:lnTo>
                    <a:pt x="4344" y="420"/>
                  </a:lnTo>
                  <a:lnTo>
                    <a:pt x="4332" y="420"/>
                  </a:lnTo>
                  <a:lnTo>
                    <a:pt x="4320" y="432"/>
                  </a:lnTo>
                  <a:close/>
                  <a:moveTo>
                    <a:pt x="5424" y="354"/>
                  </a:moveTo>
                  <a:lnTo>
                    <a:pt x="5370" y="336"/>
                  </a:lnTo>
                  <a:lnTo>
                    <a:pt x="5394" y="366"/>
                  </a:lnTo>
                  <a:lnTo>
                    <a:pt x="5424" y="354"/>
                  </a:lnTo>
                  <a:close/>
                  <a:moveTo>
                    <a:pt x="7986" y="666"/>
                  </a:moveTo>
                  <a:lnTo>
                    <a:pt x="8034" y="654"/>
                  </a:lnTo>
                  <a:lnTo>
                    <a:pt x="8088" y="654"/>
                  </a:lnTo>
                  <a:lnTo>
                    <a:pt x="8100" y="648"/>
                  </a:lnTo>
                  <a:lnTo>
                    <a:pt x="8106" y="642"/>
                  </a:lnTo>
                  <a:lnTo>
                    <a:pt x="8106" y="636"/>
                  </a:lnTo>
                  <a:lnTo>
                    <a:pt x="8100" y="630"/>
                  </a:lnTo>
                  <a:lnTo>
                    <a:pt x="8088" y="630"/>
                  </a:lnTo>
                  <a:lnTo>
                    <a:pt x="8052" y="618"/>
                  </a:lnTo>
                  <a:lnTo>
                    <a:pt x="8028" y="612"/>
                  </a:lnTo>
                  <a:lnTo>
                    <a:pt x="8010" y="606"/>
                  </a:lnTo>
                  <a:lnTo>
                    <a:pt x="7968" y="606"/>
                  </a:lnTo>
                  <a:lnTo>
                    <a:pt x="7944" y="618"/>
                  </a:lnTo>
                  <a:lnTo>
                    <a:pt x="7938" y="630"/>
                  </a:lnTo>
                  <a:lnTo>
                    <a:pt x="7938" y="654"/>
                  </a:lnTo>
                  <a:lnTo>
                    <a:pt x="7944" y="666"/>
                  </a:lnTo>
                  <a:lnTo>
                    <a:pt x="7950" y="666"/>
                  </a:lnTo>
                  <a:lnTo>
                    <a:pt x="7962" y="672"/>
                  </a:lnTo>
                  <a:lnTo>
                    <a:pt x="7968" y="672"/>
                  </a:lnTo>
                  <a:lnTo>
                    <a:pt x="7980" y="666"/>
                  </a:lnTo>
                  <a:lnTo>
                    <a:pt x="7986" y="666"/>
                  </a:lnTo>
                  <a:close/>
                  <a:moveTo>
                    <a:pt x="162" y="1788"/>
                  </a:moveTo>
                  <a:lnTo>
                    <a:pt x="150" y="1788"/>
                  </a:lnTo>
                  <a:lnTo>
                    <a:pt x="138" y="1794"/>
                  </a:lnTo>
                  <a:lnTo>
                    <a:pt x="114" y="1794"/>
                  </a:lnTo>
                  <a:lnTo>
                    <a:pt x="108" y="1788"/>
                  </a:lnTo>
                  <a:lnTo>
                    <a:pt x="96" y="1788"/>
                  </a:lnTo>
                  <a:lnTo>
                    <a:pt x="96" y="1782"/>
                  </a:lnTo>
                  <a:lnTo>
                    <a:pt x="84" y="1782"/>
                  </a:lnTo>
                  <a:lnTo>
                    <a:pt x="84" y="1788"/>
                  </a:lnTo>
                  <a:lnTo>
                    <a:pt x="72" y="1800"/>
                  </a:lnTo>
                  <a:lnTo>
                    <a:pt x="12" y="1800"/>
                  </a:lnTo>
                  <a:lnTo>
                    <a:pt x="0" y="1812"/>
                  </a:lnTo>
                  <a:lnTo>
                    <a:pt x="0" y="1818"/>
                  </a:lnTo>
                  <a:lnTo>
                    <a:pt x="12" y="1830"/>
                  </a:lnTo>
                  <a:lnTo>
                    <a:pt x="6" y="1842"/>
                  </a:lnTo>
                  <a:lnTo>
                    <a:pt x="12" y="1848"/>
                  </a:lnTo>
                  <a:lnTo>
                    <a:pt x="18" y="1848"/>
                  </a:lnTo>
                  <a:lnTo>
                    <a:pt x="24" y="1842"/>
                  </a:lnTo>
                  <a:lnTo>
                    <a:pt x="48" y="1842"/>
                  </a:lnTo>
                  <a:lnTo>
                    <a:pt x="54" y="1848"/>
                  </a:lnTo>
                  <a:lnTo>
                    <a:pt x="66" y="1848"/>
                  </a:lnTo>
                  <a:lnTo>
                    <a:pt x="72" y="1854"/>
                  </a:lnTo>
                  <a:lnTo>
                    <a:pt x="162" y="1854"/>
                  </a:lnTo>
                  <a:lnTo>
                    <a:pt x="162" y="1848"/>
                  </a:lnTo>
                  <a:lnTo>
                    <a:pt x="168" y="1848"/>
                  </a:lnTo>
                  <a:lnTo>
                    <a:pt x="162" y="1830"/>
                  </a:lnTo>
                  <a:lnTo>
                    <a:pt x="174" y="1818"/>
                  </a:lnTo>
                  <a:lnTo>
                    <a:pt x="174" y="1800"/>
                  </a:lnTo>
                  <a:lnTo>
                    <a:pt x="168" y="1788"/>
                  </a:lnTo>
                  <a:lnTo>
                    <a:pt x="162" y="1788"/>
                  </a:lnTo>
                  <a:close/>
                  <a:moveTo>
                    <a:pt x="1038" y="90"/>
                  </a:moveTo>
                  <a:lnTo>
                    <a:pt x="1062" y="72"/>
                  </a:lnTo>
                  <a:lnTo>
                    <a:pt x="1032" y="72"/>
                  </a:lnTo>
                  <a:lnTo>
                    <a:pt x="1032" y="84"/>
                  </a:lnTo>
                  <a:lnTo>
                    <a:pt x="1038" y="90"/>
                  </a:lnTo>
                  <a:close/>
                  <a:moveTo>
                    <a:pt x="990" y="72"/>
                  </a:moveTo>
                  <a:lnTo>
                    <a:pt x="1074" y="54"/>
                  </a:lnTo>
                  <a:lnTo>
                    <a:pt x="1044" y="42"/>
                  </a:lnTo>
                  <a:lnTo>
                    <a:pt x="996" y="54"/>
                  </a:lnTo>
                  <a:lnTo>
                    <a:pt x="948" y="54"/>
                  </a:lnTo>
                  <a:lnTo>
                    <a:pt x="966" y="66"/>
                  </a:lnTo>
                  <a:lnTo>
                    <a:pt x="990" y="72"/>
                  </a:lnTo>
                  <a:close/>
                  <a:moveTo>
                    <a:pt x="1122" y="90"/>
                  </a:moveTo>
                  <a:lnTo>
                    <a:pt x="1128" y="78"/>
                  </a:lnTo>
                  <a:lnTo>
                    <a:pt x="1152" y="78"/>
                  </a:lnTo>
                  <a:lnTo>
                    <a:pt x="1164" y="66"/>
                  </a:lnTo>
                  <a:lnTo>
                    <a:pt x="1218" y="66"/>
                  </a:lnTo>
                  <a:lnTo>
                    <a:pt x="1218" y="60"/>
                  </a:lnTo>
                  <a:lnTo>
                    <a:pt x="1206" y="54"/>
                  </a:lnTo>
                  <a:lnTo>
                    <a:pt x="1182" y="54"/>
                  </a:lnTo>
                  <a:lnTo>
                    <a:pt x="1182" y="48"/>
                  </a:lnTo>
                  <a:lnTo>
                    <a:pt x="1176" y="48"/>
                  </a:lnTo>
                  <a:lnTo>
                    <a:pt x="1164" y="42"/>
                  </a:lnTo>
                  <a:lnTo>
                    <a:pt x="1140" y="42"/>
                  </a:lnTo>
                  <a:lnTo>
                    <a:pt x="1134" y="48"/>
                  </a:lnTo>
                  <a:lnTo>
                    <a:pt x="1128" y="60"/>
                  </a:lnTo>
                  <a:lnTo>
                    <a:pt x="1128" y="66"/>
                  </a:lnTo>
                  <a:lnTo>
                    <a:pt x="1122" y="66"/>
                  </a:lnTo>
                  <a:lnTo>
                    <a:pt x="1116" y="72"/>
                  </a:lnTo>
                  <a:lnTo>
                    <a:pt x="1104" y="72"/>
                  </a:lnTo>
                  <a:lnTo>
                    <a:pt x="1086" y="78"/>
                  </a:lnTo>
                  <a:lnTo>
                    <a:pt x="1080" y="78"/>
                  </a:lnTo>
                  <a:lnTo>
                    <a:pt x="1074" y="84"/>
                  </a:lnTo>
                  <a:lnTo>
                    <a:pt x="1080" y="84"/>
                  </a:lnTo>
                  <a:lnTo>
                    <a:pt x="1092" y="90"/>
                  </a:lnTo>
                  <a:lnTo>
                    <a:pt x="1122" y="90"/>
                  </a:lnTo>
                  <a:close/>
                  <a:moveTo>
                    <a:pt x="1176" y="78"/>
                  </a:moveTo>
                  <a:lnTo>
                    <a:pt x="1158" y="90"/>
                  </a:lnTo>
                  <a:lnTo>
                    <a:pt x="1176" y="102"/>
                  </a:lnTo>
                  <a:lnTo>
                    <a:pt x="1194" y="108"/>
                  </a:lnTo>
                  <a:lnTo>
                    <a:pt x="1248" y="102"/>
                  </a:lnTo>
                  <a:lnTo>
                    <a:pt x="1242" y="90"/>
                  </a:lnTo>
                  <a:lnTo>
                    <a:pt x="1212" y="90"/>
                  </a:lnTo>
                  <a:lnTo>
                    <a:pt x="1176" y="78"/>
                  </a:lnTo>
                  <a:close/>
                  <a:moveTo>
                    <a:pt x="7812" y="2436"/>
                  </a:moveTo>
                  <a:lnTo>
                    <a:pt x="7782" y="2400"/>
                  </a:lnTo>
                  <a:lnTo>
                    <a:pt x="7776" y="2400"/>
                  </a:lnTo>
                  <a:lnTo>
                    <a:pt x="7770" y="2394"/>
                  </a:lnTo>
                  <a:lnTo>
                    <a:pt x="7752" y="2388"/>
                  </a:lnTo>
                  <a:lnTo>
                    <a:pt x="7728" y="2364"/>
                  </a:lnTo>
                  <a:lnTo>
                    <a:pt x="7722" y="2352"/>
                  </a:lnTo>
                  <a:lnTo>
                    <a:pt x="7704" y="2298"/>
                  </a:lnTo>
                  <a:lnTo>
                    <a:pt x="7698" y="2286"/>
                  </a:lnTo>
                  <a:lnTo>
                    <a:pt x="7698" y="2274"/>
                  </a:lnTo>
                  <a:lnTo>
                    <a:pt x="7674" y="2250"/>
                  </a:lnTo>
                  <a:lnTo>
                    <a:pt x="7680" y="2244"/>
                  </a:lnTo>
                  <a:lnTo>
                    <a:pt x="7698" y="2244"/>
                  </a:lnTo>
                  <a:lnTo>
                    <a:pt x="7770" y="2268"/>
                  </a:lnTo>
                  <a:lnTo>
                    <a:pt x="7800" y="2280"/>
                  </a:lnTo>
                  <a:lnTo>
                    <a:pt x="7812" y="2286"/>
                  </a:lnTo>
                  <a:lnTo>
                    <a:pt x="7740" y="2232"/>
                  </a:lnTo>
                  <a:lnTo>
                    <a:pt x="7734" y="2226"/>
                  </a:lnTo>
                  <a:lnTo>
                    <a:pt x="7722" y="2202"/>
                  </a:lnTo>
                  <a:lnTo>
                    <a:pt x="7710" y="2196"/>
                  </a:lnTo>
                  <a:lnTo>
                    <a:pt x="7704" y="2184"/>
                  </a:lnTo>
                  <a:lnTo>
                    <a:pt x="7698" y="2178"/>
                  </a:lnTo>
                  <a:lnTo>
                    <a:pt x="7674" y="2166"/>
                  </a:lnTo>
                  <a:lnTo>
                    <a:pt x="7668" y="2160"/>
                  </a:lnTo>
                  <a:lnTo>
                    <a:pt x="7656" y="2154"/>
                  </a:lnTo>
                  <a:lnTo>
                    <a:pt x="7578" y="2070"/>
                  </a:lnTo>
                  <a:lnTo>
                    <a:pt x="7554" y="2070"/>
                  </a:lnTo>
                  <a:lnTo>
                    <a:pt x="7542" y="2040"/>
                  </a:lnTo>
                  <a:lnTo>
                    <a:pt x="7524" y="2040"/>
                  </a:lnTo>
                  <a:lnTo>
                    <a:pt x="7512" y="2028"/>
                  </a:lnTo>
                  <a:lnTo>
                    <a:pt x="7500" y="2004"/>
                  </a:lnTo>
                  <a:lnTo>
                    <a:pt x="7500" y="1980"/>
                  </a:lnTo>
                  <a:lnTo>
                    <a:pt x="7470" y="1944"/>
                  </a:lnTo>
                  <a:lnTo>
                    <a:pt x="7446" y="1950"/>
                  </a:lnTo>
                  <a:lnTo>
                    <a:pt x="7434" y="1920"/>
                  </a:lnTo>
                  <a:lnTo>
                    <a:pt x="7392" y="1890"/>
                  </a:lnTo>
                  <a:lnTo>
                    <a:pt x="7380" y="1866"/>
                  </a:lnTo>
                  <a:lnTo>
                    <a:pt x="7368" y="1860"/>
                  </a:lnTo>
                  <a:lnTo>
                    <a:pt x="7362" y="1854"/>
                  </a:lnTo>
                  <a:lnTo>
                    <a:pt x="7344" y="1854"/>
                  </a:lnTo>
                  <a:lnTo>
                    <a:pt x="7344" y="1860"/>
                  </a:lnTo>
                  <a:lnTo>
                    <a:pt x="7392" y="1908"/>
                  </a:lnTo>
                  <a:lnTo>
                    <a:pt x="7392" y="1914"/>
                  </a:lnTo>
                  <a:lnTo>
                    <a:pt x="7386" y="1914"/>
                  </a:lnTo>
                  <a:lnTo>
                    <a:pt x="7380" y="1908"/>
                  </a:lnTo>
                  <a:lnTo>
                    <a:pt x="7368" y="1908"/>
                  </a:lnTo>
                  <a:lnTo>
                    <a:pt x="7362" y="1914"/>
                  </a:lnTo>
                  <a:lnTo>
                    <a:pt x="7362" y="1926"/>
                  </a:lnTo>
                  <a:lnTo>
                    <a:pt x="7374" y="1950"/>
                  </a:lnTo>
                  <a:lnTo>
                    <a:pt x="7386" y="1962"/>
                  </a:lnTo>
                  <a:lnTo>
                    <a:pt x="7392" y="1974"/>
                  </a:lnTo>
                  <a:lnTo>
                    <a:pt x="7404" y="1980"/>
                  </a:lnTo>
                  <a:lnTo>
                    <a:pt x="7404" y="1992"/>
                  </a:lnTo>
                  <a:lnTo>
                    <a:pt x="7416" y="2016"/>
                  </a:lnTo>
                  <a:lnTo>
                    <a:pt x="7422" y="2022"/>
                  </a:lnTo>
                  <a:lnTo>
                    <a:pt x="7440" y="2034"/>
                  </a:lnTo>
                  <a:lnTo>
                    <a:pt x="7470" y="2052"/>
                  </a:lnTo>
                  <a:lnTo>
                    <a:pt x="7500" y="2076"/>
                  </a:lnTo>
                  <a:lnTo>
                    <a:pt x="7518" y="2100"/>
                  </a:lnTo>
                  <a:lnTo>
                    <a:pt x="7524" y="2112"/>
                  </a:lnTo>
                  <a:lnTo>
                    <a:pt x="7536" y="2130"/>
                  </a:lnTo>
                  <a:lnTo>
                    <a:pt x="7536" y="2142"/>
                  </a:lnTo>
                  <a:lnTo>
                    <a:pt x="7548" y="2154"/>
                  </a:lnTo>
                  <a:lnTo>
                    <a:pt x="7554" y="2166"/>
                  </a:lnTo>
                  <a:lnTo>
                    <a:pt x="7572" y="2184"/>
                  </a:lnTo>
                  <a:lnTo>
                    <a:pt x="7590" y="2208"/>
                  </a:lnTo>
                  <a:lnTo>
                    <a:pt x="7608" y="2238"/>
                  </a:lnTo>
                  <a:lnTo>
                    <a:pt x="7620" y="2262"/>
                  </a:lnTo>
                  <a:lnTo>
                    <a:pt x="7626" y="2268"/>
                  </a:lnTo>
                  <a:lnTo>
                    <a:pt x="7626" y="2280"/>
                  </a:lnTo>
                  <a:lnTo>
                    <a:pt x="7632" y="2292"/>
                  </a:lnTo>
                  <a:lnTo>
                    <a:pt x="7644" y="2304"/>
                  </a:lnTo>
                  <a:lnTo>
                    <a:pt x="7656" y="2304"/>
                  </a:lnTo>
                  <a:lnTo>
                    <a:pt x="7668" y="2310"/>
                  </a:lnTo>
                  <a:lnTo>
                    <a:pt x="7674" y="2322"/>
                  </a:lnTo>
                  <a:lnTo>
                    <a:pt x="7686" y="2334"/>
                  </a:lnTo>
                  <a:lnTo>
                    <a:pt x="7698" y="2358"/>
                  </a:lnTo>
                  <a:lnTo>
                    <a:pt x="7698" y="2376"/>
                  </a:lnTo>
                  <a:lnTo>
                    <a:pt x="7740" y="2412"/>
                  </a:lnTo>
                  <a:lnTo>
                    <a:pt x="7752" y="2466"/>
                  </a:lnTo>
                  <a:lnTo>
                    <a:pt x="7794" y="2508"/>
                  </a:lnTo>
                  <a:lnTo>
                    <a:pt x="7794" y="2502"/>
                  </a:lnTo>
                  <a:lnTo>
                    <a:pt x="7788" y="2496"/>
                  </a:lnTo>
                  <a:lnTo>
                    <a:pt x="7788" y="2484"/>
                  </a:lnTo>
                  <a:lnTo>
                    <a:pt x="7782" y="2472"/>
                  </a:lnTo>
                  <a:lnTo>
                    <a:pt x="7782" y="2460"/>
                  </a:lnTo>
                  <a:lnTo>
                    <a:pt x="7776" y="2448"/>
                  </a:lnTo>
                  <a:lnTo>
                    <a:pt x="7782" y="2442"/>
                  </a:lnTo>
                  <a:lnTo>
                    <a:pt x="7788" y="2442"/>
                  </a:lnTo>
                  <a:lnTo>
                    <a:pt x="7800" y="2454"/>
                  </a:lnTo>
                  <a:lnTo>
                    <a:pt x="7830" y="2454"/>
                  </a:lnTo>
                  <a:lnTo>
                    <a:pt x="7866" y="2496"/>
                  </a:lnTo>
                  <a:lnTo>
                    <a:pt x="7866" y="2472"/>
                  </a:lnTo>
                  <a:lnTo>
                    <a:pt x="7836" y="2430"/>
                  </a:lnTo>
                  <a:lnTo>
                    <a:pt x="7812" y="2436"/>
                  </a:lnTo>
                  <a:close/>
                  <a:moveTo>
                    <a:pt x="1344" y="84"/>
                  </a:moveTo>
                  <a:lnTo>
                    <a:pt x="1350" y="72"/>
                  </a:lnTo>
                  <a:lnTo>
                    <a:pt x="1308" y="66"/>
                  </a:lnTo>
                  <a:lnTo>
                    <a:pt x="1284" y="78"/>
                  </a:lnTo>
                  <a:lnTo>
                    <a:pt x="1290" y="90"/>
                  </a:lnTo>
                  <a:lnTo>
                    <a:pt x="1344" y="84"/>
                  </a:lnTo>
                  <a:close/>
                  <a:moveTo>
                    <a:pt x="9048" y="996"/>
                  </a:moveTo>
                  <a:lnTo>
                    <a:pt x="9036" y="984"/>
                  </a:lnTo>
                  <a:lnTo>
                    <a:pt x="9024" y="978"/>
                  </a:lnTo>
                  <a:lnTo>
                    <a:pt x="9006" y="972"/>
                  </a:lnTo>
                  <a:lnTo>
                    <a:pt x="8994" y="966"/>
                  </a:lnTo>
                  <a:lnTo>
                    <a:pt x="8982" y="966"/>
                  </a:lnTo>
                  <a:lnTo>
                    <a:pt x="8940" y="948"/>
                  </a:lnTo>
                  <a:lnTo>
                    <a:pt x="8898" y="948"/>
                  </a:lnTo>
                  <a:lnTo>
                    <a:pt x="8868" y="930"/>
                  </a:lnTo>
                  <a:lnTo>
                    <a:pt x="8778" y="924"/>
                  </a:lnTo>
                  <a:lnTo>
                    <a:pt x="8736" y="906"/>
                  </a:lnTo>
                  <a:lnTo>
                    <a:pt x="8700" y="906"/>
                  </a:lnTo>
                  <a:lnTo>
                    <a:pt x="8754" y="942"/>
                  </a:lnTo>
                  <a:lnTo>
                    <a:pt x="8808" y="966"/>
                  </a:lnTo>
                  <a:lnTo>
                    <a:pt x="8796" y="966"/>
                  </a:lnTo>
                  <a:lnTo>
                    <a:pt x="8784" y="972"/>
                  </a:lnTo>
                  <a:lnTo>
                    <a:pt x="8754" y="972"/>
                  </a:lnTo>
                  <a:lnTo>
                    <a:pt x="8730" y="960"/>
                  </a:lnTo>
                  <a:lnTo>
                    <a:pt x="8676" y="906"/>
                  </a:lnTo>
                  <a:lnTo>
                    <a:pt x="8580" y="870"/>
                  </a:lnTo>
                  <a:lnTo>
                    <a:pt x="8496" y="846"/>
                  </a:lnTo>
                  <a:lnTo>
                    <a:pt x="8442" y="834"/>
                  </a:lnTo>
                  <a:lnTo>
                    <a:pt x="8370" y="822"/>
                  </a:lnTo>
                  <a:lnTo>
                    <a:pt x="8280" y="804"/>
                  </a:lnTo>
                  <a:lnTo>
                    <a:pt x="8190" y="780"/>
                  </a:lnTo>
                  <a:lnTo>
                    <a:pt x="8112" y="762"/>
                  </a:lnTo>
                  <a:lnTo>
                    <a:pt x="8052" y="750"/>
                  </a:lnTo>
                  <a:lnTo>
                    <a:pt x="7998" y="738"/>
                  </a:lnTo>
                  <a:lnTo>
                    <a:pt x="7956" y="732"/>
                  </a:lnTo>
                  <a:lnTo>
                    <a:pt x="7758" y="732"/>
                  </a:lnTo>
                  <a:lnTo>
                    <a:pt x="7746" y="714"/>
                  </a:lnTo>
                  <a:lnTo>
                    <a:pt x="7698" y="720"/>
                  </a:lnTo>
                  <a:lnTo>
                    <a:pt x="7680" y="708"/>
                  </a:lnTo>
                  <a:lnTo>
                    <a:pt x="7626" y="708"/>
                  </a:lnTo>
                  <a:lnTo>
                    <a:pt x="7650" y="726"/>
                  </a:lnTo>
                  <a:lnTo>
                    <a:pt x="7644" y="744"/>
                  </a:lnTo>
                  <a:lnTo>
                    <a:pt x="7656" y="744"/>
                  </a:lnTo>
                  <a:lnTo>
                    <a:pt x="7680" y="756"/>
                  </a:lnTo>
                  <a:lnTo>
                    <a:pt x="7716" y="762"/>
                  </a:lnTo>
                  <a:lnTo>
                    <a:pt x="7740" y="774"/>
                  </a:lnTo>
                  <a:lnTo>
                    <a:pt x="7758" y="786"/>
                  </a:lnTo>
                  <a:lnTo>
                    <a:pt x="7752" y="798"/>
                  </a:lnTo>
                  <a:lnTo>
                    <a:pt x="7728" y="804"/>
                  </a:lnTo>
                  <a:lnTo>
                    <a:pt x="7698" y="804"/>
                  </a:lnTo>
                  <a:lnTo>
                    <a:pt x="7686" y="798"/>
                  </a:lnTo>
                  <a:lnTo>
                    <a:pt x="7680" y="792"/>
                  </a:lnTo>
                  <a:lnTo>
                    <a:pt x="7656" y="774"/>
                  </a:lnTo>
                  <a:lnTo>
                    <a:pt x="7584" y="774"/>
                  </a:lnTo>
                  <a:lnTo>
                    <a:pt x="7530" y="738"/>
                  </a:lnTo>
                  <a:lnTo>
                    <a:pt x="7524" y="738"/>
                  </a:lnTo>
                  <a:lnTo>
                    <a:pt x="7518" y="744"/>
                  </a:lnTo>
                  <a:lnTo>
                    <a:pt x="7506" y="744"/>
                  </a:lnTo>
                  <a:lnTo>
                    <a:pt x="7500" y="750"/>
                  </a:lnTo>
                  <a:lnTo>
                    <a:pt x="7446" y="750"/>
                  </a:lnTo>
                  <a:lnTo>
                    <a:pt x="7440" y="738"/>
                  </a:lnTo>
                  <a:lnTo>
                    <a:pt x="7344" y="744"/>
                  </a:lnTo>
                  <a:lnTo>
                    <a:pt x="7320" y="726"/>
                  </a:lnTo>
                  <a:lnTo>
                    <a:pt x="7314" y="732"/>
                  </a:lnTo>
                  <a:lnTo>
                    <a:pt x="7212" y="732"/>
                  </a:lnTo>
                  <a:lnTo>
                    <a:pt x="7206" y="738"/>
                  </a:lnTo>
                  <a:lnTo>
                    <a:pt x="7212" y="744"/>
                  </a:lnTo>
                  <a:lnTo>
                    <a:pt x="7218" y="756"/>
                  </a:lnTo>
                  <a:lnTo>
                    <a:pt x="7254" y="792"/>
                  </a:lnTo>
                  <a:lnTo>
                    <a:pt x="7248" y="792"/>
                  </a:lnTo>
                  <a:lnTo>
                    <a:pt x="7242" y="786"/>
                  </a:lnTo>
                  <a:lnTo>
                    <a:pt x="7230" y="780"/>
                  </a:lnTo>
                  <a:lnTo>
                    <a:pt x="7218" y="768"/>
                  </a:lnTo>
                  <a:lnTo>
                    <a:pt x="7206" y="762"/>
                  </a:lnTo>
                  <a:lnTo>
                    <a:pt x="7194" y="750"/>
                  </a:lnTo>
                  <a:lnTo>
                    <a:pt x="7176" y="744"/>
                  </a:lnTo>
                  <a:lnTo>
                    <a:pt x="7104" y="732"/>
                  </a:lnTo>
                  <a:lnTo>
                    <a:pt x="7086" y="732"/>
                  </a:lnTo>
                  <a:lnTo>
                    <a:pt x="7086" y="726"/>
                  </a:lnTo>
                  <a:lnTo>
                    <a:pt x="7056" y="696"/>
                  </a:lnTo>
                  <a:lnTo>
                    <a:pt x="7032" y="684"/>
                  </a:lnTo>
                  <a:lnTo>
                    <a:pt x="6990" y="666"/>
                  </a:lnTo>
                  <a:lnTo>
                    <a:pt x="6948" y="660"/>
                  </a:lnTo>
                  <a:lnTo>
                    <a:pt x="6912" y="654"/>
                  </a:lnTo>
                  <a:lnTo>
                    <a:pt x="6882" y="654"/>
                  </a:lnTo>
                  <a:lnTo>
                    <a:pt x="6864" y="648"/>
                  </a:lnTo>
                  <a:lnTo>
                    <a:pt x="6834" y="648"/>
                  </a:lnTo>
                  <a:lnTo>
                    <a:pt x="6786" y="636"/>
                  </a:lnTo>
                  <a:lnTo>
                    <a:pt x="6774" y="642"/>
                  </a:lnTo>
                  <a:lnTo>
                    <a:pt x="6714" y="642"/>
                  </a:lnTo>
                  <a:lnTo>
                    <a:pt x="6696" y="660"/>
                  </a:lnTo>
                  <a:lnTo>
                    <a:pt x="6684" y="666"/>
                  </a:lnTo>
                  <a:lnTo>
                    <a:pt x="6648" y="666"/>
                  </a:lnTo>
                  <a:lnTo>
                    <a:pt x="6630" y="660"/>
                  </a:lnTo>
                  <a:lnTo>
                    <a:pt x="6594" y="660"/>
                  </a:lnTo>
                  <a:lnTo>
                    <a:pt x="6582" y="654"/>
                  </a:lnTo>
                  <a:lnTo>
                    <a:pt x="6576" y="648"/>
                  </a:lnTo>
                  <a:lnTo>
                    <a:pt x="6552" y="636"/>
                  </a:lnTo>
                  <a:lnTo>
                    <a:pt x="6534" y="630"/>
                  </a:lnTo>
                  <a:lnTo>
                    <a:pt x="6522" y="624"/>
                  </a:lnTo>
                  <a:lnTo>
                    <a:pt x="6498" y="624"/>
                  </a:lnTo>
                  <a:lnTo>
                    <a:pt x="6486" y="630"/>
                  </a:lnTo>
                  <a:lnTo>
                    <a:pt x="6474" y="612"/>
                  </a:lnTo>
                  <a:lnTo>
                    <a:pt x="6438" y="612"/>
                  </a:lnTo>
                  <a:lnTo>
                    <a:pt x="6372" y="606"/>
                  </a:lnTo>
                  <a:lnTo>
                    <a:pt x="6408" y="594"/>
                  </a:lnTo>
                  <a:lnTo>
                    <a:pt x="6372" y="570"/>
                  </a:lnTo>
                  <a:lnTo>
                    <a:pt x="6360" y="570"/>
                  </a:lnTo>
                  <a:lnTo>
                    <a:pt x="6324" y="564"/>
                  </a:lnTo>
                  <a:lnTo>
                    <a:pt x="6282" y="558"/>
                  </a:lnTo>
                  <a:lnTo>
                    <a:pt x="6246" y="558"/>
                  </a:lnTo>
                  <a:lnTo>
                    <a:pt x="6228" y="564"/>
                  </a:lnTo>
                  <a:lnTo>
                    <a:pt x="6228" y="594"/>
                  </a:lnTo>
                  <a:lnTo>
                    <a:pt x="6222" y="600"/>
                  </a:lnTo>
                  <a:lnTo>
                    <a:pt x="6192" y="600"/>
                  </a:lnTo>
                  <a:lnTo>
                    <a:pt x="6180" y="594"/>
                  </a:lnTo>
                  <a:lnTo>
                    <a:pt x="6168" y="594"/>
                  </a:lnTo>
                  <a:lnTo>
                    <a:pt x="6186" y="582"/>
                  </a:lnTo>
                  <a:lnTo>
                    <a:pt x="6168" y="570"/>
                  </a:lnTo>
                  <a:lnTo>
                    <a:pt x="6096" y="570"/>
                  </a:lnTo>
                  <a:lnTo>
                    <a:pt x="6114" y="558"/>
                  </a:lnTo>
                  <a:lnTo>
                    <a:pt x="6156" y="558"/>
                  </a:lnTo>
                  <a:lnTo>
                    <a:pt x="6216" y="588"/>
                  </a:lnTo>
                  <a:lnTo>
                    <a:pt x="6216" y="564"/>
                  </a:lnTo>
                  <a:lnTo>
                    <a:pt x="6162" y="540"/>
                  </a:lnTo>
                  <a:lnTo>
                    <a:pt x="6048" y="546"/>
                  </a:lnTo>
                  <a:lnTo>
                    <a:pt x="6048" y="534"/>
                  </a:lnTo>
                  <a:lnTo>
                    <a:pt x="5928" y="540"/>
                  </a:lnTo>
                  <a:lnTo>
                    <a:pt x="5880" y="522"/>
                  </a:lnTo>
                  <a:lnTo>
                    <a:pt x="5862" y="522"/>
                  </a:lnTo>
                  <a:lnTo>
                    <a:pt x="5898" y="546"/>
                  </a:lnTo>
                  <a:lnTo>
                    <a:pt x="5850" y="546"/>
                  </a:lnTo>
                  <a:lnTo>
                    <a:pt x="5838" y="552"/>
                  </a:lnTo>
                  <a:lnTo>
                    <a:pt x="5832" y="552"/>
                  </a:lnTo>
                  <a:lnTo>
                    <a:pt x="5832" y="558"/>
                  </a:lnTo>
                  <a:lnTo>
                    <a:pt x="5844" y="564"/>
                  </a:lnTo>
                  <a:lnTo>
                    <a:pt x="5850" y="570"/>
                  </a:lnTo>
                  <a:lnTo>
                    <a:pt x="5862" y="576"/>
                  </a:lnTo>
                  <a:lnTo>
                    <a:pt x="5892" y="576"/>
                  </a:lnTo>
                  <a:lnTo>
                    <a:pt x="5892" y="582"/>
                  </a:lnTo>
                  <a:lnTo>
                    <a:pt x="5952" y="618"/>
                  </a:lnTo>
                  <a:lnTo>
                    <a:pt x="5904" y="618"/>
                  </a:lnTo>
                  <a:lnTo>
                    <a:pt x="5898" y="612"/>
                  </a:lnTo>
                  <a:lnTo>
                    <a:pt x="5886" y="606"/>
                  </a:lnTo>
                  <a:lnTo>
                    <a:pt x="5874" y="606"/>
                  </a:lnTo>
                  <a:lnTo>
                    <a:pt x="5862" y="600"/>
                  </a:lnTo>
                  <a:lnTo>
                    <a:pt x="5844" y="618"/>
                  </a:lnTo>
                  <a:lnTo>
                    <a:pt x="5868" y="636"/>
                  </a:lnTo>
                  <a:lnTo>
                    <a:pt x="5814" y="630"/>
                  </a:lnTo>
                  <a:lnTo>
                    <a:pt x="5808" y="630"/>
                  </a:lnTo>
                  <a:lnTo>
                    <a:pt x="5802" y="624"/>
                  </a:lnTo>
                  <a:lnTo>
                    <a:pt x="5784" y="618"/>
                  </a:lnTo>
                  <a:lnTo>
                    <a:pt x="5766" y="618"/>
                  </a:lnTo>
                  <a:lnTo>
                    <a:pt x="5754" y="612"/>
                  </a:lnTo>
                  <a:lnTo>
                    <a:pt x="5736" y="606"/>
                  </a:lnTo>
                  <a:lnTo>
                    <a:pt x="5724" y="606"/>
                  </a:lnTo>
                  <a:lnTo>
                    <a:pt x="5712" y="612"/>
                  </a:lnTo>
                  <a:lnTo>
                    <a:pt x="5700" y="612"/>
                  </a:lnTo>
                  <a:lnTo>
                    <a:pt x="5688" y="618"/>
                  </a:lnTo>
                  <a:lnTo>
                    <a:pt x="5682" y="624"/>
                  </a:lnTo>
                  <a:lnTo>
                    <a:pt x="5676" y="624"/>
                  </a:lnTo>
                  <a:lnTo>
                    <a:pt x="5610" y="618"/>
                  </a:lnTo>
                  <a:lnTo>
                    <a:pt x="5604" y="618"/>
                  </a:lnTo>
                  <a:lnTo>
                    <a:pt x="5598" y="612"/>
                  </a:lnTo>
                  <a:lnTo>
                    <a:pt x="5562" y="594"/>
                  </a:lnTo>
                  <a:lnTo>
                    <a:pt x="5556" y="594"/>
                  </a:lnTo>
                  <a:lnTo>
                    <a:pt x="5550" y="588"/>
                  </a:lnTo>
                  <a:lnTo>
                    <a:pt x="5538" y="588"/>
                  </a:lnTo>
                  <a:lnTo>
                    <a:pt x="5538" y="606"/>
                  </a:lnTo>
                  <a:lnTo>
                    <a:pt x="5544" y="612"/>
                  </a:lnTo>
                  <a:lnTo>
                    <a:pt x="5550" y="624"/>
                  </a:lnTo>
                  <a:lnTo>
                    <a:pt x="5556" y="630"/>
                  </a:lnTo>
                  <a:lnTo>
                    <a:pt x="5562" y="642"/>
                  </a:lnTo>
                  <a:lnTo>
                    <a:pt x="5562" y="660"/>
                  </a:lnTo>
                  <a:lnTo>
                    <a:pt x="5556" y="666"/>
                  </a:lnTo>
                  <a:lnTo>
                    <a:pt x="5532" y="660"/>
                  </a:lnTo>
                  <a:lnTo>
                    <a:pt x="5424" y="624"/>
                  </a:lnTo>
                  <a:lnTo>
                    <a:pt x="5412" y="618"/>
                  </a:lnTo>
                  <a:lnTo>
                    <a:pt x="5406" y="618"/>
                  </a:lnTo>
                  <a:lnTo>
                    <a:pt x="5400" y="612"/>
                  </a:lnTo>
                  <a:lnTo>
                    <a:pt x="5394" y="600"/>
                  </a:lnTo>
                  <a:lnTo>
                    <a:pt x="5382" y="594"/>
                  </a:lnTo>
                  <a:lnTo>
                    <a:pt x="5376" y="588"/>
                  </a:lnTo>
                  <a:lnTo>
                    <a:pt x="5376" y="606"/>
                  </a:lnTo>
                  <a:lnTo>
                    <a:pt x="5322" y="588"/>
                  </a:lnTo>
                  <a:lnTo>
                    <a:pt x="5292" y="570"/>
                  </a:lnTo>
                  <a:lnTo>
                    <a:pt x="5298" y="570"/>
                  </a:lnTo>
                  <a:lnTo>
                    <a:pt x="5304" y="576"/>
                  </a:lnTo>
                  <a:lnTo>
                    <a:pt x="5328" y="576"/>
                  </a:lnTo>
                  <a:lnTo>
                    <a:pt x="5340" y="582"/>
                  </a:lnTo>
                  <a:lnTo>
                    <a:pt x="5352" y="582"/>
                  </a:lnTo>
                  <a:lnTo>
                    <a:pt x="5358" y="576"/>
                  </a:lnTo>
                  <a:lnTo>
                    <a:pt x="5358" y="570"/>
                  </a:lnTo>
                  <a:lnTo>
                    <a:pt x="5346" y="564"/>
                  </a:lnTo>
                  <a:lnTo>
                    <a:pt x="5334" y="552"/>
                  </a:lnTo>
                  <a:lnTo>
                    <a:pt x="5292" y="552"/>
                  </a:lnTo>
                  <a:lnTo>
                    <a:pt x="5304" y="540"/>
                  </a:lnTo>
                  <a:lnTo>
                    <a:pt x="5298" y="534"/>
                  </a:lnTo>
                  <a:lnTo>
                    <a:pt x="5286" y="528"/>
                  </a:lnTo>
                  <a:lnTo>
                    <a:pt x="5256" y="528"/>
                  </a:lnTo>
                  <a:lnTo>
                    <a:pt x="5268" y="510"/>
                  </a:lnTo>
                  <a:lnTo>
                    <a:pt x="5262" y="510"/>
                  </a:lnTo>
                  <a:lnTo>
                    <a:pt x="5256" y="504"/>
                  </a:lnTo>
                  <a:lnTo>
                    <a:pt x="5232" y="504"/>
                  </a:lnTo>
                  <a:lnTo>
                    <a:pt x="5220" y="498"/>
                  </a:lnTo>
                  <a:lnTo>
                    <a:pt x="5208" y="498"/>
                  </a:lnTo>
                  <a:lnTo>
                    <a:pt x="5202" y="492"/>
                  </a:lnTo>
                  <a:lnTo>
                    <a:pt x="5190" y="492"/>
                  </a:lnTo>
                  <a:lnTo>
                    <a:pt x="5184" y="486"/>
                  </a:lnTo>
                  <a:lnTo>
                    <a:pt x="5142" y="486"/>
                  </a:lnTo>
                  <a:lnTo>
                    <a:pt x="5130" y="492"/>
                  </a:lnTo>
                  <a:lnTo>
                    <a:pt x="5094" y="492"/>
                  </a:lnTo>
                  <a:lnTo>
                    <a:pt x="5076" y="486"/>
                  </a:lnTo>
                  <a:lnTo>
                    <a:pt x="5070" y="480"/>
                  </a:lnTo>
                  <a:lnTo>
                    <a:pt x="5064" y="480"/>
                  </a:lnTo>
                  <a:lnTo>
                    <a:pt x="5040" y="486"/>
                  </a:lnTo>
                  <a:lnTo>
                    <a:pt x="5040" y="474"/>
                  </a:lnTo>
                  <a:lnTo>
                    <a:pt x="4992" y="468"/>
                  </a:lnTo>
                  <a:lnTo>
                    <a:pt x="4980" y="456"/>
                  </a:lnTo>
                  <a:lnTo>
                    <a:pt x="4974" y="474"/>
                  </a:lnTo>
                  <a:lnTo>
                    <a:pt x="4956" y="480"/>
                  </a:lnTo>
                  <a:lnTo>
                    <a:pt x="4986" y="498"/>
                  </a:lnTo>
                  <a:lnTo>
                    <a:pt x="5010" y="528"/>
                  </a:lnTo>
                  <a:lnTo>
                    <a:pt x="4962" y="522"/>
                  </a:lnTo>
                  <a:lnTo>
                    <a:pt x="4956" y="516"/>
                  </a:lnTo>
                  <a:lnTo>
                    <a:pt x="4890" y="522"/>
                  </a:lnTo>
                  <a:lnTo>
                    <a:pt x="4872" y="528"/>
                  </a:lnTo>
                  <a:lnTo>
                    <a:pt x="4872" y="516"/>
                  </a:lnTo>
                  <a:lnTo>
                    <a:pt x="4824" y="522"/>
                  </a:lnTo>
                  <a:lnTo>
                    <a:pt x="4818" y="510"/>
                  </a:lnTo>
                  <a:lnTo>
                    <a:pt x="4764" y="510"/>
                  </a:lnTo>
                  <a:lnTo>
                    <a:pt x="4728" y="504"/>
                  </a:lnTo>
                  <a:lnTo>
                    <a:pt x="4746" y="480"/>
                  </a:lnTo>
                  <a:lnTo>
                    <a:pt x="4620" y="480"/>
                  </a:lnTo>
                  <a:lnTo>
                    <a:pt x="4608" y="468"/>
                  </a:lnTo>
                  <a:lnTo>
                    <a:pt x="4602" y="474"/>
                  </a:lnTo>
                  <a:lnTo>
                    <a:pt x="4590" y="468"/>
                  </a:lnTo>
                  <a:lnTo>
                    <a:pt x="4542" y="474"/>
                  </a:lnTo>
                  <a:lnTo>
                    <a:pt x="4548" y="486"/>
                  </a:lnTo>
                  <a:lnTo>
                    <a:pt x="4488" y="480"/>
                  </a:lnTo>
                  <a:lnTo>
                    <a:pt x="4476" y="486"/>
                  </a:lnTo>
                  <a:lnTo>
                    <a:pt x="4506" y="498"/>
                  </a:lnTo>
                  <a:lnTo>
                    <a:pt x="4464" y="492"/>
                  </a:lnTo>
                  <a:lnTo>
                    <a:pt x="4464" y="474"/>
                  </a:lnTo>
                  <a:lnTo>
                    <a:pt x="4434" y="456"/>
                  </a:lnTo>
                  <a:lnTo>
                    <a:pt x="4416" y="456"/>
                  </a:lnTo>
                  <a:lnTo>
                    <a:pt x="4428" y="474"/>
                  </a:lnTo>
                  <a:lnTo>
                    <a:pt x="4374" y="474"/>
                  </a:lnTo>
                  <a:lnTo>
                    <a:pt x="4368" y="468"/>
                  </a:lnTo>
                  <a:lnTo>
                    <a:pt x="4356" y="468"/>
                  </a:lnTo>
                  <a:lnTo>
                    <a:pt x="4350" y="456"/>
                  </a:lnTo>
                  <a:lnTo>
                    <a:pt x="4320" y="456"/>
                  </a:lnTo>
                  <a:lnTo>
                    <a:pt x="4296" y="444"/>
                  </a:lnTo>
                  <a:lnTo>
                    <a:pt x="4266" y="468"/>
                  </a:lnTo>
                  <a:lnTo>
                    <a:pt x="4320" y="474"/>
                  </a:lnTo>
                  <a:lnTo>
                    <a:pt x="4332" y="474"/>
                  </a:lnTo>
                  <a:lnTo>
                    <a:pt x="4326" y="480"/>
                  </a:lnTo>
                  <a:lnTo>
                    <a:pt x="4314" y="486"/>
                  </a:lnTo>
                  <a:lnTo>
                    <a:pt x="4308" y="492"/>
                  </a:lnTo>
                  <a:lnTo>
                    <a:pt x="4272" y="492"/>
                  </a:lnTo>
                  <a:lnTo>
                    <a:pt x="4266" y="498"/>
                  </a:lnTo>
                  <a:lnTo>
                    <a:pt x="4254" y="504"/>
                  </a:lnTo>
                  <a:lnTo>
                    <a:pt x="4182" y="504"/>
                  </a:lnTo>
                  <a:lnTo>
                    <a:pt x="4146" y="510"/>
                  </a:lnTo>
                  <a:lnTo>
                    <a:pt x="4134" y="534"/>
                  </a:lnTo>
                  <a:lnTo>
                    <a:pt x="4110" y="528"/>
                  </a:lnTo>
                  <a:lnTo>
                    <a:pt x="4110" y="516"/>
                  </a:lnTo>
                  <a:lnTo>
                    <a:pt x="4116" y="504"/>
                  </a:lnTo>
                  <a:lnTo>
                    <a:pt x="4122" y="498"/>
                  </a:lnTo>
                  <a:lnTo>
                    <a:pt x="4134" y="492"/>
                  </a:lnTo>
                  <a:lnTo>
                    <a:pt x="4152" y="492"/>
                  </a:lnTo>
                  <a:lnTo>
                    <a:pt x="4164" y="480"/>
                  </a:lnTo>
                  <a:lnTo>
                    <a:pt x="4206" y="474"/>
                  </a:lnTo>
                  <a:lnTo>
                    <a:pt x="4248" y="438"/>
                  </a:lnTo>
                  <a:lnTo>
                    <a:pt x="4248" y="426"/>
                  </a:lnTo>
                  <a:lnTo>
                    <a:pt x="4254" y="420"/>
                  </a:lnTo>
                  <a:lnTo>
                    <a:pt x="4266" y="414"/>
                  </a:lnTo>
                  <a:lnTo>
                    <a:pt x="4278" y="414"/>
                  </a:lnTo>
                  <a:lnTo>
                    <a:pt x="4290" y="408"/>
                  </a:lnTo>
                  <a:lnTo>
                    <a:pt x="4302" y="408"/>
                  </a:lnTo>
                  <a:lnTo>
                    <a:pt x="4320" y="402"/>
                  </a:lnTo>
                  <a:lnTo>
                    <a:pt x="4332" y="402"/>
                  </a:lnTo>
                  <a:lnTo>
                    <a:pt x="4344" y="396"/>
                  </a:lnTo>
                  <a:lnTo>
                    <a:pt x="4350" y="390"/>
                  </a:lnTo>
                  <a:lnTo>
                    <a:pt x="4356" y="378"/>
                  </a:lnTo>
                  <a:lnTo>
                    <a:pt x="4350" y="366"/>
                  </a:lnTo>
                  <a:lnTo>
                    <a:pt x="4344" y="360"/>
                  </a:lnTo>
                  <a:lnTo>
                    <a:pt x="4332" y="354"/>
                  </a:lnTo>
                  <a:lnTo>
                    <a:pt x="4326" y="348"/>
                  </a:lnTo>
                  <a:lnTo>
                    <a:pt x="4290" y="348"/>
                  </a:lnTo>
                  <a:lnTo>
                    <a:pt x="4320" y="336"/>
                  </a:lnTo>
                  <a:lnTo>
                    <a:pt x="4314" y="330"/>
                  </a:lnTo>
                  <a:lnTo>
                    <a:pt x="4302" y="324"/>
                  </a:lnTo>
                  <a:lnTo>
                    <a:pt x="4290" y="312"/>
                  </a:lnTo>
                  <a:lnTo>
                    <a:pt x="4284" y="312"/>
                  </a:lnTo>
                  <a:lnTo>
                    <a:pt x="4278" y="318"/>
                  </a:lnTo>
                  <a:lnTo>
                    <a:pt x="4254" y="318"/>
                  </a:lnTo>
                  <a:lnTo>
                    <a:pt x="4248" y="312"/>
                  </a:lnTo>
                  <a:lnTo>
                    <a:pt x="4242" y="300"/>
                  </a:lnTo>
                  <a:lnTo>
                    <a:pt x="4236" y="294"/>
                  </a:lnTo>
                  <a:lnTo>
                    <a:pt x="4194" y="294"/>
                  </a:lnTo>
                  <a:lnTo>
                    <a:pt x="4188" y="300"/>
                  </a:lnTo>
                  <a:lnTo>
                    <a:pt x="4182" y="300"/>
                  </a:lnTo>
                  <a:lnTo>
                    <a:pt x="4128" y="288"/>
                  </a:lnTo>
                  <a:lnTo>
                    <a:pt x="3990" y="282"/>
                  </a:lnTo>
                  <a:lnTo>
                    <a:pt x="3990" y="300"/>
                  </a:lnTo>
                  <a:lnTo>
                    <a:pt x="3924" y="300"/>
                  </a:lnTo>
                  <a:lnTo>
                    <a:pt x="3942" y="282"/>
                  </a:lnTo>
                  <a:lnTo>
                    <a:pt x="3942" y="276"/>
                  </a:lnTo>
                  <a:lnTo>
                    <a:pt x="3936" y="270"/>
                  </a:lnTo>
                  <a:lnTo>
                    <a:pt x="3912" y="264"/>
                  </a:lnTo>
                  <a:lnTo>
                    <a:pt x="3882" y="264"/>
                  </a:lnTo>
                  <a:lnTo>
                    <a:pt x="3852" y="270"/>
                  </a:lnTo>
                  <a:lnTo>
                    <a:pt x="3840" y="270"/>
                  </a:lnTo>
                  <a:lnTo>
                    <a:pt x="3780" y="264"/>
                  </a:lnTo>
                  <a:lnTo>
                    <a:pt x="3792" y="264"/>
                  </a:lnTo>
                  <a:lnTo>
                    <a:pt x="3810" y="258"/>
                  </a:lnTo>
                  <a:lnTo>
                    <a:pt x="3822" y="258"/>
                  </a:lnTo>
                  <a:lnTo>
                    <a:pt x="3834" y="252"/>
                  </a:lnTo>
                  <a:lnTo>
                    <a:pt x="3840" y="252"/>
                  </a:lnTo>
                  <a:lnTo>
                    <a:pt x="3840" y="246"/>
                  </a:lnTo>
                  <a:lnTo>
                    <a:pt x="3834" y="240"/>
                  </a:lnTo>
                  <a:lnTo>
                    <a:pt x="3822" y="240"/>
                  </a:lnTo>
                  <a:lnTo>
                    <a:pt x="3804" y="234"/>
                  </a:lnTo>
                  <a:lnTo>
                    <a:pt x="3762" y="234"/>
                  </a:lnTo>
                  <a:lnTo>
                    <a:pt x="3720" y="228"/>
                  </a:lnTo>
                  <a:lnTo>
                    <a:pt x="3714" y="240"/>
                  </a:lnTo>
                  <a:lnTo>
                    <a:pt x="3684" y="240"/>
                  </a:lnTo>
                  <a:lnTo>
                    <a:pt x="3672" y="246"/>
                  </a:lnTo>
                  <a:lnTo>
                    <a:pt x="3660" y="246"/>
                  </a:lnTo>
                  <a:lnTo>
                    <a:pt x="3648" y="252"/>
                  </a:lnTo>
                  <a:lnTo>
                    <a:pt x="3648" y="258"/>
                  </a:lnTo>
                  <a:lnTo>
                    <a:pt x="3654" y="270"/>
                  </a:lnTo>
                  <a:lnTo>
                    <a:pt x="3678" y="282"/>
                  </a:lnTo>
                  <a:lnTo>
                    <a:pt x="3696" y="294"/>
                  </a:lnTo>
                  <a:lnTo>
                    <a:pt x="3708" y="294"/>
                  </a:lnTo>
                  <a:lnTo>
                    <a:pt x="3714" y="300"/>
                  </a:lnTo>
                  <a:lnTo>
                    <a:pt x="3720" y="300"/>
                  </a:lnTo>
                  <a:lnTo>
                    <a:pt x="3576" y="294"/>
                  </a:lnTo>
                  <a:lnTo>
                    <a:pt x="3630" y="312"/>
                  </a:lnTo>
                  <a:lnTo>
                    <a:pt x="3576" y="324"/>
                  </a:lnTo>
                  <a:lnTo>
                    <a:pt x="3564" y="330"/>
                  </a:lnTo>
                  <a:lnTo>
                    <a:pt x="3534" y="336"/>
                  </a:lnTo>
                  <a:lnTo>
                    <a:pt x="3498" y="342"/>
                  </a:lnTo>
                  <a:lnTo>
                    <a:pt x="3474" y="342"/>
                  </a:lnTo>
                  <a:lnTo>
                    <a:pt x="3468" y="336"/>
                  </a:lnTo>
                  <a:lnTo>
                    <a:pt x="3474" y="324"/>
                  </a:lnTo>
                  <a:lnTo>
                    <a:pt x="3486" y="312"/>
                  </a:lnTo>
                  <a:lnTo>
                    <a:pt x="3420" y="312"/>
                  </a:lnTo>
                  <a:lnTo>
                    <a:pt x="3408" y="318"/>
                  </a:lnTo>
                  <a:lnTo>
                    <a:pt x="3390" y="318"/>
                  </a:lnTo>
                  <a:lnTo>
                    <a:pt x="3378" y="324"/>
                  </a:lnTo>
                  <a:lnTo>
                    <a:pt x="3366" y="336"/>
                  </a:lnTo>
                  <a:lnTo>
                    <a:pt x="3348" y="336"/>
                  </a:lnTo>
                  <a:lnTo>
                    <a:pt x="3318" y="342"/>
                  </a:lnTo>
                  <a:lnTo>
                    <a:pt x="3276" y="342"/>
                  </a:lnTo>
                  <a:lnTo>
                    <a:pt x="3246" y="348"/>
                  </a:lnTo>
                  <a:lnTo>
                    <a:pt x="3234" y="354"/>
                  </a:lnTo>
                  <a:lnTo>
                    <a:pt x="3216" y="354"/>
                  </a:lnTo>
                  <a:lnTo>
                    <a:pt x="3204" y="360"/>
                  </a:lnTo>
                  <a:lnTo>
                    <a:pt x="3186" y="360"/>
                  </a:lnTo>
                  <a:lnTo>
                    <a:pt x="3180" y="366"/>
                  </a:lnTo>
                  <a:lnTo>
                    <a:pt x="3174" y="366"/>
                  </a:lnTo>
                  <a:lnTo>
                    <a:pt x="3132" y="396"/>
                  </a:lnTo>
                  <a:lnTo>
                    <a:pt x="3114" y="396"/>
                  </a:lnTo>
                  <a:lnTo>
                    <a:pt x="3108" y="402"/>
                  </a:lnTo>
                  <a:lnTo>
                    <a:pt x="3102" y="402"/>
                  </a:lnTo>
                  <a:lnTo>
                    <a:pt x="3096" y="408"/>
                  </a:lnTo>
                  <a:lnTo>
                    <a:pt x="3102" y="414"/>
                  </a:lnTo>
                  <a:lnTo>
                    <a:pt x="3120" y="426"/>
                  </a:lnTo>
                  <a:lnTo>
                    <a:pt x="3132" y="438"/>
                  </a:lnTo>
                  <a:lnTo>
                    <a:pt x="3150" y="444"/>
                  </a:lnTo>
                  <a:lnTo>
                    <a:pt x="3156" y="450"/>
                  </a:lnTo>
                  <a:lnTo>
                    <a:pt x="3162" y="450"/>
                  </a:lnTo>
                  <a:lnTo>
                    <a:pt x="3120" y="462"/>
                  </a:lnTo>
                  <a:lnTo>
                    <a:pt x="3096" y="474"/>
                  </a:lnTo>
                  <a:lnTo>
                    <a:pt x="2994" y="474"/>
                  </a:lnTo>
                  <a:lnTo>
                    <a:pt x="2988" y="480"/>
                  </a:lnTo>
                  <a:lnTo>
                    <a:pt x="2952" y="468"/>
                  </a:lnTo>
                  <a:lnTo>
                    <a:pt x="2934" y="474"/>
                  </a:lnTo>
                  <a:lnTo>
                    <a:pt x="2880" y="474"/>
                  </a:lnTo>
                  <a:lnTo>
                    <a:pt x="2874" y="480"/>
                  </a:lnTo>
                  <a:lnTo>
                    <a:pt x="2874" y="498"/>
                  </a:lnTo>
                  <a:lnTo>
                    <a:pt x="2880" y="510"/>
                  </a:lnTo>
                  <a:lnTo>
                    <a:pt x="2892" y="522"/>
                  </a:lnTo>
                  <a:lnTo>
                    <a:pt x="2898" y="522"/>
                  </a:lnTo>
                  <a:lnTo>
                    <a:pt x="2904" y="528"/>
                  </a:lnTo>
                  <a:lnTo>
                    <a:pt x="2910" y="540"/>
                  </a:lnTo>
                  <a:lnTo>
                    <a:pt x="2916" y="546"/>
                  </a:lnTo>
                  <a:lnTo>
                    <a:pt x="2922" y="546"/>
                  </a:lnTo>
                  <a:lnTo>
                    <a:pt x="2928" y="552"/>
                  </a:lnTo>
                  <a:lnTo>
                    <a:pt x="2940" y="552"/>
                  </a:lnTo>
                  <a:lnTo>
                    <a:pt x="2952" y="558"/>
                  </a:lnTo>
                  <a:lnTo>
                    <a:pt x="2964" y="558"/>
                  </a:lnTo>
                  <a:lnTo>
                    <a:pt x="2976" y="564"/>
                  </a:lnTo>
                  <a:lnTo>
                    <a:pt x="2994" y="564"/>
                  </a:lnTo>
                  <a:lnTo>
                    <a:pt x="3012" y="570"/>
                  </a:lnTo>
                  <a:lnTo>
                    <a:pt x="3024" y="570"/>
                  </a:lnTo>
                  <a:lnTo>
                    <a:pt x="3036" y="576"/>
                  </a:lnTo>
                  <a:lnTo>
                    <a:pt x="3042" y="576"/>
                  </a:lnTo>
                  <a:lnTo>
                    <a:pt x="3054" y="588"/>
                  </a:lnTo>
                  <a:lnTo>
                    <a:pt x="3054" y="594"/>
                  </a:lnTo>
                  <a:lnTo>
                    <a:pt x="3060" y="600"/>
                  </a:lnTo>
                  <a:lnTo>
                    <a:pt x="3030" y="600"/>
                  </a:lnTo>
                  <a:lnTo>
                    <a:pt x="3012" y="606"/>
                  </a:lnTo>
                  <a:lnTo>
                    <a:pt x="3000" y="606"/>
                  </a:lnTo>
                  <a:lnTo>
                    <a:pt x="2964" y="588"/>
                  </a:lnTo>
                  <a:lnTo>
                    <a:pt x="2928" y="576"/>
                  </a:lnTo>
                  <a:lnTo>
                    <a:pt x="2904" y="570"/>
                  </a:lnTo>
                  <a:lnTo>
                    <a:pt x="2886" y="564"/>
                  </a:lnTo>
                  <a:lnTo>
                    <a:pt x="2862" y="564"/>
                  </a:lnTo>
                  <a:lnTo>
                    <a:pt x="2844" y="558"/>
                  </a:lnTo>
                  <a:lnTo>
                    <a:pt x="2802" y="558"/>
                  </a:lnTo>
                  <a:lnTo>
                    <a:pt x="2796" y="564"/>
                  </a:lnTo>
                  <a:lnTo>
                    <a:pt x="2796" y="576"/>
                  </a:lnTo>
                  <a:lnTo>
                    <a:pt x="2802" y="582"/>
                  </a:lnTo>
                  <a:lnTo>
                    <a:pt x="2808" y="582"/>
                  </a:lnTo>
                  <a:lnTo>
                    <a:pt x="2820" y="594"/>
                  </a:lnTo>
                  <a:lnTo>
                    <a:pt x="2784" y="594"/>
                  </a:lnTo>
                  <a:lnTo>
                    <a:pt x="2772" y="582"/>
                  </a:lnTo>
                  <a:lnTo>
                    <a:pt x="2754" y="582"/>
                  </a:lnTo>
                  <a:lnTo>
                    <a:pt x="2748" y="576"/>
                  </a:lnTo>
                  <a:lnTo>
                    <a:pt x="2724" y="576"/>
                  </a:lnTo>
                  <a:lnTo>
                    <a:pt x="2724" y="582"/>
                  </a:lnTo>
                  <a:lnTo>
                    <a:pt x="2730" y="600"/>
                  </a:lnTo>
                  <a:lnTo>
                    <a:pt x="2736" y="612"/>
                  </a:lnTo>
                  <a:lnTo>
                    <a:pt x="2748" y="618"/>
                  </a:lnTo>
                  <a:lnTo>
                    <a:pt x="2766" y="624"/>
                  </a:lnTo>
                  <a:lnTo>
                    <a:pt x="2802" y="624"/>
                  </a:lnTo>
                  <a:lnTo>
                    <a:pt x="2820" y="630"/>
                  </a:lnTo>
                  <a:lnTo>
                    <a:pt x="2844" y="630"/>
                  </a:lnTo>
                  <a:lnTo>
                    <a:pt x="2856" y="636"/>
                  </a:lnTo>
                  <a:lnTo>
                    <a:pt x="2862" y="648"/>
                  </a:lnTo>
                  <a:lnTo>
                    <a:pt x="2874" y="654"/>
                  </a:lnTo>
                  <a:lnTo>
                    <a:pt x="2844" y="654"/>
                  </a:lnTo>
                  <a:lnTo>
                    <a:pt x="2838" y="648"/>
                  </a:lnTo>
                  <a:lnTo>
                    <a:pt x="2826" y="642"/>
                  </a:lnTo>
                  <a:lnTo>
                    <a:pt x="2772" y="642"/>
                  </a:lnTo>
                  <a:lnTo>
                    <a:pt x="2760" y="636"/>
                  </a:lnTo>
                  <a:lnTo>
                    <a:pt x="2730" y="636"/>
                  </a:lnTo>
                  <a:lnTo>
                    <a:pt x="2724" y="624"/>
                  </a:lnTo>
                  <a:lnTo>
                    <a:pt x="2700" y="624"/>
                  </a:lnTo>
                  <a:lnTo>
                    <a:pt x="2694" y="606"/>
                  </a:lnTo>
                  <a:lnTo>
                    <a:pt x="2664" y="594"/>
                  </a:lnTo>
                  <a:lnTo>
                    <a:pt x="2670" y="588"/>
                  </a:lnTo>
                  <a:lnTo>
                    <a:pt x="2682" y="582"/>
                  </a:lnTo>
                  <a:lnTo>
                    <a:pt x="2688" y="576"/>
                  </a:lnTo>
                  <a:lnTo>
                    <a:pt x="2688" y="564"/>
                  </a:lnTo>
                  <a:lnTo>
                    <a:pt x="2658" y="534"/>
                  </a:lnTo>
                  <a:lnTo>
                    <a:pt x="2646" y="528"/>
                  </a:lnTo>
                  <a:lnTo>
                    <a:pt x="2616" y="528"/>
                  </a:lnTo>
                  <a:lnTo>
                    <a:pt x="2628" y="534"/>
                  </a:lnTo>
                  <a:lnTo>
                    <a:pt x="2652" y="558"/>
                  </a:lnTo>
                  <a:lnTo>
                    <a:pt x="2640" y="570"/>
                  </a:lnTo>
                  <a:lnTo>
                    <a:pt x="2616" y="582"/>
                  </a:lnTo>
                  <a:lnTo>
                    <a:pt x="2604" y="582"/>
                  </a:lnTo>
                  <a:lnTo>
                    <a:pt x="2586" y="624"/>
                  </a:lnTo>
                  <a:lnTo>
                    <a:pt x="2658" y="660"/>
                  </a:lnTo>
                  <a:lnTo>
                    <a:pt x="2676" y="660"/>
                  </a:lnTo>
                  <a:lnTo>
                    <a:pt x="2676" y="696"/>
                  </a:lnTo>
                  <a:lnTo>
                    <a:pt x="2670" y="708"/>
                  </a:lnTo>
                  <a:lnTo>
                    <a:pt x="2670" y="720"/>
                  </a:lnTo>
                  <a:lnTo>
                    <a:pt x="2676" y="738"/>
                  </a:lnTo>
                  <a:lnTo>
                    <a:pt x="2712" y="744"/>
                  </a:lnTo>
                  <a:lnTo>
                    <a:pt x="2712" y="768"/>
                  </a:lnTo>
                  <a:lnTo>
                    <a:pt x="2772" y="780"/>
                  </a:lnTo>
                  <a:lnTo>
                    <a:pt x="2778" y="780"/>
                  </a:lnTo>
                  <a:lnTo>
                    <a:pt x="2784" y="774"/>
                  </a:lnTo>
                  <a:lnTo>
                    <a:pt x="2796" y="774"/>
                  </a:lnTo>
                  <a:lnTo>
                    <a:pt x="2814" y="768"/>
                  </a:lnTo>
                  <a:lnTo>
                    <a:pt x="2850" y="768"/>
                  </a:lnTo>
                  <a:lnTo>
                    <a:pt x="2868" y="774"/>
                  </a:lnTo>
                  <a:lnTo>
                    <a:pt x="2874" y="780"/>
                  </a:lnTo>
                  <a:lnTo>
                    <a:pt x="2886" y="786"/>
                  </a:lnTo>
                  <a:lnTo>
                    <a:pt x="2904" y="786"/>
                  </a:lnTo>
                  <a:lnTo>
                    <a:pt x="2916" y="792"/>
                  </a:lnTo>
                  <a:lnTo>
                    <a:pt x="2952" y="804"/>
                  </a:lnTo>
                  <a:lnTo>
                    <a:pt x="2976" y="828"/>
                  </a:lnTo>
                  <a:lnTo>
                    <a:pt x="2976" y="834"/>
                  </a:lnTo>
                  <a:lnTo>
                    <a:pt x="2964" y="834"/>
                  </a:lnTo>
                  <a:lnTo>
                    <a:pt x="2958" y="840"/>
                  </a:lnTo>
                  <a:lnTo>
                    <a:pt x="2946" y="840"/>
                  </a:lnTo>
                  <a:lnTo>
                    <a:pt x="2940" y="846"/>
                  </a:lnTo>
                  <a:lnTo>
                    <a:pt x="2946" y="852"/>
                  </a:lnTo>
                  <a:lnTo>
                    <a:pt x="2958" y="858"/>
                  </a:lnTo>
                  <a:lnTo>
                    <a:pt x="2976" y="876"/>
                  </a:lnTo>
                  <a:lnTo>
                    <a:pt x="3024" y="876"/>
                  </a:lnTo>
                  <a:lnTo>
                    <a:pt x="3012" y="882"/>
                  </a:lnTo>
                  <a:lnTo>
                    <a:pt x="3006" y="882"/>
                  </a:lnTo>
                  <a:lnTo>
                    <a:pt x="2994" y="888"/>
                  </a:lnTo>
                  <a:lnTo>
                    <a:pt x="2970" y="888"/>
                  </a:lnTo>
                  <a:lnTo>
                    <a:pt x="2958" y="882"/>
                  </a:lnTo>
                  <a:lnTo>
                    <a:pt x="2952" y="876"/>
                  </a:lnTo>
                  <a:lnTo>
                    <a:pt x="2940" y="870"/>
                  </a:lnTo>
                  <a:lnTo>
                    <a:pt x="2940" y="858"/>
                  </a:lnTo>
                  <a:lnTo>
                    <a:pt x="2928" y="834"/>
                  </a:lnTo>
                  <a:lnTo>
                    <a:pt x="2916" y="822"/>
                  </a:lnTo>
                  <a:lnTo>
                    <a:pt x="2892" y="810"/>
                  </a:lnTo>
                  <a:lnTo>
                    <a:pt x="2886" y="804"/>
                  </a:lnTo>
                  <a:lnTo>
                    <a:pt x="2880" y="804"/>
                  </a:lnTo>
                  <a:lnTo>
                    <a:pt x="2874" y="798"/>
                  </a:lnTo>
                  <a:lnTo>
                    <a:pt x="2874" y="786"/>
                  </a:lnTo>
                  <a:lnTo>
                    <a:pt x="2868" y="780"/>
                  </a:lnTo>
                  <a:lnTo>
                    <a:pt x="2844" y="780"/>
                  </a:lnTo>
                  <a:lnTo>
                    <a:pt x="2832" y="786"/>
                  </a:lnTo>
                  <a:lnTo>
                    <a:pt x="2814" y="786"/>
                  </a:lnTo>
                  <a:lnTo>
                    <a:pt x="2802" y="792"/>
                  </a:lnTo>
                  <a:lnTo>
                    <a:pt x="2778" y="792"/>
                  </a:lnTo>
                  <a:lnTo>
                    <a:pt x="2760" y="810"/>
                  </a:lnTo>
                  <a:lnTo>
                    <a:pt x="2766" y="816"/>
                  </a:lnTo>
                  <a:lnTo>
                    <a:pt x="2772" y="828"/>
                  </a:lnTo>
                  <a:lnTo>
                    <a:pt x="2784" y="834"/>
                  </a:lnTo>
                  <a:lnTo>
                    <a:pt x="2802" y="852"/>
                  </a:lnTo>
                  <a:lnTo>
                    <a:pt x="2814" y="858"/>
                  </a:lnTo>
                  <a:lnTo>
                    <a:pt x="2814" y="864"/>
                  </a:lnTo>
                  <a:lnTo>
                    <a:pt x="2790" y="888"/>
                  </a:lnTo>
                  <a:lnTo>
                    <a:pt x="2784" y="888"/>
                  </a:lnTo>
                  <a:lnTo>
                    <a:pt x="2778" y="930"/>
                  </a:lnTo>
                  <a:lnTo>
                    <a:pt x="2736" y="948"/>
                  </a:lnTo>
                  <a:lnTo>
                    <a:pt x="2736" y="954"/>
                  </a:lnTo>
                  <a:lnTo>
                    <a:pt x="2730" y="966"/>
                  </a:lnTo>
                  <a:lnTo>
                    <a:pt x="2724" y="972"/>
                  </a:lnTo>
                  <a:lnTo>
                    <a:pt x="2694" y="972"/>
                  </a:lnTo>
                  <a:lnTo>
                    <a:pt x="2682" y="966"/>
                  </a:lnTo>
                  <a:lnTo>
                    <a:pt x="2652" y="966"/>
                  </a:lnTo>
                  <a:lnTo>
                    <a:pt x="2592" y="960"/>
                  </a:lnTo>
                  <a:lnTo>
                    <a:pt x="2586" y="960"/>
                  </a:lnTo>
                  <a:lnTo>
                    <a:pt x="2580" y="954"/>
                  </a:lnTo>
                  <a:lnTo>
                    <a:pt x="2568" y="948"/>
                  </a:lnTo>
                  <a:lnTo>
                    <a:pt x="2556" y="948"/>
                  </a:lnTo>
                  <a:lnTo>
                    <a:pt x="2544" y="936"/>
                  </a:lnTo>
                  <a:lnTo>
                    <a:pt x="2598" y="936"/>
                  </a:lnTo>
                  <a:lnTo>
                    <a:pt x="2616" y="942"/>
                  </a:lnTo>
                  <a:lnTo>
                    <a:pt x="2640" y="924"/>
                  </a:lnTo>
                  <a:lnTo>
                    <a:pt x="2652" y="924"/>
                  </a:lnTo>
                  <a:lnTo>
                    <a:pt x="2664" y="930"/>
                  </a:lnTo>
                  <a:lnTo>
                    <a:pt x="2682" y="930"/>
                  </a:lnTo>
                  <a:lnTo>
                    <a:pt x="2694" y="924"/>
                  </a:lnTo>
                  <a:lnTo>
                    <a:pt x="2694" y="906"/>
                  </a:lnTo>
                  <a:lnTo>
                    <a:pt x="2700" y="894"/>
                  </a:lnTo>
                  <a:lnTo>
                    <a:pt x="2700" y="882"/>
                  </a:lnTo>
                  <a:lnTo>
                    <a:pt x="2724" y="876"/>
                  </a:lnTo>
                  <a:lnTo>
                    <a:pt x="2724" y="852"/>
                  </a:lnTo>
                  <a:lnTo>
                    <a:pt x="2712" y="852"/>
                  </a:lnTo>
                  <a:lnTo>
                    <a:pt x="2718" y="846"/>
                  </a:lnTo>
                  <a:lnTo>
                    <a:pt x="2724" y="834"/>
                  </a:lnTo>
                  <a:lnTo>
                    <a:pt x="2724" y="822"/>
                  </a:lnTo>
                  <a:lnTo>
                    <a:pt x="2718" y="816"/>
                  </a:lnTo>
                  <a:lnTo>
                    <a:pt x="2712" y="816"/>
                  </a:lnTo>
                  <a:lnTo>
                    <a:pt x="2700" y="810"/>
                  </a:lnTo>
                  <a:lnTo>
                    <a:pt x="2682" y="810"/>
                  </a:lnTo>
                  <a:lnTo>
                    <a:pt x="2664" y="804"/>
                  </a:lnTo>
                  <a:lnTo>
                    <a:pt x="2652" y="804"/>
                  </a:lnTo>
                  <a:lnTo>
                    <a:pt x="2634" y="786"/>
                  </a:lnTo>
                  <a:lnTo>
                    <a:pt x="2634" y="744"/>
                  </a:lnTo>
                  <a:lnTo>
                    <a:pt x="2628" y="732"/>
                  </a:lnTo>
                  <a:lnTo>
                    <a:pt x="2616" y="720"/>
                  </a:lnTo>
                  <a:lnTo>
                    <a:pt x="2604" y="714"/>
                  </a:lnTo>
                  <a:lnTo>
                    <a:pt x="2598" y="702"/>
                  </a:lnTo>
                  <a:lnTo>
                    <a:pt x="2592" y="696"/>
                  </a:lnTo>
                  <a:lnTo>
                    <a:pt x="2586" y="660"/>
                  </a:lnTo>
                  <a:lnTo>
                    <a:pt x="2520" y="624"/>
                  </a:lnTo>
                  <a:lnTo>
                    <a:pt x="2532" y="612"/>
                  </a:lnTo>
                  <a:lnTo>
                    <a:pt x="2544" y="588"/>
                  </a:lnTo>
                  <a:lnTo>
                    <a:pt x="2544" y="576"/>
                  </a:lnTo>
                  <a:lnTo>
                    <a:pt x="2538" y="564"/>
                  </a:lnTo>
                  <a:lnTo>
                    <a:pt x="2514" y="540"/>
                  </a:lnTo>
                  <a:lnTo>
                    <a:pt x="2496" y="540"/>
                  </a:lnTo>
                  <a:lnTo>
                    <a:pt x="2484" y="534"/>
                  </a:lnTo>
                  <a:lnTo>
                    <a:pt x="2472" y="534"/>
                  </a:lnTo>
                  <a:lnTo>
                    <a:pt x="2340" y="522"/>
                  </a:lnTo>
                  <a:lnTo>
                    <a:pt x="2328" y="552"/>
                  </a:lnTo>
                  <a:lnTo>
                    <a:pt x="2346" y="570"/>
                  </a:lnTo>
                  <a:lnTo>
                    <a:pt x="2334" y="600"/>
                  </a:lnTo>
                  <a:lnTo>
                    <a:pt x="2280" y="624"/>
                  </a:lnTo>
                  <a:lnTo>
                    <a:pt x="2268" y="654"/>
                  </a:lnTo>
                  <a:lnTo>
                    <a:pt x="2304" y="660"/>
                  </a:lnTo>
                  <a:lnTo>
                    <a:pt x="2334" y="708"/>
                  </a:lnTo>
                  <a:lnTo>
                    <a:pt x="2322" y="726"/>
                  </a:lnTo>
                  <a:lnTo>
                    <a:pt x="2352" y="750"/>
                  </a:lnTo>
                  <a:lnTo>
                    <a:pt x="2388" y="744"/>
                  </a:lnTo>
                  <a:lnTo>
                    <a:pt x="2394" y="750"/>
                  </a:lnTo>
                  <a:lnTo>
                    <a:pt x="2400" y="762"/>
                  </a:lnTo>
                  <a:lnTo>
                    <a:pt x="2412" y="768"/>
                  </a:lnTo>
                  <a:lnTo>
                    <a:pt x="2418" y="774"/>
                  </a:lnTo>
                  <a:lnTo>
                    <a:pt x="2430" y="780"/>
                  </a:lnTo>
                  <a:lnTo>
                    <a:pt x="2472" y="780"/>
                  </a:lnTo>
                  <a:lnTo>
                    <a:pt x="2466" y="840"/>
                  </a:lnTo>
                  <a:lnTo>
                    <a:pt x="2448" y="816"/>
                  </a:lnTo>
                  <a:lnTo>
                    <a:pt x="2430" y="828"/>
                  </a:lnTo>
                  <a:lnTo>
                    <a:pt x="2418" y="822"/>
                  </a:lnTo>
                  <a:lnTo>
                    <a:pt x="2388" y="804"/>
                  </a:lnTo>
                  <a:lnTo>
                    <a:pt x="2352" y="792"/>
                  </a:lnTo>
                  <a:lnTo>
                    <a:pt x="2328" y="780"/>
                  </a:lnTo>
                  <a:lnTo>
                    <a:pt x="2268" y="780"/>
                  </a:lnTo>
                  <a:lnTo>
                    <a:pt x="2250" y="762"/>
                  </a:lnTo>
                  <a:lnTo>
                    <a:pt x="2244" y="780"/>
                  </a:lnTo>
                  <a:lnTo>
                    <a:pt x="2220" y="756"/>
                  </a:lnTo>
                  <a:lnTo>
                    <a:pt x="2214" y="756"/>
                  </a:lnTo>
                  <a:lnTo>
                    <a:pt x="2208" y="750"/>
                  </a:lnTo>
                  <a:lnTo>
                    <a:pt x="2196" y="744"/>
                  </a:lnTo>
                  <a:lnTo>
                    <a:pt x="2178" y="744"/>
                  </a:lnTo>
                  <a:lnTo>
                    <a:pt x="2154" y="732"/>
                  </a:lnTo>
                  <a:lnTo>
                    <a:pt x="2130" y="732"/>
                  </a:lnTo>
                  <a:lnTo>
                    <a:pt x="2118" y="738"/>
                  </a:lnTo>
                  <a:lnTo>
                    <a:pt x="2088" y="738"/>
                  </a:lnTo>
                  <a:lnTo>
                    <a:pt x="2076" y="732"/>
                  </a:lnTo>
                  <a:lnTo>
                    <a:pt x="2022" y="732"/>
                  </a:lnTo>
                  <a:lnTo>
                    <a:pt x="2016" y="738"/>
                  </a:lnTo>
                  <a:lnTo>
                    <a:pt x="2010" y="738"/>
                  </a:lnTo>
                  <a:lnTo>
                    <a:pt x="2004" y="744"/>
                  </a:lnTo>
                  <a:lnTo>
                    <a:pt x="2004" y="750"/>
                  </a:lnTo>
                  <a:lnTo>
                    <a:pt x="2016" y="762"/>
                  </a:lnTo>
                  <a:lnTo>
                    <a:pt x="2028" y="768"/>
                  </a:lnTo>
                  <a:lnTo>
                    <a:pt x="2040" y="780"/>
                  </a:lnTo>
                  <a:lnTo>
                    <a:pt x="2046" y="780"/>
                  </a:lnTo>
                  <a:lnTo>
                    <a:pt x="2022" y="810"/>
                  </a:lnTo>
                  <a:lnTo>
                    <a:pt x="2010" y="798"/>
                  </a:lnTo>
                  <a:lnTo>
                    <a:pt x="2010" y="828"/>
                  </a:lnTo>
                  <a:lnTo>
                    <a:pt x="1998" y="828"/>
                  </a:lnTo>
                  <a:lnTo>
                    <a:pt x="1986" y="822"/>
                  </a:lnTo>
                  <a:lnTo>
                    <a:pt x="1980" y="822"/>
                  </a:lnTo>
                  <a:lnTo>
                    <a:pt x="1974" y="816"/>
                  </a:lnTo>
                  <a:lnTo>
                    <a:pt x="1974" y="786"/>
                  </a:lnTo>
                  <a:lnTo>
                    <a:pt x="1968" y="780"/>
                  </a:lnTo>
                  <a:lnTo>
                    <a:pt x="1950" y="780"/>
                  </a:lnTo>
                  <a:lnTo>
                    <a:pt x="1938" y="786"/>
                  </a:lnTo>
                  <a:lnTo>
                    <a:pt x="1920" y="792"/>
                  </a:lnTo>
                  <a:lnTo>
                    <a:pt x="1908" y="804"/>
                  </a:lnTo>
                  <a:lnTo>
                    <a:pt x="1884" y="816"/>
                  </a:lnTo>
                  <a:lnTo>
                    <a:pt x="1866" y="816"/>
                  </a:lnTo>
                  <a:lnTo>
                    <a:pt x="1842" y="804"/>
                  </a:lnTo>
                  <a:lnTo>
                    <a:pt x="1824" y="804"/>
                  </a:lnTo>
                  <a:lnTo>
                    <a:pt x="1800" y="810"/>
                  </a:lnTo>
                  <a:lnTo>
                    <a:pt x="1782" y="816"/>
                  </a:lnTo>
                  <a:lnTo>
                    <a:pt x="1764" y="828"/>
                  </a:lnTo>
                  <a:lnTo>
                    <a:pt x="1752" y="834"/>
                  </a:lnTo>
                  <a:lnTo>
                    <a:pt x="1746" y="840"/>
                  </a:lnTo>
                  <a:lnTo>
                    <a:pt x="1680" y="840"/>
                  </a:lnTo>
                  <a:lnTo>
                    <a:pt x="1692" y="816"/>
                  </a:lnTo>
                  <a:lnTo>
                    <a:pt x="1692" y="780"/>
                  </a:lnTo>
                  <a:lnTo>
                    <a:pt x="1680" y="780"/>
                  </a:lnTo>
                  <a:lnTo>
                    <a:pt x="1668" y="786"/>
                  </a:lnTo>
                  <a:lnTo>
                    <a:pt x="1650" y="792"/>
                  </a:lnTo>
                  <a:lnTo>
                    <a:pt x="1638" y="792"/>
                  </a:lnTo>
                  <a:lnTo>
                    <a:pt x="1626" y="804"/>
                  </a:lnTo>
                  <a:lnTo>
                    <a:pt x="1626" y="816"/>
                  </a:lnTo>
                  <a:lnTo>
                    <a:pt x="1632" y="822"/>
                  </a:lnTo>
                  <a:lnTo>
                    <a:pt x="1632" y="828"/>
                  </a:lnTo>
                  <a:lnTo>
                    <a:pt x="1608" y="834"/>
                  </a:lnTo>
                  <a:lnTo>
                    <a:pt x="1608" y="810"/>
                  </a:lnTo>
                  <a:lnTo>
                    <a:pt x="1584" y="816"/>
                  </a:lnTo>
                  <a:lnTo>
                    <a:pt x="1530" y="822"/>
                  </a:lnTo>
                  <a:lnTo>
                    <a:pt x="1488" y="852"/>
                  </a:lnTo>
                  <a:lnTo>
                    <a:pt x="1440" y="858"/>
                  </a:lnTo>
                  <a:lnTo>
                    <a:pt x="1452" y="876"/>
                  </a:lnTo>
                  <a:lnTo>
                    <a:pt x="1440" y="876"/>
                  </a:lnTo>
                  <a:lnTo>
                    <a:pt x="1428" y="870"/>
                  </a:lnTo>
                  <a:lnTo>
                    <a:pt x="1422" y="870"/>
                  </a:lnTo>
                  <a:lnTo>
                    <a:pt x="1410" y="876"/>
                  </a:lnTo>
                  <a:lnTo>
                    <a:pt x="1404" y="882"/>
                  </a:lnTo>
                  <a:lnTo>
                    <a:pt x="1404" y="924"/>
                  </a:lnTo>
                  <a:lnTo>
                    <a:pt x="1332" y="930"/>
                  </a:lnTo>
                  <a:lnTo>
                    <a:pt x="1326" y="924"/>
                  </a:lnTo>
                  <a:lnTo>
                    <a:pt x="1314" y="918"/>
                  </a:lnTo>
                  <a:lnTo>
                    <a:pt x="1308" y="912"/>
                  </a:lnTo>
                  <a:lnTo>
                    <a:pt x="1266" y="912"/>
                  </a:lnTo>
                  <a:lnTo>
                    <a:pt x="1260" y="906"/>
                  </a:lnTo>
                  <a:lnTo>
                    <a:pt x="1260" y="876"/>
                  </a:lnTo>
                  <a:lnTo>
                    <a:pt x="1266" y="870"/>
                  </a:lnTo>
                  <a:lnTo>
                    <a:pt x="1266" y="864"/>
                  </a:lnTo>
                  <a:lnTo>
                    <a:pt x="1272" y="858"/>
                  </a:lnTo>
                  <a:lnTo>
                    <a:pt x="1284" y="864"/>
                  </a:lnTo>
                  <a:lnTo>
                    <a:pt x="1344" y="864"/>
                  </a:lnTo>
                  <a:lnTo>
                    <a:pt x="1332" y="858"/>
                  </a:lnTo>
                  <a:lnTo>
                    <a:pt x="1326" y="846"/>
                  </a:lnTo>
                  <a:lnTo>
                    <a:pt x="1314" y="840"/>
                  </a:lnTo>
                  <a:lnTo>
                    <a:pt x="1302" y="828"/>
                  </a:lnTo>
                  <a:lnTo>
                    <a:pt x="1290" y="822"/>
                  </a:lnTo>
                  <a:lnTo>
                    <a:pt x="1278" y="810"/>
                  </a:lnTo>
                  <a:lnTo>
                    <a:pt x="1152" y="810"/>
                  </a:lnTo>
                  <a:lnTo>
                    <a:pt x="1164" y="822"/>
                  </a:lnTo>
                  <a:lnTo>
                    <a:pt x="1188" y="822"/>
                  </a:lnTo>
                  <a:lnTo>
                    <a:pt x="1200" y="828"/>
                  </a:lnTo>
                  <a:lnTo>
                    <a:pt x="1200" y="846"/>
                  </a:lnTo>
                  <a:lnTo>
                    <a:pt x="1194" y="864"/>
                  </a:lnTo>
                  <a:lnTo>
                    <a:pt x="1194" y="876"/>
                  </a:lnTo>
                  <a:lnTo>
                    <a:pt x="1188" y="894"/>
                  </a:lnTo>
                  <a:lnTo>
                    <a:pt x="1188" y="918"/>
                  </a:lnTo>
                  <a:lnTo>
                    <a:pt x="1194" y="918"/>
                  </a:lnTo>
                  <a:lnTo>
                    <a:pt x="1206" y="924"/>
                  </a:lnTo>
                  <a:lnTo>
                    <a:pt x="1230" y="924"/>
                  </a:lnTo>
                  <a:lnTo>
                    <a:pt x="1236" y="930"/>
                  </a:lnTo>
                  <a:lnTo>
                    <a:pt x="1242" y="930"/>
                  </a:lnTo>
                  <a:lnTo>
                    <a:pt x="1236" y="966"/>
                  </a:lnTo>
                  <a:lnTo>
                    <a:pt x="1248" y="996"/>
                  </a:lnTo>
                  <a:lnTo>
                    <a:pt x="1212" y="972"/>
                  </a:lnTo>
                  <a:lnTo>
                    <a:pt x="1194" y="996"/>
                  </a:lnTo>
                  <a:lnTo>
                    <a:pt x="1188" y="966"/>
                  </a:lnTo>
                  <a:lnTo>
                    <a:pt x="1116" y="948"/>
                  </a:lnTo>
                  <a:lnTo>
                    <a:pt x="1086" y="984"/>
                  </a:lnTo>
                  <a:lnTo>
                    <a:pt x="1062" y="984"/>
                  </a:lnTo>
                  <a:lnTo>
                    <a:pt x="1056" y="996"/>
                  </a:lnTo>
                  <a:lnTo>
                    <a:pt x="1044" y="1002"/>
                  </a:lnTo>
                  <a:lnTo>
                    <a:pt x="1038" y="1008"/>
                  </a:lnTo>
                  <a:lnTo>
                    <a:pt x="1026" y="1014"/>
                  </a:lnTo>
                  <a:lnTo>
                    <a:pt x="1014" y="1014"/>
                  </a:lnTo>
                  <a:lnTo>
                    <a:pt x="1002" y="1020"/>
                  </a:lnTo>
                  <a:lnTo>
                    <a:pt x="1002" y="1032"/>
                  </a:lnTo>
                  <a:lnTo>
                    <a:pt x="1008" y="1038"/>
                  </a:lnTo>
                  <a:lnTo>
                    <a:pt x="1020" y="1044"/>
                  </a:lnTo>
                  <a:lnTo>
                    <a:pt x="1032" y="1056"/>
                  </a:lnTo>
                  <a:lnTo>
                    <a:pt x="1044" y="1062"/>
                  </a:lnTo>
                  <a:lnTo>
                    <a:pt x="1050" y="1068"/>
                  </a:lnTo>
                  <a:lnTo>
                    <a:pt x="1062" y="1074"/>
                  </a:lnTo>
                  <a:lnTo>
                    <a:pt x="1080" y="1104"/>
                  </a:lnTo>
                  <a:lnTo>
                    <a:pt x="1050" y="1086"/>
                  </a:lnTo>
                  <a:lnTo>
                    <a:pt x="1038" y="1092"/>
                  </a:lnTo>
                  <a:lnTo>
                    <a:pt x="1032" y="1098"/>
                  </a:lnTo>
                  <a:lnTo>
                    <a:pt x="1020" y="1098"/>
                  </a:lnTo>
                  <a:lnTo>
                    <a:pt x="1008" y="1092"/>
                  </a:lnTo>
                  <a:lnTo>
                    <a:pt x="996" y="1092"/>
                  </a:lnTo>
                  <a:lnTo>
                    <a:pt x="978" y="1086"/>
                  </a:lnTo>
                  <a:lnTo>
                    <a:pt x="966" y="1080"/>
                  </a:lnTo>
                  <a:lnTo>
                    <a:pt x="948" y="1080"/>
                  </a:lnTo>
                  <a:lnTo>
                    <a:pt x="936" y="1074"/>
                  </a:lnTo>
                  <a:lnTo>
                    <a:pt x="924" y="1074"/>
                  </a:lnTo>
                  <a:lnTo>
                    <a:pt x="918" y="1068"/>
                  </a:lnTo>
                  <a:lnTo>
                    <a:pt x="918" y="1056"/>
                  </a:lnTo>
                  <a:lnTo>
                    <a:pt x="906" y="1050"/>
                  </a:lnTo>
                  <a:lnTo>
                    <a:pt x="888" y="1050"/>
                  </a:lnTo>
                  <a:lnTo>
                    <a:pt x="864" y="1062"/>
                  </a:lnTo>
                  <a:lnTo>
                    <a:pt x="858" y="1068"/>
                  </a:lnTo>
                  <a:lnTo>
                    <a:pt x="840" y="1068"/>
                  </a:lnTo>
                  <a:lnTo>
                    <a:pt x="882" y="1104"/>
                  </a:lnTo>
                  <a:lnTo>
                    <a:pt x="900" y="1104"/>
                  </a:lnTo>
                  <a:lnTo>
                    <a:pt x="912" y="1110"/>
                  </a:lnTo>
                  <a:lnTo>
                    <a:pt x="924" y="1110"/>
                  </a:lnTo>
                  <a:lnTo>
                    <a:pt x="936" y="1116"/>
                  </a:lnTo>
                  <a:lnTo>
                    <a:pt x="942" y="1116"/>
                  </a:lnTo>
                  <a:lnTo>
                    <a:pt x="942" y="1122"/>
                  </a:lnTo>
                  <a:lnTo>
                    <a:pt x="936" y="1134"/>
                  </a:lnTo>
                  <a:lnTo>
                    <a:pt x="924" y="1140"/>
                  </a:lnTo>
                  <a:lnTo>
                    <a:pt x="918" y="1146"/>
                  </a:lnTo>
                  <a:lnTo>
                    <a:pt x="852" y="1128"/>
                  </a:lnTo>
                  <a:lnTo>
                    <a:pt x="840" y="1122"/>
                  </a:lnTo>
                  <a:lnTo>
                    <a:pt x="834" y="1116"/>
                  </a:lnTo>
                  <a:lnTo>
                    <a:pt x="822" y="1110"/>
                  </a:lnTo>
                  <a:lnTo>
                    <a:pt x="762" y="1110"/>
                  </a:lnTo>
                  <a:lnTo>
                    <a:pt x="756" y="1104"/>
                  </a:lnTo>
                  <a:lnTo>
                    <a:pt x="756" y="1056"/>
                  </a:lnTo>
                  <a:lnTo>
                    <a:pt x="738" y="1044"/>
                  </a:lnTo>
                  <a:lnTo>
                    <a:pt x="750" y="1032"/>
                  </a:lnTo>
                  <a:lnTo>
                    <a:pt x="756" y="1020"/>
                  </a:lnTo>
                  <a:lnTo>
                    <a:pt x="756" y="1002"/>
                  </a:lnTo>
                  <a:lnTo>
                    <a:pt x="738" y="990"/>
                  </a:lnTo>
                  <a:lnTo>
                    <a:pt x="702" y="978"/>
                  </a:lnTo>
                  <a:lnTo>
                    <a:pt x="672" y="972"/>
                  </a:lnTo>
                  <a:lnTo>
                    <a:pt x="660" y="966"/>
                  </a:lnTo>
                  <a:lnTo>
                    <a:pt x="630" y="948"/>
                  </a:lnTo>
                  <a:lnTo>
                    <a:pt x="606" y="930"/>
                  </a:lnTo>
                  <a:lnTo>
                    <a:pt x="594" y="912"/>
                  </a:lnTo>
                  <a:lnTo>
                    <a:pt x="630" y="912"/>
                  </a:lnTo>
                  <a:lnTo>
                    <a:pt x="630" y="924"/>
                  </a:lnTo>
                  <a:lnTo>
                    <a:pt x="642" y="924"/>
                  </a:lnTo>
                  <a:lnTo>
                    <a:pt x="654" y="930"/>
                  </a:lnTo>
                  <a:lnTo>
                    <a:pt x="672" y="930"/>
                  </a:lnTo>
                  <a:lnTo>
                    <a:pt x="690" y="936"/>
                  </a:lnTo>
                  <a:lnTo>
                    <a:pt x="720" y="936"/>
                  </a:lnTo>
                  <a:lnTo>
                    <a:pt x="732" y="942"/>
                  </a:lnTo>
                  <a:lnTo>
                    <a:pt x="738" y="954"/>
                  </a:lnTo>
                  <a:lnTo>
                    <a:pt x="762" y="966"/>
                  </a:lnTo>
                  <a:lnTo>
                    <a:pt x="816" y="966"/>
                  </a:lnTo>
                  <a:lnTo>
                    <a:pt x="846" y="972"/>
                  </a:lnTo>
                  <a:lnTo>
                    <a:pt x="858" y="972"/>
                  </a:lnTo>
                  <a:lnTo>
                    <a:pt x="870" y="978"/>
                  </a:lnTo>
                  <a:lnTo>
                    <a:pt x="894" y="984"/>
                  </a:lnTo>
                  <a:lnTo>
                    <a:pt x="930" y="990"/>
                  </a:lnTo>
                  <a:lnTo>
                    <a:pt x="978" y="984"/>
                  </a:lnTo>
                  <a:lnTo>
                    <a:pt x="1026" y="972"/>
                  </a:lnTo>
                  <a:lnTo>
                    <a:pt x="1062" y="954"/>
                  </a:lnTo>
                  <a:lnTo>
                    <a:pt x="1080" y="936"/>
                  </a:lnTo>
                  <a:lnTo>
                    <a:pt x="1074" y="912"/>
                  </a:lnTo>
                  <a:lnTo>
                    <a:pt x="1032" y="870"/>
                  </a:lnTo>
                  <a:lnTo>
                    <a:pt x="1014" y="858"/>
                  </a:lnTo>
                  <a:lnTo>
                    <a:pt x="996" y="852"/>
                  </a:lnTo>
                  <a:lnTo>
                    <a:pt x="948" y="840"/>
                  </a:lnTo>
                  <a:lnTo>
                    <a:pt x="900" y="822"/>
                  </a:lnTo>
                  <a:lnTo>
                    <a:pt x="828" y="798"/>
                  </a:lnTo>
                  <a:lnTo>
                    <a:pt x="792" y="780"/>
                  </a:lnTo>
                  <a:lnTo>
                    <a:pt x="756" y="774"/>
                  </a:lnTo>
                  <a:lnTo>
                    <a:pt x="624" y="774"/>
                  </a:lnTo>
                  <a:lnTo>
                    <a:pt x="612" y="756"/>
                  </a:lnTo>
                  <a:lnTo>
                    <a:pt x="588" y="762"/>
                  </a:lnTo>
                  <a:lnTo>
                    <a:pt x="552" y="744"/>
                  </a:lnTo>
                  <a:lnTo>
                    <a:pt x="588" y="738"/>
                  </a:lnTo>
                  <a:lnTo>
                    <a:pt x="606" y="726"/>
                  </a:lnTo>
                  <a:lnTo>
                    <a:pt x="600" y="726"/>
                  </a:lnTo>
                  <a:lnTo>
                    <a:pt x="594" y="720"/>
                  </a:lnTo>
                  <a:lnTo>
                    <a:pt x="582" y="720"/>
                  </a:lnTo>
                  <a:lnTo>
                    <a:pt x="564" y="714"/>
                  </a:lnTo>
                  <a:lnTo>
                    <a:pt x="546" y="714"/>
                  </a:lnTo>
                  <a:lnTo>
                    <a:pt x="534" y="708"/>
                  </a:lnTo>
                  <a:lnTo>
                    <a:pt x="522" y="720"/>
                  </a:lnTo>
                  <a:lnTo>
                    <a:pt x="522" y="726"/>
                  </a:lnTo>
                  <a:lnTo>
                    <a:pt x="516" y="732"/>
                  </a:lnTo>
                  <a:lnTo>
                    <a:pt x="498" y="732"/>
                  </a:lnTo>
                  <a:lnTo>
                    <a:pt x="486" y="744"/>
                  </a:lnTo>
                  <a:lnTo>
                    <a:pt x="450" y="744"/>
                  </a:lnTo>
                  <a:lnTo>
                    <a:pt x="444" y="756"/>
                  </a:lnTo>
                  <a:lnTo>
                    <a:pt x="420" y="762"/>
                  </a:lnTo>
                  <a:lnTo>
                    <a:pt x="420" y="768"/>
                  </a:lnTo>
                  <a:lnTo>
                    <a:pt x="414" y="780"/>
                  </a:lnTo>
                  <a:lnTo>
                    <a:pt x="390" y="780"/>
                  </a:lnTo>
                  <a:lnTo>
                    <a:pt x="384" y="792"/>
                  </a:lnTo>
                  <a:lnTo>
                    <a:pt x="396" y="804"/>
                  </a:lnTo>
                  <a:lnTo>
                    <a:pt x="396" y="810"/>
                  </a:lnTo>
                  <a:lnTo>
                    <a:pt x="378" y="810"/>
                  </a:lnTo>
                  <a:lnTo>
                    <a:pt x="378" y="822"/>
                  </a:lnTo>
                  <a:lnTo>
                    <a:pt x="384" y="834"/>
                  </a:lnTo>
                  <a:lnTo>
                    <a:pt x="384" y="840"/>
                  </a:lnTo>
                  <a:lnTo>
                    <a:pt x="390" y="846"/>
                  </a:lnTo>
                  <a:lnTo>
                    <a:pt x="396" y="846"/>
                  </a:lnTo>
                  <a:lnTo>
                    <a:pt x="402" y="840"/>
                  </a:lnTo>
                  <a:lnTo>
                    <a:pt x="420" y="840"/>
                  </a:lnTo>
                  <a:lnTo>
                    <a:pt x="468" y="888"/>
                  </a:lnTo>
                  <a:lnTo>
                    <a:pt x="468" y="900"/>
                  </a:lnTo>
                  <a:lnTo>
                    <a:pt x="462" y="900"/>
                  </a:lnTo>
                  <a:lnTo>
                    <a:pt x="450" y="906"/>
                  </a:lnTo>
                  <a:lnTo>
                    <a:pt x="444" y="906"/>
                  </a:lnTo>
                  <a:lnTo>
                    <a:pt x="444" y="918"/>
                  </a:lnTo>
                  <a:lnTo>
                    <a:pt x="438" y="918"/>
                  </a:lnTo>
                  <a:lnTo>
                    <a:pt x="426" y="924"/>
                  </a:lnTo>
                  <a:lnTo>
                    <a:pt x="420" y="930"/>
                  </a:lnTo>
                  <a:lnTo>
                    <a:pt x="438" y="948"/>
                  </a:lnTo>
                  <a:lnTo>
                    <a:pt x="450" y="954"/>
                  </a:lnTo>
                  <a:lnTo>
                    <a:pt x="456" y="966"/>
                  </a:lnTo>
                  <a:lnTo>
                    <a:pt x="468" y="972"/>
                  </a:lnTo>
                  <a:lnTo>
                    <a:pt x="492" y="996"/>
                  </a:lnTo>
                  <a:lnTo>
                    <a:pt x="504" y="1002"/>
                  </a:lnTo>
                  <a:lnTo>
                    <a:pt x="510" y="1008"/>
                  </a:lnTo>
                  <a:lnTo>
                    <a:pt x="510" y="1014"/>
                  </a:lnTo>
                  <a:lnTo>
                    <a:pt x="504" y="1020"/>
                  </a:lnTo>
                  <a:lnTo>
                    <a:pt x="492" y="1020"/>
                  </a:lnTo>
                  <a:lnTo>
                    <a:pt x="480" y="1014"/>
                  </a:lnTo>
                  <a:lnTo>
                    <a:pt x="474" y="1014"/>
                  </a:lnTo>
                  <a:lnTo>
                    <a:pt x="468" y="1044"/>
                  </a:lnTo>
                  <a:lnTo>
                    <a:pt x="480" y="1056"/>
                  </a:lnTo>
                  <a:lnTo>
                    <a:pt x="480" y="1068"/>
                  </a:lnTo>
                  <a:lnTo>
                    <a:pt x="492" y="1068"/>
                  </a:lnTo>
                  <a:lnTo>
                    <a:pt x="498" y="1074"/>
                  </a:lnTo>
                  <a:lnTo>
                    <a:pt x="504" y="1074"/>
                  </a:lnTo>
                  <a:lnTo>
                    <a:pt x="510" y="1080"/>
                  </a:lnTo>
                  <a:lnTo>
                    <a:pt x="510" y="1086"/>
                  </a:lnTo>
                  <a:lnTo>
                    <a:pt x="504" y="1092"/>
                  </a:lnTo>
                  <a:lnTo>
                    <a:pt x="498" y="1104"/>
                  </a:lnTo>
                  <a:lnTo>
                    <a:pt x="522" y="1110"/>
                  </a:lnTo>
                  <a:lnTo>
                    <a:pt x="534" y="1116"/>
                  </a:lnTo>
                  <a:lnTo>
                    <a:pt x="540" y="1122"/>
                  </a:lnTo>
                  <a:lnTo>
                    <a:pt x="540" y="1128"/>
                  </a:lnTo>
                  <a:lnTo>
                    <a:pt x="516" y="1152"/>
                  </a:lnTo>
                  <a:lnTo>
                    <a:pt x="510" y="1152"/>
                  </a:lnTo>
                  <a:lnTo>
                    <a:pt x="582" y="1188"/>
                  </a:lnTo>
                  <a:lnTo>
                    <a:pt x="588" y="1200"/>
                  </a:lnTo>
                  <a:lnTo>
                    <a:pt x="594" y="1206"/>
                  </a:lnTo>
                  <a:lnTo>
                    <a:pt x="600" y="1218"/>
                  </a:lnTo>
                  <a:lnTo>
                    <a:pt x="600" y="1230"/>
                  </a:lnTo>
                  <a:lnTo>
                    <a:pt x="594" y="1236"/>
                  </a:lnTo>
                  <a:lnTo>
                    <a:pt x="588" y="1248"/>
                  </a:lnTo>
                  <a:lnTo>
                    <a:pt x="552" y="1284"/>
                  </a:lnTo>
                  <a:lnTo>
                    <a:pt x="546" y="1284"/>
                  </a:lnTo>
                  <a:lnTo>
                    <a:pt x="486" y="1344"/>
                  </a:lnTo>
                  <a:lnTo>
                    <a:pt x="426" y="1374"/>
                  </a:lnTo>
                  <a:lnTo>
                    <a:pt x="432" y="1386"/>
                  </a:lnTo>
                  <a:lnTo>
                    <a:pt x="462" y="1368"/>
                  </a:lnTo>
                  <a:lnTo>
                    <a:pt x="468" y="1386"/>
                  </a:lnTo>
                  <a:lnTo>
                    <a:pt x="480" y="1398"/>
                  </a:lnTo>
                  <a:lnTo>
                    <a:pt x="492" y="1404"/>
                  </a:lnTo>
                  <a:lnTo>
                    <a:pt x="498" y="1410"/>
                  </a:lnTo>
                  <a:lnTo>
                    <a:pt x="546" y="1410"/>
                  </a:lnTo>
                  <a:lnTo>
                    <a:pt x="558" y="1428"/>
                  </a:lnTo>
                  <a:lnTo>
                    <a:pt x="546" y="1428"/>
                  </a:lnTo>
                  <a:lnTo>
                    <a:pt x="534" y="1422"/>
                  </a:lnTo>
                  <a:lnTo>
                    <a:pt x="504" y="1422"/>
                  </a:lnTo>
                  <a:lnTo>
                    <a:pt x="492" y="1434"/>
                  </a:lnTo>
                  <a:lnTo>
                    <a:pt x="492" y="1440"/>
                  </a:lnTo>
                  <a:lnTo>
                    <a:pt x="456" y="1440"/>
                  </a:lnTo>
                  <a:lnTo>
                    <a:pt x="450" y="1470"/>
                  </a:lnTo>
                  <a:lnTo>
                    <a:pt x="438" y="1470"/>
                  </a:lnTo>
                  <a:lnTo>
                    <a:pt x="432" y="1482"/>
                  </a:lnTo>
                  <a:lnTo>
                    <a:pt x="438" y="1494"/>
                  </a:lnTo>
                  <a:lnTo>
                    <a:pt x="432" y="1500"/>
                  </a:lnTo>
                  <a:lnTo>
                    <a:pt x="426" y="1500"/>
                  </a:lnTo>
                  <a:lnTo>
                    <a:pt x="414" y="1512"/>
                  </a:lnTo>
                  <a:lnTo>
                    <a:pt x="414" y="1530"/>
                  </a:lnTo>
                  <a:lnTo>
                    <a:pt x="432" y="1536"/>
                  </a:lnTo>
                  <a:lnTo>
                    <a:pt x="420" y="1560"/>
                  </a:lnTo>
                  <a:lnTo>
                    <a:pt x="432" y="1566"/>
                  </a:lnTo>
                  <a:lnTo>
                    <a:pt x="444" y="1584"/>
                  </a:lnTo>
                  <a:lnTo>
                    <a:pt x="426" y="1596"/>
                  </a:lnTo>
                  <a:lnTo>
                    <a:pt x="426" y="1608"/>
                  </a:lnTo>
                  <a:lnTo>
                    <a:pt x="432" y="1608"/>
                  </a:lnTo>
                  <a:lnTo>
                    <a:pt x="444" y="1620"/>
                  </a:lnTo>
                  <a:lnTo>
                    <a:pt x="456" y="1626"/>
                  </a:lnTo>
                  <a:lnTo>
                    <a:pt x="462" y="1632"/>
                  </a:lnTo>
                  <a:lnTo>
                    <a:pt x="462" y="1638"/>
                  </a:lnTo>
                  <a:lnTo>
                    <a:pt x="444" y="1638"/>
                  </a:lnTo>
                  <a:lnTo>
                    <a:pt x="438" y="1656"/>
                  </a:lnTo>
                  <a:lnTo>
                    <a:pt x="462" y="1662"/>
                  </a:lnTo>
                  <a:lnTo>
                    <a:pt x="468" y="1668"/>
                  </a:lnTo>
                  <a:lnTo>
                    <a:pt x="474" y="1680"/>
                  </a:lnTo>
                  <a:lnTo>
                    <a:pt x="486" y="1692"/>
                  </a:lnTo>
                  <a:lnTo>
                    <a:pt x="486" y="1716"/>
                  </a:lnTo>
                  <a:lnTo>
                    <a:pt x="510" y="1716"/>
                  </a:lnTo>
                  <a:lnTo>
                    <a:pt x="516" y="1722"/>
                  </a:lnTo>
                  <a:lnTo>
                    <a:pt x="516" y="1728"/>
                  </a:lnTo>
                  <a:lnTo>
                    <a:pt x="528" y="1722"/>
                  </a:lnTo>
                  <a:lnTo>
                    <a:pt x="564" y="1728"/>
                  </a:lnTo>
                  <a:lnTo>
                    <a:pt x="570" y="1746"/>
                  </a:lnTo>
                  <a:lnTo>
                    <a:pt x="600" y="1728"/>
                  </a:lnTo>
                  <a:lnTo>
                    <a:pt x="606" y="1728"/>
                  </a:lnTo>
                  <a:lnTo>
                    <a:pt x="612" y="1734"/>
                  </a:lnTo>
                  <a:lnTo>
                    <a:pt x="648" y="1752"/>
                  </a:lnTo>
                  <a:lnTo>
                    <a:pt x="654" y="1758"/>
                  </a:lnTo>
                  <a:lnTo>
                    <a:pt x="654" y="1770"/>
                  </a:lnTo>
                  <a:lnTo>
                    <a:pt x="648" y="1776"/>
                  </a:lnTo>
                  <a:lnTo>
                    <a:pt x="660" y="1794"/>
                  </a:lnTo>
                  <a:lnTo>
                    <a:pt x="654" y="1812"/>
                  </a:lnTo>
                  <a:lnTo>
                    <a:pt x="660" y="1818"/>
                  </a:lnTo>
                  <a:lnTo>
                    <a:pt x="672" y="1824"/>
                  </a:lnTo>
                  <a:lnTo>
                    <a:pt x="690" y="1842"/>
                  </a:lnTo>
                  <a:lnTo>
                    <a:pt x="690" y="1854"/>
                  </a:lnTo>
                  <a:lnTo>
                    <a:pt x="720" y="1866"/>
                  </a:lnTo>
                  <a:lnTo>
                    <a:pt x="720" y="1890"/>
                  </a:lnTo>
                  <a:lnTo>
                    <a:pt x="756" y="1890"/>
                  </a:lnTo>
                  <a:lnTo>
                    <a:pt x="762" y="1896"/>
                  </a:lnTo>
                  <a:lnTo>
                    <a:pt x="768" y="1896"/>
                  </a:lnTo>
                  <a:lnTo>
                    <a:pt x="768" y="1902"/>
                  </a:lnTo>
                  <a:lnTo>
                    <a:pt x="762" y="1908"/>
                  </a:lnTo>
                  <a:lnTo>
                    <a:pt x="786" y="1920"/>
                  </a:lnTo>
                  <a:lnTo>
                    <a:pt x="774" y="1926"/>
                  </a:lnTo>
                  <a:lnTo>
                    <a:pt x="768" y="1938"/>
                  </a:lnTo>
                  <a:lnTo>
                    <a:pt x="744" y="1950"/>
                  </a:lnTo>
                  <a:lnTo>
                    <a:pt x="738" y="1950"/>
                  </a:lnTo>
                  <a:lnTo>
                    <a:pt x="732" y="1944"/>
                  </a:lnTo>
                  <a:lnTo>
                    <a:pt x="726" y="1944"/>
                  </a:lnTo>
                  <a:lnTo>
                    <a:pt x="726" y="1938"/>
                  </a:lnTo>
                  <a:lnTo>
                    <a:pt x="702" y="1938"/>
                  </a:lnTo>
                  <a:lnTo>
                    <a:pt x="696" y="1944"/>
                  </a:lnTo>
                  <a:lnTo>
                    <a:pt x="696" y="1950"/>
                  </a:lnTo>
                  <a:lnTo>
                    <a:pt x="720" y="1974"/>
                  </a:lnTo>
                  <a:lnTo>
                    <a:pt x="720" y="1992"/>
                  </a:lnTo>
                  <a:lnTo>
                    <a:pt x="726" y="1998"/>
                  </a:lnTo>
                  <a:lnTo>
                    <a:pt x="732" y="2010"/>
                  </a:lnTo>
                  <a:lnTo>
                    <a:pt x="732" y="2028"/>
                  </a:lnTo>
                  <a:lnTo>
                    <a:pt x="720" y="2028"/>
                  </a:lnTo>
                  <a:lnTo>
                    <a:pt x="714" y="2022"/>
                  </a:lnTo>
                  <a:lnTo>
                    <a:pt x="708" y="2022"/>
                  </a:lnTo>
                  <a:lnTo>
                    <a:pt x="720" y="2028"/>
                  </a:lnTo>
                  <a:lnTo>
                    <a:pt x="768" y="2028"/>
                  </a:lnTo>
                  <a:lnTo>
                    <a:pt x="774" y="2022"/>
                  </a:lnTo>
                  <a:lnTo>
                    <a:pt x="774" y="2010"/>
                  </a:lnTo>
                  <a:lnTo>
                    <a:pt x="804" y="2010"/>
                  </a:lnTo>
                  <a:lnTo>
                    <a:pt x="816" y="2004"/>
                  </a:lnTo>
                  <a:lnTo>
                    <a:pt x="864" y="2004"/>
                  </a:lnTo>
                  <a:lnTo>
                    <a:pt x="870" y="2022"/>
                  </a:lnTo>
                  <a:lnTo>
                    <a:pt x="876" y="2022"/>
                  </a:lnTo>
                  <a:lnTo>
                    <a:pt x="882" y="2028"/>
                  </a:lnTo>
                  <a:lnTo>
                    <a:pt x="894" y="2034"/>
                  </a:lnTo>
                  <a:lnTo>
                    <a:pt x="900" y="2034"/>
                  </a:lnTo>
                  <a:lnTo>
                    <a:pt x="900" y="2046"/>
                  </a:lnTo>
                  <a:lnTo>
                    <a:pt x="894" y="2052"/>
                  </a:lnTo>
                  <a:lnTo>
                    <a:pt x="888" y="2052"/>
                  </a:lnTo>
                  <a:lnTo>
                    <a:pt x="894" y="2070"/>
                  </a:lnTo>
                  <a:lnTo>
                    <a:pt x="894" y="2088"/>
                  </a:lnTo>
                  <a:lnTo>
                    <a:pt x="930" y="2088"/>
                  </a:lnTo>
                  <a:lnTo>
                    <a:pt x="972" y="2106"/>
                  </a:lnTo>
                  <a:lnTo>
                    <a:pt x="984" y="2154"/>
                  </a:lnTo>
                  <a:lnTo>
                    <a:pt x="990" y="2154"/>
                  </a:lnTo>
                  <a:lnTo>
                    <a:pt x="1014" y="2148"/>
                  </a:lnTo>
                  <a:lnTo>
                    <a:pt x="1020" y="2154"/>
                  </a:lnTo>
                  <a:lnTo>
                    <a:pt x="1032" y="2154"/>
                  </a:lnTo>
                  <a:lnTo>
                    <a:pt x="1038" y="2160"/>
                  </a:lnTo>
                  <a:lnTo>
                    <a:pt x="1086" y="2160"/>
                  </a:lnTo>
                  <a:lnTo>
                    <a:pt x="1092" y="2166"/>
                  </a:lnTo>
                  <a:lnTo>
                    <a:pt x="1092" y="2160"/>
                  </a:lnTo>
                  <a:lnTo>
                    <a:pt x="1098" y="2154"/>
                  </a:lnTo>
                  <a:lnTo>
                    <a:pt x="1110" y="2154"/>
                  </a:lnTo>
                  <a:lnTo>
                    <a:pt x="1116" y="2166"/>
                  </a:lnTo>
                  <a:lnTo>
                    <a:pt x="1140" y="2190"/>
                  </a:lnTo>
                  <a:lnTo>
                    <a:pt x="1152" y="2184"/>
                  </a:lnTo>
                  <a:lnTo>
                    <a:pt x="1170" y="2184"/>
                  </a:lnTo>
                  <a:lnTo>
                    <a:pt x="1176" y="2190"/>
                  </a:lnTo>
                  <a:lnTo>
                    <a:pt x="1188" y="2196"/>
                  </a:lnTo>
                  <a:lnTo>
                    <a:pt x="1230" y="2196"/>
                  </a:lnTo>
                  <a:lnTo>
                    <a:pt x="1230" y="2202"/>
                  </a:lnTo>
                  <a:lnTo>
                    <a:pt x="1236" y="2208"/>
                  </a:lnTo>
                  <a:lnTo>
                    <a:pt x="1254" y="2220"/>
                  </a:lnTo>
                  <a:lnTo>
                    <a:pt x="1278" y="2220"/>
                  </a:lnTo>
                  <a:lnTo>
                    <a:pt x="1284" y="2226"/>
                  </a:lnTo>
                  <a:lnTo>
                    <a:pt x="1284" y="2250"/>
                  </a:lnTo>
                  <a:lnTo>
                    <a:pt x="1266" y="2262"/>
                  </a:lnTo>
                  <a:lnTo>
                    <a:pt x="1272" y="2262"/>
                  </a:lnTo>
                  <a:lnTo>
                    <a:pt x="1278" y="2268"/>
                  </a:lnTo>
                  <a:lnTo>
                    <a:pt x="1284" y="2268"/>
                  </a:lnTo>
                  <a:lnTo>
                    <a:pt x="1290" y="2274"/>
                  </a:lnTo>
                  <a:lnTo>
                    <a:pt x="1284" y="2280"/>
                  </a:lnTo>
                  <a:lnTo>
                    <a:pt x="1266" y="2280"/>
                  </a:lnTo>
                  <a:lnTo>
                    <a:pt x="1260" y="2286"/>
                  </a:lnTo>
                  <a:lnTo>
                    <a:pt x="1272" y="2298"/>
                  </a:lnTo>
                  <a:lnTo>
                    <a:pt x="1284" y="2304"/>
                  </a:lnTo>
                  <a:lnTo>
                    <a:pt x="1284" y="2316"/>
                  </a:lnTo>
                  <a:lnTo>
                    <a:pt x="1290" y="2328"/>
                  </a:lnTo>
                  <a:lnTo>
                    <a:pt x="1290" y="2334"/>
                  </a:lnTo>
                  <a:lnTo>
                    <a:pt x="1278" y="2346"/>
                  </a:lnTo>
                  <a:lnTo>
                    <a:pt x="1266" y="2346"/>
                  </a:lnTo>
                  <a:lnTo>
                    <a:pt x="1254" y="2352"/>
                  </a:lnTo>
                  <a:lnTo>
                    <a:pt x="1224" y="2352"/>
                  </a:lnTo>
                  <a:lnTo>
                    <a:pt x="1212" y="2364"/>
                  </a:lnTo>
                  <a:lnTo>
                    <a:pt x="1212" y="2370"/>
                  </a:lnTo>
                  <a:lnTo>
                    <a:pt x="1206" y="2376"/>
                  </a:lnTo>
                  <a:lnTo>
                    <a:pt x="1188" y="2376"/>
                  </a:lnTo>
                  <a:lnTo>
                    <a:pt x="1188" y="2412"/>
                  </a:lnTo>
                  <a:lnTo>
                    <a:pt x="1194" y="2412"/>
                  </a:lnTo>
                  <a:lnTo>
                    <a:pt x="1200" y="2406"/>
                  </a:lnTo>
                  <a:lnTo>
                    <a:pt x="1212" y="2406"/>
                  </a:lnTo>
                  <a:lnTo>
                    <a:pt x="1224" y="2400"/>
                  </a:lnTo>
                  <a:lnTo>
                    <a:pt x="1254" y="2400"/>
                  </a:lnTo>
                  <a:lnTo>
                    <a:pt x="1254" y="2412"/>
                  </a:lnTo>
                  <a:lnTo>
                    <a:pt x="1248" y="2418"/>
                  </a:lnTo>
                  <a:lnTo>
                    <a:pt x="1242" y="2430"/>
                  </a:lnTo>
                  <a:lnTo>
                    <a:pt x="1230" y="2436"/>
                  </a:lnTo>
                  <a:lnTo>
                    <a:pt x="1224" y="2442"/>
                  </a:lnTo>
                  <a:lnTo>
                    <a:pt x="1170" y="2454"/>
                  </a:lnTo>
                  <a:lnTo>
                    <a:pt x="1218" y="2490"/>
                  </a:lnTo>
                  <a:lnTo>
                    <a:pt x="1212" y="2490"/>
                  </a:lnTo>
                  <a:lnTo>
                    <a:pt x="1206" y="2496"/>
                  </a:lnTo>
                  <a:lnTo>
                    <a:pt x="1194" y="2496"/>
                  </a:lnTo>
                  <a:lnTo>
                    <a:pt x="1188" y="2502"/>
                  </a:lnTo>
                  <a:lnTo>
                    <a:pt x="1176" y="2526"/>
                  </a:lnTo>
                  <a:lnTo>
                    <a:pt x="1176" y="2544"/>
                  </a:lnTo>
                  <a:lnTo>
                    <a:pt x="1164" y="2550"/>
                  </a:lnTo>
                  <a:lnTo>
                    <a:pt x="1158" y="2556"/>
                  </a:lnTo>
                  <a:lnTo>
                    <a:pt x="1146" y="2556"/>
                  </a:lnTo>
                  <a:lnTo>
                    <a:pt x="1140" y="2550"/>
                  </a:lnTo>
                  <a:lnTo>
                    <a:pt x="1128" y="2544"/>
                  </a:lnTo>
                  <a:lnTo>
                    <a:pt x="1122" y="2538"/>
                  </a:lnTo>
                  <a:lnTo>
                    <a:pt x="1116" y="2556"/>
                  </a:lnTo>
                  <a:lnTo>
                    <a:pt x="1122" y="2562"/>
                  </a:lnTo>
                  <a:lnTo>
                    <a:pt x="1128" y="2574"/>
                  </a:lnTo>
                  <a:lnTo>
                    <a:pt x="1134" y="2580"/>
                  </a:lnTo>
                  <a:lnTo>
                    <a:pt x="1146" y="2580"/>
                  </a:lnTo>
                  <a:lnTo>
                    <a:pt x="1146" y="2586"/>
                  </a:lnTo>
                  <a:lnTo>
                    <a:pt x="1152" y="2598"/>
                  </a:lnTo>
                  <a:lnTo>
                    <a:pt x="1158" y="2604"/>
                  </a:lnTo>
                  <a:lnTo>
                    <a:pt x="1194" y="2604"/>
                  </a:lnTo>
                  <a:lnTo>
                    <a:pt x="1200" y="2610"/>
                  </a:lnTo>
                  <a:lnTo>
                    <a:pt x="1212" y="2616"/>
                  </a:lnTo>
                  <a:lnTo>
                    <a:pt x="1218" y="2628"/>
                  </a:lnTo>
                  <a:lnTo>
                    <a:pt x="1224" y="2634"/>
                  </a:lnTo>
                  <a:lnTo>
                    <a:pt x="1254" y="2634"/>
                  </a:lnTo>
                  <a:lnTo>
                    <a:pt x="1272" y="2652"/>
                  </a:lnTo>
                  <a:lnTo>
                    <a:pt x="1278" y="2664"/>
                  </a:lnTo>
                  <a:lnTo>
                    <a:pt x="1290" y="2670"/>
                  </a:lnTo>
                  <a:lnTo>
                    <a:pt x="1314" y="2694"/>
                  </a:lnTo>
                  <a:lnTo>
                    <a:pt x="1320" y="2694"/>
                  </a:lnTo>
                  <a:lnTo>
                    <a:pt x="1332" y="2700"/>
                  </a:lnTo>
                  <a:lnTo>
                    <a:pt x="1338" y="2700"/>
                  </a:lnTo>
                  <a:lnTo>
                    <a:pt x="1350" y="2706"/>
                  </a:lnTo>
                  <a:lnTo>
                    <a:pt x="1344" y="2706"/>
                  </a:lnTo>
                  <a:lnTo>
                    <a:pt x="1368" y="2688"/>
                  </a:lnTo>
                  <a:lnTo>
                    <a:pt x="1380" y="2688"/>
                  </a:lnTo>
                  <a:lnTo>
                    <a:pt x="1398" y="2694"/>
                  </a:lnTo>
                  <a:lnTo>
                    <a:pt x="1410" y="2700"/>
                  </a:lnTo>
                  <a:lnTo>
                    <a:pt x="1428" y="2706"/>
                  </a:lnTo>
                  <a:lnTo>
                    <a:pt x="1488" y="2718"/>
                  </a:lnTo>
                  <a:lnTo>
                    <a:pt x="1524" y="2718"/>
                  </a:lnTo>
                  <a:lnTo>
                    <a:pt x="1530" y="2724"/>
                  </a:lnTo>
                  <a:lnTo>
                    <a:pt x="1536" y="2724"/>
                  </a:lnTo>
                  <a:lnTo>
                    <a:pt x="1584" y="2754"/>
                  </a:lnTo>
                  <a:lnTo>
                    <a:pt x="1584" y="2760"/>
                  </a:lnTo>
                  <a:lnTo>
                    <a:pt x="1590" y="2760"/>
                  </a:lnTo>
                  <a:lnTo>
                    <a:pt x="1602" y="2766"/>
                  </a:lnTo>
                  <a:lnTo>
                    <a:pt x="1626" y="2766"/>
                  </a:lnTo>
                  <a:lnTo>
                    <a:pt x="1632" y="2760"/>
                  </a:lnTo>
                  <a:lnTo>
                    <a:pt x="1644" y="2760"/>
                  </a:lnTo>
                  <a:lnTo>
                    <a:pt x="1644" y="2754"/>
                  </a:lnTo>
                  <a:lnTo>
                    <a:pt x="1674" y="2754"/>
                  </a:lnTo>
                  <a:lnTo>
                    <a:pt x="1686" y="2760"/>
                  </a:lnTo>
                  <a:lnTo>
                    <a:pt x="1698" y="2772"/>
                  </a:lnTo>
                  <a:lnTo>
                    <a:pt x="1728" y="2778"/>
                  </a:lnTo>
                  <a:lnTo>
                    <a:pt x="1728" y="2790"/>
                  </a:lnTo>
                  <a:lnTo>
                    <a:pt x="1722" y="2796"/>
                  </a:lnTo>
                  <a:lnTo>
                    <a:pt x="1722" y="2802"/>
                  </a:lnTo>
                  <a:lnTo>
                    <a:pt x="1740" y="2802"/>
                  </a:lnTo>
                  <a:lnTo>
                    <a:pt x="1752" y="2814"/>
                  </a:lnTo>
                  <a:lnTo>
                    <a:pt x="1764" y="2820"/>
                  </a:lnTo>
                  <a:lnTo>
                    <a:pt x="1776" y="2832"/>
                  </a:lnTo>
                  <a:lnTo>
                    <a:pt x="1788" y="2826"/>
                  </a:lnTo>
                  <a:lnTo>
                    <a:pt x="1794" y="2826"/>
                  </a:lnTo>
                  <a:lnTo>
                    <a:pt x="1818" y="2838"/>
                  </a:lnTo>
                  <a:lnTo>
                    <a:pt x="1836" y="2856"/>
                  </a:lnTo>
                  <a:lnTo>
                    <a:pt x="1842" y="2868"/>
                  </a:lnTo>
                  <a:lnTo>
                    <a:pt x="1854" y="2874"/>
                  </a:lnTo>
                  <a:lnTo>
                    <a:pt x="1860" y="2880"/>
                  </a:lnTo>
                  <a:lnTo>
                    <a:pt x="1884" y="2880"/>
                  </a:lnTo>
                  <a:lnTo>
                    <a:pt x="1890" y="2874"/>
                  </a:lnTo>
                  <a:lnTo>
                    <a:pt x="1890" y="2862"/>
                  </a:lnTo>
                  <a:lnTo>
                    <a:pt x="1908" y="2862"/>
                  </a:lnTo>
                  <a:lnTo>
                    <a:pt x="1914" y="2856"/>
                  </a:lnTo>
                  <a:lnTo>
                    <a:pt x="1914" y="2826"/>
                  </a:lnTo>
                  <a:lnTo>
                    <a:pt x="1908" y="2820"/>
                  </a:lnTo>
                  <a:lnTo>
                    <a:pt x="1908" y="2814"/>
                  </a:lnTo>
                  <a:lnTo>
                    <a:pt x="1896" y="2802"/>
                  </a:lnTo>
                  <a:lnTo>
                    <a:pt x="1890" y="2790"/>
                  </a:lnTo>
                  <a:lnTo>
                    <a:pt x="1884" y="2784"/>
                  </a:lnTo>
                  <a:lnTo>
                    <a:pt x="1872" y="2778"/>
                  </a:lnTo>
                  <a:lnTo>
                    <a:pt x="1866" y="2772"/>
                  </a:lnTo>
                  <a:lnTo>
                    <a:pt x="1854" y="2772"/>
                  </a:lnTo>
                  <a:lnTo>
                    <a:pt x="1854" y="2748"/>
                  </a:lnTo>
                  <a:lnTo>
                    <a:pt x="1848" y="2742"/>
                  </a:lnTo>
                  <a:lnTo>
                    <a:pt x="1836" y="2736"/>
                  </a:lnTo>
                  <a:lnTo>
                    <a:pt x="1830" y="2724"/>
                  </a:lnTo>
                  <a:lnTo>
                    <a:pt x="1824" y="2718"/>
                  </a:lnTo>
                  <a:lnTo>
                    <a:pt x="1824" y="2706"/>
                  </a:lnTo>
                  <a:lnTo>
                    <a:pt x="1830" y="2694"/>
                  </a:lnTo>
                  <a:lnTo>
                    <a:pt x="1830" y="2682"/>
                  </a:lnTo>
                  <a:lnTo>
                    <a:pt x="1818" y="2658"/>
                  </a:lnTo>
                  <a:lnTo>
                    <a:pt x="1812" y="2652"/>
                  </a:lnTo>
                  <a:lnTo>
                    <a:pt x="1806" y="2640"/>
                  </a:lnTo>
                  <a:lnTo>
                    <a:pt x="1794" y="2634"/>
                  </a:lnTo>
                  <a:lnTo>
                    <a:pt x="1788" y="2628"/>
                  </a:lnTo>
                  <a:lnTo>
                    <a:pt x="1776" y="2628"/>
                  </a:lnTo>
                  <a:lnTo>
                    <a:pt x="1758" y="2622"/>
                  </a:lnTo>
                  <a:lnTo>
                    <a:pt x="1758" y="2604"/>
                  </a:lnTo>
                  <a:lnTo>
                    <a:pt x="1794" y="2568"/>
                  </a:lnTo>
                  <a:lnTo>
                    <a:pt x="1800" y="2556"/>
                  </a:lnTo>
                  <a:lnTo>
                    <a:pt x="1806" y="2550"/>
                  </a:lnTo>
                  <a:lnTo>
                    <a:pt x="1806" y="2544"/>
                  </a:lnTo>
                  <a:lnTo>
                    <a:pt x="1800" y="2532"/>
                  </a:lnTo>
                  <a:lnTo>
                    <a:pt x="1788" y="2520"/>
                  </a:lnTo>
                  <a:lnTo>
                    <a:pt x="1800" y="2520"/>
                  </a:lnTo>
                  <a:lnTo>
                    <a:pt x="1812" y="2526"/>
                  </a:lnTo>
                  <a:lnTo>
                    <a:pt x="1830" y="2526"/>
                  </a:lnTo>
                  <a:lnTo>
                    <a:pt x="1842" y="2514"/>
                  </a:lnTo>
                  <a:lnTo>
                    <a:pt x="1872" y="2514"/>
                  </a:lnTo>
                  <a:lnTo>
                    <a:pt x="1878" y="2508"/>
                  </a:lnTo>
                  <a:lnTo>
                    <a:pt x="1860" y="2490"/>
                  </a:lnTo>
                  <a:lnTo>
                    <a:pt x="1890" y="2490"/>
                  </a:lnTo>
                  <a:lnTo>
                    <a:pt x="1890" y="2472"/>
                  </a:lnTo>
                  <a:lnTo>
                    <a:pt x="1878" y="2472"/>
                  </a:lnTo>
                  <a:lnTo>
                    <a:pt x="1854" y="2460"/>
                  </a:lnTo>
                  <a:lnTo>
                    <a:pt x="1842" y="2448"/>
                  </a:lnTo>
                  <a:lnTo>
                    <a:pt x="1842" y="2442"/>
                  </a:lnTo>
                  <a:lnTo>
                    <a:pt x="1878" y="2442"/>
                  </a:lnTo>
                  <a:lnTo>
                    <a:pt x="1878" y="2430"/>
                  </a:lnTo>
                  <a:lnTo>
                    <a:pt x="1866" y="2418"/>
                  </a:lnTo>
                  <a:lnTo>
                    <a:pt x="1860" y="2406"/>
                  </a:lnTo>
                  <a:lnTo>
                    <a:pt x="1812" y="2358"/>
                  </a:lnTo>
                  <a:lnTo>
                    <a:pt x="1800" y="2358"/>
                  </a:lnTo>
                  <a:lnTo>
                    <a:pt x="1788" y="2364"/>
                  </a:lnTo>
                  <a:lnTo>
                    <a:pt x="1746" y="2364"/>
                  </a:lnTo>
                  <a:lnTo>
                    <a:pt x="1740" y="2358"/>
                  </a:lnTo>
                  <a:lnTo>
                    <a:pt x="1740" y="2328"/>
                  </a:lnTo>
                  <a:lnTo>
                    <a:pt x="1734" y="2322"/>
                  </a:lnTo>
                  <a:lnTo>
                    <a:pt x="1710" y="2322"/>
                  </a:lnTo>
                  <a:lnTo>
                    <a:pt x="1704" y="2316"/>
                  </a:lnTo>
                  <a:lnTo>
                    <a:pt x="1698" y="2316"/>
                  </a:lnTo>
                  <a:lnTo>
                    <a:pt x="1698" y="2286"/>
                  </a:lnTo>
                  <a:lnTo>
                    <a:pt x="1710" y="2262"/>
                  </a:lnTo>
                  <a:lnTo>
                    <a:pt x="1710" y="2238"/>
                  </a:lnTo>
                  <a:lnTo>
                    <a:pt x="1704" y="2232"/>
                  </a:lnTo>
                  <a:lnTo>
                    <a:pt x="1698" y="2196"/>
                  </a:lnTo>
                  <a:lnTo>
                    <a:pt x="1722" y="2196"/>
                  </a:lnTo>
                  <a:lnTo>
                    <a:pt x="1722" y="2172"/>
                  </a:lnTo>
                  <a:lnTo>
                    <a:pt x="1716" y="2166"/>
                  </a:lnTo>
                  <a:lnTo>
                    <a:pt x="1716" y="2154"/>
                  </a:lnTo>
                  <a:lnTo>
                    <a:pt x="1722" y="2148"/>
                  </a:lnTo>
                  <a:lnTo>
                    <a:pt x="1734" y="2148"/>
                  </a:lnTo>
                  <a:lnTo>
                    <a:pt x="1746" y="2154"/>
                  </a:lnTo>
                  <a:lnTo>
                    <a:pt x="1758" y="2166"/>
                  </a:lnTo>
                  <a:lnTo>
                    <a:pt x="1770" y="2172"/>
                  </a:lnTo>
                  <a:lnTo>
                    <a:pt x="1776" y="2184"/>
                  </a:lnTo>
                  <a:lnTo>
                    <a:pt x="1788" y="2190"/>
                  </a:lnTo>
                  <a:lnTo>
                    <a:pt x="1800" y="2190"/>
                  </a:lnTo>
                  <a:lnTo>
                    <a:pt x="1806" y="2184"/>
                  </a:lnTo>
                  <a:lnTo>
                    <a:pt x="1812" y="2172"/>
                  </a:lnTo>
                  <a:lnTo>
                    <a:pt x="1818" y="2166"/>
                  </a:lnTo>
                  <a:lnTo>
                    <a:pt x="1812" y="2154"/>
                  </a:lnTo>
                  <a:lnTo>
                    <a:pt x="1800" y="2142"/>
                  </a:lnTo>
                  <a:lnTo>
                    <a:pt x="1830" y="2130"/>
                  </a:lnTo>
                  <a:lnTo>
                    <a:pt x="1830" y="2106"/>
                  </a:lnTo>
                  <a:lnTo>
                    <a:pt x="1836" y="2106"/>
                  </a:lnTo>
                  <a:lnTo>
                    <a:pt x="1848" y="2100"/>
                  </a:lnTo>
                  <a:lnTo>
                    <a:pt x="1860" y="2100"/>
                  </a:lnTo>
                  <a:lnTo>
                    <a:pt x="1872" y="2094"/>
                  </a:lnTo>
                  <a:lnTo>
                    <a:pt x="1884" y="2082"/>
                  </a:lnTo>
                  <a:lnTo>
                    <a:pt x="1884" y="2064"/>
                  </a:lnTo>
                  <a:lnTo>
                    <a:pt x="1878" y="2058"/>
                  </a:lnTo>
                  <a:lnTo>
                    <a:pt x="1878" y="2052"/>
                  </a:lnTo>
                  <a:lnTo>
                    <a:pt x="1908" y="2052"/>
                  </a:lnTo>
                  <a:lnTo>
                    <a:pt x="1920" y="2058"/>
                  </a:lnTo>
                  <a:lnTo>
                    <a:pt x="1926" y="2058"/>
                  </a:lnTo>
                  <a:lnTo>
                    <a:pt x="1926" y="2064"/>
                  </a:lnTo>
                  <a:lnTo>
                    <a:pt x="1932" y="2070"/>
                  </a:lnTo>
                  <a:lnTo>
                    <a:pt x="1962" y="2070"/>
                  </a:lnTo>
                  <a:lnTo>
                    <a:pt x="1974" y="2058"/>
                  </a:lnTo>
                  <a:lnTo>
                    <a:pt x="1986" y="2052"/>
                  </a:lnTo>
                  <a:lnTo>
                    <a:pt x="2004" y="2052"/>
                  </a:lnTo>
                  <a:lnTo>
                    <a:pt x="2010" y="2058"/>
                  </a:lnTo>
                  <a:lnTo>
                    <a:pt x="2016" y="2070"/>
                  </a:lnTo>
                  <a:lnTo>
                    <a:pt x="2076" y="2070"/>
                  </a:lnTo>
                  <a:lnTo>
                    <a:pt x="2082" y="2076"/>
                  </a:lnTo>
                  <a:lnTo>
                    <a:pt x="2082" y="2082"/>
                  </a:lnTo>
                  <a:lnTo>
                    <a:pt x="2088" y="2094"/>
                  </a:lnTo>
                  <a:lnTo>
                    <a:pt x="2124" y="2094"/>
                  </a:lnTo>
                  <a:lnTo>
                    <a:pt x="2136" y="2124"/>
                  </a:lnTo>
                  <a:lnTo>
                    <a:pt x="2136" y="2130"/>
                  </a:lnTo>
                  <a:lnTo>
                    <a:pt x="2148" y="2142"/>
                  </a:lnTo>
                  <a:lnTo>
                    <a:pt x="2160" y="2142"/>
                  </a:lnTo>
                  <a:lnTo>
                    <a:pt x="2160" y="2124"/>
                  </a:lnTo>
                  <a:lnTo>
                    <a:pt x="2148" y="2112"/>
                  </a:lnTo>
                  <a:lnTo>
                    <a:pt x="2148" y="2106"/>
                  </a:lnTo>
                  <a:lnTo>
                    <a:pt x="2160" y="2106"/>
                  </a:lnTo>
                  <a:lnTo>
                    <a:pt x="2232" y="2142"/>
                  </a:lnTo>
                  <a:lnTo>
                    <a:pt x="2238" y="2136"/>
                  </a:lnTo>
                  <a:lnTo>
                    <a:pt x="2244" y="2124"/>
                  </a:lnTo>
                  <a:lnTo>
                    <a:pt x="2256" y="2118"/>
                  </a:lnTo>
                  <a:lnTo>
                    <a:pt x="2268" y="2106"/>
                  </a:lnTo>
                  <a:lnTo>
                    <a:pt x="2280" y="2100"/>
                  </a:lnTo>
                  <a:lnTo>
                    <a:pt x="2286" y="2100"/>
                  </a:lnTo>
                  <a:lnTo>
                    <a:pt x="2322" y="2118"/>
                  </a:lnTo>
                  <a:lnTo>
                    <a:pt x="2334" y="2118"/>
                  </a:lnTo>
                  <a:lnTo>
                    <a:pt x="2352" y="2112"/>
                  </a:lnTo>
                  <a:lnTo>
                    <a:pt x="2364" y="2106"/>
                  </a:lnTo>
                  <a:lnTo>
                    <a:pt x="2370" y="2100"/>
                  </a:lnTo>
                  <a:lnTo>
                    <a:pt x="2382" y="2100"/>
                  </a:lnTo>
                  <a:lnTo>
                    <a:pt x="2388" y="2106"/>
                  </a:lnTo>
                  <a:lnTo>
                    <a:pt x="2400" y="2112"/>
                  </a:lnTo>
                  <a:lnTo>
                    <a:pt x="2406" y="2124"/>
                  </a:lnTo>
                  <a:lnTo>
                    <a:pt x="2430" y="2136"/>
                  </a:lnTo>
                  <a:lnTo>
                    <a:pt x="2454" y="2136"/>
                  </a:lnTo>
                  <a:lnTo>
                    <a:pt x="2466" y="2142"/>
                  </a:lnTo>
                  <a:lnTo>
                    <a:pt x="2478" y="2142"/>
                  </a:lnTo>
                  <a:lnTo>
                    <a:pt x="2490" y="2118"/>
                  </a:lnTo>
                  <a:lnTo>
                    <a:pt x="2496" y="2124"/>
                  </a:lnTo>
                  <a:lnTo>
                    <a:pt x="2508" y="2124"/>
                  </a:lnTo>
                  <a:lnTo>
                    <a:pt x="2514" y="2130"/>
                  </a:lnTo>
                  <a:lnTo>
                    <a:pt x="2526" y="2136"/>
                  </a:lnTo>
                  <a:lnTo>
                    <a:pt x="2562" y="2136"/>
                  </a:lnTo>
                  <a:lnTo>
                    <a:pt x="2568" y="2130"/>
                  </a:lnTo>
                  <a:lnTo>
                    <a:pt x="2574" y="2118"/>
                  </a:lnTo>
                  <a:lnTo>
                    <a:pt x="2574" y="2106"/>
                  </a:lnTo>
                  <a:lnTo>
                    <a:pt x="2568" y="2088"/>
                  </a:lnTo>
                  <a:lnTo>
                    <a:pt x="2544" y="2064"/>
                  </a:lnTo>
                  <a:lnTo>
                    <a:pt x="2532" y="2058"/>
                  </a:lnTo>
                  <a:lnTo>
                    <a:pt x="2514" y="2052"/>
                  </a:lnTo>
                  <a:lnTo>
                    <a:pt x="2490" y="2052"/>
                  </a:lnTo>
                  <a:lnTo>
                    <a:pt x="2460" y="2022"/>
                  </a:lnTo>
                  <a:lnTo>
                    <a:pt x="2472" y="2022"/>
                  </a:lnTo>
                  <a:lnTo>
                    <a:pt x="2484" y="2016"/>
                  </a:lnTo>
                  <a:lnTo>
                    <a:pt x="2496" y="2016"/>
                  </a:lnTo>
                  <a:lnTo>
                    <a:pt x="2508" y="2004"/>
                  </a:lnTo>
                  <a:lnTo>
                    <a:pt x="2508" y="1992"/>
                  </a:lnTo>
                  <a:lnTo>
                    <a:pt x="2502" y="1986"/>
                  </a:lnTo>
                  <a:lnTo>
                    <a:pt x="2496" y="1974"/>
                  </a:lnTo>
                  <a:lnTo>
                    <a:pt x="2490" y="1968"/>
                  </a:lnTo>
                  <a:lnTo>
                    <a:pt x="2502" y="1956"/>
                  </a:lnTo>
                  <a:lnTo>
                    <a:pt x="2556" y="1956"/>
                  </a:lnTo>
                  <a:lnTo>
                    <a:pt x="2544" y="1944"/>
                  </a:lnTo>
                  <a:lnTo>
                    <a:pt x="2532" y="1944"/>
                  </a:lnTo>
                  <a:lnTo>
                    <a:pt x="2508" y="1932"/>
                  </a:lnTo>
                  <a:lnTo>
                    <a:pt x="2496" y="1932"/>
                  </a:lnTo>
                  <a:lnTo>
                    <a:pt x="2508" y="1914"/>
                  </a:lnTo>
                  <a:lnTo>
                    <a:pt x="2484" y="1914"/>
                  </a:lnTo>
                  <a:lnTo>
                    <a:pt x="2484" y="1908"/>
                  </a:lnTo>
                  <a:lnTo>
                    <a:pt x="2478" y="1902"/>
                  </a:lnTo>
                  <a:lnTo>
                    <a:pt x="2478" y="1896"/>
                  </a:lnTo>
                  <a:lnTo>
                    <a:pt x="2490" y="1884"/>
                  </a:lnTo>
                  <a:lnTo>
                    <a:pt x="2526" y="1872"/>
                  </a:lnTo>
                  <a:lnTo>
                    <a:pt x="2586" y="1866"/>
                  </a:lnTo>
                  <a:lnTo>
                    <a:pt x="2640" y="1866"/>
                  </a:lnTo>
                  <a:lnTo>
                    <a:pt x="2646" y="1848"/>
                  </a:lnTo>
                  <a:lnTo>
                    <a:pt x="2712" y="1848"/>
                  </a:lnTo>
                  <a:lnTo>
                    <a:pt x="2712" y="1830"/>
                  </a:lnTo>
                  <a:lnTo>
                    <a:pt x="2718" y="1824"/>
                  </a:lnTo>
                  <a:lnTo>
                    <a:pt x="2808" y="1824"/>
                  </a:lnTo>
                  <a:lnTo>
                    <a:pt x="2862" y="1806"/>
                  </a:lnTo>
                  <a:lnTo>
                    <a:pt x="2874" y="1806"/>
                  </a:lnTo>
                  <a:lnTo>
                    <a:pt x="2874" y="1794"/>
                  </a:lnTo>
                  <a:lnTo>
                    <a:pt x="2886" y="1782"/>
                  </a:lnTo>
                  <a:lnTo>
                    <a:pt x="2898" y="1776"/>
                  </a:lnTo>
                  <a:lnTo>
                    <a:pt x="2916" y="1770"/>
                  </a:lnTo>
                  <a:lnTo>
                    <a:pt x="2940" y="1770"/>
                  </a:lnTo>
                  <a:lnTo>
                    <a:pt x="2958" y="1776"/>
                  </a:lnTo>
                  <a:lnTo>
                    <a:pt x="2976" y="1776"/>
                  </a:lnTo>
                  <a:lnTo>
                    <a:pt x="2988" y="1788"/>
                  </a:lnTo>
                  <a:lnTo>
                    <a:pt x="3000" y="1788"/>
                  </a:lnTo>
                  <a:lnTo>
                    <a:pt x="3012" y="1776"/>
                  </a:lnTo>
                  <a:lnTo>
                    <a:pt x="3018" y="1776"/>
                  </a:lnTo>
                  <a:lnTo>
                    <a:pt x="3036" y="1794"/>
                  </a:lnTo>
                  <a:lnTo>
                    <a:pt x="3042" y="1806"/>
                  </a:lnTo>
                  <a:lnTo>
                    <a:pt x="3048" y="1812"/>
                  </a:lnTo>
                  <a:lnTo>
                    <a:pt x="3060" y="1812"/>
                  </a:lnTo>
                  <a:lnTo>
                    <a:pt x="3066" y="1818"/>
                  </a:lnTo>
                  <a:lnTo>
                    <a:pt x="3066" y="1860"/>
                  </a:lnTo>
                  <a:lnTo>
                    <a:pt x="3072" y="1866"/>
                  </a:lnTo>
                  <a:lnTo>
                    <a:pt x="3090" y="1866"/>
                  </a:lnTo>
                  <a:lnTo>
                    <a:pt x="3102" y="1860"/>
                  </a:lnTo>
                  <a:lnTo>
                    <a:pt x="3120" y="1860"/>
                  </a:lnTo>
                  <a:lnTo>
                    <a:pt x="3132" y="1842"/>
                  </a:lnTo>
                  <a:lnTo>
                    <a:pt x="3156" y="1878"/>
                  </a:lnTo>
                  <a:lnTo>
                    <a:pt x="3180" y="1866"/>
                  </a:lnTo>
                  <a:lnTo>
                    <a:pt x="3204" y="1878"/>
                  </a:lnTo>
                  <a:lnTo>
                    <a:pt x="3210" y="1872"/>
                  </a:lnTo>
                  <a:lnTo>
                    <a:pt x="3216" y="1872"/>
                  </a:lnTo>
                  <a:lnTo>
                    <a:pt x="3228" y="1878"/>
                  </a:lnTo>
                  <a:lnTo>
                    <a:pt x="3228" y="1902"/>
                  </a:lnTo>
                  <a:lnTo>
                    <a:pt x="3222" y="1908"/>
                  </a:lnTo>
                  <a:lnTo>
                    <a:pt x="3222" y="1914"/>
                  </a:lnTo>
                  <a:lnTo>
                    <a:pt x="3228" y="1914"/>
                  </a:lnTo>
                  <a:lnTo>
                    <a:pt x="3234" y="1908"/>
                  </a:lnTo>
                  <a:lnTo>
                    <a:pt x="3240" y="1908"/>
                  </a:lnTo>
                  <a:lnTo>
                    <a:pt x="3246" y="1902"/>
                  </a:lnTo>
                  <a:lnTo>
                    <a:pt x="3252" y="1902"/>
                  </a:lnTo>
                  <a:lnTo>
                    <a:pt x="3258" y="1908"/>
                  </a:lnTo>
                  <a:lnTo>
                    <a:pt x="3270" y="1914"/>
                  </a:lnTo>
                  <a:lnTo>
                    <a:pt x="3276" y="1920"/>
                  </a:lnTo>
                  <a:lnTo>
                    <a:pt x="3288" y="1926"/>
                  </a:lnTo>
                  <a:lnTo>
                    <a:pt x="3300" y="1914"/>
                  </a:lnTo>
                  <a:lnTo>
                    <a:pt x="3300" y="1896"/>
                  </a:lnTo>
                  <a:lnTo>
                    <a:pt x="3306" y="1890"/>
                  </a:lnTo>
                  <a:lnTo>
                    <a:pt x="3318" y="1884"/>
                  </a:lnTo>
                  <a:lnTo>
                    <a:pt x="3330" y="1884"/>
                  </a:lnTo>
                  <a:lnTo>
                    <a:pt x="3342" y="1866"/>
                  </a:lnTo>
                  <a:lnTo>
                    <a:pt x="3378" y="1854"/>
                  </a:lnTo>
                  <a:lnTo>
                    <a:pt x="3396" y="1836"/>
                  </a:lnTo>
                  <a:lnTo>
                    <a:pt x="3402" y="1836"/>
                  </a:lnTo>
                  <a:lnTo>
                    <a:pt x="3408" y="1842"/>
                  </a:lnTo>
                  <a:lnTo>
                    <a:pt x="3408" y="1860"/>
                  </a:lnTo>
                  <a:lnTo>
                    <a:pt x="3396" y="1872"/>
                  </a:lnTo>
                  <a:lnTo>
                    <a:pt x="3390" y="1872"/>
                  </a:lnTo>
                  <a:lnTo>
                    <a:pt x="3426" y="1890"/>
                  </a:lnTo>
                  <a:lnTo>
                    <a:pt x="3456" y="1902"/>
                  </a:lnTo>
                  <a:lnTo>
                    <a:pt x="3486" y="1920"/>
                  </a:lnTo>
                  <a:lnTo>
                    <a:pt x="3498" y="1926"/>
                  </a:lnTo>
                  <a:lnTo>
                    <a:pt x="3516" y="1938"/>
                  </a:lnTo>
                  <a:lnTo>
                    <a:pt x="3546" y="1968"/>
                  </a:lnTo>
                  <a:lnTo>
                    <a:pt x="3618" y="2028"/>
                  </a:lnTo>
                  <a:lnTo>
                    <a:pt x="3636" y="2052"/>
                  </a:lnTo>
                  <a:lnTo>
                    <a:pt x="3672" y="2088"/>
                  </a:lnTo>
                  <a:lnTo>
                    <a:pt x="3684" y="2106"/>
                  </a:lnTo>
                  <a:lnTo>
                    <a:pt x="3696" y="2118"/>
                  </a:lnTo>
                  <a:lnTo>
                    <a:pt x="3708" y="2124"/>
                  </a:lnTo>
                  <a:lnTo>
                    <a:pt x="3720" y="2124"/>
                  </a:lnTo>
                  <a:lnTo>
                    <a:pt x="3732" y="2118"/>
                  </a:lnTo>
                  <a:lnTo>
                    <a:pt x="3744" y="2106"/>
                  </a:lnTo>
                  <a:lnTo>
                    <a:pt x="3744" y="2094"/>
                  </a:lnTo>
                  <a:lnTo>
                    <a:pt x="3750" y="2088"/>
                  </a:lnTo>
                  <a:lnTo>
                    <a:pt x="3750" y="2082"/>
                  </a:lnTo>
                  <a:lnTo>
                    <a:pt x="3762" y="2082"/>
                  </a:lnTo>
                  <a:lnTo>
                    <a:pt x="3768" y="2088"/>
                  </a:lnTo>
                  <a:lnTo>
                    <a:pt x="3768" y="2100"/>
                  </a:lnTo>
                  <a:lnTo>
                    <a:pt x="3774" y="2106"/>
                  </a:lnTo>
                  <a:lnTo>
                    <a:pt x="3774" y="2112"/>
                  </a:lnTo>
                  <a:lnTo>
                    <a:pt x="3804" y="2112"/>
                  </a:lnTo>
                  <a:lnTo>
                    <a:pt x="3816" y="2118"/>
                  </a:lnTo>
                  <a:lnTo>
                    <a:pt x="3822" y="2130"/>
                  </a:lnTo>
                  <a:lnTo>
                    <a:pt x="3834" y="2136"/>
                  </a:lnTo>
                  <a:lnTo>
                    <a:pt x="3858" y="2136"/>
                  </a:lnTo>
                  <a:lnTo>
                    <a:pt x="3864" y="2124"/>
                  </a:lnTo>
                  <a:lnTo>
                    <a:pt x="3876" y="2118"/>
                  </a:lnTo>
                  <a:lnTo>
                    <a:pt x="3894" y="2112"/>
                  </a:lnTo>
                  <a:lnTo>
                    <a:pt x="3906" y="2106"/>
                  </a:lnTo>
                  <a:lnTo>
                    <a:pt x="3924" y="2106"/>
                  </a:lnTo>
                  <a:lnTo>
                    <a:pt x="3948" y="2118"/>
                  </a:lnTo>
                  <a:lnTo>
                    <a:pt x="3972" y="2142"/>
                  </a:lnTo>
                  <a:lnTo>
                    <a:pt x="3984" y="2148"/>
                  </a:lnTo>
                  <a:lnTo>
                    <a:pt x="3990" y="2160"/>
                  </a:lnTo>
                  <a:lnTo>
                    <a:pt x="4002" y="2160"/>
                  </a:lnTo>
                  <a:lnTo>
                    <a:pt x="4014" y="2166"/>
                  </a:lnTo>
                  <a:lnTo>
                    <a:pt x="4026" y="2166"/>
                  </a:lnTo>
                  <a:lnTo>
                    <a:pt x="4038" y="2172"/>
                  </a:lnTo>
                  <a:lnTo>
                    <a:pt x="4044" y="2172"/>
                  </a:lnTo>
                  <a:lnTo>
                    <a:pt x="4044" y="2178"/>
                  </a:lnTo>
                  <a:lnTo>
                    <a:pt x="4050" y="2190"/>
                  </a:lnTo>
                  <a:lnTo>
                    <a:pt x="4056" y="2196"/>
                  </a:lnTo>
                  <a:lnTo>
                    <a:pt x="4062" y="2208"/>
                  </a:lnTo>
                  <a:lnTo>
                    <a:pt x="4068" y="2214"/>
                  </a:lnTo>
                  <a:lnTo>
                    <a:pt x="4068" y="2220"/>
                  </a:lnTo>
                  <a:lnTo>
                    <a:pt x="4140" y="2226"/>
                  </a:lnTo>
                  <a:lnTo>
                    <a:pt x="4152" y="2190"/>
                  </a:lnTo>
                  <a:lnTo>
                    <a:pt x="4176" y="2214"/>
                  </a:lnTo>
                  <a:lnTo>
                    <a:pt x="4212" y="2256"/>
                  </a:lnTo>
                  <a:lnTo>
                    <a:pt x="4254" y="2256"/>
                  </a:lnTo>
                  <a:lnTo>
                    <a:pt x="4266" y="2244"/>
                  </a:lnTo>
                  <a:lnTo>
                    <a:pt x="4266" y="2226"/>
                  </a:lnTo>
                  <a:lnTo>
                    <a:pt x="4326" y="2226"/>
                  </a:lnTo>
                  <a:lnTo>
                    <a:pt x="4320" y="2214"/>
                  </a:lnTo>
                  <a:lnTo>
                    <a:pt x="4344" y="2214"/>
                  </a:lnTo>
                  <a:lnTo>
                    <a:pt x="4338" y="2208"/>
                  </a:lnTo>
                  <a:lnTo>
                    <a:pt x="4338" y="2202"/>
                  </a:lnTo>
                  <a:lnTo>
                    <a:pt x="4374" y="2166"/>
                  </a:lnTo>
                  <a:lnTo>
                    <a:pt x="4392" y="2166"/>
                  </a:lnTo>
                  <a:lnTo>
                    <a:pt x="4404" y="2148"/>
                  </a:lnTo>
                  <a:lnTo>
                    <a:pt x="4428" y="2148"/>
                  </a:lnTo>
                  <a:lnTo>
                    <a:pt x="4428" y="2142"/>
                  </a:lnTo>
                  <a:lnTo>
                    <a:pt x="4434" y="2136"/>
                  </a:lnTo>
                  <a:lnTo>
                    <a:pt x="4434" y="2130"/>
                  </a:lnTo>
                  <a:lnTo>
                    <a:pt x="4440" y="2124"/>
                  </a:lnTo>
                  <a:lnTo>
                    <a:pt x="4458" y="2124"/>
                  </a:lnTo>
                  <a:lnTo>
                    <a:pt x="4464" y="2130"/>
                  </a:lnTo>
                  <a:lnTo>
                    <a:pt x="4482" y="2124"/>
                  </a:lnTo>
                  <a:lnTo>
                    <a:pt x="4482" y="2130"/>
                  </a:lnTo>
                  <a:lnTo>
                    <a:pt x="4518" y="2130"/>
                  </a:lnTo>
                  <a:lnTo>
                    <a:pt x="4524" y="2148"/>
                  </a:lnTo>
                  <a:lnTo>
                    <a:pt x="4548" y="2148"/>
                  </a:lnTo>
                  <a:lnTo>
                    <a:pt x="4566" y="2142"/>
                  </a:lnTo>
                  <a:lnTo>
                    <a:pt x="4608" y="2142"/>
                  </a:lnTo>
                  <a:lnTo>
                    <a:pt x="4608" y="2148"/>
                  </a:lnTo>
                  <a:lnTo>
                    <a:pt x="4614" y="2154"/>
                  </a:lnTo>
                  <a:lnTo>
                    <a:pt x="4614" y="2166"/>
                  </a:lnTo>
                  <a:lnTo>
                    <a:pt x="4620" y="2172"/>
                  </a:lnTo>
                  <a:lnTo>
                    <a:pt x="4638" y="2178"/>
                  </a:lnTo>
                  <a:lnTo>
                    <a:pt x="4668" y="2178"/>
                  </a:lnTo>
                  <a:lnTo>
                    <a:pt x="4674" y="2190"/>
                  </a:lnTo>
                  <a:lnTo>
                    <a:pt x="4698" y="2184"/>
                  </a:lnTo>
                  <a:lnTo>
                    <a:pt x="4704" y="2196"/>
                  </a:lnTo>
                  <a:lnTo>
                    <a:pt x="4704" y="2190"/>
                  </a:lnTo>
                  <a:lnTo>
                    <a:pt x="4710" y="2184"/>
                  </a:lnTo>
                  <a:lnTo>
                    <a:pt x="4752" y="2184"/>
                  </a:lnTo>
                  <a:lnTo>
                    <a:pt x="4752" y="2196"/>
                  </a:lnTo>
                  <a:lnTo>
                    <a:pt x="4800" y="2190"/>
                  </a:lnTo>
                  <a:lnTo>
                    <a:pt x="4800" y="2202"/>
                  </a:lnTo>
                  <a:lnTo>
                    <a:pt x="4806" y="2208"/>
                  </a:lnTo>
                  <a:lnTo>
                    <a:pt x="4830" y="2196"/>
                  </a:lnTo>
                  <a:lnTo>
                    <a:pt x="4836" y="2190"/>
                  </a:lnTo>
                  <a:lnTo>
                    <a:pt x="4836" y="2184"/>
                  </a:lnTo>
                  <a:lnTo>
                    <a:pt x="4854" y="2184"/>
                  </a:lnTo>
                  <a:lnTo>
                    <a:pt x="4854" y="2160"/>
                  </a:lnTo>
                  <a:lnTo>
                    <a:pt x="4848" y="2148"/>
                  </a:lnTo>
                  <a:lnTo>
                    <a:pt x="4842" y="2142"/>
                  </a:lnTo>
                  <a:lnTo>
                    <a:pt x="4836" y="2142"/>
                  </a:lnTo>
                  <a:lnTo>
                    <a:pt x="4812" y="2106"/>
                  </a:lnTo>
                  <a:lnTo>
                    <a:pt x="4806" y="2088"/>
                  </a:lnTo>
                  <a:lnTo>
                    <a:pt x="4794" y="2076"/>
                  </a:lnTo>
                  <a:lnTo>
                    <a:pt x="4794" y="2064"/>
                  </a:lnTo>
                  <a:lnTo>
                    <a:pt x="4812" y="2064"/>
                  </a:lnTo>
                  <a:lnTo>
                    <a:pt x="4806" y="2052"/>
                  </a:lnTo>
                  <a:lnTo>
                    <a:pt x="4812" y="2052"/>
                  </a:lnTo>
                  <a:lnTo>
                    <a:pt x="4824" y="2046"/>
                  </a:lnTo>
                  <a:lnTo>
                    <a:pt x="4830" y="2034"/>
                  </a:lnTo>
                  <a:lnTo>
                    <a:pt x="4830" y="2016"/>
                  </a:lnTo>
                  <a:lnTo>
                    <a:pt x="4890" y="2046"/>
                  </a:lnTo>
                  <a:lnTo>
                    <a:pt x="4902" y="2046"/>
                  </a:lnTo>
                  <a:lnTo>
                    <a:pt x="4926" y="2052"/>
                  </a:lnTo>
                  <a:lnTo>
                    <a:pt x="4962" y="2052"/>
                  </a:lnTo>
                  <a:lnTo>
                    <a:pt x="4974" y="2058"/>
                  </a:lnTo>
                  <a:lnTo>
                    <a:pt x="4980" y="2064"/>
                  </a:lnTo>
                  <a:lnTo>
                    <a:pt x="5004" y="2076"/>
                  </a:lnTo>
                  <a:lnTo>
                    <a:pt x="5010" y="2076"/>
                  </a:lnTo>
                  <a:lnTo>
                    <a:pt x="5022" y="2070"/>
                  </a:lnTo>
                  <a:lnTo>
                    <a:pt x="5040" y="2070"/>
                  </a:lnTo>
                  <a:lnTo>
                    <a:pt x="5052" y="2076"/>
                  </a:lnTo>
                  <a:lnTo>
                    <a:pt x="5058" y="2082"/>
                  </a:lnTo>
                  <a:lnTo>
                    <a:pt x="5064" y="2094"/>
                  </a:lnTo>
                  <a:lnTo>
                    <a:pt x="5076" y="2106"/>
                  </a:lnTo>
                  <a:lnTo>
                    <a:pt x="5088" y="2130"/>
                  </a:lnTo>
                  <a:lnTo>
                    <a:pt x="5094" y="2136"/>
                  </a:lnTo>
                  <a:lnTo>
                    <a:pt x="5094" y="2142"/>
                  </a:lnTo>
                  <a:lnTo>
                    <a:pt x="5118" y="2136"/>
                  </a:lnTo>
                  <a:lnTo>
                    <a:pt x="5118" y="2142"/>
                  </a:lnTo>
                  <a:lnTo>
                    <a:pt x="5136" y="2160"/>
                  </a:lnTo>
                  <a:lnTo>
                    <a:pt x="5166" y="2160"/>
                  </a:lnTo>
                  <a:lnTo>
                    <a:pt x="5172" y="2166"/>
                  </a:lnTo>
                  <a:lnTo>
                    <a:pt x="5184" y="2166"/>
                  </a:lnTo>
                  <a:lnTo>
                    <a:pt x="5196" y="2172"/>
                  </a:lnTo>
                  <a:lnTo>
                    <a:pt x="5208" y="2172"/>
                  </a:lnTo>
                  <a:lnTo>
                    <a:pt x="5220" y="2166"/>
                  </a:lnTo>
                  <a:lnTo>
                    <a:pt x="5274" y="2148"/>
                  </a:lnTo>
                  <a:lnTo>
                    <a:pt x="5322" y="2148"/>
                  </a:lnTo>
                  <a:lnTo>
                    <a:pt x="5334" y="2154"/>
                  </a:lnTo>
                  <a:lnTo>
                    <a:pt x="5340" y="2154"/>
                  </a:lnTo>
                  <a:lnTo>
                    <a:pt x="5346" y="2160"/>
                  </a:lnTo>
                  <a:lnTo>
                    <a:pt x="5382" y="2160"/>
                  </a:lnTo>
                  <a:lnTo>
                    <a:pt x="5406" y="2184"/>
                  </a:lnTo>
                  <a:lnTo>
                    <a:pt x="5466" y="2184"/>
                  </a:lnTo>
                  <a:lnTo>
                    <a:pt x="5472" y="2190"/>
                  </a:lnTo>
                  <a:lnTo>
                    <a:pt x="5472" y="2196"/>
                  </a:lnTo>
                  <a:lnTo>
                    <a:pt x="5484" y="2208"/>
                  </a:lnTo>
                  <a:lnTo>
                    <a:pt x="5484" y="2214"/>
                  </a:lnTo>
                  <a:lnTo>
                    <a:pt x="5502" y="2214"/>
                  </a:lnTo>
                  <a:lnTo>
                    <a:pt x="5514" y="2220"/>
                  </a:lnTo>
                  <a:lnTo>
                    <a:pt x="5514" y="2232"/>
                  </a:lnTo>
                  <a:lnTo>
                    <a:pt x="5520" y="2238"/>
                  </a:lnTo>
                  <a:lnTo>
                    <a:pt x="5586" y="2238"/>
                  </a:lnTo>
                  <a:lnTo>
                    <a:pt x="5592" y="2244"/>
                  </a:lnTo>
                  <a:lnTo>
                    <a:pt x="5598" y="2244"/>
                  </a:lnTo>
                  <a:lnTo>
                    <a:pt x="5610" y="2250"/>
                  </a:lnTo>
                  <a:lnTo>
                    <a:pt x="5634" y="2250"/>
                  </a:lnTo>
                  <a:lnTo>
                    <a:pt x="5646" y="2244"/>
                  </a:lnTo>
                  <a:lnTo>
                    <a:pt x="5664" y="2244"/>
                  </a:lnTo>
                  <a:lnTo>
                    <a:pt x="5670" y="2250"/>
                  </a:lnTo>
                  <a:lnTo>
                    <a:pt x="5670" y="2256"/>
                  </a:lnTo>
                  <a:lnTo>
                    <a:pt x="5676" y="2256"/>
                  </a:lnTo>
                  <a:lnTo>
                    <a:pt x="5694" y="2238"/>
                  </a:lnTo>
                  <a:lnTo>
                    <a:pt x="5694" y="2232"/>
                  </a:lnTo>
                  <a:lnTo>
                    <a:pt x="5742" y="2232"/>
                  </a:lnTo>
                  <a:lnTo>
                    <a:pt x="5754" y="2220"/>
                  </a:lnTo>
                  <a:lnTo>
                    <a:pt x="5790" y="2220"/>
                  </a:lnTo>
                  <a:lnTo>
                    <a:pt x="5802" y="2208"/>
                  </a:lnTo>
                  <a:lnTo>
                    <a:pt x="5802" y="2196"/>
                  </a:lnTo>
                  <a:lnTo>
                    <a:pt x="5832" y="2166"/>
                  </a:lnTo>
                  <a:lnTo>
                    <a:pt x="5850" y="2166"/>
                  </a:lnTo>
                  <a:lnTo>
                    <a:pt x="5862" y="2172"/>
                  </a:lnTo>
                  <a:lnTo>
                    <a:pt x="5898" y="2172"/>
                  </a:lnTo>
                  <a:lnTo>
                    <a:pt x="5916" y="2190"/>
                  </a:lnTo>
                  <a:lnTo>
                    <a:pt x="5928" y="2196"/>
                  </a:lnTo>
                  <a:lnTo>
                    <a:pt x="5952" y="2196"/>
                  </a:lnTo>
                  <a:lnTo>
                    <a:pt x="5964" y="2190"/>
                  </a:lnTo>
                  <a:lnTo>
                    <a:pt x="5970" y="2184"/>
                  </a:lnTo>
                  <a:lnTo>
                    <a:pt x="5994" y="2190"/>
                  </a:lnTo>
                  <a:lnTo>
                    <a:pt x="6012" y="2190"/>
                  </a:lnTo>
                  <a:lnTo>
                    <a:pt x="6048" y="2214"/>
                  </a:lnTo>
                  <a:lnTo>
                    <a:pt x="6084" y="2214"/>
                  </a:lnTo>
                  <a:lnTo>
                    <a:pt x="6090" y="2220"/>
                  </a:lnTo>
                  <a:lnTo>
                    <a:pt x="6102" y="2220"/>
                  </a:lnTo>
                  <a:lnTo>
                    <a:pt x="6120" y="2202"/>
                  </a:lnTo>
                  <a:lnTo>
                    <a:pt x="6120" y="2190"/>
                  </a:lnTo>
                  <a:lnTo>
                    <a:pt x="6144" y="2190"/>
                  </a:lnTo>
                  <a:lnTo>
                    <a:pt x="6156" y="2184"/>
                  </a:lnTo>
                  <a:lnTo>
                    <a:pt x="6162" y="2178"/>
                  </a:lnTo>
                  <a:lnTo>
                    <a:pt x="6162" y="2166"/>
                  </a:lnTo>
                  <a:lnTo>
                    <a:pt x="6150" y="2166"/>
                  </a:lnTo>
                  <a:lnTo>
                    <a:pt x="6144" y="2160"/>
                  </a:lnTo>
                  <a:lnTo>
                    <a:pt x="6138" y="2118"/>
                  </a:lnTo>
                  <a:lnTo>
                    <a:pt x="6138" y="2046"/>
                  </a:lnTo>
                  <a:lnTo>
                    <a:pt x="6156" y="2028"/>
                  </a:lnTo>
                  <a:lnTo>
                    <a:pt x="6156" y="2016"/>
                  </a:lnTo>
                  <a:lnTo>
                    <a:pt x="6150" y="2010"/>
                  </a:lnTo>
                  <a:lnTo>
                    <a:pt x="6138" y="2004"/>
                  </a:lnTo>
                  <a:lnTo>
                    <a:pt x="6126" y="1992"/>
                  </a:lnTo>
                  <a:lnTo>
                    <a:pt x="6114" y="1992"/>
                  </a:lnTo>
                  <a:lnTo>
                    <a:pt x="6108" y="1986"/>
                  </a:lnTo>
                  <a:lnTo>
                    <a:pt x="6096" y="1986"/>
                  </a:lnTo>
                  <a:lnTo>
                    <a:pt x="6078" y="1980"/>
                  </a:lnTo>
                  <a:lnTo>
                    <a:pt x="6072" y="1980"/>
                  </a:lnTo>
                  <a:lnTo>
                    <a:pt x="6072" y="1968"/>
                  </a:lnTo>
                  <a:lnTo>
                    <a:pt x="6078" y="1968"/>
                  </a:lnTo>
                  <a:lnTo>
                    <a:pt x="6120" y="1926"/>
                  </a:lnTo>
                  <a:lnTo>
                    <a:pt x="6156" y="1920"/>
                  </a:lnTo>
                  <a:lnTo>
                    <a:pt x="6162" y="1908"/>
                  </a:lnTo>
                  <a:lnTo>
                    <a:pt x="6204" y="1914"/>
                  </a:lnTo>
                  <a:lnTo>
                    <a:pt x="6258" y="1902"/>
                  </a:lnTo>
                  <a:lnTo>
                    <a:pt x="6294" y="1920"/>
                  </a:lnTo>
                  <a:lnTo>
                    <a:pt x="6330" y="1944"/>
                  </a:lnTo>
                  <a:lnTo>
                    <a:pt x="6402" y="1944"/>
                  </a:lnTo>
                  <a:lnTo>
                    <a:pt x="6408" y="1950"/>
                  </a:lnTo>
                  <a:lnTo>
                    <a:pt x="6420" y="1956"/>
                  </a:lnTo>
                  <a:lnTo>
                    <a:pt x="6426" y="1962"/>
                  </a:lnTo>
                  <a:lnTo>
                    <a:pt x="6438" y="1968"/>
                  </a:lnTo>
                  <a:lnTo>
                    <a:pt x="6438" y="1980"/>
                  </a:lnTo>
                  <a:lnTo>
                    <a:pt x="6444" y="1980"/>
                  </a:lnTo>
                  <a:lnTo>
                    <a:pt x="6456" y="1992"/>
                  </a:lnTo>
                  <a:lnTo>
                    <a:pt x="6468" y="1998"/>
                  </a:lnTo>
                  <a:lnTo>
                    <a:pt x="6480" y="2010"/>
                  </a:lnTo>
                  <a:lnTo>
                    <a:pt x="6492" y="2010"/>
                  </a:lnTo>
                  <a:lnTo>
                    <a:pt x="6498" y="2016"/>
                  </a:lnTo>
                  <a:lnTo>
                    <a:pt x="6504" y="2016"/>
                  </a:lnTo>
                  <a:lnTo>
                    <a:pt x="6510" y="2046"/>
                  </a:lnTo>
                  <a:lnTo>
                    <a:pt x="6558" y="2070"/>
                  </a:lnTo>
                  <a:lnTo>
                    <a:pt x="6570" y="2100"/>
                  </a:lnTo>
                  <a:lnTo>
                    <a:pt x="6582" y="2100"/>
                  </a:lnTo>
                  <a:lnTo>
                    <a:pt x="6630" y="2124"/>
                  </a:lnTo>
                  <a:lnTo>
                    <a:pt x="6636" y="2136"/>
                  </a:lnTo>
                  <a:lnTo>
                    <a:pt x="6654" y="2154"/>
                  </a:lnTo>
                  <a:lnTo>
                    <a:pt x="6660" y="2166"/>
                  </a:lnTo>
                  <a:lnTo>
                    <a:pt x="6672" y="2166"/>
                  </a:lnTo>
                  <a:lnTo>
                    <a:pt x="6678" y="2190"/>
                  </a:lnTo>
                  <a:lnTo>
                    <a:pt x="6684" y="2190"/>
                  </a:lnTo>
                  <a:lnTo>
                    <a:pt x="6690" y="2196"/>
                  </a:lnTo>
                  <a:lnTo>
                    <a:pt x="6714" y="2208"/>
                  </a:lnTo>
                  <a:lnTo>
                    <a:pt x="6720" y="2214"/>
                  </a:lnTo>
                  <a:lnTo>
                    <a:pt x="6732" y="2220"/>
                  </a:lnTo>
                  <a:lnTo>
                    <a:pt x="6780" y="2220"/>
                  </a:lnTo>
                  <a:lnTo>
                    <a:pt x="6792" y="2226"/>
                  </a:lnTo>
                  <a:lnTo>
                    <a:pt x="6798" y="2232"/>
                  </a:lnTo>
                  <a:lnTo>
                    <a:pt x="6810" y="2238"/>
                  </a:lnTo>
                  <a:lnTo>
                    <a:pt x="6822" y="2226"/>
                  </a:lnTo>
                  <a:lnTo>
                    <a:pt x="6834" y="2226"/>
                  </a:lnTo>
                  <a:lnTo>
                    <a:pt x="6852" y="2244"/>
                  </a:lnTo>
                  <a:lnTo>
                    <a:pt x="6864" y="2250"/>
                  </a:lnTo>
                  <a:lnTo>
                    <a:pt x="6882" y="2268"/>
                  </a:lnTo>
                  <a:lnTo>
                    <a:pt x="6924" y="2268"/>
                  </a:lnTo>
                  <a:lnTo>
                    <a:pt x="6942" y="2298"/>
                  </a:lnTo>
                  <a:lnTo>
                    <a:pt x="6960" y="2298"/>
                  </a:lnTo>
                  <a:lnTo>
                    <a:pt x="6966" y="2304"/>
                  </a:lnTo>
                  <a:lnTo>
                    <a:pt x="6966" y="2310"/>
                  </a:lnTo>
                  <a:lnTo>
                    <a:pt x="6972" y="2322"/>
                  </a:lnTo>
                  <a:lnTo>
                    <a:pt x="6972" y="2334"/>
                  </a:lnTo>
                  <a:lnTo>
                    <a:pt x="7014" y="2364"/>
                  </a:lnTo>
                  <a:lnTo>
                    <a:pt x="7038" y="2358"/>
                  </a:lnTo>
                  <a:lnTo>
                    <a:pt x="7050" y="2370"/>
                  </a:lnTo>
                  <a:lnTo>
                    <a:pt x="7068" y="2370"/>
                  </a:lnTo>
                  <a:lnTo>
                    <a:pt x="7068" y="2358"/>
                  </a:lnTo>
                  <a:lnTo>
                    <a:pt x="7098" y="2364"/>
                  </a:lnTo>
                  <a:lnTo>
                    <a:pt x="7098" y="2346"/>
                  </a:lnTo>
                  <a:lnTo>
                    <a:pt x="7104" y="2340"/>
                  </a:lnTo>
                  <a:lnTo>
                    <a:pt x="7110" y="2340"/>
                  </a:lnTo>
                  <a:lnTo>
                    <a:pt x="7122" y="2334"/>
                  </a:lnTo>
                  <a:lnTo>
                    <a:pt x="7152" y="2334"/>
                  </a:lnTo>
                  <a:lnTo>
                    <a:pt x="7158" y="2310"/>
                  </a:lnTo>
                  <a:lnTo>
                    <a:pt x="7200" y="2310"/>
                  </a:lnTo>
                  <a:lnTo>
                    <a:pt x="7212" y="2316"/>
                  </a:lnTo>
                  <a:lnTo>
                    <a:pt x="7218" y="2328"/>
                  </a:lnTo>
                  <a:lnTo>
                    <a:pt x="7218" y="2346"/>
                  </a:lnTo>
                  <a:lnTo>
                    <a:pt x="7242" y="2358"/>
                  </a:lnTo>
                  <a:lnTo>
                    <a:pt x="7242" y="2388"/>
                  </a:lnTo>
                  <a:lnTo>
                    <a:pt x="7224" y="2394"/>
                  </a:lnTo>
                  <a:lnTo>
                    <a:pt x="7236" y="2412"/>
                  </a:lnTo>
                  <a:lnTo>
                    <a:pt x="7236" y="2430"/>
                  </a:lnTo>
                  <a:lnTo>
                    <a:pt x="7248" y="2442"/>
                  </a:lnTo>
                  <a:lnTo>
                    <a:pt x="7248" y="2466"/>
                  </a:lnTo>
                  <a:lnTo>
                    <a:pt x="7266" y="2472"/>
                  </a:lnTo>
                  <a:lnTo>
                    <a:pt x="7260" y="2502"/>
                  </a:lnTo>
                  <a:lnTo>
                    <a:pt x="7266" y="2526"/>
                  </a:lnTo>
                  <a:lnTo>
                    <a:pt x="7260" y="2532"/>
                  </a:lnTo>
                  <a:lnTo>
                    <a:pt x="7254" y="2532"/>
                  </a:lnTo>
                  <a:lnTo>
                    <a:pt x="7254" y="2550"/>
                  </a:lnTo>
                  <a:lnTo>
                    <a:pt x="7260" y="2562"/>
                  </a:lnTo>
                  <a:lnTo>
                    <a:pt x="7260" y="2574"/>
                  </a:lnTo>
                  <a:lnTo>
                    <a:pt x="7254" y="2580"/>
                  </a:lnTo>
                  <a:lnTo>
                    <a:pt x="7248" y="2580"/>
                  </a:lnTo>
                  <a:lnTo>
                    <a:pt x="7236" y="2574"/>
                  </a:lnTo>
                  <a:lnTo>
                    <a:pt x="7224" y="2574"/>
                  </a:lnTo>
                  <a:lnTo>
                    <a:pt x="7206" y="2568"/>
                  </a:lnTo>
                  <a:lnTo>
                    <a:pt x="7194" y="2562"/>
                  </a:lnTo>
                  <a:lnTo>
                    <a:pt x="7170" y="2562"/>
                  </a:lnTo>
                  <a:lnTo>
                    <a:pt x="7164" y="2568"/>
                  </a:lnTo>
                  <a:lnTo>
                    <a:pt x="7170" y="2574"/>
                  </a:lnTo>
                  <a:lnTo>
                    <a:pt x="7170" y="2586"/>
                  </a:lnTo>
                  <a:lnTo>
                    <a:pt x="7146" y="2586"/>
                  </a:lnTo>
                  <a:lnTo>
                    <a:pt x="7146" y="2598"/>
                  </a:lnTo>
                  <a:lnTo>
                    <a:pt x="7152" y="2610"/>
                  </a:lnTo>
                  <a:lnTo>
                    <a:pt x="7158" y="2610"/>
                  </a:lnTo>
                  <a:lnTo>
                    <a:pt x="7170" y="2622"/>
                  </a:lnTo>
                  <a:lnTo>
                    <a:pt x="7182" y="2628"/>
                  </a:lnTo>
                  <a:lnTo>
                    <a:pt x="7194" y="2646"/>
                  </a:lnTo>
                  <a:lnTo>
                    <a:pt x="7206" y="2658"/>
                  </a:lnTo>
                  <a:lnTo>
                    <a:pt x="7212" y="2676"/>
                  </a:lnTo>
                  <a:lnTo>
                    <a:pt x="7212" y="2688"/>
                  </a:lnTo>
                  <a:lnTo>
                    <a:pt x="7224" y="2700"/>
                  </a:lnTo>
                  <a:lnTo>
                    <a:pt x="7230" y="2712"/>
                  </a:lnTo>
                  <a:lnTo>
                    <a:pt x="7236" y="2748"/>
                  </a:lnTo>
                  <a:lnTo>
                    <a:pt x="7206" y="2742"/>
                  </a:lnTo>
                  <a:lnTo>
                    <a:pt x="7200" y="2766"/>
                  </a:lnTo>
                  <a:lnTo>
                    <a:pt x="7224" y="2778"/>
                  </a:lnTo>
                  <a:lnTo>
                    <a:pt x="7260" y="2778"/>
                  </a:lnTo>
                  <a:lnTo>
                    <a:pt x="7260" y="2718"/>
                  </a:lnTo>
                  <a:lnTo>
                    <a:pt x="7266" y="2712"/>
                  </a:lnTo>
                  <a:lnTo>
                    <a:pt x="7272" y="2712"/>
                  </a:lnTo>
                  <a:lnTo>
                    <a:pt x="7284" y="2718"/>
                  </a:lnTo>
                  <a:lnTo>
                    <a:pt x="7290" y="2724"/>
                  </a:lnTo>
                  <a:lnTo>
                    <a:pt x="7302" y="2712"/>
                  </a:lnTo>
                  <a:lnTo>
                    <a:pt x="7308" y="2724"/>
                  </a:lnTo>
                  <a:lnTo>
                    <a:pt x="7314" y="2730"/>
                  </a:lnTo>
                  <a:lnTo>
                    <a:pt x="7320" y="2742"/>
                  </a:lnTo>
                  <a:lnTo>
                    <a:pt x="7332" y="2754"/>
                  </a:lnTo>
                  <a:lnTo>
                    <a:pt x="7344" y="2754"/>
                  </a:lnTo>
                  <a:lnTo>
                    <a:pt x="7356" y="2748"/>
                  </a:lnTo>
                  <a:lnTo>
                    <a:pt x="7368" y="2748"/>
                  </a:lnTo>
                  <a:lnTo>
                    <a:pt x="7374" y="2742"/>
                  </a:lnTo>
                  <a:lnTo>
                    <a:pt x="7380" y="2742"/>
                  </a:lnTo>
                  <a:lnTo>
                    <a:pt x="7380" y="2760"/>
                  </a:lnTo>
                  <a:lnTo>
                    <a:pt x="7386" y="2760"/>
                  </a:lnTo>
                  <a:lnTo>
                    <a:pt x="7392" y="2754"/>
                  </a:lnTo>
                  <a:lnTo>
                    <a:pt x="7404" y="2748"/>
                  </a:lnTo>
                  <a:lnTo>
                    <a:pt x="7422" y="2742"/>
                  </a:lnTo>
                  <a:lnTo>
                    <a:pt x="7440" y="2730"/>
                  </a:lnTo>
                  <a:lnTo>
                    <a:pt x="7452" y="2724"/>
                  </a:lnTo>
                  <a:lnTo>
                    <a:pt x="7464" y="2700"/>
                  </a:lnTo>
                  <a:lnTo>
                    <a:pt x="7464" y="2682"/>
                  </a:lnTo>
                  <a:lnTo>
                    <a:pt x="7470" y="2664"/>
                  </a:lnTo>
                  <a:lnTo>
                    <a:pt x="7470" y="2628"/>
                  </a:lnTo>
                  <a:lnTo>
                    <a:pt x="7494" y="2622"/>
                  </a:lnTo>
                  <a:lnTo>
                    <a:pt x="7494" y="2562"/>
                  </a:lnTo>
                  <a:lnTo>
                    <a:pt x="7500" y="2550"/>
                  </a:lnTo>
                  <a:lnTo>
                    <a:pt x="7506" y="2544"/>
                  </a:lnTo>
                  <a:lnTo>
                    <a:pt x="7518" y="2520"/>
                  </a:lnTo>
                  <a:lnTo>
                    <a:pt x="7518" y="2490"/>
                  </a:lnTo>
                  <a:lnTo>
                    <a:pt x="7524" y="2472"/>
                  </a:lnTo>
                  <a:lnTo>
                    <a:pt x="7524" y="2454"/>
                  </a:lnTo>
                  <a:lnTo>
                    <a:pt x="7518" y="2442"/>
                  </a:lnTo>
                  <a:lnTo>
                    <a:pt x="7518" y="2424"/>
                  </a:lnTo>
                  <a:lnTo>
                    <a:pt x="7512" y="2418"/>
                  </a:lnTo>
                  <a:lnTo>
                    <a:pt x="7512" y="2412"/>
                  </a:lnTo>
                  <a:lnTo>
                    <a:pt x="7518" y="2400"/>
                  </a:lnTo>
                  <a:lnTo>
                    <a:pt x="7524" y="2394"/>
                  </a:lnTo>
                  <a:lnTo>
                    <a:pt x="7524" y="2382"/>
                  </a:lnTo>
                  <a:lnTo>
                    <a:pt x="7530" y="2376"/>
                  </a:lnTo>
                  <a:lnTo>
                    <a:pt x="7530" y="2364"/>
                  </a:lnTo>
                  <a:lnTo>
                    <a:pt x="7524" y="2358"/>
                  </a:lnTo>
                  <a:lnTo>
                    <a:pt x="7518" y="2346"/>
                  </a:lnTo>
                  <a:lnTo>
                    <a:pt x="7524" y="2334"/>
                  </a:lnTo>
                  <a:lnTo>
                    <a:pt x="7530" y="2328"/>
                  </a:lnTo>
                  <a:lnTo>
                    <a:pt x="7536" y="2316"/>
                  </a:lnTo>
                  <a:lnTo>
                    <a:pt x="7536" y="2298"/>
                  </a:lnTo>
                  <a:lnTo>
                    <a:pt x="7530" y="2292"/>
                  </a:lnTo>
                  <a:lnTo>
                    <a:pt x="7530" y="2280"/>
                  </a:lnTo>
                  <a:lnTo>
                    <a:pt x="7518" y="2256"/>
                  </a:lnTo>
                  <a:lnTo>
                    <a:pt x="7512" y="2250"/>
                  </a:lnTo>
                  <a:lnTo>
                    <a:pt x="7512" y="2238"/>
                  </a:lnTo>
                  <a:lnTo>
                    <a:pt x="7506" y="2232"/>
                  </a:lnTo>
                  <a:lnTo>
                    <a:pt x="7506" y="2220"/>
                  </a:lnTo>
                  <a:lnTo>
                    <a:pt x="7500" y="2214"/>
                  </a:lnTo>
                  <a:lnTo>
                    <a:pt x="7500" y="2202"/>
                  </a:lnTo>
                  <a:lnTo>
                    <a:pt x="7494" y="2196"/>
                  </a:lnTo>
                  <a:lnTo>
                    <a:pt x="7482" y="2190"/>
                  </a:lnTo>
                  <a:lnTo>
                    <a:pt x="7476" y="2184"/>
                  </a:lnTo>
                  <a:lnTo>
                    <a:pt x="7482" y="2178"/>
                  </a:lnTo>
                  <a:lnTo>
                    <a:pt x="7476" y="2178"/>
                  </a:lnTo>
                  <a:lnTo>
                    <a:pt x="7470" y="2172"/>
                  </a:lnTo>
                  <a:lnTo>
                    <a:pt x="7458" y="2166"/>
                  </a:lnTo>
                  <a:lnTo>
                    <a:pt x="7446" y="2154"/>
                  </a:lnTo>
                  <a:lnTo>
                    <a:pt x="7440" y="2142"/>
                  </a:lnTo>
                  <a:lnTo>
                    <a:pt x="7434" y="2124"/>
                  </a:lnTo>
                  <a:lnTo>
                    <a:pt x="7434" y="2112"/>
                  </a:lnTo>
                  <a:lnTo>
                    <a:pt x="7428" y="2106"/>
                  </a:lnTo>
                  <a:lnTo>
                    <a:pt x="7428" y="2100"/>
                  </a:lnTo>
                  <a:lnTo>
                    <a:pt x="7416" y="2094"/>
                  </a:lnTo>
                  <a:lnTo>
                    <a:pt x="7416" y="2082"/>
                  </a:lnTo>
                  <a:lnTo>
                    <a:pt x="7422" y="2070"/>
                  </a:lnTo>
                  <a:lnTo>
                    <a:pt x="7422" y="2040"/>
                  </a:lnTo>
                  <a:lnTo>
                    <a:pt x="7410" y="2028"/>
                  </a:lnTo>
                  <a:lnTo>
                    <a:pt x="7404" y="2016"/>
                  </a:lnTo>
                  <a:lnTo>
                    <a:pt x="7398" y="2010"/>
                  </a:lnTo>
                  <a:lnTo>
                    <a:pt x="7380" y="2004"/>
                  </a:lnTo>
                  <a:lnTo>
                    <a:pt x="7380" y="1998"/>
                  </a:lnTo>
                  <a:lnTo>
                    <a:pt x="7374" y="1992"/>
                  </a:lnTo>
                  <a:lnTo>
                    <a:pt x="7368" y="1980"/>
                  </a:lnTo>
                  <a:lnTo>
                    <a:pt x="7356" y="1968"/>
                  </a:lnTo>
                  <a:lnTo>
                    <a:pt x="7344" y="1968"/>
                  </a:lnTo>
                  <a:lnTo>
                    <a:pt x="7332" y="1956"/>
                  </a:lnTo>
                  <a:lnTo>
                    <a:pt x="7326" y="1956"/>
                  </a:lnTo>
                  <a:lnTo>
                    <a:pt x="7308" y="1950"/>
                  </a:lnTo>
                  <a:lnTo>
                    <a:pt x="7302" y="1938"/>
                  </a:lnTo>
                  <a:lnTo>
                    <a:pt x="7308" y="1938"/>
                  </a:lnTo>
                  <a:lnTo>
                    <a:pt x="7314" y="1944"/>
                  </a:lnTo>
                  <a:lnTo>
                    <a:pt x="7326" y="1944"/>
                  </a:lnTo>
                  <a:lnTo>
                    <a:pt x="7332" y="1950"/>
                  </a:lnTo>
                  <a:lnTo>
                    <a:pt x="7344" y="1950"/>
                  </a:lnTo>
                  <a:lnTo>
                    <a:pt x="7350" y="1944"/>
                  </a:lnTo>
                  <a:lnTo>
                    <a:pt x="7350" y="1938"/>
                  </a:lnTo>
                  <a:lnTo>
                    <a:pt x="7344" y="1938"/>
                  </a:lnTo>
                  <a:lnTo>
                    <a:pt x="7332" y="1932"/>
                  </a:lnTo>
                  <a:lnTo>
                    <a:pt x="7326" y="1926"/>
                  </a:lnTo>
                  <a:lnTo>
                    <a:pt x="7320" y="1926"/>
                  </a:lnTo>
                  <a:lnTo>
                    <a:pt x="7242" y="1890"/>
                  </a:lnTo>
                  <a:lnTo>
                    <a:pt x="7236" y="1890"/>
                  </a:lnTo>
                  <a:lnTo>
                    <a:pt x="7230" y="1884"/>
                  </a:lnTo>
                  <a:lnTo>
                    <a:pt x="7218" y="1878"/>
                  </a:lnTo>
                  <a:lnTo>
                    <a:pt x="7206" y="1866"/>
                  </a:lnTo>
                  <a:lnTo>
                    <a:pt x="7194" y="1860"/>
                  </a:lnTo>
                  <a:lnTo>
                    <a:pt x="7188" y="1854"/>
                  </a:lnTo>
                  <a:lnTo>
                    <a:pt x="7170" y="1854"/>
                  </a:lnTo>
                  <a:lnTo>
                    <a:pt x="7164" y="1860"/>
                  </a:lnTo>
                  <a:lnTo>
                    <a:pt x="7152" y="1866"/>
                  </a:lnTo>
                  <a:lnTo>
                    <a:pt x="7116" y="1854"/>
                  </a:lnTo>
                  <a:lnTo>
                    <a:pt x="7152" y="1896"/>
                  </a:lnTo>
                  <a:lnTo>
                    <a:pt x="7146" y="1920"/>
                  </a:lnTo>
                  <a:lnTo>
                    <a:pt x="7134" y="1920"/>
                  </a:lnTo>
                  <a:lnTo>
                    <a:pt x="7134" y="1890"/>
                  </a:lnTo>
                  <a:lnTo>
                    <a:pt x="7116" y="1878"/>
                  </a:lnTo>
                  <a:lnTo>
                    <a:pt x="7116" y="1908"/>
                  </a:lnTo>
                  <a:lnTo>
                    <a:pt x="7068" y="1908"/>
                  </a:lnTo>
                  <a:lnTo>
                    <a:pt x="7074" y="1902"/>
                  </a:lnTo>
                  <a:lnTo>
                    <a:pt x="7074" y="1884"/>
                  </a:lnTo>
                  <a:lnTo>
                    <a:pt x="7068" y="1878"/>
                  </a:lnTo>
                  <a:lnTo>
                    <a:pt x="7044" y="1878"/>
                  </a:lnTo>
                  <a:lnTo>
                    <a:pt x="7038" y="1890"/>
                  </a:lnTo>
                  <a:lnTo>
                    <a:pt x="7014" y="1890"/>
                  </a:lnTo>
                  <a:lnTo>
                    <a:pt x="7002" y="1854"/>
                  </a:lnTo>
                  <a:lnTo>
                    <a:pt x="6996" y="1854"/>
                  </a:lnTo>
                  <a:lnTo>
                    <a:pt x="6984" y="1830"/>
                  </a:lnTo>
                  <a:lnTo>
                    <a:pt x="6912" y="1836"/>
                  </a:lnTo>
                  <a:lnTo>
                    <a:pt x="6906" y="1824"/>
                  </a:lnTo>
                  <a:lnTo>
                    <a:pt x="6882" y="1824"/>
                  </a:lnTo>
                  <a:lnTo>
                    <a:pt x="6870" y="1818"/>
                  </a:lnTo>
                  <a:lnTo>
                    <a:pt x="6864" y="1812"/>
                  </a:lnTo>
                  <a:lnTo>
                    <a:pt x="6864" y="1794"/>
                  </a:lnTo>
                  <a:lnTo>
                    <a:pt x="6876" y="1788"/>
                  </a:lnTo>
                  <a:lnTo>
                    <a:pt x="6888" y="1776"/>
                  </a:lnTo>
                  <a:lnTo>
                    <a:pt x="6900" y="1776"/>
                  </a:lnTo>
                  <a:lnTo>
                    <a:pt x="6900" y="1752"/>
                  </a:lnTo>
                  <a:lnTo>
                    <a:pt x="6906" y="1752"/>
                  </a:lnTo>
                  <a:lnTo>
                    <a:pt x="6918" y="1746"/>
                  </a:lnTo>
                  <a:lnTo>
                    <a:pt x="6930" y="1734"/>
                  </a:lnTo>
                  <a:lnTo>
                    <a:pt x="6930" y="1728"/>
                  </a:lnTo>
                  <a:lnTo>
                    <a:pt x="6936" y="1716"/>
                  </a:lnTo>
                  <a:lnTo>
                    <a:pt x="6936" y="1710"/>
                  </a:lnTo>
                  <a:lnTo>
                    <a:pt x="6942" y="1698"/>
                  </a:lnTo>
                  <a:lnTo>
                    <a:pt x="6930" y="1686"/>
                  </a:lnTo>
                  <a:lnTo>
                    <a:pt x="6942" y="1662"/>
                  </a:lnTo>
                  <a:lnTo>
                    <a:pt x="6930" y="1650"/>
                  </a:lnTo>
                  <a:lnTo>
                    <a:pt x="6948" y="1632"/>
                  </a:lnTo>
                  <a:lnTo>
                    <a:pt x="6972" y="1626"/>
                  </a:lnTo>
                  <a:lnTo>
                    <a:pt x="6960" y="1596"/>
                  </a:lnTo>
                  <a:lnTo>
                    <a:pt x="6984" y="1590"/>
                  </a:lnTo>
                  <a:lnTo>
                    <a:pt x="6960" y="1554"/>
                  </a:lnTo>
                  <a:lnTo>
                    <a:pt x="6990" y="1542"/>
                  </a:lnTo>
                  <a:lnTo>
                    <a:pt x="6990" y="1500"/>
                  </a:lnTo>
                  <a:lnTo>
                    <a:pt x="6996" y="1488"/>
                  </a:lnTo>
                  <a:lnTo>
                    <a:pt x="7002" y="1482"/>
                  </a:lnTo>
                  <a:lnTo>
                    <a:pt x="7020" y="1470"/>
                  </a:lnTo>
                  <a:lnTo>
                    <a:pt x="7032" y="1464"/>
                  </a:lnTo>
                  <a:lnTo>
                    <a:pt x="7050" y="1464"/>
                  </a:lnTo>
                  <a:lnTo>
                    <a:pt x="7068" y="1470"/>
                  </a:lnTo>
                  <a:lnTo>
                    <a:pt x="7188" y="1470"/>
                  </a:lnTo>
                  <a:lnTo>
                    <a:pt x="7206" y="1488"/>
                  </a:lnTo>
                  <a:lnTo>
                    <a:pt x="7224" y="1482"/>
                  </a:lnTo>
                  <a:lnTo>
                    <a:pt x="7218" y="1464"/>
                  </a:lnTo>
                  <a:lnTo>
                    <a:pt x="7290" y="1482"/>
                  </a:lnTo>
                  <a:lnTo>
                    <a:pt x="7320" y="1464"/>
                  </a:lnTo>
                  <a:lnTo>
                    <a:pt x="7350" y="1488"/>
                  </a:lnTo>
                  <a:lnTo>
                    <a:pt x="7356" y="1452"/>
                  </a:lnTo>
                  <a:lnTo>
                    <a:pt x="7434" y="1452"/>
                  </a:lnTo>
                  <a:lnTo>
                    <a:pt x="7446" y="1458"/>
                  </a:lnTo>
                  <a:lnTo>
                    <a:pt x="7452" y="1470"/>
                  </a:lnTo>
                  <a:lnTo>
                    <a:pt x="7458" y="1470"/>
                  </a:lnTo>
                  <a:lnTo>
                    <a:pt x="7464" y="1464"/>
                  </a:lnTo>
                  <a:lnTo>
                    <a:pt x="7476" y="1464"/>
                  </a:lnTo>
                  <a:lnTo>
                    <a:pt x="7482" y="1458"/>
                  </a:lnTo>
                  <a:lnTo>
                    <a:pt x="7494" y="1452"/>
                  </a:lnTo>
                  <a:lnTo>
                    <a:pt x="7518" y="1470"/>
                  </a:lnTo>
                  <a:lnTo>
                    <a:pt x="7560" y="1476"/>
                  </a:lnTo>
                  <a:lnTo>
                    <a:pt x="7506" y="1488"/>
                  </a:lnTo>
                  <a:lnTo>
                    <a:pt x="7506" y="1494"/>
                  </a:lnTo>
                  <a:lnTo>
                    <a:pt x="7512" y="1500"/>
                  </a:lnTo>
                  <a:lnTo>
                    <a:pt x="7524" y="1506"/>
                  </a:lnTo>
                  <a:lnTo>
                    <a:pt x="7530" y="1512"/>
                  </a:lnTo>
                  <a:lnTo>
                    <a:pt x="7542" y="1512"/>
                  </a:lnTo>
                  <a:lnTo>
                    <a:pt x="7548" y="1506"/>
                  </a:lnTo>
                  <a:lnTo>
                    <a:pt x="7560" y="1506"/>
                  </a:lnTo>
                  <a:lnTo>
                    <a:pt x="7572" y="1500"/>
                  </a:lnTo>
                  <a:lnTo>
                    <a:pt x="7578" y="1494"/>
                  </a:lnTo>
                  <a:lnTo>
                    <a:pt x="7584" y="1494"/>
                  </a:lnTo>
                  <a:lnTo>
                    <a:pt x="7614" y="1506"/>
                  </a:lnTo>
                  <a:lnTo>
                    <a:pt x="7638" y="1488"/>
                  </a:lnTo>
                  <a:lnTo>
                    <a:pt x="7644" y="1488"/>
                  </a:lnTo>
                  <a:lnTo>
                    <a:pt x="7650" y="1494"/>
                  </a:lnTo>
                  <a:lnTo>
                    <a:pt x="7686" y="1494"/>
                  </a:lnTo>
                  <a:lnTo>
                    <a:pt x="7692" y="1488"/>
                  </a:lnTo>
                  <a:lnTo>
                    <a:pt x="7692" y="1476"/>
                  </a:lnTo>
                  <a:lnTo>
                    <a:pt x="7728" y="1482"/>
                  </a:lnTo>
                  <a:lnTo>
                    <a:pt x="7680" y="1452"/>
                  </a:lnTo>
                  <a:lnTo>
                    <a:pt x="7650" y="1464"/>
                  </a:lnTo>
                  <a:lnTo>
                    <a:pt x="7644" y="1446"/>
                  </a:lnTo>
                  <a:lnTo>
                    <a:pt x="7638" y="1434"/>
                  </a:lnTo>
                  <a:lnTo>
                    <a:pt x="7632" y="1428"/>
                  </a:lnTo>
                  <a:lnTo>
                    <a:pt x="7626" y="1416"/>
                  </a:lnTo>
                  <a:lnTo>
                    <a:pt x="7626" y="1398"/>
                  </a:lnTo>
                  <a:lnTo>
                    <a:pt x="7650" y="1374"/>
                  </a:lnTo>
                  <a:lnTo>
                    <a:pt x="7644" y="1344"/>
                  </a:lnTo>
                  <a:lnTo>
                    <a:pt x="7662" y="1332"/>
                  </a:lnTo>
                  <a:lnTo>
                    <a:pt x="7650" y="1326"/>
                  </a:lnTo>
                  <a:lnTo>
                    <a:pt x="7638" y="1314"/>
                  </a:lnTo>
                  <a:lnTo>
                    <a:pt x="7638" y="1302"/>
                  </a:lnTo>
                  <a:lnTo>
                    <a:pt x="7644" y="1296"/>
                  </a:lnTo>
                  <a:lnTo>
                    <a:pt x="7662" y="1290"/>
                  </a:lnTo>
                  <a:lnTo>
                    <a:pt x="7698" y="1290"/>
                  </a:lnTo>
                  <a:lnTo>
                    <a:pt x="7710" y="1296"/>
                  </a:lnTo>
                  <a:lnTo>
                    <a:pt x="7728" y="1296"/>
                  </a:lnTo>
                  <a:lnTo>
                    <a:pt x="7746" y="1278"/>
                  </a:lnTo>
                  <a:lnTo>
                    <a:pt x="7782" y="1308"/>
                  </a:lnTo>
                  <a:lnTo>
                    <a:pt x="7806" y="1290"/>
                  </a:lnTo>
                  <a:lnTo>
                    <a:pt x="7812" y="1302"/>
                  </a:lnTo>
                  <a:lnTo>
                    <a:pt x="7818" y="1308"/>
                  </a:lnTo>
                  <a:lnTo>
                    <a:pt x="7830" y="1332"/>
                  </a:lnTo>
                  <a:lnTo>
                    <a:pt x="7830" y="1338"/>
                  </a:lnTo>
                  <a:lnTo>
                    <a:pt x="7836" y="1344"/>
                  </a:lnTo>
                  <a:lnTo>
                    <a:pt x="7878" y="1344"/>
                  </a:lnTo>
                  <a:lnTo>
                    <a:pt x="7878" y="1362"/>
                  </a:lnTo>
                  <a:lnTo>
                    <a:pt x="7884" y="1374"/>
                  </a:lnTo>
                  <a:lnTo>
                    <a:pt x="7890" y="1380"/>
                  </a:lnTo>
                  <a:lnTo>
                    <a:pt x="7896" y="1380"/>
                  </a:lnTo>
                  <a:lnTo>
                    <a:pt x="7914" y="1362"/>
                  </a:lnTo>
                  <a:lnTo>
                    <a:pt x="7932" y="1326"/>
                  </a:lnTo>
                  <a:lnTo>
                    <a:pt x="7938" y="1320"/>
                  </a:lnTo>
                  <a:lnTo>
                    <a:pt x="7938" y="1314"/>
                  </a:lnTo>
                  <a:lnTo>
                    <a:pt x="7962" y="1302"/>
                  </a:lnTo>
                  <a:lnTo>
                    <a:pt x="7992" y="1314"/>
                  </a:lnTo>
                  <a:lnTo>
                    <a:pt x="7986" y="1302"/>
                  </a:lnTo>
                  <a:lnTo>
                    <a:pt x="7962" y="1284"/>
                  </a:lnTo>
                  <a:lnTo>
                    <a:pt x="7956" y="1278"/>
                  </a:lnTo>
                  <a:lnTo>
                    <a:pt x="7932" y="1266"/>
                  </a:lnTo>
                  <a:lnTo>
                    <a:pt x="7926" y="1254"/>
                  </a:lnTo>
                  <a:lnTo>
                    <a:pt x="7914" y="1248"/>
                  </a:lnTo>
                  <a:lnTo>
                    <a:pt x="7908" y="1242"/>
                  </a:lnTo>
                  <a:lnTo>
                    <a:pt x="7908" y="1230"/>
                  </a:lnTo>
                  <a:lnTo>
                    <a:pt x="7962" y="1230"/>
                  </a:lnTo>
                  <a:lnTo>
                    <a:pt x="7992" y="1236"/>
                  </a:lnTo>
                  <a:lnTo>
                    <a:pt x="8052" y="1236"/>
                  </a:lnTo>
                  <a:lnTo>
                    <a:pt x="8052" y="1254"/>
                  </a:lnTo>
                  <a:lnTo>
                    <a:pt x="8040" y="1254"/>
                  </a:lnTo>
                  <a:lnTo>
                    <a:pt x="8028" y="1248"/>
                  </a:lnTo>
                  <a:lnTo>
                    <a:pt x="7992" y="1248"/>
                  </a:lnTo>
                  <a:lnTo>
                    <a:pt x="7992" y="1266"/>
                  </a:lnTo>
                  <a:lnTo>
                    <a:pt x="8016" y="1290"/>
                  </a:lnTo>
                  <a:lnTo>
                    <a:pt x="8028" y="1296"/>
                  </a:lnTo>
                  <a:lnTo>
                    <a:pt x="8034" y="1320"/>
                  </a:lnTo>
                  <a:lnTo>
                    <a:pt x="8064" y="1326"/>
                  </a:lnTo>
                  <a:lnTo>
                    <a:pt x="8058" y="1344"/>
                  </a:lnTo>
                  <a:lnTo>
                    <a:pt x="8076" y="1362"/>
                  </a:lnTo>
                  <a:lnTo>
                    <a:pt x="8046" y="1368"/>
                  </a:lnTo>
                  <a:lnTo>
                    <a:pt x="8040" y="1380"/>
                  </a:lnTo>
                  <a:lnTo>
                    <a:pt x="8022" y="1386"/>
                  </a:lnTo>
                  <a:lnTo>
                    <a:pt x="8028" y="1398"/>
                  </a:lnTo>
                  <a:lnTo>
                    <a:pt x="8028" y="1404"/>
                  </a:lnTo>
                  <a:lnTo>
                    <a:pt x="8034" y="1416"/>
                  </a:lnTo>
                  <a:lnTo>
                    <a:pt x="8034" y="1440"/>
                  </a:lnTo>
                  <a:lnTo>
                    <a:pt x="8028" y="1452"/>
                  </a:lnTo>
                  <a:lnTo>
                    <a:pt x="8016" y="1464"/>
                  </a:lnTo>
                  <a:lnTo>
                    <a:pt x="8004" y="1488"/>
                  </a:lnTo>
                  <a:lnTo>
                    <a:pt x="8004" y="1506"/>
                  </a:lnTo>
                  <a:lnTo>
                    <a:pt x="8010" y="1506"/>
                  </a:lnTo>
                  <a:lnTo>
                    <a:pt x="8016" y="1512"/>
                  </a:lnTo>
                  <a:lnTo>
                    <a:pt x="8022" y="1524"/>
                  </a:lnTo>
                  <a:lnTo>
                    <a:pt x="8016" y="1530"/>
                  </a:lnTo>
                  <a:lnTo>
                    <a:pt x="8010" y="1542"/>
                  </a:lnTo>
                  <a:lnTo>
                    <a:pt x="7986" y="1566"/>
                  </a:lnTo>
                  <a:lnTo>
                    <a:pt x="7974" y="1572"/>
                  </a:lnTo>
                  <a:lnTo>
                    <a:pt x="7968" y="1578"/>
                  </a:lnTo>
                  <a:lnTo>
                    <a:pt x="7962" y="1578"/>
                  </a:lnTo>
                  <a:lnTo>
                    <a:pt x="7962" y="1596"/>
                  </a:lnTo>
                  <a:lnTo>
                    <a:pt x="7944" y="1596"/>
                  </a:lnTo>
                  <a:lnTo>
                    <a:pt x="7950" y="1596"/>
                  </a:lnTo>
                  <a:lnTo>
                    <a:pt x="7956" y="1602"/>
                  </a:lnTo>
                  <a:lnTo>
                    <a:pt x="7968" y="1608"/>
                  </a:lnTo>
                  <a:lnTo>
                    <a:pt x="7980" y="1632"/>
                  </a:lnTo>
                  <a:lnTo>
                    <a:pt x="7974" y="1650"/>
                  </a:lnTo>
                  <a:lnTo>
                    <a:pt x="7974" y="1662"/>
                  </a:lnTo>
                  <a:lnTo>
                    <a:pt x="7968" y="1674"/>
                  </a:lnTo>
                  <a:lnTo>
                    <a:pt x="7968" y="1686"/>
                  </a:lnTo>
                  <a:lnTo>
                    <a:pt x="7974" y="1704"/>
                  </a:lnTo>
                  <a:lnTo>
                    <a:pt x="7992" y="1722"/>
                  </a:lnTo>
                  <a:lnTo>
                    <a:pt x="8016" y="1752"/>
                  </a:lnTo>
                  <a:lnTo>
                    <a:pt x="8046" y="1776"/>
                  </a:lnTo>
                  <a:lnTo>
                    <a:pt x="8070" y="1800"/>
                  </a:lnTo>
                  <a:lnTo>
                    <a:pt x="8082" y="1806"/>
                  </a:lnTo>
                  <a:lnTo>
                    <a:pt x="8142" y="1872"/>
                  </a:lnTo>
                  <a:lnTo>
                    <a:pt x="8154" y="1866"/>
                  </a:lnTo>
                  <a:lnTo>
                    <a:pt x="8238" y="1962"/>
                  </a:lnTo>
                  <a:lnTo>
                    <a:pt x="8286" y="1980"/>
                  </a:lnTo>
                  <a:lnTo>
                    <a:pt x="8310" y="2004"/>
                  </a:lnTo>
                  <a:lnTo>
                    <a:pt x="8316" y="2016"/>
                  </a:lnTo>
                  <a:lnTo>
                    <a:pt x="8328" y="2022"/>
                  </a:lnTo>
                  <a:lnTo>
                    <a:pt x="8334" y="2034"/>
                  </a:lnTo>
                  <a:lnTo>
                    <a:pt x="8388" y="2088"/>
                  </a:lnTo>
                  <a:lnTo>
                    <a:pt x="8406" y="2088"/>
                  </a:lnTo>
                  <a:lnTo>
                    <a:pt x="8406" y="2106"/>
                  </a:lnTo>
                  <a:lnTo>
                    <a:pt x="8418" y="2106"/>
                  </a:lnTo>
                  <a:lnTo>
                    <a:pt x="8430" y="2100"/>
                  </a:lnTo>
                  <a:lnTo>
                    <a:pt x="8436" y="2094"/>
                  </a:lnTo>
                  <a:lnTo>
                    <a:pt x="8442" y="2082"/>
                  </a:lnTo>
                  <a:lnTo>
                    <a:pt x="8442" y="2076"/>
                  </a:lnTo>
                  <a:lnTo>
                    <a:pt x="8430" y="2064"/>
                  </a:lnTo>
                  <a:lnTo>
                    <a:pt x="8436" y="2058"/>
                  </a:lnTo>
                  <a:lnTo>
                    <a:pt x="8442" y="2046"/>
                  </a:lnTo>
                  <a:lnTo>
                    <a:pt x="8448" y="2040"/>
                  </a:lnTo>
                  <a:lnTo>
                    <a:pt x="8448" y="2022"/>
                  </a:lnTo>
                  <a:lnTo>
                    <a:pt x="8430" y="2004"/>
                  </a:lnTo>
                  <a:lnTo>
                    <a:pt x="8418" y="1998"/>
                  </a:lnTo>
                  <a:lnTo>
                    <a:pt x="8406" y="1974"/>
                  </a:lnTo>
                  <a:lnTo>
                    <a:pt x="8406" y="1962"/>
                  </a:lnTo>
                  <a:lnTo>
                    <a:pt x="8412" y="1950"/>
                  </a:lnTo>
                  <a:lnTo>
                    <a:pt x="8430" y="1932"/>
                  </a:lnTo>
                  <a:lnTo>
                    <a:pt x="8442" y="1932"/>
                  </a:lnTo>
                  <a:lnTo>
                    <a:pt x="8454" y="1938"/>
                  </a:lnTo>
                  <a:lnTo>
                    <a:pt x="8460" y="1938"/>
                  </a:lnTo>
                  <a:lnTo>
                    <a:pt x="8466" y="1944"/>
                  </a:lnTo>
                  <a:lnTo>
                    <a:pt x="8472" y="1944"/>
                  </a:lnTo>
                  <a:lnTo>
                    <a:pt x="8466" y="1938"/>
                  </a:lnTo>
                  <a:lnTo>
                    <a:pt x="8460" y="1926"/>
                  </a:lnTo>
                  <a:lnTo>
                    <a:pt x="8448" y="1920"/>
                  </a:lnTo>
                  <a:lnTo>
                    <a:pt x="8442" y="1908"/>
                  </a:lnTo>
                  <a:lnTo>
                    <a:pt x="8424" y="1890"/>
                  </a:lnTo>
                  <a:lnTo>
                    <a:pt x="8412" y="1890"/>
                  </a:lnTo>
                  <a:lnTo>
                    <a:pt x="8406" y="1884"/>
                  </a:lnTo>
                  <a:lnTo>
                    <a:pt x="8400" y="1872"/>
                  </a:lnTo>
                  <a:lnTo>
                    <a:pt x="8400" y="1860"/>
                  </a:lnTo>
                  <a:lnTo>
                    <a:pt x="8406" y="1848"/>
                  </a:lnTo>
                  <a:lnTo>
                    <a:pt x="8412" y="1842"/>
                  </a:lnTo>
                  <a:lnTo>
                    <a:pt x="8424" y="1836"/>
                  </a:lnTo>
                  <a:lnTo>
                    <a:pt x="8430" y="1830"/>
                  </a:lnTo>
                  <a:lnTo>
                    <a:pt x="8442" y="1836"/>
                  </a:lnTo>
                  <a:lnTo>
                    <a:pt x="8466" y="1836"/>
                  </a:lnTo>
                  <a:lnTo>
                    <a:pt x="8472" y="1830"/>
                  </a:lnTo>
                  <a:lnTo>
                    <a:pt x="8472" y="1812"/>
                  </a:lnTo>
                  <a:lnTo>
                    <a:pt x="8454" y="1794"/>
                  </a:lnTo>
                  <a:lnTo>
                    <a:pt x="8436" y="1788"/>
                  </a:lnTo>
                  <a:lnTo>
                    <a:pt x="8424" y="1782"/>
                  </a:lnTo>
                  <a:lnTo>
                    <a:pt x="8406" y="1770"/>
                  </a:lnTo>
                  <a:lnTo>
                    <a:pt x="8394" y="1758"/>
                  </a:lnTo>
                  <a:lnTo>
                    <a:pt x="8388" y="1740"/>
                  </a:lnTo>
                  <a:lnTo>
                    <a:pt x="8376" y="1716"/>
                  </a:lnTo>
                  <a:lnTo>
                    <a:pt x="8376" y="1704"/>
                  </a:lnTo>
                  <a:lnTo>
                    <a:pt x="8370" y="1698"/>
                  </a:lnTo>
                  <a:lnTo>
                    <a:pt x="8370" y="1692"/>
                  </a:lnTo>
                  <a:lnTo>
                    <a:pt x="8382" y="1686"/>
                  </a:lnTo>
                  <a:lnTo>
                    <a:pt x="8406" y="1710"/>
                  </a:lnTo>
                  <a:lnTo>
                    <a:pt x="8418" y="1716"/>
                  </a:lnTo>
                  <a:lnTo>
                    <a:pt x="8430" y="1716"/>
                  </a:lnTo>
                  <a:lnTo>
                    <a:pt x="8430" y="1710"/>
                  </a:lnTo>
                  <a:lnTo>
                    <a:pt x="8424" y="1704"/>
                  </a:lnTo>
                  <a:lnTo>
                    <a:pt x="8418" y="1692"/>
                  </a:lnTo>
                  <a:lnTo>
                    <a:pt x="8412" y="1686"/>
                  </a:lnTo>
                  <a:lnTo>
                    <a:pt x="8406" y="1674"/>
                  </a:lnTo>
                  <a:lnTo>
                    <a:pt x="8400" y="1668"/>
                  </a:lnTo>
                  <a:lnTo>
                    <a:pt x="8364" y="1668"/>
                  </a:lnTo>
                  <a:lnTo>
                    <a:pt x="8316" y="1626"/>
                  </a:lnTo>
                  <a:lnTo>
                    <a:pt x="8316" y="1596"/>
                  </a:lnTo>
                  <a:lnTo>
                    <a:pt x="8310" y="1590"/>
                  </a:lnTo>
                  <a:lnTo>
                    <a:pt x="8298" y="1584"/>
                  </a:lnTo>
                  <a:lnTo>
                    <a:pt x="8280" y="1578"/>
                  </a:lnTo>
                  <a:lnTo>
                    <a:pt x="8268" y="1572"/>
                  </a:lnTo>
                  <a:lnTo>
                    <a:pt x="8256" y="1572"/>
                  </a:lnTo>
                  <a:lnTo>
                    <a:pt x="8256" y="1590"/>
                  </a:lnTo>
                  <a:lnTo>
                    <a:pt x="8250" y="1590"/>
                  </a:lnTo>
                  <a:lnTo>
                    <a:pt x="8244" y="1584"/>
                  </a:lnTo>
                  <a:lnTo>
                    <a:pt x="8232" y="1584"/>
                  </a:lnTo>
                  <a:lnTo>
                    <a:pt x="8214" y="1572"/>
                  </a:lnTo>
                  <a:lnTo>
                    <a:pt x="8202" y="1566"/>
                  </a:lnTo>
                  <a:lnTo>
                    <a:pt x="8196" y="1560"/>
                  </a:lnTo>
                  <a:lnTo>
                    <a:pt x="8190" y="1548"/>
                  </a:lnTo>
                  <a:lnTo>
                    <a:pt x="8190" y="1536"/>
                  </a:lnTo>
                  <a:lnTo>
                    <a:pt x="8196" y="1524"/>
                  </a:lnTo>
                  <a:lnTo>
                    <a:pt x="8196" y="1500"/>
                  </a:lnTo>
                  <a:lnTo>
                    <a:pt x="8184" y="1476"/>
                  </a:lnTo>
                  <a:lnTo>
                    <a:pt x="8166" y="1458"/>
                  </a:lnTo>
                  <a:lnTo>
                    <a:pt x="8154" y="1452"/>
                  </a:lnTo>
                  <a:lnTo>
                    <a:pt x="8154" y="1434"/>
                  </a:lnTo>
                  <a:lnTo>
                    <a:pt x="8160" y="1428"/>
                  </a:lnTo>
                  <a:lnTo>
                    <a:pt x="8172" y="1428"/>
                  </a:lnTo>
                  <a:lnTo>
                    <a:pt x="8184" y="1434"/>
                  </a:lnTo>
                  <a:lnTo>
                    <a:pt x="8196" y="1416"/>
                  </a:lnTo>
                  <a:lnTo>
                    <a:pt x="8232" y="1446"/>
                  </a:lnTo>
                  <a:lnTo>
                    <a:pt x="8238" y="1440"/>
                  </a:lnTo>
                  <a:lnTo>
                    <a:pt x="8226" y="1428"/>
                  </a:lnTo>
                  <a:lnTo>
                    <a:pt x="8226" y="1422"/>
                  </a:lnTo>
                  <a:lnTo>
                    <a:pt x="8232" y="1416"/>
                  </a:lnTo>
                  <a:lnTo>
                    <a:pt x="8232" y="1404"/>
                  </a:lnTo>
                  <a:lnTo>
                    <a:pt x="8238" y="1392"/>
                  </a:lnTo>
                  <a:lnTo>
                    <a:pt x="8250" y="1386"/>
                  </a:lnTo>
                  <a:lnTo>
                    <a:pt x="8256" y="1386"/>
                  </a:lnTo>
                  <a:lnTo>
                    <a:pt x="8274" y="1404"/>
                  </a:lnTo>
                  <a:lnTo>
                    <a:pt x="8280" y="1416"/>
                  </a:lnTo>
                  <a:lnTo>
                    <a:pt x="8292" y="1428"/>
                  </a:lnTo>
                  <a:lnTo>
                    <a:pt x="8304" y="1434"/>
                  </a:lnTo>
                  <a:lnTo>
                    <a:pt x="8310" y="1446"/>
                  </a:lnTo>
                  <a:lnTo>
                    <a:pt x="8322" y="1398"/>
                  </a:lnTo>
                  <a:lnTo>
                    <a:pt x="8334" y="1398"/>
                  </a:lnTo>
                  <a:lnTo>
                    <a:pt x="8364" y="1392"/>
                  </a:lnTo>
                  <a:lnTo>
                    <a:pt x="8400" y="1386"/>
                  </a:lnTo>
                  <a:lnTo>
                    <a:pt x="8430" y="1386"/>
                  </a:lnTo>
                  <a:lnTo>
                    <a:pt x="8478" y="1410"/>
                  </a:lnTo>
                  <a:lnTo>
                    <a:pt x="8484" y="1416"/>
                  </a:lnTo>
                  <a:lnTo>
                    <a:pt x="8490" y="1416"/>
                  </a:lnTo>
                  <a:lnTo>
                    <a:pt x="8532" y="1434"/>
                  </a:lnTo>
                  <a:lnTo>
                    <a:pt x="8502" y="1374"/>
                  </a:lnTo>
                  <a:lnTo>
                    <a:pt x="8526" y="1374"/>
                  </a:lnTo>
                  <a:lnTo>
                    <a:pt x="8538" y="1368"/>
                  </a:lnTo>
                  <a:lnTo>
                    <a:pt x="8550" y="1356"/>
                  </a:lnTo>
                  <a:lnTo>
                    <a:pt x="8550" y="1332"/>
                  </a:lnTo>
                  <a:lnTo>
                    <a:pt x="8544" y="1326"/>
                  </a:lnTo>
                  <a:lnTo>
                    <a:pt x="8538" y="1314"/>
                  </a:lnTo>
                  <a:lnTo>
                    <a:pt x="8562" y="1314"/>
                  </a:lnTo>
                  <a:lnTo>
                    <a:pt x="8562" y="1290"/>
                  </a:lnTo>
                  <a:lnTo>
                    <a:pt x="8574" y="1290"/>
                  </a:lnTo>
                  <a:lnTo>
                    <a:pt x="8586" y="1296"/>
                  </a:lnTo>
                  <a:lnTo>
                    <a:pt x="8616" y="1296"/>
                  </a:lnTo>
                  <a:lnTo>
                    <a:pt x="8628" y="1290"/>
                  </a:lnTo>
                  <a:lnTo>
                    <a:pt x="8634" y="1284"/>
                  </a:lnTo>
                  <a:lnTo>
                    <a:pt x="8640" y="1272"/>
                  </a:lnTo>
                  <a:lnTo>
                    <a:pt x="8652" y="1260"/>
                  </a:lnTo>
                  <a:lnTo>
                    <a:pt x="8658" y="1248"/>
                  </a:lnTo>
                  <a:lnTo>
                    <a:pt x="8664" y="1242"/>
                  </a:lnTo>
                  <a:lnTo>
                    <a:pt x="8670" y="1242"/>
                  </a:lnTo>
                  <a:lnTo>
                    <a:pt x="8652" y="1218"/>
                  </a:lnTo>
                  <a:lnTo>
                    <a:pt x="8682" y="1218"/>
                  </a:lnTo>
                  <a:lnTo>
                    <a:pt x="8688" y="1236"/>
                  </a:lnTo>
                  <a:lnTo>
                    <a:pt x="8748" y="1242"/>
                  </a:lnTo>
                  <a:lnTo>
                    <a:pt x="8760" y="1242"/>
                  </a:lnTo>
                  <a:lnTo>
                    <a:pt x="8772" y="1248"/>
                  </a:lnTo>
                  <a:lnTo>
                    <a:pt x="8808" y="1248"/>
                  </a:lnTo>
                  <a:lnTo>
                    <a:pt x="8808" y="1230"/>
                  </a:lnTo>
                  <a:lnTo>
                    <a:pt x="8802" y="1218"/>
                  </a:lnTo>
                  <a:lnTo>
                    <a:pt x="8766" y="1218"/>
                  </a:lnTo>
                  <a:lnTo>
                    <a:pt x="8760" y="1194"/>
                  </a:lnTo>
                  <a:lnTo>
                    <a:pt x="8754" y="1194"/>
                  </a:lnTo>
                  <a:lnTo>
                    <a:pt x="8748" y="1188"/>
                  </a:lnTo>
                  <a:lnTo>
                    <a:pt x="8736" y="1188"/>
                  </a:lnTo>
                  <a:lnTo>
                    <a:pt x="8712" y="1176"/>
                  </a:lnTo>
                  <a:lnTo>
                    <a:pt x="8700" y="1176"/>
                  </a:lnTo>
                  <a:lnTo>
                    <a:pt x="8688" y="1170"/>
                  </a:lnTo>
                  <a:lnTo>
                    <a:pt x="8658" y="1170"/>
                  </a:lnTo>
                  <a:lnTo>
                    <a:pt x="8664" y="1152"/>
                  </a:lnTo>
                  <a:lnTo>
                    <a:pt x="8592" y="1104"/>
                  </a:lnTo>
                  <a:lnTo>
                    <a:pt x="8574" y="1122"/>
                  </a:lnTo>
                  <a:lnTo>
                    <a:pt x="8568" y="1122"/>
                  </a:lnTo>
                  <a:lnTo>
                    <a:pt x="8562" y="1116"/>
                  </a:lnTo>
                  <a:lnTo>
                    <a:pt x="8550" y="1116"/>
                  </a:lnTo>
                  <a:lnTo>
                    <a:pt x="8538" y="1110"/>
                  </a:lnTo>
                  <a:lnTo>
                    <a:pt x="8532" y="1110"/>
                  </a:lnTo>
                  <a:lnTo>
                    <a:pt x="8520" y="1104"/>
                  </a:lnTo>
                  <a:lnTo>
                    <a:pt x="8508" y="1092"/>
                  </a:lnTo>
                  <a:lnTo>
                    <a:pt x="8502" y="1092"/>
                  </a:lnTo>
                  <a:lnTo>
                    <a:pt x="8466" y="1098"/>
                  </a:lnTo>
                  <a:lnTo>
                    <a:pt x="8442" y="1092"/>
                  </a:lnTo>
                  <a:lnTo>
                    <a:pt x="8430" y="1086"/>
                  </a:lnTo>
                  <a:lnTo>
                    <a:pt x="8412" y="1068"/>
                  </a:lnTo>
                  <a:lnTo>
                    <a:pt x="8406" y="1068"/>
                  </a:lnTo>
                  <a:lnTo>
                    <a:pt x="8412" y="1062"/>
                  </a:lnTo>
                  <a:lnTo>
                    <a:pt x="8436" y="1062"/>
                  </a:lnTo>
                  <a:lnTo>
                    <a:pt x="8460" y="1074"/>
                  </a:lnTo>
                  <a:lnTo>
                    <a:pt x="8478" y="1074"/>
                  </a:lnTo>
                  <a:lnTo>
                    <a:pt x="8496" y="1080"/>
                  </a:lnTo>
                  <a:lnTo>
                    <a:pt x="8514" y="1080"/>
                  </a:lnTo>
                  <a:lnTo>
                    <a:pt x="8526" y="1086"/>
                  </a:lnTo>
                  <a:lnTo>
                    <a:pt x="8544" y="1086"/>
                  </a:lnTo>
                  <a:lnTo>
                    <a:pt x="8550" y="1080"/>
                  </a:lnTo>
                  <a:lnTo>
                    <a:pt x="8562" y="1080"/>
                  </a:lnTo>
                  <a:lnTo>
                    <a:pt x="8580" y="1074"/>
                  </a:lnTo>
                  <a:lnTo>
                    <a:pt x="8604" y="1062"/>
                  </a:lnTo>
                  <a:lnTo>
                    <a:pt x="8616" y="1050"/>
                  </a:lnTo>
                  <a:lnTo>
                    <a:pt x="8604" y="1038"/>
                  </a:lnTo>
                  <a:lnTo>
                    <a:pt x="8592" y="1032"/>
                  </a:lnTo>
                  <a:lnTo>
                    <a:pt x="8586" y="1026"/>
                  </a:lnTo>
                  <a:lnTo>
                    <a:pt x="8574" y="1020"/>
                  </a:lnTo>
                  <a:lnTo>
                    <a:pt x="8568" y="1014"/>
                  </a:lnTo>
                  <a:lnTo>
                    <a:pt x="8562" y="1014"/>
                  </a:lnTo>
                  <a:lnTo>
                    <a:pt x="8556" y="1008"/>
                  </a:lnTo>
                  <a:lnTo>
                    <a:pt x="8520" y="990"/>
                  </a:lnTo>
                  <a:lnTo>
                    <a:pt x="8508" y="978"/>
                  </a:lnTo>
                  <a:lnTo>
                    <a:pt x="8514" y="972"/>
                  </a:lnTo>
                  <a:lnTo>
                    <a:pt x="8538" y="972"/>
                  </a:lnTo>
                  <a:lnTo>
                    <a:pt x="8556" y="978"/>
                  </a:lnTo>
                  <a:lnTo>
                    <a:pt x="8562" y="984"/>
                  </a:lnTo>
                  <a:lnTo>
                    <a:pt x="8574" y="990"/>
                  </a:lnTo>
                  <a:lnTo>
                    <a:pt x="8580" y="990"/>
                  </a:lnTo>
                  <a:lnTo>
                    <a:pt x="8586" y="996"/>
                  </a:lnTo>
                  <a:lnTo>
                    <a:pt x="8610" y="1008"/>
                  </a:lnTo>
                  <a:lnTo>
                    <a:pt x="8628" y="1020"/>
                  </a:lnTo>
                  <a:lnTo>
                    <a:pt x="8652" y="1032"/>
                  </a:lnTo>
                  <a:lnTo>
                    <a:pt x="8664" y="1032"/>
                  </a:lnTo>
                  <a:lnTo>
                    <a:pt x="8676" y="1026"/>
                  </a:lnTo>
                  <a:lnTo>
                    <a:pt x="8682" y="1026"/>
                  </a:lnTo>
                  <a:lnTo>
                    <a:pt x="8688" y="1020"/>
                  </a:lnTo>
                  <a:lnTo>
                    <a:pt x="8730" y="1020"/>
                  </a:lnTo>
                  <a:lnTo>
                    <a:pt x="8754" y="1026"/>
                  </a:lnTo>
                  <a:lnTo>
                    <a:pt x="8808" y="1044"/>
                  </a:lnTo>
                  <a:lnTo>
                    <a:pt x="8850" y="1062"/>
                  </a:lnTo>
                  <a:lnTo>
                    <a:pt x="8880" y="1068"/>
                  </a:lnTo>
                  <a:lnTo>
                    <a:pt x="8886" y="1074"/>
                  </a:lnTo>
                  <a:lnTo>
                    <a:pt x="8898" y="1074"/>
                  </a:lnTo>
                  <a:lnTo>
                    <a:pt x="8934" y="1086"/>
                  </a:lnTo>
                  <a:lnTo>
                    <a:pt x="8946" y="1086"/>
                  </a:lnTo>
                  <a:lnTo>
                    <a:pt x="8952" y="1092"/>
                  </a:lnTo>
                  <a:lnTo>
                    <a:pt x="8958" y="1092"/>
                  </a:lnTo>
                  <a:lnTo>
                    <a:pt x="8970" y="1098"/>
                  </a:lnTo>
                  <a:lnTo>
                    <a:pt x="8976" y="1104"/>
                  </a:lnTo>
                  <a:lnTo>
                    <a:pt x="8988" y="1110"/>
                  </a:lnTo>
                  <a:lnTo>
                    <a:pt x="9000" y="1110"/>
                  </a:lnTo>
                  <a:lnTo>
                    <a:pt x="9018" y="1116"/>
                  </a:lnTo>
                  <a:lnTo>
                    <a:pt x="9024" y="1122"/>
                  </a:lnTo>
                  <a:lnTo>
                    <a:pt x="9042" y="1122"/>
                  </a:lnTo>
                  <a:lnTo>
                    <a:pt x="9042" y="1116"/>
                  </a:lnTo>
                  <a:lnTo>
                    <a:pt x="9036" y="1098"/>
                  </a:lnTo>
                  <a:lnTo>
                    <a:pt x="9012" y="1074"/>
                  </a:lnTo>
                  <a:lnTo>
                    <a:pt x="9006" y="1074"/>
                  </a:lnTo>
                  <a:lnTo>
                    <a:pt x="9024" y="1056"/>
                  </a:lnTo>
                  <a:lnTo>
                    <a:pt x="8976" y="1038"/>
                  </a:lnTo>
                  <a:lnTo>
                    <a:pt x="8988" y="1032"/>
                  </a:lnTo>
                  <a:lnTo>
                    <a:pt x="8940" y="1008"/>
                  </a:lnTo>
                  <a:lnTo>
                    <a:pt x="8994" y="1020"/>
                  </a:lnTo>
                  <a:lnTo>
                    <a:pt x="8988" y="996"/>
                  </a:lnTo>
                  <a:lnTo>
                    <a:pt x="9000" y="996"/>
                  </a:lnTo>
                  <a:lnTo>
                    <a:pt x="9012" y="1002"/>
                  </a:lnTo>
                  <a:lnTo>
                    <a:pt x="9048" y="1002"/>
                  </a:lnTo>
                  <a:lnTo>
                    <a:pt x="9048" y="99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35" name="Romania" descr="© INSCALE GmbH, 05.05.2010&#10;http://www.presentationload.com/">
              <a:extLst>
                <a:ext uri="{FF2B5EF4-FFF2-40B4-BE49-F238E27FC236}">
                  <a16:creationId xmlns:a16="http://schemas.microsoft.com/office/drawing/2014/main" id="{0631B6A3-0547-42EB-A4C8-E3ADDDFCAF1A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181748" y="1727839"/>
              <a:ext cx="202910" cy="120738"/>
            </a:xfrm>
            <a:custGeom>
              <a:avLst/>
              <a:gdLst>
                <a:gd name="T0" fmla="*/ 2147483647 w 612"/>
                <a:gd name="T1" fmla="*/ 2147483647 h 366"/>
                <a:gd name="T2" fmla="*/ 2147483647 w 612"/>
                <a:gd name="T3" fmla="*/ 2147483647 h 366"/>
                <a:gd name="T4" fmla="*/ 2147483647 w 612"/>
                <a:gd name="T5" fmla="*/ 2147483647 h 366"/>
                <a:gd name="T6" fmla="*/ 2147483647 w 612"/>
                <a:gd name="T7" fmla="*/ 2147483647 h 366"/>
                <a:gd name="T8" fmla="*/ 2147483647 w 612"/>
                <a:gd name="T9" fmla="*/ 2147483647 h 366"/>
                <a:gd name="T10" fmla="*/ 2147483647 w 612"/>
                <a:gd name="T11" fmla="*/ 2147483647 h 366"/>
                <a:gd name="T12" fmla="*/ 2147483647 w 612"/>
                <a:gd name="T13" fmla="*/ 2147483647 h 366"/>
                <a:gd name="T14" fmla="*/ 2147483647 w 612"/>
                <a:gd name="T15" fmla="*/ 2147483647 h 366"/>
                <a:gd name="T16" fmla="*/ 2147483647 w 612"/>
                <a:gd name="T17" fmla="*/ 2147483647 h 366"/>
                <a:gd name="T18" fmla="*/ 2147483647 w 612"/>
                <a:gd name="T19" fmla="*/ 2147483647 h 366"/>
                <a:gd name="T20" fmla="*/ 2147483647 w 612"/>
                <a:gd name="T21" fmla="*/ 2147483647 h 366"/>
                <a:gd name="T22" fmla="*/ 2147483647 w 612"/>
                <a:gd name="T23" fmla="*/ 2147483647 h 366"/>
                <a:gd name="T24" fmla="*/ 2147483647 w 612"/>
                <a:gd name="T25" fmla="*/ 2147483647 h 366"/>
                <a:gd name="T26" fmla="*/ 2147483647 w 612"/>
                <a:gd name="T27" fmla="*/ 0 h 366"/>
                <a:gd name="T28" fmla="*/ 2147483647 w 612"/>
                <a:gd name="T29" fmla="*/ 2147483647 h 366"/>
                <a:gd name="T30" fmla="*/ 2147483647 w 612"/>
                <a:gd name="T31" fmla="*/ 2147483647 h 366"/>
                <a:gd name="T32" fmla="*/ 2147483647 w 612"/>
                <a:gd name="T33" fmla="*/ 2147483647 h 366"/>
                <a:gd name="T34" fmla="*/ 2147483647 w 612"/>
                <a:gd name="T35" fmla="*/ 2147483647 h 366"/>
                <a:gd name="T36" fmla="*/ 2147483647 w 612"/>
                <a:gd name="T37" fmla="*/ 2147483647 h 366"/>
                <a:gd name="T38" fmla="*/ 2147483647 w 612"/>
                <a:gd name="T39" fmla="*/ 2147483647 h 366"/>
                <a:gd name="T40" fmla="*/ 2147483647 w 612"/>
                <a:gd name="T41" fmla="*/ 2147483647 h 366"/>
                <a:gd name="T42" fmla="*/ 2147483647 w 612"/>
                <a:gd name="T43" fmla="*/ 2147483647 h 366"/>
                <a:gd name="T44" fmla="*/ 2147483647 w 612"/>
                <a:gd name="T45" fmla="*/ 2147483647 h 366"/>
                <a:gd name="T46" fmla="*/ 2147483647 w 612"/>
                <a:gd name="T47" fmla="*/ 2147483647 h 366"/>
                <a:gd name="T48" fmla="*/ 0 w 612"/>
                <a:gd name="T49" fmla="*/ 2147483647 h 366"/>
                <a:gd name="T50" fmla="*/ 2147483647 w 612"/>
                <a:gd name="T51" fmla="*/ 2147483647 h 366"/>
                <a:gd name="T52" fmla="*/ 2147483647 w 612"/>
                <a:gd name="T53" fmla="*/ 2147483647 h 366"/>
                <a:gd name="T54" fmla="*/ 2147483647 w 612"/>
                <a:gd name="T55" fmla="*/ 2147483647 h 366"/>
                <a:gd name="T56" fmla="*/ 2147483647 w 612"/>
                <a:gd name="T57" fmla="*/ 2147483647 h 366"/>
                <a:gd name="T58" fmla="*/ 2147483647 w 612"/>
                <a:gd name="T59" fmla="*/ 2147483647 h 366"/>
                <a:gd name="T60" fmla="*/ 2147483647 w 612"/>
                <a:gd name="T61" fmla="*/ 2147483647 h 366"/>
                <a:gd name="T62" fmla="*/ 2147483647 w 612"/>
                <a:gd name="T63" fmla="*/ 2147483647 h 366"/>
                <a:gd name="T64" fmla="*/ 2147483647 w 612"/>
                <a:gd name="T65" fmla="*/ 2147483647 h 366"/>
                <a:gd name="T66" fmla="*/ 2147483647 w 612"/>
                <a:gd name="T67" fmla="*/ 2147483647 h 366"/>
                <a:gd name="T68" fmla="*/ 2147483647 w 612"/>
                <a:gd name="T69" fmla="*/ 2147483647 h 366"/>
                <a:gd name="T70" fmla="*/ 2147483647 w 612"/>
                <a:gd name="T71" fmla="*/ 2147483647 h 366"/>
                <a:gd name="T72" fmla="*/ 2147483647 w 612"/>
                <a:gd name="T73" fmla="*/ 2147483647 h 366"/>
                <a:gd name="T74" fmla="*/ 2147483647 w 612"/>
                <a:gd name="T75" fmla="*/ 2147483647 h 366"/>
                <a:gd name="T76" fmla="*/ 2147483647 w 612"/>
                <a:gd name="T77" fmla="*/ 2147483647 h 366"/>
                <a:gd name="T78" fmla="*/ 2147483647 w 612"/>
                <a:gd name="T79" fmla="*/ 2147483647 h 366"/>
                <a:gd name="T80" fmla="*/ 2147483647 w 612"/>
                <a:gd name="T81" fmla="*/ 2147483647 h 366"/>
                <a:gd name="T82" fmla="*/ 2147483647 w 612"/>
                <a:gd name="T83" fmla="*/ 2147483647 h 366"/>
                <a:gd name="T84" fmla="*/ 2147483647 w 612"/>
                <a:gd name="T85" fmla="*/ 2147483647 h 36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12"/>
                <a:gd name="T130" fmla="*/ 0 h 366"/>
                <a:gd name="T131" fmla="*/ 612 w 612"/>
                <a:gd name="T132" fmla="*/ 366 h 36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12" h="366">
                  <a:moveTo>
                    <a:pt x="516" y="354"/>
                  </a:moveTo>
                  <a:lnTo>
                    <a:pt x="522" y="360"/>
                  </a:lnTo>
                  <a:lnTo>
                    <a:pt x="540" y="360"/>
                  </a:lnTo>
                  <a:lnTo>
                    <a:pt x="540" y="318"/>
                  </a:lnTo>
                  <a:lnTo>
                    <a:pt x="546" y="312"/>
                  </a:lnTo>
                  <a:lnTo>
                    <a:pt x="558" y="294"/>
                  </a:lnTo>
                  <a:lnTo>
                    <a:pt x="564" y="282"/>
                  </a:lnTo>
                  <a:lnTo>
                    <a:pt x="570" y="276"/>
                  </a:lnTo>
                  <a:lnTo>
                    <a:pt x="606" y="276"/>
                  </a:lnTo>
                  <a:lnTo>
                    <a:pt x="612" y="270"/>
                  </a:lnTo>
                  <a:lnTo>
                    <a:pt x="612" y="258"/>
                  </a:lnTo>
                  <a:lnTo>
                    <a:pt x="600" y="222"/>
                  </a:lnTo>
                  <a:lnTo>
                    <a:pt x="600" y="216"/>
                  </a:lnTo>
                  <a:lnTo>
                    <a:pt x="594" y="216"/>
                  </a:lnTo>
                  <a:lnTo>
                    <a:pt x="588" y="222"/>
                  </a:lnTo>
                  <a:lnTo>
                    <a:pt x="570" y="222"/>
                  </a:lnTo>
                  <a:lnTo>
                    <a:pt x="564" y="228"/>
                  </a:lnTo>
                  <a:lnTo>
                    <a:pt x="558" y="228"/>
                  </a:lnTo>
                  <a:lnTo>
                    <a:pt x="552" y="234"/>
                  </a:lnTo>
                  <a:lnTo>
                    <a:pt x="522" y="234"/>
                  </a:lnTo>
                  <a:lnTo>
                    <a:pt x="510" y="222"/>
                  </a:lnTo>
                  <a:lnTo>
                    <a:pt x="510" y="198"/>
                  </a:lnTo>
                  <a:lnTo>
                    <a:pt x="504" y="192"/>
                  </a:lnTo>
                  <a:lnTo>
                    <a:pt x="498" y="180"/>
                  </a:lnTo>
                  <a:lnTo>
                    <a:pt x="498" y="168"/>
                  </a:lnTo>
                  <a:lnTo>
                    <a:pt x="504" y="162"/>
                  </a:lnTo>
                  <a:lnTo>
                    <a:pt x="504" y="150"/>
                  </a:lnTo>
                  <a:lnTo>
                    <a:pt x="510" y="144"/>
                  </a:lnTo>
                  <a:lnTo>
                    <a:pt x="504" y="144"/>
                  </a:lnTo>
                  <a:lnTo>
                    <a:pt x="504" y="102"/>
                  </a:lnTo>
                  <a:lnTo>
                    <a:pt x="498" y="96"/>
                  </a:lnTo>
                  <a:lnTo>
                    <a:pt x="480" y="96"/>
                  </a:lnTo>
                  <a:lnTo>
                    <a:pt x="474" y="78"/>
                  </a:lnTo>
                  <a:lnTo>
                    <a:pt x="462" y="78"/>
                  </a:lnTo>
                  <a:lnTo>
                    <a:pt x="456" y="54"/>
                  </a:lnTo>
                  <a:lnTo>
                    <a:pt x="432" y="42"/>
                  </a:lnTo>
                  <a:lnTo>
                    <a:pt x="432" y="30"/>
                  </a:lnTo>
                  <a:lnTo>
                    <a:pt x="426" y="24"/>
                  </a:lnTo>
                  <a:lnTo>
                    <a:pt x="420" y="12"/>
                  </a:lnTo>
                  <a:lnTo>
                    <a:pt x="414" y="6"/>
                  </a:lnTo>
                  <a:lnTo>
                    <a:pt x="396" y="0"/>
                  </a:lnTo>
                  <a:lnTo>
                    <a:pt x="384" y="0"/>
                  </a:lnTo>
                  <a:lnTo>
                    <a:pt x="378" y="6"/>
                  </a:lnTo>
                  <a:lnTo>
                    <a:pt x="378" y="12"/>
                  </a:lnTo>
                  <a:lnTo>
                    <a:pt x="366" y="24"/>
                  </a:lnTo>
                  <a:lnTo>
                    <a:pt x="348" y="24"/>
                  </a:lnTo>
                  <a:lnTo>
                    <a:pt x="342" y="18"/>
                  </a:lnTo>
                  <a:lnTo>
                    <a:pt x="336" y="30"/>
                  </a:lnTo>
                  <a:lnTo>
                    <a:pt x="312" y="24"/>
                  </a:lnTo>
                  <a:lnTo>
                    <a:pt x="312" y="30"/>
                  </a:lnTo>
                  <a:lnTo>
                    <a:pt x="300" y="42"/>
                  </a:lnTo>
                  <a:lnTo>
                    <a:pt x="288" y="42"/>
                  </a:lnTo>
                  <a:lnTo>
                    <a:pt x="264" y="18"/>
                  </a:lnTo>
                  <a:lnTo>
                    <a:pt x="258" y="18"/>
                  </a:lnTo>
                  <a:lnTo>
                    <a:pt x="246" y="24"/>
                  </a:lnTo>
                  <a:lnTo>
                    <a:pt x="240" y="24"/>
                  </a:lnTo>
                  <a:lnTo>
                    <a:pt x="228" y="30"/>
                  </a:lnTo>
                  <a:lnTo>
                    <a:pt x="222" y="24"/>
                  </a:lnTo>
                  <a:lnTo>
                    <a:pt x="198" y="24"/>
                  </a:lnTo>
                  <a:lnTo>
                    <a:pt x="192" y="18"/>
                  </a:lnTo>
                  <a:lnTo>
                    <a:pt x="168" y="18"/>
                  </a:lnTo>
                  <a:lnTo>
                    <a:pt x="150" y="36"/>
                  </a:lnTo>
                  <a:lnTo>
                    <a:pt x="120" y="36"/>
                  </a:lnTo>
                  <a:lnTo>
                    <a:pt x="108" y="48"/>
                  </a:lnTo>
                  <a:lnTo>
                    <a:pt x="108" y="90"/>
                  </a:lnTo>
                  <a:lnTo>
                    <a:pt x="90" y="108"/>
                  </a:lnTo>
                  <a:lnTo>
                    <a:pt x="78" y="114"/>
                  </a:lnTo>
                  <a:lnTo>
                    <a:pt x="72" y="120"/>
                  </a:lnTo>
                  <a:lnTo>
                    <a:pt x="72" y="138"/>
                  </a:lnTo>
                  <a:lnTo>
                    <a:pt x="66" y="144"/>
                  </a:lnTo>
                  <a:lnTo>
                    <a:pt x="54" y="150"/>
                  </a:lnTo>
                  <a:lnTo>
                    <a:pt x="48" y="156"/>
                  </a:lnTo>
                  <a:lnTo>
                    <a:pt x="30" y="150"/>
                  </a:lnTo>
                  <a:lnTo>
                    <a:pt x="30" y="168"/>
                  </a:lnTo>
                  <a:lnTo>
                    <a:pt x="0" y="174"/>
                  </a:lnTo>
                  <a:lnTo>
                    <a:pt x="6" y="174"/>
                  </a:lnTo>
                  <a:lnTo>
                    <a:pt x="30" y="192"/>
                  </a:lnTo>
                  <a:lnTo>
                    <a:pt x="36" y="192"/>
                  </a:lnTo>
                  <a:lnTo>
                    <a:pt x="48" y="228"/>
                  </a:lnTo>
                  <a:lnTo>
                    <a:pt x="54" y="234"/>
                  </a:lnTo>
                  <a:lnTo>
                    <a:pt x="60" y="234"/>
                  </a:lnTo>
                  <a:lnTo>
                    <a:pt x="66" y="228"/>
                  </a:lnTo>
                  <a:lnTo>
                    <a:pt x="72" y="228"/>
                  </a:lnTo>
                  <a:lnTo>
                    <a:pt x="84" y="234"/>
                  </a:lnTo>
                  <a:lnTo>
                    <a:pt x="84" y="252"/>
                  </a:lnTo>
                  <a:lnTo>
                    <a:pt x="78" y="258"/>
                  </a:lnTo>
                  <a:lnTo>
                    <a:pt x="90" y="276"/>
                  </a:lnTo>
                  <a:lnTo>
                    <a:pt x="114" y="282"/>
                  </a:lnTo>
                  <a:lnTo>
                    <a:pt x="120" y="288"/>
                  </a:lnTo>
                  <a:lnTo>
                    <a:pt x="144" y="282"/>
                  </a:lnTo>
                  <a:lnTo>
                    <a:pt x="168" y="288"/>
                  </a:lnTo>
                  <a:lnTo>
                    <a:pt x="162" y="294"/>
                  </a:lnTo>
                  <a:lnTo>
                    <a:pt x="156" y="306"/>
                  </a:lnTo>
                  <a:lnTo>
                    <a:pt x="162" y="312"/>
                  </a:lnTo>
                  <a:lnTo>
                    <a:pt x="162" y="324"/>
                  </a:lnTo>
                  <a:lnTo>
                    <a:pt x="186" y="324"/>
                  </a:lnTo>
                  <a:lnTo>
                    <a:pt x="192" y="330"/>
                  </a:lnTo>
                  <a:lnTo>
                    <a:pt x="186" y="336"/>
                  </a:lnTo>
                  <a:lnTo>
                    <a:pt x="186" y="342"/>
                  </a:lnTo>
                  <a:lnTo>
                    <a:pt x="180" y="348"/>
                  </a:lnTo>
                  <a:lnTo>
                    <a:pt x="186" y="354"/>
                  </a:lnTo>
                  <a:lnTo>
                    <a:pt x="204" y="354"/>
                  </a:lnTo>
                  <a:lnTo>
                    <a:pt x="216" y="342"/>
                  </a:lnTo>
                  <a:lnTo>
                    <a:pt x="240" y="354"/>
                  </a:lnTo>
                  <a:lnTo>
                    <a:pt x="252" y="354"/>
                  </a:lnTo>
                  <a:lnTo>
                    <a:pt x="258" y="360"/>
                  </a:lnTo>
                  <a:lnTo>
                    <a:pt x="282" y="360"/>
                  </a:lnTo>
                  <a:lnTo>
                    <a:pt x="288" y="354"/>
                  </a:lnTo>
                  <a:lnTo>
                    <a:pt x="288" y="348"/>
                  </a:lnTo>
                  <a:lnTo>
                    <a:pt x="306" y="354"/>
                  </a:lnTo>
                  <a:lnTo>
                    <a:pt x="330" y="354"/>
                  </a:lnTo>
                  <a:lnTo>
                    <a:pt x="336" y="360"/>
                  </a:lnTo>
                  <a:lnTo>
                    <a:pt x="348" y="366"/>
                  </a:lnTo>
                  <a:lnTo>
                    <a:pt x="366" y="366"/>
                  </a:lnTo>
                  <a:lnTo>
                    <a:pt x="372" y="360"/>
                  </a:lnTo>
                  <a:lnTo>
                    <a:pt x="372" y="348"/>
                  </a:lnTo>
                  <a:lnTo>
                    <a:pt x="378" y="342"/>
                  </a:lnTo>
                  <a:lnTo>
                    <a:pt x="384" y="342"/>
                  </a:lnTo>
                  <a:lnTo>
                    <a:pt x="396" y="336"/>
                  </a:lnTo>
                  <a:lnTo>
                    <a:pt x="402" y="336"/>
                  </a:lnTo>
                  <a:lnTo>
                    <a:pt x="402" y="330"/>
                  </a:lnTo>
                  <a:lnTo>
                    <a:pt x="432" y="336"/>
                  </a:lnTo>
                  <a:lnTo>
                    <a:pt x="432" y="324"/>
                  </a:lnTo>
                  <a:lnTo>
                    <a:pt x="438" y="324"/>
                  </a:lnTo>
                  <a:lnTo>
                    <a:pt x="450" y="330"/>
                  </a:lnTo>
                  <a:lnTo>
                    <a:pt x="462" y="330"/>
                  </a:lnTo>
                  <a:lnTo>
                    <a:pt x="474" y="336"/>
                  </a:lnTo>
                  <a:lnTo>
                    <a:pt x="498" y="336"/>
                  </a:lnTo>
                  <a:lnTo>
                    <a:pt x="516" y="35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36" name="Qatar" descr="© INSCALE GmbH, 05.05.2010&#10;http://www.presentationload.com/">
              <a:extLst>
                <a:ext uri="{FF2B5EF4-FFF2-40B4-BE49-F238E27FC236}">
                  <a16:creationId xmlns:a16="http://schemas.microsoft.com/office/drawing/2014/main" id="{CF16F185-0354-416D-ABC9-45125F996EA3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905502" y="2307123"/>
              <a:ext cx="21972" cy="47525"/>
            </a:xfrm>
            <a:custGeom>
              <a:avLst/>
              <a:gdLst>
                <a:gd name="T0" fmla="*/ 2147483647 w 66"/>
                <a:gd name="T1" fmla="*/ 2147483647 h 144"/>
                <a:gd name="T2" fmla="*/ 2147483647 w 66"/>
                <a:gd name="T3" fmla="*/ 2147483647 h 144"/>
                <a:gd name="T4" fmla="*/ 2147483647 w 66"/>
                <a:gd name="T5" fmla="*/ 2147483647 h 144"/>
                <a:gd name="T6" fmla="*/ 2147483647 w 66"/>
                <a:gd name="T7" fmla="*/ 2147483647 h 144"/>
                <a:gd name="T8" fmla="*/ 2147483647 w 66"/>
                <a:gd name="T9" fmla="*/ 2147483647 h 144"/>
                <a:gd name="T10" fmla="*/ 2147483647 w 66"/>
                <a:gd name="T11" fmla="*/ 2147483647 h 144"/>
                <a:gd name="T12" fmla="*/ 2147483647 w 66"/>
                <a:gd name="T13" fmla="*/ 2147483647 h 144"/>
                <a:gd name="T14" fmla="*/ 2147483647 w 66"/>
                <a:gd name="T15" fmla="*/ 2147483647 h 144"/>
                <a:gd name="T16" fmla="*/ 2147483647 w 66"/>
                <a:gd name="T17" fmla="*/ 2147483647 h 144"/>
                <a:gd name="T18" fmla="*/ 2147483647 w 66"/>
                <a:gd name="T19" fmla="*/ 0 h 144"/>
                <a:gd name="T20" fmla="*/ 2147483647 w 66"/>
                <a:gd name="T21" fmla="*/ 0 h 144"/>
                <a:gd name="T22" fmla="*/ 2147483647 w 66"/>
                <a:gd name="T23" fmla="*/ 2147483647 h 144"/>
                <a:gd name="T24" fmla="*/ 2147483647 w 66"/>
                <a:gd name="T25" fmla="*/ 2147483647 h 144"/>
                <a:gd name="T26" fmla="*/ 2147483647 w 66"/>
                <a:gd name="T27" fmla="*/ 2147483647 h 144"/>
                <a:gd name="T28" fmla="*/ 2147483647 w 66"/>
                <a:gd name="T29" fmla="*/ 2147483647 h 144"/>
                <a:gd name="T30" fmla="*/ 0 w 66"/>
                <a:gd name="T31" fmla="*/ 2147483647 h 144"/>
                <a:gd name="T32" fmla="*/ 2147483647 w 66"/>
                <a:gd name="T33" fmla="*/ 2147483647 h 144"/>
                <a:gd name="T34" fmla="*/ 2147483647 w 66"/>
                <a:gd name="T35" fmla="*/ 2147483647 h 14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6"/>
                <a:gd name="T55" fmla="*/ 0 h 144"/>
                <a:gd name="T56" fmla="*/ 66 w 66"/>
                <a:gd name="T57" fmla="*/ 144 h 144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6" h="144">
                  <a:moveTo>
                    <a:pt x="24" y="132"/>
                  </a:moveTo>
                  <a:lnTo>
                    <a:pt x="36" y="144"/>
                  </a:lnTo>
                  <a:lnTo>
                    <a:pt x="48" y="132"/>
                  </a:lnTo>
                  <a:lnTo>
                    <a:pt x="54" y="114"/>
                  </a:lnTo>
                  <a:lnTo>
                    <a:pt x="60" y="102"/>
                  </a:lnTo>
                  <a:lnTo>
                    <a:pt x="66" y="84"/>
                  </a:lnTo>
                  <a:lnTo>
                    <a:pt x="66" y="30"/>
                  </a:lnTo>
                  <a:lnTo>
                    <a:pt x="54" y="18"/>
                  </a:lnTo>
                  <a:lnTo>
                    <a:pt x="48" y="6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24" y="6"/>
                  </a:lnTo>
                  <a:lnTo>
                    <a:pt x="18" y="18"/>
                  </a:lnTo>
                  <a:lnTo>
                    <a:pt x="12" y="36"/>
                  </a:lnTo>
                  <a:lnTo>
                    <a:pt x="12" y="108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24" y="13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37" name="Puerto Rico" descr="© INSCALE GmbH, 05.05.2010&#10;http://www.presentationload.com/">
              <a:extLst>
                <a:ext uri="{FF2B5EF4-FFF2-40B4-BE49-F238E27FC236}">
                  <a16:creationId xmlns:a16="http://schemas.microsoft.com/office/drawing/2014/main" id="{7B9C4981-9119-4881-925A-1BE6B727A73D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179794" y="2515204"/>
              <a:ext cx="45235" cy="19267"/>
            </a:xfrm>
            <a:custGeom>
              <a:avLst/>
              <a:gdLst>
                <a:gd name="T0" fmla="*/ 2147483647 w 138"/>
                <a:gd name="T1" fmla="*/ 2147483647 h 60"/>
                <a:gd name="T2" fmla="*/ 2147483647 w 138"/>
                <a:gd name="T3" fmla="*/ 2147483647 h 60"/>
                <a:gd name="T4" fmla="*/ 2147483647 w 138"/>
                <a:gd name="T5" fmla="*/ 0 h 60"/>
                <a:gd name="T6" fmla="*/ 2147483647 w 138"/>
                <a:gd name="T7" fmla="*/ 0 h 60"/>
                <a:gd name="T8" fmla="*/ 2147483647 w 138"/>
                <a:gd name="T9" fmla="*/ 2147483647 h 60"/>
                <a:gd name="T10" fmla="*/ 0 w 138"/>
                <a:gd name="T11" fmla="*/ 2147483647 h 60"/>
                <a:gd name="T12" fmla="*/ 0 w 138"/>
                <a:gd name="T13" fmla="*/ 2147483647 h 60"/>
                <a:gd name="T14" fmla="*/ 2147483647 w 138"/>
                <a:gd name="T15" fmla="*/ 2147483647 h 60"/>
                <a:gd name="T16" fmla="*/ 2147483647 w 138"/>
                <a:gd name="T17" fmla="*/ 2147483647 h 60"/>
                <a:gd name="T18" fmla="*/ 2147483647 w 138"/>
                <a:gd name="T19" fmla="*/ 2147483647 h 60"/>
                <a:gd name="T20" fmla="*/ 2147483647 w 138"/>
                <a:gd name="T21" fmla="*/ 2147483647 h 60"/>
                <a:gd name="T22" fmla="*/ 2147483647 w 138"/>
                <a:gd name="T23" fmla="*/ 2147483647 h 60"/>
                <a:gd name="T24" fmla="*/ 2147483647 w 138"/>
                <a:gd name="T25" fmla="*/ 2147483647 h 60"/>
                <a:gd name="T26" fmla="*/ 2147483647 w 138"/>
                <a:gd name="T27" fmla="*/ 2147483647 h 60"/>
                <a:gd name="T28" fmla="*/ 2147483647 w 138"/>
                <a:gd name="T29" fmla="*/ 2147483647 h 60"/>
                <a:gd name="T30" fmla="*/ 2147483647 w 138"/>
                <a:gd name="T31" fmla="*/ 2147483647 h 60"/>
                <a:gd name="T32" fmla="*/ 2147483647 w 138"/>
                <a:gd name="T33" fmla="*/ 2147483647 h 60"/>
                <a:gd name="T34" fmla="*/ 2147483647 w 138"/>
                <a:gd name="T35" fmla="*/ 2147483647 h 6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38"/>
                <a:gd name="T55" fmla="*/ 0 h 60"/>
                <a:gd name="T56" fmla="*/ 138 w 138"/>
                <a:gd name="T57" fmla="*/ 60 h 60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38" h="60">
                  <a:moveTo>
                    <a:pt x="84" y="12"/>
                  </a:moveTo>
                  <a:lnTo>
                    <a:pt x="72" y="12"/>
                  </a:lnTo>
                  <a:lnTo>
                    <a:pt x="36" y="0"/>
                  </a:lnTo>
                  <a:lnTo>
                    <a:pt x="12" y="0"/>
                  </a:lnTo>
                  <a:lnTo>
                    <a:pt x="6" y="12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36" y="60"/>
                  </a:lnTo>
                  <a:lnTo>
                    <a:pt x="48" y="48"/>
                  </a:lnTo>
                  <a:lnTo>
                    <a:pt x="102" y="48"/>
                  </a:lnTo>
                  <a:lnTo>
                    <a:pt x="120" y="36"/>
                  </a:lnTo>
                  <a:lnTo>
                    <a:pt x="132" y="30"/>
                  </a:lnTo>
                  <a:lnTo>
                    <a:pt x="138" y="18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114" y="6"/>
                  </a:lnTo>
                  <a:lnTo>
                    <a:pt x="102" y="12"/>
                  </a:lnTo>
                  <a:lnTo>
                    <a:pt x="84" y="1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38" name="Portugal" descr="© INSCALE GmbH, 05.05.2010&#10;http://www.presentationload.com/">
              <a:extLst>
                <a:ext uri="{FF2B5EF4-FFF2-40B4-BE49-F238E27FC236}">
                  <a16:creationId xmlns:a16="http://schemas.microsoft.com/office/drawing/2014/main" id="{E4D1E0F4-9982-42CF-BADB-B402DC38A34C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543294" y="1888395"/>
              <a:ext cx="74961" cy="134867"/>
            </a:xfrm>
            <a:custGeom>
              <a:avLst/>
              <a:gdLst>
                <a:gd name="T0" fmla="*/ 2147483647 w 228"/>
                <a:gd name="T1" fmla="*/ 2147483647 h 414"/>
                <a:gd name="T2" fmla="*/ 2147483647 w 228"/>
                <a:gd name="T3" fmla="*/ 2147483647 h 414"/>
                <a:gd name="T4" fmla="*/ 2147483647 w 228"/>
                <a:gd name="T5" fmla="*/ 2147483647 h 414"/>
                <a:gd name="T6" fmla="*/ 2147483647 w 228"/>
                <a:gd name="T7" fmla="*/ 2147483647 h 414"/>
                <a:gd name="T8" fmla="*/ 2147483647 w 228"/>
                <a:gd name="T9" fmla="*/ 2147483647 h 414"/>
                <a:gd name="T10" fmla="*/ 2147483647 w 228"/>
                <a:gd name="T11" fmla="*/ 2147483647 h 414"/>
                <a:gd name="T12" fmla="*/ 2147483647 w 228"/>
                <a:gd name="T13" fmla="*/ 0 h 414"/>
                <a:gd name="T14" fmla="*/ 2147483647 w 228"/>
                <a:gd name="T15" fmla="*/ 2147483647 h 414"/>
                <a:gd name="T16" fmla="*/ 2147483647 w 228"/>
                <a:gd name="T17" fmla="*/ 2147483647 h 414"/>
                <a:gd name="T18" fmla="*/ 2147483647 w 228"/>
                <a:gd name="T19" fmla="*/ 2147483647 h 414"/>
                <a:gd name="T20" fmla="*/ 2147483647 w 228"/>
                <a:gd name="T21" fmla="*/ 2147483647 h 414"/>
                <a:gd name="T22" fmla="*/ 2147483647 w 228"/>
                <a:gd name="T23" fmla="*/ 2147483647 h 414"/>
                <a:gd name="T24" fmla="*/ 2147483647 w 228"/>
                <a:gd name="T25" fmla="*/ 2147483647 h 414"/>
                <a:gd name="T26" fmla="*/ 0 w 228"/>
                <a:gd name="T27" fmla="*/ 2147483647 h 414"/>
                <a:gd name="T28" fmla="*/ 2147483647 w 228"/>
                <a:gd name="T29" fmla="*/ 2147483647 h 414"/>
                <a:gd name="T30" fmla="*/ 2147483647 w 228"/>
                <a:gd name="T31" fmla="*/ 2147483647 h 414"/>
                <a:gd name="T32" fmla="*/ 2147483647 w 228"/>
                <a:gd name="T33" fmla="*/ 2147483647 h 414"/>
                <a:gd name="T34" fmla="*/ 2147483647 w 228"/>
                <a:gd name="T35" fmla="*/ 2147483647 h 414"/>
                <a:gd name="T36" fmla="*/ 2147483647 w 228"/>
                <a:gd name="T37" fmla="*/ 2147483647 h 414"/>
                <a:gd name="T38" fmla="*/ 2147483647 w 228"/>
                <a:gd name="T39" fmla="*/ 2147483647 h 414"/>
                <a:gd name="T40" fmla="*/ 2147483647 w 228"/>
                <a:gd name="T41" fmla="*/ 2147483647 h 414"/>
                <a:gd name="T42" fmla="*/ 2147483647 w 228"/>
                <a:gd name="T43" fmla="*/ 2147483647 h 414"/>
                <a:gd name="T44" fmla="*/ 2147483647 w 228"/>
                <a:gd name="T45" fmla="*/ 2147483647 h 414"/>
                <a:gd name="T46" fmla="*/ 2147483647 w 228"/>
                <a:gd name="T47" fmla="*/ 2147483647 h 414"/>
                <a:gd name="T48" fmla="*/ 2147483647 w 228"/>
                <a:gd name="T49" fmla="*/ 2147483647 h 414"/>
                <a:gd name="T50" fmla="*/ 2147483647 w 228"/>
                <a:gd name="T51" fmla="*/ 2147483647 h 414"/>
                <a:gd name="T52" fmla="*/ 2147483647 w 228"/>
                <a:gd name="T53" fmla="*/ 2147483647 h 414"/>
                <a:gd name="T54" fmla="*/ 2147483647 w 228"/>
                <a:gd name="T55" fmla="*/ 2147483647 h 414"/>
                <a:gd name="T56" fmla="*/ 2147483647 w 228"/>
                <a:gd name="T57" fmla="*/ 2147483647 h 414"/>
                <a:gd name="T58" fmla="*/ 2147483647 w 228"/>
                <a:gd name="T59" fmla="*/ 2147483647 h 414"/>
                <a:gd name="T60" fmla="*/ 2147483647 w 228"/>
                <a:gd name="T61" fmla="*/ 2147483647 h 414"/>
                <a:gd name="T62" fmla="*/ 2147483647 w 228"/>
                <a:gd name="T63" fmla="*/ 2147483647 h 414"/>
                <a:gd name="T64" fmla="*/ 2147483647 w 228"/>
                <a:gd name="T65" fmla="*/ 2147483647 h 414"/>
                <a:gd name="T66" fmla="*/ 2147483647 w 228"/>
                <a:gd name="T67" fmla="*/ 2147483647 h 414"/>
                <a:gd name="T68" fmla="*/ 2147483647 w 228"/>
                <a:gd name="T69" fmla="*/ 2147483647 h 414"/>
                <a:gd name="T70" fmla="*/ 2147483647 w 228"/>
                <a:gd name="T71" fmla="*/ 2147483647 h 414"/>
                <a:gd name="T72" fmla="*/ 2147483647 w 228"/>
                <a:gd name="T73" fmla="*/ 2147483647 h 414"/>
                <a:gd name="T74" fmla="*/ 2147483647 w 228"/>
                <a:gd name="T75" fmla="*/ 2147483647 h 414"/>
                <a:gd name="T76" fmla="*/ 2147483647 w 228"/>
                <a:gd name="T77" fmla="*/ 2147483647 h 414"/>
                <a:gd name="T78" fmla="*/ 2147483647 w 228"/>
                <a:gd name="T79" fmla="*/ 2147483647 h 414"/>
                <a:gd name="T80" fmla="*/ 2147483647 w 228"/>
                <a:gd name="T81" fmla="*/ 2147483647 h 414"/>
                <a:gd name="T82" fmla="*/ 2147483647 w 228"/>
                <a:gd name="T83" fmla="*/ 2147483647 h 41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28"/>
                <a:gd name="T127" fmla="*/ 0 h 414"/>
                <a:gd name="T128" fmla="*/ 228 w 228"/>
                <a:gd name="T129" fmla="*/ 414 h 41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28" h="414">
                  <a:moveTo>
                    <a:pt x="210" y="30"/>
                  </a:moveTo>
                  <a:lnTo>
                    <a:pt x="210" y="12"/>
                  </a:lnTo>
                  <a:lnTo>
                    <a:pt x="156" y="12"/>
                  </a:lnTo>
                  <a:lnTo>
                    <a:pt x="156" y="18"/>
                  </a:lnTo>
                  <a:lnTo>
                    <a:pt x="150" y="24"/>
                  </a:lnTo>
                  <a:lnTo>
                    <a:pt x="138" y="24"/>
                  </a:lnTo>
                  <a:lnTo>
                    <a:pt x="132" y="18"/>
                  </a:lnTo>
                  <a:lnTo>
                    <a:pt x="114" y="18"/>
                  </a:lnTo>
                  <a:lnTo>
                    <a:pt x="108" y="24"/>
                  </a:lnTo>
                  <a:lnTo>
                    <a:pt x="96" y="24"/>
                  </a:lnTo>
                  <a:lnTo>
                    <a:pt x="96" y="18"/>
                  </a:lnTo>
                  <a:lnTo>
                    <a:pt x="102" y="18"/>
                  </a:lnTo>
                  <a:lnTo>
                    <a:pt x="114" y="6"/>
                  </a:lnTo>
                  <a:lnTo>
                    <a:pt x="114" y="0"/>
                  </a:lnTo>
                  <a:lnTo>
                    <a:pt x="90" y="0"/>
                  </a:lnTo>
                  <a:lnTo>
                    <a:pt x="66" y="12"/>
                  </a:lnTo>
                  <a:lnTo>
                    <a:pt x="60" y="18"/>
                  </a:lnTo>
                  <a:lnTo>
                    <a:pt x="60" y="36"/>
                  </a:lnTo>
                  <a:lnTo>
                    <a:pt x="66" y="60"/>
                  </a:lnTo>
                  <a:lnTo>
                    <a:pt x="66" y="78"/>
                  </a:lnTo>
                  <a:lnTo>
                    <a:pt x="60" y="108"/>
                  </a:lnTo>
                  <a:lnTo>
                    <a:pt x="48" y="138"/>
                  </a:lnTo>
                  <a:lnTo>
                    <a:pt x="30" y="174"/>
                  </a:lnTo>
                  <a:lnTo>
                    <a:pt x="12" y="222"/>
                  </a:lnTo>
                  <a:lnTo>
                    <a:pt x="6" y="234"/>
                  </a:lnTo>
                  <a:lnTo>
                    <a:pt x="6" y="240"/>
                  </a:lnTo>
                  <a:lnTo>
                    <a:pt x="0" y="252"/>
                  </a:lnTo>
                  <a:lnTo>
                    <a:pt x="0" y="264"/>
                  </a:lnTo>
                  <a:lnTo>
                    <a:pt x="18" y="282"/>
                  </a:lnTo>
                  <a:lnTo>
                    <a:pt x="30" y="288"/>
                  </a:lnTo>
                  <a:lnTo>
                    <a:pt x="42" y="342"/>
                  </a:lnTo>
                  <a:lnTo>
                    <a:pt x="42" y="348"/>
                  </a:lnTo>
                  <a:lnTo>
                    <a:pt x="36" y="354"/>
                  </a:lnTo>
                  <a:lnTo>
                    <a:pt x="36" y="366"/>
                  </a:lnTo>
                  <a:lnTo>
                    <a:pt x="30" y="384"/>
                  </a:lnTo>
                  <a:lnTo>
                    <a:pt x="24" y="396"/>
                  </a:lnTo>
                  <a:lnTo>
                    <a:pt x="24" y="408"/>
                  </a:lnTo>
                  <a:lnTo>
                    <a:pt x="48" y="408"/>
                  </a:lnTo>
                  <a:lnTo>
                    <a:pt x="60" y="402"/>
                  </a:lnTo>
                  <a:lnTo>
                    <a:pt x="72" y="402"/>
                  </a:lnTo>
                  <a:lnTo>
                    <a:pt x="84" y="414"/>
                  </a:lnTo>
                  <a:lnTo>
                    <a:pt x="96" y="414"/>
                  </a:lnTo>
                  <a:lnTo>
                    <a:pt x="108" y="408"/>
                  </a:lnTo>
                  <a:lnTo>
                    <a:pt x="114" y="402"/>
                  </a:lnTo>
                  <a:lnTo>
                    <a:pt x="120" y="402"/>
                  </a:lnTo>
                  <a:lnTo>
                    <a:pt x="126" y="396"/>
                  </a:lnTo>
                  <a:lnTo>
                    <a:pt x="126" y="348"/>
                  </a:lnTo>
                  <a:lnTo>
                    <a:pt x="132" y="342"/>
                  </a:lnTo>
                  <a:lnTo>
                    <a:pt x="138" y="330"/>
                  </a:lnTo>
                  <a:lnTo>
                    <a:pt x="150" y="330"/>
                  </a:lnTo>
                  <a:lnTo>
                    <a:pt x="162" y="318"/>
                  </a:lnTo>
                  <a:lnTo>
                    <a:pt x="162" y="312"/>
                  </a:lnTo>
                  <a:lnTo>
                    <a:pt x="150" y="312"/>
                  </a:lnTo>
                  <a:lnTo>
                    <a:pt x="144" y="306"/>
                  </a:lnTo>
                  <a:lnTo>
                    <a:pt x="138" y="294"/>
                  </a:lnTo>
                  <a:lnTo>
                    <a:pt x="138" y="288"/>
                  </a:lnTo>
                  <a:lnTo>
                    <a:pt x="132" y="282"/>
                  </a:lnTo>
                  <a:lnTo>
                    <a:pt x="132" y="276"/>
                  </a:lnTo>
                  <a:lnTo>
                    <a:pt x="144" y="264"/>
                  </a:lnTo>
                  <a:lnTo>
                    <a:pt x="156" y="258"/>
                  </a:lnTo>
                  <a:lnTo>
                    <a:pt x="168" y="246"/>
                  </a:lnTo>
                  <a:lnTo>
                    <a:pt x="168" y="240"/>
                  </a:lnTo>
                  <a:lnTo>
                    <a:pt x="156" y="234"/>
                  </a:lnTo>
                  <a:lnTo>
                    <a:pt x="150" y="228"/>
                  </a:lnTo>
                  <a:lnTo>
                    <a:pt x="150" y="216"/>
                  </a:lnTo>
                  <a:lnTo>
                    <a:pt x="126" y="192"/>
                  </a:lnTo>
                  <a:lnTo>
                    <a:pt x="162" y="192"/>
                  </a:lnTo>
                  <a:lnTo>
                    <a:pt x="174" y="180"/>
                  </a:lnTo>
                  <a:lnTo>
                    <a:pt x="174" y="168"/>
                  </a:lnTo>
                  <a:lnTo>
                    <a:pt x="168" y="162"/>
                  </a:lnTo>
                  <a:lnTo>
                    <a:pt x="168" y="150"/>
                  </a:lnTo>
                  <a:lnTo>
                    <a:pt x="174" y="144"/>
                  </a:lnTo>
                  <a:lnTo>
                    <a:pt x="180" y="144"/>
                  </a:lnTo>
                  <a:lnTo>
                    <a:pt x="180" y="126"/>
                  </a:lnTo>
                  <a:lnTo>
                    <a:pt x="186" y="108"/>
                  </a:lnTo>
                  <a:lnTo>
                    <a:pt x="186" y="96"/>
                  </a:lnTo>
                  <a:lnTo>
                    <a:pt x="180" y="90"/>
                  </a:lnTo>
                  <a:lnTo>
                    <a:pt x="174" y="90"/>
                  </a:lnTo>
                  <a:lnTo>
                    <a:pt x="174" y="84"/>
                  </a:lnTo>
                  <a:lnTo>
                    <a:pt x="180" y="78"/>
                  </a:lnTo>
                  <a:lnTo>
                    <a:pt x="204" y="66"/>
                  </a:lnTo>
                  <a:lnTo>
                    <a:pt x="228" y="42"/>
                  </a:lnTo>
                  <a:lnTo>
                    <a:pt x="228" y="36"/>
                  </a:lnTo>
                  <a:lnTo>
                    <a:pt x="216" y="30"/>
                  </a:lnTo>
                  <a:lnTo>
                    <a:pt x="210" y="3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39" name="Poland" descr="© INSCALE GmbH, 05.05.2010&#10;http://www.presentationload.com/">
              <a:extLst>
                <a:ext uri="{FF2B5EF4-FFF2-40B4-BE49-F238E27FC236}">
                  <a16:creationId xmlns:a16="http://schemas.microsoft.com/office/drawing/2014/main" id="{A79E45A1-3CBD-4E7D-81D3-2EE4FF705A7B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051213" y="1560865"/>
              <a:ext cx="206788" cy="147710"/>
            </a:xfrm>
            <a:custGeom>
              <a:avLst/>
              <a:gdLst>
                <a:gd name="T0" fmla="*/ 2147483647 w 624"/>
                <a:gd name="T1" fmla="*/ 2147483647 h 450"/>
                <a:gd name="T2" fmla="*/ 2147483647 w 624"/>
                <a:gd name="T3" fmla="*/ 2147483647 h 450"/>
                <a:gd name="T4" fmla="*/ 2147483647 w 624"/>
                <a:gd name="T5" fmla="*/ 2147483647 h 450"/>
                <a:gd name="T6" fmla="*/ 2147483647 w 624"/>
                <a:gd name="T7" fmla="*/ 2147483647 h 450"/>
                <a:gd name="T8" fmla="*/ 2147483647 w 624"/>
                <a:gd name="T9" fmla="*/ 2147483647 h 450"/>
                <a:gd name="T10" fmla="*/ 2147483647 w 624"/>
                <a:gd name="T11" fmla="*/ 2147483647 h 450"/>
                <a:gd name="T12" fmla="*/ 2147483647 w 624"/>
                <a:gd name="T13" fmla="*/ 2147483647 h 450"/>
                <a:gd name="T14" fmla="*/ 2147483647 w 624"/>
                <a:gd name="T15" fmla="*/ 2147483647 h 450"/>
                <a:gd name="T16" fmla="*/ 2147483647 w 624"/>
                <a:gd name="T17" fmla="*/ 2147483647 h 450"/>
                <a:gd name="T18" fmla="*/ 2147483647 w 624"/>
                <a:gd name="T19" fmla="*/ 2147483647 h 450"/>
                <a:gd name="T20" fmla="*/ 2147483647 w 624"/>
                <a:gd name="T21" fmla="*/ 2147483647 h 450"/>
                <a:gd name="T22" fmla="*/ 2147483647 w 624"/>
                <a:gd name="T23" fmla="*/ 2147483647 h 450"/>
                <a:gd name="T24" fmla="*/ 2147483647 w 624"/>
                <a:gd name="T25" fmla="*/ 2147483647 h 450"/>
                <a:gd name="T26" fmla="*/ 2147483647 w 624"/>
                <a:gd name="T27" fmla="*/ 2147483647 h 450"/>
                <a:gd name="T28" fmla="*/ 2147483647 w 624"/>
                <a:gd name="T29" fmla="*/ 2147483647 h 450"/>
                <a:gd name="T30" fmla="*/ 2147483647 w 624"/>
                <a:gd name="T31" fmla="*/ 2147483647 h 450"/>
                <a:gd name="T32" fmla="*/ 2147483647 w 624"/>
                <a:gd name="T33" fmla="*/ 2147483647 h 450"/>
                <a:gd name="T34" fmla="*/ 2147483647 w 624"/>
                <a:gd name="T35" fmla="*/ 2147483647 h 450"/>
                <a:gd name="T36" fmla="*/ 2147483647 w 624"/>
                <a:gd name="T37" fmla="*/ 2147483647 h 450"/>
                <a:gd name="T38" fmla="*/ 2147483647 w 624"/>
                <a:gd name="T39" fmla="*/ 2147483647 h 450"/>
                <a:gd name="T40" fmla="*/ 2147483647 w 624"/>
                <a:gd name="T41" fmla="*/ 2147483647 h 450"/>
                <a:gd name="T42" fmla="*/ 2147483647 w 624"/>
                <a:gd name="T43" fmla="*/ 2147483647 h 450"/>
                <a:gd name="T44" fmla="*/ 2147483647 w 624"/>
                <a:gd name="T45" fmla="*/ 2147483647 h 450"/>
                <a:gd name="T46" fmla="*/ 2147483647 w 624"/>
                <a:gd name="T47" fmla="*/ 2147483647 h 450"/>
                <a:gd name="T48" fmla="*/ 2147483647 w 624"/>
                <a:gd name="T49" fmla="*/ 2147483647 h 450"/>
                <a:gd name="T50" fmla="*/ 2147483647 w 624"/>
                <a:gd name="T51" fmla="*/ 2147483647 h 450"/>
                <a:gd name="T52" fmla="*/ 2147483647 w 624"/>
                <a:gd name="T53" fmla="*/ 2147483647 h 450"/>
                <a:gd name="T54" fmla="*/ 2147483647 w 624"/>
                <a:gd name="T55" fmla="*/ 2147483647 h 450"/>
                <a:gd name="T56" fmla="*/ 2147483647 w 624"/>
                <a:gd name="T57" fmla="*/ 2147483647 h 450"/>
                <a:gd name="T58" fmla="*/ 0 w 624"/>
                <a:gd name="T59" fmla="*/ 2147483647 h 450"/>
                <a:gd name="T60" fmla="*/ 2147483647 w 624"/>
                <a:gd name="T61" fmla="*/ 2147483647 h 450"/>
                <a:gd name="T62" fmla="*/ 2147483647 w 624"/>
                <a:gd name="T63" fmla="*/ 2147483647 h 450"/>
                <a:gd name="T64" fmla="*/ 2147483647 w 624"/>
                <a:gd name="T65" fmla="*/ 2147483647 h 450"/>
                <a:gd name="T66" fmla="*/ 2147483647 w 624"/>
                <a:gd name="T67" fmla="*/ 2147483647 h 450"/>
                <a:gd name="T68" fmla="*/ 2147483647 w 624"/>
                <a:gd name="T69" fmla="*/ 2147483647 h 450"/>
                <a:gd name="T70" fmla="*/ 2147483647 w 624"/>
                <a:gd name="T71" fmla="*/ 2147483647 h 450"/>
                <a:gd name="T72" fmla="*/ 2147483647 w 624"/>
                <a:gd name="T73" fmla="*/ 2147483647 h 450"/>
                <a:gd name="T74" fmla="*/ 2147483647 w 624"/>
                <a:gd name="T75" fmla="*/ 2147483647 h 450"/>
                <a:gd name="T76" fmla="*/ 2147483647 w 624"/>
                <a:gd name="T77" fmla="*/ 2147483647 h 450"/>
                <a:gd name="T78" fmla="*/ 2147483647 w 624"/>
                <a:gd name="T79" fmla="*/ 2147483647 h 450"/>
                <a:gd name="T80" fmla="*/ 2147483647 w 624"/>
                <a:gd name="T81" fmla="*/ 2147483647 h 450"/>
                <a:gd name="T82" fmla="*/ 2147483647 w 624"/>
                <a:gd name="T83" fmla="*/ 2147483647 h 450"/>
                <a:gd name="T84" fmla="*/ 2147483647 w 624"/>
                <a:gd name="T85" fmla="*/ 2147483647 h 450"/>
                <a:gd name="T86" fmla="*/ 2147483647 w 624"/>
                <a:gd name="T87" fmla="*/ 2147483647 h 450"/>
                <a:gd name="T88" fmla="*/ 2147483647 w 624"/>
                <a:gd name="T89" fmla="*/ 2147483647 h 450"/>
                <a:gd name="T90" fmla="*/ 2147483647 w 624"/>
                <a:gd name="T91" fmla="*/ 2147483647 h 450"/>
                <a:gd name="T92" fmla="*/ 2147483647 w 624"/>
                <a:gd name="T93" fmla="*/ 2147483647 h 450"/>
                <a:gd name="T94" fmla="*/ 2147483647 w 624"/>
                <a:gd name="T95" fmla="*/ 2147483647 h 450"/>
                <a:gd name="T96" fmla="*/ 2147483647 w 624"/>
                <a:gd name="T97" fmla="*/ 2147483647 h 450"/>
                <a:gd name="T98" fmla="*/ 2147483647 w 624"/>
                <a:gd name="T99" fmla="*/ 2147483647 h 450"/>
                <a:gd name="T100" fmla="*/ 2147483647 w 624"/>
                <a:gd name="T101" fmla="*/ 2147483647 h 450"/>
                <a:gd name="T102" fmla="*/ 2147483647 w 624"/>
                <a:gd name="T103" fmla="*/ 2147483647 h 450"/>
                <a:gd name="T104" fmla="*/ 2147483647 w 624"/>
                <a:gd name="T105" fmla="*/ 2147483647 h 450"/>
                <a:gd name="T106" fmla="*/ 2147483647 w 624"/>
                <a:gd name="T107" fmla="*/ 2147483647 h 45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624"/>
                <a:gd name="T163" fmla="*/ 0 h 450"/>
                <a:gd name="T164" fmla="*/ 624 w 624"/>
                <a:gd name="T165" fmla="*/ 450 h 45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624" h="450">
                  <a:moveTo>
                    <a:pt x="426" y="426"/>
                  </a:moveTo>
                  <a:lnTo>
                    <a:pt x="432" y="426"/>
                  </a:lnTo>
                  <a:lnTo>
                    <a:pt x="444" y="420"/>
                  </a:lnTo>
                  <a:lnTo>
                    <a:pt x="450" y="414"/>
                  </a:lnTo>
                  <a:lnTo>
                    <a:pt x="474" y="414"/>
                  </a:lnTo>
                  <a:lnTo>
                    <a:pt x="498" y="438"/>
                  </a:lnTo>
                  <a:lnTo>
                    <a:pt x="528" y="438"/>
                  </a:lnTo>
                  <a:lnTo>
                    <a:pt x="528" y="450"/>
                  </a:lnTo>
                  <a:lnTo>
                    <a:pt x="552" y="450"/>
                  </a:lnTo>
                  <a:lnTo>
                    <a:pt x="540" y="438"/>
                  </a:lnTo>
                  <a:lnTo>
                    <a:pt x="540" y="396"/>
                  </a:lnTo>
                  <a:lnTo>
                    <a:pt x="594" y="348"/>
                  </a:lnTo>
                  <a:lnTo>
                    <a:pt x="606" y="348"/>
                  </a:lnTo>
                  <a:lnTo>
                    <a:pt x="612" y="342"/>
                  </a:lnTo>
                  <a:lnTo>
                    <a:pt x="618" y="342"/>
                  </a:lnTo>
                  <a:lnTo>
                    <a:pt x="624" y="336"/>
                  </a:lnTo>
                  <a:lnTo>
                    <a:pt x="618" y="330"/>
                  </a:lnTo>
                  <a:lnTo>
                    <a:pt x="618" y="324"/>
                  </a:lnTo>
                  <a:lnTo>
                    <a:pt x="612" y="318"/>
                  </a:lnTo>
                  <a:lnTo>
                    <a:pt x="618" y="306"/>
                  </a:lnTo>
                  <a:lnTo>
                    <a:pt x="612" y="300"/>
                  </a:lnTo>
                  <a:lnTo>
                    <a:pt x="600" y="294"/>
                  </a:lnTo>
                  <a:lnTo>
                    <a:pt x="600" y="288"/>
                  </a:lnTo>
                  <a:lnTo>
                    <a:pt x="582" y="270"/>
                  </a:lnTo>
                  <a:lnTo>
                    <a:pt x="576" y="252"/>
                  </a:lnTo>
                  <a:lnTo>
                    <a:pt x="582" y="252"/>
                  </a:lnTo>
                  <a:lnTo>
                    <a:pt x="576" y="240"/>
                  </a:lnTo>
                  <a:lnTo>
                    <a:pt x="576" y="210"/>
                  </a:lnTo>
                  <a:lnTo>
                    <a:pt x="564" y="198"/>
                  </a:lnTo>
                  <a:lnTo>
                    <a:pt x="558" y="198"/>
                  </a:lnTo>
                  <a:lnTo>
                    <a:pt x="552" y="192"/>
                  </a:lnTo>
                  <a:lnTo>
                    <a:pt x="552" y="186"/>
                  </a:lnTo>
                  <a:lnTo>
                    <a:pt x="564" y="186"/>
                  </a:lnTo>
                  <a:lnTo>
                    <a:pt x="564" y="168"/>
                  </a:lnTo>
                  <a:lnTo>
                    <a:pt x="588" y="162"/>
                  </a:lnTo>
                  <a:lnTo>
                    <a:pt x="588" y="150"/>
                  </a:lnTo>
                  <a:lnTo>
                    <a:pt x="594" y="144"/>
                  </a:lnTo>
                  <a:lnTo>
                    <a:pt x="594" y="138"/>
                  </a:lnTo>
                  <a:lnTo>
                    <a:pt x="588" y="132"/>
                  </a:lnTo>
                  <a:lnTo>
                    <a:pt x="576" y="108"/>
                  </a:lnTo>
                  <a:lnTo>
                    <a:pt x="570" y="102"/>
                  </a:lnTo>
                  <a:lnTo>
                    <a:pt x="570" y="90"/>
                  </a:lnTo>
                  <a:lnTo>
                    <a:pt x="564" y="84"/>
                  </a:lnTo>
                  <a:lnTo>
                    <a:pt x="558" y="72"/>
                  </a:lnTo>
                  <a:lnTo>
                    <a:pt x="558" y="48"/>
                  </a:lnTo>
                  <a:lnTo>
                    <a:pt x="546" y="42"/>
                  </a:lnTo>
                  <a:lnTo>
                    <a:pt x="540" y="42"/>
                  </a:lnTo>
                  <a:lnTo>
                    <a:pt x="522" y="36"/>
                  </a:lnTo>
                  <a:lnTo>
                    <a:pt x="498" y="36"/>
                  </a:lnTo>
                  <a:lnTo>
                    <a:pt x="498" y="42"/>
                  </a:lnTo>
                  <a:lnTo>
                    <a:pt x="408" y="42"/>
                  </a:lnTo>
                  <a:lnTo>
                    <a:pt x="402" y="36"/>
                  </a:lnTo>
                  <a:lnTo>
                    <a:pt x="390" y="36"/>
                  </a:lnTo>
                  <a:lnTo>
                    <a:pt x="384" y="30"/>
                  </a:lnTo>
                  <a:lnTo>
                    <a:pt x="360" y="30"/>
                  </a:lnTo>
                  <a:lnTo>
                    <a:pt x="354" y="36"/>
                  </a:lnTo>
                  <a:lnTo>
                    <a:pt x="348" y="36"/>
                  </a:lnTo>
                  <a:lnTo>
                    <a:pt x="342" y="30"/>
                  </a:lnTo>
                  <a:lnTo>
                    <a:pt x="312" y="30"/>
                  </a:lnTo>
                  <a:lnTo>
                    <a:pt x="300" y="36"/>
                  </a:lnTo>
                  <a:lnTo>
                    <a:pt x="282" y="36"/>
                  </a:lnTo>
                  <a:lnTo>
                    <a:pt x="276" y="30"/>
                  </a:lnTo>
                  <a:lnTo>
                    <a:pt x="270" y="18"/>
                  </a:lnTo>
                  <a:lnTo>
                    <a:pt x="264" y="12"/>
                  </a:lnTo>
                  <a:lnTo>
                    <a:pt x="264" y="6"/>
                  </a:lnTo>
                  <a:lnTo>
                    <a:pt x="258" y="6"/>
                  </a:lnTo>
                  <a:lnTo>
                    <a:pt x="252" y="0"/>
                  </a:lnTo>
                  <a:lnTo>
                    <a:pt x="210" y="0"/>
                  </a:lnTo>
                  <a:lnTo>
                    <a:pt x="192" y="6"/>
                  </a:lnTo>
                  <a:lnTo>
                    <a:pt x="180" y="12"/>
                  </a:lnTo>
                  <a:lnTo>
                    <a:pt x="162" y="12"/>
                  </a:lnTo>
                  <a:lnTo>
                    <a:pt x="150" y="18"/>
                  </a:lnTo>
                  <a:lnTo>
                    <a:pt x="144" y="24"/>
                  </a:lnTo>
                  <a:lnTo>
                    <a:pt x="138" y="24"/>
                  </a:lnTo>
                  <a:lnTo>
                    <a:pt x="120" y="42"/>
                  </a:lnTo>
                  <a:lnTo>
                    <a:pt x="60" y="48"/>
                  </a:lnTo>
                  <a:lnTo>
                    <a:pt x="54" y="48"/>
                  </a:lnTo>
                  <a:lnTo>
                    <a:pt x="48" y="54"/>
                  </a:lnTo>
                  <a:lnTo>
                    <a:pt x="24" y="66"/>
                  </a:lnTo>
                  <a:lnTo>
                    <a:pt x="18" y="66"/>
                  </a:lnTo>
                  <a:lnTo>
                    <a:pt x="12" y="72"/>
                  </a:lnTo>
                  <a:lnTo>
                    <a:pt x="18" y="78"/>
                  </a:lnTo>
                  <a:lnTo>
                    <a:pt x="18" y="96"/>
                  </a:lnTo>
                  <a:lnTo>
                    <a:pt x="6" y="90"/>
                  </a:lnTo>
                  <a:lnTo>
                    <a:pt x="6" y="108"/>
                  </a:lnTo>
                  <a:lnTo>
                    <a:pt x="12" y="108"/>
                  </a:lnTo>
                  <a:lnTo>
                    <a:pt x="18" y="114"/>
                  </a:lnTo>
                  <a:lnTo>
                    <a:pt x="18" y="132"/>
                  </a:lnTo>
                  <a:lnTo>
                    <a:pt x="6" y="144"/>
                  </a:lnTo>
                  <a:lnTo>
                    <a:pt x="0" y="144"/>
                  </a:lnTo>
                  <a:lnTo>
                    <a:pt x="0" y="156"/>
                  </a:lnTo>
                  <a:lnTo>
                    <a:pt x="6" y="162"/>
                  </a:lnTo>
                  <a:lnTo>
                    <a:pt x="12" y="162"/>
                  </a:lnTo>
                  <a:lnTo>
                    <a:pt x="18" y="168"/>
                  </a:lnTo>
                  <a:lnTo>
                    <a:pt x="30" y="168"/>
                  </a:lnTo>
                  <a:lnTo>
                    <a:pt x="30" y="186"/>
                  </a:lnTo>
                  <a:lnTo>
                    <a:pt x="24" y="186"/>
                  </a:lnTo>
                  <a:lnTo>
                    <a:pt x="24" y="198"/>
                  </a:lnTo>
                  <a:lnTo>
                    <a:pt x="36" y="198"/>
                  </a:lnTo>
                  <a:lnTo>
                    <a:pt x="36" y="204"/>
                  </a:lnTo>
                  <a:lnTo>
                    <a:pt x="30" y="210"/>
                  </a:lnTo>
                  <a:lnTo>
                    <a:pt x="36" y="210"/>
                  </a:lnTo>
                  <a:lnTo>
                    <a:pt x="42" y="216"/>
                  </a:lnTo>
                  <a:lnTo>
                    <a:pt x="36" y="222"/>
                  </a:lnTo>
                  <a:lnTo>
                    <a:pt x="24" y="228"/>
                  </a:lnTo>
                  <a:lnTo>
                    <a:pt x="24" y="234"/>
                  </a:lnTo>
                  <a:lnTo>
                    <a:pt x="30" y="240"/>
                  </a:lnTo>
                  <a:lnTo>
                    <a:pt x="36" y="240"/>
                  </a:lnTo>
                  <a:lnTo>
                    <a:pt x="42" y="246"/>
                  </a:lnTo>
                  <a:lnTo>
                    <a:pt x="42" y="264"/>
                  </a:lnTo>
                  <a:lnTo>
                    <a:pt x="48" y="258"/>
                  </a:lnTo>
                  <a:lnTo>
                    <a:pt x="54" y="258"/>
                  </a:lnTo>
                  <a:lnTo>
                    <a:pt x="54" y="270"/>
                  </a:lnTo>
                  <a:lnTo>
                    <a:pt x="48" y="276"/>
                  </a:lnTo>
                  <a:lnTo>
                    <a:pt x="60" y="276"/>
                  </a:lnTo>
                  <a:lnTo>
                    <a:pt x="60" y="282"/>
                  </a:lnTo>
                  <a:lnTo>
                    <a:pt x="54" y="282"/>
                  </a:lnTo>
                  <a:lnTo>
                    <a:pt x="54" y="294"/>
                  </a:lnTo>
                  <a:lnTo>
                    <a:pt x="72" y="294"/>
                  </a:lnTo>
                  <a:lnTo>
                    <a:pt x="78" y="312"/>
                  </a:lnTo>
                  <a:lnTo>
                    <a:pt x="96" y="312"/>
                  </a:lnTo>
                  <a:lnTo>
                    <a:pt x="108" y="318"/>
                  </a:lnTo>
                  <a:lnTo>
                    <a:pt x="114" y="318"/>
                  </a:lnTo>
                  <a:lnTo>
                    <a:pt x="114" y="324"/>
                  </a:lnTo>
                  <a:lnTo>
                    <a:pt x="138" y="324"/>
                  </a:lnTo>
                  <a:lnTo>
                    <a:pt x="144" y="330"/>
                  </a:lnTo>
                  <a:lnTo>
                    <a:pt x="132" y="336"/>
                  </a:lnTo>
                  <a:lnTo>
                    <a:pt x="144" y="342"/>
                  </a:lnTo>
                  <a:lnTo>
                    <a:pt x="144" y="354"/>
                  </a:lnTo>
                  <a:lnTo>
                    <a:pt x="150" y="354"/>
                  </a:lnTo>
                  <a:lnTo>
                    <a:pt x="156" y="360"/>
                  </a:lnTo>
                  <a:lnTo>
                    <a:pt x="174" y="360"/>
                  </a:lnTo>
                  <a:lnTo>
                    <a:pt x="174" y="354"/>
                  </a:lnTo>
                  <a:lnTo>
                    <a:pt x="180" y="354"/>
                  </a:lnTo>
                  <a:lnTo>
                    <a:pt x="192" y="348"/>
                  </a:lnTo>
                  <a:lnTo>
                    <a:pt x="210" y="348"/>
                  </a:lnTo>
                  <a:lnTo>
                    <a:pt x="204" y="354"/>
                  </a:lnTo>
                  <a:lnTo>
                    <a:pt x="222" y="354"/>
                  </a:lnTo>
                  <a:lnTo>
                    <a:pt x="228" y="360"/>
                  </a:lnTo>
                  <a:lnTo>
                    <a:pt x="234" y="372"/>
                  </a:lnTo>
                  <a:lnTo>
                    <a:pt x="240" y="378"/>
                  </a:lnTo>
                  <a:lnTo>
                    <a:pt x="246" y="366"/>
                  </a:lnTo>
                  <a:lnTo>
                    <a:pt x="252" y="372"/>
                  </a:lnTo>
                  <a:lnTo>
                    <a:pt x="252" y="378"/>
                  </a:lnTo>
                  <a:lnTo>
                    <a:pt x="270" y="378"/>
                  </a:lnTo>
                  <a:lnTo>
                    <a:pt x="282" y="384"/>
                  </a:lnTo>
                  <a:lnTo>
                    <a:pt x="282" y="390"/>
                  </a:lnTo>
                  <a:lnTo>
                    <a:pt x="288" y="402"/>
                  </a:lnTo>
                  <a:lnTo>
                    <a:pt x="306" y="420"/>
                  </a:lnTo>
                  <a:lnTo>
                    <a:pt x="318" y="420"/>
                  </a:lnTo>
                  <a:lnTo>
                    <a:pt x="330" y="408"/>
                  </a:lnTo>
                  <a:lnTo>
                    <a:pt x="342" y="408"/>
                  </a:lnTo>
                  <a:lnTo>
                    <a:pt x="354" y="420"/>
                  </a:lnTo>
                  <a:lnTo>
                    <a:pt x="360" y="420"/>
                  </a:lnTo>
                  <a:lnTo>
                    <a:pt x="360" y="426"/>
                  </a:lnTo>
                  <a:lnTo>
                    <a:pt x="366" y="432"/>
                  </a:lnTo>
                  <a:lnTo>
                    <a:pt x="378" y="432"/>
                  </a:lnTo>
                  <a:lnTo>
                    <a:pt x="384" y="426"/>
                  </a:lnTo>
                  <a:lnTo>
                    <a:pt x="384" y="420"/>
                  </a:lnTo>
                  <a:lnTo>
                    <a:pt x="414" y="420"/>
                  </a:lnTo>
                  <a:lnTo>
                    <a:pt x="420" y="426"/>
                  </a:lnTo>
                  <a:lnTo>
                    <a:pt x="426" y="42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40" name="Philippines" descr="© INSCALE GmbH, 05.05.2010&#10;http://www.presentationload.com/">
              <a:extLst>
                <a:ext uri="{FF2B5EF4-FFF2-40B4-BE49-F238E27FC236}">
                  <a16:creationId xmlns:a16="http://schemas.microsoft.com/office/drawing/2014/main" id="{B6685F45-963A-44CE-98E4-66EE363305E8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6482250" y="2506209"/>
              <a:ext cx="236512" cy="394323"/>
            </a:xfrm>
            <a:custGeom>
              <a:avLst/>
              <a:gdLst>
                <a:gd name="T0" fmla="*/ 2147483647 w 714"/>
                <a:gd name="T1" fmla="*/ 2147483647 h 1200"/>
                <a:gd name="T2" fmla="*/ 2147483647 w 714"/>
                <a:gd name="T3" fmla="*/ 2147483647 h 1200"/>
                <a:gd name="T4" fmla="*/ 2147483647 w 714"/>
                <a:gd name="T5" fmla="*/ 2147483647 h 1200"/>
                <a:gd name="T6" fmla="*/ 2147483647 w 714"/>
                <a:gd name="T7" fmla="*/ 2147483647 h 1200"/>
                <a:gd name="T8" fmla="*/ 2147483647 w 714"/>
                <a:gd name="T9" fmla="*/ 2147483647 h 1200"/>
                <a:gd name="T10" fmla="*/ 2147483647 w 714"/>
                <a:gd name="T11" fmla="*/ 2147483647 h 1200"/>
                <a:gd name="T12" fmla="*/ 2147483647 w 714"/>
                <a:gd name="T13" fmla="*/ 2147483647 h 1200"/>
                <a:gd name="T14" fmla="*/ 2147483647 w 714"/>
                <a:gd name="T15" fmla="*/ 2147483647 h 1200"/>
                <a:gd name="T16" fmla="*/ 2147483647 w 714"/>
                <a:gd name="T17" fmla="*/ 2147483647 h 1200"/>
                <a:gd name="T18" fmla="*/ 2147483647 w 714"/>
                <a:gd name="T19" fmla="*/ 2147483647 h 1200"/>
                <a:gd name="T20" fmla="*/ 2147483647 w 714"/>
                <a:gd name="T21" fmla="*/ 2147483647 h 1200"/>
                <a:gd name="T22" fmla="*/ 2147483647 w 714"/>
                <a:gd name="T23" fmla="*/ 2147483647 h 1200"/>
                <a:gd name="T24" fmla="*/ 2147483647 w 714"/>
                <a:gd name="T25" fmla="*/ 2147483647 h 1200"/>
                <a:gd name="T26" fmla="*/ 2147483647 w 714"/>
                <a:gd name="T27" fmla="*/ 2147483647 h 1200"/>
                <a:gd name="T28" fmla="*/ 2147483647 w 714"/>
                <a:gd name="T29" fmla="*/ 2147483647 h 1200"/>
                <a:gd name="T30" fmla="*/ 2147483647 w 714"/>
                <a:gd name="T31" fmla="*/ 2147483647 h 1200"/>
                <a:gd name="T32" fmla="*/ 2147483647 w 714"/>
                <a:gd name="T33" fmla="*/ 2147483647 h 1200"/>
                <a:gd name="T34" fmla="*/ 2147483647 w 714"/>
                <a:gd name="T35" fmla="*/ 2147483647 h 1200"/>
                <a:gd name="T36" fmla="*/ 2147483647 w 714"/>
                <a:gd name="T37" fmla="*/ 2147483647 h 1200"/>
                <a:gd name="T38" fmla="*/ 2147483647 w 714"/>
                <a:gd name="T39" fmla="*/ 2147483647 h 1200"/>
                <a:gd name="T40" fmla="*/ 2147483647 w 714"/>
                <a:gd name="T41" fmla="*/ 2147483647 h 1200"/>
                <a:gd name="T42" fmla="*/ 2147483647 w 714"/>
                <a:gd name="T43" fmla="*/ 2147483647 h 1200"/>
                <a:gd name="T44" fmla="*/ 2147483647 w 714"/>
                <a:gd name="T45" fmla="*/ 2147483647 h 1200"/>
                <a:gd name="T46" fmla="*/ 2147483647 w 714"/>
                <a:gd name="T47" fmla="*/ 2147483647 h 1200"/>
                <a:gd name="T48" fmla="*/ 2147483647 w 714"/>
                <a:gd name="T49" fmla="*/ 2147483647 h 1200"/>
                <a:gd name="T50" fmla="*/ 2147483647 w 714"/>
                <a:gd name="T51" fmla="*/ 2147483647 h 1200"/>
                <a:gd name="T52" fmla="*/ 2147483647 w 714"/>
                <a:gd name="T53" fmla="*/ 2147483647 h 1200"/>
                <a:gd name="T54" fmla="*/ 2147483647 w 714"/>
                <a:gd name="T55" fmla="*/ 2147483647 h 1200"/>
                <a:gd name="T56" fmla="*/ 2147483647 w 714"/>
                <a:gd name="T57" fmla="*/ 2147483647 h 1200"/>
                <a:gd name="T58" fmla="*/ 2147483647 w 714"/>
                <a:gd name="T59" fmla="*/ 2147483647 h 1200"/>
                <a:gd name="T60" fmla="*/ 2147483647 w 714"/>
                <a:gd name="T61" fmla="*/ 2147483647 h 1200"/>
                <a:gd name="T62" fmla="*/ 2147483647 w 714"/>
                <a:gd name="T63" fmla="*/ 2147483647 h 1200"/>
                <a:gd name="T64" fmla="*/ 2147483647 w 714"/>
                <a:gd name="T65" fmla="*/ 2147483647 h 1200"/>
                <a:gd name="T66" fmla="*/ 2147483647 w 714"/>
                <a:gd name="T67" fmla="*/ 2147483647 h 1200"/>
                <a:gd name="T68" fmla="*/ 2147483647 w 714"/>
                <a:gd name="T69" fmla="*/ 2147483647 h 1200"/>
                <a:gd name="T70" fmla="*/ 2147483647 w 714"/>
                <a:gd name="T71" fmla="*/ 2147483647 h 1200"/>
                <a:gd name="T72" fmla="*/ 2147483647 w 714"/>
                <a:gd name="T73" fmla="*/ 2147483647 h 1200"/>
                <a:gd name="T74" fmla="*/ 2147483647 w 714"/>
                <a:gd name="T75" fmla="*/ 2147483647 h 1200"/>
                <a:gd name="T76" fmla="*/ 2147483647 w 714"/>
                <a:gd name="T77" fmla="*/ 2147483647 h 1200"/>
                <a:gd name="T78" fmla="*/ 2147483647 w 714"/>
                <a:gd name="T79" fmla="*/ 0 h 1200"/>
                <a:gd name="T80" fmla="*/ 2147483647 w 714"/>
                <a:gd name="T81" fmla="*/ 2147483647 h 1200"/>
                <a:gd name="T82" fmla="*/ 2147483647 w 714"/>
                <a:gd name="T83" fmla="*/ 2147483647 h 1200"/>
                <a:gd name="T84" fmla="*/ 2147483647 w 714"/>
                <a:gd name="T85" fmla="*/ 2147483647 h 1200"/>
                <a:gd name="T86" fmla="*/ 2147483647 w 714"/>
                <a:gd name="T87" fmla="*/ 2147483647 h 1200"/>
                <a:gd name="T88" fmla="*/ 2147483647 w 714"/>
                <a:gd name="T89" fmla="*/ 2147483647 h 1200"/>
                <a:gd name="T90" fmla="*/ 2147483647 w 714"/>
                <a:gd name="T91" fmla="*/ 2147483647 h 1200"/>
                <a:gd name="T92" fmla="*/ 2147483647 w 714"/>
                <a:gd name="T93" fmla="*/ 2147483647 h 1200"/>
                <a:gd name="T94" fmla="*/ 2147483647 w 714"/>
                <a:gd name="T95" fmla="*/ 2147483647 h 1200"/>
                <a:gd name="T96" fmla="*/ 2147483647 w 714"/>
                <a:gd name="T97" fmla="*/ 2147483647 h 1200"/>
                <a:gd name="T98" fmla="*/ 2147483647 w 714"/>
                <a:gd name="T99" fmla="*/ 2147483647 h 1200"/>
                <a:gd name="T100" fmla="*/ 2147483647 w 714"/>
                <a:gd name="T101" fmla="*/ 2147483647 h 1200"/>
                <a:gd name="T102" fmla="*/ 2147483647 w 714"/>
                <a:gd name="T103" fmla="*/ 2147483647 h 1200"/>
                <a:gd name="T104" fmla="*/ 2147483647 w 714"/>
                <a:gd name="T105" fmla="*/ 2147483647 h 1200"/>
                <a:gd name="T106" fmla="*/ 2147483647 w 714"/>
                <a:gd name="T107" fmla="*/ 2147483647 h 1200"/>
                <a:gd name="T108" fmla="*/ 2147483647 w 714"/>
                <a:gd name="T109" fmla="*/ 2147483647 h 1200"/>
                <a:gd name="T110" fmla="*/ 2147483647 w 714"/>
                <a:gd name="T111" fmla="*/ 2147483647 h 1200"/>
                <a:gd name="T112" fmla="*/ 2147483647 w 714"/>
                <a:gd name="T113" fmla="*/ 2147483647 h 1200"/>
                <a:gd name="T114" fmla="*/ 2147483647 w 714"/>
                <a:gd name="T115" fmla="*/ 2147483647 h 1200"/>
                <a:gd name="T116" fmla="*/ 2147483647 w 714"/>
                <a:gd name="T117" fmla="*/ 2147483647 h 120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14"/>
                <a:gd name="T178" fmla="*/ 0 h 1200"/>
                <a:gd name="T179" fmla="*/ 714 w 714"/>
                <a:gd name="T180" fmla="*/ 1200 h 120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14" h="1200">
                  <a:moveTo>
                    <a:pt x="702" y="1140"/>
                  </a:moveTo>
                  <a:lnTo>
                    <a:pt x="690" y="1170"/>
                  </a:lnTo>
                  <a:lnTo>
                    <a:pt x="696" y="1200"/>
                  </a:lnTo>
                  <a:lnTo>
                    <a:pt x="714" y="1182"/>
                  </a:lnTo>
                  <a:lnTo>
                    <a:pt x="714" y="1140"/>
                  </a:lnTo>
                  <a:lnTo>
                    <a:pt x="702" y="1140"/>
                  </a:lnTo>
                  <a:close/>
                  <a:moveTo>
                    <a:pt x="582" y="1176"/>
                  </a:moveTo>
                  <a:lnTo>
                    <a:pt x="600" y="1140"/>
                  </a:lnTo>
                  <a:lnTo>
                    <a:pt x="576" y="1134"/>
                  </a:lnTo>
                  <a:lnTo>
                    <a:pt x="582" y="1176"/>
                  </a:lnTo>
                  <a:close/>
                  <a:moveTo>
                    <a:pt x="246" y="1038"/>
                  </a:moveTo>
                  <a:lnTo>
                    <a:pt x="264" y="1050"/>
                  </a:lnTo>
                  <a:lnTo>
                    <a:pt x="282" y="1020"/>
                  </a:lnTo>
                  <a:lnTo>
                    <a:pt x="258" y="1008"/>
                  </a:lnTo>
                  <a:lnTo>
                    <a:pt x="246" y="1038"/>
                  </a:lnTo>
                  <a:close/>
                  <a:moveTo>
                    <a:pt x="504" y="558"/>
                  </a:moveTo>
                  <a:lnTo>
                    <a:pt x="540" y="576"/>
                  </a:lnTo>
                  <a:lnTo>
                    <a:pt x="540" y="582"/>
                  </a:lnTo>
                  <a:lnTo>
                    <a:pt x="534" y="588"/>
                  </a:lnTo>
                  <a:lnTo>
                    <a:pt x="504" y="588"/>
                  </a:lnTo>
                  <a:lnTo>
                    <a:pt x="570" y="642"/>
                  </a:lnTo>
                  <a:lnTo>
                    <a:pt x="570" y="618"/>
                  </a:lnTo>
                  <a:lnTo>
                    <a:pt x="600" y="624"/>
                  </a:lnTo>
                  <a:lnTo>
                    <a:pt x="576" y="588"/>
                  </a:lnTo>
                  <a:lnTo>
                    <a:pt x="576" y="582"/>
                  </a:lnTo>
                  <a:lnTo>
                    <a:pt x="570" y="576"/>
                  </a:lnTo>
                  <a:lnTo>
                    <a:pt x="570" y="558"/>
                  </a:lnTo>
                  <a:lnTo>
                    <a:pt x="564" y="546"/>
                  </a:lnTo>
                  <a:lnTo>
                    <a:pt x="534" y="516"/>
                  </a:lnTo>
                  <a:lnTo>
                    <a:pt x="522" y="510"/>
                  </a:lnTo>
                  <a:lnTo>
                    <a:pt x="504" y="504"/>
                  </a:lnTo>
                  <a:lnTo>
                    <a:pt x="492" y="498"/>
                  </a:lnTo>
                  <a:lnTo>
                    <a:pt x="474" y="498"/>
                  </a:lnTo>
                  <a:lnTo>
                    <a:pt x="468" y="504"/>
                  </a:lnTo>
                  <a:lnTo>
                    <a:pt x="468" y="528"/>
                  </a:lnTo>
                  <a:lnTo>
                    <a:pt x="492" y="552"/>
                  </a:lnTo>
                  <a:lnTo>
                    <a:pt x="504" y="558"/>
                  </a:lnTo>
                  <a:close/>
                  <a:moveTo>
                    <a:pt x="462" y="666"/>
                  </a:moveTo>
                  <a:lnTo>
                    <a:pt x="474" y="750"/>
                  </a:lnTo>
                  <a:lnTo>
                    <a:pt x="486" y="672"/>
                  </a:lnTo>
                  <a:lnTo>
                    <a:pt x="462" y="618"/>
                  </a:lnTo>
                  <a:lnTo>
                    <a:pt x="438" y="618"/>
                  </a:lnTo>
                  <a:lnTo>
                    <a:pt x="462" y="666"/>
                  </a:lnTo>
                  <a:close/>
                  <a:moveTo>
                    <a:pt x="492" y="738"/>
                  </a:moveTo>
                  <a:lnTo>
                    <a:pt x="522" y="738"/>
                  </a:lnTo>
                  <a:lnTo>
                    <a:pt x="528" y="708"/>
                  </a:lnTo>
                  <a:lnTo>
                    <a:pt x="498" y="702"/>
                  </a:lnTo>
                  <a:lnTo>
                    <a:pt x="492" y="738"/>
                  </a:lnTo>
                  <a:close/>
                  <a:moveTo>
                    <a:pt x="570" y="660"/>
                  </a:moveTo>
                  <a:lnTo>
                    <a:pt x="546" y="648"/>
                  </a:lnTo>
                  <a:lnTo>
                    <a:pt x="528" y="630"/>
                  </a:lnTo>
                  <a:lnTo>
                    <a:pt x="528" y="624"/>
                  </a:lnTo>
                  <a:lnTo>
                    <a:pt x="522" y="618"/>
                  </a:lnTo>
                  <a:lnTo>
                    <a:pt x="486" y="618"/>
                  </a:lnTo>
                  <a:lnTo>
                    <a:pt x="492" y="660"/>
                  </a:lnTo>
                  <a:lnTo>
                    <a:pt x="510" y="654"/>
                  </a:lnTo>
                  <a:lnTo>
                    <a:pt x="522" y="678"/>
                  </a:lnTo>
                  <a:lnTo>
                    <a:pt x="570" y="714"/>
                  </a:lnTo>
                  <a:lnTo>
                    <a:pt x="570" y="660"/>
                  </a:lnTo>
                  <a:close/>
                  <a:moveTo>
                    <a:pt x="162" y="600"/>
                  </a:moveTo>
                  <a:lnTo>
                    <a:pt x="144" y="582"/>
                  </a:lnTo>
                  <a:lnTo>
                    <a:pt x="138" y="606"/>
                  </a:lnTo>
                  <a:lnTo>
                    <a:pt x="132" y="618"/>
                  </a:lnTo>
                  <a:lnTo>
                    <a:pt x="126" y="624"/>
                  </a:lnTo>
                  <a:lnTo>
                    <a:pt x="120" y="642"/>
                  </a:lnTo>
                  <a:lnTo>
                    <a:pt x="120" y="654"/>
                  </a:lnTo>
                  <a:lnTo>
                    <a:pt x="126" y="660"/>
                  </a:lnTo>
                  <a:lnTo>
                    <a:pt x="138" y="666"/>
                  </a:lnTo>
                  <a:lnTo>
                    <a:pt x="150" y="678"/>
                  </a:lnTo>
                  <a:lnTo>
                    <a:pt x="144" y="684"/>
                  </a:lnTo>
                  <a:lnTo>
                    <a:pt x="120" y="696"/>
                  </a:lnTo>
                  <a:lnTo>
                    <a:pt x="114" y="702"/>
                  </a:lnTo>
                  <a:lnTo>
                    <a:pt x="102" y="708"/>
                  </a:lnTo>
                  <a:lnTo>
                    <a:pt x="96" y="732"/>
                  </a:lnTo>
                  <a:lnTo>
                    <a:pt x="72" y="750"/>
                  </a:lnTo>
                  <a:lnTo>
                    <a:pt x="72" y="762"/>
                  </a:lnTo>
                  <a:lnTo>
                    <a:pt x="60" y="774"/>
                  </a:lnTo>
                  <a:lnTo>
                    <a:pt x="48" y="780"/>
                  </a:lnTo>
                  <a:lnTo>
                    <a:pt x="42" y="786"/>
                  </a:lnTo>
                  <a:lnTo>
                    <a:pt x="30" y="792"/>
                  </a:lnTo>
                  <a:lnTo>
                    <a:pt x="24" y="798"/>
                  </a:lnTo>
                  <a:lnTo>
                    <a:pt x="18" y="798"/>
                  </a:lnTo>
                  <a:lnTo>
                    <a:pt x="18" y="804"/>
                  </a:lnTo>
                  <a:lnTo>
                    <a:pt x="12" y="810"/>
                  </a:lnTo>
                  <a:lnTo>
                    <a:pt x="0" y="834"/>
                  </a:lnTo>
                  <a:lnTo>
                    <a:pt x="0" y="864"/>
                  </a:lnTo>
                  <a:lnTo>
                    <a:pt x="30" y="834"/>
                  </a:lnTo>
                  <a:lnTo>
                    <a:pt x="30" y="816"/>
                  </a:lnTo>
                  <a:lnTo>
                    <a:pt x="36" y="810"/>
                  </a:lnTo>
                  <a:lnTo>
                    <a:pt x="42" y="810"/>
                  </a:lnTo>
                  <a:lnTo>
                    <a:pt x="78" y="798"/>
                  </a:lnTo>
                  <a:lnTo>
                    <a:pt x="84" y="792"/>
                  </a:lnTo>
                  <a:lnTo>
                    <a:pt x="84" y="762"/>
                  </a:lnTo>
                  <a:lnTo>
                    <a:pt x="90" y="750"/>
                  </a:lnTo>
                  <a:lnTo>
                    <a:pt x="96" y="744"/>
                  </a:lnTo>
                  <a:lnTo>
                    <a:pt x="114" y="738"/>
                  </a:lnTo>
                  <a:lnTo>
                    <a:pt x="126" y="732"/>
                  </a:lnTo>
                  <a:lnTo>
                    <a:pt x="144" y="720"/>
                  </a:lnTo>
                  <a:lnTo>
                    <a:pt x="162" y="714"/>
                  </a:lnTo>
                  <a:lnTo>
                    <a:pt x="168" y="702"/>
                  </a:lnTo>
                  <a:lnTo>
                    <a:pt x="174" y="696"/>
                  </a:lnTo>
                  <a:lnTo>
                    <a:pt x="174" y="684"/>
                  </a:lnTo>
                  <a:lnTo>
                    <a:pt x="156" y="648"/>
                  </a:lnTo>
                  <a:lnTo>
                    <a:pt x="156" y="624"/>
                  </a:lnTo>
                  <a:lnTo>
                    <a:pt x="162" y="612"/>
                  </a:lnTo>
                  <a:lnTo>
                    <a:pt x="162" y="600"/>
                  </a:lnTo>
                  <a:close/>
                  <a:moveTo>
                    <a:pt x="330" y="1026"/>
                  </a:moveTo>
                  <a:lnTo>
                    <a:pt x="372" y="1056"/>
                  </a:lnTo>
                  <a:lnTo>
                    <a:pt x="372" y="1020"/>
                  </a:lnTo>
                  <a:lnTo>
                    <a:pt x="348" y="1002"/>
                  </a:lnTo>
                  <a:lnTo>
                    <a:pt x="330" y="1026"/>
                  </a:lnTo>
                  <a:close/>
                  <a:moveTo>
                    <a:pt x="660" y="840"/>
                  </a:moveTo>
                  <a:lnTo>
                    <a:pt x="660" y="816"/>
                  </a:lnTo>
                  <a:lnTo>
                    <a:pt x="654" y="804"/>
                  </a:lnTo>
                  <a:lnTo>
                    <a:pt x="654" y="792"/>
                  </a:lnTo>
                  <a:lnTo>
                    <a:pt x="642" y="780"/>
                  </a:lnTo>
                  <a:lnTo>
                    <a:pt x="630" y="774"/>
                  </a:lnTo>
                  <a:lnTo>
                    <a:pt x="600" y="744"/>
                  </a:lnTo>
                  <a:lnTo>
                    <a:pt x="588" y="738"/>
                  </a:lnTo>
                  <a:lnTo>
                    <a:pt x="582" y="738"/>
                  </a:lnTo>
                  <a:lnTo>
                    <a:pt x="576" y="744"/>
                  </a:lnTo>
                  <a:lnTo>
                    <a:pt x="582" y="750"/>
                  </a:lnTo>
                  <a:lnTo>
                    <a:pt x="588" y="762"/>
                  </a:lnTo>
                  <a:lnTo>
                    <a:pt x="594" y="768"/>
                  </a:lnTo>
                  <a:lnTo>
                    <a:pt x="606" y="774"/>
                  </a:lnTo>
                  <a:lnTo>
                    <a:pt x="606" y="786"/>
                  </a:lnTo>
                  <a:lnTo>
                    <a:pt x="600" y="786"/>
                  </a:lnTo>
                  <a:lnTo>
                    <a:pt x="588" y="792"/>
                  </a:lnTo>
                  <a:lnTo>
                    <a:pt x="570" y="792"/>
                  </a:lnTo>
                  <a:lnTo>
                    <a:pt x="558" y="798"/>
                  </a:lnTo>
                  <a:lnTo>
                    <a:pt x="546" y="798"/>
                  </a:lnTo>
                  <a:lnTo>
                    <a:pt x="546" y="828"/>
                  </a:lnTo>
                  <a:lnTo>
                    <a:pt x="528" y="828"/>
                  </a:lnTo>
                  <a:lnTo>
                    <a:pt x="522" y="846"/>
                  </a:lnTo>
                  <a:lnTo>
                    <a:pt x="498" y="864"/>
                  </a:lnTo>
                  <a:lnTo>
                    <a:pt x="492" y="864"/>
                  </a:lnTo>
                  <a:lnTo>
                    <a:pt x="486" y="858"/>
                  </a:lnTo>
                  <a:lnTo>
                    <a:pt x="474" y="852"/>
                  </a:lnTo>
                  <a:lnTo>
                    <a:pt x="462" y="852"/>
                  </a:lnTo>
                  <a:lnTo>
                    <a:pt x="450" y="846"/>
                  </a:lnTo>
                  <a:lnTo>
                    <a:pt x="438" y="858"/>
                  </a:lnTo>
                  <a:lnTo>
                    <a:pt x="432" y="870"/>
                  </a:lnTo>
                  <a:lnTo>
                    <a:pt x="420" y="882"/>
                  </a:lnTo>
                  <a:lnTo>
                    <a:pt x="414" y="894"/>
                  </a:lnTo>
                  <a:lnTo>
                    <a:pt x="408" y="900"/>
                  </a:lnTo>
                  <a:lnTo>
                    <a:pt x="408" y="906"/>
                  </a:lnTo>
                  <a:lnTo>
                    <a:pt x="408" y="900"/>
                  </a:lnTo>
                  <a:lnTo>
                    <a:pt x="396" y="888"/>
                  </a:lnTo>
                  <a:lnTo>
                    <a:pt x="384" y="888"/>
                  </a:lnTo>
                  <a:lnTo>
                    <a:pt x="378" y="900"/>
                  </a:lnTo>
                  <a:lnTo>
                    <a:pt x="378" y="912"/>
                  </a:lnTo>
                  <a:lnTo>
                    <a:pt x="372" y="924"/>
                  </a:lnTo>
                  <a:lnTo>
                    <a:pt x="366" y="930"/>
                  </a:lnTo>
                  <a:lnTo>
                    <a:pt x="360" y="942"/>
                  </a:lnTo>
                  <a:lnTo>
                    <a:pt x="384" y="960"/>
                  </a:lnTo>
                  <a:lnTo>
                    <a:pt x="402" y="942"/>
                  </a:lnTo>
                  <a:lnTo>
                    <a:pt x="414" y="966"/>
                  </a:lnTo>
                  <a:lnTo>
                    <a:pt x="420" y="960"/>
                  </a:lnTo>
                  <a:lnTo>
                    <a:pt x="432" y="954"/>
                  </a:lnTo>
                  <a:lnTo>
                    <a:pt x="450" y="936"/>
                  </a:lnTo>
                  <a:lnTo>
                    <a:pt x="462" y="930"/>
                  </a:lnTo>
                  <a:lnTo>
                    <a:pt x="474" y="930"/>
                  </a:lnTo>
                  <a:lnTo>
                    <a:pt x="498" y="954"/>
                  </a:lnTo>
                  <a:lnTo>
                    <a:pt x="510" y="960"/>
                  </a:lnTo>
                  <a:lnTo>
                    <a:pt x="492" y="978"/>
                  </a:lnTo>
                  <a:lnTo>
                    <a:pt x="492" y="990"/>
                  </a:lnTo>
                  <a:lnTo>
                    <a:pt x="510" y="1026"/>
                  </a:lnTo>
                  <a:lnTo>
                    <a:pt x="522" y="1044"/>
                  </a:lnTo>
                  <a:lnTo>
                    <a:pt x="534" y="1056"/>
                  </a:lnTo>
                  <a:lnTo>
                    <a:pt x="546" y="1062"/>
                  </a:lnTo>
                  <a:lnTo>
                    <a:pt x="558" y="1062"/>
                  </a:lnTo>
                  <a:lnTo>
                    <a:pt x="570" y="1068"/>
                  </a:lnTo>
                  <a:lnTo>
                    <a:pt x="582" y="1068"/>
                  </a:lnTo>
                  <a:lnTo>
                    <a:pt x="606" y="1050"/>
                  </a:lnTo>
                  <a:lnTo>
                    <a:pt x="606" y="1074"/>
                  </a:lnTo>
                  <a:lnTo>
                    <a:pt x="630" y="1074"/>
                  </a:lnTo>
                  <a:lnTo>
                    <a:pt x="630" y="1038"/>
                  </a:lnTo>
                  <a:lnTo>
                    <a:pt x="624" y="1032"/>
                  </a:lnTo>
                  <a:lnTo>
                    <a:pt x="606" y="996"/>
                  </a:lnTo>
                  <a:lnTo>
                    <a:pt x="606" y="984"/>
                  </a:lnTo>
                  <a:lnTo>
                    <a:pt x="612" y="972"/>
                  </a:lnTo>
                  <a:lnTo>
                    <a:pt x="624" y="960"/>
                  </a:lnTo>
                  <a:lnTo>
                    <a:pt x="654" y="1014"/>
                  </a:lnTo>
                  <a:lnTo>
                    <a:pt x="654" y="1008"/>
                  </a:lnTo>
                  <a:lnTo>
                    <a:pt x="660" y="1002"/>
                  </a:lnTo>
                  <a:lnTo>
                    <a:pt x="672" y="978"/>
                  </a:lnTo>
                  <a:lnTo>
                    <a:pt x="678" y="960"/>
                  </a:lnTo>
                  <a:lnTo>
                    <a:pt x="678" y="936"/>
                  </a:lnTo>
                  <a:lnTo>
                    <a:pt x="672" y="918"/>
                  </a:lnTo>
                  <a:lnTo>
                    <a:pt x="666" y="912"/>
                  </a:lnTo>
                  <a:lnTo>
                    <a:pt x="660" y="900"/>
                  </a:lnTo>
                  <a:lnTo>
                    <a:pt x="660" y="840"/>
                  </a:lnTo>
                  <a:close/>
                  <a:moveTo>
                    <a:pt x="330" y="384"/>
                  </a:moveTo>
                  <a:lnTo>
                    <a:pt x="348" y="384"/>
                  </a:lnTo>
                  <a:lnTo>
                    <a:pt x="354" y="390"/>
                  </a:lnTo>
                  <a:lnTo>
                    <a:pt x="366" y="396"/>
                  </a:lnTo>
                  <a:lnTo>
                    <a:pt x="366" y="408"/>
                  </a:lnTo>
                  <a:lnTo>
                    <a:pt x="372" y="420"/>
                  </a:lnTo>
                  <a:lnTo>
                    <a:pt x="384" y="438"/>
                  </a:lnTo>
                  <a:lnTo>
                    <a:pt x="396" y="450"/>
                  </a:lnTo>
                  <a:lnTo>
                    <a:pt x="414" y="462"/>
                  </a:lnTo>
                  <a:lnTo>
                    <a:pt x="432" y="462"/>
                  </a:lnTo>
                  <a:lnTo>
                    <a:pt x="444" y="438"/>
                  </a:lnTo>
                  <a:lnTo>
                    <a:pt x="444" y="426"/>
                  </a:lnTo>
                  <a:lnTo>
                    <a:pt x="432" y="402"/>
                  </a:lnTo>
                  <a:lnTo>
                    <a:pt x="420" y="396"/>
                  </a:lnTo>
                  <a:lnTo>
                    <a:pt x="408" y="396"/>
                  </a:lnTo>
                  <a:lnTo>
                    <a:pt x="408" y="390"/>
                  </a:lnTo>
                  <a:lnTo>
                    <a:pt x="414" y="384"/>
                  </a:lnTo>
                  <a:lnTo>
                    <a:pt x="414" y="378"/>
                  </a:lnTo>
                  <a:lnTo>
                    <a:pt x="420" y="372"/>
                  </a:lnTo>
                  <a:lnTo>
                    <a:pt x="408" y="372"/>
                  </a:lnTo>
                  <a:lnTo>
                    <a:pt x="396" y="366"/>
                  </a:lnTo>
                  <a:lnTo>
                    <a:pt x="390" y="360"/>
                  </a:lnTo>
                  <a:lnTo>
                    <a:pt x="372" y="360"/>
                  </a:lnTo>
                  <a:lnTo>
                    <a:pt x="366" y="366"/>
                  </a:lnTo>
                  <a:lnTo>
                    <a:pt x="354" y="372"/>
                  </a:lnTo>
                  <a:lnTo>
                    <a:pt x="342" y="360"/>
                  </a:lnTo>
                  <a:lnTo>
                    <a:pt x="330" y="354"/>
                  </a:lnTo>
                  <a:lnTo>
                    <a:pt x="312" y="354"/>
                  </a:lnTo>
                  <a:lnTo>
                    <a:pt x="300" y="366"/>
                  </a:lnTo>
                  <a:lnTo>
                    <a:pt x="288" y="372"/>
                  </a:lnTo>
                  <a:lnTo>
                    <a:pt x="282" y="372"/>
                  </a:lnTo>
                  <a:lnTo>
                    <a:pt x="264" y="354"/>
                  </a:lnTo>
                  <a:lnTo>
                    <a:pt x="258" y="342"/>
                  </a:lnTo>
                  <a:lnTo>
                    <a:pt x="258" y="252"/>
                  </a:lnTo>
                  <a:lnTo>
                    <a:pt x="270" y="228"/>
                  </a:lnTo>
                  <a:lnTo>
                    <a:pt x="270" y="222"/>
                  </a:lnTo>
                  <a:lnTo>
                    <a:pt x="288" y="204"/>
                  </a:lnTo>
                  <a:lnTo>
                    <a:pt x="288" y="174"/>
                  </a:lnTo>
                  <a:lnTo>
                    <a:pt x="276" y="150"/>
                  </a:lnTo>
                  <a:lnTo>
                    <a:pt x="276" y="126"/>
                  </a:lnTo>
                  <a:lnTo>
                    <a:pt x="282" y="108"/>
                  </a:lnTo>
                  <a:lnTo>
                    <a:pt x="282" y="72"/>
                  </a:lnTo>
                  <a:lnTo>
                    <a:pt x="264" y="54"/>
                  </a:lnTo>
                  <a:lnTo>
                    <a:pt x="264" y="36"/>
                  </a:lnTo>
                  <a:lnTo>
                    <a:pt x="258" y="30"/>
                  </a:lnTo>
                  <a:lnTo>
                    <a:pt x="258" y="6"/>
                  </a:lnTo>
                  <a:lnTo>
                    <a:pt x="252" y="0"/>
                  </a:lnTo>
                  <a:lnTo>
                    <a:pt x="240" y="0"/>
                  </a:lnTo>
                  <a:lnTo>
                    <a:pt x="234" y="6"/>
                  </a:lnTo>
                  <a:lnTo>
                    <a:pt x="234" y="12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204" y="24"/>
                  </a:lnTo>
                  <a:lnTo>
                    <a:pt x="192" y="18"/>
                  </a:lnTo>
                  <a:lnTo>
                    <a:pt x="186" y="12"/>
                  </a:lnTo>
                  <a:lnTo>
                    <a:pt x="174" y="12"/>
                  </a:lnTo>
                  <a:lnTo>
                    <a:pt x="162" y="18"/>
                  </a:lnTo>
                  <a:lnTo>
                    <a:pt x="162" y="36"/>
                  </a:lnTo>
                  <a:lnTo>
                    <a:pt x="156" y="42"/>
                  </a:lnTo>
                  <a:lnTo>
                    <a:pt x="156" y="48"/>
                  </a:lnTo>
                  <a:lnTo>
                    <a:pt x="144" y="72"/>
                  </a:lnTo>
                  <a:lnTo>
                    <a:pt x="132" y="84"/>
                  </a:lnTo>
                  <a:lnTo>
                    <a:pt x="132" y="96"/>
                  </a:lnTo>
                  <a:lnTo>
                    <a:pt x="138" y="102"/>
                  </a:lnTo>
                  <a:lnTo>
                    <a:pt x="144" y="114"/>
                  </a:lnTo>
                  <a:lnTo>
                    <a:pt x="150" y="132"/>
                  </a:lnTo>
                  <a:lnTo>
                    <a:pt x="156" y="138"/>
                  </a:lnTo>
                  <a:lnTo>
                    <a:pt x="156" y="150"/>
                  </a:lnTo>
                  <a:lnTo>
                    <a:pt x="150" y="162"/>
                  </a:lnTo>
                  <a:lnTo>
                    <a:pt x="150" y="168"/>
                  </a:lnTo>
                  <a:lnTo>
                    <a:pt x="144" y="174"/>
                  </a:lnTo>
                  <a:lnTo>
                    <a:pt x="138" y="186"/>
                  </a:lnTo>
                  <a:lnTo>
                    <a:pt x="138" y="198"/>
                  </a:lnTo>
                  <a:lnTo>
                    <a:pt x="150" y="210"/>
                  </a:lnTo>
                  <a:lnTo>
                    <a:pt x="150" y="216"/>
                  </a:lnTo>
                  <a:lnTo>
                    <a:pt x="144" y="222"/>
                  </a:lnTo>
                  <a:lnTo>
                    <a:pt x="138" y="222"/>
                  </a:lnTo>
                  <a:lnTo>
                    <a:pt x="126" y="228"/>
                  </a:lnTo>
                  <a:lnTo>
                    <a:pt x="120" y="228"/>
                  </a:lnTo>
                  <a:lnTo>
                    <a:pt x="120" y="210"/>
                  </a:lnTo>
                  <a:lnTo>
                    <a:pt x="114" y="204"/>
                  </a:lnTo>
                  <a:lnTo>
                    <a:pt x="114" y="252"/>
                  </a:lnTo>
                  <a:lnTo>
                    <a:pt x="150" y="306"/>
                  </a:lnTo>
                  <a:lnTo>
                    <a:pt x="174" y="330"/>
                  </a:lnTo>
                  <a:lnTo>
                    <a:pt x="186" y="348"/>
                  </a:lnTo>
                  <a:lnTo>
                    <a:pt x="204" y="384"/>
                  </a:lnTo>
                  <a:lnTo>
                    <a:pt x="216" y="402"/>
                  </a:lnTo>
                  <a:lnTo>
                    <a:pt x="228" y="408"/>
                  </a:lnTo>
                  <a:lnTo>
                    <a:pt x="252" y="408"/>
                  </a:lnTo>
                  <a:lnTo>
                    <a:pt x="258" y="396"/>
                  </a:lnTo>
                  <a:lnTo>
                    <a:pt x="270" y="390"/>
                  </a:lnTo>
                  <a:lnTo>
                    <a:pt x="276" y="384"/>
                  </a:lnTo>
                  <a:lnTo>
                    <a:pt x="288" y="384"/>
                  </a:lnTo>
                  <a:lnTo>
                    <a:pt x="294" y="396"/>
                  </a:lnTo>
                  <a:lnTo>
                    <a:pt x="306" y="402"/>
                  </a:lnTo>
                  <a:lnTo>
                    <a:pt x="324" y="420"/>
                  </a:lnTo>
                  <a:lnTo>
                    <a:pt x="342" y="420"/>
                  </a:lnTo>
                  <a:lnTo>
                    <a:pt x="342" y="402"/>
                  </a:lnTo>
                  <a:lnTo>
                    <a:pt x="336" y="396"/>
                  </a:lnTo>
                  <a:lnTo>
                    <a:pt x="330" y="384"/>
                  </a:lnTo>
                  <a:close/>
                  <a:moveTo>
                    <a:pt x="258" y="432"/>
                  </a:moveTo>
                  <a:lnTo>
                    <a:pt x="246" y="426"/>
                  </a:lnTo>
                  <a:lnTo>
                    <a:pt x="204" y="426"/>
                  </a:lnTo>
                  <a:lnTo>
                    <a:pt x="234" y="468"/>
                  </a:lnTo>
                  <a:lnTo>
                    <a:pt x="258" y="534"/>
                  </a:lnTo>
                  <a:lnTo>
                    <a:pt x="270" y="528"/>
                  </a:lnTo>
                  <a:lnTo>
                    <a:pt x="276" y="516"/>
                  </a:lnTo>
                  <a:lnTo>
                    <a:pt x="282" y="510"/>
                  </a:lnTo>
                  <a:lnTo>
                    <a:pt x="282" y="486"/>
                  </a:lnTo>
                  <a:lnTo>
                    <a:pt x="276" y="480"/>
                  </a:lnTo>
                  <a:lnTo>
                    <a:pt x="270" y="468"/>
                  </a:lnTo>
                  <a:lnTo>
                    <a:pt x="270" y="450"/>
                  </a:lnTo>
                  <a:lnTo>
                    <a:pt x="264" y="438"/>
                  </a:lnTo>
                  <a:lnTo>
                    <a:pt x="258" y="432"/>
                  </a:lnTo>
                  <a:close/>
                  <a:moveTo>
                    <a:pt x="330" y="648"/>
                  </a:moveTo>
                  <a:lnTo>
                    <a:pt x="336" y="660"/>
                  </a:lnTo>
                  <a:lnTo>
                    <a:pt x="354" y="678"/>
                  </a:lnTo>
                  <a:lnTo>
                    <a:pt x="360" y="672"/>
                  </a:lnTo>
                  <a:lnTo>
                    <a:pt x="372" y="666"/>
                  </a:lnTo>
                  <a:lnTo>
                    <a:pt x="378" y="660"/>
                  </a:lnTo>
                  <a:lnTo>
                    <a:pt x="384" y="660"/>
                  </a:lnTo>
                  <a:lnTo>
                    <a:pt x="390" y="666"/>
                  </a:lnTo>
                  <a:lnTo>
                    <a:pt x="390" y="696"/>
                  </a:lnTo>
                  <a:lnTo>
                    <a:pt x="402" y="708"/>
                  </a:lnTo>
                  <a:lnTo>
                    <a:pt x="396" y="720"/>
                  </a:lnTo>
                  <a:lnTo>
                    <a:pt x="390" y="726"/>
                  </a:lnTo>
                  <a:lnTo>
                    <a:pt x="372" y="762"/>
                  </a:lnTo>
                  <a:lnTo>
                    <a:pt x="372" y="786"/>
                  </a:lnTo>
                  <a:lnTo>
                    <a:pt x="378" y="792"/>
                  </a:lnTo>
                  <a:lnTo>
                    <a:pt x="384" y="804"/>
                  </a:lnTo>
                  <a:lnTo>
                    <a:pt x="396" y="804"/>
                  </a:lnTo>
                  <a:lnTo>
                    <a:pt x="408" y="798"/>
                  </a:lnTo>
                  <a:lnTo>
                    <a:pt x="420" y="798"/>
                  </a:lnTo>
                  <a:lnTo>
                    <a:pt x="432" y="792"/>
                  </a:lnTo>
                  <a:lnTo>
                    <a:pt x="438" y="786"/>
                  </a:lnTo>
                  <a:lnTo>
                    <a:pt x="438" y="768"/>
                  </a:lnTo>
                  <a:lnTo>
                    <a:pt x="432" y="756"/>
                  </a:lnTo>
                  <a:lnTo>
                    <a:pt x="426" y="738"/>
                  </a:lnTo>
                  <a:lnTo>
                    <a:pt x="426" y="726"/>
                  </a:lnTo>
                  <a:lnTo>
                    <a:pt x="432" y="714"/>
                  </a:lnTo>
                  <a:lnTo>
                    <a:pt x="444" y="678"/>
                  </a:lnTo>
                  <a:lnTo>
                    <a:pt x="444" y="660"/>
                  </a:lnTo>
                  <a:lnTo>
                    <a:pt x="438" y="648"/>
                  </a:lnTo>
                  <a:lnTo>
                    <a:pt x="432" y="642"/>
                  </a:lnTo>
                  <a:lnTo>
                    <a:pt x="426" y="642"/>
                  </a:lnTo>
                  <a:lnTo>
                    <a:pt x="414" y="654"/>
                  </a:lnTo>
                  <a:lnTo>
                    <a:pt x="402" y="660"/>
                  </a:lnTo>
                  <a:lnTo>
                    <a:pt x="396" y="660"/>
                  </a:lnTo>
                  <a:lnTo>
                    <a:pt x="396" y="648"/>
                  </a:lnTo>
                  <a:lnTo>
                    <a:pt x="408" y="624"/>
                  </a:lnTo>
                  <a:lnTo>
                    <a:pt x="408" y="612"/>
                  </a:lnTo>
                  <a:lnTo>
                    <a:pt x="414" y="600"/>
                  </a:lnTo>
                  <a:lnTo>
                    <a:pt x="414" y="594"/>
                  </a:lnTo>
                  <a:lnTo>
                    <a:pt x="408" y="588"/>
                  </a:lnTo>
                  <a:lnTo>
                    <a:pt x="372" y="570"/>
                  </a:lnTo>
                  <a:lnTo>
                    <a:pt x="366" y="564"/>
                  </a:lnTo>
                  <a:lnTo>
                    <a:pt x="330" y="564"/>
                  </a:lnTo>
                  <a:lnTo>
                    <a:pt x="324" y="570"/>
                  </a:lnTo>
                  <a:lnTo>
                    <a:pt x="324" y="576"/>
                  </a:lnTo>
                  <a:lnTo>
                    <a:pt x="330" y="582"/>
                  </a:lnTo>
                  <a:lnTo>
                    <a:pt x="336" y="582"/>
                  </a:lnTo>
                  <a:lnTo>
                    <a:pt x="342" y="594"/>
                  </a:lnTo>
                  <a:lnTo>
                    <a:pt x="342" y="600"/>
                  </a:lnTo>
                  <a:lnTo>
                    <a:pt x="336" y="606"/>
                  </a:lnTo>
                  <a:lnTo>
                    <a:pt x="336" y="618"/>
                  </a:lnTo>
                  <a:lnTo>
                    <a:pt x="330" y="630"/>
                  </a:lnTo>
                  <a:lnTo>
                    <a:pt x="330" y="64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41" name="Peru" descr="© INSCALE GmbH, 05.05.2010&#10;http://www.presentationload.com/">
              <a:extLst>
                <a:ext uri="{FF2B5EF4-FFF2-40B4-BE49-F238E27FC236}">
                  <a16:creationId xmlns:a16="http://schemas.microsoft.com/office/drawing/2014/main" id="{4D9D5A39-2B08-4167-AAAD-BE75134BF1C8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820503" y="3000719"/>
              <a:ext cx="311473" cy="489371"/>
            </a:xfrm>
            <a:custGeom>
              <a:avLst/>
              <a:gdLst>
                <a:gd name="T0" fmla="*/ 2147483647 w 942"/>
                <a:gd name="T1" fmla="*/ 2147483647 h 1488"/>
                <a:gd name="T2" fmla="*/ 2147483647 w 942"/>
                <a:gd name="T3" fmla="*/ 2147483647 h 1488"/>
                <a:gd name="T4" fmla="*/ 2147483647 w 942"/>
                <a:gd name="T5" fmla="*/ 2147483647 h 1488"/>
                <a:gd name="T6" fmla="*/ 2147483647 w 942"/>
                <a:gd name="T7" fmla="*/ 2147483647 h 1488"/>
                <a:gd name="T8" fmla="*/ 2147483647 w 942"/>
                <a:gd name="T9" fmla="*/ 2147483647 h 1488"/>
                <a:gd name="T10" fmla="*/ 2147483647 w 942"/>
                <a:gd name="T11" fmla="*/ 2147483647 h 1488"/>
                <a:gd name="T12" fmla="*/ 2147483647 w 942"/>
                <a:gd name="T13" fmla="*/ 2147483647 h 1488"/>
                <a:gd name="T14" fmla="*/ 2147483647 w 942"/>
                <a:gd name="T15" fmla="*/ 2147483647 h 1488"/>
                <a:gd name="T16" fmla="*/ 2147483647 w 942"/>
                <a:gd name="T17" fmla="*/ 2147483647 h 1488"/>
                <a:gd name="T18" fmla="*/ 2147483647 w 942"/>
                <a:gd name="T19" fmla="*/ 2147483647 h 1488"/>
                <a:gd name="T20" fmla="*/ 2147483647 w 942"/>
                <a:gd name="T21" fmla="*/ 2147483647 h 1488"/>
                <a:gd name="T22" fmla="*/ 2147483647 w 942"/>
                <a:gd name="T23" fmla="*/ 2147483647 h 1488"/>
                <a:gd name="T24" fmla="*/ 2147483647 w 942"/>
                <a:gd name="T25" fmla="*/ 2147483647 h 1488"/>
                <a:gd name="T26" fmla="*/ 2147483647 w 942"/>
                <a:gd name="T27" fmla="*/ 2147483647 h 1488"/>
                <a:gd name="T28" fmla="*/ 2147483647 w 942"/>
                <a:gd name="T29" fmla="*/ 2147483647 h 1488"/>
                <a:gd name="T30" fmla="*/ 2147483647 w 942"/>
                <a:gd name="T31" fmla="*/ 2147483647 h 1488"/>
                <a:gd name="T32" fmla="*/ 2147483647 w 942"/>
                <a:gd name="T33" fmla="*/ 2147483647 h 1488"/>
                <a:gd name="T34" fmla="*/ 2147483647 w 942"/>
                <a:gd name="T35" fmla="*/ 2147483647 h 1488"/>
                <a:gd name="T36" fmla="*/ 2147483647 w 942"/>
                <a:gd name="T37" fmla="*/ 2147483647 h 1488"/>
                <a:gd name="T38" fmla="*/ 2147483647 w 942"/>
                <a:gd name="T39" fmla="*/ 2147483647 h 1488"/>
                <a:gd name="T40" fmla="*/ 2147483647 w 942"/>
                <a:gd name="T41" fmla="*/ 2147483647 h 1488"/>
                <a:gd name="T42" fmla="*/ 2147483647 w 942"/>
                <a:gd name="T43" fmla="*/ 2147483647 h 1488"/>
                <a:gd name="T44" fmla="*/ 2147483647 w 942"/>
                <a:gd name="T45" fmla="*/ 2147483647 h 1488"/>
                <a:gd name="T46" fmla="*/ 2147483647 w 942"/>
                <a:gd name="T47" fmla="*/ 2147483647 h 1488"/>
                <a:gd name="T48" fmla="*/ 2147483647 w 942"/>
                <a:gd name="T49" fmla="*/ 2147483647 h 1488"/>
                <a:gd name="T50" fmla="*/ 2147483647 w 942"/>
                <a:gd name="T51" fmla="*/ 2147483647 h 1488"/>
                <a:gd name="T52" fmla="*/ 2147483647 w 942"/>
                <a:gd name="T53" fmla="*/ 2147483647 h 1488"/>
                <a:gd name="T54" fmla="*/ 2147483647 w 942"/>
                <a:gd name="T55" fmla="*/ 2147483647 h 1488"/>
                <a:gd name="T56" fmla="*/ 2147483647 w 942"/>
                <a:gd name="T57" fmla="*/ 2147483647 h 1488"/>
                <a:gd name="T58" fmla="*/ 2147483647 w 942"/>
                <a:gd name="T59" fmla="*/ 2147483647 h 1488"/>
                <a:gd name="T60" fmla="*/ 2147483647 w 942"/>
                <a:gd name="T61" fmla="*/ 2147483647 h 1488"/>
                <a:gd name="T62" fmla="*/ 2147483647 w 942"/>
                <a:gd name="T63" fmla="*/ 0 h 1488"/>
                <a:gd name="T64" fmla="*/ 2147483647 w 942"/>
                <a:gd name="T65" fmla="*/ 2147483647 h 1488"/>
                <a:gd name="T66" fmla="*/ 2147483647 w 942"/>
                <a:gd name="T67" fmla="*/ 2147483647 h 1488"/>
                <a:gd name="T68" fmla="*/ 2147483647 w 942"/>
                <a:gd name="T69" fmla="*/ 2147483647 h 1488"/>
                <a:gd name="T70" fmla="*/ 2147483647 w 942"/>
                <a:gd name="T71" fmla="*/ 2147483647 h 1488"/>
                <a:gd name="T72" fmla="*/ 2147483647 w 942"/>
                <a:gd name="T73" fmla="*/ 2147483647 h 1488"/>
                <a:gd name="T74" fmla="*/ 2147483647 w 942"/>
                <a:gd name="T75" fmla="*/ 2147483647 h 1488"/>
                <a:gd name="T76" fmla="*/ 2147483647 w 942"/>
                <a:gd name="T77" fmla="*/ 2147483647 h 1488"/>
                <a:gd name="T78" fmla="*/ 2147483647 w 942"/>
                <a:gd name="T79" fmla="*/ 2147483647 h 1488"/>
                <a:gd name="T80" fmla="*/ 2147483647 w 942"/>
                <a:gd name="T81" fmla="*/ 2147483647 h 1488"/>
                <a:gd name="T82" fmla="*/ 2147483647 w 942"/>
                <a:gd name="T83" fmla="*/ 2147483647 h 1488"/>
                <a:gd name="T84" fmla="*/ 0 w 942"/>
                <a:gd name="T85" fmla="*/ 2147483647 h 1488"/>
                <a:gd name="T86" fmla="*/ 2147483647 w 942"/>
                <a:gd name="T87" fmla="*/ 2147483647 h 1488"/>
                <a:gd name="T88" fmla="*/ 2147483647 w 942"/>
                <a:gd name="T89" fmla="*/ 2147483647 h 1488"/>
                <a:gd name="T90" fmla="*/ 2147483647 w 942"/>
                <a:gd name="T91" fmla="*/ 2147483647 h 1488"/>
                <a:gd name="T92" fmla="*/ 2147483647 w 942"/>
                <a:gd name="T93" fmla="*/ 2147483647 h 1488"/>
                <a:gd name="T94" fmla="*/ 2147483647 w 942"/>
                <a:gd name="T95" fmla="*/ 2147483647 h 1488"/>
                <a:gd name="T96" fmla="*/ 2147483647 w 942"/>
                <a:gd name="T97" fmla="*/ 2147483647 h 1488"/>
                <a:gd name="T98" fmla="*/ 2147483647 w 942"/>
                <a:gd name="T99" fmla="*/ 2147483647 h 1488"/>
                <a:gd name="T100" fmla="*/ 2147483647 w 942"/>
                <a:gd name="T101" fmla="*/ 2147483647 h 1488"/>
                <a:gd name="T102" fmla="*/ 2147483647 w 942"/>
                <a:gd name="T103" fmla="*/ 2147483647 h 1488"/>
                <a:gd name="T104" fmla="*/ 2147483647 w 942"/>
                <a:gd name="T105" fmla="*/ 2147483647 h 1488"/>
                <a:gd name="T106" fmla="*/ 2147483647 w 942"/>
                <a:gd name="T107" fmla="*/ 2147483647 h 1488"/>
                <a:gd name="T108" fmla="*/ 2147483647 w 942"/>
                <a:gd name="T109" fmla="*/ 2147483647 h 1488"/>
                <a:gd name="T110" fmla="*/ 2147483647 w 942"/>
                <a:gd name="T111" fmla="*/ 2147483647 h 1488"/>
                <a:gd name="T112" fmla="*/ 2147483647 w 942"/>
                <a:gd name="T113" fmla="*/ 2147483647 h 1488"/>
                <a:gd name="T114" fmla="*/ 2147483647 w 942"/>
                <a:gd name="T115" fmla="*/ 2147483647 h 1488"/>
                <a:gd name="T116" fmla="*/ 2147483647 w 942"/>
                <a:gd name="T117" fmla="*/ 2147483647 h 1488"/>
                <a:gd name="T118" fmla="*/ 2147483647 w 942"/>
                <a:gd name="T119" fmla="*/ 2147483647 h 1488"/>
                <a:gd name="T120" fmla="*/ 2147483647 w 942"/>
                <a:gd name="T121" fmla="*/ 2147483647 h 148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942"/>
                <a:gd name="T184" fmla="*/ 0 h 1488"/>
                <a:gd name="T185" fmla="*/ 942 w 942"/>
                <a:gd name="T186" fmla="*/ 1488 h 148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942" h="1488">
                  <a:moveTo>
                    <a:pt x="930" y="1320"/>
                  </a:moveTo>
                  <a:lnTo>
                    <a:pt x="924" y="1314"/>
                  </a:lnTo>
                  <a:lnTo>
                    <a:pt x="912" y="1308"/>
                  </a:lnTo>
                  <a:lnTo>
                    <a:pt x="888" y="1284"/>
                  </a:lnTo>
                  <a:lnTo>
                    <a:pt x="864" y="1284"/>
                  </a:lnTo>
                  <a:lnTo>
                    <a:pt x="858" y="1278"/>
                  </a:lnTo>
                  <a:lnTo>
                    <a:pt x="870" y="1260"/>
                  </a:lnTo>
                  <a:lnTo>
                    <a:pt x="870" y="1230"/>
                  </a:lnTo>
                  <a:lnTo>
                    <a:pt x="882" y="1230"/>
                  </a:lnTo>
                  <a:lnTo>
                    <a:pt x="906" y="1254"/>
                  </a:lnTo>
                  <a:lnTo>
                    <a:pt x="918" y="1236"/>
                  </a:lnTo>
                  <a:lnTo>
                    <a:pt x="918" y="1230"/>
                  </a:lnTo>
                  <a:lnTo>
                    <a:pt x="912" y="1224"/>
                  </a:lnTo>
                  <a:lnTo>
                    <a:pt x="906" y="1212"/>
                  </a:lnTo>
                  <a:lnTo>
                    <a:pt x="900" y="1194"/>
                  </a:lnTo>
                  <a:lnTo>
                    <a:pt x="912" y="1170"/>
                  </a:lnTo>
                  <a:lnTo>
                    <a:pt x="924" y="1158"/>
                  </a:lnTo>
                  <a:lnTo>
                    <a:pt x="930" y="1146"/>
                  </a:lnTo>
                  <a:lnTo>
                    <a:pt x="930" y="1140"/>
                  </a:lnTo>
                  <a:lnTo>
                    <a:pt x="924" y="1128"/>
                  </a:lnTo>
                  <a:lnTo>
                    <a:pt x="912" y="1116"/>
                  </a:lnTo>
                  <a:lnTo>
                    <a:pt x="906" y="1116"/>
                  </a:lnTo>
                  <a:lnTo>
                    <a:pt x="924" y="1086"/>
                  </a:lnTo>
                  <a:lnTo>
                    <a:pt x="912" y="1038"/>
                  </a:lnTo>
                  <a:lnTo>
                    <a:pt x="918" y="1032"/>
                  </a:lnTo>
                  <a:lnTo>
                    <a:pt x="924" y="1020"/>
                  </a:lnTo>
                  <a:lnTo>
                    <a:pt x="930" y="1014"/>
                  </a:lnTo>
                  <a:lnTo>
                    <a:pt x="930" y="1002"/>
                  </a:lnTo>
                  <a:lnTo>
                    <a:pt x="918" y="978"/>
                  </a:lnTo>
                  <a:lnTo>
                    <a:pt x="906" y="960"/>
                  </a:lnTo>
                  <a:lnTo>
                    <a:pt x="894" y="948"/>
                  </a:lnTo>
                  <a:lnTo>
                    <a:pt x="882" y="930"/>
                  </a:lnTo>
                  <a:lnTo>
                    <a:pt x="870" y="918"/>
                  </a:lnTo>
                  <a:lnTo>
                    <a:pt x="864" y="900"/>
                  </a:lnTo>
                  <a:lnTo>
                    <a:pt x="864" y="882"/>
                  </a:lnTo>
                  <a:lnTo>
                    <a:pt x="828" y="882"/>
                  </a:lnTo>
                  <a:lnTo>
                    <a:pt x="822" y="888"/>
                  </a:lnTo>
                  <a:lnTo>
                    <a:pt x="816" y="888"/>
                  </a:lnTo>
                  <a:lnTo>
                    <a:pt x="816" y="894"/>
                  </a:lnTo>
                  <a:lnTo>
                    <a:pt x="804" y="894"/>
                  </a:lnTo>
                  <a:lnTo>
                    <a:pt x="798" y="888"/>
                  </a:lnTo>
                  <a:lnTo>
                    <a:pt x="798" y="882"/>
                  </a:lnTo>
                  <a:lnTo>
                    <a:pt x="786" y="888"/>
                  </a:lnTo>
                  <a:lnTo>
                    <a:pt x="786" y="858"/>
                  </a:lnTo>
                  <a:lnTo>
                    <a:pt x="780" y="840"/>
                  </a:lnTo>
                  <a:lnTo>
                    <a:pt x="780" y="828"/>
                  </a:lnTo>
                  <a:lnTo>
                    <a:pt x="786" y="816"/>
                  </a:lnTo>
                  <a:lnTo>
                    <a:pt x="786" y="804"/>
                  </a:lnTo>
                  <a:lnTo>
                    <a:pt x="792" y="798"/>
                  </a:lnTo>
                  <a:lnTo>
                    <a:pt x="792" y="780"/>
                  </a:lnTo>
                  <a:lnTo>
                    <a:pt x="786" y="768"/>
                  </a:lnTo>
                  <a:lnTo>
                    <a:pt x="786" y="756"/>
                  </a:lnTo>
                  <a:lnTo>
                    <a:pt x="732" y="804"/>
                  </a:lnTo>
                  <a:lnTo>
                    <a:pt x="672" y="810"/>
                  </a:lnTo>
                  <a:lnTo>
                    <a:pt x="672" y="804"/>
                  </a:lnTo>
                  <a:lnTo>
                    <a:pt x="666" y="798"/>
                  </a:lnTo>
                  <a:lnTo>
                    <a:pt x="660" y="786"/>
                  </a:lnTo>
                  <a:lnTo>
                    <a:pt x="660" y="774"/>
                  </a:lnTo>
                  <a:lnTo>
                    <a:pt x="654" y="768"/>
                  </a:lnTo>
                  <a:lnTo>
                    <a:pt x="648" y="768"/>
                  </a:lnTo>
                  <a:lnTo>
                    <a:pt x="636" y="762"/>
                  </a:lnTo>
                  <a:lnTo>
                    <a:pt x="594" y="762"/>
                  </a:lnTo>
                  <a:lnTo>
                    <a:pt x="600" y="756"/>
                  </a:lnTo>
                  <a:lnTo>
                    <a:pt x="612" y="750"/>
                  </a:lnTo>
                  <a:lnTo>
                    <a:pt x="618" y="738"/>
                  </a:lnTo>
                  <a:lnTo>
                    <a:pt x="624" y="732"/>
                  </a:lnTo>
                  <a:lnTo>
                    <a:pt x="600" y="708"/>
                  </a:lnTo>
                  <a:lnTo>
                    <a:pt x="588" y="702"/>
                  </a:lnTo>
                  <a:lnTo>
                    <a:pt x="576" y="690"/>
                  </a:lnTo>
                  <a:lnTo>
                    <a:pt x="564" y="666"/>
                  </a:lnTo>
                  <a:lnTo>
                    <a:pt x="558" y="660"/>
                  </a:lnTo>
                  <a:lnTo>
                    <a:pt x="558" y="654"/>
                  </a:lnTo>
                  <a:lnTo>
                    <a:pt x="552" y="630"/>
                  </a:lnTo>
                  <a:lnTo>
                    <a:pt x="540" y="624"/>
                  </a:lnTo>
                  <a:lnTo>
                    <a:pt x="534" y="618"/>
                  </a:lnTo>
                  <a:lnTo>
                    <a:pt x="534" y="606"/>
                  </a:lnTo>
                  <a:lnTo>
                    <a:pt x="540" y="600"/>
                  </a:lnTo>
                  <a:lnTo>
                    <a:pt x="552" y="594"/>
                  </a:lnTo>
                  <a:lnTo>
                    <a:pt x="546" y="588"/>
                  </a:lnTo>
                  <a:lnTo>
                    <a:pt x="546" y="564"/>
                  </a:lnTo>
                  <a:lnTo>
                    <a:pt x="552" y="552"/>
                  </a:lnTo>
                  <a:lnTo>
                    <a:pt x="582" y="522"/>
                  </a:lnTo>
                  <a:lnTo>
                    <a:pt x="588" y="528"/>
                  </a:lnTo>
                  <a:lnTo>
                    <a:pt x="594" y="528"/>
                  </a:lnTo>
                  <a:lnTo>
                    <a:pt x="588" y="522"/>
                  </a:lnTo>
                  <a:lnTo>
                    <a:pt x="588" y="504"/>
                  </a:lnTo>
                  <a:lnTo>
                    <a:pt x="582" y="498"/>
                  </a:lnTo>
                  <a:lnTo>
                    <a:pt x="582" y="486"/>
                  </a:lnTo>
                  <a:lnTo>
                    <a:pt x="600" y="468"/>
                  </a:lnTo>
                  <a:lnTo>
                    <a:pt x="600" y="414"/>
                  </a:lnTo>
                  <a:lnTo>
                    <a:pt x="624" y="414"/>
                  </a:lnTo>
                  <a:lnTo>
                    <a:pt x="624" y="408"/>
                  </a:lnTo>
                  <a:lnTo>
                    <a:pt x="630" y="402"/>
                  </a:lnTo>
                  <a:lnTo>
                    <a:pt x="630" y="396"/>
                  </a:lnTo>
                  <a:lnTo>
                    <a:pt x="642" y="384"/>
                  </a:lnTo>
                  <a:lnTo>
                    <a:pt x="654" y="378"/>
                  </a:lnTo>
                  <a:lnTo>
                    <a:pt x="660" y="372"/>
                  </a:lnTo>
                  <a:lnTo>
                    <a:pt x="672" y="366"/>
                  </a:lnTo>
                  <a:lnTo>
                    <a:pt x="702" y="366"/>
                  </a:lnTo>
                  <a:lnTo>
                    <a:pt x="708" y="354"/>
                  </a:lnTo>
                  <a:lnTo>
                    <a:pt x="738" y="360"/>
                  </a:lnTo>
                  <a:lnTo>
                    <a:pt x="744" y="354"/>
                  </a:lnTo>
                  <a:lnTo>
                    <a:pt x="750" y="342"/>
                  </a:lnTo>
                  <a:lnTo>
                    <a:pt x="756" y="336"/>
                  </a:lnTo>
                  <a:lnTo>
                    <a:pt x="774" y="336"/>
                  </a:lnTo>
                  <a:lnTo>
                    <a:pt x="786" y="348"/>
                  </a:lnTo>
                  <a:lnTo>
                    <a:pt x="786" y="354"/>
                  </a:lnTo>
                  <a:lnTo>
                    <a:pt x="804" y="354"/>
                  </a:lnTo>
                  <a:lnTo>
                    <a:pt x="816" y="342"/>
                  </a:lnTo>
                  <a:lnTo>
                    <a:pt x="798" y="330"/>
                  </a:lnTo>
                  <a:lnTo>
                    <a:pt x="786" y="312"/>
                  </a:lnTo>
                  <a:lnTo>
                    <a:pt x="768" y="312"/>
                  </a:lnTo>
                  <a:lnTo>
                    <a:pt x="762" y="306"/>
                  </a:lnTo>
                  <a:lnTo>
                    <a:pt x="762" y="288"/>
                  </a:lnTo>
                  <a:lnTo>
                    <a:pt x="774" y="264"/>
                  </a:lnTo>
                  <a:lnTo>
                    <a:pt x="774" y="258"/>
                  </a:lnTo>
                  <a:lnTo>
                    <a:pt x="780" y="252"/>
                  </a:lnTo>
                  <a:lnTo>
                    <a:pt x="786" y="252"/>
                  </a:lnTo>
                  <a:lnTo>
                    <a:pt x="792" y="246"/>
                  </a:lnTo>
                  <a:lnTo>
                    <a:pt x="798" y="234"/>
                  </a:lnTo>
                  <a:lnTo>
                    <a:pt x="798" y="216"/>
                  </a:lnTo>
                  <a:lnTo>
                    <a:pt x="792" y="210"/>
                  </a:lnTo>
                  <a:lnTo>
                    <a:pt x="780" y="204"/>
                  </a:lnTo>
                  <a:lnTo>
                    <a:pt x="756" y="204"/>
                  </a:lnTo>
                  <a:lnTo>
                    <a:pt x="750" y="198"/>
                  </a:lnTo>
                  <a:lnTo>
                    <a:pt x="744" y="186"/>
                  </a:lnTo>
                  <a:lnTo>
                    <a:pt x="744" y="180"/>
                  </a:lnTo>
                  <a:lnTo>
                    <a:pt x="732" y="180"/>
                  </a:lnTo>
                  <a:lnTo>
                    <a:pt x="726" y="186"/>
                  </a:lnTo>
                  <a:lnTo>
                    <a:pt x="714" y="192"/>
                  </a:lnTo>
                  <a:lnTo>
                    <a:pt x="702" y="192"/>
                  </a:lnTo>
                  <a:lnTo>
                    <a:pt x="696" y="186"/>
                  </a:lnTo>
                  <a:lnTo>
                    <a:pt x="690" y="186"/>
                  </a:lnTo>
                  <a:lnTo>
                    <a:pt x="684" y="180"/>
                  </a:lnTo>
                  <a:lnTo>
                    <a:pt x="660" y="180"/>
                  </a:lnTo>
                  <a:lnTo>
                    <a:pt x="648" y="192"/>
                  </a:lnTo>
                  <a:lnTo>
                    <a:pt x="648" y="204"/>
                  </a:lnTo>
                  <a:lnTo>
                    <a:pt x="612" y="204"/>
                  </a:lnTo>
                  <a:lnTo>
                    <a:pt x="588" y="198"/>
                  </a:lnTo>
                  <a:lnTo>
                    <a:pt x="576" y="192"/>
                  </a:lnTo>
                  <a:lnTo>
                    <a:pt x="576" y="168"/>
                  </a:lnTo>
                  <a:lnTo>
                    <a:pt x="582" y="162"/>
                  </a:lnTo>
                  <a:lnTo>
                    <a:pt x="582" y="156"/>
                  </a:lnTo>
                  <a:lnTo>
                    <a:pt x="576" y="150"/>
                  </a:lnTo>
                  <a:lnTo>
                    <a:pt x="564" y="144"/>
                  </a:lnTo>
                  <a:lnTo>
                    <a:pt x="552" y="144"/>
                  </a:lnTo>
                  <a:lnTo>
                    <a:pt x="552" y="138"/>
                  </a:lnTo>
                  <a:lnTo>
                    <a:pt x="546" y="132"/>
                  </a:lnTo>
                  <a:lnTo>
                    <a:pt x="546" y="108"/>
                  </a:lnTo>
                  <a:lnTo>
                    <a:pt x="540" y="102"/>
                  </a:lnTo>
                  <a:lnTo>
                    <a:pt x="528" y="102"/>
                  </a:lnTo>
                  <a:lnTo>
                    <a:pt x="516" y="84"/>
                  </a:lnTo>
                  <a:lnTo>
                    <a:pt x="498" y="84"/>
                  </a:lnTo>
                  <a:lnTo>
                    <a:pt x="486" y="48"/>
                  </a:lnTo>
                  <a:lnTo>
                    <a:pt x="480" y="42"/>
                  </a:lnTo>
                  <a:lnTo>
                    <a:pt x="468" y="36"/>
                  </a:lnTo>
                  <a:lnTo>
                    <a:pt x="450" y="18"/>
                  </a:lnTo>
                  <a:lnTo>
                    <a:pt x="438" y="12"/>
                  </a:lnTo>
                  <a:lnTo>
                    <a:pt x="426" y="0"/>
                  </a:lnTo>
                  <a:lnTo>
                    <a:pt x="396" y="0"/>
                  </a:lnTo>
                  <a:lnTo>
                    <a:pt x="414" y="0"/>
                  </a:lnTo>
                  <a:lnTo>
                    <a:pt x="414" y="24"/>
                  </a:lnTo>
                  <a:lnTo>
                    <a:pt x="408" y="24"/>
                  </a:lnTo>
                  <a:lnTo>
                    <a:pt x="408" y="30"/>
                  </a:lnTo>
                  <a:lnTo>
                    <a:pt x="402" y="30"/>
                  </a:lnTo>
                  <a:lnTo>
                    <a:pt x="426" y="48"/>
                  </a:lnTo>
                  <a:lnTo>
                    <a:pt x="426" y="78"/>
                  </a:lnTo>
                  <a:lnTo>
                    <a:pt x="414" y="84"/>
                  </a:lnTo>
                  <a:lnTo>
                    <a:pt x="402" y="126"/>
                  </a:lnTo>
                  <a:lnTo>
                    <a:pt x="396" y="138"/>
                  </a:lnTo>
                  <a:lnTo>
                    <a:pt x="384" y="150"/>
                  </a:lnTo>
                  <a:lnTo>
                    <a:pt x="378" y="162"/>
                  </a:lnTo>
                  <a:lnTo>
                    <a:pt x="366" y="174"/>
                  </a:lnTo>
                  <a:lnTo>
                    <a:pt x="354" y="192"/>
                  </a:lnTo>
                  <a:lnTo>
                    <a:pt x="336" y="204"/>
                  </a:lnTo>
                  <a:lnTo>
                    <a:pt x="276" y="234"/>
                  </a:lnTo>
                  <a:lnTo>
                    <a:pt x="258" y="240"/>
                  </a:lnTo>
                  <a:lnTo>
                    <a:pt x="240" y="252"/>
                  </a:lnTo>
                  <a:lnTo>
                    <a:pt x="222" y="270"/>
                  </a:lnTo>
                  <a:lnTo>
                    <a:pt x="222" y="276"/>
                  </a:lnTo>
                  <a:lnTo>
                    <a:pt x="210" y="282"/>
                  </a:lnTo>
                  <a:lnTo>
                    <a:pt x="210" y="300"/>
                  </a:lnTo>
                  <a:lnTo>
                    <a:pt x="198" y="312"/>
                  </a:lnTo>
                  <a:lnTo>
                    <a:pt x="198" y="336"/>
                  </a:lnTo>
                  <a:lnTo>
                    <a:pt x="192" y="348"/>
                  </a:lnTo>
                  <a:lnTo>
                    <a:pt x="192" y="378"/>
                  </a:lnTo>
                  <a:lnTo>
                    <a:pt x="174" y="378"/>
                  </a:lnTo>
                  <a:lnTo>
                    <a:pt x="168" y="384"/>
                  </a:lnTo>
                  <a:lnTo>
                    <a:pt x="168" y="390"/>
                  </a:lnTo>
                  <a:lnTo>
                    <a:pt x="162" y="396"/>
                  </a:lnTo>
                  <a:lnTo>
                    <a:pt x="162" y="402"/>
                  </a:lnTo>
                  <a:lnTo>
                    <a:pt x="144" y="402"/>
                  </a:lnTo>
                  <a:lnTo>
                    <a:pt x="138" y="390"/>
                  </a:lnTo>
                  <a:lnTo>
                    <a:pt x="138" y="372"/>
                  </a:lnTo>
                  <a:lnTo>
                    <a:pt x="132" y="366"/>
                  </a:lnTo>
                  <a:lnTo>
                    <a:pt x="132" y="360"/>
                  </a:lnTo>
                  <a:lnTo>
                    <a:pt x="102" y="360"/>
                  </a:lnTo>
                  <a:lnTo>
                    <a:pt x="90" y="348"/>
                  </a:lnTo>
                  <a:lnTo>
                    <a:pt x="78" y="360"/>
                  </a:lnTo>
                  <a:lnTo>
                    <a:pt x="66" y="366"/>
                  </a:lnTo>
                  <a:lnTo>
                    <a:pt x="60" y="366"/>
                  </a:lnTo>
                  <a:lnTo>
                    <a:pt x="54" y="360"/>
                  </a:lnTo>
                  <a:lnTo>
                    <a:pt x="66" y="348"/>
                  </a:lnTo>
                  <a:lnTo>
                    <a:pt x="54" y="336"/>
                  </a:lnTo>
                  <a:lnTo>
                    <a:pt x="60" y="330"/>
                  </a:lnTo>
                  <a:lnTo>
                    <a:pt x="66" y="318"/>
                  </a:lnTo>
                  <a:lnTo>
                    <a:pt x="78" y="312"/>
                  </a:lnTo>
                  <a:lnTo>
                    <a:pt x="84" y="300"/>
                  </a:lnTo>
                  <a:lnTo>
                    <a:pt x="90" y="294"/>
                  </a:lnTo>
                  <a:lnTo>
                    <a:pt x="90" y="288"/>
                  </a:lnTo>
                  <a:lnTo>
                    <a:pt x="84" y="288"/>
                  </a:lnTo>
                  <a:lnTo>
                    <a:pt x="72" y="282"/>
                  </a:lnTo>
                  <a:lnTo>
                    <a:pt x="66" y="282"/>
                  </a:lnTo>
                  <a:lnTo>
                    <a:pt x="6" y="342"/>
                  </a:lnTo>
                  <a:lnTo>
                    <a:pt x="0" y="354"/>
                  </a:lnTo>
                  <a:lnTo>
                    <a:pt x="0" y="390"/>
                  </a:lnTo>
                  <a:lnTo>
                    <a:pt x="6" y="396"/>
                  </a:lnTo>
                  <a:lnTo>
                    <a:pt x="18" y="396"/>
                  </a:lnTo>
                  <a:lnTo>
                    <a:pt x="12" y="420"/>
                  </a:lnTo>
                  <a:lnTo>
                    <a:pt x="36" y="444"/>
                  </a:lnTo>
                  <a:lnTo>
                    <a:pt x="36" y="462"/>
                  </a:lnTo>
                  <a:lnTo>
                    <a:pt x="12" y="486"/>
                  </a:lnTo>
                  <a:lnTo>
                    <a:pt x="12" y="492"/>
                  </a:lnTo>
                  <a:lnTo>
                    <a:pt x="18" y="504"/>
                  </a:lnTo>
                  <a:lnTo>
                    <a:pt x="24" y="510"/>
                  </a:lnTo>
                  <a:lnTo>
                    <a:pt x="36" y="516"/>
                  </a:lnTo>
                  <a:lnTo>
                    <a:pt x="54" y="522"/>
                  </a:lnTo>
                  <a:lnTo>
                    <a:pt x="66" y="522"/>
                  </a:lnTo>
                  <a:lnTo>
                    <a:pt x="108" y="564"/>
                  </a:lnTo>
                  <a:lnTo>
                    <a:pt x="114" y="576"/>
                  </a:lnTo>
                  <a:lnTo>
                    <a:pt x="132" y="594"/>
                  </a:lnTo>
                  <a:lnTo>
                    <a:pt x="138" y="612"/>
                  </a:lnTo>
                  <a:lnTo>
                    <a:pt x="144" y="624"/>
                  </a:lnTo>
                  <a:lnTo>
                    <a:pt x="144" y="642"/>
                  </a:lnTo>
                  <a:lnTo>
                    <a:pt x="150" y="648"/>
                  </a:lnTo>
                  <a:lnTo>
                    <a:pt x="156" y="660"/>
                  </a:lnTo>
                  <a:lnTo>
                    <a:pt x="168" y="666"/>
                  </a:lnTo>
                  <a:lnTo>
                    <a:pt x="174" y="678"/>
                  </a:lnTo>
                  <a:lnTo>
                    <a:pt x="192" y="696"/>
                  </a:lnTo>
                  <a:lnTo>
                    <a:pt x="204" y="720"/>
                  </a:lnTo>
                  <a:lnTo>
                    <a:pt x="216" y="732"/>
                  </a:lnTo>
                  <a:lnTo>
                    <a:pt x="222" y="744"/>
                  </a:lnTo>
                  <a:lnTo>
                    <a:pt x="234" y="762"/>
                  </a:lnTo>
                  <a:lnTo>
                    <a:pt x="240" y="768"/>
                  </a:lnTo>
                  <a:lnTo>
                    <a:pt x="246" y="780"/>
                  </a:lnTo>
                  <a:lnTo>
                    <a:pt x="252" y="822"/>
                  </a:lnTo>
                  <a:lnTo>
                    <a:pt x="252" y="828"/>
                  </a:lnTo>
                  <a:lnTo>
                    <a:pt x="258" y="834"/>
                  </a:lnTo>
                  <a:lnTo>
                    <a:pt x="264" y="846"/>
                  </a:lnTo>
                  <a:lnTo>
                    <a:pt x="270" y="864"/>
                  </a:lnTo>
                  <a:lnTo>
                    <a:pt x="282" y="876"/>
                  </a:lnTo>
                  <a:lnTo>
                    <a:pt x="288" y="894"/>
                  </a:lnTo>
                  <a:lnTo>
                    <a:pt x="294" y="906"/>
                  </a:lnTo>
                  <a:lnTo>
                    <a:pt x="294" y="918"/>
                  </a:lnTo>
                  <a:lnTo>
                    <a:pt x="300" y="924"/>
                  </a:lnTo>
                  <a:lnTo>
                    <a:pt x="312" y="924"/>
                  </a:lnTo>
                  <a:lnTo>
                    <a:pt x="324" y="936"/>
                  </a:lnTo>
                  <a:lnTo>
                    <a:pt x="324" y="948"/>
                  </a:lnTo>
                  <a:lnTo>
                    <a:pt x="330" y="954"/>
                  </a:lnTo>
                  <a:lnTo>
                    <a:pt x="330" y="966"/>
                  </a:lnTo>
                  <a:lnTo>
                    <a:pt x="336" y="984"/>
                  </a:lnTo>
                  <a:lnTo>
                    <a:pt x="360" y="1014"/>
                  </a:lnTo>
                  <a:lnTo>
                    <a:pt x="378" y="1050"/>
                  </a:lnTo>
                  <a:lnTo>
                    <a:pt x="396" y="1074"/>
                  </a:lnTo>
                  <a:lnTo>
                    <a:pt x="402" y="1086"/>
                  </a:lnTo>
                  <a:lnTo>
                    <a:pt x="408" y="1104"/>
                  </a:lnTo>
                  <a:lnTo>
                    <a:pt x="408" y="1116"/>
                  </a:lnTo>
                  <a:lnTo>
                    <a:pt x="402" y="1128"/>
                  </a:lnTo>
                  <a:lnTo>
                    <a:pt x="402" y="1146"/>
                  </a:lnTo>
                  <a:lnTo>
                    <a:pt x="414" y="1158"/>
                  </a:lnTo>
                  <a:lnTo>
                    <a:pt x="420" y="1170"/>
                  </a:lnTo>
                  <a:lnTo>
                    <a:pt x="444" y="1194"/>
                  </a:lnTo>
                  <a:lnTo>
                    <a:pt x="456" y="1200"/>
                  </a:lnTo>
                  <a:lnTo>
                    <a:pt x="468" y="1212"/>
                  </a:lnTo>
                  <a:lnTo>
                    <a:pt x="474" y="1224"/>
                  </a:lnTo>
                  <a:lnTo>
                    <a:pt x="498" y="1248"/>
                  </a:lnTo>
                  <a:lnTo>
                    <a:pt x="516" y="1260"/>
                  </a:lnTo>
                  <a:lnTo>
                    <a:pt x="546" y="1278"/>
                  </a:lnTo>
                  <a:lnTo>
                    <a:pt x="576" y="1290"/>
                  </a:lnTo>
                  <a:lnTo>
                    <a:pt x="600" y="1302"/>
                  </a:lnTo>
                  <a:lnTo>
                    <a:pt x="642" y="1320"/>
                  </a:lnTo>
                  <a:lnTo>
                    <a:pt x="696" y="1350"/>
                  </a:lnTo>
                  <a:lnTo>
                    <a:pt x="708" y="1362"/>
                  </a:lnTo>
                  <a:lnTo>
                    <a:pt x="726" y="1374"/>
                  </a:lnTo>
                  <a:lnTo>
                    <a:pt x="738" y="1380"/>
                  </a:lnTo>
                  <a:lnTo>
                    <a:pt x="750" y="1392"/>
                  </a:lnTo>
                  <a:lnTo>
                    <a:pt x="774" y="1404"/>
                  </a:lnTo>
                  <a:lnTo>
                    <a:pt x="780" y="1428"/>
                  </a:lnTo>
                  <a:lnTo>
                    <a:pt x="792" y="1434"/>
                  </a:lnTo>
                  <a:lnTo>
                    <a:pt x="798" y="1446"/>
                  </a:lnTo>
                  <a:lnTo>
                    <a:pt x="810" y="1452"/>
                  </a:lnTo>
                  <a:lnTo>
                    <a:pt x="816" y="1458"/>
                  </a:lnTo>
                  <a:lnTo>
                    <a:pt x="840" y="1470"/>
                  </a:lnTo>
                  <a:lnTo>
                    <a:pt x="846" y="1482"/>
                  </a:lnTo>
                  <a:lnTo>
                    <a:pt x="858" y="1488"/>
                  </a:lnTo>
                  <a:lnTo>
                    <a:pt x="894" y="1464"/>
                  </a:lnTo>
                  <a:lnTo>
                    <a:pt x="900" y="1458"/>
                  </a:lnTo>
                  <a:lnTo>
                    <a:pt x="900" y="1440"/>
                  </a:lnTo>
                  <a:lnTo>
                    <a:pt x="894" y="1428"/>
                  </a:lnTo>
                  <a:lnTo>
                    <a:pt x="912" y="1416"/>
                  </a:lnTo>
                  <a:lnTo>
                    <a:pt x="900" y="1392"/>
                  </a:lnTo>
                  <a:lnTo>
                    <a:pt x="918" y="1374"/>
                  </a:lnTo>
                  <a:lnTo>
                    <a:pt x="930" y="1368"/>
                  </a:lnTo>
                  <a:lnTo>
                    <a:pt x="942" y="1344"/>
                  </a:lnTo>
                  <a:lnTo>
                    <a:pt x="942" y="1332"/>
                  </a:lnTo>
                  <a:lnTo>
                    <a:pt x="930" y="132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42" name="Papua New 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2C0005A7-6F5B-468B-A13C-0AD72A4B24A1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7035404" y="3050811"/>
              <a:ext cx="359290" cy="238907"/>
            </a:xfrm>
            <a:custGeom>
              <a:avLst/>
              <a:gdLst>
                <a:gd name="T0" fmla="*/ 2147483647 w 1086"/>
                <a:gd name="T1" fmla="*/ 2147483647 h 726"/>
                <a:gd name="T2" fmla="*/ 2147483647 w 1086"/>
                <a:gd name="T3" fmla="*/ 2147483647 h 726"/>
                <a:gd name="T4" fmla="*/ 2147483647 w 1086"/>
                <a:gd name="T5" fmla="*/ 2147483647 h 726"/>
                <a:gd name="T6" fmla="*/ 2147483647 w 1086"/>
                <a:gd name="T7" fmla="*/ 2147483647 h 726"/>
                <a:gd name="T8" fmla="*/ 2147483647 w 1086"/>
                <a:gd name="T9" fmla="*/ 2147483647 h 726"/>
                <a:gd name="T10" fmla="*/ 2147483647 w 1086"/>
                <a:gd name="T11" fmla="*/ 2147483647 h 726"/>
                <a:gd name="T12" fmla="*/ 2147483647 w 1086"/>
                <a:gd name="T13" fmla="*/ 2147483647 h 726"/>
                <a:gd name="T14" fmla="*/ 2147483647 w 1086"/>
                <a:gd name="T15" fmla="*/ 2147483647 h 726"/>
                <a:gd name="T16" fmla="*/ 2147483647 w 1086"/>
                <a:gd name="T17" fmla="*/ 2147483647 h 726"/>
                <a:gd name="T18" fmla="*/ 2147483647 w 1086"/>
                <a:gd name="T19" fmla="*/ 2147483647 h 726"/>
                <a:gd name="T20" fmla="*/ 2147483647 w 1086"/>
                <a:gd name="T21" fmla="*/ 2147483647 h 726"/>
                <a:gd name="T22" fmla="*/ 2147483647 w 1086"/>
                <a:gd name="T23" fmla="*/ 2147483647 h 726"/>
                <a:gd name="T24" fmla="*/ 2147483647 w 1086"/>
                <a:gd name="T25" fmla="*/ 2147483647 h 726"/>
                <a:gd name="T26" fmla="*/ 2147483647 w 1086"/>
                <a:gd name="T27" fmla="*/ 2147483647 h 726"/>
                <a:gd name="T28" fmla="*/ 2147483647 w 1086"/>
                <a:gd name="T29" fmla="*/ 2147483647 h 726"/>
                <a:gd name="T30" fmla="*/ 2147483647 w 1086"/>
                <a:gd name="T31" fmla="*/ 2147483647 h 726"/>
                <a:gd name="T32" fmla="*/ 2147483647 w 1086"/>
                <a:gd name="T33" fmla="*/ 2147483647 h 726"/>
                <a:gd name="T34" fmla="*/ 2147483647 w 1086"/>
                <a:gd name="T35" fmla="*/ 2147483647 h 726"/>
                <a:gd name="T36" fmla="*/ 2147483647 w 1086"/>
                <a:gd name="T37" fmla="*/ 2147483647 h 726"/>
                <a:gd name="T38" fmla="*/ 2147483647 w 1086"/>
                <a:gd name="T39" fmla="*/ 2147483647 h 726"/>
                <a:gd name="T40" fmla="*/ 2147483647 w 1086"/>
                <a:gd name="T41" fmla="*/ 2147483647 h 726"/>
                <a:gd name="T42" fmla="*/ 2147483647 w 1086"/>
                <a:gd name="T43" fmla="*/ 2147483647 h 726"/>
                <a:gd name="T44" fmla="*/ 2147483647 w 1086"/>
                <a:gd name="T45" fmla="*/ 2147483647 h 726"/>
                <a:gd name="T46" fmla="*/ 2147483647 w 1086"/>
                <a:gd name="T47" fmla="*/ 2147483647 h 726"/>
                <a:gd name="T48" fmla="*/ 2147483647 w 1086"/>
                <a:gd name="T49" fmla="*/ 2147483647 h 726"/>
                <a:gd name="T50" fmla="*/ 2147483647 w 1086"/>
                <a:gd name="T51" fmla="*/ 2147483647 h 726"/>
                <a:gd name="T52" fmla="*/ 2147483647 w 1086"/>
                <a:gd name="T53" fmla="*/ 2147483647 h 726"/>
                <a:gd name="T54" fmla="*/ 2147483647 w 1086"/>
                <a:gd name="T55" fmla="*/ 2147483647 h 726"/>
                <a:gd name="T56" fmla="*/ 2147483647 w 1086"/>
                <a:gd name="T57" fmla="*/ 2147483647 h 726"/>
                <a:gd name="T58" fmla="*/ 2147483647 w 1086"/>
                <a:gd name="T59" fmla="*/ 2147483647 h 726"/>
                <a:gd name="T60" fmla="*/ 2147483647 w 1086"/>
                <a:gd name="T61" fmla="*/ 2147483647 h 726"/>
                <a:gd name="T62" fmla="*/ 2147483647 w 1086"/>
                <a:gd name="T63" fmla="*/ 2147483647 h 726"/>
                <a:gd name="T64" fmla="*/ 2147483647 w 1086"/>
                <a:gd name="T65" fmla="*/ 2147483647 h 726"/>
                <a:gd name="T66" fmla="*/ 2147483647 w 1086"/>
                <a:gd name="T67" fmla="*/ 2147483647 h 726"/>
                <a:gd name="T68" fmla="*/ 2147483647 w 1086"/>
                <a:gd name="T69" fmla="*/ 2147483647 h 726"/>
                <a:gd name="T70" fmla="*/ 2147483647 w 1086"/>
                <a:gd name="T71" fmla="*/ 2147483647 h 726"/>
                <a:gd name="T72" fmla="*/ 2147483647 w 1086"/>
                <a:gd name="T73" fmla="*/ 2147483647 h 726"/>
                <a:gd name="T74" fmla="*/ 2147483647 w 1086"/>
                <a:gd name="T75" fmla="*/ 2147483647 h 726"/>
                <a:gd name="T76" fmla="*/ 2147483647 w 1086"/>
                <a:gd name="T77" fmla="*/ 2147483647 h 726"/>
                <a:gd name="T78" fmla="*/ 2147483647 w 1086"/>
                <a:gd name="T79" fmla="*/ 2147483647 h 726"/>
                <a:gd name="T80" fmla="*/ 2147483647 w 1086"/>
                <a:gd name="T81" fmla="*/ 2147483647 h 726"/>
                <a:gd name="T82" fmla="*/ 2147483647 w 1086"/>
                <a:gd name="T83" fmla="*/ 2147483647 h 726"/>
                <a:gd name="T84" fmla="*/ 2147483647 w 1086"/>
                <a:gd name="T85" fmla="*/ 2147483647 h 726"/>
                <a:gd name="T86" fmla="*/ 2147483647 w 1086"/>
                <a:gd name="T87" fmla="*/ 2147483647 h 726"/>
                <a:gd name="T88" fmla="*/ 2147483647 w 1086"/>
                <a:gd name="T89" fmla="*/ 2147483647 h 726"/>
                <a:gd name="T90" fmla="*/ 2147483647 w 1086"/>
                <a:gd name="T91" fmla="*/ 2147483647 h 726"/>
                <a:gd name="T92" fmla="*/ 2147483647 w 1086"/>
                <a:gd name="T93" fmla="*/ 2147483647 h 726"/>
                <a:gd name="T94" fmla="*/ 2147483647 w 1086"/>
                <a:gd name="T95" fmla="*/ 2147483647 h 726"/>
                <a:gd name="T96" fmla="*/ 2147483647 w 1086"/>
                <a:gd name="T97" fmla="*/ 2147483647 h 726"/>
                <a:gd name="T98" fmla="*/ 2147483647 w 1086"/>
                <a:gd name="T99" fmla="*/ 2147483647 h 726"/>
                <a:gd name="T100" fmla="*/ 2147483647 w 1086"/>
                <a:gd name="T101" fmla="*/ 2147483647 h 726"/>
                <a:gd name="T102" fmla="*/ 2147483647 w 1086"/>
                <a:gd name="T103" fmla="*/ 2147483647 h 726"/>
                <a:gd name="T104" fmla="*/ 2147483647 w 1086"/>
                <a:gd name="T105" fmla="*/ 2147483647 h 726"/>
                <a:gd name="T106" fmla="*/ 2147483647 w 1086"/>
                <a:gd name="T107" fmla="*/ 2147483647 h 726"/>
                <a:gd name="T108" fmla="*/ 2147483647 w 1086"/>
                <a:gd name="T109" fmla="*/ 2147483647 h 726"/>
                <a:gd name="T110" fmla="*/ 2147483647 w 1086"/>
                <a:gd name="T111" fmla="*/ 2147483647 h 726"/>
                <a:gd name="T112" fmla="*/ 2147483647 w 1086"/>
                <a:gd name="T113" fmla="*/ 2147483647 h 72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86"/>
                <a:gd name="T172" fmla="*/ 0 h 726"/>
                <a:gd name="T173" fmla="*/ 1086 w 1086"/>
                <a:gd name="T174" fmla="*/ 726 h 72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86" h="726">
                  <a:moveTo>
                    <a:pt x="486" y="0"/>
                  </a:moveTo>
                  <a:lnTo>
                    <a:pt x="462" y="0"/>
                  </a:lnTo>
                  <a:lnTo>
                    <a:pt x="450" y="6"/>
                  </a:lnTo>
                  <a:lnTo>
                    <a:pt x="444" y="12"/>
                  </a:lnTo>
                  <a:lnTo>
                    <a:pt x="432" y="18"/>
                  </a:lnTo>
                  <a:lnTo>
                    <a:pt x="462" y="36"/>
                  </a:lnTo>
                  <a:lnTo>
                    <a:pt x="474" y="36"/>
                  </a:lnTo>
                  <a:lnTo>
                    <a:pt x="486" y="30"/>
                  </a:lnTo>
                  <a:lnTo>
                    <a:pt x="498" y="18"/>
                  </a:lnTo>
                  <a:lnTo>
                    <a:pt x="492" y="6"/>
                  </a:lnTo>
                  <a:lnTo>
                    <a:pt x="486" y="0"/>
                  </a:lnTo>
                  <a:close/>
                  <a:moveTo>
                    <a:pt x="756" y="216"/>
                  </a:moveTo>
                  <a:lnTo>
                    <a:pt x="750" y="222"/>
                  </a:lnTo>
                  <a:lnTo>
                    <a:pt x="750" y="228"/>
                  </a:lnTo>
                  <a:lnTo>
                    <a:pt x="756" y="234"/>
                  </a:lnTo>
                  <a:lnTo>
                    <a:pt x="768" y="240"/>
                  </a:lnTo>
                  <a:lnTo>
                    <a:pt x="774" y="246"/>
                  </a:lnTo>
                  <a:lnTo>
                    <a:pt x="774" y="264"/>
                  </a:lnTo>
                  <a:lnTo>
                    <a:pt x="702" y="300"/>
                  </a:lnTo>
                  <a:lnTo>
                    <a:pt x="666" y="300"/>
                  </a:lnTo>
                  <a:lnTo>
                    <a:pt x="630" y="312"/>
                  </a:lnTo>
                  <a:lnTo>
                    <a:pt x="594" y="330"/>
                  </a:lnTo>
                  <a:lnTo>
                    <a:pt x="588" y="336"/>
                  </a:lnTo>
                  <a:lnTo>
                    <a:pt x="570" y="336"/>
                  </a:lnTo>
                  <a:lnTo>
                    <a:pt x="564" y="342"/>
                  </a:lnTo>
                  <a:lnTo>
                    <a:pt x="588" y="378"/>
                  </a:lnTo>
                  <a:lnTo>
                    <a:pt x="684" y="378"/>
                  </a:lnTo>
                  <a:lnTo>
                    <a:pt x="702" y="366"/>
                  </a:lnTo>
                  <a:lnTo>
                    <a:pt x="738" y="366"/>
                  </a:lnTo>
                  <a:lnTo>
                    <a:pt x="750" y="360"/>
                  </a:lnTo>
                  <a:lnTo>
                    <a:pt x="774" y="336"/>
                  </a:lnTo>
                  <a:lnTo>
                    <a:pt x="774" y="330"/>
                  </a:lnTo>
                  <a:lnTo>
                    <a:pt x="804" y="324"/>
                  </a:lnTo>
                  <a:lnTo>
                    <a:pt x="798" y="300"/>
                  </a:lnTo>
                  <a:lnTo>
                    <a:pt x="822" y="300"/>
                  </a:lnTo>
                  <a:lnTo>
                    <a:pt x="822" y="288"/>
                  </a:lnTo>
                  <a:lnTo>
                    <a:pt x="828" y="258"/>
                  </a:lnTo>
                  <a:lnTo>
                    <a:pt x="828" y="228"/>
                  </a:lnTo>
                  <a:lnTo>
                    <a:pt x="822" y="198"/>
                  </a:lnTo>
                  <a:lnTo>
                    <a:pt x="816" y="192"/>
                  </a:lnTo>
                  <a:lnTo>
                    <a:pt x="804" y="186"/>
                  </a:lnTo>
                  <a:lnTo>
                    <a:pt x="792" y="192"/>
                  </a:lnTo>
                  <a:lnTo>
                    <a:pt x="786" y="198"/>
                  </a:lnTo>
                  <a:lnTo>
                    <a:pt x="762" y="210"/>
                  </a:lnTo>
                  <a:lnTo>
                    <a:pt x="756" y="216"/>
                  </a:lnTo>
                  <a:close/>
                  <a:moveTo>
                    <a:pt x="834" y="132"/>
                  </a:moveTo>
                  <a:lnTo>
                    <a:pt x="822" y="132"/>
                  </a:lnTo>
                  <a:lnTo>
                    <a:pt x="816" y="120"/>
                  </a:lnTo>
                  <a:lnTo>
                    <a:pt x="804" y="108"/>
                  </a:lnTo>
                  <a:lnTo>
                    <a:pt x="792" y="102"/>
                  </a:lnTo>
                  <a:lnTo>
                    <a:pt x="786" y="90"/>
                  </a:lnTo>
                  <a:lnTo>
                    <a:pt x="774" y="78"/>
                  </a:lnTo>
                  <a:lnTo>
                    <a:pt x="768" y="78"/>
                  </a:lnTo>
                  <a:lnTo>
                    <a:pt x="762" y="72"/>
                  </a:lnTo>
                  <a:lnTo>
                    <a:pt x="756" y="72"/>
                  </a:lnTo>
                  <a:lnTo>
                    <a:pt x="732" y="36"/>
                  </a:lnTo>
                  <a:lnTo>
                    <a:pt x="720" y="84"/>
                  </a:lnTo>
                  <a:lnTo>
                    <a:pt x="762" y="96"/>
                  </a:lnTo>
                  <a:lnTo>
                    <a:pt x="816" y="150"/>
                  </a:lnTo>
                  <a:lnTo>
                    <a:pt x="828" y="150"/>
                  </a:lnTo>
                  <a:lnTo>
                    <a:pt x="834" y="156"/>
                  </a:lnTo>
                  <a:lnTo>
                    <a:pt x="846" y="162"/>
                  </a:lnTo>
                  <a:lnTo>
                    <a:pt x="852" y="174"/>
                  </a:lnTo>
                  <a:lnTo>
                    <a:pt x="852" y="180"/>
                  </a:lnTo>
                  <a:lnTo>
                    <a:pt x="858" y="192"/>
                  </a:lnTo>
                  <a:lnTo>
                    <a:pt x="852" y="204"/>
                  </a:lnTo>
                  <a:lnTo>
                    <a:pt x="852" y="240"/>
                  </a:lnTo>
                  <a:lnTo>
                    <a:pt x="858" y="252"/>
                  </a:lnTo>
                  <a:lnTo>
                    <a:pt x="864" y="258"/>
                  </a:lnTo>
                  <a:lnTo>
                    <a:pt x="882" y="258"/>
                  </a:lnTo>
                  <a:lnTo>
                    <a:pt x="894" y="246"/>
                  </a:lnTo>
                  <a:lnTo>
                    <a:pt x="900" y="234"/>
                  </a:lnTo>
                  <a:lnTo>
                    <a:pt x="900" y="222"/>
                  </a:lnTo>
                  <a:lnTo>
                    <a:pt x="888" y="186"/>
                  </a:lnTo>
                  <a:lnTo>
                    <a:pt x="876" y="174"/>
                  </a:lnTo>
                  <a:lnTo>
                    <a:pt x="864" y="156"/>
                  </a:lnTo>
                  <a:lnTo>
                    <a:pt x="852" y="150"/>
                  </a:lnTo>
                  <a:lnTo>
                    <a:pt x="846" y="138"/>
                  </a:lnTo>
                  <a:lnTo>
                    <a:pt x="834" y="132"/>
                  </a:lnTo>
                  <a:close/>
                  <a:moveTo>
                    <a:pt x="1086" y="360"/>
                  </a:moveTo>
                  <a:lnTo>
                    <a:pt x="1020" y="294"/>
                  </a:lnTo>
                  <a:lnTo>
                    <a:pt x="1020" y="288"/>
                  </a:lnTo>
                  <a:lnTo>
                    <a:pt x="1002" y="270"/>
                  </a:lnTo>
                  <a:lnTo>
                    <a:pt x="984" y="270"/>
                  </a:lnTo>
                  <a:lnTo>
                    <a:pt x="978" y="276"/>
                  </a:lnTo>
                  <a:lnTo>
                    <a:pt x="978" y="300"/>
                  </a:lnTo>
                  <a:lnTo>
                    <a:pt x="996" y="330"/>
                  </a:lnTo>
                  <a:lnTo>
                    <a:pt x="1020" y="378"/>
                  </a:lnTo>
                  <a:lnTo>
                    <a:pt x="1086" y="438"/>
                  </a:lnTo>
                  <a:lnTo>
                    <a:pt x="1086" y="360"/>
                  </a:lnTo>
                  <a:close/>
                  <a:moveTo>
                    <a:pt x="672" y="672"/>
                  </a:moveTo>
                  <a:lnTo>
                    <a:pt x="630" y="642"/>
                  </a:lnTo>
                  <a:lnTo>
                    <a:pt x="648" y="630"/>
                  </a:lnTo>
                  <a:lnTo>
                    <a:pt x="636" y="630"/>
                  </a:lnTo>
                  <a:lnTo>
                    <a:pt x="624" y="624"/>
                  </a:lnTo>
                  <a:lnTo>
                    <a:pt x="612" y="624"/>
                  </a:lnTo>
                  <a:lnTo>
                    <a:pt x="600" y="618"/>
                  </a:lnTo>
                  <a:lnTo>
                    <a:pt x="594" y="606"/>
                  </a:lnTo>
                  <a:lnTo>
                    <a:pt x="594" y="594"/>
                  </a:lnTo>
                  <a:lnTo>
                    <a:pt x="600" y="582"/>
                  </a:lnTo>
                  <a:lnTo>
                    <a:pt x="600" y="564"/>
                  </a:lnTo>
                  <a:lnTo>
                    <a:pt x="588" y="570"/>
                  </a:lnTo>
                  <a:lnTo>
                    <a:pt x="582" y="570"/>
                  </a:lnTo>
                  <a:lnTo>
                    <a:pt x="570" y="576"/>
                  </a:lnTo>
                  <a:lnTo>
                    <a:pt x="564" y="576"/>
                  </a:lnTo>
                  <a:lnTo>
                    <a:pt x="552" y="582"/>
                  </a:lnTo>
                  <a:lnTo>
                    <a:pt x="552" y="552"/>
                  </a:lnTo>
                  <a:lnTo>
                    <a:pt x="528" y="540"/>
                  </a:lnTo>
                  <a:lnTo>
                    <a:pt x="528" y="492"/>
                  </a:lnTo>
                  <a:lnTo>
                    <a:pt x="474" y="456"/>
                  </a:lnTo>
                  <a:lnTo>
                    <a:pt x="450" y="402"/>
                  </a:lnTo>
                  <a:lnTo>
                    <a:pt x="474" y="390"/>
                  </a:lnTo>
                  <a:lnTo>
                    <a:pt x="480" y="384"/>
                  </a:lnTo>
                  <a:lnTo>
                    <a:pt x="492" y="378"/>
                  </a:lnTo>
                  <a:lnTo>
                    <a:pt x="504" y="366"/>
                  </a:lnTo>
                  <a:lnTo>
                    <a:pt x="504" y="360"/>
                  </a:lnTo>
                  <a:lnTo>
                    <a:pt x="492" y="336"/>
                  </a:lnTo>
                  <a:lnTo>
                    <a:pt x="468" y="324"/>
                  </a:lnTo>
                  <a:lnTo>
                    <a:pt x="462" y="318"/>
                  </a:lnTo>
                  <a:lnTo>
                    <a:pt x="456" y="318"/>
                  </a:lnTo>
                  <a:lnTo>
                    <a:pt x="450" y="312"/>
                  </a:lnTo>
                  <a:lnTo>
                    <a:pt x="438" y="312"/>
                  </a:lnTo>
                  <a:lnTo>
                    <a:pt x="402" y="300"/>
                  </a:lnTo>
                  <a:lnTo>
                    <a:pt x="390" y="300"/>
                  </a:lnTo>
                  <a:lnTo>
                    <a:pt x="378" y="294"/>
                  </a:lnTo>
                  <a:lnTo>
                    <a:pt x="372" y="294"/>
                  </a:lnTo>
                  <a:lnTo>
                    <a:pt x="372" y="234"/>
                  </a:lnTo>
                  <a:lnTo>
                    <a:pt x="366" y="222"/>
                  </a:lnTo>
                  <a:lnTo>
                    <a:pt x="354" y="210"/>
                  </a:lnTo>
                  <a:lnTo>
                    <a:pt x="342" y="210"/>
                  </a:lnTo>
                  <a:lnTo>
                    <a:pt x="288" y="156"/>
                  </a:lnTo>
                  <a:lnTo>
                    <a:pt x="252" y="162"/>
                  </a:lnTo>
                  <a:lnTo>
                    <a:pt x="216" y="126"/>
                  </a:lnTo>
                  <a:lnTo>
                    <a:pt x="186" y="120"/>
                  </a:lnTo>
                  <a:lnTo>
                    <a:pt x="66" y="60"/>
                  </a:lnTo>
                  <a:lnTo>
                    <a:pt x="42" y="72"/>
                  </a:lnTo>
                  <a:lnTo>
                    <a:pt x="0" y="42"/>
                  </a:lnTo>
                  <a:lnTo>
                    <a:pt x="42" y="72"/>
                  </a:lnTo>
                  <a:lnTo>
                    <a:pt x="36" y="102"/>
                  </a:lnTo>
                  <a:lnTo>
                    <a:pt x="36" y="240"/>
                  </a:lnTo>
                  <a:lnTo>
                    <a:pt x="30" y="258"/>
                  </a:lnTo>
                  <a:lnTo>
                    <a:pt x="30" y="372"/>
                  </a:lnTo>
                  <a:lnTo>
                    <a:pt x="24" y="378"/>
                  </a:lnTo>
                  <a:lnTo>
                    <a:pt x="12" y="384"/>
                  </a:lnTo>
                  <a:lnTo>
                    <a:pt x="0" y="396"/>
                  </a:lnTo>
                  <a:lnTo>
                    <a:pt x="0" y="402"/>
                  </a:lnTo>
                  <a:lnTo>
                    <a:pt x="6" y="408"/>
                  </a:lnTo>
                  <a:lnTo>
                    <a:pt x="18" y="414"/>
                  </a:lnTo>
                  <a:lnTo>
                    <a:pt x="30" y="414"/>
                  </a:lnTo>
                  <a:lnTo>
                    <a:pt x="30" y="444"/>
                  </a:lnTo>
                  <a:lnTo>
                    <a:pt x="24" y="456"/>
                  </a:lnTo>
                  <a:lnTo>
                    <a:pt x="24" y="480"/>
                  </a:lnTo>
                  <a:lnTo>
                    <a:pt x="18" y="492"/>
                  </a:lnTo>
                  <a:lnTo>
                    <a:pt x="18" y="504"/>
                  </a:lnTo>
                  <a:lnTo>
                    <a:pt x="12" y="510"/>
                  </a:lnTo>
                  <a:lnTo>
                    <a:pt x="12" y="516"/>
                  </a:lnTo>
                  <a:lnTo>
                    <a:pt x="18" y="540"/>
                  </a:lnTo>
                  <a:lnTo>
                    <a:pt x="18" y="588"/>
                  </a:lnTo>
                  <a:lnTo>
                    <a:pt x="30" y="594"/>
                  </a:lnTo>
                  <a:lnTo>
                    <a:pt x="48" y="594"/>
                  </a:lnTo>
                  <a:lnTo>
                    <a:pt x="60" y="588"/>
                  </a:lnTo>
                  <a:lnTo>
                    <a:pt x="90" y="588"/>
                  </a:lnTo>
                  <a:lnTo>
                    <a:pt x="96" y="582"/>
                  </a:lnTo>
                  <a:lnTo>
                    <a:pt x="102" y="582"/>
                  </a:lnTo>
                  <a:lnTo>
                    <a:pt x="126" y="600"/>
                  </a:lnTo>
                  <a:lnTo>
                    <a:pt x="132" y="600"/>
                  </a:lnTo>
                  <a:lnTo>
                    <a:pt x="138" y="594"/>
                  </a:lnTo>
                  <a:lnTo>
                    <a:pt x="156" y="588"/>
                  </a:lnTo>
                  <a:lnTo>
                    <a:pt x="168" y="582"/>
                  </a:lnTo>
                  <a:lnTo>
                    <a:pt x="180" y="570"/>
                  </a:lnTo>
                  <a:lnTo>
                    <a:pt x="180" y="564"/>
                  </a:lnTo>
                  <a:lnTo>
                    <a:pt x="168" y="552"/>
                  </a:lnTo>
                  <a:lnTo>
                    <a:pt x="150" y="540"/>
                  </a:lnTo>
                  <a:lnTo>
                    <a:pt x="138" y="534"/>
                  </a:lnTo>
                  <a:lnTo>
                    <a:pt x="120" y="522"/>
                  </a:lnTo>
                  <a:lnTo>
                    <a:pt x="108" y="516"/>
                  </a:lnTo>
                  <a:lnTo>
                    <a:pt x="102" y="510"/>
                  </a:lnTo>
                  <a:lnTo>
                    <a:pt x="96" y="510"/>
                  </a:lnTo>
                  <a:lnTo>
                    <a:pt x="108" y="510"/>
                  </a:lnTo>
                  <a:lnTo>
                    <a:pt x="138" y="516"/>
                  </a:lnTo>
                  <a:lnTo>
                    <a:pt x="204" y="516"/>
                  </a:lnTo>
                  <a:lnTo>
                    <a:pt x="204" y="510"/>
                  </a:lnTo>
                  <a:lnTo>
                    <a:pt x="198" y="504"/>
                  </a:lnTo>
                  <a:lnTo>
                    <a:pt x="198" y="498"/>
                  </a:lnTo>
                  <a:lnTo>
                    <a:pt x="186" y="486"/>
                  </a:lnTo>
                  <a:lnTo>
                    <a:pt x="192" y="492"/>
                  </a:lnTo>
                  <a:lnTo>
                    <a:pt x="204" y="492"/>
                  </a:lnTo>
                  <a:lnTo>
                    <a:pt x="210" y="498"/>
                  </a:lnTo>
                  <a:lnTo>
                    <a:pt x="216" y="498"/>
                  </a:lnTo>
                  <a:lnTo>
                    <a:pt x="222" y="492"/>
                  </a:lnTo>
                  <a:lnTo>
                    <a:pt x="222" y="486"/>
                  </a:lnTo>
                  <a:lnTo>
                    <a:pt x="216" y="480"/>
                  </a:lnTo>
                  <a:lnTo>
                    <a:pt x="216" y="468"/>
                  </a:lnTo>
                  <a:lnTo>
                    <a:pt x="210" y="462"/>
                  </a:lnTo>
                  <a:lnTo>
                    <a:pt x="222" y="468"/>
                  </a:lnTo>
                  <a:lnTo>
                    <a:pt x="228" y="474"/>
                  </a:lnTo>
                  <a:lnTo>
                    <a:pt x="246" y="474"/>
                  </a:lnTo>
                  <a:lnTo>
                    <a:pt x="252" y="468"/>
                  </a:lnTo>
                  <a:lnTo>
                    <a:pt x="264" y="462"/>
                  </a:lnTo>
                  <a:lnTo>
                    <a:pt x="270" y="456"/>
                  </a:lnTo>
                  <a:lnTo>
                    <a:pt x="288" y="474"/>
                  </a:lnTo>
                  <a:lnTo>
                    <a:pt x="300" y="480"/>
                  </a:lnTo>
                  <a:lnTo>
                    <a:pt x="306" y="486"/>
                  </a:lnTo>
                  <a:lnTo>
                    <a:pt x="312" y="486"/>
                  </a:lnTo>
                  <a:lnTo>
                    <a:pt x="330" y="492"/>
                  </a:lnTo>
                  <a:lnTo>
                    <a:pt x="342" y="492"/>
                  </a:lnTo>
                  <a:lnTo>
                    <a:pt x="378" y="504"/>
                  </a:lnTo>
                  <a:lnTo>
                    <a:pt x="390" y="510"/>
                  </a:lnTo>
                  <a:lnTo>
                    <a:pt x="402" y="534"/>
                  </a:lnTo>
                  <a:lnTo>
                    <a:pt x="402" y="558"/>
                  </a:lnTo>
                  <a:lnTo>
                    <a:pt x="408" y="570"/>
                  </a:lnTo>
                  <a:lnTo>
                    <a:pt x="420" y="582"/>
                  </a:lnTo>
                  <a:lnTo>
                    <a:pt x="438" y="582"/>
                  </a:lnTo>
                  <a:lnTo>
                    <a:pt x="450" y="594"/>
                  </a:lnTo>
                  <a:lnTo>
                    <a:pt x="450" y="606"/>
                  </a:lnTo>
                  <a:lnTo>
                    <a:pt x="456" y="618"/>
                  </a:lnTo>
                  <a:lnTo>
                    <a:pt x="468" y="654"/>
                  </a:lnTo>
                  <a:lnTo>
                    <a:pt x="486" y="672"/>
                  </a:lnTo>
                  <a:lnTo>
                    <a:pt x="516" y="678"/>
                  </a:lnTo>
                  <a:lnTo>
                    <a:pt x="558" y="684"/>
                  </a:lnTo>
                  <a:lnTo>
                    <a:pt x="618" y="684"/>
                  </a:lnTo>
                  <a:lnTo>
                    <a:pt x="630" y="690"/>
                  </a:lnTo>
                  <a:lnTo>
                    <a:pt x="654" y="714"/>
                  </a:lnTo>
                  <a:lnTo>
                    <a:pt x="678" y="726"/>
                  </a:lnTo>
                  <a:lnTo>
                    <a:pt x="684" y="726"/>
                  </a:lnTo>
                  <a:lnTo>
                    <a:pt x="684" y="720"/>
                  </a:lnTo>
                  <a:lnTo>
                    <a:pt x="678" y="708"/>
                  </a:lnTo>
                  <a:lnTo>
                    <a:pt x="678" y="702"/>
                  </a:lnTo>
                  <a:lnTo>
                    <a:pt x="672" y="690"/>
                  </a:lnTo>
                  <a:lnTo>
                    <a:pt x="666" y="684"/>
                  </a:lnTo>
                  <a:lnTo>
                    <a:pt x="672" y="67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43" name="Panama" descr="© INSCALE GmbH, 05.05.2010&#10;http://www.presentationload.com/">
              <a:extLst>
                <a:ext uri="{FF2B5EF4-FFF2-40B4-BE49-F238E27FC236}">
                  <a16:creationId xmlns:a16="http://schemas.microsoft.com/office/drawing/2014/main" id="{753ECDE8-D742-4622-BDC9-6BE67778E5FF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786898" y="2747686"/>
              <a:ext cx="134412" cy="64222"/>
            </a:xfrm>
            <a:custGeom>
              <a:avLst/>
              <a:gdLst>
                <a:gd name="T0" fmla="*/ 2147483647 w 408"/>
                <a:gd name="T1" fmla="*/ 2147483647 h 198"/>
                <a:gd name="T2" fmla="*/ 2147483647 w 408"/>
                <a:gd name="T3" fmla="*/ 2147483647 h 198"/>
                <a:gd name="T4" fmla="*/ 2147483647 w 408"/>
                <a:gd name="T5" fmla="*/ 2147483647 h 198"/>
                <a:gd name="T6" fmla="*/ 2147483647 w 408"/>
                <a:gd name="T7" fmla="*/ 2147483647 h 198"/>
                <a:gd name="T8" fmla="*/ 2147483647 w 408"/>
                <a:gd name="T9" fmla="*/ 2147483647 h 198"/>
                <a:gd name="T10" fmla="*/ 2147483647 w 408"/>
                <a:gd name="T11" fmla="*/ 2147483647 h 198"/>
                <a:gd name="T12" fmla="*/ 2147483647 w 408"/>
                <a:gd name="T13" fmla="*/ 2147483647 h 198"/>
                <a:gd name="T14" fmla="*/ 2147483647 w 408"/>
                <a:gd name="T15" fmla="*/ 2147483647 h 198"/>
                <a:gd name="T16" fmla="*/ 2147483647 w 408"/>
                <a:gd name="T17" fmla="*/ 2147483647 h 198"/>
                <a:gd name="T18" fmla="*/ 2147483647 w 408"/>
                <a:gd name="T19" fmla="*/ 2147483647 h 198"/>
                <a:gd name="T20" fmla="*/ 2147483647 w 408"/>
                <a:gd name="T21" fmla="*/ 2147483647 h 198"/>
                <a:gd name="T22" fmla="*/ 2147483647 w 408"/>
                <a:gd name="T23" fmla="*/ 2147483647 h 198"/>
                <a:gd name="T24" fmla="*/ 2147483647 w 408"/>
                <a:gd name="T25" fmla="*/ 2147483647 h 198"/>
                <a:gd name="T26" fmla="*/ 2147483647 w 408"/>
                <a:gd name="T27" fmla="*/ 2147483647 h 198"/>
                <a:gd name="T28" fmla="*/ 2147483647 w 408"/>
                <a:gd name="T29" fmla="*/ 2147483647 h 198"/>
                <a:gd name="T30" fmla="*/ 2147483647 w 408"/>
                <a:gd name="T31" fmla="*/ 2147483647 h 198"/>
                <a:gd name="T32" fmla="*/ 2147483647 w 408"/>
                <a:gd name="T33" fmla="*/ 0 h 198"/>
                <a:gd name="T34" fmla="*/ 2147483647 w 408"/>
                <a:gd name="T35" fmla="*/ 2147483647 h 198"/>
                <a:gd name="T36" fmla="*/ 2147483647 w 408"/>
                <a:gd name="T37" fmla="*/ 2147483647 h 198"/>
                <a:gd name="T38" fmla="*/ 2147483647 w 408"/>
                <a:gd name="T39" fmla="*/ 2147483647 h 198"/>
                <a:gd name="T40" fmla="*/ 2147483647 w 408"/>
                <a:gd name="T41" fmla="*/ 2147483647 h 198"/>
                <a:gd name="T42" fmla="*/ 2147483647 w 408"/>
                <a:gd name="T43" fmla="*/ 2147483647 h 198"/>
                <a:gd name="T44" fmla="*/ 2147483647 w 408"/>
                <a:gd name="T45" fmla="*/ 2147483647 h 198"/>
                <a:gd name="T46" fmla="*/ 2147483647 w 408"/>
                <a:gd name="T47" fmla="*/ 2147483647 h 198"/>
                <a:gd name="T48" fmla="*/ 2147483647 w 408"/>
                <a:gd name="T49" fmla="*/ 2147483647 h 198"/>
                <a:gd name="T50" fmla="*/ 2147483647 w 408"/>
                <a:gd name="T51" fmla="*/ 2147483647 h 198"/>
                <a:gd name="T52" fmla="*/ 2147483647 w 408"/>
                <a:gd name="T53" fmla="*/ 2147483647 h 198"/>
                <a:gd name="T54" fmla="*/ 2147483647 w 408"/>
                <a:gd name="T55" fmla="*/ 2147483647 h 198"/>
                <a:gd name="T56" fmla="*/ 0 w 408"/>
                <a:gd name="T57" fmla="*/ 2147483647 h 198"/>
                <a:gd name="T58" fmla="*/ 2147483647 w 408"/>
                <a:gd name="T59" fmla="*/ 2147483647 h 198"/>
                <a:gd name="T60" fmla="*/ 2147483647 w 408"/>
                <a:gd name="T61" fmla="*/ 2147483647 h 198"/>
                <a:gd name="T62" fmla="*/ 2147483647 w 408"/>
                <a:gd name="T63" fmla="*/ 2147483647 h 198"/>
                <a:gd name="T64" fmla="*/ 0 w 408"/>
                <a:gd name="T65" fmla="*/ 2147483647 h 198"/>
                <a:gd name="T66" fmla="*/ 2147483647 w 408"/>
                <a:gd name="T67" fmla="*/ 2147483647 h 198"/>
                <a:gd name="T68" fmla="*/ 2147483647 w 408"/>
                <a:gd name="T69" fmla="*/ 2147483647 h 198"/>
                <a:gd name="T70" fmla="*/ 2147483647 w 408"/>
                <a:gd name="T71" fmla="*/ 2147483647 h 198"/>
                <a:gd name="T72" fmla="*/ 2147483647 w 408"/>
                <a:gd name="T73" fmla="*/ 2147483647 h 198"/>
                <a:gd name="T74" fmla="*/ 2147483647 w 408"/>
                <a:gd name="T75" fmla="*/ 2147483647 h 198"/>
                <a:gd name="T76" fmla="*/ 2147483647 w 408"/>
                <a:gd name="T77" fmla="*/ 2147483647 h 198"/>
                <a:gd name="T78" fmla="*/ 2147483647 w 408"/>
                <a:gd name="T79" fmla="*/ 2147483647 h 198"/>
                <a:gd name="T80" fmla="*/ 2147483647 w 408"/>
                <a:gd name="T81" fmla="*/ 2147483647 h 198"/>
                <a:gd name="T82" fmla="*/ 2147483647 w 408"/>
                <a:gd name="T83" fmla="*/ 2147483647 h 198"/>
                <a:gd name="T84" fmla="*/ 2147483647 w 408"/>
                <a:gd name="T85" fmla="*/ 2147483647 h 198"/>
                <a:gd name="T86" fmla="*/ 2147483647 w 408"/>
                <a:gd name="T87" fmla="*/ 2147483647 h 198"/>
                <a:gd name="T88" fmla="*/ 2147483647 w 408"/>
                <a:gd name="T89" fmla="*/ 2147483647 h 198"/>
                <a:gd name="T90" fmla="*/ 2147483647 w 408"/>
                <a:gd name="T91" fmla="*/ 2147483647 h 198"/>
                <a:gd name="T92" fmla="*/ 2147483647 w 408"/>
                <a:gd name="T93" fmla="*/ 2147483647 h 198"/>
                <a:gd name="T94" fmla="*/ 2147483647 w 408"/>
                <a:gd name="T95" fmla="*/ 2147483647 h 198"/>
                <a:gd name="T96" fmla="*/ 2147483647 w 408"/>
                <a:gd name="T97" fmla="*/ 2147483647 h 198"/>
                <a:gd name="T98" fmla="*/ 2147483647 w 408"/>
                <a:gd name="T99" fmla="*/ 2147483647 h 198"/>
                <a:gd name="T100" fmla="*/ 2147483647 w 408"/>
                <a:gd name="T101" fmla="*/ 2147483647 h 19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408"/>
                <a:gd name="T154" fmla="*/ 0 h 198"/>
                <a:gd name="T155" fmla="*/ 408 w 408"/>
                <a:gd name="T156" fmla="*/ 198 h 198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408" h="198">
                  <a:moveTo>
                    <a:pt x="306" y="66"/>
                  </a:moveTo>
                  <a:lnTo>
                    <a:pt x="318" y="78"/>
                  </a:lnTo>
                  <a:lnTo>
                    <a:pt x="324" y="90"/>
                  </a:lnTo>
                  <a:lnTo>
                    <a:pt x="330" y="96"/>
                  </a:lnTo>
                  <a:lnTo>
                    <a:pt x="342" y="90"/>
                  </a:lnTo>
                  <a:lnTo>
                    <a:pt x="372" y="120"/>
                  </a:lnTo>
                  <a:lnTo>
                    <a:pt x="342" y="102"/>
                  </a:lnTo>
                  <a:lnTo>
                    <a:pt x="342" y="120"/>
                  </a:lnTo>
                  <a:lnTo>
                    <a:pt x="336" y="132"/>
                  </a:lnTo>
                  <a:lnTo>
                    <a:pt x="336" y="162"/>
                  </a:lnTo>
                  <a:lnTo>
                    <a:pt x="342" y="168"/>
                  </a:lnTo>
                  <a:lnTo>
                    <a:pt x="348" y="180"/>
                  </a:lnTo>
                  <a:lnTo>
                    <a:pt x="354" y="186"/>
                  </a:lnTo>
                  <a:lnTo>
                    <a:pt x="360" y="186"/>
                  </a:lnTo>
                  <a:lnTo>
                    <a:pt x="372" y="156"/>
                  </a:lnTo>
                  <a:lnTo>
                    <a:pt x="378" y="162"/>
                  </a:lnTo>
                  <a:lnTo>
                    <a:pt x="390" y="168"/>
                  </a:lnTo>
                  <a:lnTo>
                    <a:pt x="396" y="162"/>
                  </a:lnTo>
                  <a:lnTo>
                    <a:pt x="408" y="138"/>
                  </a:lnTo>
                  <a:lnTo>
                    <a:pt x="408" y="126"/>
                  </a:lnTo>
                  <a:lnTo>
                    <a:pt x="396" y="120"/>
                  </a:lnTo>
                  <a:lnTo>
                    <a:pt x="390" y="108"/>
                  </a:lnTo>
                  <a:lnTo>
                    <a:pt x="390" y="90"/>
                  </a:lnTo>
                  <a:lnTo>
                    <a:pt x="396" y="84"/>
                  </a:lnTo>
                  <a:lnTo>
                    <a:pt x="372" y="66"/>
                  </a:lnTo>
                  <a:lnTo>
                    <a:pt x="372" y="60"/>
                  </a:lnTo>
                  <a:lnTo>
                    <a:pt x="366" y="54"/>
                  </a:lnTo>
                  <a:lnTo>
                    <a:pt x="366" y="42"/>
                  </a:lnTo>
                  <a:lnTo>
                    <a:pt x="360" y="30"/>
                  </a:lnTo>
                  <a:lnTo>
                    <a:pt x="348" y="24"/>
                  </a:lnTo>
                  <a:lnTo>
                    <a:pt x="330" y="18"/>
                  </a:lnTo>
                  <a:lnTo>
                    <a:pt x="288" y="18"/>
                  </a:lnTo>
                  <a:lnTo>
                    <a:pt x="282" y="0"/>
                  </a:lnTo>
                  <a:lnTo>
                    <a:pt x="246" y="0"/>
                  </a:lnTo>
                  <a:lnTo>
                    <a:pt x="234" y="6"/>
                  </a:lnTo>
                  <a:lnTo>
                    <a:pt x="228" y="12"/>
                  </a:lnTo>
                  <a:lnTo>
                    <a:pt x="222" y="24"/>
                  </a:lnTo>
                  <a:lnTo>
                    <a:pt x="210" y="36"/>
                  </a:lnTo>
                  <a:lnTo>
                    <a:pt x="204" y="36"/>
                  </a:lnTo>
                  <a:lnTo>
                    <a:pt x="198" y="30"/>
                  </a:lnTo>
                  <a:lnTo>
                    <a:pt x="192" y="30"/>
                  </a:lnTo>
                  <a:lnTo>
                    <a:pt x="168" y="42"/>
                  </a:lnTo>
                  <a:lnTo>
                    <a:pt x="144" y="66"/>
                  </a:lnTo>
                  <a:lnTo>
                    <a:pt x="132" y="72"/>
                  </a:lnTo>
                  <a:lnTo>
                    <a:pt x="120" y="72"/>
                  </a:lnTo>
                  <a:lnTo>
                    <a:pt x="114" y="66"/>
                  </a:lnTo>
                  <a:lnTo>
                    <a:pt x="102" y="60"/>
                  </a:lnTo>
                  <a:lnTo>
                    <a:pt x="90" y="42"/>
                  </a:lnTo>
                  <a:lnTo>
                    <a:pt x="78" y="54"/>
                  </a:lnTo>
                  <a:lnTo>
                    <a:pt x="60" y="54"/>
                  </a:lnTo>
                  <a:lnTo>
                    <a:pt x="48" y="42"/>
                  </a:lnTo>
                  <a:lnTo>
                    <a:pt x="48" y="18"/>
                  </a:lnTo>
                  <a:lnTo>
                    <a:pt x="36" y="6"/>
                  </a:lnTo>
                  <a:lnTo>
                    <a:pt x="24" y="6"/>
                  </a:lnTo>
                  <a:lnTo>
                    <a:pt x="18" y="12"/>
                  </a:lnTo>
                  <a:lnTo>
                    <a:pt x="6" y="12"/>
                  </a:lnTo>
                  <a:lnTo>
                    <a:pt x="0" y="18"/>
                  </a:lnTo>
                  <a:lnTo>
                    <a:pt x="0" y="36"/>
                  </a:lnTo>
                  <a:lnTo>
                    <a:pt x="6" y="42"/>
                  </a:lnTo>
                  <a:lnTo>
                    <a:pt x="6" y="48"/>
                  </a:lnTo>
                  <a:lnTo>
                    <a:pt x="24" y="48"/>
                  </a:lnTo>
                  <a:lnTo>
                    <a:pt x="30" y="54"/>
                  </a:lnTo>
                  <a:lnTo>
                    <a:pt x="12" y="72"/>
                  </a:lnTo>
                  <a:lnTo>
                    <a:pt x="6" y="72"/>
                  </a:lnTo>
                  <a:lnTo>
                    <a:pt x="6" y="96"/>
                  </a:lnTo>
                  <a:lnTo>
                    <a:pt x="0" y="102"/>
                  </a:lnTo>
                  <a:lnTo>
                    <a:pt x="6" y="108"/>
                  </a:lnTo>
                  <a:lnTo>
                    <a:pt x="48" y="102"/>
                  </a:lnTo>
                  <a:lnTo>
                    <a:pt x="60" y="120"/>
                  </a:lnTo>
                  <a:lnTo>
                    <a:pt x="90" y="114"/>
                  </a:lnTo>
                  <a:lnTo>
                    <a:pt x="90" y="126"/>
                  </a:lnTo>
                  <a:lnTo>
                    <a:pt x="84" y="132"/>
                  </a:lnTo>
                  <a:lnTo>
                    <a:pt x="84" y="150"/>
                  </a:lnTo>
                  <a:lnTo>
                    <a:pt x="90" y="156"/>
                  </a:lnTo>
                  <a:lnTo>
                    <a:pt x="108" y="156"/>
                  </a:lnTo>
                  <a:lnTo>
                    <a:pt x="114" y="150"/>
                  </a:lnTo>
                  <a:lnTo>
                    <a:pt x="120" y="150"/>
                  </a:lnTo>
                  <a:lnTo>
                    <a:pt x="120" y="132"/>
                  </a:lnTo>
                  <a:lnTo>
                    <a:pt x="138" y="126"/>
                  </a:lnTo>
                  <a:lnTo>
                    <a:pt x="138" y="150"/>
                  </a:lnTo>
                  <a:lnTo>
                    <a:pt x="144" y="168"/>
                  </a:lnTo>
                  <a:lnTo>
                    <a:pt x="144" y="180"/>
                  </a:lnTo>
                  <a:lnTo>
                    <a:pt x="150" y="192"/>
                  </a:lnTo>
                  <a:lnTo>
                    <a:pt x="156" y="198"/>
                  </a:lnTo>
                  <a:lnTo>
                    <a:pt x="162" y="198"/>
                  </a:lnTo>
                  <a:lnTo>
                    <a:pt x="180" y="192"/>
                  </a:lnTo>
                  <a:lnTo>
                    <a:pt x="198" y="174"/>
                  </a:lnTo>
                  <a:lnTo>
                    <a:pt x="204" y="174"/>
                  </a:lnTo>
                  <a:lnTo>
                    <a:pt x="198" y="168"/>
                  </a:lnTo>
                  <a:lnTo>
                    <a:pt x="186" y="162"/>
                  </a:lnTo>
                  <a:lnTo>
                    <a:pt x="180" y="150"/>
                  </a:lnTo>
                  <a:lnTo>
                    <a:pt x="174" y="144"/>
                  </a:lnTo>
                  <a:lnTo>
                    <a:pt x="168" y="132"/>
                  </a:lnTo>
                  <a:lnTo>
                    <a:pt x="162" y="126"/>
                  </a:lnTo>
                  <a:lnTo>
                    <a:pt x="186" y="102"/>
                  </a:lnTo>
                  <a:lnTo>
                    <a:pt x="222" y="84"/>
                  </a:lnTo>
                  <a:lnTo>
                    <a:pt x="228" y="72"/>
                  </a:lnTo>
                  <a:lnTo>
                    <a:pt x="246" y="54"/>
                  </a:lnTo>
                  <a:lnTo>
                    <a:pt x="258" y="48"/>
                  </a:lnTo>
                  <a:lnTo>
                    <a:pt x="276" y="54"/>
                  </a:lnTo>
                  <a:lnTo>
                    <a:pt x="288" y="60"/>
                  </a:lnTo>
                  <a:lnTo>
                    <a:pt x="306" y="6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44" name="Paraguay" descr="© INSCALE GmbH, 05.05.2010&#10;http://www.presentationload.com/">
              <a:extLst>
                <a:ext uri="{FF2B5EF4-FFF2-40B4-BE49-F238E27FC236}">
                  <a16:creationId xmlns:a16="http://schemas.microsoft.com/office/drawing/2014/main" id="{DBD94549-1778-4994-9DA6-18904E4F8E85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296110" y="3511924"/>
              <a:ext cx="197740" cy="222208"/>
            </a:xfrm>
            <a:custGeom>
              <a:avLst/>
              <a:gdLst>
                <a:gd name="T0" fmla="*/ 2147483647 w 600"/>
                <a:gd name="T1" fmla="*/ 2147483647 h 678"/>
                <a:gd name="T2" fmla="*/ 2147483647 w 600"/>
                <a:gd name="T3" fmla="*/ 2147483647 h 678"/>
                <a:gd name="T4" fmla="*/ 2147483647 w 600"/>
                <a:gd name="T5" fmla="*/ 2147483647 h 678"/>
                <a:gd name="T6" fmla="*/ 2147483647 w 600"/>
                <a:gd name="T7" fmla="*/ 2147483647 h 678"/>
                <a:gd name="T8" fmla="*/ 2147483647 w 600"/>
                <a:gd name="T9" fmla="*/ 2147483647 h 678"/>
                <a:gd name="T10" fmla="*/ 2147483647 w 600"/>
                <a:gd name="T11" fmla="*/ 2147483647 h 678"/>
                <a:gd name="T12" fmla="*/ 2147483647 w 600"/>
                <a:gd name="T13" fmla="*/ 2147483647 h 678"/>
                <a:gd name="T14" fmla="*/ 2147483647 w 600"/>
                <a:gd name="T15" fmla="*/ 2147483647 h 678"/>
                <a:gd name="T16" fmla="*/ 2147483647 w 600"/>
                <a:gd name="T17" fmla="*/ 2147483647 h 678"/>
                <a:gd name="T18" fmla="*/ 2147483647 w 600"/>
                <a:gd name="T19" fmla="*/ 2147483647 h 678"/>
                <a:gd name="T20" fmla="*/ 2147483647 w 600"/>
                <a:gd name="T21" fmla="*/ 2147483647 h 678"/>
                <a:gd name="T22" fmla="*/ 2147483647 w 600"/>
                <a:gd name="T23" fmla="*/ 2147483647 h 678"/>
                <a:gd name="T24" fmla="*/ 2147483647 w 600"/>
                <a:gd name="T25" fmla="*/ 2147483647 h 678"/>
                <a:gd name="T26" fmla="*/ 2147483647 w 600"/>
                <a:gd name="T27" fmla="*/ 2147483647 h 678"/>
                <a:gd name="T28" fmla="*/ 2147483647 w 600"/>
                <a:gd name="T29" fmla="*/ 2147483647 h 678"/>
                <a:gd name="T30" fmla="*/ 2147483647 w 600"/>
                <a:gd name="T31" fmla="*/ 2147483647 h 678"/>
                <a:gd name="T32" fmla="*/ 2147483647 w 600"/>
                <a:gd name="T33" fmla="*/ 2147483647 h 678"/>
                <a:gd name="T34" fmla="*/ 2147483647 w 600"/>
                <a:gd name="T35" fmla="*/ 2147483647 h 678"/>
                <a:gd name="T36" fmla="*/ 2147483647 w 600"/>
                <a:gd name="T37" fmla="*/ 2147483647 h 678"/>
                <a:gd name="T38" fmla="*/ 2147483647 w 600"/>
                <a:gd name="T39" fmla="*/ 2147483647 h 678"/>
                <a:gd name="T40" fmla="*/ 2147483647 w 600"/>
                <a:gd name="T41" fmla="*/ 2147483647 h 678"/>
                <a:gd name="T42" fmla="*/ 2147483647 w 600"/>
                <a:gd name="T43" fmla="*/ 2147483647 h 678"/>
                <a:gd name="T44" fmla="*/ 2147483647 w 600"/>
                <a:gd name="T45" fmla="*/ 2147483647 h 678"/>
                <a:gd name="T46" fmla="*/ 2147483647 w 600"/>
                <a:gd name="T47" fmla="*/ 2147483647 h 678"/>
                <a:gd name="T48" fmla="*/ 2147483647 w 600"/>
                <a:gd name="T49" fmla="*/ 2147483647 h 678"/>
                <a:gd name="T50" fmla="*/ 2147483647 w 600"/>
                <a:gd name="T51" fmla="*/ 2147483647 h 678"/>
                <a:gd name="T52" fmla="*/ 2147483647 w 600"/>
                <a:gd name="T53" fmla="*/ 0 h 678"/>
                <a:gd name="T54" fmla="*/ 2147483647 w 600"/>
                <a:gd name="T55" fmla="*/ 2147483647 h 678"/>
                <a:gd name="T56" fmla="*/ 2147483647 w 600"/>
                <a:gd name="T57" fmla="*/ 2147483647 h 678"/>
                <a:gd name="T58" fmla="*/ 0 w 600"/>
                <a:gd name="T59" fmla="*/ 2147483647 h 678"/>
                <a:gd name="T60" fmla="*/ 2147483647 w 600"/>
                <a:gd name="T61" fmla="*/ 2147483647 h 678"/>
                <a:gd name="T62" fmla="*/ 2147483647 w 600"/>
                <a:gd name="T63" fmla="*/ 2147483647 h 678"/>
                <a:gd name="T64" fmla="*/ 2147483647 w 600"/>
                <a:gd name="T65" fmla="*/ 2147483647 h 678"/>
                <a:gd name="T66" fmla="*/ 2147483647 w 600"/>
                <a:gd name="T67" fmla="*/ 2147483647 h 678"/>
                <a:gd name="T68" fmla="*/ 2147483647 w 600"/>
                <a:gd name="T69" fmla="*/ 2147483647 h 678"/>
                <a:gd name="T70" fmla="*/ 2147483647 w 600"/>
                <a:gd name="T71" fmla="*/ 2147483647 h 678"/>
                <a:gd name="T72" fmla="*/ 2147483647 w 600"/>
                <a:gd name="T73" fmla="*/ 2147483647 h 678"/>
                <a:gd name="T74" fmla="*/ 2147483647 w 600"/>
                <a:gd name="T75" fmla="*/ 2147483647 h 678"/>
                <a:gd name="T76" fmla="*/ 2147483647 w 600"/>
                <a:gd name="T77" fmla="*/ 2147483647 h 678"/>
                <a:gd name="T78" fmla="*/ 2147483647 w 600"/>
                <a:gd name="T79" fmla="*/ 2147483647 h 678"/>
                <a:gd name="T80" fmla="*/ 2147483647 w 600"/>
                <a:gd name="T81" fmla="*/ 2147483647 h 678"/>
                <a:gd name="T82" fmla="*/ 2147483647 w 600"/>
                <a:gd name="T83" fmla="*/ 2147483647 h 678"/>
                <a:gd name="T84" fmla="*/ 2147483647 w 600"/>
                <a:gd name="T85" fmla="*/ 2147483647 h 678"/>
                <a:gd name="T86" fmla="*/ 2147483647 w 600"/>
                <a:gd name="T87" fmla="*/ 2147483647 h 678"/>
                <a:gd name="T88" fmla="*/ 2147483647 w 600"/>
                <a:gd name="T89" fmla="*/ 2147483647 h 678"/>
                <a:gd name="T90" fmla="*/ 2147483647 w 600"/>
                <a:gd name="T91" fmla="*/ 2147483647 h 678"/>
                <a:gd name="T92" fmla="*/ 2147483647 w 600"/>
                <a:gd name="T93" fmla="*/ 2147483647 h 678"/>
                <a:gd name="T94" fmla="*/ 2147483647 w 600"/>
                <a:gd name="T95" fmla="*/ 2147483647 h 678"/>
                <a:gd name="T96" fmla="*/ 2147483647 w 600"/>
                <a:gd name="T97" fmla="*/ 2147483647 h 678"/>
                <a:gd name="T98" fmla="*/ 2147483647 w 600"/>
                <a:gd name="T99" fmla="*/ 2147483647 h 678"/>
                <a:gd name="T100" fmla="*/ 2147483647 w 600"/>
                <a:gd name="T101" fmla="*/ 2147483647 h 678"/>
                <a:gd name="T102" fmla="*/ 2147483647 w 600"/>
                <a:gd name="T103" fmla="*/ 2147483647 h 678"/>
                <a:gd name="T104" fmla="*/ 2147483647 w 600"/>
                <a:gd name="T105" fmla="*/ 2147483647 h 678"/>
                <a:gd name="T106" fmla="*/ 2147483647 w 600"/>
                <a:gd name="T107" fmla="*/ 2147483647 h 678"/>
                <a:gd name="T108" fmla="*/ 2147483647 w 600"/>
                <a:gd name="T109" fmla="*/ 2147483647 h 678"/>
                <a:gd name="T110" fmla="*/ 2147483647 w 600"/>
                <a:gd name="T111" fmla="*/ 2147483647 h 678"/>
                <a:gd name="T112" fmla="*/ 2147483647 w 600"/>
                <a:gd name="T113" fmla="*/ 2147483647 h 678"/>
                <a:gd name="T114" fmla="*/ 2147483647 w 600"/>
                <a:gd name="T115" fmla="*/ 2147483647 h 678"/>
                <a:gd name="T116" fmla="*/ 2147483647 w 600"/>
                <a:gd name="T117" fmla="*/ 2147483647 h 678"/>
                <a:gd name="T118" fmla="*/ 2147483647 w 600"/>
                <a:gd name="T119" fmla="*/ 2147483647 h 67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600"/>
                <a:gd name="T181" fmla="*/ 0 h 678"/>
                <a:gd name="T182" fmla="*/ 600 w 600"/>
                <a:gd name="T183" fmla="*/ 678 h 67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600" h="678">
                  <a:moveTo>
                    <a:pt x="480" y="660"/>
                  </a:moveTo>
                  <a:lnTo>
                    <a:pt x="492" y="678"/>
                  </a:lnTo>
                  <a:lnTo>
                    <a:pt x="492" y="660"/>
                  </a:lnTo>
                  <a:lnTo>
                    <a:pt x="498" y="654"/>
                  </a:lnTo>
                  <a:lnTo>
                    <a:pt x="510" y="654"/>
                  </a:lnTo>
                  <a:lnTo>
                    <a:pt x="516" y="660"/>
                  </a:lnTo>
                  <a:lnTo>
                    <a:pt x="516" y="666"/>
                  </a:lnTo>
                  <a:lnTo>
                    <a:pt x="522" y="660"/>
                  </a:lnTo>
                  <a:lnTo>
                    <a:pt x="534" y="636"/>
                  </a:lnTo>
                  <a:lnTo>
                    <a:pt x="546" y="624"/>
                  </a:lnTo>
                  <a:lnTo>
                    <a:pt x="552" y="624"/>
                  </a:lnTo>
                  <a:lnTo>
                    <a:pt x="558" y="618"/>
                  </a:lnTo>
                  <a:lnTo>
                    <a:pt x="570" y="612"/>
                  </a:lnTo>
                  <a:lnTo>
                    <a:pt x="576" y="600"/>
                  </a:lnTo>
                  <a:lnTo>
                    <a:pt x="588" y="594"/>
                  </a:lnTo>
                  <a:lnTo>
                    <a:pt x="588" y="516"/>
                  </a:lnTo>
                  <a:lnTo>
                    <a:pt x="582" y="498"/>
                  </a:lnTo>
                  <a:lnTo>
                    <a:pt x="582" y="486"/>
                  </a:lnTo>
                  <a:lnTo>
                    <a:pt x="588" y="474"/>
                  </a:lnTo>
                  <a:lnTo>
                    <a:pt x="588" y="468"/>
                  </a:lnTo>
                  <a:lnTo>
                    <a:pt x="594" y="462"/>
                  </a:lnTo>
                  <a:lnTo>
                    <a:pt x="594" y="432"/>
                  </a:lnTo>
                  <a:lnTo>
                    <a:pt x="600" y="414"/>
                  </a:lnTo>
                  <a:lnTo>
                    <a:pt x="600" y="396"/>
                  </a:lnTo>
                  <a:lnTo>
                    <a:pt x="594" y="384"/>
                  </a:lnTo>
                  <a:lnTo>
                    <a:pt x="582" y="372"/>
                  </a:lnTo>
                  <a:lnTo>
                    <a:pt x="570" y="366"/>
                  </a:lnTo>
                  <a:lnTo>
                    <a:pt x="558" y="366"/>
                  </a:lnTo>
                  <a:lnTo>
                    <a:pt x="540" y="384"/>
                  </a:lnTo>
                  <a:lnTo>
                    <a:pt x="528" y="384"/>
                  </a:lnTo>
                  <a:lnTo>
                    <a:pt x="516" y="378"/>
                  </a:lnTo>
                  <a:lnTo>
                    <a:pt x="504" y="354"/>
                  </a:lnTo>
                  <a:lnTo>
                    <a:pt x="504" y="336"/>
                  </a:lnTo>
                  <a:lnTo>
                    <a:pt x="498" y="318"/>
                  </a:lnTo>
                  <a:lnTo>
                    <a:pt x="498" y="294"/>
                  </a:lnTo>
                  <a:lnTo>
                    <a:pt x="492" y="276"/>
                  </a:lnTo>
                  <a:lnTo>
                    <a:pt x="492" y="252"/>
                  </a:lnTo>
                  <a:lnTo>
                    <a:pt x="486" y="246"/>
                  </a:lnTo>
                  <a:lnTo>
                    <a:pt x="474" y="240"/>
                  </a:lnTo>
                  <a:lnTo>
                    <a:pt x="402" y="240"/>
                  </a:lnTo>
                  <a:lnTo>
                    <a:pt x="360" y="234"/>
                  </a:lnTo>
                  <a:lnTo>
                    <a:pt x="324" y="222"/>
                  </a:lnTo>
                  <a:lnTo>
                    <a:pt x="318" y="216"/>
                  </a:lnTo>
                  <a:lnTo>
                    <a:pt x="312" y="204"/>
                  </a:lnTo>
                  <a:lnTo>
                    <a:pt x="312" y="162"/>
                  </a:lnTo>
                  <a:lnTo>
                    <a:pt x="318" y="150"/>
                  </a:lnTo>
                  <a:lnTo>
                    <a:pt x="318" y="132"/>
                  </a:lnTo>
                  <a:lnTo>
                    <a:pt x="306" y="132"/>
                  </a:lnTo>
                  <a:lnTo>
                    <a:pt x="306" y="96"/>
                  </a:lnTo>
                  <a:lnTo>
                    <a:pt x="294" y="90"/>
                  </a:lnTo>
                  <a:lnTo>
                    <a:pt x="288" y="84"/>
                  </a:lnTo>
                  <a:lnTo>
                    <a:pt x="288" y="78"/>
                  </a:lnTo>
                  <a:lnTo>
                    <a:pt x="270" y="42"/>
                  </a:lnTo>
                  <a:lnTo>
                    <a:pt x="216" y="0"/>
                  </a:lnTo>
                  <a:lnTo>
                    <a:pt x="138" y="12"/>
                  </a:lnTo>
                  <a:lnTo>
                    <a:pt x="36" y="30"/>
                  </a:lnTo>
                  <a:lnTo>
                    <a:pt x="30" y="60"/>
                  </a:lnTo>
                  <a:lnTo>
                    <a:pt x="18" y="72"/>
                  </a:lnTo>
                  <a:lnTo>
                    <a:pt x="6" y="78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12" y="120"/>
                  </a:lnTo>
                  <a:lnTo>
                    <a:pt x="12" y="126"/>
                  </a:lnTo>
                  <a:lnTo>
                    <a:pt x="18" y="132"/>
                  </a:lnTo>
                  <a:lnTo>
                    <a:pt x="18" y="156"/>
                  </a:lnTo>
                  <a:lnTo>
                    <a:pt x="6" y="228"/>
                  </a:lnTo>
                  <a:lnTo>
                    <a:pt x="6" y="246"/>
                  </a:lnTo>
                  <a:lnTo>
                    <a:pt x="24" y="264"/>
                  </a:lnTo>
                  <a:lnTo>
                    <a:pt x="24" y="270"/>
                  </a:lnTo>
                  <a:lnTo>
                    <a:pt x="30" y="276"/>
                  </a:lnTo>
                  <a:lnTo>
                    <a:pt x="36" y="288"/>
                  </a:lnTo>
                  <a:lnTo>
                    <a:pt x="48" y="294"/>
                  </a:lnTo>
                  <a:lnTo>
                    <a:pt x="54" y="306"/>
                  </a:lnTo>
                  <a:lnTo>
                    <a:pt x="60" y="312"/>
                  </a:lnTo>
                  <a:lnTo>
                    <a:pt x="84" y="324"/>
                  </a:lnTo>
                  <a:lnTo>
                    <a:pt x="102" y="342"/>
                  </a:lnTo>
                  <a:lnTo>
                    <a:pt x="114" y="348"/>
                  </a:lnTo>
                  <a:lnTo>
                    <a:pt x="120" y="366"/>
                  </a:lnTo>
                  <a:lnTo>
                    <a:pt x="126" y="366"/>
                  </a:lnTo>
                  <a:lnTo>
                    <a:pt x="132" y="372"/>
                  </a:lnTo>
                  <a:lnTo>
                    <a:pt x="168" y="390"/>
                  </a:lnTo>
                  <a:lnTo>
                    <a:pt x="198" y="390"/>
                  </a:lnTo>
                  <a:lnTo>
                    <a:pt x="210" y="396"/>
                  </a:lnTo>
                  <a:lnTo>
                    <a:pt x="216" y="402"/>
                  </a:lnTo>
                  <a:lnTo>
                    <a:pt x="228" y="408"/>
                  </a:lnTo>
                  <a:lnTo>
                    <a:pt x="234" y="414"/>
                  </a:lnTo>
                  <a:lnTo>
                    <a:pt x="240" y="414"/>
                  </a:lnTo>
                  <a:lnTo>
                    <a:pt x="246" y="420"/>
                  </a:lnTo>
                  <a:lnTo>
                    <a:pt x="258" y="426"/>
                  </a:lnTo>
                  <a:lnTo>
                    <a:pt x="276" y="438"/>
                  </a:lnTo>
                  <a:lnTo>
                    <a:pt x="312" y="456"/>
                  </a:lnTo>
                  <a:lnTo>
                    <a:pt x="318" y="462"/>
                  </a:lnTo>
                  <a:lnTo>
                    <a:pt x="330" y="462"/>
                  </a:lnTo>
                  <a:lnTo>
                    <a:pt x="342" y="468"/>
                  </a:lnTo>
                  <a:lnTo>
                    <a:pt x="360" y="474"/>
                  </a:lnTo>
                  <a:lnTo>
                    <a:pt x="372" y="480"/>
                  </a:lnTo>
                  <a:lnTo>
                    <a:pt x="378" y="486"/>
                  </a:lnTo>
                  <a:lnTo>
                    <a:pt x="372" y="492"/>
                  </a:lnTo>
                  <a:lnTo>
                    <a:pt x="372" y="504"/>
                  </a:lnTo>
                  <a:lnTo>
                    <a:pt x="366" y="510"/>
                  </a:lnTo>
                  <a:lnTo>
                    <a:pt x="360" y="522"/>
                  </a:lnTo>
                  <a:lnTo>
                    <a:pt x="366" y="528"/>
                  </a:lnTo>
                  <a:lnTo>
                    <a:pt x="372" y="540"/>
                  </a:lnTo>
                  <a:lnTo>
                    <a:pt x="372" y="546"/>
                  </a:lnTo>
                  <a:lnTo>
                    <a:pt x="366" y="552"/>
                  </a:lnTo>
                  <a:lnTo>
                    <a:pt x="348" y="552"/>
                  </a:lnTo>
                  <a:lnTo>
                    <a:pt x="348" y="588"/>
                  </a:lnTo>
                  <a:lnTo>
                    <a:pt x="342" y="594"/>
                  </a:lnTo>
                  <a:lnTo>
                    <a:pt x="336" y="606"/>
                  </a:lnTo>
                  <a:lnTo>
                    <a:pt x="330" y="612"/>
                  </a:lnTo>
                  <a:lnTo>
                    <a:pt x="324" y="624"/>
                  </a:lnTo>
                  <a:lnTo>
                    <a:pt x="324" y="636"/>
                  </a:lnTo>
                  <a:lnTo>
                    <a:pt x="330" y="642"/>
                  </a:lnTo>
                  <a:lnTo>
                    <a:pt x="354" y="642"/>
                  </a:lnTo>
                  <a:lnTo>
                    <a:pt x="366" y="636"/>
                  </a:lnTo>
                  <a:lnTo>
                    <a:pt x="372" y="636"/>
                  </a:lnTo>
                  <a:lnTo>
                    <a:pt x="384" y="642"/>
                  </a:lnTo>
                  <a:lnTo>
                    <a:pt x="390" y="648"/>
                  </a:lnTo>
                  <a:lnTo>
                    <a:pt x="402" y="654"/>
                  </a:lnTo>
                  <a:lnTo>
                    <a:pt x="420" y="660"/>
                  </a:lnTo>
                  <a:lnTo>
                    <a:pt x="480" y="66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45" name="Pa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87B2F23D-ECE4-42F0-A6D1-3B0AF0987725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5120044" y="2021974"/>
              <a:ext cx="347661" cy="346798"/>
            </a:xfrm>
            <a:custGeom>
              <a:avLst/>
              <a:gdLst>
                <a:gd name="T0" fmla="*/ 2147483647 w 1050"/>
                <a:gd name="T1" fmla="*/ 2147483647 h 1056"/>
                <a:gd name="T2" fmla="*/ 2147483647 w 1050"/>
                <a:gd name="T3" fmla="*/ 2147483647 h 1056"/>
                <a:gd name="T4" fmla="*/ 2147483647 w 1050"/>
                <a:gd name="T5" fmla="*/ 2147483647 h 1056"/>
                <a:gd name="T6" fmla="*/ 2147483647 w 1050"/>
                <a:gd name="T7" fmla="*/ 2147483647 h 1056"/>
                <a:gd name="T8" fmla="*/ 2147483647 w 1050"/>
                <a:gd name="T9" fmla="*/ 2147483647 h 1056"/>
                <a:gd name="T10" fmla="*/ 2147483647 w 1050"/>
                <a:gd name="T11" fmla="*/ 2147483647 h 1056"/>
                <a:gd name="T12" fmla="*/ 2147483647 w 1050"/>
                <a:gd name="T13" fmla="*/ 2147483647 h 1056"/>
                <a:gd name="T14" fmla="*/ 2147483647 w 1050"/>
                <a:gd name="T15" fmla="*/ 2147483647 h 1056"/>
                <a:gd name="T16" fmla="*/ 2147483647 w 1050"/>
                <a:gd name="T17" fmla="*/ 2147483647 h 1056"/>
                <a:gd name="T18" fmla="*/ 2147483647 w 1050"/>
                <a:gd name="T19" fmla="*/ 2147483647 h 1056"/>
                <a:gd name="T20" fmla="*/ 2147483647 w 1050"/>
                <a:gd name="T21" fmla="*/ 2147483647 h 1056"/>
                <a:gd name="T22" fmla="*/ 2147483647 w 1050"/>
                <a:gd name="T23" fmla="*/ 2147483647 h 1056"/>
                <a:gd name="T24" fmla="*/ 2147483647 w 1050"/>
                <a:gd name="T25" fmla="*/ 2147483647 h 1056"/>
                <a:gd name="T26" fmla="*/ 2147483647 w 1050"/>
                <a:gd name="T27" fmla="*/ 2147483647 h 1056"/>
                <a:gd name="T28" fmla="*/ 2147483647 w 1050"/>
                <a:gd name="T29" fmla="*/ 2147483647 h 1056"/>
                <a:gd name="T30" fmla="*/ 2147483647 w 1050"/>
                <a:gd name="T31" fmla="*/ 2147483647 h 1056"/>
                <a:gd name="T32" fmla="*/ 2147483647 w 1050"/>
                <a:gd name="T33" fmla="*/ 2147483647 h 1056"/>
                <a:gd name="T34" fmla="*/ 2147483647 w 1050"/>
                <a:gd name="T35" fmla="*/ 2147483647 h 1056"/>
                <a:gd name="T36" fmla="*/ 2147483647 w 1050"/>
                <a:gd name="T37" fmla="*/ 2147483647 h 1056"/>
                <a:gd name="T38" fmla="*/ 2147483647 w 1050"/>
                <a:gd name="T39" fmla="*/ 2147483647 h 1056"/>
                <a:gd name="T40" fmla="*/ 2147483647 w 1050"/>
                <a:gd name="T41" fmla="*/ 2147483647 h 1056"/>
                <a:gd name="T42" fmla="*/ 2147483647 w 1050"/>
                <a:gd name="T43" fmla="*/ 2147483647 h 1056"/>
                <a:gd name="T44" fmla="*/ 0 w 1050"/>
                <a:gd name="T45" fmla="*/ 2147483647 h 1056"/>
                <a:gd name="T46" fmla="*/ 2147483647 w 1050"/>
                <a:gd name="T47" fmla="*/ 2147483647 h 1056"/>
                <a:gd name="T48" fmla="*/ 2147483647 w 1050"/>
                <a:gd name="T49" fmla="*/ 2147483647 h 1056"/>
                <a:gd name="T50" fmla="*/ 2147483647 w 1050"/>
                <a:gd name="T51" fmla="*/ 2147483647 h 1056"/>
                <a:gd name="T52" fmla="*/ 2147483647 w 1050"/>
                <a:gd name="T53" fmla="*/ 2147483647 h 1056"/>
                <a:gd name="T54" fmla="*/ 2147483647 w 1050"/>
                <a:gd name="T55" fmla="*/ 2147483647 h 1056"/>
                <a:gd name="T56" fmla="*/ 2147483647 w 1050"/>
                <a:gd name="T57" fmla="*/ 2147483647 h 1056"/>
                <a:gd name="T58" fmla="*/ 2147483647 w 1050"/>
                <a:gd name="T59" fmla="*/ 2147483647 h 1056"/>
                <a:gd name="T60" fmla="*/ 2147483647 w 1050"/>
                <a:gd name="T61" fmla="*/ 2147483647 h 1056"/>
                <a:gd name="T62" fmla="*/ 2147483647 w 1050"/>
                <a:gd name="T63" fmla="*/ 2147483647 h 1056"/>
                <a:gd name="T64" fmla="*/ 2147483647 w 1050"/>
                <a:gd name="T65" fmla="*/ 2147483647 h 1056"/>
                <a:gd name="T66" fmla="*/ 2147483647 w 1050"/>
                <a:gd name="T67" fmla="*/ 2147483647 h 1056"/>
                <a:gd name="T68" fmla="*/ 2147483647 w 1050"/>
                <a:gd name="T69" fmla="*/ 2147483647 h 1056"/>
                <a:gd name="T70" fmla="*/ 2147483647 w 1050"/>
                <a:gd name="T71" fmla="*/ 2147483647 h 1056"/>
                <a:gd name="T72" fmla="*/ 2147483647 w 1050"/>
                <a:gd name="T73" fmla="*/ 2147483647 h 1056"/>
                <a:gd name="T74" fmla="*/ 2147483647 w 1050"/>
                <a:gd name="T75" fmla="*/ 2147483647 h 1056"/>
                <a:gd name="T76" fmla="*/ 2147483647 w 1050"/>
                <a:gd name="T77" fmla="*/ 2147483647 h 1056"/>
                <a:gd name="T78" fmla="*/ 2147483647 w 1050"/>
                <a:gd name="T79" fmla="*/ 2147483647 h 1056"/>
                <a:gd name="T80" fmla="*/ 2147483647 w 1050"/>
                <a:gd name="T81" fmla="*/ 2147483647 h 1056"/>
                <a:gd name="T82" fmla="*/ 2147483647 w 1050"/>
                <a:gd name="T83" fmla="*/ 2147483647 h 1056"/>
                <a:gd name="T84" fmla="*/ 2147483647 w 1050"/>
                <a:gd name="T85" fmla="*/ 2147483647 h 1056"/>
                <a:gd name="T86" fmla="*/ 2147483647 w 1050"/>
                <a:gd name="T87" fmla="*/ 2147483647 h 1056"/>
                <a:gd name="T88" fmla="*/ 2147483647 w 1050"/>
                <a:gd name="T89" fmla="*/ 2147483647 h 1056"/>
                <a:gd name="T90" fmla="*/ 2147483647 w 1050"/>
                <a:gd name="T91" fmla="*/ 2147483647 h 1056"/>
                <a:gd name="T92" fmla="*/ 2147483647 w 1050"/>
                <a:gd name="T93" fmla="*/ 2147483647 h 1056"/>
                <a:gd name="T94" fmla="*/ 2147483647 w 1050"/>
                <a:gd name="T95" fmla="*/ 2147483647 h 1056"/>
                <a:gd name="T96" fmla="*/ 2147483647 w 1050"/>
                <a:gd name="T97" fmla="*/ 2147483647 h 1056"/>
                <a:gd name="T98" fmla="*/ 2147483647 w 1050"/>
                <a:gd name="T99" fmla="*/ 2147483647 h 1056"/>
                <a:gd name="T100" fmla="*/ 2147483647 w 1050"/>
                <a:gd name="T101" fmla="*/ 2147483647 h 1056"/>
                <a:gd name="T102" fmla="*/ 2147483647 w 1050"/>
                <a:gd name="T103" fmla="*/ 2147483647 h 1056"/>
                <a:gd name="T104" fmla="*/ 2147483647 w 1050"/>
                <a:gd name="T105" fmla="*/ 2147483647 h 1056"/>
                <a:gd name="T106" fmla="*/ 2147483647 w 1050"/>
                <a:gd name="T107" fmla="*/ 2147483647 h 1056"/>
                <a:gd name="T108" fmla="*/ 2147483647 w 1050"/>
                <a:gd name="T109" fmla="*/ 2147483647 h 1056"/>
                <a:gd name="T110" fmla="*/ 2147483647 w 1050"/>
                <a:gd name="T111" fmla="*/ 2147483647 h 1056"/>
                <a:gd name="T112" fmla="*/ 2147483647 w 1050"/>
                <a:gd name="T113" fmla="*/ 2147483647 h 1056"/>
                <a:gd name="T114" fmla="*/ 2147483647 w 1050"/>
                <a:gd name="T115" fmla="*/ 2147483647 h 1056"/>
                <a:gd name="T116" fmla="*/ 2147483647 w 1050"/>
                <a:gd name="T117" fmla="*/ 2147483647 h 1056"/>
                <a:gd name="T118" fmla="*/ 2147483647 w 1050"/>
                <a:gd name="T119" fmla="*/ 2147483647 h 1056"/>
                <a:gd name="T120" fmla="*/ 2147483647 w 1050"/>
                <a:gd name="T121" fmla="*/ 2147483647 h 1056"/>
                <a:gd name="T122" fmla="*/ 2147483647 w 1050"/>
                <a:gd name="T123" fmla="*/ 2147483647 h 105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50"/>
                <a:gd name="T187" fmla="*/ 0 h 1056"/>
                <a:gd name="T188" fmla="*/ 1050 w 1050"/>
                <a:gd name="T189" fmla="*/ 1056 h 105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50" h="1056">
                  <a:moveTo>
                    <a:pt x="1008" y="120"/>
                  </a:moveTo>
                  <a:lnTo>
                    <a:pt x="996" y="120"/>
                  </a:lnTo>
                  <a:lnTo>
                    <a:pt x="984" y="114"/>
                  </a:lnTo>
                  <a:lnTo>
                    <a:pt x="978" y="102"/>
                  </a:lnTo>
                  <a:lnTo>
                    <a:pt x="972" y="96"/>
                  </a:lnTo>
                  <a:lnTo>
                    <a:pt x="972" y="90"/>
                  </a:lnTo>
                  <a:lnTo>
                    <a:pt x="960" y="96"/>
                  </a:lnTo>
                  <a:lnTo>
                    <a:pt x="924" y="84"/>
                  </a:lnTo>
                  <a:lnTo>
                    <a:pt x="924" y="60"/>
                  </a:lnTo>
                  <a:lnTo>
                    <a:pt x="912" y="36"/>
                  </a:lnTo>
                  <a:lnTo>
                    <a:pt x="900" y="24"/>
                  </a:lnTo>
                  <a:lnTo>
                    <a:pt x="888" y="18"/>
                  </a:lnTo>
                  <a:lnTo>
                    <a:pt x="876" y="18"/>
                  </a:lnTo>
                  <a:lnTo>
                    <a:pt x="870" y="6"/>
                  </a:lnTo>
                  <a:lnTo>
                    <a:pt x="822" y="6"/>
                  </a:lnTo>
                  <a:lnTo>
                    <a:pt x="810" y="0"/>
                  </a:lnTo>
                  <a:lnTo>
                    <a:pt x="804" y="6"/>
                  </a:lnTo>
                  <a:lnTo>
                    <a:pt x="792" y="6"/>
                  </a:lnTo>
                  <a:lnTo>
                    <a:pt x="786" y="12"/>
                  </a:lnTo>
                  <a:lnTo>
                    <a:pt x="774" y="12"/>
                  </a:lnTo>
                  <a:lnTo>
                    <a:pt x="762" y="6"/>
                  </a:lnTo>
                  <a:lnTo>
                    <a:pt x="738" y="6"/>
                  </a:lnTo>
                  <a:lnTo>
                    <a:pt x="732" y="12"/>
                  </a:lnTo>
                  <a:lnTo>
                    <a:pt x="690" y="12"/>
                  </a:lnTo>
                  <a:lnTo>
                    <a:pt x="684" y="18"/>
                  </a:lnTo>
                  <a:lnTo>
                    <a:pt x="678" y="18"/>
                  </a:lnTo>
                  <a:lnTo>
                    <a:pt x="654" y="30"/>
                  </a:lnTo>
                  <a:lnTo>
                    <a:pt x="648" y="36"/>
                  </a:lnTo>
                  <a:lnTo>
                    <a:pt x="624" y="48"/>
                  </a:lnTo>
                  <a:lnTo>
                    <a:pt x="618" y="54"/>
                  </a:lnTo>
                  <a:lnTo>
                    <a:pt x="612" y="66"/>
                  </a:lnTo>
                  <a:lnTo>
                    <a:pt x="606" y="72"/>
                  </a:lnTo>
                  <a:lnTo>
                    <a:pt x="606" y="78"/>
                  </a:lnTo>
                  <a:lnTo>
                    <a:pt x="636" y="108"/>
                  </a:lnTo>
                  <a:lnTo>
                    <a:pt x="636" y="138"/>
                  </a:lnTo>
                  <a:lnTo>
                    <a:pt x="642" y="144"/>
                  </a:lnTo>
                  <a:lnTo>
                    <a:pt x="648" y="156"/>
                  </a:lnTo>
                  <a:lnTo>
                    <a:pt x="648" y="162"/>
                  </a:lnTo>
                  <a:lnTo>
                    <a:pt x="624" y="186"/>
                  </a:lnTo>
                  <a:lnTo>
                    <a:pt x="618" y="198"/>
                  </a:lnTo>
                  <a:lnTo>
                    <a:pt x="618" y="210"/>
                  </a:lnTo>
                  <a:lnTo>
                    <a:pt x="624" y="216"/>
                  </a:lnTo>
                  <a:lnTo>
                    <a:pt x="624" y="246"/>
                  </a:lnTo>
                  <a:lnTo>
                    <a:pt x="606" y="246"/>
                  </a:lnTo>
                  <a:lnTo>
                    <a:pt x="600" y="252"/>
                  </a:lnTo>
                  <a:lnTo>
                    <a:pt x="594" y="252"/>
                  </a:lnTo>
                  <a:lnTo>
                    <a:pt x="576" y="246"/>
                  </a:lnTo>
                  <a:lnTo>
                    <a:pt x="570" y="240"/>
                  </a:lnTo>
                  <a:lnTo>
                    <a:pt x="552" y="240"/>
                  </a:lnTo>
                  <a:lnTo>
                    <a:pt x="552" y="252"/>
                  </a:lnTo>
                  <a:lnTo>
                    <a:pt x="564" y="264"/>
                  </a:lnTo>
                  <a:lnTo>
                    <a:pt x="576" y="270"/>
                  </a:lnTo>
                  <a:lnTo>
                    <a:pt x="576" y="276"/>
                  </a:lnTo>
                  <a:lnTo>
                    <a:pt x="582" y="282"/>
                  </a:lnTo>
                  <a:lnTo>
                    <a:pt x="582" y="288"/>
                  </a:lnTo>
                  <a:lnTo>
                    <a:pt x="594" y="294"/>
                  </a:lnTo>
                  <a:lnTo>
                    <a:pt x="600" y="294"/>
                  </a:lnTo>
                  <a:lnTo>
                    <a:pt x="570" y="312"/>
                  </a:lnTo>
                  <a:lnTo>
                    <a:pt x="552" y="312"/>
                  </a:lnTo>
                  <a:lnTo>
                    <a:pt x="546" y="318"/>
                  </a:lnTo>
                  <a:lnTo>
                    <a:pt x="546" y="354"/>
                  </a:lnTo>
                  <a:lnTo>
                    <a:pt x="540" y="354"/>
                  </a:lnTo>
                  <a:lnTo>
                    <a:pt x="534" y="360"/>
                  </a:lnTo>
                  <a:lnTo>
                    <a:pt x="534" y="378"/>
                  </a:lnTo>
                  <a:lnTo>
                    <a:pt x="540" y="390"/>
                  </a:lnTo>
                  <a:lnTo>
                    <a:pt x="540" y="402"/>
                  </a:lnTo>
                  <a:lnTo>
                    <a:pt x="546" y="408"/>
                  </a:lnTo>
                  <a:lnTo>
                    <a:pt x="546" y="414"/>
                  </a:lnTo>
                  <a:lnTo>
                    <a:pt x="540" y="420"/>
                  </a:lnTo>
                  <a:lnTo>
                    <a:pt x="534" y="432"/>
                  </a:lnTo>
                  <a:lnTo>
                    <a:pt x="522" y="438"/>
                  </a:lnTo>
                  <a:lnTo>
                    <a:pt x="510" y="438"/>
                  </a:lnTo>
                  <a:lnTo>
                    <a:pt x="504" y="432"/>
                  </a:lnTo>
                  <a:lnTo>
                    <a:pt x="504" y="420"/>
                  </a:lnTo>
                  <a:lnTo>
                    <a:pt x="474" y="420"/>
                  </a:lnTo>
                  <a:lnTo>
                    <a:pt x="462" y="426"/>
                  </a:lnTo>
                  <a:lnTo>
                    <a:pt x="456" y="432"/>
                  </a:lnTo>
                  <a:lnTo>
                    <a:pt x="444" y="438"/>
                  </a:lnTo>
                  <a:lnTo>
                    <a:pt x="438" y="438"/>
                  </a:lnTo>
                  <a:lnTo>
                    <a:pt x="432" y="444"/>
                  </a:lnTo>
                  <a:lnTo>
                    <a:pt x="432" y="450"/>
                  </a:lnTo>
                  <a:lnTo>
                    <a:pt x="438" y="450"/>
                  </a:lnTo>
                  <a:lnTo>
                    <a:pt x="444" y="456"/>
                  </a:lnTo>
                  <a:lnTo>
                    <a:pt x="444" y="462"/>
                  </a:lnTo>
                  <a:lnTo>
                    <a:pt x="438" y="468"/>
                  </a:lnTo>
                  <a:lnTo>
                    <a:pt x="396" y="468"/>
                  </a:lnTo>
                  <a:lnTo>
                    <a:pt x="396" y="456"/>
                  </a:lnTo>
                  <a:lnTo>
                    <a:pt x="378" y="456"/>
                  </a:lnTo>
                  <a:lnTo>
                    <a:pt x="372" y="468"/>
                  </a:lnTo>
                  <a:lnTo>
                    <a:pt x="360" y="474"/>
                  </a:lnTo>
                  <a:lnTo>
                    <a:pt x="354" y="486"/>
                  </a:lnTo>
                  <a:lnTo>
                    <a:pt x="354" y="504"/>
                  </a:lnTo>
                  <a:lnTo>
                    <a:pt x="360" y="516"/>
                  </a:lnTo>
                  <a:lnTo>
                    <a:pt x="360" y="534"/>
                  </a:lnTo>
                  <a:lnTo>
                    <a:pt x="366" y="540"/>
                  </a:lnTo>
                  <a:lnTo>
                    <a:pt x="366" y="570"/>
                  </a:lnTo>
                  <a:lnTo>
                    <a:pt x="360" y="576"/>
                  </a:lnTo>
                  <a:lnTo>
                    <a:pt x="354" y="576"/>
                  </a:lnTo>
                  <a:lnTo>
                    <a:pt x="306" y="600"/>
                  </a:lnTo>
                  <a:lnTo>
                    <a:pt x="276" y="600"/>
                  </a:lnTo>
                  <a:lnTo>
                    <a:pt x="258" y="606"/>
                  </a:lnTo>
                  <a:lnTo>
                    <a:pt x="234" y="606"/>
                  </a:lnTo>
                  <a:lnTo>
                    <a:pt x="228" y="612"/>
                  </a:lnTo>
                  <a:lnTo>
                    <a:pt x="204" y="612"/>
                  </a:lnTo>
                  <a:lnTo>
                    <a:pt x="204" y="606"/>
                  </a:lnTo>
                  <a:lnTo>
                    <a:pt x="150" y="606"/>
                  </a:lnTo>
                  <a:lnTo>
                    <a:pt x="144" y="612"/>
                  </a:lnTo>
                  <a:lnTo>
                    <a:pt x="138" y="612"/>
                  </a:lnTo>
                  <a:lnTo>
                    <a:pt x="120" y="618"/>
                  </a:lnTo>
                  <a:lnTo>
                    <a:pt x="102" y="618"/>
                  </a:lnTo>
                  <a:lnTo>
                    <a:pt x="78" y="606"/>
                  </a:lnTo>
                  <a:lnTo>
                    <a:pt x="60" y="600"/>
                  </a:lnTo>
                  <a:lnTo>
                    <a:pt x="42" y="588"/>
                  </a:lnTo>
                  <a:lnTo>
                    <a:pt x="30" y="582"/>
                  </a:lnTo>
                  <a:lnTo>
                    <a:pt x="0" y="582"/>
                  </a:lnTo>
                  <a:lnTo>
                    <a:pt x="24" y="606"/>
                  </a:lnTo>
                  <a:lnTo>
                    <a:pt x="30" y="618"/>
                  </a:lnTo>
                  <a:lnTo>
                    <a:pt x="36" y="624"/>
                  </a:lnTo>
                  <a:lnTo>
                    <a:pt x="48" y="642"/>
                  </a:lnTo>
                  <a:lnTo>
                    <a:pt x="60" y="654"/>
                  </a:lnTo>
                  <a:lnTo>
                    <a:pt x="66" y="672"/>
                  </a:lnTo>
                  <a:lnTo>
                    <a:pt x="78" y="690"/>
                  </a:lnTo>
                  <a:lnTo>
                    <a:pt x="84" y="696"/>
                  </a:lnTo>
                  <a:lnTo>
                    <a:pt x="102" y="696"/>
                  </a:lnTo>
                  <a:lnTo>
                    <a:pt x="114" y="690"/>
                  </a:lnTo>
                  <a:lnTo>
                    <a:pt x="126" y="708"/>
                  </a:lnTo>
                  <a:lnTo>
                    <a:pt x="150" y="708"/>
                  </a:lnTo>
                  <a:lnTo>
                    <a:pt x="144" y="738"/>
                  </a:lnTo>
                  <a:lnTo>
                    <a:pt x="150" y="738"/>
                  </a:lnTo>
                  <a:lnTo>
                    <a:pt x="150" y="762"/>
                  </a:lnTo>
                  <a:lnTo>
                    <a:pt x="156" y="774"/>
                  </a:lnTo>
                  <a:lnTo>
                    <a:pt x="156" y="786"/>
                  </a:lnTo>
                  <a:lnTo>
                    <a:pt x="174" y="786"/>
                  </a:lnTo>
                  <a:lnTo>
                    <a:pt x="180" y="792"/>
                  </a:lnTo>
                  <a:lnTo>
                    <a:pt x="186" y="804"/>
                  </a:lnTo>
                  <a:lnTo>
                    <a:pt x="192" y="822"/>
                  </a:lnTo>
                  <a:lnTo>
                    <a:pt x="192" y="834"/>
                  </a:lnTo>
                  <a:lnTo>
                    <a:pt x="186" y="840"/>
                  </a:lnTo>
                  <a:lnTo>
                    <a:pt x="180" y="840"/>
                  </a:lnTo>
                  <a:lnTo>
                    <a:pt x="180" y="834"/>
                  </a:lnTo>
                  <a:lnTo>
                    <a:pt x="150" y="834"/>
                  </a:lnTo>
                  <a:lnTo>
                    <a:pt x="138" y="840"/>
                  </a:lnTo>
                  <a:lnTo>
                    <a:pt x="132" y="846"/>
                  </a:lnTo>
                  <a:lnTo>
                    <a:pt x="132" y="852"/>
                  </a:lnTo>
                  <a:lnTo>
                    <a:pt x="126" y="852"/>
                  </a:lnTo>
                  <a:lnTo>
                    <a:pt x="126" y="858"/>
                  </a:lnTo>
                  <a:lnTo>
                    <a:pt x="120" y="864"/>
                  </a:lnTo>
                  <a:lnTo>
                    <a:pt x="108" y="864"/>
                  </a:lnTo>
                  <a:lnTo>
                    <a:pt x="102" y="882"/>
                  </a:lnTo>
                  <a:lnTo>
                    <a:pt x="96" y="888"/>
                  </a:lnTo>
                  <a:lnTo>
                    <a:pt x="96" y="894"/>
                  </a:lnTo>
                  <a:lnTo>
                    <a:pt x="84" y="906"/>
                  </a:lnTo>
                  <a:lnTo>
                    <a:pt x="84" y="936"/>
                  </a:lnTo>
                  <a:lnTo>
                    <a:pt x="90" y="948"/>
                  </a:lnTo>
                  <a:lnTo>
                    <a:pt x="90" y="954"/>
                  </a:lnTo>
                  <a:lnTo>
                    <a:pt x="96" y="948"/>
                  </a:lnTo>
                  <a:lnTo>
                    <a:pt x="108" y="948"/>
                  </a:lnTo>
                  <a:lnTo>
                    <a:pt x="114" y="942"/>
                  </a:lnTo>
                  <a:lnTo>
                    <a:pt x="120" y="942"/>
                  </a:lnTo>
                  <a:lnTo>
                    <a:pt x="126" y="948"/>
                  </a:lnTo>
                  <a:lnTo>
                    <a:pt x="138" y="948"/>
                  </a:lnTo>
                  <a:lnTo>
                    <a:pt x="150" y="954"/>
                  </a:lnTo>
                  <a:lnTo>
                    <a:pt x="174" y="954"/>
                  </a:lnTo>
                  <a:lnTo>
                    <a:pt x="210" y="936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34" y="936"/>
                  </a:lnTo>
                  <a:lnTo>
                    <a:pt x="276" y="936"/>
                  </a:lnTo>
                  <a:lnTo>
                    <a:pt x="288" y="930"/>
                  </a:lnTo>
                  <a:lnTo>
                    <a:pt x="300" y="930"/>
                  </a:lnTo>
                  <a:lnTo>
                    <a:pt x="306" y="924"/>
                  </a:lnTo>
                  <a:lnTo>
                    <a:pt x="312" y="924"/>
                  </a:lnTo>
                  <a:lnTo>
                    <a:pt x="348" y="930"/>
                  </a:lnTo>
                  <a:lnTo>
                    <a:pt x="354" y="924"/>
                  </a:lnTo>
                  <a:lnTo>
                    <a:pt x="366" y="918"/>
                  </a:lnTo>
                  <a:lnTo>
                    <a:pt x="372" y="912"/>
                  </a:lnTo>
                  <a:lnTo>
                    <a:pt x="384" y="912"/>
                  </a:lnTo>
                  <a:lnTo>
                    <a:pt x="396" y="918"/>
                  </a:lnTo>
                  <a:lnTo>
                    <a:pt x="408" y="930"/>
                  </a:lnTo>
                  <a:lnTo>
                    <a:pt x="432" y="978"/>
                  </a:lnTo>
                  <a:lnTo>
                    <a:pt x="444" y="984"/>
                  </a:lnTo>
                  <a:lnTo>
                    <a:pt x="450" y="990"/>
                  </a:lnTo>
                  <a:lnTo>
                    <a:pt x="468" y="996"/>
                  </a:lnTo>
                  <a:lnTo>
                    <a:pt x="486" y="996"/>
                  </a:lnTo>
                  <a:lnTo>
                    <a:pt x="522" y="1008"/>
                  </a:lnTo>
                  <a:lnTo>
                    <a:pt x="540" y="1044"/>
                  </a:lnTo>
                  <a:lnTo>
                    <a:pt x="552" y="1056"/>
                  </a:lnTo>
                  <a:lnTo>
                    <a:pt x="570" y="1056"/>
                  </a:lnTo>
                  <a:lnTo>
                    <a:pt x="588" y="1050"/>
                  </a:lnTo>
                  <a:lnTo>
                    <a:pt x="582" y="1044"/>
                  </a:lnTo>
                  <a:lnTo>
                    <a:pt x="582" y="1032"/>
                  </a:lnTo>
                  <a:lnTo>
                    <a:pt x="594" y="1020"/>
                  </a:lnTo>
                  <a:lnTo>
                    <a:pt x="606" y="1020"/>
                  </a:lnTo>
                  <a:lnTo>
                    <a:pt x="618" y="1026"/>
                  </a:lnTo>
                  <a:lnTo>
                    <a:pt x="624" y="1032"/>
                  </a:lnTo>
                  <a:lnTo>
                    <a:pt x="648" y="1020"/>
                  </a:lnTo>
                  <a:lnTo>
                    <a:pt x="648" y="1026"/>
                  </a:lnTo>
                  <a:lnTo>
                    <a:pt x="654" y="1032"/>
                  </a:lnTo>
                  <a:lnTo>
                    <a:pt x="678" y="1032"/>
                  </a:lnTo>
                  <a:lnTo>
                    <a:pt x="690" y="1020"/>
                  </a:lnTo>
                  <a:lnTo>
                    <a:pt x="702" y="1014"/>
                  </a:lnTo>
                  <a:lnTo>
                    <a:pt x="708" y="1014"/>
                  </a:lnTo>
                  <a:lnTo>
                    <a:pt x="708" y="1026"/>
                  </a:lnTo>
                  <a:lnTo>
                    <a:pt x="714" y="1032"/>
                  </a:lnTo>
                  <a:lnTo>
                    <a:pt x="732" y="1032"/>
                  </a:lnTo>
                  <a:lnTo>
                    <a:pt x="738" y="1026"/>
                  </a:lnTo>
                  <a:lnTo>
                    <a:pt x="750" y="1020"/>
                  </a:lnTo>
                  <a:lnTo>
                    <a:pt x="750" y="996"/>
                  </a:lnTo>
                  <a:lnTo>
                    <a:pt x="744" y="990"/>
                  </a:lnTo>
                  <a:lnTo>
                    <a:pt x="738" y="978"/>
                  </a:lnTo>
                  <a:lnTo>
                    <a:pt x="714" y="936"/>
                  </a:lnTo>
                  <a:lnTo>
                    <a:pt x="714" y="912"/>
                  </a:lnTo>
                  <a:lnTo>
                    <a:pt x="690" y="912"/>
                  </a:lnTo>
                  <a:lnTo>
                    <a:pt x="678" y="900"/>
                  </a:lnTo>
                  <a:lnTo>
                    <a:pt x="672" y="888"/>
                  </a:lnTo>
                  <a:lnTo>
                    <a:pt x="666" y="882"/>
                  </a:lnTo>
                  <a:lnTo>
                    <a:pt x="672" y="852"/>
                  </a:lnTo>
                  <a:lnTo>
                    <a:pt x="672" y="834"/>
                  </a:lnTo>
                  <a:lnTo>
                    <a:pt x="642" y="840"/>
                  </a:lnTo>
                  <a:lnTo>
                    <a:pt x="636" y="840"/>
                  </a:lnTo>
                  <a:lnTo>
                    <a:pt x="624" y="834"/>
                  </a:lnTo>
                  <a:lnTo>
                    <a:pt x="618" y="828"/>
                  </a:lnTo>
                  <a:lnTo>
                    <a:pt x="618" y="804"/>
                  </a:lnTo>
                  <a:lnTo>
                    <a:pt x="624" y="792"/>
                  </a:lnTo>
                  <a:lnTo>
                    <a:pt x="636" y="780"/>
                  </a:lnTo>
                  <a:lnTo>
                    <a:pt x="642" y="768"/>
                  </a:lnTo>
                  <a:lnTo>
                    <a:pt x="648" y="762"/>
                  </a:lnTo>
                  <a:lnTo>
                    <a:pt x="654" y="750"/>
                  </a:lnTo>
                  <a:lnTo>
                    <a:pt x="654" y="744"/>
                  </a:lnTo>
                  <a:lnTo>
                    <a:pt x="666" y="732"/>
                  </a:lnTo>
                  <a:lnTo>
                    <a:pt x="678" y="726"/>
                  </a:lnTo>
                  <a:lnTo>
                    <a:pt x="684" y="726"/>
                  </a:lnTo>
                  <a:lnTo>
                    <a:pt x="690" y="732"/>
                  </a:lnTo>
                  <a:lnTo>
                    <a:pt x="690" y="744"/>
                  </a:lnTo>
                  <a:lnTo>
                    <a:pt x="696" y="750"/>
                  </a:lnTo>
                  <a:lnTo>
                    <a:pt x="702" y="750"/>
                  </a:lnTo>
                  <a:lnTo>
                    <a:pt x="726" y="738"/>
                  </a:lnTo>
                  <a:lnTo>
                    <a:pt x="732" y="732"/>
                  </a:lnTo>
                  <a:lnTo>
                    <a:pt x="738" y="738"/>
                  </a:lnTo>
                  <a:lnTo>
                    <a:pt x="756" y="738"/>
                  </a:lnTo>
                  <a:lnTo>
                    <a:pt x="762" y="732"/>
                  </a:lnTo>
                  <a:lnTo>
                    <a:pt x="768" y="720"/>
                  </a:lnTo>
                  <a:lnTo>
                    <a:pt x="774" y="714"/>
                  </a:lnTo>
                  <a:lnTo>
                    <a:pt x="774" y="708"/>
                  </a:lnTo>
                  <a:lnTo>
                    <a:pt x="792" y="696"/>
                  </a:lnTo>
                  <a:lnTo>
                    <a:pt x="792" y="678"/>
                  </a:lnTo>
                  <a:lnTo>
                    <a:pt x="798" y="672"/>
                  </a:lnTo>
                  <a:lnTo>
                    <a:pt x="798" y="666"/>
                  </a:lnTo>
                  <a:lnTo>
                    <a:pt x="804" y="660"/>
                  </a:lnTo>
                  <a:lnTo>
                    <a:pt x="828" y="648"/>
                  </a:lnTo>
                  <a:lnTo>
                    <a:pt x="840" y="636"/>
                  </a:lnTo>
                  <a:lnTo>
                    <a:pt x="846" y="618"/>
                  </a:lnTo>
                  <a:lnTo>
                    <a:pt x="846" y="606"/>
                  </a:lnTo>
                  <a:lnTo>
                    <a:pt x="852" y="588"/>
                  </a:lnTo>
                  <a:lnTo>
                    <a:pt x="852" y="576"/>
                  </a:lnTo>
                  <a:lnTo>
                    <a:pt x="858" y="570"/>
                  </a:lnTo>
                  <a:lnTo>
                    <a:pt x="870" y="564"/>
                  </a:lnTo>
                  <a:lnTo>
                    <a:pt x="876" y="558"/>
                  </a:lnTo>
                  <a:lnTo>
                    <a:pt x="888" y="558"/>
                  </a:lnTo>
                  <a:lnTo>
                    <a:pt x="870" y="534"/>
                  </a:lnTo>
                  <a:lnTo>
                    <a:pt x="894" y="498"/>
                  </a:lnTo>
                  <a:lnTo>
                    <a:pt x="924" y="480"/>
                  </a:lnTo>
                  <a:lnTo>
                    <a:pt x="924" y="474"/>
                  </a:lnTo>
                  <a:lnTo>
                    <a:pt x="912" y="462"/>
                  </a:lnTo>
                  <a:lnTo>
                    <a:pt x="906" y="450"/>
                  </a:lnTo>
                  <a:lnTo>
                    <a:pt x="906" y="414"/>
                  </a:lnTo>
                  <a:lnTo>
                    <a:pt x="912" y="408"/>
                  </a:lnTo>
                  <a:lnTo>
                    <a:pt x="924" y="408"/>
                  </a:lnTo>
                  <a:lnTo>
                    <a:pt x="948" y="396"/>
                  </a:lnTo>
                  <a:lnTo>
                    <a:pt x="954" y="390"/>
                  </a:lnTo>
                  <a:lnTo>
                    <a:pt x="954" y="384"/>
                  </a:lnTo>
                  <a:lnTo>
                    <a:pt x="948" y="378"/>
                  </a:lnTo>
                  <a:lnTo>
                    <a:pt x="936" y="372"/>
                  </a:lnTo>
                  <a:lnTo>
                    <a:pt x="900" y="372"/>
                  </a:lnTo>
                  <a:lnTo>
                    <a:pt x="894" y="336"/>
                  </a:lnTo>
                  <a:lnTo>
                    <a:pt x="876" y="336"/>
                  </a:lnTo>
                  <a:lnTo>
                    <a:pt x="864" y="318"/>
                  </a:lnTo>
                  <a:lnTo>
                    <a:pt x="846" y="318"/>
                  </a:lnTo>
                  <a:lnTo>
                    <a:pt x="846" y="306"/>
                  </a:lnTo>
                  <a:lnTo>
                    <a:pt x="852" y="294"/>
                  </a:lnTo>
                  <a:lnTo>
                    <a:pt x="852" y="288"/>
                  </a:lnTo>
                  <a:lnTo>
                    <a:pt x="846" y="288"/>
                  </a:lnTo>
                  <a:lnTo>
                    <a:pt x="834" y="276"/>
                  </a:lnTo>
                  <a:lnTo>
                    <a:pt x="834" y="270"/>
                  </a:lnTo>
                  <a:lnTo>
                    <a:pt x="840" y="264"/>
                  </a:lnTo>
                  <a:lnTo>
                    <a:pt x="846" y="252"/>
                  </a:lnTo>
                  <a:lnTo>
                    <a:pt x="852" y="246"/>
                  </a:lnTo>
                  <a:lnTo>
                    <a:pt x="822" y="240"/>
                  </a:lnTo>
                  <a:lnTo>
                    <a:pt x="828" y="228"/>
                  </a:lnTo>
                  <a:lnTo>
                    <a:pt x="804" y="210"/>
                  </a:lnTo>
                  <a:lnTo>
                    <a:pt x="804" y="204"/>
                  </a:lnTo>
                  <a:lnTo>
                    <a:pt x="810" y="192"/>
                  </a:lnTo>
                  <a:lnTo>
                    <a:pt x="834" y="180"/>
                  </a:lnTo>
                  <a:lnTo>
                    <a:pt x="876" y="180"/>
                  </a:lnTo>
                  <a:lnTo>
                    <a:pt x="894" y="186"/>
                  </a:lnTo>
                  <a:lnTo>
                    <a:pt x="912" y="186"/>
                  </a:lnTo>
                  <a:lnTo>
                    <a:pt x="918" y="192"/>
                  </a:lnTo>
                  <a:lnTo>
                    <a:pt x="918" y="204"/>
                  </a:lnTo>
                  <a:lnTo>
                    <a:pt x="930" y="204"/>
                  </a:lnTo>
                  <a:lnTo>
                    <a:pt x="942" y="198"/>
                  </a:lnTo>
                  <a:lnTo>
                    <a:pt x="948" y="192"/>
                  </a:lnTo>
                  <a:lnTo>
                    <a:pt x="960" y="186"/>
                  </a:lnTo>
                  <a:lnTo>
                    <a:pt x="966" y="180"/>
                  </a:lnTo>
                  <a:lnTo>
                    <a:pt x="972" y="186"/>
                  </a:lnTo>
                  <a:lnTo>
                    <a:pt x="978" y="180"/>
                  </a:lnTo>
                  <a:lnTo>
                    <a:pt x="1002" y="180"/>
                  </a:lnTo>
                  <a:lnTo>
                    <a:pt x="1002" y="162"/>
                  </a:lnTo>
                  <a:lnTo>
                    <a:pt x="1026" y="156"/>
                  </a:lnTo>
                  <a:lnTo>
                    <a:pt x="1050" y="120"/>
                  </a:lnTo>
                  <a:lnTo>
                    <a:pt x="1008" y="12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46" name="Parcel Islands" descr="© INSCALE GmbH, 05.05.2010&#10;http://www.presentationload.com/">
              <a:extLst>
                <a:ext uri="{FF2B5EF4-FFF2-40B4-BE49-F238E27FC236}">
                  <a16:creationId xmlns:a16="http://schemas.microsoft.com/office/drawing/2014/main" id="{97F81485-C1B6-4EA5-99AE-222C15242CB1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6321991" y="2544741"/>
              <a:ext cx="31018" cy="20551"/>
            </a:xfrm>
            <a:custGeom>
              <a:avLst/>
              <a:gdLst>
                <a:gd name="T0" fmla="*/ 2147483647 w 96"/>
                <a:gd name="T1" fmla="*/ 2147483647 h 66"/>
                <a:gd name="T2" fmla="*/ 2147483647 w 96"/>
                <a:gd name="T3" fmla="*/ 2147483647 h 66"/>
                <a:gd name="T4" fmla="*/ 0 w 96"/>
                <a:gd name="T5" fmla="*/ 2147483647 h 66"/>
                <a:gd name="T6" fmla="*/ 0 w 96"/>
                <a:gd name="T7" fmla="*/ 2147483647 h 66"/>
                <a:gd name="T8" fmla="*/ 2147483647 w 96"/>
                <a:gd name="T9" fmla="*/ 2147483647 h 66"/>
                <a:gd name="T10" fmla="*/ 2147483647 w 96"/>
                <a:gd name="T11" fmla="*/ 2147483647 h 66"/>
                <a:gd name="T12" fmla="*/ 2147483647 w 96"/>
                <a:gd name="T13" fmla="*/ 2147483647 h 66"/>
                <a:gd name="T14" fmla="*/ 2147483647 w 96"/>
                <a:gd name="T15" fmla="*/ 2147483647 h 66"/>
                <a:gd name="T16" fmla="*/ 2147483647 w 96"/>
                <a:gd name="T17" fmla="*/ 2147483647 h 66"/>
                <a:gd name="T18" fmla="*/ 2147483647 w 96"/>
                <a:gd name="T19" fmla="*/ 0 h 66"/>
                <a:gd name="T20" fmla="*/ 2147483647 w 96"/>
                <a:gd name="T21" fmla="*/ 2147483647 h 66"/>
                <a:gd name="T22" fmla="*/ 2147483647 w 96"/>
                <a:gd name="T23" fmla="*/ 2147483647 h 66"/>
                <a:gd name="T24" fmla="*/ 2147483647 w 96"/>
                <a:gd name="T25" fmla="*/ 2147483647 h 66"/>
                <a:gd name="T26" fmla="*/ 2147483647 w 96"/>
                <a:gd name="T27" fmla="*/ 2147483647 h 66"/>
                <a:gd name="T28" fmla="*/ 2147483647 w 96"/>
                <a:gd name="T29" fmla="*/ 0 h 66"/>
                <a:gd name="T30" fmla="*/ 2147483647 w 96"/>
                <a:gd name="T31" fmla="*/ 0 h 66"/>
                <a:gd name="T32" fmla="*/ 2147483647 w 96"/>
                <a:gd name="T33" fmla="*/ 2147483647 h 66"/>
                <a:gd name="T34" fmla="*/ 2147483647 w 96"/>
                <a:gd name="T35" fmla="*/ 2147483647 h 66"/>
                <a:gd name="T36" fmla="*/ 2147483647 w 96"/>
                <a:gd name="T37" fmla="*/ 2147483647 h 66"/>
                <a:gd name="T38" fmla="*/ 2147483647 w 96"/>
                <a:gd name="T39" fmla="*/ 2147483647 h 66"/>
                <a:gd name="T40" fmla="*/ 2147483647 w 96"/>
                <a:gd name="T41" fmla="*/ 2147483647 h 66"/>
                <a:gd name="T42" fmla="*/ 2147483647 w 96"/>
                <a:gd name="T43" fmla="*/ 2147483647 h 66"/>
                <a:gd name="T44" fmla="*/ 2147483647 w 96"/>
                <a:gd name="T45" fmla="*/ 2147483647 h 6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96"/>
                <a:gd name="T70" fmla="*/ 0 h 66"/>
                <a:gd name="T71" fmla="*/ 96 w 96"/>
                <a:gd name="T72" fmla="*/ 66 h 6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96" h="66">
                  <a:moveTo>
                    <a:pt x="12" y="42"/>
                  </a:moveTo>
                  <a:lnTo>
                    <a:pt x="6" y="42"/>
                  </a:lnTo>
                  <a:lnTo>
                    <a:pt x="0" y="48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24" y="54"/>
                  </a:lnTo>
                  <a:lnTo>
                    <a:pt x="24" y="42"/>
                  </a:lnTo>
                  <a:lnTo>
                    <a:pt x="12" y="42"/>
                  </a:lnTo>
                  <a:close/>
                  <a:moveTo>
                    <a:pt x="42" y="0"/>
                  </a:moveTo>
                  <a:lnTo>
                    <a:pt x="42" y="18"/>
                  </a:lnTo>
                  <a:lnTo>
                    <a:pt x="54" y="30"/>
                  </a:lnTo>
                  <a:lnTo>
                    <a:pt x="60" y="30"/>
                  </a:lnTo>
                  <a:lnTo>
                    <a:pt x="72" y="24"/>
                  </a:lnTo>
                  <a:lnTo>
                    <a:pt x="48" y="0"/>
                  </a:lnTo>
                  <a:lnTo>
                    <a:pt x="42" y="0"/>
                  </a:lnTo>
                  <a:close/>
                  <a:moveTo>
                    <a:pt x="96" y="36"/>
                  </a:moveTo>
                  <a:lnTo>
                    <a:pt x="78" y="36"/>
                  </a:lnTo>
                  <a:lnTo>
                    <a:pt x="72" y="42"/>
                  </a:lnTo>
                  <a:lnTo>
                    <a:pt x="72" y="54"/>
                  </a:lnTo>
                  <a:lnTo>
                    <a:pt x="84" y="60"/>
                  </a:lnTo>
                  <a:lnTo>
                    <a:pt x="96" y="48"/>
                  </a:lnTo>
                  <a:lnTo>
                    <a:pt x="96" y="3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47" name="Oman" descr="© INSCALE GmbH, 05.05.2010&#10;http://www.presentationload.com/">
              <a:extLst>
                <a:ext uri="{FF2B5EF4-FFF2-40B4-BE49-F238E27FC236}">
                  <a16:creationId xmlns:a16="http://schemas.microsoft.com/office/drawing/2014/main" id="{35DF3453-31F8-4DAC-8F5D-A7FCAAC4BA91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941689" y="2339233"/>
              <a:ext cx="178354" cy="220923"/>
            </a:xfrm>
            <a:custGeom>
              <a:avLst/>
              <a:gdLst>
                <a:gd name="T0" fmla="*/ 2147483647 w 540"/>
                <a:gd name="T1" fmla="*/ 2147483647 h 672"/>
                <a:gd name="T2" fmla="*/ 2147483647 w 540"/>
                <a:gd name="T3" fmla="*/ 2147483647 h 672"/>
                <a:gd name="T4" fmla="*/ 2147483647 w 540"/>
                <a:gd name="T5" fmla="*/ 2147483647 h 672"/>
                <a:gd name="T6" fmla="*/ 2147483647 w 540"/>
                <a:gd name="T7" fmla="*/ 2147483647 h 672"/>
                <a:gd name="T8" fmla="*/ 2147483647 w 540"/>
                <a:gd name="T9" fmla="*/ 2147483647 h 672"/>
                <a:gd name="T10" fmla="*/ 2147483647 w 540"/>
                <a:gd name="T11" fmla="*/ 2147483647 h 672"/>
                <a:gd name="T12" fmla="*/ 2147483647 w 540"/>
                <a:gd name="T13" fmla="*/ 2147483647 h 672"/>
                <a:gd name="T14" fmla="*/ 2147483647 w 540"/>
                <a:gd name="T15" fmla="*/ 2147483647 h 672"/>
                <a:gd name="T16" fmla="*/ 2147483647 w 540"/>
                <a:gd name="T17" fmla="*/ 2147483647 h 672"/>
                <a:gd name="T18" fmla="*/ 2147483647 w 540"/>
                <a:gd name="T19" fmla="*/ 2147483647 h 672"/>
                <a:gd name="T20" fmla="*/ 2147483647 w 540"/>
                <a:gd name="T21" fmla="*/ 2147483647 h 672"/>
                <a:gd name="T22" fmla="*/ 2147483647 w 540"/>
                <a:gd name="T23" fmla="*/ 2147483647 h 672"/>
                <a:gd name="T24" fmla="*/ 2147483647 w 540"/>
                <a:gd name="T25" fmla="*/ 2147483647 h 672"/>
                <a:gd name="T26" fmla="*/ 2147483647 w 540"/>
                <a:gd name="T27" fmla="*/ 2147483647 h 672"/>
                <a:gd name="T28" fmla="*/ 2147483647 w 540"/>
                <a:gd name="T29" fmla="*/ 2147483647 h 672"/>
                <a:gd name="T30" fmla="*/ 2147483647 w 540"/>
                <a:gd name="T31" fmla="*/ 2147483647 h 672"/>
                <a:gd name="T32" fmla="*/ 2147483647 w 540"/>
                <a:gd name="T33" fmla="*/ 2147483647 h 672"/>
                <a:gd name="T34" fmla="*/ 2147483647 w 540"/>
                <a:gd name="T35" fmla="*/ 2147483647 h 672"/>
                <a:gd name="T36" fmla="*/ 2147483647 w 540"/>
                <a:gd name="T37" fmla="*/ 2147483647 h 672"/>
                <a:gd name="T38" fmla="*/ 2147483647 w 540"/>
                <a:gd name="T39" fmla="*/ 2147483647 h 672"/>
                <a:gd name="T40" fmla="*/ 2147483647 w 540"/>
                <a:gd name="T41" fmla="*/ 2147483647 h 672"/>
                <a:gd name="T42" fmla="*/ 2147483647 w 540"/>
                <a:gd name="T43" fmla="*/ 2147483647 h 672"/>
                <a:gd name="T44" fmla="*/ 2147483647 w 540"/>
                <a:gd name="T45" fmla="*/ 2147483647 h 672"/>
                <a:gd name="T46" fmla="*/ 2147483647 w 540"/>
                <a:gd name="T47" fmla="*/ 2147483647 h 672"/>
                <a:gd name="T48" fmla="*/ 2147483647 w 540"/>
                <a:gd name="T49" fmla="*/ 2147483647 h 672"/>
                <a:gd name="T50" fmla="*/ 2147483647 w 540"/>
                <a:gd name="T51" fmla="*/ 0 h 672"/>
                <a:gd name="T52" fmla="*/ 2147483647 w 540"/>
                <a:gd name="T53" fmla="*/ 2147483647 h 672"/>
                <a:gd name="T54" fmla="*/ 2147483647 w 540"/>
                <a:gd name="T55" fmla="*/ 2147483647 h 672"/>
                <a:gd name="T56" fmla="*/ 2147483647 w 540"/>
                <a:gd name="T57" fmla="*/ 2147483647 h 672"/>
                <a:gd name="T58" fmla="*/ 2147483647 w 540"/>
                <a:gd name="T59" fmla="*/ 2147483647 h 672"/>
                <a:gd name="T60" fmla="*/ 2147483647 w 540"/>
                <a:gd name="T61" fmla="*/ 2147483647 h 672"/>
                <a:gd name="T62" fmla="*/ 2147483647 w 540"/>
                <a:gd name="T63" fmla="*/ 2147483647 h 672"/>
                <a:gd name="T64" fmla="*/ 2147483647 w 540"/>
                <a:gd name="T65" fmla="*/ 2147483647 h 672"/>
                <a:gd name="T66" fmla="*/ 2147483647 w 540"/>
                <a:gd name="T67" fmla="*/ 2147483647 h 672"/>
                <a:gd name="T68" fmla="*/ 2147483647 w 540"/>
                <a:gd name="T69" fmla="*/ 2147483647 h 672"/>
                <a:gd name="T70" fmla="*/ 2147483647 w 540"/>
                <a:gd name="T71" fmla="*/ 2147483647 h 672"/>
                <a:gd name="T72" fmla="*/ 2147483647 w 540"/>
                <a:gd name="T73" fmla="*/ 2147483647 h 672"/>
                <a:gd name="T74" fmla="*/ 2147483647 w 540"/>
                <a:gd name="T75" fmla="*/ 2147483647 h 672"/>
                <a:gd name="T76" fmla="*/ 2147483647 w 540"/>
                <a:gd name="T77" fmla="*/ 2147483647 h 672"/>
                <a:gd name="T78" fmla="*/ 2147483647 w 540"/>
                <a:gd name="T79" fmla="*/ 2147483647 h 672"/>
                <a:gd name="T80" fmla="*/ 2147483647 w 540"/>
                <a:gd name="T81" fmla="*/ 2147483647 h 672"/>
                <a:gd name="T82" fmla="*/ 2147483647 w 540"/>
                <a:gd name="T83" fmla="*/ 2147483647 h 672"/>
                <a:gd name="T84" fmla="*/ 2147483647 w 540"/>
                <a:gd name="T85" fmla="*/ 2147483647 h 672"/>
                <a:gd name="T86" fmla="*/ 2147483647 w 540"/>
                <a:gd name="T87" fmla="*/ 2147483647 h 67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40"/>
                <a:gd name="T133" fmla="*/ 0 h 672"/>
                <a:gd name="T134" fmla="*/ 540 w 540"/>
                <a:gd name="T135" fmla="*/ 672 h 67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40" h="672">
                  <a:moveTo>
                    <a:pt x="258" y="564"/>
                  </a:moveTo>
                  <a:lnTo>
                    <a:pt x="276" y="564"/>
                  </a:lnTo>
                  <a:lnTo>
                    <a:pt x="288" y="558"/>
                  </a:lnTo>
                  <a:lnTo>
                    <a:pt x="306" y="552"/>
                  </a:lnTo>
                  <a:lnTo>
                    <a:pt x="330" y="540"/>
                  </a:lnTo>
                  <a:lnTo>
                    <a:pt x="336" y="528"/>
                  </a:lnTo>
                  <a:lnTo>
                    <a:pt x="342" y="510"/>
                  </a:lnTo>
                  <a:lnTo>
                    <a:pt x="342" y="498"/>
                  </a:lnTo>
                  <a:lnTo>
                    <a:pt x="348" y="498"/>
                  </a:lnTo>
                  <a:lnTo>
                    <a:pt x="354" y="492"/>
                  </a:lnTo>
                  <a:lnTo>
                    <a:pt x="366" y="486"/>
                  </a:lnTo>
                  <a:lnTo>
                    <a:pt x="384" y="480"/>
                  </a:lnTo>
                  <a:lnTo>
                    <a:pt x="408" y="456"/>
                  </a:lnTo>
                  <a:lnTo>
                    <a:pt x="414" y="444"/>
                  </a:lnTo>
                  <a:lnTo>
                    <a:pt x="414" y="426"/>
                  </a:lnTo>
                  <a:lnTo>
                    <a:pt x="420" y="408"/>
                  </a:lnTo>
                  <a:lnTo>
                    <a:pt x="420" y="378"/>
                  </a:lnTo>
                  <a:lnTo>
                    <a:pt x="426" y="372"/>
                  </a:lnTo>
                  <a:lnTo>
                    <a:pt x="432" y="372"/>
                  </a:lnTo>
                  <a:lnTo>
                    <a:pt x="444" y="378"/>
                  </a:lnTo>
                  <a:lnTo>
                    <a:pt x="450" y="384"/>
                  </a:lnTo>
                  <a:lnTo>
                    <a:pt x="462" y="384"/>
                  </a:lnTo>
                  <a:lnTo>
                    <a:pt x="468" y="378"/>
                  </a:lnTo>
                  <a:lnTo>
                    <a:pt x="480" y="354"/>
                  </a:lnTo>
                  <a:lnTo>
                    <a:pt x="480" y="330"/>
                  </a:lnTo>
                  <a:lnTo>
                    <a:pt x="534" y="276"/>
                  </a:lnTo>
                  <a:lnTo>
                    <a:pt x="534" y="264"/>
                  </a:lnTo>
                  <a:lnTo>
                    <a:pt x="540" y="252"/>
                  </a:lnTo>
                  <a:lnTo>
                    <a:pt x="540" y="204"/>
                  </a:lnTo>
                  <a:lnTo>
                    <a:pt x="528" y="192"/>
                  </a:lnTo>
                  <a:lnTo>
                    <a:pt x="510" y="192"/>
                  </a:lnTo>
                  <a:lnTo>
                    <a:pt x="510" y="186"/>
                  </a:lnTo>
                  <a:lnTo>
                    <a:pt x="492" y="168"/>
                  </a:lnTo>
                  <a:lnTo>
                    <a:pt x="486" y="150"/>
                  </a:lnTo>
                  <a:lnTo>
                    <a:pt x="462" y="126"/>
                  </a:lnTo>
                  <a:lnTo>
                    <a:pt x="456" y="114"/>
                  </a:lnTo>
                  <a:lnTo>
                    <a:pt x="432" y="96"/>
                  </a:lnTo>
                  <a:lnTo>
                    <a:pt x="396" y="84"/>
                  </a:lnTo>
                  <a:lnTo>
                    <a:pt x="366" y="78"/>
                  </a:lnTo>
                  <a:lnTo>
                    <a:pt x="348" y="78"/>
                  </a:lnTo>
                  <a:lnTo>
                    <a:pt x="342" y="72"/>
                  </a:lnTo>
                  <a:lnTo>
                    <a:pt x="330" y="72"/>
                  </a:lnTo>
                  <a:lnTo>
                    <a:pt x="318" y="60"/>
                  </a:lnTo>
                  <a:lnTo>
                    <a:pt x="294" y="48"/>
                  </a:lnTo>
                  <a:lnTo>
                    <a:pt x="288" y="36"/>
                  </a:lnTo>
                  <a:lnTo>
                    <a:pt x="288" y="30"/>
                  </a:lnTo>
                  <a:lnTo>
                    <a:pt x="282" y="18"/>
                  </a:lnTo>
                  <a:lnTo>
                    <a:pt x="276" y="12"/>
                  </a:lnTo>
                  <a:lnTo>
                    <a:pt x="252" y="18"/>
                  </a:lnTo>
                  <a:lnTo>
                    <a:pt x="246" y="6"/>
                  </a:lnTo>
                  <a:lnTo>
                    <a:pt x="246" y="0"/>
                  </a:lnTo>
                  <a:lnTo>
                    <a:pt x="240" y="0"/>
                  </a:lnTo>
                  <a:lnTo>
                    <a:pt x="234" y="6"/>
                  </a:lnTo>
                  <a:lnTo>
                    <a:pt x="234" y="12"/>
                  </a:lnTo>
                  <a:lnTo>
                    <a:pt x="228" y="24"/>
                  </a:lnTo>
                  <a:lnTo>
                    <a:pt x="228" y="54"/>
                  </a:lnTo>
                  <a:lnTo>
                    <a:pt x="246" y="72"/>
                  </a:lnTo>
                  <a:lnTo>
                    <a:pt x="246" y="78"/>
                  </a:lnTo>
                  <a:lnTo>
                    <a:pt x="240" y="78"/>
                  </a:lnTo>
                  <a:lnTo>
                    <a:pt x="240" y="72"/>
                  </a:lnTo>
                  <a:lnTo>
                    <a:pt x="228" y="72"/>
                  </a:lnTo>
                  <a:lnTo>
                    <a:pt x="228" y="78"/>
                  </a:lnTo>
                  <a:lnTo>
                    <a:pt x="222" y="84"/>
                  </a:lnTo>
                  <a:lnTo>
                    <a:pt x="222" y="96"/>
                  </a:lnTo>
                  <a:lnTo>
                    <a:pt x="216" y="108"/>
                  </a:lnTo>
                  <a:lnTo>
                    <a:pt x="216" y="120"/>
                  </a:lnTo>
                  <a:lnTo>
                    <a:pt x="210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2" y="156"/>
                  </a:lnTo>
                  <a:lnTo>
                    <a:pt x="192" y="168"/>
                  </a:lnTo>
                  <a:lnTo>
                    <a:pt x="210" y="204"/>
                  </a:lnTo>
                  <a:lnTo>
                    <a:pt x="216" y="210"/>
                  </a:lnTo>
                  <a:lnTo>
                    <a:pt x="216" y="222"/>
                  </a:lnTo>
                  <a:lnTo>
                    <a:pt x="222" y="228"/>
                  </a:lnTo>
                  <a:lnTo>
                    <a:pt x="234" y="234"/>
                  </a:lnTo>
                  <a:lnTo>
                    <a:pt x="240" y="240"/>
                  </a:lnTo>
                  <a:lnTo>
                    <a:pt x="204" y="414"/>
                  </a:lnTo>
                  <a:lnTo>
                    <a:pt x="0" y="486"/>
                  </a:lnTo>
                  <a:lnTo>
                    <a:pt x="84" y="672"/>
                  </a:lnTo>
                  <a:lnTo>
                    <a:pt x="114" y="660"/>
                  </a:lnTo>
                  <a:lnTo>
                    <a:pt x="198" y="636"/>
                  </a:lnTo>
                  <a:lnTo>
                    <a:pt x="228" y="624"/>
                  </a:lnTo>
                  <a:lnTo>
                    <a:pt x="246" y="618"/>
                  </a:lnTo>
                  <a:lnTo>
                    <a:pt x="252" y="606"/>
                  </a:lnTo>
                  <a:lnTo>
                    <a:pt x="252" y="594"/>
                  </a:lnTo>
                  <a:lnTo>
                    <a:pt x="258" y="582"/>
                  </a:lnTo>
                  <a:lnTo>
                    <a:pt x="258" y="56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48" name="Norway" descr="© INSCALE GmbH, 05.05.2010&#10;http://www.presentationload.com/">
              <a:extLst>
                <a:ext uri="{FF2B5EF4-FFF2-40B4-BE49-F238E27FC236}">
                  <a16:creationId xmlns:a16="http://schemas.microsoft.com/office/drawing/2014/main" id="{B5EB20EC-45E5-4751-BC16-C13701C02F04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3876738" y="989289"/>
              <a:ext cx="449762" cy="491941"/>
            </a:xfrm>
            <a:custGeom>
              <a:avLst/>
              <a:gdLst>
                <a:gd name="T0" fmla="*/ 2147483647 w 1362"/>
                <a:gd name="T1" fmla="*/ 2147483647 h 1500"/>
                <a:gd name="T2" fmla="*/ 2147483647 w 1362"/>
                <a:gd name="T3" fmla="*/ 2147483647 h 1500"/>
                <a:gd name="T4" fmla="*/ 2147483647 w 1362"/>
                <a:gd name="T5" fmla="*/ 2147483647 h 1500"/>
                <a:gd name="T6" fmla="*/ 2147483647 w 1362"/>
                <a:gd name="T7" fmla="*/ 2147483647 h 1500"/>
                <a:gd name="T8" fmla="*/ 2147483647 w 1362"/>
                <a:gd name="T9" fmla="*/ 0 h 1500"/>
                <a:gd name="T10" fmla="*/ 2147483647 w 1362"/>
                <a:gd name="T11" fmla="*/ 2147483647 h 1500"/>
                <a:gd name="T12" fmla="*/ 2147483647 w 1362"/>
                <a:gd name="T13" fmla="*/ 2147483647 h 1500"/>
                <a:gd name="T14" fmla="*/ 2147483647 w 1362"/>
                <a:gd name="T15" fmla="*/ 2147483647 h 1500"/>
                <a:gd name="T16" fmla="*/ 2147483647 w 1362"/>
                <a:gd name="T17" fmla="*/ 2147483647 h 1500"/>
                <a:gd name="T18" fmla="*/ 2147483647 w 1362"/>
                <a:gd name="T19" fmla="*/ 2147483647 h 1500"/>
                <a:gd name="T20" fmla="*/ 2147483647 w 1362"/>
                <a:gd name="T21" fmla="*/ 2147483647 h 1500"/>
                <a:gd name="T22" fmla="*/ 2147483647 w 1362"/>
                <a:gd name="T23" fmla="*/ 2147483647 h 1500"/>
                <a:gd name="T24" fmla="*/ 2147483647 w 1362"/>
                <a:gd name="T25" fmla="*/ 2147483647 h 1500"/>
                <a:gd name="T26" fmla="*/ 2147483647 w 1362"/>
                <a:gd name="T27" fmla="*/ 2147483647 h 1500"/>
                <a:gd name="T28" fmla="*/ 2147483647 w 1362"/>
                <a:gd name="T29" fmla="*/ 2147483647 h 1500"/>
                <a:gd name="T30" fmla="*/ 2147483647 w 1362"/>
                <a:gd name="T31" fmla="*/ 2147483647 h 1500"/>
                <a:gd name="T32" fmla="*/ 2147483647 w 1362"/>
                <a:gd name="T33" fmla="*/ 2147483647 h 1500"/>
                <a:gd name="T34" fmla="*/ 2147483647 w 1362"/>
                <a:gd name="T35" fmla="*/ 2147483647 h 1500"/>
                <a:gd name="T36" fmla="*/ 2147483647 w 1362"/>
                <a:gd name="T37" fmla="*/ 2147483647 h 1500"/>
                <a:gd name="T38" fmla="*/ 2147483647 w 1362"/>
                <a:gd name="T39" fmla="*/ 2147483647 h 1500"/>
                <a:gd name="T40" fmla="*/ 2147483647 w 1362"/>
                <a:gd name="T41" fmla="*/ 2147483647 h 1500"/>
                <a:gd name="T42" fmla="*/ 2147483647 w 1362"/>
                <a:gd name="T43" fmla="*/ 2147483647 h 1500"/>
                <a:gd name="T44" fmla="*/ 2147483647 w 1362"/>
                <a:gd name="T45" fmla="*/ 2147483647 h 1500"/>
                <a:gd name="T46" fmla="*/ 2147483647 w 1362"/>
                <a:gd name="T47" fmla="*/ 2147483647 h 1500"/>
                <a:gd name="T48" fmla="*/ 2147483647 w 1362"/>
                <a:gd name="T49" fmla="*/ 2147483647 h 1500"/>
                <a:gd name="T50" fmla="*/ 2147483647 w 1362"/>
                <a:gd name="T51" fmla="*/ 2147483647 h 1500"/>
                <a:gd name="T52" fmla="*/ 2147483647 w 1362"/>
                <a:gd name="T53" fmla="*/ 2147483647 h 1500"/>
                <a:gd name="T54" fmla="*/ 2147483647 w 1362"/>
                <a:gd name="T55" fmla="*/ 2147483647 h 1500"/>
                <a:gd name="T56" fmla="*/ 2147483647 w 1362"/>
                <a:gd name="T57" fmla="*/ 2147483647 h 1500"/>
                <a:gd name="T58" fmla="*/ 2147483647 w 1362"/>
                <a:gd name="T59" fmla="*/ 2147483647 h 1500"/>
                <a:gd name="T60" fmla="*/ 2147483647 w 1362"/>
                <a:gd name="T61" fmla="*/ 2147483647 h 1500"/>
                <a:gd name="T62" fmla="*/ 2147483647 w 1362"/>
                <a:gd name="T63" fmla="*/ 2147483647 h 1500"/>
                <a:gd name="T64" fmla="*/ 2147483647 w 1362"/>
                <a:gd name="T65" fmla="*/ 2147483647 h 1500"/>
                <a:gd name="T66" fmla="*/ 2147483647 w 1362"/>
                <a:gd name="T67" fmla="*/ 2147483647 h 1500"/>
                <a:gd name="T68" fmla="*/ 2147483647 w 1362"/>
                <a:gd name="T69" fmla="*/ 2147483647 h 1500"/>
                <a:gd name="T70" fmla="*/ 2147483647 w 1362"/>
                <a:gd name="T71" fmla="*/ 2147483647 h 1500"/>
                <a:gd name="T72" fmla="*/ 2147483647 w 1362"/>
                <a:gd name="T73" fmla="*/ 2147483647 h 1500"/>
                <a:gd name="T74" fmla="*/ 2147483647 w 1362"/>
                <a:gd name="T75" fmla="*/ 2147483647 h 1500"/>
                <a:gd name="T76" fmla="*/ 2147483647 w 1362"/>
                <a:gd name="T77" fmla="*/ 2147483647 h 1500"/>
                <a:gd name="T78" fmla="*/ 2147483647 w 1362"/>
                <a:gd name="T79" fmla="*/ 2147483647 h 1500"/>
                <a:gd name="T80" fmla="*/ 2147483647 w 1362"/>
                <a:gd name="T81" fmla="*/ 2147483647 h 1500"/>
                <a:gd name="T82" fmla="*/ 2147483647 w 1362"/>
                <a:gd name="T83" fmla="*/ 2147483647 h 1500"/>
                <a:gd name="T84" fmla="*/ 2147483647 w 1362"/>
                <a:gd name="T85" fmla="*/ 2147483647 h 1500"/>
                <a:gd name="T86" fmla="*/ 2147483647 w 1362"/>
                <a:gd name="T87" fmla="*/ 2147483647 h 1500"/>
                <a:gd name="T88" fmla="*/ 2147483647 w 1362"/>
                <a:gd name="T89" fmla="*/ 2147483647 h 1500"/>
                <a:gd name="T90" fmla="*/ 2147483647 w 1362"/>
                <a:gd name="T91" fmla="*/ 2147483647 h 1500"/>
                <a:gd name="T92" fmla="*/ 2147483647 w 1362"/>
                <a:gd name="T93" fmla="*/ 2147483647 h 1500"/>
                <a:gd name="T94" fmla="*/ 2147483647 w 1362"/>
                <a:gd name="T95" fmla="*/ 2147483647 h 1500"/>
                <a:gd name="T96" fmla="*/ 2147483647 w 1362"/>
                <a:gd name="T97" fmla="*/ 2147483647 h 1500"/>
                <a:gd name="T98" fmla="*/ 2147483647 w 1362"/>
                <a:gd name="T99" fmla="*/ 2147483647 h 1500"/>
                <a:gd name="T100" fmla="*/ 2147483647 w 1362"/>
                <a:gd name="T101" fmla="*/ 2147483647 h 1500"/>
                <a:gd name="T102" fmla="*/ 2147483647 w 1362"/>
                <a:gd name="T103" fmla="*/ 2147483647 h 1500"/>
                <a:gd name="T104" fmla="*/ 2147483647 w 1362"/>
                <a:gd name="T105" fmla="*/ 2147483647 h 1500"/>
                <a:gd name="T106" fmla="*/ 2147483647 w 1362"/>
                <a:gd name="T107" fmla="*/ 2147483647 h 1500"/>
                <a:gd name="T108" fmla="*/ 2147483647 w 1362"/>
                <a:gd name="T109" fmla="*/ 2147483647 h 1500"/>
                <a:gd name="T110" fmla="*/ 2147483647 w 1362"/>
                <a:gd name="T111" fmla="*/ 2147483647 h 1500"/>
                <a:gd name="T112" fmla="*/ 2147483647 w 1362"/>
                <a:gd name="T113" fmla="*/ 2147483647 h 1500"/>
                <a:gd name="T114" fmla="*/ 2147483647 w 1362"/>
                <a:gd name="T115" fmla="*/ 2147483647 h 150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362"/>
                <a:gd name="T175" fmla="*/ 0 h 1500"/>
                <a:gd name="T176" fmla="*/ 1362 w 1362"/>
                <a:gd name="T177" fmla="*/ 1500 h 150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362" h="1500">
                  <a:moveTo>
                    <a:pt x="324" y="120"/>
                  </a:moveTo>
                  <a:lnTo>
                    <a:pt x="336" y="126"/>
                  </a:lnTo>
                  <a:lnTo>
                    <a:pt x="354" y="132"/>
                  </a:lnTo>
                  <a:lnTo>
                    <a:pt x="378" y="132"/>
                  </a:lnTo>
                  <a:lnTo>
                    <a:pt x="294" y="90"/>
                  </a:lnTo>
                  <a:lnTo>
                    <a:pt x="294" y="102"/>
                  </a:lnTo>
                  <a:lnTo>
                    <a:pt x="306" y="108"/>
                  </a:lnTo>
                  <a:lnTo>
                    <a:pt x="312" y="114"/>
                  </a:lnTo>
                  <a:lnTo>
                    <a:pt x="324" y="120"/>
                  </a:lnTo>
                  <a:close/>
                  <a:moveTo>
                    <a:pt x="684" y="48"/>
                  </a:moveTo>
                  <a:lnTo>
                    <a:pt x="732" y="48"/>
                  </a:lnTo>
                  <a:lnTo>
                    <a:pt x="738" y="54"/>
                  </a:lnTo>
                  <a:lnTo>
                    <a:pt x="750" y="54"/>
                  </a:lnTo>
                  <a:lnTo>
                    <a:pt x="774" y="66"/>
                  </a:lnTo>
                  <a:lnTo>
                    <a:pt x="786" y="66"/>
                  </a:lnTo>
                  <a:lnTo>
                    <a:pt x="798" y="60"/>
                  </a:lnTo>
                  <a:lnTo>
                    <a:pt x="804" y="60"/>
                  </a:lnTo>
                  <a:lnTo>
                    <a:pt x="816" y="54"/>
                  </a:lnTo>
                  <a:lnTo>
                    <a:pt x="828" y="54"/>
                  </a:lnTo>
                  <a:lnTo>
                    <a:pt x="840" y="60"/>
                  </a:lnTo>
                  <a:lnTo>
                    <a:pt x="876" y="72"/>
                  </a:lnTo>
                  <a:lnTo>
                    <a:pt x="888" y="78"/>
                  </a:lnTo>
                  <a:lnTo>
                    <a:pt x="894" y="84"/>
                  </a:lnTo>
                  <a:lnTo>
                    <a:pt x="900" y="84"/>
                  </a:lnTo>
                  <a:lnTo>
                    <a:pt x="924" y="60"/>
                  </a:lnTo>
                  <a:lnTo>
                    <a:pt x="984" y="66"/>
                  </a:lnTo>
                  <a:lnTo>
                    <a:pt x="984" y="42"/>
                  </a:lnTo>
                  <a:lnTo>
                    <a:pt x="1014" y="42"/>
                  </a:lnTo>
                  <a:lnTo>
                    <a:pt x="1026" y="36"/>
                  </a:lnTo>
                  <a:lnTo>
                    <a:pt x="1032" y="24"/>
                  </a:lnTo>
                  <a:lnTo>
                    <a:pt x="1038" y="18"/>
                  </a:lnTo>
                  <a:lnTo>
                    <a:pt x="1032" y="12"/>
                  </a:lnTo>
                  <a:lnTo>
                    <a:pt x="1002" y="12"/>
                  </a:lnTo>
                  <a:lnTo>
                    <a:pt x="990" y="18"/>
                  </a:lnTo>
                  <a:lnTo>
                    <a:pt x="984" y="18"/>
                  </a:lnTo>
                  <a:lnTo>
                    <a:pt x="972" y="6"/>
                  </a:lnTo>
                  <a:lnTo>
                    <a:pt x="960" y="0"/>
                  </a:lnTo>
                  <a:lnTo>
                    <a:pt x="918" y="0"/>
                  </a:lnTo>
                  <a:lnTo>
                    <a:pt x="900" y="6"/>
                  </a:lnTo>
                  <a:lnTo>
                    <a:pt x="882" y="18"/>
                  </a:lnTo>
                  <a:lnTo>
                    <a:pt x="870" y="18"/>
                  </a:lnTo>
                  <a:lnTo>
                    <a:pt x="864" y="12"/>
                  </a:lnTo>
                  <a:lnTo>
                    <a:pt x="864" y="6"/>
                  </a:lnTo>
                  <a:lnTo>
                    <a:pt x="858" y="6"/>
                  </a:lnTo>
                  <a:lnTo>
                    <a:pt x="852" y="0"/>
                  </a:lnTo>
                  <a:lnTo>
                    <a:pt x="822" y="0"/>
                  </a:lnTo>
                  <a:lnTo>
                    <a:pt x="804" y="18"/>
                  </a:lnTo>
                  <a:lnTo>
                    <a:pt x="738" y="0"/>
                  </a:lnTo>
                  <a:lnTo>
                    <a:pt x="726" y="0"/>
                  </a:lnTo>
                  <a:lnTo>
                    <a:pt x="708" y="6"/>
                  </a:lnTo>
                  <a:lnTo>
                    <a:pt x="690" y="6"/>
                  </a:lnTo>
                  <a:lnTo>
                    <a:pt x="672" y="12"/>
                  </a:lnTo>
                  <a:lnTo>
                    <a:pt x="660" y="12"/>
                  </a:lnTo>
                  <a:lnTo>
                    <a:pt x="660" y="6"/>
                  </a:lnTo>
                  <a:lnTo>
                    <a:pt x="666" y="0"/>
                  </a:lnTo>
                  <a:lnTo>
                    <a:pt x="630" y="12"/>
                  </a:lnTo>
                  <a:lnTo>
                    <a:pt x="648" y="36"/>
                  </a:lnTo>
                  <a:lnTo>
                    <a:pt x="684" y="48"/>
                  </a:lnTo>
                  <a:close/>
                  <a:moveTo>
                    <a:pt x="324" y="66"/>
                  </a:moveTo>
                  <a:lnTo>
                    <a:pt x="342" y="66"/>
                  </a:lnTo>
                  <a:lnTo>
                    <a:pt x="348" y="72"/>
                  </a:lnTo>
                  <a:lnTo>
                    <a:pt x="360" y="72"/>
                  </a:lnTo>
                  <a:lnTo>
                    <a:pt x="360" y="78"/>
                  </a:lnTo>
                  <a:lnTo>
                    <a:pt x="342" y="96"/>
                  </a:lnTo>
                  <a:lnTo>
                    <a:pt x="336" y="96"/>
                  </a:lnTo>
                  <a:lnTo>
                    <a:pt x="378" y="114"/>
                  </a:lnTo>
                  <a:lnTo>
                    <a:pt x="390" y="120"/>
                  </a:lnTo>
                  <a:lnTo>
                    <a:pt x="396" y="126"/>
                  </a:lnTo>
                  <a:lnTo>
                    <a:pt x="414" y="126"/>
                  </a:lnTo>
                  <a:lnTo>
                    <a:pt x="426" y="132"/>
                  </a:lnTo>
                  <a:lnTo>
                    <a:pt x="438" y="132"/>
                  </a:lnTo>
                  <a:lnTo>
                    <a:pt x="462" y="108"/>
                  </a:lnTo>
                  <a:lnTo>
                    <a:pt x="504" y="96"/>
                  </a:lnTo>
                  <a:lnTo>
                    <a:pt x="534" y="120"/>
                  </a:lnTo>
                  <a:lnTo>
                    <a:pt x="528" y="120"/>
                  </a:lnTo>
                  <a:lnTo>
                    <a:pt x="516" y="126"/>
                  </a:lnTo>
                  <a:lnTo>
                    <a:pt x="504" y="126"/>
                  </a:lnTo>
                  <a:lnTo>
                    <a:pt x="480" y="132"/>
                  </a:lnTo>
                  <a:lnTo>
                    <a:pt x="468" y="138"/>
                  </a:lnTo>
                  <a:lnTo>
                    <a:pt x="456" y="150"/>
                  </a:lnTo>
                  <a:lnTo>
                    <a:pt x="486" y="150"/>
                  </a:lnTo>
                  <a:lnTo>
                    <a:pt x="498" y="156"/>
                  </a:lnTo>
                  <a:lnTo>
                    <a:pt x="522" y="156"/>
                  </a:lnTo>
                  <a:lnTo>
                    <a:pt x="516" y="162"/>
                  </a:lnTo>
                  <a:lnTo>
                    <a:pt x="504" y="162"/>
                  </a:lnTo>
                  <a:lnTo>
                    <a:pt x="486" y="168"/>
                  </a:lnTo>
                  <a:lnTo>
                    <a:pt x="474" y="174"/>
                  </a:lnTo>
                  <a:lnTo>
                    <a:pt x="468" y="180"/>
                  </a:lnTo>
                  <a:lnTo>
                    <a:pt x="462" y="180"/>
                  </a:lnTo>
                  <a:lnTo>
                    <a:pt x="516" y="198"/>
                  </a:lnTo>
                  <a:lnTo>
                    <a:pt x="522" y="198"/>
                  </a:lnTo>
                  <a:lnTo>
                    <a:pt x="528" y="204"/>
                  </a:lnTo>
                  <a:lnTo>
                    <a:pt x="540" y="210"/>
                  </a:lnTo>
                  <a:lnTo>
                    <a:pt x="558" y="210"/>
                  </a:lnTo>
                  <a:lnTo>
                    <a:pt x="576" y="216"/>
                  </a:lnTo>
                  <a:lnTo>
                    <a:pt x="594" y="210"/>
                  </a:lnTo>
                  <a:lnTo>
                    <a:pt x="606" y="204"/>
                  </a:lnTo>
                  <a:lnTo>
                    <a:pt x="612" y="204"/>
                  </a:lnTo>
                  <a:lnTo>
                    <a:pt x="618" y="198"/>
                  </a:lnTo>
                  <a:lnTo>
                    <a:pt x="612" y="192"/>
                  </a:lnTo>
                  <a:lnTo>
                    <a:pt x="612" y="186"/>
                  </a:lnTo>
                  <a:lnTo>
                    <a:pt x="606" y="180"/>
                  </a:lnTo>
                  <a:lnTo>
                    <a:pt x="606" y="174"/>
                  </a:lnTo>
                  <a:lnTo>
                    <a:pt x="612" y="168"/>
                  </a:lnTo>
                  <a:lnTo>
                    <a:pt x="618" y="168"/>
                  </a:lnTo>
                  <a:lnTo>
                    <a:pt x="630" y="162"/>
                  </a:lnTo>
                  <a:lnTo>
                    <a:pt x="648" y="162"/>
                  </a:lnTo>
                  <a:lnTo>
                    <a:pt x="648" y="144"/>
                  </a:lnTo>
                  <a:lnTo>
                    <a:pt x="678" y="132"/>
                  </a:lnTo>
                  <a:lnTo>
                    <a:pt x="690" y="102"/>
                  </a:lnTo>
                  <a:lnTo>
                    <a:pt x="714" y="114"/>
                  </a:lnTo>
                  <a:lnTo>
                    <a:pt x="738" y="102"/>
                  </a:lnTo>
                  <a:lnTo>
                    <a:pt x="750" y="114"/>
                  </a:lnTo>
                  <a:lnTo>
                    <a:pt x="762" y="120"/>
                  </a:lnTo>
                  <a:lnTo>
                    <a:pt x="780" y="126"/>
                  </a:lnTo>
                  <a:lnTo>
                    <a:pt x="792" y="138"/>
                  </a:lnTo>
                  <a:lnTo>
                    <a:pt x="792" y="144"/>
                  </a:lnTo>
                  <a:lnTo>
                    <a:pt x="786" y="150"/>
                  </a:lnTo>
                  <a:lnTo>
                    <a:pt x="786" y="162"/>
                  </a:lnTo>
                  <a:lnTo>
                    <a:pt x="774" y="174"/>
                  </a:lnTo>
                  <a:lnTo>
                    <a:pt x="828" y="174"/>
                  </a:lnTo>
                  <a:lnTo>
                    <a:pt x="834" y="180"/>
                  </a:lnTo>
                  <a:lnTo>
                    <a:pt x="846" y="186"/>
                  </a:lnTo>
                  <a:lnTo>
                    <a:pt x="852" y="192"/>
                  </a:lnTo>
                  <a:lnTo>
                    <a:pt x="858" y="192"/>
                  </a:lnTo>
                  <a:lnTo>
                    <a:pt x="864" y="186"/>
                  </a:lnTo>
                  <a:lnTo>
                    <a:pt x="876" y="186"/>
                  </a:lnTo>
                  <a:lnTo>
                    <a:pt x="894" y="174"/>
                  </a:lnTo>
                  <a:lnTo>
                    <a:pt x="906" y="168"/>
                  </a:lnTo>
                  <a:lnTo>
                    <a:pt x="924" y="162"/>
                  </a:lnTo>
                  <a:lnTo>
                    <a:pt x="936" y="156"/>
                  </a:lnTo>
                  <a:lnTo>
                    <a:pt x="942" y="150"/>
                  </a:lnTo>
                  <a:lnTo>
                    <a:pt x="942" y="144"/>
                  </a:lnTo>
                  <a:lnTo>
                    <a:pt x="936" y="144"/>
                  </a:lnTo>
                  <a:lnTo>
                    <a:pt x="924" y="138"/>
                  </a:lnTo>
                  <a:lnTo>
                    <a:pt x="888" y="138"/>
                  </a:lnTo>
                  <a:lnTo>
                    <a:pt x="882" y="120"/>
                  </a:lnTo>
                  <a:lnTo>
                    <a:pt x="828" y="114"/>
                  </a:lnTo>
                  <a:lnTo>
                    <a:pt x="828" y="96"/>
                  </a:lnTo>
                  <a:lnTo>
                    <a:pt x="798" y="102"/>
                  </a:lnTo>
                  <a:lnTo>
                    <a:pt x="798" y="84"/>
                  </a:lnTo>
                  <a:lnTo>
                    <a:pt x="726" y="84"/>
                  </a:lnTo>
                  <a:lnTo>
                    <a:pt x="720" y="72"/>
                  </a:lnTo>
                  <a:lnTo>
                    <a:pt x="684" y="72"/>
                  </a:lnTo>
                  <a:lnTo>
                    <a:pt x="678" y="60"/>
                  </a:lnTo>
                  <a:lnTo>
                    <a:pt x="654" y="48"/>
                  </a:lnTo>
                  <a:lnTo>
                    <a:pt x="624" y="48"/>
                  </a:lnTo>
                  <a:lnTo>
                    <a:pt x="624" y="30"/>
                  </a:lnTo>
                  <a:lnTo>
                    <a:pt x="618" y="30"/>
                  </a:lnTo>
                  <a:lnTo>
                    <a:pt x="612" y="24"/>
                  </a:lnTo>
                  <a:lnTo>
                    <a:pt x="540" y="24"/>
                  </a:lnTo>
                  <a:lnTo>
                    <a:pt x="534" y="30"/>
                  </a:lnTo>
                  <a:lnTo>
                    <a:pt x="534" y="36"/>
                  </a:lnTo>
                  <a:lnTo>
                    <a:pt x="540" y="42"/>
                  </a:lnTo>
                  <a:lnTo>
                    <a:pt x="546" y="54"/>
                  </a:lnTo>
                  <a:lnTo>
                    <a:pt x="564" y="72"/>
                  </a:lnTo>
                  <a:lnTo>
                    <a:pt x="552" y="66"/>
                  </a:lnTo>
                  <a:lnTo>
                    <a:pt x="546" y="60"/>
                  </a:lnTo>
                  <a:lnTo>
                    <a:pt x="528" y="48"/>
                  </a:lnTo>
                  <a:lnTo>
                    <a:pt x="492" y="30"/>
                  </a:lnTo>
                  <a:lnTo>
                    <a:pt x="480" y="30"/>
                  </a:lnTo>
                  <a:lnTo>
                    <a:pt x="474" y="36"/>
                  </a:lnTo>
                  <a:lnTo>
                    <a:pt x="468" y="48"/>
                  </a:lnTo>
                  <a:lnTo>
                    <a:pt x="462" y="54"/>
                  </a:lnTo>
                  <a:lnTo>
                    <a:pt x="450" y="54"/>
                  </a:lnTo>
                  <a:lnTo>
                    <a:pt x="438" y="48"/>
                  </a:lnTo>
                  <a:lnTo>
                    <a:pt x="420" y="48"/>
                  </a:lnTo>
                  <a:lnTo>
                    <a:pt x="420" y="42"/>
                  </a:lnTo>
                  <a:lnTo>
                    <a:pt x="426" y="42"/>
                  </a:lnTo>
                  <a:lnTo>
                    <a:pt x="438" y="30"/>
                  </a:lnTo>
                  <a:lnTo>
                    <a:pt x="384" y="30"/>
                  </a:lnTo>
                  <a:lnTo>
                    <a:pt x="372" y="42"/>
                  </a:lnTo>
                  <a:lnTo>
                    <a:pt x="366" y="30"/>
                  </a:lnTo>
                  <a:lnTo>
                    <a:pt x="354" y="30"/>
                  </a:lnTo>
                  <a:lnTo>
                    <a:pt x="318" y="48"/>
                  </a:lnTo>
                  <a:lnTo>
                    <a:pt x="318" y="60"/>
                  </a:lnTo>
                  <a:lnTo>
                    <a:pt x="324" y="66"/>
                  </a:lnTo>
                  <a:close/>
                  <a:moveTo>
                    <a:pt x="642" y="708"/>
                  </a:moveTo>
                  <a:lnTo>
                    <a:pt x="666" y="696"/>
                  </a:lnTo>
                  <a:lnTo>
                    <a:pt x="666" y="690"/>
                  </a:lnTo>
                  <a:lnTo>
                    <a:pt x="678" y="690"/>
                  </a:lnTo>
                  <a:lnTo>
                    <a:pt x="678" y="678"/>
                  </a:lnTo>
                  <a:lnTo>
                    <a:pt x="672" y="672"/>
                  </a:lnTo>
                  <a:lnTo>
                    <a:pt x="630" y="690"/>
                  </a:lnTo>
                  <a:lnTo>
                    <a:pt x="642" y="708"/>
                  </a:lnTo>
                  <a:close/>
                  <a:moveTo>
                    <a:pt x="774" y="648"/>
                  </a:moveTo>
                  <a:lnTo>
                    <a:pt x="780" y="642"/>
                  </a:lnTo>
                  <a:lnTo>
                    <a:pt x="786" y="642"/>
                  </a:lnTo>
                  <a:lnTo>
                    <a:pt x="792" y="636"/>
                  </a:lnTo>
                  <a:lnTo>
                    <a:pt x="792" y="630"/>
                  </a:lnTo>
                  <a:lnTo>
                    <a:pt x="786" y="624"/>
                  </a:lnTo>
                  <a:lnTo>
                    <a:pt x="774" y="624"/>
                  </a:lnTo>
                  <a:lnTo>
                    <a:pt x="768" y="630"/>
                  </a:lnTo>
                  <a:lnTo>
                    <a:pt x="768" y="642"/>
                  </a:lnTo>
                  <a:lnTo>
                    <a:pt x="774" y="648"/>
                  </a:lnTo>
                  <a:close/>
                  <a:moveTo>
                    <a:pt x="594" y="696"/>
                  </a:moveTo>
                  <a:lnTo>
                    <a:pt x="576" y="696"/>
                  </a:lnTo>
                  <a:lnTo>
                    <a:pt x="552" y="708"/>
                  </a:lnTo>
                  <a:lnTo>
                    <a:pt x="546" y="714"/>
                  </a:lnTo>
                  <a:lnTo>
                    <a:pt x="570" y="720"/>
                  </a:lnTo>
                  <a:lnTo>
                    <a:pt x="576" y="714"/>
                  </a:lnTo>
                  <a:lnTo>
                    <a:pt x="588" y="714"/>
                  </a:lnTo>
                  <a:lnTo>
                    <a:pt x="600" y="702"/>
                  </a:lnTo>
                  <a:lnTo>
                    <a:pt x="594" y="696"/>
                  </a:lnTo>
                  <a:close/>
                  <a:moveTo>
                    <a:pt x="918" y="612"/>
                  </a:moveTo>
                  <a:lnTo>
                    <a:pt x="936" y="618"/>
                  </a:lnTo>
                  <a:lnTo>
                    <a:pt x="942" y="606"/>
                  </a:lnTo>
                  <a:lnTo>
                    <a:pt x="948" y="600"/>
                  </a:lnTo>
                  <a:lnTo>
                    <a:pt x="948" y="594"/>
                  </a:lnTo>
                  <a:lnTo>
                    <a:pt x="918" y="594"/>
                  </a:lnTo>
                  <a:lnTo>
                    <a:pt x="918" y="612"/>
                  </a:lnTo>
                  <a:close/>
                  <a:moveTo>
                    <a:pt x="486" y="756"/>
                  </a:moveTo>
                  <a:lnTo>
                    <a:pt x="474" y="756"/>
                  </a:lnTo>
                  <a:lnTo>
                    <a:pt x="438" y="774"/>
                  </a:lnTo>
                  <a:lnTo>
                    <a:pt x="432" y="780"/>
                  </a:lnTo>
                  <a:lnTo>
                    <a:pt x="432" y="786"/>
                  </a:lnTo>
                  <a:lnTo>
                    <a:pt x="444" y="786"/>
                  </a:lnTo>
                  <a:lnTo>
                    <a:pt x="456" y="780"/>
                  </a:lnTo>
                  <a:lnTo>
                    <a:pt x="462" y="774"/>
                  </a:lnTo>
                  <a:lnTo>
                    <a:pt x="474" y="768"/>
                  </a:lnTo>
                  <a:lnTo>
                    <a:pt x="510" y="768"/>
                  </a:lnTo>
                  <a:lnTo>
                    <a:pt x="510" y="762"/>
                  </a:lnTo>
                  <a:lnTo>
                    <a:pt x="504" y="762"/>
                  </a:lnTo>
                  <a:lnTo>
                    <a:pt x="504" y="756"/>
                  </a:lnTo>
                  <a:lnTo>
                    <a:pt x="486" y="756"/>
                  </a:lnTo>
                  <a:close/>
                  <a:moveTo>
                    <a:pt x="1356" y="660"/>
                  </a:moveTo>
                  <a:lnTo>
                    <a:pt x="1326" y="666"/>
                  </a:lnTo>
                  <a:lnTo>
                    <a:pt x="1290" y="654"/>
                  </a:lnTo>
                  <a:lnTo>
                    <a:pt x="1260" y="642"/>
                  </a:lnTo>
                  <a:lnTo>
                    <a:pt x="1302" y="642"/>
                  </a:lnTo>
                  <a:lnTo>
                    <a:pt x="1326" y="630"/>
                  </a:lnTo>
                  <a:lnTo>
                    <a:pt x="1344" y="630"/>
                  </a:lnTo>
                  <a:lnTo>
                    <a:pt x="1350" y="624"/>
                  </a:lnTo>
                  <a:lnTo>
                    <a:pt x="1356" y="624"/>
                  </a:lnTo>
                  <a:lnTo>
                    <a:pt x="1344" y="618"/>
                  </a:lnTo>
                  <a:lnTo>
                    <a:pt x="1338" y="612"/>
                  </a:lnTo>
                  <a:lnTo>
                    <a:pt x="1320" y="606"/>
                  </a:lnTo>
                  <a:lnTo>
                    <a:pt x="1308" y="600"/>
                  </a:lnTo>
                  <a:lnTo>
                    <a:pt x="1284" y="600"/>
                  </a:lnTo>
                  <a:lnTo>
                    <a:pt x="1260" y="588"/>
                  </a:lnTo>
                  <a:lnTo>
                    <a:pt x="1254" y="588"/>
                  </a:lnTo>
                  <a:lnTo>
                    <a:pt x="1242" y="582"/>
                  </a:lnTo>
                  <a:lnTo>
                    <a:pt x="1242" y="588"/>
                  </a:lnTo>
                  <a:lnTo>
                    <a:pt x="1236" y="594"/>
                  </a:lnTo>
                  <a:lnTo>
                    <a:pt x="1236" y="600"/>
                  </a:lnTo>
                  <a:lnTo>
                    <a:pt x="1218" y="618"/>
                  </a:lnTo>
                  <a:lnTo>
                    <a:pt x="1206" y="618"/>
                  </a:lnTo>
                  <a:lnTo>
                    <a:pt x="1200" y="612"/>
                  </a:lnTo>
                  <a:lnTo>
                    <a:pt x="1224" y="588"/>
                  </a:lnTo>
                  <a:lnTo>
                    <a:pt x="1158" y="564"/>
                  </a:lnTo>
                  <a:lnTo>
                    <a:pt x="1158" y="576"/>
                  </a:lnTo>
                  <a:lnTo>
                    <a:pt x="1152" y="594"/>
                  </a:lnTo>
                  <a:lnTo>
                    <a:pt x="1134" y="630"/>
                  </a:lnTo>
                  <a:lnTo>
                    <a:pt x="1128" y="630"/>
                  </a:lnTo>
                  <a:lnTo>
                    <a:pt x="1122" y="624"/>
                  </a:lnTo>
                  <a:lnTo>
                    <a:pt x="1116" y="612"/>
                  </a:lnTo>
                  <a:lnTo>
                    <a:pt x="1116" y="594"/>
                  </a:lnTo>
                  <a:lnTo>
                    <a:pt x="1122" y="582"/>
                  </a:lnTo>
                  <a:lnTo>
                    <a:pt x="1116" y="594"/>
                  </a:lnTo>
                  <a:lnTo>
                    <a:pt x="1104" y="600"/>
                  </a:lnTo>
                  <a:lnTo>
                    <a:pt x="1080" y="624"/>
                  </a:lnTo>
                  <a:lnTo>
                    <a:pt x="1056" y="636"/>
                  </a:lnTo>
                  <a:lnTo>
                    <a:pt x="1050" y="636"/>
                  </a:lnTo>
                  <a:lnTo>
                    <a:pt x="1050" y="630"/>
                  </a:lnTo>
                  <a:lnTo>
                    <a:pt x="1056" y="618"/>
                  </a:lnTo>
                  <a:lnTo>
                    <a:pt x="1086" y="588"/>
                  </a:lnTo>
                  <a:lnTo>
                    <a:pt x="1092" y="576"/>
                  </a:lnTo>
                  <a:lnTo>
                    <a:pt x="1104" y="570"/>
                  </a:lnTo>
                  <a:lnTo>
                    <a:pt x="1068" y="570"/>
                  </a:lnTo>
                  <a:lnTo>
                    <a:pt x="1050" y="582"/>
                  </a:lnTo>
                  <a:lnTo>
                    <a:pt x="1026" y="582"/>
                  </a:lnTo>
                  <a:lnTo>
                    <a:pt x="984" y="606"/>
                  </a:lnTo>
                  <a:lnTo>
                    <a:pt x="960" y="606"/>
                  </a:lnTo>
                  <a:lnTo>
                    <a:pt x="954" y="636"/>
                  </a:lnTo>
                  <a:lnTo>
                    <a:pt x="918" y="624"/>
                  </a:lnTo>
                  <a:lnTo>
                    <a:pt x="882" y="630"/>
                  </a:lnTo>
                  <a:lnTo>
                    <a:pt x="894" y="660"/>
                  </a:lnTo>
                  <a:lnTo>
                    <a:pt x="846" y="648"/>
                  </a:lnTo>
                  <a:lnTo>
                    <a:pt x="828" y="654"/>
                  </a:lnTo>
                  <a:lnTo>
                    <a:pt x="834" y="678"/>
                  </a:lnTo>
                  <a:lnTo>
                    <a:pt x="792" y="690"/>
                  </a:lnTo>
                  <a:lnTo>
                    <a:pt x="792" y="654"/>
                  </a:lnTo>
                  <a:lnTo>
                    <a:pt x="762" y="654"/>
                  </a:lnTo>
                  <a:lnTo>
                    <a:pt x="774" y="678"/>
                  </a:lnTo>
                  <a:lnTo>
                    <a:pt x="750" y="660"/>
                  </a:lnTo>
                  <a:lnTo>
                    <a:pt x="750" y="690"/>
                  </a:lnTo>
                  <a:lnTo>
                    <a:pt x="726" y="690"/>
                  </a:lnTo>
                  <a:lnTo>
                    <a:pt x="726" y="660"/>
                  </a:lnTo>
                  <a:lnTo>
                    <a:pt x="738" y="654"/>
                  </a:lnTo>
                  <a:lnTo>
                    <a:pt x="744" y="648"/>
                  </a:lnTo>
                  <a:lnTo>
                    <a:pt x="708" y="642"/>
                  </a:lnTo>
                  <a:lnTo>
                    <a:pt x="708" y="684"/>
                  </a:lnTo>
                  <a:lnTo>
                    <a:pt x="678" y="696"/>
                  </a:lnTo>
                  <a:lnTo>
                    <a:pt x="696" y="708"/>
                  </a:lnTo>
                  <a:lnTo>
                    <a:pt x="660" y="714"/>
                  </a:lnTo>
                  <a:lnTo>
                    <a:pt x="672" y="726"/>
                  </a:lnTo>
                  <a:lnTo>
                    <a:pt x="630" y="726"/>
                  </a:lnTo>
                  <a:lnTo>
                    <a:pt x="630" y="738"/>
                  </a:lnTo>
                  <a:lnTo>
                    <a:pt x="660" y="750"/>
                  </a:lnTo>
                  <a:lnTo>
                    <a:pt x="654" y="762"/>
                  </a:lnTo>
                  <a:lnTo>
                    <a:pt x="618" y="744"/>
                  </a:lnTo>
                  <a:lnTo>
                    <a:pt x="600" y="750"/>
                  </a:lnTo>
                  <a:lnTo>
                    <a:pt x="624" y="762"/>
                  </a:lnTo>
                  <a:lnTo>
                    <a:pt x="606" y="780"/>
                  </a:lnTo>
                  <a:lnTo>
                    <a:pt x="594" y="762"/>
                  </a:lnTo>
                  <a:lnTo>
                    <a:pt x="576" y="768"/>
                  </a:lnTo>
                  <a:lnTo>
                    <a:pt x="576" y="780"/>
                  </a:lnTo>
                  <a:lnTo>
                    <a:pt x="546" y="780"/>
                  </a:lnTo>
                  <a:lnTo>
                    <a:pt x="540" y="792"/>
                  </a:lnTo>
                  <a:lnTo>
                    <a:pt x="564" y="804"/>
                  </a:lnTo>
                  <a:lnTo>
                    <a:pt x="564" y="822"/>
                  </a:lnTo>
                  <a:lnTo>
                    <a:pt x="528" y="810"/>
                  </a:lnTo>
                  <a:lnTo>
                    <a:pt x="522" y="822"/>
                  </a:lnTo>
                  <a:lnTo>
                    <a:pt x="552" y="834"/>
                  </a:lnTo>
                  <a:lnTo>
                    <a:pt x="504" y="834"/>
                  </a:lnTo>
                  <a:lnTo>
                    <a:pt x="504" y="852"/>
                  </a:lnTo>
                  <a:lnTo>
                    <a:pt x="492" y="846"/>
                  </a:lnTo>
                  <a:lnTo>
                    <a:pt x="486" y="846"/>
                  </a:lnTo>
                  <a:lnTo>
                    <a:pt x="474" y="852"/>
                  </a:lnTo>
                  <a:lnTo>
                    <a:pt x="468" y="858"/>
                  </a:lnTo>
                  <a:lnTo>
                    <a:pt x="456" y="858"/>
                  </a:lnTo>
                  <a:lnTo>
                    <a:pt x="456" y="870"/>
                  </a:lnTo>
                  <a:lnTo>
                    <a:pt x="462" y="876"/>
                  </a:lnTo>
                  <a:lnTo>
                    <a:pt x="456" y="876"/>
                  </a:lnTo>
                  <a:lnTo>
                    <a:pt x="450" y="882"/>
                  </a:lnTo>
                  <a:lnTo>
                    <a:pt x="444" y="882"/>
                  </a:lnTo>
                  <a:lnTo>
                    <a:pt x="444" y="900"/>
                  </a:lnTo>
                  <a:lnTo>
                    <a:pt x="480" y="900"/>
                  </a:lnTo>
                  <a:lnTo>
                    <a:pt x="468" y="912"/>
                  </a:lnTo>
                  <a:lnTo>
                    <a:pt x="432" y="906"/>
                  </a:lnTo>
                  <a:lnTo>
                    <a:pt x="420" y="912"/>
                  </a:lnTo>
                  <a:lnTo>
                    <a:pt x="414" y="918"/>
                  </a:lnTo>
                  <a:lnTo>
                    <a:pt x="414" y="930"/>
                  </a:lnTo>
                  <a:lnTo>
                    <a:pt x="420" y="936"/>
                  </a:lnTo>
                  <a:lnTo>
                    <a:pt x="420" y="948"/>
                  </a:lnTo>
                  <a:lnTo>
                    <a:pt x="408" y="954"/>
                  </a:lnTo>
                  <a:lnTo>
                    <a:pt x="390" y="954"/>
                  </a:lnTo>
                  <a:lnTo>
                    <a:pt x="390" y="972"/>
                  </a:lnTo>
                  <a:lnTo>
                    <a:pt x="408" y="990"/>
                  </a:lnTo>
                  <a:lnTo>
                    <a:pt x="408" y="996"/>
                  </a:lnTo>
                  <a:lnTo>
                    <a:pt x="402" y="1002"/>
                  </a:lnTo>
                  <a:lnTo>
                    <a:pt x="366" y="1002"/>
                  </a:lnTo>
                  <a:lnTo>
                    <a:pt x="360" y="1008"/>
                  </a:lnTo>
                  <a:lnTo>
                    <a:pt x="360" y="1026"/>
                  </a:lnTo>
                  <a:lnTo>
                    <a:pt x="354" y="1032"/>
                  </a:lnTo>
                  <a:lnTo>
                    <a:pt x="342" y="1032"/>
                  </a:lnTo>
                  <a:lnTo>
                    <a:pt x="336" y="1026"/>
                  </a:lnTo>
                  <a:lnTo>
                    <a:pt x="318" y="1026"/>
                  </a:lnTo>
                  <a:lnTo>
                    <a:pt x="294" y="1050"/>
                  </a:lnTo>
                  <a:lnTo>
                    <a:pt x="282" y="1050"/>
                  </a:lnTo>
                  <a:lnTo>
                    <a:pt x="270" y="1062"/>
                  </a:lnTo>
                  <a:lnTo>
                    <a:pt x="270" y="1068"/>
                  </a:lnTo>
                  <a:lnTo>
                    <a:pt x="276" y="1074"/>
                  </a:lnTo>
                  <a:lnTo>
                    <a:pt x="276" y="1080"/>
                  </a:lnTo>
                  <a:lnTo>
                    <a:pt x="264" y="1092"/>
                  </a:lnTo>
                  <a:lnTo>
                    <a:pt x="252" y="1092"/>
                  </a:lnTo>
                  <a:lnTo>
                    <a:pt x="246" y="1086"/>
                  </a:lnTo>
                  <a:lnTo>
                    <a:pt x="234" y="1080"/>
                  </a:lnTo>
                  <a:lnTo>
                    <a:pt x="234" y="1074"/>
                  </a:lnTo>
                  <a:lnTo>
                    <a:pt x="228" y="1074"/>
                  </a:lnTo>
                  <a:lnTo>
                    <a:pt x="204" y="1086"/>
                  </a:lnTo>
                  <a:lnTo>
                    <a:pt x="198" y="1092"/>
                  </a:lnTo>
                  <a:lnTo>
                    <a:pt x="180" y="1092"/>
                  </a:lnTo>
                  <a:lnTo>
                    <a:pt x="180" y="1110"/>
                  </a:lnTo>
                  <a:lnTo>
                    <a:pt x="186" y="1116"/>
                  </a:lnTo>
                  <a:lnTo>
                    <a:pt x="192" y="1116"/>
                  </a:lnTo>
                  <a:lnTo>
                    <a:pt x="192" y="1128"/>
                  </a:lnTo>
                  <a:lnTo>
                    <a:pt x="186" y="1128"/>
                  </a:lnTo>
                  <a:lnTo>
                    <a:pt x="174" y="1116"/>
                  </a:lnTo>
                  <a:lnTo>
                    <a:pt x="162" y="1116"/>
                  </a:lnTo>
                  <a:lnTo>
                    <a:pt x="156" y="1122"/>
                  </a:lnTo>
                  <a:lnTo>
                    <a:pt x="156" y="1134"/>
                  </a:lnTo>
                  <a:lnTo>
                    <a:pt x="168" y="1134"/>
                  </a:lnTo>
                  <a:lnTo>
                    <a:pt x="174" y="1140"/>
                  </a:lnTo>
                  <a:lnTo>
                    <a:pt x="180" y="1140"/>
                  </a:lnTo>
                  <a:lnTo>
                    <a:pt x="180" y="1152"/>
                  </a:lnTo>
                  <a:lnTo>
                    <a:pt x="138" y="1152"/>
                  </a:lnTo>
                  <a:lnTo>
                    <a:pt x="138" y="1146"/>
                  </a:lnTo>
                  <a:lnTo>
                    <a:pt x="132" y="1146"/>
                  </a:lnTo>
                  <a:lnTo>
                    <a:pt x="126" y="1158"/>
                  </a:lnTo>
                  <a:lnTo>
                    <a:pt x="126" y="1170"/>
                  </a:lnTo>
                  <a:lnTo>
                    <a:pt x="120" y="1164"/>
                  </a:lnTo>
                  <a:lnTo>
                    <a:pt x="102" y="1164"/>
                  </a:lnTo>
                  <a:lnTo>
                    <a:pt x="96" y="1158"/>
                  </a:lnTo>
                  <a:lnTo>
                    <a:pt x="90" y="1158"/>
                  </a:lnTo>
                  <a:lnTo>
                    <a:pt x="90" y="1164"/>
                  </a:lnTo>
                  <a:lnTo>
                    <a:pt x="96" y="1170"/>
                  </a:lnTo>
                  <a:lnTo>
                    <a:pt x="120" y="1182"/>
                  </a:lnTo>
                  <a:lnTo>
                    <a:pt x="132" y="1182"/>
                  </a:lnTo>
                  <a:lnTo>
                    <a:pt x="108" y="1200"/>
                  </a:lnTo>
                  <a:lnTo>
                    <a:pt x="108" y="1188"/>
                  </a:lnTo>
                  <a:lnTo>
                    <a:pt x="90" y="1188"/>
                  </a:lnTo>
                  <a:lnTo>
                    <a:pt x="84" y="1194"/>
                  </a:lnTo>
                  <a:lnTo>
                    <a:pt x="60" y="1182"/>
                  </a:lnTo>
                  <a:lnTo>
                    <a:pt x="54" y="1194"/>
                  </a:lnTo>
                  <a:lnTo>
                    <a:pt x="66" y="1200"/>
                  </a:lnTo>
                  <a:lnTo>
                    <a:pt x="30" y="1194"/>
                  </a:lnTo>
                  <a:lnTo>
                    <a:pt x="30" y="1212"/>
                  </a:lnTo>
                  <a:lnTo>
                    <a:pt x="78" y="1212"/>
                  </a:lnTo>
                  <a:lnTo>
                    <a:pt x="54" y="1218"/>
                  </a:lnTo>
                  <a:lnTo>
                    <a:pt x="18" y="1212"/>
                  </a:lnTo>
                  <a:lnTo>
                    <a:pt x="6" y="1224"/>
                  </a:lnTo>
                  <a:lnTo>
                    <a:pt x="6" y="1230"/>
                  </a:lnTo>
                  <a:lnTo>
                    <a:pt x="18" y="1242"/>
                  </a:lnTo>
                  <a:lnTo>
                    <a:pt x="36" y="1242"/>
                  </a:lnTo>
                  <a:lnTo>
                    <a:pt x="18" y="1248"/>
                  </a:lnTo>
                  <a:lnTo>
                    <a:pt x="12" y="1254"/>
                  </a:lnTo>
                  <a:lnTo>
                    <a:pt x="12" y="1260"/>
                  </a:lnTo>
                  <a:lnTo>
                    <a:pt x="66" y="1260"/>
                  </a:lnTo>
                  <a:lnTo>
                    <a:pt x="78" y="1272"/>
                  </a:lnTo>
                  <a:lnTo>
                    <a:pt x="96" y="1260"/>
                  </a:lnTo>
                  <a:lnTo>
                    <a:pt x="108" y="1272"/>
                  </a:lnTo>
                  <a:lnTo>
                    <a:pt x="138" y="1260"/>
                  </a:lnTo>
                  <a:lnTo>
                    <a:pt x="132" y="1266"/>
                  </a:lnTo>
                  <a:lnTo>
                    <a:pt x="126" y="1278"/>
                  </a:lnTo>
                  <a:lnTo>
                    <a:pt x="60" y="1278"/>
                  </a:lnTo>
                  <a:lnTo>
                    <a:pt x="54" y="1272"/>
                  </a:lnTo>
                  <a:lnTo>
                    <a:pt x="24" y="1272"/>
                  </a:lnTo>
                  <a:lnTo>
                    <a:pt x="12" y="1278"/>
                  </a:lnTo>
                  <a:lnTo>
                    <a:pt x="0" y="1278"/>
                  </a:lnTo>
                  <a:lnTo>
                    <a:pt x="6" y="1284"/>
                  </a:lnTo>
                  <a:lnTo>
                    <a:pt x="6" y="1296"/>
                  </a:lnTo>
                  <a:lnTo>
                    <a:pt x="12" y="1296"/>
                  </a:lnTo>
                  <a:lnTo>
                    <a:pt x="18" y="1302"/>
                  </a:lnTo>
                  <a:lnTo>
                    <a:pt x="30" y="1302"/>
                  </a:lnTo>
                  <a:lnTo>
                    <a:pt x="24" y="1308"/>
                  </a:lnTo>
                  <a:lnTo>
                    <a:pt x="18" y="1320"/>
                  </a:lnTo>
                  <a:lnTo>
                    <a:pt x="36" y="1338"/>
                  </a:lnTo>
                  <a:lnTo>
                    <a:pt x="48" y="1338"/>
                  </a:lnTo>
                  <a:lnTo>
                    <a:pt x="72" y="1320"/>
                  </a:lnTo>
                  <a:lnTo>
                    <a:pt x="102" y="1314"/>
                  </a:lnTo>
                  <a:lnTo>
                    <a:pt x="90" y="1338"/>
                  </a:lnTo>
                  <a:lnTo>
                    <a:pt x="78" y="1332"/>
                  </a:lnTo>
                  <a:lnTo>
                    <a:pt x="66" y="1350"/>
                  </a:lnTo>
                  <a:lnTo>
                    <a:pt x="30" y="1350"/>
                  </a:lnTo>
                  <a:lnTo>
                    <a:pt x="48" y="1368"/>
                  </a:lnTo>
                  <a:lnTo>
                    <a:pt x="24" y="1380"/>
                  </a:lnTo>
                  <a:lnTo>
                    <a:pt x="6" y="1380"/>
                  </a:lnTo>
                  <a:lnTo>
                    <a:pt x="6" y="1398"/>
                  </a:lnTo>
                  <a:lnTo>
                    <a:pt x="66" y="1398"/>
                  </a:lnTo>
                  <a:lnTo>
                    <a:pt x="54" y="1422"/>
                  </a:lnTo>
                  <a:lnTo>
                    <a:pt x="66" y="1422"/>
                  </a:lnTo>
                  <a:lnTo>
                    <a:pt x="54" y="1440"/>
                  </a:lnTo>
                  <a:lnTo>
                    <a:pt x="42" y="1434"/>
                  </a:lnTo>
                  <a:lnTo>
                    <a:pt x="36" y="1434"/>
                  </a:lnTo>
                  <a:lnTo>
                    <a:pt x="30" y="1428"/>
                  </a:lnTo>
                  <a:lnTo>
                    <a:pt x="18" y="1428"/>
                  </a:lnTo>
                  <a:lnTo>
                    <a:pt x="18" y="1440"/>
                  </a:lnTo>
                  <a:lnTo>
                    <a:pt x="24" y="1452"/>
                  </a:lnTo>
                  <a:lnTo>
                    <a:pt x="36" y="1464"/>
                  </a:lnTo>
                  <a:lnTo>
                    <a:pt x="84" y="1482"/>
                  </a:lnTo>
                  <a:lnTo>
                    <a:pt x="78" y="1488"/>
                  </a:lnTo>
                  <a:lnTo>
                    <a:pt x="84" y="1494"/>
                  </a:lnTo>
                  <a:lnTo>
                    <a:pt x="126" y="1494"/>
                  </a:lnTo>
                  <a:lnTo>
                    <a:pt x="132" y="1500"/>
                  </a:lnTo>
                  <a:lnTo>
                    <a:pt x="144" y="1500"/>
                  </a:lnTo>
                  <a:lnTo>
                    <a:pt x="192" y="1476"/>
                  </a:lnTo>
                  <a:lnTo>
                    <a:pt x="204" y="1464"/>
                  </a:lnTo>
                  <a:lnTo>
                    <a:pt x="216" y="1458"/>
                  </a:lnTo>
                  <a:lnTo>
                    <a:pt x="222" y="1452"/>
                  </a:lnTo>
                  <a:lnTo>
                    <a:pt x="258" y="1422"/>
                  </a:lnTo>
                  <a:lnTo>
                    <a:pt x="282" y="1422"/>
                  </a:lnTo>
                  <a:lnTo>
                    <a:pt x="294" y="1416"/>
                  </a:lnTo>
                  <a:lnTo>
                    <a:pt x="300" y="1410"/>
                  </a:lnTo>
                  <a:lnTo>
                    <a:pt x="300" y="1386"/>
                  </a:lnTo>
                  <a:lnTo>
                    <a:pt x="294" y="1380"/>
                  </a:lnTo>
                  <a:lnTo>
                    <a:pt x="294" y="1374"/>
                  </a:lnTo>
                  <a:lnTo>
                    <a:pt x="312" y="1368"/>
                  </a:lnTo>
                  <a:lnTo>
                    <a:pt x="306" y="1374"/>
                  </a:lnTo>
                  <a:lnTo>
                    <a:pt x="306" y="1380"/>
                  </a:lnTo>
                  <a:lnTo>
                    <a:pt x="300" y="1386"/>
                  </a:lnTo>
                  <a:lnTo>
                    <a:pt x="300" y="1392"/>
                  </a:lnTo>
                  <a:lnTo>
                    <a:pt x="312" y="1404"/>
                  </a:lnTo>
                  <a:lnTo>
                    <a:pt x="330" y="1410"/>
                  </a:lnTo>
                  <a:lnTo>
                    <a:pt x="342" y="1410"/>
                  </a:lnTo>
                  <a:lnTo>
                    <a:pt x="348" y="1416"/>
                  </a:lnTo>
                  <a:lnTo>
                    <a:pt x="354" y="1416"/>
                  </a:lnTo>
                  <a:lnTo>
                    <a:pt x="372" y="1434"/>
                  </a:lnTo>
                  <a:lnTo>
                    <a:pt x="378" y="1422"/>
                  </a:lnTo>
                  <a:lnTo>
                    <a:pt x="384" y="1416"/>
                  </a:lnTo>
                  <a:lnTo>
                    <a:pt x="384" y="1398"/>
                  </a:lnTo>
                  <a:lnTo>
                    <a:pt x="372" y="1386"/>
                  </a:lnTo>
                  <a:lnTo>
                    <a:pt x="372" y="1380"/>
                  </a:lnTo>
                  <a:lnTo>
                    <a:pt x="378" y="1374"/>
                  </a:lnTo>
                  <a:lnTo>
                    <a:pt x="384" y="1374"/>
                  </a:lnTo>
                  <a:lnTo>
                    <a:pt x="384" y="1368"/>
                  </a:lnTo>
                  <a:lnTo>
                    <a:pt x="378" y="1356"/>
                  </a:lnTo>
                  <a:lnTo>
                    <a:pt x="414" y="1356"/>
                  </a:lnTo>
                  <a:lnTo>
                    <a:pt x="420" y="1350"/>
                  </a:lnTo>
                  <a:lnTo>
                    <a:pt x="420" y="1326"/>
                  </a:lnTo>
                  <a:lnTo>
                    <a:pt x="426" y="1326"/>
                  </a:lnTo>
                  <a:lnTo>
                    <a:pt x="420" y="1314"/>
                  </a:lnTo>
                  <a:lnTo>
                    <a:pt x="420" y="1308"/>
                  </a:lnTo>
                  <a:lnTo>
                    <a:pt x="414" y="1302"/>
                  </a:lnTo>
                  <a:lnTo>
                    <a:pt x="414" y="1296"/>
                  </a:lnTo>
                  <a:lnTo>
                    <a:pt x="408" y="1284"/>
                  </a:lnTo>
                  <a:lnTo>
                    <a:pt x="402" y="1278"/>
                  </a:lnTo>
                  <a:lnTo>
                    <a:pt x="426" y="1272"/>
                  </a:lnTo>
                  <a:lnTo>
                    <a:pt x="438" y="1260"/>
                  </a:lnTo>
                  <a:lnTo>
                    <a:pt x="438" y="1248"/>
                  </a:lnTo>
                  <a:lnTo>
                    <a:pt x="420" y="1230"/>
                  </a:lnTo>
                  <a:lnTo>
                    <a:pt x="414" y="1230"/>
                  </a:lnTo>
                  <a:lnTo>
                    <a:pt x="402" y="1218"/>
                  </a:lnTo>
                  <a:lnTo>
                    <a:pt x="402" y="1200"/>
                  </a:lnTo>
                  <a:lnTo>
                    <a:pt x="408" y="1188"/>
                  </a:lnTo>
                  <a:lnTo>
                    <a:pt x="408" y="1176"/>
                  </a:lnTo>
                  <a:lnTo>
                    <a:pt x="384" y="1152"/>
                  </a:lnTo>
                  <a:lnTo>
                    <a:pt x="384" y="1140"/>
                  </a:lnTo>
                  <a:lnTo>
                    <a:pt x="390" y="1134"/>
                  </a:lnTo>
                  <a:lnTo>
                    <a:pt x="396" y="1134"/>
                  </a:lnTo>
                  <a:lnTo>
                    <a:pt x="402" y="1128"/>
                  </a:lnTo>
                  <a:lnTo>
                    <a:pt x="402" y="1122"/>
                  </a:lnTo>
                  <a:lnTo>
                    <a:pt x="396" y="1116"/>
                  </a:lnTo>
                  <a:lnTo>
                    <a:pt x="390" y="1116"/>
                  </a:lnTo>
                  <a:lnTo>
                    <a:pt x="384" y="1110"/>
                  </a:lnTo>
                  <a:lnTo>
                    <a:pt x="426" y="1068"/>
                  </a:lnTo>
                  <a:lnTo>
                    <a:pt x="438" y="1062"/>
                  </a:lnTo>
                  <a:lnTo>
                    <a:pt x="444" y="1056"/>
                  </a:lnTo>
                  <a:lnTo>
                    <a:pt x="456" y="1050"/>
                  </a:lnTo>
                  <a:lnTo>
                    <a:pt x="498" y="1050"/>
                  </a:lnTo>
                  <a:lnTo>
                    <a:pt x="504" y="1044"/>
                  </a:lnTo>
                  <a:lnTo>
                    <a:pt x="504" y="1038"/>
                  </a:lnTo>
                  <a:lnTo>
                    <a:pt x="486" y="1020"/>
                  </a:lnTo>
                  <a:lnTo>
                    <a:pt x="474" y="1014"/>
                  </a:lnTo>
                  <a:lnTo>
                    <a:pt x="486" y="1008"/>
                  </a:lnTo>
                  <a:lnTo>
                    <a:pt x="492" y="1008"/>
                  </a:lnTo>
                  <a:lnTo>
                    <a:pt x="522" y="978"/>
                  </a:lnTo>
                  <a:lnTo>
                    <a:pt x="528" y="936"/>
                  </a:lnTo>
                  <a:lnTo>
                    <a:pt x="528" y="900"/>
                  </a:lnTo>
                  <a:lnTo>
                    <a:pt x="546" y="912"/>
                  </a:lnTo>
                  <a:lnTo>
                    <a:pt x="558" y="906"/>
                  </a:lnTo>
                  <a:lnTo>
                    <a:pt x="564" y="906"/>
                  </a:lnTo>
                  <a:lnTo>
                    <a:pt x="570" y="900"/>
                  </a:lnTo>
                  <a:lnTo>
                    <a:pt x="576" y="900"/>
                  </a:lnTo>
                  <a:lnTo>
                    <a:pt x="576" y="894"/>
                  </a:lnTo>
                  <a:lnTo>
                    <a:pt x="570" y="888"/>
                  </a:lnTo>
                  <a:lnTo>
                    <a:pt x="570" y="882"/>
                  </a:lnTo>
                  <a:lnTo>
                    <a:pt x="564" y="876"/>
                  </a:lnTo>
                  <a:lnTo>
                    <a:pt x="582" y="876"/>
                  </a:lnTo>
                  <a:lnTo>
                    <a:pt x="588" y="870"/>
                  </a:lnTo>
                  <a:lnTo>
                    <a:pt x="588" y="864"/>
                  </a:lnTo>
                  <a:lnTo>
                    <a:pt x="594" y="858"/>
                  </a:lnTo>
                  <a:lnTo>
                    <a:pt x="606" y="852"/>
                  </a:lnTo>
                  <a:lnTo>
                    <a:pt x="612" y="852"/>
                  </a:lnTo>
                  <a:lnTo>
                    <a:pt x="618" y="834"/>
                  </a:lnTo>
                  <a:lnTo>
                    <a:pt x="612" y="828"/>
                  </a:lnTo>
                  <a:lnTo>
                    <a:pt x="600" y="822"/>
                  </a:lnTo>
                  <a:lnTo>
                    <a:pt x="600" y="810"/>
                  </a:lnTo>
                  <a:lnTo>
                    <a:pt x="606" y="810"/>
                  </a:lnTo>
                  <a:lnTo>
                    <a:pt x="618" y="804"/>
                  </a:lnTo>
                  <a:lnTo>
                    <a:pt x="636" y="786"/>
                  </a:lnTo>
                  <a:lnTo>
                    <a:pt x="678" y="780"/>
                  </a:lnTo>
                  <a:lnTo>
                    <a:pt x="696" y="780"/>
                  </a:lnTo>
                  <a:lnTo>
                    <a:pt x="702" y="774"/>
                  </a:lnTo>
                  <a:lnTo>
                    <a:pt x="702" y="744"/>
                  </a:lnTo>
                  <a:lnTo>
                    <a:pt x="714" y="732"/>
                  </a:lnTo>
                  <a:lnTo>
                    <a:pt x="720" y="738"/>
                  </a:lnTo>
                  <a:lnTo>
                    <a:pt x="720" y="750"/>
                  </a:lnTo>
                  <a:lnTo>
                    <a:pt x="744" y="744"/>
                  </a:lnTo>
                  <a:lnTo>
                    <a:pt x="768" y="750"/>
                  </a:lnTo>
                  <a:lnTo>
                    <a:pt x="792" y="750"/>
                  </a:lnTo>
                  <a:lnTo>
                    <a:pt x="798" y="756"/>
                  </a:lnTo>
                  <a:lnTo>
                    <a:pt x="810" y="756"/>
                  </a:lnTo>
                  <a:lnTo>
                    <a:pt x="816" y="750"/>
                  </a:lnTo>
                  <a:lnTo>
                    <a:pt x="810" y="750"/>
                  </a:lnTo>
                  <a:lnTo>
                    <a:pt x="798" y="738"/>
                  </a:lnTo>
                  <a:lnTo>
                    <a:pt x="798" y="732"/>
                  </a:lnTo>
                  <a:lnTo>
                    <a:pt x="810" y="732"/>
                  </a:lnTo>
                  <a:lnTo>
                    <a:pt x="810" y="708"/>
                  </a:lnTo>
                  <a:lnTo>
                    <a:pt x="840" y="714"/>
                  </a:lnTo>
                  <a:lnTo>
                    <a:pt x="834" y="708"/>
                  </a:lnTo>
                  <a:lnTo>
                    <a:pt x="840" y="702"/>
                  </a:lnTo>
                  <a:lnTo>
                    <a:pt x="858" y="708"/>
                  </a:lnTo>
                  <a:lnTo>
                    <a:pt x="858" y="696"/>
                  </a:lnTo>
                  <a:lnTo>
                    <a:pt x="864" y="690"/>
                  </a:lnTo>
                  <a:lnTo>
                    <a:pt x="882" y="690"/>
                  </a:lnTo>
                  <a:lnTo>
                    <a:pt x="888" y="696"/>
                  </a:lnTo>
                  <a:lnTo>
                    <a:pt x="894" y="708"/>
                  </a:lnTo>
                  <a:lnTo>
                    <a:pt x="906" y="714"/>
                  </a:lnTo>
                  <a:lnTo>
                    <a:pt x="918" y="726"/>
                  </a:lnTo>
                  <a:lnTo>
                    <a:pt x="930" y="726"/>
                  </a:lnTo>
                  <a:lnTo>
                    <a:pt x="942" y="732"/>
                  </a:lnTo>
                  <a:lnTo>
                    <a:pt x="960" y="732"/>
                  </a:lnTo>
                  <a:lnTo>
                    <a:pt x="966" y="738"/>
                  </a:lnTo>
                  <a:lnTo>
                    <a:pt x="978" y="738"/>
                  </a:lnTo>
                  <a:lnTo>
                    <a:pt x="990" y="732"/>
                  </a:lnTo>
                  <a:lnTo>
                    <a:pt x="996" y="726"/>
                  </a:lnTo>
                  <a:lnTo>
                    <a:pt x="1026" y="726"/>
                  </a:lnTo>
                  <a:lnTo>
                    <a:pt x="1038" y="732"/>
                  </a:lnTo>
                  <a:lnTo>
                    <a:pt x="1044" y="738"/>
                  </a:lnTo>
                  <a:lnTo>
                    <a:pt x="1062" y="738"/>
                  </a:lnTo>
                  <a:lnTo>
                    <a:pt x="1062" y="726"/>
                  </a:lnTo>
                  <a:lnTo>
                    <a:pt x="1068" y="720"/>
                  </a:lnTo>
                  <a:lnTo>
                    <a:pt x="1068" y="714"/>
                  </a:lnTo>
                  <a:lnTo>
                    <a:pt x="1092" y="714"/>
                  </a:lnTo>
                  <a:lnTo>
                    <a:pt x="1092" y="678"/>
                  </a:lnTo>
                  <a:lnTo>
                    <a:pt x="1098" y="672"/>
                  </a:lnTo>
                  <a:lnTo>
                    <a:pt x="1098" y="660"/>
                  </a:lnTo>
                  <a:lnTo>
                    <a:pt x="1110" y="654"/>
                  </a:lnTo>
                  <a:lnTo>
                    <a:pt x="1116" y="654"/>
                  </a:lnTo>
                  <a:lnTo>
                    <a:pt x="1128" y="648"/>
                  </a:lnTo>
                  <a:lnTo>
                    <a:pt x="1158" y="648"/>
                  </a:lnTo>
                  <a:lnTo>
                    <a:pt x="1170" y="642"/>
                  </a:lnTo>
                  <a:lnTo>
                    <a:pt x="1206" y="642"/>
                  </a:lnTo>
                  <a:lnTo>
                    <a:pt x="1206" y="654"/>
                  </a:lnTo>
                  <a:lnTo>
                    <a:pt x="1242" y="660"/>
                  </a:lnTo>
                  <a:lnTo>
                    <a:pt x="1248" y="660"/>
                  </a:lnTo>
                  <a:lnTo>
                    <a:pt x="1260" y="672"/>
                  </a:lnTo>
                  <a:lnTo>
                    <a:pt x="1266" y="684"/>
                  </a:lnTo>
                  <a:lnTo>
                    <a:pt x="1266" y="702"/>
                  </a:lnTo>
                  <a:lnTo>
                    <a:pt x="1260" y="702"/>
                  </a:lnTo>
                  <a:lnTo>
                    <a:pt x="1260" y="696"/>
                  </a:lnTo>
                  <a:lnTo>
                    <a:pt x="1254" y="696"/>
                  </a:lnTo>
                  <a:lnTo>
                    <a:pt x="1254" y="708"/>
                  </a:lnTo>
                  <a:lnTo>
                    <a:pt x="1278" y="708"/>
                  </a:lnTo>
                  <a:lnTo>
                    <a:pt x="1284" y="696"/>
                  </a:lnTo>
                  <a:lnTo>
                    <a:pt x="1284" y="690"/>
                  </a:lnTo>
                  <a:lnTo>
                    <a:pt x="1308" y="684"/>
                  </a:lnTo>
                  <a:lnTo>
                    <a:pt x="1314" y="672"/>
                  </a:lnTo>
                  <a:lnTo>
                    <a:pt x="1350" y="672"/>
                  </a:lnTo>
                  <a:lnTo>
                    <a:pt x="1362" y="660"/>
                  </a:lnTo>
                  <a:lnTo>
                    <a:pt x="1356" y="660"/>
                  </a:lnTo>
                  <a:close/>
                  <a:moveTo>
                    <a:pt x="564" y="726"/>
                  </a:moveTo>
                  <a:lnTo>
                    <a:pt x="540" y="738"/>
                  </a:lnTo>
                  <a:lnTo>
                    <a:pt x="546" y="756"/>
                  </a:lnTo>
                  <a:lnTo>
                    <a:pt x="576" y="756"/>
                  </a:lnTo>
                  <a:lnTo>
                    <a:pt x="570" y="738"/>
                  </a:lnTo>
                  <a:lnTo>
                    <a:pt x="564" y="726"/>
                  </a:lnTo>
                  <a:close/>
                  <a:moveTo>
                    <a:pt x="522" y="714"/>
                  </a:moveTo>
                  <a:lnTo>
                    <a:pt x="516" y="720"/>
                  </a:lnTo>
                  <a:lnTo>
                    <a:pt x="510" y="732"/>
                  </a:lnTo>
                  <a:lnTo>
                    <a:pt x="510" y="750"/>
                  </a:lnTo>
                  <a:lnTo>
                    <a:pt x="528" y="768"/>
                  </a:lnTo>
                  <a:lnTo>
                    <a:pt x="528" y="756"/>
                  </a:lnTo>
                  <a:lnTo>
                    <a:pt x="534" y="744"/>
                  </a:lnTo>
                  <a:lnTo>
                    <a:pt x="534" y="720"/>
                  </a:lnTo>
                  <a:lnTo>
                    <a:pt x="528" y="714"/>
                  </a:lnTo>
                  <a:lnTo>
                    <a:pt x="522" y="714"/>
                  </a:lnTo>
                  <a:close/>
                  <a:moveTo>
                    <a:pt x="606" y="738"/>
                  </a:moveTo>
                  <a:lnTo>
                    <a:pt x="618" y="732"/>
                  </a:lnTo>
                  <a:lnTo>
                    <a:pt x="624" y="732"/>
                  </a:lnTo>
                  <a:lnTo>
                    <a:pt x="630" y="726"/>
                  </a:lnTo>
                  <a:lnTo>
                    <a:pt x="618" y="720"/>
                  </a:lnTo>
                  <a:lnTo>
                    <a:pt x="588" y="720"/>
                  </a:lnTo>
                  <a:lnTo>
                    <a:pt x="576" y="732"/>
                  </a:lnTo>
                  <a:lnTo>
                    <a:pt x="582" y="744"/>
                  </a:lnTo>
                  <a:lnTo>
                    <a:pt x="606" y="73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49" name="Nigeria" descr="© INSCALE GmbH, 05.05.2010&#10;http://www.presentationload.com/">
              <a:extLst>
                <a:ext uri="{FF2B5EF4-FFF2-40B4-BE49-F238E27FC236}">
                  <a16:creationId xmlns:a16="http://schemas.microsoft.com/office/drawing/2014/main" id="{7F2BD04F-CDA3-4835-B4E7-4ADA5DE6E848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797900" y="2634652"/>
              <a:ext cx="276576" cy="253035"/>
            </a:xfrm>
            <a:custGeom>
              <a:avLst/>
              <a:gdLst>
                <a:gd name="T0" fmla="*/ 2147483647 w 840"/>
                <a:gd name="T1" fmla="*/ 2147483647 h 768"/>
                <a:gd name="T2" fmla="*/ 2147483647 w 840"/>
                <a:gd name="T3" fmla="*/ 2147483647 h 768"/>
                <a:gd name="T4" fmla="*/ 2147483647 w 840"/>
                <a:gd name="T5" fmla="*/ 2147483647 h 768"/>
                <a:gd name="T6" fmla="*/ 2147483647 w 840"/>
                <a:gd name="T7" fmla="*/ 2147483647 h 768"/>
                <a:gd name="T8" fmla="*/ 2147483647 w 840"/>
                <a:gd name="T9" fmla="*/ 2147483647 h 768"/>
                <a:gd name="T10" fmla="*/ 2147483647 w 840"/>
                <a:gd name="T11" fmla="*/ 2147483647 h 768"/>
                <a:gd name="T12" fmla="*/ 2147483647 w 840"/>
                <a:gd name="T13" fmla="*/ 2147483647 h 768"/>
                <a:gd name="T14" fmla="*/ 2147483647 w 840"/>
                <a:gd name="T15" fmla="*/ 2147483647 h 768"/>
                <a:gd name="T16" fmla="*/ 2147483647 w 840"/>
                <a:gd name="T17" fmla="*/ 2147483647 h 768"/>
                <a:gd name="T18" fmla="*/ 2147483647 w 840"/>
                <a:gd name="T19" fmla="*/ 2147483647 h 768"/>
                <a:gd name="T20" fmla="*/ 2147483647 w 840"/>
                <a:gd name="T21" fmla="*/ 2147483647 h 768"/>
                <a:gd name="T22" fmla="*/ 2147483647 w 840"/>
                <a:gd name="T23" fmla="*/ 2147483647 h 768"/>
                <a:gd name="T24" fmla="*/ 2147483647 w 840"/>
                <a:gd name="T25" fmla="*/ 2147483647 h 768"/>
                <a:gd name="T26" fmla="*/ 2147483647 w 840"/>
                <a:gd name="T27" fmla="*/ 2147483647 h 768"/>
                <a:gd name="T28" fmla="*/ 2147483647 w 840"/>
                <a:gd name="T29" fmla="*/ 2147483647 h 768"/>
                <a:gd name="T30" fmla="*/ 2147483647 w 840"/>
                <a:gd name="T31" fmla="*/ 2147483647 h 768"/>
                <a:gd name="T32" fmla="*/ 2147483647 w 840"/>
                <a:gd name="T33" fmla="*/ 2147483647 h 768"/>
                <a:gd name="T34" fmla="*/ 2147483647 w 840"/>
                <a:gd name="T35" fmla="*/ 2147483647 h 768"/>
                <a:gd name="T36" fmla="*/ 2147483647 w 840"/>
                <a:gd name="T37" fmla="*/ 2147483647 h 768"/>
                <a:gd name="T38" fmla="*/ 2147483647 w 840"/>
                <a:gd name="T39" fmla="*/ 2147483647 h 768"/>
                <a:gd name="T40" fmla="*/ 2147483647 w 840"/>
                <a:gd name="T41" fmla="*/ 2147483647 h 768"/>
                <a:gd name="T42" fmla="*/ 2147483647 w 840"/>
                <a:gd name="T43" fmla="*/ 2147483647 h 768"/>
                <a:gd name="T44" fmla="*/ 2147483647 w 840"/>
                <a:gd name="T45" fmla="*/ 2147483647 h 768"/>
                <a:gd name="T46" fmla="*/ 2147483647 w 840"/>
                <a:gd name="T47" fmla="*/ 2147483647 h 768"/>
                <a:gd name="T48" fmla="*/ 2147483647 w 840"/>
                <a:gd name="T49" fmla="*/ 2147483647 h 768"/>
                <a:gd name="T50" fmla="*/ 2147483647 w 840"/>
                <a:gd name="T51" fmla="*/ 2147483647 h 768"/>
                <a:gd name="T52" fmla="*/ 2147483647 w 840"/>
                <a:gd name="T53" fmla="*/ 2147483647 h 768"/>
                <a:gd name="T54" fmla="*/ 2147483647 w 840"/>
                <a:gd name="T55" fmla="*/ 2147483647 h 768"/>
                <a:gd name="T56" fmla="*/ 2147483647 w 840"/>
                <a:gd name="T57" fmla="*/ 2147483647 h 768"/>
                <a:gd name="T58" fmla="*/ 2147483647 w 840"/>
                <a:gd name="T59" fmla="*/ 2147483647 h 768"/>
                <a:gd name="T60" fmla="*/ 2147483647 w 840"/>
                <a:gd name="T61" fmla="*/ 2147483647 h 768"/>
                <a:gd name="T62" fmla="*/ 2147483647 w 840"/>
                <a:gd name="T63" fmla="*/ 2147483647 h 768"/>
                <a:gd name="T64" fmla="*/ 2147483647 w 840"/>
                <a:gd name="T65" fmla="*/ 2147483647 h 768"/>
                <a:gd name="T66" fmla="*/ 2147483647 w 840"/>
                <a:gd name="T67" fmla="*/ 2147483647 h 768"/>
                <a:gd name="T68" fmla="*/ 2147483647 w 840"/>
                <a:gd name="T69" fmla="*/ 2147483647 h 768"/>
                <a:gd name="T70" fmla="*/ 2147483647 w 840"/>
                <a:gd name="T71" fmla="*/ 2147483647 h 768"/>
                <a:gd name="T72" fmla="*/ 2147483647 w 840"/>
                <a:gd name="T73" fmla="*/ 2147483647 h 768"/>
                <a:gd name="T74" fmla="*/ 2147483647 w 840"/>
                <a:gd name="T75" fmla="*/ 2147483647 h 768"/>
                <a:gd name="T76" fmla="*/ 2147483647 w 840"/>
                <a:gd name="T77" fmla="*/ 2147483647 h 768"/>
                <a:gd name="T78" fmla="*/ 2147483647 w 840"/>
                <a:gd name="T79" fmla="*/ 2147483647 h 768"/>
                <a:gd name="T80" fmla="*/ 2147483647 w 840"/>
                <a:gd name="T81" fmla="*/ 2147483647 h 768"/>
                <a:gd name="T82" fmla="*/ 2147483647 w 840"/>
                <a:gd name="T83" fmla="*/ 2147483647 h 768"/>
                <a:gd name="T84" fmla="*/ 2147483647 w 840"/>
                <a:gd name="T85" fmla="*/ 2147483647 h 768"/>
                <a:gd name="T86" fmla="*/ 2147483647 w 840"/>
                <a:gd name="T87" fmla="*/ 2147483647 h 768"/>
                <a:gd name="T88" fmla="*/ 2147483647 w 840"/>
                <a:gd name="T89" fmla="*/ 2147483647 h 768"/>
                <a:gd name="T90" fmla="*/ 2147483647 w 840"/>
                <a:gd name="T91" fmla="*/ 2147483647 h 768"/>
                <a:gd name="T92" fmla="*/ 2147483647 w 840"/>
                <a:gd name="T93" fmla="*/ 2147483647 h 768"/>
                <a:gd name="T94" fmla="*/ 2147483647 w 840"/>
                <a:gd name="T95" fmla="*/ 2147483647 h 768"/>
                <a:gd name="T96" fmla="*/ 2147483647 w 840"/>
                <a:gd name="T97" fmla="*/ 2147483647 h 768"/>
                <a:gd name="T98" fmla="*/ 2147483647 w 840"/>
                <a:gd name="T99" fmla="*/ 2147483647 h 768"/>
                <a:gd name="T100" fmla="*/ 2147483647 w 840"/>
                <a:gd name="T101" fmla="*/ 2147483647 h 768"/>
                <a:gd name="T102" fmla="*/ 2147483647 w 840"/>
                <a:gd name="T103" fmla="*/ 2147483647 h 768"/>
                <a:gd name="T104" fmla="*/ 2147483647 w 840"/>
                <a:gd name="T105" fmla="*/ 2147483647 h 768"/>
                <a:gd name="T106" fmla="*/ 2147483647 w 840"/>
                <a:gd name="T107" fmla="*/ 2147483647 h 768"/>
                <a:gd name="T108" fmla="*/ 2147483647 w 840"/>
                <a:gd name="T109" fmla="*/ 2147483647 h 768"/>
                <a:gd name="T110" fmla="*/ 2147483647 w 840"/>
                <a:gd name="T111" fmla="*/ 2147483647 h 768"/>
                <a:gd name="T112" fmla="*/ 2147483647 w 840"/>
                <a:gd name="T113" fmla="*/ 2147483647 h 768"/>
                <a:gd name="T114" fmla="*/ 2147483647 w 840"/>
                <a:gd name="T115" fmla="*/ 2147483647 h 768"/>
                <a:gd name="T116" fmla="*/ 2147483647 w 840"/>
                <a:gd name="T117" fmla="*/ 2147483647 h 768"/>
                <a:gd name="T118" fmla="*/ 2147483647 w 840"/>
                <a:gd name="T119" fmla="*/ 2147483647 h 76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840"/>
                <a:gd name="T181" fmla="*/ 0 h 768"/>
                <a:gd name="T182" fmla="*/ 840 w 840"/>
                <a:gd name="T183" fmla="*/ 768 h 76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840" h="768">
                  <a:moveTo>
                    <a:pt x="420" y="738"/>
                  </a:moveTo>
                  <a:lnTo>
                    <a:pt x="420" y="732"/>
                  </a:lnTo>
                  <a:lnTo>
                    <a:pt x="426" y="726"/>
                  </a:lnTo>
                  <a:lnTo>
                    <a:pt x="426" y="714"/>
                  </a:lnTo>
                  <a:lnTo>
                    <a:pt x="432" y="702"/>
                  </a:lnTo>
                  <a:lnTo>
                    <a:pt x="432" y="648"/>
                  </a:lnTo>
                  <a:lnTo>
                    <a:pt x="498" y="594"/>
                  </a:lnTo>
                  <a:lnTo>
                    <a:pt x="498" y="588"/>
                  </a:lnTo>
                  <a:lnTo>
                    <a:pt x="504" y="582"/>
                  </a:lnTo>
                  <a:lnTo>
                    <a:pt x="516" y="558"/>
                  </a:lnTo>
                  <a:lnTo>
                    <a:pt x="522" y="552"/>
                  </a:lnTo>
                  <a:lnTo>
                    <a:pt x="528" y="552"/>
                  </a:lnTo>
                  <a:lnTo>
                    <a:pt x="534" y="558"/>
                  </a:lnTo>
                  <a:lnTo>
                    <a:pt x="546" y="564"/>
                  </a:lnTo>
                  <a:lnTo>
                    <a:pt x="552" y="564"/>
                  </a:lnTo>
                  <a:lnTo>
                    <a:pt x="558" y="558"/>
                  </a:lnTo>
                  <a:lnTo>
                    <a:pt x="558" y="546"/>
                  </a:lnTo>
                  <a:lnTo>
                    <a:pt x="552" y="540"/>
                  </a:lnTo>
                  <a:lnTo>
                    <a:pt x="564" y="540"/>
                  </a:lnTo>
                  <a:lnTo>
                    <a:pt x="570" y="552"/>
                  </a:lnTo>
                  <a:lnTo>
                    <a:pt x="582" y="564"/>
                  </a:lnTo>
                  <a:lnTo>
                    <a:pt x="588" y="576"/>
                  </a:lnTo>
                  <a:lnTo>
                    <a:pt x="588" y="582"/>
                  </a:lnTo>
                  <a:lnTo>
                    <a:pt x="594" y="594"/>
                  </a:lnTo>
                  <a:lnTo>
                    <a:pt x="600" y="600"/>
                  </a:lnTo>
                  <a:lnTo>
                    <a:pt x="606" y="600"/>
                  </a:lnTo>
                  <a:lnTo>
                    <a:pt x="624" y="582"/>
                  </a:lnTo>
                  <a:lnTo>
                    <a:pt x="624" y="570"/>
                  </a:lnTo>
                  <a:lnTo>
                    <a:pt x="630" y="558"/>
                  </a:lnTo>
                  <a:lnTo>
                    <a:pt x="642" y="552"/>
                  </a:lnTo>
                  <a:lnTo>
                    <a:pt x="648" y="546"/>
                  </a:lnTo>
                  <a:lnTo>
                    <a:pt x="648" y="516"/>
                  </a:lnTo>
                  <a:lnTo>
                    <a:pt x="672" y="486"/>
                  </a:lnTo>
                  <a:lnTo>
                    <a:pt x="684" y="438"/>
                  </a:lnTo>
                  <a:lnTo>
                    <a:pt x="696" y="432"/>
                  </a:lnTo>
                  <a:lnTo>
                    <a:pt x="702" y="426"/>
                  </a:lnTo>
                  <a:lnTo>
                    <a:pt x="714" y="420"/>
                  </a:lnTo>
                  <a:lnTo>
                    <a:pt x="720" y="414"/>
                  </a:lnTo>
                  <a:lnTo>
                    <a:pt x="720" y="402"/>
                  </a:lnTo>
                  <a:lnTo>
                    <a:pt x="726" y="384"/>
                  </a:lnTo>
                  <a:lnTo>
                    <a:pt x="726" y="354"/>
                  </a:lnTo>
                  <a:lnTo>
                    <a:pt x="744" y="354"/>
                  </a:lnTo>
                  <a:lnTo>
                    <a:pt x="750" y="348"/>
                  </a:lnTo>
                  <a:lnTo>
                    <a:pt x="756" y="330"/>
                  </a:lnTo>
                  <a:lnTo>
                    <a:pt x="756" y="300"/>
                  </a:lnTo>
                  <a:lnTo>
                    <a:pt x="762" y="294"/>
                  </a:lnTo>
                  <a:lnTo>
                    <a:pt x="768" y="264"/>
                  </a:lnTo>
                  <a:lnTo>
                    <a:pt x="774" y="252"/>
                  </a:lnTo>
                  <a:lnTo>
                    <a:pt x="786" y="240"/>
                  </a:lnTo>
                  <a:lnTo>
                    <a:pt x="786" y="234"/>
                  </a:lnTo>
                  <a:lnTo>
                    <a:pt x="792" y="228"/>
                  </a:lnTo>
                  <a:lnTo>
                    <a:pt x="792" y="222"/>
                  </a:lnTo>
                  <a:lnTo>
                    <a:pt x="798" y="216"/>
                  </a:lnTo>
                  <a:lnTo>
                    <a:pt x="798" y="210"/>
                  </a:lnTo>
                  <a:lnTo>
                    <a:pt x="810" y="210"/>
                  </a:lnTo>
                  <a:lnTo>
                    <a:pt x="822" y="204"/>
                  </a:lnTo>
                  <a:lnTo>
                    <a:pt x="840" y="186"/>
                  </a:lnTo>
                  <a:lnTo>
                    <a:pt x="840" y="174"/>
                  </a:lnTo>
                  <a:lnTo>
                    <a:pt x="834" y="168"/>
                  </a:lnTo>
                  <a:lnTo>
                    <a:pt x="834" y="162"/>
                  </a:lnTo>
                  <a:lnTo>
                    <a:pt x="840" y="156"/>
                  </a:lnTo>
                  <a:lnTo>
                    <a:pt x="840" y="126"/>
                  </a:lnTo>
                  <a:lnTo>
                    <a:pt x="810" y="126"/>
                  </a:lnTo>
                  <a:lnTo>
                    <a:pt x="810" y="120"/>
                  </a:lnTo>
                  <a:lnTo>
                    <a:pt x="804" y="108"/>
                  </a:lnTo>
                  <a:lnTo>
                    <a:pt x="804" y="60"/>
                  </a:lnTo>
                  <a:lnTo>
                    <a:pt x="774" y="12"/>
                  </a:lnTo>
                  <a:lnTo>
                    <a:pt x="756" y="12"/>
                  </a:lnTo>
                  <a:lnTo>
                    <a:pt x="750" y="18"/>
                  </a:lnTo>
                  <a:lnTo>
                    <a:pt x="750" y="24"/>
                  </a:lnTo>
                  <a:lnTo>
                    <a:pt x="744" y="30"/>
                  </a:lnTo>
                  <a:lnTo>
                    <a:pt x="744" y="36"/>
                  </a:lnTo>
                  <a:lnTo>
                    <a:pt x="720" y="36"/>
                  </a:lnTo>
                  <a:lnTo>
                    <a:pt x="714" y="42"/>
                  </a:lnTo>
                  <a:lnTo>
                    <a:pt x="702" y="48"/>
                  </a:lnTo>
                  <a:lnTo>
                    <a:pt x="696" y="54"/>
                  </a:lnTo>
                  <a:lnTo>
                    <a:pt x="684" y="60"/>
                  </a:lnTo>
                  <a:lnTo>
                    <a:pt x="654" y="60"/>
                  </a:lnTo>
                  <a:lnTo>
                    <a:pt x="648" y="54"/>
                  </a:lnTo>
                  <a:lnTo>
                    <a:pt x="636" y="48"/>
                  </a:lnTo>
                  <a:lnTo>
                    <a:pt x="600" y="36"/>
                  </a:lnTo>
                  <a:lnTo>
                    <a:pt x="546" y="36"/>
                  </a:lnTo>
                  <a:lnTo>
                    <a:pt x="528" y="42"/>
                  </a:lnTo>
                  <a:lnTo>
                    <a:pt x="516" y="54"/>
                  </a:lnTo>
                  <a:lnTo>
                    <a:pt x="504" y="60"/>
                  </a:lnTo>
                  <a:lnTo>
                    <a:pt x="492" y="84"/>
                  </a:lnTo>
                  <a:lnTo>
                    <a:pt x="486" y="90"/>
                  </a:lnTo>
                  <a:lnTo>
                    <a:pt x="480" y="90"/>
                  </a:lnTo>
                  <a:lnTo>
                    <a:pt x="468" y="84"/>
                  </a:lnTo>
                  <a:lnTo>
                    <a:pt x="438" y="84"/>
                  </a:lnTo>
                  <a:lnTo>
                    <a:pt x="414" y="72"/>
                  </a:lnTo>
                  <a:lnTo>
                    <a:pt x="402" y="60"/>
                  </a:lnTo>
                  <a:lnTo>
                    <a:pt x="390" y="54"/>
                  </a:lnTo>
                  <a:lnTo>
                    <a:pt x="384" y="48"/>
                  </a:lnTo>
                  <a:lnTo>
                    <a:pt x="372" y="42"/>
                  </a:lnTo>
                  <a:lnTo>
                    <a:pt x="360" y="42"/>
                  </a:lnTo>
                  <a:lnTo>
                    <a:pt x="336" y="54"/>
                  </a:lnTo>
                  <a:lnTo>
                    <a:pt x="324" y="66"/>
                  </a:lnTo>
                  <a:lnTo>
                    <a:pt x="312" y="72"/>
                  </a:lnTo>
                  <a:lnTo>
                    <a:pt x="306" y="72"/>
                  </a:lnTo>
                  <a:lnTo>
                    <a:pt x="294" y="66"/>
                  </a:lnTo>
                  <a:lnTo>
                    <a:pt x="288" y="60"/>
                  </a:lnTo>
                  <a:lnTo>
                    <a:pt x="288" y="54"/>
                  </a:lnTo>
                  <a:lnTo>
                    <a:pt x="282" y="48"/>
                  </a:lnTo>
                  <a:lnTo>
                    <a:pt x="282" y="42"/>
                  </a:lnTo>
                  <a:lnTo>
                    <a:pt x="258" y="18"/>
                  </a:lnTo>
                  <a:lnTo>
                    <a:pt x="222" y="18"/>
                  </a:lnTo>
                  <a:lnTo>
                    <a:pt x="222" y="12"/>
                  </a:lnTo>
                  <a:lnTo>
                    <a:pt x="210" y="0"/>
                  </a:lnTo>
                  <a:lnTo>
                    <a:pt x="198" y="0"/>
                  </a:lnTo>
                  <a:lnTo>
                    <a:pt x="186" y="6"/>
                  </a:lnTo>
                  <a:lnTo>
                    <a:pt x="180" y="6"/>
                  </a:lnTo>
                  <a:lnTo>
                    <a:pt x="180" y="12"/>
                  </a:lnTo>
                  <a:lnTo>
                    <a:pt x="126" y="12"/>
                  </a:lnTo>
                  <a:lnTo>
                    <a:pt x="102" y="36"/>
                  </a:lnTo>
                  <a:lnTo>
                    <a:pt x="102" y="60"/>
                  </a:lnTo>
                  <a:lnTo>
                    <a:pt x="96" y="78"/>
                  </a:lnTo>
                  <a:lnTo>
                    <a:pt x="90" y="90"/>
                  </a:lnTo>
                  <a:lnTo>
                    <a:pt x="84" y="96"/>
                  </a:lnTo>
                  <a:lnTo>
                    <a:pt x="78" y="108"/>
                  </a:lnTo>
                  <a:lnTo>
                    <a:pt x="72" y="114"/>
                  </a:lnTo>
                  <a:lnTo>
                    <a:pt x="66" y="114"/>
                  </a:lnTo>
                  <a:lnTo>
                    <a:pt x="66" y="168"/>
                  </a:lnTo>
                  <a:lnTo>
                    <a:pt x="60" y="180"/>
                  </a:lnTo>
                  <a:lnTo>
                    <a:pt x="60" y="186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72" y="222"/>
                  </a:lnTo>
                  <a:lnTo>
                    <a:pt x="78" y="234"/>
                  </a:lnTo>
                  <a:lnTo>
                    <a:pt x="78" y="246"/>
                  </a:lnTo>
                  <a:lnTo>
                    <a:pt x="84" y="252"/>
                  </a:lnTo>
                  <a:lnTo>
                    <a:pt x="84" y="264"/>
                  </a:lnTo>
                  <a:lnTo>
                    <a:pt x="78" y="270"/>
                  </a:lnTo>
                  <a:lnTo>
                    <a:pt x="72" y="270"/>
                  </a:lnTo>
                  <a:lnTo>
                    <a:pt x="60" y="276"/>
                  </a:lnTo>
                  <a:lnTo>
                    <a:pt x="60" y="318"/>
                  </a:lnTo>
                  <a:lnTo>
                    <a:pt x="48" y="324"/>
                  </a:lnTo>
                  <a:lnTo>
                    <a:pt x="42" y="336"/>
                  </a:lnTo>
                  <a:lnTo>
                    <a:pt x="36" y="342"/>
                  </a:lnTo>
                  <a:lnTo>
                    <a:pt x="36" y="372"/>
                  </a:lnTo>
                  <a:lnTo>
                    <a:pt x="24" y="396"/>
                  </a:lnTo>
                  <a:lnTo>
                    <a:pt x="6" y="396"/>
                  </a:lnTo>
                  <a:lnTo>
                    <a:pt x="0" y="426"/>
                  </a:lnTo>
                  <a:lnTo>
                    <a:pt x="6" y="462"/>
                  </a:lnTo>
                  <a:lnTo>
                    <a:pt x="0" y="492"/>
                  </a:lnTo>
                  <a:lnTo>
                    <a:pt x="0" y="606"/>
                  </a:lnTo>
                  <a:lnTo>
                    <a:pt x="6" y="612"/>
                  </a:lnTo>
                  <a:lnTo>
                    <a:pt x="30" y="612"/>
                  </a:lnTo>
                  <a:lnTo>
                    <a:pt x="54" y="600"/>
                  </a:lnTo>
                  <a:lnTo>
                    <a:pt x="60" y="594"/>
                  </a:lnTo>
                  <a:lnTo>
                    <a:pt x="66" y="600"/>
                  </a:lnTo>
                  <a:lnTo>
                    <a:pt x="108" y="600"/>
                  </a:lnTo>
                  <a:lnTo>
                    <a:pt x="126" y="606"/>
                  </a:lnTo>
                  <a:lnTo>
                    <a:pt x="138" y="618"/>
                  </a:lnTo>
                  <a:lnTo>
                    <a:pt x="150" y="636"/>
                  </a:lnTo>
                  <a:lnTo>
                    <a:pt x="156" y="648"/>
                  </a:lnTo>
                  <a:lnTo>
                    <a:pt x="168" y="660"/>
                  </a:lnTo>
                  <a:lnTo>
                    <a:pt x="186" y="660"/>
                  </a:lnTo>
                  <a:lnTo>
                    <a:pt x="180" y="666"/>
                  </a:lnTo>
                  <a:lnTo>
                    <a:pt x="180" y="678"/>
                  </a:lnTo>
                  <a:lnTo>
                    <a:pt x="174" y="684"/>
                  </a:lnTo>
                  <a:lnTo>
                    <a:pt x="186" y="684"/>
                  </a:lnTo>
                  <a:lnTo>
                    <a:pt x="198" y="678"/>
                  </a:lnTo>
                  <a:lnTo>
                    <a:pt x="198" y="684"/>
                  </a:lnTo>
                  <a:lnTo>
                    <a:pt x="192" y="690"/>
                  </a:lnTo>
                  <a:lnTo>
                    <a:pt x="186" y="702"/>
                  </a:lnTo>
                  <a:lnTo>
                    <a:pt x="186" y="714"/>
                  </a:lnTo>
                  <a:lnTo>
                    <a:pt x="204" y="750"/>
                  </a:lnTo>
                  <a:lnTo>
                    <a:pt x="216" y="762"/>
                  </a:lnTo>
                  <a:lnTo>
                    <a:pt x="234" y="768"/>
                  </a:lnTo>
                  <a:lnTo>
                    <a:pt x="270" y="768"/>
                  </a:lnTo>
                  <a:lnTo>
                    <a:pt x="276" y="762"/>
                  </a:lnTo>
                  <a:lnTo>
                    <a:pt x="282" y="762"/>
                  </a:lnTo>
                  <a:lnTo>
                    <a:pt x="288" y="738"/>
                  </a:lnTo>
                  <a:lnTo>
                    <a:pt x="312" y="750"/>
                  </a:lnTo>
                  <a:lnTo>
                    <a:pt x="336" y="744"/>
                  </a:lnTo>
                  <a:lnTo>
                    <a:pt x="354" y="756"/>
                  </a:lnTo>
                  <a:lnTo>
                    <a:pt x="396" y="756"/>
                  </a:lnTo>
                  <a:lnTo>
                    <a:pt x="396" y="732"/>
                  </a:lnTo>
                  <a:lnTo>
                    <a:pt x="420" y="732"/>
                  </a:lnTo>
                  <a:lnTo>
                    <a:pt x="420" y="73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50" name="Niger" descr="© INSCALE GmbH, 05.05.2010&#10;http://www.presentationload.com/">
              <a:extLst>
                <a:ext uri="{FF2B5EF4-FFF2-40B4-BE49-F238E27FC236}">
                  <a16:creationId xmlns:a16="http://schemas.microsoft.com/office/drawing/2014/main" id="{AFB65868-6391-40DE-82F7-2D73355C4AC2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739740" y="2380334"/>
              <a:ext cx="367048" cy="309550"/>
            </a:xfrm>
            <a:custGeom>
              <a:avLst/>
              <a:gdLst>
                <a:gd name="T0" fmla="*/ 2147483647 w 1110"/>
                <a:gd name="T1" fmla="*/ 2147483647 h 942"/>
                <a:gd name="T2" fmla="*/ 2147483647 w 1110"/>
                <a:gd name="T3" fmla="*/ 2147483647 h 942"/>
                <a:gd name="T4" fmla="*/ 2147483647 w 1110"/>
                <a:gd name="T5" fmla="*/ 2147483647 h 942"/>
                <a:gd name="T6" fmla="*/ 2147483647 w 1110"/>
                <a:gd name="T7" fmla="*/ 2147483647 h 942"/>
                <a:gd name="T8" fmla="*/ 2147483647 w 1110"/>
                <a:gd name="T9" fmla="*/ 2147483647 h 942"/>
                <a:gd name="T10" fmla="*/ 2147483647 w 1110"/>
                <a:gd name="T11" fmla="*/ 2147483647 h 942"/>
                <a:gd name="T12" fmla="*/ 2147483647 w 1110"/>
                <a:gd name="T13" fmla="*/ 2147483647 h 942"/>
                <a:gd name="T14" fmla="*/ 2147483647 w 1110"/>
                <a:gd name="T15" fmla="*/ 2147483647 h 942"/>
                <a:gd name="T16" fmla="*/ 2147483647 w 1110"/>
                <a:gd name="T17" fmla="*/ 2147483647 h 942"/>
                <a:gd name="T18" fmla="*/ 2147483647 w 1110"/>
                <a:gd name="T19" fmla="*/ 2147483647 h 942"/>
                <a:gd name="T20" fmla="*/ 2147483647 w 1110"/>
                <a:gd name="T21" fmla="*/ 2147483647 h 942"/>
                <a:gd name="T22" fmla="*/ 2147483647 w 1110"/>
                <a:gd name="T23" fmla="*/ 2147483647 h 942"/>
                <a:gd name="T24" fmla="*/ 2147483647 w 1110"/>
                <a:gd name="T25" fmla="*/ 2147483647 h 942"/>
                <a:gd name="T26" fmla="*/ 2147483647 w 1110"/>
                <a:gd name="T27" fmla="*/ 2147483647 h 942"/>
                <a:gd name="T28" fmla="*/ 2147483647 w 1110"/>
                <a:gd name="T29" fmla="*/ 2147483647 h 942"/>
                <a:gd name="T30" fmla="*/ 2147483647 w 1110"/>
                <a:gd name="T31" fmla="*/ 2147483647 h 942"/>
                <a:gd name="T32" fmla="*/ 2147483647 w 1110"/>
                <a:gd name="T33" fmla="*/ 2147483647 h 942"/>
                <a:gd name="T34" fmla="*/ 2147483647 w 1110"/>
                <a:gd name="T35" fmla="*/ 2147483647 h 942"/>
                <a:gd name="T36" fmla="*/ 2147483647 w 1110"/>
                <a:gd name="T37" fmla="*/ 2147483647 h 942"/>
                <a:gd name="T38" fmla="*/ 2147483647 w 1110"/>
                <a:gd name="T39" fmla="*/ 2147483647 h 942"/>
                <a:gd name="T40" fmla="*/ 2147483647 w 1110"/>
                <a:gd name="T41" fmla="*/ 2147483647 h 942"/>
                <a:gd name="T42" fmla="*/ 2147483647 w 1110"/>
                <a:gd name="T43" fmla="*/ 2147483647 h 942"/>
                <a:gd name="T44" fmla="*/ 2147483647 w 1110"/>
                <a:gd name="T45" fmla="*/ 2147483647 h 942"/>
                <a:gd name="T46" fmla="*/ 2147483647 w 1110"/>
                <a:gd name="T47" fmla="*/ 2147483647 h 942"/>
                <a:gd name="T48" fmla="*/ 2147483647 w 1110"/>
                <a:gd name="T49" fmla="*/ 2147483647 h 942"/>
                <a:gd name="T50" fmla="*/ 2147483647 w 1110"/>
                <a:gd name="T51" fmla="*/ 2147483647 h 942"/>
                <a:gd name="T52" fmla="*/ 2147483647 w 1110"/>
                <a:gd name="T53" fmla="*/ 2147483647 h 942"/>
                <a:gd name="T54" fmla="*/ 2147483647 w 1110"/>
                <a:gd name="T55" fmla="*/ 2147483647 h 942"/>
                <a:gd name="T56" fmla="*/ 2147483647 w 1110"/>
                <a:gd name="T57" fmla="*/ 2147483647 h 942"/>
                <a:gd name="T58" fmla="*/ 2147483647 w 1110"/>
                <a:gd name="T59" fmla="*/ 2147483647 h 942"/>
                <a:gd name="T60" fmla="*/ 2147483647 w 1110"/>
                <a:gd name="T61" fmla="*/ 2147483647 h 942"/>
                <a:gd name="T62" fmla="*/ 2147483647 w 1110"/>
                <a:gd name="T63" fmla="*/ 2147483647 h 942"/>
                <a:gd name="T64" fmla="*/ 2147483647 w 1110"/>
                <a:gd name="T65" fmla="*/ 2147483647 h 942"/>
                <a:gd name="T66" fmla="*/ 2147483647 w 1110"/>
                <a:gd name="T67" fmla="*/ 2147483647 h 942"/>
                <a:gd name="T68" fmla="*/ 2147483647 w 1110"/>
                <a:gd name="T69" fmla="*/ 2147483647 h 942"/>
                <a:gd name="T70" fmla="*/ 2147483647 w 1110"/>
                <a:gd name="T71" fmla="*/ 2147483647 h 942"/>
                <a:gd name="T72" fmla="*/ 2147483647 w 1110"/>
                <a:gd name="T73" fmla="*/ 2147483647 h 942"/>
                <a:gd name="T74" fmla="*/ 2147483647 w 1110"/>
                <a:gd name="T75" fmla="*/ 2147483647 h 942"/>
                <a:gd name="T76" fmla="*/ 2147483647 w 1110"/>
                <a:gd name="T77" fmla="*/ 2147483647 h 942"/>
                <a:gd name="T78" fmla="*/ 2147483647 w 1110"/>
                <a:gd name="T79" fmla="*/ 2147483647 h 942"/>
                <a:gd name="T80" fmla="*/ 2147483647 w 1110"/>
                <a:gd name="T81" fmla="*/ 2147483647 h 942"/>
                <a:gd name="T82" fmla="*/ 2147483647 w 1110"/>
                <a:gd name="T83" fmla="*/ 2147483647 h 942"/>
                <a:gd name="T84" fmla="*/ 2147483647 w 1110"/>
                <a:gd name="T85" fmla="*/ 2147483647 h 942"/>
                <a:gd name="T86" fmla="*/ 2147483647 w 1110"/>
                <a:gd name="T87" fmla="*/ 2147483647 h 942"/>
                <a:gd name="T88" fmla="*/ 2147483647 w 1110"/>
                <a:gd name="T89" fmla="*/ 2147483647 h 942"/>
                <a:gd name="T90" fmla="*/ 2147483647 w 1110"/>
                <a:gd name="T91" fmla="*/ 2147483647 h 942"/>
                <a:gd name="T92" fmla="*/ 2147483647 w 1110"/>
                <a:gd name="T93" fmla="*/ 2147483647 h 942"/>
                <a:gd name="T94" fmla="*/ 2147483647 w 1110"/>
                <a:gd name="T95" fmla="*/ 2147483647 h 942"/>
                <a:gd name="T96" fmla="*/ 2147483647 w 1110"/>
                <a:gd name="T97" fmla="*/ 2147483647 h 942"/>
                <a:gd name="T98" fmla="*/ 0 w 1110"/>
                <a:gd name="T99" fmla="*/ 2147483647 h 942"/>
                <a:gd name="T100" fmla="*/ 2147483647 w 1110"/>
                <a:gd name="T101" fmla="*/ 2147483647 h 94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110"/>
                <a:gd name="T154" fmla="*/ 0 h 942"/>
                <a:gd name="T155" fmla="*/ 1110 w 1110"/>
                <a:gd name="T156" fmla="*/ 942 h 94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110" h="942">
                  <a:moveTo>
                    <a:pt x="54" y="792"/>
                  </a:moveTo>
                  <a:lnTo>
                    <a:pt x="54" y="810"/>
                  </a:lnTo>
                  <a:lnTo>
                    <a:pt x="66" y="810"/>
                  </a:lnTo>
                  <a:lnTo>
                    <a:pt x="48" y="828"/>
                  </a:lnTo>
                  <a:lnTo>
                    <a:pt x="48" y="834"/>
                  </a:lnTo>
                  <a:lnTo>
                    <a:pt x="72" y="858"/>
                  </a:lnTo>
                  <a:lnTo>
                    <a:pt x="84" y="864"/>
                  </a:lnTo>
                  <a:lnTo>
                    <a:pt x="90" y="876"/>
                  </a:lnTo>
                  <a:lnTo>
                    <a:pt x="108" y="876"/>
                  </a:lnTo>
                  <a:lnTo>
                    <a:pt x="120" y="864"/>
                  </a:lnTo>
                  <a:lnTo>
                    <a:pt x="132" y="864"/>
                  </a:lnTo>
                  <a:lnTo>
                    <a:pt x="144" y="876"/>
                  </a:lnTo>
                  <a:lnTo>
                    <a:pt x="150" y="888"/>
                  </a:lnTo>
                  <a:lnTo>
                    <a:pt x="126" y="894"/>
                  </a:lnTo>
                  <a:lnTo>
                    <a:pt x="150" y="930"/>
                  </a:lnTo>
                  <a:lnTo>
                    <a:pt x="150" y="906"/>
                  </a:lnTo>
                  <a:lnTo>
                    <a:pt x="180" y="894"/>
                  </a:lnTo>
                  <a:lnTo>
                    <a:pt x="192" y="906"/>
                  </a:lnTo>
                  <a:lnTo>
                    <a:pt x="198" y="918"/>
                  </a:lnTo>
                  <a:lnTo>
                    <a:pt x="204" y="924"/>
                  </a:lnTo>
                  <a:lnTo>
                    <a:pt x="210" y="924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34" y="936"/>
                  </a:lnTo>
                  <a:lnTo>
                    <a:pt x="240" y="942"/>
                  </a:lnTo>
                  <a:lnTo>
                    <a:pt x="240" y="888"/>
                  </a:lnTo>
                  <a:lnTo>
                    <a:pt x="246" y="888"/>
                  </a:lnTo>
                  <a:lnTo>
                    <a:pt x="252" y="882"/>
                  </a:lnTo>
                  <a:lnTo>
                    <a:pt x="258" y="870"/>
                  </a:lnTo>
                  <a:lnTo>
                    <a:pt x="264" y="864"/>
                  </a:lnTo>
                  <a:lnTo>
                    <a:pt x="270" y="852"/>
                  </a:lnTo>
                  <a:lnTo>
                    <a:pt x="276" y="834"/>
                  </a:lnTo>
                  <a:lnTo>
                    <a:pt x="276" y="810"/>
                  </a:lnTo>
                  <a:lnTo>
                    <a:pt x="300" y="786"/>
                  </a:lnTo>
                  <a:lnTo>
                    <a:pt x="354" y="786"/>
                  </a:lnTo>
                  <a:lnTo>
                    <a:pt x="354" y="780"/>
                  </a:lnTo>
                  <a:lnTo>
                    <a:pt x="360" y="780"/>
                  </a:lnTo>
                  <a:lnTo>
                    <a:pt x="372" y="774"/>
                  </a:lnTo>
                  <a:lnTo>
                    <a:pt x="384" y="774"/>
                  </a:lnTo>
                  <a:lnTo>
                    <a:pt x="396" y="786"/>
                  </a:lnTo>
                  <a:lnTo>
                    <a:pt x="396" y="792"/>
                  </a:lnTo>
                  <a:lnTo>
                    <a:pt x="432" y="792"/>
                  </a:lnTo>
                  <a:lnTo>
                    <a:pt x="456" y="816"/>
                  </a:lnTo>
                  <a:lnTo>
                    <a:pt x="456" y="822"/>
                  </a:lnTo>
                  <a:lnTo>
                    <a:pt x="462" y="828"/>
                  </a:lnTo>
                  <a:lnTo>
                    <a:pt x="462" y="834"/>
                  </a:lnTo>
                  <a:lnTo>
                    <a:pt x="468" y="840"/>
                  </a:lnTo>
                  <a:lnTo>
                    <a:pt x="480" y="846"/>
                  </a:lnTo>
                  <a:lnTo>
                    <a:pt x="486" y="846"/>
                  </a:lnTo>
                  <a:lnTo>
                    <a:pt x="498" y="840"/>
                  </a:lnTo>
                  <a:lnTo>
                    <a:pt x="510" y="828"/>
                  </a:lnTo>
                  <a:lnTo>
                    <a:pt x="534" y="816"/>
                  </a:lnTo>
                  <a:lnTo>
                    <a:pt x="546" y="816"/>
                  </a:lnTo>
                  <a:lnTo>
                    <a:pt x="558" y="822"/>
                  </a:lnTo>
                  <a:lnTo>
                    <a:pt x="564" y="828"/>
                  </a:lnTo>
                  <a:lnTo>
                    <a:pt x="576" y="834"/>
                  </a:lnTo>
                  <a:lnTo>
                    <a:pt x="588" y="846"/>
                  </a:lnTo>
                  <a:lnTo>
                    <a:pt x="612" y="858"/>
                  </a:lnTo>
                  <a:lnTo>
                    <a:pt x="642" y="858"/>
                  </a:lnTo>
                  <a:lnTo>
                    <a:pt x="654" y="864"/>
                  </a:lnTo>
                  <a:lnTo>
                    <a:pt x="660" y="864"/>
                  </a:lnTo>
                  <a:lnTo>
                    <a:pt x="666" y="858"/>
                  </a:lnTo>
                  <a:lnTo>
                    <a:pt x="678" y="834"/>
                  </a:lnTo>
                  <a:lnTo>
                    <a:pt x="690" y="828"/>
                  </a:lnTo>
                  <a:lnTo>
                    <a:pt x="702" y="816"/>
                  </a:lnTo>
                  <a:lnTo>
                    <a:pt x="720" y="810"/>
                  </a:lnTo>
                  <a:lnTo>
                    <a:pt x="774" y="810"/>
                  </a:lnTo>
                  <a:lnTo>
                    <a:pt x="810" y="822"/>
                  </a:lnTo>
                  <a:lnTo>
                    <a:pt x="822" y="828"/>
                  </a:lnTo>
                  <a:lnTo>
                    <a:pt x="828" y="834"/>
                  </a:lnTo>
                  <a:lnTo>
                    <a:pt x="858" y="834"/>
                  </a:lnTo>
                  <a:lnTo>
                    <a:pt x="870" y="828"/>
                  </a:lnTo>
                  <a:lnTo>
                    <a:pt x="876" y="822"/>
                  </a:lnTo>
                  <a:lnTo>
                    <a:pt x="888" y="816"/>
                  </a:lnTo>
                  <a:lnTo>
                    <a:pt x="894" y="810"/>
                  </a:lnTo>
                  <a:lnTo>
                    <a:pt x="918" y="810"/>
                  </a:lnTo>
                  <a:lnTo>
                    <a:pt x="918" y="804"/>
                  </a:lnTo>
                  <a:lnTo>
                    <a:pt x="924" y="798"/>
                  </a:lnTo>
                  <a:lnTo>
                    <a:pt x="924" y="792"/>
                  </a:lnTo>
                  <a:lnTo>
                    <a:pt x="930" y="786"/>
                  </a:lnTo>
                  <a:lnTo>
                    <a:pt x="936" y="786"/>
                  </a:lnTo>
                  <a:lnTo>
                    <a:pt x="930" y="726"/>
                  </a:lnTo>
                  <a:lnTo>
                    <a:pt x="948" y="720"/>
                  </a:lnTo>
                  <a:lnTo>
                    <a:pt x="948" y="714"/>
                  </a:lnTo>
                  <a:lnTo>
                    <a:pt x="954" y="708"/>
                  </a:lnTo>
                  <a:lnTo>
                    <a:pt x="954" y="696"/>
                  </a:lnTo>
                  <a:lnTo>
                    <a:pt x="960" y="678"/>
                  </a:lnTo>
                  <a:lnTo>
                    <a:pt x="966" y="666"/>
                  </a:lnTo>
                  <a:lnTo>
                    <a:pt x="978" y="648"/>
                  </a:lnTo>
                  <a:lnTo>
                    <a:pt x="984" y="636"/>
                  </a:lnTo>
                  <a:lnTo>
                    <a:pt x="1002" y="618"/>
                  </a:lnTo>
                  <a:lnTo>
                    <a:pt x="1026" y="588"/>
                  </a:lnTo>
                  <a:lnTo>
                    <a:pt x="1050" y="564"/>
                  </a:lnTo>
                  <a:lnTo>
                    <a:pt x="1068" y="540"/>
                  </a:lnTo>
                  <a:lnTo>
                    <a:pt x="1074" y="534"/>
                  </a:lnTo>
                  <a:lnTo>
                    <a:pt x="1092" y="288"/>
                  </a:lnTo>
                  <a:lnTo>
                    <a:pt x="1110" y="252"/>
                  </a:lnTo>
                  <a:lnTo>
                    <a:pt x="1080" y="216"/>
                  </a:lnTo>
                  <a:lnTo>
                    <a:pt x="1074" y="192"/>
                  </a:lnTo>
                  <a:lnTo>
                    <a:pt x="1044" y="156"/>
                  </a:lnTo>
                  <a:lnTo>
                    <a:pt x="1056" y="108"/>
                  </a:lnTo>
                  <a:lnTo>
                    <a:pt x="1038" y="42"/>
                  </a:lnTo>
                  <a:lnTo>
                    <a:pt x="1020" y="48"/>
                  </a:lnTo>
                  <a:lnTo>
                    <a:pt x="1002" y="60"/>
                  </a:lnTo>
                  <a:lnTo>
                    <a:pt x="990" y="66"/>
                  </a:lnTo>
                  <a:lnTo>
                    <a:pt x="984" y="66"/>
                  </a:lnTo>
                  <a:lnTo>
                    <a:pt x="978" y="60"/>
                  </a:lnTo>
                  <a:lnTo>
                    <a:pt x="966" y="54"/>
                  </a:lnTo>
                  <a:lnTo>
                    <a:pt x="960" y="42"/>
                  </a:lnTo>
                  <a:lnTo>
                    <a:pt x="954" y="36"/>
                  </a:lnTo>
                  <a:lnTo>
                    <a:pt x="942" y="30"/>
                  </a:lnTo>
                  <a:lnTo>
                    <a:pt x="936" y="24"/>
                  </a:lnTo>
                  <a:lnTo>
                    <a:pt x="930" y="24"/>
                  </a:lnTo>
                  <a:lnTo>
                    <a:pt x="918" y="18"/>
                  </a:lnTo>
                  <a:lnTo>
                    <a:pt x="900" y="12"/>
                  </a:lnTo>
                  <a:lnTo>
                    <a:pt x="888" y="12"/>
                  </a:lnTo>
                  <a:lnTo>
                    <a:pt x="876" y="6"/>
                  </a:lnTo>
                  <a:lnTo>
                    <a:pt x="864" y="6"/>
                  </a:lnTo>
                  <a:lnTo>
                    <a:pt x="828" y="0"/>
                  </a:lnTo>
                  <a:lnTo>
                    <a:pt x="816" y="6"/>
                  </a:lnTo>
                  <a:lnTo>
                    <a:pt x="786" y="30"/>
                  </a:lnTo>
                  <a:lnTo>
                    <a:pt x="738" y="66"/>
                  </a:lnTo>
                  <a:lnTo>
                    <a:pt x="684" y="102"/>
                  </a:lnTo>
                  <a:lnTo>
                    <a:pt x="624" y="144"/>
                  </a:lnTo>
                  <a:lnTo>
                    <a:pt x="576" y="180"/>
                  </a:lnTo>
                  <a:lnTo>
                    <a:pt x="534" y="210"/>
                  </a:lnTo>
                  <a:lnTo>
                    <a:pt x="510" y="222"/>
                  </a:lnTo>
                  <a:lnTo>
                    <a:pt x="480" y="246"/>
                  </a:lnTo>
                  <a:lnTo>
                    <a:pt x="450" y="282"/>
                  </a:lnTo>
                  <a:lnTo>
                    <a:pt x="414" y="312"/>
                  </a:lnTo>
                  <a:lnTo>
                    <a:pt x="390" y="330"/>
                  </a:lnTo>
                  <a:lnTo>
                    <a:pt x="366" y="336"/>
                  </a:lnTo>
                  <a:lnTo>
                    <a:pt x="324" y="342"/>
                  </a:lnTo>
                  <a:lnTo>
                    <a:pt x="282" y="354"/>
                  </a:lnTo>
                  <a:lnTo>
                    <a:pt x="282" y="558"/>
                  </a:lnTo>
                  <a:lnTo>
                    <a:pt x="264" y="582"/>
                  </a:lnTo>
                  <a:lnTo>
                    <a:pt x="264" y="594"/>
                  </a:lnTo>
                  <a:lnTo>
                    <a:pt x="258" y="606"/>
                  </a:lnTo>
                  <a:lnTo>
                    <a:pt x="258" y="624"/>
                  </a:lnTo>
                  <a:lnTo>
                    <a:pt x="252" y="636"/>
                  </a:lnTo>
                  <a:lnTo>
                    <a:pt x="240" y="642"/>
                  </a:lnTo>
                  <a:lnTo>
                    <a:pt x="222" y="648"/>
                  </a:lnTo>
                  <a:lnTo>
                    <a:pt x="198" y="648"/>
                  </a:lnTo>
                  <a:lnTo>
                    <a:pt x="186" y="654"/>
                  </a:lnTo>
                  <a:lnTo>
                    <a:pt x="138" y="648"/>
                  </a:lnTo>
                  <a:lnTo>
                    <a:pt x="138" y="666"/>
                  </a:lnTo>
                  <a:lnTo>
                    <a:pt x="72" y="660"/>
                  </a:lnTo>
                  <a:lnTo>
                    <a:pt x="48" y="678"/>
                  </a:lnTo>
                  <a:lnTo>
                    <a:pt x="0" y="690"/>
                  </a:lnTo>
                  <a:lnTo>
                    <a:pt x="0" y="726"/>
                  </a:lnTo>
                  <a:lnTo>
                    <a:pt x="6" y="738"/>
                  </a:lnTo>
                  <a:lnTo>
                    <a:pt x="6" y="762"/>
                  </a:lnTo>
                  <a:lnTo>
                    <a:pt x="18" y="786"/>
                  </a:lnTo>
                  <a:lnTo>
                    <a:pt x="30" y="792"/>
                  </a:lnTo>
                  <a:lnTo>
                    <a:pt x="54" y="79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51" name="Nicaragua" descr="© INSCALE GmbH, 05.05.2010&#10;http://www.presentationload.com/">
              <a:extLst>
                <a:ext uri="{FF2B5EF4-FFF2-40B4-BE49-F238E27FC236}">
                  <a16:creationId xmlns:a16="http://schemas.microsoft.com/office/drawing/2014/main" id="{4ED7E3E2-ACEF-4A25-9FEE-5C0EA9ADA1FA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687383" y="2608962"/>
              <a:ext cx="107272" cy="109178"/>
            </a:xfrm>
            <a:custGeom>
              <a:avLst/>
              <a:gdLst>
                <a:gd name="T0" fmla="*/ 2147483647 w 324"/>
                <a:gd name="T1" fmla="*/ 2147483647 h 330"/>
                <a:gd name="T2" fmla="*/ 2147483647 w 324"/>
                <a:gd name="T3" fmla="*/ 0 h 330"/>
                <a:gd name="T4" fmla="*/ 2147483647 w 324"/>
                <a:gd name="T5" fmla="*/ 2147483647 h 330"/>
                <a:gd name="T6" fmla="*/ 2147483647 w 324"/>
                <a:gd name="T7" fmla="*/ 2147483647 h 330"/>
                <a:gd name="T8" fmla="*/ 2147483647 w 324"/>
                <a:gd name="T9" fmla="*/ 0 h 330"/>
                <a:gd name="T10" fmla="*/ 2147483647 w 324"/>
                <a:gd name="T11" fmla="*/ 2147483647 h 330"/>
                <a:gd name="T12" fmla="*/ 2147483647 w 324"/>
                <a:gd name="T13" fmla="*/ 2147483647 h 330"/>
                <a:gd name="T14" fmla="*/ 2147483647 w 324"/>
                <a:gd name="T15" fmla="*/ 2147483647 h 330"/>
                <a:gd name="T16" fmla="*/ 2147483647 w 324"/>
                <a:gd name="T17" fmla="*/ 2147483647 h 330"/>
                <a:gd name="T18" fmla="*/ 2147483647 w 324"/>
                <a:gd name="T19" fmla="*/ 2147483647 h 330"/>
                <a:gd name="T20" fmla="*/ 2147483647 w 324"/>
                <a:gd name="T21" fmla="*/ 2147483647 h 330"/>
                <a:gd name="T22" fmla="*/ 2147483647 w 324"/>
                <a:gd name="T23" fmla="*/ 2147483647 h 330"/>
                <a:gd name="T24" fmla="*/ 2147483647 w 324"/>
                <a:gd name="T25" fmla="*/ 2147483647 h 330"/>
                <a:gd name="T26" fmla="*/ 2147483647 w 324"/>
                <a:gd name="T27" fmla="*/ 2147483647 h 330"/>
                <a:gd name="T28" fmla="*/ 2147483647 w 324"/>
                <a:gd name="T29" fmla="*/ 2147483647 h 330"/>
                <a:gd name="T30" fmla="*/ 2147483647 w 324"/>
                <a:gd name="T31" fmla="*/ 2147483647 h 330"/>
                <a:gd name="T32" fmla="*/ 2147483647 w 324"/>
                <a:gd name="T33" fmla="*/ 2147483647 h 330"/>
                <a:gd name="T34" fmla="*/ 2147483647 w 324"/>
                <a:gd name="T35" fmla="*/ 2147483647 h 330"/>
                <a:gd name="T36" fmla="*/ 2147483647 w 324"/>
                <a:gd name="T37" fmla="*/ 2147483647 h 330"/>
                <a:gd name="T38" fmla="*/ 2147483647 w 324"/>
                <a:gd name="T39" fmla="*/ 2147483647 h 330"/>
                <a:gd name="T40" fmla="*/ 2147483647 w 324"/>
                <a:gd name="T41" fmla="*/ 2147483647 h 330"/>
                <a:gd name="T42" fmla="*/ 2147483647 w 324"/>
                <a:gd name="T43" fmla="*/ 2147483647 h 330"/>
                <a:gd name="T44" fmla="*/ 2147483647 w 324"/>
                <a:gd name="T45" fmla="*/ 2147483647 h 330"/>
                <a:gd name="T46" fmla="*/ 2147483647 w 324"/>
                <a:gd name="T47" fmla="*/ 2147483647 h 330"/>
                <a:gd name="T48" fmla="*/ 2147483647 w 324"/>
                <a:gd name="T49" fmla="*/ 2147483647 h 330"/>
                <a:gd name="T50" fmla="*/ 2147483647 w 324"/>
                <a:gd name="T51" fmla="*/ 2147483647 h 330"/>
                <a:gd name="T52" fmla="*/ 2147483647 w 324"/>
                <a:gd name="T53" fmla="*/ 2147483647 h 330"/>
                <a:gd name="T54" fmla="*/ 2147483647 w 324"/>
                <a:gd name="T55" fmla="*/ 2147483647 h 330"/>
                <a:gd name="T56" fmla="*/ 2147483647 w 324"/>
                <a:gd name="T57" fmla="*/ 2147483647 h 330"/>
                <a:gd name="T58" fmla="*/ 2147483647 w 324"/>
                <a:gd name="T59" fmla="*/ 2147483647 h 330"/>
                <a:gd name="T60" fmla="*/ 2147483647 w 324"/>
                <a:gd name="T61" fmla="*/ 2147483647 h 330"/>
                <a:gd name="T62" fmla="*/ 2147483647 w 324"/>
                <a:gd name="T63" fmla="*/ 2147483647 h 330"/>
                <a:gd name="T64" fmla="*/ 2147483647 w 324"/>
                <a:gd name="T65" fmla="*/ 2147483647 h 330"/>
                <a:gd name="T66" fmla="*/ 2147483647 w 324"/>
                <a:gd name="T67" fmla="*/ 2147483647 h 330"/>
                <a:gd name="T68" fmla="*/ 2147483647 w 324"/>
                <a:gd name="T69" fmla="*/ 2147483647 h 330"/>
                <a:gd name="T70" fmla="*/ 2147483647 w 324"/>
                <a:gd name="T71" fmla="*/ 2147483647 h 330"/>
                <a:gd name="T72" fmla="*/ 2147483647 w 324"/>
                <a:gd name="T73" fmla="*/ 2147483647 h 330"/>
                <a:gd name="T74" fmla="*/ 2147483647 w 324"/>
                <a:gd name="T75" fmla="*/ 2147483647 h 330"/>
                <a:gd name="T76" fmla="*/ 2147483647 w 324"/>
                <a:gd name="T77" fmla="*/ 2147483647 h 330"/>
                <a:gd name="T78" fmla="*/ 2147483647 w 324"/>
                <a:gd name="T79" fmla="*/ 2147483647 h 330"/>
                <a:gd name="T80" fmla="*/ 2147483647 w 324"/>
                <a:gd name="T81" fmla="*/ 2147483647 h 33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24"/>
                <a:gd name="T124" fmla="*/ 0 h 330"/>
                <a:gd name="T125" fmla="*/ 324 w 324"/>
                <a:gd name="T126" fmla="*/ 330 h 33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24" h="330">
                  <a:moveTo>
                    <a:pt x="324" y="18"/>
                  </a:moveTo>
                  <a:lnTo>
                    <a:pt x="318" y="12"/>
                  </a:lnTo>
                  <a:lnTo>
                    <a:pt x="318" y="6"/>
                  </a:lnTo>
                  <a:lnTo>
                    <a:pt x="312" y="0"/>
                  </a:lnTo>
                  <a:lnTo>
                    <a:pt x="264" y="0"/>
                  </a:lnTo>
                  <a:lnTo>
                    <a:pt x="264" y="6"/>
                  </a:lnTo>
                  <a:lnTo>
                    <a:pt x="252" y="18"/>
                  </a:lnTo>
                  <a:lnTo>
                    <a:pt x="240" y="18"/>
                  </a:lnTo>
                  <a:lnTo>
                    <a:pt x="222" y="0"/>
                  </a:lnTo>
                  <a:lnTo>
                    <a:pt x="210" y="0"/>
                  </a:lnTo>
                  <a:lnTo>
                    <a:pt x="198" y="12"/>
                  </a:lnTo>
                  <a:lnTo>
                    <a:pt x="198" y="30"/>
                  </a:lnTo>
                  <a:lnTo>
                    <a:pt x="180" y="30"/>
                  </a:lnTo>
                  <a:lnTo>
                    <a:pt x="168" y="54"/>
                  </a:lnTo>
                  <a:lnTo>
                    <a:pt x="144" y="78"/>
                  </a:lnTo>
                  <a:lnTo>
                    <a:pt x="126" y="78"/>
                  </a:lnTo>
                  <a:lnTo>
                    <a:pt x="120" y="72"/>
                  </a:lnTo>
                  <a:lnTo>
                    <a:pt x="120" y="66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96" y="84"/>
                  </a:lnTo>
                  <a:lnTo>
                    <a:pt x="60" y="84"/>
                  </a:lnTo>
                  <a:lnTo>
                    <a:pt x="54" y="90"/>
                  </a:lnTo>
                  <a:lnTo>
                    <a:pt x="54" y="102"/>
                  </a:lnTo>
                  <a:lnTo>
                    <a:pt x="60" y="108"/>
                  </a:lnTo>
                  <a:lnTo>
                    <a:pt x="60" y="120"/>
                  </a:lnTo>
                  <a:lnTo>
                    <a:pt x="66" y="126"/>
                  </a:lnTo>
                  <a:lnTo>
                    <a:pt x="48" y="126"/>
                  </a:lnTo>
                  <a:lnTo>
                    <a:pt x="48" y="144"/>
                  </a:lnTo>
                  <a:lnTo>
                    <a:pt x="36" y="150"/>
                  </a:lnTo>
                  <a:lnTo>
                    <a:pt x="0" y="150"/>
                  </a:lnTo>
                  <a:lnTo>
                    <a:pt x="48" y="204"/>
                  </a:lnTo>
                  <a:lnTo>
                    <a:pt x="48" y="210"/>
                  </a:lnTo>
                  <a:lnTo>
                    <a:pt x="54" y="216"/>
                  </a:lnTo>
                  <a:lnTo>
                    <a:pt x="54" y="228"/>
                  </a:lnTo>
                  <a:lnTo>
                    <a:pt x="66" y="252"/>
                  </a:lnTo>
                  <a:lnTo>
                    <a:pt x="72" y="258"/>
                  </a:lnTo>
                  <a:lnTo>
                    <a:pt x="96" y="270"/>
                  </a:lnTo>
                  <a:lnTo>
                    <a:pt x="108" y="282"/>
                  </a:lnTo>
                  <a:lnTo>
                    <a:pt x="114" y="294"/>
                  </a:lnTo>
                  <a:lnTo>
                    <a:pt x="138" y="294"/>
                  </a:lnTo>
                  <a:lnTo>
                    <a:pt x="132" y="294"/>
                  </a:lnTo>
                  <a:lnTo>
                    <a:pt x="120" y="282"/>
                  </a:lnTo>
                  <a:lnTo>
                    <a:pt x="120" y="276"/>
                  </a:lnTo>
                  <a:lnTo>
                    <a:pt x="126" y="270"/>
                  </a:lnTo>
                  <a:lnTo>
                    <a:pt x="138" y="270"/>
                  </a:lnTo>
                  <a:lnTo>
                    <a:pt x="138" y="264"/>
                  </a:lnTo>
                  <a:lnTo>
                    <a:pt x="132" y="258"/>
                  </a:lnTo>
                  <a:lnTo>
                    <a:pt x="126" y="258"/>
                  </a:lnTo>
                  <a:lnTo>
                    <a:pt x="120" y="264"/>
                  </a:lnTo>
                  <a:lnTo>
                    <a:pt x="114" y="264"/>
                  </a:lnTo>
                  <a:lnTo>
                    <a:pt x="114" y="222"/>
                  </a:lnTo>
                  <a:lnTo>
                    <a:pt x="120" y="222"/>
                  </a:lnTo>
                  <a:lnTo>
                    <a:pt x="132" y="228"/>
                  </a:lnTo>
                  <a:lnTo>
                    <a:pt x="144" y="240"/>
                  </a:lnTo>
                  <a:lnTo>
                    <a:pt x="156" y="246"/>
                  </a:lnTo>
                  <a:lnTo>
                    <a:pt x="180" y="270"/>
                  </a:lnTo>
                  <a:lnTo>
                    <a:pt x="192" y="306"/>
                  </a:lnTo>
                  <a:lnTo>
                    <a:pt x="210" y="306"/>
                  </a:lnTo>
                  <a:lnTo>
                    <a:pt x="216" y="312"/>
                  </a:lnTo>
                  <a:lnTo>
                    <a:pt x="222" y="312"/>
                  </a:lnTo>
                  <a:lnTo>
                    <a:pt x="222" y="318"/>
                  </a:lnTo>
                  <a:lnTo>
                    <a:pt x="234" y="330"/>
                  </a:lnTo>
                  <a:lnTo>
                    <a:pt x="270" y="330"/>
                  </a:lnTo>
                  <a:lnTo>
                    <a:pt x="270" y="324"/>
                  </a:lnTo>
                  <a:lnTo>
                    <a:pt x="258" y="312"/>
                  </a:lnTo>
                  <a:lnTo>
                    <a:pt x="252" y="300"/>
                  </a:lnTo>
                  <a:lnTo>
                    <a:pt x="252" y="276"/>
                  </a:lnTo>
                  <a:lnTo>
                    <a:pt x="264" y="264"/>
                  </a:lnTo>
                  <a:lnTo>
                    <a:pt x="270" y="264"/>
                  </a:lnTo>
                  <a:lnTo>
                    <a:pt x="270" y="246"/>
                  </a:lnTo>
                  <a:lnTo>
                    <a:pt x="264" y="234"/>
                  </a:lnTo>
                  <a:lnTo>
                    <a:pt x="264" y="222"/>
                  </a:lnTo>
                  <a:lnTo>
                    <a:pt x="270" y="174"/>
                  </a:lnTo>
                  <a:lnTo>
                    <a:pt x="282" y="192"/>
                  </a:lnTo>
                  <a:lnTo>
                    <a:pt x="288" y="108"/>
                  </a:lnTo>
                  <a:lnTo>
                    <a:pt x="288" y="102"/>
                  </a:lnTo>
                  <a:lnTo>
                    <a:pt x="294" y="96"/>
                  </a:lnTo>
                  <a:lnTo>
                    <a:pt x="306" y="72"/>
                  </a:lnTo>
                  <a:lnTo>
                    <a:pt x="312" y="66"/>
                  </a:lnTo>
                  <a:lnTo>
                    <a:pt x="324" y="42"/>
                  </a:lnTo>
                  <a:lnTo>
                    <a:pt x="324" y="1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52" name="Newfoundland" descr="© INSCALE GmbH, 05.05.2010&#10;http://www.presentationload.com/">
              <a:extLst>
                <a:ext uri="{FF2B5EF4-FFF2-40B4-BE49-F238E27FC236}">
                  <a16:creationId xmlns:a16="http://schemas.microsoft.com/office/drawing/2014/main" id="{1E011770-EC13-4F11-B8D4-7FFB4861A181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530040" y="1645632"/>
              <a:ext cx="140873" cy="125875"/>
            </a:xfrm>
            <a:custGeom>
              <a:avLst/>
              <a:gdLst>
                <a:gd name="T0" fmla="*/ 2147483647 w 426"/>
                <a:gd name="T1" fmla="*/ 2147483647 h 384"/>
                <a:gd name="T2" fmla="*/ 2147483647 w 426"/>
                <a:gd name="T3" fmla="*/ 2147483647 h 384"/>
                <a:gd name="T4" fmla="*/ 2147483647 w 426"/>
                <a:gd name="T5" fmla="*/ 0 h 384"/>
                <a:gd name="T6" fmla="*/ 2147483647 w 426"/>
                <a:gd name="T7" fmla="*/ 2147483647 h 384"/>
                <a:gd name="T8" fmla="*/ 2147483647 w 426"/>
                <a:gd name="T9" fmla="*/ 2147483647 h 384"/>
                <a:gd name="T10" fmla="*/ 2147483647 w 426"/>
                <a:gd name="T11" fmla="*/ 2147483647 h 384"/>
                <a:gd name="T12" fmla="*/ 2147483647 w 426"/>
                <a:gd name="T13" fmla="*/ 2147483647 h 384"/>
                <a:gd name="T14" fmla="*/ 2147483647 w 426"/>
                <a:gd name="T15" fmla="*/ 2147483647 h 384"/>
                <a:gd name="T16" fmla="*/ 2147483647 w 426"/>
                <a:gd name="T17" fmla="*/ 2147483647 h 384"/>
                <a:gd name="T18" fmla="*/ 2147483647 w 426"/>
                <a:gd name="T19" fmla="*/ 2147483647 h 384"/>
                <a:gd name="T20" fmla="*/ 2147483647 w 426"/>
                <a:gd name="T21" fmla="*/ 2147483647 h 384"/>
                <a:gd name="T22" fmla="*/ 2147483647 w 426"/>
                <a:gd name="T23" fmla="*/ 2147483647 h 384"/>
                <a:gd name="T24" fmla="*/ 2147483647 w 426"/>
                <a:gd name="T25" fmla="*/ 2147483647 h 384"/>
                <a:gd name="T26" fmla="*/ 2147483647 w 426"/>
                <a:gd name="T27" fmla="*/ 2147483647 h 384"/>
                <a:gd name="T28" fmla="*/ 2147483647 w 426"/>
                <a:gd name="T29" fmla="*/ 2147483647 h 384"/>
                <a:gd name="T30" fmla="*/ 2147483647 w 426"/>
                <a:gd name="T31" fmla="*/ 2147483647 h 384"/>
                <a:gd name="T32" fmla="*/ 2147483647 w 426"/>
                <a:gd name="T33" fmla="*/ 2147483647 h 384"/>
                <a:gd name="T34" fmla="*/ 2147483647 w 426"/>
                <a:gd name="T35" fmla="*/ 2147483647 h 384"/>
                <a:gd name="T36" fmla="*/ 2147483647 w 426"/>
                <a:gd name="T37" fmla="*/ 2147483647 h 384"/>
                <a:gd name="T38" fmla="*/ 2147483647 w 426"/>
                <a:gd name="T39" fmla="*/ 2147483647 h 384"/>
                <a:gd name="T40" fmla="*/ 2147483647 w 426"/>
                <a:gd name="T41" fmla="*/ 2147483647 h 384"/>
                <a:gd name="T42" fmla="*/ 2147483647 w 426"/>
                <a:gd name="T43" fmla="*/ 2147483647 h 384"/>
                <a:gd name="T44" fmla="*/ 2147483647 w 426"/>
                <a:gd name="T45" fmla="*/ 2147483647 h 384"/>
                <a:gd name="T46" fmla="*/ 2147483647 w 426"/>
                <a:gd name="T47" fmla="*/ 2147483647 h 384"/>
                <a:gd name="T48" fmla="*/ 2147483647 w 426"/>
                <a:gd name="T49" fmla="*/ 2147483647 h 384"/>
                <a:gd name="T50" fmla="*/ 2147483647 w 426"/>
                <a:gd name="T51" fmla="*/ 2147483647 h 384"/>
                <a:gd name="T52" fmla="*/ 2147483647 w 426"/>
                <a:gd name="T53" fmla="*/ 2147483647 h 384"/>
                <a:gd name="T54" fmla="*/ 2147483647 w 426"/>
                <a:gd name="T55" fmla="*/ 2147483647 h 384"/>
                <a:gd name="T56" fmla="*/ 2147483647 w 426"/>
                <a:gd name="T57" fmla="*/ 2147483647 h 384"/>
                <a:gd name="T58" fmla="*/ 2147483647 w 426"/>
                <a:gd name="T59" fmla="*/ 2147483647 h 384"/>
                <a:gd name="T60" fmla="*/ 2147483647 w 426"/>
                <a:gd name="T61" fmla="*/ 2147483647 h 384"/>
                <a:gd name="T62" fmla="*/ 2147483647 w 426"/>
                <a:gd name="T63" fmla="*/ 2147483647 h 384"/>
                <a:gd name="T64" fmla="*/ 2147483647 w 426"/>
                <a:gd name="T65" fmla="*/ 2147483647 h 384"/>
                <a:gd name="T66" fmla="*/ 2147483647 w 426"/>
                <a:gd name="T67" fmla="*/ 2147483647 h 384"/>
                <a:gd name="T68" fmla="*/ 2147483647 w 426"/>
                <a:gd name="T69" fmla="*/ 2147483647 h 384"/>
                <a:gd name="T70" fmla="*/ 2147483647 w 426"/>
                <a:gd name="T71" fmla="*/ 2147483647 h 384"/>
                <a:gd name="T72" fmla="*/ 2147483647 w 426"/>
                <a:gd name="T73" fmla="*/ 2147483647 h 384"/>
                <a:gd name="T74" fmla="*/ 2147483647 w 426"/>
                <a:gd name="T75" fmla="*/ 2147483647 h 384"/>
                <a:gd name="T76" fmla="*/ 2147483647 w 426"/>
                <a:gd name="T77" fmla="*/ 2147483647 h 384"/>
                <a:gd name="T78" fmla="*/ 2147483647 w 426"/>
                <a:gd name="T79" fmla="*/ 2147483647 h 384"/>
                <a:gd name="T80" fmla="*/ 2147483647 w 426"/>
                <a:gd name="T81" fmla="*/ 2147483647 h 384"/>
                <a:gd name="T82" fmla="*/ 2147483647 w 426"/>
                <a:gd name="T83" fmla="*/ 2147483647 h 38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26"/>
                <a:gd name="T127" fmla="*/ 0 h 384"/>
                <a:gd name="T128" fmla="*/ 426 w 426"/>
                <a:gd name="T129" fmla="*/ 384 h 38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26" h="384">
                  <a:moveTo>
                    <a:pt x="258" y="18"/>
                  </a:moveTo>
                  <a:lnTo>
                    <a:pt x="270" y="12"/>
                  </a:lnTo>
                  <a:lnTo>
                    <a:pt x="276" y="12"/>
                  </a:lnTo>
                  <a:lnTo>
                    <a:pt x="294" y="6"/>
                  </a:lnTo>
                  <a:lnTo>
                    <a:pt x="306" y="0"/>
                  </a:lnTo>
                  <a:lnTo>
                    <a:pt x="330" y="0"/>
                  </a:lnTo>
                  <a:lnTo>
                    <a:pt x="342" y="6"/>
                  </a:lnTo>
                  <a:lnTo>
                    <a:pt x="342" y="18"/>
                  </a:lnTo>
                  <a:lnTo>
                    <a:pt x="336" y="24"/>
                  </a:lnTo>
                  <a:lnTo>
                    <a:pt x="312" y="42"/>
                  </a:lnTo>
                  <a:lnTo>
                    <a:pt x="312" y="48"/>
                  </a:lnTo>
                  <a:lnTo>
                    <a:pt x="306" y="54"/>
                  </a:lnTo>
                  <a:lnTo>
                    <a:pt x="300" y="72"/>
                  </a:lnTo>
                  <a:lnTo>
                    <a:pt x="276" y="96"/>
                  </a:lnTo>
                  <a:lnTo>
                    <a:pt x="258" y="102"/>
                  </a:lnTo>
                  <a:lnTo>
                    <a:pt x="246" y="102"/>
                  </a:lnTo>
                  <a:lnTo>
                    <a:pt x="210" y="150"/>
                  </a:lnTo>
                  <a:lnTo>
                    <a:pt x="210" y="174"/>
                  </a:lnTo>
                  <a:lnTo>
                    <a:pt x="234" y="156"/>
                  </a:lnTo>
                  <a:lnTo>
                    <a:pt x="264" y="108"/>
                  </a:lnTo>
                  <a:lnTo>
                    <a:pt x="282" y="126"/>
                  </a:lnTo>
                  <a:lnTo>
                    <a:pt x="306" y="138"/>
                  </a:lnTo>
                  <a:lnTo>
                    <a:pt x="294" y="168"/>
                  </a:lnTo>
                  <a:lnTo>
                    <a:pt x="324" y="168"/>
                  </a:lnTo>
                  <a:lnTo>
                    <a:pt x="330" y="192"/>
                  </a:lnTo>
                  <a:lnTo>
                    <a:pt x="384" y="162"/>
                  </a:lnTo>
                  <a:lnTo>
                    <a:pt x="402" y="174"/>
                  </a:lnTo>
                  <a:lnTo>
                    <a:pt x="396" y="180"/>
                  </a:lnTo>
                  <a:lnTo>
                    <a:pt x="390" y="192"/>
                  </a:lnTo>
                  <a:lnTo>
                    <a:pt x="378" y="204"/>
                  </a:lnTo>
                  <a:lnTo>
                    <a:pt x="372" y="204"/>
                  </a:lnTo>
                  <a:lnTo>
                    <a:pt x="384" y="204"/>
                  </a:lnTo>
                  <a:lnTo>
                    <a:pt x="396" y="210"/>
                  </a:lnTo>
                  <a:lnTo>
                    <a:pt x="408" y="210"/>
                  </a:lnTo>
                  <a:lnTo>
                    <a:pt x="408" y="216"/>
                  </a:lnTo>
                  <a:lnTo>
                    <a:pt x="396" y="240"/>
                  </a:lnTo>
                  <a:lnTo>
                    <a:pt x="384" y="252"/>
                  </a:lnTo>
                  <a:lnTo>
                    <a:pt x="378" y="264"/>
                  </a:lnTo>
                  <a:lnTo>
                    <a:pt x="366" y="276"/>
                  </a:lnTo>
                  <a:lnTo>
                    <a:pt x="360" y="288"/>
                  </a:lnTo>
                  <a:lnTo>
                    <a:pt x="354" y="294"/>
                  </a:lnTo>
                  <a:lnTo>
                    <a:pt x="390" y="294"/>
                  </a:lnTo>
                  <a:lnTo>
                    <a:pt x="354" y="312"/>
                  </a:lnTo>
                  <a:lnTo>
                    <a:pt x="384" y="312"/>
                  </a:lnTo>
                  <a:lnTo>
                    <a:pt x="420" y="300"/>
                  </a:lnTo>
                  <a:lnTo>
                    <a:pt x="426" y="324"/>
                  </a:lnTo>
                  <a:lnTo>
                    <a:pt x="360" y="384"/>
                  </a:lnTo>
                  <a:lnTo>
                    <a:pt x="318" y="378"/>
                  </a:lnTo>
                  <a:lnTo>
                    <a:pt x="336" y="354"/>
                  </a:lnTo>
                  <a:lnTo>
                    <a:pt x="306" y="360"/>
                  </a:lnTo>
                  <a:lnTo>
                    <a:pt x="300" y="348"/>
                  </a:lnTo>
                  <a:lnTo>
                    <a:pt x="228" y="360"/>
                  </a:lnTo>
                  <a:lnTo>
                    <a:pt x="192" y="354"/>
                  </a:lnTo>
                  <a:lnTo>
                    <a:pt x="186" y="348"/>
                  </a:lnTo>
                  <a:lnTo>
                    <a:pt x="228" y="336"/>
                  </a:lnTo>
                  <a:lnTo>
                    <a:pt x="234" y="330"/>
                  </a:lnTo>
                  <a:lnTo>
                    <a:pt x="234" y="324"/>
                  </a:lnTo>
                  <a:lnTo>
                    <a:pt x="228" y="324"/>
                  </a:lnTo>
                  <a:lnTo>
                    <a:pt x="222" y="318"/>
                  </a:lnTo>
                  <a:lnTo>
                    <a:pt x="198" y="318"/>
                  </a:lnTo>
                  <a:lnTo>
                    <a:pt x="162" y="312"/>
                  </a:lnTo>
                  <a:lnTo>
                    <a:pt x="126" y="300"/>
                  </a:lnTo>
                  <a:lnTo>
                    <a:pt x="96" y="294"/>
                  </a:lnTo>
                  <a:lnTo>
                    <a:pt x="78" y="294"/>
                  </a:lnTo>
                  <a:lnTo>
                    <a:pt x="72" y="300"/>
                  </a:lnTo>
                  <a:lnTo>
                    <a:pt x="48" y="300"/>
                  </a:lnTo>
                  <a:lnTo>
                    <a:pt x="36" y="306"/>
                  </a:lnTo>
                  <a:lnTo>
                    <a:pt x="24" y="306"/>
                  </a:lnTo>
                  <a:lnTo>
                    <a:pt x="12" y="300"/>
                  </a:lnTo>
                  <a:lnTo>
                    <a:pt x="6" y="294"/>
                  </a:lnTo>
                  <a:lnTo>
                    <a:pt x="18" y="282"/>
                  </a:lnTo>
                  <a:lnTo>
                    <a:pt x="24" y="282"/>
                  </a:lnTo>
                  <a:lnTo>
                    <a:pt x="30" y="276"/>
                  </a:lnTo>
                  <a:lnTo>
                    <a:pt x="42" y="276"/>
                  </a:lnTo>
                  <a:lnTo>
                    <a:pt x="30" y="276"/>
                  </a:lnTo>
                  <a:lnTo>
                    <a:pt x="12" y="270"/>
                  </a:lnTo>
                  <a:lnTo>
                    <a:pt x="0" y="258"/>
                  </a:lnTo>
                  <a:lnTo>
                    <a:pt x="6" y="252"/>
                  </a:lnTo>
                  <a:lnTo>
                    <a:pt x="18" y="252"/>
                  </a:lnTo>
                  <a:lnTo>
                    <a:pt x="54" y="234"/>
                  </a:lnTo>
                  <a:lnTo>
                    <a:pt x="60" y="228"/>
                  </a:lnTo>
                  <a:lnTo>
                    <a:pt x="66" y="228"/>
                  </a:lnTo>
                  <a:lnTo>
                    <a:pt x="204" y="90"/>
                  </a:lnTo>
                  <a:lnTo>
                    <a:pt x="258" y="1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53" name="New Zealand" descr="© INSCALE GmbH, 05.05.2010&#10;http://www.presentationload.com/">
              <a:extLst>
                <a:ext uri="{FF2B5EF4-FFF2-40B4-BE49-F238E27FC236}">
                  <a16:creationId xmlns:a16="http://schemas.microsoft.com/office/drawing/2014/main" id="{5E0C01F7-A346-4930-9877-7E0BA36C58BE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7242194" y="3910104"/>
              <a:ext cx="420034" cy="322395"/>
            </a:xfrm>
            <a:custGeom>
              <a:avLst/>
              <a:gdLst>
                <a:gd name="T0" fmla="*/ 2147483647 w 1272"/>
                <a:gd name="T1" fmla="*/ 2147483647 h 984"/>
                <a:gd name="T2" fmla="*/ 2147483647 w 1272"/>
                <a:gd name="T3" fmla="*/ 2147483647 h 984"/>
                <a:gd name="T4" fmla="*/ 2147483647 w 1272"/>
                <a:gd name="T5" fmla="*/ 2147483647 h 984"/>
                <a:gd name="T6" fmla="*/ 2147483647 w 1272"/>
                <a:gd name="T7" fmla="*/ 2147483647 h 984"/>
                <a:gd name="T8" fmla="*/ 2147483647 w 1272"/>
                <a:gd name="T9" fmla="*/ 2147483647 h 984"/>
                <a:gd name="T10" fmla="*/ 2147483647 w 1272"/>
                <a:gd name="T11" fmla="*/ 2147483647 h 984"/>
                <a:gd name="T12" fmla="*/ 2147483647 w 1272"/>
                <a:gd name="T13" fmla="*/ 2147483647 h 984"/>
                <a:gd name="T14" fmla="*/ 2147483647 w 1272"/>
                <a:gd name="T15" fmla="*/ 2147483647 h 984"/>
                <a:gd name="T16" fmla="*/ 2147483647 w 1272"/>
                <a:gd name="T17" fmla="*/ 2147483647 h 984"/>
                <a:gd name="T18" fmla="*/ 2147483647 w 1272"/>
                <a:gd name="T19" fmla="*/ 2147483647 h 984"/>
                <a:gd name="T20" fmla="*/ 2147483647 w 1272"/>
                <a:gd name="T21" fmla="*/ 2147483647 h 984"/>
                <a:gd name="T22" fmla="*/ 2147483647 w 1272"/>
                <a:gd name="T23" fmla="*/ 2147483647 h 984"/>
                <a:gd name="T24" fmla="*/ 2147483647 w 1272"/>
                <a:gd name="T25" fmla="*/ 2147483647 h 984"/>
                <a:gd name="T26" fmla="*/ 2147483647 w 1272"/>
                <a:gd name="T27" fmla="*/ 2147483647 h 984"/>
                <a:gd name="T28" fmla="*/ 2147483647 w 1272"/>
                <a:gd name="T29" fmla="*/ 2147483647 h 984"/>
                <a:gd name="T30" fmla="*/ 2147483647 w 1272"/>
                <a:gd name="T31" fmla="*/ 2147483647 h 984"/>
                <a:gd name="T32" fmla="*/ 2147483647 w 1272"/>
                <a:gd name="T33" fmla="*/ 2147483647 h 984"/>
                <a:gd name="T34" fmla="*/ 2147483647 w 1272"/>
                <a:gd name="T35" fmla="*/ 2147483647 h 984"/>
                <a:gd name="T36" fmla="*/ 2147483647 w 1272"/>
                <a:gd name="T37" fmla="*/ 2147483647 h 984"/>
                <a:gd name="T38" fmla="*/ 2147483647 w 1272"/>
                <a:gd name="T39" fmla="*/ 2147483647 h 984"/>
                <a:gd name="T40" fmla="*/ 2147483647 w 1272"/>
                <a:gd name="T41" fmla="*/ 2147483647 h 984"/>
                <a:gd name="T42" fmla="*/ 2147483647 w 1272"/>
                <a:gd name="T43" fmla="*/ 2147483647 h 984"/>
                <a:gd name="T44" fmla="*/ 2147483647 w 1272"/>
                <a:gd name="T45" fmla="*/ 2147483647 h 984"/>
                <a:gd name="T46" fmla="*/ 2147483647 w 1272"/>
                <a:gd name="T47" fmla="*/ 2147483647 h 984"/>
                <a:gd name="T48" fmla="*/ 2147483647 w 1272"/>
                <a:gd name="T49" fmla="*/ 2147483647 h 984"/>
                <a:gd name="T50" fmla="*/ 2147483647 w 1272"/>
                <a:gd name="T51" fmla="*/ 2147483647 h 984"/>
                <a:gd name="T52" fmla="*/ 2147483647 w 1272"/>
                <a:gd name="T53" fmla="*/ 2147483647 h 984"/>
                <a:gd name="T54" fmla="*/ 2147483647 w 1272"/>
                <a:gd name="T55" fmla="*/ 2147483647 h 984"/>
                <a:gd name="T56" fmla="*/ 2147483647 w 1272"/>
                <a:gd name="T57" fmla="*/ 2147483647 h 984"/>
                <a:gd name="T58" fmla="*/ 2147483647 w 1272"/>
                <a:gd name="T59" fmla="*/ 2147483647 h 984"/>
                <a:gd name="T60" fmla="*/ 2147483647 w 1272"/>
                <a:gd name="T61" fmla="*/ 2147483647 h 984"/>
                <a:gd name="T62" fmla="*/ 2147483647 w 1272"/>
                <a:gd name="T63" fmla="*/ 2147483647 h 984"/>
                <a:gd name="T64" fmla="*/ 2147483647 w 1272"/>
                <a:gd name="T65" fmla="*/ 2147483647 h 984"/>
                <a:gd name="T66" fmla="*/ 2147483647 w 1272"/>
                <a:gd name="T67" fmla="*/ 2147483647 h 984"/>
                <a:gd name="T68" fmla="*/ 2147483647 w 1272"/>
                <a:gd name="T69" fmla="*/ 2147483647 h 984"/>
                <a:gd name="T70" fmla="*/ 2147483647 w 1272"/>
                <a:gd name="T71" fmla="*/ 2147483647 h 984"/>
                <a:gd name="T72" fmla="*/ 2147483647 w 1272"/>
                <a:gd name="T73" fmla="*/ 2147483647 h 984"/>
                <a:gd name="T74" fmla="*/ 2147483647 w 1272"/>
                <a:gd name="T75" fmla="*/ 2147483647 h 984"/>
                <a:gd name="T76" fmla="*/ 2147483647 w 1272"/>
                <a:gd name="T77" fmla="*/ 2147483647 h 984"/>
                <a:gd name="T78" fmla="*/ 2147483647 w 1272"/>
                <a:gd name="T79" fmla="*/ 2147483647 h 984"/>
                <a:gd name="T80" fmla="*/ 2147483647 w 1272"/>
                <a:gd name="T81" fmla="*/ 2147483647 h 984"/>
                <a:gd name="T82" fmla="*/ 2147483647 w 1272"/>
                <a:gd name="T83" fmla="*/ 2147483647 h 984"/>
                <a:gd name="T84" fmla="*/ 2147483647 w 1272"/>
                <a:gd name="T85" fmla="*/ 2147483647 h 984"/>
                <a:gd name="T86" fmla="*/ 2147483647 w 1272"/>
                <a:gd name="T87" fmla="*/ 2147483647 h 984"/>
                <a:gd name="T88" fmla="*/ 2147483647 w 1272"/>
                <a:gd name="T89" fmla="*/ 2147483647 h 984"/>
                <a:gd name="T90" fmla="*/ 2147483647 w 1272"/>
                <a:gd name="T91" fmla="*/ 2147483647 h 984"/>
                <a:gd name="T92" fmla="*/ 2147483647 w 1272"/>
                <a:gd name="T93" fmla="*/ 2147483647 h 984"/>
                <a:gd name="T94" fmla="*/ 2147483647 w 1272"/>
                <a:gd name="T95" fmla="*/ 2147483647 h 984"/>
                <a:gd name="T96" fmla="*/ 2147483647 w 1272"/>
                <a:gd name="T97" fmla="*/ 2147483647 h 984"/>
                <a:gd name="T98" fmla="*/ 2147483647 w 1272"/>
                <a:gd name="T99" fmla="*/ 2147483647 h 984"/>
                <a:gd name="T100" fmla="*/ 2147483647 w 1272"/>
                <a:gd name="T101" fmla="*/ 2147483647 h 984"/>
                <a:gd name="T102" fmla="*/ 2147483647 w 1272"/>
                <a:gd name="T103" fmla="*/ 2147483647 h 984"/>
                <a:gd name="T104" fmla="*/ 2147483647 w 1272"/>
                <a:gd name="T105" fmla="*/ 2147483647 h 984"/>
                <a:gd name="T106" fmla="*/ 2147483647 w 1272"/>
                <a:gd name="T107" fmla="*/ 2147483647 h 984"/>
                <a:gd name="T108" fmla="*/ 2147483647 w 1272"/>
                <a:gd name="T109" fmla="*/ 2147483647 h 984"/>
                <a:gd name="T110" fmla="*/ 2147483647 w 1272"/>
                <a:gd name="T111" fmla="*/ 2147483647 h 984"/>
                <a:gd name="T112" fmla="*/ 2147483647 w 1272"/>
                <a:gd name="T113" fmla="*/ 2147483647 h 984"/>
                <a:gd name="T114" fmla="*/ 2147483647 w 1272"/>
                <a:gd name="T115" fmla="*/ 2147483647 h 984"/>
                <a:gd name="T116" fmla="*/ 2147483647 w 1272"/>
                <a:gd name="T117" fmla="*/ 2147483647 h 984"/>
                <a:gd name="T118" fmla="*/ 2147483647 w 1272"/>
                <a:gd name="T119" fmla="*/ 2147483647 h 984"/>
                <a:gd name="T120" fmla="*/ 2147483647 w 1272"/>
                <a:gd name="T121" fmla="*/ 2147483647 h 98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72"/>
                <a:gd name="T184" fmla="*/ 0 h 984"/>
                <a:gd name="T185" fmla="*/ 1272 w 1272"/>
                <a:gd name="T186" fmla="*/ 984 h 98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72" h="984">
                  <a:moveTo>
                    <a:pt x="750" y="564"/>
                  </a:moveTo>
                  <a:lnTo>
                    <a:pt x="738" y="564"/>
                  </a:lnTo>
                  <a:lnTo>
                    <a:pt x="744" y="528"/>
                  </a:lnTo>
                  <a:lnTo>
                    <a:pt x="720" y="546"/>
                  </a:lnTo>
                  <a:lnTo>
                    <a:pt x="726" y="540"/>
                  </a:lnTo>
                  <a:lnTo>
                    <a:pt x="726" y="504"/>
                  </a:lnTo>
                  <a:lnTo>
                    <a:pt x="708" y="504"/>
                  </a:lnTo>
                  <a:lnTo>
                    <a:pt x="702" y="510"/>
                  </a:lnTo>
                  <a:lnTo>
                    <a:pt x="696" y="522"/>
                  </a:lnTo>
                  <a:lnTo>
                    <a:pt x="690" y="528"/>
                  </a:lnTo>
                  <a:lnTo>
                    <a:pt x="672" y="540"/>
                  </a:lnTo>
                  <a:lnTo>
                    <a:pt x="660" y="546"/>
                  </a:lnTo>
                  <a:lnTo>
                    <a:pt x="654" y="558"/>
                  </a:lnTo>
                  <a:lnTo>
                    <a:pt x="642" y="570"/>
                  </a:lnTo>
                  <a:lnTo>
                    <a:pt x="630" y="576"/>
                  </a:lnTo>
                  <a:lnTo>
                    <a:pt x="618" y="588"/>
                  </a:lnTo>
                  <a:lnTo>
                    <a:pt x="606" y="588"/>
                  </a:lnTo>
                  <a:lnTo>
                    <a:pt x="588" y="600"/>
                  </a:lnTo>
                  <a:lnTo>
                    <a:pt x="576" y="606"/>
                  </a:lnTo>
                  <a:lnTo>
                    <a:pt x="546" y="636"/>
                  </a:lnTo>
                  <a:lnTo>
                    <a:pt x="540" y="648"/>
                  </a:lnTo>
                  <a:lnTo>
                    <a:pt x="534" y="648"/>
                  </a:lnTo>
                  <a:lnTo>
                    <a:pt x="528" y="654"/>
                  </a:lnTo>
                  <a:lnTo>
                    <a:pt x="510" y="660"/>
                  </a:lnTo>
                  <a:lnTo>
                    <a:pt x="498" y="666"/>
                  </a:lnTo>
                  <a:lnTo>
                    <a:pt x="462" y="678"/>
                  </a:lnTo>
                  <a:lnTo>
                    <a:pt x="438" y="690"/>
                  </a:lnTo>
                  <a:lnTo>
                    <a:pt x="426" y="702"/>
                  </a:lnTo>
                  <a:lnTo>
                    <a:pt x="414" y="708"/>
                  </a:lnTo>
                  <a:lnTo>
                    <a:pt x="408" y="720"/>
                  </a:lnTo>
                  <a:lnTo>
                    <a:pt x="396" y="726"/>
                  </a:lnTo>
                  <a:lnTo>
                    <a:pt x="378" y="726"/>
                  </a:lnTo>
                  <a:lnTo>
                    <a:pt x="366" y="732"/>
                  </a:lnTo>
                  <a:lnTo>
                    <a:pt x="312" y="750"/>
                  </a:lnTo>
                  <a:lnTo>
                    <a:pt x="288" y="762"/>
                  </a:lnTo>
                  <a:lnTo>
                    <a:pt x="270" y="774"/>
                  </a:lnTo>
                  <a:lnTo>
                    <a:pt x="246" y="786"/>
                  </a:lnTo>
                  <a:lnTo>
                    <a:pt x="222" y="792"/>
                  </a:lnTo>
                  <a:lnTo>
                    <a:pt x="198" y="804"/>
                  </a:lnTo>
                  <a:lnTo>
                    <a:pt x="180" y="810"/>
                  </a:lnTo>
                  <a:lnTo>
                    <a:pt x="174" y="816"/>
                  </a:lnTo>
                  <a:lnTo>
                    <a:pt x="168" y="828"/>
                  </a:lnTo>
                  <a:lnTo>
                    <a:pt x="168" y="846"/>
                  </a:lnTo>
                  <a:lnTo>
                    <a:pt x="156" y="834"/>
                  </a:lnTo>
                  <a:lnTo>
                    <a:pt x="150" y="834"/>
                  </a:lnTo>
                  <a:lnTo>
                    <a:pt x="144" y="840"/>
                  </a:lnTo>
                  <a:lnTo>
                    <a:pt x="120" y="852"/>
                  </a:lnTo>
                  <a:lnTo>
                    <a:pt x="108" y="864"/>
                  </a:lnTo>
                  <a:lnTo>
                    <a:pt x="72" y="882"/>
                  </a:lnTo>
                  <a:lnTo>
                    <a:pt x="66" y="882"/>
                  </a:lnTo>
                  <a:lnTo>
                    <a:pt x="54" y="888"/>
                  </a:lnTo>
                  <a:lnTo>
                    <a:pt x="36" y="888"/>
                  </a:lnTo>
                  <a:lnTo>
                    <a:pt x="18" y="894"/>
                  </a:lnTo>
                  <a:lnTo>
                    <a:pt x="12" y="906"/>
                  </a:lnTo>
                  <a:lnTo>
                    <a:pt x="0" y="912"/>
                  </a:lnTo>
                  <a:lnTo>
                    <a:pt x="18" y="912"/>
                  </a:lnTo>
                  <a:lnTo>
                    <a:pt x="24" y="918"/>
                  </a:lnTo>
                  <a:lnTo>
                    <a:pt x="30" y="918"/>
                  </a:lnTo>
                  <a:lnTo>
                    <a:pt x="24" y="924"/>
                  </a:lnTo>
                  <a:lnTo>
                    <a:pt x="24" y="942"/>
                  </a:lnTo>
                  <a:lnTo>
                    <a:pt x="30" y="948"/>
                  </a:lnTo>
                  <a:lnTo>
                    <a:pt x="42" y="948"/>
                  </a:lnTo>
                  <a:lnTo>
                    <a:pt x="54" y="942"/>
                  </a:lnTo>
                  <a:lnTo>
                    <a:pt x="60" y="936"/>
                  </a:lnTo>
                  <a:lnTo>
                    <a:pt x="72" y="948"/>
                  </a:lnTo>
                  <a:lnTo>
                    <a:pt x="96" y="948"/>
                  </a:lnTo>
                  <a:lnTo>
                    <a:pt x="102" y="954"/>
                  </a:lnTo>
                  <a:lnTo>
                    <a:pt x="132" y="954"/>
                  </a:lnTo>
                  <a:lnTo>
                    <a:pt x="150" y="972"/>
                  </a:lnTo>
                  <a:lnTo>
                    <a:pt x="180" y="966"/>
                  </a:lnTo>
                  <a:lnTo>
                    <a:pt x="192" y="972"/>
                  </a:lnTo>
                  <a:lnTo>
                    <a:pt x="198" y="978"/>
                  </a:lnTo>
                  <a:lnTo>
                    <a:pt x="216" y="984"/>
                  </a:lnTo>
                  <a:lnTo>
                    <a:pt x="228" y="984"/>
                  </a:lnTo>
                  <a:lnTo>
                    <a:pt x="252" y="972"/>
                  </a:lnTo>
                  <a:lnTo>
                    <a:pt x="264" y="948"/>
                  </a:lnTo>
                  <a:lnTo>
                    <a:pt x="288" y="936"/>
                  </a:lnTo>
                  <a:lnTo>
                    <a:pt x="312" y="936"/>
                  </a:lnTo>
                  <a:lnTo>
                    <a:pt x="336" y="924"/>
                  </a:lnTo>
                  <a:lnTo>
                    <a:pt x="342" y="912"/>
                  </a:lnTo>
                  <a:lnTo>
                    <a:pt x="342" y="894"/>
                  </a:lnTo>
                  <a:lnTo>
                    <a:pt x="348" y="882"/>
                  </a:lnTo>
                  <a:lnTo>
                    <a:pt x="372" y="870"/>
                  </a:lnTo>
                  <a:lnTo>
                    <a:pt x="396" y="870"/>
                  </a:lnTo>
                  <a:lnTo>
                    <a:pt x="408" y="858"/>
                  </a:lnTo>
                  <a:lnTo>
                    <a:pt x="408" y="846"/>
                  </a:lnTo>
                  <a:lnTo>
                    <a:pt x="402" y="840"/>
                  </a:lnTo>
                  <a:lnTo>
                    <a:pt x="420" y="840"/>
                  </a:lnTo>
                  <a:lnTo>
                    <a:pt x="480" y="792"/>
                  </a:lnTo>
                  <a:lnTo>
                    <a:pt x="462" y="774"/>
                  </a:lnTo>
                  <a:lnTo>
                    <a:pt x="504" y="792"/>
                  </a:lnTo>
                  <a:lnTo>
                    <a:pt x="504" y="774"/>
                  </a:lnTo>
                  <a:lnTo>
                    <a:pt x="510" y="768"/>
                  </a:lnTo>
                  <a:lnTo>
                    <a:pt x="540" y="768"/>
                  </a:lnTo>
                  <a:lnTo>
                    <a:pt x="546" y="774"/>
                  </a:lnTo>
                  <a:lnTo>
                    <a:pt x="558" y="780"/>
                  </a:lnTo>
                  <a:lnTo>
                    <a:pt x="570" y="780"/>
                  </a:lnTo>
                  <a:lnTo>
                    <a:pt x="576" y="774"/>
                  </a:lnTo>
                  <a:lnTo>
                    <a:pt x="576" y="768"/>
                  </a:lnTo>
                  <a:lnTo>
                    <a:pt x="582" y="762"/>
                  </a:lnTo>
                  <a:lnTo>
                    <a:pt x="582" y="756"/>
                  </a:lnTo>
                  <a:lnTo>
                    <a:pt x="570" y="744"/>
                  </a:lnTo>
                  <a:lnTo>
                    <a:pt x="612" y="702"/>
                  </a:lnTo>
                  <a:lnTo>
                    <a:pt x="618" y="702"/>
                  </a:lnTo>
                  <a:lnTo>
                    <a:pt x="624" y="696"/>
                  </a:lnTo>
                  <a:lnTo>
                    <a:pt x="660" y="678"/>
                  </a:lnTo>
                  <a:lnTo>
                    <a:pt x="666" y="666"/>
                  </a:lnTo>
                  <a:lnTo>
                    <a:pt x="672" y="660"/>
                  </a:lnTo>
                  <a:lnTo>
                    <a:pt x="672" y="654"/>
                  </a:lnTo>
                  <a:lnTo>
                    <a:pt x="696" y="654"/>
                  </a:lnTo>
                  <a:lnTo>
                    <a:pt x="708" y="648"/>
                  </a:lnTo>
                  <a:lnTo>
                    <a:pt x="738" y="618"/>
                  </a:lnTo>
                  <a:lnTo>
                    <a:pt x="738" y="612"/>
                  </a:lnTo>
                  <a:lnTo>
                    <a:pt x="744" y="612"/>
                  </a:lnTo>
                  <a:lnTo>
                    <a:pt x="750" y="606"/>
                  </a:lnTo>
                  <a:lnTo>
                    <a:pt x="768" y="594"/>
                  </a:lnTo>
                  <a:lnTo>
                    <a:pt x="780" y="582"/>
                  </a:lnTo>
                  <a:lnTo>
                    <a:pt x="786" y="570"/>
                  </a:lnTo>
                  <a:lnTo>
                    <a:pt x="786" y="546"/>
                  </a:lnTo>
                  <a:lnTo>
                    <a:pt x="780" y="540"/>
                  </a:lnTo>
                  <a:lnTo>
                    <a:pt x="780" y="534"/>
                  </a:lnTo>
                  <a:lnTo>
                    <a:pt x="750" y="564"/>
                  </a:lnTo>
                  <a:close/>
                  <a:moveTo>
                    <a:pt x="1224" y="324"/>
                  </a:moveTo>
                  <a:lnTo>
                    <a:pt x="1236" y="318"/>
                  </a:lnTo>
                  <a:lnTo>
                    <a:pt x="1242" y="318"/>
                  </a:lnTo>
                  <a:lnTo>
                    <a:pt x="1266" y="306"/>
                  </a:lnTo>
                  <a:lnTo>
                    <a:pt x="1272" y="300"/>
                  </a:lnTo>
                  <a:lnTo>
                    <a:pt x="1272" y="282"/>
                  </a:lnTo>
                  <a:lnTo>
                    <a:pt x="1266" y="270"/>
                  </a:lnTo>
                  <a:lnTo>
                    <a:pt x="1260" y="264"/>
                  </a:lnTo>
                  <a:lnTo>
                    <a:pt x="1248" y="264"/>
                  </a:lnTo>
                  <a:lnTo>
                    <a:pt x="1236" y="276"/>
                  </a:lnTo>
                  <a:lnTo>
                    <a:pt x="1236" y="282"/>
                  </a:lnTo>
                  <a:lnTo>
                    <a:pt x="1224" y="282"/>
                  </a:lnTo>
                  <a:lnTo>
                    <a:pt x="1212" y="276"/>
                  </a:lnTo>
                  <a:lnTo>
                    <a:pt x="1200" y="276"/>
                  </a:lnTo>
                  <a:lnTo>
                    <a:pt x="1194" y="282"/>
                  </a:lnTo>
                  <a:lnTo>
                    <a:pt x="1176" y="288"/>
                  </a:lnTo>
                  <a:lnTo>
                    <a:pt x="1158" y="288"/>
                  </a:lnTo>
                  <a:lnTo>
                    <a:pt x="1146" y="276"/>
                  </a:lnTo>
                  <a:lnTo>
                    <a:pt x="1146" y="222"/>
                  </a:lnTo>
                  <a:lnTo>
                    <a:pt x="1170" y="180"/>
                  </a:lnTo>
                  <a:lnTo>
                    <a:pt x="1170" y="174"/>
                  </a:lnTo>
                  <a:lnTo>
                    <a:pt x="1164" y="162"/>
                  </a:lnTo>
                  <a:lnTo>
                    <a:pt x="1158" y="156"/>
                  </a:lnTo>
                  <a:lnTo>
                    <a:pt x="1146" y="156"/>
                  </a:lnTo>
                  <a:lnTo>
                    <a:pt x="1140" y="168"/>
                  </a:lnTo>
                  <a:lnTo>
                    <a:pt x="1134" y="174"/>
                  </a:lnTo>
                  <a:lnTo>
                    <a:pt x="1134" y="204"/>
                  </a:lnTo>
                  <a:lnTo>
                    <a:pt x="1128" y="216"/>
                  </a:lnTo>
                  <a:lnTo>
                    <a:pt x="1116" y="222"/>
                  </a:lnTo>
                  <a:lnTo>
                    <a:pt x="1116" y="192"/>
                  </a:lnTo>
                  <a:lnTo>
                    <a:pt x="1092" y="174"/>
                  </a:lnTo>
                  <a:lnTo>
                    <a:pt x="1104" y="150"/>
                  </a:lnTo>
                  <a:lnTo>
                    <a:pt x="1116" y="138"/>
                  </a:lnTo>
                  <a:lnTo>
                    <a:pt x="1122" y="126"/>
                  </a:lnTo>
                  <a:lnTo>
                    <a:pt x="1128" y="108"/>
                  </a:lnTo>
                  <a:lnTo>
                    <a:pt x="1128" y="84"/>
                  </a:lnTo>
                  <a:lnTo>
                    <a:pt x="1116" y="78"/>
                  </a:lnTo>
                  <a:lnTo>
                    <a:pt x="1110" y="72"/>
                  </a:lnTo>
                  <a:lnTo>
                    <a:pt x="1098" y="66"/>
                  </a:lnTo>
                  <a:lnTo>
                    <a:pt x="1092" y="60"/>
                  </a:lnTo>
                  <a:lnTo>
                    <a:pt x="1080" y="60"/>
                  </a:lnTo>
                  <a:lnTo>
                    <a:pt x="1086" y="42"/>
                  </a:lnTo>
                  <a:lnTo>
                    <a:pt x="1062" y="42"/>
                  </a:lnTo>
                  <a:lnTo>
                    <a:pt x="1044" y="18"/>
                  </a:lnTo>
                  <a:lnTo>
                    <a:pt x="1050" y="0"/>
                  </a:lnTo>
                  <a:lnTo>
                    <a:pt x="1020" y="18"/>
                  </a:lnTo>
                  <a:lnTo>
                    <a:pt x="1044" y="54"/>
                  </a:lnTo>
                  <a:lnTo>
                    <a:pt x="1032" y="90"/>
                  </a:lnTo>
                  <a:lnTo>
                    <a:pt x="1056" y="102"/>
                  </a:lnTo>
                  <a:lnTo>
                    <a:pt x="1044" y="108"/>
                  </a:lnTo>
                  <a:lnTo>
                    <a:pt x="1044" y="126"/>
                  </a:lnTo>
                  <a:lnTo>
                    <a:pt x="1068" y="132"/>
                  </a:lnTo>
                  <a:lnTo>
                    <a:pt x="1044" y="150"/>
                  </a:lnTo>
                  <a:lnTo>
                    <a:pt x="1062" y="156"/>
                  </a:lnTo>
                  <a:lnTo>
                    <a:pt x="1062" y="168"/>
                  </a:lnTo>
                  <a:lnTo>
                    <a:pt x="1056" y="174"/>
                  </a:lnTo>
                  <a:lnTo>
                    <a:pt x="1056" y="192"/>
                  </a:lnTo>
                  <a:lnTo>
                    <a:pt x="1068" y="198"/>
                  </a:lnTo>
                  <a:lnTo>
                    <a:pt x="1074" y="204"/>
                  </a:lnTo>
                  <a:lnTo>
                    <a:pt x="1056" y="210"/>
                  </a:lnTo>
                  <a:lnTo>
                    <a:pt x="1044" y="222"/>
                  </a:lnTo>
                  <a:lnTo>
                    <a:pt x="1062" y="234"/>
                  </a:lnTo>
                  <a:lnTo>
                    <a:pt x="1038" y="258"/>
                  </a:lnTo>
                  <a:lnTo>
                    <a:pt x="1032" y="270"/>
                  </a:lnTo>
                  <a:lnTo>
                    <a:pt x="1026" y="276"/>
                  </a:lnTo>
                  <a:lnTo>
                    <a:pt x="1026" y="288"/>
                  </a:lnTo>
                  <a:lnTo>
                    <a:pt x="1038" y="300"/>
                  </a:lnTo>
                  <a:lnTo>
                    <a:pt x="1026" y="300"/>
                  </a:lnTo>
                  <a:lnTo>
                    <a:pt x="1014" y="306"/>
                  </a:lnTo>
                  <a:lnTo>
                    <a:pt x="1002" y="306"/>
                  </a:lnTo>
                  <a:lnTo>
                    <a:pt x="978" y="318"/>
                  </a:lnTo>
                  <a:lnTo>
                    <a:pt x="948" y="348"/>
                  </a:lnTo>
                  <a:lnTo>
                    <a:pt x="930" y="360"/>
                  </a:lnTo>
                  <a:lnTo>
                    <a:pt x="894" y="372"/>
                  </a:lnTo>
                  <a:lnTo>
                    <a:pt x="870" y="384"/>
                  </a:lnTo>
                  <a:lnTo>
                    <a:pt x="858" y="396"/>
                  </a:lnTo>
                  <a:lnTo>
                    <a:pt x="858" y="432"/>
                  </a:lnTo>
                  <a:lnTo>
                    <a:pt x="864" y="444"/>
                  </a:lnTo>
                  <a:lnTo>
                    <a:pt x="870" y="450"/>
                  </a:lnTo>
                  <a:lnTo>
                    <a:pt x="870" y="456"/>
                  </a:lnTo>
                  <a:lnTo>
                    <a:pt x="924" y="456"/>
                  </a:lnTo>
                  <a:lnTo>
                    <a:pt x="924" y="474"/>
                  </a:lnTo>
                  <a:lnTo>
                    <a:pt x="918" y="486"/>
                  </a:lnTo>
                  <a:lnTo>
                    <a:pt x="918" y="522"/>
                  </a:lnTo>
                  <a:lnTo>
                    <a:pt x="894" y="534"/>
                  </a:lnTo>
                  <a:lnTo>
                    <a:pt x="882" y="534"/>
                  </a:lnTo>
                  <a:lnTo>
                    <a:pt x="864" y="540"/>
                  </a:lnTo>
                  <a:lnTo>
                    <a:pt x="852" y="546"/>
                  </a:lnTo>
                  <a:lnTo>
                    <a:pt x="852" y="558"/>
                  </a:lnTo>
                  <a:lnTo>
                    <a:pt x="840" y="570"/>
                  </a:lnTo>
                  <a:lnTo>
                    <a:pt x="852" y="576"/>
                  </a:lnTo>
                  <a:lnTo>
                    <a:pt x="858" y="582"/>
                  </a:lnTo>
                  <a:lnTo>
                    <a:pt x="876" y="588"/>
                  </a:lnTo>
                  <a:lnTo>
                    <a:pt x="888" y="588"/>
                  </a:lnTo>
                  <a:lnTo>
                    <a:pt x="912" y="576"/>
                  </a:lnTo>
                  <a:lnTo>
                    <a:pt x="924" y="558"/>
                  </a:lnTo>
                  <a:lnTo>
                    <a:pt x="972" y="510"/>
                  </a:lnTo>
                  <a:lnTo>
                    <a:pt x="996" y="498"/>
                  </a:lnTo>
                  <a:lnTo>
                    <a:pt x="1014" y="492"/>
                  </a:lnTo>
                  <a:lnTo>
                    <a:pt x="1026" y="486"/>
                  </a:lnTo>
                  <a:lnTo>
                    <a:pt x="1032" y="480"/>
                  </a:lnTo>
                  <a:lnTo>
                    <a:pt x="1038" y="480"/>
                  </a:lnTo>
                  <a:lnTo>
                    <a:pt x="1044" y="474"/>
                  </a:lnTo>
                  <a:lnTo>
                    <a:pt x="1050" y="462"/>
                  </a:lnTo>
                  <a:lnTo>
                    <a:pt x="1056" y="462"/>
                  </a:lnTo>
                  <a:lnTo>
                    <a:pt x="1062" y="456"/>
                  </a:lnTo>
                  <a:lnTo>
                    <a:pt x="1074" y="450"/>
                  </a:lnTo>
                  <a:lnTo>
                    <a:pt x="1080" y="444"/>
                  </a:lnTo>
                  <a:lnTo>
                    <a:pt x="1080" y="420"/>
                  </a:lnTo>
                  <a:lnTo>
                    <a:pt x="1074" y="414"/>
                  </a:lnTo>
                  <a:lnTo>
                    <a:pt x="1080" y="414"/>
                  </a:lnTo>
                  <a:lnTo>
                    <a:pt x="1086" y="408"/>
                  </a:lnTo>
                  <a:lnTo>
                    <a:pt x="1110" y="396"/>
                  </a:lnTo>
                  <a:lnTo>
                    <a:pt x="1140" y="396"/>
                  </a:lnTo>
                  <a:lnTo>
                    <a:pt x="1152" y="402"/>
                  </a:lnTo>
                  <a:lnTo>
                    <a:pt x="1164" y="402"/>
                  </a:lnTo>
                  <a:lnTo>
                    <a:pt x="1176" y="390"/>
                  </a:lnTo>
                  <a:lnTo>
                    <a:pt x="1176" y="360"/>
                  </a:lnTo>
                  <a:lnTo>
                    <a:pt x="1200" y="360"/>
                  </a:lnTo>
                  <a:lnTo>
                    <a:pt x="1212" y="354"/>
                  </a:lnTo>
                  <a:lnTo>
                    <a:pt x="1218" y="354"/>
                  </a:lnTo>
                  <a:lnTo>
                    <a:pt x="1224" y="348"/>
                  </a:lnTo>
                  <a:lnTo>
                    <a:pt x="1224" y="32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54" name="Netherlands" descr="© INSCALE GmbH, 05.05.2010&#10;http://www.presentationload.com/">
              <a:extLst>
                <a:ext uri="{FF2B5EF4-FFF2-40B4-BE49-F238E27FC236}">
                  <a16:creationId xmlns:a16="http://schemas.microsoft.com/office/drawing/2014/main" id="{C52D1AB6-A146-4EF0-B3C2-3BF9EBDBBBE3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825041" y="1595545"/>
              <a:ext cx="89177" cy="69360"/>
            </a:xfrm>
            <a:custGeom>
              <a:avLst/>
              <a:gdLst>
                <a:gd name="T0" fmla="*/ 0 w 270"/>
                <a:gd name="T1" fmla="*/ 2147483647 h 210"/>
                <a:gd name="T2" fmla="*/ 2147483647 w 270"/>
                <a:gd name="T3" fmla="*/ 2147483647 h 210"/>
                <a:gd name="T4" fmla="*/ 2147483647 w 270"/>
                <a:gd name="T5" fmla="*/ 2147483647 h 210"/>
                <a:gd name="T6" fmla="*/ 2147483647 w 270"/>
                <a:gd name="T7" fmla="*/ 2147483647 h 210"/>
                <a:gd name="T8" fmla="*/ 2147483647 w 270"/>
                <a:gd name="T9" fmla="*/ 2147483647 h 210"/>
                <a:gd name="T10" fmla="*/ 2147483647 w 270"/>
                <a:gd name="T11" fmla="*/ 2147483647 h 210"/>
                <a:gd name="T12" fmla="*/ 2147483647 w 270"/>
                <a:gd name="T13" fmla="*/ 2147483647 h 210"/>
                <a:gd name="T14" fmla="*/ 2147483647 w 270"/>
                <a:gd name="T15" fmla="*/ 2147483647 h 210"/>
                <a:gd name="T16" fmla="*/ 2147483647 w 270"/>
                <a:gd name="T17" fmla="*/ 2147483647 h 210"/>
                <a:gd name="T18" fmla="*/ 2147483647 w 270"/>
                <a:gd name="T19" fmla="*/ 2147483647 h 210"/>
                <a:gd name="T20" fmla="*/ 2147483647 w 270"/>
                <a:gd name="T21" fmla="*/ 2147483647 h 210"/>
                <a:gd name="T22" fmla="*/ 2147483647 w 270"/>
                <a:gd name="T23" fmla="*/ 2147483647 h 210"/>
                <a:gd name="T24" fmla="*/ 2147483647 w 270"/>
                <a:gd name="T25" fmla="*/ 2147483647 h 210"/>
                <a:gd name="T26" fmla="*/ 2147483647 w 270"/>
                <a:gd name="T27" fmla="*/ 2147483647 h 210"/>
                <a:gd name="T28" fmla="*/ 2147483647 w 270"/>
                <a:gd name="T29" fmla="*/ 2147483647 h 210"/>
                <a:gd name="T30" fmla="*/ 2147483647 w 270"/>
                <a:gd name="T31" fmla="*/ 2147483647 h 210"/>
                <a:gd name="T32" fmla="*/ 2147483647 w 270"/>
                <a:gd name="T33" fmla="*/ 2147483647 h 210"/>
                <a:gd name="T34" fmla="*/ 2147483647 w 270"/>
                <a:gd name="T35" fmla="*/ 2147483647 h 210"/>
                <a:gd name="T36" fmla="*/ 2147483647 w 270"/>
                <a:gd name="T37" fmla="*/ 2147483647 h 210"/>
                <a:gd name="T38" fmla="*/ 2147483647 w 270"/>
                <a:gd name="T39" fmla="*/ 2147483647 h 210"/>
                <a:gd name="T40" fmla="*/ 2147483647 w 270"/>
                <a:gd name="T41" fmla="*/ 2147483647 h 210"/>
                <a:gd name="T42" fmla="*/ 2147483647 w 270"/>
                <a:gd name="T43" fmla="*/ 2147483647 h 210"/>
                <a:gd name="T44" fmla="*/ 2147483647 w 270"/>
                <a:gd name="T45" fmla="*/ 2147483647 h 210"/>
                <a:gd name="T46" fmla="*/ 2147483647 w 270"/>
                <a:gd name="T47" fmla="*/ 2147483647 h 210"/>
                <a:gd name="T48" fmla="*/ 2147483647 w 270"/>
                <a:gd name="T49" fmla="*/ 2147483647 h 210"/>
                <a:gd name="T50" fmla="*/ 2147483647 w 270"/>
                <a:gd name="T51" fmla="*/ 2147483647 h 210"/>
                <a:gd name="T52" fmla="*/ 2147483647 w 270"/>
                <a:gd name="T53" fmla="*/ 2147483647 h 210"/>
                <a:gd name="T54" fmla="*/ 2147483647 w 270"/>
                <a:gd name="T55" fmla="*/ 2147483647 h 210"/>
                <a:gd name="T56" fmla="*/ 2147483647 w 270"/>
                <a:gd name="T57" fmla="*/ 2147483647 h 210"/>
                <a:gd name="T58" fmla="*/ 2147483647 w 270"/>
                <a:gd name="T59" fmla="*/ 0 h 210"/>
                <a:gd name="T60" fmla="*/ 2147483647 w 270"/>
                <a:gd name="T61" fmla="*/ 2147483647 h 210"/>
                <a:gd name="T62" fmla="*/ 2147483647 w 270"/>
                <a:gd name="T63" fmla="*/ 2147483647 h 210"/>
                <a:gd name="T64" fmla="*/ 2147483647 w 270"/>
                <a:gd name="T65" fmla="*/ 2147483647 h 210"/>
                <a:gd name="T66" fmla="*/ 2147483647 w 270"/>
                <a:gd name="T67" fmla="*/ 2147483647 h 210"/>
                <a:gd name="T68" fmla="*/ 2147483647 w 270"/>
                <a:gd name="T69" fmla="*/ 2147483647 h 210"/>
                <a:gd name="T70" fmla="*/ 2147483647 w 270"/>
                <a:gd name="T71" fmla="*/ 2147483647 h 210"/>
                <a:gd name="T72" fmla="*/ 2147483647 w 270"/>
                <a:gd name="T73" fmla="*/ 2147483647 h 210"/>
                <a:gd name="T74" fmla="*/ 2147483647 w 270"/>
                <a:gd name="T75" fmla="*/ 2147483647 h 210"/>
                <a:gd name="T76" fmla="*/ 2147483647 w 270"/>
                <a:gd name="T77" fmla="*/ 2147483647 h 210"/>
                <a:gd name="T78" fmla="*/ 2147483647 w 270"/>
                <a:gd name="T79" fmla="*/ 2147483647 h 210"/>
                <a:gd name="T80" fmla="*/ 2147483647 w 270"/>
                <a:gd name="T81" fmla="*/ 2147483647 h 210"/>
                <a:gd name="T82" fmla="*/ 2147483647 w 270"/>
                <a:gd name="T83" fmla="*/ 2147483647 h 210"/>
                <a:gd name="T84" fmla="*/ 2147483647 w 270"/>
                <a:gd name="T85" fmla="*/ 2147483647 h 210"/>
                <a:gd name="T86" fmla="*/ 2147483647 w 270"/>
                <a:gd name="T87" fmla="*/ 2147483647 h 210"/>
                <a:gd name="T88" fmla="*/ 2147483647 w 270"/>
                <a:gd name="T89" fmla="*/ 2147483647 h 21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70"/>
                <a:gd name="T136" fmla="*/ 0 h 210"/>
                <a:gd name="T137" fmla="*/ 270 w 270"/>
                <a:gd name="T138" fmla="*/ 210 h 21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70" h="210">
                  <a:moveTo>
                    <a:pt x="18" y="156"/>
                  </a:moveTo>
                  <a:lnTo>
                    <a:pt x="0" y="174"/>
                  </a:lnTo>
                  <a:lnTo>
                    <a:pt x="12" y="162"/>
                  </a:lnTo>
                  <a:lnTo>
                    <a:pt x="24" y="162"/>
                  </a:lnTo>
                  <a:lnTo>
                    <a:pt x="30" y="168"/>
                  </a:lnTo>
                  <a:lnTo>
                    <a:pt x="54" y="168"/>
                  </a:lnTo>
                  <a:lnTo>
                    <a:pt x="60" y="174"/>
                  </a:lnTo>
                  <a:lnTo>
                    <a:pt x="66" y="162"/>
                  </a:lnTo>
                  <a:lnTo>
                    <a:pt x="84" y="168"/>
                  </a:lnTo>
                  <a:lnTo>
                    <a:pt x="84" y="156"/>
                  </a:lnTo>
                  <a:lnTo>
                    <a:pt x="96" y="162"/>
                  </a:lnTo>
                  <a:lnTo>
                    <a:pt x="96" y="156"/>
                  </a:lnTo>
                  <a:lnTo>
                    <a:pt x="132" y="156"/>
                  </a:lnTo>
                  <a:lnTo>
                    <a:pt x="132" y="168"/>
                  </a:lnTo>
                  <a:lnTo>
                    <a:pt x="138" y="174"/>
                  </a:lnTo>
                  <a:lnTo>
                    <a:pt x="150" y="174"/>
                  </a:lnTo>
                  <a:lnTo>
                    <a:pt x="162" y="168"/>
                  </a:lnTo>
                  <a:lnTo>
                    <a:pt x="168" y="168"/>
                  </a:lnTo>
                  <a:lnTo>
                    <a:pt x="174" y="174"/>
                  </a:lnTo>
                  <a:lnTo>
                    <a:pt x="174" y="192"/>
                  </a:lnTo>
                  <a:lnTo>
                    <a:pt x="168" y="198"/>
                  </a:lnTo>
                  <a:lnTo>
                    <a:pt x="168" y="210"/>
                  </a:lnTo>
                  <a:lnTo>
                    <a:pt x="180" y="210"/>
                  </a:lnTo>
                  <a:lnTo>
                    <a:pt x="180" y="198"/>
                  </a:lnTo>
                  <a:lnTo>
                    <a:pt x="186" y="192"/>
                  </a:lnTo>
                  <a:lnTo>
                    <a:pt x="186" y="180"/>
                  </a:lnTo>
                  <a:lnTo>
                    <a:pt x="180" y="174"/>
                  </a:lnTo>
                  <a:lnTo>
                    <a:pt x="186" y="168"/>
                  </a:lnTo>
                  <a:lnTo>
                    <a:pt x="198" y="162"/>
                  </a:lnTo>
                  <a:lnTo>
                    <a:pt x="198" y="156"/>
                  </a:lnTo>
                  <a:lnTo>
                    <a:pt x="192" y="150"/>
                  </a:lnTo>
                  <a:lnTo>
                    <a:pt x="192" y="144"/>
                  </a:lnTo>
                  <a:lnTo>
                    <a:pt x="186" y="120"/>
                  </a:lnTo>
                  <a:lnTo>
                    <a:pt x="192" y="120"/>
                  </a:lnTo>
                  <a:lnTo>
                    <a:pt x="198" y="126"/>
                  </a:lnTo>
                  <a:lnTo>
                    <a:pt x="222" y="126"/>
                  </a:lnTo>
                  <a:lnTo>
                    <a:pt x="222" y="120"/>
                  </a:lnTo>
                  <a:lnTo>
                    <a:pt x="228" y="114"/>
                  </a:lnTo>
                  <a:lnTo>
                    <a:pt x="234" y="114"/>
                  </a:lnTo>
                  <a:lnTo>
                    <a:pt x="240" y="102"/>
                  </a:lnTo>
                  <a:lnTo>
                    <a:pt x="246" y="96"/>
                  </a:lnTo>
                  <a:lnTo>
                    <a:pt x="252" y="96"/>
                  </a:lnTo>
                  <a:lnTo>
                    <a:pt x="252" y="90"/>
                  </a:lnTo>
                  <a:lnTo>
                    <a:pt x="240" y="78"/>
                  </a:lnTo>
                  <a:lnTo>
                    <a:pt x="234" y="78"/>
                  </a:lnTo>
                  <a:lnTo>
                    <a:pt x="228" y="72"/>
                  </a:lnTo>
                  <a:lnTo>
                    <a:pt x="228" y="66"/>
                  </a:lnTo>
                  <a:lnTo>
                    <a:pt x="234" y="66"/>
                  </a:lnTo>
                  <a:lnTo>
                    <a:pt x="246" y="60"/>
                  </a:lnTo>
                  <a:lnTo>
                    <a:pt x="258" y="60"/>
                  </a:lnTo>
                  <a:lnTo>
                    <a:pt x="252" y="54"/>
                  </a:lnTo>
                  <a:lnTo>
                    <a:pt x="252" y="36"/>
                  </a:lnTo>
                  <a:lnTo>
                    <a:pt x="258" y="36"/>
                  </a:lnTo>
                  <a:lnTo>
                    <a:pt x="270" y="30"/>
                  </a:lnTo>
                  <a:lnTo>
                    <a:pt x="264" y="18"/>
                  </a:lnTo>
                  <a:lnTo>
                    <a:pt x="270" y="12"/>
                  </a:lnTo>
                  <a:lnTo>
                    <a:pt x="264" y="12"/>
                  </a:lnTo>
                  <a:lnTo>
                    <a:pt x="252" y="6"/>
                  </a:lnTo>
                  <a:lnTo>
                    <a:pt x="246" y="6"/>
                  </a:lnTo>
                  <a:lnTo>
                    <a:pt x="234" y="0"/>
                  </a:lnTo>
                  <a:lnTo>
                    <a:pt x="180" y="0"/>
                  </a:lnTo>
                  <a:lnTo>
                    <a:pt x="168" y="12"/>
                  </a:lnTo>
                  <a:lnTo>
                    <a:pt x="156" y="18"/>
                  </a:lnTo>
                  <a:lnTo>
                    <a:pt x="156" y="30"/>
                  </a:lnTo>
                  <a:lnTo>
                    <a:pt x="162" y="36"/>
                  </a:lnTo>
                  <a:lnTo>
                    <a:pt x="162" y="54"/>
                  </a:lnTo>
                  <a:lnTo>
                    <a:pt x="168" y="60"/>
                  </a:lnTo>
                  <a:lnTo>
                    <a:pt x="174" y="60"/>
                  </a:lnTo>
                  <a:lnTo>
                    <a:pt x="180" y="66"/>
                  </a:lnTo>
                  <a:lnTo>
                    <a:pt x="180" y="78"/>
                  </a:lnTo>
                  <a:lnTo>
                    <a:pt x="168" y="84"/>
                  </a:lnTo>
                  <a:lnTo>
                    <a:pt x="162" y="90"/>
                  </a:lnTo>
                  <a:lnTo>
                    <a:pt x="144" y="90"/>
                  </a:lnTo>
                  <a:lnTo>
                    <a:pt x="138" y="84"/>
                  </a:lnTo>
                  <a:lnTo>
                    <a:pt x="138" y="66"/>
                  </a:lnTo>
                  <a:lnTo>
                    <a:pt x="150" y="54"/>
                  </a:lnTo>
                  <a:lnTo>
                    <a:pt x="150" y="36"/>
                  </a:lnTo>
                  <a:lnTo>
                    <a:pt x="144" y="30"/>
                  </a:lnTo>
                  <a:lnTo>
                    <a:pt x="144" y="24"/>
                  </a:lnTo>
                  <a:lnTo>
                    <a:pt x="132" y="36"/>
                  </a:lnTo>
                  <a:lnTo>
                    <a:pt x="120" y="42"/>
                  </a:lnTo>
                  <a:lnTo>
                    <a:pt x="114" y="48"/>
                  </a:lnTo>
                  <a:lnTo>
                    <a:pt x="102" y="54"/>
                  </a:lnTo>
                  <a:lnTo>
                    <a:pt x="96" y="66"/>
                  </a:lnTo>
                  <a:lnTo>
                    <a:pt x="96" y="84"/>
                  </a:lnTo>
                  <a:lnTo>
                    <a:pt x="90" y="90"/>
                  </a:lnTo>
                  <a:lnTo>
                    <a:pt x="90" y="102"/>
                  </a:lnTo>
                  <a:lnTo>
                    <a:pt x="60" y="132"/>
                  </a:lnTo>
                  <a:lnTo>
                    <a:pt x="72" y="144"/>
                  </a:lnTo>
                  <a:lnTo>
                    <a:pt x="42" y="144"/>
                  </a:lnTo>
                  <a:lnTo>
                    <a:pt x="18" y="15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55" name="Nepal" descr="© INSCALE GmbH, 05.05.2010&#10;http://www.presentationload.com/">
              <a:extLst>
                <a:ext uri="{FF2B5EF4-FFF2-40B4-BE49-F238E27FC236}">
                  <a16:creationId xmlns:a16="http://schemas.microsoft.com/office/drawing/2014/main" id="{E28FD3C3-1D78-4F02-99B9-707EDF651860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5556881" y="2195375"/>
              <a:ext cx="193863" cy="107893"/>
            </a:xfrm>
            <a:custGeom>
              <a:avLst/>
              <a:gdLst>
                <a:gd name="T0" fmla="*/ 2147483647 w 588"/>
                <a:gd name="T1" fmla="*/ 2147483647 h 330"/>
                <a:gd name="T2" fmla="*/ 2147483647 w 588"/>
                <a:gd name="T3" fmla="*/ 2147483647 h 330"/>
                <a:gd name="T4" fmla="*/ 2147483647 w 588"/>
                <a:gd name="T5" fmla="*/ 2147483647 h 330"/>
                <a:gd name="T6" fmla="*/ 2147483647 w 588"/>
                <a:gd name="T7" fmla="*/ 2147483647 h 330"/>
                <a:gd name="T8" fmla="*/ 2147483647 w 588"/>
                <a:gd name="T9" fmla="*/ 2147483647 h 330"/>
                <a:gd name="T10" fmla="*/ 2147483647 w 588"/>
                <a:gd name="T11" fmla="*/ 2147483647 h 330"/>
                <a:gd name="T12" fmla="*/ 2147483647 w 588"/>
                <a:gd name="T13" fmla="*/ 2147483647 h 330"/>
                <a:gd name="T14" fmla="*/ 2147483647 w 588"/>
                <a:gd name="T15" fmla="*/ 2147483647 h 330"/>
                <a:gd name="T16" fmla="*/ 2147483647 w 588"/>
                <a:gd name="T17" fmla="*/ 2147483647 h 330"/>
                <a:gd name="T18" fmla="*/ 2147483647 w 588"/>
                <a:gd name="T19" fmla="*/ 2147483647 h 330"/>
                <a:gd name="T20" fmla="*/ 2147483647 w 588"/>
                <a:gd name="T21" fmla="*/ 2147483647 h 330"/>
                <a:gd name="T22" fmla="*/ 2147483647 w 588"/>
                <a:gd name="T23" fmla="*/ 2147483647 h 330"/>
                <a:gd name="T24" fmla="*/ 2147483647 w 588"/>
                <a:gd name="T25" fmla="*/ 2147483647 h 330"/>
                <a:gd name="T26" fmla="*/ 2147483647 w 588"/>
                <a:gd name="T27" fmla="*/ 2147483647 h 330"/>
                <a:gd name="T28" fmla="*/ 2147483647 w 588"/>
                <a:gd name="T29" fmla="*/ 2147483647 h 330"/>
                <a:gd name="T30" fmla="*/ 2147483647 w 588"/>
                <a:gd name="T31" fmla="*/ 2147483647 h 330"/>
                <a:gd name="T32" fmla="*/ 2147483647 w 588"/>
                <a:gd name="T33" fmla="*/ 2147483647 h 330"/>
                <a:gd name="T34" fmla="*/ 2147483647 w 588"/>
                <a:gd name="T35" fmla="*/ 2147483647 h 330"/>
                <a:gd name="T36" fmla="*/ 2147483647 w 588"/>
                <a:gd name="T37" fmla="*/ 2147483647 h 330"/>
                <a:gd name="T38" fmla="*/ 2147483647 w 588"/>
                <a:gd name="T39" fmla="*/ 2147483647 h 330"/>
                <a:gd name="T40" fmla="*/ 2147483647 w 588"/>
                <a:gd name="T41" fmla="*/ 2147483647 h 330"/>
                <a:gd name="T42" fmla="*/ 2147483647 w 588"/>
                <a:gd name="T43" fmla="*/ 2147483647 h 330"/>
                <a:gd name="T44" fmla="*/ 2147483647 w 588"/>
                <a:gd name="T45" fmla="*/ 2147483647 h 330"/>
                <a:gd name="T46" fmla="*/ 2147483647 w 588"/>
                <a:gd name="T47" fmla="*/ 2147483647 h 330"/>
                <a:gd name="T48" fmla="*/ 2147483647 w 588"/>
                <a:gd name="T49" fmla="*/ 2147483647 h 330"/>
                <a:gd name="T50" fmla="*/ 2147483647 w 588"/>
                <a:gd name="T51" fmla="*/ 2147483647 h 330"/>
                <a:gd name="T52" fmla="*/ 2147483647 w 588"/>
                <a:gd name="T53" fmla="*/ 2147483647 h 330"/>
                <a:gd name="T54" fmla="*/ 2147483647 w 588"/>
                <a:gd name="T55" fmla="*/ 2147483647 h 330"/>
                <a:gd name="T56" fmla="*/ 2147483647 w 588"/>
                <a:gd name="T57" fmla="*/ 2147483647 h 330"/>
                <a:gd name="T58" fmla="*/ 2147483647 w 588"/>
                <a:gd name="T59" fmla="*/ 2147483647 h 330"/>
                <a:gd name="T60" fmla="*/ 2147483647 w 588"/>
                <a:gd name="T61" fmla="*/ 2147483647 h 330"/>
                <a:gd name="T62" fmla="*/ 2147483647 w 588"/>
                <a:gd name="T63" fmla="*/ 2147483647 h 330"/>
                <a:gd name="T64" fmla="*/ 2147483647 w 588"/>
                <a:gd name="T65" fmla="*/ 2147483647 h 330"/>
                <a:gd name="T66" fmla="*/ 2147483647 w 588"/>
                <a:gd name="T67" fmla="*/ 2147483647 h 330"/>
                <a:gd name="T68" fmla="*/ 2147483647 w 588"/>
                <a:gd name="T69" fmla="*/ 2147483647 h 330"/>
                <a:gd name="T70" fmla="*/ 2147483647 w 588"/>
                <a:gd name="T71" fmla="*/ 0 h 330"/>
                <a:gd name="T72" fmla="*/ 2147483647 w 588"/>
                <a:gd name="T73" fmla="*/ 2147483647 h 330"/>
                <a:gd name="T74" fmla="*/ 2147483647 w 588"/>
                <a:gd name="T75" fmla="*/ 2147483647 h 330"/>
                <a:gd name="T76" fmla="*/ 2147483647 w 588"/>
                <a:gd name="T77" fmla="*/ 2147483647 h 330"/>
                <a:gd name="T78" fmla="*/ 2147483647 w 588"/>
                <a:gd name="T79" fmla="*/ 2147483647 h 330"/>
                <a:gd name="T80" fmla="*/ 2147483647 w 588"/>
                <a:gd name="T81" fmla="*/ 2147483647 h 330"/>
                <a:gd name="T82" fmla="*/ 2147483647 w 588"/>
                <a:gd name="T83" fmla="*/ 2147483647 h 330"/>
                <a:gd name="T84" fmla="*/ 0 w 588"/>
                <a:gd name="T85" fmla="*/ 2147483647 h 330"/>
                <a:gd name="T86" fmla="*/ 2147483647 w 588"/>
                <a:gd name="T87" fmla="*/ 2147483647 h 330"/>
                <a:gd name="T88" fmla="*/ 2147483647 w 588"/>
                <a:gd name="T89" fmla="*/ 2147483647 h 330"/>
                <a:gd name="T90" fmla="*/ 2147483647 w 588"/>
                <a:gd name="T91" fmla="*/ 2147483647 h 330"/>
                <a:gd name="T92" fmla="*/ 2147483647 w 588"/>
                <a:gd name="T93" fmla="*/ 2147483647 h 330"/>
                <a:gd name="T94" fmla="*/ 2147483647 w 588"/>
                <a:gd name="T95" fmla="*/ 2147483647 h 330"/>
                <a:gd name="T96" fmla="*/ 2147483647 w 588"/>
                <a:gd name="T97" fmla="*/ 2147483647 h 330"/>
                <a:gd name="T98" fmla="*/ 2147483647 w 588"/>
                <a:gd name="T99" fmla="*/ 2147483647 h 330"/>
                <a:gd name="T100" fmla="*/ 2147483647 w 588"/>
                <a:gd name="T101" fmla="*/ 2147483647 h 330"/>
                <a:gd name="T102" fmla="*/ 2147483647 w 588"/>
                <a:gd name="T103" fmla="*/ 2147483647 h 330"/>
                <a:gd name="T104" fmla="*/ 2147483647 w 588"/>
                <a:gd name="T105" fmla="*/ 2147483647 h 330"/>
                <a:gd name="T106" fmla="*/ 2147483647 w 588"/>
                <a:gd name="T107" fmla="*/ 2147483647 h 330"/>
                <a:gd name="T108" fmla="*/ 2147483647 w 588"/>
                <a:gd name="T109" fmla="*/ 2147483647 h 33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88"/>
                <a:gd name="T166" fmla="*/ 0 h 330"/>
                <a:gd name="T167" fmla="*/ 588 w 588"/>
                <a:gd name="T168" fmla="*/ 330 h 33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88" h="330">
                  <a:moveTo>
                    <a:pt x="294" y="234"/>
                  </a:moveTo>
                  <a:lnTo>
                    <a:pt x="306" y="246"/>
                  </a:lnTo>
                  <a:lnTo>
                    <a:pt x="306" y="252"/>
                  </a:lnTo>
                  <a:lnTo>
                    <a:pt x="330" y="252"/>
                  </a:lnTo>
                  <a:lnTo>
                    <a:pt x="384" y="306"/>
                  </a:lnTo>
                  <a:lnTo>
                    <a:pt x="402" y="294"/>
                  </a:lnTo>
                  <a:lnTo>
                    <a:pt x="432" y="312"/>
                  </a:lnTo>
                  <a:lnTo>
                    <a:pt x="438" y="306"/>
                  </a:lnTo>
                  <a:lnTo>
                    <a:pt x="456" y="306"/>
                  </a:lnTo>
                  <a:lnTo>
                    <a:pt x="474" y="312"/>
                  </a:lnTo>
                  <a:lnTo>
                    <a:pt x="486" y="318"/>
                  </a:lnTo>
                  <a:lnTo>
                    <a:pt x="492" y="330"/>
                  </a:lnTo>
                  <a:lnTo>
                    <a:pt x="498" y="318"/>
                  </a:lnTo>
                  <a:lnTo>
                    <a:pt x="510" y="312"/>
                  </a:lnTo>
                  <a:lnTo>
                    <a:pt x="516" y="312"/>
                  </a:lnTo>
                  <a:lnTo>
                    <a:pt x="522" y="318"/>
                  </a:lnTo>
                  <a:lnTo>
                    <a:pt x="522" y="330"/>
                  </a:lnTo>
                  <a:lnTo>
                    <a:pt x="588" y="330"/>
                  </a:lnTo>
                  <a:lnTo>
                    <a:pt x="588" y="294"/>
                  </a:lnTo>
                  <a:lnTo>
                    <a:pt x="576" y="270"/>
                  </a:lnTo>
                  <a:lnTo>
                    <a:pt x="576" y="222"/>
                  </a:lnTo>
                  <a:lnTo>
                    <a:pt x="564" y="204"/>
                  </a:lnTo>
                  <a:lnTo>
                    <a:pt x="540" y="216"/>
                  </a:lnTo>
                  <a:lnTo>
                    <a:pt x="522" y="216"/>
                  </a:lnTo>
                  <a:lnTo>
                    <a:pt x="498" y="204"/>
                  </a:lnTo>
                  <a:lnTo>
                    <a:pt x="480" y="198"/>
                  </a:lnTo>
                  <a:lnTo>
                    <a:pt x="474" y="192"/>
                  </a:lnTo>
                  <a:lnTo>
                    <a:pt x="462" y="186"/>
                  </a:lnTo>
                  <a:lnTo>
                    <a:pt x="462" y="192"/>
                  </a:lnTo>
                  <a:lnTo>
                    <a:pt x="456" y="198"/>
                  </a:lnTo>
                  <a:lnTo>
                    <a:pt x="438" y="198"/>
                  </a:lnTo>
                  <a:lnTo>
                    <a:pt x="432" y="192"/>
                  </a:lnTo>
                  <a:lnTo>
                    <a:pt x="432" y="180"/>
                  </a:lnTo>
                  <a:lnTo>
                    <a:pt x="432" y="186"/>
                  </a:lnTo>
                  <a:lnTo>
                    <a:pt x="420" y="198"/>
                  </a:lnTo>
                  <a:lnTo>
                    <a:pt x="408" y="198"/>
                  </a:lnTo>
                  <a:lnTo>
                    <a:pt x="402" y="192"/>
                  </a:lnTo>
                  <a:lnTo>
                    <a:pt x="402" y="174"/>
                  </a:lnTo>
                  <a:lnTo>
                    <a:pt x="396" y="174"/>
                  </a:lnTo>
                  <a:lnTo>
                    <a:pt x="390" y="180"/>
                  </a:lnTo>
                  <a:lnTo>
                    <a:pt x="378" y="180"/>
                  </a:lnTo>
                  <a:lnTo>
                    <a:pt x="360" y="174"/>
                  </a:lnTo>
                  <a:lnTo>
                    <a:pt x="354" y="168"/>
                  </a:lnTo>
                  <a:lnTo>
                    <a:pt x="348" y="168"/>
                  </a:lnTo>
                  <a:lnTo>
                    <a:pt x="348" y="162"/>
                  </a:lnTo>
                  <a:lnTo>
                    <a:pt x="354" y="156"/>
                  </a:lnTo>
                  <a:lnTo>
                    <a:pt x="354" y="150"/>
                  </a:lnTo>
                  <a:lnTo>
                    <a:pt x="348" y="144"/>
                  </a:lnTo>
                  <a:lnTo>
                    <a:pt x="342" y="144"/>
                  </a:lnTo>
                  <a:lnTo>
                    <a:pt x="330" y="150"/>
                  </a:lnTo>
                  <a:lnTo>
                    <a:pt x="324" y="156"/>
                  </a:lnTo>
                  <a:lnTo>
                    <a:pt x="312" y="150"/>
                  </a:lnTo>
                  <a:lnTo>
                    <a:pt x="282" y="120"/>
                  </a:lnTo>
                  <a:lnTo>
                    <a:pt x="282" y="102"/>
                  </a:lnTo>
                  <a:lnTo>
                    <a:pt x="276" y="90"/>
                  </a:lnTo>
                  <a:lnTo>
                    <a:pt x="270" y="84"/>
                  </a:lnTo>
                  <a:lnTo>
                    <a:pt x="258" y="84"/>
                  </a:lnTo>
                  <a:lnTo>
                    <a:pt x="252" y="96"/>
                  </a:lnTo>
                  <a:lnTo>
                    <a:pt x="246" y="102"/>
                  </a:lnTo>
                  <a:lnTo>
                    <a:pt x="246" y="108"/>
                  </a:lnTo>
                  <a:lnTo>
                    <a:pt x="234" y="108"/>
                  </a:lnTo>
                  <a:lnTo>
                    <a:pt x="234" y="96"/>
                  </a:lnTo>
                  <a:lnTo>
                    <a:pt x="228" y="90"/>
                  </a:lnTo>
                  <a:lnTo>
                    <a:pt x="222" y="78"/>
                  </a:lnTo>
                  <a:lnTo>
                    <a:pt x="216" y="72"/>
                  </a:lnTo>
                  <a:lnTo>
                    <a:pt x="210" y="60"/>
                  </a:lnTo>
                  <a:lnTo>
                    <a:pt x="168" y="54"/>
                  </a:lnTo>
                  <a:lnTo>
                    <a:pt x="150" y="36"/>
                  </a:lnTo>
                  <a:lnTo>
                    <a:pt x="138" y="30"/>
                  </a:lnTo>
                  <a:lnTo>
                    <a:pt x="132" y="18"/>
                  </a:lnTo>
                  <a:lnTo>
                    <a:pt x="120" y="6"/>
                  </a:lnTo>
                  <a:lnTo>
                    <a:pt x="108" y="0"/>
                  </a:lnTo>
                  <a:lnTo>
                    <a:pt x="96" y="0"/>
                  </a:lnTo>
                  <a:lnTo>
                    <a:pt x="84" y="6"/>
                  </a:lnTo>
                  <a:lnTo>
                    <a:pt x="78" y="12"/>
                  </a:lnTo>
                  <a:lnTo>
                    <a:pt x="54" y="30"/>
                  </a:lnTo>
                  <a:lnTo>
                    <a:pt x="36" y="12"/>
                  </a:lnTo>
                  <a:lnTo>
                    <a:pt x="30" y="36"/>
                  </a:lnTo>
                  <a:lnTo>
                    <a:pt x="6" y="60"/>
                  </a:lnTo>
                  <a:lnTo>
                    <a:pt x="12" y="72"/>
                  </a:lnTo>
                  <a:lnTo>
                    <a:pt x="6" y="78"/>
                  </a:lnTo>
                  <a:lnTo>
                    <a:pt x="6" y="84"/>
                  </a:lnTo>
                  <a:lnTo>
                    <a:pt x="18" y="96"/>
                  </a:lnTo>
                  <a:lnTo>
                    <a:pt x="12" y="96"/>
                  </a:lnTo>
                  <a:lnTo>
                    <a:pt x="0" y="108"/>
                  </a:lnTo>
                  <a:lnTo>
                    <a:pt x="0" y="120"/>
                  </a:lnTo>
                  <a:lnTo>
                    <a:pt x="30" y="150"/>
                  </a:lnTo>
                  <a:lnTo>
                    <a:pt x="42" y="144"/>
                  </a:lnTo>
                  <a:lnTo>
                    <a:pt x="60" y="168"/>
                  </a:lnTo>
                  <a:lnTo>
                    <a:pt x="84" y="168"/>
                  </a:lnTo>
                  <a:lnTo>
                    <a:pt x="96" y="186"/>
                  </a:lnTo>
                  <a:lnTo>
                    <a:pt x="138" y="204"/>
                  </a:lnTo>
                  <a:lnTo>
                    <a:pt x="150" y="204"/>
                  </a:lnTo>
                  <a:lnTo>
                    <a:pt x="156" y="210"/>
                  </a:lnTo>
                  <a:lnTo>
                    <a:pt x="162" y="222"/>
                  </a:lnTo>
                  <a:lnTo>
                    <a:pt x="168" y="228"/>
                  </a:lnTo>
                  <a:lnTo>
                    <a:pt x="186" y="228"/>
                  </a:lnTo>
                  <a:lnTo>
                    <a:pt x="192" y="222"/>
                  </a:lnTo>
                  <a:lnTo>
                    <a:pt x="204" y="222"/>
                  </a:lnTo>
                  <a:lnTo>
                    <a:pt x="204" y="234"/>
                  </a:lnTo>
                  <a:lnTo>
                    <a:pt x="210" y="240"/>
                  </a:lnTo>
                  <a:lnTo>
                    <a:pt x="234" y="240"/>
                  </a:lnTo>
                  <a:lnTo>
                    <a:pt x="240" y="246"/>
                  </a:lnTo>
                  <a:lnTo>
                    <a:pt x="246" y="258"/>
                  </a:lnTo>
                  <a:lnTo>
                    <a:pt x="258" y="246"/>
                  </a:lnTo>
                  <a:lnTo>
                    <a:pt x="276" y="246"/>
                  </a:lnTo>
                  <a:lnTo>
                    <a:pt x="282" y="252"/>
                  </a:lnTo>
                  <a:lnTo>
                    <a:pt x="282" y="258"/>
                  </a:lnTo>
                  <a:lnTo>
                    <a:pt x="282" y="240"/>
                  </a:lnTo>
                  <a:lnTo>
                    <a:pt x="288" y="234"/>
                  </a:lnTo>
                  <a:lnTo>
                    <a:pt x="294" y="23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56" name="Namibia" descr="© INSCALE GmbH, 05.05.2010&#10;http://www.presentationload.com/">
              <a:extLst>
                <a:ext uri="{FF2B5EF4-FFF2-40B4-BE49-F238E27FC236}">
                  <a16:creationId xmlns:a16="http://schemas.microsoft.com/office/drawing/2014/main" id="{E703B46F-3CC7-4EE8-85B9-63EED4ED71D9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005981" y="3450270"/>
              <a:ext cx="315351" cy="319826"/>
            </a:xfrm>
            <a:custGeom>
              <a:avLst/>
              <a:gdLst>
                <a:gd name="T0" fmla="*/ 2147483647 w 954"/>
                <a:gd name="T1" fmla="*/ 2147483647 h 972"/>
                <a:gd name="T2" fmla="*/ 2147483647 w 954"/>
                <a:gd name="T3" fmla="*/ 2147483647 h 972"/>
                <a:gd name="T4" fmla="*/ 2147483647 w 954"/>
                <a:gd name="T5" fmla="*/ 2147483647 h 972"/>
                <a:gd name="T6" fmla="*/ 2147483647 w 954"/>
                <a:gd name="T7" fmla="*/ 2147483647 h 972"/>
                <a:gd name="T8" fmla="*/ 2147483647 w 954"/>
                <a:gd name="T9" fmla="*/ 2147483647 h 972"/>
                <a:gd name="T10" fmla="*/ 2147483647 w 954"/>
                <a:gd name="T11" fmla="*/ 2147483647 h 972"/>
                <a:gd name="T12" fmla="*/ 2147483647 w 954"/>
                <a:gd name="T13" fmla="*/ 2147483647 h 972"/>
                <a:gd name="T14" fmla="*/ 2147483647 w 954"/>
                <a:gd name="T15" fmla="*/ 2147483647 h 972"/>
                <a:gd name="T16" fmla="*/ 2147483647 w 954"/>
                <a:gd name="T17" fmla="*/ 2147483647 h 972"/>
                <a:gd name="T18" fmla="*/ 2147483647 w 954"/>
                <a:gd name="T19" fmla="*/ 2147483647 h 972"/>
                <a:gd name="T20" fmla="*/ 2147483647 w 954"/>
                <a:gd name="T21" fmla="*/ 2147483647 h 972"/>
                <a:gd name="T22" fmla="*/ 2147483647 w 954"/>
                <a:gd name="T23" fmla="*/ 2147483647 h 972"/>
                <a:gd name="T24" fmla="*/ 2147483647 w 954"/>
                <a:gd name="T25" fmla="*/ 2147483647 h 972"/>
                <a:gd name="T26" fmla="*/ 2147483647 w 954"/>
                <a:gd name="T27" fmla="*/ 2147483647 h 972"/>
                <a:gd name="T28" fmla="*/ 2147483647 w 954"/>
                <a:gd name="T29" fmla="*/ 2147483647 h 972"/>
                <a:gd name="T30" fmla="*/ 2147483647 w 954"/>
                <a:gd name="T31" fmla="*/ 2147483647 h 972"/>
                <a:gd name="T32" fmla="*/ 2147483647 w 954"/>
                <a:gd name="T33" fmla="*/ 2147483647 h 972"/>
                <a:gd name="T34" fmla="*/ 2147483647 w 954"/>
                <a:gd name="T35" fmla="*/ 2147483647 h 972"/>
                <a:gd name="T36" fmla="*/ 2147483647 w 954"/>
                <a:gd name="T37" fmla="*/ 2147483647 h 972"/>
                <a:gd name="T38" fmla="*/ 2147483647 w 954"/>
                <a:gd name="T39" fmla="*/ 2147483647 h 972"/>
                <a:gd name="T40" fmla="*/ 2147483647 w 954"/>
                <a:gd name="T41" fmla="*/ 2147483647 h 972"/>
                <a:gd name="T42" fmla="*/ 2147483647 w 954"/>
                <a:gd name="T43" fmla="*/ 2147483647 h 972"/>
                <a:gd name="T44" fmla="*/ 2147483647 w 954"/>
                <a:gd name="T45" fmla="*/ 2147483647 h 972"/>
                <a:gd name="T46" fmla="*/ 2147483647 w 954"/>
                <a:gd name="T47" fmla="*/ 2147483647 h 972"/>
                <a:gd name="T48" fmla="*/ 2147483647 w 954"/>
                <a:gd name="T49" fmla="*/ 2147483647 h 972"/>
                <a:gd name="T50" fmla="*/ 2147483647 w 954"/>
                <a:gd name="T51" fmla="*/ 2147483647 h 972"/>
                <a:gd name="T52" fmla="*/ 2147483647 w 954"/>
                <a:gd name="T53" fmla="*/ 2147483647 h 972"/>
                <a:gd name="T54" fmla="*/ 2147483647 w 954"/>
                <a:gd name="T55" fmla="*/ 2147483647 h 972"/>
                <a:gd name="T56" fmla="*/ 2147483647 w 954"/>
                <a:gd name="T57" fmla="*/ 2147483647 h 972"/>
                <a:gd name="T58" fmla="*/ 2147483647 w 954"/>
                <a:gd name="T59" fmla="*/ 2147483647 h 972"/>
                <a:gd name="T60" fmla="*/ 2147483647 w 954"/>
                <a:gd name="T61" fmla="*/ 2147483647 h 972"/>
                <a:gd name="T62" fmla="*/ 2147483647 w 954"/>
                <a:gd name="T63" fmla="*/ 2147483647 h 972"/>
                <a:gd name="T64" fmla="*/ 2147483647 w 954"/>
                <a:gd name="T65" fmla="*/ 2147483647 h 972"/>
                <a:gd name="T66" fmla="*/ 2147483647 w 954"/>
                <a:gd name="T67" fmla="*/ 0 h 972"/>
                <a:gd name="T68" fmla="*/ 2147483647 w 954"/>
                <a:gd name="T69" fmla="*/ 2147483647 h 972"/>
                <a:gd name="T70" fmla="*/ 2147483647 w 954"/>
                <a:gd name="T71" fmla="*/ 2147483647 h 972"/>
                <a:gd name="T72" fmla="*/ 0 w 954"/>
                <a:gd name="T73" fmla="*/ 2147483647 h 972"/>
                <a:gd name="T74" fmla="*/ 2147483647 w 954"/>
                <a:gd name="T75" fmla="*/ 2147483647 h 972"/>
                <a:gd name="T76" fmla="*/ 2147483647 w 954"/>
                <a:gd name="T77" fmla="*/ 2147483647 h 972"/>
                <a:gd name="T78" fmla="*/ 2147483647 w 954"/>
                <a:gd name="T79" fmla="*/ 2147483647 h 972"/>
                <a:gd name="T80" fmla="*/ 2147483647 w 954"/>
                <a:gd name="T81" fmla="*/ 2147483647 h 972"/>
                <a:gd name="T82" fmla="*/ 2147483647 w 954"/>
                <a:gd name="T83" fmla="*/ 2147483647 h 972"/>
                <a:gd name="T84" fmla="*/ 2147483647 w 954"/>
                <a:gd name="T85" fmla="*/ 2147483647 h 972"/>
                <a:gd name="T86" fmla="*/ 2147483647 w 954"/>
                <a:gd name="T87" fmla="*/ 2147483647 h 972"/>
                <a:gd name="T88" fmla="*/ 2147483647 w 954"/>
                <a:gd name="T89" fmla="*/ 2147483647 h 972"/>
                <a:gd name="T90" fmla="*/ 2147483647 w 954"/>
                <a:gd name="T91" fmla="*/ 2147483647 h 972"/>
                <a:gd name="T92" fmla="*/ 2147483647 w 954"/>
                <a:gd name="T93" fmla="*/ 2147483647 h 972"/>
                <a:gd name="T94" fmla="*/ 2147483647 w 954"/>
                <a:gd name="T95" fmla="*/ 2147483647 h 972"/>
                <a:gd name="T96" fmla="*/ 2147483647 w 954"/>
                <a:gd name="T97" fmla="*/ 2147483647 h 972"/>
                <a:gd name="T98" fmla="*/ 2147483647 w 954"/>
                <a:gd name="T99" fmla="*/ 2147483647 h 972"/>
                <a:gd name="T100" fmla="*/ 2147483647 w 954"/>
                <a:gd name="T101" fmla="*/ 2147483647 h 972"/>
                <a:gd name="T102" fmla="*/ 2147483647 w 954"/>
                <a:gd name="T103" fmla="*/ 2147483647 h 972"/>
                <a:gd name="T104" fmla="*/ 2147483647 w 954"/>
                <a:gd name="T105" fmla="*/ 2147483647 h 972"/>
                <a:gd name="T106" fmla="*/ 2147483647 w 954"/>
                <a:gd name="T107" fmla="*/ 2147483647 h 972"/>
                <a:gd name="T108" fmla="*/ 2147483647 w 954"/>
                <a:gd name="T109" fmla="*/ 2147483647 h 972"/>
                <a:gd name="T110" fmla="*/ 2147483647 w 954"/>
                <a:gd name="T111" fmla="*/ 2147483647 h 972"/>
                <a:gd name="T112" fmla="*/ 2147483647 w 954"/>
                <a:gd name="T113" fmla="*/ 2147483647 h 972"/>
                <a:gd name="T114" fmla="*/ 2147483647 w 954"/>
                <a:gd name="T115" fmla="*/ 2147483647 h 972"/>
                <a:gd name="T116" fmla="*/ 2147483647 w 954"/>
                <a:gd name="T117" fmla="*/ 2147483647 h 972"/>
                <a:gd name="T118" fmla="*/ 2147483647 w 954"/>
                <a:gd name="T119" fmla="*/ 2147483647 h 97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954"/>
                <a:gd name="T181" fmla="*/ 0 h 972"/>
                <a:gd name="T182" fmla="*/ 954 w 954"/>
                <a:gd name="T183" fmla="*/ 972 h 97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954" h="972">
                  <a:moveTo>
                    <a:pt x="366" y="894"/>
                  </a:moveTo>
                  <a:lnTo>
                    <a:pt x="372" y="894"/>
                  </a:lnTo>
                  <a:lnTo>
                    <a:pt x="390" y="912"/>
                  </a:lnTo>
                  <a:lnTo>
                    <a:pt x="390" y="936"/>
                  </a:lnTo>
                  <a:lnTo>
                    <a:pt x="396" y="948"/>
                  </a:lnTo>
                  <a:lnTo>
                    <a:pt x="402" y="954"/>
                  </a:lnTo>
                  <a:lnTo>
                    <a:pt x="426" y="954"/>
                  </a:lnTo>
                  <a:lnTo>
                    <a:pt x="432" y="960"/>
                  </a:lnTo>
                  <a:lnTo>
                    <a:pt x="432" y="966"/>
                  </a:lnTo>
                  <a:lnTo>
                    <a:pt x="438" y="972"/>
                  </a:lnTo>
                  <a:lnTo>
                    <a:pt x="462" y="972"/>
                  </a:lnTo>
                  <a:lnTo>
                    <a:pt x="474" y="960"/>
                  </a:lnTo>
                  <a:lnTo>
                    <a:pt x="486" y="960"/>
                  </a:lnTo>
                  <a:lnTo>
                    <a:pt x="498" y="972"/>
                  </a:lnTo>
                  <a:lnTo>
                    <a:pt x="522" y="972"/>
                  </a:lnTo>
                  <a:lnTo>
                    <a:pt x="522" y="948"/>
                  </a:lnTo>
                  <a:lnTo>
                    <a:pt x="534" y="948"/>
                  </a:lnTo>
                  <a:lnTo>
                    <a:pt x="534" y="942"/>
                  </a:lnTo>
                  <a:lnTo>
                    <a:pt x="540" y="936"/>
                  </a:lnTo>
                  <a:lnTo>
                    <a:pt x="552" y="930"/>
                  </a:lnTo>
                  <a:lnTo>
                    <a:pt x="570" y="930"/>
                  </a:lnTo>
                  <a:lnTo>
                    <a:pt x="582" y="414"/>
                  </a:lnTo>
                  <a:lnTo>
                    <a:pt x="654" y="414"/>
                  </a:lnTo>
                  <a:lnTo>
                    <a:pt x="648" y="288"/>
                  </a:lnTo>
                  <a:lnTo>
                    <a:pt x="654" y="282"/>
                  </a:lnTo>
                  <a:lnTo>
                    <a:pt x="654" y="108"/>
                  </a:lnTo>
                  <a:lnTo>
                    <a:pt x="690" y="108"/>
                  </a:lnTo>
                  <a:lnTo>
                    <a:pt x="708" y="102"/>
                  </a:lnTo>
                  <a:lnTo>
                    <a:pt x="744" y="102"/>
                  </a:lnTo>
                  <a:lnTo>
                    <a:pt x="792" y="90"/>
                  </a:lnTo>
                  <a:lnTo>
                    <a:pt x="804" y="84"/>
                  </a:lnTo>
                  <a:lnTo>
                    <a:pt x="822" y="84"/>
                  </a:lnTo>
                  <a:lnTo>
                    <a:pt x="828" y="90"/>
                  </a:lnTo>
                  <a:lnTo>
                    <a:pt x="828" y="108"/>
                  </a:lnTo>
                  <a:lnTo>
                    <a:pt x="834" y="108"/>
                  </a:lnTo>
                  <a:lnTo>
                    <a:pt x="834" y="126"/>
                  </a:lnTo>
                  <a:lnTo>
                    <a:pt x="840" y="126"/>
                  </a:lnTo>
                  <a:lnTo>
                    <a:pt x="882" y="84"/>
                  </a:lnTo>
                  <a:lnTo>
                    <a:pt x="906" y="84"/>
                  </a:lnTo>
                  <a:lnTo>
                    <a:pt x="918" y="72"/>
                  </a:lnTo>
                  <a:lnTo>
                    <a:pt x="954" y="66"/>
                  </a:lnTo>
                  <a:lnTo>
                    <a:pt x="936" y="48"/>
                  </a:lnTo>
                  <a:lnTo>
                    <a:pt x="906" y="54"/>
                  </a:lnTo>
                  <a:lnTo>
                    <a:pt x="906" y="48"/>
                  </a:lnTo>
                  <a:lnTo>
                    <a:pt x="900" y="42"/>
                  </a:lnTo>
                  <a:lnTo>
                    <a:pt x="882" y="42"/>
                  </a:lnTo>
                  <a:lnTo>
                    <a:pt x="876" y="48"/>
                  </a:lnTo>
                  <a:lnTo>
                    <a:pt x="870" y="48"/>
                  </a:lnTo>
                  <a:lnTo>
                    <a:pt x="846" y="60"/>
                  </a:lnTo>
                  <a:lnTo>
                    <a:pt x="828" y="54"/>
                  </a:lnTo>
                  <a:lnTo>
                    <a:pt x="816" y="60"/>
                  </a:lnTo>
                  <a:lnTo>
                    <a:pt x="780" y="72"/>
                  </a:lnTo>
                  <a:lnTo>
                    <a:pt x="732" y="78"/>
                  </a:lnTo>
                  <a:lnTo>
                    <a:pt x="696" y="84"/>
                  </a:lnTo>
                  <a:lnTo>
                    <a:pt x="624" y="84"/>
                  </a:lnTo>
                  <a:lnTo>
                    <a:pt x="618" y="72"/>
                  </a:lnTo>
                  <a:lnTo>
                    <a:pt x="546" y="78"/>
                  </a:lnTo>
                  <a:lnTo>
                    <a:pt x="540" y="66"/>
                  </a:lnTo>
                  <a:lnTo>
                    <a:pt x="504" y="66"/>
                  </a:lnTo>
                  <a:lnTo>
                    <a:pt x="480" y="42"/>
                  </a:lnTo>
                  <a:lnTo>
                    <a:pt x="480" y="36"/>
                  </a:lnTo>
                  <a:lnTo>
                    <a:pt x="174" y="36"/>
                  </a:lnTo>
                  <a:lnTo>
                    <a:pt x="168" y="30"/>
                  </a:lnTo>
                  <a:lnTo>
                    <a:pt x="156" y="30"/>
                  </a:lnTo>
                  <a:lnTo>
                    <a:pt x="132" y="18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90" y="0"/>
                  </a:lnTo>
                  <a:lnTo>
                    <a:pt x="90" y="6"/>
                  </a:lnTo>
                  <a:lnTo>
                    <a:pt x="72" y="24"/>
                  </a:lnTo>
                  <a:lnTo>
                    <a:pt x="42" y="24"/>
                  </a:lnTo>
                  <a:lnTo>
                    <a:pt x="36" y="18"/>
                  </a:lnTo>
                  <a:lnTo>
                    <a:pt x="18" y="24"/>
                  </a:lnTo>
                  <a:lnTo>
                    <a:pt x="0" y="24"/>
                  </a:lnTo>
                  <a:lnTo>
                    <a:pt x="6" y="96"/>
                  </a:lnTo>
                  <a:lnTo>
                    <a:pt x="12" y="108"/>
                  </a:lnTo>
                  <a:lnTo>
                    <a:pt x="30" y="126"/>
                  </a:lnTo>
                  <a:lnTo>
                    <a:pt x="36" y="138"/>
                  </a:lnTo>
                  <a:lnTo>
                    <a:pt x="54" y="162"/>
                  </a:lnTo>
                  <a:lnTo>
                    <a:pt x="72" y="192"/>
                  </a:lnTo>
                  <a:lnTo>
                    <a:pt x="96" y="228"/>
                  </a:lnTo>
                  <a:lnTo>
                    <a:pt x="102" y="258"/>
                  </a:lnTo>
                  <a:lnTo>
                    <a:pt x="102" y="276"/>
                  </a:lnTo>
                  <a:lnTo>
                    <a:pt x="114" y="294"/>
                  </a:lnTo>
                  <a:lnTo>
                    <a:pt x="120" y="312"/>
                  </a:lnTo>
                  <a:lnTo>
                    <a:pt x="138" y="348"/>
                  </a:lnTo>
                  <a:lnTo>
                    <a:pt x="156" y="366"/>
                  </a:lnTo>
                  <a:lnTo>
                    <a:pt x="156" y="390"/>
                  </a:lnTo>
                  <a:lnTo>
                    <a:pt x="162" y="396"/>
                  </a:lnTo>
                  <a:lnTo>
                    <a:pt x="174" y="402"/>
                  </a:lnTo>
                  <a:lnTo>
                    <a:pt x="180" y="414"/>
                  </a:lnTo>
                  <a:lnTo>
                    <a:pt x="192" y="420"/>
                  </a:lnTo>
                  <a:lnTo>
                    <a:pt x="198" y="432"/>
                  </a:lnTo>
                  <a:lnTo>
                    <a:pt x="198" y="582"/>
                  </a:lnTo>
                  <a:lnTo>
                    <a:pt x="222" y="630"/>
                  </a:lnTo>
                  <a:lnTo>
                    <a:pt x="222" y="678"/>
                  </a:lnTo>
                  <a:lnTo>
                    <a:pt x="216" y="678"/>
                  </a:lnTo>
                  <a:lnTo>
                    <a:pt x="228" y="726"/>
                  </a:lnTo>
                  <a:lnTo>
                    <a:pt x="228" y="762"/>
                  </a:lnTo>
                  <a:lnTo>
                    <a:pt x="240" y="762"/>
                  </a:lnTo>
                  <a:lnTo>
                    <a:pt x="240" y="804"/>
                  </a:lnTo>
                  <a:lnTo>
                    <a:pt x="252" y="810"/>
                  </a:lnTo>
                  <a:lnTo>
                    <a:pt x="258" y="816"/>
                  </a:lnTo>
                  <a:lnTo>
                    <a:pt x="258" y="846"/>
                  </a:lnTo>
                  <a:lnTo>
                    <a:pt x="264" y="858"/>
                  </a:lnTo>
                  <a:lnTo>
                    <a:pt x="270" y="864"/>
                  </a:lnTo>
                  <a:lnTo>
                    <a:pt x="276" y="876"/>
                  </a:lnTo>
                  <a:lnTo>
                    <a:pt x="282" y="894"/>
                  </a:lnTo>
                  <a:lnTo>
                    <a:pt x="282" y="900"/>
                  </a:lnTo>
                  <a:lnTo>
                    <a:pt x="288" y="912"/>
                  </a:lnTo>
                  <a:lnTo>
                    <a:pt x="294" y="918"/>
                  </a:lnTo>
                  <a:lnTo>
                    <a:pt x="318" y="930"/>
                  </a:lnTo>
                  <a:lnTo>
                    <a:pt x="324" y="936"/>
                  </a:lnTo>
                  <a:lnTo>
                    <a:pt x="330" y="936"/>
                  </a:lnTo>
                  <a:lnTo>
                    <a:pt x="330" y="942"/>
                  </a:lnTo>
                  <a:lnTo>
                    <a:pt x="348" y="930"/>
                  </a:lnTo>
                  <a:lnTo>
                    <a:pt x="348" y="924"/>
                  </a:lnTo>
                  <a:lnTo>
                    <a:pt x="354" y="918"/>
                  </a:lnTo>
                  <a:lnTo>
                    <a:pt x="360" y="906"/>
                  </a:lnTo>
                  <a:lnTo>
                    <a:pt x="360" y="900"/>
                  </a:lnTo>
                  <a:lnTo>
                    <a:pt x="366" y="89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57" name="Myanmar" descr="© INSCALE GmbH, 05.05.2010&#10;http://www.presentationload.com/">
              <a:extLst>
                <a:ext uri="{FF2B5EF4-FFF2-40B4-BE49-F238E27FC236}">
                  <a16:creationId xmlns:a16="http://schemas.microsoft.com/office/drawing/2014/main" id="{374DD5A6-3890-4EFF-A3CC-B2F6A7E86DC7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5861893" y="2246752"/>
              <a:ext cx="210664" cy="491941"/>
            </a:xfrm>
            <a:custGeom>
              <a:avLst/>
              <a:gdLst>
                <a:gd name="T0" fmla="*/ 2147483647 w 636"/>
                <a:gd name="T1" fmla="*/ 2147483647 h 1500"/>
                <a:gd name="T2" fmla="*/ 2147483647 w 636"/>
                <a:gd name="T3" fmla="*/ 2147483647 h 1500"/>
                <a:gd name="T4" fmla="*/ 2147483647 w 636"/>
                <a:gd name="T5" fmla="*/ 2147483647 h 1500"/>
                <a:gd name="T6" fmla="*/ 2147483647 w 636"/>
                <a:gd name="T7" fmla="*/ 2147483647 h 1500"/>
                <a:gd name="T8" fmla="*/ 2147483647 w 636"/>
                <a:gd name="T9" fmla="*/ 2147483647 h 1500"/>
                <a:gd name="T10" fmla="*/ 2147483647 w 636"/>
                <a:gd name="T11" fmla="*/ 2147483647 h 1500"/>
                <a:gd name="T12" fmla="*/ 2147483647 w 636"/>
                <a:gd name="T13" fmla="*/ 2147483647 h 1500"/>
                <a:gd name="T14" fmla="*/ 2147483647 w 636"/>
                <a:gd name="T15" fmla="*/ 2147483647 h 1500"/>
                <a:gd name="T16" fmla="*/ 2147483647 w 636"/>
                <a:gd name="T17" fmla="*/ 2147483647 h 1500"/>
                <a:gd name="T18" fmla="*/ 2147483647 w 636"/>
                <a:gd name="T19" fmla="*/ 2147483647 h 1500"/>
                <a:gd name="T20" fmla="*/ 2147483647 w 636"/>
                <a:gd name="T21" fmla="*/ 2147483647 h 1500"/>
                <a:gd name="T22" fmla="*/ 2147483647 w 636"/>
                <a:gd name="T23" fmla="*/ 2147483647 h 1500"/>
                <a:gd name="T24" fmla="*/ 2147483647 w 636"/>
                <a:gd name="T25" fmla="*/ 2147483647 h 1500"/>
                <a:gd name="T26" fmla="*/ 2147483647 w 636"/>
                <a:gd name="T27" fmla="*/ 2147483647 h 1500"/>
                <a:gd name="T28" fmla="*/ 2147483647 w 636"/>
                <a:gd name="T29" fmla="*/ 2147483647 h 1500"/>
                <a:gd name="T30" fmla="*/ 2147483647 w 636"/>
                <a:gd name="T31" fmla="*/ 2147483647 h 1500"/>
                <a:gd name="T32" fmla="*/ 2147483647 w 636"/>
                <a:gd name="T33" fmla="*/ 2147483647 h 1500"/>
                <a:gd name="T34" fmla="*/ 2147483647 w 636"/>
                <a:gd name="T35" fmla="*/ 2147483647 h 1500"/>
                <a:gd name="T36" fmla="*/ 2147483647 w 636"/>
                <a:gd name="T37" fmla="*/ 2147483647 h 1500"/>
                <a:gd name="T38" fmla="*/ 2147483647 w 636"/>
                <a:gd name="T39" fmla="*/ 2147483647 h 1500"/>
                <a:gd name="T40" fmla="*/ 2147483647 w 636"/>
                <a:gd name="T41" fmla="*/ 2147483647 h 1500"/>
                <a:gd name="T42" fmla="*/ 2147483647 w 636"/>
                <a:gd name="T43" fmla="*/ 2147483647 h 1500"/>
                <a:gd name="T44" fmla="*/ 2147483647 w 636"/>
                <a:gd name="T45" fmla="*/ 2147483647 h 1500"/>
                <a:gd name="T46" fmla="*/ 2147483647 w 636"/>
                <a:gd name="T47" fmla="*/ 2147483647 h 1500"/>
                <a:gd name="T48" fmla="*/ 2147483647 w 636"/>
                <a:gd name="T49" fmla="*/ 2147483647 h 1500"/>
                <a:gd name="T50" fmla="*/ 2147483647 w 636"/>
                <a:gd name="T51" fmla="*/ 2147483647 h 1500"/>
                <a:gd name="T52" fmla="*/ 2147483647 w 636"/>
                <a:gd name="T53" fmla="*/ 2147483647 h 1500"/>
                <a:gd name="T54" fmla="*/ 2147483647 w 636"/>
                <a:gd name="T55" fmla="*/ 2147483647 h 1500"/>
                <a:gd name="T56" fmla="*/ 2147483647 w 636"/>
                <a:gd name="T57" fmla="*/ 2147483647 h 1500"/>
                <a:gd name="T58" fmla="*/ 2147483647 w 636"/>
                <a:gd name="T59" fmla="*/ 2147483647 h 1500"/>
                <a:gd name="T60" fmla="*/ 2147483647 w 636"/>
                <a:gd name="T61" fmla="*/ 2147483647 h 1500"/>
                <a:gd name="T62" fmla="*/ 2147483647 w 636"/>
                <a:gd name="T63" fmla="*/ 2147483647 h 1500"/>
                <a:gd name="T64" fmla="*/ 2147483647 w 636"/>
                <a:gd name="T65" fmla="*/ 2147483647 h 1500"/>
                <a:gd name="T66" fmla="*/ 2147483647 w 636"/>
                <a:gd name="T67" fmla="*/ 2147483647 h 1500"/>
                <a:gd name="T68" fmla="*/ 2147483647 w 636"/>
                <a:gd name="T69" fmla="*/ 2147483647 h 1500"/>
                <a:gd name="T70" fmla="*/ 2147483647 w 636"/>
                <a:gd name="T71" fmla="*/ 2147483647 h 1500"/>
                <a:gd name="T72" fmla="*/ 2147483647 w 636"/>
                <a:gd name="T73" fmla="*/ 2147483647 h 1500"/>
                <a:gd name="T74" fmla="*/ 2147483647 w 636"/>
                <a:gd name="T75" fmla="*/ 2147483647 h 1500"/>
                <a:gd name="T76" fmla="*/ 2147483647 w 636"/>
                <a:gd name="T77" fmla="*/ 2147483647 h 1500"/>
                <a:gd name="T78" fmla="*/ 2147483647 w 636"/>
                <a:gd name="T79" fmla="*/ 2147483647 h 1500"/>
                <a:gd name="T80" fmla="*/ 2147483647 w 636"/>
                <a:gd name="T81" fmla="*/ 2147483647 h 1500"/>
                <a:gd name="T82" fmla="*/ 2147483647 w 636"/>
                <a:gd name="T83" fmla="*/ 2147483647 h 1500"/>
                <a:gd name="T84" fmla="*/ 2147483647 w 636"/>
                <a:gd name="T85" fmla="*/ 2147483647 h 1500"/>
                <a:gd name="T86" fmla="*/ 2147483647 w 636"/>
                <a:gd name="T87" fmla="*/ 0 h 1500"/>
                <a:gd name="T88" fmla="*/ 2147483647 w 636"/>
                <a:gd name="T89" fmla="*/ 2147483647 h 1500"/>
                <a:gd name="T90" fmla="*/ 2147483647 w 636"/>
                <a:gd name="T91" fmla="*/ 2147483647 h 1500"/>
                <a:gd name="T92" fmla="*/ 2147483647 w 636"/>
                <a:gd name="T93" fmla="*/ 2147483647 h 1500"/>
                <a:gd name="T94" fmla="*/ 2147483647 w 636"/>
                <a:gd name="T95" fmla="*/ 2147483647 h 1500"/>
                <a:gd name="T96" fmla="*/ 2147483647 w 636"/>
                <a:gd name="T97" fmla="*/ 2147483647 h 1500"/>
                <a:gd name="T98" fmla="*/ 2147483647 w 636"/>
                <a:gd name="T99" fmla="*/ 2147483647 h 1500"/>
                <a:gd name="T100" fmla="*/ 2147483647 w 636"/>
                <a:gd name="T101" fmla="*/ 2147483647 h 1500"/>
                <a:gd name="T102" fmla="*/ 2147483647 w 636"/>
                <a:gd name="T103" fmla="*/ 2147483647 h 1500"/>
                <a:gd name="T104" fmla="*/ 2147483647 w 636"/>
                <a:gd name="T105" fmla="*/ 2147483647 h 1500"/>
                <a:gd name="T106" fmla="*/ 2147483647 w 636"/>
                <a:gd name="T107" fmla="*/ 2147483647 h 1500"/>
                <a:gd name="T108" fmla="*/ 2147483647 w 636"/>
                <a:gd name="T109" fmla="*/ 2147483647 h 150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636"/>
                <a:gd name="T166" fmla="*/ 0 h 1500"/>
                <a:gd name="T167" fmla="*/ 636 w 636"/>
                <a:gd name="T168" fmla="*/ 1500 h 150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636" h="1500">
                  <a:moveTo>
                    <a:pt x="0" y="588"/>
                  </a:moveTo>
                  <a:lnTo>
                    <a:pt x="18" y="588"/>
                  </a:lnTo>
                  <a:lnTo>
                    <a:pt x="12" y="630"/>
                  </a:lnTo>
                  <a:lnTo>
                    <a:pt x="18" y="630"/>
                  </a:lnTo>
                  <a:lnTo>
                    <a:pt x="24" y="636"/>
                  </a:lnTo>
                  <a:lnTo>
                    <a:pt x="42" y="642"/>
                  </a:lnTo>
                  <a:lnTo>
                    <a:pt x="54" y="648"/>
                  </a:lnTo>
                  <a:lnTo>
                    <a:pt x="72" y="666"/>
                  </a:lnTo>
                  <a:lnTo>
                    <a:pt x="84" y="690"/>
                  </a:lnTo>
                  <a:lnTo>
                    <a:pt x="90" y="696"/>
                  </a:lnTo>
                  <a:lnTo>
                    <a:pt x="90" y="702"/>
                  </a:lnTo>
                  <a:lnTo>
                    <a:pt x="126" y="696"/>
                  </a:lnTo>
                  <a:lnTo>
                    <a:pt x="102" y="738"/>
                  </a:lnTo>
                  <a:lnTo>
                    <a:pt x="108" y="738"/>
                  </a:lnTo>
                  <a:lnTo>
                    <a:pt x="114" y="744"/>
                  </a:lnTo>
                  <a:lnTo>
                    <a:pt x="126" y="744"/>
                  </a:lnTo>
                  <a:lnTo>
                    <a:pt x="144" y="750"/>
                  </a:lnTo>
                  <a:lnTo>
                    <a:pt x="156" y="762"/>
                  </a:lnTo>
                  <a:lnTo>
                    <a:pt x="168" y="768"/>
                  </a:lnTo>
                  <a:lnTo>
                    <a:pt x="174" y="780"/>
                  </a:lnTo>
                  <a:lnTo>
                    <a:pt x="186" y="792"/>
                  </a:lnTo>
                  <a:lnTo>
                    <a:pt x="192" y="804"/>
                  </a:lnTo>
                  <a:lnTo>
                    <a:pt x="192" y="822"/>
                  </a:lnTo>
                  <a:lnTo>
                    <a:pt x="198" y="834"/>
                  </a:lnTo>
                  <a:lnTo>
                    <a:pt x="198" y="840"/>
                  </a:lnTo>
                  <a:lnTo>
                    <a:pt x="204" y="846"/>
                  </a:lnTo>
                  <a:lnTo>
                    <a:pt x="210" y="858"/>
                  </a:lnTo>
                  <a:lnTo>
                    <a:pt x="222" y="870"/>
                  </a:lnTo>
                  <a:lnTo>
                    <a:pt x="210" y="888"/>
                  </a:lnTo>
                  <a:lnTo>
                    <a:pt x="216" y="978"/>
                  </a:lnTo>
                  <a:lnTo>
                    <a:pt x="204" y="990"/>
                  </a:lnTo>
                  <a:lnTo>
                    <a:pt x="204" y="1002"/>
                  </a:lnTo>
                  <a:lnTo>
                    <a:pt x="222" y="1020"/>
                  </a:lnTo>
                  <a:lnTo>
                    <a:pt x="234" y="1020"/>
                  </a:lnTo>
                  <a:lnTo>
                    <a:pt x="246" y="1014"/>
                  </a:lnTo>
                  <a:lnTo>
                    <a:pt x="252" y="1008"/>
                  </a:lnTo>
                  <a:lnTo>
                    <a:pt x="258" y="1014"/>
                  </a:lnTo>
                  <a:lnTo>
                    <a:pt x="258" y="1020"/>
                  </a:lnTo>
                  <a:lnTo>
                    <a:pt x="276" y="1020"/>
                  </a:lnTo>
                  <a:lnTo>
                    <a:pt x="282" y="1014"/>
                  </a:lnTo>
                  <a:lnTo>
                    <a:pt x="294" y="1008"/>
                  </a:lnTo>
                  <a:lnTo>
                    <a:pt x="300" y="996"/>
                  </a:lnTo>
                  <a:lnTo>
                    <a:pt x="306" y="990"/>
                  </a:lnTo>
                  <a:lnTo>
                    <a:pt x="312" y="978"/>
                  </a:lnTo>
                  <a:lnTo>
                    <a:pt x="324" y="978"/>
                  </a:lnTo>
                  <a:lnTo>
                    <a:pt x="360" y="960"/>
                  </a:lnTo>
                  <a:lnTo>
                    <a:pt x="366" y="954"/>
                  </a:lnTo>
                  <a:lnTo>
                    <a:pt x="366" y="900"/>
                  </a:lnTo>
                  <a:lnTo>
                    <a:pt x="372" y="894"/>
                  </a:lnTo>
                  <a:lnTo>
                    <a:pt x="378" y="894"/>
                  </a:lnTo>
                  <a:lnTo>
                    <a:pt x="396" y="912"/>
                  </a:lnTo>
                  <a:lnTo>
                    <a:pt x="402" y="924"/>
                  </a:lnTo>
                  <a:lnTo>
                    <a:pt x="402" y="954"/>
                  </a:lnTo>
                  <a:lnTo>
                    <a:pt x="408" y="954"/>
                  </a:lnTo>
                  <a:lnTo>
                    <a:pt x="426" y="972"/>
                  </a:lnTo>
                  <a:lnTo>
                    <a:pt x="432" y="984"/>
                  </a:lnTo>
                  <a:lnTo>
                    <a:pt x="444" y="1014"/>
                  </a:lnTo>
                  <a:lnTo>
                    <a:pt x="450" y="1050"/>
                  </a:lnTo>
                  <a:lnTo>
                    <a:pt x="450" y="1074"/>
                  </a:lnTo>
                  <a:lnTo>
                    <a:pt x="456" y="1092"/>
                  </a:lnTo>
                  <a:lnTo>
                    <a:pt x="456" y="1128"/>
                  </a:lnTo>
                  <a:lnTo>
                    <a:pt x="462" y="1134"/>
                  </a:lnTo>
                  <a:lnTo>
                    <a:pt x="480" y="1170"/>
                  </a:lnTo>
                  <a:lnTo>
                    <a:pt x="486" y="1176"/>
                  </a:lnTo>
                  <a:lnTo>
                    <a:pt x="486" y="1182"/>
                  </a:lnTo>
                  <a:lnTo>
                    <a:pt x="528" y="1272"/>
                  </a:lnTo>
                  <a:lnTo>
                    <a:pt x="540" y="1320"/>
                  </a:lnTo>
                  <a:lnTo>
                    <a:pt x="522" y="1320"/>
                  </a:lnTo>
                  <a:lnTo>
                    <a:pt x="516" y="1326"/>
                  </a:lnTo>
                  <a:lnTo>
                    <a:pt x="516" y="1350"/>
                  </a:lnTo>
                  <a:lnTo>
                    <a:pt x="510" y="1362"/>
                  </a:lnTo>
                  <a:lnTo>
                    <a:pt x="510" y="1374"/>
                  </a:lnTo>
                  <a:lnTo>
                    <a:pt x="552" y="1362"/>
                  </a:lnTo>
                  <a:lnTo>
                    <a:pt x="540" y="1416"/>
                  </a:lnTo>
                  <a:lnTo>
                    <a:pt x="540" y="1428"/>
                  </a:lnTo>
                  <a:lnTo>
                    <a:pt x="534" y="1440"/>
                  </a:lnTo>
                  <a:lnTo>
                    <a:pt x="534" y="1464"/>
                  </a:lnTo>
                  <a:lnTo>
                    <a:pt x="540" y="1482"/>
                  </a:lnTo>
                  <a:lnTo>
                    <a:pt x="540" y="1488"/>
                  </a:lnTo>
                  <a:lnTo>
                    <a:pt x="546" y="1500"/>
                  </a:lnTo>
                  <a:lnTo>
                    <a:pt x="552" y="1488"/>
                  </a:lnTo>
                  <a:lnTo>
                    <a:pt x="558" y="1482"/>
                  </a:lnTo>
                  <a:lnTo>
                    <a:pt x="564" y="1470"/>
                  </a:lnTo>
                  <a:lnTo>
                    <a:pt x="564" y="1458"/>
                  </a:lnTo>
                  <a:lnTo>
                    <a:pt x="558" y="1452"/>
                  </a:lnTo>
                  <a:lnTo>
                    <a:pt x="558" y="1440"/>
                  </a:lnTo>
                  <a:lnTo>
                    <a:pt x="576" y="1422"/>
                  </a:lnTo>
                  <a:lnTo>
                    <a:pt x="594" y="1386"/>
                  </a:lnTo>
                  <a:lnTo>
                    <a:pt x="594" y="1368"/>
                  </a:lnTo>
                  <a:lnTo>
                    <a:pt x="600" y="1356"/>
                  </a:lnTo>
                  <a:lnTo>
                    <a:pt x="600" y="1326"/>
                  </a:lnTo>
                  <a:lnTo>
                    <a:pt x="594" y="1314"/>
                  </a:lnTo>
                  <a:lnTo>
                    <a:pt x="594" y="1290"/>
                  </a:lnTo>
                  <a:lnTo>
                    <a:pt x="570" y="1266"/>
                  </a:lnTo>
                  <a:lnTo>
                    <a:pt x="570" y="1242"/>
                  </a:lnTo>
                  <a:lnTo>
                    <a:pt x="564" y="1224"/>
                  </a:lnTo>
                  <a:lnTo>
                    <a:pt x="564" y="1194"/>
                  </a:lnTo>
                  <a:lnTo>
                    <a:pt x="558" y="1182"/>
                  </a:lnTo>
                  <a:lnTo>
                    <a:pt x="516" y="1140"/>
                  </a:lnTo>
                  <a:lnTo>
                    <a:pt x="510" y="1128"/>
                  </a:lnTo>
                  <a:lnTo>
                    <a:pt x="504" y="1122"/>
                  </a:lnTo>
                  <a:lnTo>
                    <a:pt x="498" y="1110"/>
                  </a:lnTo>
                  <a:lnTo>
                    <a:pt x="492" y="1104"/>
                  </a:lnTo>
                  <a:lnTo>
                    <a:pt x="492" y="1098"/>
                  </a:lnTo>
                  <a:lnTo>
                    <a:pt x="486" y="1092"/>
                  </a:lnTo>
                  <a:lnTo>
                    <a:pt x="504" y="1056"/>
                  </a:lnTo>
                  <a:lnTo>
                    <a:pt x="510" y="1050"/>
                  </a:lnTo>
                  <a:lnTo>
                    <a:pt x="516" y="1038"/>
                  </a:lnTo>
                  <a:lnTo>
                    <a:pt x="516" y="1014"/>
                  </a:lnTo>
                  <a:lnTo>
                    <a:pt x="510" y="1002"/>
                  </a:lnTo>
                  <a:lnTo>
                    <a:pt x="522" y="1002"/>
                  </a:lnTo>
                  <a:lnTo>
                    <a:pt x="528" y="996"/>
                  </a:lnTo>
                  <a:lnTo>
                    <a:pt x="528" y="978"/>
                  </a:lnTo>
                  <a:lnTo>
                    <a:pt x="522" y="972"/>
                  </a:lnTo>
                  <a:lnTo>
                    <a:pt x="516" y="978"/>
                  </a:lnTo>
                  <a:lnTo>
                    <a:pt x="510" y="978"/>
                  </a:lnTo>
                  <a:lnTo>
                    <a:pt x="504" y="972"/>
                  </a:lnTo>
                  <a:lnTo>
                    <a:pt x="498" y="960"/>
                  </a:lnTo>
                  <a:lnTo>
                    <a:pt x="498" y="942"/>
                  </a:lnTo>
                  <a:lnTo>
                    <a:pt x="504" y="942"/>
                  </a:lnTo>
                  <a:lnTo>
                    <a:pt x="504" y="936"/>
                  </a:lnTo>
                  <a:lnTo>
                    <a:pt x="498" y="930"/>
                  </a:lnTo>
                  <a:lnTo>
                    <a:pt x="486" y="924"/>
                  </a:lnTo>
                  <a:lnTo>
                    <a:pt x="474" y="912"/>
                  </a:lnTo>
                  <a:lnTo>
                    <a:pt x="462" y="906"/>
                  </a:lnTo>
                  <a:lnTo>
                    <a:pt x="444" y="888"/>
                  </a:lnTo>
                  <a:lnTo>
                    <a:pt x="438" y="876"/>
                  </a:lnTo>
                  <a:lnTo>
                    <a:pt x="438" y="870"/>
                  </a:lnTo>
                  <a:lnTo>
                    <a:pt x="432" y="870"/>
                  </a:lnTo>
                  <a:lnTo>
                    <a:pt x="438" y="846"/>
                  </a:lnTo>
                  <a:lnTo>
                    <a:pt x="426" y="840"/>
                  </a:lnTo>
                  <a:lnTo>
                    <a:pt x="402" y="816"/>
                  </a:lnTo>
                  <a:lnTo>
                    <a:pt x="402" y="810"/>
                  </a:lnTo>
                  <a:lnTo>
                    <a:pt x="426" y="810"/>
                  </a:lnTo>
                  <a:lnTo>
                    <a:pt x="426" y="792"/>
                  </a:lnTo>
                  <a:lnTo>
                    <a:pt x="408" y="774"/>
                  </a:lnTo>
                  <a:lnTo>
                    <a:pt x="408" y="768"/>
                  </a:lnTo>
                  <a:lnTo>
                    <a:pt x="414" y="762"/>
                  </a:lnTo>
                  <a:lnTo>
                    <a:pt x="420" y="762"/>
                  </a:lnTo>
                  <a:lnTo>
                    <a:pt x="426" y="756"/>
                  </a:lnTo>
                  <a:lnTo>
                    <a:pt x="426" y="708"/>
                  </a:lnTo>
                  <a:lnTo>
                    <a:pt x="456" y="708"/>
                  </a:lnTo>
                  <a:lnTo>
                    <a:pt x="468" y="714"/>
                  </a:lnTo>
                  <a:lnTo>
                    <a:pt x="480" y="714"/>
                  </a:lnTo>
                  <a:lnTo>
                    <a:pt x="486" y="708"/>
                  </a:lnTo>
                  <a:lnTo>
                    <a:pt x="492" y="696"/>
                  </a:lnTo>
                  <a:lnTo>
                    <a:pt x="498" y="690"/>
                  </a:lnTo>
                  <a:lnTo>
                    <a:pt x="498" y="684"/>
                  </a:lnTo>
                  <a:lnTo>
                    <a:pt x="522" y="684"/>
                  </a:lnTo>
                  <a:lnTo>
                    <a:pt x="528" y="660"/>
                  </a:lnTo>
                  <a:lnTo>
                    <a:pt x="534" y="660"/>
                  </a:lnTo>
                  <a:lnTo>
                    <a:pt x="540" y="654"/>
                  </a:lnTo>
                  <a:lnTo>
                    <a:pt x="564" y="654"/>
                  </a:lnTo>
                  <a:lnTo>
                    <a:pt x="564" y="642"/>
                  </a:lnTo>
                  <a:lnTo>
                    <a:pt x="582" y="624"/>
                  </a:lnTo>
                  <a:lnTo>
                    <a:pt x="594" y="624"/>
                  </a:lnTo>
                  <a:lnTo>
                    <a:pt x="600" y="618"/>
                  </a:lnTo>
                  <a:lnTo>
                    <a:pt x="594" y="612"/>
                  </a:lnTo>
                  <a:lnTo>
                    <a:pt x="600" y="600"/>
                  </a:lnTo>
                  <a:lnTo>
                    <a:pt x="600" y="588"/>
                  </a:lnTo>
                  <a:lnTo>
                    <a:pt x="636" y="570"/>
                  </a:lnTo>
                  <a:lnTo>
                    <a:pt x="636" y="552"/>
                  </a:lnTo>
                  <a:lnTo>
                    <a:pt x="630" y="546"/>
                  </a:lnTo>
                  <a:lnTo>
                    <a:pt x="618" y="546"/>
                  </a:lnTo>
                  <a:lnTo>
                    <a:pt x="600" y="564"/>
                  </a:lnTo>
                  <a:lnTo>
                    <a:pt x="600" y="570"/>
                  </a:lnTo>
                  <a:lnTo>
                    <a:pt x="558" y="570"/>
                  </a:lnTo>
                  <a:lnTo>
                    <a:pt x="558" y="552"/>
                  </a:lnTo>
                  <a:lnTo>
                    <a:pt x="546" y="552"/>
                  </a:lnTo>
                  <a:lnTo>
                    <a:pt x="534" y="522"/>
                  </a:lnTo>
                  <a:lnTo>
                    <a:pt x="480" y="516"/>
                  </a:lnTo>
                  <a:lnTo>
                    <a:pt x="486" y="504"/>
                  </a:lnTo>
                  <a:lnTo>
                    <a:pt x="486" y="498"/>
                  </a:lnTo>
                  <a:lnTo>
                    <a:pt x="492" y="492"/>
                  </a:lnTo>
                  <a:lnTo>
                    <a:pt x="492" y="480"/>
                  </a:lnTo>
                  <a:lnTo>
                    <a:pt x="480" y="468"/>
                  </a:lnTo>
                  <a:lnTo>
                    <a:pt x="486" y="462"/>
                  </a:lnTo>
                  <a:lnTo>
                    <a:pt x="498" y="462"/>
                  </a:lnTo>
                  <a:lnTo>
                    <a:pt x="504" y="456"/>
                  </a:lnTo>
                  <a:lnTo>
                    <a:pt x="504" y="450"/>
                  </a:lnTo>
                  <a:lnTo>
                    <a:pt x="498" y="444"/>
                  </a:lnTo>
                  <a:lnTo>
                    <a:pt x="486" y="438"/>
                  </a:lnTo>
                  <a:lnTo>
                    <a:pt x="456" y="438"/>
                  </a:lnTo>
                  <a:lnTo>
                    <a:pt x="444" y="396"/>
                  </a:lnTo>
                  <a:lnTo>
                    <a:pt x="420" y="378"/>
                  </a:lnTo>
                  <a:lnTo>
                    <a:pt x="450" y="354"/>
                  </a:lnTo>
                  <a:lnTo>
                    <a:pt x="390" y="354"/>
                  </a:lnTo>
                  <a:lnTo>
                    <a:pt x="384" y="360"/>
                  </a:lnTo>
                  <a:lnTo>
                    <a:pt x="372" y="360"/>
                  </a:lnTo>
                  <a:lnTo>
                    <a:pt x="366" y="366"/>
                  </a:lnTo>
                  <a:lnTo>
                    <a:pt x="354" y="372"/>
                  </a:lnTo>
                  <a:lnTo>
                    <a:pt x="366" y="354"/>
                  </a:lnTo>
                  <a:lnTo>
                    <a:pt x="360" y="342"/>
                  </a:lnTo>
                  <a:lnTo>
                    <a:pt x="342" y="324"/>
                  </a:lnTo>
                  <a:lnTo>
                    <a:pt x="342" y="306"/>
                  </a:lnTo>
                  <a:lnTo>
                    <a:pt x="354" y="306"/>
                  </a:lnTo>
                  <a:lnTo>
                    <a:pt x="348" y="276"/>
                  </a:lnTo>
                  <a:lnTo>
                    <a:pt x="360" y="276"/>
                  </a:lnTo>
                  <a:lnTo>
                    <a:pt x="366" y="270"/>
                  </a:lnTo>
                  <a:lnTo>
                    <a:pt x="366" y="234"/>
                  </a:lnTo>
                  <a:lnTo>
                    <a:pt x="372" y="240"/>
                  </a:lnTo>
                  <a:lnTo>
                    <a:pt x="384" y="240"/>
                  </a:lnTo>
                  <a:lnTo>
                    <a:pt x="390" y="234"/>
                  </a:lnTo>
                  <a:lnTo>
                    <a:pt x="396" y="222"/>
                  </a:lnTo>
                  <a:lnTo>
                    <a:pt x="396" y="216"/>
                  </a:lnTo>
                  <a:lnTo>
                    <a:pt x="378" y="198"/>
                  </a:lnTo>
                  <a:lnTo>
                    <a:pt x="390" y="198"/>
                  </a:lnTo>
                  <a:lnTo>
                    <a:pt x="396" y="192"/>
                  </a:lnTo>
                  <a:lnTo>
                    <a:pt x="408" y="192"/>
                  </a:lnTo>
                  <a:lnTo>
                    <a:pt x="396" y="132"/>
                  </a:lnTo>
                  <a:lnTo>
                    <a:pt x="384" y="108"/>
                  </a:lnTo>
                  <a:lnTo>
                    <a:pt x="384" y="78"/>
                  </a:lnTo>
                  <a:lnTo>
                    <a:pt x="378" y="72"/>
                  </a:lnTo>
                  <a:lnTo>
                    <a:pt x="342" y="72"/>
                  </a:lnTo>
                  <a:lnTo>
                    <a:pt x="342" y="66"/>
                  </a:lnTo>
                  <a:lnTo>
                    <a:pt x="336" y="60"/>
                  </a:lnTo>
                  <a:lnTo>
                    <a:pt x="318" y="24"/>
                  </a:lnTo>
                  <a:lnTo>
                    <a:pt x="306" y="18"/>
                  </a:lnTo>
                  <a:lnTo>
                    <a:pt x="300" y="6"/>
                  </a:lnTo>
                  <a:lnTo>
                    <a:pt x="294" y="0"/>
                  </a:lnTo>
                  <a:lnTo>
                    <a:pt x="288" y="0"/>
                  </a:lnTo>
                  <a:lnTo>
                    <a:pt x="282" y="18"/>
                  </a:lnTo>
                  <a:lnTo>
                    <a:pt x="282" y="48"/>
                  </a:lnTo>
                  <a:lnTo>
                    <a:pt x="276" y="48"/>
                  </a:lnTo>
                  <a:lnTo>
                    <a:pt x="270" y="54"/>
                  </a:lnTo>
                  <a:lnTo>
                    <a:pt x="258" y="60"/>
                  </a:lnTo>
                  <a:lnTo>
                    <a:pt x="246" y="72"/>
                  </a:lnTo>
                  <a:lnTo>
                    <a:pt x="252" y="84"/>
                  </a:lnTo>
                  <a:lnTo>
                    <a:pt x="258" y="90"/>
                  </a:lnTo>
                  <a:lnTo>
                    <a:pt x="270" y="96"/>
                  </a:lnTo>
                  <a:lnTo>
                    <a:pt x="276" y="102"/>
                  </a:lnTo>
                  <a:lnTo>
                    <a:pt x="276" y="108"/>
                  </a:lnTo>
                  <a:lnTo>
                    <a:pt x="258" y="108"/>
                  </a:lnTo>
                  <a:lnTo>
                    <a:pt x="252" y="102"/>
                  </a:lnTo>
                  <a:lnTo>
                    <a:pt x="216" y="102"/>
                  </a:lnTo>
                  <a:lnTo>
                    <a:pt x="204" y="108"/>
                  </a:lnTo>
                  <a:lnTo>
                    <a:pt x="198" y="108"/>
                  </a:lnTo>
                  <a:lnTo>
                    <a:pt x="198" y="126"/>
                  </a:lnTo>
                  <a:lnTo>
                    <a:pt x="186" y="138"/>
                  </a:lnTo>
                  <a:lnTo>
                    <a:pt x="174" y="144"/>
                  </a:lnTo>
                  <a:lnTo>
                    <a:pt x="162" y="144"/>
                  </a:lnTo>
                  <a:lnTo>
                    <a:pt x="156" y="150"/>
                  </a:lnTo>
                  <a:lnTo>
                    <a:pt x="150" y="150"/>
                  </a:lnTo>
                  <a:lnTo>
                    <a:pt x="150" y="174"/>
                  </a:lnTo>
                  <a:lnTo>
                    <a:pt x="156" y="180"/>
                  </a:lnTo>
                  <a:lnTo>
                    <a:pt x="156" y="186"/>
                  </a:lnTo>
                  <a:lnTo>
                    <a:pt x="162" y="192"/>
                  </a:lnTo>
                  <a:lnTo>
                    <a:pt x="162" y="204"/>
                  </a:lnTo>
                  <a:lnTo>
                    <a:pt x="144" y="234"/>
                  </a:lnTo>
                  <a:lnTo>
                    <a:pt x="138" y="240"/>
                  </a:lnTo>
                  <a:lnTo>
                    <a:pt x="126" y="246"/>
                  </a:lnTo>
                  <a:lnTo>
                    <a:pt x="126" y="264"/>
                  </a:lnTo>
                  <a:lnTo>
                    <a:pt x="132" y="276"/>
                  </a:lnTo>
                  <a:lnTo>
                    <a:pt x="138" y="282"/>
                  </a:lnTo>
                  <a:lnTo>
                    <a:pt x="120" y="336"/>
                  </a:lnTo>
                  <a:lnTo>
                    <a:pt x="120" y="372"/>
                  </a:lnTo>
                  <a:lnTo>
                    <a:pt x="108" y="372"/>
                  </a:lnTo>
                  <a:lnTo>
                    <a:pt x="96" y="366"/>
                  </a:lnTo>
                  <a:lnTo>
                    <a:pt x="42" y="366"/>
                  </a:lnTo>
                  <a:lnTo>
                    <a:pt x="48" y="366"/>
                  </a:lnTo>
                  <a:lnTo>
                    <a:pt x="66" y="384"/>
                  </a:lnTo>
                  <a:lnTo>
                    <a:pt x="72" y="432"/>
                  </a:lnTo>
                  <a:lnTo>
                    <a:pt x="66" y="432"/>
                  </a:lnTo>
                  <a:lnTo>
                    <a:pt x="48" y="450"/>
                  </a:lnTo>
                  <a:lnTo>
                    <a:pt x="54" y="462"/>
                  </a:lnTo>
                  <a:lnTo>
                    <a:pt x="54" y="486"/>
                  </a:lnTo>
                  <a:lnTo>
                    <a:pt x="72" y="504"/>
                  </a:lnTo>
                  <a:lnTo>
                    <a:pt x="72" y="516"/>
                  </a:lnTo>
                  <a:lnTo>
                    <a:pt x="60" y="516"/>
                  </a:lnTo>
                  <a:lnTo>
                    <a:pt x="54" y="510"/>
                  </a:lnTo>
                  <a:lnTo>
                    <a:pt x="48" y="510"/>
                  </a:lnTo>
                  <a:lnTo>
                    <a:pt x="48" y="534"/>
                  </a:lnTo>
                  <a:lnTo>
                    <a:pt x="30" y="516"/>
                  </a:lnTo>
                  <a:lnTo>
                    <a:pt x="42" y="576"/>
                  </a:lnTo>
                  <a:lnTo>
                    <a:pt x="6" y="570"/>
                  </a:lnTo>
                  <a:lnTo>
                    <a:pt x="6" y="576"/>
                  </a:lnTo>
                  <a:lnTo>
                    <a:pt x="0" y="58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58" name="Morocco" descr="© INSCALE GmbH, 05.05.2010&#10;http://www.presentationload.com/">
              <a:extLst>
                <a:ext uri="{FF2B5EF4-FFF2-40B4-BE49-F238E27FC236}">
                  <a16:creationId xmlns:a16="http://schemas.microsoft.com/office/drawing/2014/main" id="{CA947A4C-FA0E-48AA-A7EE-0E429F0A05B1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439902" y="2052802"/>
              <a:ext cx="280455" cy="217070"/>
            </a:xfrm>
            <a:custGeom>
              <a:avLst/>
              <a:gdLst>
                <a:gd name="T0" fmla="*/ 2147483647 w 846"/>
                <a:gd name="T1" fmla="*/ 2147483647 h 660"/>
                <a:gd name="T2" fmla="*/ 2147483647 w 846"/>
                <a:gd name="T3" fmla="*/ 2147483647 h 660"/>
                <a:gd name="T4" fmla="*/ 2147483647 w 846"/>
                <a:gd name="T5" fmla="*/ 2147483647 h 660"/>
                <a:gd name="T6" fmla="*/ 2147483647 w 846"/>
                <a:gd name="T7" fmla="*/ 2147483647 h 660"/>
                <a:gd name="T8" fmla="*/ 2147483647 w 846"/>
                <a:gd name="T9" fmla="*/ 2147483647 h 660"/>
                <a:gd name="T10" fmla="*/ 2147483647 w 846"/>
                <a:gd name="T11" fmla="*/ 2147483647 h 660"/>
                <a:gd name="T12" fmla="*/ 2147483647 w 846"/>
                <a:gd name="T13" fmla="*/ 2147483647 h 660"/>
                <a:gd name="T14" fmla="*/ 2147483647 w 846"/>
                <a:gd name="T15" fmla="*/ 2147483647 h 660"/>
                <a:gd name="T16" fmla="*/ 2147483647 w 846"/>
                <a:gd name="T17" fmla="*/ 2147483647 h 660"/>
                <a:gd name="T18" fmla="*/ 2147483647 w 846"/>
                <a:gd name="T19" fmla="*/ 0 h 660"/>
                <a:gd name="T20" fmla="*/ 2147483647 w 846"/>
                <a:gd name="T21" fmla="*/ 2147483647 h 660"/>
                <a:gd name="T22" fmla="*/ 2147483647 w 846"/>
                <a:gd name="T23" fmla="*/ 2147483647 h 660"/>
                <a:gd name="T24" fmla="*/ 2147483647 w 846"/>
                <a:gd name="T25" fmla="*/ 2147483647 h 660"/>
                <a:gd name="T26" fmla="*/ 2147483647 w 846"/>
                <a:gd name="T27" fmla="*/ 2147483647 h 660"/>
                <a:gd name="T28" fmla="*/ 2147483647 w 846"/>
                <a:gd name="T29" fmla="*/ 2147483647 h 660"/>
                <a:gd name="T30" fmla="*/ 2147483647 w 846"/>
                <a:gd name="T31" fmla="*/ 2147483647 h 660"/>
                <a:gd name="T32" fmla="*/ 2147483647 w 846"/>
                <a:gd name="T33" fmla="*/ 2147483647 h 660"/>
                <a:gd name="T34" fmla="*/ 2147483647 w 846"/>
                <a:gd name="T35" fmla="*/ 2147483647 h 660"/>
                <a:gd name="T36" fmla="*/ 2147483647 w 846"/>
                <a:gd name="T37" fmla="*/ 2147483647 h 660"/>
                <a:gd name="T38" fmla="*/ 2147483647 w 846"/>
                <a:gd name="T39" fmla="*/ 2147483647 h 660"/>
                <a:gd name="T40" fmla="*/ 2147483647 w 846"/>
                <a:gd name="T41" fmla="*/ 2147483647 h 660"/>
                <a:gd name="T42" fmla="*/ 2147483647 w 846"/>
                <a:gd name="T43" fmla="*/ 2147483647 h 660"/>
                <a:gd name="T44" fmla="*/ 2147483647 w 846"/>
                <a:gd name="T45" fmla="*/ 2147483647 h 660"/>
                <a:gd name="T46" fmla="*/ 2147483647 w 846"/>
                <a:gd name="T47" fmla="*/ 2147483647 h 660"/>
                <a:gd name="T48" fmla="*/ 2147483647 w 846"/>
                <a:gd name="T49" fmla="*/ 2147483647 h 660"/>
                <a:gd name="T50" fmla="*/ 2147483647 w 846"/>
                <a:gd name="T51" fmla="*/ 2147483647 h 660"/>
                <a:gd name="T52" fmla="*/ 2147483647 w 846"/>
                <a:gd name="T53" fmla="*/ 2147483647 h 660"/>
                <a:gd name="T54" fmla="*/ 2147483647 w 846"/>
                <a:gd name="T55" fmla="*/ 2147483647 h 660"/>
                <a:gd name="T56" fmla="*/ 2147483647 w 846"/>
                <a:gd name="T57" fmla="*/ 2147483647 h 660"/>
                <a:gd name="T58" fmla="*/ 2147483647 w 846"/>
                <a:gd name="T59" fmla="*/ 2147483647 h 660"/>
                <a:gd name="T60" fmla="*/ 2147483647 w 846"/>
                <a:gd name="T61" fmla="*/ 2147483647 h 660"/>
                <a:gd name="T62" fmla="*/ 2147483647 w 846"/>
                <a:gd name="T63" fmla="*/ 2147483647 h 660"/>
                <a:gd name="T64" fmla="*/ 2147483647 w 846"/>
                <a:gd name="T65" fmla="*/ 2147483647 h 660"/>
                <a:gd name="T66" fmla="*/ 2147483647 w 846"/>
                <a:gd name="T67" fmla="*/ 2147483647 h 660"/>
                <a:gd name="T68" fmla="*/ 2147483647 w 846"/>
                <a:gd name="T69" fmla="*/ 2147483647 h 660"/>
                <a:gd name="T70" fmla="*/ 2147483647 w 846"/>
                <a:gd name="T71" fmla="*/ 2147483647 h 660"/>
                <a:gd name="T72" fmla="*/ 2147483647 w 846"/>
                <a:gd name="T73" fmla="*/ 2147483647 h 660"/>
                <a:gd name="T74" fmla="*/ 2147483647 w 846"/>
                <a:gd name="T75" fmla="*/ 2147483647 h 660"/>
                <a:gd name="T76" fmla="*/ 2147483647 w 846"/>
                <a:gd name="T77" fmla="*/ 2147483647 h 660"/>
                <a:gd name="T78" fmla="*/ 2147483647 w 846"/>
                <a:gd name="T79" fmla="*/ 2147483647 h 660"/>
                <a:gd name="T80" fmla="*/ 2147483647 w 846"/>
                <a:gd name="T81" fmla="*/ 2147483647 h 660"/>
                <a:gd name="T82" fmla="*/ 2147483647 w 846"/>
                <a:gd name="T83" fmla="*/ 2147483647 h 660"/>
                <a:gd name="T84" fmla="*/ 2147483647 w 846"/>
                <a:gd name="T85" fmla="*/ 2147483647 h 660"/>
                <a:gd name="T86" fmla="*/ 2147483647 w 846"/>
                <a:gd name="T87" fmla="*/ 2147483647 h 660"/>
                <a:gd name="T88" fmla="*/ 2147483647 w 846"/>
                <a:gd name="T89" fmla="*/ 2147483647 h 66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846"/>
                <a:gd name="T136" fmla="*/ 0 h 660"/>
                <a:gd name="T137" fmla="*/ 846 w 846"/>
                <a:gd name="T138" fmla="*/ 660 h 66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846" h="660">
                  <a:moveTo>
                    <a:pt x="822" y="246"/>
                  </a:moveTo>
                  <a:lnTo>
                    <a:pt x="822" y="216"/>
                  </a:lnTo>
                  <a:lnTo>
                    <a:pt x="804" y="216"/>
                  </a:lnTo>
                  <a:lnTo>
                    <a:pt x="816" y="186"/>
                  </a:lnTo>
                  <a:lnTo>
                    <a:pt x="804" y="168"/>
                  </a:lnTo>
                  <a:lnTo>
                    <a:pt x="810" y="102"/>
                  </a:lnTo>
                  <a:lnTo>
                    <a:pt x="798" y="102"/>
                  </a:lnTo>
                  <a:lnTo>
                    <a:pt x="798" y="90"/>
                  </a:lnTo>
                  <a:lnTo>
                    <a:pt x="804" y="84"/>
                  </a:lnTo>
                  <a:lnTo>
                    <a:pt x="792" y="78"/>
                  </a:lnTo>
                  <a:lnTo>
                    <a:pt x="786" y="66"/>
                  </a:lnTo>
                  <a:lnTo>
                    <a:pt x="780" y="60"/>
                  </a:lnTo>
                  <a:lnTo>
                    <a:pt x="744" y="42"/>
                  </a:lnTo>
                  <a:lnTo>
                    <a:pt x="720" y="42"/>
                  </a:lnTo>
                  <a:lnTo>
                    <a:pt x="708" y="48"/>
                  </a:lnTo>
                  <a:lnTo>
                    <a:pt x="702" y="54"/>
                  </a:lnTo>
                  <a:lnTo>
                    <a:pt x="696" y="54"/>
                  </a:lnTo>
                  <a:lnTo>
                    <a:pt x="690" y="48"/>
                  </a:lnTo>
                  <a:lnTo>
                    <a:pt x="678" y="48"/>
                  </a:lnTo>
                  <a:lnTo>
                    <a:pt x="666" y="42"/>
                  </a:lnTo>
                  <a:lnTo>
                    <a:pt x="654" y="42"/>
                  </a:lnTo>
                  <a:lnTo>
                    <a:pt x="642" y="48"/>
                  </a:lnTo>
                  <a:lnTo>
                    <a:pt x="636" y="54"/>
                  </a:lnTo>
                  <a:lnTo>
                    <a:pt x="624" y="54"/>
                  </a:lnTo>
                  <a:lnTo>
                    <a:pt x="588" y="36"/>
                  </a:lnTo>
                  <a:lnTo>
                    <a:pt x="570" y="18"/>
                  </a:lnTo>
                  <a:lnTo>
                    <a:pt x="564" y="6"/>
                  </a:lnTo>
                  <a:lnTo>
                    <a:pt x="558" y="6"/>
                  </a:lnTo>
                  <a:lnTo>
                    <a:pt x="552" y="0"/>
                  </a:lnTo>
                  <a:lnTo>
                    <a:pt x="528" y="0"/>
                  </a:lnTo>
                  <a:lnTo>
                    <a:pt x="528" y="6"/>
                  </a:lnTo>
                  <a:lnTo>
                    <a:pt x="522" y="12"/>
                  </a:lnTo>
                  <a:lnTo>
                    <a:pt x="522" y="30"/>
                  </a:lnTo>
                  <a:lnTo>
                    <a:pt x="516" y="48"/>
                  </a:lnTo>
                  <a:lnTo>
                    <a:pt x="498" y="84"/>
                  </a:lnTo>
                  <a:lnTo>
                    <a:pt x="492" y="102"/>
                  </a:lnTo>
                  <a:lnTo>
                    <a:pt x="468" y="138"/>
                  </a:lnTo>
                  <a:lnTo>
                    <a:pt x="462" y="150"/>
                  </a:lnTo>
                  <a:lnTo>
                    <a:pt x="450" y="162"/>
                  </a:lnTo>
                  <a:lnTo>
                    <a:pt x="438" y="168"/>
                  </a:lnTo>
                  <a:lnTo>
                    <a:pt x="420" y="168"/>
                  </a:lnTo>
                  <a:lnTo>
                    <a:pt x="408" y="174"/>
                  </a:lnTo>
                  <a:lnTo>
                    <a:pt x="402" y="174"/>
                  </a:lnTo>
                  <a:lnTo>
                    <a:pt x="396" y="180"/>
                  </a:lnTo>
                  <a:lnTo>
                    <a:pt x="384" y="186"/>
                  </a:lnTo>
                  <a:lnTo>
                    <a:pt x="378" y="198"/>
                  </a:lnTo>
                  <a:lnTo>
                    <a:pt x="360" y="192"/>
                  </a:lnTo>
                  <a:lnTo>
                    <a:pt x="330" y="204"/>
                  </a:lnTo>
                  <a:lnTo>
                    <a:pt x="330" y="210"/>
                  </a:lnTo>
                  <a:lnTo>
                    <a:pt x="324" y="216"/>
                  </a:lnTo>
                  <a:lnTo>
                    <a:pt x="324" y="228"/>
                  </a:lnTo>
                  <a:lnTo>
                    <a:pt x="318" y="240"/>
                  </a:lnTo>
                  <a:lnTo>
                    <a:pt x="312" y="240"/>
                  </a:lnTo>
                  <a:lnTo>
                    <a:pt x="288" y="264"/>
                  </a:lnTo>
                  <a:lnTo>
                    <a:pt x="288" y="288"/>
                  </a:lnTo>
                  <a:lnTo>
                    <a:pt x="276" y="312"/>
                  </a:lnTo>
                  <a:lnTo>
                    <a:pt x="264" y="324"/>
                  </a:lnTo>
                  <a:lnTo>
                    <a:pt x="258" y="336"/>
                  </a:lnTo>
                  <a:lnTo>
                    <a:pt x="246" y="354"/>
                  </a:lnTo>
                  <a:lnTo>
                    <a:pt x="246" y="402"/>
                  </a:lnTo>
                  <a:lnTo>
                    <a:pt x="240" y="408"/>
                  </a:lnTo>
                  <a:lnTo>
                    <a:pt x="234" y="408"/>
                  </a:lnTo>
                  <a:lnTo>
                    <a:pt x="234" y="414"/>
                  </a:lnTo>
                  <a:lnTo>
                    <a:pt x="240" y="420"/>
                  </a:lnTo>
                  <a:lnTo>
                    <a:pt x="252" y="420"/>
                  </a:lnTo>
                  <a:lnTo>
                    <a:pt x="252" y="474"/>
                  </a:lnTo>
                  <a:lnTo>
                    <a:pt x="240" y="474"/>
                  </a:lnTo>
                  <a:lnTo>
                    <a:pt x="228" y="480"/>
                  </a:lnTo>
                  <a:lnTo>
                    <a:pt x="192" y="540"/>
                  </a:lnTo>
                  <a:lnTo>
                    <a:pt x="180" y="552"/>
                  </a:lnTo>
                  <a:lnTo>
                    <a:pt x="168" y="552"/>
                  </a:lnTo>
                  <a:lnTo>
                    <a:pt x="162" y="558"/>
                  </a:lnTo>
                  <a:lnTo>
                    <a:pt x="150" y="564"/>
                  </a:lnTo>
                  <a:lnTo>
                    <a:pt x="144" y="576"/>
                  </a:lnTo>
                  <a:lnTo>
                    <a:pt x="132" y="588"/>
                  </a:lnTo>
                  <a:lnTo>
                    <a:pt x="126" y="600"/>
                  </a:lnTo>
                  <a:lnTo>
                    <a:pt x="120" y="606"/>
                  </a:lnTo>
                  <a:lnTo>
                    <a:pt x="84" y="624"/>
                  </a:lnTo>
                  <a:lnTo>
                    <a:pt x="66" y="624"/>
                  </a:lnTo>
                  <a:lnTo>
                    <a:pt x="54" y="630"/>
                  </a:lnTo>
                  <a:lnTo>
                    <a:pt x="48" y="630"/>
                  </a:lnTo>
                  <a:lnTo>
                    <a:pt x="42" y="636"/>
                  </a:lnTo>
                  <a:lnTo>
                    <a:pt x="12" y="636"/>
                  </a:lnTo>
                  <a:lnTo>
                    <a:pt x="6" y="642"/>
                  </a:lnTo>
                  <a:lnTo>
                    <a:pt x="6" y="654"/>
                  </a:lnTo>
                  <a:lnTo>
                    <a:pt x="0" y="660"/>
                  </a:lnTo>
                  <a:lnTo>
                    <a:pt x="312" y="660"/>
                  </a:lnTo>
                  <a:lnTo>
                    <a:pt x="312" y="600"/>
                  </a:lnTo>
                  <a:lnTo>
                    <a:pt x="318" y="570"/>
                  </a:lnTo>
                  <a:lnTo>
                    <a:pt x="330" y="564"/>
                  </a:lnTo>
                  <a:lnTo>
                    <a:pt x="336" y="558"/>
                  </a:lnTo>
                  <a:lnTo>
                    <a:pt x="348" y="552"/>
                  </a:lnTo>
                  <a:lnTo>
                    <a:pt x="378" y="522"/>
                  </a:lnTo>
                  <a:lnTo>
                    <a:pt x="378" y="516"/>
                  </a:lnTo>
                  <a:lnTo>
                    <a:pt x="396" y="516"/>
                  </a:lnTo>
                  <a:lnTo>
                    <a:pt x="426" y="498"/>
                  </a:lnTo>
                  <a:lnTo>
                    <a:pt x="438" y="504"/>
                  </a:lnTo>
                  <a:lnTo>
                    <a:pt x="444" y="510"/>
                  </a:lnTo>
                  <a:lnTo>
                    <a:pt x="456" y="510"/>
                  </a:lnTo>
                  <a:lnTo>
                    <a:pt x="462" y="498"/>
                  </a:lnTo>
                  <a:lnTo>
                    <a:pt x="462" y="492"/>
                  </a:lnTo>
                  <a:lnTo>
                    <a:pt x="486" y="486"/>
                  </a:lnTo>
                  <a:lnTo>
                    <a:pt x="492" y="474"/>
                  </a:lnTo>
                  <a:lnTo>
                    <a:pt x="504" y="474"/>
                  </a:lnTo>
                  <a:lnTo>
                    <a:pt x="516" y="480"/>
                  </a:lnTo>
                  <a:lnTo>
                    <a:pt x="540" y="480"/>
                  </a:lnTo>
                  <a:lnTo>
                    <a:pt x="552" y="468"/>
                  </a:lnTo>
                  <a:lnTo>
                    <a:pt x="564" y="444"/>
                  </a:lnTo>
                  <a:lnTo>
                    <a:pt x="570" y="438"/>
                  </a:lnTo>
                  <a:lnTo>
                    <a:pt x="576" y="426"/>
                  </a:lnTo>
                  <a:lnTo>
                    <a:pt x="618" y="426"/>
                  </a:lnTo>
                  <a:lnTo>
                    <a:pt x="624" y="420"/>
                  </a:lnTo>
                  <a:lnTo>
                    <a:pt x="636" y="414"/>
                  </a:lnTo>
                  <a:lnTo>
                    <a:pt x="648" y="402"/>
                  </a:lnTo>
                  <a:lnTo>
                    <a:pt x="648" y="396"/>
                  </a:lnTo>
                  <a:lnTo>
                    <a:pt x="672" y="384"/>
                  </a:lnTo>
                  <a:lnTo>
                    <a:pt x="660" y="366"/>
                  </a:lnTo>
                  <a:lnTo>
                    <a:pt x="654" y="354"/>
                  </a:lnTo>
                  <a:lnTo>
                    <a:pt x="648" y="348"/>
                  </a:lnTo>
                  <a:lnTo>
                    <a:pt x="648" y="336"/>
                  </a:lnTo>
                  <a:lnTo>
                    <a:pt x="654" y="330"/>
                  </a:lnTo>
                  <a:lnTo>
                    <a:pt x="678" y="330"/>
                  </a:lnTo>
                  <a:lnTo>
                    <a:pt x="690" y="324"/>
                  </a:lnTo>
                  <a:lnTo>
                    <a:pt x="714" y="324"/>
                  </a:lnTo>
                  <a:lnTo>
                    <a:pt x="714" y="312"/>
                  </a:lnTo>
                  <a:lnTo>
                    <a:pt x="720" y="306"/>
                  </a:lnTo>
                  <a:lnTo>
                    <a:pt x="720" y="300"/>
                  </a:lnTo>
                  <a:lnTo>
                    <a:pt x="732" y="300"/>
                  </a:lnTo>
                  <a:lnTo>
                    <a:pt x="738" y="306"/>
                  </a:lnTo>
                  <a:lnTo>
                    <a:pt x="744" y="300"/>
                  </a:lnTo>
                  <a:lnTo>
                    <a:pt x="744" y="294"/>
                  </a:lnTo>
                  <a:lnTo>
                    <a:pt x="762" y="294"/>
                  </a:lnTo>
                  <a:lnTo>
                    <a:pt x="774" y="300"/>
                  </a:lnTo>
                  <a:lnTo>
                    <a:pt x="828" y="294"/>
                  </a:lnTo>
                  <a:lnTo>
                    <a:pt x="828" y="282"/>
                  </a:lnTo>
                  <a:lnTo>
                    <a:pt x="846" y="264"/>
                  </a:lnTo>
                  <a:lnTo>
                    <a:pt x="822" y="24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59" name="Montenegro" descr="© INSCALE GmbH, 05.05.2010&#10;http://www.presentationload.com/">
              <a:extLst>
                <a:ext uri="{FF2B5EF4-FFF2-40B4-BE49-F238E27FC236}">
                  <a16:creationId xmlns:a16="http://schemas.microsoft.com/office/drawing/2014/main" id="{18DFF310-01D8-4131-ACF0-549786ECAA71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146853" y="1848574"/>
              <a:ext cx="37481" cy="44955"/>
            </a:xfrm>
            <a:custGeom>
              <a:avLst/>
              <a:gdLst>
                <a:gd name="T0" fmla="*/ 2147483647 w 114"/>
                <a:gd name="T1" fmla="*/ 2147483647 h 138"/>
                <a:gd name="T2" fmla="*/ 2147483647 w 114"/>
                <a:gd name="T3" fmla="*/ 2147483647 h 138"/>
                <a:gd name="T4" fmla="*/ 2147483647 w 114"/>
                <a:gd name="T5" fmla="*/ 2147483647 h 138"/>
                <a:gd name="T6" fmla="*/ 2147483647 w 114"/>
                <a:gd name="T7" fmla="*/ 2147483647 h 138"/>
                <a:gd name="T8" fmla="*/ 2147483647 w 114"/>
                <a:gd name="T9" fmla="*/ 2147483647 h 138"/>
                <a:gd name="T10" fmla="*/ 2147483647 w 114"/>
                <a:gd name="T11" fmla="*/ 2147483647 h 138"/>
                <a:gd name="T12" fmla="*/ 2147483647 w 114"/>
                <a:gd name="T13" fmla="*/ 0 h 138"/>
                <a:gd name="T14" fmla="*/ 2147483647 w 114"/>
                <a:gd name="T15" fmla="*/ 0 h 138"/>
                <a:gd name="T16" fmla="*/ 2147483647 w 114"/>
                <a:gd name="T17" fmla="*/ 2147483647 h 138"/>
                <a:gd name="T18" fmla="*/ 2147483647 w 114"/>
                <a:gd name="T19" fmla="*/ 2147483647 h 138"/>
                <a:gd name="T20" fmla="*/ 2147483647 w 114"/>
                <a:gd name="T21" fmla="*/ 2147483647 h 138"/>
                <a:gd name="T22" fmla="*/ 2147483647 w 114"/>
                <a:gd name="T23" fmla="*/ 2147483647 h 138"/>
                <a:gd name="T24" fmla="*/ 2147483647 w 114"/>
                <a:gd name="T25" fmla="*/ 2147483647 h 138"/>
                <a:gd name="T26" fmla="*/ 2147483647 w 114"/>
                <a:gd name="T27" fmla="*/ 2147483647 h 138"/>
                <a:gd name="T28" fmla="*/ 0 w 114"/>
                <a:gd name="T29" fmla="*/ 2147483647 h 138"/>
                <a:gd name="T30" fmla="*/ 0 w 114"/>
                <a:gd name="T31" fmla="*/ 2147483647 h 138"/>
                <a:gd name="T32" fmla="*/ 2147483647 w 114"/>
                <a:gd name="T33" fmla="*/ 2147483647 h 138"/>
                <a:gd name="T34" fmla="*/ 2147483647 w 114"/>
                <a:gd name="T35" fmla="*/ 2147483647 h 138"/>
                <a:gd name="T36" fmla="*/ 2147483647 w 114"/>
                <a:gd name="T37" fmla="*/ 2147483647 h 138"/>
                <a:gd name="T38" fmla="*/ 2147483647 w 114"/>
                <a:gd name="T39" fmla="*/ 2147483647 h 138"/>
                <a:gd name="T40" fmla="*/ 2147483647 w 114"/>
                <a:gd name="T41" fmla="*/ 2147483647 h 138"/>
                <a:gd name="T42" fmla="*/ 2147483647 w 114"/>
                <a:gd name="T43" fmla="*/ 2147483647 h 138"/>
                <a:gd name="T44" fmla="*/ 2147483647 w 114"/>
                <a:gd name="T45" fmla="*/ 2147483647 h 138"/>
                <a:gd name="T46" fmla="*/ 2147483647 w 114"/>
                <a:gd name="T47" fmla="*/ 2147483647 h 138"/>
                <a:gd name="T48" fmla="*/ 2147483647 w 114"/>
                <a:gd name="T49" fmla="*/ 2147483647 h 138"/>
                <a:gd name="T50" fmla="*/ 2147483647 w 114"/>
                <a:gd name="T51" fmla="*/ 2147483647 h 138"/>
                <a:gd name="T52" fmla="*/ 2147483647 w 114"/>
                <a:gd name="T53" fmla="*/ 2147483647 h 138"/>
                <a:gd name="T54" fmla="*/ 2147483647 w 114"/>
                <a:gd name="T55" fmla="*/ 2147483647 h 138"/>
                <a:gd name="T56" fmla="*/ 2147483647 w 114"/>
                <a:gd name="T57" fmla="*/ 2147483647 h 138"/>
                <a:gd name="T58" fmla="*/ 2147483647 w 114"/>
                <a:gd name="T59" fmla="*/ 2147483647 h 138"/>
                <a:gd name="T60" fmla="*/ 2147483647 w 114"/>
                <a:gd name="T61" fmla="*/ 2147483647 h 138"/>
                <a:gd name="T62" fmla="*/ 2147483647 w 114"/>
                <a:gd name="T63" fmla="*/ 2147483647 h 138"/>
                <a:gd name="T64" fmla="*/ 2147483647 w 114"/>
                <a:gd name="T65" fmla="*/ 2147483647 h 138"/>
                <a:gd name="T66" fmla="*/ 2147483647 w 114"/>
                <a:gd name="T67" fmla="*/ 2147483647 h 138"/>
                <a:gd name="T68" fmla="*/ 2147483647 w 114"/>
                <a:gd name="T69" fmla="*/ 2147483647 h 138"/>
                <a:gd name="T70" fmla="*/ 2147483647 w 114"/>
                <a:gd name="T71" fmla="*/ 2147483647 h 13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14"/>
                <a:gd name="T109" fmla="*/ 0 h 138"/>
                <a:gd name="T110" fmla="*/ 114 w 114"/>
                <a:gd name="T111" fmla="*/ 138 h 13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14" h="138">
                  <a:moveTo>
                    <a:pt x="114" y="42"/>
                  </a:moveTo>
                  <a:lnTo>
                    <a:pt x="108" y="48"/>
                  </a:lnTo>
                  <a:lnTo>
                    <a:pt x="96" y="30"/>
                  </a:lnTo>
                  <a:lnTo>
                    <a:pt x="84" y="18"/>
                  </a:lnTo>
                  <a:lnTo>
                    <a:pt x="66" y="6"/>
                  </a:lnTo>
                  <a:lnTo>
                    <a:pt x="60" y="6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42" y="24"/>
                  </a:lnTo>
                  <a:lnTo>
                    <a:pt x="24" y="24"/>
                  </a:lnTo>
                  <a:lnTo>
                    <a:pt x="18" y="30"/>
                  </a:lnTo>
                  <a:lnTo>
                    <a:pt x="18" y="36"/>
                  </a:lnTo>
                  <a:lnTo>
                    <a:pt x="12" y="48"/>
                  </a:lnTo>
                  <a:lnTo>
                    <a:pt x="6" y="48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24" y="72"/>
                  </a:lnTo>
                  <a:lnTo>
                    <a:pt x="6" y="102"/>
                  </a:lnTo>
                  <a:lnTo>
                    <a:pt x="18" y="102"/>
                  </a:lnTo>
                  <a:lnTo>
                    <a:pt x="24" y="96"/>
                  </a:lnTo>
                  <a:lnTo>
                    <a:pt x="36" y="96"/>
                  </a:lnTo>
                  <a:lnTo>
                    <a:pt x="36" y="114"/>
                  </a:lnTo>
                  <a:lnTo>
                    <a:pt x="60" y="138"/>
                  </a:lnTo>
                  <a:lnTo>
                    <a:pt x="72" y="126"/>
                  </a:lnTo>
                  <a:lnTo>
                    <a:pt x="66" y="108"/>
                  </a:lnTo>
                  <a:lnTo>
                    <a:pt x="60" y="114"/>
                  </a:lnTo>
                  <a:lnTo>
                    <a:pt x="42" y="102"/>
                  </a:lnTo>
                  <a:lnTo>
                    <a:pt x="66" y="102"/>
                  </a:lnTo>
                  <a:lnTo>
                    <a:pt x="78" y="96"/>
                  </a:lnTo>
                  <a:lnTo>
                    <a:pt x="78" y="78"/>
                  </a:lnTo>
                  <a:lnTo>
                    <a:pt x="108" y="90"/>
                  </a:lnTo>
                  <a:lnTo>
                    <a:pt x="114" y="84"/>
                  </a:lnTo>
                  <a:lnTo>
                    <a:pt x="114" y="90"/>
                  </a:lnTo>
                  <a:lnTo>
                    <a:pt x="114" y="4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60" name="Moldova" descr="© INSCALE GmbH, 05.05.2010&#10;http://www.presentationload.com/">
              <a:extLst>
                <a:ext uri="{FF2B5EF4-FFF2-40B4-BE49-F238E27FC236}">
                  <a16:creationId xmlns:a16="http://schemas.microsoft.com/office/drawing/2014/main" id="{5DB4A47F-F80E-4F14-88B1-F963E2C26826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313577" y="1722702"/>
              <a:ext cx="71083" cy="78352"/>
            </a:xfrm>
            <a:custGeom>
              <a:avLst/>
              <a:gdLst>
                <a:gd name="T0" fmla="*/ 2147483647 w 216"/>
                <a:gd name="T1" fmla="*/ 2147483647 h 240"/>
                <a:gd name="T2" fmla="*/ 2147483647 w 216"/>
                <a:gd name="T3" fmla="*/ 2147483647 h 240"/>
                <a:gd name="T4" fmla="*/ 2147483647 w 216"/>
                <a:gd name="T5" fmla="*/ 2147483647 h 240"/>
                <a:gd name="T6" fmla="*/ 2147483647 w 216"/>
                <a:gd name="T7" fmla="*/ 2147483647 h 240"/>
                <a:gd name="T8" fmla="*/ 2147483647 w 216"/>
                <a:gd name="T9" fmla="*/ 2147483647 h 240"/>
                <a:gd name="T10" fmla="*/ 2147483647 w 216"/>
                <a:gd name="T11" fmla="*/ 2147483647 h 240"/>
                <a:gd name="T12" fmla="*/ 2147483647 w 216"/>
                <a:gd name="T13" fmla="*/ 2147483647 h 240"/>
                <a:gd name="T14" fmla="*/ 2147483647 w 216"/>
                <a:gd name="T15" fmla="*/ 2147483647 h 240"/>
                <a:gd name="T16" fmla="*/ 2147483647 w 216"/>
                <a:gd name="T17" fmla="*/ 2147483647 h 240"/>
                <a:gd name="T18" fmla="*/ 2147483647 w 216"/>
                <a:gd name="T19" fmla="*/ 2147483647 h 240"/>
                <a:gd name="T20" fmla="*/ 2147483647 w 216"/>
                <a:gd name="T21" fmla="*/ 2147483647 h 240"/>
                <a:gd name="T22" fmla="*/ 2147483647 w 216"/>
                <a:gd name="T23" fmla="*/ 2147483647 h 240"/>
                <a:gd name="T24" fmla="*/ 2147483647 w 216"/>
                <a:gd name="T25" fmla="*/ 2147483647 h 240"/>
                <a:gd name="T26" fmla="*/ 2147483647 w 216"/>
                <a:gd name="T27" fmla="*/ 2147483647 h 240"/>
                <a:gd name="T28" fmla="*/ 2147483647 w 216"/>
                <a:gd name="T29" fmla="*/ 2147483647 h 240"/>
                <a:gd name="T30" fmla="*/ 2147483647 w 216"/>
                <a:gd name="T31" fmla="*/ 2147483647 h 240"/>
                <a:gd name="T32" fmla="*/ 2147483647 w 216"/>
                <a:gd name="T33" fmla="*/ 2147483647 h 240"/>
                <a:gd name="T34" fmla="*/ 2147483647 w 216"/>
                <a:gd name="T35" fmla="*/ 2147483647 h 240"/>
                <a:gd name="T36" fmla="*/ 2147483647 w 216"/>
                <a:gd name="T37" fmla="*/ 2147483647 h 240"/>
                <a:gd name="T38" fmla="*/ 2147483647 w 216"/>
                <a:gd name="T39" fmla="*/ 2147483647 h 240"/>
                <a:gd name="T40" fmla="*/ 2147483647 w 216"/>
                <a:gd name="T41" fmla="*/ 2147483647 h 240"/>
                <a:gd name="T42" fmla="*/ 2147483647 w 216"/>
                <a:gd name="T43" fmla="*/ 2147483647 h 240"/>
                <a:gd name="T44" fmla="*/ 2147483647 w 216"/>
                <a:gd name="T45" fmla="*/ 2147483647 h 240"/>
                <a:gd name="T46" fmla="*/ 2147483647 w 216"/>
                <a:gd name="T47" fmla="*/ 2147483647 h 240"/>
                <a:gd name="T48" fmla="*/ 2147483647 w 216"/>
                <a:gd name="T49" fmla="*/ 2147483647 h 240"/>
                <a:gd name="T50" fmla="*/ 2147483647 w 216"/>
                <a:gd name="T51" fmla="*/ 2147483647 h 240"/>
                <a:gd name="T52" fmla="*/ 2147483647 w 216"/>
                <a:gd name="T53" fmla="*/ 2147483647 h 240"/>
                <a:gd name="T54" fmla="*/ 2147483647 w 216"/>
                <a:gd name="T55" fmla="*/ 2147483647 h 240"/>
                <a:gd name="T56" fmla="*/ 2147483647 w 216"/>
                <a:gd name="T57" fmla="*/ 2147483647 h 240"/>
                <a:gd name="T58" fmla="*/ 2147483647 w 216"/>
                <a:gd name="T59" fmla="*/ 2147483647 h 240"/>
                <a:gd name="T60" fmla="*/ 2147483647 w 216"/>
                <a:gd name="T61" fmla="*/ 0 h 240"/>
                <a:gd name="T62" fmla="*/ 2147483647 w 216"/>
                <a:gd name="T63" fmla="*/ 2147483647 h 240"/>
                <a:gd name="T64" fmla="*/ 2147483647 w 216"/>
                <a:gd name="T65" fmla="*/ 2147483647 h 240"/>
                <a:gd name="T66" fmla="*/ 2147483647 w 216"/>
                <a:gd name="T67" fmla="*/ 2147483647 h 24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16"/>
                <a:gd name="T103" fmla="*/ 0 h 240"/>
                <a:gd name="T104" fmla="*/ 216 w 216"/>
                <a:gd name="T105" fmla="*/ 240 h 24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16" h="240">
                  <a:moveTo>
                    <a:pt x="0" y="18"/>
                  </a:moveTo>
                  <a:lnTo>
                    <a:pt x="18" y="24"/>
                  </a:lnTo>
                  <a:lnTo>
                    <a:pt x="24" y="30"/>
                  </a:lnTo>
                  <a:lnTo>
                    <a:pt x="30" y="42"/>
                  </a:lnTo>
                  <a:lnTo>
                    <a:pt x="36" y="48"/>
                  </a:lnTo>
                  <a:lnTo>
                    <a:pt x="36" y="60"/>
                  </a:lnTo>
                  <a:lnTo>
                    <a:pt x="60" y="72"/>
                  </a:lnTo>
                  <a:lnTo>
                    <a:pt x="66" y="96"/>
                  </a:lnTo>
                  <a:lnTo>
                    <a:pt x="78" y="96"/>
                  </a:lnTo>
                  <a:lnTo>
                    <a:pt x="84" y="114"/>
                  </a:lnTo>
                  <a:lnTo>
                    <a:pt x="102" y="114"/>
                  </a:lnTo>
                  <a:lnTo>
                    <a:pt x="108" y="120"/>
                  </a:lnTo>
                  <a:lnTo>
                    <a:pt x="108" y="162"/>
                  </a:lnTo>
                  <a:lnTo>
                    <a:pt x="114" y="162"/>
                  </a:lnTo>
                  <a:lnTo>
                    <a:pt x="108" y="168"/>
                  </a:lnTo>
                  <a:lnTo>
                    <a:pt x="108" y="180"/>
                  </a:lnTo>
                  <a:lnTo>
                    <a:pt x="102" y="186"/>
                  </a:lnTo>
                  <a:lnTo>
                    <a:pt x="102" y="198"/>
                  </a:lnTo>
                  <a:lnTo>
                    <a:pt x="108" y="210"/>
                  </a:lnTo>
                  <a:lnTo>
                    <a:pt x="114" y="216"/>
                  </a:lnTo>
                  <a:lnTo>
                    <a:pt x="114" y="240"/>
                  </a:lnTo>
                  <a:lnTo>
                    <a:pt x="138" y="234"/>
                  </a:lnTo>
                  <a:lnTo>
                    <a:pt x="138" y="222"/>
                  </a:lnTo>
                  <a:lnTo>
                    <a:pt x="132" y="216"/>
                  </a:lnTo>
                  <a:lnTo>
                    <a:pt x="132" y="204"/>
                  </a:lnTo>
                  <a:lnTo>
                    <a:pt x="138" y="204"/>
                  </a:lnTo>
                  <a:lnTo>
                    <a:pt x="150" y="198"/>
                  </a:lnTo>
                  <a:lnTo>
                    <a:pt x="156" y="192"/>
                  </a:lnTo>
                  <a:lnTo>
                    <a:pt x="174" y="180"/>
                  </a:lnTo>
                  <a:lnTo>
                    <a:pt x="168" y="174"/>
                  </a:lnTo>
                  <a:lnTo>
                    <a:pt x="156" y="168"/>
                  </a:lnTo>
                  <a:lnTo>
                    <a:pt x="150" y="168"/>
                  </a:lnTo>
                  <a:lnTo>
                    <a:pt x="150" y="162"/>
                  </a:lnTo>
                  <a:lnTo>
                    <a:pt x="156" y="156"/>
                  </a:lnTo>
                  <a:lnTo>
                    <a:pt x="174" y="156"/>
                  </a:lnTo>
                  <a:lnTo>
                    <a:pt x="180" y="162"/>
                  </a:lnTo>
                  <a:lnTo>
                    <a:pt x="198" y="162"/>
                  </a:lnTo>
                  <a:lnTo>
                    <a:pt x="210" y="156"/>
                  </a:lnTo>
                  <a:lnTo>
                    <a:pt x="216" y="156"/>
                  </a:lnTo>
                  <a:lnTo>
                    <a:pt x="216" y="126"/>
                  </a:lnTo>
                  <a:lnTo>
                    <a:pt x="210" y="120"/>
                  </a:lnTo>
                  <a:lnTo>
                    <a:pt x="198" y="120"/>
                  </a:lnTo>
                  <a:lnTo>
                    <a:pt x="192" y="114"/>
                  </a:lnTo>
                  <a:lnTo>
                    <a:pt x="180" y="114"/>
                  </a:lnTo>
                  <a:lnTo>
                    <a:pt x="180" y="96"/>
                  </a:lnTo>
                  <a:lnTo>
                    <a:pt x="186" y="90"/>
                  </a:lnTo>
                  <a:lnTo>
                    <a:pt x="180" y="84"/>
                  </a:lnTo>
                  <a:lnTo>
                    <a:pt x="174" y="84"/>
                  </a:lnTo>
                  <a:lnTo>
                    <a:pt x="162" y="90"/>
                  </a:lnTo>
                  <a:lnTo>
                    <a:pt x="162" y="66"/>
                  </a:lnTo>
                  <a:lnTo>
                    <a:pt x="168" y="60"/>
                  </a:lnTo>
                  <a:lnTo>
                    <a:pt x="162" y="48"/>
                  </a:lnTo>
                  <a:lnTo>
                    <a:pt x="156" y="42"/>
                  </a:lnTo>
                  <a:lnTo>
                    <a:pt x="144" y="36"/>
                  </a:lnTo>
                  <a:lnTo>
                    <a:pt x="126" y="36"/>
                  </a:lnTo>
                  <a:lnTo>
                    <a:pt x="126" y="24"/>
                  </a:lnTo>
                  <a:lnTo>
                    <a:pt x="120" y="18"/>
                  </a:lnTo>
                  <a:lnTo>
                    <a:pt x="78" y="18"/>
                  </a:lnTo>
                  <a:lnTo>
                    <a:pt x="78" y="12"/>
                  </a:lnTo>
                  <a:lnTo>
                    <a:pt x="72" y="12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2" y="6"/>
                  </a:lnTo>
                  <a:lnTo>
                    <a:pt x="36" y="6"/>
                  </a:lnTo>
                  <a:lnTo>
                    <a:pt x="36" y="12"/>
                  </a:lnTo>
                  <a:lnTo>
                    <a:pt x="24" y="12"/>
                  </a:lnTo>
                  <a:lnTo>
                    <a:pt x="12" y="6"/>
                  </a:lnTo>
                  <a:lnTo>
                    <a:pt x="6" y="6"/>
                  </a:lnTo>
                  <a:lnTo>
                    <a:pt x="0" y="1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61" name="Mozambique" descr="© INSCALE GmbH, 05.05.2010&#10;http://www.presentationload.com/">
              <a:extLst>
                <a:ext uri="{FF2B5EF4-FFF2-40B4-BE49-F238E27FC236}">
                  <a16:creationId xmlns:a16="http://schemas.microsoft.com/office/drawing/2014/main" id="{6AAB25A2-BA42-4382-8CB3-399FAA7997A7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436354" y="3279441"/>
              <a:ext cx="252022" cy="439277"/>
            </a:xfrm>
            <a:custGeom>
              <a:avLst/>
              <a:gdLst>
                <a:gd name="T0" fmla="*/ 2147483647 w 762"/>
                <a:gd name="T1" fmla="*/ 2147483647 h 1338"/>
                <a:gd name="T2" fmla="*/ 2147483647 w 762"/>
                <a:gd name="T3" fmla="*/ 2147483647 h 1338"/>
                <a:gd name="T4" fmla="*/ 2147483647 w 762"/>
                <a:gd name="T5" fmla="*/ 2147483647 h 1338"/>
                <a:gd name="T6" fmla="*/ 2147483647 w 762"/>
                <a:gd name="T7" fmla="*/ 2147483647 h 1338"/>
                <a:gd name="T8" fmla="*/ 2147483647 w 762"/>
                <a:gd name="T9" fmla="*/ 2147483647 h 1338"/>
                <a:gd name="T10" fmla="*/ 2147483647 w 762"/>
                <a:gd name="T11" fmla="*/ 2147483647 h 1338"/>
                <a:gd name="T12" fmla="*/ 2147483647 w 762"/>
                <a:gd name="T13" fmla="*/ 2147483647 h 1338"/>
                <a:gd name="T14" fmla="*/ 2147483647 w 762"/>
                <a:gd name="T15" fmla="*/ 2147483647 h 1338"/>
                <a:gd name="T16" fmla="*/ 2147483647 w 762"/>
                <a:gd name="T17" fmla="*/ 2147483647 h 1338"/>
                <a:gd name="T18" fmla="*/ 2147483647 w 762"/>
                <a:gd name="T19" fmla="*/ 2147483647 h 1338"/>
                <a:gd name="T20" fmla="*/ 2147483647 w 762"/>
                <a:gd name="T21" fmla="*/ 2147483647 h 1338"/>
                <a:gd name="T22" fmla="*/ 2147483647 w 762"/>
                <a:gd name="T23" fmla="*/ 2147483647 h 1338"/>
                <a:gd name="T24" fmla="*/ 2147483647 w 762"/>
                <a:gd name="T25" fmla="*/ 2147483647 h 1338"/>
                <a:gd name="T26" fmla="*/ 2147483647 w 762"/>
                <a:gd name="T27" fmla="*/ 2147483647 h 1338"/>
                <a:gd name="T28" fmla="*/ 2147483647 w 762"/>
                <a:gd name="T29" fmla="*/ 2147483647 h 1338"/>
                <a:gd name="T30" fmla="*/ 2147483647 w 762"/>
                <a:gd name="T31" fmla="*/ 2147483647 h 1338"/>
                <a:gd name="T32" fmla="*/ 2147483647 w 762"/>
                <a:gd name="T33" fmla="*/ 2147483647 h 1338"/>
                <a:gd name="T34" fmla="*/ 2147483647 w 762"/>
                <a:gd name="T35" fmla="*/ 2147483647 h 1338"/>
                <a:gd name="T36" fmla="*/ 2147483647 w 762"/>
                <a:gd name="T37" fmla="*/ 2147483647 h 1338"/>
                <a:gd name="T38" fmla="*/ 2147483647 w 762"/>
                <a:gd name="T39" fmla="*/ 2147483647 h 1338"/>
                <a:gd name="T40" fmla="*/ 2147483647 w 762"/>
                <a:gd name="T41" fmla="*/ 2147483647 h 1338"/>
                <a:gd name="T42" fmla="*/ 2147483647 w 762"/>
                <a:gd name="T43" fmla="*/ 2147483647 h 1338"/>
                <a:gd name="T44" fmla="*/ 2147483647 w 762"/>
                <a:gd name="T45" fmla="*/ 2147483647 h 1338"/>
                <a:gd name="T46" fmla="*/ 2147483647 w 762"/>
                <a:gd name="T47" fmla="*/ 2147483647 h 1338"/>
                <a:gd name="T48" fmla="*/ 2147483647 w 762"/>
                <a:gd name="T49" fmla="*/ 2147483647 h 1338"/>
                <a:gd name="T50" fmla="*/ 2147483647 w 762"/>
                <a:gd name="T51" fmla="*/ 2147483647 h 1338"/>
                <a:gd name="T52" fmla="*/ 2147483647 w 762"/>
                <a:gd name="T53" fmla="*/ 2147483647 h 1338"/>
                <a:gd name="T54" fmla="*/ 2147483647 w 762"/>
                <a:gd name="T55" fmla="*/ 2147483647 h 1338"/>
                <a:gd name="T56" fmla="*/ 0 w 762"/>
                <a:gd name="T57" fmla="*/ 2147483647 h 1338"/>
                <a:gd name="T58" fmla="*/ 2147483647 w 762"/>
                <a:gd name="T59" fmla="*/ 2147483647 h 1338"/>
                <a:gd name="T60" fmla="*/ 2147483647 w 762"/>
                <a:gd name="T61" fmla="*/ 2147483647 h 1338"/>
                <a:gd name="T62" fmla="*/ 2147483647 w 762"/>
                <a:gd name="T63" fmla="*/ 2147483647 h 1338"/>
                <a:gd name="T64" fmla="*/ 2147483647 w 762"/>
                <a:gd name="T65" fmla="*/ 2147483647 h 1338"/>
                <a:gd name="T66" fmla="*/ 2147483647 w 762"/>
                <a:gd name="T67" fmla="*/ 2147483647 h 1338"/>
                <a:gd name="T68" fmla="*/ 2147483647 w 762"/>
                <a:gd name="T69" fmla="*/ 2147483647 h 1338"/>
                <a:gd name="T70" fmla="*/ 2147483647 w 762"/>
                <a:gd name="T71" fmla="*/ 2147483647 h 1338"/>
                <a:gd name="T72" fmla="*/ 2147483647 w 762"/>
                <a:gd name="T73" fmla="*/ 2147483647 h 1338"/>
                <a:gd name="T74" fmla="*/ 2147483647 w 762"/>
                <a:gd name="T75" fmla="*/ 2147483647 h 1338"/>
                <a:gd name="T76" fmla="*/ 2147483647 w 762"/>
                <a:gd name="T77" fmla="*/ 2147483647 h 1338"/>
                <a:gd name="T78" fmla="*/ 2147483647 w 762"/>
                <a:gd name="T79" fmla="*/ 2147483647 h 1338"/>
                <a:gd name="T80" fmla="*/ 2147483647 w 762"/>
                <a:gd name="T81" fmla="*/ 2147483647 h 1338"/>
                <a:gd name="T82" fmla="*/ 2147483647 w 762"/>
                <a:gd name="T83" fmla="*/ 2147483647 h 1338"/>
                <a:gd name="T84" fmla="*/ 2147483647 w 762"/>
                <a:gd name="T85" fmla="*/ 2147483647 h 1338"/>
                <a:gd name="T86" fmla="*/ 2147483647 w 762"/>
                <a:gd name="T87" fmla="*/ 2147483647 h 1338"/>
                <a:gd name="T88" fmla="*/ 2147483647 w 762"/>
                <a:gd name="T89" fmla="*/ 2147483647 h 1338"/>
                <a:gd name="T90" fmla="*/ 2147483647 w 762"/>
                <a:gd name="T91" fmla="*/ 2147483647 h 1338"/>
                <a:gd name="T92" fmla="*/ 2147483647 w 762"/>
                <a:gd name="T93" fmla="*/ 2147483647 h 1338"/>
                <a:gd name="T94" fmla="*/ 2147483647 w 762"/>
                <a:gd name="T95" fmla="*/ 2147483647 h 1338"/>
                <a:gd name="T96" fmla="*/ 2147483647 w 762"/>
                <a:gd name="T97" fmla="*/ 2147483647 h 1338"/>
                <a:gd name="T98" fmla="*/ 2147483647 w 762"/>
                <a:gd name="T99" fmla="*/ 2147483647 h 1338"/>
                <a:gd name="T100" fmla="*/ 2147483647 w 762"/>
                <a:gd name="T101" fmla="*/ 2147483647 h 1338"/>
                <a:gd name="T102" fmla="*/ 2147483647 w 762"/>
                <a:gd name="T103" fmla="*/ 2147483647 h 1338"/>
                <a:gd name="T104" fmla="*/ 2147483647 w 762"/>
                <a:gd name="T105" fmla="*/ 2147483647 h 1338"/>
                <a:gd name="T106" fmla="*/ 2147483647 w 762"/>
                <a:gd name="T107" fmla="*/ 2147483647 h 1338"/>
                <a:gd name="T108" fmla="*/ 2147483647 w 762"/>
                <a:gd name="T109" fmla="*/ 2147483647 h 1338"/>
                <a:gd name="T110" fmla="*/ 2147483647 w 762"/>
                <a:gd name="T111" fmla="*/ 2147483647 h 1338"/>
                <a:gd name="T112" fmla="*/ 2147483647 w 762"/>
                <a:gd name="T113" fmla="*/ 2147483647 h 1338"/>
                <a:gd name="T114" fmla="*/ 2147483647 w 762"/>
                <a:gd name="T115" fmla="*/ 2147483647 h 1338"/>
                <a:gd name="T116" fmla="*/ 2147483647 w 762"/>
                <a:gd name="T117" fmla="*/ 2147483647 h 1338"/>
                <a:gd name="T118" fmla="*/ 2147483647 w 762"/>
                <a:gd name="T119" fmla="*/ 2147483647 h 1338"/>
                <a:gd name="T120" fmla="*/ 2147483647 w 762"/>
                <a:gd name="T121" fmla="*/ 2147483647 h 1338"/>
                <a:gd name="T122" fmla="*/ 2147483647 w 762"/>
                <a:gd name="T123" fmla="*/ 2147483647 h 133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2"/>
                <a:gd name="T187" fmla="*/ 0 h 1338"/>
                <a:gd name="T188" fmla="*/ 762 w 762"/>
                <a:gd name="T189" fmla="*/ 1338 h 133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2" h="1338">
                  <a:moveTo>
                    <a:pt x="762" y="342"/>
                  </a:moveTo>
                  <a:lnTo>
                    <a:pt x="762" y="324"/>
                  </a:lnTo>
                  <a:lnTo>
                    <a:pt x="756" y="318"/>
                  </a:lnTo>
                  <a:lnTo>
                    <a:pt x="744" y="318"/>
                  </a:lnTo>
                  <a:lnTo>
                    <a:pt x="744" y="258"/>
                  </a:lnTo>
                  <a:lnTo>
                    <a:pt x="732" y="246"/>
                  </a:lnTo>
                  <a:lnTo>
                    <a:pt x="750" y="234"/>
                  </a:lnTo>
                  <a:lnTo>
                    <a:pt x="738" y="186"/>
                  </a:lnTo>
                  <a:lnTo>
                    <a:pt x="750" y="156"/>
                  </a:lnTo>
                  <a:lnTo>
                    <a:pt x="738" y="120"/>
                  </a:lnTo>
                  <a:lnTo>
                    <a:pt x="738" y="108"/>
                  </a:lnTo>
                  <a:lnTo>
                    <a:pt x="750" y="72"/>
                  </a:lnTo>
                  <a:lnTo>
                    <a:pt x="756" y="42"/>
                  </a:lnTo>
                  <a:lnTo>
                    <a:pt x="756" y="12"/>
                  </a:lnTo>
                  <a:lnTo>
                    <a:pt x="744" y="0"/>
                  </a:lnTo>
                  <a:lnTo>
                    <a:pt x="666" y="54"/>
                  </a:lnTo>
                  <a:lnTo>
                    <a:pt x="636" y="60"/>
                  </a:lnTo>
                  <a:lnTo>
                    <a:pt x="630" y="60"/>
                  </a:lnTo>
                  <a:lnTo>
                    <a:pt x="618" y="72"/>
                  </a:lnTo>
                  <a:lnTo>
                    <a:pt x="606" y="78"/>
                  </a:lnTo>
                  <a:lnTo>
                    <a:pt x="594" y="78"/>
                  </a:lnTo>
                  <a:lnTo>
                    <a:pt x="594" y="72"/>
                  </a:lnTo>
                  <a:lnTo>
                    <a:pt x="588" y="66"/>
                  </a:lnTo>
                  <a:lnTo>
                    <a:pt x="564" y="66"/>
                  </a:lnTo>
                  <a:lnTo>
                    <a:pt x="558" y="72"/>
                  </a:lnTo>
                  <a:lnTo>
                    <a:pt x="552" y="84"/>
                  </a:lnTo>
                  <a:lnTo>
                    <a:pt x="540" y="90"/>
                  </a:lnTo>
                  <a:lnTo>
                    <a:pt x="528" y="102"/>
                  </a:lnTo>
                  <a:lnTo>
                    <a:pt x="510" y="102"/>
                  </a:lnTo>
                  <a:lnTo>
                    <a:pt x="498" y="96"/>
                  </a:lnTo>
                  <a:lnTo>
                    <a:pt x="492" y="90"/>
                  </a:lnTo>
                  <a:lnTo>
                    <a:pt x="486" y="90"/>
                  </a:lnTo>
                  <a:lnTo>
                    <a:pt x="468" y="108"/>
                  </a:lnTo>
                  <a:lnTo>
                    <a:pt x="456" y="108"/>
                  </a:lnTo>
                  <a:lnTo>
                    <a:pt x="450" y="102"/>
                  </a:lnTo>
                  <a:lnTo>
                    <a:pt x="438" y="96"/>
                  </a:lnTo>
                  <a:lnTo>
                    <a:pt x="432" y="84"/>
                  </a:lnTo>
                  <a:lnTo>
                    <a:pt x="420" y="78"/>
                  </a:lnTo>
                  <a:lnTo>
                    <a:pt x="408" y="78"/>
                  </a:lnTo>
                  <a:lnTo>
                    <a:pt x="396" y="90"/>
                  </a:lnTo>
                  <a:lnTo>
                    <a:pt x="390" y="90"/>
                  </a:lnTo>
                  <a:lnTo>
                    <a:pt x="384" y="96"/>
                  </a:lnTo>
                  <a:lnTo>
                    <a:pt x="354" y="96"/>
                  </a:lnTo>
                  <a:lnTo>
                    <a:pt x="354" y="114"/>
                  </a:lnTo>
                  <a:lnTo>
                    <a:pt x="330" y="138"/>
                  </a:lnTo>
                  <a:lnTo>
                    <a:pt x="330" y="150"/>
                  </a:lnTo>
                  <a:lnTo>
                    <a:pt x="342" y="162"/>
                  </a:lnTo>
                  <a:lnTo>
                    <a:pt x="348" y="174"/>
                  </a:lnTo>
                  <a:lnTo>
                    <a:pt x="348" y="204"/>
                  </a:lnTo>
                  <a:lnTo>
                    <a:pt x="342" y="216"/>
                  </a:lnTo>
                  <a:lnTo>
                    <a:pt x="336" y="234"/>
                  </a:lnTo>
                  <a:lnTo>
                    <a:pt x="336" y="246"/>
                  </a:lnTo>
                  <a:lnTo>
                    <a:pt x="342" y="246"/>
                  </a:lnTo>
                  <a:lnTo>
                    <a:pt x="342" y="252"/>
                  </a:lnTo>
                  <a:lnTo>
                    <a:pt x="348" y="252"/>
                  </a:lnTo>
                  <a:lnTo>
                    <a:pt x="372" y="276"/>
                  </a:lnTo>
                  <a:lnTo>
                    <a:pt x="384" y="300"/>
                  </a:lnTo>
                  <a:lnTo>
                    <a:pt x="390" y="306"/>
                  </a:lnTo>
                  <a:lnTo>
                    <a:pt x="396" y="318"/>
                  </a:lnTo>
                  <a:lnTo>
                    <a:pt x="408" y="336"/>
                  </a:lnTo>
                  <a:lnTo>
                    <a:pt x="420" y="348"/>
                  </a:lnTo>
                  <a:lnTo>
                    <a:pt x="420" y="366"/>
                  </a:lnTo>
                  <a:lnTo>
                    <a:pt x="414" y="372"/>
                  </a:lnTo>
                  <a:lnTo>
                    <a:pt x="408" y="384"/>
                  </a:lnTo>
                  <a:lnTo>
                    <a:pt x="402" y="390"/>
                  </a:lnTo>
                  <a:lnTo>
                    <a:pt x="402" y="450"/>
                  </a:lnTo>
                  <a:lnTo>
                    <a:pt x="396" y="456"/>
                  </a:lnTo>
                  <a:lnTo>
                    <a:pt x="372" y="456"/>
                  </a:lnTo>
                  <a:lnTo>
                    <a:pt x="360" y="462"/>
                  </a:lnTo>
                  <a:lnTo>
                    <a:pt x="354" y="474"/>
                  </a:lnTo>
                  <a:lnTo>
                    <a:pt x="354" y="492"/>
                  </a:lnTo>
                  <a:lnTo>
                    <a:pt x="360" y="492"/>
                  </a:lnTo>
                  <a:lnTo>
                    <a:pt x="366" y="498"/>
                  </a:lnTo>
                  <a:lnTo>
                    <a:pt x="366" y="528"/>
                  </a:lnTo>
                  <a:lnTo>
                    <a:pt x="354" y="534"/>
                  </a:lnTo>
                  <a:lnTo>
                    <a:pt x="348" y="540"/>
                  </a:lnTo>
                  <a:lnTo>
                    <a:pt x="342" y="534"/>
                  </a:lnTo>
                  <a:lnTo>
                    <a:pt x="342" y="522"/>
                  </a:lnTo>
                  <a:lnTo>
                    <a:pt x="348" y="516"/>
                  </a:lnTo>
                  <a:lnTo>
                    <a:pt x="348" y="504"/>
                  </a:lnTo>
                  <a:lnTo>
                    <a:pt x="336" y="498"/>
                  </a:lnTo>
                  <a:lnTo>
                    <a:pt x="330" y="492"/>
                  </a:lnTo>
                  <a:lnTo>
                    <a:pt x="318" y="486"/>
                  </a:lnTo>
                  <a:lnTo>
                    <a:pt x="312" y="480"/>
                  </a:lnTo>
                  <a:lnTo>
                    <a:pt x="300" y="474"/>
                  </a:lnTo>
                  <a:lnTo>
                    <a:pt x="300" y="444"/>
                  </a:lnTo>
                  <a:lnTo>
                    <a:pt x="288" y="444"/>
                  </a:lnTo>
                  <a:lnTo>
                    <a:pt x="288" y="438"/>
                  </a:lnTo>
                  <a:lnTo>
                    <a:pt x="294" y="432"/>
                  </a:lnTo>
                  <a:lnTo>
                    <a:pt x="306" y="426"/>
                  </a:lnTo>
                  <a:lnTo>
                    <a:pt x="312" y="420"/>
                  </a:lnTo>
                  <a:lnTo>
                    <a:pt x="300" y="402"/>
                  </a:lnTo>
                  <a:lnTo>
                    <a:pt x="312" y="396"/>
                  </a:lnTo>
                  <a:lnTo>
                    <a:pt x="318" y="366"/>
                  </a:lnTo>
                  <a:lnTo>
                    <a:pt x="312" y="366"/>
                  </a:lnTo>
                  <a:lnTo>
                    <a:pt x="312" y="330"/>
                  </a:lnTo>
                  <a:lnTo>
                    <a:pt x="306" y="324"/>
                  </a:lnTo>
                  <a:lnTo>
                    <a:pt x="288" y="324"/>
                  </a:lnTo>
                  <a:lnTo>
                    <a:pt x="282" y="330"/>
                  </a:lnTo>
                  <a:lnTo>
                    <a:pt x="252" y="330"/>
                  </a:lnTo>
                  <a:lnTo>
                    <a:pt x="222" y="282"/>
                  </a:lnTo>
                  <a:lnTo>
                    <a:pt x="216" y="282"/>
                  </a:lnTo>
                  <a:lnTo>
                    <a:pt x="210" y="288"/>
                  </a:lnTo>
                  <a:lnTo>
                    <a:pt x="192" y="294"/>
                  </a:lnTo>
                  <a:lnTo>
                    <a:pt x="180" y="300"/>
                  </a:lnTo>
                  <a:lnTo>
                    <a:pt x="162" y="312"/>
                  </a:lnTo>
                  <a:lnTo>
                    <a:pt x="138" y="324"/>
                  </a:lnTo>
                  <a:lnTo>
                    <a:pt x="132" y="324"/>
                  </a:lnTo>
                  <a:lnTo>
                    <a:pt x="120" y="330"/>
                  </a:lnTo>
                  <a:lnTo>
                    <a:pt x="102" y="336"/>
                  </a:lnTo>
                  <a:lnTo>
                    <a:pt x="84" y="336"/>
                  </a:lnTo>
                  <a:lnTo>
                    <a:pt x="72" y="342"/>
                  </a:lnTo>
                  <a:lnTo>
                    <a:pt x="60" y="342"/>
                  </a:lnTo>
                  <a:lnTo>
                    <a:pt x="42" y="360"/>
                  </a:lnTo>
                  <a:lnTo>
                    <a:pt x="12" y="360"/>
                  </a:lnTo>
                  <a:lnTo>
                    <a:pt x="0" y="372"/>
                  </a:lnTo>
                  <a:lnTo>
                    <a:pt x="18" y="390"/>
                  </a:lnTo>
                  <a:lnTo>
                    <a:pt x="24" y="444"/>
                  </a:lnTo>
                  <a:lnTo>
                    <a:pt x="84" y="444"/>
                  </a:lnTo>
                  <a:lnTo>
                    <a:pt x="96" y="462"/>
                  </a:lnTo>
                  <a:lnTo>
                    <a:pt x="114" y="462"/>
                  </a:lnTo>
                  <a:lnTo>
                    <a:pt x="132" y="486"/>
                  </a:lnTo>
                  <a:lnTo>
                    <a:pt x="138" y="486"/>
                  </a:lnTo>
                  <a:lnTo>
                    <a:pt x="150" y="480"/>
                  </a:lnTo>
                  <a:lnTo>
                    <a:pt x="162" y="480"/>
                  </a:lnTo>
                  <a:lnTo>
                    <a:pt x="180" y="498"/>
                  </a:lnTo>
                  <a:lnTo>
                    <a:pt x="192" y="498"/>
                  </a:lnTo>
                  <a:lnTo>
                    <a:pt x="204" y="510"/>
                  </a:lnTo>
                  <a:lnTo>
                    <a:pt x="204" y="516"/>
                  </a:lnTo>
                  <a:lnTo>
                    <a:pt x="198" y="528"/>
                  </a:lnTo>
                  <a:lnTo>
                    <a:pt x="192" y="534"/>
                  </a:lnTo>
                  <a:lnTo>
                    <a:pt x="204" y="552"/>
                  </a:lnTo>
                  <a:lnTo>
                    <a:pt x="192" y="564"/>
                  </a:lnTo>
                  <a:lnTo>
                    <a:pt x="204" y="576"/>
                  </a:lnTo>
                  <a:lnTo>
                    <a:pt x="198" y="582"/>
                  </a:lnTo>
                  <a:lnTo>
                    <a:pt x="198" y="588"/>
                  </a:lnTo>
                  <a:lnTo>
                    <a:pt x="192" y="594"/>
                  </a:lnTo>
                  <a:lnTo>
                    <a:pt x="192" y="606"/>
                  </a:lnTo>
                  <a:lnTo>
                    <a:pt x="204" y="630"/>
                  </a:lnTo>
                  <a:lnTo>
                    <a:pt x="204" y="642"/>
                  </a:lnTo>
                  <a:lnTo>
                    <a:pt x="198" y="648"/>
                  </a:lnTo>
                  <a:lnTo>
                    <a:pt x="198" y="654"/>
                  </a:lnTo>
                  <a:lnTo>
                    <a:pt x="192" y="654"/>
                  </a:lnTo>
                  <a:lnTo>
                    <a:pt x="192" y="666"/>
                  </a:lnTo>
                  <a:lnTo>
                    <a:pt x="174" y="678"/>
                  </a:lnTo>
                  <a:lnTo>
                    <a:pt x="192" y="702"/>
                  </a:lnTo>
                  <a:lnTo>
                    <a:pt x="174" y="720"/>
                  </a:lnTo>
                  <a:lnTo>
                    <a:pt x="174" y="732"/>
                  </a:lnTo>
                  <a:lnTo>
                    <a:pt x="198" y="756"/>
                  </a:lnTo>
                  <a:lnTo>
                    <a:pt x="198" y="762"/>
                  </a:lnTo>
                  <a:lnTo>
                    <a:pt x="192" y="774"/>
                  </a:lnTo>
                  <a:lnTo>
                    <a:pt x="180" y="786"/>
                  </a:lnTo>
                  <a:lnTo>
                    <a:pt x="180" y="798"/>
                  </a:lnTo>
                  <a:lnTo>
                    <a:pt x="168" y="810"/>
                  </a:lnTo>
                  <a:lnTo>
                    <a:pt x="156" y="816"/>
                  </a:lnTo>
                  <a:lnTo>
                    <a:pt x="156" y="846"/>
                  </a:lnTo>
                  <a:lnTo>
                    <a:pt x="144" y="858"/>
                  </a:lnTo>
                  <a:lnTo>
                    <a:pt x="156" y="876"/>
                  </a:lnTo>
                  <a:lnTo>
                    <a:pt x="138" y="882"/>
                  </a:lnTo>
                  <a:lnTo>
                    <a:pt x="72" y="966"/>
                  </a:lnTo>
                  <a:lnTo>
                    <a:pt x="72" y="996"/>
                  </a:lnTo>
                  <a:lnTo>
                    <a:pt x="78" y="1014"/>
                  </a:lnTo>
                  <a:lnTo>
                    <a:pt x="78" y="1032"/>
                  </a:lnTo>
                  <a:lnTo>
                    <a:pt x="84" y="1044"/>
                  </a:lnTo>
                  <a:lnTo>
                    <a:pt x="84" y="1062"/>
                  </a:lnTo>
                  <a:lnTo>
                    <a:pt x="114" y="1122"/>
                  </a:lnTo>
                  <a:lnTo>
                    <a:pt x="114" y="1212"/>
                  </a:lnTo>
                  <a:lnTo>
                    <a:pt x="90" y="1248"/>
                  </a:lnTo>
                  <a:lnTo>
                    <a:pt x="114" y="1248"/>
                  </a:lnTo>
                  <a:lnTo>
                    <a:pt x="108" y="1260"/>
                  </a:lnTo>
                  <a:lnTo>
                    <a:pt x="108" y="1284"/>
                  </a:lnTo>
                  <a:lnTo>
                    <a:pt x="114" y="1290"/>
                  </a:lnTo>
                  <a:lnTo>
                    <a:pt x="120" y="1290"/>
                  </a:lnTo>
                  <a:lnTo>
                    <a:pt x="126" y="1314"/>
                  </a:lnTo>
                  <a:lnTo>
                    <a:pt x="144" y="1314"/>
                  </a:lnTo>
                  <a:lnTo>
                    <a:pt x="156" y="1326"/>
                  </a:lnTo>
                  <a:lnTo>
                    <a:pt x="162" y="1338"/>
                  </a:lnTo>
                  <a:lnTo>
                    <a:pt x="168" y="1320"/>
                  </a:lnTo>
                  <a:lnTo>
                    <a:pt x="168" y="1284"/>
                  </a:lnTo>
                  <a:lnTo>
                    <a:pt x="162" y="1272"/>
                  </a:lnTo>
                  <a:lnTo>
                    <a:pt x="156" y="1266"/>
                  </a:lnTo>
                  <a:lnTo>
                    <a:pt x="150" y="1266"/>
                  </a:lnTo>
                  <a:lnTo>
                    <a:pt x="150" y="1242"/>
                  </a:lnTo>
                  <a:lnTo>
                    <a:pt x="162" y="1230"/>
                  </a:lnTo>
                  <a:lnTo>
                    <a:pt x="222" y="1188"/>
                  </a:lnTo>
                  <a:lnTo>
                    <a:pt x="276" y="1158"/>
                  </a:lnTo>
                  <a:lnTo>
                    <a:pt x="294" y="1146"/>
                  </a:lnTo>
                  <a:lnTo>
                    <a:pt x="312" y="1140"/>
                  </a:lnTo>
                  <a:lnTo>
                    <a:pt x="330" y="1128"/>
                  </a:lnTo>
                  <a:lnTo>
                    <a:pt x="342" y="1122"/>
                  </a:lnTo>
                  <a:lnTo>
                    <a:pt x="360" y="1104"/>
                  </a:lnTo>
                  <a:lnTo>
                    <a:pt x="360" y="1080"/>
                  </a:lnTo>
                  <a:lnTo>
                    <a:pt x="354" y="1080"/>
                  </a:lnTo>
                  <a:lnTo>
                    <a:pt x="354" y="1086"/>
                  </a:lnTo>
                  <a:lnTo>
                    <a:pt x="348" y="1080"/>
                  </a:lnTo>
                  <a:lnTo>
                    <a:pt x="342" y="1080"/>
                  </a:lnTo>
                  <a:lnTo>
                    <a:pt x="342" y="1068"/>
                  </a:lnTo>
                  <a:lnTo>
                    <a:pt x="366" y="1020"/>
                  </a:lnTo>
                  <a:lnTo>
                    <a:pt x="366" y="990"/>
                  </a:lnTo>
                  <a:lnTo>
                    <a:pt x="360" y="984"/>
                  </a:lnTo>
                  <a:lnTo>
                    <a:pt x="360" y="978"/>
                  </a:lnTo>
                  <a:lnTo>
                    <a:pt x="372" y="948"/>
                  </a:lnTo>
                  <a:lnTo>
                    <a:pt x="366" y="942"/>
                  </a:lnTo>
                  <a:lnTo>
                    <a:pt x="348" y="960"/>
                  </a:lnTo>
                  <a:lnTo>
                    <a:pt x="354" y="918"/>
                  </a:lnTo>
                  <a:lnTo>
                    <a:pt x="348" y="906"/>
                  </a:lnTo>
                  <a:lnTo>
                    <a:pt x="336" y="900"/>
                  </a:lnTo>
                  <a:lnTo>
                    <a:pt x="330" y="888"/>
                  </a:lnTo>
                  <a:lnTo>
                    <a:pt x="330" y="870"/>
                  </a:lnTo>
                  <a:lnTo>
                    <a:pt x="336" y="858"/>
                  </a:lnTo>
                  <a:lnTo>
                    <a:pt x="336" y="834"/>
                  </a:lnTo>
                  <a:lnTo>
                    <a:pt x="324" y="822"/>
                  </a:lnTo>
                  <a:lnTo>
                    <a:pt x="318" y="822"/>
                  </a:lnTo>
                  <a:lnTo>
                    <a:pt x="312" y="816"/>
                  </a:lnTo>
                  <a:lnTo>
                    <a:pt x="312" y="792"/>
                  </a:lnTo>
                  <a:lnTo>
                    <a:pt x="318" y="780"/>
                  </a:lnTo>
                  <a:lnTo>
                    <a:pt x="324" y="762"/>
                  </a:lnTo>
                  <a:lnTo>
                    <a:pt x="336" y="750"/>
                  </a:lnTo>
                  <a:lnTo>
                    <a:pt x="372" y="732"/>
                  </a:lnTo>
                  <a:lnTo>
                    <a:pt x="378" y="726"/>
                  </a:lnTo>
                  <a:lnTo>
                    <a:pt x="378" y="714"/>
                  </a:lnTo>
                  <a:lnTo>
                    <a:pt x="390" y="690"/>
                  </a:lnTo>
                  <a:lnTo>
                    <a:pt x="396" y="684"/>
                  </a:lnTo>
                  <a:lnTo>
                    <a:pt x="402" y="684"/>
                  </a:lnTo>
                  <a:lnTo>
                    <a:pt x="414" y="678"/>
                  </a:lnTo>
                  <a:lnTo>
                    <a:pt x="420" y="678"/>
                  </a:lnTo>
                  <a:lnTo>
                    <a:pt x="426" y="672"/>
                  </a:lnTo>
                  <a:lnTo>
                    <a:pt x="450" y="660"/>
                  </a:lnTo>
                  <a:lnTo>
                    <a:pt x="462" y="648"/>
                  </a:lnTo>
                  <a:lnTo>
                    <a:pt x="474" y="612"/>
                  </a:lnTo>
                  <a:lnTo>
                    <a:pt x="498" y="576"/>
                  </a:lnTo>
                  <a:lnTo>
                    <a:pt x="522" y="564"/>
                  </a:lnTo>
                  <a:lnTo>
                    <a:pt x="558" y="552"/>
                  </a:lnTo>
                  <a:lnTo>
                    <a:pt x="600" y="534"/>
                  </a:lnTo>
                  <a:lnTo>
                    <a:pt x="624" y="522"/>
                  </a:lnTo>
                  <a:lnTo>
                    <a:pt x="630" y="516"/>
                  </a:lnTo>
                  <a:lnTo>
                    <a:pt x="666" y="498"/>
                  </a:lnTo>
                  <a:lnTo>
                    <a:pt x="672" y="492"/>
                  </a:lnTo>
                  <a:lnTo>
                    <a:pt x="684" y="486"/>
                  </a:lnTo>
                  <a:lnTo>
                    <a:pt x="684" y="474"/>
                  </a:lnTo>
                  <a:lnTo>
                    <a:pt x="714" y="444"/>
                  </a:lnTo>
                  <a:lnTo>
                    <a:pt x="714" y="432"/>
                  </a:lnTo>
                  <a:lnTo>
                    <a:pt x="720" y="420"/>
                  </a:lnTo>
                  <a:lnTo>
                    <a:pt x="732" y="414"/>
                  </a:lnTo>
                  <a:lnTo>
                    <a:pt x="738" y="402"/>
                  </a:lnTo>
                  <a:lnTo>
                    <a:pt x="744" y="396"/>
                  </a:lnTo>
                  <a:lnTo>
                    <a:pt x="744" y="378"/>
                  </a:lnTo>
                  <a:lnTo>
                    <a:pt x="750" y="372"/>
                  </a:lnTo>
                  <a:lnTo>
                    <a:pt x="762" y="348"/>
                  </a:lnTo>
                  <a:lnTo>
                    <a:pt x="762" y="34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62" name="Mongolia" descr="© INSCALE GmbH, 05.05.2010&#10;http://www.presentationload.com/">
              <a:extLst>
                <a:ext uri="{FF2B5EF4-FFF2-40B4-BE49-F238E27FC236}">
                  <a16:creationId xmlns:a16="http://schemas.microsoft.com/office/drawing/2014/main" id="{35BA95B8-B815-4DC9-85A5-2D40928E3652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5568512" y="1627651"/>
              <a:ext cx="694027" cy="273586"/>
            </a:xfrm>
            <a:custGeom>
              <a:avLst/>
              <a:gdLst>
                <a:gd name="T0" fmla="*/ 2147483647 w 2100"/>
                <a:gd name="T1" fmla="*/ 2147483647 h 834"/>
                <a:gd name="T2" fmla="*/ 2147483647 w 2100"/>
                <a:gd name="T3" fmla="*/ 2147483647 h 834"/>
                <a:gd name="T4" fmla="*/ 2147483647 w 2100"/>
                <a:gd name="T5" fmla="*/ 2147483647 h 834"/>
                <a:gd name="T6" fmla="*/ 2147483647 w 2100"/>
                <a:gd name="T7" fmla="*/ 2147483647 h 834"/>
                <a:gd name="T8" fmla="*/ 2147483647 w 2100"/>
                <a:gd name="T9" fmla="*/ 2147483647 h 834"/>
                <a:gd name="T10" fmla="*/ 2147483647 w 2100"/>
                <a:gd name="T11" fmla="*/ 2147483647 h 834"/>
                <a:gd name="T12" fmla="*/ 2147483647 w 2100"/>
                <a:gd name="T13" fmla="*/ 2147483647 h 834"/>
                <a:gd name="T14" fmla="*/ 2147483647 w 2100"/>
                <a:gd name="T15" fmla="*/ 2147483647 h 834"/>
                <a:gd name="T16" fmla="*/ 2147483647 w 2100"/>
                <a:gd name="T17" fmla="*/ 2147483647 h 834"/>
                <a:gd name="T18" fmla="*/ 2147483647 w 2100"/>
                <a:gd name="T19" fmla="*/ 2147483647 h 834"/>
                <a:gd name="T20" fmla="*/ 2147483647 w 2100"/>
                <a:gd name="T21" fmla="*/ 2147483647 h 834"/>
                <a:gd name="T22" fmla="*/ 2147483647 w 2100"/>
                <a:gd name="T23" fmla="*/ 2147483647 h 834"/>
                <a:gd name="T24" fmla="*/ 2147483647 w 2100"/>
                <a:gd name="T25" fmla="*/ 2147483647 h 834"/>
                <a:gd name="T26" fmla="*/ 2147483647 w 2100"/>
                <a:gd name="T27" fmla="*/ 2147483647 h 834"/>
                <a:gd name="T28" fmla="*/ 2147483647 w 2100"/>
                <a:gd name="T29" fmla="*/ 2147483647 h 834"/>
                <a:gd name="T30" fmla="*/ 2147483647 w 2100"/>
                <a:gd name="T31" fmla="*/ 2147483647 h 834"/>
                <a:gd name="T32" fmla="*/ 2147483647 w 2100"/>
                <a:gd name="T33" fmla="*/ 2147483647 h 834"/>
                <a:gd name="T34" fmla="*/ 2147483647 w 2100"/>
                <a:gd name="T35" fmla="*/ 2147483647 h 834"/>
                <a:gd name="T36" fmla="*/ 2147483647 w 2100"/>
                <a:gd name="T37" fmla="*/ 2147483647 h 834"/>
                <a:gd name="T38" fmla="*/ 2147483647 w 2100"/>
                <a:gd name="T39" fmla="*/ 2147483647 h 834"/>
                <a:gd name="T40" fmla="*/ 2147483647 w 2100"/>
                <a:gd name="T41" fmla="*/ 2147483647 h 834"/>
                <a:gd name="T42" fmla="*/ 2147483647 w 2100"/>
                <a:gd name="T43" fmla="*/ 2147483647 h 834"/>
                <a:gd name="T44" fmla="*/ 2147483647 w 2100"/>
                <a:gd name="T45" fmla="*/ 2147483647 h 834"/>
                <a:gd name="T46" fmla="*/ 2147483647 w 2100"/>
                <a:gd name="T47" fmla="*/ 2147483647 h 834"/>
                <a:gd name="T48" fmla="*/ 2147483647 w 2100"/>
                <a:gd name="T49" fmla="*/ 2147483647 h 834"/>
                <a:gd name="T50" fmla="*/ 2147483647 w 2100"/>
                <a:gd name="T51" fmla="*/ 2147483647 h 834"/>
                <a:gd name="T52" fmla="*/ 2147483647 w 2100"/>
                <a:gd name="T53" fmla="*/ 2147483647 h 834"/>
                <a:gd name="T54" fmla="*/ 2147483647 w 2100"/>
                <a:gd name="T55" fmla="*/ 2147483647 h 834"/>
                <a:gd name="T56" fmla="*/ 2147483647 w 2100"/>
                <a:gd name="T57" fmla="*/ 2147483647 h 834"/>
                <a:gd name="T58" fmla="*/ 2147483647 w 2100"/>
                <a:gd name="T59" fmla="*/ 2147483647 h 834"/>
                <a:gd name="T60" fmla="*/ 2147483647 w 2100"/>
                <a:gd name="T61" fmla="*/ 2147483647 h 834"/>
                <a:gd name="T62" fmla="*/ 0 w 2100"/>
                <a:gd name="T63" fmla="*/ 2147483647 h 834"/>
                <a:gd name="T64" fmla="*/ 2147483647 w 2100"/>
                <a:gd name="T65" fmla="*/ 2147483647 h 834"/>
                <a:gd name="T66" fmla="*/ 2147483647 w 2100"/>
                <a:gd name="T67" fmla="*/ 2147483647 h 834"/>
                <a:gd name="T68" fmla="*/ 2147483647 w 2100"/>
                <a:gd name="T69" fmla="*/ 2147483647 h 834"/>
                <a:gd name="T70" fmla="*/ 2147483647 w 2100"/>
                <a:gd name="T71" fmla="*/ 2147483647 h 834"/>
                <a:gd name="T72" fmla="*/ 2147483647 w 2100"/>
                <a:gd name="T73" fmla="*/ 2147483647 h 834"/>
                <a:gd name="T74" fmla="*/ 2147483647 w 2100"/>
                <a:gd name="T75" fmla="*/ 2147483647 h 834"/>
                <a:gd name="T76" fmla="*/ 2147483647 w 2100"/>
                <a:gd name="T77" fmla="*/ 2147483647 h 834"/>
                <a:gd name="T78" fmla="*/ 2147483647 w 2100"/>
                <a:gd name="T79" fmla="*/ 2147483647 h 834"/>
                <a:gd name="T80" fmla="*/ 2147483647 w 2100"/>
                <a:gd name="T81" fmla="*/ 2147483647 h 834"/>
                <a:gd name="T82" fmla="*/ 2147483647 w 2100"/>
                <a:gd name="T83" fmla="*/ 2147483647 h 834"/>
                <a:gd name="T84" fmla="*/ 2147483647 w 2100"/>
                <a:gd name="T85" fmla="*/ 2147483647 h 834"/>
                <a:gd name="T86" fmla="*/ 2147483647 w 2100"/>
                <a:gd name="T87" fmla="*/ 2147483647 h 834"/>
                <a:gd name="T88" fmla="*/ 2147483647 w 2100"/>
                <a:gd name="T89" fmla="*/ 2147483647 h 834"/>
                <a:gd name="T90" fmla="*/ 2147483647 w 2100"/>
                <a:gd name="T91" fmla="*/ 2147483647 h 834"/>
                <a:gd name="T92" fmla="*/ 2147483647 w 2100"/>
                <a:gd name="T93" fmla="*/ 2147483647 h 834"/>
                <a:gd name="T94" fmla="*/ 2147483647 w 2100"/>
                <a:gd name="T95" fmla="*/ 2147483647 h 834"/>
                <a:gd name="T96" fmla="*/ 2147483647 w 2100"/>
                <a:gd name="T97" fmla="*/ 2147483647 h 834"/>
                <a:gd name="T98" fmla="*/ 2147483647 w 2100"/>
                <a:gd name="T99" fmla="*/ 2147483647 h 834"/>
                <a:gd name="T100" fmla="*/ 2147483647 w 2100"/>
                <a:gd name="T101" fmla="*/ 2147483647 h 834"/>
                <a:gd name="T102" fmla="*/ 2147483647 w 2100"/>
                <a:gd name="T103" fmla="*/ 2147483647 h 834"/>
                <a:gd name="T104" fmla="*/ 2147483647 w 2100"/>
                <a:gd name="T105" fmla="*/ 2147483647 h 834"/>
                <a:gd name="T106" fmla="*/ 2147483647 w 2100"/>
                <a:gd name="T107" fmla="*/ 2147483647 h 834"/>
                <a:gd name="T108" fmla="*/ 2147483647 w 2100"/>
                <a:gd name="T109" fmla="*/ 2147483647 h 834"/>
                <a:gd name="T110" fmla="*/ 2147483647 w 2100"/>
                <a:gd name="T111" fmla="*/ 2147483647 h 834"/>
                <a:gd name="T112" fmla="*/ 2147483647 w 2100"/>
                <a:gd name="T113" fmla="*/ 2147483647 h 834"/>
                <a:gd name="T114" fmla="*/ 2147483647 w 2100"/>
                <a:gd name="T115" fmla="*/ 2147483647 h 834"/>
                <a:gd name="T116" fmla="*/ 2147483647 w 2100"/>
                <a:gd name="T117" fmla="*/ 2147483647 h 834"/>
                <a:gd name="T118" fmla="*/ 2147483647 w 2100"/>
                <a:gd name="T119" fmla="*/ 2147483647 h 834"/>
                <a:gd name="T120" fmla="*/ 2147483647 w 2100"/>
                <a:gd name="T121" fmla="*/ 2147483647 h 834"/>
                <a:gd name="T122" fmla="*/ 2147483647 w 2100"/>
                <a:gd name="T123" fmla="*/ 2147483647 h 83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100"/>
                <a:gd name="T187" fmla="*/ 0 h 834"/>
                <a:gd name="T188" fmla="*/ 2100 w 2100"/>
                <a:gd name="T189" fmla="*/ 834 h 83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100" h="834">
                  <a:moveTo>
                    <a:pt x="2088" y="408"/>
                  </a:moveTo>
                  <a:lnTo>
                    <a:pt x="2076" y="396"/>
                  </a:lnTo>
                  <a:lnTo>
                    <a:pt x="2070" y="384"/>
                  </a:lnTo>
                  <a:lnTo>
                    <a:pt x="2058" y="384"/>
                  </a:lnTo>
                  <a:lnTo>
                    <a:pt x="2034" y="372"/>
                  </a:lnTo>
                  <a:lnTo>
                    <a:pt x="2022" y="360"/>
                  </a:lnTo>
                  <a:lnTo>
                    <a:pt x="2010" y="354"/>
                  </a:lnTo>
                  <a:lnTo>
                    <a:pt x="2004" y="348"/>
                  </a:lnTo>
                  <a:lnTo>
                    <a:pt x="1986" y="348"/>
                  </a:lnTo>
                  <a:lnTo>
                    <a:pt x="1974" y="342"/>
                  </a:lnTo>
                  <a:lnTo>
                    <a:pt x="1968" y="336"/>
                  </a:lnTo>
                  <a:lnTo>
                    <a:pt x="1968" y="324"/>
                  </a:lnTo>
                  <a:lnTo>
                    <a:pt x="1902" y="324"/>
                  </a:lnTo>
                  <a:lnTo>
                    <a:pt x="1902" y="348"/>
                  </a:lnTo>
                  <a:lnTo>
                    <a:pt x="1896" y="354"/>
                  </a:lnTo>
                  <a:lnTo>
                    <a:pt x="1890" y="354"/>
                  </a:lnTo>
                  <a:lnTo>
                    <a:pt x="1878" y="348"/>
                  </a:lnTo>
                  <a:lnTo>
                    <a:pt x="1866" y="336"/>
                  </a:lnTo>
                  <a:lnTo>
                    <a:pt x="1812" y="336"/>
                  </a:lnTo>
                  <a:lnTo>
                    <a:pt x="1806" y="342"/>
                  </a:lnTo>
                  <a:lnTo>
                    <a:pt x="1812" y="342"/>
                  </a:lnTo>
                  <a:lnTo>
                    <a:pt x="1812" y="348"/>
                  </a:lnTo>
                  <a:lnTo>
                    <a:pt x="1794" y="348"/>
                  </a:lnTo>
                  <a:lnTo>
                    <a:pt x="1788" y="342"/>
                  </a:lnTo>
                  <a:lnTo>
                    <a:pt x="1776" y="336"/>
                  </a:lnTo>
                  <a:lnTo>
                    <a:pt x="1770" y="324"/>
                  </a:lnTo>
                  <a:lnTo>
                    <a:pt x="1770" y="306"/>
                  </a:lnTo>
                  <a:lnTo>
                    <a:pt x="1776" y="306"/>
                  </a:lnTo>
                  <a:lnTo>
                    <a:pt x="1770" y="294"/>
                  </a:lnTo>
                  <a:lnTo>
                    <a:pt x="1764" y="270"/>
                  </a:lnTo>
                  <a:lnTo>
                    <a:pt x="1758" y="258"/>
                  </a:lnTo>
                  <a:lnTo>
                    <a:pt x="1758" y="174"/>
                  </a:lnTo>
                  <a:lnTo>
                    <a:pt x="1740" y="174"/>
                  </a:lnTo>
                  <a:lnTo>
                    <a:pt x="1716" y="168"/>
                  </a:lnTo>
                  <a:lnTo>
                    <a:pt x="1710" y="174"/>
                  </a:lnTo>
                  <a:lnTo>
                    <a:pt x="1698" y="180"/>
                  </a:lnTo>
                  <a:lnTo>
                    <a:pt x="1674" y="180"/>
                  </a:lnTo>
                  <a:lnTo>
                    <a:pt x="1662" y="174"/>
                  </a:lnTo>
                  <a:lnTo>
                    <a:pt x="1644" y="156"/>
                  </a:lnTo>
                  <a:lnTo>
                    <a:pt x="1608" y="156"/>
                  </a:lnTo>
                  <a:lnTo>
                    <a:pt x="1596" y="150"/>
                  </a:lnTo>
                  <a:lnTo>
                    <a:pt x="1578" y="150"/>
                  </a:lnTo>
                  <a:lnTo>
                    <a:pt x="1548" y="180"/>
                  </a:lnTo>
                  <a:lnTo>
                    <a:pt x="1548" y="192"/>
                  </a:lnTo>
                  <a:lnTo>
                    <a:pt x="1536" y="204"/>
                  </a:lnTo>
                  <a:lnTo>
                    <a:pt x="1500" y="204"/>
                  </a:lnTo>
                  <a:lnTo>
                    <a:pt x="1488" y="216"/>
                  </a:lnTo>
                  <a:lnTo>
                    <a:pt x="1440" y="216"/>
                  </a:lnTo>
                  <a:lnTo>
                    <a:pt x="1440" y="222"/>
                  </a:lnTo>
                  <a:lnTo>
                    <a:pt x="1422" y="240"/>
                  </a:lnTo>
                  <a:lnTo>
                    <a:pt x="1416" y="240"/>
                  </a:lnTo>
                  <a:lnTo>
                    <a:pt x="1416" y="234"/>
                  </a:lnTo>
                  <a:lnTo>
                    <a:pt x="1410" y="228"/>
                  </a:lnTo>
                  <a:lnTo>
                    <a:pt x="1392" y="228"/>
                  </a:lnTo>
                  <a:lnTo>
                    <a:pt x="1380" y="234"/>
                  </a:lnTo>
                  <a:lnTo>
                    <a:pt x="1356" y="234"/>
                  </a:lnTo>
                  <a:lnTo>
                    <a:pt x="1344" y="228"/>
                  </a:lnTo>
                  <a:lnTo>
                    <a:pt x="1338" y="228"/>
                  </a:lnTo>
                  <a:lnTo>
                    <a:pt x="1332" y="222"/>
                  </a:lnTo>
                  <a:lnTo>
                    <a:pt x="1266" y="222"/>
                  </a:lnTo>
                  <a:lnTo>
                    <a:pt x="1260" y="216"/>
                  </a:lnTo>
                  <a:lnTo>
                    <a:pt x="1260" y="204"/>
                  </a:lnTo>
                  <a:lnTo>
                    <a:pt x="1248" y="198"/>
                  </a:lnTo>
                  <a:lnTo>
                    <a:pt x="1230" y="198"/>
                  </a:lnTo>
                  <a:lnTo>
                    <a:pt x="1230" y="192"/>
                  </a:lnTo>
                  <a:lnTo>
                    <a:pt x="1218" y="180"/>
                  </a:lnTo>
                  <a:lnTo>
                    <a:pt x="1218" y="174"/>
                  </a:lnTo>
                  <a:lnTo>
                    <a:pt x="1212" y="168"/>
                  </a:lnTo>
                  <a:lnTo>
                    <a:pt x="1152" y="168"/>
                  </a:lnTo>
                  <a:lnTo>
                    <a:pt x="1128" y="144"/>
                  </a:lnTo>
                  <a:lnTo>
                    <a:pt x="1092" y="144"/>
                  </a:lnTo>
                  <a:lnTo>
                    <a:pt x="1086" y="138"/>
                  </a:lnTo>
                  <a:lnTo>
                    <a:pt x="1080" y="138"/>
                  </a:lnTo>
                  <a:lnTo>
                    <a:pt x="1068" y="132"/>
                  </a:lnTo>
                  <a:lnTo>
                    <a:pt x="1020" y="132"/>
                  </a:lnTo>
                  <a:lnTo>
                    <a:pt x="966" y="150"/>
                  </a:lnTo>
                  <a:lnTo>
                    <a:pt x="954" y="156"/>
                  </a:lnTo>
                  <a:lnTo>
                    <a:pt x="942" y="156"/>
                  </a:lnTo>
                  <a:lnTo>
                    <a:pt x="930" y="150"/>
                  </a:lnTo>
                  <a:lnTo>
                    <a:pt x="918" y="150"/>
                  </a:lnTo>
                  <a:lnTo>
                    <a:pt x="912" y="144"/>
                  </a:lnTo>
                  <a:lnTo>
                    <a:pt x="882" y="144"/>
                  </a:lnTo>
                  <a:lnTo>
                    <a:pt x="864" y="126"/>
                  </a:lnTo>
                  <a:lnTo>
                    <a:pt x="864" y="120"/>
                  </a:lnTo>
                  <a:lnTo>
                    <a:pt x="840" y="126"/>
                  </a:lnTo>
                  <a:lnTo>
                    <a:pt x="840" y="120"/>
                  </a:lnTo>
                  <a:lnTo>
                    <a:pt x="834" y="114"/>
                  </a:lnTo>
                  <a:lnTo>
                    <a:pt x="822" y="90"/>
                  </a:lnTo>
                  <a:lnTo>
                    <a:pt x="810" y="78"/>
                  </a:lnTo>
                  <a:lnTo>
                    <a:pt x="804" y="66"/>
                  </a:lnTo>
                  <a:lnTo>
                    <a:pt x="798" y="60"/>
                  </a:lnTo>
                  <a:lnTo>
                    <a:pt x="786" y="54"/>
                  </a:lnTo>
                  <a:lnTo>
                    <a:pt x="768" y="54"/>
                  </a:lnTo>
                  <a:lnTo>
                    <a:pt x="756" y="60"/>
                  </a:lnTo>
                  <a:lnTo>
                    <a:pt x="750" y="60"/>
                  </a:lnTo>
                  <a:lnTo>
                    <a:pt x="726" y="48"/>
                  </a:lnTo>
                  <a:lnTo>
                    <a:pt x="720" y="42"/>
                  </a:lnTo>
                  <a:lnTo>
                    <a:pt x="708" y="36"/>
                  </a:lnTo>
                  <a:lnTo>
                    <a:pt x="672" y="36"/>
                  </a:lnTo>
                  <a:lnTo>
                    <a:pt x="648" y="30"/>
                  </a:lnTo>
                  <a:lnTo>
                    <a:pt x="636" y="30"/>
                  </a:lnTo>
                  <a:lnTo>
                    <a:pt x="576" y="0"/>
                  </a:lnTo>
                  <a:lnTo>
                    <a:pt x="576" y="18"/>
                  </a:lnTo>
                  <a:lnTo>
                    <a:pt x="570" y="30"/>
                  </a:lnTo>
                  <a:lnTo>
                    <a:pt x="558" y="36"/>
                  </a:lnTo>
                  <a:lnTo>
                    <a:pt x="552" y="36"/>
                  </a:lnTo>
                  <a:lnTo>
                    <a:pt x="558" y="48"/>
                  </a:lnTo>
                  <a:lnTo>
                    <a:pt x="540" y="48"/>
                  </a:lnTo>
                  <a:lnTo>
                    <a:pt x="540" y="60"/>
                  </a:lnTo>
                  <a:lnTo>
                    <a:pt x="552" y="72"/>
                  </a:lnTo>
                  <a:lnTo>
                    <a:pt x="558" y="90"/>
                  </a:lnTo>
                  <a:lnTo>
                    <a:pt x="582" y="126"/>
                  </a:lnTo>
                  <a:lnTo>
                    <a:pt x="588" y="126"/>
                  </a:lnTo>
                  <a:lnTo>
                    <a:pt x="594" y="132"/>
                  </a:lnTo>
                  <a:lnTo>
                    <a:pt x="600" y="144"/>
                  </a:lnTo>
                  <a:lnTo>
                    <a:pt x="600" y="168"/>
                  </a:lnTo>
                  <a:lnTo>
                    <a:pt x="582" y="168"/>
                  </a:lnTo>
                  <a:lnTo>
                    <a:pt x="582" y="174"/>
                  </a:lnTo>
                  <a:lnTo>
                    <a:pt x="576" y="180"/>
                  </a:lnTo>
                  <a:lnTo>
                    <a:pt x="552" y="192"/>
                  </a:lnTo>
                  <a:lnTo>
                    <a:pt x="546" y="186"/>
                  </a:lnTo>
                  <a:lnTo>
                    <a:pt x="546" y="174"/>
                  </a:lnTo>
                  <a:lnTo>
                    <a:pt x="498" y="180"/>
                  </a:lnTo>
                  <a:lnTo>
                    <a:pt x="498" y="168"/>
                  </a:lnTo>
                  <a:lnTo>
                    <a:pt x="456" y="168"/>
                  </a:lnTo>
                  <a:lnTo>
                    <a:pt x="450" y="174"/>
                  </a:lnTo>
                  <a:lnTo>
                    <a:pt x="450" y="180"/>
                  </a:lnTo>
                  <a:lnTo>
                    <a:pt x="444" y="168"/>
                  </a:lnTo>
                  <a:lnTo>
                    <a:pt x="420" y="174"/>
                  </a:lnTo>
                  <a:lnTo>
                    <a:pt x="414" y="162"/>
                  </a:lnTo>
                  <a:lnTo>
                    <a:pt x="384" y="162"/>
                  </a:lnTo>
                  <a:lnTo>
                    <a:pt x="366" y="156"/>
                  </a:lnTo>
                  <a:lnTo>
                    <a:pt x="360" y="150"/>
                  </a:lnTo>
                  <a:lnTo>
                    <a:pt x="360" y="138"/>
                  </a:lnTo>
                  <a:lnTo>
                    <a:pt x="354" y="132"/>
                  </a:lnTo>
                  <a:lnTo>
                    <a:pt x="354" y="126"/>
                  </a:lnTo>
                  <a:lnTo>
                    <a:pt x="312" y="126"/>
                  </a:lnTo>
                  <a:lnTo>
                    <a:pt x="294" y="132"/>
                  </a:lnTo>
                  <a:lnTo>
                    <a:pt x="270" y="132"/>
                  </a:lnTo>
                  <a:lnTo>
                    <a:pt x="264" y="114"/>
                  </a:lnTo>
                  <a:lnTo>
                    <a:pt x="228" y="114"/>
                  </a:lnTo>
                  <a:lnTo>
                    <a:pt x="228" y="108"/>
                  </a:lnTo>
                  <a:lnTo>
                    <a:pt x="210" y="114"/>
                  </a:lnTo>
                  <a:lnTo>
                    <a:pt x="204" y="108"/>
                  </a:lnTo>
                  <a:lnTo>
                    <a:pt x="186" y="108"/>
                  </a:lnTo>
                  <a:lnTo>
                    <a:pt x="180" y="114"/>
                  </a:lnTo>
                  <a:lnTo>
                    <a:pt x="180" y="120"/>
                  </a:lnTo>
                  <a:lnTo>
                    <a:pt x="174" y="126"/>
                  </a:lnTo>
                  <a:lnTo>
                    <a:pt x="174" y="132"/>
                  </a:lnTo>
                  <a:lnTo>
                    <a:pt x="150" y="132"/>
                  </a:lnTo>
                  <a:lnTo>
                    <a:pt x="138" y="150"/>
                  </a:lnTo>
                  <a:lnTo>
                    <a:pt x="120" y="150"/>
                  </a:lnTo>
                  <a:lnTo>
                    <a:pt x="84" y="186"/>
                  </a:lnTo>
                  <a:lnTo>
                    <a:pt x="84" y="192"/>
                  </a:lnTo>
                  <a:lnTo>
                    <a:pt x="90" y="198"/>
                  </a:lnTo>
                  <a:lnTo>
                    <a:pt x="66" y="198"/>
                  </a:lnTo>
                  <a:lnTo>
                    <a:pt x="72" y="210"/>
                  </a:lnTo>
                  <a:lnTo>
                    <a:pt x="12" y="210"/>
                  </a:lnTo>
                  <a:lnTo>
                    <a:pt x="12" y="228"/>
                  </a:lnTo>
                  <a:lnTo>
                    <a:pt x="0" y="240"/>
                  </a:lnTo>
                  <a:lnTo>
                    <a:pt x="6" y="246"/>
                  </a:lnTo>
                  <a:lnTo>
                    <a:pt x="6" y="258"/>
                  </a:lnTo>
                  <a:lnTo>
                    <a:pt x="0" y="264"/>
                  </a:lnTo>
                  <a:lnTo>
                    <a:pt x="24" y="264"/>
                  </a:lnTo>
                  <a:lnTo>
                    <a:pt x="24" y="282"/>
                  </a:lnTo>
                  <a:lnTo>
                    <a:pt x="36" y="288"/>
                  </a:lnTo>
                  <a:lnTo>
                    <a:pt x="48" y="288"/>
                  </a:lnTo>
                  <a:lnTo>
                    <a:pt x="60" y="294"/>
                  </a:lnTo>
                  <a:lnTo>
                    <a:pt x="72" y="294"/>
                  </a:lnTo>
                  <a:lnTo>
                    <a:pt x="78" y="306"/>
                  </a:lnTo>
                  <a:lnTo>
                    <a:pt x="102" y="330"/>
                  </a:lnTo>
                  <a:lnTo>
                    <a:pt x="138" y="318"/>
                  </a:lnTo>
                  <a:lnTo>
                    <a:pt x="156" y="330"/>
                  </a:lnTo>
                  <a:lnTo>
                    <a:pt x="162" y="336"/>
                  </a:lnTo>
                  <a:lnTo>
                    <a:pt x="174" y="336"/>
                  </a:lnTo>
                  <a:lnTo>
                    <a:pt x="186" y="342"/>
                  </a:lnTo>
                  <a:lnTo>
                    <a:pt x="204" y="348"/>
                  </a:lnTo>
                  <a:lnTo>
                    <a:pt x="222" y="366"/>
                  </a:lnTo>
                  <a:lnTo>
                    <a:pt x="228" y="378"/>
                  </a:lnTo>
                  <a:lnTo>
                    <a:pt x="240" y="396"/>
                  </a:lnTo>
                  <a:lnTo>
                    <a:pt x="264" y="414"/>
                  </a:lnTo>
                  <a:lnTo>
                    <a:pt x="276" y="426"/>
                  </a:lnTo>
                  <a:lnTo>
                    <a:pt x="282" y="438"/>
                  </a:lnTo>
                  <a:lnTo>
                    <a:pt x="282" y="450"/>
                  </a:lnTo>
                  <a:lnTo>
                    <a:pt x="288" y="456"/>
                  </a:lnTo>
                  <a:lnTo>
                    <a:pt x="294" y="468"/>
                  </a:lnTo>
                  <a:lnTo>
                    <a:pt x="300" y="474"/>
                  </a:lnTo>
                  <a:lnTo>
                    <a:pt x="300" y="480"/>
                  </a:lnTo>
                  <a:lnTo>
                    <a:pt x="288" y="492"/>
                  </a:lnTo>
                  <a:lnTo>
                    <a:pt x="288" y="504"/>
                  </a:lnTo>
                  <a:lnTo>
                    <a:pt x="294" y="522"/>
                  </a:lnTo>
                  <a:lnTo>
                    <a:pt x="300" y="534"/>
                  </a:lnTo>
                  <a:lnTo>
                    <a:pt x="306" y="540"/>
                  </a:lnTo>
                  <a:lnTo>
                    <a:pt x="318" y="546"/>
                  </a:lnTo>
                  <a:lnTo>
                    <a:pt x="330" y="546"/>
                  </a:lnTo>
                  <a:lnTo>
                    <a:pt x="342" y="552"/>
                  </a:lnTo>
                  <a:lnTo>
                    <a:pt x="348" y="552"/>
                  </a:lnTo>
                  <a:lnTo>
                    <a:pt x="366" y="558"/>
                  </a:lnTo>
                  <a:lnTo>
                    <a:pt x="390" y="564"/>
                  </a:lnTo>
                  <a:lnTo>
                    <a:pt x="486" y="564"/>
                  </a:lnTo>
                  <a:lnTo>
                    <a:pt x="492" y="570"/>
                  </a:lnTo>
                  <a:lnTo>
                    <a:pt x="498" y="570"/>
                  </a:lnTo>
                  <a:lnTo>
                    <a:pt x="510" y="576"/>
                  </a:lnTo>
                  <a:lnTo>
                    <a:pt x="516" y="576"/>
                  </a:lnTo>
                  <a:lnTo>
                    <a:pt x="528" y="582"/>
                  </a:lnTo>
                  <a:lnTo>
                    <a:pt x="534" y="594"/>
                  </a:lnTo>
                  <a:lnTo>
                    <a:pt x="540" y="594"/>
                  </a:lnTo>
                  <a:lnTo>
                    <a:pt x="546" y="600"/>
                  </a:lnTo>
                  <a:lnTo>
                    <a:pt x="552" y="600"/>
                  </a:lnTo>
                  <a:lnTo>
                    <a:pt x="576" y="612"/>
                  </a:lnTo>
                  <a:lnTo>
                    <a:pt x="588" y="612"/>
                  </a:lnTo>
                  <a:lnTo>
                    <a:pt x="594" y="618"/>
                  </a:lnTo>
                  <a:lnTo>
                    <a:pt x="630" y="618"/>
                  </a:lnTo>
                  <a:lnTo>
                    <a:pt x="642" y="642"/>
                  </a:lnTo>
                  <a:lnTo>
                    <a:pt x="684" y="684"/>
                  </a:lnTo>
                  <a:lnTo>
                    <a:pt x="690" y="696"/>
                  </a:lnTo>
                  <a:lnTo>
                    <a:pt x="720" y="726"/>
                  </a:lnTo>
                  <a:lnTo>
                    <a:pt x="732" y="732"/>
                  </a:lnTo>
                  <a:lnTo>
                    <a:pt x="738" y="744"/>
                  </a:lnTo>
                  <a:lnTo>
                    <a:pt x="750" y="750"/>
                  </a:lnTo>
                  <a:lnTo>
                    <a:pt x="810" y="744"/>
                  </a:lnTo>
                  <a:lnTo>
                    <a:pt x="864" y="750"/>
                  </a:lnTo>
                  <a:lnTo>
                    <a:pt x="912" y="750"/>
                  </a:lnTo>
                  <a:lnTo>
                    <a:pt x="948" y="756"/>
                  </a:lnTo>
                  <a:lnTo>
                    <a:pt x="954" y="750"/>
                  </a:lnTo>
                  <a:lnTo>
                    <a:pt x="966" y="744"/>
                  </a:lnTo>
                  <a:lnTo>
                    <a:pt x="972" y="738"/>
                  </a:lnTo>
                  <a:lnTo>
                    <a:pt x="984" y="738"/>
                  </a:lnTo>
                  <a:lnTo>
                    <a:pt x="996" y="744"/>
                  </a:lnTo>
                  <a:lnTo>
                    <a:pt x="1002" y="744"/>
                  </a:lnTo>
                  <a:lnTo>
                    <a:pt x="1008" y="750"/>
                  </a:lnTo>
                  <a:lnTo>
                    <a:pt x="1062" y="750"/>
                  </a:lnTo>
                  <a:lnTo>
                    <a:pt x="1080" y="756"/>
                  </a:lnTo>
                  <a:lnTo>
                    <a:pt x="1092" y="756"/>
                  </a:lnTo>
                  <a:lnTo>
                    <a:pt x="1110" y="774"/>
                  </a:lnTo>
                  <a:lnTo>
                    <a:pt x="1116" y="786"/>
                  </a:lnTo>
                  <a:lnTo>
                    <a:pt x="1128" y="792"/>
                  </a:lnTo>
                  <a:lnTo>
                    <a:pt x="1152" y="798"/>
                  </a:lnTo>
                  <a:lnTo>
                    <a:pt x="1200" y="798"/>
                  </a:lnTo>
                  <a:lnTo>
                    <a:pt x="1218" y="804"/>
                  </a:lnTo>
                  <a:lnTo>
                    <a:pt x="1242" y="816"/>
                  </a:lnTo>
                  <a:lnTo>
                    <a:pt x="1248" y="822"/>
                  </a:lnTo>
                  <a:lnTo>
                    <a:pt x="1260" y="822"/>
                  </a:lnTo>
                  <a:lnTo>
                    <a:pt x="1266" y="816"/>
                  </a:lnTo>
                  <a:lnTo>
                    <a:pt x="1278" y="816"/>
                  </a:lnTo>
                  <a:lnTo>
                    <a:pt x="1290" y="810"/>
                  </a:lnTo>
                  <a:lnTo>
                    <a:pt x="1302" y="810"/>
                  </a:lnTo>
                  <a:lnTo>
                    <a:pt x="1302" y="816"/>
                  </a:lnTo>
                  <a:lnTo>
                    <a:pt x="1308" y="828"/>
                  </a:lnTo>
                  <a:lnTo>
                    <a:pt x="1314" y="828"/>
                  </a:lnTo>
                  <a:lnTo>
                    <a:pt x="1320" y="834"/>
                  </a:lnTo>
                  <a:lnTo>
                    <a:pt x="1338" y="834"/>
                  </a:lnTo>
                  <a:lnTo>
                    <a:pt x="1344" y="828"/>
                  </a:lnTo>
                  <a:lnTo>
                    <a:pt x="1362" y="816"/>
                  </a:lnTo>
                  <a:lnTo>
                    <a:pt x="1422" y="780"/>
                  </a:lnTo>
                  <a:lnTo>
                    <a:pt x="1440" y="768"/>
                  </a:lnTo>
                  <a:lnTo>
                    <a:pt x="1596" y="768"/>
                  </a:lnTo>
                  <a:lnTo>
                    <a:pt x="1614" y="744"/>
                  </a:lnTo>
                  <a:lnTo>
                    <a:pt x="1638" y="744"/>
                  </a:lnTo>
                  <a:lnTo>
                    <a:pt x="1650" y="738"/>
                  </a:lnTo>
                  <a:lnTo>
                    <a:pt x="1662" y="714"/>
                  </a:lnTo>
                  <a:lnTo>
                    <a:pt x="1662" y="708"/>
                  </a:lnTo>
                  <a:lnTo>
                    <a:pt x="1668" y="696"/>
                  </a:lnTo>
                  <a:lnTo>
                    <a:pt x="1668" y="690"/>
                  </a:lnTo>
                  <a:lnTo>
                    <a:pt x="1692" y="690"/>
                  </a:lnTo>
                  <a:lnTo>
                    <a:pt x="1704" y="678"/>
                  </a:lnTo>
                  <a:lnTo>
                    <a:pt x="1710" y="666"/>
                  </a:lnTo>
                  <a:lnTo>
                    <a:pt x="1716" y="660"/>
                  </a:lnTo>
                  <a:lnTo>
                    <a:pt x="1716" y="654"/>
                  </a:lnTo>
                  <a:lnTo>
                    <a:pt x="1704" y="648"/>
                  </a:lnTo>
                  <a:lnTo>
                    <a:pt x="1686" y="630"/>
                  </a:lnTo>
                  <a:lnTo>
                    <a:pt x="1674" y="624"/>
                  </a:lnTo>
                  <a:lnTo>
                    <a:pt x="1656" y="606"/>
                  </a:lnTo>
                  <a:lnTo>
                    <a:pt x="1650" y="594"/>
                  </a:lnTo>
                  <a:lnTo>
                    <a:pt x="1650" y="582"/>
                  </a:lnTo>
                  <a:lnTo>
                    <a:pt x="1656" y="570"/>
                  </a:lnTo>
                  <a:lnTo>
                    <a:pt x="1656" y="558"/>
                  </a:lnTo>
                  <a:lnTo>
                    <a:pt x="1668" y="552"/>
                  </a:lnTo>
                  <a:lnTo>
                    <a:pt x="1692" y="552"/>
                  </a:lnTo>
                  <a:lnTo>
                    <a:pt x="1698" y="558"/>
                  </a:lnTo>
                  <a:lnTo>
                    <a:pt x="1704" y="558"/>
                  </a:lnTo>
                  <a:lnTo>
                    <a:pt x="1710" y="564"/>
                  </a:lnTo>
                  <a:lnTo>
                    <a:pt x="1722" y="570"/>
                  </a:lnTo>
                  <a:lnTo>
                    <a:pt x="1728" y="576"/>
                  </a:lnTo>
                  <a:lnTo>
                    <a:pt x="1740" y="582"/>
                  </a:lnTo>
                  <a:lnTo>
                    <a:pt x="1764" y="582"/>
                  </a:lnTo>
                  <a:lnTo>
                    <a:pt x="1776" y="576"/>
                  </a:lnTo>
                  <a:lnTo>
                    <a:pt x="1794" y="576"/>
                  </a:lnTo>
                  <a:lnTo>
                    <a:pt x="1806" y="570"/>
                  </a:lnTo>
                  <a:lnTo>
                    <a:pt x="1812" y="558"/>
                  </a:lnTo>
                  <a:lnTo>
                    <a:pt x="1818" y="552"/>
                  </a:lnTo>
                  <a:lnTo>
                    <a:pt x="1818" y="528"/>
                  </a:lnTo>
                  <a:lnTo>
                    <a:pt x="1890" y="528"/>
                  </a:lnTo>
                  <a:lnTo>
                    <a:pt x="1914" y="504"/>
                  </a:lnTo>
                  <a:lnTo>
                    <a:pt x="1902" y="492"/>
                  </a:lnTo>
                  <a:lnTo>
                    <a:pt x="1896" y="480"/>
                  </a:lnTo>
                  <a:lnTo>
                    <a:pt x="1902" y="474"/>
                  </a:lnTo>
                  <a:lnTo>
                    <a:pt x="1938" y="456"/>
                  </a:lnTo>
                  <a:lnTo>
                    <a:pt x="1950" y="456"/>
                  </a:lnTo>
                  <a:lnTo>
                    <a:pt x="1950" y="438"/>
                  </a:lnTo>
                  <a:lnTo>
                    <a:pt x="1980" y="444"/>
                  </a:lnTo>
                  <a:lnTo>
                    <a:pt x="1998" y="426"/>
                  </a:lnTo>
                  <a:lnTo>
                    <a:pt x="2004" y="426"/>
                  </a:lnTo>
                  <a:lnTo>
                    <a:pt x="2010" y="420"/>
                  </a:lnTo>
                  <a:lnTo>
                    <a:pt x="2040" y="420"/>
                  </a:lnTo>
                  <a:lnTo>
                    <a:pt x="2052" y="426"/>
                  </a:lnTo>
                  <a:lnTo>
                    <a:pt x="2058" y="432"/>
                  </a:lnTo>
                  <a:lnTo>
                    <a:pt x="2094" y="432"/>
                  </a:lnTo>
                  <a:lnTo>
                    <a:pt x="2100" y="426"/>
                  </a:lnTo>
                  <a:lnTo>
                    <a:pt x="2100" y="420"/>
                  </a:lnTo>
                  <a:lnTo>
                    <a:pt x="2088" y="40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63" name="Mexico" descr="© INSCALE GmbH, 05.05.2010&#10;http://www.presentationload.com/">
              <a:extLst>
                <a:ext uri="{FF2B5EF4-FFF2-40B4-BE49-F238E27FC236}">
                  <a16:creationId xmlns:a16="http://schemas.microsoft.com/office/drawing/2014/main" id="{9ADF89BD-0AE1-4520-96C0-0A6B02FFCAA0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120011" y="2137576"/>
              <a:ext cx="615192" cy="479096"/>
            </a:xfrm>
            <a:custGeom>
              <a:avLst/>
              <a:gdLst>
                <a:gd name="T0" fmla="*/ 2147483647 w 1860"/>
                <a:gd name="T1" fmla="*/ 2147483647 h 1458"/>
                <a:gd name="T2" fmla="*/ 2147483647 w 1860"/>
                <a:gd name="T3" fmla="*/ 2147483647 h 1458"/>
                <a:gd name="T4" fmla="*/ 2147483647 w 1860"/>
                <a:gd name="T5" fmla="*/ 2147483647 h 1458"/>
                <a:gd name="T6" fmla="*/ 2147483647 w 1860"/>
                <a:gd name="T7" fmla="*/ 2147483647 h 1458"/>
                <a:gd name="T8" fmla="*/ 2147483647 w 1860"/>
                <a:gd name="T9" fmla="*/ 2147483647 h 1458"/>
                <a:gd name="T10" fmla="*/ 2147483647 w 1860"/>
                <a:gd name="T11" fmla="*/ 2147483647 h 1458"/>
                <a:gd name="T12" fmla="*/ 2147483647 w 1860"/>
                <a:gd name="T13" fmla="*/ 2147483647 h 1458"/>
                <a:gd name="T14" fmla="*/ 2147483647 w 1860"/>
                <a:gd name="T15" fmla="*/ 2147483647 h 1458"/>
                <a:gd name="T16" fmla="*/ 2147483647 w 1860"/>
                <a:gd name="T17" fmla="*/ 2147483647 h 1458"/>
                <a:gd name="T18" fmla="*/ 2147483647 w 1860"/>
                <a:gd name="T19" fmla="*/ 2147483647 h 1458"/>
                <a:gd name="T20" fmla="*/ 2147483647 w 1860"/>
                <a:gd name="T21" fmla="*/ 2147483647 h 1458"/>
                <a:gd name="T22" fmla="*/ 2147483647 w 1860"/>
                <a:gd name="T23" fmla="*/ 2147483647 h 1458"/>
                <a:gd name="T24" fmla="*/ 2147483647 w 1860"/>
                <a:gd name="T25" fmla="*/ 2147483647 h 1458"/>
                <a:gd name="T26" fmla="*/ 2147483647 w 1860"/>
                <a:gd name="T27" fmla="*/ 2147483647 h 1458"/>
                <a:gd name="T28" fmla="*/ 2147483647 w 1860"/>
                <a:gd name="T29" fmla="*/ 2147483647 h 1458"/>
                <a:gd name="T30" fmla="*/ 2147483647 w 1860"/>
                <a:gd name="T31" fmla="*/ 2147483647 h 1458"/>
                <a:gd name="T32" fmla="*/ 2147483647 w 1860"/>
                <a:gd name="T33" fmla="*/ 2147483647 h 1458"/>
                <a:gd name="T34" fmla="*/ 2147483647 w 1860"/>
                <a:gd name="T35" fmla="*/ 2147483647 h 1458"/>
                <a:gd name="T36" fmla="*/ 2147483647 w 1860"/>
                <a:gd name="T37" fmla="*/ 2147483647 h 1458"/>
                <a:gd name="T38" fmla="*/ 2147483647 w 1860"/>
                <a:gd name="T39" fmla="*/ 2147483647 h 1458"/>
                <a:gd name="T40" fmla="*/ 2147483647 w 1860"/>
                <a:gd name="T41" fmla="*/ 2147483647 h 1458"/>
                <a:gd name="T42" fmla="*/ 2147483647 w 1860"/>
                <a:gd name="T43" fmla="*/ 2147483647 h 1458"/>
                <a:gd name="T44" fmla="*/ 2147483647 w 1860"/>
                <a:gd name="T45" fmla="*/ 2147483647 h 1458"/>
                <a:gd name="T46" fmla="*/ 2147483647 w 1860"/>
                <a:gd name="T47" fmla="*/ 2147483647 h 1458"/>
                <a:gd name="T48" fmla="*/ 2147483647 w 1860"/>
                <a:gd name="T49" fmla="*/ 2147483647 h 1458"/>
                <a:gd name="T50" fmla="*/ 2147483647 w 1860"/>
                <a:gd name="T51" fmla="*/ 2147483647 h 1458"/>
                <a:gd name="T52" fmla="*/ 2147483647 w 1860"/>
                <a:gd name="T53" fmla="*/ 2147483647 h 1458"/>
                <a:gd name="T54" fmla="*/ 2147483647 w 1860"/>
                <a:gd name="T55" fmla="*/ 2147483647 h 1458"/>
                <a:gd name="T56" fmla="*/ 0 w 1860"/>
                <a:gd name="T57" fmla="*/ 2147483647 h 1458"/>
                <a:gd name="T58" fmla="*/ 2147483647 w 1860"/>
                <a:gd name="T59" fmla="*/ 2147483647 h 1458"/>
                <a:gd name="T60" fmla="*/ 2147483647 w 1860"/>
                <a:gd name="T61" fmla="*/ 2147483647 h 1458"/>
                <a:gd name="T62" fmla="*/ 2147483647 w 1860"/>
                <a:gd name="T63" fmla="*/ 2147483647 h 1458"/>
                <a:gd name="T64" fmla="*/ 2147483647 w 1860"/>
                <a:gd name="T65" fmla="*/ 2147483647 h 1458"/>
                <a:gd name="T66" fmla="*/ 2147483647 w 1860"/>
                <a:gd name="T67" fmla="*/ 2147483647 h 1458"/>
                <a:gd name="T68" fmla="*/ 2147483647 w 1860"/>
                <a:gd name="T69" fmla="*/ 2147483647 h 1458"/>
                <a:gd name="T70" fmla="*/ 2147483647 w 1860"/>
                <a:gd name="T71" fmla="*/ 2147483647 h 1458"/>
                <a:gd name="T72" fmla="*/ 2147483647 w 1860"/>
                <a:gd name="T73" fmla="*/ 2147483647 h 1458"/>
                <a:gd name="T74" fmla="*/ 2147483647 w 1860"/>
                <a:gd name="T75" fmla="*/ 2147483647 h 1458"/>
                <a:gd name="T76" fmla="*/ 2147483647 w 1860"/>
                <a:gd name="T77" fmla="*/ 2147483647 h 1458"/>
                <a:gd name="T78" fmla="*/ 2147483647 w 1860"/>
                <a:gd name="T79" fmla="*/ 2147483647 h 1458"/>
                <a:gd name="T80" fmla="*/ 2147483647 w 1860"/>
                <a:gd name="T81" fmla="*/ 2147483647 h 1458"/>
                <a:gd name="T82" fmla="*/ 2147483647 w 1860"/>
                <a:gd name="T83" fmla="*/ 2147483647 h 1458"/>
                <a:gd name="T84" fmla="*/ 2147483647 w 1860"/>
                <a:gd name="T85" fmla="*/ 2147483647 h 1458"/>
                <a:gd name="T86" fmla="*/ 2147483647 w 1860"/>
                <a:gd name="T87" fmla="*/ 2147483647 h 1458"/>
                <a:gd name="T88" fmla="*/ 2147483647 w 1860"/>
                <a:gd name="T89" fmla="*/ 2147483647 h 1458"/>
                <a:gd name="T90" fmla="*/ 2147483647 w 1860"/>
                <a:gd name="T91" fmla="*/ 2147483647 h 1458"/>
                <a:gd name="T92" fmla="*/ 2147483647 w 1860"/>
                <a:gd name="T93" fmla="*/ 2147483647 h 1458"/>
                <a:gd name="T94" fmla="*/ 2147483647 w 1860"/>
                <a:gd name="T95" fmla="*/ 2147483647 h 1458"/>
                <a:gd name="T96" fmla="*/ 2147483647 w 1860"/>
                <a:gd name="T97" fmla="*/ 2147483647 h 1458"/>
                <a:gd name="T98" fmla="*/ 2147483647 w 1860"/>
                <a:gd name="T99" fmla="*/ 2147483647 h 1458"/>
                <a:gd name="T100" fmla="*/ 2147483647 w 1860"/>
                <a:gd name="T101" fmla="*/ 2147483647 h 1458"/>
                <a:gd name="T102" fmla="*/ 2147483647 w 1860"/>
                <a:gd name="T103" fmla="*/ 2147483647 h 1458"/>
                <a:gd name="T104" fmla="*/ 2147483647 w 1860"/>
                <a:gd name="T105" fmla="*/ 2147483647 h 1458"/>
                <a:gd name="T106" fmla="*/ 2147483647 w 1860"/>
                <a:gd name="T107" fmla="*/ 2147483647 h 1458"/>
                <a:gd name="T108" fmla="*/ 2147483647 w 1860"/>
                <a:gd name="T109" fmla="*/ 2147483647 h 1458"/>
                <a:gd name="T110" fmla="*/ 2147483647 w 1860"/>
                <a:gd name="T111" fmla="*/ 2147483647 h 1458"/>
                <a:gd name="T112" fmla="*/ 2147483647 w 1860"/>
                <a:gd name="T113" fmla="*/ 2147483647 h 1458"/>
                <a:gd name="T114" fmla="*/ 2147483647 w 1860"/>
                <a:gd name="T115" fmla="*/ 2147483647 h 1458"/>
                <a:gd name="T116" fmla="*/ 2147483647 w 1860"/>
                <a:gd name="T117" fmla="*/ 2147483647 h 1458"/>
                <a:gd name="T118" fmla="*/ 2147483647 w 1860"/>
                <a:gd name="T119" fmla="*/ 2147483647 h 1458"/>
                <a:gd name="T120" fmla="*/ 2147483647 w 1860"/>
                <a:gd name="T121" fmla="*/ 2147483647 h 145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860"/>
                <a:gd name="T184" fmla="*/ 0 h 1458"/>
                <a:gd name="T185" fmla="*/ 1860 w 1860"/>
                <a:gd name="T186" fmla="*/ 1458 h 145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860" h="1458">
                  <a:moveTo>
                    <a:pt x="1422" y="1440"/>
                  </a:moveTo>
                  <a:lnTo>
                    <a:pt x="1422" y="1380"/>
                  </a:lnTo>
                  <a:lnTo>
                    <a:pt x="1452" y="1332"/>
                  </a:lnTo>
                  <a:lnTo>
                    <a:pt x="1542" y="1338"/>
                  </a:lnTo>
                  <a:lnTo>
                    <a:pt x="1542" y="1320"/>
                  </a:lnTo>
                  <a:lnTo>
                    <a:pt x="1548" y="1320"/>
                  </a:lnTo>
                  <a:lnTo>
                    <a:pt x="1554" y="1314"/>
                  </a:lnTo>
                  <a:lnTo>
                    <a:pt x="1554" y="1302"/>
                  </a:lnTo>
                  <a:lnTo>
                    <a:pt x="1536" y="1302"/>
                  </a:lnTo>
                  <a:lnTo>
                    <a:pt x="1530" y="1278"/>
                  </a:lnTo>
                  <a:lnTo>
                    <a:pt x="1524" y="1278"/>
                  </a:lnTo>
                  <a:lnTo>
                    <a:pt x="1512" y="1272"/>
                  </a:lnTo>
                  <a:lnTo>
                    <a:pt x="1506" y="1272"/>
                  </a:lnTo>
                  <a:lnTo>
                    <a:pt x="1500" y="1266"/>
                  </a:lnTo>
                  <a:lnTo>
                    <a:pt x="1494" y="1254"/>
                  </a:lnTo>
                  <a:lnTo>
                    <a:pt x="1494" y="1248"/>
                  </a:lnTo>
                  <a:lnTo>
                    <a:pt x="1482" y="1242"/>
                  </a:lnTo>
                  <a:lnTo>
                    <a:pt x="1506" y="1242"/>
                  </a:lnTo>
                  <a:lnTo>
                    <a:pt x="1518" y="1236"/>
                  </a:lnTo>
                  <a:lnTo>
                    <a:pt x="1524" y="1236"/>
                  </a:lnTo>
                  <a:lnTo>
                    <a:pt x="1524" y="1212"/>
                  </a:lnTo>
                  <a:lnTo>
                    <a:pt x="1518" y="1200"/>
                  </a:lnTo>
                  <a:lnTo>
                    <a:pt x="1518" y="1188"/>
                  </a:lnTo>
                  <a:lnTo>
                    <a:pt x="1650" y="1194"/>
                  </a:lnTo>
                  <a:lnTo>
                    <a:pt x="1656" y="1182"/>
                  </a:lnTo>
                  <a:lnTo>
                    <a:pt x="1656" y="1176"/>
                  </a:lnTo>
                  <a:lnTo>
                    <a:pt x="1662" y="1176"/>
                  </a:lnTo>
                  <a:lnTo>
                    <a:pt x="1668" y="1182"/>
                  </a:lnTo>
                  <a:lnTo>
                    <a:pt x="1668" y="1188"/>
                  </a:lnTo>
                  <a:lnTo>
                    <a:pt x="1674" y="1188"/>
                  </a:lnTo>
                  <a:lnTo>
                    <a:pt x="1680" y="1182"/>
                  </a:lnTo>
                  <a:lnTo>
                    <a:pt x="1692" y="1176"/>
                  </a:lnTo>
                  <a:lnTo>
                    <a:pt x="1698" y="1164"/>
                  </a:lnTo>
                  <a:lnTo>
                    <a:pt x="1698" y="1152"/>
                  </a:lnTo>
                  <a:lnTo>
                    <a:pt x="1704" y="1146"/>
                  </a:lnTo>
                  <a:lnTo>
                    <a:pt x="1704" y="1140"/>
                  </a:lnTo>
                  <a:lnTo>
                    <a:pt x="1710" y="1152"/>
                  </a:lnTo>
                  <a:lnTo>
                    <a:pt x="1746" y="1116"/>
                  </a:lnTo>
                  <a:lnTo>
                    <a:pt x="1746" y="1122"/>
                  </a:lnTo>
                  <a:lnTo>
                    <a:pt x="1740" y="1128"/>
                  </a:lnTo>
                  <a:lnTo>
                    <a:pt x="1740" y="1146"/>
                  </a:lnTo>
                  <a:lnTo>
                    <a:pt x="1746" y="1152"/>
                  </a:lnTo>
                  <a:lnTo>
                    <a:pt x="1758" y="1152"/>
                  </a:lnTo>
                  <a:lnTo>
                    <a:pt x="1782" y="1086"/>
                  </a:lnTo>
                  <a:lnTo>
                    <a:pt x="1770" y="1074"/>
                  </a:lnTo>
                  <a:lnTo>
                    <a:pt x="1794" y="1068"/>
                  </a:lnTo>
                  <a:lnTo>
                    <a:pt x="1794" y="1056"/>
                  </a:lnTo>
                  <a:lnTo>
                    <a:pt x="1776" y="1050"/>
                  </a:lnTo>
                  <a:lnTo>
                    <a:pt x="1794" y="1032"/>
                  </a:lnTo>
                  <a:lnTo>
                    <a:pt x="1800" y="1008"/>
                  </a:lnTo>
                  <a:lnTo>
                    <a:pt x="1806" y="996"/>
                  </a:lnTo>
                  <a:lnTo>
                    <a:pt x="1818" y="990"/>
                  </a:lnTo>
                  <a:lnTo>
                    <a:pt x="1824" y="978"/>
                  </a:lnTo>
                  <a:lnTo>
                    <a:pt x="1836" y="966"/>
                  </a:lnTo>
                  <a:lnTo>
                    <a:pt x="1842" y="954"/>
                  </a:lnTo>
                  <a:lnTo>
                    <a:pt x="1848" y="948"/>
                  </a:lnTo>
                  <a:lnTo>
                    <a:pt x="1854" y="936"/>
                  </a:lnTo>
                  <a:lnTo>
                    <a:pt x="1854" y="930"/>
                  </a:lnTo>
                  <a:lnTo>
                    <a:pt x="1860" y="918"/>
                  </a:lnTo>
                  <a:lnTo>
                    <a:pt x="1860" y="900"/>
                  </a:lnTo>
                  <a:lnTo>
                    <a:pt x="1854" y="894"/>
                  </a:lnTo>
                  <a:lnTo>
                    <a:pt x="1818" y="894"/>
                  </a:lnTo>
                  <a:lnTo>
                    <a:pt x="1812" y="900"/>
                  </a:lnTo>
                  <a:lnTo>
                    <a:pt x="1800" y="900"/>
                  </a:lnTo>
                  <a:lnTo>
                    <a:pt x="1794" y="894"/>
                  </a:lnTo>
                  <a:lnTo>
                    <a:pt x="1782" y="894"/>
                  </a:lnTo>
                  <a:lnTo>
                    <a:pt x="1770" y="888"/>
                  </a:lnTo>
                  <a:lnTo>
                    <a:pt x="1746" y="888"/>
                  </a:lnTo>
                  <a:lnTo>
                    <a:pt x="1734" y="894"/>
                  </a:lnTo>
                  <a:lnTo>
                    <a:pt x="1716" y="900"/>
                  </a:lnTo>
                  <a:lnTo>
                    <a:pt x="1698" y="900"/>
                  </a:lnTo>
                  <a:lnTo>
                    <a:pt x="1686" y="906"/>
                  </a:lnTo>
                  <a:lnTo>
                    <a:pt x="1668" y="906"/>
                  </a:lnTo>
                  <a:lnTo>
                    <a:pt x="1656" y="912"/>
                  </a:lnTo>
                  <a:lnTo>
                    <a:pt x="1626" y="912"/>
                  </a:lnTo>
                  <a:lnTo>
                    <a:pt x="1614" y="918"/>
                  </a:lnTo>
                  <a:lnTo>
                    <a:pt x="1608" y="924"/>
                  </a:lnTo>
                  <a:lnTo>
                    <a:pt x="1596" y="948"/>
                  </a:lnTo>
                  <a:lnTo>
                    <a:pt x="1590" y="966"/>
                  </a:lnTo>
                  <a:lnTo>
                    <a:pt x="1590" y="1026"/>
                  </a:lnTo>
                  <a:lnTo>
                    <a:pt x="1572" y="1032"/>
                  </a:lnTo>
                  <a:lnTo>
                    <a:pt x="1572" y="1062"/>
                  </a:lnTo>
                  <a:lnTo>
                    <a:pt x="1566" y="1074"/>
                  </a:lnTo>
                  <a:lnTo>
                    <a:pt x="1542" y="1086"/>
                  </a:lnTo>
                  <a:lnTo>
                    <a:pt x="1524" y="1098"/>
                  </a:lnTo>
                  <a:lnTo>
                    <a:pt x="1512" y="1110"/>
                  </a:lnTo>
                  <a:lnTo>
                    <a:pt x="1512" y="1122"/>
                  </a:lnTo>
                  <a:lnTo>
                    <a:pt x="1506" y="1128"/>
                  </a:lnTo>
                  <a:lnTo>
                    <a:pt x="1506" y="1140"/>
                  </a:lnTo>
                  <a:lnTo>
                    <a:pt x="1500" y="1146"/>
                  </a:lnTo>
                  <a:lnTo>
                    <a:pt x="1488" y="1146"/>
                  </a:lnTo>
                  <a:lnTo>
                    <a:pt x="1476" y="1134"/>
                  </a:lnTo>
                  <a:lnTo>
                    <a:pt x="1476" y="1128"/>
                  </a:lnTo>
                  <a:lnTo>
                    <a:pt x="1470" y="1122"/>
                  </a:lnTo>
                  <a:lnTo>
                    <a:pt x="1440" y="1122"/>
                  </a:lnTo>
                  <a:lnTo>
                    <a:pt x="1416" y="1128"/>
                  </a:lnTo>
                  <a:lnTo>
                    <a:pt x="1392" y="1140"/>
                  </a:lnTo>
                  <a:lnTo>
                    <a:pt x="1356" y="1140"/>
                  </a:lnTo>
                  <a:lnTo>
                    <a:pt x="1338" y="1146"/>
                  </a:lnTo>
                  <a:lnTo>
                    <a:pt x="1290" y="1170"/>
                  </a:lnTo>
                  <a:lnTo>
                    <a:pt x="1284" y="1170"/>
                  </a:lnTo>
                  <a:lnTo>
                    <a:pt x="1272" y="1158"/>
                  </a:lnTo>
                  <a:lnTo>
                    <a:pt x="1266" y="1146"/>
                  </a:lnTo>
                  <a:lnTo>
                    <a:pt x="1266" y="1140"/>
                  </a:lnTo>
                  <a:lnTo>
                    <a:pt x="1260" y="1128"/>
                  </a:lnTo>
                  <a:lnTo>
                    <a:pt x="1242" y="1128"/>
                  </a:lnTo>
                  <a:lnTo>
                    <a:pt x="1224" y="1122"/>
                  </a:lnTo>
                  <a:lnTo>
                    <a:pt x="1194" y="1122"/>
                  </a:lnTo>
                  <a:lnTo>
                    <a:pt x="1194" y="1104"/>
                  </a:lnTo>
                  <a:lnTo>
                    <a:pt x="1188" y="1092"/>
                  </a:lnTo>
                  <a:lnTo>
                    <a:pt x="1176" y="1080"/>
                  </a:lnTo>
                  <a:lnTo>
                    <a:pt x="1170" y="1068"/>
                  </a:lnTo>
                  <a:lnTo>
                    <a:pt x="1164" y="1062"/>
                  </a:lnTo>
                  <a:lnTo>
                    <a:pt x="1164" y="1026"/>
                  </a:lnTo>
                  <a:lnTo>
                    <a:pt x="1128" y="966"/>
                  </a:lnTo>
                  <a:lnTo>
                    <a:pt x="1122" y="924"/>
                  </a:lnTo>
                  <a:lnTo>
                    <a:pt x="1110" y="894"/>
                  </a:lnTo>
                  <a:lnTo>
                    <a:pt x="1104" y="804"/>
                  </a:lnTo>
                  <a:lnTo>
                    <a:pt x="1110" y="798"/>
                  </a:lnTo>
                  <a:lnTo>
                    <a:pt x="1122" y="774"/>
                  </a:lnTo>
                  <a:lnTo>
                    <a:pt x="1128" y="768"/>
                  </a:lnTo>
                  <a:lnTo>
                    <a:pt x="1128" y="654"/>
                  </a:lnTo>
                  <a:lnTo>
                    <a:pt x="1152" y="648"/>
                  </a:lnTo>
                  <a:lnTo>
                    <a:pt x="1152" y="612"/>
                  </a:lnTo>
                  <a:lnTo>
                    <a:pt x="1158" y="600"/>
                  </a:lnTo>
                  <a:lnTo>
                    <a:pt x="1158" y="594"/>
                  </a:lnTo>
                  <a:lnTo>
                    <a:pt x="1164" y="588"/>
                  </a:lnTo>
                  <a:lnTo>
                    <a:pt x="1176" y="588"/>
                  </a:lnTo>
                  <a:lnTo>
                    <a:pt x="1182" y="594"/>
                  </a:lnTo>
                  <a:lnTo>
                    <a:pt x="1188" y="594"/>
                  </a:lnTo>
                  <a:lnTo>
                    <a:pt x="1188" y="588"/>
                  </a:lnTo>
                  <a:lnTo>
                    <a:pt x="1194" y="576"/>
                  </a:lnTo>
                  <a:lnTo>
                    <a:pt x="1194" y="564"/>
                  </a:lnTo>
                  <a:lnTo>
                    <a:pt x="1200" y="558"/>
                  </a:lnTo>
                  <a:lnTo>
                    <a:pt x="1206" y="546"/>
                  </a:lnTo>
                  <a:lnTo>
                    <a:pt x="1206" y="540"/>
                  </a:lnTo>
                  <a:lnTo>
                    <a:pt x="1206" y="546"/>
                  </a:lnTo>
                  <a:lnTo>
                    <a:pt x="1182" y="546"/>
                  </a:lnTo>
                  <a:lnTo>
                    <a:pt x="1176" y="534"/>
                  </a:lnTo>
                  <a:lnTo>
                    <a:pt x="1176" y="528"/>
                  </a:lnTo>
                  <a:lnTo>
                    <a:pt x="1134" y="528"/>
                  </a:lnTo>
                  <a:lnTo>
                    <a:pt x="1122" y="516"/>
                  </a:lnTo>
                  <a:lnTo>
                    <a:pt x="1110" y="516"/>
                  </a:lnTo>
                  <a:lnTo>
                    <a:pt x="1092" y="510"/>
                  </a:lnTo>
                  <a:lnTo>
                    <a:pt x="1080" y="498"/>
                  </a:lnTo>
                  <a:lnTo>
                    <a:pt x="1080" y="468"/>
                  </a:lnTo>
                  <a:lnTo>
                    <a:pt x="1068" y="456"/>
                  </a:lnTo>
                  <a:lnTo>
                    <a:pt x="1068" y="420"/>
                  </a:lnTo>
                  <a:lnTo>
                    <a:pt x="1074" y="420"/>
                  </a:lnTo>
                  <a:lnTo>
                    <a:pt x="1080" y="414"/>
                  </a:lnTo>
                  <a:lnTo>
                    <a:pt x="1080" y="408"/>
                  </a:lnTo>
                  <a:lnTo>
                    <a:pt x="1068" y="396"/>
                  </a:lnTo>
                  <a:lnTo>
                    <a:pt x="1056" y="390"/>
                  </a:lnTo>
                  <a:lnTo>
                    <a:pt x="1050" y="384"/>
                  </a:lnTo>
                  <a:lnTo>
                    <a:pt x="1050" y="360"/>
                  </a:lnTo>
                  <a:lnTo>
                    <a:pt x="1038" y="354"/>
                  </a:lnTo>
                  <a:lnTo>
                    <a:pt x="1032" y="342"/>
                  </a:lnTo>
                  <a:lnTo>
                    <a:pt x="1032" y="330"/>
                  </a:lnTo>
                  <a:lnTo>
                    <a:pt x="1038" y="318"/>
                  </a:lnTo>
                  <a:lnTo>
                    <a:pt x="1038" y="294"/>
                  </a:lnTo>
                  <a:lnTo>
                    <a:pt x="1026" y="282"/>
                  </a:lnTo>
                  <a:lnTo>
                    <a:pt x="1020" y="270"/>
                  </a:lnTo>
                  <a:lnTo>
                    <a:pt x="1008" y="258"/>
                  </a:lnTo>
                  <a:lnTo>
                    <a:pt x="1002" y="246"/>
                  </a:lnTo>
                  <a:lnTo>
                    <a:pt x="996" y="240"/>
                  </a:lnTo>
                  <a:lnTo>
                    <a:pt x="990" y="228"/>
                  </a:lnTo>
                  <a:lnTo>
                    <a:pt x="948" y="228"/>
                  </a:lnTo>
                  <a:lnTo>
                    <a:pt x="930" y="222"/>
                  </a:lnTo>
                  <a:lnTo>
                    <a:pt x="930" y="228"/>
                  </a:lnTo>
                  <a:lnTo>
                    <a:pt x="912" y="228"/>
                  </a:lnTo>
                  <a:lnTo>
                    <a:pt x="900" y="240"/>
                  </a:lnTo>
                  <a:lnTo>
                    <a:pt x="888" y="264"/>
                  </a:lnTo>
                  <a:lnTo>
                    <a:pt x="876" y="276"/>
                  </a:lnTo>
                  <a:lnTo>
                    <a:pt x="852" y="288"/>
                  </a:lnTo>
                  <a:lnTo>
                    <a:pt x="840" y="288"/>
                  </a:lnTo>
                  <a:lnTo>
                    <a:pt x="822" y="276"/>
                  </a:lnTo>
                  <a:lnTo>
                    <a:pt x="810" y="270"/>
                  </a:lnTo>
                  <a:lnTo>
                    <a:pt x="780" y="240"/>
                  </a:lnTo>
                  <a:lnTo>
                    <a:pt x="780" y="228"/>
                  </a:lnTo>
                  <a:lnTo>
                    <a:pt x="786" y="216"/>
                  </a:lnTo>
                  <a:lnTo>
                    <a:pt x="786" y="174"/>
                  </a:lnTo>
                  <a:lnTo>
                    <a:pt x="780" y="162"/>
                  </a:lnTo>
                  <a:lnTo>
                    <a:pt x="768" y="150"/>
                  </a:lnTo>
                  <a:lnTo>
                    <a:pt x="756" y="144"/>
                  </a:lnTo>
                  <a:lnTo>
                    <a:pt x="744" y="144"/>
                  </a:lnTo>
                  <a:lnTo>
                    <a:pt x="738" y="114"/>
                  </a:lnTo>
                  <a:lnTo>
                    <a:pt x="708" y="102"/>
                  </a:lnTo>
                  <a:lnTo>
                    <a:pt x="708" y="78"/>
                  </a:lnTo>
                  <a:lnTo>
                    <a:pt x="696" y="66"/>
                  </a:lnTo>
                  <a:lnTo>
                    <a:pt x="582" y="66"/>
                  </a:lnTo>
                  <a:lnTo>
                    <a:pt x="576" y="72"/>
                  </a:lnTo>
                  <a:lnTo>
                    <a:pt x="576" y="90"/>
                  </a:lnTo>
                  <a:lnTo>
                    <a:pt x="570" y="102"/>
                  </a:lnTo>
                  <a:lnTo>
                    <a:pt x="570" y="108"/>
                  </a:lnTo>
                  <a:lnTo>
                    <a:pt x="366" y="108"/>
                  </a:lnTo>
                  <a:lnTo>
                    <a:pt x="156" y="12"/>
                  </a:lnTo>
                  <a:lnTo>
                    <a:pt x="150" y="12"/>
                  </a:lnTo>
                  <a:lnTo>
                    <a:pt x="150" y="6"/>
                  </a:lnTo>
                  <a:lnTo>
                    <a:pt x="156" y="0"/>
                  </a:lnTo>
                  <a:lnTo>
                    <a:pt x="12" y="6"/>
                  </a:lnTo>
                  <a:lnTo>
                    <a:pt x="6" y="0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2" y="66"/>
                  </a:lnTo>
                  <a:lnTo>
                    <a:pt x="18" y="78"/>
                  </a:lnTo>
                  <a:lnTo>
                    <a:pt x="0" y="90"/>
                  </a:lnTo>
                  <a:lnTo>
                    <a:pt x="12" y="114"/>
                  </a:lnTo>
                  <a:lnTo>
                    <a:pt x="6" y="126"/>
                  </a:lnTo>
                  <a:lnTo>
                    <a:pt x="24" y="144"/>
                  </a:lnTo>
                  <a:lnTo>
                    <a:pt x="6" y="174"/>
                  </a:lnTo>
                  <a:lnTo>
                    <a:pt x="18" y="180"/>
                  </a:lnTo>
                  <a:lnTo>
                    <a:pt x="18" y="210"/>
                  </a:lnTo>
                  <a:lnTo>
                    <a:pt x="24" y="228"/>
                  </a:lnTo>
                  <a:lnTo>
                    <a:pt x="24" y="240"/>
                  </a:lnTo>
                  <a:lnTo>
                    <a:pt x="30" y="252"/>
                  </a:lnTo>
                  <a:lnTo>
                    <a:pt x="42" y="264"/>
                  </a:lnTo>
                  <a:lnTo>
                    <a:pt x="60" y="264"/>
                  </a:lnTo>
                  <a:lnTo>
                    <a:pt x="60" y="270"/>
                  </a:lnTo>
                  <a:lnTo>
                    <a:pt x="66" y="276"/>
                  </a:lnTo>
                  <a:lnTo>
                    <a:pt x="72" y="288"/>
                  </a:lnTo>
                  <a:lnTo>
                    <a:pt x="84" y="300"/>
                  </a:lnTo>
                  <a:lnTo>
                    <a:pt x="90" y="318"/>
                  </a:lnTo>
                  <a:lnTo>
                    <a:pt x="96" y="330"/>
                  </a:lnTo>
                  <a:lnTo>
                    <a:pt x="96" y="342"/>
                  </a:lnTo>
                  <a:lnTo>
                    <a:pt x="78" y="378"/>
                  </a:lnTo>
                  <a:lnTo>
                    <a:pt x="72" y="384"/>
                  </a:lnTo>
                  <a:lnTo>
                    <a:pt x="72" y="390"/>
                  </a:lnTo>
                  <a:lnTo>
                    <a:pt x="84" y="396"/>
                  </a:lnTo>
                  <a:lnTo>
                    <a:pt x="72" y="414"/>
                  </a:lnTo>
                  <a:lnTo>
                    <a:pt x="60" y="396"/>
                  </a:lnTo>
                  <a:lnTo>
                    <a:pt x="12" y="390"/>
                  </a:lnTo>
                  <a:lnTo>
                    <a:pt x="36" y="414"/>
                  </a:lnTo>
                  <a:lnTo>
                    <a:pt x="42" y="438"/>
                  </a:lnTo>
                  <a:lnTo>
                    <a:pt x="66" y="444"/>
                  </a:lnTo>
                  <a:lnTo>
                    <a:pt x="78" y="456"/>
                  </a:lnTo>
                  <a:lnTo>
                    <a:pt x="84" y="468"/>
                  </a:lnTo>
                  <a:lnTo>
                    <a:pt x="90" y="474"/>
                  </a:lnTo>
                  <a:lnTo>
                    <a:pt x="96" y="474"/>
                  </a:lnTo>
                  <a:lnTo>
                    <a:pt x="102" y="468"/>
                  </a:lnTo>
                  <a:lnTo>
                    <a:pt x="108" y="468"/>
                  </a:lnTo>
                  <a:lnTo>
                    <a:pt x="120" y="462"/>
                  </a:lnTo>
                  <a:lnTo>
                    <a:pt x="126" y="456"/>
                  </a:lnTo>
                  <a:lnTo>
                    <a:pt x="126" y="480"/>
                  </a:lnTo>
                  <a:lnTo>
                    <a:pt x="144" y="516"/>
                  </a:lnTo>
                  <a:lnTo>
                    <a:pt x="156" y="528"/>
                  </a:lnTo>
                  <a:lnTo>
                    <a:pt x="168" y="552"/>
                  </a:lnTo>
                  <a:lnTo>
                    <a:pt x="168" y="564"/>
                  </a:lnTo>
                  <a:lnTo>
                    <a:pt x="156" y="588"/>
                  </a:lnTo>
                  <a:lnTo>
                    <a:pt x="150" y="606"/>
                  </a:lnTo>
                  <a:lnTo>
                    <a:pt x="150" y="618"/>
                  </a:lnTo>
                  <a:lnTo>
                    <a:pt x="180" y="648"/>
                  </a:lnTo>
                  <a:lnTo>
                    <a:pt x="192" y="666"/>
                  </a:lnTo>
                  <a:lnTo>
                    <a:pt x="222" y="696"/>
                  </a:lnTo>
                  <a:lnTo>
                    <a:pt x="234" y="714"/>
                  </a:lnTo>
                  <a:lnTo>
                    <a:pt x="264" y="744"/>
                  </a:lnTo>
                  <a:lnTo>
                    <a:pt x="258" y="750"/>
                  </a:lnTo>
                  <a:lnTo>
                    <a:pt x="258" y="762"/>
                  </a:lnTo>
                  <a:lnTo>
                    <a:pt x="252" y="768"/>
                  </a:lnTo>
                  <a:lnTo>
                    <a:pt x="252" y="780"/>
                  </a:lnTo>
                  <a:lnTo>
                    <a:pt x="258" y="786"/>
                  </a:lnTo>
                  <a:lnTo>
                    <a:pt x="276" y="786"/>
                  </a:lnTo>
                  <a:lnTo>
                    <a:pt x="288" y="780"/>
                  </a:lnTo>
                  <a:lnTo>
                    <a:pt x="294" y="768"/>
                  </a:lnTo>
                  <a:lnTo>
                    <a:pt x="306" y="762"/>
                  </a:lnTo>
                  <a:lnTo>
                    <a:pt x="312" y="756"/>
                  </a:lnTo>
                  <a:lnTo>
                    <a:pt x="306" y="738"/>
                  </a:lnTo>
                  <a:lnTo>
                    <a:pt x="306" y="732"/>
                  </a:lnTo>
                  <a:lnTo>
                    <a:pt x="300" y="726"/>
                  </a:lnTo>
                  <a:lnTo>
                    <a:pt x="300" y="708"/>
                  </a:lnTo>
                  <a:lnTo>
                    <a:pt x="288" y="684"/>
                  </a:lnTo>
                  <a:lnTo>
                    <a:pt x="282" y="678"/>
                  </a:lnTo>
                  <a:lnTo>
                    <a:pt x="258" y="678"/>
                  </a:lnTo>
                  <a:lnTo>
                    <a:pt x="240" y="648"/>
                  </a:lnTo>
                  <a:lnTo>
                    <a:pt x="240" y="576"/>
                  </a:lnTo>
                  <a:lnTo>
                    <a:pt x="222" y="546"/>
                  </a:lnTo>
                  <a:lnTo>
                    <a:pt x="228" y="534"/>
                  </a:lnTo>
                  <a:lnTo>
                    <a:pt x="228" y="528"/>
                  </a:lnTo>
                  <a:lnTo>
                    <a:pt x="234" y="516"/>
                  </a:lnTo>
                  <a:lnTo>
                    <a:pt x="234" y="492"/>
                  </a:lnTo>
                  <a:lnTo>
                    <a:pt x="228" y="486"/>
                  </a:lnTo>
                  <a:lnTo>
                    <a:pt x="216" y="480"/>
                  </a:lnTo>
                  <a:lnTo>
                    <a:pt x="210" y="474"/>
                  </a:lnTo>
                  <a:lnTo>
                    <a:pt x="198" y="474"/>
                  </a:lnTo>
                  <a:lnTo>
                    <a:pt x="198" y="432"/>
                  </a:lnTo>
                  <a:lnTo>
                    <a:pt x="168" y="396"/>
                  </a:lnTo>
                  <a:lnTo>
                    <a:pt x="174" y="336"/>
                  </a:lnTo>
                  <a:lnTo>
                    <a:pt x="168" y="330"/>
                  </a:lnTo>
                  <a:lnTo>
                    <a:pt x="162" y="318"/>
                  </a:lnTo>
                  <a:lnTo>
                    <a:pt x="144" y="300"/>
                  </a:lnTo>
                  <a:lnTo>
                    <a:pt x="138" y="288"/>
                  </a:lnTo>
                  <a:lnTo>
                    <a:pt x="138" y="276"/>
                  </a:lnTo>
                  <a:lnTo>
                    <a:pt x="132" y="264"/>
                  </a:lnTo>
                  <a:lnTo>
                    <a:pt x="132" y="246"/>
                  </a:lnTo>
                  <a:lnTo>
                    <a:pt x="126" y="240"/>
                  </a:lnTo>
                  <a:lnTo>
                    <a:pt x="120" y="228"/>
                  </a:lnTo>
                  <a:lnTo>
                    <a:pt x="108" y="216"/>
                  </a:lnTo>
                  <a:lnTo>
                    <a:pt x="102" y="204"/>
                  </a:lnTo>
                  <a:lnTo>
                    <a:pt x="96" y="198"/>
                  </a:lnTo>
                  <a:lnTo>
                    <a:pt x="96" y="192"/>
                  </a:lnTo>
                  <a:lnTo>
                    <a:pt x="102" y="186"/>
                  </a:lnTo>
                  <a:lnTo>
                    <a:pt x="114" y="162"/>
                  </a:lnTo>
                  <a:lnTo>
                    <a:pt x="114" y="114"/>
                  </a:lnTo>
                  <a:lnTo>
                    <a:pt x="120" y="108"/>
                  </a:lnTo>
                  <a:lnTo>
                    <a:pt x="126" y="96"/>
                  </a:lnTo>
                  <a:lnTo>
                    <a:pt x="126" y="60"/>
                  </a:lnTo>
                  <a:lnTo>
                    <a:pt x="132" y="66"/>
                  </a:lnTo>
                  <a:lnTo>
                    <a:pt x="144" y="72"/>
                  </a:lnTo>
                  <a:lnTo>
                    <a:pt x="150" y="84"/>
                  </a:lnTo>
                  <a:lnTo>
                    <a:pt x="162" y="90"/>
                  </a:lnTo>
                  <a:lnTo>
                    <a:pt x="180" y="90"/>
                  </a:lnTo>
                  <a:lnTo>
                    <a:pt x="186" y="84"/>
                  </a:lnTo>
                  <a:lnTo>
                    <a:pt x="198" y="84"/>
                  </a:lnTo>
                  <a:lnTo>
                    <a:pt x="198" y="102"/>
                  </a:lnTo>
                  <a:lnTo>
                    <a:pt x="204" y="108"/>
                  </a:lnTo>
                  <a:lnTo>
                    <a:pt x="216" y="114"/>
                  </a:lnTo>
                  <a:lnTo>
                    <a:pt x="234" y="114"/>
                  </a:lnTo>
                  <a:lnTo>
                    <a:pt x="234" y="120"/>
                  </a:lnTo>
                  <a:lnTo>
                    <a:pt x="228" y="126"/>
                  </a:lnTo>
                  <a:lnTo>
                    <a:pt x="228" y="186"/>
                  </a:lnTo>
                  <a:lnTo>
                    <a:pt x="240" y="258"/>
                  </a:lnTo>
                  <a:lnTo>
                    <a:pt x="240" y="270"/>
                  </a:lnTo>
                  <a:lnTo>
                    <a:pt x="246" y="282"/>
                  </a:lnTo>
                  <a:lnTo>
                    <a:pt x="252" y="306"/>
                  </a:lnTo>
                  <a:lnTo>
                    <a:pt x="264" y="342"/>
                  </a:lnTo>
                  <a:lnTo>
                    <a:pt x="276" y="372"/>
                  </a:lnTo>
                  <a:lnTo>
                    <a:pt x="282" y="384"/>
                  </a:lnTo>
                  <a:lnTo>
                    <a:pt x="324" y="384"/>
                  </a:lnTo>
                  <a:lnTo>
                    <a:pt x="318" y="390"/>
                  </a:lnTo>
                  <a:lnTo>
                    <a:pt x="306" y="414"/>
                  </a:lnTo>
                  <a:lnTo>
                    <a:pt x="318" y="438"/>
                  </a:lnTo>
                  <a:lnTo>
                    <a:pt x="330" y="444"/>
                  </a:lnTo>
                  <a:lnTo>
                    <a:pt x="336" y="450"/>
                  </a:lnTo>
                  <a:lnTo>
                    <a:pt x="348" y="450"/>
                  </a:lnTo>
                  <a:lnTo>
                    <a:pt x="354" y="474"/>
                  </a:lnTo>
                  <a:lnTo>
                    <a:pt x="384" y="474"/>
                  </a:lnTo>
                  <a:lnTo>
                    <a:pt x="390" y="516"/>
                  </a:lnTo>
                  <a:lnTo>
                    <a:pt x="384" y="516"/>
                  </a:lnTo>
                  <a:lnTo>
                    <a:pt x="378" y="522"/>
                  </a:lnTo>
                  <a:lnTo>
                    <a:pt x="366" y="528"/>
                  </a:lnTo>
                  <a:lnTo>
                    <a:pt x="360" y="534"/>
                  </a:lnTo>
                  <a:lnTo>
                    <a:pt x="354" y="546"/>
                  </a:lnTo>
                  <a:lnTo>
                    <a:pt x="354" y="558"/>
                  </a:lnTo>
                  <a:lnTo>
                    <a:pt x="360" y="564"/>
                  </a:lnTo>
                  <a:lnTo>
                    <a:pt x="372" y="570"/>
                  </a:lnTo>
                  <a:lnTo>
                    <a:pt x="384" y="558"/>
                  </a:lnTo>
                  <a:lnTo>
                    <a:pt x="384" y="564"/>
                  </a:lnTo>
                  <a:lnTo>
                    <a:pt x="396" y="576"/>
                  </a:lnTo>
                  <a:lnTo>
                    <a:pt x="396" y="588"/>
                  </a:lnTo>
                  <a:lnTo>
                    <a:pt x="402" y="594"/>
                  </a:lnTo>
                  <a:lnTo>
                    <a:pt x="414" y="594"/>
                  </a:lnTo>
                  <a:lnTo>
                    <a:pt x="426" y="600"/>
                  </a:lnTo>
                  <a:lnTo>
                    <a:pt x="432" y="600"/>
                  </a:lnTo>
                  <a:lnTo>
                    <a:pt x="438" y="606"/>
                  </a:lnTo>
                  <a:lnTo>
                    <a:pt x="438" y="624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26" y="648"/>
                  </a:lnTo>
                  <a:lnTo>
                    <a:pt x="426" y="654"/>
                  </a:lnTo>
                  <a:lnTo>
                    <a:pt x="468" y="654"/>
                  </a:lnTo>
                  <a:lnTo>
                    <a:pt x="468" y="684"/>
                  </a:lnTo>
                  <a:lnTo>
                    <a:pt x="504" y="720"/>
                  </a:lnTo>
                  <a:lnTo>
                    <a:pt x="510" y="732"/>
                  </a:lnTo>
                  <a:lnTo>
                    <a:pt x="528" y="750"/>
                  </a:lnTo>
                  <a:lnTo>
                    <a:pt x="534" y="768"/>
                  </a:lnTo>
                  <a:lnTo>
                    <a:pt x="546" y="780"/>
                  </a:lnTo>
                  <a:lnTo>
                    <a:pt x="552" y="798"/>
                  </a:lnTo>
                  <a:lnTo>
                    <a:pt x="558" y="810"/>
                  </a:lnTo>
                  <a:lnTo>
                    <a:pt x="558" y="870"/>
                  </a:lnTo>
                  <a:lnTo>
                    <a:pt x="564" y="882"/>
                  </a:lnTo>
                  <a:lnTo>
                    <a:pt x="576" y="894"/>
                  </a:lnTo>
                  <a:lnTo>
                    <a:pt x="576" y="906"/>
                  </a:lnTo>
                  <a:lnTo>
                    <a:pt x="570" y="918"/>
                  </a:lnTo>
                  <a:lnTo>
                    <a:pt x="552" y="936"/>
                  </a:lnTo>
                  <a:lnTo>
                    <a:pt x="546" y="948"/>
                  </a:lnTo>
                  <a:lnTo>
                    <a:pt x="546" y="954"/>
                  </a:lnTo>
                  <a:lnTo>
                    <a:pt x="552" y="960"/>
                  </a:lnTo>
                  <a:lnTo>
                    <a:pt x="564" y="966"/>
                  </a:lnTo>
                  <a:lnTo>
                    <a:pt x="540" y="966"/>
                  </a:lnTo>
                  <a:lnTo>
                    <a:pt x="528" y="972"/>
                  </a:lnTo>
                  <a:lnTo>
                    <a:pt x="528" y="1038"/>
                  </a:lnTo>
                  <a:lnTo>
                    <a:pt x="534" y="1056"/>
                  </a:lnTo>
                  <a:lnTo>
                    <a:pt x="540" y="1062"/>
                  </a:lnTo>
                  <a:lnTo>
                    <a:pt x="546" y="1074"/>
                  </a:lnTo>
                  <a:lnTo>
                    <a:pt x="558" y="1074"/>
                  </a:lnTo>
                  <a:lnTo>
                    <a:pt x="576" y="1080"/>
                  </a:lnTo>
                  <a:lnTo>
                    <a:pt x="600" y="1080"/>
                  </a:lnTo>
                  <a:lnTo>
                    <a:pt x="612" y="1086"/>
                  </a:lnTo>
                  <a:lnTo>
                    <a:pt x="636" y="1110"/>
                  </a:lnTo>
                  <a:lnTo>
                    <a:pt x="642" y="1122"/>
                  </a:lnTo>
                  <a:lnTo>
                    <a:pt x="648" y="1140"/>
                  </a:lnTo>
                  <a:lnTo>
                    <a:pt x="654" y="1152"/>
                  </a:lnTo>
                  <a:lnTo>
                    <a:pt x="666" y="1164"/>
                  </a:lnTo>
                  <a:lnTo>
                    <a:pt x="678" y="1170"/>
                  </a:lnTo>
                  <a:lnTo>
                    <a:pt x="732" y="1170"/>
                  </a:lnTo>
                  <a:lnTo>
                    <a:pt x="750" y="1176"/>
                  </a:lnTo>
                  <a:lnTo>
                    <a:pt x="762" y="1182"/>
                  </a:lnTo>
                  <a:lnTo>
                    <a:pt x="768" y="1188"/>
                  </a:lnTo>
                  <a:lnTo>
                    <a:pt x="774" y="1200"/>
                  </a:lnTo>
                  <a:lnTo>
                    <a:pt x="786" y="1218"/>
                  </a:lnTo>
                  <a:lnTo>
                    <a:pt x="810" y="1242"/>
                  </a:lnTo>
                  <a:lnTo>
                    <a:pt x="834" y="1254"/>
                  </a:lnTo>
                  <a:lnTo>
                    <a:pt x="870" y="1266"/>
                  </a:lnTo>
                  <a:lnTo>
                    <a:pt x="912" y="1272"/>
                  </a:lnTo>
                  <a:lnTo>
                    <a:pt x="942" y="1278"/>
                  </a:lnTo>
                  <a:lnTo>
                    <a:pt x="960" y="1290"/>
                  </a:lnTo>
                  <a:lnTo>
                    <a:pt x="966" y="1302"/>
                  </a:lnTo>
                  <a:lnTo>
                    <a:pt x="978" y="1314"/>
                  </a:lnTo>
                  <a:lnTo>
                    <a:pt x="990" y="1320"/>
                  </a:lnTo>
                  <a:lnTo>
                    <a:pt x="996" y="1320"/>
                  </a:lnTo>
                  <a:lnTo>
                    <a:pt x="1002" y="1326"/>
                  </a:lnTo>
                  <a:lnTo>
                    <a:pt x="1008" y="1338"/>
                  </a:lnTo>
                  <a:lnTo>
                    <a:pt x="1014" y="1344"/>
                  </a:lnTo>
                  <a:lnTo>
                    <a:pt x="1080" y="1344"/>
                  </a:lnTo>
                  <a:lnTo>
                    <a:pt x="1092" y="1356"/>
                  </a:lnTo>
                  <a:lnTo>
                    <a:pt x="1098" y="1368"/>
                  </a:lnTo>
                  <a:lnTo>
                    <a:pt x="1104" y="1374"/>
                  </a:lnTo>
                  <a:lnTo>
                    <a:pt x="1116" y="1374"/>
                  </a:lnTo>
                  <a:lnTo>
                    <a:pt x="1140" y="1362"/>
                  </a:lnTo>
                  <a:lnTo>
                    <a:pt x="1170" y="1350"/>
                  </a:lnTo>
                  <a:lnTo>
                    <a:pt x="1206" y="1332"/>
                  </a:lnTo>
                  <a:lnTo>
                    <a:pt x="1260" y="1314"/>
                  </a:lnTo>
                  <a:lnTo>
                    <a:pt x="1278" y="1326"/>
                  </a:lnTo>
                  <a:lnTo>
                    <a:pt x="1308" y="1350"/>
                  </a:lnTo>
                  <a:lnTo>
                    <a:pt x="1344" y="1374"/>
                  </a:lnTo>
                  <a:lnTo>
                    <a:pt x="1386" y="1416"/>
                  </a:lnTo>
                  <a:lnTo>
                    <a:pt x="1386" y="1428"/>
                  </a:lnTo>
                  <a:lnTo>
                    <a:pt x="1392" y="1446"/>
                  </a:lnTo>
                  <a:lnTo>
                    <a:pt x="1398" y="1458"/>
                  </a:lnTo>
                  <a:lnTo>
                    <a:pt x="1416" y="1458"/>
                  </a:lnTo>
                  <a:lnTo>
                    <a:pt x="1422" y="1452"/>
                  </a:lnTo>
                  <a:lnTo>
                    <a:pt x="1422" y="144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64" name="Mauritania" descr="© INSCALE GmbH, 05.05.2010&#10;http://www.presentationload.com/">
              <a:extLst>
                <a:ext uri="{FF2B5EF4-FFF2-40B4-BE49-F238E27FC236}">
                  <a16:creationId xmlns:a16="http://schemas.microsoft.com/office/drawing/2014/main" id="{007BB166-E2A5-4813-A173-96A59889733E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345553" y="2281432"/>
              <a:ext cx="283040" cy="330102"/>
            </a:xfrm>
            <a:custGeom>
              <a:avLst/>
              <a:gdLst>
                <a:gd name="T0" fmla="*/ 2147483647 w 858"/>
                <a:gd name="T1" fmla="*/ 2147483647 h 1002"/>
                <a:gd name="T2" fmla="*/ 2147483647 w 858"/>
                <a:gd name="T3" fmla="*/ 2147483647 h 1002"/>
                <a:gd name="T4" fmla="*/ 2147483647 w 858"/>
                <a:gd name="T5" fmla="*/ 2147483647 h 1002"/>
                <a:gd name="T6" fmla="*/ 2147483647 w 858"/>
                <a:gd name="T7" fmla="*/ 2147483647 h 1002"/>
                <a:gd name="T8" fmla="*/ 2147483647 w 858"/>
                <a:gd name="T9" fmla="*/ 2147483647 h 1002"/>
                <a:gd name="T10" fmla="*/ 2147483647 w 858"/>
                <a:gd name="T11" fmla="*/ 2147483647 h 1002"/>
                <a:gd name="T12" fmla="*/ 2147483647 w 858"/>
                <a:gd name="T13" fmla="*/ 2147483647 h 1002"/>
                <a:gd name="T14" fmla="*/ 2147483647 w 858"/>
                <a:gd name="T15" fmla="*/ 2147483647 h 1002"/>
                <a:gd name="T16" fmla="*/ 2147483647 w 858"/>
                <a:gd name="T17" fmla="*/ 2147483647 h 1002"/>
                <a:gd name="T18" fmla="*/ 2147483647 w 858"/>
                <a:gd name="T19" fmla="*/ 2147483647 h 1002"/>
                <a:gd name="T20" fmla="*/ 2147483647 w 858"/>
                <a:gd name="T21" fmla="*/ 2147483647 h 1002"/>
                <a:gd name="T22" fmla="*/ 2147483647 w 858"/>
                <a:gd name="T23" fmla="*/ 2147483647 h 1002"/>
                <a:gd name="T24" fmla="*/ 2147483647 w 858"/>
                <a:gd name="T25" fmla="*/ 2147483647 h 1002"/>
                <a:gd name="T26" fmla="*/ 2147483647 w 858"/>
                <a:gd name="T27" fmla="*/ 2147483647 h 1002"/>
                <a:gd name="T28" fmla="*/ 2147483647 w 858"/>
                <a:gd name="T29" fmla="*/ 2147483647 h 1002"/>
                <a:gd name="T30" fmla="*/ 2147483647 w 858"/>
                <a:gd name="T31" fmla="*/ 2147483647 h 1002"/>
                <a:gd name="T32" fmla="*/ 2147483647 w 858"/>
                <a:gd name="T33" fmla="*/ 2147483647 h 1002"/>
                <a:gd name="T34" fmla="*/ 2147483647 w 858"/>
                <a:gd name="T35" fmla="*/ 2147483647 h 1002"/>
                <a:gd name="T36" fmla="*/ 2147483647 w 858"/>
                <a:gd name="T37" fmla="*/ 2147483647 h 1002"/>
                <a:gd name="T38" fmla="*/ 2147483647 w 858"/>
                <a:gd name="T39" fmla="*/ 2147483647 h 1002"/>
                <a:gd name="T40" fmla="*/ 2147483647 w 858"/>
                <a:gd name="T41" fmla="*/ 2147483647 h 1002"/>
                <a:gd name="T42" fmla="*/ 2147483647 w 858"/>
                <a:gd name="T43" fmla="*/ 2147483647 h 1002"/>
                <a:gd name="T44" fmla="*/ 2147483647 w 858"/>
                <a:gd name="T45" fmla="*/ 2147483647 h 1002"/>
                <a:gd name="T46" fmla="*/ 2147483647 w 858"/>
                <a:gd name="T47" fmla="*/ 2147483647 h 1002"/>
                <a:gd name="T48" fmla="*/ 2147483647 w 858"/>
                <a:gd name="T49" fmla="*/ 2147483647 h 1002"/>
                <a:gd name="T50" fmla="*/ 2147483647 w 858"/>
                <a:gd name="T51" fmla="*/ 2147483647 h 1002"/>
                <a:gd name="T52" fmla="*/ 2147483647 w 858"/>
                <a:gd name="T53" fmla="*/ 2147483647 h 1002"/>
                <a:gd name="T54" fmla="*/ 2147483647 w 858"/>
                <a:gd name="T55" fmla="*/ 2147483647 h 1002"/>
                <a:gd name="T56" fmla="*/ 2147483647 w 858"/>
                <a:gd name="T57" fmla="*/ 2147483647 h 1002"/>
                <a:gd name="T58" fmla="*/ 2147483647 w 858"/>
                <a:gd name="T59" fmla="*/ 2147483647 h 1002"/>
                <a:gd name="T60" fmla="*/ 2147483647 w 858"/>
                <a:gd name="T61" fmla="*/ 2147483647 h 1002"/>
                <a:gd name="T62" fmla="*/ 2147483647 w 858"/>
                <a:gd name="T63" fmla="*/ 2147483647 h 1002"/>
                <a:gd name="T64" fmla="*/ 2147483647 w 858"/>
                <a:gd name="T65" fmla="*/ 2147483647 h 1002"/>
                <a:gd name="T66" fmla="*/ 2147483647 w 858"/>
                <a:gd name="T67" fmla="*/ 2147483647 h 1002"/>
                <a:gd name="T68" fmla="*/ 2147483647 w 858"/>
                <a:gd name="T69" fmla="*/ 2147483647 h 1002"/>
                <a:gd name="T70" fmla="*/ 2147483647 w 858"/>
                <a:gd name="T71" fmla="*/ 2147483647 h 1002"/>
                <a:gd name="T72" fmla="*/ 2147483647 w 858"/>
                <a:gd name="T73" fmla="*/ 2147483647 h 1002"/>
                <a:gd name="T74" fmla="*/ 2147483647 w 858"/>
                <a:gd name="T75" fmla="*/ 2147483647 h 1002"/>
                <a:gd name="T76" fmla="*/ 2147483647 w 858"/>
                <a:gd name="T77" fmla="*/ 2147483647 h 1002"/>
                <a:gd name="T78" fmla="*/ 2147483647 w 858"/>
                <a:gd name="T79" fmla="*/ 2147483647 h 1002"/>
                <a:gd name="T80" fmla="*/ 2147483647 w 858"/>
                <a:gd name="T81" fmla="*/ 2147483647 h 1002"/>
                <a:gd name="T82" fmla="*/ 2147483647 w 858"/>
                <a:gd name="T83" fmla="*/ 2147483647 h 1002"/>
                <a:gd name="T84" fmla="*/ 2147483647 w 858"/>
                <a:gd name="T85" fmla="*/ 2147483647 h 1002"/>
                <a:gd name="T86" fmla="*/ 2147483647 w 858"/>
                <a:gd name="T87" fmla="*/ 2147483647 h 1002"/>
                <a:gd name="T88" fmla="*/ 2147483647 w 858"/>
                <a:gd name="T89" fmla="*/ 2147483647 h 1002"/>
                <a:gd name="T90" fmla="*/ 2147483647 w 858"/>
                <a:gd name="T91" fmla="*/ 2147483647 h 1002"/>
                <a:gd name="T92" fmla="*/ 2147483647 w 858"/>
                <a:gd name="T93" fmla="*/ 2147483647 h 1002"/>
                <a:gd name="T94" fmla="*/ 2147483647 w 858"/>
                <a:gd name="T95" fmla="*/ 2147483647 h 1002"/>
                <a:gd name="T96" fmla="*/ 2147483647 w 858"/>
                <a:gd name="T97" fmla="*/ 2147483647 h 1002"/>
                <a:gd name="T98" fmla="*/ 0 w 858"/>
                <a:gd name="T99" fmla="*/ 2147483647 h 100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858"/>
                <a:gd name="T151" fmla="*/ 0 h 1002"/>
                <a:gd name="T152" fmla="*/ 858 w 858"/>
                <a:gd name="T153" fmla="*/ 1002 h 1002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858" h="1002">
                  <a:moveTo>
                    <a:pt x="0" y="498"/>
                  </a:moveTo>
                  <a:lnTo>
                    <a:pt x="18" y="498"/>
                  </a:lnTo>
                  <a:lnTo>
                    <a:pt x="18" y="528"/>
                  </a:lnTo>
                  <a:lnTo>
                    <a:pt x="24" y="534"/>
                  </a:lnTo>
                  <a:lnTo>
                    <a:pt x="30" y="534"/>
                  </a:lnTo>
                  <a:lnTo>
                    <a:pt x="30" y="528"/>
                  </a:lnTo>
                  <a:lnTo>
                    <a:pt x="36" y="522"/>
                  </a:lnTo>
                  <a:lnTo>
                    <a:pt x="48" y="558"/>
                  </a:lnTo>
                  <a:lnTo>
                    <a:pt x="42" y="600"/>
                  </a:lnTo>
                  <a:lnTo>
                    <a:pt x="30" y="600"/>
                  </a:lnTo>
                  <a:lnTo>
                    <a:pt x="36" y="624"/>
                  </a:lnTo>
                  <a:lnTo>
                    <a:pt x="24" y="630"/>
                  </a:lnTo>
                  <a:lnTo>
                    <a:pt x="30" y="642"/>
                  </a:lnTo>
                  <a:lnTo>
                    <a:pt x="36" y="648"/>
                  </a:lnTo>
                  <a:lnTo>
                    <a:pt x="48" y="666"/>
                  </a:lnTo>
                  <a:lnTo>
                    <a:pt x="60" y="690"/>
                  </a:lnTo>
                  <a:lnTo>
                    <a:pt x="60" y="720"/>
                  </a:lnTo>
                  <a:lnTo>
                    <a:pt x="54" y="738"/>
                  </a:lnTo>
                  <a:lnTo>
                    <a:pt x="54" y="750"/>
                  </a:lnTo>
                  <a:lnTo>
                    <a:pt x="48" y="756"/>
                  </a:lnTo>
                  <a:lnTo>
                    <a:pt x="48" y="804"/>
                  </a:lnTo>
                  <a:lnTo>
                    <a:pt x="42" y="816"/>
                  </a:lnTo>
                  <a:lnTo>
                    <a:pt x="30" y="822"/>
                  </a:lnTo>
                  <a:lnTo>
                    <a:pt x="24" y="840"/>
                  </a:lnTo>
                  <a:lnTo>
                    <a:pt x="18" y="852"/>
                  </a:lnTo>
                  <a:lnTo>
                    <a:pt x="18" y="864"/>
                  </a:lnTo>
                  <a:lnTo>
                    <a:pt x="12" y="876"/>
                  </a:lnTo>
                  <a:lnTo>
                    <a:pt x="12" y="906"/>
                  </a:lnTo>
                  <a:lnTo>
                    <a:pt x="18" y="900"/>
                  </a:lnTo>
                  <a:lnTo>
                    <a:pt x="36" y="864"/>
                  </a:lnTo>
                  <a:lnTo>
                    <a:pt x="42" y="858"/>
                  </a:lnTo>
                  <a:lnTo>
                    <a:pt x="54" y="852"/>
                  </a:lnTo>
                  <a:lnTo>
                    <a:pt x="60" y="852"/>
                  </a:lnTo>
                  <a:lnTo>
                    <a:pt x="66" y="858"/>
                  </a:lnTo>
                  <a:lnTo>
                    <a:pt x="72" y="858"/>
                  </a:lnTo>
                  <a:lnTo>
                    <a:pt x="84" y="852"/>
                  </a:lnTo>
                  <a:lnTo>
                    <a:pt x="114" y="858"/>
                  </a:lnTo>
                  <a:lnTo>
                    <a:pt x="114" y="840"/>
                  </a:lnTo>
                  <a:lnTo>
                    <a:pt x="138" y="852"/>
                  </a:lnTo>
                  <a:lnTo>
                    <a:pt x="162" y="852"/>
                  </a:lnTo>
                  <a:lnTo>
                    <a:pt x="174" y="858"/>
                  </a:lnTo>
                  <a:lnTo>
                    <a:pt x="180" y="858"/>
                  </a:lnTo>
                  <a:lnTo>
                    <a:pt x="186" y="870"/>
                  </a:lnTo>
                  <a:lnTo>
                    <a:pt x="198" y="882"/>
                  </a:lnTo>
                  <a:lnTo>
                    <a:pt x="204" y="894"/>
                  </a:lnTo>
                  <a:lnTo>
                    <a:pt x="216" y="888"/>
                  </a:lnTo>
                  <a:lnTo>
                    <a:pt x="234" y="888"/>
                  </a:lnTo>
                  <a:lnTo>
                    <a:pt x="240" y="894"/>
                  </a:lnTo>
                  <a:lnTo>
                    <a:pt x="240" y="900"/>
                  </a:lnTo>
                  <a:lnTo>
                    <a:pt x="246" y="912"/>
                  </a:lnTo>
                  <a:lnTo>
                    <a:pt x="246" y="942"/>
                  </a:lnTo>
                  <a:lnTo>
                    <a:pt x="264" y="942"/>
                  </a:lnTo>
                  <a:lnTo>
                    <a:pt x="270" y="948"/>
                  </a:lnTo>
                  <a:lnTo>
                    <a:pt x="270" y="972"/>
                  </a:lnTo>
                  <a:lnTo>
                    <a:pt x="300" y="978"/>
                  </a:lnTo>
                  <a:lnTo>
                    <a:pt x="312" y="1002"/>
                  </a:lnTo>
                  <a:lnTo>
                    <a:pt x="330" y="1002"/>
                  </a:lnTo>
                  <a:lnTo>
                    <a:pt x="342" y="996"/>
                  </a:lnTo>
                  <a:lnTo>
                    <a:pt x="348" y="996"/>
                  </a:lnTo>
                  <a:lnTo>
                    <a:pt x="348" y="948"/>
                  </a:lnTo>
                  <a:lnTo>
                    <a:pt x="360" y="936"/>
                  </a:lnTo>
                  <a:lnTo>
                    <a:pt x="378" y="936"/>
                  </a:lnTo>
                  <a:lnTo>
                    <a:pt x="402" y="960"/>
                  </a:lnTo>
                  <a:lnTo>
                    <a:pt x="408" y="972"/>
                  </a:lnTo>
                  <a:lnTo>
                    <a:pt x="420" y="948"/>
                  </a:lnTo>
                  <a:lnTo>
                    <a:pt x="456" y="948"/>
                  </a:lnTo>
                  <a:lnTo>
                    <a:pt x="462" y="954"/>
                  </a:lnTo>
                  <a:lnTo>
                    <a:pt x="492" y="954"/>
                  </a:lnTo>
                  <a:lnTo>
                    <a:pt x="504" y="948"/>
                  </a:lnTo>
                  <a:lnTo>
                    <a:pt x="510" y="948"/>
                  </a:lnTo>
                  <a:lnTo>
                    <a:pt x="510" y="936"/>
                  </a:lnTo>
                  <a:lnTo>
                    <a:pt x="516" y="930"/>
                  </a:lnTo>
                  <a:lnTo>
                    <a:pt x="522" y="930"/>
                  </a:lnTo>
                  <a:lnTo>
                    <a:pt x="522" y="942"/>
                  </a:lnTo>
                  <a:lnTo>
                    <a:pt x="786" y="942"/>
                  </a:lnTo>
                  <a:lnTo>
                    <a:pt x="798" y="900"/>
                  </a:lnTo>
                  <a:lnTo>
                    <a:pt x="804" y="894"/>
                  </a:lnTo>
                  <a:lnTo>
                    <a:pt x="804" y="882"/>
                  </a:lnTo>
                  <a:lnTo>
                    <a:pt x="786" y="864"/>
                  </a:lnTo>
                  <a:lnTo>
                    <a:pt x="780" y="864"/>
                  </a:lnTo>
                  <a:lnTo>
                    <a:pt x="738" y="174"/>
                  </a:lnTo>
                  <a:lnTo>
                    <a:pt x="858" y="180"/>
                  </a:lnTo>
                  <a:lnTo>
                    <a:pt x="600" y="0"/>
                  </a:lnTo>
                  <a:lnTo>
                    <a:pt x="594" y="48"/>
                  </a:lnTo>
                  <a:lnTo>
                    <a:pt x="588" y="54"/>
                  </a:lnTo>
                  <a:lnTo>
                    <a:pt x="588" y="90"/>
                  </a:lnTo>
                  <a:lnTo>
                    <a:pt x="366" y="96"/>
                  </a:lnTo>
                  <a:lnTo>
                    <a:pt x="366" y="108"/>
                  </a:lnTo>
                  <a:lnTo>
                    <a:pt x="354" y="114"/>
                  </a:lnTo>
                  <a:lnTo>
                    <a:pt x="354" y="306"/>
                  </a:lnTo>
                  <a:lnTo>
                    <a:pt x="348" y="312"/>
                  </a:lnTo>
                  <a:lnTo>
                    <a:pt x="336" y="318"/>
                  </a:lnTo>
                  <a:lnTo>
                    <a:pt x="306" y="318"/>
                  </a:lnTo>
                  <a:lnTo>
                    <a:pt x="282" y="330"/>
                  </a:lnTo>
                  <a:lnTo>
                    <a:pt x="276" y="342"/>
                  </a:lnTo>
                  <a:lnTo>
                    <a:pt x="276" y="360"/>
                  </a:lnTo>
                  <a:lnTo>
                    <a:pt x="282" y="372"/>
                  </a:lnTo>
                  <a:lnTo>
                    <a:pt x="276" y="474"/>
                  </a:lnTo>
                  <a:lnTo>
                    <a:pt x="0" y="474"/>
                  </a:lnTo>
                  <a:lnTo>
                    <a:pt x="0" y="49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65" name="Malta" descr="© INSCALE GmbH, 05.05.2010&#10;http://www.presentationload.com/">
              <a:extLst>
                <a:ext uri="{FF2B5EF4-FFF2-40B4-BE49-F238E27FC236}">
                  <a16:creationId xmlns:a16="http://schemas.microsoft.com/office/drawing/2014/main" id="{DDA10E78-5F00-4F61-A7CD-5C793D2B1FF4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058968" y="2043811"/>
              <a:ext cx="10339" cy="8992"/>
            </a:xfrm>
            <a:custGeom>
              <a:avLst/>
              <a:gdLst>
                <a:gd name="T0" fmla="*/ 2147483647 w 30"/>
                <a:gd name="T1" fmla="*/ 2147483647 h 30"/>
                <a:gd name="T2" fmla="*/ 2147483647 w 30"/>
                <a:gd name="T3" fmla="*/ 2147483647 h 30"/>
                <a:gd name="T4" fmla="*/ 2147483647 w 30"/>
                <a:gd name="T5" fmla="*/ 2147483647 h 30"/>
                <a:gd name="T6" fmla="*/ 2147483647 w 30"/>
                <a:gd name="T7" fmla="*/ 0 h 30"/>
                <a:gd name="T8" fmla="*/ 2147483647 w 30"/>
                <a:gd name="T9" fmla="*/ 0 h 30"/>
                <a:gd name="T10" fmla="*/ 0 w 30"/>
                <a:gd name="T11" fmla="*/ 2147483647 h 30"/>
                <a:gd name="T12" fmla="*/ 0 w 30"/>
                <a:gd name="T13" fmla="*/ 2147483647 h 30"/>
                <a:gd name="T14" fmla="*/ 2147483647 w 30"/>
                <a:gd name="T15" fmla="*/ 2147483647 h 30"/>
                <a:gd name="T16" fmla="*/ 2147483647 w 30"/>
                <a:gd name="T17" fmla="*/ 2147483647 h 30"/>
                <a:gd name="T18" fmla="*/ 2147483647 w 30"/>
                <a:gd name="T19" fmla="*/ 2147483647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0"/>
                <a:gd name="T31" fmla="*/ 0 h 30"/>
                <a:gd name="T32" fmla="*/ 30 w 30"/>
                <a:gd name="T33" fmla="*/ 30 h 3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0" h="30">
                  <a:moveTo>
                    <a:pt x="24" y="30"/>
                  </a:moveTo>
                  <a:lnTo>
                    <a:pt x="30" y="24"/>
                  </a:lnTo>
                  <a:lnTo>
                    <a:pt x="30" y="12"/>
                  </a:lnTo>
                  <a:lnTo>
                    <a:pt x="18" y="0"/>
                  </a:lnTo>
                  <a:lnTo>
                    <a:pt x="6" y="0"/>
                  </a:lnTo>
                  <a:lnTo>
                    <a:pt x="0" y="6"/>
                  </a:lnTo>
                  <a:lnTo>
                    <a:pt x="0" y="18"/>
                  </a:lnTo>
                  <a:lnTo>
                    <a:pt x="6" y="24"/>
                  </a:lnTo>
                  <a:lnTo>
                    <a:pt x="18" y="30"/>
                  </a:lnTo>
                  <a:lnTo>
                    <a:pt x="24" y="3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66" name="Malaysia Part 2" descr="© INSCALE GmbH, 05.05.2010&#10;http://www.presentationload.com/">
              <a:extLst>
                <a:ext uri="{FF2B5EF4-FFF2-40B4-BE49-F238E27FC236}">
                  <a16:creationId xmlns:a16="http://schemas.microsoft.com/office/drawing/2014/main" id="{0BA91FF3-8F0D-4BD6-A3E4-F7C42E9A913B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6318113" y="2806767"/>
              <a:ext cx="227466" cy="173400"/>
            </a:xfrm>
            <a:custGeom>
              <a:avLst/>
              <a:gdLst>
                <a:gd name="T0" fmla="*/ 2147483647 w 690"/>
                <a:gd name="T1" fmla="*/ 2147483647 h 528"/>
                <a:gd name="T2" fmla="*/ 2147483647 w 690"/>
                <a:gd name="T3" fmla="*/ 2147483647 h 528"/>
                <a:gd name="T4" fmla="*/ 2147483647 w 690"/>
                <a:gd name="T5" fmla="*/ 2147483647 h 528"/>
                <a:gd name="T6" fmla="*/ 2147483647 w 690"/>
                <a:gd name="T7" fmla="*/ 2147483647 h 528"/>
                <a:gd name="T8" fmla="*/ 2147483647 w 690"/>
                <a:gd name="T9" fmla="*/ 2147483647 h 528"/>
                <a:gd name="T10" fmla="*/ 2147483647 w 690"/>
                <a:gd name="T11" fmla="*/ 2147483647 h 528"/>
                <a:gd name="T12" fmla="*/ 2147483647 w 690"/>
                <a:gd name="T13" fmla="*/ 2147483647 h 528"/>
                <a:gd name="T14" fmla="*/ 2147483647 w 690"/>
                <a:gd name="T15" fmla="*/ 2147483647 h 528"/>
                <a:gd name="T16" fmla="*/ 2147483647 w 690"/>
                <a:gd name="T17" fmla="*/ 2147483647 h 528"/>
                <a:gd name="T18" fmla="*/ 2147483647 w 690"/>
                <a:gd name="T19" fmla="*/ 2147483647 h 528"/>
                <a:gd name="T20" fmla="*/ 2147483647 w 690"/>
                <a:gd name="T21" fmla="*/ 2147483647 h 528"/>
                <a:gd name="T22" fmla="*/ 2147483647 w 690"/>
                <a:gd name="T23" fmla="*/ 2147483647 h 528"/>
                <a:gd name="T24" fmla="*/ 2147483647 w 690"/>
                <a:gd name="T25" fmla="*/ 2147483647 h 528"/>
                <a:gd name="T26" fmla="*/ 2147483647 w 690"/>
                <a:gd name="T27" fmla="*/ 2147483647 h 528"/>
                <a:gd name="T28" fmla="*/ 2147483647 w 690"/>
                <a:gd name="T29" fmla="*/ 2147483647 h 528"/>
                <a:gd name="T30" fmla="*/ 2147483647 w 690"/>
                <a:gd name="T31" fmla="*/ 2147483647 h 528"/>
                <a:gd name="T32" fmla="*/ 2147483647 w 690"/>
                <a:gd name="T33" fmla="*/ 2147483647 h 528"/>
                <a:gd name="T34" fmla="*/ 2147483647 w 690"/>
                <a:gd name="T35" fmla="*/ 2147483647 h 528"/>
                <a:gd name="T36" fmla="*/ 2147483647 w 690"/>
                <a:gd name="T37" fmla="*/ 2147483647 h 528"/>
                <a:gd name="T38" fmla="*/ 2147483647 w 690"/>
                <a:gd name="T39" fmla="*/ 2147483647 h 528"/>
                <a:gd name="T40" fmla="*/ 2147483647 w 690"/>
                <a:gd name="T41" fmla="*/ 2147483647 h 528"/>
                <a:gd name="T42" fmla="*/ 2147483647 w 690"/>
                <a:gd name="T43" fmla="*/ 2147483647 h 528"/>
                <a:gd name="T44" fmla="*/ 2147483647 w 690"/>
                <a:gd name="T45" fmla="*/ 2147483647 h 528"/>
                <a:gd name="T46" fmla="*/ 2147483647 w 690"/>
                <a:gd name="T47" fmla="*/ 2147483647 h 528"/>
                <a:gd name="T48" fmla="*/ 2147483647 w 690"/>
                <a:gd name="T49" fmla="*/ 2147483647 h 528"/>
                <a:gd name="T50" fmla="*/ 2147483647 w 690"/>
                <a:gd name="T51" fmla="*/ 2147483647 h 528"/>
                <a:gd name="T52" fmla="*/ 2147483647 w 690"/>
                <a:gd name="T53" fmla="*/ 2147483647 h 528"/>
                <a:gd name="T54" fmla="*/ 2147483647 w 690"/>
                <a:gd name="T55" fmla="*/ 2147483647 h 528"/>
                <a:gd name="T56" fmla="*/ 2147483647 w 690"/>
                <a:gd name="T57" fmla="*/ 2147483647 h 528"/>
                <a:gd name="T58" fmla="*/ 2147483647 w 690"/>
                <a:gd name="T59" fmla="*/ 2147483647 h 528"/>
                <a:gd name="T60" fmla="*/ 2147483647 w 690"/>
                <a:gd name="T61" fmla="*/ 2147483647 h 528"/>
                <a:gd name="T62" fmla="*/ 2147483647 w 690"/>
                <a:gd name="T63" fmla="*/ 2147483647 h 528"/>
                <a:gd name="T64" fmla="*/ 2147483647 w 690"/>
                <a:gd name="T65" fmla="*/ 2147483647 h 528"/>
                <a:gd name="T66" fmla="*/ 2147483647 w 690"/>
                <a:gd name="T67" fmla="*/ 2147483647 h 528"/>
                <a:gd name="T68" fmla="*/ 2147483647 w 690"/>
                <a:gd name="T69" fmla="*/ 2147483647 h 528"/>
                <a:gd name="T70" fmla="*/ 2147483647 w 690"/>
                <a:gd name="T71" fmla="*/ 0 h 528"/>
                <a:gd name="T72" fmla="*/ 2147483647 w 690"/>
                <a:gd name="T73" fmla="*/ 0 h 528"/>
                <a:gd name="T74" fmla="*/ 2147483647 w 690"/>
                <a:gd name="T75" fmla="*/ 2147483647 h 528"/>
                <a:gd name="T76" fmla="*/ 2147483647 w 690"/>
                <a:gd name="T77" fmla="*/ 2147483647 h 528"/>
                <a:gd name="T78" fmla="*/ 2147483647 w 690"/>
                <a:gd name="T79" fmla="*/ 2147483647 h 528"/>
                <a:gd name="T80" fmla="*/ 2147483647 w 690"/>
                <a:gd name="T81" fmla="*/ 2147483647 h 528"/>
                <a:gd name="T82" fmla="*/ 2147483647 w 690"/>
                <a:gd name="T83" fmla="*/ 2147483647 h 528"/>
                <a:gd name="T84" fmla="*/ 2147483647 w 690"/>
                <a:gd name="T85" fmla="*/ 2147483647 h 528"/>
                <a:gd name="T86" fmla="*/ 2147483647 w 690"/>
                <a:gd name="T87" fmla="*/ 2147483647 h 528"/>
                <a:gd name="T88" fmla="*/ 2147483647 w 690"/>
                <a:gd name="T89" fmla="*/ 2147483647 h 528"/>
                <a:gd name="T90" fmla="*/ 2147483647 w 690"/>
                <a:gd name="T91" fmla="*/ 2147483647 h 528"/>
                <a:gd name="T92" fmla="*/ 2147483647 w 690"/>
                <a:gd name="T93" fmla="*/ 2147483647 h 528"/>
                <a:gd name="T94" fmla="*/ 2147483647 w 690"/>
                <a:gd name="T95" fmla="*/ 2147483647 h 528"/>
                <a:gd name="T96" fmla="*/ 2147483647 w 690"/>
                <a:gd name="T97" fmla="*/ 2147483647 h 528"/>
                <a:gd name="T98" fmla="*/ 2147483647 w 690"/>
                <a:gd name="T99" fmla="*/ 2147483647 h 528"/>
                <a:gd name="T100" fmla="*/ 2147483647 w 690"/>
                <a:gd name="T101" fmla="*/ 2147483647 h 528"/>
                <a:gd name="T102" fmla="*/ 2147483647 w 690"/>
                <a:gd name="T103" fmla="*/ 2147483647 h 528"/>
                <a:gd name="T104" fmla="*/ 2147483647 w 690"/>
                <a:gd name="T105" fmla="*/ 2147483647 h 528"/>
                <a:gd name="T106" fmla="*/ 2147483647 w 690"/>
                <a:gd name="T107" fmla="*/ 2147483647 h 528"/>
                <a:gd name="T108" fmla="*/ 2147483647 w 690"/>
                <a:gd name="T109" fmla="*/ 2147483647 h 528"/>
                <a:gd name="T110" fmla="*/ 2147483647 w 690"/>
                <a:gd name="T111" fmla="*/ 2147483647 h 528"/>
                <a:gd name="T112" fmla="*/ 2147483647 w 690"/>
                <a:gd name="T113" fmla="*/ 2147483647 h 528"/>
                <a:gd name="T114" fmla="*/ 0 w 690"/>
                <a:gd name="T115" fmla="*/ 2147483647 h 52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90"/>
                <a:gd name="T175" fmla="*/ 0 h 528"/>
                <a:gd name="T176" fmla="*/ 690 w 690"/>
                <a:gd name="T177" fmla="*/ 528 h 52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90" h="528">
                  <a:moveTo>
                    <a:pt x="12" y="504"/>
                  </a:moveTo>
                  <a:lnTo>
                    <a:pt x="24" y="510"/>
                  </a:lnTo>
                  <a:lnTo>
                    <a:pt x="30" y="516"/>
                  </a:lnTo>
                  <a:lnTo>
                    <a:pt x="54" y="528"/>
                  </a:lnTo>
                  <a:lnTo>
                    <a:pt x="60" y="528"/>
                  </a:lnTo>
                  <a:lnTo>
                    <a:pt x="78" y="510"/>
                  </a:lnTo>
                  <a:lnTo>
                    <a:pt x="102" y="510"/>
                  </a:lnTo>
                  <a:lnTo>
                    <a:pt x="120" y="516"/>
                  </a:lnTo>
                  <a:lnTo>
                    <a:pt x="144" y="516"/>
                  </a:lnTo>
                  <a:lnTo>
                    <a:pt x="174" y="486"/>
                  </a:lnTo>
                  <a:lnTo>
                    <a:pt x="180" y="474"/>
                  </a:lnTo>
                  <a:lnTo>
                    <a:pt x="222" y="474"/>
                  </a:lnTo>
                  <a:lnTo>
                    <a:pt x="234" y="486"/>
                  </a:lnTo>
                  <a:lnTo>
                    <a:pt x="258" y="498"/>
                  </a:lnTo>
                  <a:lnTo>
                    <a:pt x="264" y="504"/>
                  </a:lnTo>
                  <a:lnTo>
                    <a:pt x="270" y="504"/>
                  </a:lnTo>
                  <a:lnTo>
                    <a:pt x="282" y="492"/>
                  </a:lnTo>
                  <a:lnTo>
                    <a:pt x="294" y="486"/>
                  </a:lnTo>
                  <a:lnTo>
                    <a:pt x="300" y="480"/>
                  </a:lnTo>
                  <a:lnTo>
                    <a:pt x="324" y="480"/>
                  </a:lnTo>
                  <a:lnTo>
                    <a:pt x="354" y="444"/>
                  </a:lnTo>
                  <a:lnTo>
                    <a:pt x="348" y="432"/>
                  </a:lnTo>
                  <a:lnTo>
                    <a:pt x="384" y="402"/>
                  </a:lnTo>
                  <a:lnTo>
                    <a:pt x="378" y="390"/>
                  </a:lnTo>
                  <a:lnTo>
                    <a:pt x="372" y="384"/>
                  </a:lnTo>
                  <a:lnTo>
                    <a:pt x="372" y="360"/>
                  </a:lnTo>
                  <a:lnTo>
                    <a:pt x="378" y="354"/>
                  </a:lnTo>
                  <a:lnTo>
                    <a:pt x="396" y="354"/>
                  </a:lnTo>
                  <a:lnTo>
                    <a:pt x="402" y="342"/>
                  </a:lnTo>
                  <a:lnTo>
                    <a:pt x="402" y="336"/>
                  </a:lnTo>
                  <a:lnTo>
                    <a:pt x="408" y="318"/>
                  </a:lnTo>
                  <a:lnTo>
                    <a:pt x="408" y="264"/>
                  </a:lnTo>
                  <a:lnTo>
                    <a:pt x="414" y="252"/>
                  </a:lnTo>
                  <a:lnTo>
                    <a:pt x="420" y="246"/>
                  </a:lnTo>
                  <a:lnTo>
                    <a:pt x="516" y="246"/>
                  </a:lnTo>
                  <a:lnTo>
                    <a:pt x="540" y="270"/>
                  </a:lnTo>
                  <a:lnTo>
                    <a:pt x="552" y="276"/>
                  </a:lnTo>
                  <a:lnTo>
                    <a:pt x="558" y="282"/>
                  </a:lnTo>
                  <a:lnTo>
                    <a:pt x="576" y="276"/>
                  </a:lnTo>
                  <a:lnTo>
                    <a:pt x="564" y="216"/>
                  </a:lnTo>
                  <a:lnTo>
                    <a:pt x="576" y="222"/>
                  </a:lnTo>
                  <a:lnTo>
                    <a:pt x="582" y="234"/>
                  </a:lnTo>
                  <a:lnTo>
                    <a:pt x="594" y="240"/>
                  </a:lnTo>
                  <a:lnTo>
                    <a:pt x="636" y="240"/>
                  </a:lnTo>
                  <a:lnTo>
                    <a:pt x="630" y="234"/>
                  </a:lnTo>
                  <a:lnTo>
                    <a:pt x="624" y="222"/>
                  </a:lnTo>
                  <a:lnTo>
                    <a:pt x="618" y="216"/>
                  </a:lnTo>
                  <a:lnTo>
                    <a:pt x="606" y="192"/>
                  </a:lnTo>
                  <a:lnTo>
                    <a:pt x="606" y="186"/>
                  </a:lnTo>
                  <a:lnTo>
                    <a:pt x="612" y="180"/>
                  </a:lnTo>
                  <a:lnTo>
                    <a:pt x="624" y="180"/>
                  </a:lnTo>
                  <a:lnTo>
                    <a:pt x="642" y="186"/>
                  </a:lnTo>
                  <a:lnTo>
                    <a:pt x="654" y="186"/>
                  </a:lnTo>
                  <a:lnTo>
                    <a:pt x="660" y="192"/>
                  </a:lnTo>
                  <a:lnTo>
                    <a:pt x="666" y="192"/>
                  </a:lnTo>
                  <a:lnTo>
                    <a:pt x="690" y="162"/>
                  </a:lnTo>
                  <a:lnTo>
                    <a:pt x="666" y="156"/>
                  </a:lnTo>
                  <a:lnTo>
                    <a:pt x="660" y="144"/>
                  </a:lnTo>
                  <a:lnTo>
                    <a:pt x="642" y="126"/>
                  </a:lnTo>
                  <a:lnTo>
                    <a:pt x="630" y="120"/>
                  </a:lnTo>
                  <a:lnTo>
                    <a:pt x="612" y="120"/>
                  </a:lnTo>
                  <a:lnTo>
                    <a:pt x="600" y="114"/>
                  </a:lnTo>
                  <a:lnTo>
                    <a:pt x="588" y="114"/>
                  </a:lnTo>
                  <a:lnTo>
                    <a:pt x="588" y="108"/>
                  </a:lnTo>
                  <a:lnTo>
                    <a:pt x="582" y="102"/>
                  </a:lnTo>
                  <a:lnTo>
                    <a:pt x="582" y="90"/>
                  </a:lnTo>
                  <a:lnTo>
                    <a:pt x="576" y="78"/>
                  </a:lnTo>
                  <a:lnTo>
                    <a:pt x="564" y="66"/>
                  </a:lnTo>
                  <a:lnTo>
                    <a:pt x="540" y="54"/>
                  </a:lnTo>
                  <a:lnTo>
                    <a:pt x="534" y="60"/>
                  </a:lnTo>
                  <a:lnTo>
                    <a:pt x="528" y="60"/>
                  </a:lnTo>
                  <a:lnTo>
                    <a:pt x="510" y="0"/>
                  </a:lnTo>
                  <a:lnTo>
                    <a:pt x="504" y="18"/>
                  </a:lnTo>
                  <a:lnTo>
                    <a:pt x="492" y="0"/>
                  </a:lnTo>
                  <a:lnTo>
                    <a:pt x="480" y="60"/>
                  </a:lnTo>
                  <a:lnTo>
                    <a:pt x="468" y="66"/>
                  </a:lnTo>
                  <a:lnTo>
                    <a:pt x="462" y="66"/>
                  </a:lnTo>
                  <a:lnTo>
                    <a:pt x="450" y="72"/>
                  </a:lnTo>
                  <a:lnTo>
                    <a:pt x="438" y="96"/>
                  </a:lnTo>
                  <a:lnTo>
                    <a:pt x="438" y="114"/>
                  </a:lnTo>
                  <a:lnTo>
                    <a:pt x="408" y="126"/>
                  </a:lnTo>
                  <a:lnTo>
                    <a:pt x="420" y="162"/>
                  </a:lnTo>
                  <a:lnTo>
                    <a:pt x="408" y="162"/>
                  </a:lnTo>
                  <a:lnTo>
                    <a:pt x="390" y="156"/>
                  </a:lnTo>
                  <a:lnTo>
                    <a:pt x="378" y="156"/>
                  </a:lnTo>
                  <a:lnTo>
                    <a:pt x="360" y="150"/>
                  </a:lnTo>
                  <a:lnTo>
                    <a:pt x="354" y="150"/>
                  </a:lnTo>
                  <a:lnTo>
                    <a:pt x="342" y="156"/>
                  </a:lnTo>
                  <a:lnTo>
                    <a:pt x="342" y="168"/>
                  </a:lnTo>
                  <a:lnTo>
                    <a:pt x="336" y="180"/>
                  </a:lnTo>
                  <a:lnTo>
                    <a:pt x="336" y="204"/>
                  </a:lnTo>
                  <a:lnTo>
                    <a:pt x="294" y="246"/>
                  </a:lnTo>
                  <a:lnTo>
                    <a:pt x="294" y="258"/>
                  </a:lnTo>
                  <a:lnTo>
                    <a:pt x="282" y="294"/>
                  </a:lnTo>
                  <a:lnTo>
                    <a:pt x="276" y="306"/>
                  </a:lnTo>
                  <a:lnTo>
                    <a:pt x="264" y="318"/>
                  </a:lnTo>
                  <a:lnTo>
                    <a:pt x="228" y="336"/>
                  </a:lnTo>
                  <a:lnTo>
                    <a:pt x="186" y="342"/>
                  </a:lnTo>
                  <a:lnTo>
                    <a:pt x="162" y="348"/>
                  </a:lnTo>
                  <a:lnTo>
                    <a:pt x="156" y="354"/>
                  </a:lnTo>
                  <a:lnTo>
                    <a:pt x="132" y="366"/>
                  </a:lnTo>
                  <a:lnTo>
                    <a:pt x="114" y="384"/>
                  </a:lnTo>
                  <a:lnTo>
                    <a:pt x="102" y="390"/>
                  </a:lnTo>
                  <a:lnTo>
                    <a:pt x="84" y="426"/>
                  </a:lnTo>
                  <a:lnTo>
                    <a:pt x="102" y="444"/>
                  </a:lnTo>
                  <a:lnTo>
                    <a:pt x="102" y="462"/>
                  </a:lnTo>
                  <a:lnTo>
                    <a:pt x="96" y="474"/>
                  </a:lnTo>
                  <a:lnTo>
                    <a:pt x="84" y="480"/>
                  </a:lnTo>
                  <a:lnTo>
                    <a:pt x="72" y="480"/>
                  </a:lnTo>
                  <a:lnTo>
                    <a:pt x="48" y="468"/>
                  </a:lnTo>
                  <a:lnTo>
                    <a:pt x="42" y="462"/>
                  </a:lnTo>
                  <a:lnTo>
                    <a:pt x="30" y="456"/>
                  </a:lnTo>
                  <a:lnTo>
                    <a:pt x="24" y="456"/>
                  </a:lnTo>
                  <a:lnTo>
                    <a:pt x="12" y="462"/>
                  </a:lnTo>
                  <a:lnTo>
                    <a:pt x="0" y="474"/>
                  </a:lnTo>
                  <a:lnTo>
                    <a:pt x="0" y="492"/>
                  </a:lnTo>
                  <a:lnTo>
                    <a:pt x="12" y="50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67" name="Malaysia" descr="© INSCALE GmbH, 05.05.2010&#10;http://www.presentationload.com/">
              <a:extLst>
                <a:ext uri="{FF2B5EF4-FFF2-40B4-BE49-F238E27FC236}">
                  <a16:creationId xmlns:a16="http://schemas.microsoft.com/office/drawing/2014/main" id="{45DE0CCB-D02A-4C82-9770-D69457EBCD21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6081602" y="2823465"/>
              <a:ext cx="100809" cy="143813"/>
            </a:xfrm>
            <a:custGeom>
              <a:avLst/>
              <a:gdLst/>
              <a:ahLst/>
              <a:cxnLst/>
              <a:rect l="l" t="t" r="r" b="b"/>
              <a:pathLst>
                <a:path w="100809" h="144840">
                  <a:moveTo>
                    <a:pt x="3954" y="0"/>
                  </a:moveTo>
                  <a:lnTo>
                    <a:pt x="7907" y="0"/>
                  </a:lnTo>
                  <a:lnTo>
                    <a:pt x="9883" y="3970"/>
                  </a:lnTo>
                  <a:lnTo>
                    <a:pt x="9883" y="5954"/>
                  </a:lnTo>
                  <a:lnTo>
                    <a:pt x="15813" y="5954"/>
                  </a:lnTo>
                  <a:lnTo>
                    <a:pt x="19767" y="7939"/>
                  </a:lnTo>
                  <a:lnTo>
                    <a:pt x="21743" y="9924"/>
                  </a:lnTo>
                  <a:lnTo>
                    <a:pt x="21743" y="13893"/>
                  </a:lnTo>
                  <a:lnTo>
                    <a:pt x="25697" y="13893"/>
                  </a:lnTo>
                  <a:lnTo>
                    <a:pt x="25697" y="17863"/>
                  </a:lnTo>
                  <a:lnTo>
                    <a:pt x="21743" y="21832"/>
                  </a:lnTo>
                  <a:lnTo>
                    <a:pt x="21743" y="23817"/>
                  </a:lnTo>
                  <a:lnTo>
                    <a:pt x="23720" y="25802"/>
                  </a:lnTo>
                  <a:lnTo>
                    <a:pt x="29650" y="25802"/>
                  </a:lnTo>
                  <a:lnTo>
                    <a:pt x="29650" y="23817"/>
                  </a:lnTo>
                  <a:lnTo>
                    <a:pt x="33603" y="23817"/>
                  </a:lnTo>
                  <a:lnTo>
                    <a:pt x="35580" y="21832"/>
                  </a:lnTo>
                  <a:lnTo>
                    <a:pt x="37557" y="21832"/>
                  </a:lnTo>
                  <a:lnTo>
                    <a:pt x="43486" y="27786"/>
                  </a:lnTo>
                  <a:lnTo>
                    <a:pt x="45463" y="25802"/>
                  </a:lnTo>
                  <a:lnTo>
                    <a:pt x="45463" y="23817"/>
                  </a:lnTo>
                  <a:lnTo>
                    <a:pt x="47440" y="19848"/>
                  </a:lnTo>
                  <a:lnTo>
                    <a:pt x="49416" y="17863"/>
                  </a:lnTo>
                  <a:lnTo>
                    <a:pt x="51393" y="13893"/>
                  </a:lnTo>
                  <a:lnTo>
                    <a:pt x="59300" y="21832"/>
                  </a:lnTo>
                  <a:lnTo>
                    <a:pt x="63253" y="23817"/>
                  </a:lnTo>
                  <a:lnTo>
                    <a:pt x="67206" y="27786"/>
                  </a:lnTo>
                  <a:lnTo>
                    <a:pt x="73136" y="29771"/>
                  </a:lnTo>
                  <a:lnTo>
                    <a:pt x="81043" y="37710"/>
                  </a:lnTo>
                  <a:lnTo>
                    <a:pt x="83019" y="41680"/>
                  </a:lnTo>
                  <a:lnTo>
                    <a:pt x="83019" y="83359"/>
                  </a:lnTo>
                  <a:lnTo>
                    <a:pt x="81043" y="85344"/>
                  </a:lnTo>
                  <a:lnTo>
                    <a:pt x="81043" y="89313"/>
                  </a:lnTo>
                  <a:lnTo>
                    <a:pt x="83019" y="91298"/>
                  </a:lnTo>
                  <a:lnTo>
                    <a:pt x="84996" y="95268"/>
                  </a:lnTo>
                  <a:lnTo>
                    <a:pt x="84996" y="103207"/>
                  </a:lnTo>
                  <a:lnTo>
                    <a:pt x="86973" y="105191"/>
                  </a:lnTo>
                  <a:lnTo>
                    <a:pt x="88949" y="109161"/>
                  </a:lnTo>
                  <a:lnTo>
                    <a:pt x="96856" y="117100"/>
                  </a:lnTo>
                  <a:lnTo>
                    <a:pt x="100809" y="125039"/>
                  </a:lnTo>
                  <a:lnTo>
                    <a:pt x="100809" y="131021"/>
                  </a:lnTo>
                  <a:cubicBezTo>
                    <a:pt x="92065" y="131032"/>
                    <a:pt x="84702" y="136507"/>
                    <a:pt x="82989" y="144840"/>
                  </a:cubicBezTo>
                  <a:lnTo>
                    <a:pt x="75113" y="132978"/>
                  </a:lnTo>
                  <a:lnTo>
                    <a:pt x="73136" y="132978"/>
                  </a:lnTo>
                  <a:lnTo>
                    <a:pt x="71160" y="130993"/>
                  </a:lnTo>
                  <a:lnTo>
                    <a:pt x="67206" y="130993"/>
                  </a:lnTo>
                  <a:lnTo>
                    <a:pt x="65230" y="129008"/>
                  </a:lnTo>
                  <a:lnTo>
                    <a:pt x="61276" y="127023"/>
                  </a:lnTo>
                  <a:lnTo>
                    <a:pt x="59300" y="127023"/>
                  </a:lnTo>
                  <a:lnTo>
                    <a:pt x="57323" y="125039"/>
                  </a:lnTo>
                  <a:lnTo>
                    <a:pt x="57323" y="123054"/>
                  </a:lnTo>
                  <a:lnTo>
                    <a:pt x="55346" y="121069"/>
                  </a:lnTo>
                  <a:lnTo>
                    <a:pt x="55346" y="117100"/>
                  </a:lnTo>
                  <a:lnTo>
                    <a:pt x="53370" y="117100"/>
                  </a:lnTo>
                  <a:lnTo>
                    <a:pt x="47440" y="111146"/>
                  </a:lnTo>
                  <a:lnTo>
                    <a:pt x="43486" y="109161"/>
                  </a:lnTo>
                  <a:lnTo>
                    <a:pt x="37557" y="105191"/>
                  </a:lnTo>
                  <a:lnTo>
                    <a:pt x="33603" y="103207"/>
                  </a:lnTo>
                  <a:lnTo>
                    <a:pt x="31627" y="101222"/>
                  </a:lnTo>
                  <a:lnTo>
                    <a:pt x="27673" y="93283"/>
                  </a:lnTo>
                  <a:lnTo>
                    <a:pt x="27673" y="83359"/>
                  </a:lnTo>
                  <a:lnTo>
                    <a:pt x="29650" y="79390"/>
                  </a:lnTo>
                  <a:lnTo>
                    <a:pt x="29650" y="75420"/>
                  </a:lnTo>
                  <a:lnTo>
                    <a:pt x="27673" y="77405"/>
                  </a:lnTo>
                  <a:lnTo>
                    <a:pt x="21743" y="77405"/>
                  </a:lnTo>
                  <a:lnTo>
                    <a:pt x="19767" y="75420"/>
                  </a:lnTo>
                  <a:lnTo>
                    <a:pt x="17790" y="71451"/>
                  </a:lnTo>
                  <a:lnTo>
                    <a:pt x="15813" y="65497"/>
                  </a:lnTo>
                  <a:lnTo>
                    <a:pt x="15813" y="59542"/>
                  </a:lnTo>
                  <a:lnTo>
                    <a:pt x="17790" y="55573"/>
                  </a:lnTo>
                  <a:lnTo>
                    <a:pt x="17790" y="45649"/>
                  </a:lnTo>
                  <a:lnTo>
                    <a:pt x="13837" y="43664"/>
                  </a:lnTo>
                  <a:lnTo>
                    <a:pt x="7907" y="43664"/>
                  </a:lnTo>
                  <a:lnTo>
                    <a:pt x="5930" y="45649"/>
                  </a:lnTo>
                  <a:lnTo>
                    <a:pt x="1977" y="45649"/>
                  </a:lnTo>
                  <a:lnTo>
                    <a:pt x="0" y="13893"/>
                  </a:lnTo>
                  <a:lnTo>
                    <a:pt x="1977" y="11909"/>
                  </a:lnTo>
                  <a:lnTo>
                    <a:pt x="3954" y="7939"/>
                  </a:lnTo>
                  <a:lnTo>
                    <a:pt x="1977" y="5954"/>
                  </a:lnTo>
                  <a:lnTo>
                    <a:pt x="1977" y="1985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68" name="Malawi" descr="© INSCALE GmbH, 05.05.2010&#10;http://www.presentationload.com/">
              <a:extLst>
                <a:ext uri="{FF2B5EF4-FFF2-40B4-BE49-F238E27FC236}">
                  <a16:creationId xmlns:a16="http://schemas.microsoft.com/office/drawing/2014/main" id="{E5D3F402-92A2-427E-91AE-D86E22D73A88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497099" y="3251183"/>
              <a:ext cx="77545" cy="205510"/>
            </a:xfrm>
            <a:custGeom>
              <a:avLst/>
              <a:gdLst>
                <a:gd name="T0" fmla="*/ 2147483647 w 234"/>
                <a:gd name="T1" fmla="*/ 2147483647 h 624"/>
                <a:gd name="T2" fmla="*/ 2147483647 w 234"/>
                <a:gd name="T3" fmla="*/ 2147483647 h 624"/>
                <a:gd name="T4" fmla="*/ 2147483647 w 234"/>
                <a:gd name="T5" fmla="*/ 2147483647 h 624"/>
                <a:gd name="T6" fmla="*/ 2147483647 w 234"/>
                <a:gd name="T7" fmla="*/ 2147483647 h 624"/>
                <a:gd name="T8" fmla="*/ 2147483647 w 234"/>
                <a:gd name="T9" fmla="*/ 2147483647 h 624"/>
                <a:gd name="T10" fmla="*/ 2147483647 w 234"/>
                <a:gd name="T11" fmla="*/ 2147483647 h 624"/>
                <a:gd name="T12" fmla="*/ 2147483647 w 234"/>
                <a:gd name="T13" fmla="*/ 2147483647 h 624"/>
                <a:gd name="T14" fmla="*/ 2147483647 w 234"/>
                <a:gd name="T15" fmla="*/ 2147483647 h 624"/>
                <a:gd name="T16" fmla="*/ 2147483647 w 234"/>
                <a:gd name="T17" fmla="*/ 2147483647 h 624"/>
                <a:gd name="T18" fmla="*/ 2147483647 w 234"/>
                <a:gd name="T19" fmla="*/ 2147483647 h 624"/>
                <a:gd name="T20" fmla="*/ 2147483647 w 234"/>
                <a:gd name="T21" fmla="*/ 2147483647 h 624"/>
                <a:gd name="T22" fmla="*/ 2147483647 w 234"/>
                <a:gd name="T23" fmla="*/ 2147483647 h 624"/>
                <a:gd name="T24" fmla="*/ 2147483647 w 234"/>
                <a:gd name="T25" fmla="*/ 2147483647 h 624"/>
                <a:gd name="T26" fmla="*/ 2147483647 w 234"/>
                <a:gd name="T27" fmla="*/ 2147483647 h 624"/>
                <a:gd name="T28" fmla="*/ 2147483647 w 234"/>
                <a:gd name="T29" fmla="*/ 2147483647 h 624"/>
                <a:gd name="T30" fmla="*/ 2147483647 w 234"/>
                <a:gd name="T31" fmla="*/ 2147483647 h 624"/>
                <a:gd name="T32" fmla="*/ 2147483647 w 234"/>
                <a:gd name="T33" fmla="*/ 2147483647 h 624"/>
                <a:gd name="T34" fmla="*/ 2147483647 w 234"/>
                <a:gd name="T35" fmla="*/ 2147483647 h 624"/>
                <a:gd name="T36" fmla="*/ 2147483647 w 234"/>
                <a:gd name="T37" fmla="*/ 2147483647 h 624"/>
                <a:gd name="T38" fmla="*/ 2147483647 w 234"/>
                <a:gd name="T39" fmla="*/ 2147483647 h 624"/>
                <a:gd name="T40" fmla="*/ 2147483647 w 234"/>
                <a:gd name="T41" fmla="*/ 2147483647 h 624"/>
                <a:gd name="T42" fmla="*/ 2147483647 w 234"/>
                <a:gd name="T43" fmla="*/ 2147483647 h 624"/>
                <a:gd name="T44" fmla="*/ 2147483647 w 234"/>
                <a:gd name="T45" fmla="*/ 2147483647 h 624"/>
                <a:gd name="T46" fmla="*/ 2147483647 w 234"/>
                <a:gd name="T47" fmla="*/ 0 h 624"/>
                <a:gd name="T48" fmla="*/ 2147483647 w 234"/>
                <a:gd name="T49" fmla="*/ 2147483647 h 624"/>
                <a:gd name="T50" fmla="*/ 2147483647 w 234"/>
                <a:gd name="T51" fmla="*/ 2147483647 h 624"/>
                <a:gd name="T52" fmla="*/ 2147483647 w 234"/>
                <a:gd name="T53" fmla="*/ 2147483647 h 624"/>
                <a:gd name="T54" fmla="*/ 2147483647 w 234"/>
                <a:gd name="T55" fmla="*/ 2147483647 h 624"/>
                <a:gd name="T56" fmla="*/ 2147483647 w 234"/>
                <a:gd name="T57" fmla="*/ 2147483647 h 624"/>
                <a:gd name="T58" fmla="*/ 2147483647 w 234"/>
                <a:gd name="T59" fmla="*/ 2147483647 h 624"/>
                <a:gd name="T60" fmla="*/ 2147483647 w 234"/>
                <a:gd name="T61" fmla="*/ 2147483647 h 624"/>
                <a:gd name="T62" fmla="*/ 2147483647 w 234"/>
                <a:gd name="T63" fmla="*/ 2147483647 h 624"/>
                <a:gd name="T64" fmla="*/ 2147483647 w 234"/>
                <a:gd name="T65" fmla="*/ 2147483647 h 624"/>
                <a:gd name="T66" fmla="*/ 2147483647 w 234"/>
                <a:gd name="T67" fmla="*/ 2147483647 h 624"/>
                <a:gd name="T68" fmla="*/ 2147483647 w 234"/>
                <a:gd name="T69" fmla="*/ 2147483647 h 624"/>
                <a:gd name="T70" fmla="*/ 2147483647 w 234"/>
                <a:gd name="T71" fmla="*/ 2147483647 h 624"/>
                <a:gd name="T72" fmla="*/ 2147483647 w 234"/>
                <a:gd name="T73" fmla="*/ 2147483647 h 624"/>
                <a:gd name="T74" fmla="*/ 0 w 234"/>
                <a:gd name="T75" fmla="*/ 2147483647 h 624"/>
                <a:gd name="T76" fmla="*/ 2147483647 w 234"/>
                <a:gd name="T77" fmla="*/ 2147483647 h 624"/>
                <a:gd name="T78" fmla="*/ 2147483647 w 234"/>
                <a:gd name="T79" fmla="*/ 2147483647 h 624"/>
                <a:gd name="T80" fmla="*/ 2147483647 w 234"/>
                <a:gd name="T81" fmla="*/ 2147483647 h 624"/>
                <a:gd name="T82" fmla="*/ 2147483647 w 234"/>
                <a:gd name="T83" fmla="*/ 2147483647 h 624"/>
                <a:gd name="T84" fmla="*/ 2147483647 w 234"/>
                <a:gd name="T85" fmla="*/ 2147483647 h 624"/>
                <a:gd name="T86" fmla="*/ 2147483647 w 234"/>
                <a:gd name="T87" fmla="*/ 2147483647 h 624"/>
                <a:gd name="T88" fmla="*/ 2147483647 w 234"/>
                <a:gd name="T89" fmla="*/ 2147483647 h 624"/>
                <a:gd name="T90" fmla="*/ 2147483647 w 234"/>
                <a:gd name="T91" fmla="*/ 2147483647 h 624"/>
                <a:gd name="T92" fmla="*/ 2147483647 w 234"/>
                <a:gd name="T93" fmla="*/ 2147483647 h 624"/>
                <a:gd name="T94" fmla="*/ 2147483647 w 234"/>
                <a:gd name="T95" fmla="*/ 2147483647 h 624"/>
                <a:gd name="T96" fmla="*/ 2147483647 w 234"/>
                <a:gd name="T97" fmla="*/ 2147483647 h 624"/>
                <a:gd name="T98" fmla="*/ 2147483647 w 234"/>
                <a:gd name="T99" fmla="*/ 2147483647 h 624"/>
                <a:gd name="T100" fmla="*/ 2147483647 w 234"/>
                <a:gd name="T101" fmla="*/ 2147483647 h 624"/>
                <a:gd name="T102" fmla="*/ 2147483647 w 234"/>
                <a:gd name="T103" fmla="*/ 2147483647 h 624"/>
                <a:gd name="T104" fmla="*/ 2147483647 w 234"/>
                <a:gd name="T105" fmla="*/ 2147483647 h 624"/>
                <a:gd name="T106" fmla="*/ 2147483647 w 234"/>
                <a:gd name="T107" fmla="*/ 2147483647 h 624"/>
                <a:gd name="T108" fmla="*/ 2147483647 w 234"/>
                <a:gd name="T109" fmla="*/ 2147483647 h 624"/>
                <a:gd name="T110" fmla="*/ 2147483647 w 234"/>
                <a:gd name="T111" fmla="*/ 2147483647 h 624"/>
                <a:gd name="T112" fmla="*/ 2147483647 w 234"/>
                <a:gd name="T113" fmla="*/ 2147483647 h 624"/>
                <a:gd name="T114" fmla="*/ 2147483647 w 234"/>
                <a:gd name="T115" fmla="*/ 2147483647 h 624"/>
                <a:gd name="T116" fmla="*/ 2147483647 w 234"/>
                <a:gd name="T117" fmla="*/ 2147483647 h 6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34"/>
                <a:gd name="T178" fmla="*/ 0 h 624"/>
                <a:gd name="T179" fmla="*/ 234 w 234"/>
                <a:gd name="T180" fmla="*/ 624 h 6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34" h="624">
                  <a:moveTo>
                    <a:pt x="234" y="432"/>
                  </a:moveTo>
                  <a:lnTo>
                    <a:pt x="222" y="420"/>
                  </a:lnTo>
                  <a:lnTo>
                    <a:pt x="210" y="402"/>
                  </a:lnTo>
                  <a:lnTo>
                    <a:pt x="204" y="390"/>
                  </a:lnTo>
                  <a:lnTo>
                    <a:pt x="198" y="384"/>
                  </a:lnTo>
                  <a:lnTo>
                    <a:pt x="186" y="360"/>
                  </a:lnTo>
                  <a:lnTo>
                    <a:pt x="162" y="336"/>
                  </a:lnTo>
                  <a:lnTo>
                    <a:pt x="156" y="336"/>
                  </a:lnTo>
                  <a:lnTo>
                    <a:pt x="156" y="330"/>
                  </a:lnTo>
                  <a:lnTo>
                    <a:pt x="150" y="330"/>
                  </a:lnTo>
                  <a:lnTo>
                    <a:pt x="150" y="342"/>
                  </a:lnTo>
                  <a:lnTo>
                    <a:pt x="156" y="342"/>
                  </a:lnTo>
                  <a:lnTo>
                    <a:pt x="168" y="354"/>
                  </a:lnTo>
                  <a:lnTo>
                    <a:pt x="168" y="366"/>
                  </a:lnTo>
                  <a:lnTo>
                    <a:pt x="174" y="378"/>
                  </a:lnTo>
                  <a:lnTo>
                    <a:pt x="174" y="390"/>
                  </a:lnTo>
                  <a:lnTo>
                    <a:pt x="168" y="396"/>
                  </a:lnTo>
                  <a:lnTo>
                    <a:pt x="162" y="396"/>
                  </a:lnTo>
                  <a:lnTo>
                    <a:pt x="162" y="390"/>
                  </a:lnTo>
                  <a:lnTo>
                    <a:pt x="156" y="384"/>
                  </a:lnTo>
                  <a:lnTo>
                    <a:pt x="156" y="378"/>
                  </a:lnTo>
                  <a:lnTo>
                    <a:pt x="144" y="384"/>
                  </a:lnTo>
                  <a:lnTo>
                    <a:pt x="132" y="384"/>
                  </a:lnTo>
                  <a:lnTo>
                    <a:pt x="132" y="360"/>
                  </a:lnTo>
                  <a:lnTo>
                    <a:pt x="126" y="354"/>
                  </a:lnTo>
                  <a:lnTo>
                    <a:pt x="126" y="342"/>
                  </a:lnTo>
                  <a:lnTo>
                    <a:pt x="120" y="330"/>
                  </a:lnTo>
                  <a:lnTo>
                    <a:pt x="120" y="282"/>
                  </a:lnTo>
                  <a:lnTo>
                    <a:pt x="84" y="246"/>
                  </a:lnTo>
                  <a:lnTo>
                    <a:pt x="90" y="240"/>
                  </a:lnTo>
                  <a:lnTo>
                    <a:pt x="90" y="222"/>
                  </a:lnTo>
                  <a:lnTo>
                    <a:pt x="96" y="210"/>
                  </a:lnTo>
                  <a:lnTo>
                    <a:pt x="114" y="192"/>
                  </a:lnTo>
                  <a:lnTo>
                    <a:pt x="120" y="180"/>
                  </a:lnTo>
                  <a:lnTo>
                    <a:pt x="126" y="174"/>
                  </a:lnTo>
                  <a:lnTo>
                    <a:pt x="126" y="156"/>
                  </a:lnTo>
                  <a:lnTo>
                    <a:pt x="120" y="150"/>
                  </a:lnTo>
                  <a:lnTo>
                    <a:pt x="120" y="102"/>
                  </a:lnTo>
                  <a:lnTo>
                    <a:pt x="114" y="78"/>
                  </a:lnTo>
                  <a:lnTo>
                    <a:pt x="114" y="60"/>
                  </a:lnTo>
                  <a:lnTo>
                    <a:pt x="102" y="60"/>
                  </a:lnTo>
                  <a:lnTo>
                    <a:pt x="84" y="42"/>
                  </a:lnTo>
                  <a:lnTo>
                    <a:pt x="84" y="36"/>
                  </a:lnTo>
                  <a:lnTo>
                    <a:pt x="90" y="24"/>
                  </a:lnTo>
                  <a:lnTo>
                    <a:pt x="90" y="18"/>
                  </a:lnTo>
                  <a:lnTo>
                    <a:pt x="60" y="18"/>
                  </a:lnTo>
                  <a:lnTo>
                    <a:pt x="54" y="0"/>
                  </a:lnTo>
                  <a:lnTo>
                    <a:pt x="30" y="0"/>
                  </a:lnTo>
                  <a:lnTo>
                    <a:pt x="30" y="12"/>
                  </a:lnTo>
                  <a:lnTo>
                    <a:pt x="42" y="12"/>
                  </a:lnTo>
                  <a:lnTo>
                    <a:pt x="54" y="24"/>
                  </a:lnTo>
                  <a:lnTo>
                    <a:pt x="54" y="66"/>
                  </a:lnTo>
                  <a:lnTo>
                    <a:pt x="60" y="66"/>
                  </a:lnTo>
                  <a:lnTo>
                    <a:pt x="66" y="60"/>
                  </a:lnTo>
                  <a:lnTo>
                    <a:pt x="66" y="84"/>
                  </a:lnTo>
                  <a:lnTo>
                    <a:pt x="78" y="84"/>
                  </a:lnTo>
                  <a:lnTo>
                    <a:pt x="78" y="96"/>
                  </a:lnTo>
                  <a:lnTo>
                    <a:pt x="54" y="108"/>
                  </a:lnTo>
                  <a:lnTo>
                    <a:pt x="48" y="114"/>
                  </a:lnTo>
                  <a:lnTo>
                    <a:pt x="42" y="114"/>
                  </a:lnTo>
                  <a:lnTo>
                    <a:pt x="42" y="132"/>
                  </a:lnTo>
                  <a:lnTo>
                    <a:pt x="54" y="138"/>
                  </a:lnTo>
                  <a:lnTo>
                    <a:pt x="48" y="156"/>
                  </a:lnTo>
                  <a:lnTo>
                    <a:pt x="48" y="228"/>
                  </a:lnTo>
                  <a:lnTo>
                    <a:pt x="60" y="228"/>
                  </a:lnTo>
                  <a:lnTo>
                    <a:pt x="60" y="234"/>
                  </a:lnTo>
                  <a:lnTo>
                    <a:pt x="42" y="252"/>
                  </a:lnTo>
                  <a:lnTo>
                    <a:pt x="30" y="258"/>
                  </a:lnTo>
                  <a:lnTo>
                    <a:pt x="24" y="264"/>
                  </a:lnTo>
                  <a:lnTo>
                    <a:pt x="18" y="264"/>
                  </a:lnTo>
                  <a:lnTo>
                    <a:pt x="24" y="300"/>
                  </a:lnTo>
                  <a:lnTo>
                    <a:pt x="18" y="312"/>
                  </a:lnTo>
                  <a:lnTo>
                    <a:pt x="12" y="318"/>
                  </a:lnTo>
                  <a:lnTo>
                    <a:pt x="6" y="330"/>
                  </a:lnTo>
                  <a:lnTo>
                    <a:pt x="0" y="336"/>
                  </a:lnTo>
                  <a:lnTo>
                    <a:pt x="0" y="342"/>
                  </a:lnTo>
                  <a:lnTo>
                    <a:pt x="12" y="348"/>
                  </a:lnTo>
                  <a:lnTo>
                    <a:pt x="24" y="360"/>
                  </a:lnTo>
                  <a:lnTo>
                    <a:pt x="36" y="366"/>
                  </a:lnTo>
                  <a:lnTo>
                    <a:pt x="66" y="414"/>
                  </a:lnTo>
                  <a:lnTo>
                    <a:pt x="96" y="414"/>
                  </a:lnTo>
                  <a:lnTo>
                    <a:pt x="102" y="408"/>
                  </a:lnTo>
                  <a:lnTo>
                    <a:pt x="120" y="408"/>
                  </a:lnTo>
                  <a:lnTo>
                    <a:pt x="126" y="414"/>
                  </a:lnTo>
                  <a:lnTo>
                    <a:pt x="126" y="450"/>
                  </a:lnTo>
                  <a:lnTo>
                    <a:pt x="132" y="450"/>
                  </a:lnTo>
                  <a:lnTo>
                    <a:pt x="126" y="480"/>
                  </a:lnTo>
                  <a:lnTo>
                    <a:pt x="114" y="486"/>
                  </a:lnTo>
                  <a:lnTo>
                    <a:pt x="126" y="504"/>
                  </a:lnTo>
                  <a:lnTo>
                    <a:pt x="120" y="510"/>
                  </a:lnTo>
                  <a:lnTo>
                    <a:pt x="108" y="516"/>
                  </a:lnTo>
                  <a:lnTo>
                    <a:pt x="102" y="522"/>
                  </a:lnTo>
                  <a:lnTo>
                    <a:pt x="102" y="528"/>
                  </a:lnTo>
                  <a:lnTo>
                    <a:pt x="114" y="528"/>
                  </a:lnTo>
                  <a:lnTo>
                    <a:pt x="114" y="558"/>
                  </a:lnTo>
                  <a:lnTo>
                    <a:pt x="126" y="564"/>
                  </a:lnTo>
                  <a:lnTo>
                    <a:pt x="132" y="570"/>
                  </a:lnTo>
                  <a:lnTo>
                    <a:pt x="144" y="576"/>
                  </a:lnTo>
                  <a:lnTo>
                    <a:pt x="150" y="582"/>
                  </a:lnTo>
                  <a:lnTo>
                    <a:pt x="162" y="588"/>
                  </a:lnTo>
                  <a:lnTo>
                    <a:pt x="162" y="600"/>
                  </a:lnTo>
                  <a:lnTo>
                    <a:pt x="156" y="606"/>
                  </a:lnTo>
                  <a:lnTo>
                    <a:pt x="156" y="618"/>
                  </a:lnTo>
                  <a:lnTo>
                    <a:pt x="162" y="624"/>
                  </a:lnTo>
                  <a:lnTo>
                    <a:pt x="168" y="618"/>
                  </a:lnTo>
                  <a:lnTo>
                    <a:pt x="180" y="612"/>
                  </a:lnTo>
                  <a:lnTo>
                    <a:pt x="180" y="582"/>
                  </a:lnTo>
                  <a:lnTo>
                    <a:pt x="174" y="576"/>
                  </a:lnTo>
                  <a:lnTo>
                    <a:pt x="168" y="576"/>
                  </a:lnTo>
                  <a:lnTo>
                    <a:pt x="168" y="558"/>
                  </a:lnTo>
                  <a:lnTo>
                    <a:pt x="174" y="546"/>
                  </a:lnTo>
                  <a:lnTo>
                    <a:pt x="186" y="540"/>
                  </a:lnTo>
                  <a:lnTo>
                    <a:pt x="210" y="540"/>
                  </a:lnTo>
                  <a:lnTo>
                    <a:pt x="216" y="534"/>
                  </a:lnTo>
                  <a:lnTo>
                    <a:pt x="216" y="474"/>
                  </a:lnTo>
                  <a:lnTo>
                    <a:pt x="222" y="468"/>
                  </a:lnTo>
                  <a:lnTo>
                    <a:pt x="228" y="456"/>
                  </a:lnTo>
                  <a:lnTo>
                    <a:pt x="234" y="450"/>
                  </a:lnTo>
                  <a:lnTo>
                    <a:pt x="234" y="43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69" name="Mali" descr="© INSCALE GmbH, 05.05.2010&#10;http://www.presentationload.com/">
              <a:extLst>
                <a:ext uri="{FF2B5EF4-FFF2-40B4-BE49-F238E27FC236}">
                  <a16:creationId xmlns:a16="http://schemas.microsoft.com/office/drawing/2014/main" id="{528C2CD4-0E0A-42ED-8974-CBACCF35A329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448948" y="2339230"/>
              <a:ext cx="383848" cy="394323"/>
            </a:xfrm>
            <a:custGeom>
              <a:avLst/>
              <a:gdLst>
                <a:gd name="T0" fmla="*/ 2147483647 w 1164"/>
                <a:gd name="T1" fmla="*/ 2147483647 h 1200"/>
                <a:gd name="T2" fmla="*/ 2147483647 w 1164"/>
                <a:gd name="T3" fmla="*/ 2147483647 h 1200"/>
                <a:gd name="T4" fmla="*/ 2147483647 w 1164"/>
                <a:gd name="T5" fmla="*/ 2147483647 h 1200"/>
                <a:gd name="T6" fmla="*/ 2147483647 w 1164"/>
                <a:gd name="T7" fmla="*/ 2147483647 h 1200"/>
                <a:gd name="T8" fmla="*/ 2147483647 w 1164"/>
                <a:gd name="T9" fmla="*/ 2147483647 h 1200"/>
                <a:gd name="T10" fmla="*/ 2147483647 w 1164"/>
                <a:gd name="T11" fmla="*/ 2147483647 h 1200"/>
                <a:gd name="T12" fmla="*/ 2147483647 w 1164"/>
                <a:gd name="T13" fmla="*/ 2147483647 h 1200"/>
                <a:gd name="T14" fmla="*/ 2147483647 w 1164"/>
                <a:gd name="T15" fmla="*/ 2147483647 h 1200"/>
                <a:gd name="T16" fmla="*/ 2147483647 w 1164"/>
                <a:gd name="T17" fmla="*/ 2147483647 h 1200"/>
                <a:gd name="T18" fmla="*/ 2147483647 w 1164"/>
                <a:gd name="T19" fmla="*/ 2147483647 h 1200"/>
                <a:gd name="T20" fmla="*/ 2147483647 w 1164"/>
                <a:gd name="T21" fmla="*/ 2147483647 h 1200"/>
                <a:gd name="T22" fmla="*/ 2147483647 w 1164"/>
                <a:gd name="T23" fmla="*/ 2147483647 h 1200"/>
                <a:gd name="T24" fmla="*/ 2147483647 w 1164"/>
                <a:gd name="T25" fmla="*/ 2147483647 h 1200"/>
                <a:gd name="T26" fmla="*/ 2147483647 w 1164"/>
                <a:gd name="T27" fmla="*/ 2147483647 h 1200"/>
                <a:gd name="T28" fmla="*/ 2147483647 w 1164"/>
                <a:gd name="T29" fmla="*/ 2147483647 h 1200"/>
                <a:gd name="T30" fmla="*/ 2147483647 w 1164"/>
                <a:gd name="T31" fmla="*/ 2147483647 h 1200"/>
                <a:gd name="T32" fmla="*/ 2147483647 w 1164"/>
                <a:gd name="T33" fmla="*/ 2147483647 h 1200"/>
                <a:gd name="T34" fmla="*/ 2147483647 w 1164"/>
                <a:gd name="T35" fmla="*/ 2147483647 h 1200"/>
                <a:gd name="T36" fmla="*/ 2147483647 w 1164"/>
                <a:gd name="T37" fmla="*/ 2147483647 h 1200"/>
                <a:gd name="T38" fmla="*/ 2147483647 w 1164"/>
                <a:gd name="T39" fmla="*/ 2147483647 h 1200"/>
                <a:gd name="T40" fmla="*/ 2147483647 w 1164"/>
                <a:gd name="T41" fmla="*/ 2147483647 h 1200"/>
                <a:gd name="T42" fmla="*/ 2147483647 w 1164"/>
                <a:gd name="T43" fmla="*/ 2147483647 h 1200"/>
                <a:gd name="T44" fmla="*/ 2147483647 w 1164"/>
                <a:gd name="T45" fmla="*/ 2147483647 h 1200"/>
                <a:gd name="T46" fmla="*/ 2147483647 w 1164"/>
                <a:gd name="T47" fmla="*/ 2147483647 h 1200"/>
                <a:gd name="T48" fmla="*/ 2147483647 w 1164"/>
                <a:gd name="T49" fmla="*/ 2147483647 h 1200"/>
                <a:gd name="T50" fmla="*/ 2147483647 w 1164"/>
                <a:gd name="T51" fmla="*/ 2147483647 h 1200"/>
                <a:gd name="T52" fmla="*/ 2147483647 w 1164"/>
                <a:gd name="T53" fmla="*/ 2147483647 h 1200"/>
                <a:gd name="T54" fmla="*/ 0 w 1164"/>
                <a:gd name="T55" fmla="*/ 2147483647 h 1200"/>
                <a:gd name="T56" fmla="*/ 2147483647 w 1164"/>
                <a:gd name="T57" fmla="*/ 2147483647 h 1200"/>
                <a:gd name="T58" fmla="*/ 2147483647 w 1164"/>
                <a:gd name="T59" fmla="*/ 2147483647 h 1200"/>
                <a:gd name="T60" fmla="*/ 2147483647 w 1164"/>
                <a:gd name="T61" fmla="*/ 2147483647 h 1200"/>
                <a:gd name="T62" fmla="*/ 2147483647 w 1164"/>
                <a:gd name="T63" fmla="*/ 2147483647 h 1200"/>
                <a:gd name="T64" fmla="*/ 2147483647 w 1164"/>
                <a:gd name="T65" fmla="*/ 2147483647 h 1200"/>
                <a:gd name="T66" fmla="*/ 2147483647 w 1164"/>
                <a:gd name="T67" fmla="*/ 2147483647 h 1200"/>
                <a:gd name="T68" fmla="*/ 2147483647 w 1164"/>
                <a:gd name="T69" fmla="*/ 2147483647 h 1200"/>
                <a:gd name="T70" fmla="*/ 2147483647 w 1164"/>
                <a:gd name="T71" fmla="*/ 2147483647 h 1200"/>
                <a:gd name="T72" fmla="*/ 2147483647 w 1164"/>
                <a:gd name="T73" fmla="*/ 2147483647 h 1200"/>
                <a:gd name="T74" fmla="*/ 2147483647 w 1164"/>
                <a:gd name="T75" fmla="*/ 2147483647 h 1200"/>
                <a:gd name="T76" fmla="*/ 2147483647 w 1164"/>
                <a:gd name="T77" fmla="*/ 2147483647 h 1200"/>
                <a:gd name="T78" fmla="*/ 2147483647 w 1164"/>
                <a:gd name="T79" fmla="*/ 2147483647 h 1200"/>
                <a:gd name="T80" fmla="*/ 2147483647 w 1164"/>
                <a:gd name="T81" fmla="*/ 2147483647 h 1200"/>
                <a:gd name="T82" fmla="*/ 2147483647 w 1164"/>
                <a:gd name="T83" fmla="*/ 2147483647 h 1200"/>
                <a:gd name="T84" fmla="*/ 2147483647 w 1164"/>
                <a:gd name="T85" fmla="*/ 2147483647 h 1200"/>
                <a:gd name="T86" fmla="*/ 2147483647 w 1164"/>
                <a:gd name="T87" fmla="*/ 2147483647 h 1200"/>
                <a:gd name="T88" fmla="*/ 2147483647 w 1164"/>
                <a:gd name="T89" fmla="*/ 2147483647 h 1200"/>
                <a:gd name="T90" fmla="*/ 2147483647 w 1164"/>
                <a:gd name="T91" fmla="*/ 2147483647 h 1200"/>
                <a:gd name="T92" fmla="*/ 2147483647 w 1164"/>
                <a:gd name="T93" fmla="*/ 2147483647 h 1200"/>
                <a:gd name="T94" fmla="*/ 2147483647 w 1164"/>
                <a:gd name="T95" fmla="*/ 2147483647 h 1200"/>
                <a:gd name="T96" fmla="*/ 2147483647 w 1164"/>
                <a:gd name="T97" fmla="*/ 2147483647 h 1200"/>
                <a:gd name="T98" fmla="*/ 2147483647 w 1164"/>
                <a:gd name="T99" fmla="*/ 2147483647 h 1200"/>
                <a:gd name="T100" fmla="*/ 2147483647 w 1164"/>
                <a:gd name="T101" fmla="*/ 2147483647 h 1200"/>
                <a:gd name="T102" fmla="*/ 2147483647 w 1164"/>
                <a:gd name="T103" fmla="*/ 2147483647 h 1200"/>
                <a:gd name="T104" fmla="*/ 2147483647 w 1164"/>
                <a:gd name="T105" fmla="*/ 2147483647 h 1200"/>
                <a:gd name="T106" fmla="*/ 2147483647 w 1164"/>
                <a:gd name="T107" fmla="*/ 2147483647 h 120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164"/>
                <a:gd name="T163" fmla="*/ 0 h 1200"/>
                <a:gd name="T164" fmla="*/ 1164 w 1164"/>
                <a:gd name="T165" fmla="*/ 1200 h 120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164" h="1200">
                  <a:moveTo>
                    <a:pt x="612" y="954"/>
                  </a:moveTo>
                  <a:lnTo>
                    <a:pt x="636" y="948"/>
                  </a:lnTo>
                  <a:lnTo>
                    <a:pt x="636" y="912"/>
                  </a:lnTo>
                  <a:lnTo>
                    <a:pt x="654" y="912"/>
                  </a:lnTo>
                  <a:lnTo>
                    <a:pt x="654" y="906"/>
                  </a:lnTo>
                  <a:lnTo>
                    <a:pt x="660" y="900"/>
                  </a:lnTo>
                  <a:lnTo>
                    <a:pt x="666" y="888"/>
                  </a:lnTo>
                  <a:lnTo>
                    <a:pt x="678" y="882"/>
                  </a:lnTo>
                  <a:lnTo>
                    <a:pt x="684" y="870"/>
                  </a:lnTo>
                  <a:lnTo>
                    <a:pt x="690" y="864"/>
                  </a:lnTo>
                  <a:lnTo>
                    <a:pt x="696" y="864"/>
                  </a:lnTo>
                  <a:lnTo>
                    <a:pt x="708" y="876"/>
                  </a:lnTo>
                  <a:lnTo>
                    <a:pt x="720" y="876"/>
                  </a:lnTo>
                  <a:lnTo>
                    <a:pt x="720" y="870"/>
                  </a:lnTo>
                  <a:lnTo>
                    <a:pt x="726" y="864"/>
                  </a:lnTo>
                  <a:lnTo>
                    <a:pt x="726" y="846"/>
                  </a:lnTo>
                  <a:lnTo>
                    <a:pt x="750" y="846"/>
                  </a:lnTo>
                  <a:lnTo>
                    <a:pt x="768" y="822"/>
                  </a:lnTo>
                  <a:lnTo>
                    <a:pt x="792" y="822"/>
                  </a:lnTo>
                  <a:lnTo>
                    <a:pt x="810" y="804"/>
                  </a:lnTo>
                  <a:lnTo>
                    <a:pt x="858" y="804"/>
                  </a:lnTo>
                  <a:lnTo>
                    <a:pt x="882" y="816"/>
                  </a:lnTo>
                  <a:lnTo>
                    <a:pt x="930" y="804"/>
                  </a:lnTo>
                  <a:lnTo>
                    <a:pt x="954" y="786"/>
                  </a:lnTo>
                  <a:lnTo>
                    <a:pt x="1020" y="792"/>
                  </a:lnTo>
                  <a:lnTo>
                    <a:pt x="1020" y="774"/>
                  </a:lnTo>
                  <a:lnTo>
                    <a:pt x="1068" y="780"/>
                  </a:lnTo>
                  <a:lnTo>
                    <a:pt x="1080" y="774"/>
                  </a:lnTo>
                  <a:lnTo>
                    <a:pt x="1104" y="774"/>
                  </a:lnTo>
                  <a:lnTo>
                    <a:pt x="1122" y="768"/>
                  </a:lnTo>
                  <a:lnTo>
                    <a:pt x="1134" y="762"/>
                  </a:lnTo>
                  <a:lnTo>
                    <a:pt x="1140" y="750"/>
                  </a:lnTo>
                  <a:lnTo>
                    <a:pt x="1140" y="732"/>
                  </a:lnTo>
                  <a:lnTo>
                    <a:pt x="1146" y="720"/>
                  </a:lnTo>
                  <a:lnTo>
                    <a:pt x="1146" y="708"/>
                  </a:lnTo>
                  <a:lnTo>
                    <a:pt x="1164" y="684"/>
                  </a:lnTo>
                  <a:lnTo>
                    <a:pt x="1164" y="480"/>
                  </a:lnTo>
                  <a:lnTo>
                    <a:pt x="1140" y="480"/>
                  </a:lnTo>
                  <a:lnTo>
                    <a:pt x="1134" y="486"/>
                  </a:lnTo>
                  <a:lnTo>
                    <a:pt x="1104" y="486"/>
                  </a:lnTo>
                  <a:lnTo>
                    <a:pt x="1092" y="480"/>
                  </a:lnTo>
                  <a:lnTo>
                    <a:pt x="1086" y="474"/>
                  </a:lnTo>
                  <a:lnTo>
                    <a:pt x="1086" y="468"/>
                  </a:lnTo>
                  <a:lnTo>
                    <a:pt x="1104" y="450"/>
                  </a:lnTo>
                  <a:lnTo>
                    <a:pt x="1104" y="432"/>
                  </a:lnTo>
                  <a:lnTo>
                    <a:pt x="1092" y="408"/>
                  </a:lnTo>
                  <a:lnTo>
                    <a:pt x="1080" y="402"/>
                  </a:lnTo>
                  <a:lnTo>
                    <a:pt x="1050" y="402"/>
                  </a:lnTo>
                  <a:lnTo>
                    <a:pt x="1044" y="408"/>
                  </a:lnTo>
                  <a:lnTo>
                    <a:pt x="1038" y="408"/>
                  </a:lnTo>
                  <a:lnTo>
                    <a:pt x="1032" y="378"/>
                  </a:lnTo>
                  <a:lnTo>
                    <a:pt x="996" y="378"/>
                  </a:lnTo>
                  <a:lnTo>
                    <a:pt x="984" y="366"/>
                  </a:lnTo>
                  <a:lnTo>
                    <a:pt x="984" y="348"/>
                  </a:lnTo>
                  <a:lnTo>
                    <a:pt x="978" y="342"/>
                  </a:lnTo>
                  <a:lnTo>
                    <a:pt x="954" y="342"/>
                  </a:lnTo>
                  <a:lnTo>
                    <a:pt x="954" y="318"/>
                  </a:lnTo>
                  <a:lnTo>
                    <a:pt x="546" y="6"/>
                  </a:lnTo>
                  <a:lnTo>
                    <a:pt x="426" y="0"/>
                  </a:lnTo>
                  <a:lnTo>
                    <a:pt x="468" y="690"/>
                  </a:lnTo>
                  <a:lnTo>
                    <a:pt x="474" y="690"/>
                  </a:lnTo>
                  <a:lnTo>
                    <a:pt x="492" y="708"/>
                  </a:lnTo>
                  <a:lnTo>
                    <a:pt x="492" y="720"/>
                  </a:lnTo>
                  <a:lnTo>
                    <a:pt x="486" y="726"/>
                  </a:lnTo>
                  <a:lnTo>
                    <a:pt x="474" y="768"/>
                  </a:lnTo>
                  <a:lnTo>
                    <a:pt x="210" y="768"/>
                  </a:lnTo>
                  <a:lnTo>
                    <a:pt x="210" y="756"/>
                  </a:lnTo>
                  <a:lnTo>
                    <a:pt x="204" y="756"/>
                  </a:lnTo>
                  <a:lnTo>
                    <a:pt x="198" y="762"/>
                  </a:lnTo>
                  <a:lnTo>
                    <a:pt x="198" y="774"/>
                  </a:lnTo>
                  <a:lnTo>
                    <a:pt x="192" y="774"/>
                  </a:lnTo>
                  <a:lnTo>
                    <a:pt x="180" y="780"/>
                  </a:lnTo>
                  <a:lnTo>
                    <a:pt x="150" y="780"/>
                  </a:lnTo>
                  <a:lnTo>
                    <a:pt x="144" y="774"/>
                  </a:lnTo>
                  <a:lnTo>
                    <a:pt x="108" y="774"/>
                  </a:lnTo>
                  <a:lnTo>
                    <a:pt x="96" y="798"/>
                  </a:lnTo>
                  <a:lnTo>
                    <a:pt x="90" y="786"/>
                  </a:lnTo>
                  <a:lnTo>
                    <a:pt x="66" y="762"/>
                  </a:lnTo>
                  <a:lnTo>
                    <a:pt x="48" y="762"/>
                  </a:lnTo>
                  <a:lnTo>
                    <a:pt x="36" y="774"/>
                  </a:lnTo>
                  <a:lnTo>
                    <a:pt x="36" y="822"/>
                  </a:lnTo>
                  <a:lnTo>
                    <a:pt x="30" y="822"/>
                  </a:lnTo>
                  <a:lnTo>
                    <a:pt x="18" y="828"/>
                  </a:lnTo>
                  <a:lnTo>
                    <a:pt x="0" y="828"/>
                  </a:lnTo>
                  <a:lnTo>
                    <a:pt x="0" y="852"/>
                  </a:lnTo>
                  <a:lnTo>
                    <a:pt x="12" y="870"/>
                  </a:lnTo>
                  <a:lnTo>
                    <a:pt x="12" y="876"/>
                  </a:lnTo>
                  <a:lnTo>
                    <a:pt x="24" y="888"/>
                  </a:lnTo>
                  <a:lnTo>
                    <a:pt x="24" y="906"/>
                  </a:lnTo>
                  <a:lnTo>
                    <a:pt x="18" y="912"/>
                  </a:lnTo>
                  <a:lnTo>
                    <a:pt x="18" y="936"/>
                  </a:lnTo>
                  <a:lnTo>
                    <a:pt x="24" y="942"/>
                  </a:lnTo>
                  <a:lnTo>
                    <a:pt x="36" y="942"/>
                  </a:lnTo>
                  <a:lnTo>
                    <a:pt x="36" y="936"/>
                  </a:lnTo>
                  <a:lnTo>
                    <a:pt x="42" y="936"/>
                  </a:lnTo>
                  <a:lnTo>
                    <a:pt x="48" y="942"/>
                  </a:lnTo>
                  <a:lnTo>
                    <a:pt x="54" y="954"/>
                  </a:lnTo>
                  <a:lnTo>
                    <a:pt x="54" y="1032"/>
                  </a:lnTo>
                  <a:lnTo>
                    <a:pt x="60" y="1044"/>
                  </a:lnTo>
                  <a:lnTo>
                    <a:pt x="60" y="1050"/>
                  </a:lnTo>
                  <a:lnTo>
                    <a:pt x="66" y="1056"/>
                  </a:lnTo>
                  <a:lnTo>
                    <a:pt x="72" y="1050"/>
                  </a:lnTo>
                  <a:lnTo>
                    <a:pt x="78" y="1038"/>
                  </a:lnTo>
                  <a:lnTo>
                    <a:pt x="90" y="1026"/>
                  </a:lnTo>
                  <a:lnTo>
                    <a:pt x="102" y="1038"/>
                  </a:lnTo>
                  <a:lnTo>
                    <a:pt x="108" y="1050"/>
                  </a:lnTo>
                  <a:lnTo>
                    <a:pt x="108" y="1062"/>
                  </a:lnTo>
                  <a:lnTo>
                    <a:pt x="114" y="1050"/>
                  </a:lnTo>
                  <a:lnTo>
                    <a:pt x="126" y="1038"/>
                  </a:lnTo>
                  <a:lnTo>
                    <a:pt x="132" y="1026"/>
                  </a:lnTo>
                  <a:lnTo>
                    <a:pt x="138" y="1026"/>
                  </a:lnTo>
                  <a:lnTo>
                    <a:pt x="144" y="1032"/>
                  </a:lnTo>
                  <a:lnTo>
                    <a:pt x="150" y="1032"/>
                  </a:lnTo>
                  <a:lnTo>
                    <a:pt x="162" y="1038"/>
                  </a:lnTo>
                  <a:lnTo>
                    <a:pt x="168" y="1044"/>
                  </a:lnTo>
                  <a:lnTo>
                    <a:pt x="180" y="1050"/>
                  </a:lnTo>
                  <a:lnTo>
                    <a:pt x="198" y="1032"/>
                  </a:lnTo>
                  <a:lnTo>
                    <a:pt x="198" y="1014"/>
                  </a:lnTo>
                  <a:lnTo>
                    <a:pt x="204" y="1008"/>
                  </a:lnTo>
                  <a:lnTo>
                    <a:pt x="216" y="1008"/>
                  </a:lnTo>
                  <a:lnTo>
                    <a:pt x="228" y="1014"/>
                  </a:lnTo>
                  <a:lnTo>
                    <a:pt x="228" y="1032"/>
                  </a:lnTo>
                  <a:lnTo>
                    <a:pt x="246" y="1044"/>
                  </a:lnTo>
                  <a:lnTo>
                    <a:pt x="234" y="1074"/>
                  </a:lnTo>
                  <a:lnTo>
                    <a:pt x="270" y="1092"/>
                  </a:lnTo>
                  <a:lnTo>
                    <a:pt x="246" y="1128"/>
                  </a:lnTo>
                  <a:lnTo>
                    <a:pt x="270" y="1128"/>
                  </a:lnTo>
                  <a:lnTo>
                    <a:pt x="270" y="1164"/>
                  </a:lnTo>
                  <a:lnTo>
                    <a:pt x="300" y="1194"/>
                  </a:lnTo>
                  <a:lnTo>
                    <a:pt x="312" y="1200"/>
                  </a:lnTo>
                  <a:lnTo>
                    <a:pt x="312" y="1182"/>
                  </a:lnTo>
                  <a:lnTo>
                    <a:pt x="318" y="1176"/>
                  </a:lnTo>
                  <a:lnTo>
                    <a:pt x="330" y="1176"/>
                  </a:lnTo>
                  <a:lnTo>
                    <a:pt x="348" y="1182"/>
                  </a:lnTo>
                  <a:lnTo>
                    <a:pt x="366" y="1200"/>
                  </a:lnTo>
                  <a:lnTo>
                    <a:pt x="372" y="1182"/>
                  </a:lnTo>
                  <a:lnTo>
                    <a:pt x="390" y="1182"/>
                  </a:lnTo>
                  <a:lnTo>
                    <a:pt x="396" y="1158"/>
                  </a:lnTo>
                  <a:lnTo>
                    <a:pt x="408" y="1176"/>
                  </a:lnTo>
                  <a:lnTo>
                    <a:pt x="420" y="1152"/>
                  </a:lnTo>
                  <a:lnTo>
                    <a:pt x="420" y="1188"/>
                  </a:lnTo>
                  <a:lnTo>
                    <a:pt x="444" y="1194"/>
                  </a:lnTo>
                  <a:lnTo>
                    <a:pt x="450" y="1188"/>
                  </a:lnTo>
                  <a:lnTo>
                    <a:pt x="456" y="1176"/>
                  </a:lnTo>
                  <a:lnTo>
                    <a:pt x="462" y="1170"/>
                  </a:lnTo>
                  <a:lnTo>
                    <a:pt x="474" y="1170"/>
                  </a:lnTo>
                  <a:lnTo>
                    <a:pt x="468" y="1116"/>
                  </a:lnTo>
                  <a:lnTo>
                    <a:pt x="492" y="1116"/>
                  </a:lnTo>
                  <a:lnTo>
                    <a:pt x="504" y="1092"/>
                  </a:lnTo>
                  <a:lnTo>
                    <a:pt x="480" y="1062"/>
                  </a:lnTo>
                  <a:lnTo>
                    <a:pt x="498" y="1050"/>
                  </a:lnTo>
                  <a:lnTo>
                    <a:pt x="504" y="1050"/>
                  </a:lnTo>
                  <a:lnTo>
                    <a:pt x="510" y="1044"/>
                  </a:lnTo>
                  <a:lnTo>
                    <a:pt x="546" y="1044"/>
                  </a:lnTo>
                  <a:lnTo>
                    <a:pt x="546" y="1032"/>
                  </a:lnTo>
                  <a:lnTo>
                    <a:pt x="540" y="1026"/>
                  </a:lnTo>
                  <a:lnTo>
                    <a:pt x="546" y="1026"/>
                  </a:lnTo>
                  <a:lnTo>
                    <a:pt x="552" y="1020"/>
                  </a:lnTo>
                  <a:lnTo>
                    <a:pt x="552" y="990"/>
                  </a:lnTo>
                  <a:lnTo>
                    <a:pt x="570" y="990"/>
                  </a:lnTo>
                  <a:lnTo>
                    <a:pt x="570" y="960"/>
                  </a:lnTo>
                  <a:lnTo>
                    <a:pt x="564" y="954"/>
                  </a:lnTo>
                  <a:lnTo>
                    <a:pt x="582" y="924"/>
                  </a:lnTo>
                  <a:lnTo>
                    <a:pt x="612" y="95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70" name="Madagascar" descr="© INSCALE GmbH, 05.05.2010&#10;http://www.presentationload.com/">
              <a:extLst>
                <a:ext uri="{FF2B5EF4-FFF2-40B4-BE49-F238E27FC236}">
                  <a16:creationId xmlns:a16="http://schemas.microsoft.com/office/drawing/2014/main" id="{DA4539CC-789A-41B8-B5D7-21233200B543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723271" y="3326966"/>
              <a:ext cx="196448" cy="358360"/>
            </a:xfrm>
            <a:custGeom>
              <a:avLst/>
              <a:gdLst>
                <a:gd name="T0" fmla="*/ 2147483647 w 594"/>
                <a:gd name="T1" fmla="*/ 2147483647 h 1092"/>
                <a:gd name="T2" fmla="*/ 2147483647 w 594"/>
                <a:gd name="T3" fmla="*/ 2147483647 h 1092"/>
                <a:gd name="T4" fmla="*/ 2147483647 w 594"/>
                <a:gd name="T5" fmla="*/ 2147483647 h 1092"/>
                <a:gd name="T6" fmla="*/ 2147483647 w 594"/>
                <a:gd name="T7" fmla="*/ 2147483647 h 1092"/>
                <a:gd name="T8" fmla="*/ 2147483647 w 594"/>
                <a:gd name="T9" fmla="*/ 2147483647 h 1092"/>
                <a:gd name="T10" fmla="*/ 2147483647 w 594"/>
                <a:gd name="T11" fmla="*/ 2147483647 h 1092"/>
                <a:gd name="T12" fmla="*/ 2147483647 w 594"/>
                <a:gd name="T13" fmla="*/ 2147483647 h 1092"/>
                <a:gd name="T14" fmla="*/ 2147483647 w 594"/>
                <a:gd name="T15" fmla="*/ 2147483647 h 1092"/>
                <a:gd name="T16" fmla="*/ 2147483647 w 594"/>
                <a:gd name="T17" fmla="*/ 2147483647 h 1092"/>
                <a:gd name="T18" fmla="*/ 2147483647 w 594"/>
                <a:gd name="T19" fmla="*/ 2147483647 h 1092"/>
                <a:gd name="T20" fmla="*/ 2147483647 w 594"/>
                <a:gd name="T21" fmla="*/ 2147483647 h 1092"/>
                <a:gd name="T22" fmla="*/ 2147483647 w 594"/>
                <a:gd name="T23" fmla="*/ 2147483647 h 1092"/>
                <a:gd name="T24" fmla="*/ 2147483647 w 594"/>
                <a:gd name="T25" fmla="*/ 2147483647 h 1092"/>
                <a:gd name="T26" fmla="*/ 2147483647 w 594"/>
                <a:gd name="T27" fmla="*/ 2147483647 h 1092"/>
                <a:gd name="T28" fmla="*/ 2147483647 w 594"/>
                <a:gd name="T29" fmla="*/ 2147483647 h 1092"/>
                <a:gd name="T30" fmla="*/ 2147483647 w 594"/>
                <a:gd name="T31" fmla="*/ 2147483647 h 1092"/>
                <a:gd name="T32" fmla="*/ 2147483647 w 594"/>
                <a:gd name="T33" fmla="*/ 0 h 1092"/>
                <a:gd name="T34" fmla="*/ 2147483647 w 594"/>
                <a:gd name="T35" fmla="*/ 2147483647 h 1092"/>
                <a:gd name="T36" fmla="*/ 2147483647 w 594"/>
                <a:gd name="T37" fmla="*/ 2147483647 h 1092"/>
                <a:gd name="T38" fmla="*/ 2147483647 w 594"/>
                <a:gd name="T39" fmla="*/ 2147483647 h 1092"/>
                <a:gd name="T40" fmla="*/ 2147483647 w 594"/>
                <a:gd name="T41" fmla="*/ 2147483647 h 1092"/>
                <a:gd name="T42" fmla="*/ 2147483647 w 594"/>
                <a:gd name="T43" fmla="*/ 2147483647 h 1092"/>
                <a:gd name="T44" fmla="*/ 2147483647 w 594"/>
                <a:gd name="T45" fmla="*/ 2147483647 h 1092"/>
                <a:gd name="T46" fmla="*/ 2147483647 w 594"/>
                <a:gd name="T47" fmla="*/ 2147483647 h 1092"/>
                <a:gd name="T48" fmla="*/ 2147483647 w 594"/>
                <a:gd name="T49" fmla="*/ 2147483647 h 1092"/>
                <a:gd name="T50" fmla="*/ 2147483647 w 594"/>
                <a:gd name="T51" fmla="*/ 2147483647 h 1092"/>
                <a:gd name="T52" fmla="*/ 2147483647 w 594"/>
                <a:gd name="T53" fmla="*/ 2147483647 h 1092"/>
                <a:gd name="T54" fmla="*/ 2147483647 w 594"/>
                <a:gd name="T55" fmla="*/ 2147483647 h 1092"/>
                <a:gd name="T56" fmla="*/ 2147483647 w 594"/>
                <a:gd name="T57" fmla="*/ 2147483647 h 1092"/>
                <a:gd name="T58" fmla="*/ 2147483647 w 594"/>
                <a:gd name="T59" fmla="*/ 2147483647 h 1092"/>
                <a:gd name="T60" fmla="*/ 2147483647 w 594"/>
                <a:gd name="T61" fmla="*/ 2147483647 h 1092"/>
                <a:gd name="T62" fmla="*/ 2147483647 w 594"/>
                <a:gd name="T63" fmla="*/ 2147483647 h 1092"/>
                <a:gd name="T64" fmla="*/ 2147483647 w 594"/>
                <a:gd name="T65" fmla="*/ 2147483647 h 1092"/>
                <a:gd name="T66" fmla="*/ 2147483647 w 594"/>
                <a:gd name="T67" fmla="*/ 2147483647 h 1092"/>
                <a:gd name="T68" fmla="*/ 2147483647 w 594"/>
                <a:gd name="T69" fmla="*/ 2147483647 h 1092"/>
                <a:gd name="T70" fmla="*/ 2147483647 w 594"/>
                <a:gd name="T71" fmla="*/ 2147483647 h 1092"/>
                <a:gd name="T72" fmla="*/ 2147483647 w 594"/>
                <a:gd name="T73" fmla="*/ 2147483647 h 1092"/>
                <a:gd name="T74" fmla="*/ 2147483647 w 594"/>
                <a:gd name="T75" fmla="*/ 2147483647 h 1092"/>
                <a:gd name="T76" fmla="*/ 2147483647 w 594"/>
                <a:gd name="T77" fmla="*/ 2147483647 h 1092"/>
                <a:gd name="T78" fmla="*/ 2147483647 w 594"/>
                <a:gd name="T79" fmla="*/ 2147483647 h 1092"/>
                <a:gd name="T80" fmla="*/ 2147483647 w 594"/>
                <a:gd name="T81" fmla="*/ 2147483647 h 1092"/>
                <a:gd name="T82" fmla="*/ 2147483647 w 594"/>
                <a:gd name="T83" fmla="*/ 2147483647 h 1092"/>
                <a:gd name="T84" fmla="*/ 2147483647 w 594"/>
                <a:gd name="T85" fmla="*/ 2147483647 h 1092"/>
                <a:gd name="T86" fmla="*/ 0 w 594"/>
                <a:gd name="T87" fmla="*/ 2147483647 h 1092"/>
                <a:gd name="T88" fmla="*/ 2147483647 w 594"/>
                <a:gd name="T89" fmla="*/ 2147483647 h 1092"/>
                <a:gd name="T90" fmla="*/ 2147483647 w 594"/>
                <a:gd name="T91" fmla="*/ 2147483647 h 1092"/>
                <a:gd name="T92" fmla="*/ 2147483647 w 594"/>
                <a:gd name="T93" fmla="*/ 2147483647 h 1092"/>
                <a:gd name="T94" fmla="*/ 2147483647 w 594"/>
                <a:gd name="T95" fmla="*/ 2147483647 h 1092"/>
                <a:gd name="T96" fmla="*/ 2147483647 w 594"/>
                <a:gd name="T97" fmla="*/ 2147483647 h 1092"/>
                <a:gd name="T98" fmla="*/ 2147483647 w 594"/>
                <a:gd name="T99" fmla="*/ 2147483647 h 1092"/>
                <a:gd name="T100" fmla="*/ 2147483647 w 594"/>
                <a:gd name="T101" fmla="*/ 2147483647 h 1092"/>
                <a:gd name="T102" fmla="*/ 2147483647 w 594"/>
                <a:gd name="T103" fmla="*/ 2147483647 h 109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94"/>
                <a:gd name="T157" fmla="*/ 0 h 1092"/>
                <a:gd name="T158" fmla="*/ 594 w 594"/>
                <a:gd name="T159" fmla="*/ 1092 h 109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94" h="1092">
                  <a:moveTo>
                    <a:pt x="120" y="330"/>
                  </a:moveTo>
                  <a:lnTo>
                    <a:pt x="144" y="324"/>
                  </a:lnTo>
                  <a:lnTo>
                    <a:pt x="192" y="324"/>
                  </a:lnTo>
                  <a:lnTo>
                    <a:pt x="192" y="300"/>
                  </a:lnTo>
                  <a:lnTo>
                    <a:pt x="252" y="312"/>
                  </a:lnTo>
                  <a:lnTo>
                    <a:pt x="270" y="282"/>
                  </a:lnTo>
                  <a:lnTo>
                    <a:pt x="312" y="288"/>
                  </a:lnTo>
                  <a:lnTo>
                    <a:pt x="312" y="258"/>
                  </a:lnTo>
                  <a:lnTo>
                    <a:pt x="324" y="228"/>
                  </a:lnTo>
                  <a:lnTo>
                    <a:pt x="324" y="258"/>
                  </a:lnTo>
                  <a:lnTo>
                    <a:pt x="336" y="276"/>
                  </a:lnTo>
                  <a:lnTo>
                    <a:pt x="348" y="240"/>
                  </a:lnTo>
                  <a:lnTo>
                    <a:pt x="348" y="210"/>
                  </a:lnTo>
                  <a:lnTo>
                    <a:pt x="354" y="192"/>
                  </a:lnTo>
                  <a:lnTo>
                    <a:pt x="354" y="186"/>
                  </a:lnTo>
                  <a:lnTo>
                    <a:pt x="360" y="186"/>
                  </a:lnTo>
                  <a:lnTo>
                    <a:pt x="372" y="198"/>
                  </a:lnTo>
                  <a:lnTo>
                    <a:pt x="372" y="204"/>
                  </a:lnTo>
                  <a:lnTo>
                    <a:pt x="378" y="204"/>
                  </a:lnTo>
                  <a:lnTo>
                    <a:pt x="402" y="180"/>
                  </a:lnTo>
                  <a:lnTo>
                    <a:pt x="396" y="168"/>
                  </a:lnTo>
                  <a:lnTo>
                    <a:pt x="396" y="150"/>
                  </a:lnTo>
                  <a:lnTo>
                    <a:pt x="390" y="138"/>
                  </a:lnTo>
                  <a:lnTo>
                    <a:pt x="402" y="126"/>
                  </a:lnTo>
                  <a:lnTo>
                    <a:pt x="414" y="126"/>
                  </a:lnTo>
                  <a:lnTo>
                    <a:pt x="420" y="132"/>
                  </a:lnTo>
                  <a:lnTo>
                    <a:pt x="426" y="132"/>
                  </a:lnTo>
                  <a:lnTo>
                    <a:pt x="432" y="126"/>
                  </a:lnTo>
                  <a:lnTo>
                    <a:pt x="438" y="114"/>
                  </a:lnTo>
                  <a:lnTo>
                    <a:pt x="450" y="102"/>
                  </a:lnTo>
                  <a:lnTo>
                    <a:pt x="456" y="90"/>
                  </a:lnTo>
                  <a:lnTo>
                    <a:pt x="462" y="72"/>
                  </a:lnTo>
                  <a:lnTo>
                    <a:pt x="462" y="42"/>
                  </a:lnTo>
                  <a:lnTo>
                    <a:pt x="492" y="0"/>
                  </a:lnTo>
                  <a:lnTo>
                    <a:pt x="546" y="60"/>
                  </a:lnTo>
                  <a:lnTo>
                    <a:pt x="546" y="90"/>
                  </a:lnTo>
                  <a:lnTo>
                    <a:pt x="552" y="96"/>
                  </a:lnTo>
                  <a:lnTo>
                    <a:pt x="558" y="114"/>
                  </a:lnTo>
                  <a:lnTo>
                    <a:pt x="576" y="150"/>
                  </a:lnTo>
                  <a:lnTo>
                    <a:pt x="582" y="156"/>
                  </a:lnTo>
                  <a:lnTo>
                    <a:pt x="582" y="162"/>
                  </a:lnTo>
                  <a:lnTo>
                    <a:pt x="564" y="216"/>
                  </a:lnTo>
                  <a:lnTo>
                    <a:pt x="594" y="276"/>
                  </a:lnTo>
                  <a:lnTo>
                    <a:pt x="594" y="288"/>
                  </a:lnTo>
                  <a:lnTo>
                    <a:pt x="588" y="294"/>
                  </a:lnTo>
                  <a:lnTo>
                    <a:pt x="576" y="294"/>
                  </a:lnTo>
                  <a:lnTo>
                    <a:pt x="564" y="288"/>
                  </a:lnTo>
                  <a:lnTo>
                    <a:pt x="558" y="282"/>
                  </a:lnTo>
                  <a:lnTo>
                    <a:pt x="552" y="282"/>
                  </a:lnTo>
                  <a:lnTo>
                    <a:pt x="522" y="288"/>
                  </a:lnTo>
                  <a:lnTo>
                    <a:pt x="528" y="330"/>
                  </a:lnTo>
                  <a:lnTo>
                    <a:pt x="522" y="336"/>
                  </a:lnTo>
                  <a:lnTo>
                    <a:pt x="516" y="348"/>
                  </a:lnTo>
                  <a:lnTo>
                    <a:pt x="504" y="354"/>
                  </a:lnTo>
                  <a:lnTo>
                    <a:pt x="486" y="390"/>
                  </a:lnTo>
                  <a:lnTo>
                    <a:pt x="486" y="402"/>
                  </a:lnTo>
                  <a:lnTo>
                    <a:pt x="492" y="414"/>
                  </a:lnTo>
                  <a:lnTo>
                    <a:pt x="504" y="450"/>
                  </a:lnTo>
                  <a:lnTo>
                    <a:pt x="498" y="468"/>
                  </a:lnTo>
                  <a:lnTo>
                    <a:pt x="486" y="510"/>
                  </a:lnTo>
                  <a:lnTo>
                    <a:pt x="462" y="570"/>
                  </a:lnTo>
                  <a:lnTo>
                    <a:pt x="432" y="642"/>
                  </a:lnTo>
                  <a:lnTo>
                    <a:pt x="390" y="720"/>
                  </a:lnTo>
                  <a:lnTo>
                    <a:pt x="324" y="852"/>
                  </a:lnTo>
                  <a:lnTo>
                    <a:pt x="312" y="894"/>
                  </a:lnTo>
                  <a:lnTo>
                    <a:pt x="306" y="912"/>
                  </a:lnTo>
                  <a:lnTo>
                    <a:pt x="306" y="948"/>
                  </a:lnTo>
                  <a:lnTo>
                    <a:pt x="294" y="984"/>
                  </a:lnTo>
                  <a:lnTo>
                    <a:pt x="276" y="1014"/>
                  </a:lnTo>
                  <a:lnTo>
                    <a:pt x="258" y="1032"/>
                  </a:lnTo>
                  <a:lnTo>
                    <a:pt x="240" y="1044"/>
                  </a:lnTo>
                  <a:lnTo>
                    <a:pt x="222" y="1062"/>
                  </a:lnTo>
                  <a:lnTo>
                    <a:pt x="216" y="1062"/>
                  </a:lnTo>
                  <a:lnTo>
                    <a:pt x="210" y="1068"/>
                  </a:lnTo>
                  <a:lnTo>
                    <a:pt x="186" y="1068"/>
                  </a:lnTo>
                  <a:lnTo>
                    <a:pt x="150" y="1086"/>
                  </a:lnTo>
                  <a:lnTo>
                    <a:pt x="114" y="1092"/>
                  </a:lnTo>
                  <a:lnTo>
                    <a:pt x="78" y="1074"/>
                  </a:lnTo>
                  <a:lnTo>
                    <a:pt x="60" y="1056"/>
                  </a:lnTo>
                  <a:lnTo>
                    <a:pt x="48" y="1038"/>
                  </a:lnTo>
                  <a:lnTo>
                    <a:pt x="36" y="1026"/>
                  </a:lnTo>
                  <a:lnTo>
                    <a:pt x="36" y="1020"/>
                  </a:lnTo>
                  <a:lnTo>
                    <a:pt x="30" y="1014"/>
                  </a:lnTo>
                  <a:lnTo>
                    <a:pt x="48" y="990"/>
                  </a:lnTo>
                  <a:lnTo>
                    <a:pt x="42" y="978"/>
                  </a:lnTo>
                  <a:lnTo>
                    <a:pt x="24" y="948"/>
                  </a:lnTo>
                  <a:lnTo>
                    <a:pt x="12" y="900"/>
                  </a:lnTo>
                  <a:lnTo>
                    <a:pt x="0" y="834"/>
                  </a:lnTo>
                  <a:lnTo>
                    <a:pt x="0" y="786"/>
                  </a:lnTo>
                  <a:lnTo>
                    <a:pt x="6" y="756"/>
                  </a:lnTo>
                  <a:lnTo>
                    <a:pt x="18" y="738"/>
                  </a:lnTo>
                  <a:lnTo>
                    <a:pt x="60" y="696"/>
                  </a:lnTo>
                  <a:lnTo>
                    <a:pt x="72" y="678"/>
                  </a:lnTo>
                  <a:lnTo>
                    <a:pt x="90" y="672"/>
                  </a:lnTo>
                  <a:lnTo>
                    <a:pt x="96" y="660"/>
                  </a:lnTo>
                  <a:lnTo>
                    <a:pt x="108" y="654"/>
                  </a:lnTo>
                  <a:lnTo>
                    <a:pt x="108" y="636"/>
                  </a:lnTo>
                  <a:lnTo>
                    <a:pt x="102" y="600"/>
                  </a:lnTo>
                  <a:lnTo>
                    <a:pt x="96" y="558"/>
                  </a:lnTo>
                  <a:lnTo>
                    <a:pt x="96" y="522"/>
                  </a:lnTo>
                  <a:lnTo>
                    <a:pt x="78" y="432"/>
                  </a:lnTo>
                  <a:lnTo>
                    <a:pt x="90" y="408"/>
                  </a:lnTo>
                  <a:lnTo>
                    <a:pt x="132" y="366"/>
                  </a:lnTo>
                  <a:lnTo>
                    <a:pt x="132" y="360"/>
                  </a:lnTo>
                  <a:lnTo>
                    <a:pt x="120" y="33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71" name="Macedonia" descr="© INSCALE GmbH, 05.05.2010&#10;http://www.presentationload.com/">
              <a:extLst>
                <a:ext uri="{FF2B5EF4-FFF2-40B4-BE49-F238E27FC236}">
                  <a16:creationId xmlns:a16="http://schemas.microsoft.com/office/drawing/2014/main" id="{8561F0E5-55C6-424B-8E0C-8CB9802454FC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193380" y="1879401"/>
              <a:ext cx="54282" cy="42387"/>
            </a:xfrm>
            <a:custGeom>
              <a:avLst/>
              <a:gdLst>
                <a:gd name="T0" fmla="*/ 2147483647 w 162"/>
                <a:gd name="T1" fmla="*/ 2147483647 h 126"/>
                <a:gd name="T2" fmla="*/ 2147483647 w 162"/>
                <a:gd name="T3" fmla="*/ 2147483647 h 126"/>
                <a:gd name="T4" fmla="*/ 2147483647 w 162"/>
                <a:gd name="T5" fmla="*/ 2147483647 h 126"/>
                <a:gd name="T6" fmla="*/ 2147483647 w 162"/>
                <a:gd name="T7" fmla="*/ 2147483647 h 126"/>
                <a:gd name="T8" fmla="*/ 2147483647 w 162"/>
                <a:gd name="T9" fmla="*/ 0 h 126"/>
                <a:gd name="T10" fmla="*/ 2147483647 w 162"/>
                <a:gd name="T11" fmla="*/ 2147483647 h 126"/>
                <a:gd name="T12" fmla="*/ 2147483647 w 162"/>
                <a:gd name="T13" fmla="*/ 2147483647 h 126"/>
                <a:gd name="T14" fmla="*/ 2147483647 w 162"/>
                <a:gd name="T15" fmla="*/ 2147483647 h 126"/>
                <a:gd name="T16" fmla="*/ 2147483647 w 162"/>
                <a:gd name="T17" fmla="*/ 2147483647 h 126"/>
                <a:gd name="T18" fmla="*/ 2147483647 w 162"/>
                <a:gd name="T19" fmla="*/ 2147483647 h 126"/>
                <a:gd name="T20" fmla="*/ 2147483647 w 162"/>
                <a:gd name="T21" fmla="*/ 2147483647 h 126"/>
                <a:gd name="T22" fmla="*/ 0 w 162"/>
                <a:gd name="T23" fmla="*/ 2147483647 h 126"/>
                <a:gd name="T24" fmla="*/ 0 w 162"/>
                <a:gd name="T25" fmla="*/ 2147483647 h 126"/>
                <a:gd name="T26" fmla="*/ 2147483647 w 162"/>
                <a:gd name="T27" fmla="*/ 2147483647 h 126"/>
                <a:gd name="T28" fmla="*/ 2147483647 w 162"/>
                <a:gd name="T29" fmla="*/ 2147483647 h 126"/>
                <a:gd name="T30" fmla="*/ 2147483647 w 162"/>
                <a:gd name="T31" fmla="*/ 2147483647 h 126"/>
                <a:gd name="T32" fmla="*/ 2147483647 w 162"/>
                <a:gd name="T33" fmla="*/ 2147483647 h 126"/>
                <a:gd name="T34" fmla="*/ 2147483647 w 162"/>
                <a:gd name="T35" fmla="*/ 2147483647 h 126"/>
                <a:gd name="T36" fmla="*/ 2147483647 w 162"/>
                <a:gd name="T37" fmla="*/ 2147483647 h 126"/>
                <a:gd name="T38" fmla="*/ 2147483647 w 162"/>
                <a:gd name="T39" fmla="*/ 2147483647 h 126"/>
                <a:gd name="T40" fmla="*/ 2147483647 w 162"/>
                <a:gd name="T41" fmla="*/ 2147483647 h 126"/>
                <a:gd name="T42" fmla="*/ 2147483647 w 162"/>
                <a:gd name="T43" fmla="*/ 2147483647 h 126"/>
                <a:gd name="T44" fmla="*/ 2147483647 w 162"/>
                <a:gd name="T45" fmla="*/ 2147483647 h 126"/>
                <a:gd name="T46" fmla="*/ 2147483647 w 162"/>
                <a:gd name="T47" fmla="*/ 2147483647 h 126"/>
                <a:gd name="T48" fmla="*/ 2147483647 w 162"/>
                <a:gd name="T49" fmla="*/ 2147483647 h 126"/>
                <a:gd name="T50" fmla="*/ 2147483647 w 162"/>
                <a:gd name="T51" fmla="*/ 2147483647 h 126"/>
                <a:gd name="T52" fmla="*/ 2147483647 w 162"/>
                <a:gd name="T53" fmla="*/ 2147483647 h 126"/>
                <a:gd name="T54" fmla="*/ 2147483647 w 162"/>
                <a:gd name="T55" fmla="*/ 2147483647 h 126"/>
                <a:gd name="T56" fmla="*/ 2147483647 w 162"/>
                <a:gd name="T57" fmla="*/ 2147483647 h 126"/>
                <a:gd name="T58" fmla="*/ 2147483647 w 162"/>
                <a:gd name="T59" fmla="*/ 2147483647 h 126"/>
                <a:gd name="T60" fmla="*/ 2147483647 w 162"/>
                <a:gd name="T61" fmla="*/ 2147483647 h 126"/>
                <a:gd name="T62" fmla="*/ 2147483647 w 162"/>
                <a:gd name="T63" fmla="*/ 2147483647 h 126"/>
                <a:gd name="T64" fmla="*/ 2147483647 w 162"/>
                <a:gd name="T65" fmla="*/ 2147483647 h 12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62"/>
                <a:gd name="T100" fmla="*/ 0 h 126"/>
                <a:gd name="T101" fmla="*/ 162 w 162"/>
                <a:gd name="T102" fmla="*/ 126 h 12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62" h="126">
                  <a:moveTo>
                    <a:pt x="150" y="42"/>
                  </a:moveTo>
                  <a:lnTo>
                    <a:pt x="132" y="30"/>
                  </a:lnTo>
                  <a:lnTo>
                    <a:pt x="132" y="18"/>
                  </a:lnTo>
                  <a:lnTo>
                    <a:pt x="126" y="18"/>
                  </a:lnTo>
                  <a:lnTo>
                    <a:pt x="114" y="0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48" y="12"/>
                  </a:lnTo>
                  <a:lnTo>
                    <a:pt x="48" y="24"/>
                  </a:lnTo>
                  <a:lnTo>
                    <a:pt x="24" y="24"/>
                  </a:lnTo>
                  <a:lnTo>
                    <a:pt x="18" y="36"/>
                  </a:lnTo>
                  <a:lnTo>
                    <a:pt x="0" y="42"/>
                  </a:lnTo>
                  <a:lnTo>
                    <a:pt x="0" y="66"/>
                  </a:lnTo>
                  <a:lnTo>
                    <a:pt x="6" y="78"/>
                  </a:lnTo>
                  <a:lnTo>
                    <a:pt x="6" y="102"/>
                  </a:lnTo>
                  <a:lnTo>
                    <a:pt x="12" y="108"/>
                  </a:lnTo>
                  <a:lnTo>
                    <a:pt x="18" y="108"/>
                  </a:lnTo>
                  <a:lnTo>
                    <a:pt x="18" y="126"/>
                  </a:lnTo>
                  <a:lnTo>
                    <a:pt x="42" y="120"/>
                  </a:lnTo>
                  <a:lnTo>
                    <a:pt x="42" y="126"/>
                  </a:lnTo>
                  <a:lnTo>
                    <a:pt x="54" y="120"/>
                  </a:lnTo>
                  <a:lnTo>
                    <a:pt x="60" y="120"/>
                  </a:lnTo>
                  <a:lnTo>
                    <a:pt x="66" y="126"/>
                  </a:lnTo>
                  <a:lnTo>
                    <a:pt x="90" y="126"/>
                  </a:lnTo>
                  <a:lnTo>
                    <a:pt x="96" y="114"/>
                  </a:lnTo>
                  <a:lnTo>
                    <a:pt x="96" y="108"/>
                  </a:lnTo>
                  <a:lnTo>
                    <a:pt x="120" y="108"/>
                  </a:lnTo>
                  <a:lnTo>
                    <a:pt x="132" y="102"/>
                  </a:lnTo>
                  <a:lnTo>
                    <a:pt x="156" y="78"/>
                  </a:lnTo>
                  <a:lnTo>
                    <a:pt x="162" y="66"/>
                  </a:lnTo>
                  <a:lnTo>
                    <a:pt x="162" y="60"/>
                  </a:lnTo>
                  <a:lnTo>
                    <a:pt x="156" y="48"/>
                  </a:lnTo>
                  <a:lnTo>
                    <a:pt x="150" y="4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72" name="Luxembourg" descr="© INSCALE GmbH, 05.05.2010&#10;http://www.presentationload.com/">
              <a:extLst>
                <a:ext uri="{FF2B5EF4-FFF2-40B4-BE49-F238E27FC236}">
                  <a16:creationId xmlns:a16="http://schemas.microsoft.com/office/drawing/2014/main" id="{4D9892FC-7EBA-486D-96A2-F5E49A464388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879322" y="1680315"/>
              <a:ext cx="16802" cy="14129"/>
            </a:xfrm>
            <a:custGeom>
              <a:avLst/>
              <a:gdLst>
                <a:gd name="T0" fmla="*/ 2147483647 w 54"/>
                <a:gd name="T1" fmla="*/ 2147483647 h 42"/>
                <a:gd name="T2" fmla="*/ 2147483647 w 54"/>
                <a:gd name="T3" fmla="*/ 2147483647 h 42"/>
                <a:gd name="T4" fmla="*/ 2147483647 w 54"/>
                <a:gd name="T5" fmla="*/ 2147483647 h 42"/>
                <a:gd name="T6" fmla="*/ 2147483647 w 54"/>
                <a:gd name="T7" fmla="*/ 2147483647 h 42"/>
                <a:gd name="T8" fmla="*/ 2147483647 w 54"/>
                <a:gd name="T9" fmla="*/ 2147483647 h 42"/>
                <a:gd name="T10" fmla="*/ 2147483647 w 54"/>
                <a:gd name="T11" fmla="*/ 2147483647 h 42"/>
                <a:gd name="T12" fmla="*/ 2147483647 w 54"/>
                <a:gd name="T13" fmla="*/ 2147483647 h 42"/>
                <a:gd name="T14" fmla="*/ 2147483647 w 54"/>
                <a:gd name="T15" fmla="*/ 2147483647 h 42"/>
                <a:gd name="T16" fmla="*/ 2147483647 w 54"/>
                <a:gd name="T17" fmla="*/ 0 h 42"/>
                <a:gd name="T18" fmla="*/ 2147483647 w 54"/>
                <a:gd name="T19" fmla="*/ 0 h 42"/>
                <a:gd name="T20" fmla="*/ 2147483647 w 54"/>
                <a:gd name="T21" fmla="*/ 2147483647 h 42"/>
                <a:gd name="T22" fmla="*/ 2147483647 w 54"/>
                <a:gd name="T23" fmla="*/ 2147483647 h 42"/>
                <a:gd name="T24" fmla="*/ 0 w 54"/>
                <a:gd name="T25" fmla="*/ 2147483647 h 42"/>
                <a:gd name="T26" fmla="*/ 0 w 54"/>
                <a:gd name="T27" fmla="*/ 2147483647 h 42"/>
                <a:gd name="T28" fmla="*/ 2147483647 w 54"/>
                <a:gd name="T29" fmla="*/ 2147483647 h 42"/>
                <a:gd name="T30" fmla="*/ 2147483647 w 54"/>
                <a:gd name="T31" fmla="*/ 2147483647 h 4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54"/>
                <a:gd name="T49" fmla="*/ 0 h 42"/>
                <a:gd name="T50" fmla="*/ 54 w 54"/>
                <a:gd name="T51" fmla="*/ 42 h 42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54" h="42">
                  <a:moveTo>
                    <a:pt x="18" y="42"/>
                  </a:moveTo>
                  <a:lnTo>
                    <a:pt x="30" y="36"/>
                  </a:lnTo>
                  <a:lnTo>
                    <a:pt x="48" y="42"/>
                  </a:lnTo>
                  <a:lnTo>
                    <a:pt x="54" y="36"/>
                  </a:lnTo>
                  <a:lnTo>
                    <a:pt x="54" y="24"/>
                  </a:lnTo>
                  <a:lnTo>
                    <a:pt x="42" y="18"/>
                  </a:lnTo>
                  <a:lnTo>
                    <a:pt x="36" y="18"/>
                  </a:lnTo>
                  <a:lnTo>
                    <a:pt x="30" y="12"/>
                  </a:lnTo>
                  <a:lnTo>
                    <a:pt x="30" y="0"/>
                  </a:lnTo>
                  <a:lnTo>
                    <a:pt x="24" y="0"/>
                  </a:lnTo>
                  <a:lnTo>
                    <a:pt x="18" y="6"/>
                  </a:lnTo>
                  <a:lnTo>
                    <a:pt x="6" y="12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12" y="30"/>
                  </a:lnTo>
                  <a:lnTo>
                    <a:pt x="18" y="4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73" name="Lithuania" descr="© INSCALE GmbH, 05.05.2010&#10;http://www.presentationload.com/">
              <a:extLst>
                <a:ext uri="{FF2B5EF4-FFF2-40B4-BE49-F238E27FC236}">
                  <a16:creationId xmlns:a16="http://schemas.microsoft.com/office/drawing/2014/main" id="{47FA8494-3CBF-4F12-A862-2F9A0B323BC7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184333" y="1519760"/>
              <a:ext cx="112440" cy="64222"/>
            </a:xfrm>
            <a:custGeom>
              <a:avLst/>
              <a:gdLst>
                <a:gd name="T0" fmla="*/ 2147483647 w 342"/>
                <a:gd name="T1" fmla="*/ 2147483647 h 198"/>
                <a:gd name="T2" fmla="*/ 2147483647 w 342"/>
                <a:gd name="T3" fmla="*/ 2147483647 h 198"/>
                <a:gd name="T4" fmla="*/ 2147483647 w 342"/>
                <a:gd name="T5" fmla="*/ 2147483647 h 198"/>
                <a:gd name="T6" fmla="*/ 2147483647 w 342"/>
                <a:gd name="T7" fmla="*/ 2147483647 h 198"/>
                <a:gd name="T8" fmla="*/ 2147483647 w 342"/>
                <a:gd name="T9" fmla="*/ 2147483647 h 198"/>
                <a:gd name="T10" fmla="*/ 2147483647 w 342"/>
                <a:gd name="T11" fmla="*/ 2147483647 h 198"/>
                <a:gd name="T12" fmla="*/ 2147483647 w 342"/>
                <a:gd name="T13" fmla="*/ 2147483647 h 198"/>
                <a:gd name="T14" fmla="*/ 2147483647 w 342"/>
                <a:gd name="T15" fmla="*/ 2147483647 h 198"/>
                <a:gd name="T16" fmla="*/ 2147483647 w 342"/>
                <a:gd name="T17" fmla="*/ 2147483647 h 198"/>
                <a:gd name="T18" fmla="*/ 2147483647 w 342"/>
                <a:gd name="T19" fmla="*/ 2147483647 h 198"/>
                <a:gd name="T20" fmla="*/ 2147483647 w 342"/>
                <a:gd name="T21" fmla="*/ 2147483647 h 198"/>
                <a:gd name="T22" fmla="*/ 2147483647 w 342"/>
                <a:gd name="T23" fmla="*/ 2147483647 h 198"/>
                <a:gd name="T24" fmla="*/ 2147483647 w 342"/>
                <a:gd name="T25" fmla="*/ 0 h 198"/>
                <a:gd name="T26" fmla="*/ 2147483647 w 342"/>
                <a:gd name="T27" fmla="*/ 2147483647 h 198"/>
                <a:gd name="T28" fmla="*/ 0 w 342"/>
                <a:gd name="T29" fmla="*/ 2147483647 h 198"/>
                <a:gd name="T30" fmla="*/ 2147483647 w 342"/>
                <a:gd name="T31" fmla="*/ 2147483647 h 198"/>
                <a:gd name="T32" fmla="*/ 2147483647 w 342"/>
                <a:gd name="T33" fmla="*/ 2147483647 h 198"/>
                <a:gd name="T34" fmla="*/ 2147483647 w 342"/>
                <a:gd name="T35" fmla="*/ 2147483647 h 198"/>
                <a:gd name="T36" fmla="*/ 2147483647 w 342"/>
                <a:gd name="T37" fmla="*/ 2147483647 h 198"/>
                <a:gd name="T38" fmla="*/ 2147483647 w 342"/>
                <a:gd name="T39" fmla="*/ 2147483647 h 198"/>
                <a:gd name="T40" fmla="*/ 2147483647 w 342"/>
                <a:gd name="T41" fmla="*/ 2147483647 h 198"/>
                <a:gd name="T42" fmla="*/ 2147483647 w 342"/>
                <a:gd name="T43" fmla="*/ 2147483647 h 198"/>
                <a:gd name="T44" fmla="*/ 2147483647 w 342"/>
                <a:gd name="T45" fmla="*/ 2147483647 h 198"/>
                <a:gd name="T46" fmla="*/ 2147483647 w 342"/>
                <a:gd name="T47" fmla="*/ 2147483647 h 198"/>
                <a:gd name="T48" fmla="*/ 2147483647 w 342"/>
                <a:gd name="T49" fmla="*/ 2147483647 h 198"/>
                <a:gd name="T50" fmla="*/ 2147483647 w 342"/>
                <a:gd name="T51" fmla="*/ 2147483647 h 198"/>
                <a:gd name="T52" fmla="*/ 2147483647 w 342"/>
                <a:gd name="T53" fmla="*/ 2147483647 h 198"/>
                <a:gd name="T54" fmla="*/ 2147483647 w 342"/>
                <a:gd name="T55" fmla="*/ 2147483647 h 198"/>
                <a:gd name="T56" fmla="*/ 2147483647 w 342"/>
                <a:gd name="T57" fmla="*/ 2147483647 h 198"/>
                <a:gd name="T58" fmla="*/ 2147483647 w 342"/>
                <a:gd name="T59" fmla="*/ 2147483647 h 198"/>
                <a:gd name="T60" fmla="*/ 2147483647 w 342"/>
                <a:gd name="T61" fmla="*/ 2147483647 h 198"/>
                <a:gd name="T62" fmla="*/ 2147483647 w 342"/>
                <a:gd name="T63" fmla="*/ 2147483647 h 198"/>
                <a:gd name="T64" fmla="*/ 2147483647 w 342"/>
                <a:gd name="T65" fmla="*/ 2147483647 h 198"/>
                <a:gd name="T66" fmla="*/ 2147483647 w 342"/>
                <a:gd name="T67" fmla="*/ 2147483647 h 198"/>
                <a:gd name="T68" fmla="*/ 2147483647 w 342"/>
                <a:gd name="T69" fmla="*/ 2147483647 h 198"/>
                <a:gd name="T70" fmla="*/ 2147483647 w 342"/>
                <a:gd name="T71" fmla="*/ 2147483647 h 198"/>
                <a:gd name="T72" fmla="*/ 2147483647 w 342"/>
                <a:gd name="T73" fmla="*/ 2147483647 h 198"/>
                <a:gd name="T74" fmla="*/ 2147483647 w 342"/>
                <a:gd name="T75" fmla="*/ 2147483647 h 198"/>
                <a:gd name="T76" fmla="*/ 2147483647 w 342"/>
                <a:gd name="T77" fmla="*/ 2147483647 h 198"/>
                <a:gd name="T78" fmla="*/ 2147483647 w 342"/>
                <a:gd name="T79" fmla="*/ 2147483647 h 198"/>
                <a:gd name="T80" fmla="*/ 2147483647 w 342"/>
                <a:gd name="T81" fmla="*/ 2147483647 h 198"/>
                <a:gd name="T82" fmla="*/ 2147483647 w 342"/>
                <a:gd name="T83" fmla="*/ 2147483647 h 198"/>
                <a:gd name="T84" fmla="*/ 2147483647 w 342"/>
                <a:gd name="T85" fmla="*/ 2147483647 h 19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42"/>
                <a:gd name="T130" fmla="*/ 0 h 198"/>
                <a:gd name="T131" fmla="*/ 342 w 342"/>
                <a:gd name="T132" fmla="*/ 198 h 19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42" h="198">
                  <a:moveTo>
                    <a:pt x="330" y="60"/>
                  </a:moveTo>
                  <a:lnTo>
                    <a:pt x="312" y="54"/>
                  </a:lnTo>
                  <a:lnTo>
                    <a:pt x="294" y="42"/>
                  </a:lnTo>
                  <a:lnTo>
                    <a:pt x="282" y="30"/>
                  </a:lnTo>
                  <a:lnTo>
                    <a:pt x="276" y="30"/>
                  </a:lnTo>
                  <a:lnTo>
                    <a:pt x="264" y="24"/>
                  </a:lnTo>
                  <a:lnTo>
                    <a:pt x="234" y="24"/>
                  </a:lnTo>
                  <a:lnTo>
                    <a:pt x="228" y="12"/>
                  </a:lnTo>
                  <a:lnTo>
                    <a:pt x="222" y="6"/>
                  </a:lnTo>
                  <a:lnTo>
                    <a:pt x="210" y="6"/>
                  </a:lnTo>
                  <a:lnTo>
                    <a:pt x="198" y="18"/>
                  </a:lnTo>
                  <a:lnTo>
                    <a:pt x="180" y="18"/>
                  </a:lnTo>
                  <a:lnTo>
                    <a:pt x="174" y="12"/>
                  </a:lnTo>
                  <a:lnTo>
                    <a:pt x="162" y="12"/>
                  </a:lnTo>
                  <a:lnTo>
                    <a:pt x="156" y="18"/>
                  </a:lnTo>
                  <a:lnTo>
                    <a:pt x="150" y="18"/>
                  </a:lnTo>
                  <a:lnTo>
                    <a:pt x="144" y="12"/>
                  </a:lnTo>
                  <a:lnTo>
                    <a:pt x="138" y="12"/>
                  </a:lnTo>
                  <a:lnTo>
                    <a:pt x="126" y="6"/>
                  </a:lnTo>
                  <a:lnTo>
                    <a:pt x="120" y="6"/>
                  </a:lnTo>
                  <a:lnTo>
                    <a:pt x="114" y="12"/>
                  </a:lnTo>
                  <a:lnTo>
                    <a:pt x="108" y="12"/>
                  </a:lnTo>
                  <a:lnTo>
                    <a:pt x="102" y="6"/>
                  </a:lnTo>
                  <a:lnTo>
                    <a:pt x="96" y="6"/>
                  </a:lnTo>
                  <a:lnTo>
                    <a:pt x="90" y="0"/>
                  </a:lnTo>
                  <a:lnTo>
                    <a:pt x="72" y="0"/>
                  </a:lnTo>
                  <a:lnTo>
                    <a:pt x="60" y="12"/>
                  </a:lnTo>
                  <a:lnTo>
                    <a:pt x="18" y="12"/>
                  </a:lnTo>
                  <a:lnTo>
                    <a:pt x="6" y="18"/>
                  </a:lnTo>
                  <a:lnTo>
                    <a:pt x="0" y="18"/>
                  </a:lnTo>
                  <a:lnTo>
                    <a:pt x="0" y="60"/>
                  </a:lnTo>
                  <a:lnTo>
                    <a:pt x="12" y="84"/>
                  </a:lnTo>
                  <a:lnTo>
                    <a:pt x="18" y="90"/>
                  </a:lnTo>
                  <a:lnTo>
                    <a:pt x="18" y="96"/>
                  </a:lnTo>
                  <a:lnTo>
                    <a:pt x="30" y="96"/>
                  </a:lnTo>
                  <a:lnTo>
                    <a:pt x="30" y="102"/>
                  </a:lnTo>
                  <a:lnTo>
                    <a:pt x="42" y="102"/>
                  </a:lnTo>
                  <a:lnTo>
                    <a:pt x="48" y="108"/>
                  </a:lnTo>
                  <a:lnTo>
                    <a:pt x="72" y="108"/>
                  </a:lnTo>
                  <a:lnTo>
                    <a:pt x="84" y="102"/>
                  </a:lnTo>
                  <a:lnTo>
                    <a:pt x="102" y="102"/>
                  </a:lnTo>
                  <a:lnTo>
                    <a:pt x="108" y="114"/>
                  </a:lnTo>
                  <a:lnTo>
                    <a:pt x="108" y="132"/>
                  </a:lnTo>
                  <a:lnTo>
                    <a:pt x="96" y="144"/>
                  </a:lnTo>
                  <a:lnTo>
                    <a:pt x="102" y="162"/>
                  </a:lnTo>
                  <a:lnTo>
                    <a:pt x="120" y="162"/>
                  </a:lnTo>
                  <a:lnTo>
                    <a:pt x="138" y="168"/>
                  </a:lnTo>
                  <a:lnTo>
                    <a:pt x="144" y="168"/>
                  </a:lnTo>
                  <a:lnTo>
                    <a:pt x="156" y="174"/>
                  </a:lnTo>
                  <a:lnTo>
                    <a:pt x="156" y="198"/>
                  </a:lnTo>
                  <a:lnTo>
                    <a:pt x="162" y="198"/>
                  </a:lnTo>
                  <a:lnTo>
                    <a:pt x="168" y="192"/>
                  </a:lnTo>
                  <a:lnTo>
                    <a:pt x="180" y="192"/>
                  </a:lnTo>
                  <a:lnTo>
                    <a:pt x="192" y="186"/>
                  </a:lnTo>
                  <a:lnTo>
                    <a:pt x="198" y="186"/>
                  </a:lnTo>
                  <a:lnTo>
                    <a:pt x="204" y="192"/>
                  </a:lnTo>
                  <a:lnTo>
                    <a:pt x="204" y="198"/>
                  </a:lnTo>
                  <a:lnTo>
                    <a:pt x="234" y="198"/>
                  </a:lnTo>
                  <a:lnTo>
                    <a:pt x="234" y="180"/>
                  </a:lnTo>
                  <a:lnTo>
                    <a:pt x="246" y="192"/>
                  </a:lnTo>
                  <a:lnTo>
                    <a:pt x="252" y="180"/>
                  </a:lnTo>
                  <a:lnTo>
                    <a:pt x="258" y="174"/>
                  </a:lnTo>
                  <a:lnTo>
                    <a:pt x="270" y="168"/>
                  </a:lnTo>
                  <a:lnTo>
                    <a:pt x="288" y="168"/>
                  </a:lnTo>
                  <a:lnTo>
                    <a:pt x="288" y="174"/>
                  </a:lnTo>
                  <a:lnTo>
                    <a:pt x="282" y="180"/>
                  </a:lnTo>
                  <a:lnTo>
                    <a:pt x="294" y="180"/>
                  </a:lnTo>
                  <a:lnTo>
                    <a:pt x="294" y="174"/>
                  </a:lnTo>
                  <a:lnTo>
                    <a:pt x="288" y="168"/>
                  </a:lnTo>
                  <a:lnTo>
                    <a:pt x="288" y="156"/>
                  </a:lnTo>
                  <a:lnTo>
                    <a:pt x="282" y="150"/>
                  </a:lnTo>
                  <a:lnTo>
                    <a:pt x="282" y="144"/>
                  </a:lnTo>
                  <a:lnTo>
                    <a:pt x="294" y="144"/>
                  </a:lnTo>
                  <a:lnTo>
                    <a:pt x="294" y="138"/>
                  </a:lnTo>
                  <a:lnTo>
                    <a:pt x="288" y="126"/>
                  </a:lnTo>
                  <a:lnTo>
                    <a:pt x="288" y="120"/>
                  </a:lnTo>
                  <a:lnTo>
                    <a:pt x="294" y="114"/>
                  </a:lnTo>
                  <a:lnTo>
                    <a:pt x="312" y="114"/>
                  </a:lnTo>
                  <a:lnTo>
                    <a:pt x="306" y="96"/>
                  </a:lnTo>
                  <a:lnTo>
                    <a:pt x="312" y="96"/>
                  </a:lnTo>
                  <a:lnTo>
                    <a:pt x="318" y="102"/>
                  </a:lnTo>
                  <a:lnTo>
                    <a:pt x="336" y="102"/>
                  </a:lnTo>
                  <a:lnTo>
                    <a:pt x="342" y="96"/>
                  </a:lnTo>
                  <a:lnTo>
                    <a:pt x="324" y="78"/>
                  </a:lnTo>
                  <a:lnTo>
                    <a:pt x="324" y="72"/>
                  </a:lnTo>
                  <a:lnTo>
                    <a:pt x="330" y="66"/>
                  </a:lnTo>
                  <a:lnTo>
                    <a:pt x="330" y="6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74" name="Libya" descr="© INSCALE GmbH, 05.05.2010&#10;http://www.presentationload.com/">
              <a:extLst>
                <a:ext uri="{FF2B5EF4-FFF2-40B4-BE49-F238E27FC236}">
                  <a16:creationId xmlns:a16="http://schemas.microsoft.com/office/drawing/2014/main" id="{FBE5C56B-30F4-4CAD-A177-7865183FB52A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951698" y="2122161"/>
              <a:ext cx="363170" cy="364779"/>
            </a:xfrm>
            <a:custGeom>
              <a:avLst/>
              <a:gdLst>
                <a:gd name="T0" fmla="*/ 2147483647 w 1098"/>
                <a:gd name="T1" fmla="*/ 2147483647 h 1110"/>
                <a:gd name="T2" fmla="*/ 2147483647 w 1098"/>
                <a:gd name="T3" fmla="*/ 2147483647 h 1110"/>
                <a:gd name="T4" fmla="*/ 2147483647 w 1098"/>
                <a:gd name="T5" fmla="*/ 2147483647 h 1110"/>
                <a:gd name="T6" fmla="*/ 2147483647 w 1098"/>
                <a:gd name="T7" fmla="*/ 2147483647 h 1110"/>
                <a:gd name="T8" fmla="*/ 2147483647 w 1098"/>
                <a:gd name="T9" fmla="*/ 2147483647 h 1110"/>
                <a:gd name="T10" fmla="*/ 2147483647 w 1098"/>
                <a:gd name="T11" fmla="*/ 2147483647 h 1110"/>
                <a:gd name="T12" fmla="*/ 2147483647 w 1098"/>
                <a:gd name="T13" fmla="*/ 2147483647 h 1110"/>
                <a:gd name="T14" fmla="*/ 2147483647 w 1098"/>
                <a:gd name="T15" fmla="*/ 2147483647 h 1110"/>
                <a:gd name="T16" fmla="*/ 2147483647 w 1098"/>
                <a:gd name="T17" fmla="*/ 2147483647 h 1110"/>
                <a:gd name="T18" fmla="*/ 2147483647 w 1098"/>
                <a:gd name="T19" fmla="*/ 2147483647 h 1110"/>
                <a:gd name="T20" fmla="*/ 2147483647 w 1098"/>
                <a:gd name="T21" fmla="*/ 2147483647 h 1110"/>
                <a:gd name="T22" fmla="*/ 2147483647 w 1098"/>
                <a:gd name="T23" fmla="*/ 2147483647 h 1110"/>
                <a:gd name="T24" fmla="*/ 0 w 1098"/>
                <a:gd name="T25" fmla="*/ 2147483647 h 1110"/>
                <a:gd name="T26" fmla="*/ 2147483647 w 1098"/>
                <a:gd name="T27" fmla="*/ 2147483647 h 1110"/>
                <a:gd name="T28" fmla="*/ 2147483647 w 1098"/>
                <a:gd name="T29" fmla="*/ 2147483647 h 1110"/>
                <a:gd name="T30" fmla="*/ 2147483647 w 1098"/>
                <a:gd name="T31" fmla="*/ 2147483647 h 1110"/>
                <a:gd name="T32" fmla="*/ 2147483647 w 1098"/>
                <a:gd name="T33" fmla="*/ 2147483647 h 1110"/>
                <a:gd name="T34" fmla="*/ 2147483647 w 1098"/>
                <a:gd name="T35" fmla="*/ 2147483647 h 1110"/>
                <a:gd name="T36" fmla="*/ 2147483647 w 1098"/>
                <a:gd name="T37" fmla="*/ 2147483647 h 1110"/>
                <a:gd name="T38" fmla="*/ 2147483647 w 1098"/>
                <a:gd name="T39" fmla="*/ 2147483647 h 1110"/>
                <a:gd name="T40" fmla="*/ 2147483647 w 1098"/>
                <a:gd name="T41" fmla="*/ 2147483647 h 1110"/>
                <a:gd name="T42" fmla="*/ 2147483647 w 1098"/>
                <a:gd name="T43" fmla="*/ 2147483647 h 1110"/>
                <a:gd name="T44" fmla="*/ 2147483647 w 1098"/>
                <a:gd name="T45" fmla="*/ 2147483647 h 1110"/>
                <a:gd name="T46" fmla="*/ 2147483647 w 1098"/>
                <a:gd name="T47" fmla="*/ 2147483647 h 1110"/>
                <a:gd name="T48" fmla="*/ 2147483647 w 1098"/>
                <a:gd name="T49" fmla="*/ 2147483647 h 1110"/>
                <a:gd name="T50" fmla="*/ 2147483647 w 1098"/>
                <a:gd name="T51" fmla="*/ 2147483647 h 1110"/>
                <a:gd name="T52" fmla="*/ 2147483647 w 1098"/>
                <a:gd name="T53" fmla="*/ 2147483647 h 1110"/>
                <a:gd name="T54" fmla="*/ 2147483647 w 1098"/>
                <a:gd name="T55" fmla="*/ 2147483647 h 1110"/>
                <a:gd name="T56" fmla="*/ 2147483647 w 1098"/>
                <a:gd name="T57" fmla="*/ 2147483647 h 1110"/>
                <a:gd name="T58" fmla="*/ 2147483647 w 1098"/>
                <a:gd name="T59" fmla="*/ 2147483647 h 1110"/>
                <a:gd name="T60" fmla="*/ 2147483647 w 1098"/>
                <a:gd name="T61" fmla="*/ 2147483647 h 1110"/>
                <a:gd name="T62" fmla="*/ 2147483647 w 1098"/>
                <a:gd name="T63" fmla="*/ 2147483647 h 1110"/>
                <a:gd name="T64" fmla="*/ 2147483647 w 1098"/>
                <a:gd name="T65" fmla="*/ 2147483647 h 1110"/>
                <a:gd name="T66" fmla="*/ 2147483647 w 1098"/>
                <a:gd name="T67" fmla="*/ 2147483647 h 1110"/>
                <a:gd name="T68" fmla="*/ 2147483647 w 1098"/>
                <a:gd name="T69" fmla="*/ 2147483647 h 1110"/>
                <a:gd name="T70" fmla="*/ 2147483647 w 1098"/>
                <a:gd name="T71" fmla="*/ 2147483647 h 1110"/>
                <a:gd name="T72" fmla="*/ 2147483647 w 1098"/>
                <a:gd name="T73" fmla="*/ 2147483647 h 1110"/>
                <a:gd name="T74" fmla="*/ 2147483647 w 1098"/>
                <a:gd name="T75" fmla="*/ 2147483647 h 1110"/>
                <a:gd name="T76" fmla="*/ 2147483647 w 1098"/>
                <a:gd name="T77" fmla="*/ 2147483647 h 1110"/>
                <a:gd name="T78" fmla="*/ 2147483647 w 1098"/>
                <a:gd name="T79" fmla="*/ 2147483647 h 1110"/>
                <a:gd name="T80" fmla="*/ 2147483647 w 1098"/>
                <a:gd name="T81" fmla="*/ 2147483647 h 1110"/>
                <a:gd name="T82" fmla="*/ 2147483647 w 1098"/>
                <a:gd name="T83" fmla="*/ 2147483647 h 1110"/>
                <a:gd name="T84" fmla="*/ 2147483647 w 1098"/>
                <a:gd name="T85" fmla="*/ 2147483647 h 1110"/>
                <a:gd name="T86" fmla="*/ 2147483647 w 1098"/>
                <a:gd name="T87" fmla="*/ 2147483647 h 1110"/>
                <a:gd name="T88" fmla="*/ 2147483647 w 1098"/>
                <a:gd name="T89" fmla="*/ 2147483647 h 1110"/>
                <a:gd name="T90" fmla="*/ 2147483647 w 1098"/>
                <a:gd name="T91" fmla="*/ 2147483647 h 1110"/>
                <a:gd name="T92" fmla="*/ 2147483647 w 1098"/>
                <a:gd name="T93" fmla="*/ 2147483647 h 1110"/>
                <a:gd name="T94" fmla="*/ 2147483647 w 1098"/>
                <a:gd name="T95" fmla="*/ 2147483647 h 1110"/>
                <a:gd name="T96" fmla="*/ 2147483647 w 1098"/>
                <a:gd name="T97" fmla="*/ 2147483647 h 1110"/>
                <a:gd name="T98" fmla="*/ 2147483647 w 1098"/>
                <a:gd name="T99" fmla="*/ 2147483647 h 1110"/>
                <a:gd name="T100" fmla="*/ 2147483647 w 1098"/>
                <a:gd name="T101" fmla="*/ 2147483647 h 1110"/>
                <a:gd name="T102" fmla="*/ 2147483647 w 1098"/>
                <a:gd name="T103" fmla="*/ 2147483647 h 1110"/>
                <a:gd name="T104" fmla="*/ 2147483647 w 1098"/>
                <a:gd name="T105" fmla="*/ 2147483647 h 1110"/>
                <a:gd name="T106" fmla="*/ 2147483647 w 1098"/>
                <a:gd name="T107" fmla="*/ 2147483647 h 1110"/>
                <a:gd name="T108" fmla="*/ 2147483647 w 1098"/>
                <a:gd name="T109" fmla="*/ 2147483647 h 1110"/>
                <a:gd name="T110" fmla="*/ 2147483647 w 1098"/>
                <a:gd name="T111" fmla="*/ 2147483647 h 1110"/>
                <a:gd name="T112" fmla="*/ 2147483647 w 1098"/>
                <a:gd name="T113" fmla="*/ 2147483647 h 111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98"/>
                <a:gd name="T172" fmla="*/ 0 h 1110"/>
                <a:gd name="T173" fmla="*/ 1098 w 1098"/>
                <a:gd name="T174" fmla="*/ 1110 h 111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98" h="1110">
                  <a:moveTo>
                    <a:pt x="156" y="60"/>
                  </a:moveTo>
                  <a:lnTo>
                    <a:pt x="150" y="66"/>
                  </a:lnTo>
                  <a:lnTo>
                    <a:pt x="126" y="78"/>
                  </a:lnTo>
                  <a:lnTo>
                    <a:pt x="114" y="78"/>
                  </a:lnTo>
                  <a:lnTo>
                    <a:pt x="102" y="84"/>
                  </a:lnTo>
                  <a:lnTo>
                    <a:pt x="96" y="90"/>
                  </a:lnTo>
                  <a:lnTo>
                    <a:pt x="90" y="102"/>
                  </a:lnTo>
                  <a:lnTo>
                    <a:pt x="84" y="108"/>
                  </a:lnTo>
                  <a:lnTo>
                    <a:pt x="78" y="120"/>
                  </a:lnTo>
                  <a:lnTo>
                    <a:pt x="72" y="120"/>
                  </a:lnTo>
                  <a:lnTo>
                    <a:pt x="54" y="138"/>
                  </a:lnTo>
                  <a:lnTo>
                    <a:pt x="54" y="156"/>
                  </a:lnTo>
                  <a:lnTo>
                    <a:pt x="66" y="180"/>
                  </a:lnTo>
                  <a:lnTo>
                    <a:pt x="66" y="204"/>
                  </a:lnTo>
                  <a:lnTo>
                    <a:pt x="36" y="234"/>
                  </a:lnTo>
                  <a:lnTo>
                    <a:pt x="30" y="234"/>
                  </a:lnTo>
                  <a:lnTo>
                    <a:pt x="24" y="240"/>
                  </a:lnTo>
                  <a:lnTo>
                    <a:pt x="12" y="246"/>
                  </a:lnTo>
                  <a:lnTo>
                    <a:pt x="6" y="246"/>
                  </a:lnTo>
                  <a:lnTo>
                    <a:pt x="0" y="252"/>
                  </a:lnTo>
                  <a:lnTo>
                    <a:pt x="12" y="270"/>
                  </a:lnTo>
                  <a:lnTo>
                    <a:pt x="36" y="330"/>
                  </a:lnTo>
                  <a:lnTo>
                    <a:pt x="48" y="354"/>
                  </a:lnTo>
                  <a:lnTo>
                    <a:pt x="48" y="360"/>
                  </a:lnTo>
                  <a:lnTo>
                    <a:pt x="42" y="372"/>
                  </a:lnTo>
                  <a:lnTo>
                    <a:pt x="42" y="402"/>
                  </a:lnTo>
                  <a:lnTo>
                    <a:pt x="36" y="408"/>
                  </a:lnTo>
                  <a:lnTo>
                    <a:pt x="36" y="414"/>
                  </a:lnTo>
                  <a:lnTo>
                    <a:pt x="42" y="432"/>
                  </a:lnTo>
                  <a:lnTo>
                    <a:pt x="30" y="456"/>
                  </a:lnTo>
                  <a:lnTo>
                    <a:pt x="36" y="510"/>
                  </a:lnTo>
                  <a:lnTo>
                    <a:pt x="36" y="516"/>
                  </a:lnTo>
                  <a:lnTo>
                    <a:pt x="42" y="522"/>
                  </a:lnTo>
                  <a:lnTo>
                    <a:pt x="42" y="534"/>
                  </a:lnTo>
                  <a:lnTo>
                    <a:pt x="36" y="546"/>
                  </a:lnTo>
                  <a:lnTo>
                    <a:pt x="30" y="552"/>
                  </a:lnTo>
                  <a:lnTo>
                    <a:pt x="18" y="558"/>
                  </a:lnTo>
                  <a:lnTo>
                    <a:pt x="6" y="558"/>
                  </a:lnTo>
                  <a:lnTo>
                    <a:pt x="0" y="564"/>
                  </a:lnTo>
                  <a:lnTo>
                    <a:pt x="0" y="570"/>
                  </a:lnTo>
                  <a:lnTo>
                    <a:pt x="6" y="582"/>
                  </a:lnTo>
                  <a:lnTo>
                    <a:pt x="18" y="594"/>
                  </a:lnTo>
                  <a:lnTo>
                    <a:pt x="24" y="612"/>
                  </a:lnTo>
                  <a:lnTo>
                    <a:pt x="36" y="624"/>
                  </a:lnTo>
                  <a:lnTo>
                    <a:pt x="42" y="636"/>
                  </a:lnTo>
                  <a:lnTo>
                    <a:pt x="48" y="642"/>
                  </a:lnTo>
                  <a:lnTo>
                    <a:pt x="48" y="684"/>
                  </a:lnTo>
                  <a:lnTo>
                    <a:pt x="72" y="708"/>
                  </a:lnTo>
                  <a:lnTo>
                    <a:pt x="96" y="696"/>
                  </a:lnTo>
                  <a:lnTo>
                    <a:pt x="102" y="696"/>
                  </a:lnTo>
                  <a:lnTo>
                    <a:pt x="138" y="714"/>
                  </a:lnTo>
                  <a:lnTo>
                    <a:pt x="150" y="714"/>
                  </a:lnTo>
                  <a:lnTo>
                    <a:pt x="162" y="726"/>
                  </a:lnTo>
                  <a:lnTo>
                    <a:pt x="162" y="732"/>
                  </a:lnTo>
                  <a:lnTo>
                    <a:pt x="168" y="744"/>
                  </a:lnTo>
                  <a:lnTo>
                    <a:pt x="174" y="762"/>
                  </a:lnTo>
                  <a:lnTo>
                    <a:pt x="180" y="774"/>
                  </a:lnTo>
                  <a:lnTo>
                    <a:pt x="186" y="780"/>
                  </a:lnTo>
                  <a:lnTo>
                    <a:pt x="186" y="786"/>
                  </a:lnTo>
                  <a:lnTo>
                    <a:pt x="222" y="792"/>
                  </a:lnTo>
                  <a:lnTo>
                    <a:pt x="234" y="792"/>
                  </a:lnTo>
                  <a:lnTo>
                    <a:pt x="246" y="798"/>
                  </a:lnTo>
                  <a:lnTo>
                    <a:pt x="258" y="798"/>
                  </a:lnTo>
                  <a:lnTo>
                    <a:pt x="276" y="804"/>
                  </a:lnTo>
                  <a:lnTo>
                    <a:pt x="288" y="810"/>
                  </a:lnTo>
                  <a:lnTo>
                    <a:pt x="294" y="810"/>
                  </a:lnTo>
                  <a:lnTo>
                    <a:pt x="300" y="816"/>
                  </a:lnTo>
                  <a:lnTo>
                    <a:pt x="312" y="822"/>
                  </a:lnTo>
                  <a:lnTo>
                    <a:pt x="318" y="828"/>
                  </a:lnTo>
                  <a:lnTo>
                    <a:pt x="324" y="840"/>
                  </a:lnTo>
                  <a:lnTo>
                    <a:pt x="336" y="846"/>
                  </a:lnTo>
                  <a:lnTo>
                    <a:pt x="342" y="852"/>
                  </a:lnTo>
                  <a:lnTo>
                    <a:pt x="360" y="846"/>
                  </a:lnTo>
                  <a:lnTo>
                    <a:pt x="396" y="828"/>
                  </a:lnTo>
                  <a:lnTo>
                    <a:pt x="456" y="792"/>
                  </a:lnTo>
                  <a:lnTo>
                    <a:pt x="468" y="786"/>
                  </a:lnTo>
                  <a:lnTo>
                    <a:pt x="1026" y="1110"/>
                  </a:lnTo>
                  <a:lnTo>
                    <a:pt x="1026" y="1062"/>
                  </a:lnTo>
                  <a:lnTo>
                    <a:pt x="1098" y="1062"/>
                  </a:lnTo>
                  <a:lnTo>
                    <a:pt x="1098" y="828"/>
                  </a:lnTo>
                  <a:lnTo>
                    <a:pt x="1092" y="750"/>
                  </a:lnTo>
                  <a:lnTo>
                    <a:pt x="1092" y="660"/>
                  </a:lnTo>
                  <a:lnTo>
                    <a:pt x="1086" y="564"/>
                  </a:lnTo>
                  <a:lnTo>
                    <a:pt x="1086" y="468"/>
                  </a:lnTo>
                  <a:lnTo>
                    <a:pt x="1080" y="390"/>
                  </a:lnTo>
                  <a:lnTo>
                    <a:pt x="1080" y="306"/>
                  </a:lnTo>
                  <a:lnTo>
                    <a:pt x="1068" y="270"/>
                  </a:lnTo>
                  <a:lnTo>
                    <a:pt x="1056" y="258"/>
                  </a:lnTo>
                  <a:lnTo>
                    <a:pt x="1050" y="246"/>
                  </a:lnTo>
                  <a:lnTo>
                    <a:pt x="1050" y="240"/>
                  </a:lnTo>
                  <a:lnTo>
                    <a:pt x="1056" y="228"/>
                  </a:lnTo>
                  <a:lnTo>
                    <a:pt x="1062" y="222"/>
                  </a:lnTo>
                  <a:lnTo>
                    <a:pt x="1068" y="210"/>
                  </a:lnTo>
                  <a:lnTo>
                    <a:pt x="1074" y="204"/>
                  </a:lnTo>
                  <a:lnTo>
                    <a:pt x="1074" y="198"/>
                  </a:lnTo>
                  <a:lnTo>
                    <a:pt x="1068" y="186"/>
                  </a:lnTo>
                  <a:lnTo>
                    <a:pt x="1056" y="180"/>
                  </a:lnTo>
                  <a:lnTo>
                    <a:pt x="1056" y="150"/>
                  </a:lnTo>
                  <a:lnTo>
                    <a:pt x="1080" y="126"/>
                  </a:lnTo>
                  <a:lnTo>
                    <a:pt x="1074" y="114"/>
                  </a:lnTo>
                  <a:lnTo>
                    <a:pt x="1074" y="96"/>
                  </a:lnTo>
                  <a:lnTo>
                    <a:pt x="1056" y="102"/>
                  </a:lnTo>
                  <a:lnTo>
                    <a:pt x="1044" y="90"/>
                  </a:lnTo>
                  <a:lnTo>
                    <a:pt x="1032" y="102"/>
                  </a:lnTo>
                  <a:lnTo>
                    <a:pt x="1026" y="102"/>
                  </a:lnTo>
                  <a:lnTo>
                    <a:pt x="1020" y="96"/>
                  </a:lnTo>
                  <a:lnTo>
                    <a:pt x="1008" y="90"/>
                  </a:lnTo>
                  <a:lnTo>
                    <a:pt x="1002" y="84"/>
                  </a:lnTo>
                  <a:lnTo>
                    <a:pt x="990" y="78"/>
                  </a:lnTo>
                  <a:lnTo>
                    <a:pt x="978" y="78"/>
                  </a:lnTo>
                  <a:lnTo>
                    <a:pt x="966" y="84"/>
                  </a:lnTo>
                  <a:lnTo>
                    <a:pt x="954" y="84"/>
                  </a:lnTo>
                  <a:lnTo>
                    <a:pt x="942" y="78"/>
                  </a:lnTo>
                  <a:lnTo>
                    <a:pt x="936" y="72"/>
                  </a:lnTo>
                  <a:lnTo>
                    <a:pt x="936" y="48"/>
                  </a:lnTo>
                  <a:lnTo>
                    <a:pt x="930" y="42"/>
                  </a:lnTo>
                  <a:lnTo>
                    <a:pt x="918" y="36"/>
                  </a:lnTo>
                  <a:lnTo>
                    <a:pt x="882" y="36"/>
                  </a:lnTo>
                  <a:lnTo>
                    <a:pt x="876" y="30"/>
                  </a:lnTo>
                  <a:lnTo>
                    <a:pt x="864" y="30"/>
                  </a:lnTo>
                  <a:lnTo>
                    <a:pt x="852" y="24"/>
                  </a:lnTo>
                  <a:lnTo>
                    <a:pt x="840" y="24"/>
                  </a:lnTo>
                  <a:lnTo>
                    <a:pt x="834" y="30"/>
                  </a:lnTo>
                  <a:lnTo>
                    <a:pt x="834" y="36"/>
                  </a:lnTo>
                  <a:lnTo>
                    <a:pt x="798" y="36"/>
                  </a:lnTo>
                  <a:lnTo>
                    <a:pt x="780" y="42"/>
                  </a:lnTo>
                  <a:lnTo>
                    <a:pt x="768" y="48"/>
                  </a:lnTo>
                  <a:lnTo>
                    <a:pt x="732" y="84"/>
                  </a:lnTo>
                  <a:lnTo>
                    <a:pt x="720" y="108"/>
                  </a:lnTo>
                  <a:lnTo>
                    <a:pt x="720" y="120"/>
                  </a:lnTo>
                  <a:lnTo>
                    <a:pt x="726" y="138"/>
                  </a:lnTo>
                  <a:lnTo>
                    <a:pt x="738" y="150"/>
                  </a:lnTo>
                  <a:lnTo>
                    <a:pt x="744" y="162"/>
                  </a:lnTo>
                  <a:lnTo>
                    <a:pt x="744" y="180"/>
                  </a:lnTo>
                  <a:lnTo>
                    <a:pt x="738" y="192"/>
                  </a:lnTo>
                  <a:lnTo>
                    <a:pt x="714" y="216"/>
                  </a:lnTo>
                  <a:lnTo>
                    <a:pt x="708" y="228"/>
                  </a:lnTo>
                  <a:lnTo>
                    <a:pt x="696" y="234"/>
                  </a:lnTo>
                  <a:lnTo>
                    <a:pt x="666" y="234"/>
                  </a:lnTo>
                  <a:lnTo>
                    <a:pt x="648" y="228"/>
                  </a:lnTo>
                  <a:lnTo>
                    <a:pt x="630" y="216"/>
                  </a:lnTo>
                  <a:lnTo>
                    <a:pt x="612" y="198"/>
                  </a:lnTo>
                  <a:lnTo>
                    <a:pt x="582" y="180"/>
                  </a:lnTo>
                  <a:lnTo>
                    <a:pt x="552" y="168"/>
                  </a:lnTo>
                  <a:lnTo>
                    <a:pt x="528" y="162"/>
                  </a:lnTo>
                  <a:lnTo>
                    <a:pt x="462" y="162"/>
                  </a:lnTo>
                  <a:lnTo>
                    <a:pt x="438" y="150"/>
                  </a:lnTo>
                  <a:lnTo>
                    <a:pt x="426" y="138"/>
                  </a:lnTo>
                  <a:lnTo>
                    <a:pt x="420" y="126"/>
                  </a:lnTo>
                  <a:lnTo>
                    <a:pt x="414" y="108"/>
                  </a:lnTo>
                  <a:lnTo>
                    <a:pt x="414" y="96"/>
                  </a:lnTo>
                  <a:lnTo>
                    <a:pt x="402" y="72"/>
                  </a:lnTo>
                  <a:lnTo>
                    <a:pt x="378" y="60"/>
                  </a:lnTo>
                  <a:lnTo>
                    <a:pt x="366" y="60"/>
                  </a:lnTo>
                  <a:lnTo>
                    <a:pt x="354" y="54"/>
                  </a:lnTo>
                  <a:lnTo>
                    <a:pt x="348" y="48"/>
                  </a:lnTo>
                  <a:lnTo>
                    <a:pt x="324" y="36"/>
                  </a:lnTo>
                  <a:lnTo>
                    <a:pt x="318" y="36"/>
                  </a:lnTo>
                  <a:lnTo>
                    <a:pt x="306" y="30"/>
                  </a:lnTo>
                  <a:lnTo>
                    <a:pt x="264" y="30"/>
                  </a:lnTo>
                  <a:lnTo>
                    <a:pt x="252" y="36"/>
                  </a:lnTo>
                  <a:lnTo>
                    <a:pt x="216" y="36"/>
                  </a:lnTo>
                  <a:lnTo>
                    <a:pt x="192" y="24"/>
                  </a:lnTo>
                  <a:lnTo>
                    <a:pt x="180" y="12"/>
                  </a:lnTo>
                  <a:lnTo>
                    <a:pt x="168" y="6"/>
                  </a:lnTo>
                  <a:lnTo>
                    <a:pt x="150" y="6"/>
                  </a:lnTo>
                  <a:lnTo>
                    <a:pt x="144" y="0"/>
                  </a:lnTo>
                  <a:lnTo>
                    <a:pt x="138" y="42"/>
                  </a:lnTo>
                  <a:lnTo>
                    <a:pt x="144" y="42"/>
                  </a:lnTo>
                  <a:lnTo>
                    <a:pt x="156" y="54"/>
                  </a:lnTo>
                  <a:lnTo>
                    <a:pt x="156" y="6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75" name="Liechtenstein" descr="© INSCALE GmbH, 05.05.2010&#10;http://www.presentationload.com/">
              <a:extLst>
                <a:ext uri="{FF2B5EF4-FFF2-40B4-BE49-F238E27FC236}">
                  <a16:creationId xmlns:a16="http://schemas.microsoft.com/office/drawing/2014/main" id="{A314953E-46F1-467D-91F4-3635762AAB86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954283" y="1752243"/>
              <a:ext cx="5170" cy="7707"/>
            </a:xfrm>
            <a:custGeom>
              <a:avLst/>
              <a:gdLst>
                <a:gd name="T0" fmla="*/ 2147483647 w 18"/>
                <a:gd name="T1" fmla="*/ 0 h 24"/>
                <a:gd name="T2" fmla="*/ 2147483647 w 18"/>
                <a:gd name="T3" fmla="*/ 2147483647 h 24"/>
                <a:gd name="T4" fmla="*/ 0 w 18"/>
                <a:gd name="T5" fmla="*/ 2147483647 h 24"/>
                <a:gd name="T6" fmla="*/ 0 w 18"/>
                <a:gd name="T7" fmla="*/ 2147483647 h 24"/>
                <a:gd name="T8" fmla="*/ 2147483647 w 18"/>
                <a:gd name="T9" fmla="*/ 2147483647 h 24"/>
                <a:gd name="T10" fmla="*/ 2147483647 w 18"/>
                <a:gd name="T11" fmla="*/ 0 h 24"/>
                <a:gd name="T12" fmla="*/ 2147483647 w 18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8"/>
                <a:gd name="T22" fmla="*/ 0 h 24"/>
                <a:gd name="T23" fmla="*/ 18 w 18"/>
                <a:gd name="T24" fmla="*/ 24 h 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8" h="24">
                  <a:moveTo>
                    <a:pt x="12" y="0"/>
                  </a:moveTo>
                  <a:lnTo>
                    <a:pt x="6" y="6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18" y="24"/>
                  </a:lnTo>
                  <a:lnTo>
                    <a:pt x="18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76" name="Liberia" descr="© INSCALE GmbH, 05.05.2010&#10;http://www.presentationload.com/">
              <a:extLst>
                <a:ext uri="{FF2B5EF4-FFF2-40B4-BE49-F238E27FC236}">
                  <a16:creationId xmlns:a16="http://schemas.microsoft.com/office/drawing/2014/main" id="{DF9282A7-9C7F-49C2-AE8B-935B5A245546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456702" y="2774656"/>
              <a:ext cx="102102" cy="113030"/>
            </a:xfrm>
            <a:custGeom>
              <a:avLst/>
              <a:gdLst>
                <a:gd name="T0" fmla="*/ 2147483647 w 312"/>
                <a:gd name="T1" fmla="*/ 2147483647 h 342"/>
                <a:gd name="T2" fmla="*/ 2147483647 w 312"/>
                <a:gd name="T3" fmla="*/ 2147483647 h 342"/>
                <a:gd name="T4" fmla="*/ 2147483647 w 312"/>
                <a:gd name="T5" fmla="*/ 2147483647 h 342"/>
                <a:gd name="T6" fmla="*/ 2147483647 w 312"/>
                <a:gd name="T7" fmla="*/ 2147483647 h 342"/>
                <a:gd name="T8" fmla="*/ 2147483647 w 312"/>
                <a:gd name="T9" fmla="*/ 2147483647 h 342"/>
                <a:gd name="T10" fmla="*/ 2147483647 w 312"/>
                <a:gd name="T11" fmla="*/ 2147483647 h 342"/>
                <a:gd name="T12" fmla="*/ 2147483647 w 312"/>
                <a:gd name="T13" fmla="*/ 2147483647 h 342"/>
                <a:gd name="T14" fmla="*/ 2147483647 w 312"/>
                <a:gd name="T15" fmla="*/ 2147483647 h 342"/>
                <a:gd name="T16" fmla="*/ 2147483647 w 312"/>
                <a:gd name="T17" fmla="*/ 2147483647 h 342"/>
                <a:gd name="T18" fmla="*/ 2147483647 w 312"/>
                <a:gd name="T19" fmla="*/ 2147483647 h 342"/>
                <a:gd name="T20" fmla="*/ 2147483647 w 312"/>
                <a:gd name="T21" fmla="*/ 2147483647 h 342"/>
                <a:gd name="T22" fmla="*/ 2147483647 w 312"/>
                <a:gd name="T23" fmla="*/ 2147483647 h 342"/>
                <a:gd name="T24" fmla="*/ 2147483647 w 312"/>
                <a:gd name="T25" fmla="*/ 2147483647 h 342"/>
                <a:gd name="T26" fmla="*/ 2147483647 w 312"/>
                <a:gd name="T27" fmla="*/ 2147483647 h 342"/>
                <a:gd name="T28" fmla="*/ 2147483647 w 312"/>
                <a:gd name="T29" fmla="*/ 2147483647 h 342"/>
                <a:gd name="T30" fmla="*/ 2147483647 w 312"/>
                <a:gd name="T31" fmla="*/ 2147483647 h 342"/>
                <a:gd name="T32" fmla="*/ 2147483647 w 312"/>
                <a:gd name="T33" fmla="*/ 2147483647 h 342"/>
                <a:gd name="T34" fmla="*/ 2147483647 w 312"/>
                <a:gd name="T35" fmla="*/ 2147483647 h 342"/>
                <a:gd name="T36" fmla="*/ 2147483647 w 312"/>
                <a:gd name="T37" fmla="*/ 2147483647 h 342"/>
                <a:gd name="T38" fmla="*/ 2147483647 w 312"/>
                <a:gd name="T39" fmla="*/ 2147483647 h 342"/>
                <a:gd name="T40" fmla="*/ 2147483647 w 312"/>
                <a:gd name="T41" fmla="*/ 2147483647 h 342"/>
                <a:gd name="T42" fmla="*/ 2147483647 w 312"/>
                <a:gd name="T43" fmla="*/ 2147483647 h 342"/>
                <a:gd name="T44" fmla="*/ 2147483647 w 312"/>
                <a:gd name="T45" fmla="*/ 2147483647 h 342"/>
                <a:gd name="T46" fmla="*/ 2147483647 w 312"/>
                <a:gd name="T47" fmla="*/ 2147483647 h 342"/>
                <a:gd name="T48" fmla="*/ 2147483647 w 312"/>
                <a:gd name="T49" fmla="*/ 2147483647 h 342"/>
                <a:gd name="T50" fmla="*/ 2147483647 w 312"/>
                <a:gd name="T51" fmla="*/ 0 h 342"/>
                <a:gd name="T52" fmla="*/ 2147483647 w 312"/>
                <a:gd name="T53" fmla="*/ 0 h 342"/>
                <a:gd name="T54" fmla="*/ 2147483647 w 312"/>
                <a:gd name="T55" fmla="*/ 2147483647 h 342"/>
                <a:gd name="T56" fmla="*/ 2147483647 w 312"/>
                <a:gd name="T57" fmla="*/ 2147483647 h 342"/>
                <a:gd name="T58" fmla="*/ 2147483647 w 312"/>
                <a:gd name="T59" fmla="*/ 2147483647 h 342"/>
                <a:gd name="T60" fmla="*/ 2147483647 w 312"/>
                <a:gd name="T61" fmla="*/ 2147483647 h 342"/>
                <a:gd name="T62" fmla="*/ 2147483647 w 312"/>
                <a:gd name="T63" fmla="*/ 2147483647 h 342"/>
                <a:gd name="T64" fmla="*/ 2147483647 w 312"/>
                <a:gd name="T65" fmla="*/ 2147483647 h 342"/>
                <a:gd name="T66" fmla="*/ 2147483647 w 312"/>
                <a:gd name="T67" fmla="*/ 2147483647 h 342"/>
                <a:gd name="T68" fmla="*/ 2147483647 w 312"/>
                <a:gd name="T69" fmla="*/ 2147483647 h 342"/>
                <a:gd name="T70" fmla="*/ 2147483647 w 312"/>
                <a:gd name="T71" fmla="*/ 2147483647 h 342"/>
                <a:gd name="T72" fmla="*/ 2147483647 w 312"/>
                <a:gd name="T73" fmla="*/ 2147483647 h 342"/>
                <a:gd name="T74" fmla="*/ 2147483647 w 312"/>
                <a:gd name="T75" fmla="*/ 2147483647 h 342"/>
                <a:gd name="T76" fmla="*/ 2147483647 w 312"/>
                <a:gd name="T77" fmla="*/ 2147483647 h 342"/>
                <a:gd name="T78" fmla="*/ 0 w 312"/>
                <a:gd name="T79" fmla="*/ 2147483647 h 342"/>
                <a:gd name="T80" fmla="*/ 2147483647 w 312"/>
                <a:gd name="T81" fmla="*/ 2147483647 h 342"/>
                <a:gd name="T82" fmla="*/ 2147483647 w 312"/>
                <a:gd name="T83" fmla="*/ 2147483647 h 342"/>
                <a:gd name="T84" fmla="*/ 2147483647 w 312"/>
                <a:gd name="T85" fmla="*/ 2147483647 h 342"/>
                <a:gd name="T86" fmla="*/ 2147483647 w 312"/>
                <a:gd name="T87" fmla="*/ 2147483647 h 342"/>
                <a:gd name="T88" fmla="*/ 2147483647 w 312"/>
                <a:gd name="T89" fmla="*/ 2147483647 h 342"/>
                <a:gd name="T90" fmla="*/ 2147483647 w 312"/>
                <a:gd name="T91" fmla="*/ 2147483647 h 342"/>
                <a:gd name="T92" fmla="*/ 2147483647 w 312"/>
                <a:gd name="T93" fmla="*/ 2147483647 h 342"/>
                <a:gd name="T94" fmla="*/ 2147483647 w 312"/>
                <a:gd name="T95" fmla="*/ 2147483647 h 342"/>
                <a:gd name="T96" fmla="*/ 2147483647 w 312"/>
                <a:gd name="T97" fmla="*/ 2147483647 h 342"/>
                <a:gd name="T98" fmla="*/ 2147483647 w 312"/>
                <a:gd name="T99" fmla="*/ 2147483647 h 342"/>
                <a:gd name="T100" fmla="*/ 2147483647 w 312"/>
                <a:gd name="T101" fmla="*/ 2147483647 h 342"/>
                <a:gd name="T102" fmla="*/ 2147483647 w 312"/>
                <a:gd name="T103" fmla="*/ 2147483647 h 342"/>
                <a:gd name="T104" fmla="*/ 2147483647 w 312"/>
                <a:gd name="T105" fmla="*/ 2147483647 h 342"/>
                <a:gd name="T106" fmla="*/ 2147483647 w 312"/>
                <a:gd name="T107" fmla="*/ 2147483647 h 342"/>
                <a:gd name="T108" fmla="*/ 2147483647 w 312"/>
                <a:gd name="T109" fmla="*/ 2147483647 h 342"/>
                <a:gd name="T110" fmla="*/ 2147483647 w 312"/>
                <a:gd name="T111" fmla="*/ 2147483647 h 342"/>
                <a:gd name="T112" fmla="*/ 2147483647 w 312"/>
                <a:gd name="T113" fmla="*/ 2147483647 h 342"/>
                <a:gd name="T114" fmla="*/ 2147483647 w 312"/>
                <a:gd name="T115" fmla="*/ 2147483647 h 342"/>
                <a:gd name="T116" fmla="*/ 2147483647 w 312"/>
                <a:gd name="T117" fmla="*/ 2147483647 h 342"/>
                <a:gd name="T118" fmla="*/ 2147483647 w 312"/>
                <a:gd name="T119" fmla="*/ 2147483647 h 342"/>
                <a:gd name="T120" fmla="*/ 2147483647 w 312"/>
                <a:gd name="T121" fmla="*/ 2147483647 h 34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12"/>
                <a:gd name="T184" fmla="*/ 0 h 342"/>
                <a:gd name="T185" fmla="*/ 312 w 312"/>
                <a:gd name="T186" fmla="*/ 342 h 34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12" h="342">
                  <a:moveTo>
                    <a:pt x="312" y="252"/>
                  </a:moveTo>
                  <a:lnTo>
                    <a:pt x="312" y="240"/>
                  </a:lnTo>
                  <a:lnTo>
                    <a:pt x="282" y="210"/>
                  </a:lnTo>
                  <a:lnTo>
                    <a:pt x="282" y="180"/>
                  </a:lnTo>
                  <a:lnTo>
                    <a:pt x="246" y="186"/>
                  </a:lnTo>
                  <a:lnTo>
                    <a:pt x="246" y="174"/>
                  </a:lnTo>
                  <a:lnTo>
                    <a:pt x="228" y="174"/>
                  </a:lnTo>
                  <a:lnTo>
                    <a:pt x="222" y="168"/>
                  </a:lnTo>
                  <a:lnTo>
                    <a:pt x="228" y="156"/>
                  </a:lnTo>
                  <a:lnTo>
                    <a:pt x="240" y="150"/>
                  </a:lnTo>
                  <a:lnTo>
                    <a:pt x="246" y="132"/>
                  </a:lnTo>
                  <a:lnTo>
                    <a:pt x="246" y="108"/>
                  </a:lnTo>
                  <a:lnTo>
                    <a:pt x="228" y="72"/>
                  </a:lnTo>
                  <a:lnTo>
                    <a:pt x="222" y="72"/>
                  </a:lnTo>
                  <a:lnTo>
                    <a:pt x="216" y="78"/>
                  </a:lnTo>
                  <a:lnTo>
                    <a:pt x="210" y="90"/>
                  </a:lnTo>
                  <a:lnTo>
                    <a:pt x="210" y="102"/>
                  </a:lnTo>
                  <a:lnTo>
                    <a:pt x="198" y="114"/>
                  </a:lnTo>
                  <a:lnTo>
                    <a:pt x="192" y="114"/>
                  </a:lnTo>
                  <a:lnTo>
                    <a:pt x="180" y="102"/>
                  </a:lnTo>
                  <a:lnTo>
                    <a:pt x="180" y="96"/>
                  </a:lnTo>
                  <a:lnTo>
                    <a:pt x="168" y="96"/>
                  </a:lnTo>
                  <a:lnTo>
                    <a:pt x="168" y="36"/>
                  </a:lnTo>
                  <a:lnTo>
                    <a:pt x="162" y="18"/>
                  </a:lnTo>
                  <a:lnTo>
                    <a:pt x="150" y="6"/>
                  </a:lnTo>
                  <a:lnTo>
                    <a:pt x="138" y="0"/>
                  </a:lnTo>
                  <a:lnTo>
                    <a:pt x="132" y="0"/>
                  </a:lnTo>
                  <a:lnTo>
                    <a:pt x="126" y="6"/>
                  </a:lnTo>
                  <a:lnTo>
                    <a:pt x="126" y="18"/>
                  </a:lnTo>
                  <a:lnTo>
                    <a:pt x="102" y="12"/>
                  </a:lnTo>
                  <a:lnTo>
                    <a:pt x="108" y="36"/>
                  </a:lnTo>
                  <a:lnTo>
                    <a:pt x="84" y="42"/>
                  </a:lnTo>
                  <a:lnTo>
                    <a:pt x="84" y="60"/>
                  </a:lnTo>
                  <a:lnTo>
                    <a:pt x="78" y="72"/>
                  </a:lnTo>
                  <a:lnTo>
                    <a:pt x="66" y="78"/>
                  </a:lnTo>
                  <a:lnTo>
                    <a:pt x="54" y="90"/>
                  </a:lnTo>
                  <a:lnTo>
                    <a:pt x="42" y="96"/>
                  </a:lnTo>
                  <a:lnTo>
                    <a:pt x="24" y="114"/>
                  </a:lnTo>
                  <a:lnTo>
                    <a:pt x="24" y="150"/>
                  </a:lnTo>
                  <a:lnTo>
                    <a:pt x="0" y="126"/>
                  </a:lnTo>
                  <a:lnTo>
                    <a:pt x="36" y="162"/>
                  </a:lnTo>
                  <a:lnTo>
                    <a:pt x="60" y="162"/>
                  </a:lnTo>
                  <a:lnTo>
                    <a:pt x="72" y="192"/>
                  </a:lnTo>
                  <a:lnTo>
                    <a:pt x="102" y="192"/>
                  </a:lnTo>
                  <a:lnTo>
                    <a:pt x="108" y="198"/>
                  </a:lnTo>
                  <a:lnTo>
                    <a:pt x="120" y="222"/>
                  </a:lnTo>
                  <a:lnTo>
                    <a:pt x="132" y="240"/>
                  </a:lnTo>
                  <a:lnTo>
                    <a:pt x="150" y="252"/>
                  </a:lnTo>
                  <a:lnTo>
                    <a:pt x="162" y="270"/>
                  </a:lnTo>
                  <a:lnTo>
                    <a:pt x="180" y="282"/>
                  </a:lnTo>
                  <a:lnTo>
                    <a:pt x="198" y="288"/>
                  </a:lnTo>
                  <a:lnTo>
                    <a:pt x="210" y="294"/>
                  </a:lnTo>
                  <a:lnTo>
                    <a:pt x="228" y="300"/>
                  </a:lnTo>
                  <a:lnTo>
                    <a:pt x="258" y="330"/>
                  </a:lnTo>
                  <a:lnTo>
                    <a:pt x="294" y="342"/>
                  </a:lnTo>
                  <a:lnTo>
                    <a:pt x="300" y="342"/>
                  </a:lnTo>
                  <a:lnTo>
                    <a:pt x="300" y="294"/>
                  </a:lnTo>
                  <a:lnTo>
                    <a:pt x="306" y="288"/>
                  </a:lnTo>
                  <a:lnTo>
                    <a:pt x="306" y="276"/>
                  </a:lnTo>
                  <a:lnTo>
                    <a:pt x="312" y="264"/>
                  </a:lnTo>
                  <a:lnTo>
                    <a:pt x="312" y="25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77" name="Lebanon" descr="© INSCALE GmbH, 05.05.2010&#10;http://www.presentationload.com/">
              <a:extLst>
                <a:ext uri="{FF2B5EF4-FFF2-40B4-BE49-F238E27FC236}">
                  <a16:creationId xmlns:a16="http://schemas.microsoft.com/office/drawing/2014/main" id="{3AC4624C-9FD1-4C76-B5D9-C3370539B72B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522947" y="2084913"/>
              <a:ext cx="36187" cy="51378"/>
            </a:xfrm>
            <a:custGeom>
              <a:avLst/>
              <a:gdLst>
                <a:gd name="T0" fmla="*/ 2147483647 w 108"/>
                <a:gd name="T1" fmla="*/ 2147483647 h 156"/>
                <a:gd name="T2" fmla="*/ 2147483647 w 108"/>
                <a:gd name="T3" fmla="*/ 2147483647 h 156"/>
                <a:gd name="T4" fmla="*/ 2147483647 w 108"/>
                <a:gd name="T5" fmla="*/ 2147483647 h 156"/>
                <a:gd name="T6" fmla="*/ 2147483647 w 108"/>
                <a:gd name="T7" fmla="*/ 2147483647 h 156"/>
                <a:gd name="T8" fmla="*/ 2147483647 w 108"/>
                <a:gd name="T9" fmla="*/ 2147483647 h 156"/>
                <a:gd name="T10" fmla="*/ 2147483647 w 108"/>
                <a:gd name="T11" fmla="*/ 2147483647 h 156"/>
                <a:gd name="T12" fmla="*/ 2147483647 w 108"/>
                <a:gd name="T13" fmla="*/ 2147483647 h 156"/>
                <a:gd name="T14" fmla="*/ 2147483647 w 108"/>
                <a:gd name="T15" fmla="*/ 2147483647 h 156"/>
                <a:gd name="T16" fmla="*/ 2147483647 w 108"/>
                <a:gd name="T17" fmla="*/ 2147483647 h 156"/>
                <a:gd name="T18" fmla="*/ 2147483647 w 108"/>
                <a:gd name="T19" fmla="*/ 2147483647 h 156"/>
                <a:gd name="T20" fmla="*/ 2147483647 w 108"/>
                <a:gd name="T21" fmla="*/ 0 h 156"/>
                <a:gd name="T22" fmla="*/ 2147483647 w 108"/>
                <a:gd name="T23" fmla="*/ 0 h 156"/>
                <a:gd name="T24" fmla="*/ 2147483647 w 108"/>
                <a:gd name="T25" fmla="*/ 0 h 156"/>
                <a:gd name="T26" fmla="*/ 2147483647 w 108"/>
                <a:gd name="T27" fmla="*/ 2147483647 h 156"/>
                <a:gd name="T28" fmla="*/ 2147483647 w 108"/>
                <a:gd name="T29" fmla="*/ 2147483647 h 156"/>
                <a:gd name="T30" fmla="*/ 2147483647 w 108"/>
                <a:gd name="T31" fmla="*/ 2147483647 h 156"/>
                <a:gd name="T32" fmla="*/ 2147483647 w 108"/>
                <a:gd name="T33" fmla="*/ 2147483647 h 156"/>
                <a:gd name="T34" fmla="*/ 2147483647 w 108"/>
                <a:gd name="T35" fmla="*/ 2147483647 h 156"/>
                <a:gd name="T36" fmla="*/ 2147483647 w 108"/>
                <a:gd name="T37" fmla="*/ 2147483647 h 156"/>
                <a:gd name="T38" fmla="*/ 2147483647 w 108"/>
                <a:gd name="T39" fmla="*/ 2147483647 h 156"/>
                <a:gd name="T40" fmla="*/ 2147483647 w 108"/>
                <a:gd name="T41" fmla="*/ 2147483647 h 156"/>
                <a:gd name="T42" fmla="*/ 0 w 108"/>
                <a:gd name="T43" fmla="*/ 2147483647 h 156"/>
                <a:gd name="T44" fmla="*/ 0 w 108"/>
                <a:gd name="T45" fmla="*/ 2147483647 h 156"/>
                <a:gd name="T46" fmla="*/ 2147483647 w 108"/>
                <a:gd name="T47" fmla="*/ 2147483647 h 156"/>
                <a:gd name="T48" fmla="*/ 2147483647 w 108"/>
                <a:gd name="T49" fmla="*/ 2147483647 h 156"/>
                <a:gd name="T50" fmla="*/ 2147483647 w 108"/>
                <a:gd name="T51" fmla="*/ 2147483647 h 156"/>
                <a:gd name="T52" fmla="*/ 2147483647 w 108"/>
                <a:gd name="T53" fmla="*/ 2147483647 h 156"/>
                <a:gd name="T54" fmla="*/ 2147483647 w 108"/>
                <a:gd name="T55" fmla="*/ 2147483647 h 156"/>
                <a:gd name="T56" fmla="*/ 2147483647 w 108"/>
                <a:gd name="T57" fmla="*/ 2147483647 h 156"/>
                <a:gd name="T58" fmla="*/ 2147483647 w 108"/>
                <a:gd name="T59" fmla="*/ 2147483647 h 156"/>
                <a:gd name="T60" fmla="*/ 2147483647 w 108"/>
                <a:gd name="T61" fmla="*/ 2147483647 h 15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08"/>
                <a:gd name="T94" fmla="*/ 0 h 156"/>
                <a:gd name="T95" fmla="*/ 108 w 108"/>
                <a:gd name="T96" fmla="*/ 156 h 15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08" h="156">
                  <a:moveTo>
                    <a:pt x="72" y="96"/>
                  </a:moveTo>
                  <a:lnTo>
                    <a:pt x="72" y="72"/>
                  </a:lnTo>
                  <a:lnTo>
                    <a:pt x="78" y="66"/>
                  </a:lnTo>
                  <a:lnTo>
                    <a:pt x="84" y="66"/>
                  </a:lnTo>
                  <a:lnTo>
                    <a:pt x="96" y="60"/>
                  </a:lnTo>
                  <a:lnTo>
                    <a:pt x="102" y="60"/>
                  </a:lnTo>
                  <a:lnTo>
                    <a:pt x="108" y="48"/>
                  </a:lnTo>
                  <a:lnTo>
                    <a:pt x="108" y="30"/>
                  </a:lnTo>
                  <a:lnTo>
                    <a:pt x="102" y="18"/>
                  </a:lnTo>
                  <a:lnTo>
                    <a:pt x="96" y="12"/>
                  </a:lnTo>
                  <a:lnTo>
                    <a:pt x="102" y="0"/>
                  </a:lnTo>
                  <a:lnTo>
                    <a:pt x="54" y="0"/>
                  </a:lnTo>
                  <a:lnTo>
                    <a:pt x="60" y="0"/>
                  </a:lnTo>
                  <a:lnTo>
                    <a:pt x="60" y="6"/>
                  </a:lnTo>
                  <a:lnTo>
                    <a:pt x="54" y="6"/>
                  </a:lnTo>
                  <a:lnTo>
                    <a:pt x="48" y="18"/>
                  </a:lnTo>
                  <a:lnTo>
                    <a:pt x="36" y="24"/>
                  </a:lnTo>
                  <a:lnTo>
                    <a:pt x="30" y="30"/>
                  </a:lnTo>
                  <a:lnTo>
                    <a:pt x="18" y="66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0" y="114"/>
                  </a:lnTo>
                  <a:lnTo>
                    <a:pt x="0" y="156"/>
                  </a:lnTo>
                  <a:lnTo>
                    <a:pt x="12" y="150"/>
                  </a:lnTo>
                  <a:lnTo>
                    <a:pt x="24" y="126"/>
                  </a:lnTo>
                  <a:lnTo>
                    <a:pt x="30" y="132"/>
                  </a:lnTo>
                  <a:lnTo>
                    <a:pt x="36" y="132"/>
                  </a:lnTo>
                  <a:lnTo>
                    <a:pt x="42" y="126"/>
                  </a:lnTo>
                  <a:lnTo>
                    <a:pt x="48" y="114"/>
                  </a:lnTo>
                  <a:lnTo>
                    <a:pt x="48" y="102"/>
                  </a:lnTo>
                  <a:lnTo>
                    <a:pt x="72" y="9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78" name="Lesotho" descr="© INSCALE GmbH, 05.05.2010&#10;http://www.presentationload.com/">
              <a:extLst>
                <a:ext uri="{FF2B5EF4-FFF2-40B4-BE49-F238E27FC236}">
                  <a16:creationId xmlns:a16="http://schemas.microsoft.com/office/drawing/2014/main" id="{6FC1D3B8-874C-4ECF-9DD8-CFD3271BE263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352347" y="3759823"/>
              <a:ext cx="55575" cy="53947"/>
            </a:xfrm>
            <a:custGeom>
              <a:avLst/>
              <a:gdLst>
                <a:gd name="T0" fmla="*/ 0 w 168"/>
                <a:gd name="T1" fmla="*/ 2147483647 h 162"/>
                <a:gd name="T2" fmla="*/ 2147483647 w 168"/>
                <a:gd name="T3" fmla="*/ 2147483647 h 162"/>
                <a:gd name="T4" fmla="*/ 2147483647 w 168"/>
                <a:gd name="T5" fmla="*/ 2147483647 h 162"/>
                <a:gd name="T6" fmla="*/ 2147483647 w 168"/>
                <a:gd name="T7" fmla="*/ 2147483647 h 162"/>
                <a:gd name="T8" fmla="*/ 2147483647 w 168"/>
                <a:gd name="T9" fmla="*/ 2147483647 h 162"/>
                <a:gd name="T10" fmla="*/ 2147483647 w 168"/>
                <a:gd name="T11" fmla="*/ 2147483647 h 162"/>
                <a:gd name="T12" fmla="*/ 2147483647 w 168"/>
                <a:gd name="T13" fmla="*/ 2147483647 h 162"/>
                <a:gd name="T14" fmla="*/ 2147483647 w 168"/>
                <a:gd name="T15" fmla="*/ 2147483647 h 162"/>
                <a:gd name="T16" fmla="*/ 2147483647 w 168"/>
                <a:gd name="T17" fmla="*/ 2147483647 h 162"/>
                <a:gd name="T18" fmla="*/ 2147483647 w 168"/>
                <a:gd name="T19" fmla="*/ 2147483647 h 162"/>
                <a:gd name="T20" fmla="*/ 2147483647 w 168"/>
                <a:gd name="T21" fmla="*/ 2147483647 h 162"/>
                <a:gd name="T22" fmla="*/ 2147483647 w 168"/>
                <a:gd name="T23" fmla="*/ 2147483647 h 162"/>
                <a:gd name="T24" fmla="*/ 2147483647 w 168"/>
                <a:gd name="T25" fmla="*/ 2147483647 h 162"/>
                <a:gd name="T26" fmla="*/ 2147483647 w 168"/>
                <a:gd name="T27" fmla="*/ 2147483647 h 162"/>
                <a:gd name="T28" fmla="*/ 2147483647 w 168"/>
                <a:gd name="T29" fmla="*/ 2147483647 h 162"/>
                <a:gd name="T30" fmla="*/ 2147483647 w 168"/>
                <a:gd name="T31" fmla="*/ 2147483647 h 162"/>
                <a:gd name="T32" fmla="*/ 2147483647 w 168"/>
                <a:gd name="T33" fmla="*/ 2147483647 h 162"/>
                <a:gd name="T34" fmla="*/ 2147483647 w 168"/>
                <a:gd name="T35" fmla="*/ 2147483647 h 162"/>
                <a:gd name="T36" fmla="*/ 2147483647 w 168"/>
                <a:gd name="T37" fmla="*/ 2147483647 h 162"/>
                <a:gd name="T38" fmla="*/ 2147483647 w 168"/>
                <a:gd name="T39" fmla="*/ 2147483647 h 162"/>
                <a:gd name="T40" fmla="*/ 2147483647 w 168"/>
                <a:gd name="T41" fmla="*/ 2147483647 h 162"/>
                <a:gd name="T42" fmla="*/ 2147483647 w 168"/>
                <a:gd name="T43" fmla="*/ 0 h 162"/>
                <a:gd name="T44" fmla="*/ 2147483647 w 168"/>
                <a:gd name="T45" fmla="*/ 0 h 162"/>
                <a:gd name="T46" fmla="*/ 2147483647 w 168"/>
                <a:gd name="T47" fmla="*/ 2147483647 h 162"/>
                <a:gd name="T48" fmla="*/ 2147483647 w 168"/>
                <a:gd name="T49" fmla="*/ 2147483647 h 162"/>
                <a:gd name="T50" fmla="*/ 2147483647 w 168"/>
                <a:gd name="T51" fmla="*/ 2147483647 h 162"/>
                <a:gd name="T52" fmla="*/ 2147483647 w 168"/>
                <a:gd name="T53" fmla="*/ 2147483647 h 162"/>
                <a:gd name="T54" fmla="*/ 2147483647 w 168"/>
                <a:gd name="T55" fmla="*/ 2147483647 h 162"/>
                <a:gd name="T56" fmla="*/ 2147483647 w 168"/>
                <a:gd name="T57" fmla="*/ 2147483647 h 162"/>
                <a:gd name="T58" fmla="*/ 2147483647 w 168"/>
                <a:gd name="T59" fmla="*/ 2147483647 h 162"/>
                <a:gd name="T60" fmla="*/ 0 w 168"/>
                <a:gd name="T61" fmla="*/ 2147483647 h 16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68"/>
                <a:gd name="T94" fmla="*/ 0 h 162"/>
                <a:gd name="T95" fmla="*/ 168 w 168"/>
                <a:gd name="T96" fmla="*/ 162 h 162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68" h="162">
                  <a:moveTo>
                    <a:pt x="0" y="78"/>
                  </a:moveTo>
                  <a:lnTo>
                    <a:pt x="24" y="114"/>
                  </a:lnTo>
                  <a:lnTo>
                    <a:pt x="24" y="132"/>
                  </a:lnTo>
                  <a:lnTo>
                    <a:pt x="54" y="162"/>
                  </a:lnTo>
                  <a:lnTo>
                    <a:pt x="72" y="162"/>
                  </a:lnTo>
                  <a:lnTo>
                    <a:pt x="72" y="150"/>
                  </a:lnTo>
                  <a:lnTo>
                    <a:pt x="78" y="144"/>
                  </a:lnTo>
                  <a:lnTo>
                    <a:pt x="84" y="132"/>
                  </a:lnTo>
                  <a:lnTo>
                    <a:pt x="90" y="126"/>
                  </a:lnTo>
                  <a:lnTo>
                    <a:pt x="102" y="120"/>
                  </a:lnTo>
                  <a:lnTo>
                    <a:pt x="120" y="120"/>
                  </a:lnTo>
                  <a:lnTo>
                    <a:pt x="132" y="114"/>
                  </a:lnTo>
                  <a:lnTo>
                    <a:pt x="138" y="108"/>
                  </a:lnTo>
                  <a:lnTo>
                    <a:pt x="150" y="102"/>
                  </a:lnTo>
                  <a:lnTo>
                    <a:pt x="144" y="84"/>
                  </a:lnTo>
                  <a:lnTo>
                    <a:pt x="168" y="66"/>
                  </a:lnTo>
                  <a:lnTo>
                    <a:pt x="162" y="42"/>
                  </a:lnTo>
                  <a:lnTo>
                    <a:pt x="150" y="36"/>
                  </a:lnTo>
                  <a:lnTo>
                    <a:pt x="144" y="24"/>
                  </a:lnTo>
                  <a:lnTo>
                    <a:pt x="138" y="18"/>
                  </a:lnTo>
                  <a:lnTo>
                    <a:pt x="132" y="6"/>
                  </a:lnTo>
                  <a:lnTo>
                    <a:pt x="126" y="0"/>
                  </a:lnTo>
                  <a:lnTo>
                    <a:pt x="90" y="0"/>
                  </a:lnTo>
                  <a:lnTo>
                    <a:pt x="78" y="6"/>
                  </a:lnTo>
                  <a:lnTo>
                    <a:pt x="78" y="18"/>
                  </a:lnTo>
                  <a:lnTo>
                    <a:pt x="54" y="18"/>
                  </a:lnTo>
                  <a:lnTo>
                    <a:pt x="48" y="24"/>
                  </a:lnTo>
                  <a:lnTo>
                    <a:pt x="48" y="42"/>
                  </a:lnTo>
                  <a:lnTo>
                    <a:pt x="30" y="60"/>
                  </a:lnTo>
                  <a:lnTo>
                    <a:pt x="24" y="78"/>
                  </a:lnTo>
                  <a:lnTo>
                    <a:pt x="0" y="7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79" name="Latvia" descr="© INSCALE GmbH, 05.05.2010&#10;http://www.presentationload.com/">
              <a:extLst>
                <a:ext uri="{FF2B5EF4-FFF2-40B4-BE49-F238E27FC236}">
                  <a16:creationId xmlns:a16="http://schemas.microsoft.com/office/drawing/2014/main" id="{8D6EFBC6-8505-43C5-BD1B-1F066ACEBE5E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181749" y="1479941"/>
              <a:ext cx="140873" cy="59085"/>
            </a:xfrm>
            <a:custGeom>
              <a:avLst/>
              <a:gdLst>
                <a:gd name="T0" fmla="*/ 2147483647 w 426"/>
                <a:gd name="T1" fmla="*/ 2147483647 h 180"/>
                <a:gd name="T2" fmla="*/ 2147483647 w 426"/>
                <a:gd name="T3" fmla="*/ 2147483647 h 180"/>
                <a:gd name="T4" fmla="*/ 2147483647 w 426"/>
                <a:gd name="T5" fmla="*/ 2147483647 h 180"/>
                <a:gd name="T6" fmla="*/ 2147483647 w 426"/>
                <a:gd name="T7" fmla="*/ 2147483647 h 180"/>
                <a:gd name="T8" fmla="*/ 2147483647 w 426"/>
                <a:gd name="T9" fmla="*/ 2147483647 h 180"/>
                <a:gd name="T10" fmla="*/ 2147483647 w 426"/>
                <a:gd name="T11" fmla="*/ 2147483647 h 180"/>
                <a:gd name="T12" fmla="*/ 2147483647 w 426"/>
                <a:gd name="T13" fmla="*/ 2147483647 h 180"/>
                <a:gd name="T14" fmla="*/ 2147483647 w 426"/>
                <a:gd name="T15" fmla="*/ 2147483647 h 180"/>
                <a:gd name="T16" fmla="*/ 2147483647 w 426"/>
                <a:gd name="T17" fmla="*/ 2147483647 h 180"/>
                <a:gd name="T18" fmla="*/ 2147483647 w 426"/>
                <a:gd name="T19" fmla="*/ 2147483647 h 180"/>
                <a:gd name="T20" fmla="*/ 2147483647 w 426"/>
                <a:gd name="T21" fmla="*/ 2147483647 h 180"/>
                <a:gd name="T22" fmla="*/ 2147483647 w 426"/>
                <a:gd name="T23" fmla="*/ 2147483647 h 180"/>
                <a:gd name="T24" fmla="*/ 2147483647 w 426"/>
                <a:gd name="T25" fmla="*/ 2147483647 h 180"/>
                <a:gd name="T26" fmla="*/ 2147483647 w 426"/>
                <a:gd name="T27" fmla="*/ 2147483647 h 180"/>
                <a:gd name="T28" fmla="*/ 2147483647 w 426"/>
                <a:gd name="T29" fmla="*/ 2147483647 h 180"/>
                <a:gd name="T30" fmla="*/ 2147483647 w 426"/>
                <a:gd name="T31" fmla="*/ 2147483647 h 180"/>
                <a:gd name="T32" fmla="*/ 2147483647 w 426"/>
                <a:gd name="T33" fmla="*/ 2147483647 h 180"/>
                <a:gd name="T34" fmla="*/ 2147483647 w 426"/>
                <a:gd name="T35" fmla="*/ 2147483647 h 180"/>
                <a:gd name="T36" fmla="*/ 2147483647 w 426"/>
                <a:gd name="T37" fmla="*/ 2147483647 h 180"/>
                <a:gd name="T38" fmla="*/ 2147483647 w 426"/>
                <a:gd name="T39" fmla="*/ 2147483647 h 180"/>
                <a:gd name="T40" fmla="*/ 2147483647 w 426"/>
                <a:gd name="T41" fmla="*/ 2147483647 h 180"/>
                <a:gd name="T42" fmla="*/ 2147483647 w 426"/>
                <a:gd name="T43" fmla="*/ 2147483647 h 180"/>
                <a:gd name="T44" fmla="*/ 2147483647 w 426"/>
                <a:gd name="T45" fmla="*/ 2147483647 h 180"/>
                <a:gd name="T46" fmla="*/ 2147483647 w 426"/>
                <a:gd name="T47" fmla="*/ 2147483647 h 180"/>
                <a:gd name="T48" fmla="*/ 2147483647 w 426"/>
                <a:gd name="T49" fmla="*/ 2147483647 h 180"/>
                <a:gd name="T50" fmla="*/ 2147483647 w 426"/>
                <a:gd name="T51" fmla="*/ 2147483647 h 180"/>
                <a:gd name="T52" fmla="*/ 2147483647 w 426"/>
                <a:gd name="T53" fmla="*/ 2147483647 h 180"/>
                <a:gd name="T54" fmla="*/ 2147483647 w 426"/>
                <a:gd name="T55" fmla="*/ 2147483647 h 180"/>
                <a:gd name="T56" fmla="*/ 2147483647 w 426"/>
                <a:gd name="T57" fmla="*/ 2147483647 h 180"/>
                <a:gd name="T58" fmla="*/ 2147483647 w 426"/>
                <a:gd name="T59" fmla="*/ 2147483647 h 180"/>
                <a:gd name="T60" fmla="*/ 2147483647 w 426"/>
                <a:gd name="T61" fmla="*/ 0 h 180"/>
                <a:gd name="T62" fmla="*/ 2147483647 w 426"/>
                <a:gd name="T63" fmla="*/ 2147483647 h 180"/>
                <a:gd name="T64" fmla="*/ 2147483647 w 426"/>
                <a:gd name="T65" fmla="*/ 2147483647 h 180"/>
                <a:gd name="T66" fmla="*/ 2147483647 w 426"/>
                <a:gd name="T67" fmla="*/ 2147483647 h 180"/>
                <a:gd name="T68" fmla="*/ 2147483647 w 426"/>
                <a:gd name="T69" fmla="*/ 2147483647 h 180"/>
                <a:gd name="T70" fmla="*/ 2147483647 w 426"/>
                <a:gd name="T71" fmla="*/ 2147483647 h 180"/>
                <a:gd name="T72" fmla="*/ 2147483647 w 426"/>
                <a:gd name="T73" fmla="*/ 2147483647 h 180"/>
                <a:gd name="T74" fmla="*/ 2147483647 w 426"/>
                <a:gd name="T75" fmla="*/ 2147483647 h 180"/>
                <a:gd name="T76" fmla="*/ 2147483647 w 426"/>
                <a:gd name="T77" fmla="*/ 2147483647 h 180"/>
                <a:gd name="T78" fmla="*/ 2147483647 w 426"/>
                <a:gd name="T79" fmla="*/ 2147483647 h 180"/>
                <a:gd name="T80" fmla="*/ 2147483647 w 426"/>
                <a:gd name="T81" fmla="*/ 2147483647 h 180"/>
                <a:gd name="T82" fmla="*/ 2147483647 w 426"/>
                <a:gd name="T83" fmla="*/ 2147483647 h 180"/>
                <a:gd name="T84" fmla="*/ 0 w 426"/>
                <a:gd name="T85" fmla="*/ 2147483647 h 180"/>
                <a:gd name="T86" fmla="*/ 2147483647 w 426"/>
                <a:gd name="T87" fmla="*/ 2147483647 h 18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26"/>
                <a:gd name="T133" fmla="*/ 0 h 180"/>
                <a:gd name="T134" fmla="*/ 426 w 426"/>
                <a:gd name="T135" fmla="*/ 180 h 18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26" h="180">
                  <a:moveTo>
                    <a:pt x="6" y="144"/>
                  </a:moveTo>
                  <a:lnTo>
                    <a:pt x="6" y="138"/>
                  </a:lnTo>
                  <a:lnTo>
                    <a:pt x="12" y="138"/>
                  </a:lnTo>
                  <a:lnTo>
                    <a:pt x="24" y="132"/>
                  </a:lnTo>
                  <a:lnTo>
                    <a:pt x="66" y="132"/>
                  </a:lnTo>
                  <a:lnTo>
                    <a:pt x="78" y="120"/>
                  </a:lnTo>
                  <a:lnTo>
                    <a:pt x="96" y="120"/>
                  </a:lnTo>
                  <a:lnTo>
                    <a:pt x="102" y="126"/>
                  </a:lnTo>
                  <a:lnTo>
                    <a:pt x="108" y="126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6" y="126"/>
                  </a:lnTo>
                  <a:lnTo>
                    <a:pt x="132" y="126"/>
                  </a:lnTo>
                  <a:lnTo>
                    <a:pt x="144" y="132"/>
                  </a:lnTo>
                  <a:lnTo>
                    <a:pt x="150" y="132"/>
                  </a:lnTo>
                  <a:lnTo>
                    <a:pt x="156" y="138"/>
                  </a:lnTo>
                  <a:lnTo>
                    <a:pt x="162" y="138"/>
                  </a:lnTo>
                  <a:lnTo>
                    <a:pt x="168" y="132"/>
                  </a:lnTo>
                  <a:lnTo>
                    <a:pt x="180" y="132"/>
                  </a:lnTo>
                  <a:lnTo>
                    <a:pt x="186" y="138"/>
                  </a:lnTo>
                  <a:lnTo>
                    <a:pt x="204" y="138"/>
                  </a:lnTo>
                  <a:lnTo>
                    <a:pt x="216" y="126"/>
                  </a:lnTo>
                  <a:lnTo>
                    <a:pt x="228" y="126"/>
                  </a:lnTo>
                  <a:lnTo>
                    <a:pt x="234" y="132"/>
                  </a:lnTo>
                  <a:lnTo>
                    <a:pt x="240" y="144"/>
                  </a:lnTo>
                  <a:lnTo>
                    <a:pt x="270" y="144"/>
                  </a:lnTo>
                  <a:lnTo>
                    <a:pt x="282" y="150"/>
                  </a:lnTo>
                  <a:lnTo>
                    <a:pt x="288" y="150"/>
                  </a:lnTo>
                  <a:lnTo>
                    <a:pt x="300" y="162"/>
                  </a:lnTo>
                  <a:lnTo>
                    <a:pt x="318" y="174"/>
                  </a:lnTo>
                  <a:lnTo>
                    <a:pt x="336" y="180"/>
                  </a:lnTo>
                  <a:lnTo>
                    <a:pt x="360" y="168"/>
                  </a:lnTo>
                  <a:lnTo>
                    <a:pt x="378" y="168"/>
                  </a:lnTo>
                  <a:lnTo>
                    <a:pt x="384" y="174"/>
                  </a:lnTo>
                  <a:lnTo>
                    <a:pt x="390" y="168"/>
                  </a:lnTo>
                  <a:lnTo>
                    <a:pt x="396" y="168"/>
                  </a:lnTo>
                  <a:lnTo>
                    <a:pt x="402" y="162"/>
                  </a:lnTo>
                  <a:lnTo>
                    <a:pt x="408" y="150"/>
                  </a:lnTo>
                  <a:lnTo>
                    <a:pt x="414" y="144"/>
                  </a:lnTo>
                  <a:lnTo>
                    <a:pt x="420" y="150"/>
                  </a:lnTo>
                  <a:lnTo>
                    <a:pt x="426" y="150"/>
                  </a:lnTo>
                  <a:lnTo>
                    <a:pt x="426" y="126"/>
                  </a:lnTo>
                  <a:lnTo>
                    <a:pt x="414" y="114"/>
                  </a:lnTo>
                  <a:lnTo>
                    <a:pt x="408" y="102"/>
                  </a:lnTo>
                  <a:lnTo>
                    <a:pt x="402" y="96"/>
                  </a:lnTo>
                  <a:lnTo>
                    <a:pt x="378" y="90"/>
                  </a:lnTo>
                  <a:lnTo>
                    <a:pt x="384" y="72"/>
                  </a:lnTo>
                  <a:lnTo>
                    <a:pt x="402" y="72"/>
                  </a:lnTo>
                  <a:lnTo>
                    <a:pt x="402" y="66"/>
                  </a:lnTo>
                  <a:lnTo>
                    <a:pt x="396" y="60"/>
                  </a:lnTo>
                  <a:lnTo>
                    <a:pt x="384" y="54"/>
                  </a:lnTo>
                  <a:lnTo>
                    <a:pt x="372" y="42"/>
                  </a:lnTo>
                  <a:lnTo>
                    <a:pt x="354" y="42"/>
                  </a:lnTo>
                  <a:lnTo>
                    <a:pt x="348" y="36"/>
                  </a:lnTo>
                  <a:lnTo>
                    <a:pt x="330" y="36"/>
                  </a:lnTo>
                  <a:lnTo>
                    <a:pt x="324" y="42"/>
                  </a:lnTo>
                  <a:lnTo>
                    <a:pt x="306" y="42"/>
                  </a:lnTo>
                  <a:lnTo>
                    <a:pt x="288" y="24"/>
                  </a:lnTo>
                  <a:lnTo>
                    <a:pt x="276" y="18"/>
                  </a:lnTo>
                  <a:lnTo>
                    <a:pt x="270" y="12"/>
                  </a:lnTo>
                  <a:lnTo>
                    <a:pt x="246" y="0"/>
                  </a:lnTo>
                  <a:lnTo>
                    <a:pt x="216" y="0"/>
                  </a:lnTo>
                  <a:lnTo>
                    <a:pt x="186" y="12"/>
                  </a:lnTo>
                  <a:lnTo>
                    <a:pt x="174" y="12"/>
                  </a:lnTo>
                  <a:lnTo>
                    <a:pt x="180" y="24"/>
                  </a:lnTo>
                  <a:lnTo>
                    <a:pt x="180" y="30"/>
                  </a:lnTo>
                  <a:lnTo>
                    <a:pt x="186" y="42"/>
                  </a:lnTo>
                  <a:lnTo>
                    <a:pt x="186" y="60"/>
                  </a:lnTo>
                  <a:lnTo>
                    <a:pt x="192" y="66"/>
                  </a:lnTo>
                  <a:lnTo>
                    <a:pt x="186" y="78"/>
                  </a:lnTo>
                  <a:lnTo>
                    <a:pt x="156" y="78"/>
                  </a:lnTo>
                  <a:lnTo>
                    <a:pt x="138" y="72"/>
                  </a:lnTo>
                  <a:lnTo>
                    <a:pt x="126" y="72"/>
                  </a:lnTo>
                  <a:lnTo>
                    <a:pt x="114" y="54"/>
                  </a:lnTo>
                  <a:lnTo>
                    <a:pt x="84" y="24"/>
                  </a:lnTo>
                  <a:lnTo>
                    <a:pt x="72" y="24"/>
                  </a:lnTo>
                  <a:lnTo>
                    <a:pt x="60" y="30"/>
                  </a:lnTo>
                  <a:lnTo>
                    <a:pt x="48" y="30"/>
                  </a:lnTo>
                  <a:lnTo>
                    <a:pt x="36" y="36"/>
                  </a:lnTo>
                  <a:lnTo>
                    <a:pt x="30" y="42"/>
                  </a:lnTo>
                  <a:lnTo>
                    <a:pt x="24" y="54"/>
                  </a:lnTo>
                  <a:lnTo>
                    <a:pt x="24" y="66"/>
                  </a:lnTo>
                  <a:lnTo>
                    <a:pt x="18" y="78"/>
                  </a:lnTo>
                  <a:lnTo>
                    <a:pt x="6" y="84"/>
                  </a:lnTo>
                  <a:lnTo>
                    <a:pt x="0" y="96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6" y="150"/>
                  </a:lnTo>
                  <a:lnTo>
                    <a:pt x="6" y="14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80" name="Laos" descr="© INSCALE GmbH, 05.05.2010&#10;http://www.presentationload.com/">
              <a:extLst>
                <a:ext uri="{FF2B5EF4-FFF2-40B4-BE49-F238E27FC236}">
                  <a16:creationId xmlns:a16="http://schemas.microsoft.com/office/drawing/2014/main" id="{17D1C598-82FB-4D65-8921-E2562F31675E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6047998" y="2406022"/>
              <a:ext cx="199032" cy="228630"/>
            </a:xfrm>
            <a:custGeom>
              <a:avLst/>
              <a:gdLst>
                <a:gd name="T0" fmla="*/ 2147483647 w 600"/>
                <a:gd name="T1" fmla="*/ 2147483647 h 696"/>
                <a:gd name="T2" fmla="*/ 2147483647 w 600"/>
                <a:gd name="T3" fmla="*/ 2147483647 h 696"/>
                <a:gd name="T4" fmla="*/ 2147483647 w 600"/>
                <a:gd name="T5" fmla="*/ 2147483647 h 696"/>
                <a:gd name="T6" fmla="*/ 2147483647 w 600"/>
                <a:gd name="T7" fmla="*/ 2147483647 h 696"/>
                <a:gd name="T8" fmla="*/ 2147483647 w 600"/>
                <a:gd name="T9" fmla="*/ 2147483647 h 696"/>
                <a:gd name="T10" fmla="*/ 2147483647 w 600"/>
                <a:gd name="T11" fmla="*/ 2147483647 h 696"/>
                <a:gd name="T12" fmla="*/ 2147483647 w 600"/>
                <a:gd name="T13" fmla="*/ 2147483647 h 696"/>
                <a:gd name="T14" fmla="*/ 2147483647 w 600"/>
                <a:gd name="T15" fmla="*/ 2147483647 h 696"/>
                <a:gd name="T16" fmla="*/ 2147483647 w 600"/>
                <a:gd name="T17" fmla="*/ 2147483647 h 696"/>
                <a:gd name="T18" fmla="*/ 2147483647 w 600"/>
                <a:gd name="T19" fmla="*/ 2147483647 h 696"/>
                <a:gd name="T20" fmla="*/ 2147483647 w 600"/>
                <a:gd name="T21" fmla="*/ 2147483647 h 696"/>
                <a:gd name="T22" fmla="*/ 2147483647 w 600"/>
                <a:gd name="T23" fmla="*/ 2147483647 h 696"/>
                <a:gd name="T24" fmla="*/ 2147483647 w 600"/>
                <a:gd name="T25" fmla="*/ 2147483647 h 696"/>
                <a:gd name="T26" fmla="*/ 2147483647 w 600"/>
                <a:gd name="T27" fmla="*/ 2147483647 h 696"/>
                <a:gd name="T28" fmla="*/ 2147483647 w 600"/>
                <a:gd name="T29" fmla="*/ 2147483647 h 696"/>
                <a:gd name="T30" fmla="*/ 2147483647 w 600"/>
                <a:gd name="T31" fmla="*/ 2147483647 h 696"/>
                <a:gd name="T32" fmla="*/ 2147483647 w 600"/>
                <a:gd name="T33" fmla="*/ 2147483647 h 696"/>
                <a:gd name="T34" fmla="*/ 2147483647 w 600"/>
                <a:gd name="T35" fmla="*/ 2147483647 h 696"/>
                <a:gd name="T36" fmla="*/ 2147483647 w 600"/>
                <a:gd name="T37" fmla="*/ 2147483647 h 696"/>
                <a:gd name="T38" fmla="*/ 2147483647 w 600"/>
                <a:gd name="T39" fmla="*/ 2147483647 h 696"/>
                <a:gd name="T40" fmla="*/ 2147483647 w 600"/>
                <a:gd name="T41" fmla="*/ 2147483647 h 696"/>
                <a:gd name="T42" fmla="*/ 2147483647 w 600"/>
                <a:gd name="T43" fmla="*/ 2147483647 h 696"/>
                <a:gd name="T44" fmla="*/ 2147483647 w 600"/>
                <a:gd name="T45" fmla="*/ 2147483647 h 696"/>
                <a:gd name="T46" fmla="*/ 2147483647 w 600"/>
                <a:gd name="T47" fmla="*/ 2147483647 h 696"/>
                <a:gd name="T48" fmla="*/ 2147483647 w 600"/>
                <a:gd name="T49" fmla="*/ 2147483647 h 696"/>
                <a:gd name="T50" fmla="*/ 2147483647 w 600"/>
                <a:gd name="T51" fmla="*/ 2147483647 h 696"/>
                <a:gd name="T52" fmla="*/ 2147483647 w 600"/>
                <a:gd name="T53" fmla="*/ 2147483647 h 696"/>
                <a:gd name="T54" fmla="*/ 2147483647 w 600"/>
                <a:gd name="T55" fmla="*/ 2147483647 h 696"/>
                <a:gd name="T56" fmla="*/ 2147483647 w 600"/>
                <a:gd name="T57" fmla="*/ 2147483647 h 696"/>
                <a:gd name="T58" fmla="*/ 2147483647 w 600"/>
                <a:gd name="T59" fmla="*/ 2147483647 h 696"/>
                <a:gd name="T60" fmla="*/ 2147483647 w 600"/>
                <a:gd name="T61" fmla="*/ 2147483647 h 696"/>
                <a:gd name="T62" fmla="*/ 2147483647 w 600"/>
                <a:gd name="T63" fmla="*/ 2147483647 h 696"/>
                <a:gd name="T64" fmla="*/ 2147483647 w 600"/>
                <a:gd name="T65" fmla="*/ 2147483647 h 696"/>
                <a:gd name="T66" fmla="*/ 2147483647 w 600"/>
                <a:gd name="T67" fmla="*/ 2147483647 h 696"/>
                <a:gd name="T68" fmla="*/ 2147483647 w 600"/>
                <a:gd name="T69" fmla="*/ 2147483647 h 696"/>
                <a:gd name="T70" fmla="*/ 2147483647 w 600"/>
                <a:gd name="T71" fmla="*/ 2147483647 h 696"/>
                <a:gd name="T72" fmla="*/ 2147483647 w 600"/>
                <a:gd name="T73" fmla="*/ 2147483647 h 696"/>
                <a:gd name="T74" fmla="*/ 2147483647 w 600"/>
                <a:gd name="T75" fmla="*/ 2147483647 h 696"/>
                <a:gd name="T76" fmla="*/ 2147483647 w 600"/>
                <a:gd name="T77" fmla="*/ 2147483647 h 696"/>
                <a:gd name="T78" fmla="*/ 2147483647 w 600"/>
                <a:gd name="T79" fmla="*/ 2147483647 h 696"/>
                <a:gd name="T80" fmla="*/ 2147483647 w 600"/>
                <a:gd name="T81" fmla="*/ 2147483647 h 696"/>
                <a:gd name="T82" fmla="*/ 2147483647 w 600"/>
                <a:gd name="T83" fmla="*/ 2147483647 h 696"/>
                <a:gd name="T84" fmla="*/ 2147483647 w 600"/>
                <a:gd name="T85" fmla="*/ 2147483647 h 696"/>
                <a:gd name="T86" fmla="*/ 2147483647 w 600"/>
                <a:gd name="T87" fmla="*/ 2147483647 h 696"/>
                <a:gd name="T88" fmla="*/ 2147483647 w 600"/>
                <a:gd name="T89" fmla="*/ 2147483647 h 696"/>
                <a:gd name="T90" fmla="*/ 2147483647 w 600"/>
                <a:gd name="T91" fmla="*/ 2147483647 h 696"/>
                <a:gd name="T92" fmla="*/ 2147483647 w 600"/>
                <a:gd name="T93" fmla="*/ 2147483647 h 696"/>
                <a:gd name="T94" fmla="*/ 2147483647 w 600"/>
                <a:gd name="T95" fmla="*/ 2147483647 h 696"/>
                <a:gd name="T96" fmla="*/ 2147483647 w 600"/>
                <a:gd name="T97" fmla="*/ 2147483647 h 696"/>
                <a:gd name="T98" fmla="*/ 2147483647 w 600"/>
                <a:gd name="T99" fmla="*/ 2147483647 h 696"/>
                <a:gd name="T100" fmla="*/ 2147483647 w 600"/>
                <a:gd name="T101" fmla="*/ 2147483647 h 696"/>
                <a:gd name="T102" fmla="*/ 2147483647 w 600"/>
                <a:gd name="T103" fmla="*/ 2147483647 h 696"/>
                <a:gd name="T104" fmla="*/ 2147483647 w 600"/>
                <a:gd name="T105" fmla="*/ 2147483647 h 696"/>
                <a:gd name="T106" fmla="*/ 2147483647 w 600"/>
                <a:gd name="T107" fmla="*/ 2147483647 h 696"/>
                <a:gd name="T108" fmla="*/ 2147483647 w 600"/>
                <a:gd name="T109" fmla="*/ 2147483647 h 696"/>
                <a:gd name="T110" fmla="*/ 2147483647 w 600"/>
                <a:gd name="T111" fmla="*/ 2147483647 h 696"/>
                <a:gd name="T112" fmla="*/ 2147483647 w 600"/>
                <a:gd name="T113" fmla="*/ 2147483647 h 696"/>
                <a:gd name="T114" fmla="*/ 2147483647 w 600"/>
                <a:gd name="T115" fmla="*/ 2147483647 h 696"/>
                <a:gd name="T116" fmla="*/ 2147483647 w 600"/>
                <a:gd name="T117" fmla="*/ 2147483647 h 696"/>
                <a:gd name="T118" fmla="*/ 0 w 600"/>
                <a:gd name="T119" fmla="*/ 2147483647 h 696"/>
                <a:gd name="T120" fmla="*/ 2147483647 w 600"/>
                <a:gd name="T121" fmla="*/ 2147483647 h 69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00"/>
                <a:gd name="T184" fmla="*/ 0 h 696"/>
                <a:gd name="T185" fmla="*/ 600 w 600"/>
                <a:gd name="T186" fmla="*/ 696 h 69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00" h="696">
                  <a:moveTo>
                    <a:pt x="24" y="180"/>
                  </a:moveTo>
                  <a:lnTo>
                    <a:pt x="36" y="180"/>
                  </a:lnTo>
                  <a:lnTo>
                    <a:pt x="42" y="186"/>
                  </a:lnTo>
                  <a:lnTo>
                    <a:pt x="42" y="198"/>
                  </a:lnTo>
                  <a:lnTo>
                    <a:pt x="36" y="204"/>
                  </a:lnTo>
                  <a:lnTo>
                    <a:pt x="36" y="228"/>
                  </a:lnTo>
                  <a:lnTo>
                    <a:pt x="42" y="240"/>
                  </a:lnTo>
                  <a:lnTo>
                    <a:pt x="48" y="246"/>
                  </a:lnTo>
                  <a:lnTo>
                    <a:pt x="66" y="246"/>
                  </a:lnTo>
                  <a:lnTo>
                    <a:pt x="66" y="234"/>
                  </a:lnTo>
                  <a:lnTo>
                    <a:pt x="78" y="234"/>
                  </a:lnTo>
                  <a:lnTo>
                    <a:pt x="84" y="228"/>
                  </a:lnTo>
                  <a:lnTo>
                    <a:pt x="90" y="228"/>
                  </a:lnTo>
                  <a:lnTo>
                    <a:pt x="102" y="234"/>
                  </a:lnTo>
                  <a:lnTo>
                    <a:pt x="102" y="264"/>
                  </a:lnTo>
                  <a:lnTo>
                    <a:pt x="96" y="270"/>
                  </a:lnTo>
                  <a:lnTo>
                    <a:pt x="102" y="276"/>
                  </a:lnTo>
                  <a:lnTo>
                    <a:pt x="108" y="288"/>
                  </a:lnTo>
                  <a:lnTo>
                    <a:pt x="108" y="300"/>
                  </a:lnTo>
                  <a:lnTo>
                    <a:pt x="102" y="312"/>
                  </a:lnTo>
                  <a:lnTo>
                    <a:pt x="90" y="324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08" y="342"/>
                  </a:lnTo>
                  <a:lnTo>
                    <a:pt x="84" y="390"/>
                  </a:lnTo>
                  <a:lnTo>
                    <a:pt x="84" y="402"/>
                  </a:lnTo>
                  <a:lnTo>
                    <a:pt x="102" y="402"/>
                  </a:lnTo>
                  <a:lnTo>
                    <a:pt x="126" y="390"/>
                  </a:lnTo>
                  <a:lnTo>
                    <a:pt x="132" y="384"/>
                  </a:lnTo>
                  <a:lnTo>
                    <a:pt x="132" y="378"/>
                  </a:lnTo>
                  <a:lnTo>
                    <a:pt x="144" y="366"/>
                  </a:lnTo>
                  <a:lnTo>
                    <a:pt x="150" y="354"/>
                  </a:lnTo>
                  <a:lnTo>
                    <a:pt x="156" y="348"/>
                  </a:lnTo>
                  <a:lnTo>
                    <a:pt x="168" y="348"/>
                  </a:lnTo>
                  <a:lnTo>
                    <a:pt x="174" y="354"/>
                  </a:lnTo>
                  <a:lnTo>
                    <a:pt x="198" y="366"/>
                  </a:lnTo>
                  <a:lnTo>
                    <a:pt x="216" y="366"/>
                  </a:lnTo>
                  <a:lnTo>
                    <a:pt x="234" y="348"/>
                  </a:lnTo>
                  <a:lnTo>
                    <a:pt x="234" y="336"/>
                  </a:lnTo>
                  <a:lnTo>
                    <a:pt x="240" y="330"/>
                  </a:lnTo>
                  <a:lnTo>
                    <a:pt x="258" y="330"/>
                  </a:lnTo>
                  <a:lnTo>
                    <a:pt x="264" y="336"/>
                  </a:lnTo>
                  <a:lnTo>
                    <a:pt x="276" y="342"/>
                  </a:lnTo>
                  <a:lnTo>
                    <a:pt x="300" y="342"/>
                  </a:lnTo>
                  <a:lnTo>
                    <a:pt x="306" y="348"/>
                  </a:lnTo>
                  <a:lnTo>
                    <a:pt x="306" y="360"/>
                  </a:lnTo>
                  <a:lnTo>
                    <a:pt x="318" y="372"/>
                  </a:lnTo>
                  <a:lnTo>
                    <a:pt x="336" y="384"/>
                  </a:lnTo>
                  <a:lnTo>
                    <a:pt x="348" y="390"/>
                  </a:lnTo>
                  <a:lnTo>
                    <a:pt x="366" y="408"/>
                  </a:lnTo>
                  <a:lnTo>
                    <a:pt x="372" y="450"/>
                  </a:lnTo>
                  <a:lnTo>
                    <a:pt x="372" y="462"/>
                  </a:lnTo>
                  <a:lnTo>
                    <a:pt x="384" y="486"/>
                  </a:lnTo>
                  <a:lnTo>
                    <a:pt x="420" y="522"/>
                  </a:lnTo>
                  <a:lnTo>
                    <a:pt x="420" y="528"/>
                  </a:lnTo>
                  <a:lnTo>
                    <a:pt x="426" y="534"/>
                  </a:lnTo>
                  <a:lnTo>
                    <a:pt x="426" y="546"/>
                  </a:lnTo>
                  <a:lnTo>
                    <a:pt x="432" y="540"/>
                  </a:lnTo>
                  <a:lnTo>
                    <a:pt x="432" y="546"/>
                  </a:lnTo>
                  <a:lnTo>
                    <a:pt x="444" y="558"/>
                  </a:lnTo>
                  <a:lnTo>
                    <a:pt x="432" y="582"/>
                  </a:lnTo>
                  <a:lnTo>
                    <a:pt x="426" y="588"/>
                  </a:lnTo>
                  <a:lnTo>
                    <a:pt x="426" y="594"/>
                  </a:lnTo>
                  <a:lnTo>
                    <a:pt x="438" y="606"/>
                  </a:lnTo>
                  <a:lnTo>
                    <a:pt x="450" y="612"/>
                  </a:lnTo>
                  <a:lnTo>
                    <a:pt x="456" y="618"/>
                  </a:lnTo>
                  <a:lnTo>
                    <a:pt x="456" y="630"/>
                  </a:lnTo>
                  <a:lnTo>
                    <a:pt x="450" y="636"/>
                  </a:lnTo>
                  <a:lnTo>
                    <a:pt x="444" y="648"/>
                  </a:lnTo>
                  <a:lnTo>
                    <a:pt x="432" y="654"/>
                  </a:lnTo>
                  <a:lnTo>
                    <a:pt x="426" y="660"/>
                  </a:lnTo>
                  <a:lnTo>
                    <a:pt x="426" y="672"/>
                  </a:lnTo>
                  <a:lnTo>
                    <a:pt x="450" y="672"/>
                  </a:lnTo>
                  <a:lnTo>
                    <a:pt x="456" y="678"/>
                  </a:lnTo>
                  <a:lnTo>
                    <a:pt x="462" y="678"/>
                  </a:lnTo>
                  <a:lnTo>
                    <a:pt x="462" y="684"/>
                  </a:lnTo>
                  <a:lnTo>
                    <a:pt x="474" y="696"/>
                  </a:lnTo>
                  <a:lnTo>
                    <a:pt x="486" y="696"/>
                  </a:lnTo>
                  <a:lnTo>
                    <a:pt x="492" y="690"/>
                  </a:lnTo>
                  <a:lnTo>
                    <a:pt x="492" y="678"/>
                  </a:lnTo>
                  <a:lnTo>
                    <a:pt x="480" y="666"/>
                  </a:lnTo>
                  <a:lnTo>
                    <a:pt x="498" y="654"/>
                  </a:lnTo>
                  <a:lnTo>
                    <a:pt x="510" y="642"/>
                  </a:lnTo>
                  <a:lnTo>
                    <a:pt x="546" y="654"/>
                  </a:lnTo>
                  <a:lnTo>
                    <a:pt x="558" y="642"/>
                  </a:lnTo>
                  <a:lnTo>
                    <a:pt x="582" y="648"/>
                  </a:lnTo>
                  <a:lnTo>
                    <a:pt x="588" y="648"/>
                  </a:lnTo>
                  <a:lnTo>
                    <a:pt x="600" y="636"/>
                  </a:lnTo>
                  <a:lnTo>
                    <a:pt x="600" y="630"/>
                  </a:lnTo>
                  <a:lnTo>
                    <a:pt x="588" y="618"/>
                  </a:lnTo>
                  <a:lnTo>
                    <a:pt x="582" y="618"/>
                  </a:lnTo>
                  <a:lnTo>
                    <a:pt x="600" y="582"/>
                  </a:lnTo>
                  <a:lnTo>
                    <a:pt x="594" y="582"/>
                  </a:lnTo>
                  <a:lnTo>
                    <a:pt x="588" y="576"/>
                  </a:lnTo>
                  <a:lnTo>
                    <a:pt x="564" y="564"/>
                  </a:lnTo>
                  <a:lnTo>
                    <a:pt x="540" y="540"/>
                  </a:lnTo>
                  <a:lnTo>
                    <a:pt x="546" y="540"/>
                  </a:lnTo>
                  <a:lnTo>
                    <a:pt x="552" y="534"/>
                  </a:lnTo>
                  <a:lnTo>
                    <a:pt x="558" y="534"/>
                  </a:lnTo>
                  <a:lnTo>
                    <a:pt x="564" y="528"/>
                  </a:lnTo>
                  <a:lnTo>
                    <a:pt x="564" y="516"/>
                  </a:lnTo>
                  <a:lnTo>
                    <a:pt x="558" y="510"/>
                  </a:lnTo>
                  <a:lnTo>
                    <a:pt x="546" y="504"/>
                  </a:lnTo>
                  <a:lnTo>
                    <a:pt x="540" y="498"/>
                  </a:lnTo>
                  <a:lnTo>
                    <a:pt x="528" y="498"/>
                  </a:lnTo>
                  <a:lnTo>
                    <a:pt x="516" y="486"/>
                  </a:lnTo>
                  <a:lnTo>
                    <a:pt x="504" y="462"/>
                  </a:lnTo>
                  <a:lnTo>
                    <a:pt x="498" y="456"/>
                  </a:lnTo>
                  <a:lnTo>
                    <a:pt x="498" y="450"/>
                  </a:lnTo>
                  <a:lnTo>
                    <a:pt x="480" y="450"/>
                  </a:lnTo>
                  <a:lnTo>
                    <a:pt x="474" y="432"/>
                  </a:lnTo>
                  <a:lnTo>
                    <a:pt x="456" y="414"/>
                  </a:lnTo>
                  <a:lnTo>
                    <a:pt x="438" y="402"/>
                  </a:lnTo>
                  <a:lnTo>
                    <a:pt x="426" y="378"/>
                  </a:lnTo>
                  <a:lnTo>
                    <a:pt x="426" y="354"/>
                  </a:lnTo>
                  <a:lnTo>
                    <a:pt x="420" y="354"/>
                  </a:lnTo>
                  <a:lnTo>
                    <a:pt x="414" y="348"/>
                  </a:lnTo>
                  <a:lnTo>
                    <a:pt x="402" y="342"/>
                  </a:lnTo>
                  <a:lnTo>
                    <a:pt x="390" y="342"/>
                  </a:lnTo>
                  <a:lnTo>
                    <a:pt x="384" y="336"/>
                  </a:lnTo>
                  <a:lnTo>
                    <a:pt x="384" y="306"/>
                  </a:lnTo>
                  <a:lnTo>
                    <a:pt x="372" y="306"/>
                  </a:lnTo>
                  <a:lnTo>
                    <a:pt x="366" y="300"/>
                  </a:lnTo>
                  <a:lnTo>
                    <a:pt x="354" y="294"/>
                  </a:lnTo>
                  <a:lnTo>
                    <a:pt x="342" y="282"/>
                  </a:lnTo>
                  <a:lnTo>
                    <a:pt x="306" y="264"/>
                  </a:lnTo>
                  <a:lnTo>
                    <a:pt x="300" y="258"/>
                  </a:lnTo>
                  <a:lnTo>
                    <a:pt x="288" y="252"/>
                  </a:lnTo>
                  <a:lnTo>
                    <a:pt x="288" y="234"/>
                  </a:lnTo>
                  <a:lnTo>
                    <a:pt x="282" y="228"/>
                  </a:lnTo>
                  <a:lnTo>
                    <a:pt x="306" y="228"/>
                  </a:lnTo>
                  <a:lnTo>
                    <a:pt x="312" y="234"/>
                  </a:lnTo>
                  <a:lnTo>
                    <a:pt x="330" y="234"/>
                  </a:lnTo>
                  <a:lnTo>
                    <a:pt x="336" y="228"/>
                  </a:lnTo>
                  <a:lnTo>
                    <a:pt x="342" y="216"/>
                  </a:lnTo>
                  <a:lnTo>
                    <a:pt x="354" y="210"/>
                  </a:lnTo>
                  <a:lnTo>
                    <a:pt x="360" y="198"/>
                  </a:lnTo>
                  <a:lnTo>
                    <a:pt x="360" y="186"/>
                  </a:lnTo>
                  <a:lnTo>
                    <a:pt x="348" y="180"/>
                  </a:lnTo>
                  <a:lnTo>
                    <a:pt x="330" y="174"/>
                  </a:lnTo>
                  <a:lnTo>
                    <a:pt x="306" y="162"/>
                  </a:lnTo>
                  <a:lnTo>
                    <a:pt x="306" y="156"/>
                  </a:lnTo>
                  <a:lnTo>
                    <a:pt x="312" y="150"/>
                  </a:lnTo>
                  <a:lnTo>
                    <a:pt x="318" y="150"/>
                  </a:lnTo>
                  <a:lnTo>
                    <a:pt x="294" y="126"/>
                  </a:lnTo>
                  <a:lnTo>
                    <a:pt x="282" y="120"/>
                  </a:lnTo>
                  <a:lnTo>
                    <a:pt x="270" y="120"/>
                  </a:lnTo>
                  <a:lnTo>
                    <a:pt x="264" y="132"/>
                  </a:lnTo>
                  <a:lnTo>
                    <a:pt x="264" y="138"/>
                  </a:lnTo>
                  <a:lnTo>
                    <a:pt x="258" y="150"/>
                  </a:lnTo>
                  <a:lnTo>
                    <a:pt x="252" y="156"/>
                  </a:lnTo>
                  <a:lnTo>
                    <a:pt x="240" y="144"/>
                  </a:lnTo>
                  <a:lnTo>
                    <a:pt x="240" y="138"/>
                  </a:lnTo>
                  <a:lnTo>
                    <a:pt x="222" y="138"/>
                  </a:lnTo>
                  <a:lnTo>
                    <a:pt x="216" y="126"/>
                  </a:lnTo>
                  <a:lnTo>
                    <a:pt x="198" y="108"/>
                  </a:lnTo>
                  <a:lnTo>
                    <a:pt x="186" y="84"/>
                  </a:lnTo>
                  <a:lnTo>
                    <a:pt x="186" y="54"/>
                  </a:lnTo>
                  <a:lnTo>
                    <a:pt x="180" y="54"/>
                  </a:lnTo>
                  <a:lnTo>
                    <a:pt x="174" y="60"/>
                  </a:lnTo>
                  <a:lnTo>
                    <a:pt x="168" y="48"/>
                  </a:lnTo>
                  <a:lnTo>
                    <a:pt x="156" y="42"/>
                  </a:lnTo>
                  <a:lnTo>
                    <a:pt x="150" y="30"/>
                  </a:lnTo>
                  <a:lnTo>
                    <a:pt x="144" y="24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96" y="0"/>
                  </a:lnTo>
                  <a:lnTo>
                    <a:pt x="90" y="6"/>
                  </a:lnTo>
                  <a:lnTo>
                    <a:pt x="90" y="48"/>
                  </a:lnTo>
                  <a:lnTo>
                    <a:pt x="114" y="72"/>
                  </a:lnTo>
                  <a:lnTo>
                    <a:pt x="114" y="108"/>
                  </a:lnTo>
                  <a:lnTo>
                    <a:pt x="72" y="108"/>
                  </a:lnTo>
                  <a:lnTo>
                    <a:pt x="72" y="84"/>
                  </a:lnTo>
                  <a:lnTo>
                    <a:pt x="36" y="102"/>
                  </a:lnTo>
                  <a:lnTo>
                    <a:pt x="36" y="114"/>
                  </a:lnTo>
                  <a:lnTo>
                    <a:pt x="30" y="126"/>
                  </a:lnTo>
                  <a:lnTo>
                    <a:pt x="36" y="132"/>
                  </a:lnTo>
                  <a:lnTo>
                    <a:pt x="30" y="138"/>
                  </a:lnTo>
                  <a:lnTo>
                    <a:pt x="18" y="138"/>
                  </a:lnTo>
                  <a:lnTo>
                    <a:pt x="0" y="156"/>
                  </a:lnTo>
                  <a:lnTo>
                    <a:pt x="0" y="168"/>
                  </a:lnTo>
                  <a:lnTo>
                    <a:pt x="6" y="168"/>
                  </a:lnTo>
                  <a:lnTo>
                    <a:pt x="12" y="174"/>
                  </a:lnTo>
                  <a:lnTo>
                    <a:pt x="24" y="18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81" name="Kyrgyzstan" descr="© INSCALE GmbH, 05.05.2010&#10;http://www.presentationload.com/">
              <a:extLst>
                <a:ext uri="{FF2B5EF4-FFF2-40B4-BE49-F238E27FC236}">
                  <a16:creationId xmlns:a16="http://schemas.microsoft.com/office/drawing/2014/main" id="{C81096D7-E61D-4864-A8B3-F792E90A7F7C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5254454" y="1860139"/>
              <a:ext cx="222296" cy="102755"/>
            </a:xfrm>
            <a:custGeom>
              <a:avLst/>
              <a:gdLst>
                <a:gd name="T0" fmla="*/ 2147483647 w 672"/>
                <a:gd name="T1" fmla="*/ 2147483647 h 312"/>
                <a:gd name="T2" fmla="*/ 2147483647 w 672"/>
                <a:gd name="T3" fmla="*/ 2147483647 h 312"/>
                <a:gd name="T4" fmla="*/ 2147483647 w 672"/>
                <a:gd name="T5" fmla="*/ 2147483647 h 312"/>
                <a:gd name="T6" fmla="*/ 2147483647 w 672"/>
                <a:gd name="T7" fmla="*/ 2147483647 h 312"/>
                <a:gd name="T8" fmla="*/ 2147483647 w 672"/>
                <a:gd name="T9" fmla="*/ 2147483647 h 312"/>
                <a:gd name="T10" fmla="*/ 2147483647 w 672"/>
                <a:gd name="T11" fmla="*/ 2147483647 h 312"/>
                <a:gd name="T12" fmla="*/ 2147483647 w 672"/>
                <a:gd name="T13" fmla="*/ 2147483647 h 312"/>
                <a:gd name="T14" fmla="*/ 2147483647 w 672"/>
                <a:gd name="T15" fmla="*/ 2147483647 h 312"/>
                <a:gd name="T16" fmla="*/ 2147483647 w 672"/>
                <a:gd name="T17" fmla="*/ 2147483647 h 312"/>
                <a:gd name="T18" fmla="*/ 2147483647 w 672"/>
                <a:gd name="T19" fmla="*/ 2147483647 h 312"/>
                <a:gd name="T20" fmla="*/ 2147483647 w 672"/>
                <a:gd name="T21" fmla="*/ 2147483647 h 312"/>
                <a:gd name="T22" fmla="*/ 2147483647 w 672"/>
                <a:gd name="T23" fmla="*/ 2147483647 h 312"/>
                <a:gd name="T24" fmla="*/ 0 w 672"/>
                <a:gd name="T25" fmla="*/ 2147483647 h 312"/>
                <a:gd name="T26" fmla="*/ 2147483647 w 672"/>
                <a:gd name="T27" fmla="*/ 2147483647 h 312"/>
                <a:gd name="T28" fmla="*/ 2147483647 w 672"/>
                <a:gd name="T29" fmla="*/ 2147483647 h 312"/>
                <a:gd name="T30" fmla="*/ 2147483647 w 672"/>
                <a:gd name="T31" fmla="*/ 2147483647 h 312"/>
                <a:gd name="T32" fmla="*/ 2147483647 w 672"/>
                <a:gd name="T33" fmla="*/ 2147483647 h 312"/>
                <a:gd name="T34" fmla="*/ 2147483647 w 672"/>
                <a:gd name="T35" fmla="*/ 2147483647 h 312"/>
                <a:gd name="T36" fmla="*/ 2147483647 w 672"/>
                <a:gd name="T37" fmla="*/ 2147483647 h 312"/>
                <a:gd name="T38" fmla="*/ 2147483647 w 672"/>
                <a:gd name="T39" fmla="*/ 2147483647 h 312"/>
                <a:gd name="T40" fmla="*/ 2147483647 w 672"/>
                <a:gd name="T41" fmla="*/ 2147483647 h 312"/>
                <a:gd name="T42" fmla="*/ 2147483647 w 672"/>
                <a:gd name="T43" fmla="*/ 2147483647 h 312"/>
                <a:gd name="T44" fmla="*/ 2147483647 w 672"/>
                <a:gd name="T45" fmla="*/ 2147483647 h 312"/>
                <a:gd name="T46" fmla="*/ 2147483647 w 672"/>
                <a:gd name="T47" fmla="*/ 2147483647 h 312"/>
                <a:gd name="T48" fmla="*/ 2147483647 w 672"/>
                <a:gd name="T49" fmla="*/ 2147483647 h 312"/>
                <a:gd name="T50" fmla="*/ 2147483647 w 672"/>
                <a:gd name="T51" fmla="*/ 2147483647 h 312"/>
                <a:gd name="T52" fmla="*/ 2147483647 w 672"/>
                <a:gd name="T53" fmla="*/ 2147483647 h 312"/>
                <a:gd name="T54" fmla="*/ 2147483647 w 672"/>
                <a:gd name="T55" fmla="*/ 2147483647 h 312"/>
                <a:gd name="T56" fmla="*/ 2147483647 w 672"/>
                <a:gd name="T57" fmla="*/ 2147483647 h 312"/>
                <a:gd name="T58" fmla="*/ 2147483647 w 672"/>
                <a:gd name="T59" fmla="*/ 2147483647 h 312"/>
                <a:gd name="T60" fmla="*/ 2147483647 w 672"/>
                <a:gd name="T61" fmla="*/ 2147483647 h 312"/>
                <a:gd name="T62" fmla="*/ 2147483647 w 672"/>
                <a:gd name="T63" fmla="*/ 2147483647 h 312"/>
                <a:gd name="T64" fmla="*/ 2147483647 w 672"/>
                <a:gd name="T65" fmla="*/ 2147483647 h 312"/>
                <a:gd name="T66" fmla="*/ 2147483647 w 672"/>
                <a:gd name="T67" fmla="*/ 2147483647 h 312"/>
                <a:gd name="T68" fmla="*/ 2147483647 w 672"/>
                <a:gd name="T69" fmla="*/ 2147483647 h 312"/>
                <a:gd name="T70" fmla="*/ 2147483647 w 672"/>
                <a:gd name="T71" fmla="*/ 2147483647 h 312"/>
                <a:gd name="T72" fmla="*/ 2147483647 w 672"/>
                <a:gd name="T73" fmla="*/ 2147483647 h 312"/>
                <a:gd name="T74" fmla="*/ 2147483647 w 672"/>
                <a:gd name="T75" fmla="*/ 2147483647 h 312"/>
                <a:gd name="T76" fmla="*/ 2147483647 w 672"/>
                <a:gd name="T77" fmla="*/ 0 h 312"/>
                <a:gd name="T78" fmla="*/ 2147483647 w 672"/>
                <a:gd name="T79" fmla="*/ 2147483647 h 312"/>
                <a:gd name="T80" fmla="*/ 2147483647 w 672"/>
                <a:gd name="T81" fmla="*/ 2147483647 h 312"/>
                <a:gd name="T82" fmla="*/ 2147483647 w 672"/>
                <a:gd name="T83" fmla="*/ 2147483647 h 312"/>
                <a:gd name="T84" fmla="*/ 2147483647 w 672"/>
                <a:gd name="T85" fmla="*/ 2147483647 h 312"/>
                <a:gd name="T86" fmla="*/ 2147483647 w 672"/>
                <a:gd name="T87" fmla="*/ 2147483647 h 312"/>
                <a:gd name="T88" fmla="*/ 2147483647 w 672"/>
                <a:gd name="T89" fmla="*/ 2147483647 h 31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672"/>
                <a:gd name="T136" fmla="*/ 0 h 312"/>
                <a:gd name="T137" fmla="*/ 672 w 672"/>
                <a:gd name="T138" fmla="*/ 312 h 31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672" h="312">
                  <a:moveTo>
                    <a:pt x="36" y="132"/>
                  </a:moveTo>
                  <a:lnTo>
                    <a:pt x="66" y="144"/>
                  </a:lnTo>
                  <a:lnTo>
                    <a:pt x="78" y="156"/>
                  </a:lnTo>
                  <a:lnTo>
                    <a:pt x="114" y="156"/>
                  </a:lnTo>
                  <a:lnTo>
                    <a:pt x="114" y="144"/>
                  </a:lnTo>
                  <a:lnTo>
                    <a:pt x="126" y="144"/>
                  </a:lnTo>
                  <a:lnTo>
                    <a:pt x="126" y="132"/>
                  </a:lnTo>
                  <a:lnTo>
                    <a:pt x="144" y="156"/>
                  </a:lnTo>
                  <a:lnTo>
                    <a:pt x="162" y="156"/>
                  </a:lnTo>
                  <a:lnTo>
                    <a:pt x="168" y="174"/>
                  </a:lnTo>
                  <a:lnTo>
                    <a:pt x="192" y="174"/>
                  </a:lnTo>
                  <a:lnTo>
                    <a:pt x="198" y="186"/>
                  </a:lnTo>
                  <a:lnTo>
                    <a:pt x="204" y="186"/>
                  </a:lnTo>
                  <a:lnTo>
                    <a:pt x="216" y="180"/>
                  </a:lnTo>
                  <a:lnTo>
                    <a:pt x="228" y="180"/>
                  </a:lnTo>
                  <a:lnTo>
                    <a:pt x="228" y="192"/>
                  </a:lnTo>
                  <a:lnTo>
                    <a:pt x="216" y="204"/>
                  </a:lnTo>
                  <a:lnTo>
                    <a:pt x="204" y="210"/>
                  </a:lnTo>
                  <a:lnTo>
                    <a:pt x="192" y="210"/>
                  </a:lnTo>
                  <a:lnTo>
                    <a:pt x="192" y="216"/>
                  </a:lnTo>
                  <a:lnTo>
                    <a:pt x="174" y="222"/>
                  </a:lnTo>
                  <a:lnTo>
                    <a:pt x="156" y="240"/>
                  </a:lnTo>
                  <a:lnTo>
                    <a:pt x="150" y="240"/>
                  </a:lnTo>
                  <a:lnTo>
                    <a:pt x="144" y="234"/>
                  </a:lnTo>
                  <a:lnTo>
                    <a:pt x="138" y="234"/>
                  </a:lnTo>
                  <a:lnTo>
                    <a:pt x="132" y="228"/>
                  </a:lnTo>
                  <a:lnTo>
                    <a:pt x="114" y="228"/>
                  </a:lnTo>
                  <a:lnTo>
                    <a:pt x="102" y="234"/>
                  </a:lnTo>
                  <a:lnTo>
                    <a:pt x="96" y="234"/>
                  </a:lnTo>
                  <a:lnTo>
                    <a:pt x="96" y="246"/>
                  </a:lnTo>
                  <a:lnTo>
                    <a:pt x="90" y="252"/>
                  </a:lnTo>
                  <a:lnTo>
                    <a:pt x="84" y="252"/>
                  </a:lnTo>
                  <a:lnTo>
                    <a:pt x="72" y="246"/>
                  </a:lnTo>
                  <a:lnTo>
                    <a:pt x="36" y="234"/>
                  </a:lnTo>
                  <a:lnTo>
                    <a:pt x="24" y="234"/>
                  </a:lnTo>
                  <a:lnTo>
                    <a:pt x="18" y="240"/>
                  </a:lnTo>
                  <a:lnTo>
                    <a:pt x="18" y="252"/>
                  </a:lnTo>
                  <a:lnTo>
                    <a:pt x="12" y="258"/>
                  </a:lnTo>
                  <a:lnTo>
                    <a:pt x="0" y="264"/>
                  </a:lnTo>
                  <a:lnTo>
                    <a:pt x="0" y="276"/>
                  </a:lnTo>
                  <a:lnTo>
                    <a:pt x="6" y="282"/>
                  </a:lnTo>
                  <a:lnTo>
                    <a:pt x="6" y="288"/>
                  </a:lnTo>
                  <a:lnTo>
                    <a:pt x="12" y="294"/>
                  </a:lnTo>
                  <a:lnTo>
                    <a:pt x="24" y="288"/>
                  </a:lnTo>
                  <a:lnTo>
                    <a:pt x="36" y="288"/>
                  </a:lnTo>
                  <a:lnTo>
                    <a:pt x="42" y="282"/>
                  </a:lnTo>
                  <a:lnTo>
                    <a:pt x="60" y="282"/>
                  </a:lnTo>
                  <a:lnTo>
                    <a:pt x="72" y="288"/>
                  </a:lnTo>
                  <a:lnTo>
                    <a:pt x="96" y="288"/>
                  </a:lnTo>
                  <a:lnTo>
                    <a:pt x="108" y="300"/>
                  </a:lnTo>
                  <a:lnTo>
                    <a:pt x="126" y="300"/>
                  </a:lnTo>
                  <a:lnTo>
                    <a:pt x="132" y="294"/>
                  </a:lnTo>
                  <a:lnTo>
                    <a:pt x="144" y="288"/>
                  </a:lnTo>
                  <a:lnTo>
                    <a:pt x="150" y="282"/>
                  </a:lnTo>
                  <a:lnTo>
                    <a:pt x="180" y="312"/>
                  </a:lnTo>
                  <a:lnTo>
                    <a:pt x="192" y="306"/>
                  </a:lnTo>
                  <a:lnTo>
                    <a:pt x="198" y="306"/>
                  </a:lnTo>
                  <a:lnTo>
                    <a:pt x="198" y="312"/>
                  </a:lnTo>
                  <a:lnTo>
                    <a:pt x="210" y="312"/>
                  </a:lnTo>
                  <a:lnTo>
                    <a:pt x="222" y="306"/>
                  </a:lnTo>
                  <a:lnTo>
                    <a:pt x="228" y="300"/>
                  </a:lnTo>
                  <a:lnTo>
                    <a:pt x="270" y="300"/>
                  </a:lnTo>
                  <a:lnTo>
                    <a:pt x="282" y="288"/>
                  </a:lnTo>
                  <a:lnTo>
                    <a:pt x="300" y="294"/>
                  </a:lnTo>
                  <a:lnTo>
                    <a:pt x="318" y="294"/>
                  </a:lnTo>
                  <a:lnTo>
                    <a:pt x="318" y="282"/>
                  </a:lnTo>
                  <a:lnTo>
                    <a:pt x="312" y="270"/>
                  </a:lnTo>
                  <a:lnTo>
                    <a:pt x="300" y="264"/>
                  </a:lnTo>
                  <a:lnTo>
                    <a:pt x="300" y="258"/>
                  </a:lnTo>
                  <a:lnTo>
                    <a:pt x="306" y="252"/>
                  </a:lnTo>
                  <a:lnTo>
                    <a:pt x="318" y="246"/>
                  </a:lnTo>
                  <a:lnTo>
                    <a:pt x="330" y="246"/>
                  </a:lnTo>
                  <a:lnTo>
                    <a:pt x="336" y="240"/>
                  </a:lnTo>
                  <a:lnTo>
                    <a:pt x="348" y="234"/>
                  </a:lnTo>
                  <a:lnTo>
                    <a:pt x="348" y="216"/>
                  </a:lnTo>
                  <a:lnTo>
                    <a:pt x="372" y="216"/>
                  </a:lnTo>
                  <a:lnTo>
                    <a:pt x="384" y="204"/>
                  </a:lnTo>
                  <a:lnTo>
                    <a:pt x="396" y="204"/>
                  </a:lnTo>
                  <a:lnTo>
                    <a:pt x="402" y="210"/>
                  </a:lnTo>
                  <a:lnTo>
                    <a:pt x="408" y="222"/>
                  </a:lnTo>
                  <a:lnTo>
                    <a:pt x="414" y="228"/>
                  </a:lnTo>
                  <a:lnTo>
                    <a:pt x="426" y="222"/>
                  </a:lnTo>
                  <a:lnTo>
                    <a:pt x="456" y="228"/>
                  </a:lnTo>
                  <a:lnTo>
                    <a:pt x="462" y="222"/>
                  </a:lnTo>
                  <a:lnTo>
                    <a:pt x="462" y="198"/>
                  </a:lnTo>
                  <a:lnTo>
                    <a:pt x="468" y="186"/>
                  </a:lnTo>
                  <a:lnTo>
                    <a:pt x="486" y="168"/>
                  </a:lnTo>
                  <a:lnTo>
                    <a:pt x="516" y="168"/>
                  </a:lnTo>
                  <a:lnTo>
                    <a:pt x="534" y="174"/>
                  </a:lnTo>
                  <a:lnTo>
                    <a:pt x="552" y="174"/>
                  </a:lnTo>
                  <a:lnTo>
                    <a:pt x="558" y="168"/>
                  </a:lnTo>
                  <a:lnTo>
                    <a:pt x="564" y="156"/>
                  </a:lnTo>
                  <a:lnTo>
                    <a:pt x="564" y="138"/>
                  </a:lnTo>
                  <a:lnTo>
                    <a:pt x="570" y="132"/>
                  </a:lnTo>
                  <a:lnTo>
                    <a:pt x="582" y="126"/>
                  </a:lnTo>
                  <a:lnTo>
                    <a:pt x="594" y="114"/>
                  </a:lnTo>
                  <a:lnTo>
                    <a:pt x="642" y="96"/>
                  </a:lnTo>
                  <a:lnTo>
                    <a:pt x="666" y="96"/>
                  </a:lnTo>
                  <a:lnTo>
                    <a:pt x="672" y="90"/>
                  </a:lnTo>
                  <a:lnTo>
                    <a:pt x="672" y="78"/>
                  </a:lnTo>
                  <a:lnTo>
                    <a:pt x="660" y="66"/>
                  </a:lnTo>
                  <a:lnTo>
                    <a:pt x="642" y="60"/>
                  </a:lnTo>
                  <a:lnTo>
                    <a:pt x="600" y="60"/>
                  </a:lnTo>
                  <a:lnTo>
                    <a:pt x="576" y="30"/>
                  </a:lnTo>
                  <a:lnTo>
                    <a:pt x="558" y="30"/>
                  </a:lnTo>
                  <a:lnTo>
                    <a:pt x="546" y="18"/>
                  </a:lnTo>
                  <a:lnTo>
                    <a:pt x="498" y="24"/>
                  </a:lnTo>
                  <a:lnTo>
                    <a:pt x="486" y="24"/>
                  </a:lnTo>
                  <a:lnTo>
                    <a:pt x="474" y="18"/>
                  </a:lnTo>
                  <a:lnTo>
                    <a:pt x="354" y="18"/>
                  </a:lnTo>
                  <a:lnTo>
                    <a:pt x="336" y="24"/>
                  </a:lnTo>
                  <a:lnTo>
                    <a:pt x="318" y="24"/>
                  </a:lnTo>
                  <a:lnTo>
                    <a:pt x="306" y="18"/>
                  </a:lnTo>
                  <a:lnTo>
                    <a:pt x="282" y="18"/>
                  </a:lnTo>
                  <a:lnTo>
                    <a:pt x="276" y="6"/>
                  </a:lnTo>
                  <a:lnTo>
                    <a:pt x="264" y="0"/>
                  </a:lnTo>
                  <a:lnTo>
                    <a:pt x="222" y="0"/>
                  </a:lnTo>
                  <a:lnTo>
                    <a:pt x="216" y="6"/>
                  </a:lnTo>
                  <a:lnTo>
                    <a:pt x="216" y="36"/>
                  </a:lnTo>
                  <a:lnTo>
                    <a:pt x="222" y="48"/>
                  </a:lnTo>
                  <a:lnTo>
                    <a:pt x="222" y="60"/>
                  </a:lnTo>
                  <a:lnTo>
                    <a:pt x="204" y="54"/>
                  </a:lnTo>
                  <a:lnTo>
                    <a:pt x="174" y="54"/>
                  </a:lnTo>
                  <a:lnTo>
                    <a:pt x="138" y="36"/>
                  </a:lnTo>
                  <a:lnTo>
                    <a:pt x="120" y="30"/>
                  </a:lnTo>
                  <a:lnTo>
                    <a:pt x="108" y="24"/>
                  </a:lnTo>
                  <a:lnTo>
                    <a:pt x="78" y="24"/>
                  </a:lnTo>
                  <a:lnTo>
                    <a:pt x="60" y="42"/>
                  </a:lnTo>
                  <a:lnTo>
                    <a:pt x="54" y="54"/>
                  </a:lnTo>
                  <a:lnTo>
                    <a:pt x="54" y="72"/>
                  </a:lnTo>
                  <a:lnTo>
                    <a:pt x="72" y="72"/>
                  </a:lnTo>
                  <a:lnTo>
                    <a:pt x="78" y="78"/>
                  </a:lnTo>
                  <a:lnTo>
                    <a:pt x="84" y="78"/>
                  </a:lnTo>
                  <a:lnTo>
                    <a:pt x="84" y="84"/>
                  </a:lnTo>
                  <a:lnTo>
                    <a:pt x="36" y="13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82" name="Kuwait" descr="© INSCALE GmbH, 05.05.2010&#10;http://www.presentationload.com/">
              <a:extLst>
                <a:ext uri="{FF2B5EF4-FFF2-40B4-BE49-F238E27FC236}">
                  <a16:creationId xmlns:a16="http://schemas.microsoft.com/office/drawing/2014/main" id="{860DB628-BE9A-4275-A672-F76D5C2E0697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796938" y="2206934"/>
              <a:ext cx="45235" cy="39818"/>
            </a:xfrm>
            <a:custGeom>
              <a:avLst/>
              <a:gdLst>
                <a:gd name="T0" fmla="*/ 2147483647 w 138"/>
                <a:gd name="T1" fmla="*/ 0 h 120"/>
                <a:gd name="T2" fmla="*/ 2147483647 w 138"/>
                <a:gd name="T3" fmla="*/ 0 h 120"/>
                <a:gd name="T4" fmla="*/ 2147483647 w 138"/>
                <a:gd name="T5" fmla="*/ 2147483647 h 120"/>
                <a:gd name="T6" fmla="*/ 2147483647 w 138"/>
                <a:gd name="T7" fmla="*/ 2147483647 h 120"/>
                <a:gd name="T8" fmla="*/ 2147483647 w 138"/>
                <a:gd name="T9" fmla="*/ 2147483647 h 120"/>
                <a:gd name="T10" fmla="*/ 2147483647 w 138"/>
                <a:gd name="T11" fmla="*/ 2147483647 h 120"/>
                <a:gd name="T12" fmla="*/ 0 w 138"/>
                <a:gd name="T13" fmla="*/ 2147483647 h 120"/>
                <a:gd name="T14" fmla="*/ 2147483647 w 138"/>
                <a:gd name="T15" fmla="*/ 2147483647 h 120"/>
                <a:gd name="T16" fmla="*/ 2147483647 w 138"/>
                <a:gd name="T17" fmla="*/ 2147483647 h 120"/>
                <a:gd name="T18" fmla="*/ 2147483647 w 138"/>
                <a:gd name="T19" fmla="*/ 2147483647 h 120"/>
                <a:gd name="T20" fmla="*/ 2147483647 w 138"/>
                <a:gd name="T21" fmla="*/ 2147483647 h 120"/>
                <a:gd name="T22" fmla="*/ 2147483647 w 138"/>
                <a:gd name="T23" fmla="*/ 2147483647 h 120"/>
                <a:gd name="T24" fmla="*/ 2147483647 w 138"/>
                <a:gd name="T25" fmla="*/ 2147483647 h 120"/>
                <a:gd name="T26" fmla="*/ 2147483647 w 138"/>
                <a:gd name="T27" fmla="*/ 2147483647 h 120"/>
                <a:gd name="T28" fmla="*/ 2147483647 w 138"/>
                <a:gd name="T29" fmla="*/ 2147483647 h 120"/>
                <a:gd name="T30" fmla="*/ 2147483647 w 138"/>
                <a:gd name="T31" fmla="*/ 2147483647 h 120"/>
                <a:gd name="T32" fmla="*/ 2147483647 w 138"/>
                <a:gd name="T33" fmla="*/ 2147483647 h 120"/>
                <a:gd name="T34" fmla="*/ 2147483647 w 138"/>
                <a:gd name="T35" fmla="*/ 2147483647 h 120"/>
                <a:gd name="T36" fmla="*/ 2147483647 w 138"/>
                <a:gd name="T37" fmla="*/ 2147483647 h 120"/>
                <a:gd name="T38" fmla="*/ 2147483647 w 138"/>
                <a:gd name="T39" fmla="*/ 2147483647 h 120"/>
                <a:gd name="T40" fmla="*/ 2147483647 w 138"/>
                <a:gd name="T41" fmla="*/ 2147483647 h 120"/>
                <a:gd name="T42" fmla="*/ 2147483647 w 138"/>
                <a:gd name="T43" fmla="*/ 2147483647 h 120"/>
                <a:gd name="T44" fmla="*/ 2147483647 w 138"/>
                <a:gd name="T45" fmla="*/ 2147483647 h 120"/>
                <a:gd name="T46" fmla="*/ 2147483647 w 138"/>
                <a:gd name="T47" fmla="*/ 2147483647 h 120"/>
                <a:gd name="T48" fmla="*/ 2147483647 w 138"/>
                <a:gd name="T49" fmla="*/ 0 h 120"/>
                <a:gd name="T50" fmla="*/ 2147483647 w 138"/>
                <a:gd name="T51" fmla="*/ 0 h 12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8"/>
                <a:gd name="T79" fmla="*/ 0 h 120"/>
                <a:gd name="T80" fmla="*/ 138 w 138"/>
                <a:gd name="T81" fmla="*/ 120 h 12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8" h="120">
                  <a:moveTo>
                    <a:pt x="54" y="0"/>
                  </a:moveTo>
                  <a:lnTo>
                    <a:pt x="36" y="0"/>
                  </a:lnTo>
                  <a:lnTo>
                    <a:pt x="30" y="12"/>
                  </a:lnTo>
                  <a:lnTo>
                    <a:pt x="24" y="18"/>
                  </a:lnTo>
                  <a:lnTo>
                    <a:pt x="24" y="30"/>
                  </a:lnTo>
                  <a:lnTo>
                    <a:pt x="6" y="66"/>
                  </a:lnTo>
                  <a:lnTo>
                    <a:pt x="0" y="72"/>
                  </a:lnTo>
                  <a:lnTo>
                    <a:pt x="42" y="72"/>
                  </a:lnTo>
                  <a:lnTo>
                    <a:pt x="60" y="78"/>
                  </a:lnTo>
                  <a:lnTo>
                    <a:pt x="66" y="78"/>
                  </a:lnTo>
                  <a:lnTo>
                    <a:pt x="66" y="114"/>
                  </a:lnTo>
                  <a:lnTo>
                    <a:pt x="72" y="120"/>
                  </a:lnTo>
                  <a:lnTo>
                    <a:pt x="138" y="120"/>
                  </a:lnTo>
                  <a:lnTo>
                    <a:pt x="126" y="114"/>
                  </a:lnTo>
                  <a:lnTo>
                    <a:pt x="114" y="102"/>
                  </a:lnTo>
                  <a:lnTo>
                    <a:pt x="102" y="78"/>
                  </a:lnTo>
                  <a:lnTo>
                    <a:pt x="102" y="66"/>
                  </a:lnTo>
                  <a:lnTo>
                    <a:pt x="90" y="60"/>
                  </a:lnTo>
                  <a:lnTo>
                    <a:pt x="84" y="36"/>
                  </a:lnTo>
                  <a:lnTo>
                    <a:pt x="120" y="36"/>
                  </a:lnTo>
                  <a:lnTo>
                    <a:pt x="120" y="18"/>
                  </a:lnTo>
                  <a:lnTo>
                    <a:pt x="114" y="12"/>
                  </a:lnTo>
                  <a:lnTo>
                    <a:pt x="90" y="12"/>
                  </a:lnTo>
                  <a:lnTo>
                    <a:pt x="90" y="18"/>
                  </a:lnTo>
                  <a:lnTo>
                    <a:pt x="84" y="0"/>
                  </a:lnTo>
                  <a:lnTo>
                    <a:pt x="54" y="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83" name="Kosovo" descr="© INSCALE GmbH, 05.05.2010&#10;http://www.presentationload.com/">
              <a:extLst>
                <a:ext uri="{FF2B5EF4-FFF2-40B4-BE49-F238E27FC236}">
                  <a16:creationId xmlns:a16="http://schemas.microsoft.com/office/drawing/2014/main" id="{4885A2E1-03E3-4C41-8EA1-BBA26E18D163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4182891" y="1849609"/>
              <a:ext cx="42596" cy="42647"/>
            </a:xfrm>
            <a:custGeom>
              <a:avLst/>
              <a:gdLst/>
              <a:ahLst/>
              <a:cxnLst>
                <a:cxn ang="0">
                  <a:pos x="6" y="75"/>
                </a:cxn>
                <a:cxn ang="0">
                  <a:pos x="0" y="72"/>
                </a:cxn>
                <a:cxn ang="0">
                  <a:pos x="227" y="122"/>
                </a:cxn>
                <a:cxn ang="0">
                  <a:pos x="218" y="127"/>
                </a:cxn>
                <a:cxn ang="0">
                  <a:pos x="214" y="120"/>
                </a:cxn>
                <a:cxn ang="0">
                  <a:pos x="206" y="113"/>
                </a:cxn>
                <a:cxn ang="0">
                  <a:pos x="197" y="111"/>
                </a:cxn>
                <a:cxn ang="0">
                  <a:pos x="190" y="110"/>
                </a:cxn>
                <a:cxn ang="0">
                  <a:pos x="185" y="110"/>
                </a:cxn>
                <a:cxn ang="0">
                  <a:pos x="185" y="101"/>
                </a:cxn>
                <a:cxn ang="0">
                  <a:pos x="189" y="95"/>
                </a:cxn>
                <a:cxn ang="0">
                  <a:pos x="187" y="84"/>
                </a:cxn>
                <a:cxn ang="0">
                  <a:pos x="177" y="78"/>
                </a:cxn>
                <a:cxn ang="0">
                  <a:pos x="169" y="76"/>
                </a:cxn>
                <a:cxn ang="0">
                  <a:pos x="170" y="61"/>
                </a:cxn>
                <a:cxn ang="0">
                  <a:pos x="165" y="56"/>
                </a:cxn>
                <a:cxn ang="0">
                  <a:pos x="161" y="61"/>
                </a:cxn>
                <a:cxn ang="0">
                  <a:pos x="157" y="53"/>
                </a:cxn>
                <a:cxn ang="0">
                  <a:pos x="158" y="35"/>
                </a:cxn>
                <a:cxn ang="0">
                  <a:pos x="154" y="32"/>
                </a:cxn>
                <a:cxn ang="0">
                  <a:pos x="147" y="32"/>
                </a:cxn>
                <a:cxn ang="0">
                  <a:pos x="137" y="32"/>
                </a:cxn>
                <a:cxn ang="0">
                  <a:pos x="126" y="27"/>
                </a:cxn>
                <a:cxn ang="0">
                  <a:pos x="131" y="20"/>
                </a:cxn>
                <a:cxn ang="0">
                  <a:pos x="130" y="12"/>
                </a:cxn>
                <a:cxn ang="0">
                  <a:pos x="122" y="0"/>
                </a:cxn>
                <a:cxn ang="0">
                  <a:pos x="115" y="6"/>
                </a:cxn>
                <a:cxn ang="0">
                  <a:pos x="104" y="13"/>
                </a:cxn>
                <a:cxn ang="0">
                  <a:pos x="96" y="15"/>
                </a:cxn>
                <a:cxn ang="0">
                  <a:pos x="89" y="13"/>
                </a:cxn>
                <a:cxn ang="0">
                  <a:pos x="91" y="22"/>
                </a:cxn>
                <a:cxn ang="0">
                  <a:pos x="101" y="27"/>
                </a:cxn>
                <a:cxn ang="0">
                  <a:pos x="97" y="33"/>
                </a:cxn>
                <a:cxn ang="0">
                  <a:pos x="100" y="40"/>
                </a:cxn>
                <a:cxn ang="0">
                  <a:pos x="99" y="46"/>
                </a:cxn>
                <a:cxn ang="0">
                  <a:pos x="92" y="49"/>
                </a:cxn>
                <a:cxn ang="0">
                  <a:pos x="88" y="45"/>
                </a:cxn>
                <a:cxn ang="0">
                  <a:pos x="70" y="59"/>
                </a:cxn>
                <a:cxn ang="0">
                  <a:pos x="73" y="71"/>
                </a:cxn>
                <a:cxn ang="0">
                  <a:pos x="45" y="74"/>
                </a:cxn>
                <a:cxn ang="0">
                  <a:pos x="14" y="72"/>
                </a:cxn>
                <a:cxn ang="0">
                  <a:pos x="6" y="75"/>
                </a:cxn>
                <a:cxn ang="0">
                  <a:pos x="6" y="141"/>
                </a:cxn>
                <a:cxn ang="0">
                  <a:pos x="14" y="155"/>
                </a:cxn>
                <a:cxn ang="0">
                  <a:pos x="27" y="173"/>
                </a:cxn>
                <a:cxn ang="0">
                  <a:pos x="50" y="175"/>
                </a:cxn>
                <a:cxn ang="0">
                  <a:pos x="60" y="211"/>
                </a:cxn>
                <a:cxn ang="0">
                  <a:pos x="60" y="237"/>
                </a:cxn>
                <a:cxn ang="0">
                  <a:pos x="92" y="226"/>
                </a:cxn>
                <a:cxn ang="0">
                  <a:pos x="138" y="205"/>
                </a:cxn>
                <a:cxn ang="0">
                  <a:pos x="146" y="184"/>
                </a:cxn>
                <a:cxn ang="0">
                  <a:pos x="189" y="173"/>
                </a:cxn>
                <a:cxn ang="0">
                  <a:pos x="209" y="163"/>
                </a:cxn>
                <a:cxn ang="0">
                  <a:pos x="217" y="156"/>
                </a:cxn>
                <a:cxn ang="0">
                  <a:pos x="225" y="144"/>
                </a:cxn>
                <a:cxn ang="0">
                  <a:pos x="228" y="137"/>
                </a:cxn>
                <a:cxn ang="0">
                  <a:pos x="232" y="129"/>
                </a:cxn>
              </a:cxnLst>
              <a:rect l="0" t="0" r="r" b="b"/>
              <a:pathLst>
                <a:path w="232" h="237">
                  <a:moveTo>
                    <a:pt x="0" y="72"/>
                  </a:moveTo>
                  <a:cubicBezTo>
                    <a:pt x="1" y="72"/>
                    <a:pt x="2" y="73"/>
                    <a:pt x="6" y="75"/>
                  </a:cubicBezTo>
                  <a:cubicBezTo>
                    <a:pt x="6" y="66"/>
                    <a:pt x="6" y="66"/>
                    <a:pt x="6" y="66"/>
                  </a:cubicBezTo>
                  <a:lnTo>
                    <a:pt x="0" y="72"/>
                  </a:lnTo>
                  <a:close/>
                  <a:moveTo>
                    <a:pt x="231" y="124"/>
                  </a:moveTo>
                  <a:cubicBezTo>
                    <a:pt x="227" y="122"/>
                    <a:pt x="227" y="122"/>
                    <a:pt x="227" y="122"/>
                  </a:cubicBezTo>
                  <a:cubicBezTo>
                    <a:pt x="223" y="124"/>
                    <a:pt x="223" y="124"/>
                    <a:pt x="223" y="124"/>
                  </a:cubicBezTo>
                  <a:cubicBezTo>
                    <a:pt x="218" y="127"/>
                    <a:pt x="218" y="127"/>
                    <a:pt x="218" y="127"/>
                  </a:cubicBezTo>
                  <a:cubicBezTo>
                    <a:pt x="216" y="124"/>
                    <a:pt x="216" y="124"/>
                    <a:pt x="216" y="124"/>
                  </a:cubicBezTo>
                  <a:cubicBezTo>
                    <a:pt x="214" y="120"/>
                    <a:pt x="214" y="120"/>
                    <a:pt x="214" y="120"/>
                  </a:cubicBezTo>
                  <a:cubicBezTo>
                    <a:pt x="210" y="117"/>
                    <a:pt x="210" y="117"/>
                    <a:pt x="210" y="117"/>
                  </a:cubicBezTo>
                  <a:cubicBezTo>
                    <a:pt x="206" y="113"/>
                    <a:pt x="206" y="113"/>
                    <a:pt x="206" y="113"/>
                  </a:cubicBezTo>
                  <a:cubicBezTo>
                    <a:pt x="202" y="113"/>
                    <a:pt x="202" y="113"/>
                    <a:pt x="202" y="113"/>
                  </a:cubicBezTo>
                  <a:cubicBezTo>
                    <a:pt x="197" y="111"/>
                    <a:pt x="197" y="111"/>
                    <a:pt x="197" y="111"/>
                  </a:cubicBezTo>
                  <a:cubicBezTo>
                    <a:pt x="195" y="113"/>
                    <a:pt x="195" y="113"/>
                    <a:pt x="195" y="113"/>
                  </a:cubicBezTo>
                  <a:cubicBezTo>
                    <a:pt x="190" y="110"/>
                    <a:pt x="190" y="110"/>
                    <a:pt x="190" y="110"/>
                  </a:cubicBezTo>
                  <a:cubicBezTo>
                    <a:pt x="186" y="111"/>
                    <a:pt x="186" y="111"/>
                    <a:pt x="186" y="111"/>
                  </a:cubicBezTo>
                  <a:cubicBezTo>
                    <a:pt x="185" y="110"/>
                    <a:pt x="185" y="110"/>
                    <a:pt x="185" y="110"/>
                  </a:cubicBezTo>
                  <a:cubicBezTo>
                    <a:pt x="187" y="106"/>
                    <a:pt x="187" y="106"/>
                    <a:pt x="187" y="106"/>
                  </a:cubicBezTo>
                  <a:cubicBezTo>
                    <a:pt x="185" y="101"/>
                    <a:pt x="185" y="101"/>
                    <a:pt x="185" y="101"/>
                  </a:cubicBezTo>
                  <a:cubicBezTo>
                    <a:pt x="189" y="100"/>
                    <a:pt x="189" y="100"/>
                    <a:pt x="189" y="100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1" y="85"/>
                    <a:pt x="191" y="85"/>
                    <a:pt x="191" y="85"/>
                  </a:cubicBezTo>
                  <a:cubicBezTo>
                    <a:pt x="187" y="84"/>
                    <a:pt x="187" y="84"/>
                    <a:pt x="187" y="84"/>
                  </a:cubicBezTo>
                  <a:cubicBezTo>
                    <a:pt x="182" y="80"/>
                    <a:pt x="182" y="80"/>
                    <a:pt x="182" y="80"/>
                  </a:cubicBezTo>
                  <a:cubicBezTo>
                    <a:pt x="177" y="78"/>
                    <a:pt x="177" y="78"/>
                    <a:pt x="177" y="78"/>
                  </a:cubicBezTo>
                  <a:cubicBezTo>
                    <a:pt x="172" y="78"/>
                    <a:pt x="172" y="78"/>
                    <a:pt x="172" y="78"/>
                  </a:cubicBezTo>
                  <a:cubicBezTo>
                    <a:pt x="169" y="76"/>
                    <a:pt x="169" y="76"/>
                    <a:pt x="169" y="76"/>
                  </a:cubicBezTo>
                  <a:cubicBezTo>
                    <a:pt x="169" y="71"/>
                    <a:pt x="169" y="71"/>
                    <a:pt x="169" y="71"/>
                  </a:cubicBezTo>
                  <a:cubicBezTo>
                    <a:pt x="170" y="61"/>
                    <a:pt x="170" y="61"/>
                    <a:pt x="170" y="61"/>
                  </a:cubicBezTo>
                  <a:cubicBezTo>
                    <a:pt x="167" y="57"/>
                    <a:pt x="167" y="57"/>
                    <a:pt x="167" y="57"/>
                  </a:cubicBezTo>
                  <a:cubicBezTo>
                    <a:pt x="165" y="56"/>
                    <a:pt x="165" y="56"/>
                    <a:pt x="165" y="56"/>
                  </a:cubicBezTo>
                  <a:cubicBezTo>
                    <a:pt x="163" y="59"/>
                    <a:pt x="163" y="59"/>
                    <a:pt x="163" y="59"/>
                  </a:cubicBezTo>
                  <a:cubicBezTo>
                    <a:pt x="161" y="61"/>
                    <a:pt x="161" y="61"/>
                    <a:pt x="161" y="61"/>
                  </a:cubicBezTo>
                  <a:cubicBezTo>
                    <a:pt x="158" y="60"/>
                    <a:pt x="158" y="60"/>
                    <a:pt x="158" y="60"/>
                  </a:cubicBezTo>
                  <a:cubicBezTo>
                    <a:pt x="157" y="53"/>
                    <a:pt x="157" y="53"/>
                    <a:pt x="157" y="53"/>
                  </a:cubicBezTo>
                  <a:cubicBezTo>
                    <a:pt x="159" y="36"/>
                    <a:pt x="159" y="36"/>
                    <a:pt x="159" y="36"/>
                  </a:cubicBezTo>
                  <a:cubicBezTo>
                    <a:pt x="158" y="35"/>
                    <a:pt x="158" y="35"/>
                    <a:pt x="158" y="35"/>
                  </a:cubicBezTo>
                  <a:cubicBezTo>
                    <a:pt x="151" y="36"/>
                    <a:pt x="151" y="36"/>
                    <a:pt x="151" y="36"/>
                  </a:cubicBezTo>
                  <a:cubicBezTo>
                    <a:pt x="154" y="32"/>
                    <a:pt x="154" y="32"/>
                    <a:pt x="154" y="32"/>
                  </a:cubicBezTo>
                  <a:cubicBezTo>
                    <a:pt x="152" y="29"/>
                    <a:pt x="152" y="29"/>
                    <a:pt x="152" y="29"/>
                  </a:cubicBezTo>
                  <a:cubicBezTo>
                    <a:pt x="147" y="32"/>
                    <a:pt x="147" y="32"/>
                    <a:pt x="147" y="32"/>
                  </a:cubicBezTo>
                  <a:cubicBezTo>
                    <a:pt x="142" y="30"/>
                    <a:pt x="142" y="30"/>
                    <a:pt x="142" y="30"/>
                  </a:cubicBezTo>
                  <a:cubicBezTo>
                    <a:pt x="137" y="32"/>
                    <a:pt x="137" y="32"/>
                    <a:pt x="137" y="32"/>
                  </a:cubicBezTo>
                  <a:cubicBezTo>
                    <a:pt x="132" y="28"/>
                    <a:pt x="132" y="28"/>
                    <a:pt x="132" y="28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1" y="20"/>
                    <a:pt x="131" y="20"/>
                    <a:pt x="131" y="20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30" y="12"/>
                    <a:pt x="130" y="12"/>
                    <a:pt x="130" y="12"/>
                  </a:cubicBezTo>
                  <a:cubicBezTo>
                    <a:pt x="126" y="5"/>
                    <a:pt x="126" y="5"/>
                    <a:pt x="126" y="5"/>
                  </a:cubicBezTo>
                  <a:cubicBezTo>
                    <a:pt x="122" y="0"/>
                    <a:pt x="122" y="0"/>
                    <a:pt x="122" y="0"/>
                  </a:cubicBezTo>
                  <a:cubicBezTo>
                    <a:pt x="116" y="2"/>
                    <a:pt x="116" y="2"/>
                    <a:pt x="116" y="2"/>
                  </a:cubicBezTo>
                  <a:cubicBezTo>
                    <a:pt x="115" y="6"/>
                    <a:pt x="115" y="6"/>
                    <a:pt x="115" y="6"/>
                  </a:cubicBezTo>
                  <a:cubicBezTo>
                    <a:pt x="112" y="8"/>
                    <a:pt x="112" y="8"/>
                    <a:pt x="112" y="8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0" y="16"/>
                    <a:pt x="100" y="16"/>
                    <a:pt x="100" y="16"/>
                  </a:cubicBezTo>
                  <a:cubicBezTo>
                    <a:pt x="96" y="15"/>
                    <a:pt x="96" y="15"/>
                    <a:pt x="96" y="15"/>
                  </a:cubicBezTo>
                  <a:cubicBezTo>
                    <a:pt x="92" y="17"/>
                    <a:pt x="92" y="17"/>
                    <a:pt x="92" y="17"/>
                  </a:cubicBezTo>
                  <a:cubicBezTo>
                    <a:pt x="89" y="13"/>
                    <a:pt x="89" y="13"/>
                    <a:pt x="89" y="13"/>
                  </a:cubicBezTo>
                  <a:cubicBezTo>
                    <a:pt x="88" y="16"/>
                    <a:pt x="88" y="16"/>
                    <a:pt x="88" y="16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99" y="24"/>
                    <a:pt x="99" y="24"/>
                    <a:pt x="99" y="24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97" y="30"/>
                    <a:pt x="97" y="30"/>
                    <a:pt x="97" y="30"/>
                  </a:cubicBezTo>
                  <a:cubicBezTo>
                    <a:pt x="97" y="33"/>
                    <a:pt x="97" y="33"/>
                    <a:pt x="97" y="33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00" y="40"/>
                    <a:pt x="100" y="40"/>
                    <a:pt x="100" y="40"/>
                  </a:cubicBezTo>
                  <a:cubicBezTo>
                    <a:pt x="97" y="42"/>
                    <a:pt x="97" y="42"/>
                    <a:pt x="97" y="42"/>
                  </a:cubicBezTo>
                  <a:cubicBezTo>
                    <a:pt x="99" y="46"/>
                    <a:pt x="99" y="46"/>
                    <a:pt x="99" y="46"/>
                  </a:cubicBezTo>
                  <a:cubicBezTo>
                    <a:pt x="96" y="47"/>
                    <a:pt x="96" y="47"/>
                    <a:pt x="96" y="47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1" y="44"/>
                    <a:pt x="91" y="44"/>
                    <a:pt x="91" y="44"/>
                  </a:cubicBezTo>
                  <a:cubicBezTo>
                    <a:pt x="88" y="45"/>
                    <a:pt x="88" y="45"/>
                    <a:pt x="88" y="45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70" y="59"/>
                    <a:pt x="70" y="59"/>
                    <a:pt x="70" y="59"/>
                  </a:cubicBezTo>
                  <a:cubicBezTo>
                    <a:pt x="72" y="65"/>
                    <a:pt x="72" y="65"/>
                    <a:pt x="72" y="65"/>
                  </a:cubicBezTo>
                  <a:cubicBezTo>
                    <a:pt x="73" y="71"/>
                    <a:pt x="73" y="71"/>
                    <a:pt x="73" y="71"/>
                  </a:cubicBezTo>
                  <a:cubicBezTo>
                    <a:pt x="63" y="74"/>
                    <a:pt x="63" y="74"/>
                    <a:pt x="63" y="74"/>
                  </a:cubicBezTo>
                  <a:cubicBezTo>
                    <a:pt x="45" y="74"/>
                    <a:pt x="45" y="74"/>
                    <a:pt x="45" y="74"/>
                  </a:cubicBezTo>
                  <a:cubicBezTo>
                    <a:pt x="32" y="75"/>
                    <a:pt x="32" y="75"/>
                    <a:pt x="32" y="75"/>
                  </a:cubicBezTo>
                  <a:cubicBezTo>
                    <a:pt x="14" y="72"/>
                    <a:pt x="14" y="72"/>
                    <a:pt x="14" y="72"/>
                  </a:cubicBezTo>
                  <a:cubicBezTo>
                    <a:pt x="9" y="77"/>
                    <a:pt x="9" y="77"/>
                    <a:pt x="9" y="77"/>
                  </a:cubicBezTo>
                  <a:cubicBezTo>
                    <a:pt x="8" y="76"/>
                    <a:pt x="7" y="76"/>
                    <a:pt x="6" y="75"/>
                  </a:cubicBezTo>
                  <a:cubicBezTo>
                    <a:pt x="6" y="116"/>
                    <a:pt x="6" y="116"/>
                    <a:pt x="6" y="116"/>
                  </a:cubicBezTo>
                  <a:cubicBezTo>
                    <a:pt x="6" y="141"/>
                    <a:pt x="6" y="141"/>
                    <a:pt x="6" y="141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4" y="154"/>
                    <a:pt x="14" y="155"/>
                    <a:pt x="14" y="155"/>
                  </a:cubicBezTo>
                  <a:cubicBezTo>
                    <a:pt x="14" y="155"/>
                    <a:pt x="15" y="155"/>
                    <a:pt x="16" y="156"/>
                  </a:cubicBezTo>
                  <a:cubicBezTo>
                    <a:pt x="27" y="173"/>
                    <a:pt x="27" y="173"/>
                    <a:pt x="27" y="173"/>
                  </a:cubicBezTo>
                  <a:cubicBezTo>
                    <a:pt x="48" y="173"/>
                    <a:pt x="48" y="173"/>
                    <a:pt x="48" y="173"/>
                  </a:cubicBezTo>
                  <a:cubicBezTo>
                    <a:pt x="48" y="173"/>
                    <a:pt x="49" y="174"/>
                    <a:pt x="50" y="175"/>
                  </a:cubicBezTo>
                  <a:cubicBezTo>
                    <a:pt x="59" y="201"/>
                    <a:pt x="59" y="201"/>
                    <a:pt x="59" y="201"/>
                  </a:cubicBezTo>
                  <a:cubicBezTo>
                    <a:pt x="59" y="205"/>
                    <a:pt x="60" y="208"/>
                    <a:pt x="60" y="211"/>
                  </a:cubicBezTo>
                  <a:cubicBezTo>
                    <a:pt x="60" y="229"/>
                    <a:pt x="60" y="229"/>
                    <a:pt x="60" y="229"/>
                  </a:cubicBezTo>
                  <a:cubicBezTo>
                    <a:pt x="60" y="237"/>
                    <a:pt x="60" y="237"/>
                    <a:pt x="60" y="237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92" y="226"/>
                    <a:pt x="92" y="226"/>
                    <a:pt x="92" y="226"/>
                  </a:cubicBezTo>
                  <a:cubicBezTo>
                    <a:pt x="103" y="205"/>
                    <a:pt x="103" y="205"/>
                    <a:pt x="103" y="205"/>
                  </a:cubicBezTo>
                  <a:cubicBezTo>
                    <a:pt x="138" y="205"/>
                    <a:pt x="138" y="205"/>
                    <a:pt x="138" y="205"/>
                  </a:cubicBezTo>
                  <a:cubicBezTo>
                    <a:pt x="146" y="205"/>
                    <a:pt x="146" y="205"/>
                    <a:pt x="146" y="205"/>
                  </a:cubicBezTo>
                  <a:cubicBezTo>
                    <a:pt x="146" y="184"/>
                    <a:pt x="146" y="184"/>
                    <a:pt x="146" y="184"/>
                  </a:cubicBezTo>
                  <a:cubicBezTo>
                    <a:pt x="178" y="184"/>
                    <a:pt x="178" y="184"/>
                    <a:pt x="178" y="184"/>
                  </a:cubicBezTo>
                  <a:cubicBezTo>
                    <a:pt x="189" y="173"/>
                    <a:pt x="189" y="173"/>
                    <a:pt x="189" y="173"/>
                  </a:cubicBezTo>
                  <a:cubicBezTo>
                    <a:pt x="210" y="170"/>
                    <a:pt x="210" y="170"/>
                    <a:pt x="210" y="170"/>
                  </a:cubicBezTo>
                  <a:cubicBezTo>
                    <a:pt x="209" y="163"/>
                    <a:pt x="209" y="163"/>
                    <a:pt x="209" y="163"/>
                  </a:cubicBezTo>
                  <a:cubicBezTo>
                    <a:pt x="213" y="159"/>
                    <a:pt x="213" y="159"/>
                    <a:pt x="213" y="159"/>
                  </a:cubicBezTo>
                  <a:cubicBezTo>
                    <a:pt x="217" y="156"/>
                    <a:pt x="217" y="156"/>
                    <a:pt x="217" y="156"/>
                  </a:cubicBezTo>
                  <a:cubicBezTo>
                    <a:pt x="219" y="147"/>
                    <a:pt x="219" y="147"/>
                    <a:pt x="219" y="147"/>
                  </a:cubicBezTo>
                  <a:cubicBezTo>
                    <a:pt x="225" y="144"/>
                    <a:pt x="225" y="144"/>
                    <a:pt x="225" y="144"/>
                  </a:cubicBezTo>
                  <a:cubicBezTo>
                    <a:pt x="225" y="141"/>
                    <a:pt x="225" y="141"/>
                    <a:pt x="225" y="141"/>
                  </a:cubicBezTo>
                  <a:cubicBezTo>
                    <a:pt x="228" y="137"/>
                    <a:pt x="228" y="137"/>
                    <a:pt x="228" y="137"/>
                  </a:cubicBezTo>
                  <a:cubicBezTo>
                    <a:pt x="229" y="133"/>
                    <a:pt x="229" y="133"/>
                    <a:pt x="229" y="133"/>
                  </a:cubicBezTo>
                  <a:cubicBezTo>
                    <a:pt x="232" y="129"/>
                    <a:pt x="232" y="129"/>
                    <a:pt x="232" y="129"/>
                  </a:cubicBezTo>
                  <a:cubicBezTo>
                    <a:pt x="231" y="124"/>
                    <a:pt x="231" y="124"/>
                    <a:pt x="231" y="124"/>
                  </a:cubicBez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wrap="none"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84" name="Korea, South" descr="© INSCALE GmbH, 05.05.2010&#10;http://www.presentationload.com/">
              <a:extLst>
                <a:ext uri="{FF2B5EF4-FFF2-40B4-BE49-F238E27FC236}">
                  <a16:creationId xmlns:a16="http://schemas.microsoft.com/office/drawing/2014/main" id="{A3CC169E-EF3F-4F7C-BBAA-9AB03B8E495A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6522316" y="1982161"/>
              <a:ext cx="90469" cy="140005"/>
            </a:xfrm>
            <a:custGeom>
              <a:avLst/>
              <a:gdLst>
                <a:gd name="T0" fmla="*/ 2147483647 w 276"/>
                <a:gd name="T1" fmla="*/ 2147483647 h 426"/>
                <a:gd name="T2" fmla="*/ 2147483647 w 276"/>
                <a:gd name="T3" fmla="*/ 2147483647 h 426"/>
                <a:gd name="T4" fmla="*/ 2147483647 w 276"/>
                <a:gd name="T5" fmla="*/ 2147483647 h 426"/>
                <a:gd name="T6" fmla="*/ 2147483647 w 276"/>
                <a:gd name="T7" fmla="*/ 2147483647 h 426"/>
                <a:gd name="T8" fmla="*/ 2147483647 w 276"/>
                <a:gd name="T9" fmla="*/ 2147483647 h 426"/>
                <a:gd name="T10" fmla="*/ 2147483647 w 276"/>
                <a:gd name="T11" fmla="*/ 2147483647 h 426"/>
                <a:gd name="T12" fmla="*/ 2147483647 w 276"/>
                <a:gd name="T13" fmla="*/ 2147483647 h 426"/>
                <a:gd name="T14" fmla="*/ 2147483647 w 276"/>
                <a:gd name="T15" fmla="*/ 2147483647 h 426"/>
                <a:gd name="T16" fmla="*/ 2147483647 w 276"/>
                <a:gd name="T17" fmla="*/ 2147483647 h 426"/>
                <a:gd name="T18" fmla="*/ 2147483647 w 276"/>
                <a:gd name="T19" fmla="*/ 2147483647 h 426"/>
                <a:gd name="T20" fmla="*/ 2147483647 w 276"/>
                <a:gd name="T21" fmla="*/ 2147483647 h 426"/>
                <a:gd name="T22" fmla="*/ 2147483647 w 276"/>
                <a:gd name="T23" fmla="*/ 2147483647 h 426"/>
                <a:gd name="T24" fmla="*/ 2147483647 w 276"/>
                <a:gd name="T25" fmla="*/ 0 h 426"/>
                <a:gd name="T26" fmla="*/ 2147483647 w 276"/>
                <a:gd name="T27" fmla="*/ 2147483647 h 426"/>
                <a:gd name="T28" fmla="*/ 2147483647 w 276"/>
                <a:gd name="T29" fmla="*/ 2147483647 h 426"/>
                <a:gd name="T30" fmla="*/ 2147483647 w 276"/>
                <a:gd name="T31" fmla="*/ 2147483647 h 426"/>
                <a:gd name="T32" fmla="*/ 2147483647 w 276"/>
                <a:gd name="T33" fmla="*/ 2147483647 h 426"/>
                <a:gd name="T34" fmla="*/ 0 w 276"/>
                <a:gd name="T35" fmla="*/ 2147483647 h 426"/>
                <a:gd name="T36" fmla="*/ 2147483647 w 276"/>
                <a:gd name="T37" fmla="*/ 2147483647 h 426"/>
                <a:gd name="T38" fmla="*/ 2147483647 w 276"/>
                <a:gd name="T39" fmla="*/ 2147483647 h 426"/>
                <a:gd name="T40" fmla="*/ 2147483647 w 276"/>
                <a:gd name="T41" fmla="*/ 2147483647 h 426"/>
                <a:gd name="T42" fmla="*/ 2147483647 w 276"/>
                <a:gd name="T43" fmla="*/ 2147483647 h 426"/>
                <a:gd name="T44" fmla="*/ 2147483647 w 276"/>
                <a:gd name="T45" fmla="*/ 2147483647 h 426"/>
                <a:gd name="T46" fmla="*/ 2147483647 w 276"/>
                <a:gd name="T47" fmla="*/ 2147483647 h 426"/>
                <a:gd name="T48" fmla="*/ 2147483647 w 276"/>
                <a:gd name="T49" fmla="*/ 2147483647 h 426"/>
                <a:gd name="T50" fmla="*/ 2147483647 w 276"/>
                <a:gd name="T51" fmla="*/ 2147483647 h 426"/>
                <a:gd name="T52" fmla="*/ 2147483647 w 276"/>
                <a:gd name="T53" fmla="*/ 2147483647 h 426"/>
                <a:gd name="T54" fmla="*/ 2147483647 w 276"/>
                <a:gd name="T55" fmla="*/ 2147483647 h 426"/>
                <a:gd name="T56" fmla="*/ 2147483647 w 276"/>
                <a:gd name="T57" fmla="*/ 2147483647 h 426"/>
                <a:gd name="T58" fmla="*/ 2147483647 w 276"/>
                <a:gd name="T59" fmla="*/ 2147483647 h 426"/>
                <a:gd name="T60" fmla="*/ 2147483647 w 276"/>
                <a:gd name="T61" fmla="*/ 2147483647 h 426"/>
                <a:gd name="T62" fmla="*/ 2147483647 w 276"/>
                <a:gd name="T63" fmla="*/ 2147483647 h 426"/>
                <a:gd name="T64" fmla="*/ 2147483647 w 276"/>
                <a:gd name="T65" fmla="*/ 2147483647 h 426"/>
                <a:gd name="T66" fmla="*/ 2147483647 w 276"/>
                <a:gd name="T67" fmla="*/ 2147483647 h 426"/>
                <a:gd name="T68" fmla="*/ 2147483647 w 276"/>
                <a:gd name="T69" fmla="*/ 2147483647 h 426"/>
                <a:gd name="T70" fmla="*/ 2147483647 w 276"/>
                <a:gd name="T71" fmla="*/ 2147483647 h 426"/>
                <a:gd name="T72" fmla="*/ 2147483647 w 276"/>
                <a:gd name="T73" fmla="*/ 2147483647 h 426"/>
                <a:gd name="T74" fmla="*/ 2147483647 w 276"/>
                <a:gd name="T75" fmla="*/ 2147483647 h 42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276"/>
                <a:gd name="T115" fmla="*/ 0 h 426"/>
                <a:gd name="T116" fmla="*/ 276 w 276"/>
                <a:gd name="T117" fmla="*/ 426 h 42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276" h="426">
                  <a:moveTo>
                    <a:pt x="150" y="402"/>
                  </a:moveTo>
                  <a:lnTo>
                    <a:pt x="132" y="408"/>
                  </a:lnTo>
                  <a:lnTo>
                    <a:pt x="126" y="414"/>
                  </a:lnTo>
                  <a:lnTo>
                    <a:pt x="138" y="426"/>
                  </a:lnTo>
                  <a:lnTo>
                    <a:pt x="162" y="426"/>
                  </a:lnTo>
                  <a:lnTo>
                    <a:pt x="174" y="414"/>
                  </a:lnTo>
                  <a:lnTo>
                    <a:pt x="174" y="408"/>
                  </a:lnTo>
                  <a:lnTo>
                    <a:pt x="168" y="402"/>
                  </a:lnTo>
                  <a:lnTo>
                    <a:pt x="150" y="402"/>
                  </a:lnTo>
                  <a:close/>
                  <a:moveTo>
                    <a:pt x="276" y="246"/>
                  </a:moveTo>
                  <a:lnTo>
                    <a:pt x="270" y="228"/>
                  </a:lnTo>
                  <a:lnTo>
                    <a:pt x="264" y="216"/>
                  </a:lnTo>
                  <a:lnTo>
                    <a:pt x="246" y="198"/>
                  </a:lnTo>
                  <a:lnTo>
                    <a:pt x="252" y="186"/>
                  </a:lnTo>
                  <a:lnTo>
                    <a:pt x="252" y="180"/>
                  </a:lnTo>
                  <a:lnTo>
                    <a:pt x="246" y="162"/>
                  </a:lnTo>
                  <a:lnTo>
                    <a:pt x="240" y="150"/>
                  </a:lnTo>
                  <a:lnTo>
                    <a:pt x="210" y="120"/>
                  </a:lnTo>
                  <a:lnTo>
                    <a:pt x="198" y="102"/>
                  </a:lnTo>
                  <a:lnTo>
                    <a:pt x="168" y="72"/>
                  </a:lnTo>
                  <a:lnTo>
                    <a:pt x="144" y="66"/>
                  </a:lnTo>
                  <a:lnTo>
                    <a:pt x="144" y="60"/>
                  </a:lnTo>
                  <a:lnTo>
                    <a:pt x="138" y="54"/>
                  </a:lnTo>
                  <a:lnTo>
                    <a:pt x="132" y="42"/>
                  </a:lnTo>
                  <a:lnTo>
                    <a:pt x="102" y="12"/>
                  </a:lnTo>
                  <a:lnTo>
                    <a:pt x="96" y="0"/>
                  </a:lnTo>
                  <a:lnTo>
                    <a:pt x="78" y="12"/>
                  </a:lnTo>
                  <a:lnTo>
                    <a:pt x="48" y="12"/>
                  </a:lnTo>
                  <a:lnTo>
                    <a:pt x="24" y="24"/>
                  </a:lnTo>
                  <a:lnTo>
                    <a:pt x="18" y="30"/>
                  </a:lnTo>
                  <a:lnTo>
                    <a:pt x="12" y="30"/>
                  </a:lnTo>
                  <a:lnTo>
                    <a:pt x="12" y="36"/>
                  </a:lnTo>
                  <a:lnTo>
                    <a:pt x="18" y="42"/>
                  </a:lnTo>
                  <a:lnTo>
                    <a:pt x="18" y="48"/>
                  </a:lnTo>
                  <a:lnTo>
                    <a:pt x="12" y="54"/>
                  </a:lnTo>
                  <a:lnTo>
                    <a:pt x="0" y="60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2" y="84"/>
                  </a:lnTo>
                  <a:lnTo>
                    <a:pt x="24" y="90"/>
                  </a:lnTo>
                  <a:lnTo>
                    <a:pt x="30" y="90"/>
                  </a:lnTo>
                  <a:lnTo>
                    <a:pt x="42" y="96"/>
                  </a:lnTo>
                  <a:lnTo>
                    <a:pt x="60" y="132"/>
                  </a:lnTo>
                  <a:lnTo>
                    <a:pt x="54" y="132"/>
                  </a:lnTo>
                  <a:lnTo>
                    <a:pt x="48" y="126"/>
                  </a:lnTo>
                  <a:lnTo>
                    <a:pt x="36" y="126"/>
                  </a:lnTo>
                  <a:lnTo>
                    <a:pt x="24" y="120"/>
                  </a:lnTo>
                  <a:lnTo>
                    <a:pt x="6" y="120"/>
                  </a:lnTo>
                  <a:lnTo>
                    <a:pt x="6" y="126"/>
                  </a:lnTo>
                  <a:lnTo>
                    <a:pt x="18" y="132"/>
                  </a:lnTo>
                  <a:lnTo>
                    <a:pt x="30" y="144"/>
                  </a:lnTo>
                  <a:lnTo>
                    <a:pt x="42" y="150"/>
                  </a:lnTo>
                  <a:lnTo>
                    <a:pt x="54" y="192"/>
                  </a:lnTo>
                  <a:lnTo>
                    <a:pt x="90" y="198"/>
                  </a:lnTo>
                  <a:lnTo>
                    <a:pt x="90" y="228"/>
                  </a:lnTo>
                  <a:lnTo>
                    <a:pt x="78" y="240"/>
                  </a:lnTo>
                  <a:lnTo>
                    <a:pt x="78" y="270"/>
                  </a:lnTo>
                  <a:lnTo>
                    <a:pt x="84" y="282"/>
                  </a:lnTo>
                  <a:lnTo>
                    <a:pt x="102" y="300"/>
                  </a:lnTo>
                  <a:lnTo>
                    <a:pt x="108" y="300"/>
                  </a:lnTo>
                  <a:lnTo>
                    <a:pt x="108" y="306"/>
                  </a:lnTo>
                  <a:lnTo>
                    <a:pt x="102" y="312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32" y="330"/>
                  </a:lnTo>
                  <a:lnTo>
                    <a:pt x="144" y="324"/>
                  </a:lnTo>
                  <a:lnTo>
                    <a:pt x="144" y="318"/>
                  </a:lnTo>
                  <a:lnTo>
                    <a:pt x="150" y="312"/>
                  </a:lnTo>
                  <a:lnTo>
                    <a:pt x="150" y="306"/>
                  </a:lnTo>
                  <a:lnTo>
                    <a:pt x="198" y="282"/>
                  </a:lnTo>
                  <a:lnTo>
                    <a:pt x="222" y="288"/>
                  </a:lnTo>
                  <a:lnTo>
                    <a:pt x="234" y="270"/>
                  </a:lnTo>
                  <a:lnTo>
                    <a:pt x="258" y="270"/>
                  </a:lnTo>
                  <a:lnTo>
                    <a:pt x="270" y="264"/>
                  </a:lnTo>
                  <a:lnTo>
                    <a:pt x="276" y="264"/>
                  </a:lnTo>
                  <a:lnTo>
                    <a:pt x="276" y="24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85" name="Korea, North" descr="© INSCALE GmbH, 05.05.2010&#10;http://www.presentationload.com/">
              <a:extLst>
                <a:ext uri="{FF2B5EF4-FFF2-40B4-BE49-F238E27FC236}">
                  <a16:creationId xmlns:a16="http://schemas.microsoft.com/office/drawing/2014/main" id="{B1EC007E-2153-4068-8C69-777EEC7E87F1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6447355" y="1866557"/>
              <a:ext cx="108563" cy="137435"/>
            </a:xfrm>
            <a:custGeom>
              <a:avLst/>
              <a:gdLst>
                <a:gd name="T0" fmla="*/ 2147483647 w 330"/>
                <a:gd name="T1" fmla="*/ 0 h 420"/>
                <a:gd name="T2" fmla="*/ 2147483647 w 330"/>
                <a:gd name="T3" fmla="*/ 2147483647 h 420"/>
                <a:gd name="T4" fmla="*/ 2147483647 w 330"/>
                <a:gd name="T5" fmla="*/ 2147483647 h 420"/>
                <a:gd name="T6" fmla="*/ 2147483647 w 330"/>
                <a:gd name="T7" fmla="*/ 2147483647 h 420"/>
                <a:gd name="T8" fmla="*/ 2147483647 w 330"/>
                <a:gd name="T9" fmla="*/ 2147483647 h 420"/>
                <a:gd name="T10" fmla="*/ 2147483647 w 330"/>
                <a:gd name="T11" fmla="*/ 2147483647 h 420"/>
                <a:gd name="T12" fmla="*/ 2147483647 w 330"/>
                <a:gd name="T13" fmla="*/ 2147483647 h 420"/>
                <a:gd name="T14" fmla="*/ 2147483647 w 330"/>
                <a:gd name="T15" fmla="*/ 2147483647 h 420"/>
                <a:gd name="T16" fmla="*/ 2147483647 w 330"/>
                <a:gd name="T17" fmla="*/ 2147483647 h 420"/>
                <a:gd name="T18" fmla="*/ 2147483647 w 330"/>
                <a:gd name="T19" fmla="*/ 2147483647 h 420"/>
                <a:gd name="T20" fmla="*/ 2147483647 w 330"/>
                <a:gd name="T21" fmla="*/ 2147483647 h 420"/>
                <a:gd name="T22" fmla="*/ 2147483647 w 330"/>
                <a:gd name="T23" fmla="*/ 2147483647 h 420"/>
                <a:gd name="T24" fmla="*/ 2147483647 w 330"/>
                <a:gd name="T25" fmla="*/ 2147483647 h 420"/>
                <a:gd name="T26" fmla="*/ 2147483647 w 330"/>
                <a:gd name="T27" fmla="*/ 2147483647 h 420"/>
                <a:gd name="T28" fmla="*/ 2147483647 w 330"/>
                <a:gd name="T29" fmla="*/ 2147483647 h 420"/>
                <a:gd name="T30" fmla="*/ 2147483647 w 330"/>
                <a:gd name="T31" fmla="*/ 2147483647 h 420"/>
                <a:gd name="T32" fmla="*/ 2147483647 w 330"/>
                <a:gd name="T33" fmla="*/ 2147483647 h 420"/>
                <a:gd name="T34" fmla="*/ 2147483647 w 330"/>
                <a:gd name="T35" fmla="*/ 2147483647 h 420"/>
                <a:gd name="T36" fmla="*/ 2147483647 w 330"/>
                <a:gd name="T37" fmla="*/ 2147483647 h 420"/>
                <a:gd name="T38" fmla="*/ 2147483647 w 330"/>
                <a:gd name="T39" fmla="*/ 2147483647 h 420"/>
                <a:gd name="T40" fmla="*/ 2147483647 w 330"/>
                <a:gd name="T41" fmla="*/ 2147483647 h 420"/>
                <a:gd name="T42" fmla="*/ 2147483647 w 330"/>
                <a:gd name="T43" fmla="*/ 2147483647 h 420"/>
                <a:gd name="T44" fmla="*/ 2147483647 w 330"/>
                <a:gd name="T45" fmla="*/ 2147483647 h 420"/>
                <a:gd name="T46" fmla="*/ 2147483647 w 330"/>
                <a:gd name="T47" fmla="*/ 2147483647 h 420"/>
                <a:gd name="T48" fmla="*/ 2147483647 w 330"/>
                <a:gd name="T49" fmla="*/ 2147483647 h 420"/>
                <a:gd name="T50" fmla="*/ 2147483647 w 330"/>
                <a:gd name="T51" fmla="*/ 2147483647 h 420"/>
                <a:gd name="T52" fmla="*/ 2147483647 w 330"/>
                <a:gd name="T53" fmla="*/ 2147483647 h 420"/>
                <a:gd name="T54" fmla="*/ 2147483647 w 330"/>
                <a:gd name="T55" fmla="*/ 2147483647 h 420"/>
                <a:gd name="T56" fmla="*/ 2147483647 w 330"/>
                <a:gd name="T57" fmla="*/ 2147483647 h 420"/>
                <a:gd name="T58" fmla="*/ 2147483647 w 330"/>
                <a:gd name="T59" fmla="*/ 2147483647 h 420"/>
                <a:gd name="T60" fmla="*/ 2147483647 w 330"/>
                <a:gd name="T61" fmla="*/ 2147483647 h 420"/>
                <a:gd name="T62" fmla="*/ 2147483647 w 330"/>
                <a:gd name="T63" fmla="*/ 2147483647 h 420"/>
                <a:gd name="T64" fmla="*/ 2147483647 w 330"/>
                <a:gd name="T65" fmla="*/ 2147483647 h 420"/>
                <a:gd name="T66" fmla="*/ 2147483647 w 330"/>
                <a:gd name="T67" fmla="*/ 2147483647 h 420"/>
                <a:gd name="T68" fmla="*/ 2147483647 w 330"/>
                <a:gd name="T69" fmla="*/ 2147483647 h 420"/>
                <a:gd name="T70" fmla="*/ 2147483647 w 330"/>
                <a:gd name="T71" fmla="*/ 2147483647 h 420"/>
                <a:gd name="T72" fmla="*/ 2147483647 w 330"/>
                <a:gd name="T73" fmla="*/ 2147483647 h 420"/>
                <a:gd name="T74" fmla="*/ 2147483647 w 330"/>
                <a:gd name="T75" fmla="*/ 2147483647 h 420"/>
                <a:gd name="T76" fmla="*/ 2147483647 w 330"/>
                <a:gd name="T77" fmla="*/ 2147483647 h 420"/>
                <a:gd name="T78" fmla="*/ 2147483647 w 330"/>
                <a:gd name="T79" fmla="*/ 2147483647 h 420"/>
                <a:gd name="T80" fmla="*/ 2147483647 w 330"/>
                <a:gd name="T81" fmla="*/ 2147483647 h 420"/>
                <a:gd name="T82" fmla="*/ 2147483647 w 330"/>
                <a:gd name="T83" fmla="*/ 2147483647 h 420"/>
                <a:gd name="T84" fmla="*/ 2147483647 w 330"/>
                <a:gd name="T85" fmla="*/ 2147483647 h 420"/>
                <a:gd name="T86" fmla="*/ 2147483647 w 330"/>
                <a:gd name="T87" fmla="*/ 2147483647 h 420"/>
                <a:gd name="T88" fmla="*/ 2147483647 w 330"/>
                <a:gd name="T89" fmla="*/ 2147483647 h 420"/>
                <a:gd name="T90" fmla="*/ 2147483647 w 330"/>
                <a:gd name="T91" fmla="*/ 2147483647 h 420"/>
                <a:gd name="T92" fmla="*/ 2147483647 w 330"/>
                <a:gd name="T93" fmla="*/ 2147483647 h 420"/>
                <a:gd name="T94" fmla="*/ 2147483647 w 330"/>
                <a:gd name="T95" fmla="*/ 2147483647 h 420"/>
                <a:gd name="T96" fmla="*/ 2147483647 w 330"/>
                <a:gd name="T97" fmla="*/ 2147483647 h 420"/>
                <a:gd name="T98" fmla="*/ 2147483647 w 330"/>
                <a:gd name="T99" fmla="*/ 2147483647 h 420"/>
                <a:gd name="T100" fmla="*/ 2147483647 w 330"/>
                <a:gd name="T101" fmla="*/ 2147483647 h 420"/>
                <a:gd name="T102" fmla="*/ 2147483647 w 330"/>
                <a:gd name="T103" fmla="*/ 0 h 42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330"/>
                <a:gd name="T157" fmla="*/ 0 h 420"/>
                <a:gd name="T158" fmla="*/ 330 w 330"/>
                <a:gd name="T159" fmla="*/ 420 h 42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330" h="420">
                  <a:moveTo>
                    <a:pt x="270" y="0"/>
                  </a:moveTo>
                  <a:lnTo>
                    <a:pt x="240" y="0"/>
                  </a:lnTo>
                  <a:lnTo>
                    <a:pt x="240" y="6"/>
                  </a:lnTo>
                  <a:lnTo>
                    <a:pt x="246" y="12"/>
                  </a:lnTo>
                  <a:lnTo>
                    <a:pt x="252" y="24"/>
                  </a:lnTo>
                  <a:lnTo>
                    <a:pt x="252" y="42"/>
                  </a:lnTo>
                  <a:lnTo>
                    <a:pt x="228" y="42"/>
                  </a:lnTo>
                  <a:lnTo>
                    <a:pt x="234" y="54"/>
                  </a:lnTo>
                  <a:lnTo>
                    <a:pt x="234" y="60"/>
                  </a:lnTo>
                  <a:lnTo>
                    <a:pt x="228" y="72"/>
                  </a:lnTo>
                  <a:lnTo>
                    <a:pt x="216" y="78"/>
                  </a:lnTo>
                  <a:lnTo>
                    <a:pt x="204" y="72"/>
                  </a:lnTo>
                  <a:lnTo>
                    <a:pt x="180" y="72"/>
                  </a:lnTo>
                  <a:lnTo>
                    <a:pt x="174" y="66"/>
                  </a:lnTo>
                  <a:lnTo>
                    <a:pt x="168" y="72"/>
                  </a:lnTo>
                  <a:lnTo>
                    <a:pt x="168" y="84"/>
                  </a:lnTo>
                  <a:lnTo>
                    <a:pt x="192" y="108"/>
                  </a:lnTo>
                  <a:lnTo>
                    <a:pt x="198" y="108"/>
                  </a:lnTo>
                  <a:lnTo>
                    <a:pt x="198" y="120"/>
                  </a:lnTo>
                  <a:lnTo>
                    <a:pt x="150" y="120"/>
                  </a:lnTo>
                  <a:lnTo>
                    <a:pt x="138" y="114"/>
                  </a:lnTo>
                  <a:lnTo>
                    <a:pt x="126" y="114"/>
                  </a:lnTo>
                  <a:lnTo>
                    <a:pt x="114" y="102"/>
                  </a:lnTo>
                  <a:lnTo>
                    <a:pt x="102" y="96"/>
                  </a:lnTo>
                  <a:lnTo>
                    <a:pt x="90" y="96"/>
                  </a:lnTo>
                  <a:lnTo>
                    <a:pt x="90" y="102"/>
                  </a:lnTo>
                  <a:lnTo>
                    <a:pt x="84" y="108"/>
                  </a:lnTo>
                  <a:lnTo>
                    <a:pt x="84" y="138"/>
                  </a:lnTo>
                  <a:lnTo>
                    <a:pt x="66" y="174"/>
                  </a:lnTo>
                  <a:lnTo>
                    <a:pt x="54" y="186"/>
                  </a:lnTo>
                  <a:lnTo>
                    <a:pt x="18" y="204"/>
                  </a:lnTo>
                  <a:lnTo>
                    <a:pt x="12" y="216"/>
                  </a:lnTo>
                  <a:lnTo>
                    <a:pt x="6" y="222"/>
                  </a:lnTo>
                  <a:lnTo>
                    <a:pt x="6" y="234"/>
                  </a:lnTo>
                  <a:lnTo>
                    <a:pt x="0" y="246"/>
                  </a:lnTo>
                  <a:lnTo>
                    <a:pt x="12" y="228"/>
                  </a:lnTo>
                  <a:lnTo>
                    <a:pt x="18" y="246"/>
                  </a:lnTo>
                  <a:lnTo>
                    <a:pt x="36" y="270"/>
                  </a:lnTo>
                  <a:lnTo>
                    <a:pt x="48" y="252"/>
                  </a:lnTo>
                  <a:lnTo>
                    <a:pt x="54" y="258"/>
                  </a:lnTo>
                  <a:lnTo>
                    <a:pt x="60" y="270"/>
                  </a:lnTo>
                  <a:lnTo>
                    <a:pt x="96" y="270"/>
                  </a:lnTo>
                  <a:lnTo>
                    <a:pt x="96" y="282"/>
                  </a:lnTo>
                  <a:lnTo>
                    <a:pt x="102" y="294"/>
                  </a:lnTo>
                  <a:lnTo>
                    <a:pt x="102" y="336"/>
                  </a:lnTo>
                  <a:lnTo>
                    <a:pt x="138" y="336"/>
                  </a:lnTo>
                  <a:lnTo>
                    <a:pt x="144" y="348"/>
                  </a:lnTo>
                  <a:lnTo>
                    <a:pt x="132" y="342"/>
                  </a:lnTo>
                  <a:lnTo>
                    <a:pt x="108" y="342"/>
                  </a:lnTo>
                  <a:lnTo>
                    <a:pt x="102" y="348"/>
                  </a:lnTo>
                  <a:lnTo>
                    <a:pt x="102" y="360"/>
                  </a:lnTo>
                  <a:lnTo>
                    <a:pt x="108" y="378"/>
                  </a:lnTo>
                  <a:lnTo>
                    <a:pt x="114" y="384"/>
                  </a:lnTo>
                  <a:lnTo>
                    <a:pt x="126" y="408"/>
                  </a:lnTo>
                  <a:lnTo>
                    <a:pt x="156" y="396"/>
                  </a:lnTo>
                  <a:lnTo>
                    <a:pt x="162" y="402"/>
                  </a:lnTo>
                  <a:lnTo>
                    <a:pt x="174" y="408"/>
                  </a:lnTo>
                  <a:lnTo>
                    <a:pt x="180" y="414"/>
                  </a:lnTo>
                  <a:lnTo>
                    <a:pt x="192" y="420"/>
                  </a:lnTo>
                  <a:lnTo>
                    <a:pt x="198" y="420"/>
                  </a:lnTo>
                  <a:lnTo>
                    <a:pt x="216" y="414"/>
                  </a:lnTo>
                  <a:lnTo>
                    <a:pt x="228" y="414"/>
                  </a:lnTo>
                  <a:lnTo>
                    <a:pt x="240" y="408"/>
                  </a:lnTo>
                  <a:lnTo>
                    <a:pt x="246" y="402"/>
                  </a:lnTo>
                  <a:lnTo>
                    <a:pt x="246" y="396"/>
                  </a:lnTo>
                  <a:lnTo>
                    <a:pt x="240" y="390"/>
                  </a:lnTo>
                  <a:lnTo>
                    <a:pt x="240" y="384"/>
                  </a:lnTo>
                  <a:lnTo>
                    <a:pt x="246" y="384"/>
                  </a:lnTo>
                  <a:lnTo>
                    <a:pt x="252" y="378"/>
                  </a:lnTo>
                  <a:lnTo>
                    <a:pt x="276" y="366"/>
                  </a:lnTo>
                  <a:lnTo>
                    <a:pt x="306" y="366"/>
                  </a:lnTo>
                  <a:lnTo>
                    <a:pt x="324" y="354"/>
                  </a:lnTo>
                  <a:lnTo>
                    <a:pt x="312" y="342"/>
                  </a:lnTo>
                  <a:lnTo>
                    <a:pt x="312" y="336"/>
                  </a:lnTo>
                  <a:lnTo>
                    <a:pt x="264" y="312"/>
                  </a:lnTo>
                  <a:lnTo>
                    <a:pt x="240" y="312"/>
                  </a:lnTo>
                  <a:lnTo>
                    <a:pt x="240" y="300"/>
                  </a:lnTo>
                  <a:lnTo>
                    <a:pt x="246" y="288"/>
                  </a:lnTo>
                  <a:lnTo>
                    <a:pt x="252" y="282"/>
                  </a:lnTo>
                  <a:lnTo>
                    <a:pt x="246" y="276"/>
                  </a:lnTo>
                  <a:lnTo>
                    <a:pt x="234" y="270"/>
                  </a:lnTo>
                  <a:lnTo>
                    <a:pt x="228" y="264"/>
                  </a:lnTo>
                  <a:lnTo>
                    <a:pt x="228" y="252"/>
                  </a:lnTo>
                  <a:lnTo>
                    <a:pt x="240" y="246"/>
                  </a:lnTo>
                  <a:lnTo>
                    <a:pt x="246" y="240"/>
                  </a:lnTo>
                  <a:lnTo>
                    <a:pt x="258" y="234"/>
                  </a:lnTo>
                  <a:lnTo>
                    <a:pt x="270" y="234"/>
                  </a:lnTo>
                  <a:lnTo>
                    <a:pt x="276" y="228"/>
                  </a:lnTo>
                  <a:lnTo>
                    <a:pt x="288" y="204"/>
                  </a:lnTo>
                  <a:lnTo>
                    <a:pt x="288" y="192"/>
                  </a:lnTo>
                  <a:lnTo>
                    <a:pt x="294" y="186"/>
                  </a:lnTo>
                  <a:lnTo>
                    <a:pt x="300" y="174"/>
                  </a:lnTo>
                  <a:lnTo>
                    <a:pt x="324" y="162"/>
                  </a:lnTo>
                  <a:lnTo>
                    <a:pt x="312" y="132"/>
                  </a:lnTo>
                  <a:lnTo>
                    <a:pt x="306" y="126"/>
                  </a:lnTo>
                  <a:lnTo>
                    <a:pt x="294" y="102"/>
                  </a:lnTo>
                  <a:lnTo>
                    <a:pt x="294" y="90"/>
                  </a:lnTo>
                  <a:lnTo>
                    <a:pt x="306" y="66"/>
                  </a:lnTo>
                  <a:lnTo>
                    <a:pt x="318" y="60"/>
                  </a:lnTo>
                  <a:lnTo>
                    <a:pt x="324" y="54"/>
                  </a:lnTo>
                  <a:lnTo>
                    <a:pt x="330" y="54"/>
                  </a:lnTo>
                  <a:lnTo>
                    <a:pt x="312" y="36"/>
                  </a:lnTo>
                  <a:lnTo>
                    <a:pt x="288" y="24"/>
                  </a:lnTo>
                  <a:lnTo>
                    <a:pt x="270" y="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86" name="Kenya" descr="© INSCALE GmbH, 05.05.2010&#10;http://www.presentationload.com/">
              <a:extLst>
                <a:ext uri="{FF2B5EF4-FFF2-40B4-BE49-F238E27FC236}">
                  <a16:creationId xmlns:a16="http://schemas.microsoft.com/office/drawing/2014/main" id="{ADE48B67-419B-4512-B507-9374D5EDFCC5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533285" y="2877411"/>
              <a:ext cx="186108" cy="250466"/>
            </a:xfrm>
            <a:custGeom>
              <a:avLst/>
              <a:gdLst>
                <a:gd name="T0" fmla="*/ 2147483647 w 564"/>
                <a:gd name="T1" fmla="*/ 2147483647 h 762"/>
                <a:gd name="T2" fmla="*/ 2147483647 w 564"/>
                <a:gd name="T3" fmla="*/ 2147483647 h 762"/>
                <a:gd name="T4" fmla="*/ 2147483647 w 564"/>
                <a:gd name="T5" fmla="*/ 2147483647 h 762"/>
                <a:gd name="T6" fmla="*/ 2147483647 w 564"/>
                <a:gd name="T7" fmla="*/ 2147483647 h 762"/>
                <a:gd name="T8" fmla="*/ 2147483647 w 564"/>
                <a:gd name="T9" fmla="*/ 2147483647 h 762"/>
                <a:gd name="T10" fmla="*/ 2147483647 w 564"/>
                <a:gd name="T11" fmla="*/ 2147483647 h 762"/>
                <a:gd name="T12" fmla="*/ 2147483647 w 564"/>
                <a:gd name="T13" fmla="*/ 2147483647 h 762"/>
                <a:gd name="T14" fmla="*/ 2147483647 w 564"/>
                <a:gd name="T15" fmla="*/ 2147483647 h 762"/>
                <a:gd name="T16" fmla="*/ 2147483647 w 564"/>
                <a:gd name="T17" fmla="*/ 2147483647 h 762"/>
                <a:gd name="T18" fmla="*/ 2147483647 w 564"/>
                <a:gd name="T19" fmla="*/ 2147483647 h 762"/>
                <a:gd name="T20" fmla="*/ 2147483647 w 564"/>
                <a:gd name="T21" fmla="*/ 2147483647 h 762"/>
                <a:gd name="T22" fmla="*/ 2147483647 w 564"/>
                <a:gd name="T23" fmla="*/ 2147483647 h 762"/>
                <a:gd name="T24" fmla="*/ 2147483647 w 564"/>
                <a:gd name="T25" fmla="*/ 0 h 762"/>
                <a:gd name="T26" fmla="*/ 2147483647 w 564"/>
                <a:gd name="T27" fmla="*/ 2147483647 h 762"/>
                <a:gd name="T28" fmla="*/ 2147483647 w 564"/>
                <a:gd name="T29" fmla="*/ 2147483647 h 762"/>
                <a:gd name="T30" fmla="*/ 2147483647 w 564"/>
                <a:gd name="T31" fmla="*/ 2147483647 h 762"/>
                <a:gd name="T32" fmla="*/ 2147483647 w 564"/>
                <a:gd name="T33" fmla="*/ 2147483647 h 762"/>
                <a:gd name="T34" fmla="*/ 2147483647 w 564"/>
                <a:gd name="T35" fmla="*/ 2147483647 h 762"/>
                <a:gd name="T36" fmla="*/ 2147483647 w 564"/>
                <a:gd name="T37" fmla="*/ 2147483647 h 762"/>
                <a:gd name="T38" fmla="*/ 2147483647 w 564"/>
                <a:gd name="T39" fmla="*/ 2147483647 h 762"/>
                <a:gd name="T40" fmla="*/ 2147483647 w 564"/>
                <a:gd name="T41" fmla="*/ 2147483647 h 762"/>
                <a:gd name="T42" fmla="*/ 2147483647 w 564"/>
                <a:gd name="T43" fmla="*/ 2147483647 h 762"/>
                <a:gd name="T44" fmla="*/ 2147483647 w 564"/>
                <a:gd name="T45" fmla="*/ 2147483647 h 762"/>
                <a:gd name="T46" fmla="*/ 2147483647 w 564"/>
                <a:gd name="T47" fmla="*/ 2147483647 h 762"/>
                <a:gd name="T48" fmla="*/ 2147483647 w 564"/>
                <a:gd name="T49" fmla="*/ 2147483647 h 762"/>
                <a:gd name="T50" fmla="*/ 2147483647 w 564"/>
                <a:gd name="T51" fmla="*/ 2147483647 h 762"/>
                <a:gd name="T52" fmla="*/ 2147483647 w 564"/>
                <a:gd name="T53" fmla="*/ 2147483647 h 762"/>
                <a:gd name="T54" fmla="*/ 2147483647 w 564"/>
                <a:gd name="T55" fmla="*/ 2147483647 h 762"/>
                <a:gd name="T56" fmla="*/ 2147483647 w 564"/>
                <a:gd name="T57" fmla="*/ 2147483647 h 762"/>
                <a:gd name="T58" fmla="*/ 0 w 564"/>
                <a:gd name="T59" fmla="*/ 2147483647 h 762"/>
                <a:gd name="T60" fmla="*/ 2147483647 w 564"/>
                <a:gd name="T61" fmla="*/ 2147483647 h 762"/>
                <a:gd name="T62" fmla="*/ 2147483647 w 564"/>
                <a:gd name="T63" fmla="*/ 2147483647 h 762"/>
                <a:gd name="T64" fmla="*/ 2147483647 w 564"/>
                <a:gd name="T65" fmla="*/ 2147483647 h 762"/>
                <a:gd name="T66" fmla="*/ 2147483647 w 564"/>
                <a:gd name="T67" fmla="*/ 2147483647 h 762"/>
                <a:gd name="T68" fmla="*/ 2147483647 w 564"/>
                <a:gd name="T69" fmla="*/ 2147483647 h 762"/>
                <a:gd name="T70" fmla="*/ 0 w 564"/>
                <a:gd name="T71" fmla="*/ 2147483647 h 762"/>
                <a:gd name="T72" fmla="*/ 2147483647 w 564"/>
                <a:gd name="T73" fmla="*/ 2147483647 h 762"/>
                <a:gd name="T74" fmla="*/ 2147483647 w 564"/>
                <a:gd name="T75" fmla="*/ 2147483647 h 762"/>
                <a:gd name="T76" fmla="*/ 2147483647 w 564"/>
                <a:gd name="T77" fmla="*/ 2147483647 h 762"/>
                <a:gd name="T78" fmla="*/ 2147483647 w 564"/>
                <a:gd name="T79" fmla="*/ 2147483647 h 762"/>
                <a:gd name="T80" fmla="*/ 2147483647 w 564"/>
                <a:gd name="T81" fmla="*/ 2147483647 h 762"/>
                <a:gd name="T82" fmla="*/ 2147483647 w 564"/>
                <a:gd name="T83" fmla="*/ 2147483647 h 762"/>
                <a:gd name="T84" fmla="*/ 2147483647 w 564"/>
                <a:gd name="T85" fmla="*/ 2147483647 h 762"/>
                <a:gd name="T86" fmla="*/ 2147483647 w 564"/>
                <a:gd name="T87" fmla="*/ 2147483647 h 762"/>
                <a:gd name="T88" fmla="*/ 2147483647 w 564"/>
                <a:gd name="T89" fmla="*/ 2147483647 h 762"/>
                <a:gd name="T90" fmla="*/ 2147483647 w 564"/>
                <a:gd name="T91" fmla="*/ 2147483647 h 762"/>
                <a:gd name="T92" fmla="*/ 2147483647 w 564"/>
                <a:gd name="T93" fmla="*/ 2147483647 h 762"/>
                <a:gd name="T94" fmla="*/ 2147483647 w 564"/>
                <a:gd name="T95" fmla="*/ 2147483647 h 762"/>
                <a:gd name="T96" fmla="*/ 2147483647 w 564"/>
                <a:gd name="T97" fmla="*/ 2147483647 h 762"/>
                <a:gd name="T98" fmla="*/ 2147483647 w 564"/>
                <a:gd name="T99" fmla="*/ 2147483647 h 762"/>
                <a:gd name="T100" fmla="*/ 2147483647 w 564"/>
                <a:gd name="T101" fmla="*/ 2147483647 h 76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564"/>
                <a:gd name="T154" fmla="*/ 0 h 762"/>
                <a:gd name="T155" fmla="*/ 564 w 564"/>
                <a:gd name="T156" fmla="*/ 762 h 76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564" h="762">
                  <a:moveTo>
                    <a:pt x="498" y="150"/>
                  </a:moveTo>
                  <a:lnTo>
                    <a:pt x="540" y="108"/>
                  </a:lnTo>
                  <a:lnTo>
                    <a:pt x="558" y="72"/>
                  </a:lnTo>
                  <a:lnTo>
                    <a:pt x="564" y="66"/>
                  </a:lnTo>
                  <a:lnTo>
                    <a:pt x="564" y="60"/>
                  </a:lnTo>
                  <a:lnTo>
                    <a:pt x="540" y="54"/>
                  </a:lnTo>
                  <a:lnTo>
                    <a:pt x="534" y="60"/>
                  </a:lnTo>
                  <a:lnTo>
                    <a:pt x="504" y="60"/>
                  </a:lnTo>
                  <a:lnTo>
                    <a:pt x="480" y="30"/>
                  </a:lnTo>
                  <a:lnTo>
                    <a:pt x="462" y="48"/>
                  </a:lnTo>
                  <a:lnTo>
                    <a:pt x="456" y="48"/>
                  </a:lnTo>
                  <a:lnTo>
                    <a:pt x="450" y="54"/>
                  </a:lnTo>
                  <a:lnTo>
                    <a:pt x="438" y="60"/>
                  </a:lnTo>
                  <a:lnTo>
                    <a:pt x="426" y="60"/>
                  </a:lnTo>
                  <a:lnTo>
                    <a:pt x="414" y="72"/>
                  </a:lnTo>
                  <a:lnTo>
                    <a:pt x="414" y="84"/>
                  </a:lnTo>
                  <a:lnTo>
                    <a:pt x="390" y="102"/>
                  </a:lnTo>
                  <a:lnTo>
                    <a:pt x="378" y="96"/>
                  </a:lnTo>
                  <a:lnTo>
                    <a:pt x="372" y="96"/>
                  </a:lnTo>
                  <a:lnTo>
                    <a:pt x="360" y="90"/>
                  </a:lnTo>
                  <a:lnTo>
                    <a:pt x="330" y="90"/>
                  </a:lnTo>
                  <a:lnTo>
                    <a:pt x="318" y="84"/>
                  </a:lnTo>
                  <a:lnTo>
                    <a:pt x="288" y="84"/>
                  </a:lnTo>
                  <a:lnTo>
                    <a:pt x="210" y="24"/>
                  </a:lnTo>
                  <a:lnTo>
                    <a:pt x="138" y="18"/>
                  </a:lnTo>
                  <a:lnTo>
                    <a:pt x="132" y="0"/>
                  </a:lnTo>
                  <a:lnTo>
                    <a:pt x="108" y="12"/>
                  </a:lnTo>
                  <a:lnTo>
                    <a:pt x="18" y="12"/>
                  </a:lnTo>
                  <a:lnTo>
                    <a:pt x="0" y="42"/>
                  </a:lnTo>
                  <a:lnTo>
                    <a:pt x="6" y="48"/>
                  </a:lnTo>
                  <a:lnTo>
                    <a:pt x="12" y="60"/>
                  </a:lnTo>
                  <a:lnTo>
                    <a:pt x="12" y="84"/>
                  </a:lnTo>
                  <a:lnTo>
                    <a:pt x="18" y="84"/>
                  </a:lnTo>
                  <a:lnTo>
                    <a:pt x="24" y="90"/>
                  </a:lnTo>
                  <a:lnTo>
                    <a:pt x="24" y="84"/>
                  </a:lnTo>
                  <a:lnTo>
                    <a:pt x="30" y="84"/>
                  </a:lnTo>
                  <a:lnTo>
                    <a:pt x="30" y="96"/>
                  </a:lnTo>
                  <a:lnTo>
                    <a:pt x="24" y="102"/>
                  </a:lnTo>
                  <a:lnTo>
                    <a:pt x="24" y="108"/>
                  </a:lnTo>
                  <a:lnTo>
                    <a:pt x="42" y="126"/>
                  </a:lnTo>
                  <a:lnTo>
                    <a:pt x="36" y="132"/>
                  </a:lnTo>
                  <a:lnTo>
                    <a:pt x="72" y="174"/>
                  </a:lnTo>
                  <a:lnTo>
                    <a:pt x="66" y="180"/>
                  </a:lnTo>
                  <a:lnTo>
                    <a:pt x="60" y="180"/>
                  </a:lnTo>
                  <a:lnTo>
                    <a:pt x="54" y="186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72" y="222"/>
                  </a:lnTo>
                  <a:lnTo>
                    <a:pt x="78" y="234"/>
                  </a:lnTo>
                  <a:lnTo>
                    <a:pt x="78" y="246"/>
                  </a:lnTo>
                  <a:lnTo>
                    <a:pt x="66" y="258"/>
                  </a:lnTo>
                  <a:lnTo>
                    <a:pt x="60" y="282"/>
                  </a:lnTo>
                  <a:lnTo>
                    <a:pt x="42" y="282"/>
                  </a:lnTo>
                  <a:lnTo>
                    <a:pt x="36" y="288"/>
                  </a:lnTo>
                  <a:lnTo>
                    <a:pt x="36" y="312"/>
                  </a:lnTo>
                  <a:lnTo>
                    <a:pt x="18" y="324"/>
                  </a:lnTo>
                  <a:lnTo>
                    <a:pt x="12" y="342"/>
                  </a:lnTo>
                  <a:lnTo>
                    <a:pt x="6" y="348"/>
                  </a:lnTo>
                  <a:lnTo>
                    <a:pt x="0" y="360"/>
                  </a:lnTo>
                  <a:lnTo>
                    <a:pt x="0" y="384"/>
                  </a:lnTo>
                  <a:lnTo>
                    <a:pt x="18" y="402"/>
                  </a:lnTo>
                  <a:lnTo>
                    <a:pt x="30" y="402"/>
                  </a:lnTo>
                  <a:lnTo>
                    <a:pt x="30" y="390"/>
                  </a:lnTo>
                  <a:lnTo>
                    <a:pt x="54" y="390"/>
                  </a:lnTo>
                  <a:lnTo>
                    <a:pt x="60" y="408"/>
                  </a:lnTo>
                  <a:lnTo>
                    <a:pt x="42" y="408"/>
                  </a:lnTo>
                  <a:lnTo>
                    <a:pt x="30" y="420"/>
                  </a:lnTo>
                  <a:lnTo>
                    <a:pt x="24" y="414"/>
                  </a:lnTo>
                  <a:lnTo>
                    <a:pt x="18" y="414"/>
                  </a:lnTo>
                  <a:lnTo>
                    <a:pt x="6" y="420"/>
                  </a:lnTo>
                  <a:lnTo>
                    <a:pt x="0" y="432"/>
                  </a:lnTo>
                  <a:lnTo>
                    <a:pt x="0" y="438"/>
                  </a:lnTo>
                  <a:lnTo>
                    <a:pt x="12" y="450"/>
                  </a:lnTo>
                  <a:lnTo>
                    <a:pt x="6" y="468"/>
                  </a:lnTo>
                  <a:lnTo>
                    <a:pt x="258" y="624"/>
                  </a:lnTo>
                  <a:lnTo>
                    <a:pt x="270" y="636"/>
                  </a:lnTo>
                  <a:lnTo>
                    <a:pt x="270" y="642"/>
                  </a:lnTo>
                  <a:lnTo>
                    <a:pt x="264" y="648"/>
                  </a:lnTo>
                  <a:lnTo>
                    <a:pt x="258" y="648"/>
                  </a:lnTo>
                  <a:lnTo>
                    <a:pt x="252" y="654"/>
                  </a:lnTo>
                  <a:lnTo>
                    <a:pt x="366" y="762"/>
                  </a:lnTo>
                  <a:lnTo>
                    <a:pt x="384" y="756"/>
                  </a:lnTo>
                  <a:lnTo>
                    <a:pt x="414" y="690"/>
                  </a:lnTo>
                  <a:lnTo>
                    <a:pt x="414" y="660"/>
                  </a:lnTo>
                  <a:lnTo>
                    <a:pt x="426" y="648"/>
                  </a:lnTo>
                  <a:lnTo>
                    <a:pt x="432" y="648"/>
                  </a:lnTo>
                  <a:lnTo>
                    <a:pt x="444" y="636"/>
                  </a:lnTo>
                  <a:lnTo>
                    <a:pt x="444" y="624"/>
                  </a:lnTo>
                  <a:lnTo>
                    <a:pt x="438" y="618"/>
                  </a:lnTo>
                  <a:lnTo>
                    <a:pt x="438" y="600"/>
                  </a:lnTo>
                  <a:lnTo>
                    <a:pt x="444" y="594"/>
                  </a:lnTo>
                  <a:lnTo>
                    <a:pt x="456" y="588"/>
                  </a:lnTo>
                  <a:lnTo>
                    <a:pt x="468" y="588"/>
                  </a:lnTo>
                  <a:lnTo>
                    <a:pt x="474" y="582"/>
                  </a:lnTo>
                  <a:lnTo>
                    <a:pt x="480" y="582"/>
                  </a:lnTo>
                  <a:lnTo>
                    <a:pt x="486" y="540"/>
                  </a:lnTo>
                  <a:lnTo>
                    <a:pt x="516" y="540"/>
                  </a:lnTo>
                  <a:lnTo>
                    <a:pt x="528" y="534"/>
                  </a:lnTo>
                  <a:lnTo>
                    <a:pt x="534" y="522"/>
                  </a:lnTo>
                  <a:lnTo>
                    <a:pt x="540" y="516"/>
                  </a:lnTo>
                  <a:lnTo>
                    <a:pt x="498" y="450"/>
                  </a:lnTo>
                  <a:lnTo>
                    <a:pt x="498" y="15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87" name="Kazakhstan" descr="© INSCALE GmbH, 05.05.2010&#10;http://www.presentationload.com/">
              <a:extLst>
                <a:ext uri="{FF2B5EF4-FFF2-40B4-BE49-F238E27FC236}">
                  <a16:creationId xmlns:a16="http://schemas.microsoft.com/office/drawing/2014/main" id="{7DA838B9-8623-43C6-86C9-1F38FFEC46D0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4723271" y="1546731"/>
              <a:ext cx="831024" cy="382763"/>
            </a:xfrm>
            <a:custGeom>
              <a:avLst/>
              <a:gdLst>
                <a:gd name="T0" fmla="*/ 2147483647 w 2514"/>
                <a:gd name="T1" fmla="*/ 2147483647 h 1164"/>
                <a:gd name="T2" fmla="*/ 2147483647 w 2514"/>
                <a:gd name="T3" fmla="*/ 2147483647 h 1164"/>
                <a:gd name="T4" fmla="*/ 2147483647 w 2514"/>
                <a:gd name="T5" fmla="*/ 2147483647 h 1164"/>
                <a:gd name="T6" fmla="*/ 2147483647 w 2514"/>
                <a:gd name="T7" fmla="*/ 2147483647 h 1164"/>
                <a:gd name="T8" fmla="*/ 2147483647 w 2514"/>
                <a:gd name="T9" fmla="*/ 2147483647 h 1164"/>
                <a:gd name="T10" fmla="*/ 2147483647 w 2514"/>
                <a:gd name="T11" fmla="*/ 2147483647 h 1164"/>
                <a:gd name="T12" fmla="*/ 2147483647 w 2514"/>
                <a:gd name="T13" fmla="*/ 2147483647 h 1164"/>
                <a:gd name="T14" fmla="*/ 2147483647 w 2514"/>
                <a:gd name="T15" fmla="*/ 2147483647 h 1164"/>
                <a:gd name="T16" fmla="*/ 2147483647 w 2514"/>
                <a:gd name="T17" fmla="*/ 2147483647 h 1164"/>
                <a:gd name="T18" fmla="*/ 2147483647 w 2514"/>
                <a:gd name="T19" fmla="*/ 2147483647 h 1164"/>
                <a:gd name="T20" fmla="*/ 2147483647 w 2514"/>
                <a:gd name="T21" fmla="*/ 2147483647 h 1164"/>
                <a:gd name="T22" fmla="*/ 2147483647 w 2514"/>
                <a:gd name="T23" fmla="*/ 2147483647 h 1164"/>
                <a:gd name="T24" fmla="*/ 2147483647 w 2514"/>
                <a:gd name="T25" fmla="*/ 2147483647 h 1164"/>
                <a:gd name="T26" fmla="*/ 2147483647 w 2514"/>
                <a:gd name="T27" fmla="*/ 2147483647 h 1164"/>
                <a:gd name="T28" fmla="*/ 2147483647 w 2514"/>
                <a:gd name="T29" fmla="*/ 2147483647 h 1164"/>
                <a:gd name="T30" fmla="*/ 2147483647 w 2514"/>
                <a:gd name="T31" fmla="*/ 2147483647 h 1164"/>
                <a:gd name="T32" fmla="*/ 2147483647 w 2514"/>
                <a:gd name="T33" fmla="*/ 2147483647 h 1164"/>
                <a:gd name="T34" fmla="*/ 2147483647 w 2514"/>
                <a:gd name="T35" fmla="*/ 2147483647 h 1164"/>
                <a:gd name="T36" fmla="*/ 2147483647 w 2514"/>
                <a:gd name="T37" fmla="*/ 2147483647 h 1164"/>
                <a:gd name="T38" fmla="*/ 2147483647 w 2514"/>
                <a:gd name="T39" fmla="*/ 2147483647 h 1164"/>
                <a:gd name="T40" fmla="*/ 2147483647 w 2514"/>
                <a:gd name="T41" fmla="*/ 2147483647 h 1164"/>
                <a:gd name="T42" fmla="*/ 2147483647 w 2514"/>
                <a:gd name="T43" fmla="*/ 2147483647 h 1164"/>
                <a:gd name="T44" fmla="*/ 2147483647 w 2514"/>
                <a:gd name="T45" fmla="*/ 2147483647 h 1164"/>
                <a:gd name="T46" fmla="*/ 2147483647 w 2514"/>
                <a:gd name="T47" fmla="*/ 2147483647 h 1164"/>
                <a:gd name="T48" fmla="*/ 2147483647 w 2514"/>
                <a:gd name="T49" fmla="*/ 2147483647 h 1164"/>
                <a:gd name="T50" fmla="*/ 2147483647 w 2514"/>
                <a:gd name="T51" fmla="*/ 2147483647 h 1164"/>
                <a:gd name="T52" fmla="*/ 2147483647 w 2514"/>
                <a:gd name="T53" fmla="*/ 2147483647 h 1164"/>
                <a:gd name="T54" fmla="*/ 2147483647 w 2514"/>
                <a:gd name="T55" fmla="*/ 2147483647 h 1164"/>
                <a:gd name="T56" fmla="*/ 2147483647 w 2514"/>
                <a:gd name="T57" fmla="*/ 2147483647 h 1164"/>
                <a:gd name="T58" fmla="*/ 2147483647 w 2514"/>
                <a:gd name="T59" fmla="*/ 2147483647 h 1164"/>
                <a:gd name="T60" fmla="*/ 2147483647 w 2514"/>
                <a:gd name="T61" fmla="*/ 2147483647 h 1164"/>
                <a:gd name="T62" fmla="*/ 2147483647 w 2514"/>
                <a:gd name="T63" fmla="*/ 2147483647 h 1164"/>
                <a:gd name="T64" fmla="*/ 2147483647 w 2514"/>
                <a:gd name="T65" fmla="*/ 2147483647 h 1164"/>
                <a:gd name="T66" fmla="*/ 2147483647 w 2514"/>
                <a:gd name="T67" fmla="*/ 2147483647 h 1164"/>
                <a:gd name="T68" fmla="*/ 2147483647 w 2514"/>
                <a:gd name="T69" fmla="*/ 2147483647 h 1164"/>
                <a:gd name="T70" fmla="*/ 2147483647 w 2514"/>
                <a:gd name="T71" fmla="*/ 2147483647 h 1164"/>
                <a:gd name="T72" fmla="*/ 2147483647 w 2514"/>
                <a:gd name="T73" fmla="*/ 2147483647 h 1164"/>
                <a:gd name="T74" fmla="*/ 2147483647 w 2514"/>
                <a:gd name="T75" fmla="*/ 2147483647 h 1164"/>
                <a:gd name="T76" fmla="*/ 2147483647 w 2514"/>
                <a:gd name="T77" fmla="*/ 2147483647 h 1164"/>
                <a:gd name="T78" fmla="*/ 2147483647 w 2514"/>
                <a:gd name="T79" fmla="*/ 2147483647 h 1164"/>
                <a:gd name="T80" fmla="*/ 2147483647 w 2514"/>
                <a:gd name="T81" fmla="*/ 2147483647 h 1164"/>
                <a:gd name="T82" fmla="*/ 2147483647 w 2514"/>
                <a:gd name="T83" fmla="*/ 2147483647 h 1164"/>
                <a:gd name="T84" fmla="*/ 2147483647 w 2514"/>
                <a:gd name="T85" fmla="*/ 2147483647 h 1164"/>
                <a:gd name="T86" fmla="*/ 2147483647 w 2514"/>
                <a:gd name="T87" fmla="*/ 2147483647 h 1164"/>
                <a:gd name="T88" fmla="*/ 2147483647 w 2514"/>
                <a:gd name="T89" fmla="*/ 2147483647 h 1164"/>
                <a:gd name="T90" fmla="*/ 2147483647 w 2514"/>
                <a:gd name="T91" fmla="*/ 2147483647 h 1164"/>
                <a:gd name="T92" fmla="*/ 2147483647 w 2514"/>
                <a:gd name="T93" fmla="*/ 2147483647 h 1164"/>
                <a:gd name="T94" fmla="*/ 2147483647 w 2514"/>
                <a:gd name="T95" fmla="*/ 2147483647 h 1164"/>
                <a:gd name="T96" fmla="*/ 2147483647 w 2514"/>
                <a:gd name="T97" fmla="*/ 2147483647 h 1164"/>
                <a:gd name="T98" fmla="*/ 2147483647 w 2514"/>
                <a:gd name="T99" fmla="*/ 2147483647 h 1164"/>
                <a:gd name="T100" fmla="*/ 2147483647 w 2514"/>
                <a:gd name="T101" fmla="*/ 2147483647 h 1164"/>
                <a:gd name="T102" fmla="*/ 2147483647 w 2514"/>
                <a:gd name="T103" fmla="*/ 2147483647 h 1164"/>
                <a:gd name="T104" fmla="*/ 2147483647 w 2514"/>
                <a:gd name="T105" fmla="*/ 2147483647 h 1164"/>
                <a:gd name="T106" fmla="*/ 2147483647 w 2514"/>
                <a:gd name="T107" fmla="*/ 2147483647 h 1164"/>
                <a:gd name="T108" fmla="*/ 2147483647 w 2514"/>
                <a:gd name="T109" fmla="*/ 2147483647 h 1164"/>
                <a:gd name="T110" fmla="*/ 2147483647 w 2514"/>
                <a:gd name="T111" fmla="*/ 2147483647 h 1164"/>
                <a:gd name="T112" fmla="*/ 2147483647 w 2514"/>
                <a:gd name="T113" fmla="*/ 2147483647 h 1164"/>
                <a:gd name="T114" fmla="*/ 2147483647 w 2514"/>
                <a:gd name="T115" fmla="*/ 2147483647 h 1164"/>
                <a:gd name="T116" fmla="*/ 2147483647 w 2514"/>
                <a:gd name="T117" fmla="*/ 2147483647 h 1164"/>
                <a:gd name="T118" fmla="*/ 2147483647 w 2514"/>
                <a:gd name="T119" fmla="*/ 2147483647 h 1164"/>
                <a:gd name="T120" fmla="*/ 2147483647 w 2514"/>
                <a:gd name="T121" fmla="*/ 2147483647 h 1164"/>
                <a:gd name="T122" fmla="*/ 2147483647 w 2514"/>
                <a:gd name="T123" fmla="*/ 2147483647 h 116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514"/>
                <a:gd name="T187" fmla="*/ 0 h 1164"/>
                <a:gd name="T188" fmla="*/ 2514 w 2514"/>
                <a:gd name="T189" fmla="*/ 1164 h 116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514" h="1164">
                  <a:moveTo>
                    <a:pt x="852" y="756"/>
                  </a:moveTo>
                  <a:lnTo>
                    <a:pt x="840" y="744"/>
                  </a:lnTo>
                  <a:lnTo>
                    <a:pt x="822" y="768"/>
                  </a:lnTo>
                  <a:lnTo>
                    <a:pt x="816" y="780"/>
                  </a:lnTo>
                  <a:lnTo>
                    <a:pt x="870" y="804"/>
                  </a:lnTo>
                  <a:lnTo>
                    <a:pt x="870" y="786"/>
                  </a:lnTo>
                  <a:lnTo>
                    <a:pt x="864" y="780"/>
                  </a:lnTo>
                  <a:lnTo>
                    <a:pt x="858" y="768"/>
                  </a:lnTo>
                  <a:lnTo>
                    <a:pt x="858" y="762"/>
                  </a:lnTo>
                  <a:lnTo>
                    <a:pt x="852" y="756"/>
                  </a:lnTo>
                  <a:close/>
                  <a:moveTo>
                    <a:pt x="2484" y="492"/>
                  </a:moveTo>
                  <a:lnTo>
                    <a:pt x="2484" y="486"/>
                  </a:lnTo>
                  <a:lnTo>
                    <a:pt x="2514" y="486"/>
                  </a:lnTo>
                  <a:lnTo>
                    <a:pt x="2478" y="444"/>
                  </a:lnTo>
                  <a:lnTo>
                    <a:pt x="2454" y="420"/>
                  </a:lnTo>
                  <a:lnTo>
                    <a:pt x="2442" y="456"/>
                  </a:lnTo>
                  <a:lnTo>
                    <a:pt x="2370" y="450"/>
                  </a:lnTo>
                  <a:lnTo>
                    <a:pt x="2370" y="444"/>
                  </a:lnTo>
                  <a:lnTo>
                    <a:pt x="2364" y="438"/>
                  </a:lnTo>
                  <a:lnTo>
                    <a:pt x="2358" y="426"/>
                  </a:lnTo>
                  <a:lnTo>
                    <a:pt x="2352" y="420"/>
                  </a:lnTo>
                  <a:lnTo>
                    <a:pt x="2346" y="408"/>
                  </a:lnTo>
                  <a:lnTo>
                    <a:pt x="2346" y="402"/>
                  </a:lnTo>
                  <a:lnTo>
                    <a:pt x="2340" y="402"/>
                  </a:lnTo>
                  <a:lnTo>
                    <a:pt x="2328" y="396"/>
                  </a:lnTo>
                  <a:lnTo>
                    <a:pt x="2316" y="396"/>
                  </a:lnTo>
                  <a:lnTo>
                    <a:pt x="2304" y="390"/>
                  </a:lnTo>
                  <a:lnTo>
                    <a:pt x="2292" y="390"/>
                  </a:lnTo>
                  <a:lnTo>
                    <a:pt x="2286" y="378"/>
                  </a:lnTo>
                  <a:lnTo>
                    <a:pt x="2274" y="372"/>
                  </a:lnTo>
                  <a:lnTo>
                    <a:pt x="2250" y="348"/>
                  </a:lnTo>
                  <a:lnTo>
                    <a:pt x="2226" y="336"/>
                  </a:lnTo>
                  <a:lnTo>
                    <a:pt x="2208" y="336"/>
                  </a:lnTo>
                  <a:lnTo>
                    <a:pt x="2196" y="342"/>
                  </a:lnTo>
                  <a:lnTo>
                    <a:pt x="2178" y="348"/>
                  </a:lnTo>
                  <a:lnTo>
                    <a:pt x="2166" y="354"/>
                  </a:lnTo>
                  <a:lnTo>
                    <a:pt x="2160" y="366"/>
                  </a:lnTo>
                  <a:lnTo>
                    <a:pt x="2136" y="366"/>
                  </a:lnTo>
                  <a:lnTo>
                    <a:pt x="2124" y="360"/>
                  </a:lnTo>
                  <a:lnTo>
                    <a:pt x="2118" y="348"/>
                  </a:lnTo>
                  <a:lnTo>
                    <a:pt x="2106" y="342"/>
                  </a:lnTo>
                  <a:lnTo>
                    <a:pt x="2076" y="342"/>
                  </a:lnTo>
                  <a:lnTo>
                    <a:pt x="2076" y="336"/>
                  </a:lnTo>
                  <a:lnTo>
                    <a:pt x="2070" y="330"/>
                  </a:lnTo>
                  <a:lnTo>
                    <a:pt x="2070" y="318"/>
                  </a:lnTo>
                  <a:lnTo>
                    <a:pt x="2064" y="312"/>
                  </a:lnTo>
                  <a:lnTo>
                    <a:pt x="2052" y="312"/>
                  </a:lnTo>
                  <a:lnTo>
                    <a:pt x="2052" y="318"/>
                  </a:lnTo>
                  <a:lnTo>
                    <a:pt x="2046" y="324"/>
                  </a:lnTo>
                  <a:lnTo>
                    <a:pt x="2046" y="336"/>
                  </a:lnTo>
                  <a:lnTo>
                    <a:pt x="2034" y="348"/>
                  </a:lnTo>
                  <a:lnTo>
                    <a:pt x="2022" y="354"/>
                  </a:lnTo>
                  <a:lnTo>
                    <a:pt x="2010" y="354"/>
                  </a:lnTo>
                  <a:lnTo>
                    <a:pt x="1998" y="348"/>
                  </a:lnTo>
                  <a:lnTo>
                    <a:pt x="1986" y="336"/>
                  </a:lnTo>
                  <a:lnTo>
                    <a:pt x="1974" y="318"/>
                  </a:lnTo>
                  <a:lnTo>
                    <a:pt x="1938" y="282"/>
                  </a:lnTo>
                  <a:lnTo>
                    <a:pt x="1920" y="258"/>
                  </a:lnTo>
                  <a:lnTo>
                    <a:pt x="1848" y="198"/>
                  </a:lnTo>
                  <a:lnTo>
                    <a:pt x="1818" y="168"/>
                  </a:lnTo>
                  <a:lnTo>
                    <a:pt x="1800" y="156"/>
                  </a:lnTo>
                  <a:lnTo>
                    <a:pt x="1788" y="150"/>
                  </a:lnTo>
                  <a:lnTo>
                    <a:pt x="1758" y="132"/>
                  </a:lnTo>
                  <a:lnTo>
                    <a:pt x="1728" y="120"/>
                  </a:lnTo>
                  <a:lnTo>
                    <a:pt x="1692" y="102"/>
                  </a:lnTo>
                  <a:lnTo>
                    <a:pt x="1698" y="102"/>
                  </a:lnTo>
                  <a:lnTo>
                    <a:pt x="1710" y="90"/>
                  </a:lnTo>
                  <a:lnTo>
                    <a:pt x="1710" y="72"/>
                  </a:lnTo>
                  <a:lnTo>
                    <a:pt x="1704" y="66"/>
                  </a:lnTo>
                  <a:lnTo>
                    <a:pt x="1698" y="66"/>
                  </a:lnTo>
                  <a:lnTo>
                    <a:pt x="1680" y="84"/>
                  </a:lnTo>
                  <a:lnTo>
                    <a:pt x="1644" y="96"/>
                  </a:lnTo>
                  <a:lnTo>
                    <a:pt x="1632" y="114"/>
                  </a:lnTo>
                  <a:lnTo>
                    <a:pt x="1620" y="114"/>
                  </a:lnTo>
                  <a:lnTo>
                    <a:pt x="1608" y="120"/>
                  </a:lnTo>
                  <a:lnTo>
                    <a:pt x="1602" y="126"/>
                  </a:lnTo>
                  <a:lnTo>
                    <a:pt x="1602" y="144"/>
                  </a:lnTo>
                  <a:lnTo>
                    <a:pt x="1590" y="156"/>
                  </a:lnTo>
                  <a:lnTo>
                    <a:pt x="1578" y="150"/>
                  </a:lnTo>
                  <a:lnTo>
                    <a:pt x="1572" y="144"/>
                  </a:lnTo>
                  <a:lnTo>
                    <a:pt x="1560" y="138"/>
                  </a:lnTo>
                  <a:lnTo>
                    <a:pt x="1554" y="132"/>
                  </a:lnTo>
                  <a:lnTo>
                    <a:pt x="1548" y="132"/>
                  </a:lnTo>
                  <a:lnTo>
                    <a:pt x="1542" y="138"/>
                  </a:lnTo>
                  <a:lnTo>
                    <a:pt x="1536" y="138"/>
                  </a:lnTo>
                  <a:lnTo>
                    <a:pt x="1530" y="144"/>
                  </a:lnTo>
                  <a:lnTo>
                    <a:pt x="1524" y="144"/>
                  </a:lnTo>
                  <a:lnTo>
                    <a:pt x="1524" y="138"/>
                  </a:lnTo>
                  <a:lnTo>
                    <a:pt x="1530" y="132"/>
                  </a:lnTo>
                  <a:lnTo>
                    <a:pt x="1530" y="108"/>
                  </a:lnTo>
                  <a:lnTo>
                    <a:pt x="1518" y="102"/>
                  </a:lnTo>
                  <a:lnTo>
                    <a:pt x="1512" y="102"/>
                  </a:lnTo>
                  <a:lnTo>
                    <a:pt x="1506" y="108"/>
                  </a:lnTo>
                  <a:lnTo>
                    <a:pt x="1482" y="96"/>
                  </a:lnTo>
                  <a:lnTo>
                    <a:pt x="1458" y="108"/>
                  </a:lnTo>
                  <a:lnTo>
                    <a:pt x="1434" y="72"/>
                  </a:lnTo>
                  <a:lnTo>
                    <a:pt x="1422" y="90"/>
                  </a:lnTo>
                  <a:lnTo>
                    <a:pt x="1404" y="90"/>
                  </a:lnTo>
                  <a:lnTo>
                    <a:pt x="1392" y="96"/>
                  </a:lnTo>
                  <a:lnTo>
                    <a:pt x="1374" y="96"/>
                  </a:lnTo>
                  <a:lnTo>
                    <a:pt x="1368" y="90"/>
                  </a:lnTo>
                  <a:lnTo>
                    <a:pt x="1368" y="48"/>
                  </a:lnTo>
                  <a:lnTo>
                    <a:pt x="1362" y="42"/>
                  </a:lnTo>
                  <a:lnTo>
                    <a:pt x="1350" y="42"/>
                  </a:lnTo>
                  <a:lnTo>
                    <a:pt x="1344" y="36"/>
                  </a:lnTo>
                  <a:lnTo>
                    <a:pt x="1338" y="24"/>
                  </a:lnTo>
                  <a:lnTo>
                    <a:pt x="1320" y="6"/>
                  </a:lnTo>
                  <a:lnTo>
                    <a:pt x="1314" y="6"/>
                  </a:lnTo>
                  <a:lnTo>
                    <a:pt x="1302" y="18"/>
                  </a:lnTo>
                  <a:lnTo>
                    <a:pt x="1290" y="18"/>
                  </a:lnTo>
                  <a:lnTo>
                    <a:pt x="1278" y="6"/>
                  </a:lnTo>
                  <a:lnTo>
                    <a:pt x="1260" y="6"/>
                  </a:lnTo>
                  <a:lnTo>
                    <a:pt x="1242" y="0"/>
                  </a:lnTo>
                  <a:lnTo>
                    <a:pt x="1218" y="0"/>
                  </a:lnTo>
                  <a:lnTo>
                    <a:pt x="1200" y="6"/>
                  </a:lnTo>
                  <a:lnTo>
                    <a:pt x="1188" y="12"/>
                  </a:lnTo>
                  <a:lnTo>
                    <a:pt x="1176" y="24"/>
                  </a:lnTo>
                  <a:lnTo>
                    <a:pt x="1176" y="36"/>
                  </a:lnTo>
                  <a:lnTo>
                    <a:pt x="1164" y="36"/>
                  </a:lnTo>
                  <a:lnTo>
                    <a:pt x="1110" y="54"/>
                  </a:lnTo>
                  <a:lnTo>
                    <a:pt x="1020" y="54"/>
                  </a:lnTo>
                  <a:lnTo>
                    <a:pt x="1014" y="60"/>
                  </a:lnTo>
                  <a:lnTo>
                    <a:pt x="1014" y="78"/>
                  </a:lnTo>
                  <a:lnTo>
                    <a:pt x="948" y="78"/>
                  </a:lnTo>
                  <a:lnTo>
                    <a:pt x="942" y="96"/>
                  </a:lnTo>
                  <a:lnTo>
                    <a:pt x="888" y="96"/>
                  </a:lnTo>
                  <a:lnTo>
                    <a:pt x="828" y="102"/>
                  </a:lnTo>
                  <a:lnTo>
                    <a:pt x="792" y="114"/>
                  </a:lnTo>
                  <a:lnTo>
                    <a:pt x="780" y="126"/>
                  </a:lnTo>
                  <a:lnTo>
                    <a:pt x="780" y="132"/>
                  </a:lnTo>
                  <a:lnTo>
                    <a:pt x="786" y="138"/>
                  </a:lnTo>
                  <a:lnTo>
                    <a:pt x="786" y="144"/>
                  </a:lnTo>
                  <a:lnTo>
                    <a:pt x="810" y="144"/>
                  </a:lnTo>
                  <a:lnTo>
                    <a:pt x="798" y="162"/>
                  </a:lnTo>
                  <a:lnTo>
                    <a:pt x="810" y="162"/>
                  </a:lnTo>
                  <a:lnTo>
                    <a:pt x="834" y="174"/>
                  </a:lnTo>
                  <a:lnTo>
                    <a:pt x="846" y="174"/>
                  </a:lnTo>
                  <a:lnTo>
                    <a:pt x="858" y="186"/>
                  </a:lnTo>
                  <a:lnTo>
                    <a:pt x="804" y="186"/>
                  </a:lnTo>
                  <a:lnTo>
                    <a:pt x="792" y="198"/>
                  </a:lnTo>
                  <a:lnTo>
                    <a:pt x="798" y="204"/>
                  </a:lnTo>
                  <a:lnTo>
                    <a:pt x="804" y="216"/>
                  </a:lnTo>
                  <a:lnTo>
                    <a:pt x="810" y="222"/>
                  </a:lnTo>
                  <a:lnTo>
                    <a:pt x="810" y="234"/>
                  </a:lnTo>
                  <a:lnTo>
                    <a:pt x="798" y="246"/>
                  </a:lnTo>
                  <a:lnTo>
                    <a:pt x="786" y="246"/>
                  </a:lnTo>
                  <a:lnTo>
                    <a:pt x="774" y="252"/>
                  </a:lnTo>
                  <a:lnTo>
                    <a:pt x="762" y="252"/>
                  </a:lnTo>
                  <a:lnTo>
                    <a:pt x="792" y="282"/>
                  </a:lnTo>
                  <a:lnTo>
                    <a:pt x="816" y="282"/>
                  </a:lnTo>
                  <a:lnTo>
                    <a:pt x="834" y="288"/>
                  </a:lnTo>
                  <a:lnTo>
                    <a:pt x="846" y="294"/>
                  </a:lnTo>
                  <a:lnTo>
                    <a:pt x="870" y="318"/>
                  </a:lnTo>
                  <a:lnTo>
                    <a:pt x="876" y="336"/>
                  </a:lnTo>
                  <a:lnTo>
                    <a:pt x="876" y="348"/>
                  </a:lnTo>
                  <a:lnTo>
                    <a:pt x="870" y="360"/>
                  </a:lnTo>
                  <a:lnTo>
                    <a:pt x="864" y="366"/>
                  </a:lnTo>
                  <a:lnTo>
                    <a:pt x="828" y="366"/>
                  </a:lnTo>
                  <a:lnTo>
                    <a:pt x="816" y="360"/>
                  </a:lnTo>
                  <a:lnTo>
                    <a:pt x="810" y="354"/>
                  </a:lnTo>
                  <a:lnTo>
                    <a:pt x="798" y="354"/>
                  </a:lnTo>
                  <a:lnTo>
                    <a:pt x="792" y="348"/>
                  </a:lnTo>
                  <a:lnTo>
                    <a:pt x="780" y="372"/>
                  </a:lnTo>
                  <a:lnTo>
                    <a:pt x="768" y="372"/>
                  </a:lnTo>
                  <a:lnTo>
                    <a:pt x="756" y="366"/>
                  </a:lnTo>
                  <a:lnTo>
                    <a:pt x="732" y="366"/>
                  </a:lnTo>
                  <a:lnTo>
                    <a:pt x="708" y="354"/>
                  </a:lnTo>
                  <a:lnTo>
                    <a:pt x="702" y="342"/>
                  </a:lnTo>
                  <a:lnTo>
                    <a:pt x="690" y="336"/>
                  </a:lnTo>
                  <a:lnTo>
                    <a:pt x="684" y="330"/>
                  </a:lnTo>
                  <a:lnTo>
                    <a:pt x="672" y="330"/>
                  </a:lnTo>
                  <a:lnTo>
                    <a:pt x="666" y="336"/>
                  </a:lnTo>
                  <a:lnTo>
                    <a:pt x="654" y="342"/>
                  </a:lnTo>
                  <a:lnTo>
                    <a:pt x="636" y="348"/>
                  </a:lnTo>
                  <a:lnTo>
                    <a:pt x="624" y="348"/>
                  </a:lnTo>
                  <a:lnTo>
                    <a:pt x="588" y="330"/>
                  </a:lnTo>
                  <a:lnTo>
                    <a:pt x="582" y="330"/>
                  </a:lnTo>
                  <a:lnTo>
                    <a:pt x="570" y="336"/>
                  </a:lnTo>
                  <a:lnTo>
                    <a:pt x="558" y="348"/>
                  </a:lnTo>
                  <a:lnTo>
                    <a:pt x="546" y="354"/>
                  </a:lnTo>
                  <a:lnTo>
                    <a:pt x="540" y="366"/>
                  </a:lnTo>
                  <a:lnTo>
                    <a:pt x="534" y="372"/>
                  </a:lnTo>
                  <a:lnTo>
                    <a:pt x="462" y="336"/>
                  </a:lnTo>
                  <a:lnTo>
                    <a:pt x="450" y="336"/>
                  </a:lnTo>
                  <a:lnTo>
                    <a:pt x="450" y="342"/>
                  </a:lnTo>
                  <a:lnTo>
                    <a:pt x="462" y="354"/>
                  </a:lnTo>
                  <a:lnTo>
                    <a:pt x="462" y="372"/>
                  </a:lnTo>
                  <a:lnTo>
                    <a:pt x="450" y="372"/>
                  </a:lnTo>
                  <a:lnTo>
                    <a:pt x="438" y="360"/>
                  </a:lnTo>
                  <a:lnTo>
                    <a:pt x="438" y="354"/>
                  </a:lnTo>
                  <a:lnTo>
                    <a:pt x="426" y="324"/>
                  </a:lnTo>
                  <a:lnTo>
                    <a:pt x="390" y="324"/>
                  </a:lnTo>
                  <a:lnTo>
                    <a:pt x="384" y="312"/>
                  </a:lnTo>
                  <a:lnTo>
                    <a:pt x="384" y="306"/>
                  </a:lnTo>
                  <a:lnTo>
                    <a:pt x="378" y="300"/>
                  </a:lnTo>
                  <a:lnTo>
                    <a:pt x="318" y="300"/>
                  </a:lnTo>
                  <a:lnTo>
                    <a:pt x="312" y="288"/>
                  </a:lnTo>
                  <a:lnTo>
                    <a:pt x="306" y="282"/>
                  </a:lnTo>
                  <a:lnTo>
                    <a:pt x="288" y="282"/>
                  </a:lnTo>
                  <a:lnTo>
                    <a:pt x="276" y="288"/>
                  </a:lnTo>
                  <a:lnTo>
                    <a:pt x="264" y="300"/>
                  </a:lnTo>
                  <a:lnTo>
                    <a:pt x="234" y="300"/>
                  </a:lnTo>
                  <a:lnTo>
                    <a:pt x="228" y="294"/>
                  </a:lnTo>
                  <a:lnTo>
                    <a:pt x="228" y="288"/>
                  </a:lnTo>
                  <a:lnTo>
                    <a:pt x="222" y="288"/>
                  </a:lnTo>
                  <a:lnTo>
                    <a:pt x="210" y="282"/>
                  </a:lnTo>
                  <a:lnTo>
                    <a:pt x="180" y="282"/>
                  </a:lnTo>
                  <a:lnTo>
                    <a:pt x="180" y="288"/>
                  </a:lnTo>
                  <a:lnTo>
                    <a:pt x="186" y="294"/>
                  </a:lnTo>
                  <a:lnTo>
                    <a:pt x="186" y="312"/>
                  </a:lnTo>
                  <a:lnTo>
                    <a:pt x="174" y="324"/>
                  </a:lnTo>
                  <a:lnTo>
                    <a:pt x="162" y="330"/>
                  </a:lnTo>
                  <a:lnTo>
                    <a:pt x="150" y="330"/>
                  </a:lnTo>
                  <a:lnTo>
                    <a:pt x="138" y="336"/>
                  </a:lnTo>
                  <a:lnTo>
                    <a:pt x="132" y="336"/>
                  </a:lnTo>
                  <a:lnTo>
                    <a:pt x="132" y="360"/>
                  </a:lnTo>
                  <a:lnTo>
                    <a:pt x="102" y="372"/>
                  </a:lnTo>
                  <a:lnTo>
                    <a:pt x="114" y="384"/>
                  </a:lnTo>
                  <a:lnTo>
                    <a:pt x="120" y="396"/>
                  </a:lnTo>
                  <a:lnTo>
                    <a:pt x="114" y="402"/>
                  </a:lnTo>
                  <a:lnTo>
                    <a:pt x="108" y="414"/>
                  </a:lnTo>
                  <a:lnTo>
                    <a:pt x="102" y="420"/>
                  </a:lnTo>
                  <a:lnTo>
                    <a:pt x="90" y="420"/>
                  </a:lnTo>
                  <a:lnTo>
                    <a:pt x="78" y="414"/>
                  </a:lnTo>
                  <a:lnTo>
                    <a:pt x="72" y="402"/>
                  </a:lnTo>
                  <a:lnTo>
                    <a:pt x="60" y="396"/>
                  </a:lnTo>
                  <a:lnTo>
                    <a:pt x="48" y="384"/>
                  </a:lnTo>
                  <a:lnTo>
                    <a:pt x="36" y="378"/>
                  </a:lnTo>
                  <a:lnTo>
                    <a:pt x="24" y="378"/>
                  </a:lnTo>
                  <a:lnTo>
                    <a:pt x="18" y="384"/>
                  </a:lnTo>
                  <a:lnTo>
                    <a:pt x="18" y="396"/>
                  </a:lnTo>
                  <a:lnTo>
                    <a:pt x="24" y="402"/>
                  </a:lnTo>
                  <a:lnTo>
                    <a:pt x="24" y="426"/>
                  </a:lnTo>
                  <a:lnTo>
                    <a:pt x="0" y="426"/>
                  </a:lnTo>
                  <a:lnTo>
                    <a:pt x="6" y="462"/>
                  </a:lnTo>
                  <a:lnTo>
                    <a:pt x="12" y="468"/>
                  </a:lnTo>
                  <a:lnTo>
                    <a:pt x="12" y="492"/>
                  </a:lnTo>
                  <a:lnTo>
                    <a:pt x="0" y="516"/>
                  </a:lnTo>
                  <a:lnTo>
                    <a:pt x="0" y="546"/>
                  </a:lnTo>
                  <a:lnTo>
                    <a:pt x="6" y="546"/>
                  </a:lnTo>
                  <a:lnTo>
                    <a:pt x="12" y="552"/>
                  </a:lnTo>
                  <a:lnTo>
                    <a:pt x="36" y="552"/>
                  </a:lnTo>
                  <a:lnTo>
                    <a:pt x="42" y="558"/>
                  </a:lnTo>
                  <a:lnTo>
                    <a:pt x="42" y="588"/>
                  </a:lnTo>
                  <a:lnTo>
                    <a:pt x="48" y="594"/>
                  </a:lnTo>
                  <a:lnTo>
                    <a:pt x="90" y="594"/>
                  </a:lnTo>
                  <a:lnTo>
                    <a:pt x="102" y="588"/>
                  </a:lnTo>
                  <a:lnTo>
                    <a:pt x="114" y="588"/>
                  </a:lnTo>
                  <a:lnTo>
                    <a:pt x="162" y="636"/>
                  </a:lnTo>
                  <a:lnTo>
                    <a:pt x="168" y="648"/>
                  </a:lnTo>
                  <a:lnTo>
                    <a:pt x="180" y="660"/>
                  </a:lnTo>
                  <a:lnTo>
                    <a:pt x="180" y="672"/>
                  </a:lnTo>
                  <a:lnTo>
                    <a:pt x="144" y="672"/>
                  </a:lnTo>
                  <a:lnTo>
                    <a:pt x="144" y="678"/>
                  </a:lnTo>
                  <a:lnTo>
                    <a:pt x="156" y="690"/>
                  </a:lnTo>
                  <a:lnTo>
                    <a:pt x="174" y="696"/>
                  </a:lnTo>
                  <a:lnTo>
                    <a:pt x="186" y="696"/>
                  </a:lnTo>
                  <a:lnTo>
                    <a:pt x="192" y="702"/>
                  </a:lnTo>
                  <a:lnTo>
                    <a:pt x="198" y="702"/>
                  </a:lnTo>
                  <a:lnTo>
                    <a:pt x="204" y="690"/>
                  </a:lnTo>
                  <a:lnTo>
                    <a:pt x="222" y="690"/>
                  </a:lnTo>
                  <a:lnTo>
                    <a:pt x="228" y="684"/>
                  </a:lnTo>
                  <a:lnTo>
                    <a:pt x="246" y="672"/>
                  </a:lnTo>
                  <a:lnTo>
                    <a:pt x="306" y="648"/>
                  </a:lnTo>
                  <a:lnTo>
                    <a:pt x="324" y="642"/>
                  </a:lnTo>
                  <a:lnTo>
                    <a:pt x="336" y="648"/>
                  </a:lnTo>
                  <a:lnTo>
                    <a:pt x="342" y="654"/>
                  </a:lnTo>
                  <a:lnTo>
                    <a:pt x="360" y="666"/>
                  </a:lnTo>
                  <a:lnTo>
                    <a:pt x="366" y="672"/>
                  </a:lnTo>
                  <a:lnTo>
                    <a:pt x="384" y="672"/>
                  </a:lnTo>
                  <a:lnTo>
                    <a:pt x="390" y="666"/>
                  </a:lnTo>
                  <a:lnTo>
                    <a:pt x="402" y="666"/>
                  </a:lnTo>
                  <a:lnTo>
                    <a:pt x="408" y="660"/>
                  </a:lnTo>
                  <a:lnTo>
                    <a:pt x="414" y="666"/>
                  </a:lnTo>
                  <a:lnTo>
                    <a:pt x="426" y="672"/>
                  </a:lnTo>
                  <a:lnTo>
                    <a:pt x="450" y="696"/>
                  </a:lnTo>
                  <a:lnTo>
                    <a:pt x="450" y="726"/>
                  </a:lnTo>
                  <a:lnTo>
                    <a:pt x="444" y="732"/>
                  </a:lnTo>
                  <a:lnTo>
                    <a:pt x="444" y="738"/>
                  </a:lnTo>
                  <a:lnTo>
                    <a:pt x="438" y="744"/>
                  </a:lnTo>
                  <a:lnTo>
                    <a:pt x="438" y="750"/>
                  </a:lnTo>
                  <a:lnTo>
                    <a:pt x="444" y="756"/>
                  </a:lnTo>
                  <a:lnTo>
                    <a:pt x="450" y="768"/>
                  </a:lnTo>
                  <a:lnTo>
                    <a:pt x="462" y="774"/>
                  </a:lnTo>
                  <a:lnTo>
                    <a:pt x="474" y="786"/>
                  </a:lnTo>
                  <a:lnTo>
                    <a:pt x="486" y="786"/>
                  </a:lnTo>
                  <a:lnTo>
                    <a:pt x="504" y="768"/>
                  </a:lnTo>
                  <a:lnTo>
                    <a:pt x="516" y="762"/>
                  </a:lnTo>
                  <a:lnTo>
                    <a:pt x="528" y="762"/>
                  </a:lnTo>
                  <a:lnTo>
                    <a:pt x="528" y="792"/>
                  </a:lnTo>
                  <a:lnTo>
                    <a:pt x="546" y="810"/>
                  </a:lnTo>
                  <a:lnTo>
                    <a:pt x="510" y="816"/>
                  </a:lnTo>
                  <a:lnTo>
                    <a:pt x="510" y="828"/>
                  </a:lnTo>
                  <a:lnTo>
                    <a:pt x="504" y="834"/>
                  </a:lnTo>
                  <a:lnTo>
                    <a:pt x="498" y="834"/>
                  </a:lnTo>
                  <a:lnTo>
                    <a:pt x="486" y="822"/>
                  </a:lnTo>
                  <a:lnTo>
                    <a:pt x="486" y="816"/>
                  </a:lnTo>
                  <a:lnTo>
                    <a:pt x="498" y="804"/>
                  </a:lnTo>
                  <a:lnTo>
                    <a:pt x="504" y="804"/>
                  </a:lnTo>
                  <a:lnTo>
                    <a:pt x="510" y="798"/>
                  </a:lnTo>
                  <a:lnTo>
                    <a:pt x="480" y="798"/>
                  </a:lnTo>
                  <a:lnTo>
                    <a:pt x="462" y="792"/>
                  </a:lnTo>
                  <a:lnTo>
                    <a:pt x="450" y="792"/>
                  </a:lnTo>
                  <a:lnTo>
                    <a:pt x="432" y="786"/>
                  </a:lnTo>
                  <a:lnTo>
                    <a:pt x="408" y="786"/>
                  </a:lnTo>
                  <a:lnTo>
                    <a:pt x="390" y="780"/>
                  </a:lnTo>
                  <a:lnTo>
                    <a:pt x="372" y="780"/>
                  </a:lnTo>
                  <a:lnTo>
                    <a:pt x="360" y="774"/>
                  </a:lnTo>
                  <a:lnTo>
                    <a:pt x="348" y="774"/>
                  </a:lnTo>
                  <a:lnTo>
                    <a:pt x="360" y="804"/>
                  </a:lnTo>
                  <a:lnTo>
                    <a:pt x="342" y="804"/>
                  </a:lnTo>
                  <a:lnTo>
                    <a:pt x="330" y="816"/>
                  </a:lnTo>
                  <a:lnTo>
                    <a:pt x="330" y="822"/>
                  </a:lnTo>
                  <a:lnTo>
                    <a:pt x="336" y="828"/>
                  </a:lnTo>
                  <a:lnTo>
                    <a:pt x="348" y="834"/>
                  </a:lnTo>
                  <a:lnTo>
                    <a:pt x="354" y="840"/>
                  </a:lnTo>
                  <a:lnTo>
                    <a:pt x="366" y="840"/>
                  </a:lnTo>
                  <a:lnTo>
                    <a:pt x="372" y="846"/>
                  </a:lnTo>
                  <a:lnTo>
                    <a:pt x="372" y="852"/>
                  </a:lnTo>
                  <a:lnTo>
                    <a:pt x="360" y="852"/>
                  </a:lnTo>
                  <a:lnTo>
                    <a:pt x="348" y="846"/>
                  </a:lnTo>
                  <a:lnTo>
                    <a:pt x="336" y="846"/>
                  </a:lnTo>
                  <a:lnTo>
                    <a:pt x="324" y="840"/>
                  </a:lnTo>
                  <a:lnTo>
                    <a:pt x="306" y="834"/>
                  </a:lnTo>
                  <a:lnTo>
                    <a:pt x="300" y="834"/>
                  </a:lnTo>
                  <a:lnTo>
                    <a:pt x="294" y="840"/>
                  </a:lnTo>
                  <a:lnTo>
                    <a:pt x="294" y="846"/>
                  </a:lnTo>
                  <a:lnTo>
                    <a:pt x="306" y="858"/>
                  </a:lnTo>
                  <a:lnTo>
                    <a:pt x="318" y="864"/>
                  </a:lnTo>
                  <a:lnTo>
                    <a:pt x="324" y="870"/>
                  </a:lnTo>
                  <a:lnTo>
                    <a:pt x="336" y="870"/>
                  </a:lnTo>
                  <a:lnTo>
                    <a:pt x="336" y="882"/>
                  </a:lnTo>
                  <a:lnTo>
                    <a:pt x="342" y="894"/>
                  </a:lnTo>
                  <a:lnTo>
                    <a:pt x="366" y="918"/>
                  </a:lnTo>
                  <a:lnTo>
                    <a:pt x="372" y="930"/>
                  </a:lnTo>
                  <a:lnTo>
                    <a:pt x="372" y="954"/>
                  </a:lnTo>
                  <a:lnTo>
                    <a:pt x="408" y="960"/>
                  </a:lnTo>
                  <a:lnTo>
                    <a:pt x="414" y="978"/>
                  </a:lnTo>
                  <a:lnTo>
                    <a:pt x="444" y="978"/>
                  </a:lnTo>
                  <a:lnTo>
                    <a:pt x="480" y="996"/>
                  </a:lnTo>
                  <a:lnTo>
                    <a:pt x="486" y="1002"/>
                  </a:lnTo>
                  <a:lnTo>
                    <a:pt x="486" y="1014"/>
                  </a:lnTo>
                  <a:lnTo>
                    <a:pt x="480" y="1020"/>
                  </a:lnTo>
                  <a:lnTo>
                    <a:pt x="468" y="1026"/>
                  </a:lnTo>
                  <a:lnTo>
                    <a:pt x="462" y="1038"/>
                  </a:lnTo>
                  <a:lnTo>
                    <a:pt x="462" y="1056"/>
                  </a:lnTo>
                  <a:lnTo>
                    <a:pt x="468" y="1062"/>
                  </a:lnTo>
                  <a:lnTo>
                    <a:pt x="492" y="1062"/>
                  </a:lnTo>
                  <a:lnTo>
                    <a:pt x="498" y="1056"/>
                  </a:lnTo>
                  <a:lnTo>
                    <a:pt x="504" y="1038"/>
                  </a:lnTo>
                  <a:lnTo>
                    <a:pt x="510" y="1026"/>
                  </a:lnTo>
                  <a:lnTo>
                    <a:pt x="516" y="1020"/>
                  </a:lnTo>
                  <a:lnTo>
                    <a:pt x="528" y="1020"/>
                  </a:lnTo>
                  <a:lnTo>
                    <a:pt x="546" y="1026"/>
                  </a:lnTo>
                  <a:lnTo>
                    <a:pt x="546" y="1020"/>
                  </a:lnTo>
                  <a:lnTo>
                    <a:pt x="552" y="1014"/>
                  </a:lnTo>
                  <a:lnTo>
                    <a:pt x="570" y="1014"/>
                  </a:lnTo>
                  <a:lnTo>
                    <a:pt x="594" y="1026"/>
                  </a:lnTo>
                  <a:lnTo>
                    <a:pt x="606" y="1026"/>
                  </a:lnTo>
                  <a:lnTo>
                    <a:pt x="618" y="1038"/>
                  </a:lnTo>
                  <a:lnTo>
                    <a:pt x="630" y="1044"/>
                  </a:lnTo>
                  <a:lnTo>
                    <a:pt x="636" y="1056"/>
                  </a:lnTo>
                  <a:lnTo>
                    <a:pt x="642" y="1062"/>
                  </a:lnTo>
                  <a:lnTo>
                    <a:pt x="648" y="1074"/>
                  </a:lnTo>
                  <a:lnTo>
                    <a:pt x="672" y="1098"/>
                  </a:lnTo>
                  <a:lnTo>
                    <a:pt x="684" y="1104"/>
                  </a:lnTo>
                  <a:lnTo>
                    <a:pt x="690" y="1110"/>
                  </a:lnTo>
                  <a:lnTo>
                    <a:pt x="696" y="1104"/>
                  </a:lnTo>
                  <a:lnTo>
                    <a:pt x="696" y="1098"/>
                  </a:lnTo>
                  <a:lnTo>
                    <a:pt x="702" y="1092"/>
                  </a:lnTo>
                  <a:lnTo>
                    <a:pt x="654" y="810"/>
                  </a:lnTo>
                  <a:lnTo>
                    <a:pt x="798" y="768"/>
                  </a:lnTo>
                  <a:lnTo>
                    <a:pt x="804" y="774"/>
                  </a:lnTo>
                  <a:lnTo>
                    <a:pt x="804" y="762"/>
                  </a:lnTo>
                  <a:lnTo>
                    <a:pt x="810" y="756"/>
                  </a:lnTo>
                  <a:lnTo>
                    <a:pt x="810" y="750"/>
                  </a:lnTo>
                  <a:lnTo>
                    <a:pt x="816" y="738"/>
                  </a:lnTo>
                  <a:lnTo>
                    <a:pt x="816" y="732"/>
                  </a:lnTo>
                  <a:lnTo>
                    <a:pt x="822" y="726"/>
                  </a:lnTo>
                  <a:lnTo>
                    <a:pt x="846" y="726"/>
                  </a:lnTo>
                  <a:lnTo>
                    <a:pt x="852" y="750"/>
                  </a:lnTo>
                  <a:lnTo>
                    <a:pt x="864" y="744"/>
                  </a:lnTo>
                  <a:lnTo>
                    <a:pt x="870" y="744"/>
                  </a:lnTo>
                  <a:lnTo>
                    <a:pt x="876" y="738"/>
                  </a:lnTo>
                  <a:lnTo>
                    <a:pt x="876" y="732"/>
                  </a:lnTo>
                  <a:lnTo>
                    <a:pt x="852" y="708"/>
                  </a:lnTo>
                  <a:lnTo>
                    <a:pt x="870" y="708"/>
                  </a:lnTo>
                  <a:lnTo>
                    <a:pt x="882" y="720"/>
                  </a:lnTo>
                  <a:lnTo>
                    <a:pt x="936" y="720"/>
                  </a:lnTo>
                  <a:lnTo>
                    <a:pt x="924" y="708"/>
                  </a:lnTo>
                  <a:lnTo>
                    <a:pt x="918" y="708"/>
                  </a:lnTo>
                  <a:lnTo>
                    <a:pt x="906" y="696"/>
                  </a:lnTo>
                  <a:lnTo>
                    <a:pt x="882" y="696"/>
                  </a:lnTo>
                  <a:lnTo>
                    <a:pt x="876" y="690"/>
                  </a:lnTo>
                  <a:lnTo>
                    <a:pt x="876" y="684"/>
                  </a:lnTo>
                  <a:lnTo>
                    <a:pt x="882" y="678"/>
                  </a:lnTo>
                  <a:lnTo>
                    <a:pt x="906" y="678"/>
                  </a:lnTo>
                  <a:lnTo>
                    <a:pt x="924" y="666"/>
                  </a:lnTo>
                  <a:lnTo>
                    <a:pt x="930" y="672"/>
                  </a:lnTo>
                  <a:lnTo>
                    <a:pt x="936" y="684"/>
                  </a:lnTo>
                  <a:lnTo>
                    <a:pt x="942" y="690"/>
                  </a:lnTo>
                  <a:lnTo>
                    <a:pt x="948" y="690"/>
                  </a:lnTo>
                  <a:lnTo>
                    <a:pt x="954" y="684"/>
                  </a:lnTo>
                  <a:lnTo>
                    <a:pt x="960" y="690"/>
                  </a:lnTo>
                  <a:lnTo>
                    <a:pt x="966" y="702"/>
                  </a:lnTo>
                  <a:lnTo>
                    <a:pt x="966" y="708"/>
                  </a:lnTo>
                  <a:lnTo>
                    <a:pt x="960" y="714"/>
                  </a:lnTo>
                  <a:lnTo>
                    <a:pt x="954" y="714"/>
                  </a:lnTo>
                  <a:lnTo>
                    <a:pt x="942" y="720"/>
                  </a:lnTo>
                  <a:lnTo>
                    <a:pt x="924" y="738"/>
                  </a:lnTo>
                  <a:lnTo>
                    <a:pt x="888" y="738"/>
                  </a:lnTo>
                  <a:lnTo>
                    <a:pt x="882" y="744"/>
                  </a:lnTo>
                  <a:lnTo>
                    <a:pt x="882" y="756"/>
                  </a:lnTo>
                  <a:lnTo>
                    <a:pt x="888" y="762"/>
                  </a:lnTo>
                  <a:lnTo>
                    <a:pt x="900" y="762"/>
                  </a:lnTo>
                  <a:lnTo>
                    <a:pt x="906" y="768"/>
                  </a:lnTo>
                  <a:lnTo>
                    <a:pt x="918" y="768"/>
                  </a:lnTo>
                  <a:lnTo>
                    <a:pt x="918" y="786"/>
                  </a:lnTo>
                  <a:lnTo>
                    <a:pt x="912" y="798"/>
                  </a:lnTo>
                  <a:lnTo>
                    <a:pt x="912" y="816"/>
                  </a:lnTo>
                  <a:lnTo>
                    <a:pt x="918" y="822"/>
                  </a:lnTo>
                  <a:lnTo>
                    <a:pt x="984" y="858"/>
                  </a:lnTo>
                  <a:lnTo>
                    <a:pt x="1062" y="930"/>
                  </a:lnTo>
                  <a:lnTo>
                    <a:pt x="1068" y="930"/>
                  </a:lnTo>
                  <a:lnTo>
                    <a:pt x="1074" y="924"/>
                  </a:lnTo>
                  <a:lnTo>
                    <a:pt x="1110" y="924"/>
                  </a:lnTo>
                  <a:lnTo>
                    <a:pt x="1128" y="918"/>
                  </a:lnTo>
                  <a:lnTo>
                    <a:pt x="1188" y="918"/>
                  </a:lnTo>
                  <a:lnTo>
                    <a:pt x="1206" y="924"/>
                  </a:lnTo>
                  <a:lnTo>
                    <a:pt x="1224" y="924"/>
                  </a:lnTo>
                  <a:lnTo>
                    <a:pt x="1230" y="918"/>
                  </a:lnTo>
                  <a:lnTo>
                    <a:pt x="1254" y="906"/>
                  </a:lnTo>
                  <a:lnTo>
                    <a:pt x="1266" y="906"/>
                  </a:lnTo>
                  <a:lnTo>
                    <a:pt x="1272" y="918"/>
                  </a:lnTo>
                  <a:lnTo>
                    <a:pt x="1290" y="936"/>
                  </a:lnTo>
                  <a:lnTo>
                    <a:pt x="1296" y="954"/>
                  </a:lnTo>
                  <a:lnTo>
                    <a:pt x="1308" y="960"/>
                  </a:lnTo>
                  <a:lnTo>
                    <a:pt x="1314" y="972"/>
                  </a:lnTo>
                  <a:lnTo>
                    <a:pt x="1344" y="972"/>
                  </a:lnTo>
                  <a:lnTo>
                    <a:pt x="1344" y="984"/>
                  </a:lnTo>
                  <a:lnTo>
                    <a:pt x="1350" y="1002"/>
                  </a:lnTo>
                  <a:lnTo>
                    <a:pt x="1350" y="1044"/>
                  </a:lnTo>
                  <a:lnTo>
                    <a:pt x="1356" y="1050"/>
                  </a:lnTo>
                  <a:lnTo>
                    <a:pt x="1362" y="1050"/>
                  </a:lnTo>
                  <a:lnTo>
                    <a:pt x="1368" y="1044"/>
                  </a:lnTo>
                  <a:lnTo>
                    <a:pt x="1380" y="1044"/>
                  </a:lnTo>
                  <a:lnTo>
                    <a:pt x="1386" y="1050"/>
                  </a:lnTo>
                  <a:lnTo>
                    <a:pt x="1416" y="1110"/>
                  </a:lnTo>
                  <a:lnTo>
                    <a:pt x="1494" y="1110"/>
                  </a:lnTo>
                  <a:lnTo>
                    <a:pt x="1512" y="1116"/>
                  </a:lnTo>
                  <a:lnTo>
                    <a:pt x="1512" y="1134"/>
                  </a:lnTo>
                  <a:lnTo>
                    <a:pt x="1506" y="1140"/>
                  </a:lnTo>
                  <a:lnTo>
                    <a:pt x="1506" y="1152"/>
                  </a:lnTo>
                  <a:lnTo>
                    <a:pt x="1512" y="1152"/>
                  </a:lnTo>
                  <a:lnTo>
                    <a:pt x="1524" y="1158"/>
                  </a:lnTo>
                  <a:lnTo>
                    <a:pt x="1536" y="1158"/>
                  </a:lnTo>
                  <a:lnTo>
                    <a:pt x="1542" y="1164"/>
                  </a:lnTo>
                  <a:lnTo>
                    <a:pt x="1542" y="1152"/>
                  </a:lnTo>
                  <a:lnTo>
                    <a:pt x="1536" y="1146"/>
                  </a:lnTo>
                  <a:lnTo>
                    <a:pt x="1536" y="1134"/>
                  </a:lnTo>
                  <a:lnTo>
                    <a:pt x="1548" y="1122"/>
                  </a:lnTo>
                  <a:lnTo>
                    <a:pt x="1560" y="1116"/>
                  </a:lnTo>
                  <a:lnTo>
                    <a:pt x="1566" y="1110"/>
                  </a:lnTo>
                  <a:lnTo>
                    <a:pt x="1572" y="1110"/>
                  </a:lnTo>
                  <a:lnTo>
                    <a:pt x="1572" y="1092"/>
                  </a:lnTo>
                  <a:lnTo>
                    <a:pt x="1584" y="1080"/>
                  </a:lnTo>
                  <a:lnTo>
                    <a:pt x="1596" y="1074"/>
                  </a:lnTo>
                  <a:lnTo>
                    <a:pt x="1608" y="1074"/>
                  </a:lnTo>
                  <a:lnTo>
                    <a:pt x="1614" y="1068"/>
                  </a:lnTo>
                  <a:lnTo>
                    <a:pt x="1620" y="1068"/>
                  </a:lnTo>
                  <a:lnTo>
                    <a:pt x="1632" y="1044"/>
                  </a:lnTo>
                  <a:lnTo>
                    <a:pt x="1656" y="1044"/>
                  </a:lnTo>
                  <a:lnTo>
                    <a:pt x="1686" y="1026"/>
                  </a:lnTo>
                  <a:lnTo>
                    <a:pt x="1662" y="1026"/>
                  </a:lnTo>
                  <a:lnTo>
                    <a:pt x="1662" y="1008"/>
                  </a:lnTo>
                  <a:lnTo>
                    <a:pt x="1668" y="996"/>
                  </a:lnTo>
                  <a:lnTo>
                    <a:pt x="1686" y="978"/>
                  </a:lnTo>
                  <a:lnTo>
                    <a:pt x="1716" y="978"/>
                  </a:lnTo>
                  <a:lnTo>
                    <a:pt x="1728" y="984"/>
                  </a:lnTo>
                  <a:lnTo>
                    <a:pt x="1746" y="990"/>
                  </a:lnTo>
                  <a:lnTo>
                    <a:pt x="1782" y="1008"/>
                  </a:lnTo>
                  <a:lnTo>
                    <a:pt x="1812" y="1008"/>
                  </a:lnTo>
                  <a:lnTo>
                    <a:pt x="1830" y="1014"/>
                  </a:lnTo>
                  <a:lnTo>
                    <a:pt x="1830" y="1002"/>
                  </a:lnTo>
                  <a:lnTo>
                    <a:pt x="1824" y="990"/>
                  </a:lnTo>
                  <a:lnTo>
                    <a:pt x="1824" y="960"/>
                  </a:lnTo>
                  <a:lnTo>
                    <a:pt x="1830" y="954"/>
                  </a:lnTo>
                  <a:lnTo>
                    <a:pt x="1872" y="954"/>
                  </a:lnTo>
                  <a:lnTo>
                    <a:pt x="1884" y="960"/>
                  </a:lnTo>
                  <a:lnTo>
                    <a:pt x="1890" y="972"/>
                  </a:lnTo>
                  <a:lnTo>
                    <a:pt x="1914" y="972"/>
                  </a:lnTo>
                  <a:lnTo>
                    <a:pt x="1926" y="978"/>
                  </a:lnTo>
                  <a:lnTo>
                    <a:pt x="1944" y="978"/>
                  </a:lnTo>
                  <a:lnTo>
                    <a:pt x="1962" y="972"/>
                  </a:lnTo>
                  <a:lnTo>
                    <a:pt x="2082" y="972"/>
                  </a:lnTo>
                  <a:lnTo>
                    <a:pt x="2094" y="978"/>
                  </a:lnTo>
                  <a:lnTo>
                    <a:pt x="2106" y="978"/>
                  </a:lnTo>
                  <a:lnTo>
                    <a:pt x="2154" y="972"/>
                  </a:lnTo>
                  <a:lnTo>
                    <a:pt x="2166" y="984"/>
                  </a:lnTo>
                  <a:lnTo>
                    <a:pt x="2184" y="984"/>
                  </a:lnTo>
                  <a:lnTo>
                    <a:pt x="2208" y="1014"/>
                  </a:lnTo>
                  <a:lnTo>
                    <a:pt x="2250" y="1014"/>
                  </a:lnTo>
                  <a:lnTo>
                    <a:pt x="2268" y="1020"/>
                  </a:lnTo>
                  <a:lnTo>
                    <a:pt x="2262" y="1014"/>
                  </a:lnTo>
                  <a:lnTo>
                    <a:pt x="2262" y="1002"/>
                  </a:lnTo>
                  <a:lnTo>
                    <a:pt x="2256" y="996"/>
                  </a:lnTo>
                  <a:lnTo>
                    <a:pt x="2256" y="984"/>
                  </a:lnTo>
                  <a:lnTo>
                    <a:pt x="2280" y="984"/>
                  </a:lnTo>
                  <a:lnTo>
                    <a:pt x="2262" y="966"/>
                  </a:lnTo>
                  <a:lnTo>
                    <a:pt x="2262" y="960"/>
                  </a:lnTo>
                  <a:lnTo>
                    <a:pt x="2268" y="954"/>
                  </a:lnTo>
                  <a:lnTo>
                    <a:pt x="2286" y="954"/>
                  </a:lnTo>
                  <a:lnTo>
                    <a:pt x="2286" y="942"/>
                  </a:lnTo>
                  <a:lnTo>
                    <a:pt x="2274" y="936"/>
                  </a:lnTo>
                  <a:lnTo>
                    <a:pt x="2268" y="924"/>
                  </a:lnTo>
                  <a:lnTo>
                    <a:pt x="2226" y="882"/>
                  </a:lnTo>
                  <a:lnTo>
                    <a:pt x="2214" y="858"/>
                  </a:lnTo>
                  <a:lnTo>
                    <a:pt x="2214" y="828"/>
                  </a:lnTo>
                  <a:lnTo>
                    <a:pt x="2196" y="828"/>
                  </a:lnTo>
                  <a:lnTo>
                    <a:pt x="2184" y="822"/>
                  </a:lnTo>
                  <a:lnTo>
                    <a:pt x="2178" y="816"/>
                  </a:lnTo>
                  <a:lnTo>
                    <a:pt x="2178" y="810"/>
                  </a:lnTo>
                  <a:lnTo>
                    <a:pt x="2184" y="804"/>
                  </a:lnTo>
                  <a:lnTo>
                    <a:pt x="2196" y="798"/>
                  </a:lnTo>
                  <a:lnTo>
                    <a:pt x="2208" y="798"/>
                  </a:lnTo>
                  <a:lnTo>
                    <a:pt x="2220" y="792"/>
                  </a:lnTo>
                  <a:lnTo>
                    <a:pt x="2232" y="792"/>
                  </a:lnTo>
                  <a:lnTo>
                    <a:pt x="2268" y="774"/>
                  </a:lnTo>
                  <a:lnTo>
                    <a:pt x="2280" y="774"/>
                  </a:lnTo>
                  <a:lnTo>
                    <a:pt x="2286" y="780"/>
                  </a:lnTo>
                  <a:lnTo>
                    <a:pt x="2292" y="792"/>
                  </a:lnTo>
                  <a:lnTo>
                    <a:pt x="2298" y="798"/>
                  </a:lnTo>
                  <a:lnTo>
                    <a:pt x="2316" y="786"/>
                  </a:lnTo>
                  <a:lnTo>
                    <a:pt x="2328" y="798"/>
                  </a:lnTo>
                  <a:lnTo>
                    <a:pt x="2334" y="798"/>
                  </a:lnTo>
                  <a:lnTo>
                    <a:pt x="2340" y="792"/>
                  </a:lnTo>
                  <a:lnTo>
                    <a:pt x="2340" y="780"/>
                  </a:lnTo>
                  <a:lnTo>
                    <a:pt x="2334" y="774"/>
                  </a:lnTo>
                  <a:lnTo>
                    <a:pt x="2328" y="774"/>
                  </a:lnTo>
                  <a:lnTo>
                    <a:pt x="2322" y="768"/>
                  </a:lnTo>
                  <a:lnTo>
                    <a:pt x="2316" y="768"/>
                  </a:lnTo>
                  <a:lnTo>
                    <a:pt x="2316" y="630"/>
                  </a:lnTo>
                  <a:lnTo>
                    <a:pt x="2328" y="630"/>
                  </a:lnTo>
                  <a:lnTo>
                    <a:pt x="2340" y="636"/>
                  </a:lnTo>
                  <a:lnTo>
                    <a:pt x="2352" y="636"/>
                  </a:lnTo>
                  <a:lnTo>
                    <a:pt x="2376" y="648"/>
                  </a:lnTo>
                  <a:lnTo>
                    <a:pt x="2424" y="648"/>
                  </a:lnTo>
                  <a:lnTo>
                    <a:pt x="2436" y="660"/>
                  </a:lnTo>
                  <a:lnTo>
                    <a:pt x="2454" y="642"/>
                  </a:lnTo>
                  <a:lnTo>
                    <a:pt x="2472" y="642"/>
                  </a:lnTo>
                  <a:lnTo>
                    <a:pt x="2478" y="636"/>
                  </a:lnTo>
                  <a:lnTo>
                    <a:pt x="2478" y="618"/>
                  </a:lnTo>
                  <a:lnTo>
                    <a:pt x="2466" y="594"/>
                  </a:lnTo>
                  <a:lnTo>
                    <a:pt x="2454" y="582"/>
                  </a:lnTo>
                  <a:lnTo>
                    <a:pt x="2442" y="558"/>
                  </a:lnTo>
                  <a:lnTo>
                    <a:pt x="2442" y="540"/>
                  </a:lnTo>
                  <a:lnTo>
                    <a:pt x="2454" y="528"/>
                  </a:lnTo>
                  <a:lnTo>
                    <a:pt x="2496" y="528"/>
                  </a:lnTo>
                  <a:lnTo>
                    <a:pt x="2502" y="522"/>
                  </a:lnTo>
                  <a:lnTo>
                    <a:pt x="2502" y="510"/>
                  </a:lnTo>
                  <a:lnTo>
                    <a:pt x="2484" y="492"/>
                  </a:lnTo>
                  <a:close/>
                  <a:moveTo>
                    <a:pt x="2082" y="696"/>
                  </a:moveTo>
                  <a:lnTo>
                    <a:pt x="2046" y="696"/>
                  </a:lnTo>
                  <a:lnTo>
                    <a:pt x="2046" y="702"/>
                  </a:lnTo>
                  <a:lnTo>
                    <a:pt x="2040" y="708"/>
                  </a:lnTo>
                  <a:lnTo>
                    <a:pt x="2028" y="708"/>
                  </a:lnTo>
                  <a:lnTo>
                    <a:pt x="2022" y="702"/>
                  </a:lnTo>
                  <a:lnTo>
                    <a:pt x="2010" y="696"/>
                  </a:lnTo>
                  <a:lnTo>
                    <a:pt x="1980" y="702"/>
                  </a:lnTo>
                  <a:lnTo>
                    <a:pt x="1950" y="696"/>
                  </a:lnTo>
                  <a:lnTo>
                    <a:pt x="1932" y="696"/>
                  </a:lnTo>
                  <a:lnTo>
                    <a:pt x="1908" y="690"/>
                  </a:lnTo>
                  <a:lnTo>
                    <a:pt x="1860" y="690"/>
                  </a:lnTo>
                  <a:lnTo>
                    <a:pt x="1854" y="684"/>
                  </a:lnTo>
                  <a:lnTo>
                    <a:pt x="1854" y="678"/>
                  </a:lnTo>
                  <a:lnTo>
                    <a:pt x="1836" y="696"/>
                  </a:lnTo>
                  <a:lnTo>
                    <a:pt x="1830" y="696"/>
                  </a:lnTo>
                  <a:lnTo>
                    <a:pt x="1824" y="708"/>
                  </a:lnTo>
                  <a:lnTo>
                    <a:pt x="1824" y="714"/>
                  </a:lnTo>
                  <a:lnTo>
                    <a:pt x="1818" y="726"/>
                  </a:lnTo>
                  <a:lnTo>
                    <a:pt x="1812" y="732"/>
                  </a:lnTo>
                  <a:lnTo>
                    <a:pt x="1794" y="732"/>
                  </a:lnTo>
                  <a:lnTo>
                    <a:pt x="1800" y="762"/>
                  </a:lnTo>
                  <a:lnTo>
                    <a:pt x="1788" y="768"/>
                  </a:lnTo>
                  <a:lnTo>
                    <a:pt x="1806" y="786"/>
                  </a:lnTo>
                  <a:lnTo>
                    <a:pt x="1800" y="810"/>
                  </a:lnTo>
                  <a:lnTo>
                    <a:pt x="1794" y="810"/>
                  </a:lnTo>
                  <a:lnTo>
                    <a:pt x="1788" y="798"/>
                  </a:lnTo>
                  <a:lnTo>
                    <a:pt x="1776" y="792"/>
                  </a:lnTo>
                  <a:lnTo>
                    <a:pt x="1770" y="780"/>
                  </a:lnTo>
                  <a:lnTo>
                    <a:pt x="1758" y="774"/>
                  </a:lnTo>
                  <a:lnTo>
                    <a:pt x="1752" y="762"/>
                  </a:lnTo>
                  <a:lnTo>
                    <a:pt x="1752" y="750"/>
                  </a:lnTo>
                  <a:lnTo>
                    <a:pt x="1746" y="732"/>
                  </a:lnTo>
                  <a:lnTo>
                    <a:pt x="1746" y="720"/>
                  </a:lnTo>
                  <a:lnTo>
                    <a:pt x="1764" y="702"/>
                  </a:lnTo>
                  <a:lnTo>
                    <a:pt x="1776" y="702"/>
                  </a:lnTo>
                  <a:lnTo>
                    <a:pt x="1782" y="696"/>
                  </a:lnTo>
                  <a:lnTo>
                    <a:pt x="1788" y="684"/>
                  </a:lnTo>
                  <a:lnTo>
                    <a:pt x="1788" y="678"/>
                  </a:lnTo>
                  <a:lnTo>
                    <a:pt x="1800" y="666"/>
                  </a:lnTo>
                  <a:lnTo>
                    <a:pt x="1818" y="666"/>
                  </a:lnTo>
                  <a:lnTo>
                    <a:pt x="1830" y="672"/>
                  </a:lnTo>
                  <a:lnTo>
                    <a:pt x="1848" y="672"/>
                  </a:lnTo>
                  <a:lnTo>
                    <a:pt x="1854" y="666"/>
                  </a:lnTo>
                  <a:lnTo>
                    <a:pt x="1896" y="666"/>
                  </a:lnTo>
                  <a:lnTo>
                    <a:pt x="1908" y="672"/>
                  </a:lnTo>
                  <a:lnTo>
                    <a:pt x="1914" y="678"/>
                  </a:lnTo>
                  <a:lnTo>
                    <a:pt x="1932" y="678"/>
                  </a:lnTo>
                  <a:lnTo>
                    <a:pt x="1944" y="684"/>
                  </a:lnTo>
                  <a:lnTo>
                    <a:pt x="1974" y="684"/>
                  </a:lnTo>
                  <a:lnTo>
                    <a:pt x="1986" y="672"/>
                  </a:lnTo>
                  <a:lnTo>
                    <a:pt x="2028" y="672"/>
                  </a:lnTo>
                  <a:lnTo>
                    <a:pt x="2034" y="678"/>
                  </a:lnTo>
                  <a:lnTo>
                    <a:pt x="2046" y="678"/>
                  </a:lnTo>
                  <a:lnTo>
                    <a:pt x="2052" y="672"/>
                  </a:lnTo>
                  <a:lnTo>
                    <a:pt x="2064" y="666"/>
                  </a:lnTo>
                  <a:lnTo>
                    <a:pt x="2088" y="666"/>
                  </a:lnTo>
                  <a:lnTo>
                    <a:pt x="2088" y="684"/>
                  </a:lnTo>
                  <a:lnTo>
                    <a:pt x="2082" y="690"/>
                  </a:lnTo>
                  <a:lnTo>
                    <a:pt x="2082" y="69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88" name="Jordan" descr="© INSCALE GmbH, 05.05.2010&#10;http://www.presentationload.com/">
              <a:extLst>
                <a:ext uri="{FF2B5EF4-FFF2-40B4-BE49-F238E27FC236}">
                  <a16:creationId xmlns:a16="http://schemas.microsoft.com/office/drawing/2014/main" id="{F5786F5B-CE94-4E1B-A045-C571E8FAF8DA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533285" y="2120876"/>
              <a:ext cx="93054" cy="110462"/>
            </a:xfrm>
            <a:custGeom>
              <a:avLst/>
              <a:gdLst>
                <a:gd name="T0" fmla="*/ 2147483647 w 282"/>
                <a:gd name="T1" fmla="*/ 2147483647 h 336"/>
                <a:gd name="T2" fmla="*/ 2147483647 w 282"/>
                <a:gd name="T3" fmla="*/ 2147483647 h 336"/>
                <a:gd name="T4" fmla="*/ 2147483647 w 282"/>
                <a:gd name="T5" fmla="*/ 0 h 336"/>
                <a:gd name="T6" fmla="*/ 2147483647 w 282"/>
                <a:gd name="T7" fmla="*/ 2147483647 h 336"/>
                <a:gd name="T8" fmla="*/ 2147483647 w 282"/>
                <a:gd name="T9" fmla="*/ 2147483647 h 336"/>
                <a:gd name="T10" fmla="*/ 2147483647 w 282"/>
                <a:gd name="T11" fmla="*/ 2147483647 h 336"/>
                <a:gd name="T12" fmla="*/ 2147483647 w 282"/>
                <a:gd name="T13" fmla="*/ 2147483647 h 336"/>
                <a:gd name="T14" fmla="*/ 2147483647 w 282"/>
                <a:gd name="T15" fmla="*/ 2147483647 h 336"/>
                <a:gd name="T16" fmla="*/ 2147483647 w 282"/>
                <a:gd name="T17" fmla="*/ 2147483647 h 336"/>
                <a:gd name="T18" fmla="*/ 2147483647 w 282"/>
                <a:gd name="T19" fmla="*/ 2147483647 h 336"/>
                <a:gd name="T20" fmla="*/ 2147483647 w 282"/>
                <a:gd name="T21" fmla="*/ 2147483647 h 336"/>
                <a:gd name="T22" fmla="*/ 2147483647 w 282"/>
                <a:gd name="T23" fmla="*/ 2147483647 h 336"/>
                <a:gd name="T24" fmla="*/ 2147483647 w 282"/>
                <a:gd name="T25" fmla="*/ 2147483647 h 336"/>
                <a:gd name="T26" fmla="*/ 2147483647 w 282"/>
                <a:gd name="T27" fmla="*/ 2147483647 h 336"/>
                <a:gd name="T28" fmla="*/ 2147483647 w 282"/>
                <a:gd name="T29" fmla="*/ 2147483647 h 336"/>
                <a:gd name="T30" fmla="*/ 2147483647 w 282"/>
                <a:gd name="T31" fmla="*/ 2147483647 h 336"/>
                <a:gd name="T32" fmla="*/ 2147483647 w 282"/>
                <a:gd name="T33" fmla="*/ 2147483647 h 336"/>
                <a:gd name="T34" fmla="*/ 2147483647 w 282"/>
                <a:gd name="T35" fmla="*/ 2147483647 h 336"/>
                <a:gd name="T36" fmla="*/ 2147483647 w 282"/>
                <a:gd name="T37" fmla="*/ 2147483647 h 336"/>
                <a:gd name="T38" fmla="*/ 2147483647 w 282"/>
                <a:gd name="T39" fmla="*/ 2147483647 h 336"/>
                <a:gd name="T40" fmla="*/ 2147483647 w 282"/>
                <a:gd name="T41" fmla="*/ 2147483647 h 336"/>
                <a:gd name="T42" fmla="*/ 2147483647 w 282"/>
                <a:gd name="T43" fmla="*/ 2147483647 h 336"/>
                <a:gd name="T44" fmla="*/ 2147483647 w 282"/>
                <a:gd name="T45" fmla="*/ 2147483647 h 336"/>
                <a:gd name="T46" fmla="*/ 0 w 282"/>
                <a:gd name="T47" fmla="*/ 2147483647 h 336"/>
                <a:gd name="T48" fmla="*/ 0 w 282"/>
                <a:gd name="T49" fmla="*/ 2147483647 h 336"/>
                <a:gd name="T50" fmla="*/ 2147483647 w 282"/>
                <a:gd name="T51" fmla="*/ 2147483647 h 336"/>
                <a:gd name="T52" fmla="*/ 2147483647 w 282"/>
                <a:gd name="T53" fmla="*/ 2147483647 h 336"/>
                <a:gd name="T54" fmla="*/ 2147483647 w 282"/>
                <a:gd name="T55" fmla="*/ 2147483647 h 336"/>
                <a:gd name="T56" fmla="*/ 2147483647 w 282"/>
                <a:gd name="T57" fmla="*/ 2147483647 h 336"/>
                <a:gd name="T58" fmla="*/ 2147483647 w 282"/>
                <a:gd name="T59" fmla="*/ 2147483647 h 336"/>
                <a:gd name="T60" fmla="*/ 2147483647 w 282"/>
                <a:gd name="T61" fmla="*/ 2147483647 h 336"/>
                <a:gd name="T62" fmla="*/ 2147483647 w 282"/>
                <a:gd name="T63" fmla="*/ 2147483647 h 336"/>
                <a:gd name="T64" fmla="*/ 2147483647 w 282"/>
                <a:gd name="T65" fmla="*/ 2147483647 h 336"/>
                <a:gd name="T66" fmla="*/ 2147483647 w 282"/>
                <a:gd name="T67" fmla="*/ 2147483647 h 336"/>
                <a:gd name="T68" fmla="*/ 2147483647 w 282"/>
                <a:gd name="T69" fmla="*/ 2147483647 h 336"/>
                <a:gd name="T70" fmla="*/ 2147483647 w 282"/>
                <a:gd name="T71" fmla="*/ 2147483647 h 336"/>
                <a:gd name="T72" fmla="*/ 2147483647 w 282"/>
                <a:gd name="T73" fmla="*/ 2147483647 h 336"/>
                <a:gd name="T74" fmla="*/ 2147483647 w 282"/>
                <a:gd name="T75" fmla="*/ 2147483647 h 336"/>
                <a:gd name="T76" fmla="*/ 2147483647 w 282"/>
                <a:gd name="T77" fmla="*/ 2147483647 h 336"/>
                <a:gd name="T78" fmla="*/ 2147483647 w 282"/>
                <a:gd name="T79" fmla="*/ 2147483647 h 336"/>
                <a:gd name="T80" fmla="*/ 2147483647 w 282"/>
                <a:gd name="T81" fmla="*/ 2147483647 h 336"/>
                <a:gd name="T82" fmla="*/ 2147483647 w 282"/>
                <a:gd name="T83" fmla="*/ 2147483647 h 336"/>
                <a:gd name="T84" fmla="*/ 2147483647 w 282"/>
                <a:gd name="T85" fmla="*/ 2147483647 h 336"/>
                <a:gd name="T86" fmla="*/ 2147483647 w 282"/>
                <a:gd name="T87" fmla="*/ 2147483647 h 336"/>
                <a:gd name="T88" fmla="*/ 2147483647 w 282"/>
                <a:gd name="T89" fmla="*/ 2147483647 h 336"/>
                <a:gd name="T90" fmla="*/ 2147483647 w 282"/>
                <a:gd name="T91" fmla="*/ 2147483647 h 336"/>
                <a:gd name="T92" fmla="*/ 2147483647 w 282"/>
                <a:gd name="T93" fmla="*/ 2147483647 h 336"/>
                <a:gd name="T94" fmla="*/ 2147483647 w 282"/>
                <a:gd name="T95" fmla="*/ 2147483647 h 336"/>
                <a:gd name="T96" fmla="*/ 2147483647 w 282"/>
                <a:gd name="T97" fmla="*/ 2147483647 h 336"/>
                <a:gd name="T98" fmla="*/ 2147483647 w 282"/>
                <a:gd name="T99" fmla="*/ 2147483647 h 336"/>
                <a:gd name="T100" fmla="*/ 2147483647 w 282"/>
                <a:gd name="T101" fmla="*/ 2147483647 h 336"/>
                <a:gd name="T102" fmla="*/ 2147483647 w 282"/>
                <a:gd name="T103" fmla="*/ 2147483647 h 336"/>
                <a:gd name="T104" fmla="*/ 2147483647 w 282"/>
                <a:gd name="T105" fmla="*/ 2147483647 h 336"/>
                <a:gd name="T106" fmla="*/ 2147483647 w 282"/>
                <a:gd name="T107" fmla="*/ 2147483647 h 336"/>
                <a:gd name="T108" fmla="*/ 2147483647 w 282"/>
                <a:gd name="T109" fmla="*/ 2147483647 h 336"/>
                <a:gd name="T110" fmla="*/ 2147483647 w 282"/>
                <a:gd name="T111" fmla="*/ 2147483647 h 336"/>
                <a:gd name="T112" fmla="*/ 2147483647 w 282"/>
                <a:gd name="T113" fmla="*/ 2147483647 h 336"/>
                <a:gd name="T114" fmla="*/ 2147483647 w 282"/>
                <a:gd name="T115" fmla="*/ 2147483647 h 336"/>
                <a:gd name="T116" fmla="*/ 2147483647 w 282"/>
                <a:gd name="T117" fmla="*/ 2147483647 h 336"/>
                <a:gd name="T118" fmla="*/ 2147483647 w 282"/>
                <a:gd name="T119" fmla="*/ 2147483647 h 336"/>
                <a:gd name="T120" fmla="*/ 2147483647 w 282"/>
                <a:gd name="T121" fmla="*/ 2147483647 h 336"/>
                <a:gd name="T122" fmla="*/ 2147483647 w 282"/>
                <a:gd name="T123" fmla="*/ 2147483647 h 3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82"/>
                <a:gd name="T187" fmla="*/ 0 h 336"/>
                <a:gd name="T188" fmla="*/ 282 w 282"/>
                <a:gd name="T189" fmla="*/ 336 h 3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82" h="336">
                  <a:moveTo>
                    <a:pt x="258" y="60"/>
                  </a:moveTo>
                  <a:lnTo>
                    <a:pt x="258" y="42"/>
                  </a:lnTo>
                  <a:lnTo>
                    <a:pt x="234" y="0"/>
                  </a:lnTo>
                  <a:lnTo>
                    <a:pt x="222" y="6"/>
                  </a:lnTo>
                  <a:lnTo>
                    <a:pt x="198" y="30"/>
                  </a:lnTo>
                  <a:lnTo>
                    <a:pt x="138" y="78"/>
                  </a:lnTo>
                  <a:lnTo>
                    <a:pt x="114" y="84"/>
                  </a:lnTo>
                  <a:lnTo>
                    <a:pt x="96" y="84"/>
                  </a:lnTo>
                  <a:lnTo>
                    <a:pt x="84" y="78"/>
                  </a:lnTo>
                  <a:lnTo>
                    <a:pt x="72" y="66"/>
                  </a:lnTo>
                  <a:lnTo>
                    <a:pt x="36" y="48"/>
                  </a:lnTo>
                  <a:lnTo>
                    <a:pt x="30" y="48"/>
                  </a:lnTo>
                  <a:lnTo>
                    <a:pt x="24" y="66"/>
                  </a:lnTo>
                  <a:lnTo>
                    <a:pt x="30" y="138"/>
                  </a:lnTo>
                  <a:lnTo>
                    <a:pt x="18" y="150"/>
                  </a:lnTo>
                  <a:lnTo>
                    <a:pt x="18" y="162"/>
                  </a:lnTo>
                  <a:lnTo>
                    <a:pt x="30" y="174"/>
                  </a:lnTo>
                  <a:lnTo>
                    <a:pt x="30" y="186"/>
                  </a:lnTo>
                  <a:lnTo>
                    <a:pt x="24" y="198"/>
                  </a:lnTo>
                  <a:lnTo>
                    <a:pt x="18" y="204"/>
                  </a:lnTo>
                  <a:lnTo>
                    <a:pt x="12" y="216"/>
                  </a:lnTo>
                  <a:lnTo>
                    <a:pt x="6" y="222"/>
                  </a:lnTo>
                  <a:lnTo>
                    <a:pt x="6" y="282"/>
                  </a:lnTo>
                  <a:lnTo>
                    <a:pt x="0" y="294"/>
                  </a:lnTo>
                  <a:lnTo>
                    <a:pt x="0" y="312"/>
                  </a:lnTo>
                  <a:lnTo>
                    <a:pt x="6" y="324"/>
                  </a:lnTo>
                  <a:lnTo>
                    <a:pt x="24" y="324"/>
                  </a:lnTo>
                  <a:lnTo>
                    <a:pt x="48" y="336"/>
                  </a:lnTo>
                  <a:lnTo>
                    <a:pt x="84" y="336"/>
                  </a:lnTo>
                  <a:lnTo>
                    <a:pt x="96" y="324"/>
                  </a:lnTo>
                  <a:lnTo>
                    <a:pt x="108" y="300"/>
                  </a:lnTo>
                  <a:lnTo>
                    <a:pt x="108" y="288"/>
                  </a:lnTo>
                  <a:lnTo>
                    <a:pt x="120" y="276"/>
                  </a:lnTo>
                  <a:lnTo>
                    <a:pt x="126" y="276"/>
                  </a:lnTo>
                  <a:lnTo>
                    <a:pt x="138" y="270"/>
                  </a:lnTo>
                  <a:lnTo>
                    <a:pt x="150" y="270"/>
                  </a:lnTo>
                  <a:lnTo>
                    <a:pt x="162" y="264"/>
                  </a:lnTo>
                  <a:lnTo>
                    <a:pt x="168" y="258"/>
                  </a:lnTo>
                  <a:lnTo>
                    <a:pt x="174" y="246"/>
                  </a:lnTo>
                  <a:lnTo>
                    <a:pt x="180" y="240"/>
                  </a:lnTo>
                  <a:lnTo>
                    <a:pt x="180" y="228"/>
                  </a:lnTo>
                  <a:lnTo>
                    <a:pt x="186" y="222"/>
                  </a:lnTo>
                  <a:lnTo>
                    <a:pt x="186" y="210"/>
                  </a:lnTo>
                  <a:lnTo>
                    <a:pt x="180" y="204"/>
                  </a:lnTo>
                  <a:lnTo>
                    <a:pt x="168" y="180"/>
                  </a:lnTo>
                  <a:lnTo>
                    <a:pt x="144" y="156"/>
                  </a:lnTo>
                  <a:lnTo>
                    <a:pt x="132" y="156"/>
                  </a:lnTo>
                  <a:lnTo>
                    <a:pt x="120" y="150"/>
                  </a:lnTo>
                  <a:lnTo>
                    <a:pt x="96" y="150"/>
                  </a:lnTo>
                  <a:lnTo>
                    <a:pt x="96" y="144"/>
                  </a:lnTo>
                  <a:lnTo>
                    <a:pt x="108" y="144"/>
                  </a:lnTo>
                  <a:lnTo>
                    <a:pt x="120" y="138"/>
                  </a:lnTo>
                  <a:lnTo>
                    <a:pt x="186" y="138"/>
                  </a:lnTo>
                  <a:lnTo>
                    <a:pt x="198" y="114"/>
                  </a:lnTo>
                  <a:lnTo>
                    <a:pt x="240" y="114"/>
                  </a:lnTo>
                  <a:lnTo>
                    <a:pt x="252" y="108"/>
                  </a:lnTo>
                  <a:lnTo>
                    <a:pt x="258" y="102"/>
                  </a:lnTo>
                  <a:lnTo>
                    <a:pt x="264" y="102"/>
                  </a:lnTo>
                  <a:lnTo>
                    <a:pt x="276" y="96"/>
                  </a:lnTo>
                  <a:lnTo>
                    <a:pt x="282" y="90"/>
                  </a:lnTo>
                  <a:lnTo>
                    <a:pt x="282" y="78"/>
                  </a:lnTo>
                  <a:lnTo>
                    <a:pt x="258" y="6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89" name="Japan" descr="© INSCALE GmbH, 05.05.2010&#10;http://www.presentationload.com/">
              <a:extLst>
                <a:ext uri="{FF2B5EF4-FFF2-40B4-BE49-F238E27FC236}">
                  <a16:creationId xmlns:a16="http://schemas.microsoft.com/office/drawing/2014/main" id="{80DD28E0-244A-4A1B-8C47-2C349B4ACDF2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6574013" y="1799766"/>
              <a:ext cx="289503" cy="561301"/>
            </a:xfrm>
            <a:custGeom>
              <a:avLst/>
              <a:gdLst>
                <a:gd name="T0" fmla="*/ 2147483647 w 876"/>
                <a:gd name="T1" fmla="*/ 2147483647 h 1710"/>
                <a:gd name="T2" fmla="*/ 2147483647 w 876"/>
                <a:gd name="T3" fmla="*/ 2147483647 h 1710"/>
                <a:gd name="T4" fmla="*/ 2147483647 w 876"/>
                <a:gd name="T5" fmla="*/ 2147483647 h 1710"/>
                <a:gd name="T6" fmla="*/ 2147483647 w 876"/>
                <a:gd name="T7" fmla="*/ 2147483647 h 1710"/>
                <a:gd name="T8" fmla="*/ 2147483647 w 876"/>
                <a:gd name="T9" fmla="*/ 2147483647 h 1710"/>
                <a:gd name="T10" fmla="*/ 2147483647 w 876"/>
                <a:gd name="T11" fmla="*/ 2147483647 h 1710"/>
                <a:gd name="T12" fmla="*/ 2147483647 w 876"/>
                <a:gd name="T13" fmla="*/ 2147483647 h 1710"/>
                <a:gd name="T14" fmla="*/ 2147483647 w 876"/>
                <a:gd name="T15" fmla="*/ 2147483647 h 1710"/>
                <a:gd name="T16" fmla="*/ 2147483647 w 876"/>
                <a:gd name="T17" fmla="*/ 2147483647 h 1710"/>
                <a:gd name="T18" fmla="*/ 2147483647 w 876"/>
                <a:gd name="T19" fmla="*/ 2147483647 h 1710"/>
                <a:gd name="T20" fmla="*/ 2147483647 w 876"/>
                <a:gd name="T21" fmla="*/ 2147483647 h 1710"/>
                <a:gd name="T22" fmla="*/ 2147483647 w 876"/>
                <a:gd name="T23" fmla="*/ 2147483647 h 1710"/>
                <a:gd name="T24" fmla="*/ 2147483647 w 876"/>
                <a:gd name="T25" fmla="*/ 2147483647 h 1710"/>
                <a:gd name="T26" fmla="*/ 2147483647 w 876"/>
                <a:gd name="T27" fmla="*/ 2147483647 h 1710"/>
                <a:gd name="T28" fmla="*/ 2147483647 w 876"/>
                <a:gd name="T29" fmla="*/ 2147483647 h 1710"/>
                <a:gd name="T30" fmla="*/ 2147483647 w 876"/>
                <a:gd name="T31" fmla="*/ 2147483647 h 1710"/>
                <a:gd name="T32" fmla="*/ 2147483647 w 876"/>
                <a:gd name="T33" fmla="*/ 2147483647 h 1710"/>
                <a:gd name="T34" fmla="*/ 2147483647 w 876"/>
                <a:gd name="T35" fmla="*/ 2147483647 h 1710"/>
                <a:gd name="T36" fmla="*/ 2147483647 w 876"/>
                <a:gd name="T37" fmla="*/ 2147483647 h 1710"/>
                <a:gd name="T38" fmla="*/ 2147483647 w 876"/>
                <a:gd name="T39" fmla="*/ 2147483647 h 1710"/>
                <a:gd name="T40" fmla="*/ 2147483647 w 876"/>
                <a:gd name="T41" fmla="*/ 2147483647 h 1710"/>
                <a:gd name="T42" fmla="*/ 2147483647 w 876"/>
                <a:gd name="T43" fmla="*/ 2147483647 h 1710"/>
                <a:gd name="T44" fmla="*/ 2147483647 w 876"/>
                <a:gd name="T45" fmla="*/ 2147483647 h 1710"/>
                <a:gd name="T46" fmla="*/ 2147483647 w 876"/>
                <a:gd name="T47" fmla="*/ 2147483647 h 1710"/>
                <a:gd name="T48" fmla="*/ 2147483647 w 876"/>
                <a:gd name="T49" fmla="*/ 2147483647 h 1710"/>
                <a:gd name="T50" fmla="*/ 2147483647 w 876"/>
                <a:gd name="T51" fmla="*/ 2147483647 h 1710"/>
                <a:gd name="T52" fmla="*/ 2147483647 w 876"/>
                <a:gd name="T53" fmla="*/ 2147483647 h 1710"/>
                <a:gd name="T54" fmla="*/ 2147483647 w 876"/>
                <a:gd name="T55" fmla="*/ 2147483647 h 1710"/>
                <a:gd name="T56" fmla="*/ 2147483647 w 876"/>
                <a:gd name="T57" fmla="*/ 2147483647 h 1710"/>
                <a:gd name="T58" fmla="*/ 2147483647 w 876"/>
                <a:gd name="T59" fmla="*/ 2147483647 h 1710"/>
                <a:gd name="T60" fmla="*/ 2147483647 w 876"/>
                <a:gd name="T61" fmla="*/ 2147483647 h 1710"/>
                <a:gd name="T62" fmla="*/ 2147483647 w 876"/>
                <a:gd name="T63" fmla="*/ 2147483647 h 1710"/>
                <a:gd name="T64" fmla="*/ 2147483647 w 876"/>
                <a:gd name="T65" fmla="*/ 2147483647 h 1710"/>
                <a:gd name="T66" fmla="*/ 2147483647 w 876"/>
                <a:gd name="T67" fmla="*/ 2147483647 h 1710"/>
                <a:gd name="T68" fmla="*/ 2147483647 w 876"/>
                <a:gd name="T69" fmla="*/ 2147483647 h 1710"/>
                <a:gd name="T70" fmla="*/ 2147483647 w 876"/>
                <a:gd name="T71" fmla="*/ 2147483647 h 1710"/>
                <a:gd name="T72" fmla="*/ 2147483647 w 876"/>
                <a:gd name="T73" fmla="*/ 2147483647 h 1710"/>
                <a:gd name="T74" fmla="*/ 2147483647 w 876"/>
                <a:gd name="T75" fmla="*/ 2147483647 h 1710"/>
                <a:gd name="T76" fmla="*/ 2147483647 w 876"/>
                <a:gd name="T77" fmla="*/ 2147483647 h 1710"/>
                <a:gd name="T78" fmla="*/ 2147483647 w 876"/>
                <a:gd name="T79" fmla="*/ 2147483647 h 1710"/>
                <a:gd name="T80" fmla="*/ 2147483647 w 876"/>
                <a:gd name="T81" fmla="*/ 2147483647 h 1710"/>
                <a:gd name="T82" fmla="*/ 2147483647 w 876"/>
                <a:gd name="T83" fmla="*/ 2147483647 h 1710"/>
                <a:gd name="T84" fmla="*/ 2147483647 w 876"/>
                <a:gd name="T85" fmla="*/ 2147483647 h 1710"/>
                <a:gd name="T86" fmla="*/ 2147483647 w 876"/>
                <a:gd name="T87" fmla="*/ 2147483647 h 1710"/>
                <a:gd name="T88" fmla="*/ 2147483647 w 876"/>
                <a:gd name="T89" fmla="*/ 2147483647 h 1710"/>
                <a:gd name="T90" fmla="*/ 2147483647 w 876"/>
                <a:gd name="T91" fmla="*/ 2147483647 h 1710"/>
                <a:gd name="T92" fmla="*/ 2147483647 w 876"/>
                <a:gd name="T93" fmla="*/ 2147483647 h 1710"/>
                <a:gd name="T94" fmla="*/ 2147483647 w 876"/>
                <a:gd name="T95" fmla="*/ 2147483647 h 1710"/>
                <a:gd name="T96" fmla="*/ 2147483647 w 876"/>
                <a:gd name="T97" fmla="*/ 2147483647 h 1710"/>
                <a:gd name="T98" fmla="*/ 2147483647 w 876"/>
                <a:gd name="T99" fmla="*/ 2147483647 h 1710"/>
                <a:gd name="T100" fmla="*/ 2147483647 w 876"/>
                <a:gd name="T101" fmla="*/ 2147483647 h 1710"/>
                <a:gd name="T102" fmla="*/ 2147483647 w 876"/>
                <a:gd name="T103" fmla="*/ 2147483647 h 1710"/>
                <a:gd name="T104" fmla="*/ 2147483647 w 876"/>
                <a:gd name="T105" fmla="*/ 2147483647 h 1710"/>
                <a:gd name="T106" fmla="*/ 2147483647 w 876"/>
                <a:gd name="T107" fmla="*/ 2147483647 h 1710"/>
                <a:gd name="T108" fmla="*/ 2147483647 w 876"/>
                <a:gd name="T109" fmla="*/ 2147483647 h 1710"/>
                <a:gd name="T110" fmla="*/ 2147483647 w 876"/>
                <a:gd name="T111" fmla="*/ 2147483647 h 1710"/>
                <a:gd name="T112" fmla="*/ 2147483647 w 876"/>
                <a:gd name="T113" fmla="*/ 2147483647 h 1710"/>
                <a:gd name="T114" fmla="*/ 2147483647 w 876"/>
                <a:gd name="T115" fmla="*/ 2147483647 h 1710"/>
                <a:gd name="T116" fmla="*/ 2147483647 w 876"/>
                <a:gd name="T117" fmla="*/ 2147483647 h 1710"/>
                <a:gd name="T118" fmla="*/ 2147483647 w 876"/>
                <a:gd name="T119" fmla="*/ 2147483647 h 171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876"/>
                <a:gd name="T181" fmla="*/ 0 h 1710"/>
                <a:gd name="T182" fmla="*/ 876 w 876"/>
                <a:gd name="T183" fmla="*/ 1710 h 171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876" h="1710">
                  <a:moveTo>
                    <a:pt x="876" y="780"/>
                  </a:moveTo>
                  <a:lnTo>
                    <a:pt x="864" y="774"/>
                  </a:lnTo>
                  <a:lnTo>
                    <a:pt x="858" y="768"/>
                  </a:lnTo>
                  <a:lnTo>
                    <a:pt x="846" y="762"/>
                  </a:lnTo>
                  <a:lnTo>
                    <a:pt x="840" y="750"/>
                  </a:lnTo>
                  <a:lnTo>
                    <a:pt x="828" y="744"/>
                  </a:lnTo>
                  <a:lnTo>
                    <a:pt x="828" y="720"/>
                  </a:lnTo>
                  <a:lnTo>
                    <a:pt x="834" y="702"/>
                  </a:lnTo>
                  <a:lnTo>
                    <a:pt x="834" y="684"/>
                  </a:lnTo>
                  <a:lnTo>
                    <a:pt x="828" y="666"/>
                  </a:lnTo>
                  <a:lnTo>
                    <a:pt x="816" y="642"/>
                  </a:lnTo>
                  <a:lnTo>
                    <a:pt x="792" y="618"/>
                  </a:lnTo>
                  <a:lnTo>
                    <a:pt x="786" y="600"/>
                  </a:lnTo>
                  <a:lnTo>
                    <a:pt x="786" y="576"/>
                  </a:lnTo>
                  <a:lnTo>
                    <a:pt x="792" y="570"/>
                  </a:lnTo>
                  <a:lnTo>
                    <a:pt x="810" y="570"/>
                  </a:lnTo>
                  <a:lnTo>
                    <a:pt x="810" y="528"/>
                  </a:lnTo>
                  <a:lnTo>
                    <a:pt x="798" y="516"/>
                  </a:lnTo>
                  <a:lnTo>
                    <a:pt x="810" y="510"/>
                  </a:lnTo>
                  <a:lnTo>
                    <a:pt x="810" y="498"/>
                  </a:lnTo>
                  <a:lnTo>
                    <a:pt x="804" y="486"/>
                  </a:lnTo>
                  <a:lnTo>
                    <a:pt x="804" y="474"/>
                  </a:lnTo>
                  <a:lnTo>
                    <a:pt x="798" y="468"/>
                  </a:lnTo>
                  <a:lnTo>
                    <a:pt x="792" y="456"/>
                  </a:lnTo>
                  <a:lnTo>
                    <a:pt x="786" y="450"/>
                  </a:lnTo>
                  <a:lnTo>
                    <a:pt x="774" y="444"/>
                  </a:lnTo>
                  <a:lnTo>
                    <a:pt x="768" y="438"/>
                  </a:lnTo>
                  <a:lnTo>
                    <a:pt x="762" y="420"/>
                  </a:lnTo>
                  <a:lnTo>
                    <a:pt x="756" y="420"/>
                  </a:lnTo>
                  <a:lnTo>
                    <a:pt x="738" y="402"/>
                  </a:lnTo>
                  <a:lnTo>
                    <a:pt x="714" y="390"/>
                  </a:lnTo>
                  <a:lnTo>
                    <a:pt x="702" y="378"/>
                  </a:lnTo>
                  <a:lnTo>
                    <a:pt x="696" y="360"/>
                  </a:lnTo>
                  <a:lnTo>
                    <a:pt x="690" y="348"/>
                  </a:lnTo>
                  <a:lnTo>
                    <a:pt x="690" y="330"/>
                  </a:lnTo>
                  <a:lnTo>
                    <a:pt x="684" y="324"/>
                  </a:lnTo>
                  <a:lnTo>
                    <a:pt x="678" y="324"/>
                  </a:lnTo>
                  <a:lnTo>
                    <a:pt x="666" y="318"/>
                  </a:lnTo>
                  <a:lnTo>
                    <a:pt x="654" y="318"/>
                  </a:lnTo>
                  <a:lnTo>
                    <a:pt x="648" y="324"/>
                  </a:lnTo>
                  <a:lnTo>
                    <a:pt x="648" y="342"/>
                  </a:lnTo>
                  <a:lnTo>
                    <a:pt x="654" y="342"/>
                  </a:lnTo>
                  <a:lnTo>
                    <a:pt x="660" y="348"/>
                  </a:lnTo>
                  <a:lnTo>
                    <a:pt x="672" y="342"/>
                  </a:lnTo>
                  <a:lnTo>
                    <a:pt x="678" y="348"/>
                  </a:lnTo>
                  <a:lnTo>
                    <a:pt x="678" y="366"/>
                  </a:lnTo>
                  <a:lnTo>
                    <a:pt x="672" y="366"/>
                  </a:lnTo>
                  <a:lnTo>
                    <a:pt x="666" y="360"/>
                  </a:lnTo>
                  <a:lnTo>
                    <a:pt x="654" y="372"/>
                  </a:lnTo>
                  <a:lnTo>
                    <a:pt x="630" y="342"/>
                  </a:lnTo>
                  <a:lnTo>
                    <a:pt x="612" y="342"/>
                  </a:lnTo>
                  <a:lnTo>
                    <a:pt x="636" y="378"/>
                  </a:lnTo>
                  <a:lnTo>
                    <a:pt x="618" y="378"/>
                  </a:lnTo>
                  <a:lnTo>
                    <a:pt x="648" y="426"/>
                  </a:lnTo>
                  <a:lnTo>
                    <a:pt x="636" y="438"/>
                  </a:lnTo>
                  <a:lnTo>
                    <a:pt x="648" y="444"/>
                  </a:lnTo>
                  <a:lnTo>
                    <a:pt x="666" y="462"/>
                  </a:lnTo>
                  <a:lnTo>
                    <a:pt x="678" y="468"/>
                  </a:lnTo>
                  <a:lnTo>
                    <a:pt x="684" y="480"/>
                  </a:lnTo>
                  <a:lnTo>
                    <a:pt x="684" y="504"/>
                  </a:lnTo>
                  <a:lnTo>
                    <a:pt x="678" y="516"/>
                  </a:lnTo>
                  <a:lnTo>
                    <a:pt x="678" y="534"/>
                  </a:lnTo>
                  <a:lnTo>
                    <a:pt x="672" y="540"/>
                  </a:lnTo>
                  <a:lnTo>
                    <a:pt x="672" y="570"/>
                  </a:lnTo>
                  <a:lnTo>
                    <a:pt x="678" y="570"/>
                  </a:lnTo>
                  <a:lnTo>
                    <a:pt x="690" y="582"/>
                  </a:lnTo>
                  <a:lnTo>
                    <a:pt x="690" y="600"/>
                  </a:lnTo>
                  <a:lnTo>
                    <a:pt x="678" y="606"/>
                  </a:lnTo>
                  <a:lnTo>
                    <a:pt x="660" y="606"/>
                  </a:lnTo>
                  <a:lnTo>
                    <a:pt x="660" y="618"/>
                  </a:lnTo>
                  <a:lnTo>
                    <a:pt x="666" y="630"/>
                  </a:lnTo>
                  <a:lnTo>
                    <a:pt x="666" y="642"/>
                  </a:lnTo>
                  <a:lnTo>
                    <a:pt x="660" y="654"/>
                  </a:lnTo>
                  <a:lnTo>
                    <a:pt x="654" y="660"/>
                  </a:lnTo>
                  <a:lnTo>
                    <a:pt x="642" y="666"/>
                  </a:lnTo>
                  <a:lnTo>
                    <a:pt x="630" y="666"/>
                  </a:lnTo>
                  <a:lnTo>
                    <a:pt x="618" y="672"/>
                  </a:lnTo>
                  <a:lnTo>
                    <a:pt x="612" y="678"/>
                  </a:lnTo>
                  <a:lnTo>
                    <a:pt x="606" y="678"/>
                  </a:lnTo>
                  <a:lnTo>
                    <a:pt x="606" y="696"/>
                  </a:lnTo>
                  <a:lnTo>
                    <a:pt x="588" y="696"/>
                  </a:lnTo>
                  <a:lnTo>
                    <a:pt x="564" y="672"/>
                  </a:lnTo>
                  <a:lnTo>
                    <a:pt x="564" y="654"/>
                  </a:lnTo>
                  <a:lnTo>
                    <a:pt x="570" y="636"/>
                  </a:lnTo>
                  <a:lnTo>
                    <a:pt x="558" y="636"/>
                  </a:lnTo>
                  <a:lnTo>
                    <a:pt x="552" y="642"/>
                  </a:lnTo>
                  <a:lnTo>
                    <a:pt x="540" y="648"/>
                  </a:lnTo>
                  <a:lnTo>
                    <a:pt x="534" y="654"/>
                  </a:lnTo>
                  <a:lnTo>
                    <a:pt x="534" y="660"/>
                  </a:lnTo>
                  <a:lnTo>
                    <a:pt x="540" y="666"/>
                  </a:lnTo>
                  <a:lnTo>
                    <a:pt x="558" y="702"/>
                  </a:lnTo>
                  <a:lnTo>
                    <a:pt x="558" y="714"/>
                  </a:lnTo>
                  <a:lnTo>
                    <a:pt x="552" y="720"/>
                  </a:lnTo>
                  <a:lnTo>
                    <a:pt x="540" y="744"/>
                  </a:lnTo>
                  <a:lnTo>
                    <a:pt x="540" y="756"/>
                  </a:lnTo>
                  <a:lnTo>
                    <a:pt x="546" y="762"/>
                  </a:lnTo>
                  <a:lnTo>
                    <a:pt x="546" y="768"/>
                  </a:lnTo>
                  <a:lnTo>
                    <a:pt x="552" y="780"/>
                  </a:lnTo>
                  <a:lnTo>
                    <a:pt x="558" y="786"/>
                  </a:lnTo>
                  <a:lnTo>
                    <a:pt x="558" y="792"/>
                  </a:lnTo>
                  <a:lnTo>
                    <a:pt x="522" y="792"/>
                  </a:lnTo>
                  <a:lnTo>
                    <a:pt x="498" y="780"/>
                  </a:lnTo>
                  <a:lnTo>
                    <a:pt x="474" y="780"/>
                  </a:lnTo>
                  <a:lnTo>
                    <a:pt x="450" y="792"/>
                  </a:lnTo>
                  <a:lnTo>
                    <a:pt x="438" y="792"/>
                  </a:lnTo>
                  <a:lnTo>
                    <a:pt x="420" y="798"/>
                  </a:lnTo>
                  <a:lnTo>
                    <a:pt x="414" y="804"/>
                  </a:lnTo>
                  <a:lnTo>
                    <a:pt x="378" y="804"/>
                  </a:lnTo>
                  <a:lnTo>
                    <a:pt x="366" y="792"/>
                  </a:lnTo>
                  <a:lnTo>
                    <a:pt x="336" y="816"/>
                  </a:lnTo>
                  <a:lnTo>
                    <a:pt x="330" y="828"/>
                  </a:lnTo>
                  <a:lnTo>
                    <a:pt x="312" y="846"/>
                  </a:lnTo>
                  <a:lnTo>
                    <a:pt x="306" y="864"/>
                  </a:lnTo>
                  <a:lnTo>
                    <a:pt x="300" y="870"/>
                  </a:lnTo>
                  <a:lnTo>
                    <a:pt x="294" y="882"/>
                  </a:lnTo>
                  <a:lnTo>
                    <a:pt x="270" y="882"/>
                  </a:lnTo>
                  <a:lnTo>
                    <a:pt x="264" y="888"/>
                  </a:lnTo>
                  <a:lnTo>
                    <a:pt x="258" y="888"/>
                  </a:lnTo>
                  <a:lnTo>
                    <a:pt x="258" y="900"/>
                  </a:lnTo>
                  <a:lnTo>
                    <a:pt x="264" y="912"/>
                  </a:lnTo>
                  <a:lnTo>
                    <a:pt x="276" y="924"/>
                  </a:lnTo>
                  <a:lnTo>
                    <a:pt x="288" y="924"/>
                  </a:lnTo>
                  <a:lnTo>
                    <a:pt x="294" y="918"/>
                  </a:lnTo>
                  <a:lnTo>
                    <a:pt x="312" y="918"/>
                  </a:lnTo>
                  <a:lnTo>
                    <a:pt x="318" y="924"/>
                  </a:lnTo>
                  <a:lnTo>
                    <a:pt x="324" y="924"/>
                  </a:lnTo>
                  <a:lnTo>
                    <a:pt x="336" y="930"/>
                  </a:lnTo>
                  <a:lnTo>
                    <a:pt x="342" y="930"/>
                  </a:lnTo>
                  <a:lnTo>
                    <a:pt x="348" y="924"/>
                  </a:lnTo>
                  <a:lnTo>
                    <a:pt x="348" y="912"/>
                  </a:lnTo>
                  <a:lnTo>
                    <a:pt x="354" y="906"/>
                  </a:lnTo>
                  <a:lnTo>
                    <a:pt x="354" y="894"/>
                  </a:lnTo>
                  <a:lnTo>
                    <a:pt x="372" y="906"/>
                  </a:lnTo>
                  <a:lnTo>
                    <a:pt x="378" y="906"/>
                  </a:lnTo>
                  <a:lnTo>
                    <a:pt x="384" y="900"/>
                  </a:lnTo>
                  <a:lnTo>
                    <a:pt x="420" y="882"/>
                  </a:lnTo>
                  <a:lnTo>
                    <a:pt x="426" y="882"/>
                  </a:lnTo>
                  <a:lnTo>
                    <a:pt x="432" y="876"/>
                  </a:lnTo>
                  <a:lnTo>
                    <a:pt x="444" y="876"/>
                  </a:lnTo>
                  <a:lnTo>
                    <a:pt x="456" y="882"/>
                  </a:lnTo>
                  <a:lnTo>
                    <a:pt x="480" y="882"/>
                  </a:lnTo>
                  <a:lnTo>
                    <a:pt x="480" y="876"/>
                  </a:lnTo>
                  <a:lnTo>
                    <a:pt x="474" y="870"/>
                  </a:lnTo>
                  <a:lnTo>
                    <a:pt x="474" y="864"/>
                  </a:lnTo>
                  <a:lnTo>
                    <a:pt x="480" y="858"/>
                  </a:lnTo>
                  <a:lnTo>
                    <a:pt x="498" y="858"/>
                  </a:lnTo>
                  <a:lnTo>
                    <a:pt x="516" y="876"/>
                  </a:lnTo>
                  <a:lnTo>
                    <a:pt x="522" y="870"/>
                  </a:lnTo>
                  <a:lnTo>
                    <a:pt x="534" y="864"/>
                  </a:lnTo>
                  <a:lnTo>
                    <a:pt x="540" y="864"/>
                  </a:lnTo>
                  <a:lnTo>
                    <a:pt x="546" y="858"/>
                  </a:lnTo>
                  <a:lnTo>
                    <a:pt x="552" y="864"/>
                  </a:lnTo>
                  <a:lnTo>
                    <a:pt x="552" y="882"/>
                  </a:lnTo>
                  <a:lnTo>
                    <a:pt x="546" y="894"/>
                  </a:lnTo>
                  <a:lnTo>
                    <a:pt x="540" y="900"/>
                  </a:lnTo>
                  <a:lnTo>
                    <a:pt x="540" y="912"/>
                  </a:lnTo>
                  <a:lnTo>
                    <a:pt x="546" y="918"/>
                  </a:lnTo>
                  <a:lnTo>
                    <a:pt x="552" y="930"/>
                  </a:lnTo>
                  <a:lnTo>
                    <a:pt x="576" y="954"/>
                  </a:lnTo>
                  <a:lnTo>
                    <a:pt x="600" y="966"/>
                  </a:lnTo>
                  <a:lnTo>
                    <a:pt x="612" y="960"/>
                  </a:lnTo>
                  <a:lnTo>
                    <a:pt x="618" y="954"/>
                  </a:lnTo>
                  <a:lnTo>
                    <a:pt x="630" y="930"/>
                  </a:lnTo>
                  <a:lnTo>
                    <a:pt x="630" y="906"/>
                  </a:lnTo>
                  <a:lnTo>
                    <a:pt x="660" y="900"/>
                  </a:lnTo>
                  <a:lnTo>
                    <a:pt x="654" y="894"/>
                  </a:lnTo>
                  <a:lnTo>
                    <a:pt x="648" y="882"/>
                  </a:lnTo>
                  <a:lnTo>
                    <a:pt x="636" y="870"/>
                  </a:lnTo>
                  <a:lnTo>
                    <a:pt x="624" y="870"/>
                  </a:lnTo>
                  <a:lnTo>
                    <a:pt x="612" y="858"/>
                  </a:lnTo>
                  <a:lnTo>
                    <a:pt x="630" y="834"/>
                  </a:lnTo>
                  <a:lnTo>
                    <a:pt x="636" y="834"/>
                  </a:lnTo>
                  <a:lnTo>
                    <a:pt x="636" y="840"/>
                  </a:lnTo>
                  <a:lnTo>
                    <a:pt x="642" y="852"/>
                  </a:lnTo>
                  <a:lnTo>
                    <a:pt x="642" y="858"/>
                  </a:lnTo>
                  <a:lnTo>
                    <a:pt x="654" y="858"/>
                  </a:lnTo>
                  <a:lnTo>
                    <a:pt x="666" y="870"/>
                  </a:lnTo>
                  <a:lnTo>
                    <a:pt x="666" y="876"/>
                  </a:lnTo>
                  <a:lnTo>
                    <a:pt x="684" y="864"/>
                  </a:lnTo>
                  <a:lnTo>
                    <a:pt x="696" y="870"/>
                  </a:lnTo>
                  <a:lnTo>
                    <a:pt x="732" y="870"/>
                  </a:lnTo>
                  <a:lnTo>
                    <a:pt x="744" y="858"/>
                  </a:lnTo>
                  <a:lnTo>
                    <a:pt x="744" y="852"/>
                  </a:lnTo>
                  <a:lnTo>
                    <a:pt x="738" y="846"/>
                  </a:lnTo>
                  <a:lnTo>
                    <a:pt x="738" y="840"/>
                  </a:lnTo>
                  <a:lnTo>
                    <a:pt x="744" y="834"/>
                  </a:lnTo>
                  <a:lnTo>
                    <a:pt x="762" y="834"/>
                  </a:lnTo>
                  <a:lnTo>
                    <a:pt x="768" y="840"/>
                  </a:lnTo>
                  <a:lnTo>
                    <a:pt x="768" y="858"/>
                  </a:lnTo>
                  <a:lnTo>
                    <a:pt x="774" y="864"/>
                  </a:lnTo>
                  <a:lnTo>
                    <a:pt x="774" y="870"/>
                  </a:lnTo>
                  <a:lnTo>
                    <a:pt x="780" y="870"/>
                  </a:lnTo>
                  <a:lnTo>
                    <a:pt x="786" y="864"/>
                  </a:lnTo>
                  <a:lnTo>
                    <a:pt x="786" y="852"/>
                  </a:lnTo>
                  <a:lnTo>
                    <a:pt x="780" y="840"/>
                  </a:lnTo>
                  <a:lnTo>
                    <a:pt x="780" y="816"/>
                  </a:lnTo>
                  <a:lnTo>
                    <a:pt x="804" y="816"/>
                  </a:lnTo>
                  <a:lnTo>
                    <a:pt x="804" y="798"/>
                  </a:lnTo>
                  <a:lnTo>
                    <a:pt x="810" y="792"/>
                  </a:lnTo>
                  <a:lnTo>
                    <a:pt x="810" y="786"/>
                  </a:lnTo>
                  <a:lnTo>
                    <a:pt x="816" y="780"/>
                  </a:lnTo>
                  <a:lnTo>
                    <a:pt x="828" y="792"/>
                  </a:lnTo>
                  <a:lnTo>
                    <a:pt x="828" y="840"/>
                  </a:lnTo>
                  <a:lnTo>
                    <a:pt x="852" y="840"/>
                  </a:lnTo>
                  <a:lnTo>
                    <a:pt x="858" y="828"/>
                  </a:lnTo>
                  <a:lnTo>
                    <a:pt x="858" y="792"/>
                  </a:lnTo>
                  <a:lnTo>
                    <a:pt x="876" y="780"/>
                  </a:lnTo>
                  <a:close/>
                  <a:moveTo>
                    <a:pt x="498" y="912"/>
                  </a:moveTo>
                  <a:lnTo>
                    <a:pt x="486" y="906"/>
                  </a:lnTo>
                  <a:lnTo>
                    <a:pt x="480" y="900"/>
                  </a:lnTo>
                  <a:lnTo>
                    <a:pt x="468" y="894"/>
                  </a:lnTo>
                  <a:lnTo>
                    <a:pt x="444" y="894"/>
                  </a:lnTo>
                  <a:lnTo>
                    <a:pt x="438" y="900"/>
                  </a:lnTo>
                  <a:lnTo>
                    <a:pt x="438" y="924"/>
                  </a:lnTo>
                  <a:lnTo>
                    <a:pt x="432" y="924"/>
                  </a:lnTo>
                  <a:lnTo>
                    <a:pt x="426" y="918"/>
                  </a:lnTo>
                  <a:lnTo>
                    <a:pt x="396" y="918"/>
                  </a:lnTo>
                  <a:lnTo>
                    <a:pt x="390" y="924"/>
                  </a:lnTo>
                  <a:lnTo>
                    <a:pt x="390" y="942"/>
                  </a:lnTo>
                  <a:lnTo>
                    <a:pt x="396" y="948"/>
                  </a:lnTo>
                  <a:lnTo>
                    <a:pt x="396" y="954"/>
                  </a:lnTo>
                  <a:lnTo>
                    <a:pt x="378" y="972"/>
                  </a:lnTo>
                  <a:lnTo>
                    <a:pt x="390" y="978"/>
                  </a:lnTo>
                  <a:lnTo>
                    <a:pt x="396" y="990"/>
                  </a:lnTo>
                  <a:lnTo>
                    <a:pt x="408" y="1002"/>
                  </a:lnTo>
                  <a:lnTo>
                    <a:pt x="432" y="1014"/>
                  </a:lnTo>
                  <a:lnTo>
                    <a:pt x="438" y="1020"/>
                  </a:lnTo>
                  <a:lnTo>
                    <a:pt x="450" y="1026"/>
                  </a:lnTo>
                  <a:lnTo>
                    <a:pt x="450" y="984"/>
                  </a:lnTo>
                  <a:lnTo>
                    <a:pt x="456" y="972"/>
                  </a:lnTo>
                  <a:lnTo>
                    <a:pt x="462" y="966"/>
                  </a:lnTo>
                  <a:lnTo>
                    <a:pt x="474" y="960"/>
                  </a:lnTo>
                  <a:lnTo>
                    <a:pt x="486" y="960"/>
                  </a:lnTo>
                  <a:lnTo>
                    <a:pt x="492" y="966"/>
                  </a:lnTo>
                  <a:lnTo>
                    <a:pt x="504" y="972"/>
                  </a:lnTo>
                  <a:lnTo>
                    <a:pt x="510" y="984"/>
                  </a:lnTo>
                  <a:lnTo>
                    <a:pt x="516" y="990"/>
                  </a:lnTo>
                  <a:lnTo>
                    <a:pt x="516" y="978"/>
                  </a:lnTo>
                  <a:lnTo>
                    <a:pt x="522" y="966"/>
                  </a:lnTo>
                  <a:lnTo>
                    <a:pt x="522" y="954"/>
                  </a:lnTo>
                  <a:lnTo>
                    <a:pt x="528" y="942"/>
                  </a:lnTo>
                  <a:lnTo>
                    <a:pt x="528" y="930"/>
                  </a:lnTo>
                  <a:lnTo>
                    <a:pt x="522" y="918"/>
                  </a:lnTo>
                  <a:lnTo>
                    <a:pt x="516" y="912"/>
                  </a:lnTo>
                  <a:lnTo>
                    <a:pt x="516" y="906"/>
                  </a:lnTo>
                  <a:lnTo>
                    <a:pt x="498" y="912"/>
                  </a:lnTo>
                  <a:close/>
                  <a:moveTo>
                    <a:pt x="354" y="1050"/>
                  </a:moveTo>
                  <a:lnTo>
                    <a:pt x="354" y="1038"/>
                  </a:lnTo>
                  <a:lnTo>
                    <a:pt x="372" y="1020"/>
                  </a:lnTo>
                  <a:lnTo>
                    <a:pt x="372" y="1008"/>
                  </a:lnTo>
                  <a:lnTo>
                    <a:pt x="360" y="1002"/>
                  </a:lnTo>
                  <a:lnTo>
                    <a:pt x="354" y="990"/>
                  </a:lnTo>
                  <a:lnTo>
                    <a:pt x="348" y="984"/>
                  </a:lnTo>
                  <a:lnTo>
                    <a:pt x="336" y="978"/>
                  </a:lnTo>
                  <a:lnTo>
                    <a:pt x="336" y="966"/>
                  </a:lnTo>
                  <a:lnTo>
                    <a:pt x="330" y="960"/>
                  </a:lnTo>
                  <a:lnTo>
                    <a:pt x="324" y="960"/>
                  </a:lnTo>
                  <a:lnTo>
                    <a:pt x="318" y="954"/>
                  </a:lnTo>
                  <a:lnTo>
                    <a:pt x="300" y="954"/>
                  </a:lnTo>
                  <a:lnTo>
                    <a:pt x="294" y="948"/>
                  </a:lnTo>
                  <a:lnTo>
                    <a:pt x="270" y="936"/>
                  </a:lnTo>
                  <a:lnTo>
                    <a:pt x="258" y="936"/>
                  </a:lnTo>
                  <a:lnTo>
                    <a:pt x="240" y="954"/>
                  </a:lnTo>
                  <a:lnTo>
                    <a:pt x="204" y="972"/>
                  </a:lnTo>
                  <a:lnTo>
                    <a:pt x="234" y="1026"/>
                  </a:lnTo>
                  <a:lnTo>
                    <a:pt x="252" y="1014"/>
                  </a:lnTo>
                  <a:lnTo>
                    <a:pt x="252" y="1008"/>
                  </a:lnTo>
                  <a:lnTo>
                    <a:pt x="246" y="1002"/>
                  </a:lnTo>
                  <a:lnTo>
                    <a:pt x="246" y="990"/>
                  </a:lnTo>
                  <a:lnTo>
                    <a:pt x="252" y="990"/>
                  </a:lnTo>
                  <a:lnTo>
                    <a:pt x="264" y="1002"/>
                  </a:lnTo>
                  <a:lnTo>
                    <a:pt x="270" y="1014"/>
                  </a:lnTo>
                  <a:lnTo>
                    <a:pt x="276" y="1020"/>
                  </a:lnTo>
                  <a:lnTo>
                    <a:pt x="282" y="1032"/>
                  </a:lnTo>
                  <a:lnTo>
                    <a:pt x="282" y="1068"/>
                  </a:lnTo>
                  <a:lnTo>
                    <a:pt x="264" y="1074"/>
                  </a:lnTo>
                  <a:lnTo>
                    <a:pt x="264" y="1080"/>
                  </a:lnTo>
                  <a:lnTo>
                    <a:pt x="270" y="1086"/>
                  </a:lnTo>
                  <a:lnTo>
                    <a:pt x="270" y="1104"/>
                  </a:lnTo>
                  <a:lnTo>
                    <a:pt x="276" y="1116"/>
                  </a:lnTo>
                  <a:lnTo>
                    <a:pt x="282" y="1134"/>
                  </a:lnTo>
                  <a:lnTo>
                    <a:pt x="294" y="1146"/>
                  </a:lnTo>
                  <a:lnTo>
                    <a:pt x="300" y="1146"/>
                  </a:lnTo>
                  <a:lnTo>
                    <a:pt x="306" y="1140"/>
                  </a:lnTo>
                  <a:lnTo>
                    <a:pt x="306" y="1104"/>
                  </a:lnTo>
                  <a:lnTo>
                    <a:pt x="336" y="1116"/>
                  </a:lnTo>
                  <a:lnTo>
                    <a:pt x="336" y="1140"/>
                  </a:lnTo>
                  <a:lnTo>
                    <a:pt x="342" y="1146"/>
                  </a:lnTo>
                  <a:lnTo>
                    <a:pt x="342" y="1152"/>
                  </a:lnTo>
                  <a:lnTo>
                    <a:pt x="348" y="1152"/>
                  </a:lnTo>
                  <a:lnTo>
                    <a:pt x="348" y="1140"/>
                  </a:lnTo>
                  <a:lnTo>
                    <a:pt x="360" y="1128"/>
                  </a:lnTo>
                  <a:lnTo>
                    <a:pt x="366" y="1116"/>
                  </a:lnTo>
                  <a:lnTo>
                    <a:pt x="366" y="1110"/>
                  </a:lnTo>
                  <a:lnTo>
                    <a:pt x="360" y="1104"/>
                  </a:lnTo>
                  <a:lnTo>
                    <a:pt x="360" y="1074"/>
                  </a:lnTo>
                  <a:lnTo>
                    <a:pt x="354" y="1062"/>
                  </a:lnTo>
                  <a:lnTo>
                    <a:pt x="354" y="1050"/>
                  </a:lnTo>
                  <a:close/>
                  <a:moveTo>
                    <a:pt x="264" y="1026"/>
                  </a:moveTo>
                  <a:lnTo>
                    <a:pt x="246" y="1062"/>
                  </a:lnTo>
                  <a:lnTo>
                    <a:pt x="264" y="1056"/>
                  </a:lnTo>
                  <a:lnTo>
                    <a:pt x="264" y="1026"/>
                  </a:lnTo>
                  <a:close/>
                  <a:moveTo>
                    <a:pt x="624" y="618"/>
                  </a:moveTo>
                  <a:lnTo>
                    <a:pt x="636" y="618"/>
                  </a:lnTo>
                  <a:lnTo>
                    <a:pt x="636" y="594"/>
                  </a:lnTo>
                  <a:lnTo>
                    <a:pt x="630" y="594"/>
                  </a:lnTo>
                  <a:lnTo>
                    <a:pt x="612" y="570"/>
                  </a:lnTo>
                  <a:lnTo>
                    <a:pt x="606" y="582"/>
                  </a:lnTo>
                  <a:lnTo>
                    <a:pt x="618" y="600"/>
                  </a:lnTo>
                  <a:lnTo>
                    <a:pt x="624" y="618"/>
                  </a:lnTo>
                  <a:close/>
                  <a:moveTo>
                    <a:pt x="546" y="72"/>
                  </a:moveTo>
                  <a:lnTo>
                    <a:pt x="552" y="96"/>
                  </a:lnTo>
                  <a:lnTo>
                    <a:pt x="558" y="102"/>
                  </a:lnTo>
                  <a:lnTo>
                    <a:pt x="570" y="108"/>
                  </a:lnTo>
                  <a:lnTo>
                    <a:pt x="576" y="114"/>
                  </a:lnTo>
                  <a:lnTo>
                    <a:pt x="576" y="132"/>
                  </a:lnTo>
                  <a:lnTo>
                    <a:pt x="564" y="144"/>
                  </a:lnTo>
                  <a:lnTo>
                    <a:pt x="564" y="150"/>
                  </a:lnTo>
                  <a:lnTo>
                    <a:pt x="570" y="156"/>
                  </a:lnTo>
                  <a:lnTo>
                    <a:pt x="576" y="168"/>
                  </a:lnTo>
                  <a:lnTo>
                    <a:pt x="582" y="174"/>
                  </a:lnTo>
                  <a:lnTo>
                    <a:pt x="582" y="186"/>
                  </a:lnTo>
                  <a:lnTo>
                    <a:pt x="576" y="186"/>
                  </a:lnTo>
                  <a:lnTo>
                    <a:pt x="564" y="180"/>
                  </a:lnTo>
                  <a:lnTo>
                    <a:pt x="552" y="180"/>
                  </a:lnTo>
                  <a:lnTo>
                    <a:pt x="540" y="174"/>
                  </a:lnTo>
                  <a:lnTo>
                    <a:pt x="528" y="174"/>
                  </a:lnTo>
                  <a:lnTo>
                    <a:pt x="522" y="168"/>
                  </a:lnTo>
                  <a:lnTo>
                    <a:pt x="522" y="180"/>
                  </a:lnTo>
                  <a:lnTo>
                    <a:pt x="540" y="198"/>
                  </a:lnTo>
                  <a:lnTo>
                    <a:pt x="516" y="228"/>
                  </a:lnTo>
                  <a:lnTo>
                    <a:pt x="522" y="240"/>
                  </a:lnTo>
                  <a:lnTo>
                    <a:pt x="528" y="246"/>
                  </a:lnTo>
                  <a:lnTo>
                    <a:pt x="528" y="252"/>
                  </a:lnTo>
                  <a:lnTo>
                    <a:pt x="534" y="258"/>
                  </a:lnTo>
                  <a:lnTo>
                    <a:pt x="546" y="264"/>
                  </a:lnTo>
                  <a:lnTo>
                    <a:pt x="552" y="270"/>
                  </a:lnTo>
                  <a:lnTo>
                    <a:pt x="564" y="276"/>
                  </a:lnTo>
                  <a:lnTo>
                    <a:pt x="570" y="282"/>
                  </a:lnTo>
                  <a:lnTo>
                    <a:pt x="576" y="282"/>
                  </a:lnTo>
                  <a:lnTo>
                    <a:pt x="576" y="318"/>
                  </a:lnTo>
                  <a:lnTo>
                    <a:pt x="582" y="330"/>
                  </a:lnTo>
                  <a:lnTo>
                    <a:pt x="600" y="330"/>
                  </a:lnTo>
                  <a:lnTo>
                    <a:pt x="600" y="300"/>
                  </a:lnTo>
                  <a:lnTo>
                    <a:pt x="636" y="300"/>
                  </a:lnTo>
                  <a:lnTo>
                    <a:pt x="642" y="294"/>
                  </a:lnTo>
                  <a:lnTo>
                    <a:pt x="606" y="270"/>
                  </a:lnTo>
                  <a:lnTo>
                    <a:pt x="588" y="270"/>
                  </a:lnTo>
                  <a:lnTo>
                    <a:pt x="576" y="264"/>
                  </a:lnTo>
                  <a:lnTo>
                    <a:pt x="570" y="264"/>
                  </a:lnTo>
                  <a:lnTo>
                    <a:pt x="558" y="258"/>
                  </a:lnTo>
                  <a:lnTo>
                    <a:pt x="558" y="246"/>
                  </a:lnTo>
                  <a:lnTo>
                    <a:pt x="564" y="240"/>
                  </a:lnTo>
                  <a:lnTo>
                    <a:pt x="576" y="234"/>
                  </a:lnTo>
                  <a:lnTo>
                    <a:pt x="600" y="246"/>
                  </a:lnTo>
                  <a:lnTo>
                    <a:pt x="606" y="252"/>
                  </a:lnTo>
                  <a:lnTo>
                    <a:pt x="618" y="240"/>
                  </a:lnTo>
                  <a:lnTo>
                    <a:pt x="630" y="234"/>
                  </a:lnTo>
                  <a:lnTo>
                    <a:pt x="636" y="234"/>
                  </a:lnTo>
                  <a:lnTo>
                    <a:pt x="690" y="252"/>
                  </a:lnTo>
                  <a:lnTo>
                    <a:pt x="726" y="270"/>
                  </a:lnTo>
                  <a:lnTo>
                    <a:pt x="756" y="282"/>
                  </a:lnTo>
                  <a:lnTo>
                    <a:pt x="768" y="282"/>
                  </a:lnTo>
                  <a:lnTo>
                    <a:pt x="768" y="270"/>
                  </a:lnTo>
                  <a:lnTo>
                    <a:pt x="762" y="258"/>
                  </a:lnTo>
                  <a:lnTo>
                    <a:pt x="762" y="222"/>
                  </a:lnTo>
                  <a:lnTo>
                    <a:pt x="780" y="204"/>
                  </a:lnTo>
                  <a:lnTo>
                    <a:pt x="792" y="204"/>
                  </a:lnTo>
                  <a:lnTo>
                    <a:pt x="798" y="210"/>
                  </a:lnTo>
                  <a:lnTo>
                    <a:pt x="816" y="210"/>
                  </a:lnTo>
                  <a:lnTo>
                    <a:pt x="840" y="198"/>
                  </a:lnTo>
                  <a:lnTo>
                    <a:pt x="858" y="180"/>
                  </a:lnTo>
                  <a:lnTo>
                    <a:pt x="804" y="144"/>
                  </a:lnTo>
                  <a:lnTo>
                    <a:pt x="804" y="120"/>
                  </a:lnTo>
                  <a:lnTo>
                    <a:pt x="798" y="108"/>
                  </a:lnTo>
                  <a:lnTo>
                    <a:pt x="792" y="102"/>
                  </a:lnTo>
                  <a:lnTo>
                    <a:pt x="786" y="102"/>
                  </a:lnTo>
                  <a:lnTo>
                    <a:pt x="774" y="114"/>
                  </a:lnTo>
                  <a:lnTo>
                    <a:pt x="774" y="126"/>
                  </a:lnTo>
                  <a:lnTo>
                    <a:pt x="756" y="120"/>
                  </a:lnTo>
                  <a:lnTo>
                    <a:pt x="720" y="114"/>
                  </a:lnTo>
                  <a:lnTo>
                    <a:pt x="678" y="102"/>
                  </a:lnTo>
                  <a:lnTo>
                    <a:pt x="648" y="90"/>
                  </a:lnTo>
                  <a:lnTo>
                    <a:pt x="624" y="72"/>
                  </a:lnTo>
                  <a:lnTo>
                    <a:pt x="552" y="24"/>
                  </a:lnTo>
                  <a:lnTo>
                    <a:pt x="516" y="6"/>
                  </a:lnTo>
                  <a:lnTo>
                    <a:pt x="498" y="0"/>
                  </a:lnTo>
                  <a:lnTo>
                    <a:pt x="498" y="18"/>
                  </a:lnTo>
                  <a:lnTo>
                    <a:pt x="510" y="30"/>
                  </a:lnTo>
                  <a:lnTo>
                    <a:pt x="516" y="42"/>
                  </a:lnTo>
                  <a:lnTo>
                    <a:pt x="528" y="54"/>
                  </a:lnTo>
                  <a:lnTo>
                    <a:pt x="534" y="66"/>
                  </a:lnTo>
                  <a:lnTo>
                    <a:pt x="546" y="72"/>
                  </a:lnTo>
                  <a:close/>
                  <a:moveTo>
                    <a:pt x="282" y="1458"/>
                  </a:moveTo>
                  <a:lnTo>
                    <a:pt x="306" y="1458"/>
                  </a:lnTo>
                  <a:lnTo>
                    <a:pt x="276" y="1440"/>
                  </a:lnTo>
                  <a:lnTo>
                    <a:pt x="282" y="1458"/>
                  </a:lnTo>
                  <a:close/>
                  <a:moveTo>
                    <a:pt x="300" y="1386"/>
                  </a:moveTo>
                  <a:lnTo>
                    <a:pt x="312" y="1398"/>
                  </a:lnTo>
                  <a:lnTo>
                    <a:pt x="318" y="1398"/>
                  </a:lnTo>
                  <a:lnTo>
                    <a:pt x="330" y="1386"/>
                  </a:lnTo>
                  <a:lnTo>
                    <a:pt x="336" y="1386"/>
                  </a:lnTo>
                  <a:lnTo>
                    <a:pt x="342" y="1380"/>
                  </a:lnTo>
                  <a:lnTo>
                    <a:pt x="342" y="1368"/>
                  </a:lnTo>
                  <a:lnTo>
                    <a:pt x="336" y="1362"/>
                  </a:lnTo>
                  <a:lnTo>
                    <a:pt x="318" y="1362"/>
                  </a:lnTo>
                  <a:lnTo>
                    <a:pt x="306" y="1368"/>
                  </a:lnTo>
                  <a:lnTo>
                    <a:pt x="300" y="1380"/>
                  </a:lnTo>
                  <a:lnTo>
                    <a:pt x="300" y="1386"/>
                  </a:lnTo>
                  <a:close/>
                  <a:moveTo>
                    <a:pt x="312" y="1416"/>
                  </a:moveTo>
                  <a:lnTo>
                    <a:pt x="300" y="1416"/>
                  </a:lnTo>
                  <a:lnTo>
                    <a:pt x="300" y="1428"/>
                  </a:lnTo>
                  <a:lnTo>
                    <a:pt x="318" y="1428"/>
                  </a:lnTo>
                  <a:lnTo>
                    <a:pt x="318" y="1422"/>
                  </a:lnTo>
                  <a:lnTo>
                    <a:pt x="312" y="1416"/>
                  </a:lnTo>
                  <a:close/>
                  <a:moveTo>
                    <a:pt x="336" y="1200"/>
                  </a:moveTo>
                  <a:lnTo>
                    <a:pt x="336" y="1206"/>
                  </a:lnTo>
                  <a:lnTo>
                    <a:pt x="330" y="1206"/>
                  </a:lnTo>
                  <a:lnTo>
                    <a:pt x="318" y="1212"/>
                  </a:lnTo>
                  <a:lnTo>
                    <a:pt x="342" y="1230"/>
                  </a:lnTo>
                  <a:lnTo>
                    <a:pt x="342" y="1218"/>
                  </a:lnTo>
                  <a:lnTo>
                    <a:pt x="336" y="1206"/>
                  </a:lnTo>
                  <a:lnTo>
                    <a:pt x="336" y="1200"/>
                  </a:lnTo>
                  <a:close/>
                  <a:moveTo>
                    <a:pt x="366" y="1170"/>
                  </a:moveTo>
                  <a:lnTo>
                    <a:pt x="366" y="1182"/>
                  </a:lnTo>
                  <a:lnTo>
                    <a:pt x="360" y="1194"/>
                  </a:lnTo>
                  <a:lnTo>
                    <a:pt x="378" y="1224"/>
                  </a:lnTo>
                  <a:lnTo>
                    <a:pt x="378" y="1200"/>
                  </a:lnTo>
                  <a:lnTo>
                    <a:pt x="372" y="1194"/>
                  </a:lnTo>
                  <a:lnTo>
                    <a:pt x="372" y="1176"/>
                  </a:lnTo>
                  <a:lnTo>
                    <a:pt x="366" y="1170"/>
                  </a:lnTo>
                  <a:close/>
                  <a:moveTo>
                    <a:pt x="36" y="1698"/>
                  </a:moveTo>
                  <a:lnTo>
                    <a:pt x="54" y="1698"/>
                  </a:lnTo>
                  <a:lnTo>
                    <a:pt x="60" y="1692"/>
                  </a:lnTo>
                  <a:lnTo>
                    <a:pt x="72" y="1692"/>
                  </a:lnTo>
                  <a:lnTo>
                    <a:pt x="42" y="1680"/>
                  </a:lnTo>
                  <a:lnTo>
                    <a:pt x="36" y="1686"/>
                  </a:lnTo>
                  <a:lnTo>
                    <a:pt x="36" y="1698"/>
                  </a:lnTo>
                  <a:close/>
                  <a:moveTo>
                    <a:pt x="114" y="1662"/>
                  </a:moveTo>
                  <a:lnTo>
                    <a:pt x="96" y="1632"/>
                  </a:lnTo>
                  <a:lnTo>
                    <a:pt x="96" y="1662"/>
                  </a:lnTo>
                  <a:lnTo>
                    <a:pt x="102" y="1674"/>
                  </a:lnTo>
                  <a:lnTo>
                    <a:pt x="114" y="1680"/>
                  </a:lnTo>
                  <a:lnTo>
                    <a:pt x="120" y="1680"/>
                  </a:lnTo>
                  <a:lnTo>
                    <a:pt x="126" y="1674"/>
                  </a:lnTo>
                  <a:lnTo>
                    <a:pt x="126" y="1662"/>
                  </a:lnTo>
                  <a:lnTo>
                    <a:pt x="114" y="1662"/>
                  </a:lnTo>
                  <a:close/>
                  <a:moveTo>
                    <a:pt x="12" y="1686"/>
                  </a:moveTo>
                  <a:lnTo>
                    <a:pt x="6" y="1686"/>
                  </a:lnTo>
                  <a:lnTo>
                    <a:pt x="0" y="1692"/>
                  </a:lnTo>
                  <a:lnTo>
                    <a:pt x="0" y="1704"/>
                  </a:lnTo>
                  <a:lnTo>
                    <a:pt x="6" y="1710"/>
                  </a:lnTo>
                  <a:lnTo>
                    <a:pt x="12" y="1710"/>
                  </a:lnTo>
                  <a:lnTo>
                    <a:pt x="24" y="1698"/>
                  </a:lnTo>
                  <a:lnTo>
                    <a:pt x="24" y="1686"/>
                  </a:lnTo>
                  <a:lnTo>
                    <a:pt x="12" y="1686"/>
                  </a:lnTo>
                  <a:close/>
                  <a:moveTo>
                    <a:pt x="168" y="1536"/>
                  </a:moveTo>
                  <a:lnTo>
                    <a:pt x="168" y="1542"/>
                  </a:lnTo>
                  <a:lnTo>
                    <a:pt x="180" y="1548"/>
                  </a:lnTo>
                  <a:lnTo>
                    <a:pt x="186" y="1548"/>
                  </a:lnTo>
                  <a:lnTo>
                    <a:pt x="186" y="1536"/>
                  </a:lnTo>
                  <a:lnTo>
                    <a:pt x="180" y="1530"/>
                  </a:lnTo>
                  <a:lnTo>
                    <a:pt x="168" y="1530"/>
                  </a:lnTo>
                  <a:lnTo>
                    <a:pt x="168" y="1536"/>
                  </a:lnTo>
                  <a:close/>
                  <a:moveTo>
                    <a:pt x="264" y="1494"/>
                  </a:moveTo>
                  <a:lnTo>
                    <a:pt x="252" y="1518"/>
                  </a:lnTo>
                  <a:lnTo>
                    <a:pt x="246" y="1536"/>
                  </a:lnTo>
                  <a:lnTo>
                    <a:pt x="246" y="1548"/>
                  </a:lnTo>
                  <a:lnTo>
                    <a:pt x="240" y="1554"/>
                  </a:lnTo>
                  <a:lnTo>
                    <a:pt x="240" y="1560"/>
                  </a:lnTo>
                  <a:lnTo>
                    <a:pt x="258" y="1566"/>
                  </a:lnTo>
                  <a:lnTo>
                    <a:pt x="264" y="1554"/>
                  </a:lnTo>
                  <a:lnTo>
                    <a:pt x="264" y="1548"/>
                  </a:lnTo>
                  <a:lnTo>
                    <a:pt x="270" y="1542"/>
                  </a:lnTo>
                  <a:lnTo>
                    <a:pt x="270" y="1524"/>
                  </a:lnTo>
                  <a:lnTo>
                    <a:pt x="288" y="1506"/>
                  </a:lnTo>
                  <a:lnTo>
                    <a:pt x="282" y="1500"/>
                  </a:lnTo>
                  <a:lnTo>
                    <a:pt x="282" y="1494"/>
                  </a:lnTo>
                  <a:lnTo>
                    <a:pt x="276" y="1488"/>
                  </a:lnTo>
                  <a:lnTo>
                    <a:pt x="264" y="149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90" name="Jamaica" descr="© INSCALE GmbH, 05.05.2010&#10;http://www.presentationload.com/">
              <a:extLst>
                <a:ext uri="{FF2B5EF4-FFF2-40B4-BE49-F238E27FC236}">
                  <a16:creationId xmlns:a16="http://schemas.microsoft.com/office/drawing/2014/main" id="{F80A290D-A50F-4724-A3BB-F09C5BB13FFD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914848" y="2515203"/>
              <a:ext cx="51697" cy="16698"/>
            </a:xfrm>
            <a:custGeom>
              <a:avLst/>
              <a:gdLst>
                <a:gd name="T0" fmla="*/ 2147483647 w 156"/>
                <a:gd name="T1" fmla="*/ 2147483647 h 54"/>
                <a:gd name="T2" fmla="*/ 2147483647 w 156"/>
                <a:gd name="T3" fmla="*/ 2147483647 h 54"/>
                <a:gd name="T4" fmla="*/ 2147483647 w 156"/>
                <a:gd name="T5" fmla="*/ 2147483647 h 54"/>
                <a:gd name="T6" fmla="*/ 2147483647 w 156"/>
                <a:gd name="T7" fmla="*/ 2147483647 h 54"/>
                <a:gd name="T8" fmla="*/ 2147483647 w 156"/>
                <a:gd name="T9" fmla="*/ 2147483647 h 54"/>
                <a:gd name="T10" fmla="*/ 2147483647 w 156"/>
                <a:gd name="T11" fmla="*/ 2147483647 h 54"/>
                <a:gd name="T12" fmla="*/ 2147483647 w 156"/>
                <a:gd name="T13" fmla="*/ 2147483647 h 54"/>
                <a:gd name="T14" fmla="*/ 2147483647 w 156"/>
                <a:gd name="T15" fmla="*/ 2147483647 h 54"/>
                <a:gd name="T16" fmla="*/ 2147483647 w 156"/>
                <a:gd name="T17" fmla="*/ 0 h 54"/>
                <a:gd name="T18" fmla="*/ 2147483647 w 156"/>
                <a:gd name="T19" fmla="*/ 0 h 54"/>
                <a:gd name="T20" fmla="*/ 2147483647 w 156"/>
                <a:gd name="T21" fmla="*/ 2147483647 h 54"/>
                <a:gd name="T22" fmla="*/ 0 w 156"/>
                <a:gd name="T23" fmla="*/ 2147483647 h 54"/>
                <a:gd name="T24" fmla="*/ 2147483647 w 156"/>
                <a:gd name="T25" fmla="*/ 2147483647 h 54"/>
                <a:gd name="T26" fmla="*/ 2147483647 w 156"/>
                <a:gd name="T27" fmla="*/ 2147483647 h 54"/>
                <a:gd name="T28" fmla="*/ 2147483647 w 156"/>
                <a:gd name="T29" fmla="*/ 2147483647 h 54"/>
                <a:gd name="T30" fmla="*/ 2147483647 w 156"/>
                <a:gd name="T31" fmla="*/ 2147483647 h 54"/>
                <a:gd name="T32" fmla="*/ 2147483647 w 156"/>
                <a:gd name="T33" fmla="*/ 2147483647 h 54"/>
                <a:gd name="T34" fmla="*/ 2147483647 w 156"/>
                <a:gd name="T35" fmla="*/ 2147483647 h 54"/>
                <a:gd name="T36" fmla="*/ 2147483647 w 156"/>
                <a:gd name="T37" fmla="*/ 2147483647 h 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56"/>
                <a:gd name="T58" fmla="*/ 0 h 54"/>
                <a:gd name="T59" fmla="*/ 156 w 156"/>
                <a:gd name="T60" fmla="*/ 54 h 5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56" h="54">
                  <a:moveTo>
                    <a:pt x="108" y="54"/>
                  </a:moveTo>
                  <a:lnTo>
                    <a:pt x="114" y="36"/>
                  </a:lnTo>
                  <a:lnTo>
                    <a:pt x="156" y="48"/>
                  </a:lnTo>
                  <a:lnTo>
                    <a:pt x="156" y="42"/>
                  </a:lnTo>
                  <a:lnTo>
                    <a:pt x="150" y="36"/>
                  </a:lnTo>
                  <a:lnTo>
                    <a:pt x="144" y="24"/>
                  </a:lnTo>
                  <a:lnTo>
                    <a:pt x="126" y="6"/>
                  </a:lnTo>
                  <a:lnTo>
                    <a:pt x="84" y="6"/>
                  </a:lnTo>
                  <a:lnTo>
                    <a:pt x="66" y="0"/>
                  </a:lnTo>
                  <a:lnTo>
                    <a:pt x="24" y="0"/>
                  </a:lnTo>
                  <a:lnTo>
                    <a:pt x="12" y="6"/>
                  </a:lnTo>
                  <a:lnTo>
                    <a:pt x="0" y="6"/>
                  </a:lnTo>
                  <a:lnTo>
                    <a:pt x="6" y="18"/>
                  </a:lnTo>
                  <a:lnTo>
                    <a:pt x="18" y="24"/>
                  </a:lnTo>
                  <a:lnTo>
                    <a:pt x="24" y="36"/>
                  </a:lnTo>
                  <a:lnTo>
                    <a:pt x="36" y="42"/>
                  </a:lnTo>
                  <a:lnTo>
                    <a:pt x="60" y="42"/>
                  </a:lnTo>
                  <a:lnTo>
                    <a:pt x="78" y="48"/>
                  </a:lnTo>
                  <a:lnTo>
                    <a:pt x="108" y="5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91" name="Italy" descr="© INSCALE GmbH, 05.05.2010&#10;http://www.presentationload.com/">
              <a:extLst>
                <a:ext uri="{FF2B5EF4-FFF2-40B4-BE49-F238E27FC236}">
                  <a16:creationId xmlns:a16="http://schemas.microsoft.com/office/drawing/2014/main" id="{F70FEAB5-EA2F-4EF3-8C8A-33E3C3C9D16F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3894826" y="1757380"/>
              <a:ext cx="257192" cy="272301"/>
            </a:xfrm>
            <a:custGeom>
              <a:avLst/>
              <a:gdLst>
                <a:gd name="T0" fmla="*/ 2147483647 w 780"/>
                <a:gd name="T1" fmla="*/ 2147483647 h 828"/>
                <a:gd name="T2" fmla="*/ 2147483647 w 780"/>
                <a:gd name="T3" fmla="*/ 2147483647 h 828"/>
                <a:gd name="T4" fmla="*/ 2147483647 w 780"/>
                <a:gd name="T5" fmla="*/ 2147483647 h 828"/>
                <a:gd name="T6" fmla="*/ 2147483647 w 780"/>
                <a:gd name="T7" fmla="*/ 2147483647 h 828"/>
                <a:gd name="T8" fmla="*/ 2147483647 w 780"/>
                <a:gd name="T9" fmla="*/ 2147483647 h 828"/>
                <a:gd name="T10" fmla="*/ 2147483647 w 780"/>
                <a:gd name="T11" fmla="*/ 2147483647 h 828"/>
                <a:gd name="T12" fmla="*/ 2147483647 w 780"/>
                <a:gd name="T13" fmla="*/ 2147483647 h 828"/>
                <a:gd name="T14" fmla="*/ 2147483647 w 780"/>
                <a:gd name="T15" fmla="*/ 2147483647 h 828"/>
                <a:gd name="T16" fmla="*/ 2147483647 w 780"/>
                <a:gd name="T17" fmla="*/ 2147483647 h 828"/>
                <a:gd name="T18" fmla="*/ 2147483647 w 780"/>
                <a:gd name="T19" fmla="*/ 2147483647 h 828"/>
                <a:gd name="T20" fmla="*/ 2147483647 w 780"/>
                <a:gd name="T21" fmla="*/ 2147483647 h 828"/>
                <a:gd name="T22" fmla="*/ 2147483647 w 780"/>
                <a:gd name="T23" fmla="*/ 2147483647 h 828"/>
                <a:gd name="T24" fmla="*/ 2147483647 w 780"/>
                <a:gd name="T25" fmla="*/ 2147483647 h 828"/>
                <a:gd name="T26" fmla="*/ 2147483647 w 780"/>
                <a:gd name="T27" fmla="*/ 2147483647 h 828"/>
                <a:gd name="T28" fmla="*/ 2147483647 w 780"/>
                <a:gd name="T29" fmla="*/ 2147483647 h 828"/>
                <a:gd name="T30" fmla="*/ 2147483647 w 780"/>
                <a:gd name="T31" fmla="*/ 2147483647 h 828"/>
                <a:gd name="T32" fmla="*/ 2147483647 w 780"/>
                <a:gd name="T33" fmla="*/ 2147483647 h 828"/>
                <a:gd name="T34" fmla="*/ 2147483647 w 780"/>
                <a:gd name="T35" fmla="*/ 2147483647 h 828"/>
                <a:gd name="T36" fmla="*/ 2147483647 w 780"/>
                <a:gd name="T37" fmla="*/ 2147483647 h 828"/>
                <a:gd name="T38" fmla="*/ 2147483647 w 780"/>
                <a:gd name="T39" fmla="*/ 2147483647 h 828"/>
                <a:gd name="T40" fmla="*/ 2147483647 w 780"/>
                <a:gd name="T41" fmla="*/ 2147483647 h 828"/>
                <a:gd name="T42" fmla="*/ 2147483647 w 780"/>
                <a:gd name="T43" fmla="*/ 2147483647 h 828"/>
                <a:gd name="T44" fmla="*/ 2147483647 w 780"/>
                <a:gd name="T45" fmla="*/ 2147483647 h 828"/>
                <a:gd name="T46" fmla="*/ 2147483647 w 780"/>
                <a:gd name="T47" fmla="*/ 2147483647 h 828"/>
                <a:gd name="T48" fmla="*/ 2147483647 w 780"/>
                <a:gd name="T49" fmla="*/ 2147483647 h 828"/>
                <a:gd name="T50" fmla="*/ 2147483647 w 780"/>
                <a:gd name="T51" fmla="*/ 2147483647 h 828"/>
                <a:gd name="T52" fmla="*/ 2147483647 w 780"/>
                <a:gd name="T53" fmla="*/ 2147483647 h 828"/>
                <a:gd name="T54" fmla="*/ 2147483647 w 780"/>
                <a:gd name="T55" fmla="*/ 2147483647 h 828"/>
                <a:gd name="T56" fmla="*/ 2147483647 w 780"/>
                <a:gd name="T57" fmla="*/ 2147483647 h 828"/>
                <a:gd name="T58" fmla="*/ 2147483647 w 780"/>
                <a:gd name="T59" fmla="*/ 2147483647 h 828"/>
                <a:gd name="T60" fmla="*/ 2147483647 w 780"/>
                <a:gd name="T61" fmla="*/ 2147483647 h 828"/>
                <a:gd name="T62" fmla="*/ 2147483647 w 780"/>
                <a:gd name="T63" fmla="*/ 2147483647 h 828"/>
                <a:gd name="T64" fmla="*/ 2147483647 w 780"/>
                <a:gd name="T65" fmla="*/ 2147483647 h 828"/>
                <a:gd name="T66" fmla="*/ 2147483647 w 780"/>
                <a:gd name="T67" fmla="*/ 2147483647 h 828"/>
                <a:gd name="T68" fmla="*/ 2147483647 w 780"/>
                <a:gd name="T69" fmla="*/ 2147483647 h 828"/>
                <a:gd name="T70" fmla="*/ 2147483647 w 780"/>
                <a:gd name="T71" fmla="*/ 2147483647 h 828"/>
                <a:gd name="T72" fmla="*/ 2147483647 w 780"/>
                <a:gd name="T73" fmla="*/ 2147483647 h 828"/>
                <a:gd name="T74" fmla="*/ 2147483647 w 780"/>
                <a:gd name="T75" fmla="*/ 2147483647 h 828"/>
                <a:gd name="T76" fmla="*/ 2147483647 w 780"/>
                <a:gd name="T77" fmla="*/ 2147483647 h 828"/>
                <a:gd name="T78" fmla="*/ 2147483647 w 780"/>
                <a:gd name="T79" fmla="*/ 2147483647 h 828"/>
                <a:gd name="T80" fmla="*/ 2147483647 w 780"/>
                <a:gd name="T81" fmla="*/ 2147483647 h 828"/>
                <a:gd name="T82" fmla="*/ 2147483647 w 780"/>
                <a:gd name="T83" fmla="*/ 2147483647 h 828"/>
                <a:gd name="T84" fmla="*/ 2147483647 w 780"/>
                <a:gd name="T85" fmla="*/ 2147483647 h 828"/>
                <a:gd name="T86" fmla="*/ 2147483647 w 780"/>
                <a:gd name="T87" fmla="*/ 2147483647 h 828"/>
                <a:gd name="T88" fmla="*/ 2147483647 w 780"/>
                <a:gd name="T89" fmla="*/ 2147483647 h 828"/>
                <a:gd name="T90" fmla="*/ 2147483647 w 780"/>
                <a:gd name="T91" fmla="*/ 2147483647 h 828"/>
                <a:gd name="T92" fmla="*/ 2147483647 w 780"/>
                <a:gd name="T93" fmla="*/ 2147483647 h 828"/>
                <a:gd name="T94" fmla="*/ 2147483647 w 780"/>
                <a:gd name="T95" fmla="*/ 2147483647 h 828"/>
                <a:gd name="T96" fmla="*/ 2147483647 w 780"/>
                <a:gd name="T97" fmla="*/ 2147483647 h 828"/>
                <a:gd name="T98" fmla="*/ 2147483647 w 780"/>
                <a:gd name="T99" fmla="*/ 2147483647 h 828"/>
                <a:gd name="T100" fmla="*/ 2147483647 w 780"/>
                <a:gd name="T101" fmla="*/ 2147483647 h 828"/>
                <a:gd name="T102" fmla="*/ 2147483647 w 780"/>
                <a:gd name="T103" fmla="*/ 2147483647 h 828"/>
                <a:gd name="T104" fmla="*/ 2147483647 w 780"/>
                <a:gd name="T105" fmla="*/ 2147483647 h 828"/>
                <a:gd name="T106" fmla="*/ 2147483647 w 780"/>
                <a:gd name="T107" fmla="*/ 2147483647 h 828"/>
                <a:gd name="T108" fmla="*/ 2147483647 w 780"/>
                <a:gd name="T109" fmla="*/ 2147483647 h 828"/>
                <a:gd name="T110" fmla="*/ 2147483647 w 780"/>
                <a:gd name="T111" fmla="*/ 2147483647 h 828"/>
                <a:gd name="T112" fmla="*/ 2147483647 w 780"/>
                <a:gd name="T113" fmla="*/ 2147483647 h 82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80"/>
                <a:gd name="T172" fmla="*/ 0 h 828"/>
                <a:gd name="T173" fmla="*/ 780 w 780"/>
                <a:gd name="T174" fmla="*/ 828 h 82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80" h="828">
                  <a:moveTo>
                    <a:pt x="570" y="720"/>
                  </a:moveTo>
                  <a:lnTo>
                    <a:pt x="558" y="714"/>
                  </a:lnTo>
                  <a:lnTo>
                    <a:pt x="552" y="708"/>
                  </a:lnTo>
                  <a:lnTo>
                    <a:pt x="540" y="708"/>
                  </a:lnTo>
                  <a:lnTo>
                    <a:pt x="534" y="714"/>
                  </a:lnTo>
                  <a:lnTo>
                    <a:pt x="522" y="720"/>
                  </a:lnTo>
                  <a:lnTo>
                    <a:pt x="516" y="726"/>
                  </a:lnTo>
                  <a:lnTo>
                    <a:pt x="468" y="726"/>
                  </a:lnTo>
                  <a:lnTo>
                    <a:pt x="456" y="720"/>
                  </a:lnTo>
                  <a:lnTo>
                    <a:pt x="444" y="708"/>
                  </a:lnTo>
                  <a:lnTo>
                    <a:pt x="438" y="708"/>
                  </a:lnTo>
                  <a:lnTo>
                    <a:pt x="420" y="726"/>
                  </a:lnTo>
                  <a:lnTo>
                    <a:pt x="402" y="714"/>
                  </a:lnTo>
                  <a:lnTo>
                    <a:pt x="396" y="714"/>
                  </a:lnTo>
                  <a:lnTo>
                    <a:pt x="384" y="726"/>
                  </a:lnTo>
                  <a:lnTo>
                    <a:pt x="384" y="738"/>
                  </a:lnTo>
                  <a:lnTo>
                    <a:pt x="396" y="750"/>
                  </a:lnTo>
                  <a:lnTo>
                    <a:pt x="420" y="762"/>
                  </a:lnTo>
                  <a:lnTo>
                    <a:pt x="426" y="762"/>
                  </a:lnTo>
                  <a:lnTo>
                    <a:pt x="444" y="780"/>
                  </a:lnTo>
                  <a:lnTo>
                    <a:pt x="444" y="786"/>
                  </a:lnTo>
                  <a:lnTo>
                    <a:pt x="456" y="786"/>
                  </a:lnTo>
                  <a:lnTo>
                    <a:pt x="468" y="798"/>
                  </a:lnTo>
                  <a:lnTo>
                    <a:pt x="480" y="804"/>
                  </a:lnTo>
                  <a:lnTo>
                    <a:pt x="498" y="798"/>
                  </a:lnTo>
                  <a:lnTo>
                    <a:pt x="504" y="804"/>
                  </a:lnTo>
                  <a:lnTo>
                    <a:pt x="516" y="810"/>
                  </a:lnTo>
                  <a:lnTo>
                    <a:pt x="522" y="822"/>
                  </a:lnTo>
                  <a:lnTo>
                    <a:pt x="534" y="828"/>
                  </a:lnTo>
                  <a:lnTo>
                    <a:pt x="558" y="828"/>
                  </a:lnTo>
                  <a:lnTo>
                    <a:pt x="570" y="816"/>
                  </a:lnTo>
                  <a:lnTo>
                    <a:pt x="570" y="792"/>
                  </a:lnTo>
                  <a:lnTo>
                    <a:pt x="564" y="780"/>
                  </a:lnTo>
                  <a:lnTo>
                    <a:pt x="564" y="768"/>
                  </a:lnTo>
                  <a:lnTo>
                    <a:pt x="570" y="750"/>
                  </a:lnTo>
                  <a:lnTo>
                    <a:pt x="576" y="738"/>
                  </a:lnTo>
                  <a:lnTo>
                    <a:pt x="582" y="732"/>
                  </a:lnTo>
                  <a:lnTo>
                    <a:pt x="582" y="714"/>
                  </a:lnTo>
                  <a:lnTo>
                    <a:pt x="576" y="702"/>
                  </a:lnTo>
                  <a:lnTo>
                    <a:pt x="570" y="720"/>
                  </a:lnTo>
                  <a:close/>
                  <a:moveTo>
                    <a:pt x="180" y="468"/>
                  </a:moveTo>
                  <a:lnTo>
                    <a:pt x="156" y="480"/>
                  </a:lnTo>
                  <a:lnTo>
                    <a:pt x="150" y="486"/>
                  </a:lnTo>
                  <a:lnTo>
                    <a:pt x="138" y="492"/>
                  </a:lnTo>
                  <a:lnTo>
                    <a:pt x="132" y="498"/>
                  </a:lnTo>
                  <a:lnTo>
                    <a:pt x="126" y="498"/>
                  </a:lnTo>
                  <a:lnTo>
                    <a:pt x="114" y="492"/>
                  </a:lnTo>
                  <a:lnTo>
                    <a:pt x="102" y="480"/>
                  </a:lnTo>
                  <a:lnTo>
                    <a:pt x="96" y="498"/>
                  </a:lnTo>
                  <a:lnTo>
                    <a:pt x="102" y="504"/>
                  </a:lnTo>
                  <a:lnTo>
                    <a:pt x="114" y="510"/>
                  </a:lnTo>
                  <a:lnTo>
                    <a:pt x="120" y="522"/>
                  </a:lnTo>
                  <a:lnTo>
                    <a:pt x="120" y="540"/>
                  </a:lnTo>
                  <a:lnTo>
                    <a:pt x="114" y="558"/>
                  </a:lnTo>
                  <a:lnTo>
                    <a:pt x="114" y="570"/>
                  </a:lnTo>
                  <a:lnTo>
                    <a:pt x="126" y="582"/>
                  </a:lnTo>
                  <a:lnTo>
                    <a:pt x="114" y="588"/>
                  </a:lnTo>
                  <a:lnTo>
                    <a:pt x="120" y="636"/>
                  </a:lnTo>
                  <a:lnTo>
                    <a:pt x="108" y="636"/>
                  </a:lnTo>
                  <a:lnTo>
                    <a:pt x="126" y="654"/>
                  </a:lnTo>
                  <a:lnTo>
                    <a:pt x="138" y="654"/>
                  </a:lnTo>
                  <a:lnTo>
                    <a:pt x="144" y="642"/>
                  </a:lnTo>
                  <a:lnTo>
                    <a:pt x="156" y="630"/>
                  </a:lnTo>
                  <a:lnTo>
                    <a:pt x="156" y="618"/>
                  </a:lnTo>
                  <a:lnTo>
                    <a:pt x="168" y="630"/>
                  </a:lnTo>
                  <a:lnTo>
                    <a:pt x="180" y="636"/>
                  </a:lnTo>
                  <a:lnTo>
                    <a:pt x="186" y="636"/>
                  </a:lnTo>
                  <a:lnTo>
                    <a:pt x="192" y="630"/>
                  </a:lnTo>
                  <a:lnTo>
                    <a:pt x="198" y="618"/>
                  </a:lnTo>
                  <a:lnTo>
                    <a:pt x="198" y="594"/>
                  </a:lnTo>
                  <a:lnTo>
                    <a:pt x="204" y="582"/>
                  </a:lnTo>
                  <a:lnTo>
                    <a:pt x="204" y="558"/>
                  </a:lnTo>
                  <a:lnTo>
                    <a:pt x="198" y="552"/>
                  </a:lnTo>
                  <a:lnTo>
                    <a:pt x="192" y="552"/>
                  </a:lnTo>
                  <a:lnTo>
                    <a:pt x="192" y="546"/>
                  </a:lnTo>
                  <a:lnTo>
                    <a:pt x="198" y="540"/>
                  </a:lnTo>
                  <a:lnTo>
                    <a:pt x="204" y="540"/>
                  </a:lnTo>
                  <a:lnTo>
                    <a:pt x="210" y="534"/>
                  </a:lnTo>
                  <a:lnTo>
                    <a:pt x="210" y="522"/>
                  </a:lnTo>
                  <a:lnTo>
                    <a:pt x="204" y="510"/>
                  </a:lnTo>
                  <a:lnTo>
                    <a:pt x="204" y="492"/>
                  </a:lnTo>
                  <a:lnTo>
                    <a:pt x="198" y="480"/>
                  </a:lnTo>
                  <a:lnTo>
                    <a:pt x="186" y="474"/>
                  </a:lnTo>
                  <a:lnTo>
                    <a:pt x="180" y="468"/>
                  </a:lnTo>
                  <a:close/>
                  <a:moveTo>
                    <a:pt x="774" y="546"/>
                  </a:moveTo>
                  <a:lnTo>
                    <a:pt x="768" y="534"/>
                  </a:lnTo>
                  <a:lnTo>
                    <a:pt x="756" y="528"/>
                  </a:lnTo>
                  <a:lnTo>
                    <a:pt x="738" y="510"/>
                  </a:lnTo>
                  <a:lnTo>
                    <a:pt x="678" y="480"/>
                  </a:lnTo>
                  <a:lnTo>
                    <a:pt x="672" y="480"/>
                  </a:lnTo>
                  <a:lnTo>
                    <a:pt x="660" y="474"/>
                  </a:lnTo>
                  <a:lnTo>
                    <a:pt x="648" y="474"/>
                  </a:lnTo>
                  <a:lnTo>
                    <a:pt x="630" y="468"/>
                  </a:lnTo>
                  <a:lnTo>
                    <a:pt x="606" y="456"/>
                  </a:lnTo>
                  <a:lnTo>
                    <a:pt x="606" y="450"/>
                  </a:lnTo>
                  <a:lnTo>
                    <a:pt x="612" y="438"/>
                  </a:lnTo>
                  <a:lnTo>
                    <a:pt x="624" y="426"/>
                  </a:lnTo>
                  <a:lnTo>
                    <a:pt x="624" y="420"/>
                  </a:lnTo>
                  <a:lnTo>
                    <a:pt x="618" y="414"/>
                  </a:lnTo>
                  <a:lnTo>
                    <a:pt x="612" y="414"/>
                  </a:lnTo>
                  <a:lnTo>
                    <a:pt x="594" y="408"/>
                  </a:lnTo>
                  <a:lnTo>
                    <a:pt x="552" y="408"/>
                  </a:lnTo>
                  <a:lnTo>
                    <a:pt x="540" y="402"/>
                  </a:lnTo>
                  <a:lnTo>
                    <a:pt x="534" y="396"/>
                  </a:lnTo>
                  <a:lnTo>
                    <a:pt x="516" y="384"/>
                  </a:lnTo>
                  <a:lnTo>
                    <a:pt x="492" y="360"/>
                  </a:lnTo>
                  <a:lnTo>
                    <a:pt x="480" y="342"/>
                  </a:lnTo>
                  <a:lnTo>
                    <a:pt x="474" y="336"/>
                  </a:lnTo>
                  <a:lnTo>
                    <a:pt x="468" y="324"/>
                  </a:lnTo>
                  <a:lnTo>
                    <a:pt x="468" y="312"/>
                  </a:lnTo>
                  <a:lnTo>
                    <a:pt x="450" y="276"/>
                  </a:lnTo>
                  <a:lnTo>
                    <a:pt x="438" y="270"/>
                  </a:lnTo>
                  <a:lnTo>
                    <a:pt x="432" y="264"/>
                  </a:lnTo>
                  <a:lnTo>
                    <a:pt x="420" y="258"/>
                  </a:lnTo>
                  <a:lnTo>
                    <a:pt x="414" y="252"/>
                  </a:lnTo>
                  <a:lnTo>
                    <a:pt x="378" y="222"/>
                  </a:lnTo>
                  <a:lnTo>
                    <a:pt x="372" y="210"/>
                  </a:lnTo>
                  <a:lnTo>
                    <a:pt x="360" y="198"/>
                  </a:lnTo>
                  <a:lnTo>
                    <a:pt x="360" y="186"/>
                  </a:lnTo>
                  <a:lnTo>
                    <a:pt x="366" y="180"/>
                  </a:lnTo>
                  <a:lnTo>
                    <a:pt x="384" y="180"/>
                  </a:lnTo>
                  <a:lnTo>
                    <a:pt x="384" y="174"/>
                  </a:lnTo>
                  <a:lnTo>
                    <a:pt x="372" y="162"/>
                  </a:lnTo>
                  <a:lnTo>
                    <a:pt x="366" y="150"/>
                  </a:lnTo>
                  <a:lnTo>
                    <a:pt x="366" y="138"/>
                  </a:lnTo>
                  <a:lnTo>
                    <a:pt x="402" y="120"/>
                  </a:lnTo>
                  <a:lnTo>
                    <a:pt x="408" y="114"/>
                  </a:lnTo>
                  <a:lnTo>
                    <a:pt x="414" y="114"/>
                  </a:lnTo>
                  <a:lnTo>
                    <a:pt x="438" y="108"/>
                  </a:lnTo>
                  <a:lnTo>
                    <a:pt x="444" y="72"/>
                  </a:lnTo>
                  <a:lnTo>
                    <a:pt x="432" y="66"/>
                  </a:lnTo>
                  <a:lnTo>
                    <a:pt x="438" y="60"/>
                  </a:lnTo>
                  <a:lnTo>
                    <a:pt x="438" y="42"/>
                  </a:lnTo>
                  <a:lnTo>
                    <a:pt x="384" y="42"/>
                  </a:lnTo>
                  <a:lnTo>
                    <a:pt x="378" y="24"/>
                  </a:lnTo>
                  <a:lnTo>
                    <a:pt x="366" y="24"/>
                  </a:lnTo>
                  <a:lnTo>
                    <a:pt x="366" y="6"/>
                  </a:lnTo>
                  <a:lnTo>
                    <a:pt x="360" y="0"/>
                  </a:lnTo>
                  <a:lnTo>
                    <a:pt x="342" y="0"/>
                  </a:lnTo>
                  <a:lnTo>
                    <a:pt x="336" y="6"/>
                  </a:lnTo>
                  <a:lnTo>
                    <a:pt x="336" y="12"/>
                  </a:lnTo>
                  <a:lnTo>
                    <a:pt x="294" y="12"/>
                  </a:lnTo>
                  <a:lnTo>
                    <a:pt x="282" y="30"/>
                  </a:lnTo>
                  <a:lnTo>
                    <a:pt x="270" y="24"/>
                  </a:lnTo>
                  <a:lnTo>
                    <a:pt x="252" y="24"/>
                  </a:lnTo>
                  <a:lnTo>
                    <a:pt x="246" y="42"/>
                  </a:lnTo>
                  <a:lnTo>
                    <a:pt x="222" y="42"/>
                  </a:lnTo>
                  <a:lnTo>
                    <a:pt x="222" y="48"/>
                  </a:lnTo>
                  <a:lnTo>
                    <a:pt x="234" y="60"/>
                  </a:lnTo>
                  <a:lnTo>
                    <a:pt x="228" y="72"/>
                  </a:lnTo>
                  <a:lnTo>
                    <a:pt x="210" y="60"/>
                  </a:lnTo>
                  <a:lnTo>
                    <a:pt x="192" y="66"/>
                  </a:lnTo>
                  <a:lnTo>
                    <a:pt x="180" y="48"/>
                  </a:lnTo>
                  <a:lnTo>
                    <a:pt x="174" y="72"/>
                  </a:lnTo>
                  <a:lnTo>
                    <a:pt x="162" y="84"/>
                  </a:lnTo>
                  <a:lnTo>
                    <a:pt x="162" y="102"/>
                  </a:lnTo>
                  <a:lnTo>
                    <a:pt x="138" y="78"/>
                  </a:lnTo>
                  <a:lnTo>
                    <a:pt x="132" y="78"/>
                  </a:lnTo>
                  <a:lnTo>
                    <a:pt x="132" y="72"/>
                  </a:lnTo>
                  <a:lnTo>
                    <a:pt x="126" y="66"/>
                  </a:lnTo>
                  <a:lnTo>
                    <a:pt x="126" y="60"/>
                  </a:lnTo>
                  <a:lnTo>
                    <a:pt x="120" y="54"/>
                  </a:lnTo>
                  <a:lnTo>
                    <a:pt x="108" y="54"/>
                  </a:lnTo>
                  <a:lnTo>
                    <a:pt x="102" y="60"/>
                  </a:lnTo>
                  <a:lnTo>
                    <a:pt x="102" y="78"/>
                  </a:lnTo>
                  <a:lnTo>
                    <a:pt x="84" y="96"/>
                  </a:lnTo>
                  <a:lnTo>
                    <a:pt x="78" y="96"/>
                  </a:lnTo>
                  <a:lnTo>
                    <a:pt x="66" y="84"/>
                  </a:lnTo>
                  <a:lnTo>
                    <a:pt x="54" y="84"/>
                  </a:lnTo>
                  <a:lnTo>
                    <a:pt x="42" y="96"/>
                  </a:lnTo>
                  <a:lnTo>
                    <a:pt x="30" y="96"/>
                  </a:lnTo>
                  <a:lnTo>
                    <a:pt x="30" y="102"/>
                  </a:lnTo>
                  <a:lnTo>
                    <a:pt x="24" y="102"/>
                  </a:lnTo>
                  <a:lnTo>
                    <a:pt x="18" y="108"/>
                  </a:lnTo>
                  <a:lnTo>
                    <a:pt x="42" y="132"/>
                  </a:lnTo>
                  <a:lnTo>
                    <a:pt x="42" y="138"/>
                  </a:lnTo>
                  <a:lnTo>
                    <a:pt x="24" y="156"/>
                  </a:lnTo>
                  <a:lnTo>
                    <a:pt x="0" y="156"/>
                  </a:lnTo>
                  <a:lnTo>
                    <a:pt x="12" y="174"/>
                  </a:lnTo>
                  <a:lnTo>
                    <a:pt x="24" y="174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24" y="198"/>
                  </a:lnTo>
                  <a:lnTo>
                    <a:pt x="24" y="204"/>
                  </a:lnTo>
                  <a:lnTo>
                    <a:pt x="18" y="210"/>
                  </a:lnTo>
                  <a:lnTo>
                    <a:pt x="18" y="216"/>
                  </a:lnTo>
                  <a:lnTo>
                    <a:pt x="24" y="222"/>
                  </a:lnTo>
                  <a:lnTo>
                    <a:pt x="36" y="228"/>
                  </a:lnTo>
                  <a:lnTo>
                    <a:pt x="42" y="228"/>
                  </a:lnTo>
                  <a:lnTo>
                    <a:pt x="42" y="234"/>
                  </a:lnTo>
                  <a:lnTo>
                    <a:pt x="66" y="234"/>
                  </a:lnTo>
                  <a:lnTo>
                    <a:pt x="72" y="240"/>
                  </a:lnTo>
                  <a:lnTo>
                    <a:pt x="72" y="246"/>
                  </a:lnTo>
                  <a:lnTo>
                    <a:pt x="54" y="264"/>
                  </a:lnTo>
                  <a:lnTo>
                    <a:pt x="54" y="270"/>
                  </a:lnTo>
                  <a:lnTo>
                    <a:pt x="66" y="270"/>
                  </a:lnTo>
                  <a:lnTo>
                    <a:pt x="90" y="258"/>
                  </a:lnTo>
                  <a:lnTo>
                    <a:pt x="120" y="228"/>
                  </a:lnTo>
                  <a:lnTo>
                    <a:pt x="144" y="216"/>
                  </a:lnTo>
                  <a:lnTo>
                    <a:pt x="156" y="216"/>
                  </a:lnTo>
                  <a:lnTo>
                    <a:pt x="168" y="222"/>
                  </a:lnTo>
                  <a:lnTo>
                    <a:pt x="204" y="234"/>
                  </a:lnTo>
                  <a:lnTo>
                    <a:pt x="216" y="240"/>
                  </a:lnTo>
                  <a:lnTo>
                    <a:pt x="228" y="252"/>
                  </a:lnTo>
                  <a:lnTo>
                    <a:pt x="234" y="264"/>
                  </a:lnTo>
                  <a:lnTo>
                    <a:pt x="234" y="276"/>
                  </a:lnTo>
                  <a:lnTo>
                    <a:pt x="240" y="282"/>
                  </a:lnTo>
                  <a:lnTo>
                    <a:pt x="240" y="288"/>
                  </a:lnTo>
                  <a:lnTo>
                    <a:pt x="252" y="300"/>
                  </a:lnTo>
                  <a:lnTo>
                    <a:pt x="252" y="306"/>
                  </a:lnTo>
                  <a:lnTo>
                    <a:pt x="246" y="318"/>
                  </a:lnTo>
                  <a:lnTo>
                    <a:pt x="246" y="324"/>
                  </a:lnTo>
                  <a:lnTo>
                    <a:pt x="258" y="336"/>
                  </a:lnTo>
                  <a:lnTo>
                    <a:pt x="282" y="348"/>
                  </a:lnTo>
                  <a:lnTo>
                    <a:pt x="288" y="354"/>
                  </a:lnTo>
                  <a:lnTo>
                    <a:pt x="294" y="354"/>
                  </a:lnTo>
                  <a:lnTo>
                    <a:pt x="300" y="372"/>
                  </a:lnTo>
                  <a:lnTo>
                    <a:pt x="330" y="372"/>
                  </a:lnTo>
                  <a:lnTo>
                    <a:pt x="348" y="390"/>
                  </a:lnTo>
                  <a:lnTo>
                    <a:pt x="354" y="402"/>
                  </a:lnTo>
                  <a:lnTo>
                    <a:pt x="366" y="414"/>
                  </a:lnTo>
                  <a:lnTo>
                    <a:pt x="378" y="420"/>
                  </a:lnTo>
                  <a:lnTo>
                    <a:pt x="384" y="432"/>
                  </a:lnTo>
                  <a:lnTo>
                    <a:pt x="420" y="468"/>
                  </a:lnTo>
                  <a:lnTo>
                    <a:pt x="456" y="468"/>
                  </a:lnTo>
                  <a:lnTo>
                    <a:pt x="462" y="474"/>
                  </a:lnTo>
                  <a:lnTo>
                    <a:pt x="468" y="486"/>
                  </a:lnTo>
                  <a:lnTo>
                    <a:pt x="492" y="498"/>
                  </a:lnTo>
                  <a:lnTo>
                    <a:pt x="510" y="504"/>
                  </a:lnTo>
                  <a:lnTo>
                    <a:pt x="528" y="504"/>
                  </a:lnTo>
                  <a:lnTo>
                    <a:pt x="540" y="510"/>
                  </a:lnTo>
                  <a:lnTo>
                    <a:pt x="546" y="510"/>
                  </a:lnTo>
                  <a:lnTo>
                    <a:pt x="552" y="522"/>
                  </a:lnTo>
                  <a:lnTo>
                    <a:pt x="552" y="534"/>
                  </a:lnTo>
                  <a:lnTo>
                    <a:pt x="564" y="558"/>
                  </a:lnTo>
                  <a:lnTo>
                    <a:pt x="570" y="564"/>
                  </a:lnTo>
                  <a:lnTo>
                    <a:pt x="582" y="564"/>
                  </a:lnTo>
                  <a:lnTo>
                    <a:pt x="594" y="558"/>
                  </a:lnTo>
                  <a:lnTo>
                    <a:pt x="600" y="558"/>
                  </a:lnTo>
                  <a:lnTo>
                    <a:pt x="600" y="570"/>
                  </a:lnTo>
                  <a:lnTo>
                    <a:pt x="606" y="582"/>
                  </a:lnTo>
                  <a:lnTo>
                    <a:pt x="606" y="606"/>
                  </a:lnTo>
                  <a:lnTo>
                    <a:pt x="612" y="618"/>
                  </a:lnTo>
                  <a:lnTo>
                    <a:pt x="630" y="636"/>
                  </a:lnTo>
                  <a:lnTo>
                    <a:pt x="630" y="666"/>
                  </a:lnTo>
                  <a:lnTo>
                    <a:pt x="612" y="666"/>
                  </a:lnTo>
                  <a:lnTo>
                    <a:pt x="612" y="690"/>
                  </a:lnTo>
                  <a:lnTo>
                    <a:pt x="606" y="696"/>
                  </a:lnTo>
                  <a:lnTo>
                    <a:pt x="600" y="708"/>
                  </a:lnTo>
                  <a:lnTo>
                    <a:pt x="594" y="714"/>
                  </a:lnTo>
                  <a:lnTo>
                    <a:pt x="594" y="732"/>
                  </a:lnTo>
                  <a:lnTo>
                    <a:pt x="606" y="732"/>
                  </a:lnTo>
                  <a:lnTo>
                    <a:pt x="618" y="726"/>
                  </a:lnTo>
                  <a:lnTo>
                    <a:pt x="624" y="726"/>
                  </a:lnTo>
                  <a:lnTo>
                    <a:pt x="636" y="702"/>
                  </a:lnTo>
                  <a:lnTo>
                    <a:pt x="654" y="696"/>
                  </a:lnTo>
                  <a:lnTo>
                    <a:pt x="654" y="666"/>
                  </a:lnTo>
                  <a:lnTo>
                    <a:pt x="666" y="654"/>
                  </a:lnTo>
                  <a:lnTo>
                    <a:pt x="678" y="654"/>
                  </a:lnTo>
                  <a:lnTo>
                    <a:pt x="684" y="648"/>
                  </a:lnTo>
                  <a:lnTo>
                    <a:pt x="696" y="648"/>
                  </a:lnTo>
                  <a:lnTo>
                    <a:pt x="696" y="636"/>
                  </a:lnTo>
                  <a:lnTo>
                    <a:pt x="690" y="630"/>
                  </a:lnTo>
                  <a:lnTo>
                    <a:pt x="690" y="618"/>
                  </a:lnTo>
                  <a:lnTo>
                    <a:pt x="678" y="606"/>
                  </a:lnTo>
                  <a:lnTo>
                    <a:pt x="666" y="606"/>
                  </a:lnTo>
                  <a:lnTo>
                    <a:pt x="648" y="588"/>
                  </a:lnTo>
                  <a:lnTo>
                    <a:pt x="654" y="582"/>
                  </a:lnTo>
                  <a:lnTo>
                    <a:pt x="660" y="570"/>
                  </a:lnTo>
                  <a:lnTo>
                    <a:pt x="666" y="552"/>
                  </a:lnTo>
                  <a:lnTo>
                    <a:pt x="672" y="540"/>
                  </a:lnTo>
                  <a:lnTo>
                    <a:pt x="684" y="528"/>
                  </a:lnTo>
                  <a:lnTo>
                    <a:pt x="690" y="534"/>
                  </a:lnTo>
                  <a:lnTo>
                    <a:pt x="702" y="534"/>
                  </a:lnTo>
                  <a:lnTo>
                    <a:pt x="708" y="540"/>
                  </a:lnTo>
                  <a:lnTo>
                    <a:pt x="738" y="540"/>
                  </a:lnTo>
                  <a:lnTo>
                    <a:pt x="738" y="552"/>
                  </a:lnTo>
                  <a:lnTo>
                    <a:pt x="744" y="558"/>
                  </a:lnTo>
                  <a:lnTo>
                    <a:pt x="744" y="564"/>
                  </a:lnTo>
                  <a:lnTo>
                    <a:pt x="750" y="576"/>
                  </a:lnTo>
                  <a:lnTo>
                    <a:pt x="762" y="576"/>
                  </a:lnTo>
                  <a:lnTo>
                    <a:pt x="774" y="570"/>
                  </a:lnTo>
                  <a:lnTo>
                    <a:pt x="780" y="564"/>
                  </a:lnTo>
                  <a:lnTo>
                    <a:pt x="780" y="558"/>
                  </a:lnTo>
                  <a:lnTo>
                    <a:pt x="774" y="54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92" name="Israel" descr="© INSCALE GmbH, 05.05.2010&#10;http://www.presentationload.com/">
              <a:extLst>
                <a:ext uri="{FF2B5EF4-FFF2-40B4-BE49-F238E27FC236}">
                  <a16:creationId xmlns:a16="http://schemas.microsoft.com/office/drawing/2014/main" id="{6288D57D-6C01-404E-A2C8-D67B703E927C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513899" y="2117026"/>
              <a:ext cx="33602" cy="105325"/>
            </a:xfrm>
            <a:custGeom>
              <a:avLst/>
              <a:gdLst>
                <a:gd name="T0" fmla="*/ 0 w 102"/>
                <a:gd name="T1" fmla="*/ 2147483647 h 324"/>
                <a:gd name="T2" fmla="*/ 2147483647 w 102"/>
                <a:gd name="T3" fmla="*/ 2147483647 h 324"/>
                <a:gd name="T4" fmla="*/ 2147483647 w 102"/>
                <a:gd name="T5" fmla="*/ 2147483647 h 324"/>
                <a:gd name="T6" fmla="*/ 2147483647 w 102"/>
                <a:gd name="T7" fmla="*/ 2147483647 h 324"/>
                <a:gd name="T8" fmla="*/ 2147483647 w 102"/>
                <a:gd name="T9" fmla="*/ 2147483647 h 324"/>
                <a:gd name="T10" fmla="*/ 2147483647 w 102"/>
                <a:gd name="T11" fmla="*/ 2147483647 h 324"/>
                <a:gd name="T12" fmla="*/ 2147483647 w 102"/>
                <a:gd name="T13" fmla="*/ 2147483647 h 324"/>
                <a:gd name="T14" fmla="*/ 2147483647 w 102"/>
                <a:gd name="T15" fmla="*/ 2147483647 h 324"/>
                <a:gd name="T16" fmla="*/ 2147483647 w 102"/>
                <a:gd name="T17" fmla="*/ 2147483647 h 324"/>
                <a:gd name="T18" fmla="*/ 2147483647 w 102"/>
                <a:gd name="T19" fmla="*/ 2147483647 h 324"/>
                <a:gd name="T20" fmla="*/ 2147483647 w 102"/>
                <a:gd name="T21" fmla="*/ 2147483647 h 324"/>
                <a:gd name="T22" fmla="*/ 2147483647 w 102"/>
                <a:gd name="T23" fmla="*/ 2147483647 h 324"/>
                <a:gd name="T24" fmla="*/ 2147483647 w 102"/>
                <a:gd name="T25" fmla="*/ 2147483647 h 324"/>
                <a:gd name="T26" fmla="*/ 2147483647 w 102"/>
                <a:gd name="T27" fmla="*/ 2147483647 h 324"/>
                <a:gd name="T28" fmla="*/ 2147483647 w 102"/>
                <a:gd name="T29" fmla="*/ 2147483647 h 324"/>
                <a:gd name="T30" fmla="*/ 2147483647 w 102"/>
                <a:gd name="T31" fmla="*/ 2147483647 h 324"/>
                <a:gd name="T32" fmla="*/ 2147483647 w 102"/>
                <a:gd name="T33" fmla="*/ 2147483647 h 324"/>
                <a:gd name="T34" fmla="*/ 2147483647 w 102"/>
                <a:gd name="T35" fmla="*/ 2147483647 h 324"/>
                <a:gd name="T36" fmla="*/ 2147483647 w 102"/>
                <a:gd name="T37" fmla="*/ 2147483647 h 324"/>
                <a:gd name="T38" fmla="*/ 2147483647 w 102"/>
                <a:gd name="T39" fmla="*/ 2147483647 h 324"/>
                <a:gd name="T40" fmla="*/ 2147483647 w 102"/>
                <a:gd name="T41" fmla="*/ 2147483647 h 324"/>
                <a:gd name="T42" fmla="*/ 2147483647 w 102"/>
                <a:gd name="T43" fmla="*/ 2147483647 h 324"/>
                <a:gd name="T44" fmla="*/ 2147483647 w 102"/>
                <a:gd name="T45" fmla="*/ 2147483647 h 324"/>
                <a:gd name="T46" fmla="*/ 2147483647 w 102"/>
                <a:gd name="T47" fmla="*/ 2147483647 h 324"/>
                <a:gd name="T48" fmla="*/ 2147483647 w 102"/>
                <a:gd name="T49" fmla="*/ 0 h 324"/>
                <a:gd name="T50" fmla="*/ 2147483647 w 102"/>
                <a:gd name="T51" fmla="*/ 2147483647 h 324"/>
                <a:gd name="T52" fmla="*/ 2147483647 w 102"/>
                <a:gd name="T53" fmla="*/ 2147483647 h 324"/>
                <a:gd name="T54" fmla="*/ 2147483647 w 102"/>
                <a:gd name="T55" fmla="*/ 2147483647 h 324"/>
                <a:gd name="T56" fmla="*/ 2147483647 w 102"/>
                <a:gd name="T57" fmla="*/ 2147483647 h 324"/>
                <a:gd name="T58" fmla="*/ 2147483647 w 102"/>
                <a:gd name="T59" fmla="*/ 2147483647 h 324"/>
                <a:gd name="T60" fmla="*/ 2147483647 w 102"/>
                <a:gd name="T61" fmla="*/ 2147483647 h 324"/>
                <a:gd name="T62" fmla="*/ 2147483647 w 102"/>
                <a:gd name="T63" fmla="*/ 2147483647 h 324"/>
                <a:gd name="T64" fmla="*/ 2147483647 w 102"/>
                <a:gd name="T65" fmla="*/ 2147483647 h 324"/>
                <a:gd name="T66" fmla="*/ 2147483647 w 102"/>
                <a:gd name="T67" fmla="*/ 2147483647 h 324"/>
                <a:gd name="T68" fmla="*/ 2147483647 w 102"/>
                <a:gd name="T69" fmla="*/ 2147483647 h 324"/>
                <a:gd name="T70" fmla="*/ 2147483647 w 102"/>
                <a:gd name="T71" fmla="*/ 2147483647 h 324"/>
                <a:gd name="T72" fmla="*/ 2147483647 w 102"/>
                <a:gd name="T73" fmla="*/ 2147483647 h 324"/>
                <a:gd name="T74" fmla="*/ 2147483647 w 102"/>
                <a:gd name="T75" fmla="*/ 2147483647 h 324"/>
                <a:gd name="T76" fmla="*/ 2147483647 w 102"/>
                <a:gd name="T77" fmla="*/ 2147483647 h 324"/>
                <a:gd name="T78" fmla="*/ 0 w 102"/>
                <a:gd name="T79" fmla="*/ 2147483647 h 32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02"/>
                <a:gd name="T121" fmla="*/ 0 h 324"/>
                <a:gd name="T122" fmla="*/ 102 w 102"/>
                <a:gd name="T123" fmla="*/ 324 h 324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02" h="324">
                  <a:moveTo>
                    <a:pt x="0" y="168"/>
                  </a:moveTo>
                  <a:lnTo>
                    <a:pt x="54" y="312"/>
                  </a:lnTo>
                  <a:lnTo>
                    <a:pt x="60" y="324"/>
                  </a:lnTo>
                  <a:lnTo>
                    <a:pt x="60" y="306"/>
                  </a:lnTo>
                  <a:lnTo>
                    <a:pt x="66" y="294"/>
                  </a:lnTo>
                  <a:lnTo>
                    <a:pt x="66" y="234"/>
                  </a:lnTo>
                  <a:lnTo>
                    <a:pt x="72" y="228"/>
                  </a:lnTo>
                  <a:lnTo>
                    <a:pt x="78" y="216"/>
                  </a:lnTo>
                  <a:lnTo>
                    <a:pt x="84" y="210"/>
                  </a:lnTo>
                  <a:lnTo>
                    <a:pt x="90" y="198"/>
                  </a:lnTo>
                  <a:lnTo>
                    <a:pt x="90" y="186"/>
                  </a:lnTo>
                  <a:lnTo>
                    <a:pt x="78" y="174"/>
                  </a:lnTo>
                  <a:lnTo>
                    <a:pt x="78" y="162"/>
                  </a:lnTo>
                  <a:lnTo>
                    <a:pt x="72" y="156"/>
                  </a:lnTo>
                  <a:lnTo>
                    <a:pt x="66" y="162"/>
                  </a:lnTo>
                  <a:lnTo>
                    <a:pt x="66" y="168"/>
                  </a:lnTo>
                  <a:lnTo>
                    <a:pt x="60" y="168"/>
                  </a:lnTo>
                  <a:lnTo>
                    <a:pt x="54" y="174"/>
                  </a:lnTo>
                  <a:lnTo>
                    <a:pt x="48" y="168"/>
                  </a:lnTo>
                  <a:lnTo>
                    <a:pt x="48" y="96"/>
                  </a:lnTo>
                  <a:lnTo>
                    <a:pt x="66" y="78"/>
                  </a:lnTo>
                  <a:lnTo>
                    <a:pt x="84" y="78"/>
                  </a:lnTo>
                  <a:lnTo>
                    <a:pt x="90" y="60"/>
                  </a:lnTo>
                  <a:lnTo>
                    <a:pt x="84" y="18"/>
                  </a:lnTo>
                  <a:lnTo>
                    <a:pt x="102" y="0"/>
                  </a:lnTo>
                  <a:lnTo>
                    <a:pt x="78" y="6"/>
                  </a:lnTo>
                  <a:lnTo>
                    <a:pt x="78" y="18"/>
                  </a:lnTo>
                  <a:lnTo>
                    <a:pt x="72" y="30"/>
                  </a:lnTo>
                  <a:lnTo>
                    <a:pt x="66" y="36"/>
                  </a:lnTo>
                  <a:lnTo>
                    <a:pt x="60" y="36"/>
                  </a:lnTo>
                  <a:lnTo>
                    <a:pt x="54" y="30"/>
                  </a:lnTo>
                  <a:lnTo>
                    <a:pt x="42" y="54"/>
                  </a:lnTo>
                  <a:lnTo>
                    <a:pt x="30" y="60"/>
                  </a:lnTo>
                  <a:lnTo>
                    <a:pt x="36" y="72"/>
                  </a:lnTo>
                  <a:lnTo>
                    <a:pt x="36" y="84"/>
                  </a:lnTo>
                  <a:lnTo>
                    <a:pt x="42" y="90"/>
                  </a:lnTo>
                  <a:lnTo>
                    <a:pt x="42" y="96"/>
                  </a:lnTo>
                  <a:lnTo>
                    <a:pt x="18" y="138"/>
                  </a:lnTo>
                  <a:lnTo>
                    <a:pt x="18" y="156"/>
                  </a:lnTo>
                  <a:lnTo>
                    <a:pt x="0" y="16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93" name="Ireland" descr="© INSCALE GmbH, 05.05.2010&#10;http://www.presentationload.com/">
              <a:extLst>
                <a:ext uri="{FF2B5EF4-FFF2-40B4-BE49-F238E27FC236}">
                  <a16:creationId xmlns:a16="http://schemas.microsoft.com/office/drawing/2014/main" id="{ED90764F-5E7A-416D-BA25-5D663AE37C86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557511" y="1549302"/>
              <a:ext cx="93054" cy="97618"/>
            </a:xfrm>
            <a:custGeom>
              <a:avLst/>
              <a:gdLst>
                <a:gd name="T0" fmla="*/ 2147483647 w 282"/>
                <a:gd name="T1" fmla="*/ 2147483647 h 300"/>
                <a:gd name="T2" fmla="*/ 2147483647 w 282"/>
                <a:gd name="T3" fmla="*/ 2147483647 h 300"/>
                <a:gd name="T4" fmla="*/ 2147483647 w 282"/>
                <a:gd name="T5" fmla="*/ 2147483647 h 300"/>
                <a:gd name="T6" fmla="*/ 2147483647 w 282"/>
                <a:gd name="T7" fmla="*/ 2147483647 h 300"/>
                <a:gd name="T8" fmla="*/ 2147483647 w 282"/>
                <a:gd name="T9" fmla="*/ 2147483647 h 300"/>
                <a:gd name="T10" fmla="*/ 2147483647 w 282"/>
                <a:gd name="T11" fmla="*/ 2147483647 h 300"/>
                <a:gd name="T12" fmla="*/ 2147483647 w 282"/>
                <a:gd name="T13" fmla="*/ 2147483647 h 300"/>
                <a:gd name="T14" fmla="*/ 2147483647 w 282"/>
                <a:gd name="T15" fmla="*/ 2147483647 h 300"/>
                <a:gd name="T16" fmla="*/ 2147483647 w 282"/>
                <a:gd name="T17" fmla="*/ 2147483647 h 300"/>
                <a:gd name="T18" fmla="*/ 2147483647 w 282"/>
                <a:gd name="T19" fmla="*/ 2147483647 h 300"/>
                <a:gd name="T20" fmla="*/ 2147483647 w 282"/>
                <a:gd name="T21" fmla="*/ 2147483647 h 300"/>
                <a:gd name="T22" fmla="*/ 2147483647 w 282"/>
                <a:gd name="T23" fmla="*/ 2147483647 h 300"/>
                <a:gd name="T24" fmla="*/ 2147483647 w 282"/>
                <a:gd name="T25" fmla="*/ 0 h 300"/>
                <a:gd name="T26" fmla="*/ 2147483647 w 282"/>
                <a:gd name="T27" fmla="*/ 2147483647 h 300"/>
                <a:gd name="T28" fmla="*/ 2147483647 w 282"/>
                <a:gd name="T29" fmla="*/ 2147483647 h 300"/>
                <a:gd name="T30" fmla="*/ 2147483647 w 282"/>
                <a:gd name="T31" fmla="*/ 2147483647 h 300"/>
                <a:gd name="T32" fmla="*/ 2147483647 w 282"/>
                <a:gd name="T33" fmla="*/ 2147483647 h 300"/>
                <a:gd name="T34" fmla="*/ 2147483647 w 282"/>
                <a:gd name="T35" fmla="*/ 2147483647 h 300"/>
                <a:gd name="T36" fmla="*/ 2147483647 w 282"/>
                <a:gd name="T37" fmla="*/ 2147483647 h 300"/>
                <a:gd name="T38" fmla="*/ 2147483647 w 282"/>
                <a:gd name="T39" fmla="*/ 2147483647 h 300"/>
                <a:gd name="T40" fmla="*/ 2147483647 w 282"/>
                <a:gd name="T41" fmla="*/ 2147483647 h 300"/>
                <a:gd name="T42" fmla="*/ 2147483647 w 282"/>
                <a:gd name="T43" fmla="*/ 2147483647 h 300"/>
                <a:gd name="T44" fmla="*/ 2147483647 w 282"/>
                <a:gd name="T45" fmla="*/ 2147483647 h 300"/>
                <a:gd name="T46" fmla="*/ 2147483647 w 282"/>
                <a:gd name="T47" fmla="*/ 2147483647 h 300"/>
                <a:gd name="T48" fmla="*/ 2147483647 w 282"/>
                <a:gd name="T49" fmla="*/ 2147483647 h 300"/>
                <a:gd name="T50" fmla="*/ 2147483647 w 282"/>
                <a:gd name="T51" fmla="*/ 2147483647 h 300"/>
                <a:gd name="T52" fmla="*/ 2147483647 w 282"/>
                <a:gd name="T53" fmla="*/ 2147483647 h 300"/>
                <a:gd name="T54" fmla="*/ 2147483647 w 282"/>
                <a:gd name="T55" fmla="*/ 2147483647 h 300"/>
                <a:gd name="T56" fmla="*/ 2147483647 w 282"/>
                <a:gd name="T57" fmla="*/ 2147483647 h 300"/>
                <a:gd name="T58" fmla="*/ 2147483647 w 282"/>
                <a:gd name="T59" fmla="*/ 2147483647 h 300"/>
                <a:gd name="T60" fmla="*/ 2147483647 w 282"/>
                <a:gd name="T61" fmla="*/ 2147483647 h 300"/>
                <a:gd name="T62" fmla="*/ 2147483647 w 282"/>
                <a:gd name="T63" fmla="*/ 2147483647 h 300"/>
                <a:gd name="T64" fmla="*/ 2147483647 w 282"/>
                <a:gd name="T65" fmla="*/ 2147483647 h 300"/>
                <a:gd name="T66" fmla="*/ 2147483647 w 282"/>
                <a:gd name="T67" fmla="*/ 2147483647 h 300"/>
                <a:gd name="T68" fmla="*/ 2147483647 w 282"/>
                <a:gd name="T69" fmla="*/ 2147483647 h 300"/>
                <a:gd name="T70" fmla="*/ 2147483647 w 282"/>
                <a:gd name="T71" fmla="*/ 2147483647 h 300"/>
                <a:gd name="T72" fmla="*/ 2147483647 w 282"/>
                <a:gd name="T73" fmla="*/ 2147483647 h 300"/>
                <a:gd name="T74" fmla="*/ 2147483647 w 282"/>
                <a:gd name="T75" fmla="*/ 2147483647 h 300"/>
                <a:gd name="T76" fmla="*/ 2147483647 w 282"/>
                <a:gd name="T77" fmla="*/ 2147483647 h 300"/>
                <a:gd name="T78" fmla="*/ 2147483647 w 282"/>
                <a:gd name="T79" fmla="*/ 2147483647 h 300"/>
                <a:gd name="T80" fmla="*/ 0 w 282"/>
                <a:gd name="T81" fmla="*/ 2147483647 h 300"/>
                <a:gd name="T82" fmla="*/ 2147483647 w 282"/>
                <a:gd name="T83" fmla="*/ 2147483647 h 300"/>
                <a:gd name="T84" fmla="*/ 2147483647 w 282"/>
                <a:gd name="T85" fmla="*/ 2147483647 h 300"/>
                <a:gd name="T86" fmla="*/ 2147483647 w 282"/>
                <a:gd name="T87" fmla="*/ 2147483647 h 300"/>
                <a:gd name="T88" fmla="*/ 2147483647 w 282"/>
                <a:gd name="T89" fmla="*/ 2147483647 h 300"/>
                <a:gd name="T90" fmla="*/ 2147483647 w 282"/>
                <a:gd name="T91" fmla="*/ 2147483647 h 300"/>
                <a:gd name="T92" fmla="*/ 2147483647 w 282"/>
                <a:gd name="T93" fmla="*/ 2147483647 h 300"/>
                <a:gd name="T94" fmla="*/ 2147483647 w 282"/>
                <a:gd name="T95" fmla="*/ 2147483647 h 300"/>
                <a:gd name="T96" fmla="*/ 2147483647 w 282"/>
                <a:gd name="T97" fmla="*/ 2147483647 h 300"/>
                <a:gd name="T98" fmla="*/ 2147483647 w 282"/>
                <a:gd name="T99" fmla="*/ 2147483647 h 300"/>
                <a:gd name="T100" fmla="*/ 2147483647 w 282"/>
                <a:gd name="T101" fmla="*/ 2147483647 h 300"/>
                <a:gd name="T102" fmla="*/ 2147483647 w 282"/>
                <a:gd name="T103" fmla="*/ 2147483647 h 300"/>
                <a:gd name="T104" fmla="*/ 2147483647 w 282"/>
                <a:gd name="T105" fmla="*/ 2147483647 h 300"/>
                <a:gd name="T106" fmla="*/ 2147483647 w 282"/>
                <a:gd name="T107" fmla="*/ 2147483647 h 300"/>
                <a:gd name="T108" fmla="*/ 2147483647 w 282"/>
                <a:gd name="T109" fmla="*/ 2147483647 h 300"/>
                <a:gd name="T110" fmla="*/ 2147483647 w 282"/>
                <a:gd name="T111" fmla="*/ 2147483647 h 30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82"/>
                <a:gd name="T169" fmla="*/ 0 h 300"/>
                <a:gd name="T170" fmla="*/ 282 w 282"/>
                <a:gd name="T171" fmla="*/ 300 h 30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82" h="300">
                  <a:moveTo>
                    <a:pt x="276" y="156"/>
                  </a:moveTo>
                  <a:lnTo>
                    <a:pt x="276" y="144"/>
                  </a:lnTo>
                  <a:lnTo>
                    <a:pt x="270" y="132"/>
                  </a:lnTo>
                  <a:lnTo>
                    <a:pt x="264" y="126"/>
                  </a:lnTo>
                  <a:lnTo>
                    <a:pt x="264" y="114"/>
                  </a:lnTo>
                  <a:lnTo>
                    <a:pt x="258" y="108"/>
                  </a:lnTo>
                  <a:lnTo>
                    <a:pt x="258" y="102"/>
                  </a:lnTo>
                  <a:lnTo>
                    <a:pt x="276" y="102"/>
                  </a:lnTo>
                  <a:lnTo>
                    <a:pt x="282" y="96"/>
                  </a:lnTo>
                  <a:lnTo>
                    <a:pt x="246" y="90"/>
                  </a:lnTo>
                  <a:lnTo>
                    <a:pt x="228" y="66"/>
                  </a:lnTo>
                  <a:lnTo>
                    <a:pt x="204" y="90"/>
                  </a:lnTo>
                  <a:lnTo>
                    <a:pt x="192" y="90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74" y="60"/>
                  </a:lnTo>
                  <a:lnTo>
                    <a:pt x="180" y="60"/>
                  </a:lnTo>
                  <a:lnTo>
                    <a:pt x="186" y="54"/>
                  </a:lnTo>
                  <a:lnTo>
                    <a:pt x="192" y="54"/>
                  </a:lnTo>
                  <a:lnTo>
                    <a:pt x="192" y="42"/>
                  </a:lnTo>
                  <a:lnTo>
                    <a:pt x="234" y="18"/>
                  </a:lnTo>
                  <a:lnTo>
                    <a:pt x="240" y="12"/>
                  </a:lnTo>
                  <a:lnTo>
                    <a:pt x="240" y="6"/>
                  </a:lnTo>
                  <a:lnTo>
                    <a:pt x="234" y="6"/>
                  </a:lnTo>
                  <a:lnTo>
                    <a:pt x="228" y="0"/>
                  </a:lnTo>
                  <a:lnTo>
                    <a:pt x="222" y="0"/>
                  </a:lnTo>
                  <a:lnTo>
                    <a:pt x="210" y="6"/>
                  </a:lnTo>
                  <a:lnTo>
                    <a:pt x="204" y="18"/>
                  </a:lnTo>
                  <a:lnTo>
                    <a:pt x="198" y="6"/>
                  </a:lnTo>
                  <a:lnTo>
                    <a:pt x="174" y="6"/>
                  </a:lnTo>
                  <a:lnTo>
                    <a:pt x="162" y="12"/>
                  </a:lnTo>
                  <a:lnTo>
                    <a:pt x="156" y="12"/>
                  </a:lnTo>
                  <a:lnTo>
                    <a:pt x="150" y="18"/>
                  </a:lnTo>
                  <a:lnTo>
                    <a:pt x="150" y="30"/>
                  </a:lnTo>
                  <a:lnTo>
                    <a:pt x="144" y="36"/>
                  </a:lnTo>
                  <a:lnTo>
                    <a:pt x="144" y="42"/>
                  </a:lnTo>
                  <a:lnTo>
                    <a:pt x="126" y="42"/>
                  </a:lnTo>
                  <a:lnTo>
                    <a:pt x="120" y="48"/>
                  </a:lnTo>
                  <a:lnTo>
                    <a:pt x="120" y="54"/>
                  </a:lnTo>
                  <a:lnTo>
                    <a:pt x="138" y="54"/>
                  </a:lnTo>
                  <a:lnTo>
                    <a:pt x="144" y="60"/>
                  </a:lnTo>
                  <a:lnTo>
                    <a:pt x="150" y="60"/>
                  </a:lnTo>
                  <a:lnTo>
                    <a:pt x="150" y="66"/>
                  </a:lnTo>
                  <a:lnTo>
                    <a:pt x="144" y="72"/>
                  </a:lnTo>
                  <a:lnTo>
                    <a:pt x="132" y="72"/>
                  </a:lnTo>
                  <a:lnTo>
                    <a:pt x="132" y="78"/>
                  </a:lnTo>
                  <a:lnTo>
                    <a:pt x="126" y="84"/>
                  </a:lnTo>
                  <a:lnTo>
                    <a:pt x="102" y="84"/>
                  </a:lnTo>
                  <a:lnTo>
                    <a:pt x="102" y="90"/>
                  </a:lnTo>
                  <a:lnTo>
                    <a:pt x="90" y="78"/>
                  </a:lnTo>
                  <a:lnTo>
                    <a:pt x="42" y="78"/>
                  </a:lnTo>
                  <a:lnTo>
                    <a:pt x="42" y="102"/>
                  </a:lnTo>
                  <a:lnTo>
                    <a:pt x="54" y="102"/>
                  </a:lnTo>
                  <a:lnTo>
                    <a:pt x="54" y="108"/>
                  </a:lnTo>
                  <a:lnTo>
                    <a:pt x="60" y="114"/>
                  </a:lnTo>
                  <a:lnTo>
                    <a:pt x="42" y="126"/>
                  </a:lnTo>
                  <a:lnTo>
                    <a:pt x="36" y="126"/>
                  </a:lnTo>
                  <a:lnTo>
                    <a:pt x="30" y="132"/>
                  </a:lnTo>
                  <a:lnTo>
                    <a:pt x="30" y="138"/>
                  </a:lnTo>
                  <a:lnTo>
                    <a:pt x="42" y="150"/>
                  </a:lnTo>
                  <a:lnTo>
                    <a:pt x="54" y="156"/>
                  </a:lnTo>
                  <a:lnTo>
                    <a:pt x="60" y="162"/>
                  </a:lnTo>
                  <a:lnTo>
                    <a:pt x="72" y="162"/>
                  </a:lnTo>
                  <a:lnTo>
                    <a:pt x="78" y="156"/>
                  </a:lnTo>
                  <a:lnTo>
                    <a:pt x="96" y="156"/>
                  </a:lnTo>
                  <a:lnTo>
                    <a:pt x="96" y="168"/>
                  </a:lnTo>
                  <a:lnTo>
                    <a:pt x="90" y="174"/>
                  </a:lnTo>
                  <a:lnTo>
                    <a:pt x="72" y="174"/>
                  </a:lnTo>
                  <a:lnTo>
                    <a:pt x="72" y="192"/>
                  </a:lnTo>
                  <a:lnTo>
                    <a:pt x="54" y="192"/>
                  </a:lnTo>
                  <a:lnTo>
                    <a:pt x="48" y="198"/>
                  </a:lnTo>
                  <a:lnTo>
                    <a:pt x="48" y="210"/>
                  </a:lnTo>
                  <a:lnTo>
                    <a:pt x="42" y="222"/>
                  </a:lnTo>
                  <a:lnTo>
                    <a:pt x="42" y="234"/>
                  </a:lnTo>
                  <a:lnTo>
                    <a:pt x="18" y="234"/>
                  </a:lnTo>
                  <a:lnTo>
                    <a:pt x="12" y="240"/>
                  </a:lnTo>
                  <a:lnTo>
                    <a:pt x="6" y="240"/>
                  </a:lnTo>
                  <a:lnTo>
                    <a:pt x="6" y="246"/>
                  </a:lnTo>
                  <a:lnTo>
                    <a:pt x="12" y="246"/>
                  </a:lnTo>
                  <a:lnTo>
                    <a:pt x="18" y="252"/>
                  </a:lnTo>
                  <a:lnTo>
                    <a:pt x="6" y="252"/>
                  </a:lnTo>
                  <a:lnTo>
                    <a:pt x="0" y="258"/>
                  </a:lnTo>
                  <a:lnTo>
                    <a:pt x="0" y="270"/>
                  </a:lnTo>
                  <a:lnTo>
                    <a:pt x="42" y="270"/>
                  </a:lnTo>
                  <a:lnTo>
                    <a:pt x="24" y="288"/>
                  </a:lnTo>
                  <a:lnTo>
                    <a:pt x="30" y="282"/>
                  </a:lnTo>
                  <a:lnTo>
                    <a:pt x="48" y="282"/>
                  </a:lnTo>
                  <a:lnTo>
                    <a:pt x="48" y="288"/>
                  </a:lnTo>
                  <a:lnTo>
                    <a:pt x="42" y="288"/>
                  </a:lnTo>
                  <a:lnTo>
                    <a:pt x="36" y="294"/>
                  </a:lnTo>
                  <a:lnTo>
                    <a:pt x="30" y="294"/>
                  </a:lnTo>
                  <a:lnTo>
                    <a:pt x="36" y="300"/>
                  </a:lnTo>
                  <a:lnTo>
                    <a:pt x="60" y="300"/>
                  </a:lnTo>
                  <a:lnTo>
                    <a:pt x="96" y="288"/>
                  </a:lnTo>
                  <a:lnTo>
                    <a:pt x="108" y="282"/>
                  </a:lnTo>
                  <a:lnTo>
                    <a:pt x="120" y="270"/>
                  </a:lnTo>
                  <a:lnTo>
                    <a:pt x="120" y="264"/>
                  </a:lnTo>
                  <a:lnTo>
                    <a:pt x="132" y="270"/>
                  </a:lnTo>
                  <a:lnTo>
                    <a:pt x="138" y="270"/>
                  </a:lnTo>
                  <a:lnTo>
                    <a:pt x="150" y="264"/>
                  </a:lnTo>
                  <a:lnTo>
                    <a:pt x="162" y="252"/>
                  </a:lnTo>
                  <a:lnTo>
                    <a:pt x="180" y="246"/>
                  </a:lnTo>
                  <a:lnTo>
                    <a:pt x="204" y="246"/>
                  </a:lnTo>
                  <a:lnTo>
                    <a:pt x="210" y="240"/>
                  </a:lnTo>
                  <a:lnTo>
                    <a:pt x="252" y="240"/>
                  </a:lnTo>
                  <a:lnTo>
                    <a:pt x="246" y="222"/>
                  </a:lnTo>
                  <a:lnTo>
                    <a:pt x="264" y="222"/>
                  </a:lnTo>
                  <a:lnTo>
                    <a:pt x="264" y="198"/>
                  </a:lnTo>
                  <a:lnTo>
                    <a:pt x="270" y="192"/>
                  </a:lnTo>
                  <a:lnTo>
                    <a:pt x="270" y="180"/>
                  </a:lnTo>
                  <a:lnTo>
                    <a:pt x="276" y="168"/>
                  </a:lnTo>
                  <a:lnTo>
                    <a:pt x="276" y="15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94" name="Iraq" descr="© INSCALE GmbH, 05.05.2010&#10;http://www.presentationload.com/">
              <a:extLst>
                <a:ext uri="{FF2B5EF4-FFF2-40B4-BE49-F238E27FC236}">
                  <a16:creationId xmlns:a16="http://schemas.microsoft.com/office/drawing/2014/main" id="{BFE1EAA8-1CE6-40E2-824A-AFF013C61F25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610830" y="2014271"/>
              <a:ext cx="226173" cy="217070"/>
            </a:xfrm>
            <a:custGeom>
              <a:avLst/>
              <a:gdLst>
                <a:gd name="T0" fmla="*/ 2147483647 w 684"/>
                <a:gd name="T1" fmla="*/ 2147483647 h 660"/>
                <a:gd name="T2" fmla="*/ 2147483647 w 684"/>
                <a:gd name="T3" fmla="*/ 2147483647 h 660"/>
                <a:gd name="T4" fmla="*/ 2147483647 w 684"/>
                <a:gd name="T5" fmla="*/ 2147483647 h 660"/>
                <a:gd name="T6" fmla="*/ 2147483647 w 684"/>
                <a:gd name="T7" fmla="*/ 2147483647 h 660"/>
                <a:gd name="T8" fmla="*/ 2147483647 w 684"/>
                <a:gd name="T9" fmla="*/ 2147483647 h 660"/>
                <a:gd name="T10" fmla="*/ 2147483647 w 684"/>
                <a:gd name="T11" fmla="*/ 2147483647 h 660"/>
                <a:gd name="T12" fmla="*/ 2147483647 w 684"/>
                <a:gd name="T13" fmla="*/ 2147483647 h 660"/>
                <a:gd name="T14" fmla="*/ 2147483647 w 684"/>
                <a:gd name="T15" fmla="*/ 2147483647 h 660"/>
                <a:gd name="T16" fmla="*/ 2147483647 w 684"/>
                <a:gd name="T17" fmla="*/ 2147483647 h 660"/>
                <a:gd name="T18" fmla="*/ 2147483647 w 684"/>
                <a:gd name="T19" fmla="*/ 2147483647 h 660"/>
                <a:gd name="T20" fmla="*/ 2147483647 w 684"/>
                <a:gd name="T21" fmla="*/ 2147483647 h 660"/>
                <a:gd name="T22" fmla="*/ 2147483647 w 684"/>
                <a:gd name="T23" fmla="*/ 2147483647 h 660"/>
                <a:gd name="T24" fmla="*/ 2147483647 w 684"/>
                <a:gd name="T25" fmla="*/ 2147483647 h 660"/>
                <a:gd name="T26" fmla="*/ 2147483647 w 684"/>
                <a:gd name="T27" fmla="*/ 2147483647 h 660"/>
                <a:gd name="T28" fmla="*/ 2147483647 w 684"/>
                <a:gd name="T29" fmla="*/ 2147483647 h 660"/>
                <a:gd name="T30" fmla="*/ 2147483647 w 684"/>
                <a:gd name="T31" fmla="*/ 2147483647 h 660"/>
                <a:gd name="T32" fmla="*/ 2147483647 w 684"/>
                <a:gd name="T33" fmla="*/ 2147483647 h 660"/>
                <a:gd name="T34" fmla="*/ 2147483647 w 684"/>
                <a:gd name="T35" fmla="*/ 2147483647 h 660"/>
                <a:gd name="T36" fmla="*/ 2147483647 w 684"/>
                <a:gd name="T37" fmla="*/ 2147483647 h 660"/>
                <a:gd name="T38" fmla="*/ 2147483647 w 684"/>
                <a:gd name="T39" fmla="*/ 2147483647 h 660"/>
                <a:gd name="T40" fmla="*/ 2147483647 w 684"/>
                <a:gd name="T41" fmla="*/ 2147483647 h 660"/>
                <a:gd name="T42" fmla="*/ 2147483647 w 684"/>
                <a:gd name="T43" fmla="*/ 2147483647 h 660"/>
                <a:gd name="T44" fmla="*/ 2147483647 w 684"/>
                <a:gd name="T45" fmla="*/ 2147483647 h 660"/>
                <a:gd name="T46" fmla="*/ 2147483647 w 684"/>
                <a:gd name="T47" fmla="*/ 2147483647 h 660"/>
                <a:gd name="T48" fmla="*/ 2147483647 w 684"/>
                <a:gd name="T49" fmla="*/ 2147483647 h 660"/>
                <a:gd name="T50" fmla="*/ 2147483647 w 684"/>
                <a:gd name="T51" fmla="*/ 2147483647 h 660"/>
                <a:gd name="T52" fmla="*/ 2147483647 w 684"/>
                <a:gd name="T53" fmla="*/ 0 h 660"/>
                <a:gd name="T54" fmla="*/ 2147483647 w 684"/>
                <a:gd name="T55" fmla="*/ 2147483647 h 660"/>
                <a:gd name="T56" fmla="*/ 2147483647 w 684"/>
                <a:gd name="T57" fmla="*/ 2147483647 h 660"/>
                <a:gd name="T58" fmla="*/ 2147483647 w 684"/>
                <a:gd name="T59" fmla="*/ 0 h 660"/>
                <a:gd name="T60" fmla="*/ 2147483647 w 684"/>
                <a:gd name="T61" fmla="*/ 2147483647 h 660"/>
                <a:gd name="T62" fmla="*/ 2147483647 w 684"/>
                <a:gd name="T63" fmla="*/ 2147483647 h 660"/>
                <a:gd name="T64" fmla="*/ 2147483647 w 684"/>
                <a:gd name="T65" fmla="*/ 2147483647 h 660"/>
                <a:gd name="T66" fmla="*/ 2147483647 w 684"/>
                <a:gd name="T67" fmla="*/ 2147483647 h 660"/>
                <a:gd name="T68" fmla="*/ 2147483647 w 684"/>
                <a:gd name="T69" fmla="*/ 2147483647 h 660"/>
                <a:gd name="T70" fmla="*/ 2147483647 w 684"/>
                <a:gd name="T71" fmla="*/ 2147483647 h 660"/>
                <a:gd name="T72" fmla="*/ 2147483647 w 684"/>
                <a:gd name="T73" fmla="*/ 2147483647 h 660"/>
                <a:gd name="T74" fmla="*/ 2147483647 w 684"/>
                <a:gd name="T75" fmla="*/ 2147483647 h 660"/>
                <a:gd name="T76" fmla="*/ 2147483647 w 684"/>
                <a:gd name="T77" fmla="*/ 2147483647 h 660"/>
                <a:gd name="T78" fmla="*/ 2147483647 w 684"/>
                <a:gd name="T79" fmla="*/ 2147483647 h 660"/>
                <a:gd name="T80" fmla="*/ 2147483647 w 684"/>
                <a:gd name="T81" fmla="*/ 2147483647 h 660"/>
                <a:gd name="T82" fmla="*/ 2147483647 w 684"/>
                <a:gd name="T83" fmla="*/ 2147483647 h 660"/>
                <a:gd name="T84" fmla="*/ 2147483647 w 684"/>
                <a:gd name="T85" fmla="*/ 2147483647 h 660"/>
                <a:gd name="T86" fmla="*/ 0 w 684"/>
                <a:gd name="T87" fmla="*/ 2147483647 h 660"/>
                <a:gd name="T88" fmla="*/ 2147483647 w 684"/>
                <a:gd name="T89" fmla="*/ 2147483647 h 660"/>
                <a:gd name="T90" fmla="*/ 2147483647 w 684"/>
                <a:gd name="T91" fmla="*/ 2147483647 h 660"/>
                <a:gd name="T92" fmla="*/ 2147483647 w 684"/>
                <a:gd name="T93" fmla="*/ 2147483647 h 660"/>
                <a:gd name="T94" fmla="*/ 2147483647 w 684"/>
                <a:gd name="T95" fmla="*/ 2147483647 h 660"/>
                <a:gd name="T96" fmla="*/ 2147483647 w 684"/>
                <a:gd name="T97" fmla="*/ 2147483647 h 660"/>
                <a:gd name="T98" fmla="*/ 2147483647 w 684"/>
                <a:gd name="T99" fmla="*/ 2147483647 h 660"/>
                <a:gd name="T100" fmla="*/ 2147483647 w 684"/>
                <a:gd name="T101" fmla="*/ 2147483647 h 660"/>
                <a:gd name="T102" fmla="*/ 2147483647 w 684"/>
                <a:gd name="T103" fmla="*/ 2147483647 h 660"/>
                <a:gd name="T104" fmla="*/ 2147483647 w 684"/>
                <a:gd name="T105" fmla="*/ 2147483647 h 660"/>
                <a:gd name="T106" fmla="*/ 2147483647 w 684"/>
                <a:gd name="T107" fmla="*/ 2147483647 h 660"/>
                <a:gd name="T108" fmla="*/ 2147483647 w 684"/>
                <a:gd name="T109" fmla="*/ 2147483647 h 660"/>
                <a:gd name="T110" fmla="*/ 2147483647 w 684"/>
                <a:gd name="T111" fmla="*/ 2147483647 h 660"/>
                <a:gd name="T112" fmla="*/ 2147483647 w 684"/>
                <a:gd name="T113" fmla="*/ 2147483647 h 660"/>
                <a:gd name="T114" fmla="*/ 2147483647 w 684"/>
                <a:gd name="T115" fmla="*/ 2147483647 h 66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84"/>
                <a:gd name="T175" fmla="*/ 0 h 660"/>
                <a:gd name="T176" fmla="*/ 684 w 684"/>
                <a:gd name="T177" fmla="*/ 660 h 66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84" h="660">
                  <a:moveTo>
                    <a:pt x="678" y="564"/>
                  </a:moveTo>
                  <a:lnTo>
                    <a:pt x="666" y="552"/>
                  </a:lnTo>
                  <a:lnTo>
                    <a:pt x="654" y="546"/>
                  </a:lnTo>
                  <a:lnTo>
                    <a:pt x="648" y="516"/>
                  </a:lnTo>
                  <a:lnTo>
                    <a:pt x="642" y="516"/>
                  </a:lnTo>
                  <a:lnTo>
                    <a:pt x="636" y="510"/>
                  </a:lnTo>
                  <a:lnTo>
                    <a:pt x="624" y="504"/>
                  </a:lnTo>
                  <a:lnTo>
                    <a:pt x="618" y="498"/>
                  </a:lnTo>
                  <a:lnTo>
                    <a:pt x="618" y="462"/>
                  </a:lnTo>
                  <a:lnTo>
                    <a:pt x="624" y="450"/>
                  </a:lnTo>
                  <a:lnTo>
                    <a:pt x="624" y="438"/>
                  </a:lnTo>
                  <a:lnTo>
                    <a:pt x="594" y="402"/>
                  </a:lnTo>
                  <a:lnTo>
                    <a:pt x="588" y="390"/>
                  </a:lnTo>
                  <a:lnTo>
                    <a:pt x="582" y="384"/>
                  </a:lnTo>
                  <a:lnTo>
                    <a:pt x="564" y="384"/>
                  </a:lnTo>
                  <a:lnTo>
                    <a:pt x="546" y="366"/>
                  </a:lnTo>
                  <a:lnTo>
                    <a:pt x="534" y="360"/>
                  </a:lnTo>
                  <a:lnTo>
                    <a:pt x="528" y="354"/>
                  </a:lnTo>
                  <a:lnTo>
                    <a:pt x="504" y="354"/>
                  </a:lnTo>
                  <a:lnTo>
                    <a:pt x="504" y="312"/>
                  </a:lnTo>
                  <a:lnTo>
                    <a:pt x="498" y="312"/>
                  </a:lnTo>
                  <a:lnTo>
                    <a:pt x="492" y="306"/>
                  </a:lnTo>
                  <a:lnTo>
                    <a:pt x="468" y="294"/>
                  </a:lnTo>
                  <a:lnTo>
                    <a:pt x="456" y="282"/>
                  </a:lnTo>
                  <a:lnTo>
                    <a:pt x="444" y="276"/>
                  </a:lnTo>
                  <a:lnTo>
                    <a:pt x="438" y="270"/>
                  </a:lnTo>
                  <a:lnTo>
                    <a:pt x="438" y="264"/>
                  </a:lnTo>
                  <a:lnTo>
                    <a:pt x="444" y="252"/>
                  </a:lnTo>
                  <a:lnTo>
                    <a:pt x="450" y="246"/>
                  </a:lnTo>
                  <a:lnTo>
                    <a:pt x="438" y="234"/>
                  </a:lnTo>
                  <a:lnTo>
                    <a:pt x="438" y="228"/>
                  </a:lnTo>
                  <a:lnTo>
                    <a:pt x="450" y="216"/>
                  </a:lnTo>
                  <a:lnTo>
                    <a:pt x="462" y="216"/>
                  </a:lnTo>
                  <a:lnTo>
                    <a:pt x="462" y="186"/>
                  </a:lnTo>
                  <a:lnTo>
                    <a:pt x="468" y="186"/>
                  </a:lnTo>
                  <a:lnTo>
                    <a:pt x="480" y="174"/>
                  </a:lnTo>
                  <a:lnTo>
                    <a:pt x="480" y="168"/>
                  </a:lnTo>
                  <a:lnTo>
                    <a:pt x="474" y="156"/>
                  </a:lnTo>
                  <a:lnTo>
                    <a:pt x="462" y="144"/>
                  </a:lnTo>
                  <a:lnTo>
                    <a:pt x="462" y="138"/>
                  </a:lnTo>
                  <a:lnTo>
                    <a:pt x="480" y="120"/>
                  </a:lnTo>
                  <a:lnTo>
                    <a:pt x="480" y="114"/>
                  </a:lnTo>
                  <a:lnTo>
                    <a:pt x="468" y="114"/>
                  </a:lnTo>
                  <a:lnTo>
                    <a:pt x="456" y="120"/>
                  </a:lnTo>
                  <a:lnTo>
                    <a:pt x="450" y="126"/>
                  </a:lnTo>
                  <a:lnTo>
                    <a:pt x="438" y="108"/>
                  </a:lnTo>
                  <a:lnTo>
                    <a:pt x="414" y="102"/>
                  </a:lnTo>
                  <a:lnTo>
                    <a:pt x="414" y="84"/>
                  </a:lnTo>
                  <a:lnTo>
                    <a:pt x="402" y="72"/>
                  </a:lnTo>
                  <a:lnTo>
                    <a:pt x="378" y="24"/>
                  </a:lnTo>
                  <a:lnTo>
                    <a:pt x="378" y="12"/>
                  </a:lnTo>
                  <a:lnTo>
                    <a:pt x="336" y="24"/>
                  </a:lnTo>
                  <a:lnTo>
                    <a:pt x="336" y="6"/>
                  </a:lnTo>
                  <a:lnTo>
                    <a:pt x="330" y="0"/>
                  </a:lnTo>
                  <a:lnTo>
                    <a:pt x="306" y="0"/>
                  </a:lnTo>
                  <a:lnTo>
                    <a:pt x="306" y="6"/>
                  </a:lnTo>
                  <a:lnTo>
                    <a:pt x="300" y="12"/>
                  </a:lnTo>
                  <a:lnTo>
                    <a:pt x="288" y="12"/>
                  </a:lnTo>
                  <a:lnTo>
                    <a:pt x="276" y="0"/>
                  </a:lnTo>
                  <a:lnTo>
                    <a:pt x="234" y="0"/>
                  </a:lnTo>
                  <a:lnTo>
                    <a:pt x="234" y="12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204" y="36"/>
                  </a:lnTo>
                  <a:lnTo>
                    <a:pt x="198" y="48"/>
                  </a:lnTo>
                  <a:lnTo>
                    <a:pt x="192" y="54"/>
                  </a:lnTo>
                  <a:lnTo>
                    <a:pt x="180" y="54"/>
                  </a:lnTo>
                  <a:lnTo>
                    <a:pt x="168" y="60"/>
                  </a:lnTo>
                  <a:lnTo>
                    <a:pt x="156" y="60"/>
                  </a:lnTo>
                  <a:lnTo>
                    <a:pt x="150" y="66"/>
                  </a:lnTo>
                  <a:lnTo>
                    <a:pt x="144" y="78"/>
                  </a:lnTo>
                  <a:lnTo>
                    <a:pt x="144" y="90"/>
                  </a:lnTo>
                  <a:lnTo>
                    <a:pt x="150" y="102"/>
                  </a:lnTo>
                  <a:lnTo>
                    <a:pt x="156" y="108"/>
                  </a:lnTo>
                  <a:lnTo>
                    <a:pt x="156" y="120"/>
                  </a:lnTo>
                  <a:lnTo>
                    <a:pt x="162" y="132"/>
                  </a:lnTo>
                  <a:lnTo>
                    <a:pt x="162" y="162"/>
                  </a:lnTo>
                  <a:lnTo>
                    <a:pt x="156" y="174"/>
                  </a:lnTo>
                  <a:lnTo>
                    <a:pt x="150" y="192"/>
                  </a:lnTo>
                  <a:lnTo>
                    <a:pt x="150" y="198"/>
                  </a:lnTo>
                  <a:lnTo>
                    <a:pt x="168" y="216"/>
                  </a:lnTo>
                  <a:lnTo>
                    <a:pt x="168" y="222"/>
                  </a:lnTo>
                  <a:lnTo>
                    <a:pt x="162" y="228"/>
                  </a:lnTo>
                  <a:lnTo>
                    <a:pt x="138" y="240"/>
                  </a:lnTo>
                  <a:lnTo>
                    <a:pt x="78" y="264"/>
                  </a:lnTo>
                  <a:lnTo>
                    <a:pt x="66" y="270"/>
                  </a:lnTo>
                  <a:lnTo>
                    <a:pt x="6" y="318"/>
                  </a:lnTo>
                  <a:lnTo>
                    <a:pt x="0" y="318"/>
                  </a:lnTo>
                  <a:lnTo>
                    <a:pt x="0" y="324"/>
                  </a:lnTo>
                  <a:lnTo>
                    <a:pt x="24" y="366"/>
                  </a:lnTo>
                  <a:lnTo>
                    <a:pt x="24" y="384"/>
                  </a:lnTo>
                  <a:lnTo>
                    <a:pt x="48" y="402"/>
                  </a:lnTo>
                  <a:lnTo>
                    <a:pt x="48" y="414"/>
                  </a:lnTo>
                  <a:lnTo>
                    <a:pt x="60" y="426"/>
                  </a:lnTo>
                  <a:lnTo>
                    <a:pt x="126" y="426"/>
                  </a:lnTo>
                  <a:lnTo>
                    <a:pt x="156" y="456"/>
                  </a:lnTo>
                  <a:lnTo>
                    <a:pt x="168" y="462"/>
                  </a:lnTo>
                  <a:lnTo>
                    <a:pt x="180" y="474"/>
                  </a:lnTo>
                  <a:lnTo>
                    <a:pt x="228" y="498"/>
                  </a:lnTo>
                  <a:lnTo>
                    <a:pt x="234" y="504"/>
                  </a:lnTo>
                  <a:lnTo>
                    <a:pt x="246" y="510"/>
                  </a:lnTo>
                  <a:lnTo>
                    <a:pt x="438" y="654"/>
                  </a:lnTo>
                  <a:lnTo>
                    <a:pt x="522" y="654"/>
                  </a:lnTo>
                  <a:lnTo>
                    <a:pt x="570" y="660"/>
                  </a:lnTo>
                  <a:lnTo>
                    <a:pt x="564" y="660"/>
                  </a:lnTo>
                  <a:lnTo>
                    <a:pt x="570" y="654"/>
                  </a:lnTo>
                  <a:lnTo>
                    <a:pt x="588" y="618"/>
                  </a:lnTo>
                  <a:lnTo>
                    <a:pt x="588" y="606"/>
                  </a:lnTo>
                  <a:lnTo>
                    <a:pt x="594" y="600"/>
                  </a:lnTo>
                  <a:lnTo>
                    <a:pt x="600" y="588"/>
                  </a:lnTo>
                  <a:lnTo>
                    <a:pt x="648" y="588"/>
                  </a:lnTo>
                  <a:lnTo>
                    <a:pt x="654" y="594"/>
                  </a:lnTo>
                  <a:lnTo>
                    <a:pt x="678" y="582"/>
                  </a:lnTo>
                  <a:lnTo>
                    <a:pt x="684" y="576"/>
                  </a:lnTo>
                  <a:lnTo>
                    <a:pt x="678" y="570"/>
                  </a:lnTo>
                  <a:lnTo>
                    <a:pt x="678" y="56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95" name="Iran" descr="© INSCALE GmbH, 05.05.2010&#10;http://www.presentationload.com/">
              <a:extLst>
                <a:ext uri="{FF2B5EF4-FFF2-40B4-BE49-F238E27FC236}">
                  <a16:creationId xmlns:a16="http://schemas.microsoft.com/office/drawing/2014/main" id="{7BB39C89-BC62-4B36-80F3-FB1271C8720B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707763" y="1948761"/>
              <a:ext cx="475609" cy="387901"/>
            </a:xfrm>
            <a:custGeom>
              <a:avLst/>
              <a:gdLst>
                <a:gd name="T0" fmla="*/ 2147483647 w 1440"/>
                <a:gd name="T1" fmla="*/ 2147483647 h 1182"/>
                <a:gd name="T2" fmla="*/ 2147483647 w 1440"/>
                <a:gd name="T3" fmla="*/ 2147483647 h 1182"/>
                <a:gd name="T4" fmla="*/ 2147483647 w 1440"/>
                <a:gd name="T5" fmla="*/ 2147483647 h 1182"/>
                <a:gd name="T6" fmla="*/ 2147483647 w 1440"/>
                <a:gd name="T7" fmla="*/ 2147483647 h 1182"/>
                <a:gd name="T8" fmla="*/ 2147483647 w 1440"/>
                <a:gd name="T9" fmla="*/ 2147483647 h 1182"/>
                <a:gd name="T10" fmla="*/ 2147483647 w 1440"/>
                <a:gd name="T11" fmla="*/ 2147483647 h 1182"/>
                <a:gd name="T12" fmla="*/ 2147483647 w 1440"/>
                <a:gd name="T13" fmla="*/ 2147483647 h 1182"/>
                <a:gd name="T14" fmla="*/ 2147483647 w 1440"/>
                <a:gd name="T15" fmla="*/ 2147483647 h 1182"/>
                <a:gd name="T16" fmla="*/ 2147483647 w 1440"/>
                <a:gd name="T17" fmla="*/ 2147483647 h 1182"/>
                <a:gd name="T18" fmla="*/ 2147483647 w 1440"/>
                <a:gd name="T19" fmla="*/ 2147483647 h 1182"/>
                <a:gd name="T20" fmla="*/ 2147483647 w 1440"/>
                <a:gd name="T21" fmla="*/ 2147483647 h 1182"/>
                <a:gd name="T22" fmla="*/ 2147483647 w 1440"/>
                <a:gd name="T23" fmla="*/ 2147483647 h 1182"/>
                <a:gd name="T24" fmla="*/ 2147483647 w 1440"/>
                <a:gd name="T25" fmla="*/ 2147483647 h 1182"/>
                <a:gd name="T26" fmla="*/ 2147483647 w 1440"/>
                <a:gd name="T27" fmla="*/ 2147483647 h 1182"/>
                <a:gd name="T28" fmla="*/ 2147483647 w 1440"/>
                <a:gd name="T29" fmla="*/ 2147483647 h 1182"/>
                <a:gd name="T30" fmla="*/ 2147483647 w 1440"/>
                <a:gd name="T31" fmla="*/ 2147483647 h 1182"/>
                <a:gd name="T32" fmla="*/ 2147483647 w 1440"/>
                <a:gd name="T33" fmla="*/ 2147483647 h 1182"/>
                <a:gd name="T34" fmla="*/ 2147483647 w 1440"/>
                <a:gd name="T35" fmla="*/ 2147483647 h 1182"/>
                <a:gd name="T36" fmla="*/ 2147483647 w 1440"/>
                <a:gd name="T37" fmla="*/ 2147483647 h 1182"/>
                <a:gd name="T38" fmla="*/ 2147483647 w 1440"/>
                <a:gd name="T39" fmla="*/ 2147483647 h 1182"/>
                <a:gd name="T40" fmla="*/ 2147483647 w 1440"/>
                <a:gd name="T41" fmla="*/ 2147483647 h 1182"/>
                <a:gd name="T42" fmla="*/ 2147483647 w 1440"/>
                <a:gd name="T43" fmla="*/ 2147483647 h 1182"/>
                <a:gd name="T44" fmla="*/ 2147483647 w 1440"/>
                <a:gd name="T45" fmla="*/ 2147483647 h 1182"/>
                <a:gd name="T46" fmla="*/ 2147483647 w 1440"/>
                <a:gd name="T47" fmla="*/ 2147483647 h 1182"/>
                <a:gd name="T48" fmla="*/ 2147483647 w 1440"/>
                <a:gd name="T49" fmla="*/ 2147483647 h 1182"/>
                <a:gd name="T50" fmla="*/ 2147483647 w 1440"/>
                <a:gd name="T51" fmla="*/ 2147483647 h 1182"/>
                <a:gd name="T52" fmla="*/ 2147483647 w 1440"/>
                <a:gd name="T53" fmla="*/ 2147483647 h 1182"/>
                <a:gd name="T54" fmla="*/ 2147483647 w 1440"/>
                <a:gd name="T55" fmla="*/ 2147483647 h 1182"/>
                <a:gd name="T56" fmla="*/ 2147483647 w 1440"/>
                <a:gd name="T57" fmla="*/ 2147483647 h 1182"/>
                <a:gd name="T58" fmla="*/ 2147483647 w 1440"/>
                <a:gd name="T59" fmla="*/ 2147483647 h 1182"/>
                <a:gd name="T60" fmla="*/ 2147483647 w 1440"/>
                <a:gd name="T61" fmla="*/ 0 h 1182"/>
                <a:gd name="T62" fmla="*/ 2147483647 w 1440"/>
                <a:gd name="T63" fmla="*/ 2147483647 h 1182"/>
                <a:gd name="T64" fmla="*/ 2147483647 w 1440"/>
                <a:gd name="T65" fmla="*/ 2147483647 h 1182"/>
                <a:gd name="T66" fmla="*/ 2147483647 w 1440"/>
                <a:gd name="T67" fmla="*/ 2147483647 h 1182"/>
                <a:gd name="T68" fmla="*/ 2147483647 w 1440"/>
                <a:gd name="T69" fmla="*/ 2147483647 h 1182"/>
                <a:gd name="T70" fmla="*/ 2147483647 w 1440"/>
                <a:gd name="T71" fmla="*/ 2147483647 h 1182"/>
                <a:gd name="T72" fmla="*/ 2147483647 w 1440"/>
                <a:gd name="T73" fmla="*/ 2147483647 h 1182"/>
                <a:gd name="T74" fmla="*/ 2147483647 w 1440"/>
                <a:gd name="T75" fmla="*/ 2147483647 h 1182"/>
                <a:gd name="T76" fmla="*/ 2147483647 w 1440"/>
                <a:gd name="T77" fmla="*/ 2147483647 h 1182"/>
                <a:gd name="T78" fmla="*/ 2147483647 w 1440"/>
                <a:gd name="T79" fmla="*/ 2147483647 h 1182"/>
                <a:gd name="T80" fmla="*/ 2147483647 w 1440"/>
                <a:gd name="T81" fmla="*/ 2147483647 h 1182"/>
                <a:gd name="T82" fmla="*/ 2147483647 w 1440"/>
                <a:gd name="T83" fmla="*/ 2147483647 h 1182"/>
                <a:gd name="T84" fmla="*/ 2147483647 w 1440"/>
                <a:gd name="T85" fmla="*/ 2147483647 h 1182"/>
                <a:gd name="T86" fmla="*/ 2147483647 w 1440"/>
                <a:gd name="T87" fmla="*/ 2147483647 h 1182"/>
                <a:gd name="T88" fmla="*/ 2147483647 w 1440"/>
                <a:gd name="T89" fmla="*/ 2147483647 h 1182"/>
                <a:gd name="T90" fmla="*/ 2147483647 w 1440"/>
                <a:gd name="T91" fmla="*/ 2147483647 h 1182"/>
                <a:gd name="T92" fmla="*/ 2147483647 w 1440"/>
                <a:gd name="T93" fmla="*/ 2147483647 h 1182"/>
                <a:gd name="T94" fmla="*/ 2147483647 w 1440"/>
                <a:gd name="T95" fmla="*/ 2147483647 h 1182"/>
                <a:gd name="T96" fmla="*/ 2147483647 w 1440"/>
                <a:gd name="T97" fmla="*/ 2147483647 h 1182"/>
                <a:gd name="T98" fmla="*/ 2147483647 w 1440"/>
                <a:gd name="T99" fmla="*/ 2147483647 h 1182"/>
                <a:gd name="T100" fmla="*/ 2147483647 w 1440"/>
                <a:gd name="T101" fmla="*/ 2147483647 h 1182"/>
                <a:gd name="T102" fmla="*/ 2147483647 w 1440"/>
                <a:gd name="T103" fmla="*/ 2147483647 h 1182"/>
                <a:gd name="T104" fmla="*/ 2147483647 w 1440"/>
                <a:gd name="T105" fmla="*/ 2147483647 h 1182"/>
                <a:gd name="T106" fmla="*/ 2147483647 w 1440"/>
                <a:gd name="T107" fmla="*/ 2147483647 h 1182"/>
                <a:gd name="T108" fmla="*/ 2147483647 w 1440"/>
                <a:gd name="T109" fmla="*/ 2147483647 h 1182"/>
                <a:gd name="T110" fmla="*/ 2147483647 w 1440"/>
                <a:gd name="T111" fmla="*/ 2147483647 h 118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40"/>
                <a:gd name="T169" fmla="*/ 0 h 1182"/>
                <a:gd name="T170" fmla="*/ 1440 w 1440"/>
                <a:gd name="T171" fmla="*/ 1182 h 118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40" h="1182">
                  <a:moveTo>
                    <a:pt x="1338" y="1176"/>
                  </a:moveTo>
                  <a:lnTo>
                    <a:pt x="1338" y="1170"/>
                  </a:lnTo>
                  <a:lnTo>
                    <a:pt x="1332" y="1158"/>
                  </a:lnTo>
                  <a:lnTo>
                    <a:pt x="1332" y="1128"/>
                  </a:lnTo>
                  <a:lnTo>
                    <a:pt x="1344" y="1116"/>
                  </a:lnTo>
                  <a:lnTo>
                    <a:pt x="1344" y="1110"/>
                  </a:lnTo>
                  <a:lnTo>
                    <a:pt x="1350" y="1104"/>
                  </a:lnTo>
                  <a:lnTo>
                    <a:pt x="1356" y="1086"/>
                  </a:lnTo>
                  <a:lnTo>
                    <a:pt x="1368" y="1086"/>
                  </a:lnTo>
                  <a:lnTo>
                    <a:pt x="1374" y="1080"/>
                  </a:lnTo>
                  <a:lnTo>
                    <a:pt x="1374" y="1074"/>
                  </a:lnTo>
                  <a:lnTo>
                    <a:pt x="1380" y="1074"/>
                  </a:lnTo>
                  <a:lnTo>
                    <a:pt x="1380" y="1068"/>
                  </a:lnTo>
                  <a:lnTo>
                    <a:pt x="1386" y="1062"/>
                  </a:lnTo>
                  <a:lnTo>
                    <a:pt x="1398" y="1056"/>
                  </a:lnTo>
                  <a:lnTo>
                    <a:pt x="1428" y="1056"/>
                  </a:lnTo>
                  <a:lnTo>
                    <a:pt x="1428" y="1062"/>
                  </a:lnTo>
                  <a:lnTo>
                    <a:pt x="1434" y="1062"/>
                  </a:lnTo>
                  <a:lnTo>
                    <a:pt x="1440" y="1056"/>
                  </a:lnTo>
                  <a:lnTo>
                    <a:pt x="1440" y="1044"/>
                  </a:lnTo>
                  <a:lnTo>
                    <a:pt x="1434" y="1026"/>
                  </a:lnTo>
                  <a:lnTo>
                    <a:pt x="1428" y="1014"/>
                  </a:lnTo>
                  <a:lnTo>
                    <a:pt x="1422" y="1008"/>
                  </a:lnTo>
                  <a:lnTo>
                    <a:pt x="1404" y="1008"/>
                  </a:lnTo>
                  <a:lnTo>
                    <a:pt x="1404" y="996"/>
                  </a:lnTo>
                  <a:lnTo>
                    <a:pt x="1398" y="984"/>
                  </a:lnTo>
                  <a:lnTo>
                    <a:pt x="1398" y="960"/>
                  </a:lnTo>
                  <a:lnTo>
                    <a:pt x="1392" y="960"/>
                  </a:lnTo>
                  <a:lnTo>
                    <a:pt x="1398" y="930"/>
                  </a:lnTo>
                  <a:lnTo>
                    <a:pt x="1374" y="930"/>
                  </a:lnTo>
                  <a:lnTo>
                    <a:pt x="1362" y="912"/>
                  </a:lnTo>
                  <a:lnTo>
                    <a:pt x="1350" y="918"/>
                  </a:lnTo>
                  <a:lnTo>
                    <a:pt x="1332" y="918"/>
                  </a:lnTo>
                  <a:lnTo>
                    <a:pt x="1326" y="912"/>
                  </a:lnTo>
                  <a:lnTo>
                    <a:pt x="1314" y="894"/>
                  </a:lnTo>
                  <a:lnTo>
                    <a:pt x="1308" y="876"/>
                  </a:lnTo>
                  <a:lnTo>
                    <a:pt x="1296" y="864"/>
                  </a:lnTo>
                  <a:lnTo>
                    <a:pt x="1284" y="846"/>
                  </a:lnTo>
                  <a:lnTo>
                    <a:pt x="1278" y="840"/>
                  </a:lnTo>
                  <a:lnTo>
                    <a:pt x="1272" y="828"/>
                  </a:lnTo>
                  <a:lnTo>
                    <a:pt x="1248" y="804"/>
                  </a:lnTo>
                  <a:lnTo>
                    <a:pt x="1242" y="804"/>
                  </a:lnTo>
                  <a:lnTo>
                    <a:pt x="1242" y="792"/>
                  </a:lnTo>
                  <a:lnTo>
                    <a:pt x="1260" y="774"/>
                  </a:lnTo>
                  <a:lnTo>
                    <a:pt x="1266" y="762"/>
                  </a:lnTo>
                  <a:lnTo>
                    <a:pt x="1272" y="756"/>
                  </a:lnTo>
                  <a:lnTo>
                    <a:pt x="1296" y="708"/>
                  </a:lnTo>
                  <a:lnTo>
                    <a:pt x="1284" y="684"/>
                  </a:lnTo>
                  <a:lnTo>
                    <a:pt x="1278" y="678"/>
                  </a:lnTo>
                  <a:lnTo>
                    <a:pt x="1242" y="678"/>
                  </a:lnTo>
                  <a:lnTo>
                    <a:pt x="1230" y="672"/>
                  </a:lnTo>
                  <a:lnTo>
                    <a:pt x="1224" y="672"/>
                  </a:lnTo>
                  <a:lnTo>
                    <a:pt x="1218" y="666"/>
                  </a:lnTo>
                  <a:lnTo>
                    <a:pt x="1218" y="612"/>
                  </a:lnTo>
                  <a:lnTo>
                    <a:pt x="1212" y="606"/>
                  </a:lnTo>
                  <a:lnTo>
                    <a:pt x="1200" y="582"/>
                  </a:lnTo>
                  <a:lnTo>
                    <a:pt x="1188" y="564"/>
                  </a:lnTo>
                  <a:lnTo>
                    <a:pt x="1176" y="540"/>
                  </a:lnTo>
                  <a:lnTo>
                    <a:pt x="1182" y="528"/>
                  </a:lnTo>
                  <a:lnTo>
                    <a:pt x="1200" y="510"/>
                  </a:lnTo>
                  <a:lnTo>
                    <a:pt x="1200" y="504"/>
                  </a:lnTo>
                  <a:lnTo>
                    <a:pt x="1194" y="498"/>
                  </a:lnTo>
                  <a:lnTo>
                    <a:pt x="1170" y="498"/>
                  </a:lnTo>
                  <a:lnTo>
                    <a:pt x="1170" y="468"/>
                  </a:lnTo>
                  <a:lnTo>
                    <a:pt x="1158" y="456"/>
                  </a:lnTo>
                  <a:lnTo>
                    <a:pt x="1158" y="450"/>
                  </a:lnTo>
                  <a:lnTo>
                    <a:pt x="1164" y="444"/>
                  </a:lnTo>
                  <a:lnTo>
                    <a:pt x="1176" y="438"/>
                  </a:lnTo>
                  <a:lnTo>
                    <a:pt x="1182" y="432"/>
                  </a:lnTo>
                  <a:lnTo>
                    <a:pt x="1188" y="432"/>
                  </a:lnTo>
                  <a:lnTo>
                    <a:pt x="1176" y="414"/>
                  </a:lnTo>
                  <a:lnTo>
                    <a:pt x="1200" y="408"/>
                  </a:lnTo>
                  <a:lnTo>
                    <a:pt x="1200" y="402"/>
                  </a:lnTo>
                  <a:lnTo>
                    <a:pt x="1194" y="396"/>
                  </a:lnTo>
                  <a:lnTo>
                    <a:pt x="1194" y="372"/>
                  </a:lnTo>
                  <a:lnTo>
                    <a:pt x="1188" y="360"/>
                  </a:lnTo>
                  <a:lnTo>
                    <a:pt x="1188" y="354"/>
                  </a:lnTo>
                  <a:lnTo>
                    <a:pt x="1194" y="342"/>
                  </a:lnTo>
                  <a:lnTo>
                    <a:pt x="1200" y="336"/>
                  </a:lnTo>
                  <a:lnTo>
                    <a:pt x="1188" y="306"/>
                  </a:lnTo>
                  <a:lnTo>
                    <a:pt x="1194" y="282"/>
                  </a:lnTo>
                  <a:lnTo>
                    <a:pt x="1182" y="282"/>
                  </a:lnTo>
                  <a:lnTo>
                    <a:pt x="1182" y="246"/>
                  </a:lnTo>
                  <a:lnTo>
                    <a:pt x="1116" y="252"/>
                  </a:lnTo>
                  <a:lnTo>
                    <a:pt x="1110" y="246"/>
                  </a:lnTo>
                  <a:lnTo>
                    <a:pt x="1104" y="234"/>
                  </a:lnTo>
                  <a:lnTo>
                    <a:pt x="1092" y="228"/>
                  </a:lnTo>
                  <a:lnTo>
                    <a:pt x="1080" y="216"/>
                  </a:lnTo>
                  <a:lnTo>
                    <a:pt x="1068" y="216"/>
                  </a:lnTo>
                  <a:lnTo>
                    <a:pt x="1062" y="210"/>
                  </a:lnTo>
                  <a:lnTo>
                    <a:pt x="1056" y="210"/>
                  </a:lnTo>
                  <a:lnTo>
                    <a:pt x="1050" y="204"/>
                  </a:lnTo>
                  <a:lnTo>
                    <a:pt x="1044" y="192"/>
                  </a:lnTo>
                  <a:lnTo>
                    <a:pt x="1044" y="186"/>
                  </a:lnTo>
                  <a:lnTo>
                    <a:pt x="1038" y="180"/>
                  </a:lnTo>
                  <a:lnTo>
                    <a:pt x="1032" y="180"/>
                  </a:lnTo>
                  <a:lnTo>
                    <a:pt x="1020" y="174"/>
                  </a:lnTo>
                  <a:lnTo>
                    <a:pt x="1002" y="174"/>
                  </a:lnTo>
                  <a:lnTo>
                    <a:pt x="990" y="168"/>
                  </a:lnTo>
                  <a:lnTo>
                    <a:pt x="972" y="168"/>
                  </a:lnTo>
                  <a:lnTo>
                    <a:pt x="972" y="174"/>
                  </a:lnTo>
                  <a:lnTo>
                    <a:pt x="960" y="168"/>
                  </a:lnTo>
                  <a:lnTo>
                    <a:pt x="954" y="162"/>
                  </a:lnTo>
                  <a:lnTo>
                    <a:pt x="942" y="156"/>
                  </a:lnTo>
                  <a:lnTo>
                    <a:pt x="936" y="150"/>
                  </a:lnTo>
                  <a:lnTo>
                    <a:pt x="906" y="150"/>
                  </a:lnTo>
                  <a:lnTo>
                    <a:pt x="906" y="138"/>
                  </a:lnTo>
                  <a:lnTo>
                    <a:pt x="894" y="126"/>
                  </a:lnTo>
                  <a:lnTo>
                    <a:pt x="834" y="126"/>
                  </a:lnTo>
                  <a:lnTo>
                    <a:pt x="834" y="132"/>
                  </a:lnTo>
                  <a:lnTo>
                    <a:pt x="828" y="138"/>
                  </a:lnTo>
                  <a:lnTo>
                    <a:pt x="816" y="132"/>
                  </a:lnTo>
                  <a:lnTo>
                    <a:pt x="780" y="132"/>
                  </a:lnTo>
                  <a:lnTo>
                    <a:pt x="768" y="138"/>
                  </a:lnTo>
                  <a:lnTo>
                    <a:pt x="750" y="156"/>
                  </a:lnTo>
                  <a:lnTo>
                    <a:pt x="738" y="162"/>
                  </a:lnTo>
                  <a:lnTo>
                    <a:pt x="732" y="168"/>
                  </a:lnTo>
                  <a:lnTo>
                    <a:pt x="732" y="180"/>
                  </a:lnTo>
                  <a:lnTo>
                    <a:pt x="720" y="186"/>
                  </a:lnTo>
                  <a:lnTo>
                    <a:pt x="708" y="198"/>
                  </a:lnTo>
                  <a:lnTo>
                    <a:pt x="678" y="198"/>
                  </a:lnTo>
                  <a:lnTo>
                    <a:pt x="690" y="210"/>
                  </a:lnTo>
                  <a:lnTo>
                    <a:pt x="690" y="222"/>
                  </a:lnTo>
                  <a:lnTo>
                    <a:pt x="696" y="228"/>
                  </a:lnTo>
                  <a:lnTo>
                    <a:pt x="696" y="234"/>
                  </a:lnTo>
                  <a:lnTo>
                    <a:pt x="690" y="240"/>
                  </a:lnTo>
                  <a:lnTo>
                    <a:pt x="678" y="240"/>
                  </a:lnTo>
                  <a:lnTo>
                    <a:pt x="666" y="234"/>
                  </a:lnTo>
                  <a:lnTo>
                    <a:pt x="660" y="228"/>
                  </a:lnTo>
                  <a:lnTo>
                    <a:pt x="654" y="228"/>
                  </a:lnTo>
                  <a:lnTo>
                    <a:pt x="648" y="234"/>
                  </a:lnTo>
                  <a:lnTo>
                    <a:pt x="624" y="234"/>
                  </a:lnTo>
                  <a:lnTo>
                    <a:pt x="612" y="240"/>
                  </a:lnTo>
                  <a:lnTo>
                    <a:pt x="600" y="240"/>
                  </a:lnTo>
                  <a:lnTo>
                    <a:pt x="582" y="246"/>
                  </a:lnTo>
                  <a:lnTo>
                    <a:pt x="558" y="258"/>
                  </a:lnTo>
                  <a:lnTo>
                    <a:pt x="546" y="252"/>
                  </a:lnTo>
                  <a:lnTo>
                    <a:pt x="534" y="252"/>
                  </a:lnTo>
                  <a:lnTo>
                    <a:pt x="522" y="246"/>
                  </a:lnTo>
                  <a:lnTo>
                    <a:pt x="498" y="246"/>
                  </a:lnTo>
                  <a:lnTo>
                    <a:pt x="480" y="240"/>
                  </a:lnTo>
                  <a:lnTo>
                    <a:pt x="468" y="228"/>
                  </a:lnTo>
                  <a:lnTo>
                    <a:pt x="456" y="222"/>
                  </a:lnTo>
                  <a:lnTo>
                    <a:pt x="444" y="210"/>
                  </a:lnTo>
                  <a:lnTo>
                    <a:pt x="438" y="198"/>
                  </a:lnTo>
                  <a:lnTo>
                    <a:pt x="432" y="192"/>
                  </a:lnTo>
                  <a:lnTo>
                    <a:pt x="432" y="186"/>
                  </a:lnTo>
                  <a:lnTo>
                    <a:pt x="378" y="186"/>
                  </a:lnTo>
                  <a:lnTo>
                    <a:pt x="354" y="162"/>
                  </a:lnTo>
                  <a:lnTo>
                    <a:pt x="336" y="126"/>
                  </a:lnTo>
                  <a:lnTo>
                    <a:pt x="330" y="120"/>
                  </a:lnTo>
                  <a:lnTo>
                    <a:pt x="330" y="114"/>
                  </a:lnTo>
                  <a:lnTo>
                    <a:pt x="312" y="114"/>
                  </a:lnTo>
                  <a:lnTo>
                    <a:pt x="312" y="108"/>
                  </a:lnTo>
                  <a:lnTo>
                    <a:pt x="306" y="102"/>
                  </a:lnTo>
                  <a:lnTo>
                    <a:pt x="300" y="102"/>
                  </a:lnTo>
                  <a:lnTo>
                    <a:pt x="294" y="96"/>
                  </a:lnTo>
                  <a:lnTo>
                    <a:pt x="282" y="90"/>
                  </a:lnTo>
                  <a:lnTo>
                    <a:pt x="270" y="78"/>
                  </a:lnTo>
                  <a:lnTo>
                    <a:pt x="270" y="72"/>
                  </a:lnTo>
                  <a:lnTo>
                    <a:pt x="282" y="72"/>
                  </a:lnTo>
                  <a:lnTo>
                    <a:pt x="288" y="66"/>
                  </a:lnTo>
                  <a:lnTo>
                    <a:pt x="288" y="60"/>
                  </a:lnTo>
                  <a:lnTo>
                    <a:pt x="282" y="54"/>
                  </a:lnTo>
                  <a:lnTo>
                    <a:pt x="276" y="54"/>
                  </a:lnTo>
                  <a:lnTo>
                    <a:pt x="276" y="42"/>
                  </a:lnTo>
                  <a:lnTo>
                    <a:pt x="282" y="36"/>
                  </a:lnTo>
                  <a:lnTo>
                    <a:pt x="282" y="18"/>
                  </a:lnTo>
                  <a:lnTo>
                    <a:pt x="276" y="12"/>
                  </a:lnTo>
                  <a:lnTo>
                    <a:pt x="270" y="0"/>
                  </a:lnTo>
                  <a:lnTo>
                    <a:pt x="258" y="0"/>
                  </a:lnTo>
                  <a:lnTo>
                    <a:pt x="246" y="6"/>
                  </a:lnTo>
                  <a:lnTo>
                    <a:pt x="234" y="18"/>
                  </a:lnTo>
                  <a:lnTo>
                    <a:pt x="222" y="24"/>
                  </a:lnTo>
                  <a:lnTo>
                    <a:pt x="204" y="36"/>
                  </a:lnTo>
                  <a:lnTo>
                    <a:pt x="192" y="48"/>
                  </a:lnTo>
                  <a:lnTo>
                    <a:pt x="192" y="54"/>
                  </a:lnTo>
                  <a:lnTo>
                    <a:pt x="186" y="60"/>
                  </a:lnTo>
                  <a:lnTo>
                    <a:pt x="180" y="72"/>
                  </a:lnTo>
                  <a:lnTo>
                    <a:pt x="132" y="72"/>
                  </a:lnTo>
                  <a:lnTo>
                    <a:pt x="96" y="60"/>
                  </a:lnTo>
                  <a:lnTo>
                    <a:pt x="84" y="54"/>
                  </a:lnTo>
                  <a:lnTo>
                    <a:pt x="66" y="36"/>
                  </a:lnTo>
                  <a:lnTo>
                    <a:pt x="54" y="12"/>
                  </a:lnTo>
                  <a:lnTo>
                    <a:pt x="54" y="6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24" y="18"/>
                  </a:lnTo>
                  <a:lnTo>
                    <a:pt x="24" y="30"/>
                  </a:lnTo>
                  <a:lnTo>
                    <a:pt x="0" y="30"/>
                  </a:lnTo>
                  <a:lnTo>
                    <a:pt x="18" y="54"/>
                  </a:lnTo>
                  <a:lnTo>
                    <a:pt x="18" y="84"/>
                  </a:lnTo>
                  <a:lnTo>
                    <a:pt x="30" y="96"/>
                  </a:lnTo>
                  <a:lnTo>
                    <a:pt x="30" y="108"/>
                  </a:lnTo>
                  <a:lnTo>
                    <a:pt x="36" y="114"/>
                  </a:lnTo>
                  <a:lnTo>
                    <a:pt x="42" y="114"/>
                  </a:lnTo>
                  <a:lnTo>
                    <a:pt x="36" y="120"/>
                  </a:lnTo>
                  <a:lnTo>
                    <a:pt x="36" y="126"/>
                  </a:lnTo>
                  <a:lnTo>
                    <a:pt x="30" y="138"/>
                  </a:lnTo>
                  <a:lnTo>
                    <a:pt x="24" y="144"/>
                  </a:lnTo>
                  <a:lnTo>
                    <a:pt x="60" y="162"/>
                  </a:lnTo>
                  <a:lnTo>
                    <a:pt x="60" y="192"/>
                  </a:lnTo>
                  <a:lnTo>
                    <a:pt x="84" y="198"/>
                  </a:lnTo>
                  <a:lnTo>
                    <a:pt x="84" y="210"/>
                  </a:lnTo>
                  <a:lnTo>
                    <a:pt x="96" y="246"/>
                  </a:lnTo>
                  <a:lnTo>
                    <a:pt x="108" y="270"/>
                  </a:lnTo>
                  <a:lnTo>
                    <a:pt x="120" y="282"/>
                  </a:lnTo>
                  <a:lnTo>
                    <a:pt x="120" y="300"/>
                  </a:lnTo>
                  <a:lnTo>
                    <a:pt x="144" y="306"/>
                  </a:lnTo>
                  <a:lnTo>
                    <a:pt x="156" y="324"/>
                  </a:lnTo>
                  <a:lnTo>
                    <a:pt x="162" y="318"/>
                  </a:lnTo>
                  <a:lnTo>
                    <a:pt x="174" y="312"/>
                  </a:lnTo>
                  <a:lnTo>
                    <a:pt x="186" y="312"/>
                  </a:lnTo>
                  <a:lnTo>
                    <a:pt x="186" y="318"/>
                  </a:lnTo>
                  <a:lnTo>
                    <a:pt x="168" y="336"/>
                  </a:lnTo>
                  <a:lnTo>
                    <a:pt x="168" y="342"/>
                  </a:lnTo>
                  <a:lnTo>
                    <a:pt x="180" y="354"/>
                  </a:lnTo>
                  <a:lnTo>
                    <a:pt x="186" y="366"/>
                  </a:lnTo>
                  <a:lnTo>
                    <a:pt x="186" y="372"/>
                  </a:lnTo>
                  <a:lnTo>
                    <a:pt x="174" y="384"/>
                  </a:lnTo>
                  <a:lnTo>
                    <a:pt x="168" y="384"/>
                  </a:lnTo>
                  <a:lnTo>
                    <a:pt x="168" y="414"/>
                  </a:lnTo>
                  <a:lnTo>
                    <a:pt x="156" y="414"/>
                  </a:lnTo>
                  <a:lnTo>
                    <a:pt x="144" y="426"/>
                  </a:lnTo>
                  <a:lnTo>
                    <a:pt x="144" y="432"/>
                  </a:lnTo>
                  <a:lnTo>
                    <a:pt x="156" y="444"/>
                  </a:lnTo>
                  <a:lnTo>
                    <a:pt x="150" y="450"/>
                  </a:lnTo>
                  <a:lnTo>
                    <a:pt x="144" y="462"/>
                  </a:lnTo>
                  <a:lnTo>
                    <a:pt x="144" y="468"/>
                  </a:lnTo>
                  <a:lnTo>
                    <a:pt x="150" y="474"/>
                  </a:lnTo>
                  <a:lnTo>
                    <a:pt x="162" y="480"/>
                  </a:lnTo>
                  <a:lnTo>
                    <a:pt x="174" y="492"/>
                  </a:lnTo>
                  <a:lnTo>
                    <a:pt x="198" y="504"/>
                  </a:lnTo>
                  <a:lnTo>
                    <a:pt x="204" y="510"/>
                  </a:lnTo>
                  <a:lnTo>
                    <a:pt x="210" y="510"/>
                  </a:lnTo>
                  <a:lnTo>
                    <a:pt x="210" y="552"/>
                  </a:lnTo>
                  <a:lnTo>
                    <a:pt x="234" y="552"/>
                  </a:lnTo>
                  <a:lnTo>
                    <a:pt x="240" y="558"/>
                  </a:lnTo>
                  <a:lnTo>
                    <a:pt x="252" y="564"/>
                  </a:lnTo>
                  <a:lnTo>
                    <a:pt x="270" y="582"/>
                  </a:lnTo>
                  <a:lnTo>
                    <a:pt x="288" y="582"/>
                  </a:lnTo>
                  <a:lnTo>
                    <a:pt x="294" y="588"/>
                  </a:lnTo>
                  <a:lnTo>
                    <a:pt x="300" y="600"/>
                  </a:lnTo>
                  <a:lnTo>
                    <a:pt x="330" y="636"/>
                  </a:lnTo>
                  <a:lnTo>
                    <a:pt x="330" y="648"/>
                  </a:lnTo>
                  <a:lnTo>
                    <a:pt x="324" y="660"/>
                  </a:lnTo>
                  <a:lnTo>
                    <a:pt x="324" y="696"/>
                  </a:lnTo>
                  <a:lnTo>
                    <a:pt x="330" y="702"/>
                  </a:lnTo>
                  <a:lnTo>
                    <a:pt x="342" y="708"/>
                  </a:lnTo>
                  <a:lnTo>
                    <a:pt x="348" y="714"/>
                  </a:lnTo>
                  <a:lnTo>
                    <a:pt x="354" y="714"/>
                  </a:lnTo>
                  <a:lnTo>
                    <a:pt x="360" y="744"/>
                  </a:lnTo>
                  <a:lnTo>
                    <a:pt x="372" y="750"/>
                  </a:lnTo>
                  <a:lnTo>
                    <a:pt x="384" y="762"/>
                  </a:lnTo>
                  <a:lnTo>
                    <a:pt x="384" y="768"/>
                  </a:lnTo>
                  <a:lnTo>
                    <a:pt x="390" y="774"/>
                  </a:lnTo>
                  <a:lnTo>
                    <a:pt x="402" y="780"/>
                  </a:lnTo>
                  <a:lnTo>
                    <a:pt x="408" y="786"/>
                  </a:lnTo>
                  <a:lnTo>
                    <a:pt x="420" y="792"/>
                  </a:lnTo>
                  <a:lnTo>
                    <a:pt x="426" y="786"/>
                  </a:lnTo>
                  <a:lnTo>
                    <a:pt x="426" y="774"/>
                  </a:lnTo>
                  <a:lnTo>
                    <a:pt x="420" y="768"/>
                  </a:lnTo>
                  <a:lnTo>
                    <a:pt x="420" y="762"/>
                  </a:lnTo>
                  <a:lnTo>
                    <a:pt x="426" y="756"/>
                  </a:lnTo>
                  <a:lnTo>
                    <a:pt x="438" y="750"/>
                  </a:lnTo>
                  <a:lnTo>
                    <a:pt x="444" y="756"/>
                  </a:lnTo>
                  <a:lnTo>
                    <a:pt x="450" y="756"/>
                  </a:lnTo>
                  <a:lnTo>
                    <a:pt x="450" y="768"/>
                  </a:lnTo>
                  <a:lnTo>
                    <a:pt x="456" y="780"/>
                  </a:lnTo>
                  <a:lnTo>
                    <a:pt x="474" y="780"/>
                  </a:lnTo>
                  <a:lnTo>
                    <a:pt x="474" y="786"/>
                  </a:lnTo>
                  <a:lnTo>
                    <a:pt x="474" y="780"/>
                  </a:lnTo>
                  <a:lnTo>
                    <a:pt x="480" y="780"/>
                  </a:lnTo>
                  <a:lnTo>
                    <a:pt x="480" y="768"/>
                  </a:lnTo>
                  <a:lnTo>
                    <a:pt x="504" y="768"/>
                  </a:lnTo>
                  <a:lnTo>
                    <a:pt x="504" y="804"/>
                  </a:lnTo>
                  <a:lnTo>
                    <a:pt x="510" y="810"/>
                  </a:lnTo>
                  <a:lnTo>
                    <a:pt x="516" y="810"/>
                  </a:lnTo>
                  <a:lnTo>
                    <a:pt x="528" y="816"/>
                  </a:lnTo>
                  <a:lnTo>
                    <a:pt x="540" y="828"/>
                  </a:lnTo>
                  <a:lnTo>
                    <a:pt x="540" y="846"/>
                  </a:lnTo>
                  <a:lnTo>
                    <a:pt x="552" y="858"/>
                  </a:lnTo>
                  <a:lnTo>
                    <a:pt x="558" y="870"/>
                  </a:lnTo>
                  <a:lnTo>
                    <a:pt x="564" y="876"/>
                  </a:lnTo>
                  <a:lnTo>
                    <a:pt x="570" y="876"/>
                  </a:lnTo>
                  <a:lnTo>
                    <a:pt x="582" y="894"/>
                  </a:lnTo>
                  <a:lnTo>
                    <a:pt x="582" y="906"/>
                  </a:lnTo>
                  <a:lnTo>
                    <a:pt x="594" y="930"/>
                  </a:lnTo>
                  <a:lnTo>
                    <a:pt x="600" y="936"/>
                  </a:lnTo>
                  <a:lnTo>
                    <a:pt x="606" y="936"/>
                  </a:lnTo>
                  <a:lnTo>
                    <a:pt x="612" y="942"/>
                  </a:lnTo>
                  <a:lnTo>
                    <a:pt x="618" y="954"/>
                  </a:lnTo>
                  <a:lnTo>
                    <a:pt x="618" y="960"/>
                  </a:lnTo>
                  <a:lnTo>
                    <a:pt x="648" y="960"/>
                  </a:lnTo>
                  <a:lnTo>
                    <a:pt x="666" y="984"/>
                  </a:lnTo>
                  <a:lnTo>
                    <a:pt x="684" y="978"/>
                  </a:lnTo>
                  <a:lnTo>
                    <a:pt x="702" y="978"/>
                  </a:lnTo>
                  <a:lnTo>
                    <a:pt x="720" y="996"/>
                  </a:lnTo>
                  <a:lnTo>
                    <a:pt x="738" y="1008"/>
                  </a:lnTo>
                  <a:lnTo>
                    <a:pt x="756" y="1026"/>
                  </a:lnTo>
                  <a:lnTo>
                    <a:pt x="792" y="1050"/>
                  </a:lnTo>
                  <a:lnTo>
                    <a:pt x="810" y="1050"/>
                  </a:lnTo>
                  <a:lnTo>
                    <a:pt x="822" y="1056"/>
                  </a:lnTo>
                  <a:lnTo>
                    <a:pt x="834" y="1068"/>
                  </a:lnTo>
                  <a:lnTo>
                    <a:pt x="852" y="1068"/>
                  </a:lnTo>
                  <a:lnTo>
                    <a:pt x="876" y="1056"/>
                  </a:lnTo>
                  <a:lnTo>
                    <a:pt x="876" y="1050"/>
                  </a:lnTo>
                  <a:lnTo>
                    <a:pt x="900" y="1056"/>
                  </a:lnTo>
                  <a:lnTo>
                    <a:pt x="912" y="1032"/>
                  </a:lnTo>
                  <a:lnTo>
                    <a:pt x="930" y="1032"/>
                  </a:lnTo>
                  <a:lnTo>
                    <a:pt x="954" y="1008"/>
                  </a:lnTo>
                  <a:lnTo>
                    <a:pt x="966" y="1020"/>
                  </a:lnTo>
                  <a:lnTo>
                    <a:pt x="972" y="1014"/>
                  </a:lnTo>
                  <a:lnTo>
                    <a:pt x="984" y="1014"/>
                  </a:lnTo>
                  <a:lnTo>
                    <a:pt x="1002" y="1032"/>
                  </a:lnTo>
                  <a:lnTo>
                    <a:pt x="1014" y="1050"/>
                  </a:lnTo>
                  <a:lnTo>
                    <a:pt x="1020" y="1068"/>
                  </a:lnTo>
                  <a:lnTo>
                    <a:pt x="1032" y="1080"/>
                  </a:lnTo>
                  <a:lnTo>
                    <a:pt x="1032" y="1098"/>
                  </a:lnTo>
                  <a:lnTo>
                    <a:pt x="1038" y="1110"/>
                  </a:lnTo>
                  <a:lnTo>
                    <a:pt x="1044" y="1116"/>
                  </a:lnTo>
                  <a:lnTo>
                    <a:pt x="1056" y="1122"/>
                  </a:lnTo>
                  <a:lnTo>
                    <a:pt x="1080" y="1122"/>
                  </a:lnTo>
                  <a:lnTo>
                    <a:pt x="1080" y="1128"/>
                  </a:lnTo>
                  <a:lnTo>
                    <a:pt x="1086" y="1134"/>
                  </a:lnTo>
                  <a:lnTo>
                    <a:pt x="1098" y="1140"/>
                  </a:lnTo>
                  <a:lnTo>
                    <a:pt x="1164" y="1140"/>
                  </a:lnTo>
                  <a:lnTo>
                    <a:pt x="1176" y="1146"/>
                  </a:lnTo>
                  <a:lnTo>
                    <a:pt x="1200" y="1170"/>
                  </a:lnTo>
                  <a:lnTo>
                    <a:pt x="1212" y="1170"/>
                  </a:lnTo>
                  <a:lnTo>
                    <a:pt x="1224" y="1164"/>
                  </a:lnTo>
                  <a:lnTo>
                    <a:pt x="1230" y="1164"/>
                  </a:lnTo>
                  <a:lnTo>
                    <a:pt x="1242" y="1158"/>
                  </a:lnTo>
                  <a:lnTo>
                    <a:pt x="1248" y="1158"/>
                  </a:lnTo>
                  <a:lnTo>
                    <a:pt x="1254" y="1164"/>
                  </a:lnTo>
                  <a:lnTo>
                    <a:pt x="1278" y="1176"/>
                  </a:lnTo>
                  <a:lnTo>
                    <a:pt x="1296" y="1182"/>
                  </a:lnTo>
                  <a:lnTo>
                    <a:pt x="1326" y="1182"/>
                  </a:lnTo>
                  <a:lnTo>
                    <a:pt x="1338" y="117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96" name="Indonesia" descr="© INSCALE GmbH, 05.05.2010&#10;http://www.presentationload.com/">
              <a:extLst>
                <a:ext uri="{FF2B5EF4-FFF2-40B4-BE49-F238E27FC236}">
                  <a16:creationId xmlns:a16="http://schemas.microsoft.com/office/drawing/2014/main" id="{24AFF97A-CD07-4EDB-A29A-11FAEDD0AB98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5970454" y="2851724"/>
              <a:ext cx="1079169" cy="427718"/>
            </a:xfrm>
            <a:custGeom>
              <a:avLst/>
              <a:gdLst>
                <a:gd name="T0" fmla="*/ 2147483647 w 3264"/>
                <a:gd name="T1" fmla="*/ 2147483647 h 1302"/>
                <a:gd name="T2" fmla="*/ 2147483647 w 3264"/>
                <a:gd name="T3" fmla="*/ 2147483647 h 1302"/>
                <a:gd name="T4" fmla="*/ 2147483647 w 3264"/>
                <a:gd name="T5" fmla="*/ 2147483647 h 1302"/>
                <a:gd name="T6" fmla="*/ 2147483647 w 3264"/>
                <a:gd name="T7" fmla="*/ 2147483647 h 1302"/>
                <a:gd name="T8" fmla="*/ 2147483647 w 3264"/>
                <a:gd name="T9" fmla="*/ 2147483647 h 1302"/>
                <a:gd name="T10" fmla="*/ 2147483647 w 3264"/>
                <a:gd name="T11" fmla="*/ 2147483647 h 1302"/>
                <a:gd name="T12" fmla="*/ 2147483647 w 3264"/>
                <a:gd name="T13" fmla="*/ 2147483647 h 1302"/>
                <a:gd name="T14" fmla="*/ 2147483647 w 3264"/>
                <a:gd name="T15" fmla="*/ 2147483647 h 1302"/>
                <a:gd name="T16" fmla="*/ 2147483647 w 3264"/>
                <a:gd name="T17" fmla="*/ 2147483647 h 1302"/>
                <a:gd name="T18" fmla="*/ 2147483647 w 3264"/>
                <a:gd name="T19" fmla="*/ 2147483647 h 1302"/>
                <a:gd name="T20" fmla="*/ 2147483647 w 3264"/>
                <a:gd name="T21" fmla="*/ 2147483647 h 1302"/>
                <a:gd name="T22" fmla="*/ 2147483647 w 3264"/>
                <a:gd name="T23" fmla="*/ 2147483647 h 1302"/>
                <a:gd name="T24" fmla="*/ 2147483647 w 3264"/>
                <a:gd name="T25" fmla="*/ 2147483647 h 1302"/>
                <a:gd name="T26" fmla="*/ 2147483647 w 3264"/>
                <a:gd name="T27" fmla="*/ 2147483647 h 1302"/>
                <a:gd name="T28" fmla="*/ 2147483647 w 3264"/>
                <a:gd name="T29" fmla="*/ 2147483647 h 1302"/>
                <a:gd name="T30" fmla="*/ 2147483647 w 3264"/>
                <a:gd name="T31" fmla="*/ 2147483647 h 1302"/>
                <a:gd name="T32" fmla="*/ 2147483647 w 3264"/>
                <a:gd name="T33" fmla="*/ 2147483647 h 1302"/>
                <a:gd name="T34" fmla="*/ 2147483647 w 3264"/>
                <a:gd name="T35" fmla="*/ 2147483647 h 1302"/>
                <a:gd name="T36" fmla="*/ 2147483647 w 3264"/>
                <a:gd name="T37" fmla="*/ 2147483647 h 1302"/>
                <a:gd name="T38" fmla="*/ 2147483647 w 3264"/>
                <a:gd name="T39" fmla="*/ 2147483647 h 1302"/>
                <a:gd name="T40" fmla="*/ 2147483647 w 3264"/>
                <a:gd name="T41" fmla="*/ 2147483647 h 1302"/>
                <a:gd name="T42" fmla="*/ 2147483647 w 3264"/>
                <a:gd name="T43" fmla="*/ 2147483647 h 1302"/>
                <a:gd name="T44" fmla="*/ 2147483647 w 3264"/>
                <a:gd name="T45" fmla="*/ 2147483647 h 1302"/>
                <a:gd name="T46" fmla="*/ 2147483647 w 3264"/>
                <a:gd name="T47" fmla="*/ 2147483647 h 1302"/>
                <a:gd name="T48" fmla="*/ 2147483647 w 3264"/>
                <a:gd name="T49" fmla="*/ 2147483647 h 1302"/>
                <a:gd name="T50" fmla="*/ 2147483647 w 3264"/>
                <a:gd name="T51" fmla="*/ 2147483647 h 1302"/>
                <a:gd name="T52" fmla="*/ 2147483647 w 3264"/>
                <a:gd name="T53" fmla="*/ 2147483647 h 1302"/>
                <a:gd name="T54" fmla="*/ 2147483647 w 3264"/>
                <a:gd name="T55" fmla="*/ 2147483647 h 1302"/>
                <a:gd name="T56" fmla="*/ 2147483647 w 3264"/>
                <a:gd name="T57" fmla="*/ 2147483647 h 1302"/>
                <a:gd name="T58" fmla="*/ 2147483647 w 3264"/>
                <a:gd name="T59" fmla="*/ 2147483647 h 1302"/>
                <a:gd name="T60" fmla="*/ 2147483647 w 3264"/>
                <a:gd name="T61" fmla="*/ 2147483647 h 1302"/>
                <a:gd name="T62" fmla="*/ 2147483647 w 3264"/>
                <a:gd name="T63" fmla="*/ 2147483647 h 1302"/>
                <a:gd name="T64" fmla="*/ 2147483647 w 3264"/>
                <a:gd name="T65" fmla="*/ 2147483647 h 1302"/>
                <a:gd name="T66" fmla="*/ 2147483647 w 3264"/>
                <a:gd name="T67" fmla="*/ 2147483647 h 1302"/>
                <a:gd name="T68" fmla="*/ 2147483647 w 3264"/>
                <a:gd name="T69" fmla="*/ 2147483647 h 1302"/>
                <a:gd name="T70" fmla="*/ 2147483647 w 3264"/>
                <a:gd name="T71" fmla="*/ 2147483647 h 1302"/>
                <a:gd name="T72" fmla="*/ 2147483647 w 3264"/>
                <a:gd name="T73" fmla="*/ 2147483647 h 1302"/>
                <a:gd name="T74" fmla="*/ 2147483647 w 3264"/>
                <a:gd name="T75" fmla="*/ 2147483647 h 1302"/>
                <a:gd name="T76" fmla="*/ 2147483647 w 3264"/>
                <a:gd name="T77" fmla="*/ 2147483647 h 1302"/>
                <a:gd name="T78" fmla="*/ 2147483647 w 3264"/>
                <a:gd name="T79" fmla="*/ 2147483647 h 1302"/>
                <a:gd name="T80" fmla="*/ 2147483647 w 3264"/>
                <a:gd name="T81" fmla="*/ 2147483647 h 1302"/>
                <a:gd name="T82" fmla="*/ 2147483647 w 3264"/>
                <a:gd name="T83" fmla="*/ 2147483647 h 1302"/>
                <a:gd name="T84" fmla="*/ 2147483647 w 3264"/>
                <a:gd name="T85" fmla="*/ 2147483647 h 1302"/>
                <a:gd name="T86" fmla="*/ 2147483647 w 3264"/>
                <a:gd name="T87" fmla="*/ 2147483647 h 1302"/>
                <a:gd name="T88" fmla="*/ 2147483647 w 3264"/>
                <a:gd name="T89" fmla="*/ 2147483647 h 1302"/>
                <a:gd name="T90" fmla="*/ 2147483647 w 3264"/>
                <a:gd name="T91" fmla="*/ 2147483647 h 1302"/>
                <a:gd name="T92" fmla="*/ 2147483647 w 3264"/>
                <a:gd name="T93" fmla="*/ 2147483647 h 1302"/>
                <a:gd name="T94" fmla="*/ 2147483647 w 3264"/>
                <a:gd name="T95" fmla="*/ 2147483647 h 1302"/>
                <a:gd name="T96" fmla="*/ 2147483647 w 3264"/>
                <a:gd name="T97" fmla="*/ 2147483647 h 1302"/>
                <a:gd name="T98" fmla="*/ 2147483647 w 3264"/>
                <a:gd name="T99" fmla="*/ 2147483647 h 1302"/>
                <a:gd name="T100" fmla="*/ 2147483647 w 3264"/>
                <a:gd name="T101" fmla="*/ 2147483647 h 1302"/>
                <a:gd name="T102" fmla="*/ 2147483647 w 3264"/>
                <a:gd name="T103" fmla="*/ 2147483647 h 1302"/>
                <a:gd name="T104" fmla="*/ 2147483647 w 3264"/>
                <a:gd name="T105" fmla="*/ 2147483647 h 1302"/>
                <a:gd name="T106" fmla="*/ 2147483647 w 3264"/>
                <a:gd name="T107" fmla="*/ 2147483647 h 1302"/>
                <a:gd name="T108" fmla="*/ 2147483647 w 3264"/>
                <a:gd name="T109" fmla="*/ 2147483647 h 1302"/>
                <a:gd name="T110" fmla="*/ 2147483647 w 3264"/>
                <a:gd name="T111" fmla="*/ 2147483647 h 1302"/>
                <a:gd name="T112" fmla="*/ 2147483647 w 3264"/>
                <a:gd name="T113" fmla="*/ 2147483647 h 1302"/>
                <a:gd name="T114" fmla="*/ 2147483647 w 3264"/>
                <a:gd name="T115" fmla="*/ 2147483647 h 1302"/>
                <a:gd name="T116" fmla="*/ 2147483647 w 3264"/>
                <a:gd name="T117" fmla="*/ 2147483647 h 1302"/>
                <a:gd name="T118" fmla="*/ 2147483647 w 3264"/>
                <a:gd name="T119" fmla="*/ 2147483647 h 1302"/>
                <a:gd name="T120" fmla="*/ 2147483647 w 3264"/>
                <a:gd name="T121" fmla="*/ 2147483647 h 1302"/>
                <a:gd name="T122" fmla="*/ 2147483647 w 3264"/>
                <a:gd name="T123" fmla="*/ 2147483647 h 1302"/>
                <a:gd name="T124" fmla="*/ 2147483647 w 3264"/>
                <a:gd name="T125" fmla="*/ 2147483647 h 130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264"/>
                <a:gd name="T190" fmla="*/ 0 h 1302"/>
                <a:gd name="T191" fmla="*/ 3264 w 3264"/>
                <a:gd name="T192" fmla="*/ 1302 h 130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264" h="1302">
                  <a:moveTo>
                    <a:pt x="1788" y="984"/>
                  </a:moveTo>
                  <a:lnTo>
                    <a:pt x="1806" y="978"/>
                  </a:lnTo>
                  <a:lnTo>
                    <a:pt x="1818" y="954"/>
                  </a:lnTo>
                  <a:lnTo>
                    <a:pt x="1812" y="930"/>
                  </a:lnTo>
                  <a:lnTo>
                    <a:pt x="1788" y="984"/>
                  </a:lnTo>
                  <a:close/>
                  <a:moveTo>
                    <a:pt x="672" y="462"/>
                  </a:moveTo>
                  <a:lnTo>
                    <a:pt x="702" y="480"/>
                  </a:lnTo>
                  <a:lnTo>
                    <a:pt x="702" y="450"/>
                  </a:lnTo>
                  <a:lnTo>
                    <a:pt x="672" y="426"/>
                  </a:lnTo>
                  <a:lnTo>
                    <a:pt x="672" y="462"/>
                  </a:lnTo>
                  <a:close/>
                  <a:moveTo>
                    <a:pt x="678" y="492"/>
                  </a:moveTo>
                  <a:lnTo>
                    <a:pt x="654" y="516"/>
                  </a:lnTo>
                  <a:lnTo>
                    <a:pt x="678" y="546"/>
                  </a:lnTo>
                  <a:lnTo>
                    <a:pt x="678" y="492"/>
                  </a:lnTo>
                  <a:close/>
                  <a:moveTo>
                    <a:pt x="906" y="714"/>
                  </a:moveTo>
                  <a:lnTo>
                    <a:pt x="930" y="732"/>
                  </a:lnTo>
                  <a:lnTo>
                    <a:pt x="936" y="708"/>
                  </a:lnTo>
                  <a:lnTo>
                    <a:pt x="936" y="702"/>
                  </a:lnTo>
                  <a:lnTo>
                    <a:pt x="930" y="696"/>
                  </a:lnTo>
                  <a:lnTo>
                    <a:pt x="930" y="690"/>
                  </a:lnTo>
                  <a:lnTo>
                    <a:pt x="912" y="672"/>
                  </a:lnTo>
                  <a:lnTo>
                    <a:pt x="900" y="666"/>
                  </a:lnTo>
                  <a:lnTo>
                    <a:pt x="888" y="666"/>
                  </a:lnTo>
                  <a:lnTo>
                    <a:pt x="882" y="672"/>
                  </a:lnTo>
                  <a:lnTo>
                    <a:pt x="876" y="684"/>
                  </a:lnTo>
                  <a:lnTo>
                    <a:pt x="882" y="696"/>
                  </a:lnTo>
                  <a:lnTo>
                    <a:pt x="882" y="708"/>
                  </a:lnTo>
                  <a:lnTo>
                    <a:pt x="888" y="720"/>
                  </a:lnTo>
                  <a:lnTo>
                    <a:pt x="906" y="714"/>
                  </a:lnTo>
                  <a:close/>
                  <a:moveTo>
                    <a:pt x="684" y="372"/>
                  </a:moveTo>
                  <a:lnTo>
                    <a:pt x="672" y="360"/>
                  </a:lnTo>
                  <a:lnTo>
                    <a:pt x="660" y="372"/>
                  </a:lnTo>
                  <a:lnTo>
                    <a:pt x="672" y="396"/>
                  </a:lnTo>
                  <a:lnTo>
                    <a:pt x="684" y="396"/>
                  </a:lnTo>
                  <a:lnTo>
                    <a:pt x="684" y="372"/>
                  </a:lnTo>
                  <a:close/>
                  <a:moveTo>
                    <a:pt x="750" y="624"/>
                  </a:moveTo>
                  <a:lnTo>
                    <a:pt x="750" y="630"/>
                  </a:lnTo>
                  <a:lnTo>
                    <a:pt x="756" y="636"/>
                  </a:lnTo>
                  <a:lnTo>
                    <a:pt x="756" y="648"/>
                  </a:lnTo>
                  <a:lnTo>
                    <a:pt x="774" y="684"/>
                  </a:lnTo>
                  <a:lnTo>
                    <a:pt x="786" y="690"/>
                  </a:lnTo>
                  <a:lnTo>
                    <a:pt x="804" y="696"/>
                  </a:lnTo>
                  <a:lnTo>
                    <a:pt x="816" y="702"/>
                  </a:lnTo>
                  <a:lnTo>
                    <a:pt x="834" y="702"/>
                  </a:lnTo>
                  <a:lnTo>
                    <a:pt x="828" y="660"/>
                  </a:lnTo>
                  <a:lnTo>
                    <a:pt x="810" y="648"/>
                  </a:lnTo>
                  <a:lnTo>
                    <a:pt x="810" y="618"/>
                  </a:lnTo>
                  <a:lnTo>
                    <a:pt x="804" y="606"/>
                  </a:lnTo>
                  <a:lnTo>
                    <a:pt x="792" y="600"/>
                  </a:lnTo>
                  <a:lnTo>
                    <a:pt x="786" y="588"/>
                  </a:lnTo>
                  <a:lnTo>
                    <a:pt x="768" y="582"/>
                  </a:lnTo>
                  <a:lnTo>
                    <a:pt x="756" y="576"/>
                  </a:lnTo>
                  <a:lnTo>
                    <a:pt x="732" y="576"/>
                  </a:lnTo>
                  <a:lnTo>
                    <a:pt x="732" y="582"/>
                  </a:lnTo>
                  <a:lnTo>
                    <a:pt x="726" y="588"/>
                  </a:lnTo>
                  <a:lnTo>
                    <a:pt x="726" y="600"/>
                  </a:lnTo>
                  <a:lnTo>
                    <a:pt x="714" y="600"/>
                  </a:lnTo>
                  <a:lnTo>
                    <a:pt x="714" y="606"/>
                  </a:lnTo>
                  <a:lnTo>
                    <a:pt x="708" y="612"/>
                  </a:lnTo>
                  <a:lnTo>
                    <a:pt x="714" y="624"/>
                  </a:lnTo>
                  <a:lnTo>
                    <a:pt x="750" y="624"/>
                  </a:lnTo>
                  <a:close/>
                  <a:moveTo>
                    <a:pt x="246" y="438"/>
                  </a:moveTo>
                  <a:lnTo>
                    <a:pt x="222" y="462"/>
                  </a:lnTo>
                  <a:lnTo>
                    <a:pt x="234" y="492"/>
                  </a:lnTo>
                  <a:lnTo>
                    <a:pt x="234" y="498"/>
                  </a:lnTo>
                  <a:lnTo>
                    <a:pt x="228" y="504"/>
                  </a:lnTo>
                  <a:lnTo>
                    <a:pt x="228" y="510"/>
                  </a:lnTo>
                  <a:lnTo>
                    <a:pt x="240" y="510"/>
                  </a:lnTo>
                  <a:lnTo>
                    <a:pt x="246" y="504"/>
                  </a:lnTo>
                  <a:lnTo>
                    <a:pt x="246" y="468"/>
                  </a:lnTo>
                  <a:lnTo>
                    <a:pt x="252" y="456"/>
                  </a:lnTo>
                  <a:lnTo>
                    <a:pt x="246" y="438"/>
                  </a:lnTo>
                  <a:close/>
                  <a:moveTo>
                    <a:pt x="264" y="534"/>
                  </a:moveTo>
                  <a:lnTo>
                    <a:pt x="258" y="546"/>
                  </a:lnTo>
                  <a:lnTo>
                    <a:pt x="258" y="588"/>
                  </a:lnTo>
                  <a:lnTo>
                    <a:pt x="264" y="600"/>
                  </a:lnTo>
                  <a:lnTo>
                    <a:pt x="276" y="612"/>
                  </a:lnTo>
                  <a:lnTo>
                    <a:pt x="288" y="612"/>
                  </a:lnTo>
                  <a:lnTo>
                    <a:pt x="294" y="606"/>
                  </a:lnTo>
                  <a:lnTo>
                    <a:pt x="294" y="588"/>
                  </a:lnTo>
                  <a:lnTo>
                    <a:pt x="288" y="576"/>
                  </a:lnTo>
                  <a:lnTo>
                    <a:pt x="282" y="558"/>
                  </a:lnTo>
                  <a:lnTo>
                    <a:pt x="282" y="546"/>
                  </a:lnTo>
                  <a:lnTo>
                    <a:pt x="276" y="534"/>
                  </a:lnTo>
                  <a:lnTo>
                    <a:pt x="264" y="534"/>
                  </a:lnTo>
                  <a:close/>
                  <a:moveTo>
                    <a:pt x="48" y="222"/>
                  </a:moveTo>
                  <a:lnTo>
                    <a:pt x="42" y="228"/>
                  </a:lnTo>
                  <a:lnTo>
                    <a:pt x="42" y="246"/>
                  </a:lnTo>
                  <a:lnTo>
                    <a:pt x="48" y="258"/>
                  </a:lnTo>
                  <a:lnTo>
                    <a:pt x="66" y="258"/>
                  </a:lnTo>
                  <a:lnTo>
                    <a:pt x="84" y="276"/>
                  </a:lnTo>
                  <a:lnTo>
                    <a:pt x="90" y="270"/>
                  </a:lnTo>
                  <a:lnTo>
                    <a:pt x="90" y="252"/>
                  </a:lnTo>
                  <a:lnTo>
                    <a:pt x="78" y="246"/>
                  </a:lnTo>
                  <a:lnTo>
                    <a:pt x="72" y="234"/>
                  </a:lnTo>
                  <a:lnTo>
                    <a:pt x="60" y="228"/>
                  </a:lnTo>
                  <a:lnTo>
                    <a:pt x="54" y="222"/>
                  </a:lnTo>
                  <a:lnTo>
                    <a:pt x="48" y="222"/>
                  </a:lnTo>
                  <a:close/>
                  <a:moveTo>
                    <a:pt x="162" y="330"/>
                  </a:moveTo>
                  <a:lnTo>
                    <a:pt x="156" y="330"/>
                  </a:lnTo>
                  <a:lnTo>
                    <a:pt x="144" y="342"/>
                  </a:lnTo>
                  <a:lnTo>
                    <a:pt x="144" y="354"/>
                  </a:lnTo>
                  <a:lnTo>
                    <a:pt x="156" y="366"/>
                  </a:lnTo>
                  <a:lnTo>
                    <a:pt x="162" y="378"/>
                  </a:lnTo>
                  <a:lnTo>
                    <a:pt x="174" y="390"/>
                  </a:lnTo>
                  <a:lnTo>
                    <a:pt x="180" y="402"/>
                  </a:lnTo>
                  <a:lnTo>
                    <a:pt x="192" y="414"/>
                  </a:lnTo>
                  <a:lnTo>
                    <a:pt x="198" y="408"/>
                  </a:lnTo>
                  <a:lnTo>
                    <a:pt x="198" y="402"/>
                  </a:lnTo>
                  <a:lnTo>
                    <a:pt x="204" y="390"/>
                  </a:lnTo>
                  <a:lnTo>
                    <a:pt x="204" y="384"/>
                  </a:lnTo>
                  <a:lnTo>
                    <a:pt x="198" y="372"/>
                  </a:lnTo>
                  <a:lnTo>
                    <a:pt x="198" y="366"/>
                  </a:lnTo>
                  <a:lnTo>
                    <a:pt x="192" y="360"/>
                  </a:lnTo>
                  <a:lnTo>
                    <a:pt x="186" y="348"/>
                  </a:lnTo>
                  <a:lnTo>
                    <a:pt x="180" y="342"/>
                  </a:lnTo>
                  <a:lnTo>
                    <a:pt x="168" y="336"/>
                  </a:lnTo>
                  <a:lnTo>
                    <a:pt x="162" y="330"/>
                  </a:lnTo>
                  <a:close/>
                  <a:moveTo>
                    <a:pt x="2574" y="486"/>
                  </a:moveTo>
                  <a:lnTo>
                    <a:pt x="2574" y="474"/>
                  </a:lnTo>
                  <a:lnTo>
                    <a:pt x="2568" y="474"/>
                  </a:lnTo>
                  <a:lnTo>
                    <a:pt x="2556" y="468"/>
                  </a:lnTo>
                  <a:lnTo>
                    <a:pt x="2520" y="468"/>
                  </a:lnTo>
                  <a:lnTo>
                    <a:pt x="2514" y="474"/>
                  </a:lnTo>
                  <a:lnTo>
                    <a:pt x="2520" y="498"/>
                  </a:lnTo>
                  <a:lnTo>
                    <a:pt x="2526" y="498"/>
                  </a:lnTo>
                  <a:lnTo>
                    <a:pt x="2538" y="492"/>
                  </a:lnTo>
                  <a:lnTo>
                    <a:pt x="2562" y="492"/>
                  </a:lnTo>
                  <a:lnTo>
                    <a:pt x="2568" y="486"/>
                  </a:lnTo>
                  <a:lnTo>
                    <a:pt x="2574" y="486"/>
                  </a:lnTo>
                  <a:close/>
                  <a:moveTo>
                    <a:pt x="336" y="648"/>
                  </a:moveTo>
                  <a:lnTo>
                    <a:pt x="342" y="648"/>
                  </a:lnTo>
                  <a:lnTo>
                    <a:pt x="342" y="636"/>
                  </a:lnTo>
                  <a:lnTo>
                    <a:pt x="330" y="624"/>
                  </a:lnTo>
                  <a:lnTo>
                    <a:pt x="318" y="624"/>
                  </a:lnTo>
                  <a:lnTo>
                    <a:pt x="318" y="636"/>
                  </a:lnTo>
                  <a:lnTo>
                    <a:pt x="330" y="648"/>
                  </a:lnTo>
                  <a:lnTo>
                    <a:pt x="336" y="648"/>
                  </a:lnTo>
                  <a:close/>
                  <a:moveTo>
                    <a:pt x="2472" y="654"/>
                  </a:moveTo>
                  <a:lnTo>
                    <a:pt x="2484" y="648"/>
                  </a:lnTo>
                  <a:lnTo>
                    <a:pt x="2502" y="630"/>
                  </a:lnTo>
                  <a:lnTo>
                    <a:pt x="2502" y="618"/>
                  </a:lnTo>
                  <a:lnTo>
                    <a:pt x="2430" y="612"/>
                  </a:lnTo>
                  <a:lnTo>
                    <a:pt x="2430" y="624"/>
                  </a:lnTo>
                  <a:lnTo>
                    <a:pt x="2436" y="630"/>
                  </a:lnTo>
                  <a:lnTo>
                    <a:pt x="2442" y="642"/>
                  </a:lnTo>
                  <a:lnTo>
                    <a:pt x="2448" y="648"/>
                  </a:lnTo>
                  <a:lnTo>
                    <a:pt x="2460" y="654"/>
                  </a:lnTo>
                  <a:lnTo>
                    <a:pt x="2472" y="654"/>
                  </a:lnTo>
                  <a:close/>
                  <a:moveTo>
                    <a:pt x="2406" y="288"/>
                  </a:moveTo>
                  <a:lnTo>
                    <a:pt x="2418" y="276"/>
                  </a:lnTo>
                  <a:lnTo>
                    <a:pt x="2418" y="264"/>
                  </a:lnTo>
                  <a:lnTo>
                    <a:pt x="2412" y="258"/>
                  </a:lnTo>
                  <a:lnTo>
                    <a:pt x="2400" y="252"/>
                  </a:lnTo>
                  <a:lnTo>
                    <a:pt x="2376" y="252"/>
                  </a:lnTo>
                  <a:lnTo>
                    <a:pt x="2370" y="258"/>
                  </a:lnTo>
                  <a:lnTo>
                    <a:pt x="2370" y="264"/>
                  </a:lnTo>
                  <a:lnTo>
                    <a:pt x="2394" y="288"/>
                  </a:lnTo>
                  <a:lnTo>
                    <a:pt x="2406" y="288"/>
                  </a:lnTo>
                  <a:close/>
                  <a:moveTo>
                    <a:pt x="2868" y="528"/>
                  </a:moveTo>
                  <a:lnTo>
                    <a:pt x="2886" y="534"/>
                  </a:lnTo>
                  <a:lnTo>
                    <a:pt x="2892" y="534"/>
                  </a:lnTo>
                  <a:lnTo>
                    <a:pt x="2898" y="528"/>
                  </a:lnTo>
                  <a:lnTo>
                    <a:pt x="2898" y="522"/>
                  </a:lnTo>
                  <a:lnTo>
                    <a:pt x="2874" y="510"/>
                  </a:lnTo>
                  <a:lnTo>
                    <a:pt x="2868" y="516"/>
                  </a:lnTo>
                  <a:lnTo>
                    <a:pt x="2862" y="516"/>
                  </a:lnTo>
                  <a:lnTo>
                    <a:pt x="2862" y="522"/>
                  </a:lnTo>
                  <a:lnTo>
                    <a:pt x="2868" y="528"/>
                  </a:lnTo>
                  <a:close/>
                  <a:moveTo>
                    <a:pt x="2916" y="618"/>
                  </a:moveTo>
                  <a:lnTo>
                    <a:pt x="2928" y="618"/>
                  </a:lnTo>
                  <a:lnTo>
                    <a:pt x="2940" y="612"/>
                  </a:lnTo>
                  <a:lnTo>
                    <a:pt x="2958" y="612"/>
                  </a:lnTo>
                  <a:lnTo>
                    <a:pt x="2964" y="606"/>
                  </a:lnTo>
                  <a:lnTo>
                    <a:pt x="2970" y="606"/>
                  </a:lnTo>
                  <a:lnTo>
                    <a:pt x="2964" y="606"/>
                  </a:lnTo>
                  <a:lnTo>
                    <a:pt x="2958" y="600"/>
                  </a:lnTo>
                  <a:lnTo>
                    <a:pt x="2946" y="594"/>
                  </a:lnTo>
                  <a:lnTo>
                    <a:pt x="2934" y="594"/>
                  </a:lnTo>
                  <a:lnTo>
                    <a:pt x="2928" y="588"/>
                  </a:lnTo>
                  <a:lnTo>
                    <a:pt x="2922" y="588"/>
                  </a:lnTo>
                  <a:lnTo>
                    <a:pt x="2910" y="594"/>
                  </a:lnTo>
                  <a:lnTo>
                    <a:pt x="2892" y="594"/>
                  </a:lnTo>
                  <a:lnTo>
                    <a:pt x="2886" y="600"/>
                  </a:lnTo>
                  <a:lnTo>
                    <a:pt x="2880" y="600"/>
                  </a:lnTo>
                  <a:lnTo>
                    <a:pt x="2892" y="606"/>
                  </a:lnTo>
                  <a:lnTo>
                    <a:pt x="2898" y="612"/>
                  </a:lnTo>
                  <a:lnTo>
                    <a:pt x="2910" y="618"/>
                  </a:lnTo>
                  <a:lnTo>
                    <a:pt x="2916" y="618"/>
                  </a:lnTo>
                  <a:close/>
                  <a:moveTo>
                    <a:pt x="1710" y="552"/>
                  </a:moveTo>
                  <a:lnTo>
                    <a:pt x="1710" y="564"/>
                  </a:lnTo>
                  <a:lnTo>
                    <a:pt x="1716" y="570"/>
                  </a:lnTo>
                  <a:lnTo>
                    <a:pt x="1716" y="582"/>
                  </a:lnTo>
                  <a:lnTo>
                    <a:pt x="1722" y="594"/>
                  </a:lnTo>
                  <a:lnTo>
                    <a:pt x="1722" y="612"/>
                  </a:lnTo>
                  <a:lnTo>
                    <a:pt x="1716" y="618"/>
                  </a:lnTo>
                  <a:lnTo>
                    <a:pt x="1692" y="630"/>
                  </a:lnTo>
                  <a:lnTo>
                    <a:pt x="1686" y="636"/>
                  </a:lnTo>
                  <a:lnTo>
                    <a:pt x="1674" y="642"/>
                  </a:lnTo>
                  <a:lnTo>
                    <a:pt x="1674" y="678"/>
                  </a:lnTo>
                  <a:lnTo>
                    <a:pt x="1680" y="684"/>
                  </a:lnTo>
                  <a:lnTo>
                    <a:pt x="1686" y="696"/>
                  </a:lnTo>
                  <a:lnTo>
                    <a:pt x="1674" y="708"/>
                  </a:lnTo>
                  <a:lnTo>
                    <a:pt x="1674" y="720"/>
                  </a:lnTo>
                  <a:lnTo>
                    <a:pt x="1680" y="726"/>
                  </a:lnTo>
                  <a:lnTo>
                    <a:pt x="1692" y="732"/>
                  </a:lnTo>
                  <a:lnTo>
                    <a:pt x="1698" y="726"/>
                  </a:lnTo>
                  <a:lnTo>
                    <a:pt x="1722" y="726"/>
                  </a:lnTo>
                  <a:lnTo>
                    <a:pt x="1728" y="732"/>
                  </a:lnTo>
                  <a:lnTo>
                    <a:pt x="1728" y="756"/>
                  </a:lnTo>
                  <a:lnTo>
                    <a:pt x="1722" y="762"/>
                  </a:lnTo>
                  <a:lnTo>
                    <a:pt x="1740" y="780"/>
                  </a:lnTo>
                  <a:lnTo>
                    <a:pt x="1728" y="846"/>
                  </a:lnTo>
                  <a:lnTo>
                    <a:pt x="1710" y="864"/>
                  </a:lnTo>
                  <a:lnTo>
                    <a:pt x="1704" y="876"/>
                  </a:lnTo>
                  <a:lnTo>
                    <a:pt x="1704" y="888"/>
                  </a:lnTo>
                  <a:lnTo>
                    <a:pt x="1710" y="906"/>
                  </a:lnTo>
                  <a:lnTo>
                    <a:pt x="1722" y="924"/>
                  </a:lnTo>
                  <a:lnTo>
                    <a:pt x="1746" y="936"/>
                  </a:lnTo>
                  <a:lnTo>
                    <a:pt x="1764" y="930"/>
                  </a:lnTo>
                  <a:lnTo>
                    <a:pt x="1788" y="906"/>
                  </a:lnTo>
                  <a:lnTo>
                    <a:pt x="1788" y="864"/>
                  </a:lnTo>
                  <a:lnTo>
                    <a:pt x="1782" y="858"/>
                  </a:lnTo>
                  <a:lnTo>
                    <a:pt x="1776" y="846"/>
                  </a:lnTo>
                  <a:lnTo>
                    <a:pt x="1800" y="822"/>
                  </a:lnTo>
                  <a:lnTo>
                    <a:pt x="1806" y="804"/>
                  </a:lnTo>
                  <a:lnTo>
                    <a:pt x="1806" y="774"/>
                  </a:lnTo>
                  <a:lnTo>
                    <a:pt x="1812" y="756"/>
                  </a:lnTo>
                  <a:lnTo>
                    <a:pt x="1812" y="726"/>
                  </a:lnTo>
                  <a:lnTo>
                    <a:pt x="1806" y="714"/>
                  </a:lnTo>
                  <a:lnTo>
                    <a:pt x="1800" y="696"/>
                  </a:lnTo>
                  <a:lnTo>
                    <a:pt x="1794" y="684"/>
                  </a:lnTo>
                  <a:lnTo>
                    <a:pt x="1794" y="636"/>
                  </a:lnTo>
                  <a:lnTo>
                    <a:pt x="1800" y="630"/>
                  </a:lnTo>
                  <a:lnTo>
                    <a:pt x="1800" y="624"/>
                  </a:lnTo>
                  <a:lnTo>
                    <a:pt x="1806" y="618"/>
                  </a:lnTo>
                  <a:lnTo>
                    <a:pt x="1812" y="618"/>
                  </a:lnTo>
                  <a:lnTo>
                    <a:pt x="1818" y="624"/>
                  </a:lnTo>
                  <a:lnTo>
                    <a:pt x="1824" y="642"/>
                  </a:lnTo>
                  <a:lnTo>
                    <a:pt x="1830" y="666"/>
                  </a:lnTo>
                  <a:lnTo>
                    <a:pt x="1836" y="684"/>
                  </a:lnTo>
                  <a:lnTo>
                    <a:pt x="1836" y="702"/>
                  </a:lnTo>
                  <a:lnTo>
                    <a:pt x="1866" y="738"/>
                  </a:lnTo>
                  <a:lnTo>
                    <a:pt x="1866" y="792"/>
                  </a:lnTo>
                  <a:lnTo>
                    <a:pt x="1890" y="822"/>
                  </a:lnTo>
                  <a:lnTo>
                    <a:pt x="1890" y="858"/>
                  </a:lnTo>
                  <a:lnTo>
                    <a:pt x="1902" y="930"/>
                  </a:lnTo>
                  <a:lnTo>
                    <a:pt x="1920" y="918"/>
                  </a:lnTo>
                  <a:lnTo>
                    <a:pt x="1962" y="930"/>
                  </a:lnTo>
                  <a:lnTo>
                    <a:pt x="1962" y="870"/>
                  </a:lnTo>
                  <a:lnTo>
                    <a:pt x="1968" y="864"/>
                  </a:lnTo>
                  <a:lnTo>
                    <a:pt x="1974" y="852"/>
                  </a:lnTo>
                  <a:lnTo>
                    <a:pt x="1980" y="876"/>
                  </a:lnTo>
                  <a:lnTo>
                    <a:pt x="1998" y="876"/>
                  </a:lnTo>
                  <a:lnTo>
                    <a:pt x="2004" y="870"/>
                  </a:lnTo>
                  <a:lnTo>
                    <a:pt x="2010" y="858"/>
                  </a:lnTo>
                  <a:lnTo>
                    <a:pt x="2010" y="828"/>
                  </a:lnTo>
                  <a:lnTo>
                    <a:pt x="2004" y="822"/>
                  </a:lnTo>
                  <a:lnTo>
                    <a:pt x="2004" y="816"/>
                  </a:lnTo>
                  <a:lnTo>
                    <a:pt x="1992" y="810"/>
                  </a:lnTo>
                  <a:lnTo>
                    <a:pt x="1986" y="798"/>
                  </a:lnTo>
                  <a:lnTo>
                    <a:pt x="1974" y="792"/>
                  </a:lnTo>
                  <a:lnTo>
                    <a:pt x="1962" y="780"/>
                  </a:lnTo>
                  <a:lnTo>
                    <a:pt x="1956" y="768"/>
                  </a:lnTo>
                  <a:lnTo>
                    <a:pt x="1944" y="756"/>
                  </a:lnTo>
                  <a:lnTo>
                    <a:pt x="1944" y="750"/>
                  </a:lnTo>
                  <a:lnTo>
                    <a:pt x="1956" y="726"/>
                  </a:lnTo>
                  <a:lnTo>
                    <a:pt x="1968" y="720"/>
                  </a:lnTo>
                  <a:lnTo>
                    <a:pt x="1968" y="708"/>
                  </a:lnTo>
                  <a:lnTo>
                    <a:pt x="1962" y="696"/>
                  </a:lnTo>
                  <a:lnTo>
                    <a:pt x="1938" y="684"/>
                  </a:lnTo>
                  <a:lnTo>
                    <a:pt x="1932" y="672"/>
                  </a:lnTo>
                  <a:lnTo>
                    <a:pt x="1932" y="642"/>
                  </a:lnTo>
                  <a:lnTo>
                    <a:pt x="1938" y="636"/>
                  </a:lnTo>
                  <a:lnTo>
                    <a:pt x="1938" y="630"/>
                  </a:lnTo>
                  <a:lnTo>
                    <a:pt x="1926" y="618"/>
                  </a:lnTo>
                  <a:lnTo>
                    <a:pt x="1914" y="612"/>
                  </a:lnTo>
                  <a:lnTo>
                    <a:pt x="1896" y="594"/>
                  </a:lnTo>
                  <a:lnTo>
                    <a:pt x="1884" y="588"/>
                  </a:lnTo>
                  <a:lnTo>
                    <a:pt x="1878" y="582"/>
                  </a:lnTo>
                  <a:lnTo>
                    <a:pt x="1914" y="582"/>
                  </a:lnTo>
                  <a:lnTo>
                    <a:pt x="1926" y="576"/>
                  </a:lnTo>
                  <a:lnTo>
                    <a:pt x="1932" y="570"/>
                  </a:lnTo>
                  <a:lnTo>
                    <a:pt x="1944" y="546"/>
                  </a:lnTo>
                  <a:lnTo>
                    <a:pt x="1950" y="540"/>
                  </a:lnTo>
                  <a:lnTo>
                    <a:pt x="1956" y="528"/>
                  </a:lnTo>
                  <a:lnTo>
                    <a:pt x="1992" y="528"/>
                  </a:lnTo>
                  <a:lnTo>
                    <a:pt x="2004" y="522"/>
                  </a:lnTo>
                  <a:lnTo>
                    <a:pt x="2010" y="522"/>
                  </a:lnTo>
                  <a:lnTo>
                    <a:pt x="2016" y="516"/>
                  </a:lnTo>
                  <a:lnTo>
                    <a:pt x="2016" y="504"/>
                  </a:lnTo>
                  <a:lnTo>
                    <a:pt x="1998" y="486"/>
                  </a:lnTo>
                  <a:lnTo>
                    <a:pt x="1986" y="480"/>
                  </a:lnTo>
                  <a:lnTo>
                    <a:pt x="1974" y="486"/>
                  </a:lnTo>
                  <a:lnTo>
                    <a:pt x="1956" y="504"/>
                  </a:lnTo>
                  <a:lnTo>
                    <a:pt x="1956" y="510"/>
                  </a:lnTo>
                  <a:lnTo>
                    <a:pt x="1944" y="510"/>
                  </a:lnTo>
                  <a:lnTo>
                    <a:pt x="1932" y="504"/>
                  </a:lnTo>
                  <a:lnTo>
                    <a:pt x="1896" y="504"/>
                  </a:lnTo>
                  <a:lnTo>
                    <a:pt x="1890" y="510"/>
                  </a:lnTo>
                  <a:lnTo>
                    <a:pt x="1884" y="522"/>
                  </a:lnTo>
                  <a:lnTo>
                    <a:pt x="1854" y="552"/>
                  </a:lnTo>
                  <a:lnTo>
                    <a:pt x="1848" y="546"/>
                  </a:lnTo>
                  <a:lnTo>
                    <a:pt x="1836" y="540"/>
                  </a:lnTo>
                  <a:lnTo>
                    <a:pt x="1824" y="516"/>
                  </a:lnTo>
                  <a:lnTo>
                    <a:pt x="1788" y="498"/>
                  </a:lnTo>
                  <a:lnTo>
                    <a:pt x="1776" y="498"/>
                  </a:lnTo>
                  <a:lnTo>
                    <a:pt x="1776" y="486"/>
                  </a:lnTo>
                  <a:lnTo>
                    <a:pt x="1782" y="468"/>
                  </a:lnTo>
                  <a:lnTo>
                    <a:pt x="1782" y="456"/>
                  </a:lnTo>
                  <a:lnTo>
                    <a:pt x="1794" y="420"/>
                  </a:lnTo>
                  <a:lnTo>
                    <a:pt x="1806" y="408"/>
                  </a:lnTo>
                  <a:lnTo>
                    <a:pt x="1824" y="408"/>
                  </a:lnTo>
                  <a:lnTo>
                    <a:pt x="1842" y="414"/>
                  </a:lnTo>
                  <a:lnTo>
                    <a:pt x="1896" y="414"/>
                  </a:lnTo>
                  <a:lnTo>
                    <a:pt x="1902" y="408"/>
                  </a:lnTo>
                  <a:lnTo>
                    <a:pt x="1908" y="408"/>
                  </a:lnTo>
                  <a:lnTo>
                    <a:pt x="1908" y="402"/>
                  </a:lnTo>
                  <a:lnTo>
                    <a:pt x="1914" y="396"/>
                  </a:lnTo>
                  <a:lnTo>
                    <a:pt x="1920" y="396"/>
                  </a:lnTo>
                  <a:lnTo>
                    <a:pt x="1944" y="402"/>
                  </a:lnTo>
                  <a:lnTo>
                    <a:pt x="1980" y="420"/>
                  </a:lnTo>
                  <a:lnTo>
                    <a:pt x="2010" y="432"/>
                  </a:lnTo>
                  <a:lnTo>
                    <a:pt x="2034" y="438"/>
                  </a:lnTo>
                  <a:lnTo>
                    <a:pt x="2040" y="438"/>
                  </a:lnTo>
                  <a:lnTo>
                    <a:pt x="2052" y="432"/>
                  </a:lnTo>
                  <a:lnTo>
                    <a:pt x="2064" y="420"/>
                  </a:lnTo>
                  <a:lnTo>
                    <a:pt x="2082" y="420"/>
                  </a:lnTo>
                  <a:lnTo>
                    <a:pt x="2094" y="414"/>
                  </a:lnTo>
                  <a:lnTo>
                    <a:pt x="2106" y="414"/>
                  </a:lnTo>
                  <a:lnTo>
                    <a:pt x="2112" y="408"/>
                  </a:lnTo>
                  <a:lnTo>
                    <a:pt x="2112" y="402"/>
                  </a:lnTo>
                  <a:lnTo>
                    <a:pt x="2106" y="396"/>
                  </a:lnTo>
                  <a:lnTo>
                    <a:pt x="2106" y="390"/>
                  </a:lnTo>
                  <a:lnTo>
                    <a:pt x="2118" y="378"/>
                  </a:lnTo>
                  <a:lnTo>
                    <a:pt x="2142" y="366"/>
                  </a:lnTo>
                  <a:lnTo>
                    <a:pt x="2148" y="360"/>
                  </a:lnTo>
                  <a:lnTo>
                    <a:pt x="2160" y="354"/>
                  </a:lnTo>
                  <a:lnTo>
                    <a:pt x="2148" y="324"/>
                  </a:lnTo>
                  <a:lnTo>
                    <a:pt x="2070" y="360"/>
                  </a:lnTo>
                  <a:lnTo>
                    <a:pt x="2076" y="366"/>
                  </a:lnTo>
                  <a:lnTo>
                    <a:pt x="2076" y="372"/>
                  </a:lnTo>
                  <a:lnTo>
                    <a:pt x="2070" y="378"/>
                  </a:lnTo>
                  <a:lnTo>
                    <a:pt x="2046" y="378"/>
                  </a:lnTo>
                  <a:lnTo>
                    <a:pt x="2022" y="366"/>
                  </a:lnTo>
                  <a:lnTo>
                    <a:pt x="2004" y="366"/>
                  </a:lnTo>
                  <a:lnTo>
                    <a:pt x="1968" y="384"/>
                  </a:lnTo>
                  <a:lnTo>
                    <a:pt x="1950" y="384"/>
                  </a:lnTo>
                  <a:lnTo>
                    <a:pt x="1938" y="378"/>
                  </a:lnTo>
                  <a:lnTo>
                    <a:pt x="1926" y="378"/>
                  </a:lnTo>
                  <a:lnTo>
                    <a:pt x="1902" y="366"/>
                  </a:lnTo>
                  <a:lnTo>
                    <a:pt x="1860" y="366"/>
                  </a:lnTo>
                  <a:lnTo>
                    <a:pt x="1872" y="348"/>
                  </a:lnTo>
                  <a:lnTo>
                    <a:pt x="1860" y="348"/>
                  </a:lnTo>
                  <a:lnTo>
                    <a:pt x="1848" y="342"/>
                  </a:lnTo>
                  <a:lnTo>
                    <a:pt x="1824" y="342"/>
                  </a:lnTo>
                  <a:lnTo>
                    <a:pt x="1824" y="366"/>
                  </a:lnTo>
                  <a:lnTo>
                    <a:pt x="1812" y="378"/>
                  </a:lnTo>
                  <a:lnTo>
                    <a:pt x="1788" y="390"/>
                  </a:lnTo>
                  <a:lnTo>
                    <a:pt x="1764" y="390"/>
                  </a:lnTo>
                  <a:lnTo>
                    <a:pt x="1758" y="396"/>
                  </a:lnTo>
                  <a:lnTo>
                    <a:pt x="1758" y="426"/>
                  </a:lnTo>
                  <a:lnTo>
                    <a:pt x="1740" y="432"/>
                  </a:lnTo>
                  <a:lnTo>
                    <a:pt x="1752" y="498"/>
                  </a:lnTo>
                  <a:lnTo>
                    <a:pt x="1740" y="498"/>
                  </a:lnTo>
                  <a:lnTo>
                    <a:pt x="1734" y="510"/>
                  </a:lnTo>
                  <a:lnTo>
                    <a:pt x="1728" y="516"/>
                  </a:lnTo>
                  <a:lnTo>
                    <a:pt x="1710" y="552"/>
                  </a:lnTo>
                  <a:close/>
                  <a:moveTo>
                    <a:pt x="1986" y="576"/>
                  </a:moveTo>
                  <a:lnTo>
                    <a:pt x="1986" y="594"/>
                  </a:lnTo>
                  <a:lnTo>
                    <a:pt x="1992" y="600"/>
                  </a:lnTo>
                  <a:lnTo>
                    <a:pt x="2004" y="600"/>
                  </a:lnTo>
                  <a:lnTo>
                    <a:pt x="2016" y="588"/>
                  </a:lnTo>
                  <a:lnTo>
                    <a:pt x="2016" y="576"/>
                  </a:lnTo>
                  <a:lnTo>
                    <a:pt x="1986" y="576"/>
                  </a:lnTo>
                  <a:close/>
                  <a:moveTo>
                    <a:pt x="1686" y="1110"/>
                  </a:moveTo>
                  <a:lnTo>
                    <a:pt x="1674" y="1110"/>
                  </a:lnTo>
                  <a:lnTo>
                    <a:pt x="1668" y="1116"/>
                  </a:lnTo>
                  <a:lnTo>
                    <a:pt x="1662" y="1116"/>
                  </a:lnTo>
                  <a:lnTo>
                    <a:pt x="1614" y="1104"/>
                  </a:lnTo>
                  <a:lnTo>
                    <a:pt x="1644" y="1146"/>
                  </a:lnTo>
                  <a:lnTo>
                    <a:pt x="1650" y="1152"/>
                  </a:lnTo>
                  <a:lnTo>
                    <a:pt x="1662" y="1158"/>
                  </a:lnTo>
                  <a:lnTo>
                    <a:pt x="1668" y="1164"/>
                  </a:lnTo>
                  <a:lnTo>
                    <a:pt x="1680" y="1170"/>
                  </a:lnTo>
                  <a:lnTo>
                    <a:pt x="1692" y="1158"/>
                  </a:lnTo>
                  <a:lnTo>
                    <a:pt x="1698" y="1140"/>
                  </a:lnTo>
                  <a:lnTo>
                    <a:pt x="1698" y="1128"/>
                  </a:lnTo>
                  <a:lnTo>
                    <a:pt x="1692" y="1116"/>
                  </a:lnTo>
                  <a:lnTo>
                    <a:pt x="1686" y="1110"/>
                  </a:lnTo>
                  <a:close/>
                  <a:moveTo>
                    <a:pt x="2094" y="1104"/>
                  </a:moveTo>
                  <a:lnTo>
                    <a:pt x="2064" y="1128"/>
                  </a:lnTo>
                  <a:lnTo>
                    <a:pt x="2094" y="1134"/>
                  </a:lnTo>
                  <a:lnTo>
                    <a:pt x="2094" y="1104"/>
                  </a:lnTo>
                  <a:close/>
                  <a:moveTo>
                    <a:pt x="486" y="294"/>
                  </a:moveTo>
                  <a:lnTo>
                    <a:pt x="474" y="288"/>
                  </a:lnTo>
                  <a:lnTo>
                    <a:pt x="468" y="288"/>
                  </a:lnTo>
                  <a:lnTo>
                    <a:pt x="456" y="294"/>
                  </a:lnTo>
                  <a:lnTo>
                    <a:pt x="456" y="312"/>
                  </a:lnTo>
                  <a:lnTo>
                    <a:pt x="468" y="324"/>
                  </a:lnTo>
                  <a:lnTo>
                    <a:pt x="474" y="318"/>
                  </a:lnTo>
                  <a:lnTo>
                    <a:pt x="486" y="318"/>
                  </a:lnTo>
                  <a:lnTo>
                    <a:pt x="486" y="312"/>
                  </a:lnTo>
                  <a:lnTo>
                    <a:pt x="492" y="300"/>
                  </a:lnTo>
                  <a:lnTo>
                    <a:pt x="486" y="294"/>
                  </a:lnTo>
                  <a:close/>
                  <a:moveTo>
                    <a:pt x="2346" y="588"/>
                  </a:moveTo>
                  <a:lnTo>
                    <a:pt x="2340" y="576"/>
                  </a:lnTo>
                  <a:lnTo>
                    <a:pt x="2328" y="570"/>
                  </a:lnTo>
                  <a:lnTo>
                    <a:pt x="2310" y="552"/>
                  </a:lnTo>
                  <a:lnTo>
                    <a:pt x="2304" y="552"/>
                  </a:lnTo>
                  <a:lnTo>
                    <a:pt x="2304" y="600"/>
                  </a:lnTo>
                  <a:lnTo>
                    <a:pt x="2316" y="600"/>
                  </a:lnTo>
                  <a:lnTo>
                    <a:pt x="2328" y="606"/>
                  </a:lnTo>
                  <a:lnTo>
                    <a:pt x="2334" y="606"/>
                  </a:lnTo>
                  <a:lnTo>
                    <a:pt x="2346" y="600"/>
                  </a:lnTo>
                  <a:lnTo>
                    <a:pt x="2346" y="588"/>
                  </a:lnTo>
                  <a:close/>
                  <a:moveTo>
                    <a:pt x="2310" y="474"/>
                  </a:moveTo>
                  <a:lnTo>
                    <a:pt x="2340" y="504"/>
                  </a:lnTo>
                  <a:lnTo>
                    <a:pt x="2358" y="516"/>
                  </a:lnTo>
                  <a:lnTo>
                    <a:pt x="2382" y="528"/>
                  </a:lnTo>
                  <a:lnTo>
                    <a:pt x="2400" y="528"/>
                  </a:lnTo>
                  <a:lnTo>
                    <a:pt x="2400" y="522"/>
                  </a:lnTo>
                  <a:lnTo>
                    <a:pt x="2358" y="480"/>
                  </a:lnTo>
                  <a:lnTo>
                    <a:pt x="2358" y="468"/>
                  </a:lnTo>
                  <a:lnTo>
                    <a:pt x="2364" y="456"/>
                  </a:lnTo>
                  <a:lnTo>
                    <a:pt x="2376" y="450"/>
                  </a:lnTo>
                  <a:lnTo>
                    <a:pt x="2394" y="450"/>
                  </a:lnTo>
                  <a:lnTo>
                    <a:pt x="2406" y="456"/>
                  </a:lnTo>
                  <a:lnTo>
                    <a:pt x="2424" y="444"/>
                  </a:lnTo>
                  <a:lnTo>
                    <a:pt x="2400" y="432"/>
                  </a:lnTo>
                  <a:lnTo>
                    <a:pt x="2412" y="426"/>
                  </a:lnTo>
                  <a:lnTo>
                    <a:pt x="2424" y="402"/>
                  </a:lnTo>
                  <a:lnTo>
                    <a:pt x="2412" y="378"/>
                  </a:lnTo>
                  <a:lnTo>
                    <a:pt x="2400" y="372"/>
                  </a:lnTo>
                  <a:lnTo>
                    <a:pt x="2382" y="372"/>
                  </a:lnTo>
                  <a:lnTo>
                    <a:pt x="2358" y="396"/>
                  </a:lnTo>
                  <a:lnTo>
                    <a:pt x="2346" y="402"/>
                  </a:lnTo>
                  <a:lnTo>
                    <a:pt x="2340" y="408"/>
                  </a:lnTo>
                  <a:lnTo>
                    <a:pt x="2334" y="408"/>
                  </a:lnTo>
                  <a:lnTo>
                    <a:pt x="2328" y="402"/>
                  </a:lnTo>
                  <a:lnTo>
                    <a:pt x="2328" y="366"/>
                  </a:lnTo>
                  <a:lnTo>
                    <a:pt x="2334" y="360"/>
                  </a:lnTo>
                  <a:lnTo>
                    <a:pt x="2346" y="336"/>
                  </a:lnTo>
                  <a:lnTo>
                    <a:pt x="2346" y="318"/>
                  </a:lnTo>
                  <a:lnTo>
                    <a:pt x="2340" y="312"/>
                  </a:lnTo>
                  <a:lnTo>
                    <a:pt x="2358" y="276"/>
                  </a:lnTo>
                  <a:lnTo>
                    <a:pt x="2316" y="312"/>
                  </a:lnTo>
                  <a:lnTo>
                    <a:pt x="2316" y="342"/>
                  </a:lnTo>
                  <a:lnTo>
                    <a:pt x="2304" y="348"/>
                  </a:lnTo>
                  <a:lnTo>
                    <a:pt x="2298" y="354"/>
                  </a:lnTo>
                  <a:lnTo>
                    <a:pt x="2286" y="378"/>
                  </a:lnTo>
                  <a:lnTo>
                    <a:pt x="2286" y="408"/>
                  </a:lnTo>
                  <a:lnTo>
                    <a:pt x="2298" y="420"/>
                  </a:lnTo>
                  <a:lnTo>
                    <a:pt x="2304" y="432"/>
                  </a:lnTo>
                  <a:lnTo>
                    <a:pt x="2310" y="438"/>
                  </a:lnTo>
                  <a:lnTo>
                    <a:pt x="2310" y="444"/>
                  </a:lnTo>
                  <a:lnTo>
                    <a:pt x="2304" y="450"/>
                  </a:lnTo>
                  <a:lnTo>
                    <a:pt x="2304" y="468"/>
                  </a:lnTo>
                  <a:lnTo>
                    <a:pt x="2310" y="474"/>
                  </a:lnTo>
                  <a:close/>
                  <a:moveTo>
                    <a:pt x="2250" y="708"/>
                  </a:moveTo>
                  <a:lnTo>
                    <a:pt x="2238" y="696"/>
                  </a:lnTo>
                  <a:lnTo>
                    <a:pt x="2214" y="708"/>
                  </a:lnTo>
                  <a:lnTo>
                    <a:pt x="2214" y="732"/>
                  </a:lnTo>
                  <a:lnTo>
                    <a:pt x="2220" y="744"/>
                  </a:lnTo>
                  <a:lnTo>
                    <a:pt x="2226" y="750"/>
                  </a:lnTo>
                  <a:lnTo>
                    <a:pt x="2250" y="762"/>
                  </a:lnTo>
                  <a:lnTo>
                    <a:pt x="2274" y="762"/>
                  </a:lnTo>
                  <a:lnTo>
                    <a:pt x="2280" y="750"/>
                  </a:lnTo>
                  <a:lnTo>
                    <a:pt x="2280" y="738"/>
                  </a:lnTo>
                  <a:lnTo>
                    <a:pt x="2274" y="726"/>
                  </a:lnTo>
                  <a:lnTo>
                    <a:pt x="2274" y="714"/>
                  </a:lnTo>
                  <a:lnTo>
                    <a:pt x="2268" y="708"/>
                  </a:lnTo>
                  <a:lnTo>
                    <a:pt x="2268" y="702"/>
                  </a:lnTo>
                  <a:lnTo>
                    <a:pt x="2250" y="708"/>
                  </a:lnTo>
                  <a:close/>
                  <a:moveTo>
                    <a:pt x="2148" y="1104"/>
                  </a:moveTo>
                  <a:lnTo>
                    <a:pt x="2226" y="1092"/>
                  </a:lnTo>
                  <a:lnTo>
                    <a:pt x="2166" y="1074"/>
                  </a:lnTo>
                  <a:lnTo>
                    <a:pt x="2148" y="1104"/>
                  </a:lnTo>
                  <a:close/>
                  <a:moveTo>
                    <a:pt x="2544" y="750"/>
                  </a:moveTo>
                  <a:lnTo>
                    <a:pt x="2520" y="732"/>
                  </a:lnTo>
                  <a:lnTo>
                    <a:pt x="2526" y="714"/>
                  </a:lnTo>
                  <a:lnTo>
                    <a:pt x="2514" y="702"/>
                  </a:lnTo>
                  <a:lnTo>
                    <a:pt x="2508" y="690"/>
                  </a:lnTo>
                  <a:lnTo>
                    <a:pt x="2490" y="684"/>
                  </a:lnTo>
                  <a:lnTo>
                    <a:pt x="2472" y="672"/>
                  </a:lnTo>
                  <a:lnTo>
                    <a:pt x="2442" y="666"/>
                  </a:lnTo>
                  <a:lnTo>
                    <a:pt x="2424" y="666"/>
                  </a:lnTo>
                  <a:lnTo>
                    <a:pt x="2388" y="684"/>
                  </a:lnTo>
                  <a:lnTo>
                    <a:pt x="2358" y="684"/>
                  </a:lnTo>
                  <a:lnTo>
                    <a:pt x="2346" y="696"/>
                  </a:lnTo>
                  <a:lnTo>
                    <a:pt x="2340" y="708"/>
                  </a:lnTo>
                  <a:lnTo>
                    <a:pt x="2340" y="726"/>
                  </a:lnTo>
                  <a:lnTo>
                    <a:pt x="2346" y="732"/>
                  </a:lnTo>
                  <a:lnTo>
                    <a:pt x="2364" y="714"/>
                  </a:lnTo>
                  <a:lnTo>
                    <a:pt x="2364" y="726"/>
                  </a:lnTo>
                  <a:lnTo>
                    <a:pt x="2370" y="738"/>
                  </a:lnTo>
                  <a:lnTo>
                    <a:pt x="2376" y="744"/>
                  </a:lnTo>
                  <a:lnTo>
                    <a:pt x="2388" y="738"/>
                  </a:lnTo>
                  <a:lnTo>
                    <a:pt x="2394" y="732"/>
                  </a:lnTo>
                  <a:lnTo>
                    <a:pt x="2394" y="726"/>
                  </a:lnTo>
                  <a:lnTo>
                    <a:pt x="2400" y="720"/>
                  </a:lnTo>
                  <a:lnTo>
                    <a:pt x="2400" y="714"/>
                  </a:lnTo>
                  <a:lnTo>
                    <a:pt x="2406" y="726"/>
                  </a:lnTo>
                  <a:lnTo>
                    <a:pt x="2418" y="732"/>
                  </a:lnTo>
                  <a:lnTo>
                    <a:pt x="2430" y="732"/>
                  </a:lnTo>
                  <a:lnTo>
                    <a:pt x="2442" y="720"/>
                  </a:lnTo>
                  <a:lnTo>
                    <a:pt x="2454" y="714"/>
                  </a:lnTo>
                  <a:lnTo>
                    <a:pt x="2460" y="708"/>
                  </a:lnTo>
                  <a:lnTo>
                    <a:pt x="2472" y="762"/>
                  </a:lnTo>
                  <a:lnTo>
                    <a:pt x="2502" y="738"/>
                  </a:lnTo>
                  <a:lnTo>
                    <a:pt x="2538" y="774"/>
                  </a:lnTo>
                  <a:lnTo>
                    <a:pt x="2544" y="750"/>
                  </a:lnTo>
                  <a:close/>
                  <a:moveTo>
                    <a:pt x="3264" y="678"/>
                  </a:moveTo>
                  <a:lnTo>
                    <a:pt x="3222" y="648"/>
                  </a:lnTo>
                  <a:lnTo>
                    <a:pt x="3210" y="648"/>
                  </a:lnTo>
                  <a:lnTo>
                    <a:pt x="3198" y="654"/>
                  </a:lnTo>
                  <a:lnTo>
                    <a:pt x="3180" y="654"/>
                  </a:lnTo>
                  <a:lnTo>
                    <a:pt x="3162" y="648"/>
                  </a:lnTo>
                  <a:lnTo>
                    <a:pt x="3126" y="630"/>
                  </a:lnTo>
                  <a:lnTo>
                    <a:pt x="3096" y="612"/>
                  </a:lnTo>
                  <a:lnTo>
                    <a:pt x="3060" y="594"/>
                  </a:lnTo>
                  <a:lnTo>
                    <a:pt x="3042" y="582"/>
                  </a:lnTo>
                  <a:lnTo>
                    <a:pt x="3030" y="582"/>
                  </a:lnTo>
                  <a:lnTo>
                    <a:pt x="3006" y="594"/>
                  </a:lnTo>
                  <a:lnTo>
                    <a:pt x="3000" y="600"/>
                  </a:lnTo>
                  <a:lnTo>
                    <a:pt x="2988" y="606"/>
                  </a:lnTo>
                  <a:lnTo>
                    <a:pt x="3006" y="630"/>
                  </a:lnTo>
                  <a:lnTo>
                    <a:pt x="2928" y="642"/>
                  </a:lnTo>
                  <a:lnTo>
                    <a:pt x="2934" y="666"/>
                  </a:lnTo>
                  <a:lnTo>
                    <a:pt x="2928" y="678"/>
                  </a:lnTo>
                  <a:lnTo>
                    <a:pt x="2922" y="684"/>
                  </a:lnTo>
                  <a:lnTo>
                    <a:pt x="2916" y="696"/>
                  </a:lnTo>
                  <a:lnTo>
                    <a:pt x="2880" y="720"/>
                  </a:lnTo>
                  <a:lnTo>
                    <a:pt x="2862" y="726"/>
                  </a:lnTo>
                  <a:lnTo>
                    <a:pt x="2844" y="726"/>
                  </a:lnTo>
                  <a:lnTo>
                    <a:pt x="2832" y="720"/>
                  </a:lnTo>
                  <a:lnTo>
                    <a:pt x="2826" y="714"/>
                  </a:lnTo>
                  <a:lnTo>
                    <a:pt x="2820" y="702"/>
                  </a:lnTo>
                  <a:lnTo>
                    <a:pt x="2820" y="678"/>
                  </a:lnTo>
                  <a:lnTo>
                    <a:pt x="2814" y="672"/>
                  </a:lnTo>
                  <a:lnTo>
                    <a:pt x="2814" y="660"/>
                  </a:lnTo>
                  <a:lnTo>
                    <a:pt x="2808" y="666"/>
                  </a:lnTo>
                  <a:lnTo>
                    <a:pt x="2808" y="672"/>
                  </a:lnTo>
                  <a:lnTo>
                    <a:pt x="2802" y="684"/>
                  </a:lnTo>
                  <a:lnTo>
                    <a:pt x="2796" y="690"/>
                  </a:lnTo>
                  <a:lnTo>
                    <a:pt x="2796" y="696"/>
                  </a:lnTo>
                  <a:lnTo>
                    <a:pt x="2796" y="690"/>
                  </a:lnTo>
                  <a:lnTo>
                    <a:pt x="2790" y="684"/>
                  </a:lnTo>
                  <a:lnTo>
                    <a:pt x="2790" y="672"/>
                  </a:lnTo>
                  <a:lnTo>
                    <a:pt x="2784" y="660"/>
                  </a:lnTo>
                  <a:lnTo>
                    <a:pt x="2784" y="576"/>
                  </a:lnTo>
                  <a:lnTo>
                    <a:pt x="2778" y="558"/>
                  </a:lnTo>
                  <a:lnTo>
                    <a:pt x="2760" y="522"/>
                  </a:lnTo>
                  <a:lnTo>
                    <a:pt x="2724" y="522"/>
                  </a:lnTo>
                  <a:lnTo>
                    <a:pt x="2718" y="510"/>
                  </a:lnTo>
                  <a:lnTo>
                    <a:pt x="2694" y="498"/>
                  </a:lnTo>
                  <a:lnTo>
                    <a:pt x="2676" y="486"/>
                  </a:lnTo>
                  <a:lnTo>
                    <a:pt x="2652" y="486"/>
                  </a:lnTo>
                  <a:lnTo>
                    <a:pt x="2634" y="498"/>
                  </a:lnTo>
                  <a:lnTo>
                    <a:pt x="2628" y="504"/>
                  </a:lnTo>
                  <a:lnTo>
                    <a:pt x="2616" y="510"/>
                  </a:lnTo>
                  <a:lnTo>
                    <a:pt x="2610" y="522"/>
                  </a:lnTo>
                  <a:lnTo>
                    <a:pt x="2586" y="528"/>
                  </a:lnTo>
                  <a:lnTo>
                    <a:pt x="2580" y="546"/>
                  </a:lnTo>
                  <a:lnTo>
                    <a:pt x="2562" y="558"/>
                  </a:lnTo>
                  <a:lnTo>
                    <a:pt x="2562" y="540"/>
                  </a:lnTo>
                  <a:lnTo>
                    <a:pt x="2556" y="534"/>
                  </a:lnTo>
                  <a:lnTo>
                    <a:pt x="2532" y="534"/>
                  </a:lnTo>
                  <a:lnTo>
                    <a:pt x="2532" y="546"/>
                  </a:lnTo>
                  <a:lnTo>
                    <a:pt x="2544" y="570"/>
                  </a:lnTo>
                  <a:lnTo>
                    <a:pt x="2568" y="582"/>
                  </a:lnTo>
                  <a:lnTo>
                    <a:pt x="2604" y="582"/>
                  </a:lnTo>
                  <a:lnTo>
                    <a:pt x="2616" y="588"/>
                  </a:lnTo>
                  <a:lnTo>
                    <a:pt x="2622" y="594"/>
                  </a:lnTo>
                  <a:lnTo>
                    <a:pt x="2628" y="594"/>
                  </a:lnTo>
                  <a:lnTo>
                    <a:pt x="2628" y="618"/>
                  </a:lnTo>
                  <a:lnTo>
                    <a:pt x="2634" y="630"/>
                  </a:lnTo>
                  <a:lnTo>
                    <a:pt x="2640" y="636"/>
                  </a:lnTo>
                  <a:lnTo>
                    <a:pt x="2652" y="642"/>
                  </a:lnTo>
                  <a:lnTo>
                    <a:pt x="2694" y="642"/>
                  </a:lnTo>
                  <a:lnTo>
                    <a:pt x="2712" y="636"/>
                  </a:lnTo>
                  <a:lnTo>
                    <a:pt x="2754" y="636"/>
                  </a:lnTo>
                  <a:lnTo>
                    <a:pt x="2760" y="642"/>
                  </a:lnTo>
                  <a:lnTo>
                    <a:pt x="2760" y="660"/>
                  </a:lnTo>
                  <a:lnTo>
                    <a:pt x="2700" y="660"/>
                  </a:lnTo>
                  <a:lnTo>
                    <a:pt x="2688" y="666"/>
                  </a:lnTo>
                  <a:lnTo>
                    <a:pt x="2676" y="678"/>
                  </a:lnTo>
                  <a:lnTo>
                    <a:pt x="2640" y="678"/>
                  </a:lnTo>
                  <a:lnTo>
                    <a:pt x="2616" y="690"/>
                  </a:lnTo>
                  <a:lnTo>
                    <a:pt x="2616" y="696"/>
                  </a:lnTo>
                  <a:lnTo>
                    <a:pt x="2622" y="696"/>
                  </a:lnTo>
                  <a:lnTo>
                    <a:pt x="2646" y="708"/>
                  </a:lnTo>
                  <a:lnTo>
                    <a:pt x="2658" y="708"/>
                  </a:lnTo>
                  <a:lnTo>
                    <a:pt x="2676" y="726"/>
                  </a:lnTo>
                  <a:lnTo>
                    <a:pt x="2682" y="738"/>
                  </a:lnTo>
                  <a:lnTo>
                    <a:pt x="2688" y="744"/>
                  </a:lnTo>
                  <a:lnTo>
                    <a:pt x="2682" y="750"/>
                  </a:lnTo>
                  <a:lnTo>
                    <a:pt x="2676" y="762"/>
                  </a:lnTo>
                  <a:lnTo>
                    <a:pt x="2676" y="774"/>
                  </a:lnTo>
                  <a:lnTo>
                    <a:pt x="2670" y="780"/>
                  </a:lnTo>
                  <a:lnTo>
                    <a:pt x="2676" y="792"/>
                  </a:lnTo>
                  <a:lnTo>
                    <a:pt x="2682" y="798"/>
                  </a:lnTo>
                  <a:lnTo>
                    <a:pt x="2694" y="792"/>
                  </a:lnTo>
                  <a:lnTo>
                    <a:pt x="2706" y="780"/>
                  </a:lnTo>
                  <a:lnTo>
                    <a:pt x="2712" y="768"/>
                  </a:lnTo>
                  <a:lnTo>
                    <a:pt x="2718" y="762"/>
                  </a:lnTo>
                  <a:lnTo>
                    <a:pt x="2718" y="750"/>
                  </a:lnTo>
                  <a:lnTo>
                    <a:pt x="2724" y="744"/>
                  </a:lnTo>
                  <a:lnTo>
                    <a:pt x="2736" y="720"/>
                  </a:lnTo>
                  <a:lnTo>
                    <a:pt x="2742" y="714"/>
                  </a:lnTo>
                  <a:lnTo>
                    <a:pt x="2748" y="702"/>
                  </a:lnTo>
                  <a:lnTo>
                    <a:pt x="2748" y="744"/>
                  </a:lnTo>
                  <a:lnTo>
                    <a:pt x="2754" y="750"/>
                  </a:lnTo>
                  <a:lnTo>
                    <a:pt x="2766" y="756"/>
                  </a:lnTo>
                  <a:lnTo>
                    <a:pt x="2772" y="768"/>
                  </a:lnTo>
                  <a:lnTo>
                    <a:pt x="2784" y="774"/>
                  </a:lnTo>
                  <a:lnTo>
                    <a:pt x="2790" y="780"/>
                  </a:lnTo>
                  <a:lnTo>
                    <a:pt x="2814" y="780"/>
                  </a:lnTo>
                  <a:lnTo>
                    <a:pt x="2820" y="774"/>
                  </a:lnTo>
                  <a:lnTo>
                    <a:pt x="2826" y="774"/>
                  </a:lnTo>
                  <a:lnTo>
                    <a:pt x="2814" y="792"/>
                  </a:lnTo>
                  <a:lnTo>
                    <a:pt x="2844" y="822"/>
                  </a:lnTo>
                  <a:lnTo>
                    <a:pt x="2904" y="822"/>
                  </a:lnTo>
                  <a:lnTo>
                    <a:pt x="2940" y="846"/>
                  </a:lnTo>
                  <a:lnTo>
                    <a:pt x="2976" y="864"/>
                  </a:lnTo>
                  <a:lnTo>
                    <a:pt x="3006" y="876"/>
                  </a:lnTo>
                  <a:lnTo>
                    <a:pt x="3036" y="894"/>
                  </a:lnTo>
                  <a:lnTo>
                    <a:pt x="3066" y="924"/>
                  </a:lnTo>
                  <a:lnTo>
                    <a:pt x="3066" y="972"/>
                  </a:lnTo>
                  <a:lnTo>
                    <a:pt x="3090" y="996"/>
                  </a:lnTo>
                  <a:lnTo>
                    <a:pt x="3102" y="1002"/>
                  </a:lnTo>
                  <a:lnTo>
                    <a:pt x="3096" y="1002"/>
                  </a:lnTo>
                  <a:lnTo>
                    <a:pt x="3084" y="1008"/>
                  </a:lnTo>
                  <a:lnTo>
                    <a:pt x="3078" y="1014"/>
                  </a:lnTo>
                  <a:lnTo>
                    <a:pt x="3078" y="1020"/>
                  </a:lnTo>
                  <a:lnTo>
                    <a:pt x="3090" y="1032"/>
                  </a:lnTo>
                  <a:lnTo>
                    <a:pt x="3114" y="1032"/>
                  </a:lnTo>
                  <a:lnTo>
                    <a:pt x="3090" y="1044"/>
                  </a:lnTo>
                  <a:lnTo>
                    <a:pt x="3090" y="1056"/>
                  </a:lnTo>
                  <a:lnTo>
                    <a:pt x="3102" y="1062"/>
                  </a:lnTo>
                  <a:lnTo>
                    <a:pt x="3108" y="1092"/>
                  </a:lnTo>
                  <a:lnTo>
                    <a:pt x="3096" y="1122"/>
                  </a:lnTo>
                  <a:lnTo>
                    <a:pt x="3120" y="1122"/>
                  </a:lnTo>
                  <a:lnTo>
                    <a:pt x="3126" y="1116"/>
                  </a:lnTo>
                  <a:lnTo>
                    <a:pt x="3138" y="1116"/>
                  </a:lnTo>
                  <a:lnTo>
                    <a:pt x="3150" y="1110"/>
                  </a:lnTo>
                  <a:lnTo>
                    <a:pt x="3162" y="1110"/>
                  </a:lnTo>
                  <a:lnTo>
                    <a:pt x="3168" y="1104"/>
                  </a:lnTo>
                  <a:lnTo>
                    <a:pt x="3174" y="1104"/>
                  </a:lnTo>
                  <a:lnTo>
                    <a:pt x="3174" y="1134"/>
                  </a:lnTo>
                  <a:lnTo>
                    <a:pt x="3234" y="1194"/>
                  </a:lnTo>
                  <a:lnTo>
                    <a:pt x="3240" y="1194"/>
                  </a:lnTo>
                  <a:lnTo>
                    <a:pt x="3240" y="1146"/>
                  </a:lnTo>
                  <a:lnTo>
                    <a:pt x="3234" y="1122"/>
                  </a:lnTo>
                  <a:lnTo>
                    <a:pt x="3234" y="1116"/>
                  </a:lnTo>
                  <a:lnTo>
                    <a:pt x="3240" y="1110"/>
                  </a:lnTo>
                  <a:lnTo>
                    <a:pt x="3240" y="1098"/>
                  </a:lnTo>
                  <a:lnTo>
                    <a:pt x="3246" y="1086"/>
                  </a:lnTo>
                  <a:lnTo>
                    <a:pt x="3246" y="1062"/>
                  </a:lnTo>
                  <a:lnTo>
                    <a:pt x="3252" y="1050"/>
                  </a:lnTo>
                  <a:lnTo>
                    <a:pt x="3252" y="1020"/>
                  </a:lnTo>
                  <a:lnTo>
                    <a:pt x="3240" y="1020"/>
                  </a:lnTo>
                  <a:lnTo>
                    <a:pt x="3228" y="1014"/>
                  </a:lnTo>
                  <a:lnTo>
                    <a:pt x="3222" y="1008"/>
                  </a:lnTo>
                  <a:lnTo>
                    <a:pt x="3222" y="1002"/>
                  </a:lnTo>
                  <a:lnTo>
                    <a:pt x="3234" y="990"/>
                  </a:lnTo>
                  <a:lnTo>
                    <a:pt x="3246" y="984"/>
                  </a:lnTo>
                  <a:lnTo>
                    <a:pt x="3252" y="978"/>
                  </a:lnTo>
                  <a:lnTo>
                    <a:pt x="3252" y="864"/>
                  </a:lnTo>
                  <a:lnTo>
                    <a:pt x="3258" y="846"/>
                  </a:lnTo>
                  <a:lnTo>
                    <a:pt x="3258" y="708"/>
                  </a:lnTo>
                  <a:lnTo>
                    <a:pt x="3264" y="678"/>
                  </a:lnTo>
                  <a:close/>
                  <a:moveTo>
                    <a:pt x="336" y="666"/>
                  </a:moveTo>
                  <a:lnTo>
                    <a:pt x="330" y="672"/>
                  </a:lnTo>
                  <a:lnTo>
                    <a:pt x="354" y="696"/>
                  </a:lnTo>
                  <a:lnTo>
                    <a:pt x="360" y="708"/>
                  </a:lnTo>
                  <a:lnTo>
                    <a:pt x="366" y="714"/>
                  </a:lnTo>
                  <a:lnTo>
                    <a:pt x="378" y="714"/>
                  </a:lnTo>
                  <a:lnTo>
                    <a:pt x="378" y="696"/>
                  </a:lnTo>
                  <a:lnTo>
                    <a:pt x="366" y="690"/>
                  </a:lnTo>
                  <a:lnTo>
                    <a:pt x="360" y="678"/>
                  </a:lnTo>
                  <a:lnTo>
                    <a:pt x="348" y="672"/>
                  </a:lnTo>
                  <a:lnTo>
                    <a:pt x="342" y="666"/>
                  </a:lnTo>
                  <a:lnTo>
                    <a:pt x="336" y="666"/>
                  </a:lnTo>
                  <a:close/>
                  <a:moveTo>
                    <a:pt x="2526" y="1104"/>
                  </a:moveTo>
                  <a:lnTo>
                    <a:pt x="2544" y="1116"/>
                  </a:lnTo>
                  <a:lnTo>
                    <a:pt x="2574" y="1092"/>
                  </a:lnTo>
                  <a:lnTo>
                    <a:pt x="2592" y="1092"/>
                  </a:lnTo>
                  <a:lnTo>
                    <a:pt x="2604" y="1080"/>
                  </a:lnTo>
                  <a:lnTo>
                    <a:pt x="2604" y="1062"/>
                  </a:lnTo>
                  <a:lnTo>
                    <a:pt x="2592" y="1056"/>
                  </a:lnTo>
                  <a:lnTo>
                    <a:pt x="2586" y="1056"/>
                  </a:lnTo>
                  <a:lnTo>
                    <a:pt x="2574" y="1062"/>
                  </a:lnTo>
                  <a:lnTo>
                    <a:pt x="2556" y="1068"/>
                  </a:lnTo>
                  <a:lnTo>
                    <a:pt x="2526" y="1098"/>
                  </a:lnTo>
                  <a:lnTo>
                    <a:pt x="2526" y="1104"/>
                  </a:lnTo>
                  <a:close/>
                  <a:moveTo>
                    <a:pt x="3096" y="1068"/>
                  </a:moveTo>
                  <a:lnTo>
                    <a:pt x="3090" y="1068"/>
                  </a:lnTo>
                  <a:lnTo>
                    <a:pt x="3090" y="1062"/>
                  </a:lnTo>
                  <a:lnTo>
                    <a:pt x="3084" y="1062"/>
                  </a:lnTo>
                  <a:lnTo>
                    <a:pt x="3078" y="1056"/>
                  </a:lnTo>
                  <a:lnTo>
                    <a:pt x="3066" y="1056"/>
                  </a:lnTo>
                  <a:lnTo>
                    <a:pt x="3048" y="1062"/>
                  </a:lnTo>
                  <a:lnTo>
                    <a:pt x="3024" y="1086"/>
                  </a:lnTo>
                  <a:lnTo>
                    <a:pt x="3012" y="1122"/>
                  </a:lnTo>
                  <a:lnTo>
                    <a:pt x="3012" y="1134"/>
                  </a:lnTo>
                  <a:lnTo>
                    <a:pt x="3072" y="1128"/>
                  </a:lnTo>
                  <a:lnTo>
                    <a:pt x="3084" y="1128"/>
                  </a:lnTo>
                  <a:lnTo>
                    <a:pt x="3090" y="1122"/>
                  </a:lnTo>
                  <a:lnTo>
                    <a:pt x="3102" y="1092"/>
                  </a:lnTo>
                  <a:lnTo>
                    <a:pt x="3096" y="1068"/>
                  </a:lnTo>
                  <a:close/>
                  <a:moveTo>
                    <a:pt x="2778" y="942"/>
                  </a:moveTo>
                  <a:lnTo>
                    <a:pt x="2766" y="960"/>
                  </a:lnTo>
                  <a:lnTo>
                    <a:pt x="2766" y="1014"/>
                  </a:lnTo>
                  <a:lnTo>
                    <a:pt x="2784" y="1014"/>
                  </a:lnTo>
                  <a:lnTo>
                    <a:pt x="2778" y="996"/>
                  </a:lnTo>
                  <a:lnTo>
                    <a:pt x="2790" y="990"/>
                  </a:lnTo>
                  <a:lnTo>
                    <a:pt x="2790" y="972"/>
                  </a:lnTo>
                  <a:lnTo>
                    <a:pt x="2778" y="972"/>
                  </a:lnTo>
                  <a:lnTo>
                    <a:pt x="2796" y="936"/>
                  </a:lnTo>
                  <a:lnTo>
                    <a:pt x="2814" y="906"/>
                  </a:lnTo>
                  <a:lnTo>
                    <a:pt x="2784" y="912"/>
                  </a:lnTo>
                  <a:lnTo>
                    <a:pt x="2778" y="942"/>
                  </a:lnTo>
                  <a:close/>
                  <a:moveTo>
                    <a:pt x="2136" y="600"/>
                  </a:moveTo>
                  <a:lnTo>
                    <a:pt x="2124" y="594"/>
                  </a:lnTo>
                  <a:lnTo>
                    <a:pt x="2118" y="594"/>
                  </a:lnTo>
                  <a:lnTo>
                    <a:pt x="2106" y="588"/>
                  </a:lnTo>
                  <a:lnTo>
                    <a:pt x="2088" y="588"/>
                  </a:lnTo>
                  <a:lnTo>
                    <a:pt x="2082" y="594"/>
                  </a:lnTo>
                  <a:lnTo>
                    <a:pt x="2082" y="600"/>
                  </a:lnTo>
                  <a:lnTo>
                    <a:pt x="2076" y="606"/>
                  </a:lnTo>
                  <a:lnTo>
                    <a:pt x="2082" y="612"/>
                  </a:lnTo>
                  <a:lnTo>
                    <a:pt x="2094" y="618"/>
                  </a:lnTo>
                  <a:lnTo>
                    <a:pt x="2136" y="618"/>
                  </a:lnTo>
                  <a:lnTo>
                    <a:pt x="2214" y="606"/>
                  </a:lnTo>
                  <a:lnTo>
                    <a:pt x="2136" y="600"/>
                  </a:lnTo>
                  <a:close/>
                  <a:moveTo>
                    <a:pt x="1308" y="1038"/>
                  </a:moveTo>
                  <a:lnTo>
                    <a:pt x="1368" y="1002"/>
                  </a:lnTo>
                  <a:lnTo>
                    <a:pt x="1362" y="990"/>
                  </a:lnTo>
                  <a:lnTo>
                    <a:pt x="1350" y="990"/>
                  </a:lnTo>
                  <a:lnTo>
                    <a:pt x="1332" y="996"/>
                  </a:lnTo>
                  <a:lnTo>
                    <a:pt x="1320" y="996"/>
                  </a:lnTo>
                  <a:lnTo>
                    <a:pt x="1302" y="1002"/>
                  </a:lnTo>
                  <a:lnTo>
                    <a:pt x="1290" y="1008"/>
                  </a:lnTo>
                  <a:lnTo>
                    <a:pt x="1284" y="1014"/>
                  </a:lnTo>
                  <a:lnTo>
                    <a:pt x="1284" y="1032"/>
                  </a:lnTo>
                  <a:lnTo>
                    <a:pt x="1290" y="1038"/>
                  </a:lnTo>
                  <a:lnTo>
                    <a:pt x="1308" y="1038"/>
                  </a:lnTo>
                  <a:close/>
                  <a:moveTo>
                    <a:pt x="1428" y="1116"/>
                  </a:moveTo>
                  <a:lnTo>
                    <a:pt x="1392" y="1116"/>
                  </a:lnTo>
                  <a:lnTo>
                    <a:pt x="1386" y="1146"/>
                  </a:lnTo>
                  <a:lnTo>
                    <a:pt x="1386" y="1152"/>
                  </a:lnTo>
                  <a:lnTo>
                    <a:pt x="1404" y="1170"/>
                  </a:lnTo>
                  <a:lnTo>
                    <a:pt x="1416" y="1176"/>
                  </a:lnTo>
                  <a:lnTo>
                    <a:pt x="1428" y="1164"/>
                  </a:lnTo>
                  <a:lnTo>
                    <a:pt x="1440" y="1140"/>
                  </a:lnTo>
                  <a:lnTo>
                    <a:pt x="1440" y="1128"/>
                  </a:lnTo>
                  <a:lnTo>
                    <a:pt x="1428" y="1116"/>
                  </a:lnTo>
                  <a:close/>
                  <a:moveTo>
                    <a:pt x="708" y="930"/>
                  </a:moveTo>
                  <a:lnTo>
                    <a:pt x="714" y="924"/>
                  </a:lnTo>
                  <a:lnTo>
                    <a:pt x="714" y="900"/>
                  </a:lnTo>
                  <a:lnTo>
                    <a:pt x="744" y="924"/>
                  </a:lnTo>
                  <a:lnTo>
                    <a:pt x="744" y="918"/>
                  </a:lnTo>
                  <a:lnTo>
                    <a:pt x="750" y="912"/>
                  </a:lnTo>
                  <a:lnTo>
                    <a:pt x="750" y="900"/>
                  </a:lnTo>
                  <a:lnTo>
                    <a:pt x="756" y="882"/>
                  </a:lnTo>
                  <a:lnTo>
                    <a:pt x="756" y="840"/>
                  </a:lnTo>
                  <a:lnTo>
                    <a:pt x="762" y="822"/>
                  </a:lnTo>
                  <a:lnTo>
                    <a:pt x="762" y="810"/>
                  </a:lnTo>
                  <a:lnTo>
                    <a:pt x="768" y="792"/>
                  </a:lnTo>
                  <a:lnTo>
                    <a:pt x="768" y="780"/>
                  </a:lnTo>
                  <a:lnTo>
                    <a:pt x="762" y="774"/>
                  </a:lnTo>
                  <a:lnTo>
                    <a:pt x="756" y="762"/>
                  </a:lnTo>
                  <a:lnTo>
                    <a:pt x="756" y="750"/>
                  </a:lnTo>
                  <a:lnTo>
                    <a:pt x="768" y="726"/>
                  </a:lnTo>
                  <a:lnTo>
                    <a:pt x="774" y="720"/>
                  </a:lnTo>
                  <a:lnTo>
                    <a:pt x="774" y="714"/>
                  </a:lnTo>
                  <a:lnTo>
                    <a:pt x="756" y="696"/>
                  </a:lnTo>
                  <a:lnTo>
                    <a:pt x="744" y="654"/>
                  </a:lnTo>
                  <a:lnTo>
                    <a:pt x="702" y="654"/>
                  </a:lnTo>
                  <a:lnTo>
                    <a:pt x="702" y="618"/>
                  </a:lnTo>
                  <a:lnTo>
                    <a:pt x="666" y="618"/>
                  </a:lnTo>
                  <a:lnTo>
                    <a:pt x="660" y="546"/>
                  </a:lnTo>
                  <a:lnTo>
                    <a:pt x="606" y="546"/>
                  </a:lnTo>
                  <a:lnTo>
                    <a:pt x="594" y="534"/>
                  </a:lnTo>
                  <a:lnTo>
                    <a:pt x="594" y="504"/>
                  </a:lnTo>
                  <a:lnTo>
                    <a:pt x="600" y="498"/>
                  </a:lnTo>
                  <a:lnTo>
                    <a:pt x="606" y="486"/>
                  </a:lnTo>
                  <a:lnTo>
                    <a:pt x="582" y="486"/>
                  </a:lnTo>
                  <a:lnTo>
                    <a:pt x="600" y="468"/>
                  </a:lnTo>
                  <a:lnTo>
                    <a:pt x="606" y="456"/>
                  </a:lnTo>
                  <a:lnTo>
                    <a:pt x="612" y="450"/>
                  </a:lnTo>
                  <a:lnTo>
                    <a:pt x="612" y="438"/>
                  </a:lnTo>
                  <a:lnTo>
                    <a:pt x="600" y="426"/>
                  </a:lnTo>
                  <a:lnTo>
                    <a:pt x="588" y="432"/>
                  </a:lnTo>
                  <a:lnTo>
                    <a:pt x="570" y="432"/>
                  </a:lnTo>
                  <a:lnTo>
                    <a:pt x="552" y="438"/>
                  </a:lnTo>
                  <a:lnTo>
                    <a:pt x="540" y="438"/>
                  </a:lnTo>
                  <a:lnTo>
                    <a:pt x="534" y="444"/>
                  </a:lnTo>
                  <a:lnTo>
                    <a:pt x="528" y="444"/>
                  </a:lnTo>
                  <a:lnTo>
                    <a:pt x="534" y="438"/>
                  </a:lnTo>
                  <a:lnTo>
                    <a:pt x="546" y="432"/>
                  </a:lnTo>
                  <a:lnTo>
                    <a:pt x="552" y="420"/>
                  </a:lnTo>
                  <a:lnTo>
                    <a:pt x="558" y="414"/>
                  </a:lnTo>
                  <a:lnTo>
                    <a:pt x="558" y="402"/>
                  </a:lnTo>
                  <a:lnTo>
                    <a:pt x="546" y="396"/>
                  </a:lnTo>
                  <a:lnTo>
                    <a:pt x="534" y="396"/>
                  </a:lnTo>
                  <a:lnTo>
                    <a:pt x="522" y="390"/>
                  </a:lnTo>
                  <a:lnTo>
                    <a:pt x="510" y="390"/>
                  </a:lnTo>
                  <a:lnTo>
                    <a:pt x="516" y="384"/>
                  </a:lnTo>
                  <a:lnTo>
                    <a:pt x="516" y="378"/>
                  </a:lnTo>
                  <a:lnTo>
                    <a:pt x="504" y="354"/>
                  </a:lnTo>
                  <a:lnTo>
                    <a:pt x="492" y="342"/>
                  </a:lnTo>
                  <a:lnTo>
                    <a:pt x="480" y="336"/>
                  </a:lnTo>
                  <a:lnTo>
                    <a:pt x="462" y="330"/>
                  </a:lnTo>
                  <a:lnTo>
                    <a:pt x="456" y="324"/>
                  </a:lnTo>
                  <a:lnTo>
                    <a:pt x="450" y="324"/>
                  </a:lnTo>
                  <a:lnTo>
                    <a:pt x="450" y="318"/>
                  </a:lnTo>
                  <a:lnTo>
                    <a:pt x="444" y="312"/>
                  </a:lnTo>
                  <a:lnTo>
                    <a:pt x="438" y="300"/>
                  </a:lnTo>
                  <a:lnTo>
                    <a:pt x="438" y="288"/>
                  </a:lnTo>
                  <a:lnTo>
                    <a:pt x="426" y="276"/>
                  </a:lnTo>
                  <a:lnTo>
                    <a:pt x="414" y="276"/>
                  </a:lnTo>
                  <a:lnTo>
                    <a:pt x="408" y="282"/>
                  </a:lnTo>
                  <a:lnTo>
                    <a:pt x="414" y="306"/>
                  </a:lnTo>
                  <a:lnTo>
                    <a:pt x="408" y="300"/>
                  </a:lnTo>
                  <a:lnTo>
                    <a:pt x="396" y="294"/>
                  </a:lnTo>
                  <a:lnTo>
                    <a:pt x="360" y="258"/>
                  </a:lnTo>
                  <a:lnTo>
                    <a:pt x="360" y="246"/>
                  </a:lnTo>
                  <a:lnTo>
                    <a:pt x="354" y="240"/>
                  </a:lnTo>
                  <a:lnTo>
                    <a:pt x="348" y="228"/>
                  </a:lnTo>
                  <a:lnTo>
                    <a:pt x="342" y="222"/>
                  </a:lnTo>
                  <a:lnTo>
                    <a:pt x="342" y="216"/>
                  </a:lnTo>
                  <a:lnTo>
                    <a:pt x="330" y="210"/>
                  </a:lnTo>
                  <a:lnTo>
                    <a:pt x="312" y="192"/>
                  </a:lnTo>
                  <a:lnTo>
                    <a:pt x="294" y="186"/>
                  </a:lnTo>
                  <a:lnTo>
                    <a:pt x="288" y="174"/>
                  </a:lnTo>
                  <a:lnTo>
                    <a:pt x="276" y="168"/>
                  </a:lnTo>
                  <a:lnTo>
                    <a:pt x="264" y="156"/>
                  </a:lnTo>
                  <a:lnTo>
                    <a:pt x="252" y="150"/>
                  </a:lnTo>
                  <a:lnTo>
                    <a:pt x="240" y="138"/>
                  </a:lnTo>
                  <a:lnTo>
                    <a:pt x="234" y="126"/>
                  </a:lnTo>
                  <a:lnTo>
                    <a:pt x="222" y="120"/>
                  </a:lnTo>
                  <a:lnTo>
                    <a:pt x="222" y="102"/>
                  </a:lnTo>
                  <a:lnTo>
                    <a:pt x="204" y="84"/>
                  </a:lnTo>
                  <a:lnTo>
                    <a:pt x="198" y="72"/>
                  </a:lnTo>
                  <a:lnTo>
                    <a:pt x="168" y="42"/>
                  </a:lnTo>
                  <a:lnTo>
                    <a:pt x="150" y="42"/>
                  </a:lnTo>
                  <a:lnTo>
                    <a:pt x="66" y="36"/>
                  </a:lnTo>
                  <a:lnTo>
                    <a:pt x="42" y="12"/>
                  </a:lnTo>
                  <a:lnTo>
                    <a:pt x="30" y="6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6" y="6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8" y="78"/>
                  </a:lnTo>
                  <a:lnTo>
                    <a:pt x="66" y="126"/>
                  </a:lnTo>
                  <a:lnTo>
                    <a:pt x="96" y="150"/>
                  </a:lnTo>
                  <a:lnTo>
                    <a:pt x="126" y="180"/>
                  </a:lnTo>
                  <a:lnTo>
                    <a:pt x="162" y="234"/>
                  </a:lnTo>
                  <a:lnTo>
                    <a:pt x="174" y="228"/>
                  </a:lnTo>
                  <a:lnTo>
                    <a:pt x="174" y="252"/>
                  </a:lnTo>
                  <a:lnTo>
                    <a:pt x="180" y="264"/>
                  </a:lnTo>
                  <a:lnTo>
                    <a:pt x="186" y="270"/>
                  </a:lnTo>
                  <a:lnTo>
                    <a:pt x="198" y="276"/>
                  </a:lnTo>
                  <a:lnTo>
                    <a:pt x="216" y="288"/>
                  </a:lnTo>
                  <a:lnTo>
                    <a:pt x="228" y="300"/>
                  </a:lnTo>
                  <a:lnTo>
                    <a:pt x="246" y="312"/>
                  </a:lnTo>
                  <a:lnTo>
                    <a:pt x="258" y="324"/>
                  </a:lnTo>
                  <a:lnTo>
                    <a:pt x="264" y="336"/>
                  </a:lnTo>
                  <a:lnTo>
                    <a:pt x="276" y="372"/>
                  </a:lnTo>
                  <a:lnTo>
                    <a:pt x="276" y="384"/>
                  </a:lnTo>
                  <a:lnTo>
                    <a:pt x="282" y="390"/>
                  </a:lnTo>
                  <a:lnTo>
                    <a:pt x="282" y="426"/>
                  </a:lnTo>
                  <a:lnTo>
                    <a:pt x="288" y="438"/>
                  </a:lnTo>
                  <a:lnTo>
                    <a:pt x="288" y="444"/>
                  </a:lnTo>
                  <a:lnTo>
                    <a:pt x="294" y="450"/>
                  </a:lnTo>
                  <a:lnTo>
                    <a:pt x="300" y="450"/>
                  </a:lnTo>
                  <a:lnTo>
                    <a:pt x="312" y="444"/>
                  </a:lnTo>
                  <a:lnTo>
                    <a:pt x="324" y="444"/>
                  </a:lnTo>
                  <a:lnTo>
                    <a:pt x="324" y="450"/>
                  </a:lnTo>
                  <a:lnTo>
                    <a:pt x="330" y="462"/>
                  </a:lnTo>
                  <a:lnTo>
                    <a:pt x="330" y="474"/>
                  </a:lnTo>
                  <a:lnTo>
                    <a:pt x="336" y="480"/>
                  </a:lnTo>
                  <a:lnTo>
                    <a:pt x="336" y="486"/>
                  </a:lnTo>
                  <a:lnTo>
                    <a:pt x="378" y="522"/>
                  </a:lnTo>
                  <a:lnTo>
                    <a:pt x="372" y="546"/>
                  </a:lnTo>
                  <a:lnTo>
                    <a:pt x="408" y="606"/>
                  </a:lnTo>
                  <a:lnTo>
                    <a:pt x="402" y="618"/>
                  </a:lnTo>
                  <a:lnTo>
                    <a:pt x="402" y="636"/>
                  </a:lnTo>
                  <a:lnTo>
                    <a:pt x="408" y="648"/>
                  </a:lnTo>
                  <a:lnTo>
                    <a:pt x="438" y="678"/>
                  </a:lnTo>
                  <a:lnTo>
                    <a:pt x="438" y="684"/>
                  </a:lnTo>
                  <a:lnTo>
                    <a:pt x="444" y="690"/>
                  </a:lnTo>
                  <a:lnTo>
                    <a:pt x="462" y="726"/>
                  </a:lnTo>
                  <a:lnTo>
                    <a:pt x="498" y="744"/>
                  </a:lnTo>
                  <a:lnTo>
                    <a:pt x="504" y="750"/>
                  </a:lnTo>
                  <a:lnTo>
                    <a:pt x="510" y="750"/>
                  </a:lnTo>
                  <a:lnTo>
                    <a:pt x="510" y="786"/>
                  </a:lnTo>
                  <a:lnTo>
                    <a:pt x="522" y="792"/>
                  </a:lnTo>
                  <a:lnTo>
                    <a:pt x="528" y="804"/>
                  </a:lnTo>
                  <a:lnTo>
                    <a:pt x="540" y="810"/>
                  </a:lnTo>
                  <a:lnTo>
                    <a:pt x="564" y="834"/>
                  </a:lnTo>
                  <a:lnTo>
                    <a:pt x="576" y="840"/>
                  </a:lnTo>
                  <a:lnTo>
                    <a:pt x="594" y="858"/>
                  </a:lnTo>
                  <a:lnTo>
                    <a:pt x="600" y="858"/>
                  </a:lnTo>
                  <a:lnTo>
                    <a:pt x="606" y="864"/>
                  </a:lnTo>
                  <a:lnTo>
                    <a:pt x="612" y="864"/>
                  </a:lnTo>
                  <a:lnTo>
                    <a:pt x="612" y="870"/>
                  </a:lnTo>
                  <a:lnTo>
                    <a:pt x="618" y="876"/>
                  </a:lnTo>
                  <a:lnTo>
                    <a:pt x="630" y="900"/>
                  </a:lnTo>
                  <a:lnTo>
                    <a:pt x="642" y="912"/>
                  </a:lnTo>
                  <a:lnTo>
                    <a:pt x="654" y="936"/>
                  </a:lnTo>
                  <a:lnTo>
                    <a:pt x="660" y="942"/>
                  </a:lnTo>
                  <a:lnTo>
                    <a:pt x="660" y="906"/>
                  </a:lnTo>
                  <a:lnTo>
                    <a:pt x="672" y="906"/>
                  </a:lnTo>
                  <a:lnTo>
                    <a:pt x="684" y="918"/>
                  </a:lnTo>
                  <a:lnTo>
                    <a:pt x="696" y="924"/>
                  </a:lnTo>
                  <a:lnTo>
                    <a:pt x="702" y="930"/>
                  </a:lnTo>
                  <a:lnTo>
                    <a:pt x="708" y="930"/>
                  </a:lnTo>
                  <a:close/>
                  <a:moveTo>
                    <a:pt x="2118" y="1194"/>
                  </a:moveTo>
                  <a:lnTo>
                    <a:pt x="2106" y="1176"/>
                  </a:lnTo>
                  <a:lnTo>
                    <a:pt x="2088" y="1176"/>
                  </a:lnTo>
                  <a:lnTo>
                    <a:pt x="2064" y="1200"/>
                  </a:lnTo>
                  <a:lnTo>
                    <a:pt x="2064" y="1212"/>
                  </a:lnTo>
                  <a:lnTo>
                    <a:pt x="2052" y="1212"/>
                  </a:lnTo>
                  <a:lnTo>
                    <a:pt x="2040" y="1218"/>
                  </a:lnTo>
                  <a:lnTo>
                    <a:pt x="2010" y="1248"/>
                  </a:lnTo>
                  <a:lnTo>
                    <a:pt x="1998" y="1272"/>
                  </a:lnTo>
                  <a:lnTo>
                    <a:pt x="1992" y="1278"/>
                  </a:lnTo>
                  <a:lnTo>
                    <a:pt x="1992" y="1290"/>
                  </a:lnTo>
                  <a:lnTo>
                    <a:pt x="2004" y="1302"/>
                  </a:lnTo>
                  <a:lnTo>
                    <a:pt x="2022" y="1302"/>
                  </a:lnTo>
                  <a:lnTo>
                    <a:pt x="2052" y="1284"/>
                  </a:lnTo>
                  <a:lnTo>
                    <a:pt x="2082" y="1260"/>
                  </a:lnTo>
                  <a:lnTo>
                    <a:pt x="2106" y="1242"/>
                  </a:lnTo>
                  <a:lnTo>
                    <a:pt x="2100" y="1236"/>
                  </a:lnTo>
                  <a:lnTo>
                    <a:pt x="2100" y="1224"/>
                  </a:lnTo>
                  <a:lnTo>
                    <a:pt x="2112" y="1200"/>
                  </a:lnTo>
                  <a:lnTo>
                    <a:pt x="2118" y="1194"/>
                  </a:lnTo>
                  <a:close/>
                  <a:moveTo>
                    <a:pt x="1374" y="1128"/>
                  </a:moveTo>
                  <a:lnTo>
                    <a:pt x="1374" y="1116"/>
                  </a:lnTo>
                  <a:lnTo>
                    <a:pt x="1368" y="1110"/>
                  </a:lnTo>
                  <a:lnTo>
                    <a:pt x="1344" y="1098"/>
                  </a:lnTo>
                  <a:lnTo>
                    <a:pt x="1332" y="1098"/>
                  </a:lnTo>
                  <a:lnTo>
                    <a:pt x="1320" y="1092"/>
                  </a:lnTo>
                  <a:lnTo>
                    <a:pt x="1314" y="1092"/>
                  </a:lnTo>
                  <a:lnTo>
                    <a:pt x="1302" y="1098"/>
                  </a:lnTo>
                  <a:lnTo>
                    <a:pt x="1296" y="1104"/>
                  </a:lnTo>
                  <a:lnTo>
                    <a:pt x="1296" y="1116"/>
                  </a:lnTo>
                  <a:lnTo>
                    <a:pt x="1290" y="1122"/>
                  </a:lnTo>
                  <a:lnTo>
                    <a:pt x="1290" y="1134"/>
                  </a:lnTo>
                  <a:lnTo>
                    <a:pt x="1254" y="1104"/>
                  </a:lnTo>
                  <a:lnTo>
                    <a:pt x="1260" y="1092"/>
                  </a:lnTo>
                  <a:lnTo>
                    <a:pt x="1260" y="1080"/>
                  </a:lnTo>
                  <a:lnTo>
                    <a:pt x="1266" y="1068"/>
                  </a:lnTo>
                  <a:lnTo>
                    <a:pt x="1266" y="1050"/>
                  </a:lnTo>
                  <a:lnTo>
                    <a:pt x="1260" y="1038"/>
                  </a:lnTo>
                  <a:lnTo>
                    <a:pt x="1254" y="1032"/>
                  </a:lnTo>
                  <a:lnTo>
                    <a:pt x="1242" y="1026"/>
                  </a:lnTo>
                  <a:lnTo>
                    <a:pt x="1188" y="1026"/>
                  </a:lnTo>
                  <a:lnTo>
                    <a:pt x="1158" y="1008"/>
                  </a:lnTo>
                  <a:lnTo>
                    <a:pt x="1158" y="984"/>
                  </a:lnTo>
                  <a:lnTo>
                    <a:pt x="1116" y="984"/>
                  </a:lnTo>
                  <a:lnTo>
                    <a:pt x="1116" y="996"/>
                  </a:lnTo>
                  <a:lnTo>
                    <a:pt x="1110" y="1008"/>
                  </a:lnTo>
                  <a:lnTo>
                    <a:pt x="1110" y="1026"/>
                  </a:lnTo>
                  <a:lnTo>
                    <a:pt x="1086" y="1026"/>
                  </a:lnTo>
                  <a:lnTo>
                    <a:pt x="1074" y="1020"/>
                  </a:lnTo>
                  <a:lnTo>
                    <a:pt x="1056" y="1014"/>
                  </a:lnTo>
                  <a:lnTo>
                    <a:pt x="1044" y="1014"/>
                  </a:lnTo>
                  <a:lnTo>
                    <a:pt x="1032" y="1008"/>
                  </a:lnTo>
                  <a:lnTo>
                    <a:pt x="966" y="1008"/>
                  </a:lnTo>
                  <a:lnTo>
                    <a:pt x="960" y="996"/>
                  </a:lnTo>
                  <a:lnTo>
                    <a:pt x="948" y="990"/>
                  </a:lnTo>
                  <a:lnTo>
                    <a:pt x="942" y="978"/>
                  </a:lnTo>
                  <a:lnTo>
                    <a:pt x="918" y="954"/>
                  </a:lnTo>
                  <a:lnTo>
                    <a:pt x="900" y="954"/>
                  </a:lnTo>
                  <a:lnTo>
                    <a:pt x="888" y="960"/>
                  </a:lnTo>
                  <a:lnTo>
                    <a:pt x="876" y="954"/>
                  </a:lnTo>
                  <a:lnTo>
                    <a:pt x="870" y="948"/>
                  </a:lnTo>
                  <a:lnTo>
                    <a:pt x="858" y="942"/>
                  </a:lnTo>
                  <a:lnTo>
                    <a:pt x="846" y="942"/>
                  </a:lnTo>
                  <a:lnTo>
                    <a:pt x="840" y="936"/>
                  </a:lnTo>
                  <a:lnTo>
                    <a:pt x="822" y="936"/>
                  </a:lnTo>
                  <a:lnTo>
                    <a:pt x="810" y="930"/>
                  </a:lnTo>
                  <a:lnTo>
                    <a:pt x="792" y="930"/>
                  </a:lnTo>
                  <a:lnTo>
                    <a:pt x="786" y="924"/>
                  </a:lnTo>
                  <a:lnTo>
                    <a:pt x="762" y="924"/>
                  </a:lnTo>
                  <a:lnTo>
                    <a:pt x="750" y="930"/>
                  </a:lnTo>
                  <a:lnTo>
                    <a:pt x="738" y="954"/>
                  </a:lnTo>
                  <a:lnTo>
                    <a:pt x="738" y="966"/>
                  </a:lnTo>
                  <a:lnTo>
                    <a:pt x="732" y="978"/>
                  </a:lnTo>
                  <a:lnTo>
                    <a:pt x="720" y="990"/>
                  </a:lnTo>
                  <a:lnTo>
                    <a:pt x="714" y="990"/>
                  </a:lnTo>
                  <a:lnTo>
                    <a:pt x="702" y="1002"/>
                  </a:lnTo>
                  <a:lnTo>
                    <a:pt x="702" y="1014"/>
                  </a:lnTo>
                  <a:lnTo>
                    <a:pt x="738" y="1008"/>
                  </a:lnTo>
                  <a:lnTo>
                    <a:pt x="786" y="1008"/>
                  </a:lnTo>
                  <a:lnTo>
                    <a:pt x="780" y="1014"/>
                  </a:lnTo>
                  <a:lnTo>
                    <a:pt x="768" y="1020"/>
                  </a:lnTo>
                  <a:lnTo>
                    <a:pt x="762" y="1032"/>
                  </a:lnTo>
                  <a:lnTo>
                    <a:pt x="762" y="1044"/>
                  </a:lnTo>
                  <a:lnTo>
                    <a:pt x="774" y="1050"/>
                  </a:lnTo>
                  <a:lnTo>
                    <a:pt x="780" y="1050"/>
                  </a:lnTo>
                  <a:lnTo>
                    <a:pt x="798" y="1044"/>
                  </a:lnTo>
                  <a:lnTo>
                    <a:pt x="810" y="1044"/>
                  </a:lnTo>
                  <a:lnTo>
                    <a:pt x="816" y="1038"/>
                  </a:lnTo>
                  <a:lnTo>
                    <a:pt x="828" y="1032"/>
                  </a:lnTo>
                  <a:lnTo>
                    <a:pt x="840" y="1038"/>
                  </a:lnTo>
                  <a:lnTo>
                    <a:pt x="870" y="1056"/>
                  </a:lnTo>
                  <a:lnTo>
                    <a:pt x="900" y="1068"/>
                  </a:lnTo>
                  <a:lnTo>
                    <a:pt x="924" y="1080"/>
                  </a:lnTo>
                  <a:lnTo>
                    <a:pt x="960" y="1086"/>
                  </a:lnTo>
                  <a:lnTo>
                    <a:pt x="1014" y="1092"/>
                  </a:lnTo>
                  <a:lnTo>
                    <a:pt x="1062" y="1092"/>
                  </a:lnTo>
                  <a:lnTo>
                    <a:pt x="1080" y="1110"/>
                  </a:lnTo>
                  <a:lnTo>
                    <a:pt x="1086" y="1122"/>
                  </a:lnTo>
                  <a:lnTo>
                    <a:pt x="1098" y="1128"/>
                  </a:lnTo>
                  <a:lnTo>
                    <a:pt x="1110" y="1140"/>
                  </a:lnTo>
                  <a:lnTo>
                    <a:pt x="1128" y="1146"/>
                  </a:lnTo>
                  <a:lnTo>
                    <a:pt x="1152" y="1152"/>
                  </a:lnTo>
                  <a:lnTo>
                    <a:pt x="1170" y="1152"/>
                  </a:lnTo>
                  <a:lnTo>
                    <a:pt x="1182" y="1158"/>
                  </a:lnTo>
                  <a:lnTo>
                    <a:pt x="1248" y="1158"/>
                  </a:lnTo>
                  <a:lnTo>
                    <a:pt x="1260" y="1164"/>
                  </a:lnTo>
                  <a:lnTo>
                    <a:pt x="1278" y="1170"/>
                  </a:lnTo>
                  <a:lnTo>
                    <a:pt x="1290" y="1182"/>
                  </a:lnTo>
                  <a:lnTo>
                    <a:pt x="1302" y="1188"/>
                  </a:lnTo>
                  <a:lnTo>
                    <a:pt x="1320" y="1206"/>
                  </a:lnTo>
                  <a:lnTo>
                    <a:pt x="1338" y="1206"/>
                  </a:lnTo>
                  <a:lnTo>
                    <a:pt x="1350" y="1200"/>
                  </a:lnTo>
                  <a:lnTo>
                    <a:pt x="1356" y="1206"/>
                  </a:lnTo>
                  <a:lnTo>
                    <a:pt x="1374" y="1206"/>
                  </a:lnTo>
                  <a:lnTo>
                    <a:pt x="1374" y="1194"/>
                  </a:lnTo>
                  <a:lnTo>
                    <a:pt x="1368" y="1182"/>
                  </a:lnTo>
                  <a:lnTo>
                    <a:pt x="1362" y="1176"/>
                  </a:lnTo>
                  <a:lnTo>
                    <a:pt x="1356" y="1164"/>
                  </a:lnTo>
                  <a:lnTo>
                    <a:pt x="1374" y="1146"/>
                  </a:lnTo>
                  <a:lnTo>
                    <a:pt x="1374" y="1128"/>
                  </a:lnTo>
                  <a:close/>
                  <a:moveTo>
                    <a:pt x="1500" y="726"/>
                  </a:moveTo>
                  <a:lnTo>
                    <a:pt x="1542" y="684"/>
                  </a:lnTo>
                  <a:lnTo>
                    <a:pt x="1548" y="672"/>
                  </a:lnTo>
                  <a:lnTo>
                    <a:pt x="1554" y="654"/>
                  </a:lnTo>
                  <a:lnTo>
                    <a:pt x="1560" y="642"/>
                  </a:lnTo>
                  <a:lnTo>
                    <a:pt x="1566" y="624"/>
                  </a:lnTo>
                  <a:lnTo>
                    <a:pt x="1566" y="612"/>
                  </a:lnTo>
                  <a:lnTo>
                    <a:pt x="1572" y="606"/>
                  </a:lnTo>
                  <a:lnTo>
                    <a:pt x="1572" y="600"/>
                  </a:lnTo>
                  <a:lnTo>
                    <a:pt x="1566" y="600"/>
                  </a:lnTo>
                  <a:lnTo>
                    <a:pt x="1554" y="594"/>
                  </a:lnTo>
                  <a:lnTo>
                    <a:pt x="1542" y="582"/>
                  </a:lnTo>
                  <a:lnTo>
                    <a:pt x="1542" y="564"/>
                  </a:lnTo>
                  <a:lnTo>
                    <a:pt x="1554" y="516"/>
                  </a:lnTo>
                  <a:lnTo>
                    <a:pt x="1590" y="498"/>
                  </a:lnTo>
                  <a:lnTo>
                    <a:pt x="1626" y="498"/>
                  </a:lnTo>
                  <a:lnTo>
                    <a:pt x="1632" y="486"/>
                  </a:lnTo>
                  <a:lnTo>
                    <a:pt x="1638" y="480"/>
                  </a:lnTo>
                  <a:lnTo>
                    <a:pt x="1644" y="468"/>
                  </a:lnTo>
                  <a:lnTo>
                    <a:pt x="1644" y="444"/>
                  </a:lnTo>
                  <a:lnTo>
                    <a:pt x="1626" y="444"/>
                  </a:lnTo>
                  <a:lnTo>
                    <a:pt x="1620" y="450"/>
                  </a:lnTo>
                  <a:lnTo>
                    <a:pt x="1608" y="450"/>
                  </a:lnTo>
                  <a:lnTo>
                    <a:pt x="1608" y="438"/>
                  </a:lnTo>
                  <a:lnTo>
                    <a:pt x="1614" y="420"/>
                  </a:lnTo>
                  <a:lnTo>
                    <a:pt x="1626" y="408"/>
                  </a:lnTo>
                  <a:lnTo>
                    <a:pt x="1650" y="396"/>
                  </a:lnTo>
                  <a:lnTo>
                    <a:pt x="1662" y="396"/>
                  </a:lnTo>
                  <a:lnTo>
                    <a:pt x="1680" y="402"/>
                  </a:lnTo>
                  <a:lnTo>
                    <a:pt x="1704" y="402"/>
                  </a:lnTo>
                  <a:lnTo>
                    <a:pt x="1716" y="390"/>
                  </a:lnTo>
                  <a:lnTo>
                    <a:pt x="1716" y="384"/>
                  </a:lnTo>
                  <a:lnTo>
                    <a:pt x="1680" y="348"/>
                  </a:lnTo>
                  <a:lnTo>
                    <a:pt x="1680" y="312"/>
                  </a:lnTo>
                  <a:lnTo>
                    <a:pt x="1668" y="312"/>
                  </a:lnTo>
                  <a:lnTo>
                    <a:pt x="1650" y="294"/>
                  </a:lnTo>
                  <a:lnTo>
                    <a:pt x="1650" y="282"/>
                  </a:lnTo>
                  <a:lnTo>
                    <a:pt x="1662" y="270"/>
                  </a:lnTo>
                  <a:lnTo>
                    <a:pt x="1668" y="258"/>
                  </a:lnTo>
                  <a:lnTo>
                    <a:pt x="1668" y="246"/>
                  </a:lnTo>
                  <a:lnTo>
                    <a:pt x="1662" y="240"/>
                  </a:lnTo>
                  <a:lnTo>
                    <a:pt x="1638" y="228"/>
                  </a:lnTo>
                  <a:lnTo>
                    <a:pt x="1614" y="228"/>
                  </a:lnTo>
                  <a:lnTo>
                    <a:pt x="1632" y="198"/>
                  </a:lnTo>
                  <a:lnTo>
                    <a:pt x="1614" y="192"/>
                  </a:lnTo>
                  <a:lnTo>
                    <a:pt x="1620" y="162"/>
                  </a:lnTo>
                  <a:lnTo>
                    <a:pt x="1608" y="144"/>
                  </a:lnTo>
                  <a:lnTo>
                    <a:pt x="1602" y="138"/>
                  </a:lnTo>
                  <a:lnTo>
                    <a:pt x="1590" y="132"/>
                  </a:lnTo>
                  <a:lnTo>
                    <a:pt x="1566" y="108"/>
                  </a:lnTo>
                  <a:lnTo>
                    <a:pt x="1470" y="108"/>
                  </a:lnTo>
                  <a:lnTo>
                    <a:pt x="1464" y="114"/>
                  </a:lnTo>
                  <a:lnTo>
                    <a:pt x="1458" y="126"/>
                  </a:lnTo>
                  <a:lnTo>
                    <a:pt x="1458" y="180"/>
                  </a:lnTo>
                  <a:lnTo>
                    <a:pt x="1452" y="198"/>
                  </a:lnTo>
                  <a:lnTo>
                    <a:pt x="1452" y="204"/>
                  </a:lnTo>
                  <a:lnTo>
                    <a:pt x="1446" y="216"/>
                  </a:lnTo>
                  <a:lnTo>
                    <a:pt x="1428" y="216"/>
                  </a:lnTo>
                  <a:lnTo>
                    <a:pt x="1422" y="222"/>
                  </a:lnTo>
                  <a:lnTo>
                    <a:pt x="1422" y="246"/>
                  </a:lnTo>
                  <a:lnTo>
                    <a:pt x="1428" y="252"/>
                  </a:lnTo>
                  <a:lnTo>
                    <a:pt x="1434" y="264"/>
                  </a:lnTo>
                  <a:lnTo>
                    <a:pt x="1398" y="294"/>
                  </a:lnTo>
                  <a:lnTo>
                    <a:pt x="1404" y="306"/>
                  </a:lnTo>
                  <a:lnTo>
                    <a:pt x="1374" y="342"/>
                  </a:lnTo>
                  <a:lnTo>
                    <a:pt x="1350" y="342"/>
                  </a:lnTo>
                  <a:lnTo>
                    <a:pt x="1344" y="348"/>
                  </a:lnTo>
                  <a:lnTo>
                    <a:pt x="1332" y="354"/>
                  </a:lnTo>
                  <a:lnTo>
                    <a:pt x="1320" y="366"/>
                  </a:lnTo>
                  <a:lnTo>
                    <a:pt x="1314" y="366"/>
                  </a:lnTo>
                  <a:lnTo>
                    <a:pt x="1308" y="360"/>
                  </a:lnTo>
                  <a:lnTo>
                    <a:pt x="1284" y="348"/>
                  </a:lnTo>
                  <a:lnTo>
                    <a:pt x="1272" y="336"/>
                  </a:lnTo>
                  <a:lnTo>
                    <a:pt x="1230" y="336"/>
                  </a:lnTo>
                  <a:lnTo>
                    <a:pt x="1224" y="348"/>
                  </a:lnTo>
                  <a:lnTo>
                    <a:pt x="1194" y="378"/>
                  </a:lnTo>
                  <a:lnTo>
                    <a:pt x="1170" y="378"/>
                  </a:lnTo>
                  <a:lnTo>
                    <a:pt x="1152" y="372"/>
                  </a:lnTo>
                  <a:lnTo>
                    <a:pt x="1128" y="372"/>
                  </a:lnTo>
                  <a:lnTo>
                    <a:pt x="1110" y="390"/>
                  </a:lnTo>
                  <a:lnTo>
                    <a:pt x="1104" y="390"/>
                  </a:lnTo>
                  <a:lnTo>
                    <a:pt x="1080" y="378"/>
                  </a:lnTo>
                  <a:lnTo>
                    <a:pt x="1074" y="372"/>
                  </a:lnTo>
                  <a:lnTo>
                    <a:pt x="1062" y="366"/>
                  </a:lnTo>
                  <a:lnTo>
                    <a:pt x="1050" y="354"/>
                  </a:lnTo>
                  <a:lnTo>
                    <a:pt x="1050" y="342"/>
                  </a:lnTo>
                  <a:lnTo>
                    <a:pt x="1044" y="336"/>
                  </a:lnTo>
                  <a:lnTo>
                    <a:pt x="1032" y="330"/>
                  </a:lnTo>
                  <a:lnTo>
                    <a:pt x="1008" y="330"/>
                  </a:lnTo>
                  <a:lnTo>
                    <a:pt x="996" y="336"/>
                  </a:lnTo>
                  <a:lnTo>
                    <a:pt x="990" y="348"/>
                  </a:lnTo>
                  <a:lnTo>
                    <a:pt x="978" y="366"/>
                  </a:lnTo>
                  <a:lnTo>
                    <a:pt x="972" y="384"/>
                  </a:lnTo>
                  <a:lnTo>
                    <a:pt x="972" y="402"/>
                  </a:lnTo>
                  <a:lnTo>
                    <a:pt x="966" y="408"/>
                  </a:lnTo>
                  <a:lnTo>
                    <a:pt x="966" y="414"/>
                  </a:lnTo>
                  <a:lnTo>
                    <a:pt x="990" y="444"/>
                  </a:lnTo>
                  <a:lnTo>
                    <a:pt x="1002" y="498"/>
                  </a:lnTo>
                  <a:lnTo>
                    <a:pt x="1050" y="528"/>
                  </a:lnTo>
                  <a:lnTo>
                    <a:pt x="1038" y="564"/>
                  </a:lnTo>
                  <a:lnTo>
                    <a:pt x="1068" y="582"/>
                  </a:lnTo>
                  <a:lnTo>
                    <a:pt x="1050" y="606"/>
                  </a:lnTo>
                  <a:lnTo>
                    <a:pt x="1068" y="636"/>
                  </a:lnTo>
                  <a:lnTo>
                    <a:pt x="1056" y="648"/>
                  </a:lnTo>
                  <a:lnTo>
                    <a:pt x="1068" y="702"/>
                  </a:lnTo>
                  <a:lnTo>
                    <a:pt x="1110" y="696"/>
                  </a:lnTo>
                  <a:lnTo>
                    <a:pt x="1140" y="708"/>
                  </a:lnTo>
                  <a:lnTo>
                    <a:pt x="1146" y="696"/>
                  </a:lnTo>
                  <a:lnTo>
                    <a:pt x="1170" y="672"/>
                  </a:lnTo>
                  <a:lnTo>
                    <a:pt x="1182" y="672"/>
                  </a:lnTo>
                  <a:lnTo>
                    <a:pt x="1182" y="690"/>
                  </a:lnTo>
                  <a:lnTo>
                    <a:pt x="1188" y="702"/>
                  </a:lnTo>
                  <a:lnTo>
                    <a:pt x="1188" y="726"/>
                  </a:lnTo>
                  <a:lnTo>
                    <a:pt x="1194" y="738"/>
                  </a:lnTo>
                  <a:lnTo>
                    <a:pt x="1212" y="738"/>
                  </a:lnTo>
                  <a:lnTo>
                    <a:pt x="1218" y="726"/>
                  </a:lnTo>
                  <a:lnTo>
                    <a:pt x="1218" y="720"/>
                  </a:lnTo>
                  <a:lnTo>
                    <a:pt x="1224" y="714"/>
                  </a:lnTo>
                  <a:lnTo>
                    <a:pt x="1224" y="708"/>
                  </a:lnTo>
                  <a:lnTo>
                    <a:pt x="1254" y="726"/>
                  </a:lnTo>
                  <a:lnTo>
                    <a:pt x="1266" y="720"/>
                  </a:lnTo>
                  <a:lnTo>
                    <a:pt x="1272" y="708"/>
                  </a:lnTo>
                  <a:lnTo>
                    <a:pt x="1284" y="702"/>
                  </a:lnTo>
                  <a:lnTo>
                    <a:pt x="1296" y="702"/>
                  </a:lnTo>
                  <a:lnTo>
                    <a:pt x="1296" y="714"/>
                  </a:lnTo>
                  <a:lnTo>
                    <a:pt x="1302" y="720"/>
                  </a:lnTo>
                  <a:lnTo>
                    <a:pt x="1302" y="738"/>
                  </a:lnTo>
                  <a:lnTo>
                    <a:pt x="1308" y="744"/>
                  </a:lnTo>
                  <a:lnTo>
                    <a:pt x="1332" y="744"/>
                  </a:lnTo>
                  <a:lnTo>
                    <a:pt x="1350" y="738"/>
                  </a:lnTo>
                  <a:lnTo>
                    <a:pt x="1362" y="732"/>
                  </a:lnTo>
                  <a:lnTo>
                    <a:pt x="1392" y="732"/>
                  </a:lnTo>
                  <a:lnTo>
                    <a:pt x="1404" y="744"/>
                  </a:lnTo>
                  <a:lnTo>
                    <a:pt x="1404" y="786"/>
                  </a:lnTo>
                  <a:lnTo>
                    <a:pt x="1398" y="798"/>
                  </a:lnTo>
                  <a:lnTo>
                    <a:pt x="1398" y="810"/>
                  </a:lnTo>
                  <a:lnTo>
                    <a:pt x="1404" y="810"/>
                  </a:lnTo>
                  <a:lnTo>
                    <a:pt x="1410" y="804"/>
                  </a:lnTo>
                  <a:lnTo>
                    <a:pt x="1422" y="798"/>
                  </a:lnTo>
                  <a:lnTo>
                    <a:pt x="1440" y="792"/>
                  </a:lnTo>
                  <a:lnTo>
                    <a:pt x="1452" y="786"/>
                  </a:lnTo>
                  <a:lnTo>
                    <a:pt x="1476" y="762"/>
                  </a:lnTo>
                  <a:lnTo>
                    <a:pt x="1482" y="750"/>
                  </a:lnTo>
                  <a:lnTo>
                    <a:pt x="1500" y="732"/>
                  </a:lnTo>
                  <a:lnTo>
                    <a:pt x="1500" y="726"/>
                  </a:lnTo>
                  <a:close/>
                  <a:moveTo>
                    <a:pt x="1476" y="1116"/>
                  </a:moveTo>
                  <a:lnTo>
                    <a:pt x="1470" y="1116"/>
                  </a:lnTo>
                  <a:lnTo>
                    <a:pt x="1458" y="1122"/>
                  </a:lnTo>
                  <a:lnTo>
                    <a:pt x="1452" y="1128"/>
                  </a:lnTo>
                  <a:lnTo>
                    <a:pt x="1458" y="1134"/>
                  </a:lnTo>
                  <a:lnTo>
                    <a:pt x="1470" y="1140"/>
                  </a:lnTo>
                  <a:lnTo>
                    <a:pt x="1476" y="1140"/>
                  </a:lnTo>
                  <a:lnTo>
                    <a:pt x="1488" y="1146"/>
                  </a:lnTo>
                  <a:lnTo>
                    <a:pt x="1500" y="1134"/>
                  </a:lnTo>
                  <a:lnTo>
                    <a:pt x="1500" y="1128"/>
                  </a:lnTo>
                  <a:lnTo>
                    <a:pt x="1488" y="1116"/>
                  </a:lnTo>
                  <a:lnTo>
                    <a:pt x="1476" y="1116"/>
                  </a:lnTo>
                  <a:close/>
                  <a:moveTo>
                    <a:pt x="1716" y="1230"/>
                  </a:moveTo>
                  <a:lnTo>
                    <a:pt x="1680" y="1218"/>
                  </a:lnTo>
                  <a:lnTo>
                    <a:pt x="1674" y="1224"/>
                  </a:lnTo>
                  <a:lnTo>
                    <a:pt x="1674" y="1230"/>
                  </a:lnTo>
                  <a:lnTo>
                    <a:pt x="1686" y="1254"/>
                  </a:lnTo>
                  <a:lnTo>
                    <a:pt x="1692" y="1260"/>
                  </a:lnTo>
                  <a:lnTo>
                    <a:pt x="1704" y="1266"/>
                  </a:lnTo>
                  <a:lnTo>
                    <a:pt x="1716" y="1266"/>
                  </a:lnTo>
                  <a:lnTo>
                    <a:pt x="1722" y="1260"/>
                  </a:lnTo>
                  <a:lnTo>
                    <a:pt x="1740" y="1260"/>
                  </a:lnTo>
                  <a:lnTo>
                    <a:pt x="1746" y="1266"/>
                  </a:lnTo>
                  <a:lnTo>
                    <a:pt x="1746" y="1278"/>
                  </a:lnTo>
                  <a:lnTo>
                    <a:pt x="1752" y="1290"/>
                  </a:lnTo>
                  <a:lnTo>
                    <a:pt x="1764" y="1296"/>
                  </a:lnTo>
                  <a:lnTo>
                    <a:pt x="1788" y="1296"/>
                  </a:lnTo>
                  <a:lnTo>
                    <a:pt x="1794" y="1290"/>
                  </a:lnTo>
                  <a:lnTo>
                    <a:pt x="1800" y="1290"/>
                  </a:lnTo>
                  <a:lnTo>
                    <a:pt x="1800" y="1284"/>
                  </a:lnTo>
                  <a:lnTo>
                    <a:pt x="1794" y="1272"/>
                  </a:lnTo>
                  <a:lnTo>
                    <a:pt x="1782" y="1260"/>
                  </a:lnTo>
                  <a:lnTo>
                    <a:pt x="1770" y="1236"/>
                  </a:lnTo>
                  <a:lnTo>
                    <a:pt x="1746" y="1224"/>
                  </a:lnTo>
                  <a:lnTo>
                    <a:pt x="1728" y="1224"/>
                  </a:lnTo>
                  <a:lnTo>
                    <a:pt x="1716" y="1230"/>
                  </a:lnTo>
                  <a:close/>
                  <a:moveTo>
                    <a:pt x="1962" y="1122"/>
                  </a:moveTo>
                  <a:lnTo>
                    <a:pt x="1932" y="1146"/>
                  </a:lnTo>
                  <a:lnTo>
                    <a:pt x="1920" y="1134"/>
                  </a:lnTo>
                  <a:lnTo>
                    <a:pt x="1890" y="1134"/>
                  </a:lnTo>
                  <a:lnTo>
                    <a:pt x="1884" y="1140"/>
                  </a:lnTo>
                  <a:lnTo>
                    <a:pt x="1872" y="1146"/>
                  </a:lnTo>
                  <a:lnTo>
                    <a:pt x="1866" y="1152"/>
                  </a:lnTo>
                  <a:lnTo>
                    <a:pt x="1860" y="1140"/>
                  </a:lnTo>
                  <a:lnTo>
                    <a:pt x="1836" y="1116"/>
                  </a:lnTo>
                  <a:lnTo>
                    <a:pt x="1824" y="1116"/>
                  </a:lnTo>
                  <a:lnTo>
                    <a:pt x="1800" y="1128"/>
                  </a:lnTo>
                  <a:lnTo>
                    <a:pt x="1764" y="1164"/>
                  </a:lnTo>
                  <a:lnTo>
                    <a:pt x="1728" y="1158"/>
                  </a:lnTo>
                  <a:lnTo>
                    <a:pt x="1716" y="1176"/>
                  </a:lnTo>
                  <a:lnTo>
                    <a:pt x="1746" y="1176"/>
                  </a:lnTo>
                  <a:lnTo>
                    <a:pt x="1752" y="1182"/>
                  </a:lnTo>
                  <a:lnTo>
                    <a:pt x="1764" y="1182"/>
                  </a:lnTo>
                  <a:lnTo>
                    <a:pt x="1776" y="1188"/>
                  </a:lnTo>
                  <a:lnTo>
                    <a:pt x="1788" y="1188"/>
                  </a:lnTo>
                  <a:lnTo>
                    <a:pt x="1794" y="1182"/>
                  </a:lnTo>
                  <a:lnTo>
                    <a:pt x="1806" y="1176"/>
                  </a:lnTo>
                  <a:lnTo>
                    <a:pt x="1812" y="1170"/>
                  </a:lnTo>
                  <a:lnTo>
                    <a:pt x="1908" y="1164"/>
                  </a:lnTo>
                  <a:lnTo>
                    <a:pt x="1956" y="1158"/>
                  </a:lnTo>
                  <a:lnTo>
                    <a:pt x="1992" y="1128"/>
                  </a:lnTo>
                  <a:lnTo>
                    <a:pt x="1992" y="1110"/>
                  </a:lnTo>
                  <a:lnTo>
                    <a:pt x="1962" y="1122"/>
                  </a:lnTo>
                  <a:close/>
                  <a:moveTo>
                    <a:pt x="1578" y="1158"/>
                  </a:moveTo>
                  <a:lnTo>
                    <a:pt x="1566" y="1152"/>
                  </a:lnTo>
                  <a:lnTo>
                    <a:pt x="1560" y="1146"/>
                  </a:lnTo>
                  <a:lnTo>
                    <a:pt x="1548" y="1140"/>
                  </a:lnTo>
                  <a:lnTo>
                    <a:pt x="1536" y="1140"/>
                  </a:lnTo>
                  <a:lnTo>
                    <a:pt x="1512" y="1164"/>
                  </a:lnTo>
                  <a:lnTo>
                    <a:pt x="1506" y="1176"/>
                  </a:lnTo>
                  <a:lnTo>
                    <a:pt x="1500" y="1182"/>
                  </a:lnTo>
                  <a:lnTo>
                    <a:pt x="1554" y="1188"/>
                  </a:lnTo>
                  <a:lnTo>
                    <a:pt x="1554" y="1212"/>
                  </a:lnTo>
                  <a:lnTo>
                    <a:pt x="1578" y="1206"/>
                  </a:lnTo>
                  <a:lnTo>
                    <a:pt x="1590" y="1188"/>
                  </a:lnTo>
                  <a:lnTo>
                    <a:pt x="1614" y="1206"/>
                  </a:lnTo>
                  <a:lnTo>
                    <a:pt x="1644" y="1170"/>
                  </a:lnTo>
                  <a:lnTo>
                    <a:pt x="1596" y="1152"/>
                  </a:lnTo>
                  <a:lnTo>
                    <a:pt x="1578" y="115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97" name="India" descr="© INSCALE GmbH, 05.05.2010&#10;http://www.presentationload.com/">
              <a:extLst>
                <a:ext uri="{FF2B5EF4-FFF2-40B4-BE49-F238E27FC236}">
                  <a16:creationId xmlns:a16="http://schemas.microsoft.com/office/drawing/2014/main" id="{8E3D9A38-DE25-430E-8175-C678DDB01420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5308736" y="2048947"/>
              <a:ext cx="646210" cy="774518"/>
            </a:xfrm>
            <a:custGeom>
              <a:avLst/>
              <a:gdLst>
                <a:gd name="T0" fmla="*/ 2147483647 w 1956"/>
                <a:gd name="T1" fmla="*/ 2147483647 h 2358"/>
                <a:gd name="T2" fmla="*/ 2147483647 w 1956"/>
                <a:gd name="T3" fmla="*/ 2147483647 h 2358"/>
                <a:gd name="T4" fmla="*/ 2147483647 w 1956"/>
                <a:gd name="T5" fmla="*/ 2147483647 h 2358"/>
                <a:gd name="T6" fmla="*/ 2147483647 w 1956"/>
                <a:gd name="T7" fmla="*/ 2147483647 h 2358"/>
                <a:gd name="T8" fmla="*/ 2147483647 w 1956"/>
                <a:gd name="T9" fmla="*/ 2147483647 h 2358"/>
                <a:gd name="T10" fmla="*/ 2147483647 w 1956"/>
                <a:gd name="T11" fmla="*/ 2147483647 h 2358"/>
                <a:gd name="T12" fmla="*/ 2147483647 w 1956"/>
                <a:gd name="T13" fmla="*/ 2147483647 h 2358"/>
                <a:gd name="T14" fmla="*/ 2147483647 w 1956"/>
                <a:gd name="T15" fmla="*/ 2147483647 h 2358"/>
                <a:gd name="T16" fmla="*/ 2147483647 w 1956"/>
                <a:gd name="T17" fmla="*/ 2147483647 h 2358"/>
                <a:gd name="T18" fmla="*/ 2147483647 w 1956"/>
                <a:gd name="T19" fmla="*/ 2147483647 h 2358"/>
                <a:gd name="T20" fmla="*/ 2147483647 w 1956"/>
                <a:gd name="T21" fmla="*/ 2147483647 h 2358"/>
                <a:gd name="T22" fmla="*/ 2147483647 w 1956"/>
                <a:gd name="T23" fmla="*/ 2147483647 h 2358"/>
                <a:gd name="T24" fmla="*/ 2147483647 w 1956"/>
                <a:gd name="T25" fmla="*/ 2147483647 h 2358"/>
                <a:gd name="T26" fmla="*/ 2147483647 w 1956"/>
                <a:gd name="T27" fmla="*/ 2147483647 h 2358"/>
                <a:gd name="T28" fmla="*/ 2147483647 w 1956"/>
                <a:gd name="T29" fmla="*/ 2147483647 h 2358"/>
                <a:gd name="T30" fmla="*/ 2147483647 w 1956"/>
                <a:gd name="T31" fmla="*/ 2147483647 h 2358"/>
                <a:gd name="T32" fmla="*/ 2147483647 w 1956"/>
                <a:gd name="T33" fmla="*/ 2147483647 h 2358"/>
                <a:gd name="T34" fmla="*/ 2147483647 w 1956"/>
                <a:gd name="T35" fmla="*/ 2147483647 h 2358"/>
                <a:gd name="T36" fmla="*/ 2147483647 w 1956"/>
                <a:gd name="T37" fmla="*/ 2147483647 h 2358"/>
                <a:gd name="T38" fmla="*/ 2147483647 w 1956"/>
                <a:gd name="T39" fmla="*/ 2147483647 h 2358"/>
                <a:gd name="T40" fmla="*/ 2147483647 w 1956"/>
                <a:gd name="T41" fmla="*/ 2147483647 h 2358"/>
                <a:gd name="T42" fmla="*/ 2147483647 w 1956"/>
                <a:gd name="T43" fmla="*/ 2147483647 h 2358"/>
                <a:gd name="T44" fmla="*/ 2147483647 w 1956"/>
                <a:gd name="T45" fmla="*/ 2147483647 h 2358"/>
                <a:gd name="T46" fmla="*/ 2147483647 w 1956"/>
                <a:gd name="T47" fmla="*/ 2147483647 h 2358"/>
                <a:gd name="T48" fmla="*/ 2147483647 w 1956"/>
                <a:gd name="T49" fmla="*/ 2147483647 h 2358"/>
                <a:gd name="T50" fmla="*/ 2147483647 w 1956"/>
                <a:gd name="T51" fmla="*/ 2147483647 h 2358"/>
                <a:gd name="T52" fmla="*/ 2147483647 w 1956"/>
                <a:gd name="T53" fmla="*/ 2147483647 h 2358"/>
                <a:gd name="T54" fmla="*/ 2147483647 w 1956"/>
                <a:gd name="T55" fmla="*/ 2147483647 h 2358"/>
                <a:gd name="T56" fmla="*/ 2147483647 w 1956"/>
                <a:gd name="T57" fmla="*/ 2147483647 h 2358"/>
                <a:gd name="T58" fmla="*/ 2147483647 w 1956"/>
                <a:gd name="T59" fmla="*/ 2147483647 h 2358"/>
                <a:gd name="T60" fmla="*/ 2147483647 w 1956"/>
                <a:gd name="T61" fmla="*/ 2147483647 h 2358"/>
                <a:gd name="T62" fmla="*/ 2147483647 w 1956"/>
                <a:gd name="T63" fmla="*/ 2147483647 h 2358"/>
                <a:gd name="T64" fmla="*/ 2147483647 w 1956"/>
                <a:gd name="T65" fmla="*/ 2147483647 h 2358"/>
                <a:gd name="T66" fmla="*/ 2147483647 w 1956"/>
                <a:gd name="T67" fmla="*/ 2147483647 h 2358"/>
                <a:gd name="T68" fmla="*/ 2147483647 w 1956"/>
                <a:gd name="T69" fmla="*/ 2147483647 h 2358"/>
                <a:gd name="T70" fmla="*/ 2147483647 w 1956"/>
                <a:gd name="T71" fmla="*/ 2147483647 h 2358"/>
                <a:gd name="T72" fmla="*/ 2147483647 w 1956"/>
                <a:gd name="T73" fmla="*/ 2147483647 h 2358"/>
                <a:gd name="T74" fmla="*/ 2147483647 w 1956"/>
                <a:gd name="T75" fmla="*/ 2147483647 h 2358"/>
                <a:gd name="T76" fmla="*/ 2147483647 w 1956"/>
                <a:gd name="T77" fmla="*/ 2147483647 h 2358"/>
                <a:gd name="T78" fmla="*/ 2147483647 w 1956"/>
                <a:gd name="T79" fmla="*/ 2147483647 h 2358"/>
                <a:gd name="T80" fmla="*/ 2147483647 w 1956"/>
                <a:gd name="T81" fmla="*/ 2147483647 h 2358"/>
                <a:gd name="T82" fmla="*/ 2147483647 w 1956"/>
                <a:gd name="T83" fmla="*/ 2147483647 h 2358"/>
                <a:gd name="T84" fmla="*/ 2147483647 w 1956"/>
                <a:gd name="T85" fmla="*/ 2147483647 h 2358"/>
                <a:gd name="T86" fmla="*/ 2147483647 w 1956"/>
                <a:gd name="T87" fmla="*/ 2147483647 h 2358"/>
                <a:gd name="T88" fmla="*/ 2147483647 w 1956"/>
                <a:gd name="T89" fmla="*/ 2147483647 h 2358"/>
                <a:gd name="T90" fmla="*/ 2147483647 w 1956"/>
                <a:gd name="T91" fmla="*/ 2147483647 h 2358"/>
                <a:gd name="T92" fmla="*/ 2147483647 w 1956"/>
                <a:gd name="T93" fmla="*/ 2147483647 h 2358"/>
                <a:gd name="T94" fmla="*/ 2147483647 w 1956"/>
                <a:gd name="T95" fmla="*/ 2147483647 h 2358"/>
                <a:gd name="T96" fmla="*/ 2147483647 w 1956"/>
                <a:gd name="T97" fmla="*/ 2147483647 h 2358"/>
                <a:gd name="T98" fmla="*/ 2147483647 w 1956"/>
                <a:gd name="T99" fmla="*/ 2147483647 h 2358"/>
                <a:gd name="T100" fmla="*/ 2147483647 w 1956"/>
                <a:gd name="T101" fmla="*/ 2147483647 h 2358"/>
                <a:gd name="T102" fmla="*/ 2147483647 w 1956"/>
                <a:gd name="T103" fmla="*/ 2147483647 h 2358"/>
                <a:gd name="T104" fmla="*/ 2147483647 w 1956"/>
                <a:gd name="T105" fmla="*/ 2147483647 h 2358"/>
                <a:gd name="T106" fmla="*/ 2147483647 w 1956"/>
                <a:gd name="T107" fmla="*/ 2147483647 h 2358"/>
                <a:gd name="T108" fmla="*/ 2147483647 w 1956"/>
                <a:gd name="T109" fmla="*/ 2147483647 h 2358"/>
                <a:gd name="T110" fmla="*/ 2147483647 w 1956"/>
                <a:gd name="T111" fmla="*/ 2147483647 h 2358"/>
                <a:gd name="T112" fmla="*/ 2147483647 w 1956"/>
                <a:gd name="T113" fmla="*/ 2147483647 h 2358"/>
                <a:gd name="T114" fmla="*/ 2147483647 w 1956"/>
                <a:gd name="T115" fmla="*/ 2147483647 h 2358"/>
                <a:gd name="T116" fmla="*/ 2147483647 w 1956"/>
                <a:gd name="T117" fmla="*/ 2147483647 h 2358"/>
                <a:gd name="T118" fmla="*/ 2147483647 w 1956"/>
                <a:gd name="T119" fmla="*/ 2147483647 h 23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56"/>
                <a:gd name="T181" fmla="*/ 0 h 2358"/>
                <a:gd name="T182" fmla="*/ 1956 w 1956"/>
                <a:gd name="T183" fmla="*/ 2358 h 23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56" h="2358">
                  <a:moveTo>
                    <a:pt x="1806" y="1788"/>
                  </a:moveTo>
                  <a:lnTo>
                    <a:pt x="1794" y="1800"/>
                  </a:lnTo>
                  <a:lnTo>
                    <a:pt x="1782" y="1824"/>
                  </a:lnTo>
                  <a:lnTo>
                    <a:pt x="1782" y="1884"/>
                  </a:lnTo>
                  <a:lnTo>
                    <a:pt x="1788" y="1980"/>
                  </a:lnTo>
                  <a:lnTo>
                    <a:pt x="1800" y="1950"/>
                  </a:lnTo>
                  <a:lnTo>
                    <a:pt x="1800" y="1848"/>
                  </a:lnTo>
                  <a:lnTo>
                    <a:pt x="1806" y="1836"/>
                  </a:lnTo>
                  <a:lnTo>
                    <a:pt x="1806" y="1830"/>
                  </a:lnTo>
                  <a:lnTo>
                    <a:pt x="1812" y="1818"/>
                  </a:lnTo>
                  <a:lnTo>
                    <a:pt x="1812" y="1806"/>
                  </a:lnTo>
                  <a:lnTo>
                    <a:pt x="1818" y="1800"/>
                  </a:lnTo>
                  <a:lnTo>
                    <a:pt x="1812" y="1788"/>
                  </a:lnTo>
                  <a:lnTo>
                    <a:pt x="1806" y="1788"/>
                  </a:lnTo>
                  <a:close/>
                  <a:moveTo>
                    <a:pt x="1794" y="2028"/>
                  </a:moveTo>
                  <a:lnTo>
                    <a:pt x="1788" y="2028"/>
                  </a:lnTo>
                  <a:lnTo>
                    <a:pt x="1782" y="2040"/>
                  </a:lnTo>
                  <a:lnTo>
                    <a:pt x="1782" y="2046"/>
                  </a:lnTo>
                  <a:lnTo>
                    <a:pt x="1788" y="2058"/>
                  </a:lnTo>
                  <a:lnTo>
                    <a:pt x="1788" y="2064"/>
                  </a:lnTo>
                  <a:lnTo>
                    <a:pt x="1794" y="2076"/>
                  </a:lnTo>
                  <a:lnTo>
                    <a:pt x="1800" y="2064"/>
                  </a:lnTo>
                  <a:lnTo>
                    <a:pt x="1800" y="2028"/>
                  </a:lnTo>
                  <a:lnTo>
                    <a:pt x="1794" y="2028"/>
                  </a:lnTo>
                  <a:close/>
                  <a:moveTo>
                    <a:pt x="1890" y="2310"/>
                  </a:moveTo>
                  <a:lnTo>
                    <a:pt x="1884" y="2316"/>
                  </a:lnTo>
                  <a:lnTo>
                    <a:pt x="1884" y="2334"/>
                  </a:lnTo>
                  <a:lnTo>
                    <a:pt x="1890" y="2346"/>
                  </a:lnTo>
                  <a:lnTo>
                    <a:pt x="1896" y="2352"/>
                  </a:lnTo>
                  <a:lnTo>
                    <a:pt x="1908" y="2358"/>
                  </a:lnTo>
                  <a:lnTo>
                    <a:pt x="1908" y="2346"/>
                  </a:lnTo>
                  <a:lnTo>
                    <a:pt x="1902" y="2334"/>
                  </a:lnTo>
                  <a:lnTo>
                    <a:pt x="1902" y="2322"/>
                  </a:lnTo>
                  <a:lnTo>
                    <a:pt x="1896" y="2310"/>
                  </a:lnTo>
                  <a:lnTo>
                    <a:pt x="1890" y="2310"/>
                  </a:lnTo>
                  <a:close/>
                  <a:moveTo>
                    <a:pt x="1920" y="672"/>
                  </a:moveTo>
                  <a:lnTo>
                    <a:pt x="1932" y="660"/>
                  </a:lnTo>
                  <a:lnTo>
                    <a:pt x="1944" y="654"/>
                  </a:lnTo>
                  <a:lnTo>
                    <a:pt x="1950" y="648"/>
                  </a:lnTo>
                  <a:lnTo>
                    <a:pt x="1956" y="648"/>
                  </a:lnTo>
                  <a:lnTo>
                    <a:pt x="1956" y="618"/>
                  </a:lnTo>
                  <a:lnTo>
                    <a:pt x="1950" y="618"/>
                  </a:lnTo>
                  <a:lnTo>
                    <a:pt x="1944" y="612"/>
                  </a:lnTo>
                  <a:lnTo>
                    <a:pt x="1878" y="612"/>
                  </a:lnTo>
                  <a:lnTo>
                    <a:pt x="1878" y="606"/>
                  </a:lnTo>
                  <a:lnTo>
                    <a:pt x="1890" y="594"/>
                  </a:lnTo>
                  <a:lnTo>
                    <a:pt x="1896" y="594"/>
                  </a:lnTo>
                  <a:lnTo>
                    <a:pt x="1878" y="564"/>
                  </a:lnTo>
                  <a:lnTo>
                    <a:pt x="1848" y="564"/>
                  </a:lnTo>
                  <a:lnTo>
                    <a:pt x="1842" y="558"/>
                  </a:lnTo>
                  <a:lnTo>
                    <a:pt x="1848" y="558"/>
                  </a:lnTo>
                  <a:lnTo>
                    <a:pt x="1860" y="546"/>
                  </a:lnTo>
                  <a:lnTo>
                    <a:pt x="1854" y="540"/>
                  </a:lnTo>
                  <a:lnTo>
                    <a:pt x="1818" y="522"/>
                  </a:lnTo>
                  <a:lnTo>
                    <a:pt x="1806" y="534"/>
                  </a:lnTo>
                  <a:lnTo>
                    <a:pt x="1806" y="558"/>
                  </a:lnTo>
                  <a:lnTo>
                    <a:pt x="1788" y="558"/>
                  </a:lnTo>
                  <a:lnTo>
                    <a:pt x="1770" y="546"/>
                  </a:lnTo>
                  <a:lnTo>
                    <a:pt x="1758" y="540"/>
                  </a:lnTo>
                  <a:lnTo>
                    <a:pt x="1740" y="540"/>
                  </a:lnTo>
                  <a:lnTo>
                    <a:pt x="1728" y="552"/>
                  </a:lnTo>
                  <a:lnTo>
                    <a:pt x="1716" y="558"/>
                  </a:lnTo>
                  <a:lnTo>
                    <a:pt x="1692" y="582"/>
                  </a:lnTo>
                  <a:lnTo>
                    <a:pt x="1656" y="582"/>
                  </a:lnTo>
                  <a:lnTo>
                    <a:pt x="1656" y="588"/>
                  </a:lnTo>
                  <a:lnTo>
                    <a:pt x="1662" y="594"/>
                  </a:lnTo>
                  <a:lnTo>
                    <a:pt x="1662" y="618"/>
                  </a:lnTo>
                  <a:lnTo>
                    <a:pt x="1656" y="624"/>
                  </a:lnTo>
                  <a:lnTo>
                    <a:pt x="1626" y="624"/>
                  </a:lnTo>
                  <a:lnTo>
                    <a:pt x="1632" y="636"/>
                  </a:lnTo>
                  <a:lnTo>
                    <a:pt x="1632" y="654"/>
                  </a:lnTo>
                  <a:lnTo>
                    <a:pt x="1620" y="666"/>
                  </a:lnTo>
                  <a:lnTo>
                    <a:pt x="1566" y="666"/>
                  </a:lnTo>
                  <a:lnTo>
                    <a:pt x="1566" y="684"/>
                  </a:lnTo>
                  <a:lnTo>
                    <a:pt x="1572" y="690"/>
                  </a:lnTo>
                  <a:lnTo>
                    <a:pt x="1596" y="690"/>
                  </a:lnTo>
                  <a:lnTo>
                    <a:pt x="1596" y="714"/>
                  </a:lnTo>
                  <a:lnTo>
                    <a:pt x="1608" y="726"/>
                  </a:lnTo>
                  <a:lnTo>
                    <a:pt x="1608" y="732"/>
                  </a:lnTo>
                  <a:lnTo>
                    <a:pt x="1584" y="744"/>
                  </a:lnTo>
                  <a:lnTo>
                    <a:pt x="1572" y="744"/>
                  </a:lnTo>
                  <a:lnTo>
                    <a:pt x="1566" y="738"/>
                  </a:lnTo>
                  <a:lnTo>
                    <a:pt x="1554" y="738"/>
                  </a:lnTo>
                  <a:lnTo>
                    <a:pt x="1542" y="744"/>
                  </a:lnTo>
                  <a:lnTo>
                    <a:pt x="1512" y="744"/>
                  </a:lnTo>
                  <a:lnTo>
                    <a:pt x="1500" y="738"/>
                  </a:lnTo>
                  <a:lnTo>
                    <a:pt x="1482" y="738"/>
                  </a:lnTo>
                  <a:lnTo>
                    <a:pt x="1476" y="744"/>
                  </a:lnTo>
                  <a:lnTo>
                    <a:pt x="1464" y="750"/>
                  </a:lnTo>
                  <a:lnTo>
                    <a:pt x="1440" y="750"/>
                  </a:lnTo>
                  <a:lnTo>
                    <a:pt x="1428" y="738"/>
                  </a:lnTo>
                  <a:lnTo>
                    <a:pt x="1428" y="732"/>
                  </a:lnTo>
                  <a:lnTo>
                    <a:pt x="1428" y="738"/>
                  </a:lnTo>
                  <a:lnTo>
                    <a:pt x="1416" y="738"/>
                  </a:lnTo>
                  <a:lnTo>
                    <a:pt x="1392" y="726"/>
                  </a:lnTo>
                  <a:lnTo>
                    <a:pt x="1374" y="708"/>
                  </a:lnTo>
                  <a:lnTo>
                    <a:pt x="1374" y="696"/>
                  </a:lnTo>
                  <a:lnTo>
                    <a:pt x="1380" y="696"/>
                  </a:lnTo>
                  <a:lnTo>
                    <a:pt x="1374" y="696"/>
                  </a:lnTo>
                  <a:lnTo>
                    <a:pt x="1368" y="690"/>
                  </a:lnTo>
                  <a:lnTo>
                    <a:pt x="1368" y="642"/>
                  </a:lnTo>
                  <a:lnTo>
                    <a:pt x="1362" y="636"/>
                  </a:lnTo>
                  <a:lnTo>
                    <a:pt x="1350" y="630"/>
                  </a:lnTo>
                  <a:lnTo>
                    <a:pt x="1338" y="630"/>
                  </a:lnTo>
                  <a:lnTo>
                    <a:pt x="1326" y="642"/>
                  </a:lnTo>
                  <a:lnTo>
                    <a:pt x="1314" y="648"/>
                  </a:lnTo>
                  <a:lnTo>
                    <a:pt x="1326" y="666"/>
                  </a:lnTo>
                  <a:lnTo>
                    <a:pt x="1326" y="714"/>
                  </a:lnTo>
                  <a:lnTo>
                    <a:pt x="1338" y="738"/>
                  </a:lnTo>
                  <a:lnTo>
                    <a:pt x="1338" y="774"/>
                  </a:lnTo>
                  <a:lnTo>
                    <a:pt x="1272" y="774"/>
                  </a:lnTo>
                  <a:lnTo>
                    <a:pt x="1272" y="762"/>
                  </a:lnTo>
                  <a:lnTo>
                    <a:pt x="1266" y="756"/>
                  </a:lnTo>
                  <a:lnTo>
                    <a:pt x="1260" y="756"/>
                  </a:lnTo>
                  <a:lnTo>
                    <a:pt x="1248" y="762"/>
                  </a:lnTo>
                  <a:lnTo>
                    <a:pt x="1242" y="774"/>
                  </a:lnTo>
                  <a:lnTo>
                    <a:pt x="1236" y="762"/>
                  </a:lnTo>
                  <a:lnTo>
                    <a:pt x="1224" y="756"/>
                  </a:lnTo>
                  <a:lnTo>
                    <a:pt x="1206" y="750"/>
                  </a:lnTo>
                  <a:lnTo>
                    <a:pt x="1188" y="750"/>
                  </a:lnTo>
                  <a:lnTo>
                    <a:pt x="1182" y="756"/>
                  </a:lnTo>
                  <a:lnTo>
                    <a:pt x="1152" y="738"/>
                  </a:lnTo>
                  <a:lnTo>
                    <a:pt x="1134" y="750"/>
                  </a:lnTo>
                  <a:lnTo>
                    <a:pt x="1080" y="696"/>
                  </a:lnTo>
                  <a:lnTo>
                    <a:pt x="1056" y="696"/>
                  </a:lnTo>
                  <a:lnTo>
                    <a:pt x="1056" y="690"/>
                  </a:lnTo>
                  <a:lnTo>
                    <a:pt x="1044" y="678"/>
                  </a:lnTo>
                  <a:lnTo>
                    <a:pt x="1038" y="678"/>
                  </a:lnTo>
                  <a:lnTo>
                    <a:pt x="1032" y="684"/>
                  </a:lnTo>
                  <a:lnTo>
                    <a:pt x="1032" y="702"/>
                  </a:lnTo>
                  <a:lnTo>
                    <a:pt x="1032" y="696"/>
                  </a:lnTo>
                  <a:lnTo>
                    <a:pt x="1026" y="690"/>
                  </a:lnTo>
                  <a:lnTo>
                    <a:pt x="1008" y="690"/>
                  </a:lnTo>
                  <a:lnTo>
                    <a:pt x="996" y="702"/>
                  </a:lnTo>
                  <a:lnTo>
                    <a:pt x="990" y="690"/>
                  </a:lnTo>
                  <a:lnTo>
                    <a:pt x="984" y="684"/>
                  </a:lnTo>
                  <a:lnTo>
                    <a:pt x="960" y="684"/>
                  </a:lnTo>
                  <a:lnTo>
                    <a:pt x="954" y="678"/>
                  </a:lnTo>
                  <a:lnTo>
                    <a:pt x="954" y="666"/>
                  </a:lnTo>
                  <a:lnTo>
                    <a:pt x="942" y="666"/>
                  </a:lnTo>
                  <a:lnTo>
                    <a:pt x="936" y="672"/>
                  </a:lnTo>
                  <a:lnTo>
                    <a:pt x="918" y="672"/>
                  </a:lnTo>
                  <a:lnTo>
                    <a:pt x="912" y="666"/>
                  </a:lnTo>
                  <a:lnTo>
                    <a:pt x="906" y="654"/>
                  </a:lnTo>
                  <a:lnTo>
                    <a:pt x="900" y="648"/>
                  </a:lnTo>
                  <a:lnTo>
                    <a:pt x="888" y="648"/>
                  </a:lnTo>
                  <a:lnTo>
                    <a:pt x="846" y="630"/>
                  </a:lnTo>
                  <a:lnTo>
                    <a:pt x="834" y="612"/>
                  </a:lnTo>
                  <a:lnTo>
                    <a:pt x="810" y="612"/>
                  </a:lnTo>
                  <a:lnTo>
                    <a:pt x="792" y="588"/>
                  </a:lnTo>
                  <a:lnTo>
                    <a:pt x="780" y="594"/>
                  </a:lnTo>
                  <a:lnTo>
                    <a:pt x="750" y="564"/>
                  </a:lnTo>
                  <a:lnTo>
                    <a:pt x="750" y="552"/>
                  </a:lnTo>
                  <a:lnTo>
                    <a:pt x="762" y="540"/>
                  </a:lnTo>
                  <a:lnTo>
                    <a:pt x="768" y="540"/>
                  </a:lnTo>
                  <a:lnTo>
                    <a:pt x="756" y="528"/>
                  </a:lnTo>
                  <a:lnTo>
                    <a:pt x="756" y="522"/>
                  </a:lnTo>
                  <a:lnTo>
                    <a:pt x="762" y="516"/>
                  </a:lnTo>
                  <a:lnTo>
                    <a:pt x="756" y="504"/>
                  </a:lnTo>
                  <a:lnTo>
                    <a:pt x="780" y="480"/>
                  </a:lnTo>
                  <a:lnTo>
                    <a:pt x="786" y="456"/>
                  </a:lnTo>
                  <a:lnTo>
                    <a:pt x="762" y="438"/>
                  </a:lnTo>
                  <a:lnTo>
                    <a:pt x="750" y="438"/>
                  </a:lnTo>
                  <a:lnTo>
                    <a:pt x="738" y="432"/>
                  </a:lnTo>
                  <a:lnTo>
                    <a:pt x="738" y="414"/>
                  </a:lnTo>
                  <a:lnTo>
                    <a:pt x="720" y="420"/>
                  </a:lnTo>
                  <a:lnTo>
                    <a:pt x="702" y="402"/>
                  </a:lnTo>
                  <a:lnTo>
                    <a:pt x="696" y="402"/>
                  </a:lnTo>
                  <a:lnTo>
                    <a:pt x="690" y="396"/>
                  </a:lnTo>
                  <a:lnTo>
                    <a:pt x="678" y="396"/>
                  </a:lnTo>
                  <a:lnTo>
                    <a:pt x="666" y="390"/>
                  </a:lnTo>
                  <a:lnTo>
                    <a:pt x="654" y="378"/>
                  </a:lnTo>
                  <a:lnTo>
                    <a:pt x="648" y="366"/>
                  </a:lnTo>
                  <a:lnTo>
                    <a:pt x="618" y="366"/>
                  </a:lnTo>
                  <a:lnTo>
                    <a:pt x="612" y="360"/>
                  </a:lnTo>
                  <a:lnTo>
                    <a:pt x="612" y="342"/>
                  </a:lnTo>
                  <a:lnTo>
                    <a:pt x="618" y="336"/>
                  </a:lnTo>
                  <a:lnTo>
                    <a:pt x="618" y="324"/>
                  </a:lnTo>
                  <a:lnTo>
                    <a:pt x="612" y="324"/>
                  </a:lnTo>
                  <a:lnTo>
                    <a:pt x="600" y="312"/>
                  </a:lnTo>
                  <a:lnTo>
                    <a:pt x="594" y="300"/>
                  </a:lnTo>
                  <a:lnTo>
                    <a:pt x="588" y="294"/>
                  </a:lnTo>
                  <a:lnTo>
                    <a:pt x="588" y="276"/>
                  </a:lnTo>
                  <a:lnTo>
                    <a:pt x="594" y="276"/>
                  </a:lnTo>
                  <a:lnTo>
                    <a:pt x="600" y="270"/>
                  </a:lnTo>
                  <a:lnTo>
                    <a:pt x="612" y="270"/>
                  </a:lnTo>
                  <a:lnTo>
                    <a:pt x="612" y="288"/>
                  </a:lnTo>
                  <a:lnTo>
                    <a:pt x="624" y="300"/>
                  </a:lnTo>
                  <a:lnTo>
                    <a:pt x="636" y="282"/>
                  </a:lnTo>
                  <a:lnTo>
                    <a:pt x="642" y="282"/>
                  </a:lnTo>
                  <a:lnTo>
                    <a:pt x="648" y="276"/>
                  </a:lnTo>
                  <a:lnTo>
                    <a:pt x="660" y="270"/>
                  </a:lnTo>
                  <a:lnTo>
                    <a:pt x="660" y="258"/>
                  </a:lnTo>
                  <a:lnTo>
                    <a:pt x="642" y="240"/>
                  </a:lnTo>
                  <a:lnTo>
                    <a:pt x="636" y="228"/>
                  </a:lnTo>
                  <a:lnTo>
                    <a:pt x="630" y="222"/>
                  </a:lnTo>
                  <a:lnTo>
                    <a:pt x="618" y="222"/>
                  </a:lnTo>
                  <a:lnTo>
                    <a:pt x="594" y="210"/>
                  </a:lnTo>
                  <a:lnTo>
                    <a:pt x="594" y="186"/>
                  </a:lnTo>
                  <a:lnTo>
                    <a:pt x="612" y="180"/>
                  </a:lnTo>
                  <a:lnTo>
                    <a:pt x="594" y="156"/>
                  </a:lnTo>
                  <a:lnTo>
                    <a:pt x="624" y="156"/>
                  </a:lnTo>
                  <a:lnTo>
                    <a:pt x="636" y="150"/>
                  </a:lnTo>
                  <a:lnTo>
                    <a:pt x="642" y="138"/>
                  </a:lnTo>
                  <a:lnTo>
                    <a:pt x="642" y="114"/>
                  </a:lnTo>
                  <a:lnTo>
                    <a:pt x="636" y="108"/>
                  </a:lnTo>
                  <a:lnTo>
                    <a:pt x="636" y="102"/>
                  </a:lnTo>
                  <a:lnTo>
                    <a:pt x="654" y="102"/>
                  </a:lnTo>
                  <a:lnTo>
                    <a:pt x="660" y="96"/>
                  </a:lnTo>
                  <a:lnTo>
                    <a:pt x="660" y="36"/>
                  </a:lnTo>
                  <a:lnTo>
                    <a:pt x="618" y="36"/>
                  </a:lnTo>
                  <a:lnTo>
                    <a:pt x="594" y="12"/>
                  </a:lnTo>
                  <a:lnTo>
                    <a:pt x="576" y="0"/>
                  </a:lnTo>
                  <a:lnTo>
                    <a:pt x="564" y="0"/>
                  </a:lnTo>
                  <a:lnTo>
                    <a:pt x="540" y="12"/>
                  </a:lnTo>
                  <a:lnTo>
                    <a:pt x="522" y="18"/>
                  </a:lnTo>
                  <a:lnTo>
                    <a:pt x="516" y="30"/>
                  </a:lnTo>
                  <a:lnTo>
                    <a:pt x="504" y="36"/>
                  </a:lnTo>
                  <a:lnTo>
                    <a:pt x="480" y="36"/>
                  </a:lnTo>
                  <a:lnTo>
                    <a:pt x="456" y="72"/>
                  </a:lnTo>
                  <a:lnTo>
                    <a:pt x="432" y="78"/>
                  </a:lnTo>
                  <a:lnTo>
                    <a:pt x="432" y="96"/>
                  </a:lnTo>
                  <a:lnTo>
                    <a:pt x="408" y="96"/>
                  </a:lnTo>
                  <a:lnTo>
                    <a:pt x="402" y="102"/>
                  </a:lnTo>
                  <a:lnTo>
                    <a:pt x="396" y="96"/>
                  </a:lnTo>
                  <a:lnTo>
                    <a:pt x="390" y="102"/>
                  </a:lnTo>
                  <a:lnTo>
                    <a:pt x="378" y="108"/>
                  </a:lnTo>
                  <a:lnTo>
                    <a:pt x="372" y="114"/>
                  </a:lnTo>
                  <a:lnTo>
                    <a:pt x="360" y="120"/>
                  </a:lnTo>
                  <a:lnTo>
                    <a:pt x="348" y="120"/>
                  </a:lnTo>
                  <a:lnTo>
                    <a:pt x="348" y="108"/>
                  </a:lnTo>
                  <a:lnTo>
                    <a:pt x="342" y="102"/>
                  </a:lnTo>
                  <a:lnTo>
                    <a:pt x="324" y="102"/>
                  </a:lnTo>
                  <a:lnTo>
                    <a:pt x="306" y="96"/>
                  </a:lnTo>
                  <a:lnTo>
                    <a:pt x="264" y="96"/>
                  </a:lnTo>
                  <a:lnTo>
                    <a:pt x="240" y="108"/>
                  </a:lnTo>
                  <a:lnTo>
                    <a:pt x="234" y="120"/>
                  </a:lnTo>
                  <a:lnTo>
                    <a:pt x="234" y="126"/>
                  </a:lnTo>
                  <a:lnTo>
                    <a:pt x="258" y="144"/>
                  </a:lnTo>
                  <a:lnTo>
                    <a:pt x="252" y="156"/>
                  </a:lnTo>
                  <a:lnTo>
                    <a:pt x="282" y="162"/>
                  </a:lnTo>
                  <a:lnTo>
                    <a:pt x="276" y="168"/>
                  </a:lnTo>
                  <a:lnTo>
                    <a:pt x="270" y="180"/>
                  </a:lnTo>
                  <a:lnTo>
                    <a:pt x="264" y="186"/>
                  </a:lnTo>
                  <a:lnTo>
                    <a:pt x="264" y="192"/>
                  </a:lnTo>
                  <a:lnTo>
                    <a:pt x="276" y="204"/>
                  </a:lnTo>
                  <a:lnTo>
                    <a:pt x="282" y="204"/>
                  </a:lnTo>
                  <a:lnTo>
                    <a:pt x="282" y="210"/>
                  </a:lnTo>
                  <a:lnTo>
                    <a:pt x="276" y="222"/>
                  </a:lnTo>
                  <a:lnTo>
                    <a:pt x="276" y="234"/>
                  </a:lnTo>
                  <a:lnTo>
                    <a:pt x="294" y="234"/>
                  </a:lnTo>
                  <a:lnTo>
                    <a:pt x="306" y="252"/>
                  </a:lnTo>
                  <a:lnTo>
                    <a:pt x="324" y="252"/>
                  </a:lnTo>
                  <a:lnTo>
                    <a:pt x="330" y="288"/>
                  </a:lnTo>
                  <a:lnTo>
                    <a:pt x="366" y="288"/>
                  </a:lnTo>
                  <a:lnTo>
                    <a:pt x="378" y="294"/>
                  </a:lnTo>
                  <a:lnTo>
                    <a:pt x="384" y="300"/>
                  </a:lnTo>
                  <a:lnTo>
                    <a:pt x="384" y="306"/>
                  </a:lnTo>
                  <a:lnTo>
                    <a:pt x="378" y="312"/>
                  </a:lnTo>
                  <a:lnTo>
                    <a:pt x="354" y="324"/>
                  </a:lnTo>
                  <a:lnTo>
                    <a:pt x="342" y="324"/>
                  </a:lnTo>
                  <a:lnTo>
                    <a:pt x="336" y="330"/>
                  </a:lnTo>
                  <a:lnTo>
                    <a:pt x="336" y="366"/>
                  </a:lnTo>
                  <a:lnTo>
                    <a:pt x="342" y="378"/>
                  </a:lnTo>
                  <a:lnTo>
                    <a:pt x="354" y="390"/>
                  </a:lnTo>
                  <a:lnTo>
                    <a:pt x="354" y="396"/>
                  </a:lnTo>
                  <a:lnTo>
                    <a:pt x="324" y="414"/>
                  </a:lnTo>
                  <a:lnTo>
                    <a:pt x="300" y="450"/>
                  </a:lnTo>
                  <a:lnTo>
                    <a:pt x="318" y="474"/>
                  </a:lnTo>
                  <a:lnTo>
                    <a:pt x="306" y="474"/>
                  </a:lnTo>
                  <a:lnTo>
                    <a:pt x="300" y="480"/>
                  </a:lnTo>
                  <a:lnTo>
                    <a:pt x="288" y="486"/>
                  </a:lnTo>
                  <a:lnTo>
                    <a:pt x="282" y="492"/>
                  </a:lnTo>
                  <a:lnTo>
                    <a:pt x="282" y="504"/>
                  </a:lnTo>
                  <a:lnTo>
                    <a:pt x="276" y="522"/>
                  </a:lnTo>
                  <a:lnTo>
                    <a:pt x="276" y="534"/>
                  </a:lnTo>
                  <a:lnTo>
                    <a:pt x="270" y="552"/>
                  </a:lnTo>
                  <a:lnTo>
                    <a:pt x="258" y="564"/>
                  </a:lnTo>
                  <a:lnTo>
                    <a:pt x="234" y="576"/>
                  </a:lnTo>
                  <a:lnTo>
                    <a:pt x="228" y="582"/>
                  </a:lnTo>
                  <a:lnTo>
                    <a:pt x="228" y="588"/>
                  </a:lnTo>
                  <a:lnTo>
                    <a:pt x="222" y="594"/>
                  </a:lnTo>
                  <a:lnTo>
                    <a:pt x="222" y="612"/>
                  </a:lnTo>
                  <a:lnTo>
                    <a:pt x="204" y="624"/>
                  </a:lnTo>
                  <a:lnTo>
                    <a:pt x="204" y="630"/>
                  </a:lnTo>
                  <a:lnTo>
                    <a:pt x="198" y="636"/>
                  </a:lnTo>
                  <a:lnTo>
                    <a:pt x="192" y="648"/>
                  </a:lnTo>
                  <a:lnTo>
                    <a:pt x="186" y="654"/>
                  </a:lnTo>
                  <a:lnTo>
                    <a:pt x="168" y="654"/>
                  </a:lnTo>
                  <a:lnTo>
                    <a:pt x="162" y="648"/>
                  </a:lnTo>
                  <a:lnTo>
                    <a:pt x="156" y="654"/>
                  </a:lnTo>
                  <a:lnTo>
                    <a:pt x="132" y="666"/>
                  </a:lnTo>
                  <a:lnTo>
                    <a:pt x="126" y="666"/>
                  </a:lnTo>
                  <a:lnTo>
                    <a:pt x="120" y="660"/>
                  </a:lnTo>
                  <a:lnTo>
                    <a:pt x="120" y="648"/>
                  </a:lnTo>
                  <a:lnTo>
                    <a:pt x="114" y="642"/>
                  </a:lnTo>
                  <a:lnTo>
                    <a:pt x="108" y="642"/>
                  </a:lnTo>
                  <a:lnTo>
                    <a:pt x="96" y="648"/>
                  </a:lnTo>
                  <a:lnTo>
                    <a:pt x="84" y="660"/>
                  </a:lnTo>
                  <a:lnTo>
                    <a:pt x="84" y="666"/>
                  </a:lnTo>
                  <a:lnTo>
                    <a:pt x="78" y="678"/>
                  </a:lnTo>
                  <a:lnTo>
                    <a:pt x="72" y="684"/>
                  </a:lnTo>
                  <a:lnTo>
                    <a:pt x="66" y="696"/>
                  </a:lnTo>
                  <a:lnTo>
                    <a:pt x="54" y="708"/>
                  </a:lnTo>
                  <a:lnTo>
                    <a:pt x="48" y="720"/>
                  </a:lnTo>
                  <a:lnTo>
                    <a:pt x="48" y="744"/>
                  </a:lnTo>
                  <a:lnTo>
                    <a:pt x="54" y="750"/>
                  </a:lnTo>
                  <a:lnTo>
                    <a:pt x="66" y="756"/>
                  </a:lnTo>
                  <a:lnTo>
                    <a:pt x="72" y="756"/>
                  </a:lnTo>
                  <a:lnTo>
                    <a:pt x="102" y="750"/>
                  </a:lnTo>
                  <a:lnTo>
                    <a:pt x="102" y="768"/>
                  </a:lnTo>
                  <a:lnTo>
                    <a:pt x="96" y="798"/>
                  </a:lnTo>
                  <a:lnTo>
                    <a:pt x="102" y="804"/>
                  </a:lnTo>
                  <a:lnTo>
                    <a:pt x="108" y="816"/>
                  </a:lnTo>
                  <a:lnTo>
                    <a:pt x="120" y="828"/>
                  </a:lnTo>
                  <a:lnTo>
                    <a:pt x="144" y="828"/>
                  </a:lnTo>
                  <a:lnTo>
                    <a:pt x="144" y="852"/>
                  </a:lnTo>
                  <a:lnTo>
                    <a:pt x="168" y="894"/>
                  </a:lnTo>
                  <a:lnTo>
                    <a:pt x="174" y="906"/>
                  </a:lnTo>
                  <a:lnTo>
                    <a:pt x="180" y="912"/>
                  </a:lnTo>
                  <a:lnTo>
                    <a:pt x="180" y="936"/>
                  </a:lnTo>
                  <a:lnTo>
                    <a:pt x="168" y="942"/>
                  </a:lnTo>
                  <a:lnTo>
                    <a:pt x="162" y="948"/>
                  </a:lnTo>
                  <a:lnTo>
                    <a:pt x="144" y="948"/>
                  </a:lnTo>
                  <a:lnTo>
                    <a:pt x="138" y="942"/>
                  </a:lnTo>
                  <a:lnTo>
                    <a:pt x="138" y="930"/>
                  </a:lnTo>
                  <a:lnTo>
                    <a:pt x="132" y="930"/>
                  </a:lnTo>
                  <a:lnTo>
                    <a:pt x="120" y="936"/>
                  </a:lnTo>
                  <a:lnTo>
                    <a:pt x="108" y="948"/>
                  </a:lnTo>
                  <a:lnTo>
                    <a:pt x="84" y="948"/>
                  </a:lnTo>
                  <a:lnTo>
                    <a:pt x="78" y="942"/>
                  </a:lnTo>
                  <a:lnTo>
                    <a:pt x="78" y="936"/>
                  </a:lnTo>
                  <a:lnTo>
                    <a:pt x="54" y="948"/>
                  </a:lnTo>
                  <a:lnTo>
                    <a:pt x="48" y="942"/>
                  </a:lnTo>
                  <a:lnTo>
                    <a:pt x="36" y="936"/>
                  </a:lnTo>
                  <a:lnTo>
                    <a:pt x="24" y="936"/>
                  </a:lnTo>
                  <a:lnTo>
                    <a:pt x="12" y="948"/>
                  </a:lnTo>
                  <a:lnTo>
                    <a:pt x="12" y="960"/>
                  </a:lnTo>
                  <a:lnTo>
                    <a:pt x="18" y="966"/>
                  </a:lnTo>
                  <a:lnTo>
                    <a:pt x="0" y="972"/>
                  </a:lnTo>
                  <a:lnTo>
                    <a:pt x="36" y="972"/>
                  </a:lnTo>
                  <a:lnTo>
                    <a:pt x="30" y="984"/>
                  </a:lnTo>
                  <a:lnTo>
                    <a:pt x="30" y="1014"/>
                  </a:lnTo>
                  <a:lnTo>
                    <a:pt x="36" y="1026"/>
                  </a:lnTo>
                  <a:lnTo>
                    <a:pt x="48" y="1032"/>
                  </a:lnTo>
                  <a:lnTo>
                    <a:pt x="66" y="1038"/>
                  </a:lnTo>
                  <a:lnTo>
                    <a:pt x="120" y="1038"/>
                  </a:lnTo>
                  <a:lnTo>
                    <a:pt x="132" y="1032"/>
                  </a:lnTo>
                  <a:lnTo>
                    <a:pt x="150" y="1014"/>
                  </a:lnTo>
                  <a:lnTo>
                    <a:pt x="162" y="1008"/>
                  </a:lnTo>
                  <a:lnTo>
                    <a:pt x="168" y="1020"/>
                  </a:lnTo>
                  <a:lnTo>
                    <a:pt x="168" y="1026"/>
                  </a:lnTo>
                  <a:lnTo>
                    <a:pt x="162" y="1038"/>
                  </a:lnTo>
                  <a:lnTo>
                    <a:pt x="144" y="1056"/>
                  </a:lnTo>
                  <a:lnTo>
                    <a:pt x="120" y="1068"/>
                  </a:lnTo>
                  <a:lnTo>
                    <a:pt x="114" y="1074"/>
                  </a:lnTo>
                  <a:lnTo>
                    <a:pt x="90" y="1074"/>
                  </a:lnTo>
                  <a:lnTo>
                    <a:pt x="78" y="1080"/>
                  </a:lnTo>
                  <a:lnTo>
                    <a:pt x="60" y="1086"/>
                  </a:lnTo>
                  <a:lnTo>
                    <a:pt x="48" y="1092"/>
                  </a:lnTo>
                  <a:lnTo>
                    <a:pt x="42" y="1098"/>
                  </a:lnTo>
                  <a:lnTo>
                    <a:pt x="54" y="1122"/>
                  </a:lnTo>
                  <a:lnTo>
                    <a:pt x="66" y="1128"/>
                  </a:lnTo>
                  <a:lnTo>
                    <a:pt x="78" y="1140"/>
                  </a:lnTo>
                  <a:lnTo>
                    <a:pt x="96" y="1152"/>
                  </a:lnTo>
                  <a:lnTo>
                    <a:pt x="108" y="1164"/>
                  </a:lnTo>
                  <a:lnTo>
                    <a:pt x="132" y="1182"/>
                  </a:lnTo>
                  <a:lnTo>
                    <a:pt x="162" y="1206"/>
                  </a:lnTo>
                  <a:lnTo>
                    <a:pt x="204" y="1224"/>
                  </a:lnTo>
                  <a:lnTo>
                    <a:pt x="240" y="1218"/>
                  </a:lnTo>
                  <a:lnTo>
                    <a:pt x="270" y="1200"/>
                  </a:lnTo>
                  <a:lnTo>
                    <a:pt x="294" y="1176"/>
                  </a:lnTo>
                  <a:lnTo>
                    <a:pt x="300" y="1158"/>
                  </a:lnTo>
                  <a:lnTo>
                    <a:pt x="300" y="1128"/>
                  </a:lnTo>
                  <a:lnTo>
                    <a:pt x="306" y="1116"/>
                  </a:lnTo>
                  <a:lnTo>
                    <a:pt x="318" y="1104"/>
                  </a:lnTo>
                  <a:lnTo>
                    <a:pt x="324" y="1092"/>
                  </a:lnTo>
                  <a:lnTo>
                    <a:pt x="330" y="1086"/>
                  </a:lnTo>
                  <a:lnTo>
                    <a:pt x="342" y="1086"/>
                  </a:lnTo>
                  <a:lnTo>
                    <a:pt x="348" y="1080"/>
                  </a:lnTo>
                  <a:lnTo>
                    <a:pt x="354" y="1080"/>
                  </a:lnTo>
                  <a:lnTo>
                    <a:pt x="360" y="1086"/>
                  </a:lnTo>
                  <a:lnTo>
                    <a:pt x="360" y="1098"/>
                  </a:lnTo>
                  <a:lnTo>
                    <a:pt x="348" y="1110"/>
                  </a:lnTo>
                  <a:lnTo>
                    <a:pt x="336" y="1128"/>
                  </a:lnTo>
                  <a:lnTo>
                    <a:pt x="324" y="1140"/>
                  </a:lnTo>
                  <a:lnTo>
                    <a:pt x="318" y="1152"/>
                  </a:lnTo>
                  <a:lnTo>
                    <a:pt x="318" y="1164"/>
                  </a:lnTo>
                  <a:lnTo>
                    <a:pt x="324" y="1176"/>
                  </a:lnTo>
                  <a:lnTo>
                    <a:pt x="336" y="1182"/>
                  </a:lnTo>
                  <a:lnTo>
                    <a:pt x="342" y="1182"/>
                  </a:lnTo>
                  <a:lnTo>
                    <a:pt x="354" y="1194"/>
                  </a:lnTo>
                  <a:lnTo>
                    <a:pt x="354" y="1206"/>
                  </a:lnTo>
                  <a:lnTo>
                    <a:pt x="348" y="1242"/>
                  </a:lnTo>
                  <a:lnTo>
                    <a:pt x="342" y="1284"/>
                  </a:lnTo>
                  <a:lnTo>
                    <a:pt x="336" y="1338"/>
                  </a:lnTo>
                  <a:lnTo>
                    <a:pt x="342" y="1398"/>
                  </a:lnTo>
                  <a:lnTo>
                    <a:pt x="354" y="1446"/>
                  </a:lnTo>
                  <a:lnTo>
                    <a:pt x="384" y="1536"/>
                  </a:lnTo>
                  <a:lnTo>
                    <a:pt x="402" y="1554"/>
                  </a:lnTo>
                  <a:lnTo>
                    <a:pt x="402" y="1596"/>
                  </a:lnTo>
                  <a:lnTo>
                    <a:pt x="414" y="1620"/>
                  </a:lnTo>
                  <a:lnTo>
                    <a:pt x="426" y="1626"/>
                  </a:lnTo>
                  <a:lnTo>
                    <a:pt x="438" y="1626"/>
                  </a:lnTo>
                  <a:lnTo>
                    <a:pt x="444" y="1632"/>
                  </a:lnTo>
                  <a:lnTo>
                    <a:pt x="450" y="1632"/>
                  </a:lnTo>
                  <a:lnTo>
                    <a:pt x="450" y="1644"/>
                  </a:lnTo>
                  <a:lnTo>
                    <a:pt x="456" y="1656"/>
                  </a:lnTo>
                  <a:lnTo>
                    <a:pt x="456" y="1674"/>
                  </a:lnTo>
                  <a:lnTo>
                    <a:pt x="474" y="1710"/>
                  </a:lnTo>
                  <a:lnTo>
                    <a:pt x="498" y="1722"/>
                  </a:lnTo>
                  <a:lnTo>
                    <a:pt x="504" y="1728"/>
                  </a:lnTo>
                  <a:lnTo>
                    <a:pt x="510" y="1728"/>
                  </a:lnTo>
                  <a:lnTo>
                    <a:pt x="510" y="1746"/>
                  </a:lnTo>
                  <a:lnTo>
                    <a:pt x="516" y="1782"/>
                  </a:lnTo>
                  <a:lnTo>
                    <a:pt x="522" y="1830"/>
                  </a:lnTo>
                  <a:lnTo>
                    <a:pt x="534" y="1872"/>
                  </a:lnTo>
                  <a:lnTo>
                    <a:pt x="552" y="1908"/>
                  </a:lnTo>
                  <a:lnTo>
                    <a:pt x="576" y="1944"/>
                  </a:lnTo>
                  <a:lnTo>
                    <a:pt x="600" y="1974"/>
                  </a:lnTo>
                  <a:lnTo>
                    <a:pt x="612" y="1998"/>
                  </a:lnTo>
                  <a:lnTo>
                    <a:pt x="618" y="2016"/>
                  </a:lnTo>
                  <a:lnTo>
                    <a:pt x="618" y="2070"/>
                  </a:lnTo>
                  <a:lnTo>
                    <a:pt x="624" y="2094"/>
                  </a:lnTo>
                  <a:lnTo>
                    <a:pt x="642" y="2124"/>
                  </a:lnTo>
                  <a:lnTo>
                    <a:pt x="672" y="2166"/>
                  </a:lnTo>
                  <a:lnTo>
                    <a:pt x="696" y="2202"/>
                  </a:lnTo>
                  <a:lnTo>
                    <a:pt x="714" y="2232"/>
                  </a:lnTo>
                  <a:lnTo>
                    <a:pt x="720" y="2244"/>
                  </a:lnTo>
                  <a:lnTo>
                    <a:pt x="726" y="2244"/>
                  </a:lnTo>
                  <a:lnTo>
                    <a:pt x="732" y="2238"/>
                  </a:lnTo>
                  <a:lnTo>
                    <a:pt x="744" y="2238"/>
                  </a:lnTo>
                  <a:lnTo>
                    <a:pt x="768" y="2226"/>
                  </a:lnTo>
                  <a:lnTo>
                    <a:pt x="774" y="2220"/>
                  </a:lnTo>
                  <a:lnTo>
                    <a:pt x="780" y="2208"/>
                  </a:lnTo>
                  <a:lnTo>
                    <a:pt x="780" y="2172"/>
                  </a:lnTo>
                  <a:lnTo>
                    <a:pt x="786" y="2160"/>
                  </a:lnTo>
                  <a:lnTo>
                    <a:pt x="798" y="2154"/>
                  </a:lnTo>
                  <a:lnTo>
                    <a:pt x="804" y="2154"/>
                  </a:lnTo>
                  <a:lnTo>
                    <a:pt x="810" y="2160"/>
                  </a:lnTo>
                  <a:lnTo>
                    <a:pt x="828" y="2160"/>
                  </a:lnTo>
                  <a:lnTo>
                    <a:pt x="834" y="2154"/>
                  </a:lnTo>
                  <a:lnTo>
                    <a:pt x="846" y="2148"/>
                  </a:lnTo>
                  <a:lnTo>
                    <a:pt x="852" y="2142"/>
                  </a:lnTo>
                  <a:lnTo>
                    <a:pt x="864" y="2136"/>
                  </a:lnTo>
                  <a:lnTo>
                    <a:pt x="852" y="2136"/>
                  </a:lnTo>
                  <a:lnTo>
                    <a:pt x="846" y="2130"/>
                  </a:lnTo>
                  <a:lnTo>
                    <a:pt x="846" y="2118"/>
                  </a:lnTo>
                  <a:lnTo>
                    <a:pt x="852" y="2100"/>
                  </a:lnTo>
                  <a:lnTo>
                    <a:pt x="858" y="2088"/>
                  </a:lnTo>
                  <a:lnTo>
                    <a:pt x="906" y="2064"/>
                  </a:lnTo>
                  <a:lnTo>
                    <a:pt x="918" y="2052"/>
                  </a:lnTo>
                  <a:lnTo>
                    <a:pt x="918" y="2040"/>
                  </a:lnTo>
                  <a:lnTo>
                    <a:pt x="912" y="2028"/>
                  </a:lnTo>
                  <a:lnTo>
                    <a:pt x="912" y="2010"/>
                  </a:lnTo>
                  <a:lnTo>
                    <a:pt x="900" y="1974"/>
                  </a:lnTo>
                  <a:lnTo>
                    <a:pt x="900" y="1908"/>
                  </a:lnTo>
                  <a:lnTo>
                    <a:pt x="906" y="1890"/>
                  </a:lnTo>
                  <a:lnTo>
                    <a:pt x="906" y="1884"/>
                  </a:lnTo>
                  <a:lnTo>
                    <a:pt x="912" y="1878"/>
                  </a:lnTo>
                  <a:lnTo>
                    <a:pt x="912" y="1860"/>
                  </a:lnTo>
                  <a:lnTo>
                    <a:pt x="918" y="1842"/>
                  </a:lnTo>
                  <a:lnTo>
                    <a:pt x="918" y="1800"/>
                  </a:lnTo>
                  <a:lnTo>
                    <a:pt x="906" y="1776"/>
                  </a:lnTo>
                  <a:lnTo>
                    <a:pt x="888" y="1758"/>
                  </a:lnTo>
                  <a:lnTo>
                    <a:pt x="888" y="1728"/>
                  </a:lnTo>
                  <a:lnTo>
                    <a:pt x="894" y="1722"/>
                  </a:lnTo>
                  <a:lnTo>
                    <a:pt x="900" y="1710"/>
                  </a:lnTo>
                  <a:lnTo>
                    <a:pt x="900" y="1698"/>
                  </a:lnTo>
                  <a:lnTo>
                    <a:pt x="894" y="1686"/>
                  </a:lnTo>
                  <a:lnTo>
                    <a:pt x="894" y="1644"/>
                  </a:lnTo>
                  <a:lnTo>
                    <a:pt x="918" y="1632"/>
                  </a:lnTo>
                  <a:lnTo>
                    <a:pt x="924" y="1632"/>
                  </a:lnTo>
                  <a:lnTo>
                    <a:pt x="948" y="1620"/>
                  </a:lnTo>
                  <a:lnTo>
                    <a:pt x="948" y="1596"/>
                  </a:lnTo>
                  <a:lnTo>
                    <a:pt x="954" y="1584"/>
                  </a:lnTo>
                  <a:lnTo>
                    <a:pt x="960" y="1578"/>
                  </a:lnTo>
                  <a:lnTo>
                    <a:pt x="972" y="1572"/>
                  </a:lnTo>
                  <a:lnTo>
                    <a:pt x="990" y="1572"/>
                  </a:lnTo>
                  <a:lnTo>
                    <a:pt x="996" y="1560"/>
                  </a:lnTo>
                  <a:lnTo>
                    <a:pt x="1002" y="1566"/>
                  </a:lnTo>
                  <a:lnTo>
                    <a:pt x="1032" y="1566"/>
                  </a:lnTo>
                  <a:lnTo>
                    <a:pt x="1032" y="1548"/>
                  </a:lnTo>
                  <a:lnTo>
                    <a:pt x="1038" y="1530"/>
                  </a:lnTo>
                  <a:lnTo>
                    <a:pt x="1050" y="1518"/>
                  </a:lnTo>
                  <a:lnTo>
                    <a:pt x="1056" y="1500"/>
                  </a:lnTo>
                  <a:lnTo>
                    <a:pt x="1068" y="1488"/>
                  </a:lnTo>
                  <a:lnTo>
                    <a:pt x="1074" y="1476"/>
                  </a:lnTo>
                  <a:lnTo>
                    <a:pt x="1086" y="1470"/>
                  </a:lnTo>
                  <a:lnTo>
                    <a:pt x="1092" y="1464"/>
                  </a:lnTo>
                  <a:lnTo>
                    <a:pt x="1110" y="1458"/>
                  </a:lnTo>
                  <a:lnTo>
                    <a:pt x="1116" y="1452"/>
                  </a:lnTo>
                  <a:lnTo>
                    <a:pt x="1128" y="1446"/>
                  </a:lnTo>
                  <a:lnTo>
                    <a:pt x="1134" y="1428"/>
                  </a:lnTo>
                  <a:lnTo>
                    <a:pt x="1158" y="1380"/>
                  </a:lnTo>
                  <a:lnTo>
                    <a:pt x="1176" y="1362"/>
                  </a:lnTo>
                  <a:lnTo>
                    <a:pt x="1188" y="1356"/>
                  </a:lnTo>
                  <a:lnTo>
                    <a:pt x="1206" y="1344"/>
                  </a:lnTo>
                  <a:lnTo>
                    <a:pt x="1218" y="1338"/>
                  </a:lnTo>
                  <a:lnTo>
                    <a:pt x="1236" y="1320"/>
                  </a:lnTo>
                  <a:lnTo>
                    <a:pt x="1242" y="1320"/>
                  </a:lnTo>
                  <a:lnTo>
                    <a:pt x="1230" y="1290"/>
                  </a:lnTo>
                  <a:lnTo>
                    <a:pt x="1236" y="1284"/>
                  </a:lnTo>
                  <a:lnTo>
                    <a:pt x="1260" y="1314"/>
                  </a:lnTo>
                  <a:lnTo>
                    <a:pt x="1320" y="1254"/>
                  </a:lnTo>
                  <a:lnTo>
                    <a:pt x="1332" y="1230"/>
                  </a:lnTo>
                  <a:lnTo>
                    <a:pt x="1326" y="1224"/>
                  </a:lnTo>
                  <a:lnTo>
                    <a:pt x="1320" y="1212"/>
                  </a:lnTo>
                  <a:lnTo>
                    <a:pt x="1314" y="1206"/>
                  </a:lnTo>
                  <a:lnTo>
                    <a:pt x="1308" y="1194"/>
                  </a:lnTo>
                  <a:lnTo>
                    <a:pt x="1308" y="1182"/>
                  </a:lnTo>
                  <a:lnTo>
                    <a:pt x="1320" y="1176"/>
                  </a:lnTo>
                  <a:lnTo>
                    <a:pt x="1326" y="1170"/>
                  </a:lnTo>
                  <a:lnTo>
                    <a:pt x="1338" y="1170"/>
                  </a:lnTo>
                  <a:lnTo>
                    <a:pt x="1350" y="1164"/>
                  </a:lnTo>
                  <a:lnTo>
                    <a:pt x="1362" y="1152"/>
                  </a:lnTo>
                  <a:lnTo>
                    <a:pt x="1374" y="1134"/>
                  </a:lnTo>
                  <a:lnTo>
                    <a:pt x="1374" y="1110"/>
                  </a:lnTo>
                  <a:lnTo>
                    <a:pt x="1392" y="1116"/>
                  </a:lnTo>
                  <a:lnTo>
                    <a:pt x="1398" y="1146"/>
                  </a:lnTo>
                  <a:lnTo>
                    <a:pt x="1416" y="1110"/>
                  </a:lnTo>
                  <a:lnTo>
                    <a:pt x="1416" y="1128"/>
                  </a:lnTo>
                  <a:lnTo>
                    <a:pt x="1422" y="1140"/>
                  </a:lnTo>
                  <a:lnTo>
                    <a:pt x="1422" y="1158"/>
                  </a:lnTo>
                  <a:lnTo>
                    <a:pt x="1428" y="1170"/>
                  </a:lnTo>
                  <a:lnTo>
                    <a:pt x="1434" y="1176"/>
                  </a:lnTo>
                  <a:lnTo>
                    <a:pt x="1440" y="1176"/>
                  </a:lnTo>
                  <a:lnTo>
                    <a:pt x="1446" y="1170"/>
                  </a:lnTo>
                  <a:lnTo>
                    <a:pt x="1446" y="1158"/>
                  </a:lnTo>
                  <a:lnTo>
                    <a:pt x="1452" y="1152"/>
                  </a:lnTo>
                  <a:lnTo>
                    <a:pt x="1452" y="1140"/>
                  </a:lnTo>
                  <a:lnTo>
                    <a:pt x="1458" y="1110"/>
                  </a:lnTo>
                  <a:lnTo>
                    <a:pt x="1440" y="1068"/>
                  </a:lnTo>
                  <a:lnTo>
                    <a:pt x="1440" y="1038"/>
                  </a:lnTo>
                  <a:lnTo>
                    <a:pt x="1410" y="1014"/>
                  </a:lnTo>
                  <a:lnTo>
                    <a:pt x="1398" y="984"/>
                  </a:lnTo>
                  <a:lnTo>
                    <a:pt x="1404" y="972"/>
                  </a:lnTo>
                  <a:lnTo>
                    <a:pt x="1410" y="966"/>
                  </a:lnTo>
                  <a:lnTo>
                    <a:pt x="1416" y="948"/>
                  </a:lnTo>
                  <a:lnTo>
                    <a:pt x="1416" y="942"/>
                  </a:lnTo>
                  <a:lnTo>
                    <a:pt x="1410" y="936"/>
                  </a:lnTo>
                  <a:lnTo>
                    <a:pt x="1398" y="930"/>
                  </a:lnTo>
                  <a:lnTo>
                    <a:pt x="1380" y="930"/>
                  </a:lnTo>
                  <a:lnTo>
                    <a:pt x="1368" y="924"/>
                  </a:lnTo>
                  <a:lnTo>
                    <a:pt x="1356" y="912"/>
                  </a:lnTo>
                  <a:lnTo>
                    <a:pt x="1368" y="900"/>
                  </a:lnTo>
                  <a:lnTo>
                    <a:pt x="1374" y="900"/>
                  </a:lnTo>
                  <a:lnTo>
                    <a:pt x="1374" y="870"/>
                  </a:lnTo>
                  <a:lnTo>
                    <a:pt x="1410" y="870"/>
                  </a:lnTo>
                  <a:lnTo>
                    <a:pt x="1410" y="858"/>
                  </a:lnTo>
                  <a:lnTo>
                    <a:pt x="1380" y="840"/>
                  </a:lnTo>
                  <a:lnTo>
                    <a:pt x="1374" y="840"/>
                  </a:lnTo>
                  <a:lnTo>
                    <a:pt x="1362" y="828"/>
                  </a:lnTo>
                  <a:lnTo>
                    <a:pt x="1350" y="822"/>
                  </a:lnTo>
                  <a:lnTo>
                    <a:pt x="1344" y="810"/>
                  </a:lnTo>
                  <a:lnTo>
                    <a:pt x="1344" y="804"/>
                  </a:lnTo>
                  <a:lnTo>
                    <a:pt x="1350" y="792"/>
                  </a:lnTo>
                  <a:lnTo>
                    <a:pt x="1362" y="780"/>
                  </a:lnTo>
                  <a:lnTo>
                    <a:pt x="1350" y="762"/>
                  </a:lnTo>
                  <a:lnTo>
                    <a:pt x="1368" y="762"/>
                  </a:lnTo>
                  <a:lnTo>
                    <a:pt x="1392" y="774"/>
                  </a:lnTo>
                  <a:lnTo>
                    <a:pt x="1386" y="768"/>
                  </a:lnTo>
                  <a:lnTo>
                    <a:pt x="1404" y="762"/>
                  </a:lnTo>
                  <a:lnTo>
                    <a:pt x="1410" y="774"/>
                  </a:lnTo>
                  <a:lnTo>
                    <a:pt x="1410" y="780"/>
                  </a:lnTo>
                  <a:lnTo>
                    <a:pt x="1416" y="792"/>
                  </a:lnTo>
                  <a:lnTo>
                    <a:pt x="1422" y="798"/>
                  </a:lnTo>
                  <a:lnTo>
                    <a:pt x="1434" y="798"/>
                  </a:lnTo>
                  <a:lnTo>
                    <a:pt x="1440" y="804"/>
                  </a:lnTo>
                  <a:lnTo>
                    <a:pt x="1446" y="786"/>
                  </a:lnTo>
                  <a:lnTo>
                    <a:pt x="1452" y="792"/>
                  </a:lnTo>
                  <a:lnTo>
                    <a:pt x="1458" y="792"/>
                  </a:lnTo>
                  <a:lnTo>
                    <a:pt x="1464" y="798"/>
                  </a:lnTo>
                  <a:lnTo>
                    <a:pt x="1464" y="828"/>
                  </a:lnTo>
                  <a:lnTo>
                    <a:pt x="1470" y="828"/>
                  </a:lnTo>
                  <a:lnTo>
                    <a:pt x="1470" y="864"/>
                  </a:lnTo>
                  <a:lnTo>
                    <a:pt x="1476" y="864"/>
                  </a:lnTo>
                  <a:lnTo>
                    <a:pt x="1482" y="870"/>
                  </a:lnTo>
                  <a:lnTo>
                    <a:pt x="1542" y="870"/>
                  </a:lnTo>
                  <a:lnTo>
                    <a:pt x="1554" y="876"/>
                  </a:lnTo>
                  <a:lnTo>
                    <a:pt x="1572" y="876"/>
                  </a:lnTo>
                  <a:lnTo>
                    <a:pt x="1620" y="864"/>
                  </a:lnTo>
                  <a:lnTo>
                    <a:pt x="1626" y="864"/>
                  </a:lnTo>
                  <a:lnTo>
                    <a:pt x="1650" y="888"/>
                  </a:lnTo>
                  <a:lnTo>
                    <a:pt x="1650" y="894"/>
                  </a:lnTo>
                  <a:lnTo>
                    <a:pt x="1644" y="900"/>
                  </a:lnTo>
                  <a:lnTo>
                    <a:pt x="1638" y="900"/>
                  </a:lnTo>
                  <a:lnTo>
                    <a:pt x="1638" y="912"/>
                  </a:lnTo>
                  <a:lnTo>
                    <a:pt x="1632" y="930"/>
                  </a:lnTo>
                  <a:lnTo>
                    <a:pt x="1626" y="942"/>
                  </a:lnTo>
                  <a:lnTo>
                    <a:pt x="1620" y="948"/>
                  </a:lnTo>
                  <a:lnTo>
                    <a:pt x="1614" y="948"/>
                  </a:lnTo>
                  <a:lnTo>
                    <a:pt x="1602" y="954"/>
                  </a:lnTo>
                  <a:lnTo>
                    <a:pt x="1596" y="954"/>
                  </a:lnTo>
                  <a:lnTo>
                    <a:pt x="1584" y="966"/>
                  </a:lnTo>
                  <a:lnTo>
                    <a:pt x="1578" y="978"/>
                  </a:lnTo>
                  <a:lnTo>
                    <a:pt x="1578" y="996"/>
                  </a:lnTo>
                  <a:lnTo>
                    <a:pt x="1584" y="1008"/>
                  </a:lnTo>
                  <a:lnTo>
                    <a:pt x="1602" y="1026"/>
                  </a:lnTo>
                  <a:lnTo>
                    <a:pt x="1608" y="1026"/>
                  </a:lnTo>
                  <a:lnTo>
                    <a:pt x="1626" y="1050"/>
                  </a:lnTo>
                  <a:lnTo>
                    <a:pt x="1632" y="1014"/>
                  </a:lnTo>
                  <a:lnTo>
                    <a:pt x="1632" y="990"/>
                  </a:lnTo>
                  <a:lnTo>
                    <a:pt x="1650" y="990"/>
                  </a:lnTo>
                  <a:lnTo>
                    <a:pt x="1662" y="996"/>
                  </a:lnTo>
                  <a:lnTo>
                    <a:pt x="1668" y="1002"/>
                  </a:lnTo>
                  <a:lnTo>
                    <a:pt x="1668" y="1020"/>
                  </a:lnTo>
                  <a:lnTo>
                    <a:pt x="1674" y="1032"/>
                  </a:lnTo>
                  <a:lnTo>
                    <a:pt x="1674" y="1038"/>
                  </a:lnTo>
                  <a:lnTo>
                    <a:pt x="1680" y="1050"/>
                  </a:lnTo>
                  <a:lnTo>
                    <a:pt x="1680" y="1062"/>
                  </a:lnTo>
                  <a:lnTo>
                    <a:pt x="1686" y="1074"/>
                  </a:lnTo>
                  <a:lnTo>
                    <a:pt x="1692" y="1092"/>
                  </a:lnTo>
                  <a:lnTo>
                    <a:pt x="1698" y="1104"/>
                  </a:lnTo>
                  <a:lnTo>
                    <a:pt x="1704" y="1110"/>
                  </a:lnTo>
                  <a:lnTo>
                    <a:pt x="1704" y="1116"/>
                  </a:lnTo>
                  <a:lnTo>
                    <a:pt x="1722" y="1134"/>
                  </a:lnTo>
                  <a:lnTo>
                    <a:pt x="1722" y="1110"/>
                  </a:lnTo>
                  <a:lnTo>
                    <a:pt x="1728" y="1110"/>
                  </a:lnTo>
                  <a:lnTo>
                    <a:pt x="1734" y="1116"/>
                  </a:lnTo>
                  <a:lnTo>
                    <a:pt x="1746" y="1116"/>
                  </a:lnTo>
                  <a:lnTo>
                    <a:pt x="1746" y="1104"/>
                  </a:lnTo>
                  <a:lnTo>
                    <a:pt x="1728" y="1086"/>
                  </a:lnTo>
                  <a:lnTo>
                    <a:pt x="1728" y="1062"/>
                  </a:lnTo>
                  <a:lnTo>
                    <a:pt x="1722" y="1050"/>
                  </a:lnTo>
                  <a:lnTo>
                    <a:pt x="1740" y="1032"/>
                  </a:lnTo>
                  <a:lnTo>
                    <a:pt x="1746" y="1032"/>
                  </a:lnTo>
                  <a:lnTo>
                    <a:pt x="1740" y="984"/>
                  </a:lnTo>
                  <a:lnTo>
                    <a:pt x="1722" y="966"/>
                  </a:lnTo>
                  <a:lnTo>
                    <a:pt x="1716" y="966"/>
                  </a:lnTo>
                  <a:lnTo>
                    <a:pt x="1770" y="966"/>
                  </a:lnTo>
                  <a:lnTo>
                    <a:pt x="1782" y="972"/>
                  </a:lnTo>
                  <a:lnTo>
                    <a:pt x="1794" y="972"/>
                  </a:lnTo>
                  <a:lnTo>
                    <a:pt x="1794" y="936"/>
                  </a:lnTo>
                  <a:lnTo>
                    <a:pt x="1812" y="882"/>
                  </a:lnTo>
                  <a:lnTo>
                    <a:pt x="1806" y="876"/>
                  </a:lnTo>
                  <a:lnTo>
                    <a:pt x="1800" y="864"/>
                  </a:lnTo>
                  <a:lnTo>
                    <a:pt x="1800" y="846"/>
                  </a:lnTo>
                  <a:lnTo>
                    <a:pt x="1812" y="840"/>
                  </a:lnTo>
                  <a:lnTo>
                    <a:pt x="1818" y="834"/>
                  </a:lnTo>
                  <a:lnTo>
                    <a:pt x="1836" y="804"/>
                  </a:lnTo>
                  <a:lnTo>
                    <a:pt x="1836" y="792"/>
                  </a:lnTo>
                  <a:lnTo>
                    <a:pt x="1830" y="786"/>
                  </a:lnTo>
                  <a:lnTo>
                    <a:pt x="1830" y="780"/>
                  </a:lnTo>
                  <a:lnTo>
                    <a:pt x="1824" y="774"/>
                  </a:lnTo>
                  <a:lnTo>
                    <a:pt x="1824" y="750"/>
                  </a:lnTo>
                  <a:lnTo>
                    <a:pt x="1830" y="750"/>
                  </a:lnTo>
                  <a:lnTo>
                    <a:pt x="1836" y="744"/>
                  </a:lnTo>
                  <a:lnTo>
                    <a:pt x="1848" y="744"/>
                  </a:lnTo>
                  <a:lnTo>
                    <a:pt x="1860" y="738"/>
                  </a:lnTo>
                  <a:lnTo>
                    <a:pt x="1872" y="726"/>
                  </a:lnTo>
                  <a:lnTo>
                    <a:pt x="1872" y="708"/>
                  </a:lnTo>
                  <a:lnTo>
                    <a:pt x="1878" y="708"/>
                  </a:lnTo>
                  <a:lnTo>
                    <a:pt x="1890" y="702"/>
                  </a:lnTo>
                  <a:lnTo>
                    <a:pt x="1926" y="702"/>
                  </a:lnTo>
                  <a:lnTo>
                    <a:pt x="1932" y="708"/>
                  </a:lnTo>
                  <a:lnTo>
                    <a:pt x="1950" y="708"/>
                  </a:lnTo>
                  <a:lnTo>
                    <a:pt x="1950" y="702"/>
                  </a:lnTo>
                  <a:lnTo>
                    <a:pt x="1944" y="696"/>
                  </a:lnTo>
                  <a:lnTo>
                    <a:pt x="1932" y="690"/>
                  </a:lnTo>
                  <a:lnTo>
                    <a:pt x="1926" y="684"/>
                  </a:lnTo>
                  <a:lnTo>
                    <a:pt x="1920" y="67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98" name="Iceland" descr="© INSCALE GmbH, 05.05.2010&#10;http://www.presentationload.com/">
              <a:extLst>
                <a:ext uri="{FF2B5EF4-FFF2-40B4-BE49-F238E27FC236}">
                  <a16:creationId xmlns:a16="http://schemas.microsoft.com/office/drawing/2014/main" id="{85A82C01-D2DA-45C6-B9C1-4420E77AA6CA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358478" y="1278286"/>
              <a:ext cx="188693" cy="73213"/>
            </a:xfrm>
            <a:custGeom>
              <a:avLst/>
              <a:gdLst>
                <a:gd name="T0" fmla="*/ 2147483647 w 570"/>
                <a:gd name="T1" fmla="*/ 2147483647 h 222"/>
                <a:gd name="T2" fmla="*/ 2147483647 w 570"/>
                <a:gd name="T3" fmla="*/ 2147483647 h 222"/>
                <a:gd name="T4" fmla="*/ 2147483647 w 570"/>
                <a:gd name="T5" fmla="*/ 2147483647 h 222"/>
                <a:gd name="T6" fmla="*/ 2147483647 w 570"/>
                <a:gd name="T7" fmla="*/ 2147483647 h 222"/>
                <a:gd name="T8" fmla="*/ 2147483647 w 570"/>
                <a:gd name="T9" fmla="*/ 2147483647 h 222"/>
                <a:gd name="T10" fmla="*/ 2147483647 w 570"/>
                <a:gd name="T11" fmla="*/ 2147483647 h 222"/>
                <a:gd name="T12" fmla="*/ 2147483647 w 570"/>
                <a:gd name="T13" fmla="*/ 2147483647 h 222"/>
                <a:gd name="T14" fmla="*/ 2147483647 w 570"/>
                <a:gd name="T15" fmla="*/ 2147483647 h 222"/>
                <a:gd name="T16" fmla="*/ 2147483647 w 570"/>
                <a:gd name="T17" fmla="*/ 2147483647 h 222"/>
                <a:gd name="T18" fmla="*/ 2147483647 w 570"/>
                <a:gd name="T19" fmla="*/ 2147483647 h 222"/>
                <a:gd name="T20" fmla="*/ 2147483647 w 570"/>
                <a:gd name="T21" fmla="*/ 2147483647 h 222"/>
                <a:gd name="T22" fmla="*/ 2147483647 w 570"/>
                <a:gd name="T23" fmla="*/ 2147483647 h 222"/>
                <a:gd name="T24" fmla="*/ 2147483647 w 570"/>
                <a:gd name="T25" fmla="*/ 2147483647 h 222"/>
                <a:gd name="T26" fmla="*/ 2147483647 w 570"/>
                <a:gd name="T27" fmla="*/ 2147483647 h 222"/>
                <a:gd name="T28" fmla="*/ 2147483647 w 570"/>
                <a:gd name="T29" fmla="*/ 2147483647 h 222"/>
                <a:gd name="T30" fmla="*/ 2147483647 w 570"/>
                <a:gd name="T31" fmla="*/ 2147483647 h 222"/>
                <a:gd name="T32" fmla="*/ 2147483647 w 570"/>
                <a:gd name="T33" fmla="*/ 2147483647 h 222"/>
                <a:gd name="T34" fmla="*/ 2147483647 w 570"/>
                <a:gd name="T35" fmla="*/ 2147483647 h 222"/>
                <a:gd name="T36" fmla="*/ 2147483647 w 570"/>
                <a:gd name="T37" fmla="*/ 2147483647 h 222"/>
                <a:gd name="T38" fmla="*/ 2147483647 w 570"/>
                <a:gd name="T39" fmla="*/ 2147483647 h 222"/>
                <a:gd name="T40" fmla="*/ 2147483647 w 570"/>
                <a:gd name="T41" fmla="*/ 2147483647 h 222"/>
                <a:gd name="T42" fmla="*/ 2147483647 w 570"/>
                <a:gd name="T43" fmla="*/ 2147483647 h 222"/>
                <a:gd name="T44" fmla="*/ 2147483647 w 570"/>
                <a:gd name="T45" fmla="*/ 2147483647 h 222"/>
                <a:gd name="T46" fmla="*/ 2147483647 w 570"/>
                <a:gd name="T47" fmla="*/ 2147483647 h 222"/>
                <a:gd name="T48" fmla="*/ 2147483647 w 570"/>
                <a:gd name="T49" fmla="*/ 2147483647 h 222"/>
                <a:gd name="T50" fmla="*/ 2147483647 w 570"/>
                <a:gd name="T51" fmla="*/ 2147483647 h 222"/>
                <a:gd name="T52" fmla="*/ 2147483647 w 570"/>
                <a:gd name="T53" fmla="*/ 2147483647 h 222"/>
                <a:gd name="T54" fmla="*/ 2147483647 w 570"/>
                <a:gd name="T55" fmla="*/ 2147483647 h 222"/>
                <a:gd name="T56" fmla="*/ 2147483647 w 570"/>
                <a:gd name="T57" fmla="*/ 2147483647 h 222"/>
                <a:gd name="T58" fmla="*/ 2147483647 w 570"/>
                <a:gd name="T59" fmla="*/ 2147483647 h 222"/>
                <a:gd name="T60" fmla="*/ 2147483647 w 570"/>
                <a:gd name="T61" fmla="*/ 2147483647 h 222"/>
                <a:gd name="T62" fmla="*/ 2147483647 w 570"/>
                <a:gd name="T63" fmla="*/ 2147483647 h 222"/>
                <a:gd name="T64" fmla="*/ 2147483647 w 570"/>
                <a:gd name="T65" fmla="*/ 2147483647 h 222"/>
                <a:gd name="T66" fmla="*/ 0 w 570"/>
                <a:gd name="T67" fmla="*/ 2147483647 h 222"/>
                <a:gd name="T68" fmla="*/ 2147483647 w 570"/>
                <a:gd name="T69" fmla="*/ 2147483647 h 222"/>
                <a:gd name="T70" fmla="*/ 2147483647 w 570"/>
                <a:gd name="T71" fmla="*/ 2147483647 h 222"/>
                <a:gd name="T72" fmla="*/ 2147483647 w 570"/>
                <a:gd name="T73" fmla="*/ 2147483647 h 222"/>
                <a:gd name="T74" fmla="*/ 2147483647 w 570"/>
                <a:gd name="T75" fmla="*/ 2147483647 h 222"/>
                <a:gd name="T76" fmla="*/ 2147483647 w 570"/>
                <a:gd name="T77" fmla="*/ 2147483647 h 222"/>
                <a:gd name="T78" fmla="*/ 2147483647 w 570"/>
                <a:gd name="T79" fmla="*/ 2147483647 h 222"/>
                <a:gd name="T80" fmla="*/ 2147483647 w 570"/>
                <a:gd name="T81" fmla="*/ 2147483647 h 222"/>
                <a:gd name="T82" fmla="*/ 2147483647 w 570"/>
                <a:gd name="T83" fmla="*/ 2147483647 h 222"/>
                <a:gd name="T84" fmla="*/ 2147483647 w 570"/>
                <a:gd name="T85" fmla="*/ 2147483647 h 222"/>
                <a:gd name="T86" fmla="*/ 2147483647 w 570"/>
                <a:gd name="T87" fmla="*/ 2147483647 h 222"/>
                <a:gd name="T88" fmla="*/ 2147483647 w 570"/>
                <a:gd name="T89" fmla="*/ 2147483647 h 222"/>
                <a:gd name="T90" fmla="*/ 2147483647 w 570"/>
                <a:gd name="T91" fmla="*/ 2147483647 h 222"/>
                <a:gd name="T92" fmla="*/ 2147483647 w 570"/>
                <a:gd name="T93" fmla="*/ 2147483647 h 22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70"/>
                <a:gd name="T142" fmla="*/ 0 h 222"/>
                <a:gd name="T143" fmla="*/ 570 w 570"/>
                <a:gd name="T144" fmla="*/ 222 h 22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70" h="222">
                  <a:moveTo>
                    <a:pt x="252" y="222"/>
                  </a:moveTo>
                  <a:lnTo>
                    <a:pt x="270" y="216"/>
                  </a:lnTo>
                  <a:lnTo>
                    <a:pt x="306" y="216"/>
                  </a:lnTo>
                  <a:lnTo>
                    <a:pt x="312" y="204"/>
                  </a:lnTo>
                  <a:lnTo>
                    <a:pt x="312" y="192"/>
                  </a:lnTo>
                  <a:lnTo>
                    <a:pt x="324" y="198"/>
                  </a:lnTo>
                  <a:lnTo>
                    <a:pt x="330" y="198"/>
                  </a:lnTo>
                  <a:lnTo>
                    <a:pt x="342" y="204"/>
                  </a:lnTo>
                  <a:lnTo>
                    <a:pt x="348" y="204"/>
                  </a:lnTo>
                  <a:lnTo>
                    <a:pt x="360" y="192"/>
                  </a:lnTo>
                  <a:lnTo>
                    <a:pt x="360" y="186"/>
                  </a:lnTo>
                  <a:lnTo>
                    <a:pt x="372" y="186"/>
                  </a:lnTo>
                  <a:lnTo>
                    <a:pt x="378" y="192"/>
                  </a:lnTo>
                  <a:lnTo>
                    <a:pt x="390" y="192"/>
                  </a:lnTo>
                  <a:lnTo>
                    <a:pt x="414" y="180"/>
                  </a:lnTo>
                  <a:lnTo>
                    <a:pt x="432" y="168"/>
                  </a:lnTo>
                  <a:lnTo>
                    <a:pt x="456" y="156"/>
                  </a:lnTo>
                  <a:lnTo>
                    <a:pt x="474" y="156"/>
                  </a:lnTo>
                  <a:lnTo>
                    <a:pt x="480" y="162"/>
                  </a:lnTo>
                  <a:lnTo>
                    <a:pt x="492" y="162"/>
                  </a:lnTo>
                  <a:lnTo>
                    <a:pt x="504" y="156"/>
                  </a:lnTo>
                  <a:lnTo>
                    <a:pt x="510" y="144"/>
                  </a:lnTo>
                  <a:lnTo>
                    <a:pt x="510" y="138"/>
                  </a:lnTo>
                  <a:lnTo>
                    <a:pt x="516" y="126"/>
                  </a:lnTo>
                  <a:lnTo>
                    <a:pt x="528" y="126"/>
                  </a:lnTo>
                  <a:lnTo>
                    <a:pt x="552" y="114"/>
                  </a:lnTo>
                  <a:lnTo>
                    <a:pt x="564" y="102"/>
                  </a:lnTo>
                  <a:lnTo>
                    <a:pt x="570" y="102"/>
                  </a:lnTo>
                  <a:lnTo>
                    <a:pt x="552" y="102"/>
                  </a:lnTo>
                  <a:lnTo>
                    <a:pt x="570" y="84"/>
                  </a:lnTo>
                  <a:lnTo>
                    <a:pt x="570" y="78"/>
                  </a:lnTo>
                  <a:lnTo>
                    <a:pt x="564" y="72"/>
                  </a:lnTo>
                  <a:lnTo>
                    <a:pt x="552" y="66"/>
                  </a:lnTo>
                  <a:lnTo>
                    <a:pt x="540" y="66"/>
                  </a:lnTo>
                  <a:lnTo>
                    <a:pt x="534" y="72"/>
                  </a:lnTo>
                  <a:lnTo>
                    <a:pt x="528" y="72"/>
                  </a:lnTo>
                  <a:lnTo>
                    <a:pt x="534" y="60"/>
                  </a:lnTo>
                  <a:lnTo>
                    <a:pt x="504" y="60"/>
                  </a:lnTo>
                  <a:lnTo>
                    <a:pt x="522" y="36"/>
                  </a:lnTo>
                  <a:lnTo>
                    <a:pt x="504" y="36"/>
                  </a:lnTo>
                  <a:lnTo>
                    <a:pt x="510" y="18"/>
                  </a:lnTo>
                  <a:lnTo>
                    <a:pt x="480" y="24"/>
                  </a:lnTo>
                  <a:lnTo>
                    <a:pt x="474" y="18"/>
                  </a:lnTo>
                  <a:lnTo>
                    <a:pt x="462" y="12"/>
                  </a:lnTo>
                  <a:lnTo>
                    <a:pt x="456" y="6"/>
                  </a:lnTo>
                  <a:lnTo>
                    <a:pt x="444" y="0"/>
                  </a:lnTo>
                  <a:lnTo>
                    <a:pt x="432" y="0"/>
                  </a:lnTo>
                  <a:lnTo>
                    <a:pt x="432" y="24"/>
                  </a:lnTo>
                  <a:lnTo>
                    <a:pt x="414" y="30"/>
                  </a:lnTo>
                  <a:lnTo>
                    <a:pt x="408" y="30"/>
                  </a:lnTo>
                  <a:lnTo>
                    <a:pt x="402" y="24"/>
                  </a:lnTo>
                  <a:lnTo>
                    <a:pt x="378" y="24"/>
                  </a:lnTo>
                  <a:lnTo>
                    <a:pt x="372" y="30"/>
                  </a:lnTo>
                  <a:lnTo>
                    <a:pt x="366" y="42"/>
                  </a:lnTo>
                  <a:lnTo>
                    <a:pt x="360" y="36"/>
                  </a:lnTo>
                  <a:lnTo>
                    <a:pt x="348" y="30"/>
                  </a:lnTo>
                  <a:lnTo>
                    <a:pt x="342" y="24"/>
                  </a:lnTo>
                  <a:lnTo>
                    <a:pt x="336" y="24"/>
                  </a:lnTo>
                  <a:lnTo>
                    <a:pt x="330" y="30"/>
                  </a:lnTo>
                  <a:lnTo>
                    <a:pt x="330" y="60"/>
                  </a:lnTo>
                  <a:lnTo>
                    <a:pt x="324" y="48"/>
                  </a:lnTo>
                  <a:lnTo>
                    <a:pt x="318" y="42"/>
                  </a:lnTo>
                  <a:lnTo>
                    <a:pt x="306" y="36"/>
                  </a:lnTo>
                  <a:lnTo>
                    <a:pt x="300" y="24"/>
                  </a:lnTo>
                  <a:lnTo>
                    <a:pt x="288" y="24"/>
                  </a:lnTo>
                  <a:lnTo>
                    <a:pt x="288" y="30"/>
                  </a:lnTo>
                  <a:lnTo>
                    <a:pt x="270" y="30"/>
                  </a:lnTo>
                  <a:lnTo>
                    <a:pt x="264" y="36"/>
                  </a:lnTo>
                  <a:lnTo>
                    <a:pt x="264" y="54"/>
                  </a:lnTo>
                  <a:lnTo>
                    <a:pt x="252" y="54"/>
                  </a:lnTo>
                  <a:lnTo>
                    <a:pt x="240" y="42"/>
                  </a:lnTo>
                  <a:lnTo>
                    <a:pt x="228" y="36"/>
                  </a:lnTo>
                  <a:lnTo>
                    <a:pt x="222" y="30"/>
                  </a:lnTo>
                  <a:lnTo>
                    <a:pt x="216" y="30"/>
                  </a:lnTo>
                  <a:lnTo>
                    <a:pt x="216" y="48"/>
                  </a:lnTo>
                  <a:lnTo>
                    <a:pt x="210" y="60"/>
                  </a:lnTo>
                  <a:lnTo>
                    <a:pt x="210" y="72"/>
                  </a:lnTo>
                  <a:lnTo>
                    <a:pt x="204" y="72"/>
                  </a:lnTo>
                  <a:lnTo>
                    <a:pt x="192" y="60"/>
                  </a:lnTo>
                  <a:lnTo>
                    <a:pt x="186" y="60"/>
                  </a:lnTo>
                  <a:lnTo>
                    <a:pt x="162" y="84"/>
                  </a:lnTo>
                  <a:lnTo>
                    <a:pt x="162" y="90"/>
                  </a:lnTo>
                  <a:lnTo>
                    <a:pt x="156" y="84"/>
                  </a:lnTo>
                  <a:lnTo>
                    <a:pt x="144" y="60"/>
                  </a:lnTo>
                  <a:lnTo>
                    <a:pt x="162" y="42"/>
                  </a:lnTo>
                  <a:lnTo>
                    <a:pt x="162" y="36"/>
                  </a:lnTo>
                  <a:lnTo>
                    <a:pt x="156" y="30"/>
                  </a:lnTo>
                  <a:lnTo>
                    <a:pt x="108" y="6"/>
                  </a:lnTo>
                  <a:lnTo>
                    <a:pt x="96" y="6"/>
                  </a:lnTo>
                  <a:lnTo>
                    <a:pt x="96" y="36"/>
                  </a:lnTo>
                  <a:lnTo>
                    <a:pt x="90" y="36"/>
                  </a:lnTo>
                  <a:lnTo>
                    <a:pt x="84" y="30"/>
                  </a:lnTo>
                  <a:lnTo>
                    <a:pt x="78" y="30"/>
                  </a:lnTo>
                  <a:lnTo>
                    <a:pt x="66" y="24"/>
                  </a:lnTo>
                  <a:lnTo>
                    <a:pt x="54" y="24"/>
                  </a:lnTo>
                  <a:lnTo>
                    <a:pt x="42" y="30"/>
                  </a:lnTo>
                  <a:lnTo>
                    <a:pt x="30" y="42"/>
                  </a:lnTo>
                  <a:lnTo>
                    <a:pt x="48" y="54"/>
                  </a:lnTo>
                  <a:lnTo>
                    <a:pt x="30" y="54"/>
                  </a:lnTo>
                  <a:lnTo>
                    <a:pt x="18" y="60"/>
                  </a:lnTo>
                  <a:lnTo>
                    <a:pt x="12" y="66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8" y="78"/>
                  </a:lnTo>
                  <a:lnTo>
                    <a:pt x="30" y="78"/>
                  </a:lnTo>
                  <a:lnTo>
                    <a:pt x="54" y="66"/>
                  </a:lnTo>
                  <a:lnTo>
                    <a:pt x="66" y="66"/>
                  </a:lnTo>
                  <a:lnTo>
                    <a:pt x="72" y="60"/>
                  </a:lnTo>
                  <a:lnTo>
                    <a:pt x="78" y="60"/>
                  </a:lnTo>
                  <a:lnTo>
                    <a:pt x="126" y="72"/>
                  </a:lnTo>
                  <a:lnTo>
                    <a:pt x="90" y="90"/>
                  </a:lnTo>
                  <a:lnTo>
                    <a:pt x="102" y="90"/>
                  </a:lnTo>
                  <a:lnTo>
                    <a:pt x="108" y="96"/>
                  </a:lnTo>
                  <a:lnTo>
                    <a:pt x="114" y="96"/>
                  </a:lnTo>
                  <a:lnTo>
                    <a:pt x="120" y="102"/>
                  </a:lnTo>
                  <a:lnTo>
                    <a:pt x="114" y="102"/>
                  </a:lnTo>
                  <a:lnTo>
                    <a:pt x="108" y="108"/>
                  </a:lnTo>
                  <a:lnTo>
                    <a:pt x="6" y="108"/>
                  </a:lnTo>
                  <a:lnTo>
                    <a:pt x="0" y="114"/>
                  </a:lnTo>
                  <a:lnTo>
                    <a:pt x="12" y="120"/>
                  </a:lnTo>
                  <a:lnTo>
                    <a:pt x="60" y="120"/>
                  </a:lnTo>
                  <a:lnTo>
                    <a:pt x="84" y="132"/>
                  </a:lnTo>
                  <a:lnTo>
                    <a:pt x="90" y="138"/>
                  </a:lnTo>
                  <a:lnTo>
                    <a:pt x="126" y="132"/>
                  </a:lnTo>
                  <a:lnTo>
                    <a:pt x="108" y="150"/>
                  </a:lnTo>
                  <a:lnTo>
                    <a:pt x="120" y="156"/>
                  </a:lnTo>
                  <a:lnTo>
                    <a:pt x="114" y="162"/>
                  </a:lnTo>
                  <a:lnTo>
                    <a:pt x="114" y="168"/>
                  </a:lnTo>
                  <a:lnTo>
                    <a:pt x="108" y="174"/>
                  </a:lnTo>
                  <a:lnTo>
                    <a:pt x="90" y="174"/>
                  </a:lnTo>
                  <a:lnTo>
                    <a:pt x="78" y="180"/>
                  </a:lnTo>
                  <a:lnTo>
                    <a:pt x="54" y="180"/>
                  </a:lnTo>
                  <a:lnTo>
                    <a:pt x="54" y="186"/>
                  </a:lnTo>
                  <a:lnTo>
                    <a:pt x="66" y="192"/>
                  </a:lnTo>
                  <a:lnTo>
                    <a:pt x="120" y="192"/>
                  </a:lnTo>
                  <a:lnTo>
                    <a:pt x="132" y="186"/>
                  </a:lnTo>
                  <a:lnTo>
                    <a:pt x="138" y="180"/>
                  </a:lnTo>
                  <a:lnTo>
                    <a:pt x="168" y="198"/>
                  </a:lnTo>
                  <a:lnTo>
                    <a:pt x="180" y="186"/>
                  </a:lnTo>
                  <a:lnTo>
                    <a:pt x="180" y="198"/>
                  </a:lnTo>
                  <a:lnTo>
                    <a:pt x="228" y="222"/>
                  </a:lnTo>
                  <a:lnTo>
                    <a:pt x="252" y="22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99" name="Hungary" descr="© INSCALE GmbH, 05.05.2010&#10;http://www.presentationload.com/">
              <a:extLst>
                <a:ext uri="{FF2B5EF4-FFF2-40B4-BE49-F238E27FC236}">
                  <a16:creationId xmlns:a16="http://schemas.microsoft.com/office/drawing/2014/main" id="{6365EAE6-13FF-41FC-94E1-CC41B9838206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096448" y="1720133"/>
              <a:ext cx="140873" cy="73213"/>
            </a:xfrm>
            <a:custGeom>
              <a:avLst/>
              <a:gdLst>
                <a:gd name="T0" fmla="*/ 2147483647 w 426"/>
                <a:gd name="T1" fmla="*/ 2147483647 h 222"/>
                <a:gd name="T2" fmla="*/ 2147483647 w 426"/>
                <a:gd name="T3" fmla="*/ 2147483647 h 222"/>
                <a:gd name="T4" fmla="*/ 2147483647 w 426"/>
                <a:gd name="T5" fmla="*/ 2147483647 h 222"/>
                <a:gd name="T6" fmla="*/ 0 w 426"/>
                <a:gd name="T7" fmla="*/ 2147483647 h 222"/>
                <a:gd name="T8" fmla="*/ 2147483647 w 426"/>
                <a:gd name="T9" fmla="*/ 2147483647 h 222"/>
                <a:gd name="T10" fmla="*/ 2147483647 w 426"/>
                <a:gd name="T11" fmla="*/ 2147483647 h 222"/>
                <a:gd name="T12" fmla="*/ 2147483647 w 426"/>
                <a:gd name="T13" fmla="*/ 2147483647 h 222"/>
                <a:gd name="T14" fmla="*/ 2147483647 w 426"/>
                <a:gd name="T15" fmla="*/ 2147483647 h 222"/>
                <a:gd name="T16" fmla="*/ 2147483647 w 426"/>
                <a:gd name="T17" fmla="*/ 2147483647 h 222"/>
                <a:gd name="T18" fmla="*/ 2147483647 w 426"/>
                <a:gd name="T19" fmla="*/ 2147483647 h 222"/>
                <a:gd name="T20" fmla="*/ 2147483647 w 426"/>
                <a:gd name="T21" fmla="*/ 2147483647 h 222"/>
                <a:gd name="T22" fmla="*/ 2147483647 w 426"/>
                <a:gd name="T23" fmla="*/ 2147483647 h 222"/>
                <a:gd name="T24" fmla="*/ 2147483647 w 426"/>
                <a:gd name="T25" fmla="*/ 2147483647 h 222"/>
                <a:gd name="T26" fmla="*/ 2147483647 w 426"/>
                <a:gd name="T27" fmla="*/ 2147483647 h 222"/>
                <a:gd name="T28" fmla="*/ 2147483647 w 426"/>
                <a:gd name="T29" fmla="*/ 2147483647 h 222"/>
                <a:gd name="T30" fmla="*/ 2147483647 w 426"/>
                <a:gd name="T31" fmla="*/ 2147483647 h 222"/>
                <a:gd name="T32" fmla="*/ 2147483647 w 426"/>
                <a:gd name="T33" fmla="*/ 2147483647 h 222"/>
                <a:gd name="T34" fmla="*/ 2147483647 w 426"/>
                <a:gd name="T35" fmla="*/ 2147483647 h 222"/>
                <a:gd name="T36" fmla="*/ 2147483647 w 426"/>
                <a:gd name="T37" fmla="*/ 2147483647 h 222"/>
                <a:gd name="T38" fmla="*/ 2147483647 w 426"/>
                <a:gd name="T39" fmla="*/ 2147483647 h 222"/>
                <a:gd name="T40" fmla="*/ 2147483647 w 426"/>
                <a:gd name="T41" fmla="*/ 2147483647 h 222"/>
                <a:gd name="T42" fmla="*/ 2147483647 w 426"/>
                <a:gd name="T43" fmla="*/ 2147483647 h 222"/>
                <a:gd name="T44" fmla="*/ 2147483647 w 426"/>
                <a:gd name="T45" fmla="*/ 2147483647 h 222"/>
                <a:gd name="T46" fmla="*/ 2147483647 w 426"/>
                <a:gd name="T47" fmla="*/ 2147483647 h 222"/>
                <a:gd name="T48" fmla="*/ 2147483647 w 426"/>
                <a:gd name="T49" fmla="*/ 0 h 222"/>
                <a:gd name="T50" fmla="*/ 2147483647 w 426"/>
                <a:gd name="T51" fmla="*/ 2147483647 h 222"/>
                <a:gd name="T52" fmla="*/ 2147483647 w 426"/>
                <a:gd name="T53" fmla="*/ 0 h 222"/>
                <a:gd name="T54" fmla="*/ 2147483647 w 426"/>
                <a:gd name="T55" fmla="*/ 2147483647 h 222"/>
                <a:gd name="T56" fmla="*/ 2147483647 w 426"/>
                <a:gd name="T57" fmla="*/ 2147483647 h 222"/>
                <a:gd name="T58" fmla="*/ 2147483647 w 426"/>
                <a:gd name="T59" fmla="*/ 2147483647 h 222"/>
                <a:gd name="T60" fmla="*/ 2147483647 w 426"/>
                <a:gd name="T61" fmla="*/ 2147483647 h 222"/>
                <a:gd name="T62" fmla="*/ 2147483647 w 426"/>
                <a:gd name="T63" fmla="*/ 2147483647 h 222"/>
                <a:gd name="T64" fmla="*/ 2147483647 w 426"/>
                <a:gd name="T65" fmla="*/ 2147483647 h 222"/>
                <a:gd name="T66" fmla="*/ 2147483647 w 426"/>
                <a:gd name="T67" fmla="*/ 2147483647 h 222"/>
                <a:gd name="T68" fmla="*/ 2147483647 w 426"/>
                <a:gd name="T69" fmla="*/ 2147483647 h 222"/>
                <a:gd name="T70" fmla="*/ 2147483647 w 426"/>
                <a:gd name="T71" fmla="*/ 2147483647 h 22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426"/>
                <a:gd name="T109" fmla="*/ 0 h 222"/>
                <a:gd name="T110" fmla="*/ 426 w 426"/>
                <a:gd name="T111" fmla="*/ 222 h 22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426" h="222">
                  <a:moveTo>
                    <a:pt x="42" y="66"/>
                  </a:moveTo>
                  <a:lnTo>
                    <a:pt x="24" y="66"/>
                  </a:lnTo>
                  <a:lnTo>
                    <a:pt x="18" y="78"/>
                  </a:lnTo>
                  <a:lnTo>
                    <a:pt x="30" y="78"/>
                  </a:lnTo>
                  <a:lnTo>
                    <a:pt x="18" y="96"/>
                  </a:lnTo>
                  <a:lnTo>
                    <a:pt x="18" y="120"/>
                  </a:lnTo>
                  <a:lnTo>
                    <a:pt x="0" y="120"/>
                  </a:lnTo>
                  <a:lnTo>
                    <a:pt x="0" y="126"/>
                  </a:lnTo>
                  <a:lnTo>
                    <a:pt x="6" y="132"/>
                  </a:lnTo>
                  <a:lnTo>
                    <a:pt x="12" y="150"/>
                  </a:lnTo>
                  <a:lnTo>
                    <a:pt x="30" y="162"/>
                  </a:lnTo>
                  <a:lnTo>
                    <a:pt x="42" y="168"/>
                  </a:lnTo>
                  <a:lnTo>
                    <a:pt x="48" y="174"/>
                  </a:lnTo>
                  <a:lnTo>
                    <a:pt x="48" y="180"/>
                  </a:lnTo>
                  <a:lnTo>
                    <a:pt x="60" y="192"/>
                  </a:lnTo>
                  <a:lnTo>
                    <a:pt x="72" y="198"/>
                  </a:lnTo>
                  <a:lnTo>
                    <a:pt x="78" y="204"/>
                  </a:lnTo>
                  <a:lnTo>
                    <a:pt x="90" y="210"/>
                  </a:lnTo>
                  <a:lnTo>
                    <a:pt x="108" y="210"/>
                  </a:lnTo>
                  <a:lnTo>
                    <a:pt x="114" y="222"/>
                  </a:lnTo>
                  <a:lnTo>
                    <a:pt x="156" y="216"/>
                  </a:lnTo>
                  <a:lnTo>
                    <a:pt x="168" y="210"/>
                  </a:lnTo>
                  <a:lnTo>
                    <a:pt x="174" y="204"/>
                  </a:lnTo>
                  <a:lnTo>
                    <a:pt x="198" y="204"/>
                  </a:lnTo>
                  <a:lnTo>
                    <a:pt x="216" y="186"/>
                  </a:lnTo>
                  <a:lnTo>
                    <a:pt x="240" y="186"/>
                  </a:lnTo>
                  <a:lnTo>
                    <a:pt x="258" y="198"/>
                  </a:lnTo>
                  <a:lnTo>
                    <a:pt x="288" y="192"/>
                  </a:lnTo>
                  <a:lnTo>
                    <a:pt x="288" y="174"/>
                  </a:lnTo>
                  <a:lnTo>
                    <a:pt x="306" y="180"/>
                  </a:lnTo>
                  <a:lnTo>
                    <a:pt x="312" y="174"/>
                  </a:lnTo>
                  <a:lnTo>
                    <a:pt x="324" y="168"/>
                  </a:lnTo>
                  <a:lnTo>
                    <a:pt x="330" y="162"/>
                  </a:lnTo>
                  <a:lnTo>
                    <a:pt x="330" y="144"/>
                  </a:lnTo>
                  <a:lnTo>
                    <a:pt x="336" y="138"/>
                  </a:lnTo>
                  <a:lnTo>
                    <a:pt x="348" y="132"/>
                  </a:lnTo>
                  <a:lnTo>
                    <a:pt x="366" y="114"/>
                  </a:lnTo>
                  <a:lnTo>
                    <a:pt x="366" y="72"/>
                  </a:lnTo>
                  <a:lnTo>
                    <a:pt x="378" y="60"/>
                  </a:lnTo>
                  <a:lnTo>
                    <a:pt x="408" y="60"/>
                  </a:lnTo>
                  <a:lnTo>
                    <a:pt x="426" y="42"/>
                  </a:lnTo>
                  <a:lnTo>
                    <a:pt x="420" y="36"/>
                  </a:lnTo>
                  <a:lnTo>
                    <a:pt x="408" y="36"/>
                  </a:lnTo>
                  <a:lnTo>
                    <a:pt x="402" y="30"/>
                  </a:lnTo>
                  <a:lnTo>
                    <a:pt x="396" y="30"/>
                  </a:lnTo>
                  <a:lnTo>
                    <a:pt x="372" y="6"/>
                  </a:lnTo>
                  <a:lnTo>
                    <a:pt x="348" y="6"/>
                  </a:lnTo>
                  <a:lnTo>
                    <a:pt x="336" y="12"/>
                  </a:lnTo>
                  <a:lnTo>
                    <a:pt x="324" y="12"/>
                  </a:lnTo>
                  <a:lnTo>
                    <a:pt x="324" y="0"/>
                  </a:lnTo>
                  <a:lnTo>
                    <a:pt x="312" y="0"/>
                  </a:lnTo>
                  <a:lnTo>
                    <a:pt x="312" y="18"/>
                  </a:lnTo>
                  <a:lnTo>
                    <a:pt x="294" y="12"/>
                  </a:lnTo>
                  <a:lnTo>
                    <a:pt x="294" y="0"/>
                  </a:lnTo>
                  <a:lnTo>
                    <a:pt x="270" y="0"/>
                  </a:lnTo>
                  <a:lnTo>
                    <a:pt x="264" y="12"/>
                  </a:lnTo>
                  <a:lnTo>
                    <a:pt x="252" y="24"/>
                  </a:lnTo>
                  <a:lnTo>
                    <a:pt x="246" y="24"/>
                  </a:lnTo>
                  <a:lnTo>
                    <a:pt x="234" y="30"/>
                  </a:lnTo>
                  <a:lnTo>
                    <a:pt x="210" y="30"/>
                  </a:lnTo>
                  <a:lnTo>
                    <a:pt x="204" y="42"/>
                  </a:lnTo>
                  <a:lnTo>
                    <a:pt x="168" y="36"/>
                  </a:lnTo>
                  <a:lnTo>
                    <a:pt x="156" y="60"/>
                  </a:lnTo>
                  <a:lnTo>
                    <a:pt x="144" y="60"/>
                  </a:lnTo>
                  <a:lnTo>
                    <a:pt x="126" y="66"/>
                  </a:lnTo>
                  <a:lnTo>
                    <a:pt x="84" y="66"/>
                  </a:lnTo>
                  <a:lnTo>
                    <a:pt x="78" y="60"/>
                  </a:lnTo>
                  <a:lnTo>
                    <a:pt x="72" y="48"/>
                  </a:lnTo>
                  <a:lnTo>
                    <a:pt x="66" y="42"/>
                  </a:lnTo>
                  <a:lnTo>
                    <a:pt x="54" y="60"/>
                  </a:lnTo>
                  <a:lnTo>
                    <a:pt x="42" y="54"/>
                  </a:lnTo>
                  <a:lnTo>
                    <a:pt x="42" y="6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00" name="Honduras" descr="© INSCALE GmbH, 05.05.2010&#10;http://www.presentationload.com/">
              <a:extLst>
                <a:ext uri="{FF2B5EF4-FFF2-40B4-BE49-F238E27FC236}">
                  <a16:creationId xmlns:a16="http://schemas.microsoft.com/office/drawing/2014/main" id="{1F7D17E0-6C75-4076-8571-006921FBEC33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651195" y="2578139"/>
              <a:ext cx="147336" cy="80920"/>
            </a:xfrm>
            <a:custGeom>
              <a:avLst/>
              <a:gdLst>
                <a:gd name="T0" fmla="*/ 2147483647 w 444"/>
                <a:gd name="T1" fmla="*/ 2147483647 h 246"/>
                <a:gd name="T2" fmla="*/ 2147483647 w 444"/>
                <a:gd name="T3" fmla="*/ 2147483647 h 246"/>
                <a:gd name="T4" fmla="*/ 2147483647 w 444"/>
                <a:gd name="T5" fmla="*/ 2147483647 h 246"/>
                <a:gd name="T6" fmla="*/ 2147483647 w 444"/>
                <a:gd name="T7" fmla="*/ 2147483647 h 246"/>
                <a:gd name="T8" fmla="*/ 2147483647 w 444"/>
                <a:gd name="T9" fmla="*/ 2147483647 h 246"/>
                <a:gd name="T10" fmla="*/ 2147483647 w 444"/>
                <a:gd name="T11" fmla="*/ 2147483647 h 246"/>
                <a:gd name="T12" fmla="*/ 2147483647 w 444"/>
                <a:gd name="T13" fmla="*/ 2147483647 h 246"/>
                <a:gd name="T14" fmla="*/ 2147483647 w 444"/>
                <a:gd name="T15" fmla="*/ 2147483647 h 246"/>
                <a:gd name="T16" fmla="*/ 2147483647 w 444"/>
                <a:gd name="T17" fmla="*/ 2147483647 h 246"/>
                <a:gd name="T18" fmla="*/ 2147483647 w 444"/>
                <a:gd name="T19" fmla="*/ 2147483647 h 246"/>
                <a:gd name="T20" fmla="*/ 2147483647 w 444"/>
                <a:gd name="T21" fmla="*/ 2147483647 h 246"/>
                <a:gd name="T22" fmla="*/ 2147483647 w 444"/>
                <a:gd name="T23" fmla="*/ 2147483647 h 246"/>
                <a:gd name="T24" fmla="*/ 2147483647 w 444"/>
                <a:gd name="T25" fmla="*/ 2147483647 h 246"/>
                <a:gd name="T26" fmla="*/ 2147483647 w 444"/>
                <a:gd name="T27" fmla="*/ 2147483647 h 246"/>
                <a:gd name="T28" fmla="*/ 2147483647 w 444"/>
                <a:gd name="T29" fmla="*/ 2147483647 h 246"/>
                <a:gd name="T30" fmla="*/ 2147483647 w 444"/>
                <a:gd name="T31" fmla="*/ 2147483647 h 246"/>
                <a:gd name="T32" fmla="*/ 2147483647 w 444"/>
                <a:gd name="T33" fmla="*/ 2147483647 h 246"/>
                <a:gd name="T34" fmla="*/ 2147483647 w 444"/>
                <a:gd name="T35" fmla="*/ 2147483647 h 246"/>
                <a:gd name="T36" fmla="*/ 2147483647 w 444"/>
                <a:gd name="T37" fmla="*/ 2147483647 h 246"/>
                <a:gd name="T38" fmla="*/ 2147483647 w 444"/>
                <a:gd name="T39" fmla="*/ 0 h 246"/>
                <a:gd name="T40" fmla="*/ 2147483647 w 444"/>
                <a:gd name="T41" fmla="*/ 2147483647 h 246"/>
                <a:gd name="T42" fmla="*/ 2147483647 w 444"/>
                <a:gd name="T43" fmla="*/ 2147483647 h 246"/>
                <a:gd name="T44" fmla="*/ 2147483647 w 444"/>
                <a:gd name="T45" fmla="*/ 0 h 246"/>
                <a:gd name="T46" fmla="*/ 2147483647 w 444"/>
                <a:gd name="T47" fmla="*/ 2147483647 h 246"/>
                <a:gd name="T48" fmla="*/ 2147483647 w 444"/>
                <a:gd name="T49" fmla="*/ 2147483647 h 246"/>
                <a:gd name="T50" fmla="*/ 2147483647 w 444"/>
                <a:gd name="T51" fmla="*/ 2147483647 h 246"/>
                <a:gd name="T52" fmla="*/ 2147483647 w 444"/>
                <a:gd name="T53" fmla="*/ 2147483647 h 246"/>
                <a:gd name="T54" fmla="*/ 2147483647 w 444"/>
                <a:gd name="T55" fmla="*/ 2147483647 h 246"/>
                <a:gd name="T56" fmla="*/ 2147483647 w 444"/>
                <a:gd name="T57" fmla="*/ 2147483647 h 246"/>
                <a:gd name="T58" fmla="*/ 2147483647 w 444"/>
                <a:gd name="T59" fmla="*/ 2147483647 h 246"/>
                <a:gd name="T60" fmla="*/ 2147483647 w 444"/>
                <a:gd name="T61" fmla="*/ 0 h 246"/>
                <a:gd name="T62" fmla="*/ 2147483647 w 444"/>
                <a:gd name="T63" fmla="*/ 2147483647 h 246"/>
                <a:gd name="T64" fmla="*/ 2147483647 w 444"/>
                <a:gd name="T65" fmla="*/ 2147483647 h 246"/>
                <a:gd name="T66" fmla="*/ 2147483647 w 444"/>
                <a:gd name="T67" fmla="*/ 2147483647 h 246"/>
                <a:gd name="T68" fmla="*/ 2147483647 w 444"/>
                <a:gd name="T69" fmla="*/ 2147483647 h 246"/>
                <a:gd name="T70" fmla="*/ 2147483647 w 444"/>
                <a:gd name="T71" fmla="*/ 2147483647 h 246"/>
                <a:gd name="T72" fmla="*/ 0 w 444"/>
                <a:gd name="T73" fmla="*/ 2147483647 h 246"/>
                <a:gd name="T74" fmla="*/ 2147483647 w 444"/>
                <a:gd name="T75" fmla="*/ 2147483647 h 246"/>
                <a:gd name="T76" fmla="*/ 2147483647 w 444"/>
                <a:gd name="T77" fmla="*/ 2147483647 h 246"/>
                <a:gd name="T78" fmla="*/ 2147483647 w 444"/>
                <a:gd name="T79" fmla="*/ 2147483647 h 246"/>
                <a:gd name="T80" fmla="*/ 2147483647 w 444"/>
                <a:gd name="T81" fmla="*/ 2147483647 h 246"/>
                <a:gd name="T82" fmla="*/ 2147483647 w 444"/>
                <a:gd name="T83" fmla="*/ 2147483647 h 246"/>
                <a:gd name="T84" fmla="*/ 2147483647 w 444"/>
                <a:gd name="T85" fmla="*/ 2147483647 h 246"/>
                <a:gd name="T86" fmla="*/ 2147483647 w 444"/>
                <a:gd name="T87" fmla="*/ 2147483647 h 24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44"/>
                <a:gd name="T133" fmla="*/ 0 h 246"/>
                <a:gd name="T134" fmla="*/ 444 w 444"/>
                <a:gd name="T135" fmla="*/ 246 h 24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44" h="246">
                  <a:moveTo>
                    <a:pt x="156" y="240"/>
                  </a:moveTo>
                  <a:lnTo>
                    <a:pt x="156" y="222"/>
                  </a:lnTo>
                  <a:lnTo>
                    <a:pt x="174" y="222"/>
                  </a:lnTo>
                  <a:lnTo>
                    <a:pt x="168" y="216"/>
                  </a:lnTo>
                  <a:lnTo>
                    <a:pt x="168" y="204"/>
                  </a:lnTo>
                  <a:lnTo>
                    <a:pt x="162" y="198"/>
                  </a:lnTo>
                  <a:lnTo>
                    <a:pt x="162" y="186"/>
                  </a:lnTo>
                  <a:lnTo>
                    <a:pt x="168" y="180"/>
                  </a:lnTo>
                  <a:lnTo>
                    <a:pt x="204" y="180"/>
                  </a:lnTo>
                  <a:lnTo>
                    <a:pt x="210" y="168"/>
                  </a:lnTo>
                  <a:lnTo>
                    <a:pt x="216" y="162"/>
                  </a:lnTo>
                  <a:lnTo>
                    <a:pt x="228" y="162"/>
                  </a:lnTo>
                  <a:lnTo>
                    <a:pt x="228" y="168"/>
                  </a:lnTo>
                  <a:lnTo>
                    <a:pt x="234" y="174"/>
                  </a:lnTo>
                  <a:lnTo>
                    <a:pt x="252" y="174"/>
                  </a:lnTo>
                  <a:lnTo>
                    <a:pt x="276" y="150"/>
                  </a:lnTo>
                  <a:lnTo>
                    <a:pt x="288" y="126"/>
                  </a:lnTo>
                  <a:lnTo>
                    <a:pt x="306" y="126"/>
                  </a:lnTo>
                  <a:lnTo>
                    <a:pt x="306" y="108"/>
                  </a:lnTo>
                  <a:lnTo>
                    <a:pt x="318" y="96"/>
                  </a:lnTo>
                  <a:lnTo>
                    <a:pt x="330" y="96"/>
                  </a:lnTo>
                  <a:lnTo>
                    <a:pt x="348" y="114"/>
                  </a:lnTo>
                  <a:lnTo>
                    <a:pt x="360" y="114"/>
                  </a:lnTo>
                  <a:lnTo>
                    <a:pt x="372" y="102"/>
                  </a:lnTo>
                  <a:lnTo>
                    <a:pt x="372" y="96"/>
                  </a:lnTo>
                  <a:lnTo>
                    <a:pt x="420" y="96"/>
                  </a:lnTo>
                  <a:lnTo>
                    <a:pt x="426" y="90"/>
                  </a:lnTo>
                  <a:lnTo>
                    <a:pt x="432" y="90"/>
                  </a:lnTo>
                  <a:lnTo>
                    <a:pt x="444" y="84"/>
                  </a:lnTo>
                  <a:lnTo>
                    <a:pt x="444" y="78"/>
                  </a:lnTo>
                  <a:lnTo>
                    <a:pt x="426" y="60"/>
                  </a:lnTo>
                  <a:lnTo>
                    <a:pt x="402" y="48"/>
                  </a:lnTo>
                  <a:lnTo>
                    <a:pt x="396" y="48"/>
                  </a:lnTo>
                  <a:lnTo>
                    <a:pt x="390" y="42"/>
                  </a:lnTo>
                  <a:lnTo>
                    <a:pt x="384" y="30"/>
                  </a:lnTo>
                  <a:lnTo>
                    <a:pt x="372" y="24"/>
                  </a:lnTo>
                  <a:lnTo>
                    <a:pt x="366" y="18"/>
                  </a:lnTo>
                  <a:lnTo>
                    <a:pt x="348" y="18"/>
                  </a:lnTo>
                  <a:lnTo>
                    <a:pt x="342" y="6"/>
                  </a:lnTo>
                  <a:lnTo>
                    <a:pt x="336" y="0"/>
                  </a:lnTo>
                  <a:lnTo>
                    <a:pt x="312" y="0"/>
                  </a:lnTo>
                  <a:lnTo>
                    <a:pt x="300" y="6"/>
                  </a:lnTo>
                  <a:lnTo>
                    <a:pt x="294" y="12"/>
                  </a:lnTo>
                  <a:lnTo>
                    <a:pt x="282" y="12"/>
                  </a:lnTo>
                  <a:lnTo>
                    <a:pt x="270" y="0"/>
                  </a:lnTo>
                  <a:lnTo>
                    <a:pt x="252" y="0"/>
                  </a:lnTo>
                  <a:lnTo>
                    <a:pt x="240" y="6"/>
                  </a:lnTo>
                  <a:lnTo>
                    <a:pt x="234" y="18"/>
                  </a:lnTo>
                  <a:lnTo>
                    <a:pt x="222" y="24"/>
                  </a:lnTo>
                  <a:lnTo>
                    <a:pt x="186" y="24"/>
                  </a:lnTo>
                  <a:lnTo>
                    <a:pt x="174" y="18"/>
                  </a:lnTo>
                  <a:lnTo>
                    <a:pt x="168" y="12"/>
                  </a:lnTo>
                  <a:lnTo>
                    <a:pt x="156" y="12"/>
                  </a:lnTo>
                  <a:lnTo>
                    <a:pt x="150" y="18"/>
                  </a:lnTo>
                  <a:lnTo>
                    <a:pt x="144" y="18"/>
                  </a:lnTo>
                  <a:lnTo>
                    <a:pt x="138" y="24"/>
                  </a:lnTo>
                  <a:lnTo>
                    <a:pt x="132" y="24"/>
                  </a:lnTo>
                  <a:lnTo>
                    <a:pt x="132" y="18"/>
                  </a:lnTo>
                  <a:lnTo>
                    <a:pt x="126" y="12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114" y="0"/>
                  </a:lnTo>
                  <a:lnTo>
                    <a:pt x="96" y="18"/>
                  </a:lnTo>
                  <a:lnTo>
                    <a:pt x="90" y="18"/>
                  </a:lnTo>
                  <a:lnTo>
                    <a:pt x="84" y="30"/>
                  </a:lnTo>
                  <a:lnTo>
                    <a:pt x="72" y="36"/>
                  </a:lnTo>
                  <a:lnTo>
                    <a:pt x="60" y="48"/>
                  </a:lnTo>
                  <a:lnTo>
                    <a:pt x="48" y="54"/>
                  </a:lnTo>
                  <a:lnTo>
                    <a:pt x="36" y="66"/>
                  </a:lnTo>
                  <a:lnTo>
                    <a:pt x="24" y="72"/>
                  </a:lnTo>
                  <a:lnTo>
                    <a:pt x="18" y="84"/>
                  </a:lnTo>
                  <a:lnTo>
                    <a:pt x="18" y="102"/>
                  </a:lnTo>
                  <a:lnTo>
                    <a:pt x="12" y="114"/>
                  </a:lnTo>
                  <a:lnTo>
                    <a:pt x="0" y="126"/>
                  </a:lnTo>
                  <a:lnTo>
                    <a:pt x="6" y="138"/>
                  </a:lnTo>
                  <a:lnTo>
                    <a:pt x="18" y="150"/>
                  </a:lnTo>
                  <a:lnTo>
                    <a:pt x="42" y="150"/>
                  </a:lnTo>
                  <a:lnTo>
                    <a:pt x="42" y="168"/>
                  </a:lnTo>
                  <a:lnTo>
                    <a:pt x="48" y="174"/>
                  </a:lnTo>
                  <a:lnTo>
                    <a:pt x="60" y="174"/>
                  </a:lnTo>
                  <a:lnTo>
                    <a:pt x="66" y="168"/>
                  </a:lnTo>
                  <a:lnTo>
                    <a:pt x="102" y="168"/>
                  </a:lnTo>
                  <a:lnTo>
                    <a:pt x="102" y="210"/>
                  </a:lnTo>
                  <a:lnTo>
                    <a:pt x="126" y="222"/>
                  </a:lnTo>
                  <a:lnTo>
                    <a:pt x="132" y="228"/>
                  </a:lnTo>
                  <a:lnTo>
                    <a:pt x="132" y="246"/>
                  </a:lnTo>
                  <a:lnTo>
                    <a:pt x="144" y="246"/>
                  </a:lnTo>
                  <a:lnTo>
                    <a:pt x="156" y="24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01" name="Haiti" descr="© INSCALE GmbH, 05.05.2010&#10;http://www.presentationload.com/">
              <a:extLst>
                <a:ext uri="{FF2B5EF4-FFF2-40B4-BE49-F238E27FC236}">
                  <a16:creationId xmlns:a16="http://schemas.microsoft.com/office/drawing/2014/main" id="{493548FB-A7E4-4BEA-B097-B342E8A98D49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013072" y="2475385"/>
              <a:ext cx="64621" cy="51378"/>
            </a:xfrm>
            <a:custGeom>
              <a:avLst/>
              <a:gdLst>
                <a:gd name="T0" fmla="*/ 2147483647 w 198"/>
                <a:gd name="T1" fmla="*/ 2147483647 h 156"/>
                <a:gd name="T2" fmla="*/ 2147483647 w 198"/>
                <a:gd name="T3" fmla="*/ 2147483647 h 156"/>
                <a:gd name="T4" fmla="*/ 2147483647 w 198"/>
                <a:gd name="T5" fmla="*/ 2147483647 h 156"/>
                <a:gd name="T6" fmla="*/ 2147483647 w 198"/>
                <a:gd name="T7" fmla="*/ 2147483647 h 156"/>
                <a:gd name="T8" fmla="*/ 2147483647 w 198"/>
                <a:gd name="T9" fmla="*/ 2147483647 h 156"/>
                <a:gd name="T10" fmla="*/ 2147483647 w 198"/>
                <a:gd name="T11" fmla="*/ 2147483647 h 156"/>
                <a:gd name="T12" fmla="*/ 2147483647 w 198"/>
                <a:gd name="T13" fmla="*/ 2147483647 h 156"/>
                <a:gd name="T14" fmla="*/ 2147483647 w 198"/>
                <a:gd name="T15" fmla="*/ 2147483647 h 156"/>
                <a:gd name="T16" fmla="*/ 2147483647 w 198"/>
                <a:gd name="T17" fmla="*/ 2147483647 h 156"/>
                <a:gd name="T18" fmla="*/ 2147483647 w 198"/>
                <a:gd name="T19" fmla="*/ 2147483647 h 156"/>
                <a:gd name="T20" fmla="*/ 2147483647 w 198"/>
                <a:gd name="T21" fmla="*/ 2147483647 h 156"/>
                <a:gd name="T22" fmla="*/ 2147483647 w 198"/>
                <a:gd name="T23" fmla="*/ 2147483647 h 156"/>
                <a:gd name="T24" fmla="*/ 2147483647 w 198"/>
                <a:gd name="T25" fmla="*/ 2147483647 h 156"/>
                <a:gd name="T26" fmla="*/ 2147483647 w 198"/>
                <a:gd name="T27" fmla="*/ 2147483647 h 156"/>
                <a:gd name="T28" fmla="*/ 2147483647 w 198"/>
                <a:gd name="T29" fmla="*/ 2147483647 h 156"/>
                <a:gd name="T30" fmla="*/ 2147483647 w 198"/>
                <a:gd name="T31" fmla="*/ 2147483647 h 156"/>
                <a:gd name="T32" fmla="*/ 2147483647 w 198"/>
                <a:gd name="T33" fmla="*/ 2147483647 h 156"/>
                <a:gd name="T34" fmla="*/ 2147483647 w 198"/>
                <a:gd name="T35" fmla="*/ 0 h 156"/>
                <a:gd name="T36" fmla="*/ 2147483647 w 198"/>
                <a:gd name="T37" fmla="*/ 0 h 156"/>
                <a:gd name="T38" fmla="*/ 2147483647 w 198"/>
                <a:gd name="T39" fmla="*/ 2147483647 h 156"/>
                <a:gd name="T40" fmla="*/ 2147483647 w 198"/>
                <a:gd name="T41" fmla="*/ 2147483647 h 156"/>
                <a:gd name="T42" fmla="*/ 2147483647 w 198"/>
                <a:gd name="T43" fmla="*/ 2147483647 h 156"/>
                <a:gd name="T44" fmla="*/ 2147483647 w 198"/>
                <a:gd name="T45" fmla="*/ 2147483647 h 156"/>
                <a:gd name="T46" fmla="*/ 2147483647 w 198"/>
                <a:gd name="T47" fmla="*/ 2147483647 h 156"/>
                <a:gd name="T48" fmla="*/ 2147483647 w 198"/>
                <a:gd name="T49" fmla="*/ 2147483647 h 156"/>
                <a:gd name="T50" fmla="*/ 2147483647 w 198"/>
                <a:gd name="T51" fmla="*/ 2147483647 h 156"/>
                <a:gd name="T52" fmla="*/ 2147483647 w 198"/>
                <a:gd name="T53" fmla="*/ 2147483647 h 156"/>
                <a:gd name="T54" fmla="*/ 2147483647 w 198"/>
                <a:gd name="T55" fmla="*/ 2147483647 h 156"/>
                <a:gd name="T56" fmla="*/ 2147483647 w 198"/>
                <a:gd name="T57" fmla="*/ 2147483647 h 156"/>
                <a:gd name="T58" fmla="*/ 2147483647 w 198"/>
                <a:gd name="T59" fmla="*/ 2147483647 h 156"/>
                <a:gd name="T60" fmla="*/ 2147483647 w 198"/>
                <a:gd name="T61" fmla="*/ 2147483647 h 156"/>
                <a:gd name="T62" fmla="*/ 2147483647 w 198"/>
                <a:gd name="T63" fmla="*/ 2147483647 h 156"/>
                <a:gd name="T64" fmla="*/ 2147483647 w 198"/>
                <a:gd name="T65" fmla="*/ 2147483647 h 156"/>
                <a:gd name="T66" fmla="*/ 2147483647 w 198"/>
                <a:gd name="T67" fmla="*/ 2147483647 h 156"/>
                <a:gd name="T68" fmla="*/ 2147483647 w 198"/>
                <a:gd name="T69" fmla="*/ 2147483647 h 156"/>
                <a:gd name="T70" fmla="*/ 2147483647 w 198"/>
                <a:gd name="T71" fmla="*/ 2147483647 h 156"/>
                <a:gd name="T72" fmla="*/ 2147483647 w 198"/>
                <a:gd name="T73" fmla="*/ 2147483647 h 156"/>
                <a:gd name="T74" fmla="*/ 2147483647 w 198"/>
                <a:gd name="T75" fmla="*/ 2147483647 h 156"/>
                <a:gd name="T76" fmla="*/ 2147483647 w 198"/>
                <a:gd name="T77" fmla="*/ 2147483647 h 156"/>
                <a:gd name="T78" fmla="*/ 2147483647 w 198"/>
                <a:gd name="T79" fmla="*/ 2147483647 h 156"/>
                <a:gd name="T80" fmla="*/ 2147483647 w 198"/>
                <a:gd name="T81" fmla="*/ 2147483647 h 156"/>
                <a:gd name="T82" fmla="*/ 0 w 198"/>
                <a:gd name="T83" fmla="*/ 2147483647 h 156"/>
                <a:gd name="T84" fmla="*/ 0 w 198"/>
                <a:gd name="T85" fmla="*/ 2147483647 h 156"/>
                <a:gd name="T86" fmla="*/ 2147483647 w 198"/>
                <a:gd name="T87" fmla="*/ 2147483647 h 156"/>
                <a:gd name="T88" fmla="*/ 2147483647 w 198"/>
                <a:gd name="T89" fmla="*/ 2147483647 h 156"/>
                <a:gd name="T90" fmla="*/ 2147483647 w 198"/>
                <a:gd name="T91" fmla="*/ 2147483647 h 156"/>
                <a:gd name="T92" fmla="*/ 2147483647 w 198"/>
                <a:gd name="T93" fmla="*/ 2147483647 h 156"/>
                <a:gd name="T94" fmla="*/ 2147483647 w 198"/>
                <a:gd name="T95" fmla="*/ 2147483647 h 156"/>
                <a:gd name="T96" fmla="*/ 2147483647 w 198"/>
                <a:gd name="T97" fmla="*/ 2147483647 h 156"/>
                <a:gd name="T98" fmla="*/ 2147483647 w 198"/>
                <a:gd name="T99" fmla="*/ 2147483647 h 156"/>
                <a:gd name="T100" fmla="*/ 2147483647 w 198"/>
                <a:gd name="T101" fmla="*/ 2147483647 h 156"/>
                <a:gd name="T102" fmla="*/ 2147483647 w 198"/>
                <a:gd name="T103" fmla="*/ 2147483647 h 156"/>
                <a:gd name="T104" fmla="*/ 2147483647 w 198"/>
                <a:gd name="T105" fmla="*/ 2147483647 h 156"/>
                <a:gd name="T106" fmla="*/ 2147483647 w 198"/>
                <a:gd name="T107" fmla="*/ 2147483647 h 156"/>
                <a:gd name="T108" fmla="*/ 2147483647 w 198"/>
                <a:gd name="T109" fmla="*/ 2147483647 h 156"/>
                <a:gd name="T110" fmla="*/ 2147483647 w 198"/>
                <a:gd name="T111" fmla="*/ 2147483647 h 156"/>
                <a:gd name="T112" fmla="*/ 2147483647 w 198"/>
                <a:gd name="T113" fmla="*/ 2147483647 h 1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98"/>
                <a:gd name="T172" fmla="*/ 0 h 156"/>
                <a:gd name="T173" fmla="*/ 198 w 198"/>
                <a:gd name="T174" fmla="*/ 156 h 15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98" h="156">
                  <a:moveTo>
                    <a:pt x="168" y="114"/>
                  </a:moveTo>
                  <a:lnTo>
                    <a:pt x="168" y="108"/>
                  </a:lnTo>
                  <a:lnTo>
                    <a:pt x="174" y="102"/>
                  </a:lnTo>
                  <a:lnTo>
                    <a:pt x="180" y="90"/>
                  </a:lnTo>
                  <a:lnTo>
                    <a:pt x="180" y="78"/>
                  </a:lnTo>
                  <a:lnTo>
                    <a:pt x="186" y="72"/>
                  </a:lnTo>
                  <a:lnTo>
                    <a:pt x="192" y="60"/>
                  </a:lnTo>
                  <a:lnTo>
                    <a:pt x="198" y="54"/>
                  </a:lnTo>
                  <a:lnTo>
                    <a:pt x="198" y="42"/>
                  </a:lnTo>
                  <a:lnTo>
                    <a:pt x="186" y="6"/>
                  </a:lnTo>
                  <a:lnTo>
                    <a:pt x="180" y="12"/>
                  </a:lnTo>
                  <a:lnTo>
                    <a:pt x="180" y="18"/>
                  </a:lnTo>
                  <a:lnTo>
                    <a:pt x="174" y="18"/>
                  </a:lnTo>
                  <a:lnTo>
                    <a:pt x="168" y="12"/>
                  </a:lnTo>
                  <a:lnTo>
                    <a:pt x="156" y="12"/>
                  </a:lnTo>
                  <a:lnTo>
                    <a:pt x="144" y="6"/>
                  </a:lnTo>
                  <a:lnTo>
                    <a:pt x="126" y="6"/>
                  </a:lnTo>
                  <a:lnTo>
                    <a:pt x="114" y="0"/>
                  </a:lnTo>
                  <a:lnTo>
                    <a:pt x="84" y="0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66" y="18"/>
                  </a:lnTo>
                  <a:lnTo>
                    <a:pt x="72" y="24"/>
                  </a:lnTo>
                  <a:lnTo>
                    <a:pt x="108" y="24"/>
                  </a:lnTo>
                  <a:lnTo>
                    <a:pt x="114" y="30"/>
                  </a:lnTo>
                  <a:lnTo>
                    <a:pt x="120" y="42"/>
                  </a:lnTo>
                  <a:lnTo>
                    <a:pt x="126" y="48"/>
                  </a:lnTo>
                  <a:lnTo>
                    <a:pt x="114" y="54"/>
                  </a:lnTo>
                  <a:lnTo>
                    <a:pt x="108" y="60"/>
                  </a:lnTo>
                  <a:lnTo>
                    <a:pt x="108" y="72"/>
                  </a:lnTo>
                  <a:lnTo>
                    <a:pt x="114" y="84"/>
                  </a:lnTo>
                  <a:lnTo>
                    <a:pt x="114" y="96"/>
                  </a:lnTo>
                  <a:lnTo>
                    <a:pt x="120" y="102"/>
                  </a:lnTo>
                  <a:lnTo>
                    <a:pt x="114" y="108"/>
                  </a:lnTo>
                  <a:lnTo>
                    <a:pt x="96" y="108"/>
                  </a:lnTo>
                  <a:lnTo>
                    <a:pt x="78" y="102"/>
                  </a:lnTo>
                  <a:lnTo>
                    <a:pt x="66" y="102"/>
                  </a:lnTo>
                  <a:lnTo>
                    <a:pt x="54" y="96"/>
                  </a:lnTo>
                  <a:lnTo>
                    <a:pt x="36" y="96"/>
                  </a:lnTo>
                  <a:lnTo>
                    <a:pt x="24" y="102"/>
                  </a:lnTo>
                  <a:lnTo>
                    <a:pt x="6" y="102"/>
                  </a:lnTo>
                  <a:lnTo>
                    <a:pt x="0" y="108"/>
                  </a:lnTo>
                  <a:lnTo>
                    <a:pt x="0" y="114"/>
                  </a:lnTo>
                  <a:lnTo>
                    <a:pt x="6" y="120"/>
                  </a:lnTo>
                  <a:lnTo>
                    <a:pt x="12" y="132"/>
                  </a:lnTo>
                  <a:lnTo>
                    <a:pt x="24" y="138"/>
                  </a:lnTo>
                  <a:lnTo>
                    <a:pt x="30" y="150"/>
                  </a:lnTo>
                  <a:lnTo>
                    <a:pt x="36" y="156"/>
                  </a:lnTo>
                  <a:lnTo>
                    <a:pt x="42" y="156"/>
                  </a:lnTo>
                  <a:lnTo>
                    <a:pt x="48" y="150"/>
                  </a:lnTo>
                  <a:lnTo>
                    <a:pt x="54" y="138"/>
                  </a:lnTo>
                  <a:lnTo>
                    <a:pt x="60" y="132"/>
                  </a:lnTo>
                  <a:lnTo>
                    <a:pt x="138" y="132"/>
                  </a:lnTo>
                  <a:lnTo>
                    <a:pt x="156" y="126"/>
                  </a:lnTo>
                  <a:lnTo>
                    <a:pt x="168" y="126"/>
                  </a:lnTo>
                  <a:lnTo>
                    <a:pt x="180" y="144"/>
                  </a:lnTo>
                  <a:lnTo>
                    <a:pt x="168" y="11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02" name="Guyane (French Guiana)" descr="© INSCALE GmbH, 05.05.2010&#10;http://www.presentationload.com/">
              <a:extLst>
                <a:ext uri="{FF2B5EF4-FFF2-40B4-BE49-F238E27FC236}">
                  <a16:creationId xmlns:a16="http://schemas.microsoft.com/office/drawing/2014/main" id="{AEE3F04B-6B84-4DC3-AF60-0D7120D0FC07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447324" y="2849153"/>
              <a:ext cx="67206" cy="97618"/>
            </a:xfrm>
            <a:custGeom>
              <a:avLst/>
              <a:gdLst>
                <a:gd name="T0" fmla="*/ 2147483647 w 52"/>
                <a:gd name="T1" fmla="*/ 2147483647 h 76"/>
                <a:gd name="T2" fmla="*/ 2147483647 w 52"/>
                <a:gd name="T3" fmla="*/ 2147483647 h 76"/>
                <a:gd name="T4" fmla="*/ 2147483647 w 52"/>
                <a:gd name="T5" fmla="*/ 2147483647 h 76"/>
                <a:gd name="T6" fmla="*/ 2147483647 w 52"/>
                <a:gd name="T7" fmla="*/ 2147483647 h 76"/>
                <a:gd name="T8" fmla="*/ 2147483647 w 52"/>
                <a:gd name="T9" fmla="*/ 2147483647 h 76"/>
                <a:gd name="T10" fmla="*/ 2147483647 w 52"/>
                <a:gd name="T11" fmla="*/ 2147483647 h 76"/>
                <a:gd name="T12" fmla="*/ 2147483647 w 52"/>
                <a:gd name="T13" fmla="*/ 2147483647 h 76"/>
                <a:gd name="T14" fmla="*/ 2147483647 w 52"/>
                <a:gd name="T15" fmla="*/ 2147483647 h 76"/>
                <a:gd name="T16" fmla="*/ 2147483647 w 52"/>
                <a:gd name="T17" fmla="*/ 2147483647 h 76"/>
                <a:gd name="T18" fmla="*/ 2147483647 w 52"/>
                <a:gd name="T19" fmla="*/ 2147483647 h 76"/>
                <a:gd name="T20" fmla="*/ 2147483647 w 52"/>
                <a:gd name="T21" fmla="*/ 2147483647 h 76"/>
                <a:gd name="T22" fmla="*/ 2147483647 w 52"/>
                <a:gd name="T23" fmla="*/ 0 h 76"/>
                <a:gd name="T24" fmla="*/ 2147483647 w 52"/>
                <a:gd name="T25" fmla="*/ 2147483647 h 76"/>
                <a:gd name="T26" fmla="*/ 2147483647 w 52"/>
                <a:gd name="T27" fmla="*/ 2147483647 h 76"/>
                <a:gd name="T28" fmla="*/ 2147483647 w 52"/>
                <a:gd name="T29" fmla="*/ 2147483647 h 76"/>
                <a:gd name="T30" fmla="*/ 2147483647 w 52"/>
                <a:gd name="T31" fmla="*/ 2147483647 h 76"/>
                <a:gd name="T32" fmla="*/ 2147483647 w 52"/>
                <a:gd name="T33" fmla="*/ 2147483647 h 76"/>
                <a:gd name="T34" fmla="*/ 2147483647 w 52"/>
                <a:gd name="T35" fmla="*/ 2147483647 h 76"/>
                <a:gd name="T36" fmla="*/ 2147483647 w 52"/>
                <a:gd name="T37" fmla="*/ 2147483647 h 76"/>
                <a:gd name="T38" fmla="*/ 2147483647 w 52"/>
                <a:gd name="T39" fmla="*/ 2147483647 h 76"/>
                <a:gd name="T40" fmla="*/ 2147483647 w 52"/>
                <a:gd name="T41" fmla="*/ 2147483647 h 76"/>
                <a:gd name="T42" fmla="*/ 2147483647 w 52"/>
                <a:gd name="T43" fmla="*/ 2147483647 h 76"/>
                <a:gd name="T44" fmla="*/ 2147483647 w 52"/>
                <a:gd name="T45" fmla="*/ 2147483647 h 76"/>
                <a:gd name="T46" fmla="*/ 2147483647 w 52"/>
                <a:gd name="T47" fmla="*/ 2147483647 h 76"/>
                <a:gd name="T48" fmla="*/ 2147483647 w 52"/>
                <a:gd name="T49" fmla="*/ 2147483647 h 76"/>
                <a:gd name="T50" fmla="*/ 2147483647 w 52"/>
                <a:gd name="T51" fmla="*/ 2147483647 h 76"/>
                <a:gd name="T52" fmla="*/ 2147483647 w 52"/>
                <a:gd name="T53" fmla="*/ 2147483647 h 76"/>
                <a:gd name="T54" fmla="*/ 2147483647 w 52"/>
                <a:gd name="T55" fmla="*/ 2147483647 h 76"/>
                <a:gd name="T56" fmla="*/ 2147483647 w 52"/>
                <a:gd name="T57" fmla="*/ 2147483647 h 76"/>
                <a:gd name="T58" fmla="*/ 2147483647 w 52"/>
                <a:gd name="T59" fmla="*/ 2147483647 h 76"/>
                <a:gd name="T60" fmla="*/ 2147483647 w 52"/>
                <a:gd name="T61" fmla="*/ 2147483647 h 76"/>
                <a:gd name="T62" fmla="*/ 2147483647 w 52"/>
                <a:gd name="T63" fmla="*/ 2147483647 h 76"/>
                <a:gd name="T64" fmla="*/ 0 w 52"/>
                <a:gd name="T65" fmla="*/ 2147483647 h 76"/>
                <a:gd name="T66" fmla="*/ 0 w 52"/>
                <a:gd name="T67" fmla="*/ 2147483647 h 76"/>
                <a:gd name="T68" fmla="*/ 2147483647 w 52"/>
                <a:gd name="T69" fmla="*/ 2147483647 h 76"/>
                <a:gd name="T70" fmla="*/ 2147483647 w 52"/>
                <a:gd name="T71" fmla="*/ 2147483647 h 76"/>
                <a:gd name="T72" fmla="*/ 2147483647 w 52"/>
                <a:gd name="T73" fmla="*/ 2147483647 h 76"/>
                <a:gd name="T74" fmla="*/ 2147483647 w 52"/>
                <a:gd name="T75" fmla="*/ 2147483647 h 76"/>
                <a:gd name="T76" fmla="*/ 2147483647 w 52"/>
                <a:gd name="T77" fmla="*/ 2147483647 h 76"/>
                <a:gd name="T78" fmla="*/ 2147483647 w 52"/>
                <a:gd name="T79" fmla="*/ 2147483647 h 76"/>
                <a:gd name="T80" fmla="*/ 2147483647 w 52"/>
                <a:gd name="T81" fmla="*/ 2147483647 h 76"/>
                <a:gd name="T82" fmla="*/ 2147483647 w 52"/>
                <a:gd name="T83" fmla="*/ 2147483647 h 76"/>
                <a:gd name="T84" fmla="*/ 2147483647 w 52"/>
                <a:gd name="T85" fmla="*/ 2147483647 h 76"/>
                <a:gd name="T86" fmla="*/ 2147483647 w 52"/>
                <a:gd name="T87" fmla="*/ 2147483647 h 76"/>
                <a:gd name="T88" fmla="*/ 2147483647 w 52"/>
                <a:gd name="T89" fmla="*/ 2147483647 h 76"/>
                <a:gd name="T90" fmla="*/ 2147483647 w 52"/>
                <a:gd name="T91" fmla="*/ 2147483647 h 76"/>
                <a:gd name="T92" fmla="*/ 2147483647 w 52"/>
                <a:gd name="T93" fmla="*/ 2147483647 h 76"/>
                <a:gd name="T94" fmla="*/ 2147483647 w 52"/>
                <a:gd name="T95" fmla="*/ 2147483647 h 76"/>
                <a:gd name="T96" fmla="*/ 2147483647 w 52"/>
                <a:gd name="T97" fmla="*/ 2147483647 h 76"/>
                <a:gd name="T98" fmla="*/ 2147483647 w 52"/>
                <a:gd name="T99" fmla="*/ 2147483647 h 76"/>
                <a:gd name="T100" fmla="*/ 2147483647 w 52"/>
                <a:gd name="T101" fmla="*/ 2147483647 h 76"/>
                <a:gd name="T102" fmla="*/ 2147483647 w 52"/>
                <a:gd name="T103" fmla="*/ 2147483647 h 76"/>
                <a:gd name="T104" fmla="*/ 2147483647 w 52"/>
                <a:gd name="T105" fmla="*/ 2147483647 h 76"/>
                <a:gd name="T106" fmla="*/ 2147483647 w 52"/>
                <a:gd name="T107" fmla="*/ 2147483647 h 76"/>
                <a:gd name="T108" fmla="*/ 2147483647 w 52"/>
                <a:gd name="T109" fmla="*/ 2147483647 h 76"/>
                <a:gd name="T110" fmla="*/ 2147483647 w 52"/>
                <a:gd name="T111" fmla="*/ 2147483647 h 76"/>
                <a:gd name="T112" fmla="*/ 2147483647 w 52"/>
                <a:gd name="T113" fmla="*/ 2147483647 h 76"/>
                <a:gd name="T114" fmla="*/ 2147483647 w 52"/>
                <a:gd name="T115" fmla="*/ 2147483647 h 7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52"/>
                <a:gd name="T175" fmla="*/ 0 h 76"/>
                <a:gd name="T176" fmla="*/ 52 w 52"/>
                <a:gd name="T177" fmla="*/ 76 h 7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52" h="76">
                  <a:moveTo>
                    <a:pt x="52" y="32"/>
                  </a:moveTo>
                  <a:lnTo>
                    <a:pt x="50" y="26"/>
                  </a:lnTo>
                  <a:lnTo>
                    <a:pt x="48" y="24"/>
                  </a:lnTo>
                  <a:lnTo>
                    <a:pt x="46" y="22"/>
                  </a:lnTo>
                  <a:lnTo>
                    <a:pt x="46" y="20"/>
                  </a:lnTo>
                  <a:lnTo>
                    <a:pt x="40" y="20"/>
                  </a:lnTo>
                  <a:lnTo>
                    <a:pt x="32" y="6"/>
                  </a:lnTo>
                  <a:lnTo>
                    <a:pt x="24" y="6"/>
                  </a:lnTo>
                  <a:lnTo>
                    <a:pt x="22" y="4"/>
                  </a:lnTo>
                  <a:lnTo>
                    <a:pt x="20" y="4"/>
                  </a:lnTo>
                  <a:lnTo>
                    <a:pt x="16" y="2"/>
                  </a:lnTo>
                  <a:lnTo>
                    <a:pt x="14" y="0"/>
                  </a:lnTo>
                  <a:lnTo>
                    <a:pt x="12" y="4"/>
                  </a:lnTo>
                  <a:lnTo>
                    <a:pt x="12" y="10"/>
                  </a:lnTo>
                  <a:lnTo>
                    <a:pt x="10" y="10"/>
                  </a:lnTo>
                  <a:lnTo>
                    <a:pt x="8" y="12"/>
                  </a:lnTo>
                  <a:lnTo>
                    <a:pt x="6" y="14"/>
                  </a:lnTo>
                  <a:lnTo>
                    <a:pt x="4" y="16"/>
                  </a:lnTo>
                  <a:lnTo>
                    <a:pt x="2" y="20"/>
                  </a:lnTo>
                  <a:lnTo>
                    <a:pt x="2" y="28"/>
                  </a:lnTo>
                  <a:lnTo>
                    <a:pt x="4" y="32"/>
                  </a:lnTo>
                  <a:lnTo>
                    <a:pt x="4" y="36"/>
                  </a:lnTo>
                  <a:lnTo>
                    <a:pt x="6" y="40"/>
                  </a:lnTo>
                  <a:lnTo>
                    <a:pt x="10" y="44"/>
                  </a:lnTo>
                  <a:lnTo>
                    <a:pt x="12" y="46"/>
                  </a:lnTo>
                  <a:lnTo>
                    <a:pt x="12" y="48"/>
                  </a:lnTo>
                  <a:lnTo>
                    <a:pt x="6" y="54"/>
                  </a:lnTo>
                  <a:lnTo>
                    <a:pt x="8" y="62"/>
                  </a:lnTo>
                  <a:lnTo>
                    <a:pt x="6" y="64"/>
                  </a:lnTo>
                  <a:lnTo>
                    <a:pt x="4" y="64"/>
                  </a:lnTo>
                  <a:lnTo>
                    <a:pt x="4" y="66"/>
                  </a:lnTo>
                  <a:lnTo>
                    <a:pt x="2" y="68"/>
                  </a:lnTo>
                  <a:lnTo>
                    <a:pt x="0" y="72"/>
                  </a:lnTo>
                  <a:lnTo>
                    <a:pt x="4" y="76"/>
                  </a:lnTo>
                  <a:lnTo>
                    <a:pt x="10" y="76"/>
                  </a:lnTo>
                  <a:lnTo>
                    <a:pt x="12" y="74"/>
                  </a:lnTo>
                  <a:lnTo>
                    <a:pt x="12" y="72"/>
                  </a:lnTo>
                  <a:lnTo>
                    <a:pt x="14" y="72"/>
                  </a:lnTo>
                  <a:lnTo>
                    <a:pt x="16" y="72"/>
                  </a:lnTo>
                  <a:lnTo>
                    <a:pt x="18" y="72"/>
                  </a:lnTo>
                  <a:lnTo>
                    <a:pt x="20" y="72"/>
                  </a:lnTo>
                  <a:lnTo>
                    <a:pt x="22" y="72"/>
                  </a:lnTo>
                  <a:lnTo>
                    <a:pt x="26" y="74"/>
                  </a:lnTo>
                  <a:lnTo>
                    <a:pt x="30" y="74"/>
                  </a:lnTo>
                  <a:lnTo>
                    <a:pt x="32" y="72"/>
                  </a:lnTo>
                  <a:lnTo>
                    <a:pt x="40" y="64"/>
                  </a:lnTo>
                  <a:lnTo>
                    <a:pt x="40" y="60"/>
                  </a:lnTo>
                  <a:lnTo>
                    <a:pt x="44" y="50"/>
                  </a:lnTo>
                  <a:lnTo>
                    <a:pt x="46" y="46"/>
                  </a:lnTo>
                  <a:lnTo>
                    <a:pt x="48" y="44"/>
                  </a:lnTo>
                  <a:lnTo>
                    <a:pt x="50" y="42"/>
                  </a:lnTo>
                  <a:lnTo>
                    <a:pt x="50" y="40"/>
                  </a:lnTo>
                  <a:lnTo>
                    <a:pt x="52" y="38"/>
                  </a:lnTo>
                  <a:lnTo>
                    <a:pt x="52" y="36"/>
                  </a:lnTo>
                  <a:lnTo>
                    <a:pt x="52" y="34"/>
                  </a:lnTo>
                  <a:lnTo>
                    <a:pt x="52" y="3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03" name="Guyana" descr="© INSCALE GmbH, 05.05.2010&#10;http://www.presentationload.com/">
              <a:extLst>
                <a:ext uri="{FF2B5EF4-FFF2-40B4-BE49-F238E27FC236}">
                  <a16:creationId xmlns:a16="http://schemas.microsoft.com/office/drawing/2014/main" id="{23E886B5-C12D-4197-9814-1E57FA89EFFB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289648" y="2778509"/>
              <a:ext cx="107272" cy="191382"/>
            </a:xfrm>
            <a:custGeom>
              <a:avLst/>
              <a:gdLst>
                <a:gd name="T0" fmla="*/ 2147483647 w 324"/>
                <a:gd name="T1" fmla="*/ 2147483647 h 582"/>
                <a:gd name="T2" fmla="*/ 2147483647 w 324"/>
                <a:gd name="T3" fmla="*/ 2147483647 h 582"/>
                <a:gd name="T4" fmla="*/ 2147483647 w 324"/>
                <a:gd name="T5" fmla="*/ 2147483647 h 582"/>
                <a:gd name="T6" fmla="*/ 2147483647 w 324"/>
                <a:gd name="T7" fmla="*/ 2147483647 h 582"/>
                <a:gd name="T8" fmla="*/ 2147483647 w 324"/>
                <a:gd name="T9" fmla="*/ 2147483647 h 582"/>
                <a:gd name="T10" fmla="*/ 2147483647 w 324"/>
                <a:gd name="T11" fmla="*/ 2147483647 h 582"/>
                <a:gd name="T12" fmla="*/ 2147483647 w 324"/>
                <a:gd name="T13" fmla="*/ 2147483647 h 582"/>
                <a:gd name="T14" fmla="*/ 2147483647 w 324"/>
                <a:gd name="T15" fmla="*/ 2147483647 h 582"/>
                <a:gd name="T16" fmla="*/ 0 w 324"/>
                <a:gd name="T17" fmla="*/ 2147483647 h 582"/>
                <a:gd name="T18" fmla="*/ 2147483647 w 324"/>
                <a:gd name="T19" fmla="*/ 2147483647 h 582"/>
                <a:gd name="T20" fmla="*/ 2147483647 w 324"/>
                <a:gd name="T21" fmla="*/ 2147483647 h 582"/>
                <a:gd name="T22" fmla="*/ 2147483647 w 324"/>
                <a:gd name="T23" fmla="*/ 2147483647 h 582"/>
                <a:gd name="T24" fmla="*/ 2147483647 w 324"/>
                <a:gd name="T25" fmla="*/ 2147483647 h 582"/>
                <a:gd name="T26" fmla="*/ 2147483647 w 324"/>
                <a:gd name="T27" fmla="*/ 2147483647 h 582"/>
                <a:gd name="T28" fmla="*/ 2147483647 w 324"/>
                <a:gd name="T29" fmla="*/ 2147483647 h 582"/>
                <a:gd name="T30" fmla="*/ 2147483647 w 324"/>
                <a:gd name="T31" fmla="*/ 2147483647 h 582"/>
                <a:gd name="T32" fmla="*/ 2147483647 w 324"/>
                <a:gd name="T33" fmla="*/ 2147483647 h 582"/>
                <a:gd name="T34" fmla="*/ 2147483647 w 324"/>
                <a:gd name="T35" fmla="*/ 2147483647 h 582"/>
                <a:gd name="T36" fmla="*/ 2147483647 w 324"/>
                <a:gd name="T37" fmla="*/ 2147483647 h 582"/>
                <a:gd name="T38" fmla="*/ 2147483647 w 324"/>
                <a:gd name="T39" fmla="*/ 2147483647 h 582"/>
                <a:gd name="T40" fmla="*/ 2147483647 w 324"/>
                <a:gd name="T41" fmla="*/ 2147483647 h 582"/>
                <a:gd name="T42" fmla="*/ 2147483647 w 324"/>
                <a:gd name="T43" fmla="*/ 2147483647 h 582"/>
                <a:gd name="T44" fmla="*/ 2147483647 w 324"/>
                <a:gd name="T45" fmla="*/ 2147483647 h 582"/>
                <a:gd name="T46" fmla="*/ 2147483647 w 324"/>
                <a:gd name="T47" fmla="*/ 2147483647 h 582"/>
                <a:gd name="T48" fmla="*/ 2147483647 w 324"/>
                <a:gd name="T49" fmla="*/ 2147483647 h 582"/>
                <a:gd name="T50" fmla="*/ 2147483647 w 324"/>
                <a:gd name="T51" fmla="*/ 2147483647 h 582"/>
                <a:gd name="T52" fmla="*/ 2147483647 w 324"/>
                <a:gd name="T53" fmla="*/ 2147483647 h 582"/>
                <a:gd name="T54" fmla="*/ 2147483647 w 324"/>
                <a:gd name="T55" fmla="*/ 2147483647 h 582"/>
                <a:gd name="T56" fmla="*/ 2147483647 w 324"/>
                <a:gd name="T57" fmla="*/ 2147483647 h 582"/>
                <a:gd name="T58" fmla="*/ 2147483647 w 324"/>
                <a:gd name="T59" fmla="*/ 2147483647 h 582"/>
                <a:gd name="T60" fmla="*/ 2147483647 w 324"/>
                <a:gd name="T61" fmla="*/ 2147483647 h 582"/>
                <a:gd name="T62" fmla="*/ 2147483647 w 324"/>
                <a:gd name="T63" fmla="*/ 2147483647 h 582"/>
                <a:gd name="T64" fmla="*/ 2147483647 w 324"/>
                <a:gd name="T65" fmla="*/ 2147483647 h 582"/>
                <a:gd name="T66" fmla="*/ 2147483647 w 324"/>
                <a:gd name="T67" fmla="*/ 2147483647 h 582"/>
                <a:gd name="T68" fmla="*/ 2147483647 w 324"/>
                <a:gd name="T69" fmla="*/ 2147483647 h 582"/>
                <a:gd name="T70" fmla="*/ 2147483647 w 324"/>
                <a:gd name="T71" fmla="*/ 2147483647 h 582"/>
                <a:gd name="T72" fmla="*/ 2147483647 w 324"/>
                <a:gd name="T73" fmla="*/ 2147483647 h 582"/>
                <a:gd name="T74" fmla="*/ 2147483647 w 324"/>
                <a:gd name="T75" fmla="*/ 2147483647 h 582"/>
                <a:gd name="T76" fmla="*/ 2147483647 w 324"/>
                <a:gd name="T77" fmla="*/ 2147483647 h 582"/>
                <a:gd name="T78" fmla="*/ 2147483647 w 324"/>
                <a:gd name="T79" fmla="*/ 2147483647 h 582"/>
                <a:gd name="T80" fmla="*/ 2147483647 w 324"/>
                <a:gd name="T81" fmla="*/ 2147483647 h 582"/>
                <a:gd name="T82" fmla="*/ 2147483647 w 324"/>
                <a:gd name="T83" fmla="*/ 2147483647 h 582"/>
                <a:gd name="T84" fmla="*/ 2147483647 w 324"/>
                <a:gd name="T85" fmla="*/ 2147483647 h 582"/>
                <a:gd name="T86" fmla="*/ 2147483647 w 324"/>
                <a:gd name="T87" fmla="*/ 2147483647 h 582"/>
                <a:gd name="T88" fmla="*/ 2147483647 w 324"/>
                <a:gd name="T89" fmla="*/ 2147483647 h 582"/>
                <a:gd name="T90" fmla="*/ 2147483647 w 324"/>
                <a:gd name="T91" fmla="*/ 2147483647 h 582"/>
                <a:gd name="T92" fmla="*/ 2147483647 w 324"/>
                <a:gd name="T93" fmla="*/ 2147483647 h 582"/>
                <a:gd name="T94" fmla="*/ 2147483647 w 324"/>
                <a:gd name="T95" fmla="*/ 2147483647 h 582"/>
                <a:gd name="T96" fmla="*/ 2147483647 w 324"/>
                <a:gd name="T97" fmla="*/ 2147483647 h 582"/>
                <a:gd name="T98" fmla="*/ 2147483647 w 324"/>
                <a:gd name="T99" fmla="*/ 2147483647 h 582"/>
                <a:gd name="T100" fmla="*/ 2147483647 w 324"/>
                <a:gd name="T101" fmla="*/ 2147483647 h 582"/>
                <a:gd name="T102" fmla="*/ 2147483647 w 324"/>
                <a:gd name="T103" fmla="*/ 2147483647 h 582"/>
                <a:gd name="T104" fmla="*/ 2147483647 w 324"/>
                <a:gd name="T105" fmla="*/ 2147483647 h 582"/>
                <a:gd name="T106" fmla="*/ 2147483647 w 324"/>
                <a:gd name="T107" fmla="*/ 2147483647 h 582"/>
                <a:gd name="T108" fmla="*/ 2147483647 w 324"/>
                <a:gd name="T109" fmla="*/ 2147483647 h 582"/>
                <a:gd name="T110" fmla="*/ 2147483647 w 324"/>
                <a:gd name="T111" fmla="*/ 2147483647 h 582"/>
                <a:gd name="T112" fmla="*/ 2147483647 w 324"/>
                <a:gd name="T113" fmla="*/ 2147483647 h 582"/>
                <a:gd name="T114" fmla="*/ 2147483647 w 324"/>
                <a:gd name="T115" fmla="*/ 2147483647 h 582"/>
                <a:gd name="T116" fmla="*/ 2147483647 w 324"/>
                <a:gd name="T117" fmla="*/ 2147483647 h 582"/>
                <a:gd name="T118" fmla="*/ 2147483647 w 324"/>
                <a:gd name="T119" fmla="*/ 2147483647 h 582"/>
                <a:gd name="T120" fmla="*/ 2147483647 w 324"/>
                <a:gd name="T121" fmla="*/ 2147483647 h 582"/>
                <a:gd name="T122" fmla="*/ 2147483647 w 324"/>
                <a:gd name="T123" fmla="*/ 0 h 582"/>
                <a:gd name="T124" fmla="*/ 2147483647 w 324"/>
                <a:gd name="T125" fmla="*/ 2147483647 h 58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24"/>
                <a:gd name="T190" fmla="*/ 0 h 582"/>
                <a:gd name="T191" fmla="*/ 324 w 324"/>
                <a:gd name="T192" fmla="*/ 582 h 58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24" h="582">
                  <a:moveTo>
                    <a:pt x="90" y="42"/>
                  </a:moveTo>
                  <a:lnTo>
                    <a:pt x="84" y="48"/>
                  </a:lnTo>
                  <a:lnTo>
                    <a:pt x="72" y="48"/>
                  </a:lnTo>
                  <a:lnTo>
                    <a:pt x="60" y="60"/>
                  </a:lnTo>
                  <a:lnTo>
                    <a:pt x="60" y="102"/>
                  </a:lnTo>
                  <a:lnTo>
                    <a:pt x="84" y="102"/>
                  </a:lnTo>
                  <a:lnTo>
                    <a:pt x="84" y="120"/>
                  </a:lnTo>
                  <a:lnTo>
                    <a:pt x="78" y="126"/>
                  </a:lnTo>
                  <a:lnTo>
                    <a:pt x="66" y="132"/>
                  </a:lnTo>
                  <a:lnTo>
                    <a:pt x="54" y="132"/>
                  </a:lnTo>
                  <a:lnTo>
                    <a:pt x="42" y="138"/>
                  </a:lnTo>
                  <a:lnTo>
                    <a:pt x="12" y="138"/>
                  </a:lnTo>
                  <a:lnTo>
                    <a:pt x="12" y="144"/>
                  </a:lnTo>
                  <a:lnTo>
                    <a:pt x="30" y="162"/>
                  </a:lnTo>
                  <a:lnTo>
                    <a:pt x="30" y="180"/>
                  </a:lnTo>
                  <a:lnTo>
                    <a:pt x="18" y="186"/>
                  </a:lnTo>
                  <a:lnTo>
                    <a:pt x="12" y="186"/>
                  </a:lnTo>
                  <a:lnTo>
                    <a:pt x="0" y="192"/>
                  </a:lnTo>
                  <a:lnTo>
                    <a:pt x="0" y="204"/>
                  </a:lnTo>
                  <a:lnTo>
                    <a:pt x="6" y="210"/>
                  </a:lnTo>
                  <a:lnTo>
                    <a:pt x="12" y="222"/>
                  </a:lnTo>
                  <a:lnTo>
                    <a:pt x="48" y="258"/>
                  </a:lnTo>
                  <a:lnTo>
                    <a:pt x="72" y="264"/>
                  </a:lnTo>
                  <a:lnTo>
                    <a:pt x="78" y="252"/>
                  </a:lnTo>
                  <a:lnTo>
                    <a:pt x="90" y="264"/>
                  </a:lnTo>
                  <a:lnTo>
                    <a:pt x="96" y="276"/>
                  </a:lnTo>
                  <a:lnTo>
                    <a:pt x="96" y="294"/>
                  </a:lnTo>
                  <a:lnTo>
                    <a:pt x="90" y="306"/>
                  </a:lnTo>
                  <a:lnTo>
                    <a:pt x="84" y="312"/>
                  </a:lnTo>
                  <a:lnTo>
                    <a:pt x="84" y="318"/>
                  </a:lnTo>
                  <a:lnTo>
                    <a:pt x="90" y="324"/>
                  </a:lnTo>
                  <a:lnTo>
                    <a:pt x="96" y="324"/>
                  </a:lnTo>
                  <a:lnTo>
                    <a:pt x="108" y="318"/>
                  </a:lnTo>
                  <a:lnTo>
                    <a:pt x="114" y="318"/>
                  </a:lnTo>
                  <a:lnTo>
                    <a:pt x="114" y="348"/>
                  </a:lnTo>
                  <a:lnTo>
                    <a:pt x="120" y="354"/>
                  </a:lnTo>
                  <a:lnTo>
                    <a:pt x="126" y="354"/>
                  </a:lnTo>
                  <a:lnTo>
                    <a:pt x="126" y="366"/>
                  </a:lnTo>
                  <a:lnTo>
                    <a:pt x="120" y="378"/>
                  </a:lnTo>
                  <a:lnTo>
                    <a:pt x="108" y="390"/>
                  </a:lnTo>
                  <a:lnTo>
                    <a:pt x="96" y="432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84" y="462"/>
                  </a:lnTo>
                  <a:lnTo>
                    <a:pt x="84" y="468"/>
                  </a:lnTo>
                  <a:lnTo>
                    <a:pt x="90" y="480"/>
                  </a:lnTo>
                  <a:lnTo>
                    <a:pt x="114" y="504"/>
                  </a:lnTo>
                  <a:lnTo>
                    <a:pt x="114" y="534"/>
                  </a:lnTo>
                  <a:lnTo>
                    <a:pt x="144" y="570"/>
                  </a:lnTo>
                  <a:lnTo>
                    <a:pt x="156" y="570"/>
                  </a:lnTo>
                  <a:lnTo>
                    <a:pt x="162" y="582"/>
                  </a:lnTo>
                  <a:lnTo>
                    <a:pt x="198" y="582"/>
                  </a:lnTo>
                  <a:lnTo>
                    <a:pt x="204" y="576"/>
                  </a:lnTo>
                  <a:lnTo>
                    <a:pt x="204" y="564"/>
                  </a:lnTo>
                  <a:lnTo>
                    <a:pt x="216" y="552"/>
                  </a:lnTo>
                  <a:lnTo>
                    <a:pt x="234" y="552"/>
                  </a:lnTo>
                  <a:lnTo>
                    <a:pt x="240" y="540"/>
                  </a:lnTo>
                  <a:lnTo>
                    <a:pt x="270" y="540"/>
                  </a:lnTo>
                  <a:lnTo>
                    <a:pt x="270" y="534"/>
                  </a:lnTo>
                  <a:lnTo>
                    <a:pt x="288" y="516"/>
                  </a:lnTo>
                  <a:lnTo>
                    <a:pt x="300" y="516"/>
                  </a:lnTo>
                  <a:lnTo>
                    <a:pt x="312" y="528"/>
                  </a:lnTo>
                  <a:lnTo>
                    <a:pt x="318" y="528"/>
                  </a:lnTo>
                  <a:lnTo>
                    <a:pt x="324" y="522"/>
                  </a:lnTo>
                  <a:lnTo>
                    <a:pt x="324" y="510"/>
                  </a:lnTo>
                  <a:lnTo>
                    <a:pt x="318" y="504"/>
                  </a:lnTo>
                  <a:lnTo>
                    <a:pt x="312" y="492"/>
                  </a:lnTo>
                  <a:lnTo>
                    <a:pt x="306" y="474"/>
                  </a:lnTo>
                  <a:lnTo>
                    <a:pt x="288" y="456"/>
                  </a:lnTo>
                  <a:lnTo>
                    <a:pt x="282" y="444"/>
                  </a:lnTo>
                  <a:lnTo>
                    <a:pt x="282" y="420"/>
                  </a:lnTo>
                  <a:lnTo>
                    <a:pt x="288" y="414"/>
                  </a:lnTo>
                  <a:lnTo>
                    <a:pt x="288" y="396"/>
                  </a:lnTo>
                  <a:lnTo>
                    <a:pt x="276" y="408"/>
                  </a:lnTo>
                  <a:lnTo>
                    <a:pt x="276" y="414"/>
                  </a:lnTo>
                  <a:lnTo>
                    <a:pt x="264" y="414"/>
                  </a:lnTo>
                  <a:lnTo>
                    <a:pt x="258" y="402"/>
                  </a:lnTo>
                  <a:lnTo>
                    <a:pt x="252" y="396"/>
                  </a:lnTo>
                  <a:lnTo>
                    <a:pt x="246" y="384"/>
                  </a:lnTo>
                  <a:lnTo>
                    <a:pt x="246" y="372"/>
                  </a:lnTo>
                  <a:lnTo>
                    <a:pt x="240" y="372"/>
                  </a:lnTo>
                  <a:lnTo>
                    <a:pt x="240" y="366"/>
                  </a:lnTo>
                  <a:lnTo>
                    <a:pt x="234" y="360"/>
                  </a:lnTo>
                  <a:lnTo>
                    <a:pt x="234" y="348"/>
                  </a:lnTo>
                  <a:lnTo>
                    <a:pt x="240" y="336"/>
                  </a:lnTo>
                  <a:lnTo>
                    <a:pt x="246" y="330"/>
                  </a:lnTo>
                  <a:lnTo>
                    <a:pt x="246" y="288"/>
                  </a:lnTo>
                  <a:lnTo>
                    <a:pt x="252" y="282"/>
                  </a:lnTo>
                  <a:lnTo>
                    <a:pt x="264" y="276"/>
                  </a:lnTo>
                  <a:lnTo>
                    <a:pt x="294" y="276"/>
                  </a:lnTo>
                  <a:lnTo>
                    <a:pt x="300" y="270"/>
                  </a:lnTo>
                  <a:lnTo>
                    <a:pt x="300" y="258"/>
                  </a:lnTo>
                  <a:lnTo>
                    <a:pt x="288" y="246"/>
                  </a:lnTo>
                  <a:lnTo>
                    <a:pt x="288" y="234"/>
                  </a:lnTo>
                  <a:lnTo>
                    <a:pt x="294" y="222"/>
                  </a:lnTo>
                  <a:lnTo>
                    <a:pt x="300" y="216"/>
                  </a:lnTo>
                  <a:lnTo>
                    <a:pt x="306" y="204"/>
                  </a:lnTo>
                  <a:lnTo>
                    <a:pt x="306" y="192"/>
                  </a:lnTo>
                  <a:lnTo>
                    <a:pt x="300" y="180"/>
                  </a:lnTo>
                  <a:lnTo>
                    <a:pt x="294" y="174"/>
                  </a:lnTo>
                  <a:lnTo>
                    <a:pt x="276" y="174"/>
                  </a:lnTo>
                  <a:lnTo>
                    <a:pt x="270" y="180"/>
                  </a:lnTo>
                  <a:lnTo>
                    <a:pt x="270" y="156"/>
                  </a:lnTo>
                  <a:lnTo>
                    <a:pt x="258" y="150"/>
                  </a:lnTo>
                  <a:lnTo>
                    <a:pt x="252" y="138"/>
                  </a:lnTo>
                  <a:lnTo>
                    <a:pt x="234" y="132"/>
                  </a:lnTo>
                  <a:lnTo>
                    <a:pt x="216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8" y="156"/>
                  </a:lnTo>
                  <a:lnTo>
                    <a:pt x="192" y="162"/>
                  </a:lnTo>
                  <a:lnTo>
                    <a:pt x="192" y="168"/>
                  </a:lnTo>
                  <a:lnTo>
                    <a:pt x="192" y="162"/>
                  </a:lnTo>
                  <a:lnTo>
                    <a:pt x="198" y="156"/>
                  </a:lnTo>
                  <a:lnTo>
                    <a:pt x="198" y="144"/>
                  </a:lnTo>
                  <a:lnTo>
                    <a:pt x="204" y="132"/>
                  </a:lnTo>
                  <a:lnTo>
                    <a:pt x="204" y="114"/>
                  </a:lnTo>
                  <a:lnTo>
                    <a:pt x="210" y="102"/>
                  </a:lnTo>
                  <a:lnTo>
                    <a:pt x="210" y="78"/>
                  </a:lnTo>
                  <a:lnTo>
                    <a:pt x="192" y="42"/>
                  </a:lnTo>
                  <a:lnTo>
                    <a:pt x="180" y="30"/>
                  </a:lnTo>
                  <a:lnTo>
                    <a:pt x="132" y="6"/>
                  </a:lnTo>
                  <a:lnTo>
                    <a:pt x="126" y="0"/>
                  </a:lnTo>
                  <a:lnTo>
                    <a:pt x="120" y="0"/>
                  </a:lnTo>
                  <a:lnTo>
                    <a:pt x="102" y="36"/>
                  </a:lnTo>
                  <a:lnTo>
                    <a:pt x="96" y="42"/>
                  </a:lnTo>
                  <a:lnTo>
                    <a:pt x="90" y="4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04" name="Guinea-Bissau" descr="© INSCALE GmbH, 05.05.2010&#10;http://www.presentationload.com/">
              <a:extLst>
                <a:ext uri="{FF2B5EF4-FFF2-40B4-BE49-F238E27FC236}">
                  <a16:creationId xmlns:a16="http://schemas.microsoft.com/office/drawing/2014/main" id="{CA78E868-DDB3-4A57-80BB-F577C13E9C7F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353307" y="2664195"/>
              <a:ext cx="60744" cy="51378"/>
            </a:xfrm>
            <a:custGeom>
              <a:avLst/>
              <a:gdLst>
                <a:gd name="T0" fmla="*/ 2147483647 w 186"/>
                <a:gd name="T1" fmla="*/ 2147483647 h 156"/>
                <a:gd name="T2" fmla="*/ 2147483647 w 186"/>
                <a:gd name="T3" fmla="*/ 2147483647 h 156"/>
                <a:gd name="T4" fmla="*/ 2147483647 w 186"/>
                <a:gd name="T5" fmla="*/ 2147483647 h 156"/>
                <a:gd name="T6" fmla="*/ 2147483647 w 186"/>
                <a:gd name="T7" fmla="*/ 2147483647 h 156"/>
                <a:gd name="T8" fmla="*/ 2147483647 w 186"/>
                <a:gd name="T9" fmla="*/ 2147483647 h 156"/>
                <a:gd name="T10" fmla="*/ 2147483647 w 186"/>
                <a:gd name="T11" fmla="*/ 2147483647 h 156"/>
                <a:gd name="T12" fmla="*/ 2147483647 w 186"/>
                <a:gd name="T13" fmla="*/ 2147483647 h 156"/>
                <a:gd name="T14" fmla="*/ 2147483647 w 186"/>
                <a:gd name="T15" fmla="*/ 2147483647 h 156"/>
                <a:gd name="T16" fmla="*/ 2147483647 w 186"/>
                <a:gd name="T17" fmla="*/ 2147483647 h 156"/>
                <a:gd name="T18" fmla="*/ 2147483647 w 186"/>
                <a:gd name="T19" fmla="*/ 2147483647 h 156"/>
                <a:gd name="T20" fmla="*/ 2147483647 w 186"/>
                <a:gd name="T21" fmla="*/ 2147483647 h 156"/>
                <a:gd name="T22" fmla="*/ 2147483647 w 186"/>
                <a:gd name="T23" fmla="*/ 2147483647 h 156"/>
                <a:gd name="T24" fmla="*/ 2147483647 w 186"/>
                <a:gd name="T25" fmla="*/ 2147483647 h 156"/>
                <a:gd name="T26" fmla="*/ 2147483647 w 186"/>
                <a:gd name="T27" fmla="*/ 2147483647 h 156"/>
                <a:gd name="T28" fmla="*/ 2147483647 w 186"/>
                <a:gd name="T29" fmla="*/ 0 h 156"/>
                <a:gd name="T30" fmla="*/ 2147483647 w 186"/>
                <a:gd name="T31" fmla="*/ 2147483647 h 156"/>
                <a:gd name="T32" fmla="*/ 2147483647 w 186"/>
                <a:gd name="T33" fmla="*/ 2147483647 h 156"/>
                <a:gd name="T34" fmla="*/ 2147483647 w 186"/>
                <a:gd name="T35" fmla="*/ 2147483647 h 156"/>
                <a:gd name="T36" fmla="*/ 0 w 186"/>
                <a:gd name="T37" fmla="*/ 2147483647 h 156"/>
                <a:gd name="T38" fmla="*/ 2147483647 w 186"/>
                <a:gd name="T39" fmla="*/ 2147483647 h 156"/>
                <a:gd name="T40" fmla="*/ 2147483647 w 186"/>
                <a:gd name="T41" fmla="*/ 2147483647 h 156"/>
                <a:gd name="T42" fmla="*/ 2147483647 w 186"/>
                <a:gd name="T43" fmla="*/ 2147483647 h 156"/>
                <a:gd name="T44" fmla="*/ 2147483647 w 186"/>
                <a:gd name="T45" fmla="*/ 2147483647 h 156"/>
                <a:gd name="T46" fmla="*/ 2147483647 w 186"/>
                <a:gd name="T47" fmla="*/ 2147483647 h 156"/>
                <a:gd name="T48" fmla="*/ 2147483647 w 186"/>
                <a:gd name="T49" fmla="*/ 2147483647 h 156"/>
                <a:gd name="T50" fmla="*/ 2147483647 w 186"/>
                <a:gd name="T51" fmla="*/ 2147483647 h 156"/>
                <a:gd name="T52" fmla="*/ 2147483647 w 186"/>
                <a:gd name="T53" fmla="*/ 2147483647 h 156"/>
                <a:gd name="T54" fmla="*/ 2147483647 w 186"/>
                <a:gd name="T55" fmla="*/ 2147483647 h 156"/>
                <a:gd name="T56" fmla="*/ 2147483647 w 186"/>
                <a:gd name="T57" fmla="*/ 2147483647 h 156"/>
                <a:gd name="T58" fmla="*/ 2147483647 w 186"/>
                <a:gd name="T59" fmla="*/ 2147483647 h 156"/>
                <a:gd name="T60" fmla="*/ 2147483647 w 186"/>
                <a:gd name="T61" fmla="*/ 2147483647 h 156"/>
                <a:gd name="T62" fmla="*/ 2147483647 w 186"/>
                <a:gd name="T63" fmla="*/ 2147483647 h 156"/>
                <a:gd name="T64" fmla="*/ 2147483647 w 186"/>
                <a:gd name="T65" fmla="*/ 2147483647 h 156"/>
                <a:gd name="T66" fmla="*/ 2147483647 w 186"/>
                <a:gd name="T67" fmla="*/ 2147483647 h 156"/>
                <a:gd name="T68" fmla="*/ 2147483647 w 186"/>
                <a:gd name="T69" fmla="*/ 2147483647 h 156"/>
                <a:gd name="T70" fmla="*/ 2147483647 w 186"/>
                <a:gd name="T71" fmla="*/ 2147483647 h 156"/>
                <a:gd name="T72" fmla="*/ 2147483647 w 186"/>
                <a:gd name="T73" fmla="*/ 2147483647 h 15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86"/>
                <a:gd name="T112" fmla="*/ 0 h 156"/>
                <a:gd name="T113" fmla="*/ 186 w 186"/>
                <a:gd name="T114" fmla="*/ 156 h 15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86" h="156">
                  <a:moveTo>
                    <a:pt x="126" y="102"/>
                  </a:moveTo>
                  <a:lnTo>
                    <a:pt x="132" y="96"/>
                  </a:lnTo>
                  <a:lnTo>
                    <a:pt x="144" y="90"/>
                  </a:lnTo>
                  <a:lnTo>
                    <a:pt x="174" y="90"/>
                  </a:lnTo>
                  <a:lnTo>
                    <a:pt x="180" y="84"/>
                  </a:lnTo>
                  <a:lnTo>
                    <a:pt x="186" y="72"/>
                  </a:lnTo>
                  <a:lnTo>
                    <a:pt x="186" y="66"/>
                  </a:lnTo>
                  <a:lnTo>
                    <a:pt x="180" y="60"/>
                  </a:lnTo>
                  <a:lnTo>
                    <a:pt x="168" y="54"/>
                  </a:lnTo>
                  <a:lnTo>
                    <a:pt x="162" y="48"/>
                  </a:lnTo>
                  <a:lnTo>
                    <a:pt x="162" y="36"/>
                  </a:lnTo>
                  <a:lnTo>
                    <a:pt x="168" y="30"/>
                  </a:lnTo>
                  <a:lnTo>
                    <a:pt x="186" y="30"/>
                  </a:lnTo>
                  <a:lnTo>
                    <a:pt x="186" y="6"/>
                  </a:lnTo>
                  <a:lnTo>
                    <a:pt x="84" y="0"/>
                  </a:lnTo>
                  <a:lnTo>
                    <a:pt x="54" y="24"/>
                  </a:lnTo>
                  <a:lnTo>
                    <a:pt x="18" y="24"/>
                  </a:lnTo>
                  <a:lnTo>
                    <a:pt x="6" y="36"/>
                  </a:lnTo>
                  <a:lnTo>
                    <a:pt x="0" y="72"/>
                  </a:lnTo>
                  <a:lnTo>
                    <a:pt x="6" y="78"/>
                  </a:lnTo>
                  <a:lnTo>
                    <a:pt x="18" y="78"/>
                  </a:lnTo>
                  <a:lnTo>
                    <a:pt x="42" y="66"/>
                  </a:lnTo>
                  <a:lnTo>
                    <a:pt x="66" y="66"/>
                  </a:lnTo>
                  <a:lnTo>
                    <a:pt x="90" y="60"/>
                  </a:lnTo>
                  <a:lnTo>
                    <a:pt x="90" y="84"/>
                  </a:lnTo>
                  <a:lnTo>
                    <a:pt x="78" y="78"/>
                  </a:lnTo>
                  <a:lnTo>
                    <a:pt x="72" y="78"/>
                  </a:lnTo>
                  <a:lnTo>
                    <a:pt x="66" y="72"/>
                  </a:lnTo>
                  <a:lnTo>
                    <a:pt x="54" y="72"/>
                  </a:lnTo>
                  <a:lnTo>
                    <a:pt x="54" y="96"/>
                  </a:lnTo>
                  <a:lnTo>
                    <a:pt x="60" y="102"/>
                  </a:lnTo>
                  <a:lnTo>
                    <a:pt x="90" y="96"/>
                  </a:lnTo>
                  <a:lnTo>
                    <a:pt x="54" y="114"/>
                  </a:lnTo>
                  <a:lnTo>
                    <a:pt x="84" y="156"/>
                  </a:lnTo>
                  <a:lnTo>
                    <a:pt x="90" y="132"/>
                  </a:lnTo>
                  <a:lnTo>
                    <a:pt x="108" y="102"/>
                  </a:lnTo>
                  <a:lnTo>
                    <a:pt x="126" y="10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05" name="Guatemala" descr="© INSCALE GmbH, 05.05.2010&#10;http://www.presentationload.com/">
              <a:extLst>
                <a:ext uri="{FF2B5EF4-FFF2-40B4-BE49-F238E27FC236}">
                  <a16:creationId xmlns:a16="http://schemas.microsoft.com/office/drawing/2014/main" id="{B540413B-CD15-464F-BF8D-FDACFAFC95AE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582696" y="2528044"/>
              <a:ext cx="98224" cy="110462"/>
            </a:xfrm>
            <a:custGeom>
              <a:avLst/>
              <a:gdLst>
                <a:gd name="T0" fmla="*/ 2147483647 w 300"/>
                <a:gd name="T1" fmla="*/ 2147483647 h 336"/>
                <a:gd name="T2" fmla="*/ 2147483647 w 300"/>
                <a:gd name="T3" fmla="*/ 2147483647 h 336"/>
                <a:gd name="T4" fmla="*/ 2147483647 w 300"/>
                <a:gd name="T5" fmla="*/ 2147483647 h 336"/>
                <a:gd name="T6" fmla="*/ 2147483647 w 300"/>
                <a:gd name="T7" fmla="*/ 2147483647 h 336"/>
                <a:gd name="T8" fmla="*/ 2147483647 w 300"/>
                <a:gd name="T9" fmla="*/ 2147483647 h 336"/>
                <a:gd name="T10" fmla="*/ 2147483647 w 300"/>
                <a:gd name="T11" fmla="*/ 0 h 336"/>
                <a:gd name="T12" fmla="*/ 2147483647 w 300"/>
                <a:gd name="T13" fmla="*/ 2147483647 h 336"/>
                <a:gd name="T14" fmla="*/ 2147483647 w 300"/>
                <a:gd name="T15" fmla="*/ 2147483647 h 336"/>
                <a:gd name="T16" fmla="*/ 2147483647 w 300"/>
                <a:gd name="T17" fmla="*/ 2147483647 h 336"/>
                <a:gd name="T18" fmla="*/ 2147483647 w 300"/>
                <a:gd name="T19" fmla="*/ 2147483647 h 336"/>
                <a:gd name="T20" fmla="*/ 2147483647 w 300"/>
                <a:gd name="T21" fmla="*/ 2147483647 h 336"/>
                <a:gd name="T22" fmla="*/ 2147483647 w 300"/>
                <a:gd name="T23" fmla="*/ 2147483647 h 336"/>
                <a:gd name="T24" fmla="*/ 2147483647 w 300"/>
                <a:gd name="T25" fmla="*/ 2147483647 h 336"/>
                <a:gd name="T26" fmla="*/ 2147483647 w 300"/>
                <a:gd name="T27" fmla="*/ 2147483647 h 336"/>
                <a:gd name="T28" fmla="*/ 2147483647 w 300"/>
                <a:gd name="T29" fmla="*/ 2147483647 h 336"/>
                <a:gd name="T30" fmla="*/ 2147483647 w 300"/>
                <a:gd name="T31" fmla="*/ 2147483647 h 336"/>
                <a:gd name="T32" fmla="*/ 2147483647 w 300"/>
                <a:gd name="T33" fmla="*/ 2147483647 h 336"/>
                <a:gd name="T34" fmla="*/ 2147483647 w 300"/>
                <a:gd name="T35" fmla="*/ 2147483647 h 336"/>
                <a:gd name="T36" fmla="*/ 2147483647 w 300"/>
                <a:gd name="T37" fmla="*/ 2147483647 h 336"/>
                <a:gd name="T38" fmla="*/ 2147483647 w 300"/>
                <a:gd name="T39" fmla="*/ 2147483647 h 336"/>
                <a:gd name="T40" fmla="*/ 2147483647 w 300"/>
                <a:gd name="T41" fmla="*/ 2147483647 h 336"/>
                <a:gd name="T42" fmla="*/ 2147483647 w 300"/>
                <a:gd name="T43" fmla="*/ 2147483647 h 336"/>
                <a:gd name="T44" fmla="*/ 2147483647 w 300"/>
                <a:gd name="T45" fmla="*/ 2147483647 h 336"/>
                <a:gd name="T46" fmla="*/ 2147483647 w 300"/>
                <a:gd name="T47" fmla="*/ 2147483647 h 336"/>
                <a:gd name="T48" fmla="*/ 2147483647 w 300"/>
                <a:gd name="T49" fmla="*/ 2147483647 h 336"/>
                <a:gd name="T50" fmla="*/ 2147483647 w 300"/>
                <a:gd name="T51" fmla="*/ 2147483647 h 336"/>
                <a:gd name="T52" fmla="*/ 2147483647 w 300"/>
                <a:gd name="T53" fmla="*/ 2147483647 h 336"/>
                <a:gd name="T54" fmla="*/ 2147483647 w 300"/>
                <a:gd name="T55" fmla="*/ 2147483647 h 336"/>
                <a:gd name="T56" fmla="*/ 2147483647 w 300"/>
                <a:gd name="T57" fmla="*/ 2147483647 h 336"/>
                <a:gd name="T58" fmla="*/ 0 w 300"/>
                <a:gd name="T59" fmla="*/ 2147483647 h 336"/>
                <a:gd name="T60" fmla="*/ 2147483647 w 300"/>
                <a:gd name="T61" fmla="*/ 2147483647 h 336"/>
                <a:gd name="T62" fmla="*/ 2147483647 w 300"/>
                <a:gd name="T63" fmla="*/ 2147483647 h 336"/>
                <a:gd name="T64" fmla="*/ 2147483647 w 300"/>
                <a:gd name="T65" fmla="*/ 2147483647 h 336"/>
                <a:gd name="T66" fmla="*/ 2147483647 w 300"/>
                <a:gd name="T67" fmla="*/ 2147483647 h 336"/>
                <a:gd name="T68" fmla="*/ 2147483647 w 300"/>
                <a:gd name="T69" fmla="*/ 2147483647 h 336"/>
                <a:gd name="T70" fmla="*/ 2147483647 w 300"/>
                <a:gd name="T71" fmla="*/ 2147483647 h 336"/>
                <a:gd name="T72" fmla="*/ 2147483647 w 300"/>
                <a:gd name="T73" fmla="*/ 2147483647 h 336"/>
                <a:gd name="T74" fmla="*/ 2147483647 w 300"/>
                <a:gd name="T75" fmla="*/ 2147483647 h 336"/>
                <a:gd name="T76" fmla="*/ 2147483647 w 300"/>
                <a:gd name="T77" fmla="*/ 2147483647 h 336"/>
                <a:gd name="T78" fmla="*/ 2147483647 w 300"/>
                <a:gd name="T79" fmla="*/ 2147483647 h 336"/>
                <a:gd name="T80" fmla="*/ 2147483647 w 300"/>
                <a:gd name="T81" fmla="*/ 2147483647 h 336"/>
                <a:gd name="T82" fmla="*/ 2147483647 w 300"/>
                <a:gd name="T83" fmla="*/ 2147483647 h 336"/>
                <a:gd name="T84" fmla="*/ 2147483647 w 300"/>
                <a:gd name="T85" fmla="*/ 2147483647 h 336"/>
                <a:gd name="T86" fmla="*/ 2147483647 w 300"/>
                <a:gd name="T87" fmla="*/ 2147483647 h 336"/>
                <a:gd name="T88" fmla="*/ 2147483647 w 300"/>
                <a:gd name="T89" fmla="*/ 2147483647 h 336"/>
                <a:gd name="T90" fmla="*/ 2147483647 w 300"/>
                <a:gd name="T91" fmla="*/ 2147483647 h 336"/>
                <a:gd name="T92" fmla="*/ 2147483647 w 300"/>
                <a:gd name="T93" fmla="*/ 2147483647 h 336"/>
                <a:gd name="T94" fmla="*/ 2147483647 w 300"/>
                <a:gd name="T95" fmla="*/ 2147483647 h 336"/>
                <a:gd name="T96" fmla="*/ 2147483647 w 300"/>
                <a:gd name="T97" fmla="*/ 2147483647 h 336"/>
                <a:gd name="T98" fmla="*/ 2147483647 w 300"/>
                <a:gd name="T99" fmla="*/ 2147483647 h 336"/>
                <a:gd name="T100" fmla="*/ 2147483647 w 300"/>
                <a:gd name="T101" fmla="*/ 2147483647 h 336"/>
                <a:gd name="T102" fmla="*/ 2147483647 w 300"/>
                <a:gd name="T103" fmla="*/ 2147483647 h 336"/>
                <a:gd name="T104" fmla="*/ 2147483647 w 300"/>
                <a:gd name="T105" fmla="*/ 2147483647 h 336"/>
                <a:gd name="T106" fmla="*/ 2147483647 w 300"/>
                <a:gd name="T107" fmla="*/ 2147483647 h 336"/>
                <a:gd name="T108" fmla="*/ 2147483647 w 300"/>
                <a:gd name="T109" fmla="*/ 2147483647 h 336"/>
                <a:gd name="T110" fmla="*/ 2147483647 w 300"/>
                <a:gd name="T111" fmla="*/ 2147483647 h 336"/>
                <a:gd name="T112" fmla="*/ 2147483647 w 300"/>
                <a:gd name="T113" fmla="*/ 2147483647 h 336"/>
                <a:gd name="T114" fmla="*/ 2147483647 w 300"/>
                <a:gd name="T115" fmla="*/ 2147483647 h 336"/>
                <a:gd name="T116" fmla="*/ 2147483647 w 300"/>
                <a:gd name="T117" fmla="*/ 2147483647 h 336"/>
                <a:gd name="T118" fmla="*/ 2147483647 w 300"/>
                <a:gd name="T119" fmla="*/ 2147483647 h 336"/>
                <a:gd name="T120" fmla="*/ 2147483647 w 300"/>
                <a:gd name="T121" fmla="*/ 2147483647 h 3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00"/>
                <a:gd name="T184" fmla="*/ 0 h 336"/>
                <a:gd name="T185" fmla="*/ 300 w 300"/>
                <a:gd name="T186" fmla="*/ 336 h 3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00" h="336">
                  <a:moveTo>
                    <a:pt x="288" y="156"/>
                  </a:moveTo>
                  <a:lnTo>
                    <a:pt x="270" y="168"/>
                  </a:lnTo>
                  <a:lnTo>
                    <a:pt x="258" y="162"/>
                  </a:lnTo>
                  <a:lnTo>
                    <a:pt x="228" y="162"/>
                  </a:lnTo>
                  <a:lnTo>
                    <a:pt x="252" y="6"/>
                  </a:lnTo>
                  <a:lnTo>
                    <a:pt x="120" y="0"/>
                  </a:lnTo>
                  <a:lnTo>
                    <a:pt x="120" y="12"/>
                  </a:lnTo>
                  <a:lnTo>
                    <a:pt x="126" y="24"/>
                  </a:lnTo>
                  <a:lnTo>
                    <a:pt x="126" y="48"/>
                  </a:lnTo>
                  <a:lnTo>
                    <a:pt x="120" y="48"/>
                  </a:lnTo>
                  <a:lnTo>
                    <a:pt x="108" y="54"/>
                  </a:lnTo>
                  <a:lnTo>
                    <a:pt x="84" y="54"/>
                  </a:lnTo>
                  <a:lnTo>
                    <a:pt x="96" y="60"/>
                  </a:lnTo>
                  <a:lnTo>
                    <a:pt x="96" y="66"/>
                  </a:lnTo>
                  <a:lnTo>
                    <a:pt x="102" y="78"/>
                  </a:lnTo>
                  <a:lnTo>
                    <a:pt x="108" y="84"/>
                  </a:lnTo>
                  <a:lnTo>
                    <a:pt x="114" y="84"/>
                  </a:lnTo>
                  <a:lnTo>
                    <a:pt x="126" y="90"/>
                  </a:lnTo>
                  <a:lnTo>
                    <a:pt x="132" y="90"/>
                  </a:lnTo>
                  <a:lnTo>
                    <a:pt x="138" y="114"/>
                  </a:lnTo>
                  <a:lnTo>
                    <a:pt x="156" y="114"/>
                  </a:lnTo>
                  <a:lnTo>
                    <a:pt x="156" y="126"/>
                  </a:lnTo>
                  <a:lnTo>
                    <a:pt x="150" y="132"/>
                  </a:lnTo>
                  <a:lnTo>
                    <a:pt x="144" y="132"/>
                  </a:lnTo>
                  <a:lnTo>
                    <a:pt x="144" y="150"/>
                  </a:lnTo>
                  <a:lnTo>
                    <a:pt x="54" y="144"/>
                  </a:lnTo>
                  <a:lnTo>
                    <a:pt x="24" y="192"/>
                  </a:lnTo>
                  <a:lnTo>
                    <a:pt x="24" y="264"/>
                  </a:lnTo>
                  <a:lnTo>
                    <a:pt x="18" y="270"/>
                  </a:lnTo>
                  <a:lnTo>
                    <a:pt x="0" y="270"/>
                  </a:lnTo>
                  <a:lnTo>
                    <a:pt x="6" y="282"/>
                  </a:lnTo>
                  <a:lnTo>
                    <a:pt x="12" y="288"/>
                  </a:lnTo>
                  <a:lnTo>
                    <a:pt x="24" y="288"/>
                  </a:lnTo>
                  <a:lnTo>
                    <a:pt x="42" y="300"/>
                  </a:lnTo>
                  <a:lnTo>
                    <a:pt x="60" y="318"/>
                  </a:lnTo>
                  <a:lnTo>
                    <a:pt x="72" y="324"/>
                  </a:lnTo>
                  <a:lnTo>
                    <a:pt x="120" y="324"/>
                  </a:lnTo>
                  <a:lnTo>
                    <a:pt x="126" y="330"/>
                  </a:lnTo>
                  <a:lnTo>
                    <a:pt x="132" y="330"/>
                  </a:lnTo>
                  <a:lnTo>
                    <a:pt x="138" y="336"/>
                  </a:lnTo>
                  <a:lnTo>
                    <a:pt x="150" y="324"/>
                  </a:lnTo>
                  <a:lnTo>
                    <a:pt x="162" y="318"/>
                  </a:lnTo>
                  <a:lnTo>
                    <a:pt x="168" y="312"/>
                  </a:lnTo>
                  <a:lnTo>
                    <a:pt x="174" y="312"/>
                  </a:lnTo>
                  <a:lnTo>
                    <a:pt x="180" y="300"/>
                  </a:lnTo>
                  <a:lnTo>
                    <a:pt x="186" y="294"/>
                  </a:lnTo>
                  <a:lnTo>
                    <a:pt x="186" y="282"/>
                  </a:lnTo>
                  <a:lnTo>
                    <a:pt x="204" y="282"/>
                  </a:lnTo>
                  <a:lnTo>
                    <a:pt x="210" y="276"/>
                  </a:lnTo>
                  <a:lnTo>
                    <a:pt x="222" y="270"/>
                  </a:lnTo>
                  <a:lnTo>
                    <a:pt x="222" y="264"/>
                  </a:lnTo>
                  <a:lnTo>
                    <a:pt x="228" y="252"/>
                  </a:lnTo>
                  <a:lnTo>
                    <a:pt x="228" y="234"/>
                  </a:lnTo>
                  <a:lnTo>
                    <a:pt x="234" y="222"/>
                  </a:lnTo>
                  <a:lnTo>
                    <a:pt x="246" y="216"/>
                  </a:lnTo>
                  <a:lnTo>
                    <a:pt x="258" y="204"/>
                  </a:lnTo>
                  <a:lnTo>
                    <a:pt x="270" y="198"/>
                  </a:lnTo>
                  <a:lnTo>
                    <a:pt x="282" y="186"/>
                  </a:lnTo>
                  <a:lnTo>
                    <a:pt x="294" y="180"/>
                  </a:lnTo>
                  <a:lnTo>
                    <a:pt x="300" y="168"/>
                  </a:lnTo>
                  <a:lnTo>
                    <a:pt x="288" y="15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06" name="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9F7FCABF-9525-432D-86DA-E7C0FFD6A802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383034" y="2666763"/>
              <a:ext cx="171892" cy="145142"/>
            </a:xfrm>
            <a:custGeom>
              <a:avLst/>
              <a:gdLst>
                <a:gd name="T0" fmla="*/ 2147483647 w 522"/>
                <a:gd name="T1" fmla="*/ 2147483647 h 444"/>
                <a:gd name="T2" fmla="*/ 2147483647 w 522"/>
                <a:gd name="T3" fmla="*/ 2147483647 h 444"/>
                <a:gd name="T4" fmla="*/ 2147483647 w 522"/>
                <a:gd name="T5" fmla="*/ 2147483647 h 444"/>
                <a:gd name="T6" fmla="*/ 2147483647 w 522"/>
                <a:gd name="T7" fmla="*/ 2147483647 h 444"/>
                <a:gd name="T8" fmla="*/ 2147483647 w 522"/>
                <a:gd name="T9" fmla="*/ 2147483647 h 444"/>
                <a:gd name="T10" fmla="*/ 2147483647 w 522"/>
                <a:gd name="T11" fmla="*/ 2147483647 h 444"/>
                <a:gd name="T12" fmla="*/ 2147483647 w 522"/>
                <a:gd name="T13" fmla="*/ 2147483647 h 444"/>
                <a:gd name="T14" fmla="*/ 2147483647 w 522"/>
                <a:gd name="T15" fmla="*/ 2147483647 h 444"/>
                <a:gd name="T16" fmla="*/ 2147483647 w 522"/>
                <a:gd name="T17" fmla="*/ 2147483647 h 444"/>
                <a:gd name="T18" fmla="*/ 2147483647 w 522"/>
                <a:gd name="T19" fmla="*/ 2147483647 h 444"/>
                <a:gd name="T20" fmla="*/ 2147483647 w 522"/>
                <a:gd name="T21" fmla="*/ 2147483647 h 444"/>
                <a:gd name="T22" fmla="*/ 2147483647 w 522"/>
                <a:gd name="T23" fmla="*/ 2147483647 h 444"/>
                <a:gd name="T24" fmla="*/ 2147483647 w 522"/>
                <a:gd name="T25" fmla="*/ 2147483647 h 444"/>
                <a:gd name="T26" fmla="*/ 2147483647 w 522"/>
                <a:gd name="T27" fmla="*/ 2147483647 h 444"/>
                <a:gd name="T28" fmla="*/ 2147483647 w 522"/>
                <a:gd name="T29" fmla="*/ 2147483647 h 444"/>
                <a:gd name="T30" fmla="*/ 2147483647 w 522"/>
                <a:gd name="T31" fmla="*/ 2147483647 h 444"/>
                <a:gd name="T32" fmla="*/ 2147483647 w 522"/>
                <a:gd name="T33" fmla="*/ 2147483647 h 444"/>
                <a:gd name="T34" fmla="*/ 2147483647 w 522"/>
                <a:gd name="T35" fmla="*/ 2147483647 h 444"/>
                <a:gd name="T36" fmla="*/ 2147483647 w 522"/>
                <a:gd name="T37" fmla="*/ 2147483647 h 444"/>
                <a:gd name="T38" fmla="*/ 2147483647 w 522"/>
                <a:gd name="T39" fmla="*/ 2147483647 h 444"/>
                <a:gd name="T40" fmla="*/ 2147483647 w 522"/>
                <a:gd name="T41" fmla="*/ 2147483647 h 444"/>
                <a:gd name="T42" fmla="*/ 2147483647 w 522"/>
                <a:gd name="T43" fmla="*/ 2147483647 h 444"/>
                <a:gd name="T44" fmla="*/ 2147483647 w 522"/>
                <a:gd name="T45" fmla="*/ 2147483647 h 444"/>
                <a:gd name="T46" fmla="*/ 2147483647 w 522"/>
                <a:gd name="T47" fmla="*/ 2147483647 h 444"/>
                <a:gd name="T48" fmla="*/ 2147483647 w 522"/>
                <a:gd name="T49" fmla="*/ 2147483647 h 444"/>
                <a:gd name="T50" fmla="*/ 2147483647 w 522"/>
                <a:gd name="T51" fmla="*/ 2147483647 h 444"/>
                <a:gd name="T52" fmla="*/ 2147483647 w 522"/>
                <a:gd name="T53" fmla="*/ 2147483647 h 444"/>
                <a:gd name="T54" fmla="*/ 2147483647 w 522"/>
                <a:gd name="T55" fmla="*/ 2147483647 h 444"/>
                <a:gd name="T56" fmla="*/ 2147483647 w 522"/>
                <a:gd name="T57" fmla="*/ 2147483647 h 444"/>
                <a:gd name="T58" fmla="*/ 2147483647 w 522"/>
                <a:gd name="T59" fmla="*/ 2147483647 h 444"/>
                <a:gd name="T60" fmla="*/ 2147483647 w 522"/>
                <a:gd name="T61" fmla="*/ 2147483647 h 444"/>
                <a:gd name="T62" fmla="*/ 2147483647 w 522"/>
                <a:gd name="T63" fmla="*/ 2147483647 h 444"/>
                <a:gd name="T64" fmla="*/ 2147483647 w 522"/>
                <a:gd name="T65" fmla="*/ 2147483647 h 444"/>
                <a:gd name="T66" fmla="*/ 2147483647 w 522"/>
                <a:gd name="T67" fmla="*/ 2147483647 h 444"/>
                <a:gd name="T68" fmla="*/ 2147483647 w 522"/>
                <a:gd name="T69" fmla="*/ 2147483647 h 444"/>
                <a:gd name="T70" fmla="*/ 2147483647 w 522"/>
                <a:gd name="T71" fmla="*/ 2147483647 h 444"/>
                <a:gd name="T72" fmla="*/ 2147483647 w 522"/>
                <a:gd name="T73" fmla="*/ 2147483647 h 444"/>
                <a:gd name="T74" fmla="*/ 2147483647 w 522"/>
                <a:gd name="T75" fmla="*/ 2147483647 h 444"/>
                <a:gd name="T76" fmla="*/ 2147483647 w 522"/>
                <a:gd name="T77" fmla="*/ 2147483647 h 444"/>
                <a:gd name="T78" fmla="*/ 2147483647 w 522"/>
                <a:gd name="T79" fmla="*/ 2147483647 h 444"/>
                <a:gd name="T80" fmla="*/ 2147483647 w 522"/>
                <a:gd name="T81" fmla="*/ 2147483647 h 444"/>
                <a:gd name="T82" fmla="*/ 2147483647 w 522"/>
                <a:gd name="T83" fmla="*/ 2147483647 h 444"/>
                <a:gd name="T84" fmla="*/ 2147483647 w 522"/>
                <a:gd name="T85" fmla="*/ 2147483647 h 444"/>
                <a:gd name="T86" fmla="*/ 2147483647 w 522"/>
                <a:gd name="T87" fmla="*/ 2147483647 h 444"/>
                <a:gd name="T88" fmla="*/ 2147483647 w 522"/>
                <a:gd name="T89" fmla="*/ 2147483647 h 444"/>
                <a:gd name="T90" fmla="*/ 2147483647 w 522"/>
                <a:gd name="T91" fmla="*/ 2147483647 h 444"/>
                <a:gd name="T92" fmla="*/ 2147483647 w 522"/>
                <a:gd name="T93" fmla="*/ 2147483647 h 44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22"/>
                <a:gd name="T142" fmla="*/ 0 h 444"/>
                <a:gd name="T143" fmla="*/ 522 w 522"/>
                <a:gd name="T144" fmla="*/ 444 h 444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22" h="444">
                  <a:moveTo>
                    <a:pt x="96" y="0"/>
                  </a:moveTo>
                  <a:lnTo>
                    <a:pt x="96" y="24"/>
                  </a:lnTo>
                  <a:lnTo>
                    <a:pt x="78" y="24"/>
                  </a:lnTo>
                  <a:lnTo>
                    <a:pt x="72" y="30"/>
                  </a:lnTo>
                  <a:lnTo>
                    <a:pt x="72" y="42"/>
                  </a:lnTo>
                  <a:lnTo>
                    <a:pt x="78" y="48"/>
                  </a:lnTo>
                  <a:lnTo>
                    <a:pt x="90" y="54"/>
                  </a:lnTo>
                  <a:lnTo>
                    <a:pt x="96" y="60"/>
                  </a:lnTo>
                  <a:lnTo>
                    <a:pt x="96" y="66"/>
                  </a:lnTo>
                  <a:lnTo>
                    <a:pt x="90" y="78"/>
                  </a:lnTo>
                  <a:lnTo>
                    <a:pt x="84" y="84"/>
                  </a:lnTo>
                  <a:lnTo>
                    <a:pt x="54" y="84"/>
                  </a:lnTo>
                  <a:lnTo>
                    <a:pt x="42" y="90"/>
                  </a:lnTo>
                  <a:lnTo>
                    <a:pt x="36" y="96"/>
                  </a:lnTo>
                  <a:lnTo>
                    <a:pt x="18" y="96"/>
                  </a:lnTo>
                  <a:lnTo>
                    <a:pt x="0" y="126"/>
                  </a:lnTo>
                  <a:lnTo>
                    <a:pt x="0" y="132"/>
                  </a:lnTo>
                  <a:lnTo>
                    <a:pt x="18" y="150"/>
                  </a:lnTo>
                  <a:lnTo>
                    <a:pt x="30" y="150"/>
                  </a:lnTo>
                  <a:lnTo>
                    <a:pt x="30" y="162"/>
                  </a:lnTo>
                  <a:lnTo>
                    <a:pt x="24" y="168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54" y="204"/>
                  </a:lnTo>
                  <a:lnTo>
                    <a:pt x="72" y="204"/>
                  </a:lnTo>
                  <a:lnTo>
                    <a:pt x="72" y="228"/>
                  </a:lnTo>
                  <a:lnTo>
                    <a:pt x="84" y="228"/>
                  </a:lnTo>
                  <a:lnTo>
                    <a:pt x="90" y="222"/>
                  </a:lnTo>
                  <a:lnTo>
                    <a:pt x="90" y="234"/>
                  </a:lnTo>
                  <a:lnTo>
                    <a:pt x="96" y="246"/>
                  </a:lnTo>
                  <a:lnTo>
                    <a:pt x="96" y="258"/>
                  </a:lnTo>
                  <a:lnTo>
                    <a:pt x="114" y="276"/>
                  </a:lnTo>
                  <a:lnTo>
                    <a:pt x="126" y="282"/>
                  </a:lnTo>
                  <a:lnTo>
                    <a:pt x="132" y="288"/>
                  </a:lnTo>
                  <a:lnTo>
                    <a:pt x="138" y="282"/>
                  </a:lnTo>
                  <a:lnTo>
                    <a:pt x="150" y="276"/>
                  </a:lnTo>
                  <a:lnTo>
                    <a:pt x="156" y="264"/>
                  </a:lnTo>
                  <a:lnTo>
                    <a:pt x="168" y="252"/>
                  </a:lnTo>
                  <a:lnTo>
                    <a:pt x="174" y="240"/>
                  </a:lnTo>
                  <a:lnTo>
                    <a:pt x="180" y="234"/>
                  </a:lnTo>
                  <a:lnTo>
                    <a:pt x="180" y="228"/>
                  </a:lnTo>
                  <a:lnTo>
                    <a:pt x="216" y="228"/>
                  </a:lnTo>
                  <a:lnTo>
                    <a:pt x="222" y="210"/>
                  </a:lnTo>
                  <a:lnTo>
                    <a:pt x="258" y="210"/>
                  </a:lnTo>
                  <a:lnTo>
                    <a:pt x="300" y="270"/>
                  </a:lnTo>
                  <a:lnTo>
                    <a:pt x="300" y="288"/>
                  </a:lnTo>
                  <a:lnTo>
                    <a:pt x="312" y="300"/>
                  </a:lnTo>
                  <a:lnTo>
                    <a:pt x="312" y="318"/>
                  </a:lnTo>
                  <a:lnTo>
                    <a:pt x="306" y="330"/>
                  </a:lnTo>
                  <a:lnTo>
                    <a:pt x="300" y="336"/>
                  </a:lnTo>
                  <a:lnTo>
                    <a:pt x="294" y="354"/>
                  </a:lnTo>
                  <a:lnTo>
                    <a:pt x="324" y="342"/>
                  </a:lnTo>
                  <a:lnTo>
                    <a:pt x="348" y="348"/>
                  </a:lnTo>
                  <a:lnTo>
                    <a:pt x="348" y="336"/>
                  </a:lnTo>
                  <a:lnTo>
                    <a:pt x="354" y="330"/>
                  </a:lnTo>
                  <a:lnTo>
                    <a:pt x="360" y="330"/>
                  </a:lnTo>
                  <a:lnTo>
                    <a:pt x="372" y="336"/>
                  </a:lnTo>
                  <a:lnTo>
                    <a:pt x="384" y="348"/>
                  </a:lnTo>
                  <a:lnTo>
                    <a:pt x="390" y="366"/>
                  </a:lnTo>
                  <a:lnTo>
                    <a:pt x="390" y="426"/>
                  </a:lnTo>
                  <a:lnTo>
                    <a:pt x="402" y="426"/>
                  </a:lnTo>
                  <a:lnTo>
                    <a:pt x="402" y="432"/>
                  </a:lnTo>
                  <a:lnTo>
                    <a:pt x="414" y="444"/>
                  </a:lnTo>
                  <a:lnTo>
                    <a:pt x="420" y="444"/>
                  </a:lnTo>
                  <a:lnTo>
                    <a:pt x="432" y="432"/>
                  </a:lnTo>
                  <a:lnTo>
                    <a:pt x="432" y="420"/>
                  </a:lnTo>
                  <a:lnTo>
                    <a:pt x="438" y="408"/>
                  </a:lnTo>
                  <a:lnTo>
                    <a:pt x="444" y="402"/>
                  </a:lnTo>
                  <a:lnTo>
                    <a:pt x="456" y="402"/>
                  </a:lnTo>
                  <a:lnTo>
                    <a:pt x="468" y="408"/>
                  </a:lnTo>
                  <a:lnTo>
                    <a:pt x="474" y="414"/>
                  </a:lnTo>
                  <a:lnTo>
                    <a:pt x="480" y="414"/>
                  </a:lnTo>
                  <a:lnTo>
                    <a:pt x="486" y="408"/>
                  </a:lnTo>
                  <a:lnTo>
                    <a:pt x="486" y="390"/>
                  </a:lnTo>
                  <a:lnTo>
                    <a:pt x="480" y="384"/>
                  </a:lnTo>
                  <a:lnTo>
                    <a:pt x="480" y="378"/>
                  </a:lnTo>
                  <a:lnTo>
                    <a:pt x="498" y="378"/>
                  </a:lnTo>
                  <a:lnTo>
                    <a:pt x="492" y="366"/>
                  </a:lnTo>
                  <a:lnTo>
                    <a:pt x="480" y="360"/>
                  </a:lnTo>
                  <a:lnTo>
                    <a:pt x="474" y="348"/>
                  </a:lnTo>
                  <a:lnTo>
                    <a:pt x="474" y="336"/>
                  </a:lnTo>
                  <a:lnTo>
                    <a:pt x="492" y="336"/>
                  </a:lnTo>
                  <a:lnTo>
                    <a:pt x="498" y="342"/>
                  </a:lnTo>
                  <a:lnTo>
                    <a:pt x="510" y="342"/>
                  </a:lnTo>
                  <a:lnTo>
                    <a:pt x="516" y="348"/>
                  </a:lnTo>
                  <a:lnTo>
                    <a:pt x="516" y="342"/>
                  </a:lnTo>
                  <a:lnTo>
                    <a:pt x="522" y="336"/>
                  </a:lnTo>
                  <a:lnTo>
                    <a:pt x="522" y="324"/>
                  </a:lnTo>
                  <a:lnTo>
                    <a:pt x="516" y="324"/>
                  </a:lnTo>
                  <a:lnTo>
                    <a:pt x="504" y="318"/>
                  </a:lnTo>
                  <a:lnTo>
                    <a:pt x="498" y="318"/>
                  </a:lnTo>
                  <a:lnTo>
                    <a:pt x="498" y="306"/>
                  </a:lnTo>
                  <a:lnTo>
                    <a:pt x="504" y="294"/>
                  </a:lnTo>
                  <a:lnTo>
                    <a:pt x="510" y="288"/>
                  </a:lnTo>
                  <a:lnTo>
                    <a:pt x="492" y="282"/>
                  </a:lnTo>
                  <a:lnTo>
                    <a:pt x="504" y="264"/>
                  </a:lnTo>
                  <a:lnTo>
                    <a:pt x="486" y="258"/>
                  </a:lnTo>
                  <a:lnTo>
                    <a:pt x="480" y="222"/>
                  </a:lnTo>
                  <a:lnTo>
                    <a:pt x="498" y="198"/>
                  </a:lnTo>
                  <a:lnTo>
                    <a:pt x="468" y="168"/>
                  </a:lnTo>
                  <a:lnTo>
                    <a:pt x="468" y="132"/>
                  </a:lnTo>
                  <a:lnTo>
                    <a:pt x="444" y="132"/>
                  </a:lnTo>
                  <a:lnTo>
                    <a:pt x="468" y="96"/>
                  </a:lnTo>
                  <a:lnTo>
                    <a:pt x="432" y="78"/>
                  </a:lnTo>
                  <a:lnTo>
                    <a:pt x="444" y="48"/>
                  </a:lnTo>
                  <a:lnTo>
                    <a:pt x="426" y="36"/>
                  </a:lnTo>
                  <a:lnTo>
                    <a:pt x="426" y="18"/>
                  </a:lnTo>
                  <a:lnTo>
                    <a:pt x="414" y="12"/>
                  </a:lnTo>
                  <a:lnTo>
                    <a:pt x="402" y="12"/>
                  </a:lnTo>
                  <a:lnTo>
                    <a:pt x="396" y="18"/>
                  </a:lnTo>
                  <a:lnTo>
                    <a:pt x="396" y="36"/>
                  </a:lnTo>
                  <a:lnTo>
                    <a:pt x="378" y="54"/>
                  </a:lnTo>
                  <a:lnTo>
                    <a:pt x="366" y="48"/>
                  </a:lnTo>
                  <a:lnTo>
                    <a:pt x="360" y="42"/>
                  </a:lnTo>
                  <a:lnTo>
                    <a:pt x="348" y="36"/>
                  </a:lnTo>
                  <a:lnTo>
                    <a:pt x="342" y="36"/>
                  </a:lnTo>
                  <a:lnTo>
                    <a:pt x="336" y="30"/>
                  </a:lnTo>
                  <a:lnTo>
                    <a:pt x="330" y="30"/>
                  </a:lnTo>
                  <a:lnTo>
                    <a:pt x="324" y="42"/>
                  </a:lnTo>
                  <a:lnTo>
                    <a:pt x="312" y="54"/>
                  </a:lnTo>
                  <a:lnTo>
                    <a:pt x="306" y="66"/>
                  </a:lnTo>
                  <a:lnTo>
                    <a:pt x="306" y="54"/>
                  </a:lnTo>
                  <a:lnTo>
                    <a:pt x="300" y="42"/>
                  </a:lnTo>
                  <a:lnTo>
                    <a:pt x="288" y="30"/>
                  </a:lnTo>
                  <a:lnTo>
                    <a:pt x="276" y="42"/>
                  </a:lnTo>
                  <a:lnTo>
                    <a:pt x="270" y="54"/>
                  </a:lnTo>
                  <a:lnTo>
                    <a:pt x="264" y="60"/>
                  </a:lnTo>
                  <a:lnTo>
                    <a:pt x="258" y="54"/>
                  </a:lnTo>
                  <a:lnTo>
                    <a:pt x="258" y="48"/>
                  </a:lnTo>
                  <a:lnTo>
                    <a:pt x="252" y="36"/>
                  </a:lnTo>
                  <a:lnTo>
                    <a:pt x="252" y="24"/>
                  </a:lnTo>
                  <a:lnTo>
                    <a:pt x="210" y="24"/>
                  </a:lnTo>
                  <a:lnTo>
                    <a:pt x="204" y="30"/>
                  </a:lnTo>
                  <a:lnTo>
                    <a:pt x="192" y="36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18"/>
                  </a:lnTo>
                  <a:lnTo>
                    <a:pt x="162" y="12"/>
                  </a:lnTo>
                  <a:lnTo>
                    <a:pt x="156" y="18"/>
                  </a:lnTo>
                  <a:lnTo>
                    <a:pt x="138" y="18"/>
                  </a:lnTo>
                  <a:lnTo>
                    <a:pt x="132" y="6"/>
                  </a:lnTo>
                  <a:lnTo>
                    <a:pt x="132" y="0"/>
                  </a:lnTo>
                  <a:lnTo>
                    <a:pt x="96" y="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07" name="Greenland" descr="© INSCALE GmbH, 05.05.2010&#10;http://www.presentationload.com/">
              <a:extLst>
                <a:ext uri="{FF2B5EF4-FFF2-40B4-BE49-F238E27FC236}">
                  <a16:creationId xmlns:a16="http://schemas.microsoft.com/office/drawing/2014/main" id="{12BC8414-E4DA-4AA8-9B63-34D9AFB0A797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2722609" y="936625"/>
              <a:ext cx="926663" cy="500931"/>
            </a:xfrm>
            <a:custGeom>
              <a:avLst/>
              <a:gdLst>
                <a:gd name="T0" fmla="*/ 2147483647 w 732"/>
                <a:gd name="T1" fmla="*/ 2147483647 h 398"/>
                <a:gd name="T2" fmla="*/ 2147483647 w 732"/>
                <a:gd name="T3" fmla="*/ 2147483647 h 398"/>
                <a:gd name="T4" fmla="*/ 2147483647 w 732"/>
                <a:gd name="T5" fmla="*/ 2147483647 h 398"/>
                <a:gd name="T6" fmla="*/ 2147483647 w 732"/>
                <a:gd name="T7" fmla="*/ 2147483647 h 398"/>
                <a:gd name="T8" fmla="*/ 2147483647 w 732"/>
                <a:gd name="T9" fmla="*/ 2147483647 h 398"/>
                <a:gd name="T10" fmla="*/ 2147483647 w 732"/>
                <a:gd name="T11" fmla="*/ 2147483647 h 398"/>
                <a:gd name="T12" fmla="*/ 2147483647 w 732"/>
                <a:gd name="T13" fmla="*/ 2147483647 h 398"/>
                <a:gd name="T14" fmla="*/ 2147483647 w 732"/>
                <a:gd name="T15" fmla="*/ 2147483647 h 398"/>
                <a:gd name="T16" fmla="*/ 2147483647 w 732"/>
                <a:gd name="T17" fmla="*/ 2147483647 h 398"/>
                <a:gd name="T18" fmla="*/ 2147483647 w 732"/>
                <a:gd name="T19" fmla="*/ 2147483647 h 398"/>
                <a:gd name="T20" fmla="*/ 2147483647 w 732"/>
                <a:gd name="T21" fmla="*/ 2147483647 h 398"/>
                <a:gd name="T22" fmla="*/ 2147483647 w 732"/>
                <a:gd name="T23" fmla="*/ 2147483647 h 398"/>
                <a:gd name="T24" fmla="*/ 2147483647 w 732"/>
                <a:gd name="T25" fmla="*/ 2147483647 h 398"/>
                <a:gd name="T26" fmla="*/ 2147483647 w 732"/>
                <a:gd name="T27" fmla="*/ 2147483647 h 398"/>
                <a:gd name="T28" fmla="*/ 2147483647 w 732"/>
                <a:gd name="T29" fmla="*/ 2147483647 h 398"/>
                <a:gd name="T30" fmla="*/ 2147483647 w 732"/>
                <a:gd name="T31" fmla="*/ 2147483647 h 398"/>
                <a:gd name="T32" fmla="*/ 2147483647 w 732"/>
                <a:gd name="T33" fmla="*/ 2147483647 h 398"/>
                <a:gd name="T34" fmla="*/ 2147483647 w 732"/>
                <a:gd name="T35" fmla="*/ 2147483647 h 398"/>
                <a:gd name="T36" fmla="*/ 2147483647 w 732"/>
                <a:gd name="T37" fmla="*/ 2147483647 h 398"/>
                <a:gd name="T38" fmla="*/ 2147483647 w 732"/>
                <a:gd name="T39" fmla="*/ 2147483647 h 398"/>
                <a:gd name="T40" fmla="*/ 2147483647 w 732"/>
                <a:gd name="T41" fmla="*/ 2147483647 h 398"/>
                <a:gd name="T42" fmla="*/ 2147483647 w 732"/>
                <a:gd name="T43" fmla="*/ 2147483647 h 398"/>
                <a:gd name="T44" fmla="*/ 2147483647 w 732"/>
                <a:gd name="T45" fmla="*/ 2147483647 h 398"/>
                <a:gd name="T46" fmla="*/ 2147483647 w 732"/>
                <a:gd name="T47" fmla="*/ 2147483647 h 398"/>
                <a:gd name="T48" fmla="*/ 2147483647 w 732"/>
                <a:gd name="T49" fmla="*/ 2147483647 h 398"/>
                <a:gd name="T50" fmla="*/ 2147483647 w 732"/>
                <a:gd name="T51" fmla="*/ 2147483647 h 398"/>
                <a:gd name="T52" fmla="*/ 2147483647 w 732"/>
                <a:gd name="T53" fmla="*/ 2147483647 h 398"/>
                <a:gd name="T54" fmla="*/ 2147483647 w 732"/>
                <a:gd name="T55" fmla="*/ 2147483647 h 398"/>
                <a:gd name="T56" fmla="*/ 2147483647 w 732"/>
                <a:gd name="T57" fmla="*/ 2147483647 h 398"/>
                <a:gd name="T58" fmla="*/ 2147483647 w 732"/>
                <a:gd name="T59" fmla="*/ 2147483647 h 398"/>
                <a:gd name="T60" fmla="*/ 2147483647 w 732"/>
                <a:gd name="T61" fmla="*/ 2147483647 h 398"/>
                <a:gd name="T62" fmla="*/ 2147483647 w 732"/>
                <a:gd name="T63" fmla="*/ 2147483647 h 398"/>
                <a:gd name="T64" fmla="*/ 2147483647 w 732"/>
                <a:gd name="T65" fmla="*/ 2147483647 h 398"/>
                <a:gd name="T66" fmla="*/ 2147483647 w 732"/>
                <a:gd name="T67" fmla="*/ 2147483647 h 398"/>
                <a:gd name="T68" fmla="*/ 2147483647 w 732"/>
                <a:gd name="T69" fmla="*/ 2147483647 h 398"/>
                <a:gd name="T70" fmla="*/ 2147483647 w 732"/>
                <a:gd name="T71" fmla="*/ 2147483647 h 398"/>
                <a:gd name="T72" fmla="*/ 2147483647 w 732"/>
                <a:gd name="T73" fmla="*/ 2147483647 h 398"/>
                <a:gd name="T74" fmla="*/ 2147483647 w 732"/>
                <a:gd name="T75" fmla="*/ 2147483647 h 398"/>
                <a:gd name="T76" fmla="*/ 2147483647 w 732"/>
                <a:gd name="T77" fmla="*/ 2147483647 h 398"/>
                <a:gd name="T78" fmla="*/ 2147483647 w 732"/>
                <a:gd name="T79" fmla="*/ 2147483647 h 398"/>
                <a:gd name="T80" fmla="*/ 2147483647 w 732"/>
                <a:gd name="T81" fmla="*/ 2147483647 h 398"/>
                <a:gd name="T82" fmla="*/ 2147483647 w 732"/>
                <a:gd name="T83" fmla="*/ 2147483647 h 398"/>
                <a:gd name="T84" fmla="*/ 2147483647 w 732"/>
                <a:gd name="T85" fmla="*/ 2147483647 h 398"/>
                <a:gd name="T86" fmla="*/ 2147483647 w 732"/>
                <a:gd name="T87" fmla="*/ 2147483647 h 398"/>
                <a:gd name="T88" fmla="*/ 2147483647 w 732"/>
                <a:gd name="T89" fmla="*/ 2147483647 h 398"/>
                <a:gd name="T90" fmla="*/ 2147483647 w 732"/>
                <a:gd name="T91" fmla="*/ 2147483647 h 398"/>
                <a:gd name="T92" fmla="*/ 2147483647 w 732"/>
                <a:gd name="T93" fmla="*/ 2147483647 h 398"/>
                <a:gd name="T94" fmla="*/ 2147483647 w 732"/>
                <a:gd name="T95" fmla="*/ 2147483647 h 398"/>
                <a:gd name="T96" fmla="*/ 2147483647 w 732"/>
                <a:gd name="T97" fmla="*/ 2147483647 h 398"/>
                <a:gd name="T98" fmla="*/ 2147483647 w 732"/>
                <a:gd name="T99" fmla="*/ 2147483647 h 398"/>
                <a:gd name="T100" fmla="*/ 2147483647 w 732"/>
                <a:gd name="T101" fmla="*/ 2147483647 h 398"/>
                <a:gd name="T102" fmla="*/ 2147483647 w 732"/>
                <a:gd name="T103" fmla="*/ 2147483647 h 398"/>
                <a:gd name="T104" fmla="*/ 2147483647 w 732"/>
                <a:gd name="T105" fmla="*/ 2147483647 h 398"/>
                <a:gd name="T106" fmla="*/ 2147483647 w 732"/>
                <a:gd name="T107" fmla="*/ 2147483647 h 398"/>
                <a:gd name="T108" fmla="*/ 2147483647 w 732"/>
                <a:gd name="T109" fmla="*/ 2147483647 h 398"/>
                <a:gd name="T110" fmla="*/ 2147483647 w 732"/>
                <a:gd name="T111" fmla="*/ 2147483647 h 398"/>
                <a:gd name="T112" fmla="*/ 2147483647 w 732"/>
                <a:gd name="T113" fmla="*/ 2147483647 h 398"/>
                <a:gd name="T114" fmla="*/ 2147483647 w 732"/>
                <a:gd name="T115" fmla="*/ 2147483647 h 398"/>
                <a:gd name="T116" fmla="*/ 2147483647 w 732"/>
                <a:gd name="T117" fmla="*/ 2147483647 h 398"/>
                <a:gd name="T118" fmla="*/ 2147483647 w 732"/>
                <a:gd name="T119" fmla="*/ 2147483647 h 398"/>
                <a:gd name="T120" fmla="*/ 2147483647 w 732"/>
                <a:gd name="T121" fmla="*/ 2147483647 h 398"/>
                <a:gd name="T122" fmla="*/ 2147483647 w 732"/>
                <a:gd name="T123" fmla="*/ 2147483647 h 3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32"/>
                <a:gd name="T187" fmla="*/ 0 h 398"/>
                <a:gd name="T188" fmla="*/ 732 w 732"/>
                <a:gd name="T189" fmla="*/ 398 h 3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32" h="398">
                  <a:moveTo>
                    <a:pt x="730" y="24"/>
                  </a:moveTo>
                  <a:lnTo>
                    <a:pt x="728" y="24"/>
                  </a:lnTo>
                  <a:lnTo>
                    <a:pt x="723" y="24"/>
                  </a:lnTo>
                  <a:lnTo>
                    <a:pt x="718" y="22"/>
                  </a:lnTo>
                  <a:lnTo>
                    <a:pt x="678" y="22"/>
                  </a:lnTo>
                  <a:lnTo>
                    <a:pt x="678" y="24"/>
                  </a:lnTo>
                  <a:lnTo>
                    <a:pt x="670" y="26"/>
                  </a:lnTo>
                  <a:lnTo>
                    <a:pt x="659" y="26"/>
                  </a:lnTo>
                  <a:lnTo>
                    <a:pt x="651" y="24"/>
                  </a:lnTo>
                  <a:lnTo>
                    <a:pt x="637" y="24"/>
                  </a:lnTo>
                  <a:lnTo>
                    <a:pt x="623" y="29"/>
                  </a:lnTo>
                  <a:lnTo>
                    <a:pt x="616" y="34"/>
                  </a:lnTo>
                  <a:lnTo>
                    <a:pt x="611" y="34"/>
                  </a:lnTo>
                  <a:lnTo>
                    <a:pt x="606" y="34"/>
                  </a:lnTo>
                  <a:lnTo>
                    <a:pt x="604" y="36"/>
                  </a:lnTo>
                  <a:lnTo>
                    <a:pt x="602" y="36"/>
                  </a:lnTo>
                  <a:lnTo>
                    <a:pt x="597" y="38"/>
                  </a:lnTo>
                  <a:lnTo>
                    <a:pt x="592" y="38"/>
                  </a:lnTo>
                  <a:lnTo>
                    <a:pt x="599" y="34"/>
                  </a:lnTo>
                  <a:lnTo>
                    <a:pt x="609" y="31"/>
                  </a:lnTo>
                  <a:lnTo>
                    <a:pt x="621" y="26"/>
                  </a:lnTo>
                  <a:lnTo>
                    <a:pt x="623" y="24"/>
                  </a:lnTo>
                  <a:lnTo>
                    <a:pt x="618" y="19"/>
                  </a:lnTo>
                  <a:lnTo>
                    <a:pt x="606" y="19"/>
                  </a:lnTo>
                  <a:lnTo>
                    <a:pt x="604" y="22"/>
                  </a:lnTo>
                  <a:lnTo>
                    <a:pt x="602" y="22"/>
                  </a:lnTo>
                  <a:lnTo>
                    <a:pt x="597" y="24"/>
                  </a:lnTo>
                  <a:lnTo>
                    <a:pt x="594" y="24"/>
                  </a:lnTo>
                  <a:lnTo>
                    <a:pt x="566" y="26"/>
                  </a:lnTo>
                  <a:lnTo>
                    <a:pt x="566" y="29"/>
                  </a:lnTo>
                  <a:lnTo>
                    <a:pt x="563" y="29"/>
                  </a:lnTo>
                  <a:lnTo>
                    <a:pt x="566" y="26"/>
                  </a:lnTo>
                  <a:lnTo>
                    <a:pt x="568" y="26"/>
                  </a:lnTo>
                  <a:lnTo>
                    <a:pt x="573" y="26"/>
                  </a:lnTo>
                  <a:lnTo>
                    <a:pt x="578" y="24"/>
                  </a:lnTo>
                  <a:lnTo>
                    <a:pt x="580" y="24"/>
                  </a:lnTo>
                  <a:lnTo>
                    <a:pt x="582" y="24"/>
                  </a:lnTo>
                  <a:lnTo>
                    <a:pt x="585" y="22"/>
                  </a:lnTo>
                  <a:lnTo>
                    <a:pt x="578" y="19"/>
                  </a:lnTo>
                  <a:lnTo>
                    <a:pt x="552" y="19"/>
                  </a:lnTo>
                  <a:lnTo>
                    <a:pt x="542" y="22"/>
                  </a:lnTo>
                  <a:lnTo>
                    <a:pt x="525" y="19"/>
                  </a:lnTo>
                  <a:lnTo>
                    <a:pt x="523" y="19"/>
                  </a:lnTo>
                  <a:lnTo>
                    <a:pt x="523" y="22"/>
                  </a:lnTo>
                  <a:lnTo>
                    <a:pt x="518" y="22"/>
                  </a:lnTo>
                  <a:lnTo>
                    <a:pt x="514" y="24"/>
                  </a:lnTo>
                  <a:lnTo>
                    <a:pt x="511" y="24"/>
                  </a:lnTo>
                  <a:lnTo>
                    <a:pt x="509" y="24"/>
                  </a:lnTo>
                  <a:lnTo>
                    <a:pt x="506" y="24"/>
                  </a:lnTo>
                  <a:lnTo>
                    <a:pt x="509" y="22"/>
                  </a:lnTo>
                  <a:lnTo>
                    <a:pt x="518" y="19"/>
                  </a:lnTo>
                  <a:lnTo>
                    <a:pt x="530" y="19"/>
                  </a:lnTo>
                  <a:lnTo>
                    <a:pt x="563" y="19"/>
                  </a:lnTo>
                  <a:lnTo>
                    <a:pt x="580" y="17"/>
                  </a:lnTo>
                  <a:lnTo>
                    <a:pt x="625" y="17"/>
                  </a:lnTo>
                  <a:lnTo>
                    <a:pt x="632" y="14"/>
                  </a:lnTo>
                  <a:lnTo>
                    <a:pt x="628" y="12"/>
                  </a:lnTo>
                  <a:lnTo>
                    <a:pt x="618" y="10"/>
                  </a:lnTo>
                  <a:lnTo>
                    <a:pt x="592" y="10"/>
                  </a:lnTo>
                  <a:lnTo>
                    <a:pt x="594" y="10"/>
                  </a:lnTo>
                  <a:lnTo>
                    <a:pt x="597" y="7"/>
                  </a:lnTo>
                  <a:lnTo>
                    <a:pt x="594" y="5"/>
                  </a:lnTo>
                  <a:lnTo>
                    <a:pt x="585" y="5"/>
                  </a:lnTo>
                  <a:lnTo>
                    <a:pt x="582" y="7"/>
                  </a:lnTo>
                  <a:lnTo>
                    <a:pt x="568" y="7"/>
                  </a:lnTo>
                  <a:lnTo>
                    <a:pt x="566" y="5"/>
                  </a:lnTo>
                  <a:lnTo>
                    <a:pt x="571" y="5"/>
                  </a:lnTo>
                  <a:lnTo>
                    <a:pt x="573" y="5"/>
                  </a:lnTo>
                  <a:lnTo>
                    <a:pt x="578" y="5"/>
                  </a:lnTo>
                  <a:lnTo>
                    <a:pt x="578" y="2"/>
                  </a:lnTo>
                  <a:lnTo>
                    <a:pt x="575" y="2"/>
                  </a:lnTo>
                  <a:lnTo>
                    <a:pt x="571" y="0"/>
                  </a:lnTo>
                  <a:lnTo>
                    <a:pt x="537" y="0"/>
                  </a:lnTo>
                  <a:lnTo>
                    <a:pt x="528" y="2"/>
                  </a:lnTo>
                  <a:lnTo>
                    <a:pt x="518" y="2"/>
                  </a:lnTo>
                  <a:lnTo>
                    <a:pt x="509" y="0"/>
                  </a:lnTo>
                  <a:lnTo>
                    <a:pt x="483" y="0"/>
                  </a:lnTo>
                  <a:lnTo>
                    <a:pt x="478" y="2"/>
                  </a:lnTo>
                  <a:lnTo>
                    <a:pt x="454" y="2"/>
                  </a:lnTo>
                  <a:lnTo>
                    <a:pt x="452" y="0"/>
                  </a:lnTo>
                  <a:lnTo>
                    <a:pt x="447" y="0"/>
                  </a:lnTo>
                  <a:lnTo>
                    <a:pt x="445" y="2"/>
                  </a:lnTo>
                  <a:lnTo>
                    <a:pt x="442" y="2"/>
                  </a:lnTo>
                  <a:lnTo>
                    <a:pt x="442" y="5"/>
                  </a:lnTo>
                  <a:lnTo>
                    <a:pt x="445" y="5"/>
                  </a:lnTo>
                  <a:lnTo>
                    <a:pt x="447" y="5"/>
                  </a:lnTo>
                  <a:lnTo>
                    <a:pt x="442" y="7"/>
                  </a:lnTo>
                  <a:lnTo>
                    <a:pt x="428" y="7"/>
                  </a:lnTo>
                  <a:lnTo>
                    <a:pt x="409" y="5"/>
                  </a:lnTo>
                  <a:lnTo>
                    <a:pt x="378" y="5"/>
                  </a:lnTo>
                  <a:lnTo>
                    <a:pt x="373" y="5"/>
                  </a:lnTo>
                  <a:lnTo>
                    <a:pt x="371" y="5"/>
                  </a:lnTo>
                  <a:lnTo>
                    <a:pt x="368" y="7"/>
                  </a:lnTo>
                  <a:lnTo>
                    <a:pt x="366" y="7"/>
                  </a:lnTo>
                  <a:lnTo>
                    <a:pt x="366" y="10"/>
                  </a:lnTo>
                  <a:lnTo>
                    <a:pt x="368" y="10"/>
                  </a:lnTo>
                  <a:lnTo>
                    <a:pt x="378" y="10"/>
                  </a:lnTo>
                  <a:lnTo>
                    <a:pt x="387" y="10"/>
                  </a:lnTo>
                  <a:lnTo>
                    <a:pt x="399" y="12"/>
                  </a:lnTo>
                  <a:lnTo>
                    <a:pt x="404" y="12"/>
                  </a:lnTo>
                  <a:lnTo>
                    <a:pt x="426" y="14"/>
                  </a:lnTo>
                  <a:lnTo>
                    <a:pt x="399" y="14"/>
                  </a:lnTo>
                  <a:lnTo>
                    <a:pt x="395" y="14"/>
                  </a:lnTo>
                  <a:lnTo>
                    <a:pt x="392" y="14"/>
                  </a:lnTo>
                  <a:lnTo>
                    <a:pt x="387" y="12"/>
                  </a:lnTo>
                  <a:lnTo>
                    <a:pt x="378" y="12"/>
                  </a:lnTo>
                  <a:lnTo>
                    <a:pt x="380" y="14"/>
                  </a:lnTo>
                  <a:lnTo>
                    <a:pt x="383" y="14"/>
                  </a:lnTo>
                  <a:lnTo>
                    <a:pt x="385" y="14"/>
                  </a:lnTo>
                  <a:lnTo>
                    <a:pt x="376" y="14"/>
                  </a:lnTo>
                  <a:lnTo>
                    <a:pt x="373" y="17"/>
                  </a:lnTo>
                  <a:lnTo>
                    <a:pt x="373" y="19"/>
                  </a:lnTo>
                  <a:lnTo>
                    <a:pt x="371" y="22"/>
                  </a:lnTo>
                  <a:lnTo>
                    <a:pt x="371" y="24"/>
                  </a:lnTo>
                  <a:lnTo>
                    <a:pt x="368" y="24"/>
                  </a:lnTo>
                  <a:lnTo>
                    <a:pt x="366" y="24"/>
                  </a:lnTo>
                  <a:lnTo>
                    <a:pt x="364" y="24"/>
                  </a:lnTo>
                  <a:lnTo>
                    <a:pt x="359" y="24"/>
                  </a:lnTo>
                  <a:lnTo>
                    <a:pt x="357" y="22"/>
                  </a:lnTo>
                  <a:lnTo>
                    <a:pt x="345" y="19"/>
                  </a:lnTo>
                  <a:lnTo>
                    <a:pt x="330" y="14"/>
                  </a:lnTo>
                  <a:lnTo>
                    <a:pt x="309" y="14"/>
                  </a:lnTo>
                  <a:lnTo>
                    <a:pt x="309" y="24"/>
                  </a:lnTo>
                  <a:lnTo>
                    <a:pt x="297" y="24"/>
                  </a:lnTo>
                  <a:lnTo>
                    <a:pt x="292" y="22"/>
                  </a:lnTo>
                  <a:lnTo>
                    <a:pt x="288" y="22"/>
                  </a:lnTo>
                  <a:lnTo>
                    <a:pt x="285" y="19"/>
                  </a:lnTo>
                  <a:lnTo>
                    <a:pt x="278" y="19"/>
                  </a:lnTo>
                  <a:lnTo>
                    <a:pt x="273" y="22"/>
                  </a:lnTo>
                  <a:lnTo>
                    <a:pt x="273" y="24"/>
                  </a:lnTo>
                  <a:lnTo>
                    <a:pt x="269" y="24"/>
                  </a:lnTo>
                  <a:lnTo>
                    <a:pt x="271" y="19"/>
                  </a:lnTo>
                  <a:lnTo>
                    <a:pt x="269" y="17"/>
                  </a:lnTo>
                  <a:lnTo>
                    <a:pt x="238" y="17"/>
                  </a:lnTo>
                  <a:lnTo>
                    <a:pt x="228" y="19"/>
                  </a:lnTo>
                  <a:lnTo>
                    <a:pt x="209" y="19"/>
                  </a:lnTo>
                  <a:lnTo>
                    <a:pt x="214" y="22"/>
                  </a:lnTo>
                  <a:lnTo>
                    <a:pt x="223" y="26"/>
                  </a:lnTo>
                  <a:lnTo>
                    <a:pt x="226" y="29"/>
                  </a:lnTo>
                  <a:lnTo>
                    <a:pt x="223" y="29"/>
                  </a:lnTo>
                  <a:lnTo>
                    <a:pt x="223" y="26"/>
                  </a:lnTo>
                  <a:lnTo>
                    <a:pt x="214" y="24"/>
                  </a:lnTo>
                  <a:lnTo>
                    <a:pt x="207" y="24"/>
                  </a:lnTo>
                  <a:lnTo>
                    <a:pt x="202" y="22"/>
                  </a:lnTo>
                  <a:lnTo>
                    <a:pt x="197" y="22"/>
                  </a:lnTo>
                  <a:lnTo>
                    <a:pt x="192" y="19"/>
                  </a:lnTo>
                  <a:lnTo>
                    <a:pt x="190" y="19"/>
                  </a:lnTo>
                  <a:lnTo>
                    <a:pt x="188" y="22"/>
                  </a:lnTo>
                  <a:lnTo>
                    <a:pt x="185" y="24"/>
                  </a:lnTo>
                  <a:lnTo>
                    <a:pt x="183" y="26"/>
                  </a:lnTo>
                  <a:lnTo>
                    <a:pt x="178" y="29"/>
                  </a:lnTo>
                  <a:lnTo>
                    <a:pt x="176" y="29"/>
                  </a:lnTo>
                  <a:lnTo>
                    <a:pt x="171" y="31"/>
                  </a:lnTo>
                  <a:lnTo>
                    <a:pt x="150" y="31"/>
                  </a:lnTo>
                  <a:lnTo>
                    <a:pt x="143" y="34"/>
                  </a:lnTo>
                  <a:lnTo>
                    <a:pt x="133" y="36"/>
                  </a:lnTo>
                  <a:lnTo>
                    <a:pt x="124" y="38"/>
                  </a:lnTo>
                  <a:lnTo>
                    <a:pt x="119" y="38"/>
                  </a:lnTo>
                  <a:lnTo>
                    <a:pt x="102" y="41"/>
                  </a:lnTo>
                  <a:lnTo>
                    <a:pt x="97" y="43"/>
                  </a:lnTo>
                  <a:lnTo>
                    <a:pt x="100" y="46"/>
                  </a:lnTo>
                  <a:lnTo>
                    <a:pt x="105" y="48"/>
                  </a:lnTo>
                  <a:lnTo>
                    <a:pt x="126" y="48"/>
                  </a:lnTo>
                  <a:lnTo>
                    <a:pt x="116" y="50"/>
                  </a:lnTo>
                  <a:lnTo>
                    <a:pt x="112" y="55"/>
                  </a:lnTo>
                  <a:lnTo>
                    <a:pt x="109" y="55"/>
                  </a:lnTo>
                  <a:lnTo>
                    <a:pt x="93" y="60"/>
                  </a:lnTo>
                  <a:lnTo>
                    <a:pt x="88" y="60"/>
                  </a:lnTo>
                  <a:lnTo>
                    <a:pt x="66" y="60"/>
                  </a:lnTo>
                  <a:lnTo>
                    <a:pt x="57" y="62"/>
                  </a:lnTo>
                  <a:lnTo>
                    <a:pt x="47" y="65"/>
                  </a:lnTo>
                  <a:lnTo>
                    <a:pt x="45" y="67"/>
                  </a:lnTo>
                  <a:lnTo>
                    <a:pt x="40" y="67"/>
                  </a:lnTo>
                  <a:lnTo>
                    <a:pt x="38" y="65"/>
                  </a:lnTo>
                  <a:lnTo>
                    <a:pt x="31" y="70"/>
                  </a:lnTo>
                  <a:lnTo>
                    <a:pt x="9" y="70"/>
                  </a:lnTo>
                  <a:lnTo>
                    <a:pt x="7" y="70"/>
                  </a:lnTo>
                  <a:lnTo>
                    <a:pt x="2" y="70"/>
                  </a:lnTo>
                  <a:lnTo>
                    <a:pt x="0" y="74"/>
                  </a:lnTo>
                  <a:lnTo>
                    <a:pt x="2" y="74"/>
                  </a:lnTo>
                  <a:lnTo>
                    <a:pt x="9" y="79"/>
                  </a:lnTo>
                  <a:lnTo>
                    <a:pt x="12" y="82"/>
                  </a:lnTo>
                  <a:lnTo>
                    <a:pt x="14" y="84"/>
                  </a:lnTo>
                  <a:lnTo>
                    <a:pt x="24" y="79"/>
                  </a:lnTo>
                  <a:lnTo>
                    <a:pt x="24" y="84"/>
                  </a:lnTo>
                  <a:lnTo>
                    <a:pt x="28" y="86"/>
                  </a:lnTo>
                  <a:lnTo>
                    <a:pt x="33" y="86"/>
                  </a:lnTo>
                  <a:lnTo>
                    <a:pt x="36" y="84"/>
                  </a:lnTo>
                  <a:lnTo>
                    <a:pt x="38" y="84"/>
                  </a:lnTo>
                  <a:lnTo>
                    <a:pt x="40" y="82"/>
                  </a:lnTo>
                  <a:lnTo>
                    <a:pt x="40" y="84"/>
                  </a:lnTo>
                  <a:lnTo>
                    <a:pt x="43" y="86"/>
                  </a:lnTo>
                  <a:lnTo>
                    <a:pt x="45" y="86"/>
                  </a:lnTo>
                  <a:lnTo>
                    <a:pt x="47" y="84"/>
                  </a:lnTo>
                  <a:lnTo>
                    <a:pt x="52" y="84"/>
                  </a:lnTo>
                  <a:lnTo>
                    <a:pt x="57" y="84"/>
                  </a:lnTo>
                  <a:lnTo>
                    <a:pt x="59" y="82"/>
                  </a:lnTo>
                  <a:lnTo>
                    <a:pt x="64" y="82"/>
                  </a:lnTo>
                  <a:lnTo>
                    <a:pt x="64" y="84"/>
                  </a:lnTo>
                  <a:lnTo>
                    <a:pt x="64" y="86"/>
                  </a:lnTo>
                  <a:lnTo>
                    <a:pt x="62" y="86"/>
                  </a:lnTo>
                  <a:lnTo>
                    <a:pt x="57" y="91"/>
                  </a:lnTo>
                  <a:lnTo>
                    <a:pt x="55" y="91"/>
                  </a:lnTo>
                  <a:lnTo>
                    <a:pt x="52" y="89"/>
                  </a:lnTo>
                  <a:lnTo>
                    <a:pt x="40" y="89"/>
                  </a:lnTo>
                  <a:lnTo>
                    <a:pt x="36" y="91"/>
                  </a:lnTo>
                  <a:lnTo>
                    <a:pt x="33" y="91"/>
                  </a:lnTo>
                  <a:lnTo>
                    <a:pt x="21" y="89"/>
                  </a:lnTo>
                  <a:lnTo>
                    <a:pt x="19" y="89"/>
                  </a:lnTo>
                  <a:lnTo>
                    <a:pt x="14" y="86"/>
                  </a:lnTo>
                  <a:lnTo>
                    <a:pt x="7" y="86"/>
                  </a:lnTo>
                  <a:lnTo>
                    <a:pt x="2" y="89"/>
                  </a:lnTo>
                  <a:lnTo>
                    <a:pt x="2" y="93"/>
                  </a:lnTo>
                  <a:lnTo>
                    <a:pt x="2" y="96"/>
                  </a:lnTo>
                  <a:lnTo>
                    <a:pt x="7" y="98"/>
                  </a:lnTo>
                  <a:lnTo>
                    <a:pt x="19" y="98"/>
                  </a:lnTo>
                  <a:lnTo>
                    <a:pt x="17" y="101"/>
                  </a:lnTo>
                  <a:lnTo>
                    <a:pt x="14" y="101"/>
                  </a:lnTo>
                  <a:lnTo>
                    <a:pt x="9" y="101"/>
                  </a:lnTo>
                  <a:lnTo>
                    <a:pt x="12" y="103"/>
                  </a:lnTo>
                  <a:lnTo>
                    <a:pt x="19" y="105"/>
                  </a:lnTo>
                  <a:lnTo>
                    <a:pt x="21" y="105"/>
                  </a:lnTo>
                  <a:lnTo>
                    <a:pt x="24" y="108"/>
                  </a:lnTo>
                  <a:lnTo>
                    <a:pt x="33" y="108"/>
                  </a:lnTo>
                  <a:lnTo>
                    <a:pt x="33" y="105"/>
                  </a:lnTo>
                  <a:lnTo>
                    <a:pt x="36" y="105"/>
                  </a:lnTo>
                  <a:lnTo>
                    <a:pt x="38" y="105"/>
                  </a:lnTo>
                  <a:lnTo>
                    <a:pt x="43" y="108"/>
                  </a:lnTo>
                  <a:lnTo>
                    <a:pt x="52" y="105"/>
                  </a:lnTo>
                  <a:lnTo>
                    <a:pt x="52" y="108"/>
                  </a:lnTo>
                  <a:lnTo>
                    <a:pt x="57" y="108"/>
                  </a:lnTo>
                  <a:lnTo>
                    <a:pt x="62" y="105"/>
                  </a:lnTo>
                  <a:lnTo>
                    <a:pt x="64" y="105"/>
                  </a:lnTo>
                  <a:lnTo>
                    <a:pt x="69" y="103"/>
                  </a:lnTo>
                  <a:lnTo>
                    <a:pt x="76" y="105"/>
                  </a:lnTo>
                  <a:lnTo>
                    <a:pt x="81" y="105"/>
                  </a:lnTo>
                  <a:lnTo>
                    <a:pt x="83" y="105"/>
                  </a:lnTo>
                  <a:lnTo>
                    <a:pt x="85" y="103"/>
                  </a:lnTo>
                  <a:lnTo>
                    <a:pt x="88" y="103"/>
                  </a:lnTo>
                  <a:lnTo>
                    <a:pt x="93" y="105"/>
                  </a:lnTo>
                  <a:lnTo>
                    <a:pt x="97" y="105"/>
                  </a:lnTo>
                  <a:lnTo>
                    <a:pt x="112" y="105"/>
                  </a:lnTo>
                  <a:lnTo>
                    <a:pt x="121" y="110"/>
                  </a:lnTo>
                  <a:lnTo>
                    <a:pt x="124" y="110"/>
                  </a:lnTo>
                  <a:lnTo>
                    <a:pt x="128" y="115"/>
                  </a:lnTo>
                  <a:lnTo>
                    <a:pt x="135" y="115"/>
                  </a:lnTo>
                  <a:lnTo>
                    <a:pt x="133" y="117"/>
                  </a:lnTo>
                  <a:lnTo>
                    <a:pt x="133" y="120"/>
                  </a:lnTo>
                  <a:lnTo>
                    <a:pt x="133" y="125"/>
                  </a:lnTo>
                  <a:lnTo>
                    <a:pt x="138" y="125"/>
                  </a:lnTo>
                  <a:lnTo>
                    <a:pt x="140" y="125"/>
                  </a:lnTo>
                  <a:lnTo>
                    <a:pt x="145" y="127"/>
                  </a:lnTo>
                  <a:lnTo>
                    <a:pt x="147" y="129"/>
                  </a:lnTo>
                  <a:lnTo>
                    <a:pt x="143" y="134"/>
                  </a:lnTo>
                  <a:lnTo>
                    <a:pt x="145" y="141"/>
                  </a:lnTo>
                  <a:lnTo>
                    <a:pt x="152" y="144"/>
                  </a:lnTo>
                  <a:lnTo>
                    <a:pt x="145" y="149"/>
                  </a:lnTo>
                  <a:lnTo>
                    <a:pt x="150" y="151"/>
                  </a:lnTo>
                  <a:lnTo>
                    <a:pt x="147" y="151"/>
                  </a:lnTo>
                  <a:lnTo>
                    <a:pt x="145" y="153"/>
                  </a:lnTo>
                  <a:lnTo>
                    <a:pt x="145" y="156"/>
                  </a:lnTo>
                  <a:lnTo>
                    <a:pt x="150" y="161"/>
                  </a:lnTo>
                  <a:lnTo>
                    <a:pt x="152" y="161"/>
                  </a:lnTo>
                  <a:lnTo>
                    <a:pt x="152" y="163"/>
                  </a:lnTo>
                  <a:lnTo>
                    <a:pt x="147" y="165"/>
                  </a:lnTo>
                  <a:lnTo>
                    <a:pt x="145" y="168"/>
                  </a:lnTo>
                  <a:lnTo>
                    <a:pt x="143" y="168"/>
                  </a:lnTo>
                  <a:lnTo>
                    <a:pt x="147" y="170"/>
                  </a:lnTo>
                  <a:lnTo>
                    <a:pt x="143" y="170"/>
                  </a:lnTo>
                  <a:lnTo>
                    <a:pt x="140" y="170"/>
                  </a:lnTo>
                  <a:lnTo>
                    <a:pt x="138" y="170"/>
                  </a:lnTo>
                  <a:lnTo>
                    <a:pt x="133" y="173"/>
                  </a:lnTo>
                  <a:lnTo>
                    <a:pt x="131" y="173"/>
                  </a:lnTo>
                  <a:lnTo>
                    <a:pt x="131" y="175"/>
                  </a:lnTo>
                  <a:lnTo>
                    <a:pt x="143" y="175"/>
                  </a:lnTo>
                  <a:lnTo>
                    <a:pt x="138" y="180"/>
                  </a:lnTo>
                  <a:lnTo>
                    <a:pt x="126" y="180"/>
                  </a:lnTo>
                  <a:lnTo>
                    <a:pt x="124" y="180"/>
                  </a:lnTo>
                  <a:lnTo>
                    <a:pt x="124" y="182"/>
                  </a:lnTo>
                  <a:lnTo>
                    <a:pt x="133" y="189"/>
                  </a:lnTo>
                  <a:lnTo>
                    <a:pt x="138" y="189"/>
                  </a:lnTo>
                  <a:lnTo>
                    <a:pt x="145" y="184"/>
                  </a:lnTo>
                  <a:lnTo>
                    <a:pt x="147" y="184"/>
                  </a:lnTo>
                  <a:lnTo>
                    <a:pt x="152" y="184"/>
                  </a:lnTo>
                  <a:lnTo>
                    <a:pt x="154" y="182"/>
                  </a:lnTo>
                  <a:lnTo>
                    <a:pt x="157" y="182"/>
                  </a:lnTo>
                  <a:lnTo>
                    <a:pt x="157" y="180"/>
                  </a:lnTo>
                  <a:lnTo>
                    <a:pt x="157" y="175"/>
                  </a:lnTo>
                  <a:lnTo>
                    <a:pt x="159" y="173"/>
                  </a:lnTo>
                  <a:lnTo>
                    <a:pt x="159" y="180"/>
                  </a:lnTo>
                  <a:lnTo>
                    <a:pt x="166" y="175"/>
                  </a:lnTo>
                  <a:lnTo>
                    <a:pt x="164" y="177"/>
                  </a:lnTo>
                  <a:lnTo>
                    <a:pt x="164" y="180"/>
                  </a:lnTo>
                  <a:lnTo>
                    <a:pt x="166" y="180"/>
                  </a:lnTo>
                  <a:lnTo>
                    <a:pt x="169" y="182"/>
                  </a:lnTo>
                  <a:lnTo>
                    <a:pt x="176" y="182"/>
                  </a:lnTo>
                  <a:lnTo>
                    <a:pt x="171" y="187"/>
                  </a:lnTo>
                  <a:lnTo>
                    <a:pt x="171" y="189"/>
                  </a:lnTo>
                  <a:lnTo>
                    <a:pt x="173" y="192"/>
                  </a:lnTo>
                  <a:lnTo>
                    <a:pt x="176" y="194"/>
                  </a:lnTo>
                  <a:lnTo>
                    <a:pt x="178" y="196"/>
                  </a:lnTo>
                  <a:lnTo>
                    <a:pt x="181" y="199"/>
                  </a:lnTo>
                  <a:lnTo>
                    <a:pt x="178" y="201"/>
                  </a:lnTo>
                  <a:lnTo>
                    <a:pt x="173" y="201"/>
                  </a:lnTo>
                  <a:lnTo>
                    <a:pt x="173" y="204"/>
                  </a:lnTo>
                  <a:lnTo>
                    <a:pt x="166" y="204"/>
                  </a:lnTo>
                  <a:lnTo>
                    <a:pt x="164" y="201"/>
                  </a:lnTo>
                  <a:lnTo>
                    <a:pt x="162" y="201"/>
                  </a:lnTo>
                  <a:lnTo>
                    <a:pt x="159" y="201"/>
                  </a:lnTo>
                  <a:lnTo>
                    <a:pt x="157" y="199"/>
                  </a:lnTo>
                  <a:lnTo>
                    <a:pt x="143" y="199"/>
                  </a:lnTo>
                  <a:lnTo>
                    <a:pt x="140" y="196"/>
                  </a:lnTo>
                  <a:lnTo>
                    <a:pt x="138" y="194"/>
                  </a:lnTo>
                  <a:lnTo>
                    <a:pt x="131" y="194"/>
                  </a:lnTo>
                  <a:lnTo>
                    <a:pt x="128" y="199"/>
                  </a:lnTo>
                  <a:lnTo>
                    <a:pt x="128" y="201"/>
                  </a:lnTo>
                  <a:lnTo>
                    <a:pt x="133" y="201"/>
                  </a:lnTo>
                  <a:lnTo>
                    <a:pt x="133" y="204"/>
                  </a:lnTo>
                  <a:lnTo>
                    <a:pt x="140" y="204"/>
                  </a:lnTo>
                  <a:lnTo>
                    <a:pt x="143" y="206"/>
                  </a:lnTo>
                  <a:lnTo>
                    <a:pt x="145" y="206"/>
                  </a:lnTo>
                  <a:lnTo>
                    <a:pt x="147" y="206"/>
                  </a:lnTo>
                  <a:lnTo>
                    <a:pt x="152" y="211"/>
                  </a:lnTo>
                  <a:lnTo>
                    <a:pt x="162" y="211"/>
                  </a:lnTo>
                  <a:lnTo>
                    <a:pt x="164" y="211"/>
                  </a:lnTo>
                  <a:lnTo>
                    <a:pt x="166" y="211"/>
                  </a:lnTo>
                  <a:lnTo>
                    <a:pt x="173" y="213"/>
                  </a:lnTo>
                  <a:lnTo>
                    <a:pt x="178" y="208"/>
                  </a:lnTo>
                  <a:lnTo>
                    <a:pt x="178" y="216"/>
                  </a:lnTo>
                  <a:lnTo>
                    <a:pt x="176" y="213"/>
                  </a:lnTo>
                  <a:lnTo>
                    <a:pt x="173" y="213"/>
                  </a:lnTo>
                  <a:lnTo>
                    <a:pt x="171" y="213"/>
                  </a:lnTo>
                  <a:lnTo>
                    <a:pt x="171" y="216"/>
                  </a:lnTo>
                  <a:lnTo>
                    <a:pt x="173" y="220"/>
                  </a:lnTo>
                  <a:lnTo>
                    <a:pt x="169" y="220"/>
                  </a:lnTo>
                  <a:lnTo>
                    <a:pt x="166" y="220"/>
                  </a:lnTo>
                  <a:lnTo>
                    <a:pt x="164" y="220"/>
                  </a:lnTo>
                  <a:lnTo>
                    <a:pt x="164" y="223"/>
                  </a:lnTo>
                  <a:lnTo>
                    <a:pt x="164" y="225"/>
                  </a:lnTo>
                  <a:lnTo>
                    <a:pt x="173" y="225"/>
                  </a:lnTo>
                  <a:lnTo>
                    <a:pt x="171" y="225"/>
                  </a:lnTo>
                  <a:lnTo>
                    <a:pt x="171" y="228"/>
                  </a:lnTo>
                  <a:lnTo>
                    <a:pt x="169" y="230"/>
                  </a:lnTo>
                  <a:lnTo>
                    <a:pt x="162" y="225"/>
                  </a:lnTo>
                  <a:lnTo>
                    <a:pt x="159" y="225"/>
                  </a:lnTo>
                  <a:lnTo>
                    <a:pt x="159" y="228"/>
                  </a:lnTo>
                  <a:lnTo>
                    <a:pt x="159" y="230"/>
                  </a:lnTo>
                  <a:lnTo>
                    <a:pt x="162" y="232"/>
                  </a:lnTo>
                  <a:lnTo>
                    <a:pt x="157" y="232"/>
                  </a:lnTo>
                  <a:lnTo>
                    <a:pt x="157" y="237"/>
                  </a:lnTo>
                  <a:lnTo>
                    <a:pt x="154" y="237"/>
                  </a:lnTo>
                  <a:lnTo>
                    <a:pt x="152" y="240"/>
                  </a:lnTo>
                  <a:lnTo>
                    <a:pt x="152" y="242"/>
                  </a:lnTo>
                  <a:lnTo>
                    <a:pt x="157" y="247"/>
                  </a:lnTo>
                  <a:lnTo>
                    <a:pt x="159" y="247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2" y="249"/>
                  </a:lnTo>
                  <a:lnTo>
                    <a:pt x="150" y="244"/>
                  </a:lnTo>
                  <a:lnTo>
                    <a:pt x="147" y="242"/>
                  </a:lnTo>
                  <a:lnTo>
                    <a:pt x="147" y="240"/>
                  </a:lnTo>
                  <a:lnTo>
                    <a:pt x="145" y="237"/>
                  </a:lnTo>
                  <a:lnTo>
                    <a:pt x="143" y="235"/>
                  </a:lnTo>
                  <a:lnTo>
                    <a:pt x="140" y="235"/>
                  </a:lnTo>
                  <a:lnTo>
                    <a:pt x="135" y="235"/>
                  </a:lnTo>
                  <a:lnTo>
                    <a:pt x="133" y="235"/>
                  </a:lnTo>
                  <a:lnTo>
                    <a:pt x="128" y="240"/>
                  </a:lnTo>
                  <a:lnTo>
                    <a:pt x="128" y="242"/>
                  </a:lnTo>
                  <a:lnTo>
                    <a:pt x="133" y="244"/>
                  </a:lnTo>
                  <a:lnTo>
                    <a:pt x="138" y="244"/>
                  </a:lnTo>
                  <a:lnTo>
                    <a:pt x="140" y="247"/>
                  </a:lnTo>
                  <a:lnTo>
                    <a:pt x="135" y="249"/>
                  </a:lnTo>
                  <a:lnTo>
                    <a:pt x="131" y="249"/>
                  </a:lnTo>
                  <a:lnTo>
                    <a:pt x="128" y="247"/>
                  </a:lnTo>
                  <a:lnTo>
                    <a:pt x="121" y="247"/>
                  </a:lnTo>
                  <a:lnTo>
                    <a:pt x="119" y="249"/>
                  </a:lnTo>
                  <a:lnTo>
                    <a:pt x="116" y="249"/>
                  </a:lnTo>
                  <a:lnTo>
                    <a:pt x="114" y="249"/>
                  </a:lnTo>
                  <a:lnTo>
                    <a:pt x="112" y="252"/>
                  </a:lnTo>
                  <a:lnTo>
                    <a:pt x="109" y="252"/>
                  </a:lnTo>
                  <a:lnTo>
                    <a:pt x="121" y="252"/>
                  </a:lnTo>
                  <a:lnTo>
                    <a:pt x="126" y="252"/>
                  </a:lnTo>
                  <a:lnTo>
                    <a:pt x="140" y="252"/>
                  </a:lnTo>
                  <a:lnTo>
                    <a:pt x="143" y="252"/>
                  </a:lnTo>
                  <a:lnTo>
                    <a:pt x="131" y="252"/>
                  </a:lnTo>
                  <a:lnTo>
                    <a:pt x="112" y="256"/>
                  </a:lnTo>
                  <a:lnTo>
                    <a:pt x="107" y="256"/>
                  </a:lnTo>
                  <a:lnTo>
                    <a:pt x="105" y="259"/>
                  </a:lnTo>
                  <a:lnTo>
                    <a:pt x="107" y="259"/>
                  </a:lnTo>
                  <a:lnTo>
                    <a:pt x="107" y="261"/>
                  </a:lnTo>
                  <a:lnTo>
                    <a:pt x="114" y="261"/>
                  </a:lnTo>
                  <a:lnTo>
                    <a:pt x="119" y="259"/>
                  </a:lnTo>
                  <a:lnTo>
                    <a:pt x="124" y="259"/>
                  </a:lnTo>
                  <a:lnTo>
                    <a:pt x="128" y="256"/>
                  </a:lnTo>
                  <a:lnTo>
                    <a:pt x="138" y="256"/>
                  </a:lnTo>
                  <a:lnTo>
                    <a:pt x="140" y="259"/>
                  </a:lnTo>
                  <a:lnTo>
                    <a:pt x="138" y="261"/>
                  </a:lnTo>
                  <a:lnTo>
                    <a:pt x="114" y="261"/>
                  </a:lnTo>
                  <a:lnTo>
                    <a:pt x="112" y="261"/>
                  </a:lnTo>
                  <a:lnTo>
                    <a:pt x="102" y="261"/>
                  </a:lnTo>
                  <a:lnTo>
                    <a:pt x="102" y="264"/>
                  </a:lnTo>
                  <a:lnTo>
                    <a:pt x="107" y="264"/>
                  </a:lnTo>
                  <a:lnTo>
                    <a:pt x="107" y="266"/>
                  </a:lnTo>
                  <a:lnTo>
                    <a:pt x="112" y="266"/>
                  </a:lnTo>
                  <a:lnTo>
                    <a:pt x="114" y="266"/>
                  </a:lnTo>
                  <a:lnTo>
                    <a:pt x="109" y="266"/>
                  </a:lnTo>
                  <a:lnTo>
                    <a:pt x="107" y="268"/>
                  </a:lnTo>
                  <a:lnTo>
                    <a:pt x="107" y="271"/>
                  </a:lnTo>
                  <a:lnTo>
                    <a:pt x="105" y="273"/>
                  </a:lnTo>
                  <a:lnTo>
                    <a:pt x="102" y="273"/>
                  </a:lnTo>
                  <a:lnTo>
                    <a:pt x="100" y="275"/>
                  </a:lnTo>
                  <a:lnTo>
                    <a:pt x="97" y="275"/>
                  </a:lnTo>
                  <a:lnTo>
                    <a:pt x="107" y="278"/>
                  </a:lnTo>
                  <a:lnTo>
                    <a:pt x="97" y="280"/>
                  </a:lnTo>
                  <a:lnTo>
                    <a:pt x="97" y="283"/>
                  </a:lnTo>
                  <a:lnTo>
                    <a:pt x="100" y="285"/>
                  </a:lnTo>
                  <a:lnTo>
                    <a:pt x="105" y="285"/>
                  </a:lnTo>
                  <a:lnTo>
                    <a:pt x="107" y="285"/>
                  </a:lnTo>
                  <a:lnTo>
                    <a:pt x="114" y="285"/>
                  </a:lnTo>
                  <a:lnTo>
                    <a:pt x="112" y="285"/>
                  </a:lnTo>
                  <a:lnTo>
                    <a:pt x="109" y="285"/>
                  </a:lnTo>
                  <a:lnTo>
                    <a:pt x="107" y="287"/>
                  </a:lnTo>
                  <a:lnTo>
                    <a:pt x="102" y="290"/>
                  </a:lnTo>
                  <a:lnTo>
                    <a:pt x="102" y="292"/>
                  </a:lnTo>
                  <a:lnTo>
                    <a:pt x="105" y="295"/>
                  </a:lnTo>
                  <a:lnTo>
                    <a:pt x="107" y="295"/>
                  </a:lnTo>
                  <a:lnTo>
                    <a:pt x="109" y="292"/>
                  </a:lnTo>
                  <a:lnTo>
                    <a:pt x="114" y="290"/>
                  </a:lnTo>
                  <a:lnTo>
                    <a:pt x="112" y="295"/>
                  </a:lnTo>
                  <a:lnTo>
                    <a:pt x="109" y="295"/>
                  </a:lnTo>
                  <a:lnTo>
                    <a:pt x="107" y="299"/>
                  </a:lnTo>
                  <a:lnTo>
                    <a:pt x="107" y="304"/>
                  </a:lnTo>
                  <a:lnTo>
                    <a:pt x="109" y="304"/>
                  </a:lnTo>
                  <a:lnTo>
                    <a:pt x="109" y="302"/>
                  </a:lnTo>
                  <a:lnTo>
                    <a:pt x="114" y="302"/>
                  </a:lnTo>
                  <a:lnTo>
                    <a:pt x="109" y="307"/>
                  </a:lnTo>
                  <a:lnTo>
                    <a:pt x="107" y="307"/>
                  </a:lnTo>
                  <a:lnTo>
                    <a:pt x="105" y="309"/>
                  </a:lnTo>
                  <a:lnTo>
                    <a:pt x="102" y="311"/>
                  </a:lnTo>
                  <a:lnTo>
                    <a:pt x="102" y="316"/>
                  </a:lnTo>
                  <a:lnTo>
                    <a:pt x="105" y="316"/>
                  </a:lnTo>
                  <a:lnTo>
                    <a:pt x="107" y="314"/>
                  </a:lnTo>
                  <a:lnTo>
                    <a:pt x="114" y="307"/>
                  </a:lnTo>
                  <a:lnTo>
                    <a:pt x="124" y="307"/>
                  </a:lnTo>
                  <a:lnTo>
                    <a:pt x="126" y="304"/>
                  </a:lnTo>
                  <a:lnTo>
                    <a:pt x="128" y="304"/>
                  </a:lnTo>
                  <a:lnTo>
                    <a:pt x="128" y="307"/>
                  </a:lnTo>
                  <a:lnTo>
                    <a:pt x="133" y="304"/>
                  </a:lnTo>
                  <a:lnTo>
                    <a:pt x="128" y="311"/>
                  </a:lnTo>
                  <a:lnTo>
                    <a:pt x="135" y="311"/>
                  </a:lnTo>
                  <a:lnTo>
                    <a:pt x="128" y="311"/>
                  </a:lnTo>
                  <a:lnTo>
                    <a:pt x="124" y="314"/>
                  </a:lnTo>
                  <a:lnTo>
                    <a:pt x="124" y="316"/>
                  </a:lnTo>
                  <a:lnTo>
                    <a:pt x="119" y="316"/>
                  </a:lnTo>
                  <a:lnTo>
                    <a:pt x="116" y="316"/>
                  </a:lnTo>
                  <a:lnTo>
                    <a:pt x="114" y="319"/>
                  </a:lnTo>
                  <a:lnTo>
                    <a:pt x="114" y="321"/>
                  </a:lnTo>
                  <a:lnTo>
                    <a:pt x="112" y="321"/>
                  </a:lnTo>
                  <a:lnTo>
                    <a:pt x="107" y="323"/>
                  </a:lnTo>
                  <a:lnTo>
                    <a:pt x="105" y="326"/>
                  </a:lnTo>
                  <a:lnTo>
                    <a:pt x="109" y="326"/>
                  </a:lnTo>
                  <a:lnTo>
                    <a:pt x="107" y="326"/>
                  </a:lnTo>
                  <a:lnTo>
                    <a:pt x="107" y="328"/>
                  </a:lnTo>
                  <a:lnTo>
                    <a:pt x="107" y="331"/>
                  </a:lnTo>
                  <a:lnTo>
                    <a:pt x="109" y="331"/>
                  </a:lnTo>
                  <a:lnTo>
                    <a:pt x="107" y="333"/>
                  </a:lnTo>
                  <a:lnTo>
                    <a:pt x="107" y="335"/>
                  </a:lnTo>
                  <a:lnTo>
                    <a:pt x="116" y="335"/>
                  </a:lnTo>
                  <a:lnTo>
                    <a:pt x="112" y="343"/>
                  </a:lnTo>
                  <a:lnTo>
                    <a:pt x="116" y="340"/>
                  </a:lnTo>
                  <a:lnTo>
                    <a:pt x="119" y="340"/>
                  </a:lnTo>
                  <a:lnTo>
                    <a:pt x="116" y="340"/>
                  </a:lnTo>
                  <a:lnTo>
                    <a:pt x="114" y="343"/>
                  </a:lnTo>
                  <a:lnTo>
                    <a:pt x="114" y="345"/>
                  </a:lnTo>
                  <a:lnTo>
                    <a:pt x="112" y="347"/>
                  </a:lnTo>
                  <a:lnTo>
                    <a:pt x="112" y="352"/>
                  </a:lnTo>
                  <a:lnTo>
                    <a:pt x="114" y="352"/>
                  </a:lnTo>
                  <a:lnTo>
                    <a:pt x="121" y="352"/>
                  </a:lnTo>
                  <a:lnTo>
                    <a:pt x="116" y="359"/>
                  </a:lnTo>
                  <a:lnTo>
                    <a:pt x="126" y="357"/>
                  </a:lnTo>
                  <a:lnTo>
                    <a:pt x="121" y="362"/>
                  </a:lnTo>
                  <a:lnTo>
                    <a:pt x="124" y="366"/>
                  </a:lnTo>
                  <a:lnTo>
                    <a:pt x="128" y="366"/>
                  </a:lnTo>
                  <a:lnTo>
                    <a:pt x="126" y="366"/>
                  </a:lnTo>
                  <a:lnTo>
                    <a:pt x="126" y="369"/>
                  </a:lnTo>
                  <a:lnTo>
                    <a:pt x="128" y="371"/>
                  </a:lnTo>
                  <a:lnTo>
                    <a:pt x="133" y="371"/>
                  </a:lnTo>
                  <a:lnTo>
                    <a:pt x="128" y="376"/>
                  </a:lnTo>
                  <a:lnTo>
                    <a:pt x="135" y="376"/>
                  </a:lnTo>
                  <a:lnTo>
                    <a:pt x="133" y="381"/>
                  </a:lnTo>
                  <a:lnTo>
                    <a:pt x="145" y="378"/>
                  </a:lnTo>
                  <a:lnTo>
                    <a:pt x="147" y="381"/>
                  </a:lnTo>
                  <a:lnTo>
                    <a:pt x="150" y="381"/>
                  </a:lnTo>
                  <a:lnTo>
                    <a:pt x="152" y="378"/>
                  </a:lnTo>
                  <a:lnTo>
                    <a:pt x="162" y="374"/>
                  </a:lnTo>
                  <a:lnTo>
                    <a:pt x="164" y="371"/>
                  </a:lnTo>
                  <a:lnTo>
                    <a:pt x="164" y="374"/>
                  </a:lnTo>
                  <a:lnTo>
                    <a:pt x="162" y="376"/>
                  </a:lnTo>
                  <a:lnTo>
                    <a:pt x="169" y="378"/>
                  </a:lnTo>
                  <a:lnTo>
                    <a:pt x="171" y="376"/>
                  </a:lnTo>
                  <a:lnTo>
                    <a:pt x="173" y="376"/>
                  </a:lnTo>
                  <a:lnTo>
                    <a:pt x="169" y="378"/>
                  </a:lnTo>
                  <a:lnTo>
                    <a:pt x="164" y="381"/>
                  </a:lnTo>
                  <a:lnTo>
                    <a:pt x="162" y="383"/>
                  </a:lnTo>
                  <a:lnTo>
                    <a:pt x="162" y="386"/>
                  </a:lnTo>
                  <a:lnTo>
                    <a:pt x="169" y="386"/>
                  </a:lnTo>
                  <a:lnTo>
                    <a:pt x="173" y="386"/>
                  </a:lnTo>
                  <a:lnTo>
                    <a:pt x="176" y="386"/>
                  </a:lnTo>
                  <a:lnTo>
                    <a:pt x="173" y="386"/>
                  </a:lnTo>
                  <a:lnTo>
                    <a:pt x="171" y="388"/>
                  </a:lnTo>
                  <a:lnTo>
                    <a:pt x="169" y="390"/>
                  </a:lnTo>
                  <a:lnTo>
                    <a:pt x="169" y="393"/>
                  </a:lnTo>
                  <a:lnTo>
                    <a:pt x="169" y="395"/>
                  </a:lnTo>
                  <a:lnTo>
                    <a:pt x="176" y="395"/>
                  </a:lnTo>
                  <a:lnTo>
                    <a:pt x="178" y="393"/>
                  </a:lnTo>
                  <a:lnTo>
                    <a:pt x="178" y="395"/>
                  </a:lnTo>
                  <a:lnTo>
                    <a:pt x="183" y="398"/>
                  </a:lnTo>
                  <a:lnTo>
                    <a:pt x="188" y="398"/>
                  </a:lnTo>
                  <a:lnTo>
                    <a:pt x="192" y="395"/>
                  </a:lnTo>
                  <a:lnTo>
                    <a:pt x="195" y="393"/>
                  </a:lnTo>
                  <a:lnTo>
                    <a:pt x="192" y="390"/>
                  </a:lnTo>
                  <a:lnTo>
                    <a:pt x="192" y="388"/>
                  </a:lnTo>
                  <a:lnTo>
                    <a:pt x="197" y="388"/>
                  </a:lnTo>
                  <a:lnTo>
                    <a:pt x="200" y="386"/>
                  </a:lnTo>
                  <a:lnTo>
                    <a:pt x="200" y="378"/>
                  </a:lnTo>
                  <a:lnTo>
                    <a:pt x="202" y="381"/>
                  </a:lnTo>
                  <a:lnTo>
                    <a:pt x="207" y="381"/>
                  </a:lnTo>
                  <a:lnTo>
                    <a:pt x="207" y="376"/>
                  </a:lnTo>
                  <a:lnTo>
                    <a:pt x="207" y="374"/>
                  </a:lnTo>
                  <a:lnTo>
                    <a:pt x="207" y="371"/>
                  </a:lnTo>
                  <a:lnTo>
                    <a:pt x="207" y="374"/>
                  </a:lnTo>
                  <a:lnTo>
                    <a:pt x="209" y="376"/>
                  </a:lnTo>
                  <a:lnTo>
                    <a:pt x="212" y="376"/>
                  </a:lnTo>
                  <a:lnTo>
                    <a:pt x="214" y="374"/>
                  </a:lnTo>
                  <a:lnTo>
                    <a:pt x="214" y="371"/>
                  </a:lnTo>
                  <a:lnTo>
                    <a:pt x="209" y="366"/>
                  </a:lnTo>
                  <a:lnTo>
                    <a:pt x="216" y="366"/>
                  </a:lnTo>
                  <a:lnTo>
                    <a:pt x="216" y="364"/>
                  </a:lnTo>
                  <a:lnTo>
                    <a:pt x="214" y="362"/>
                  </a:lnTo>
                  <a:lnTo>
                    <a:pt x="223" y="362"/>
                  </a:lnTo>
                  <a:lnTo>
                    <a:pt x="219" y="357"/>
                  </a:lnTo>
                  <a:lnTo>
                    <a:pt x="223" y="355"/>
                  </a:lnTo>
                  <a:lnTo>
                    <a:pt x="219" y="352"/>
                  </a:lnTo>
                  <a:lnTo>
                    <a:pt x="216" y="350"/>
                  </a:lnTo>
                  <a:lnTo>
                    <a:pt x="219" y="350"/>
                  </a:lnTo>
                  <a:lnTo>
                    <a:pt x="221" y="350"/>
                  </a:lnTo>
                  <a:lnTo>
                    <a:pt x="216" y="343"/>
                  </a:lnTo>
                  <a:lnTo>
                    <a:pt x="221" y="347"/>
                  </a:lnTo>
                  <a:lnTo>
                    <a:pt x="223" y="347"/>
                  </a:lnTo>
                  <a:lnTo>
                    <a:pt x="228" y="343"/>
                  </a:lnTo>
                  <a:lnTo>
                    <a:pt x="235" y="343"/>
                  </a:lnTo>
                  <a:lnTo>
                    <a:pt x="235" y="340"/>
                  </a:lnTo>
                  <a:lnTo>
                    <a:pt x="233" y="338"/>
                  </a:lnTo>
                  <a:lnTo>
                    <a:pt x="238" y="338"/>
                  </a:lnTo>
                  <a:lnTo>
                    <a:pt x="242" y="331"/>
                  </a:lnTo>
                  <a:lnTo>
                    <a:pt x="245" y="331"/>
                  </a:lnTo>
                  <a:lnTo>
                    <a:pt x="252" y="331"/>
                  </a:lnTo>
                  <a:lnTo>
                    <a:pt x="252" y="326"/>
                  </a:lnTo>
                  <a:lnTo>
                    <a:pt x="257" y="331"/>
                  </a:lnTo>
                  <a:lnTo>
                    <a:pt x="259" y="326"/>
                  </a:lnTo>
                  <a:lnTo>
                    <a:pt x="259" y="319"/>
                  </a:lnTo>
                  <a:lnTo>
                    <a:pt x="252" y="316"/>
                  </a:lnTo>
                  <a:lnTo>
                    <a:pt x="257" y="316"/>
                  </a:lnTo>
                  <a:lnTo>
                    <a:pt x="264" y="311"/>
                  </a:lnTo>
                  <a:lnTo>
                    <a:pt x="266" y="307"/>
                  </a:lnTo>
                  <a:lnTo>
                    <a:pt x="259" y="304"/>
                  </a:lnTo>
                  <a:lnTo>
                    <a:pt x="264" y="299"/>
                  </a:lnTo>
                  <a:lnTo>
                    <a:pt x="278" y="299"/>
                  </a:lnTo>
                  <a:lnTo>
                    <a:pt x="280" y="297"/>
                  </a:lnTo>
                  <a:lnTo>
                    <a:pt x="280" y="292"/>
                  </a:lnTo>
                  <a:lnTo>
                    <a:pt x="288" y="290"/>
                  </a:lnTo>
                  <a:lnTo>
                    <a:pt x="292" y="290"/>
                  </a:lnTo>
                  <a:lnTo>
                    <a:pt x="295" y="292"/>
                  </a:lnTo>
                  <a:lnTo>
                    <a:pt x="302" y="292"/>
                  </a:lnTo>
                  <a:lnTo>
                    <a:pt x="311" y="283"/>
                  </a:lnTo>
                  <a:lnTo>
                    <a:pt x="311" y="280"/>
                  </a:lnTo>
                  <a:lnTo>
                    <a:pt x="314" y="280"/>
                  </a:lnTo>
                  <a:lnTo>
                    <a:pt x="316" y="278"/>
                  </a:lnTo>
                  <a:lnTo>
                    <a:pt x="319" y="278"/>
                  </a:lnTo>
                  <a:lnTo>
                    <a:pt x="319" y="280"/>
                  </a:lnTo>
                  <a:lnTo>
                    <a:pt x="316" y="283"/>
                  </a:lnTo>
                  <a:lnTo>
                    <a:pt x="314" y="285"/>
                  </a:lnTo>
                  <a:lnTo>
                    <a:pt x="311" y="290"/>
                  </a:lnTo>
                  <a:lnTo>
                    <a:pt x="319" y="290"/>
                  </a:lnTo>
                  <a:lnTo>
                    <a:pt x="319" y="285"/>
                  </a:lnTo>
                  <a:lnTo>
                    <a:pt x="323" y="285"/>
                  </a:lnTo>
                  <a:lnTo>
                    <a:pt x="326" y="283"/>
                  </a:lnTo>
                  <a:lnTo>
                    <a:pt x="328" y="283"/>
                  </a:lnTo>
                  <a:lnTo>
                    <a:pt x="328" y="285"/>
                  </a:lnTo>
                  <a:lnTo>
                    <a:pt x="333" y="285"/>
                  </a:lnTo>
                  <a:lnTo>
                    <a:pt x="335" y="285"/>
                  </a:lnTo>
                  <a:lnTo>
                    <a:pt x="342" y="283"/>
                  </a:lnTo>
                  <a:lnTo>
                    <a:pt x="347" y="278"/>
                  </a:lnTo>
                  <a:lnTo>
                    <a:pt x="349" y="275"/>
                  </a:lnTo>
                  <a:lnTo>
                    <a:pt x="359" y="275"/>
                  </a:lnTo>
                  <a:lnTo>
                    <a:pt x="366" y="275"/>
                  </a:lnTo>
                  <a:lnTo>
                    <a:pt x="371" y="271"/>
                  </a:lnTo>
                  <a:lnTo>
                    <a:pt x="373" y="268"/>
                  </a:lnTo>
                  <a:lnTo>
                    <a:pt x="376" y="266"/>
                  </a:lnTo>
                  <a:lnTo>
                    <a:pt x="383" y="259"/>
                  </a:lnTo>
                  <a:lnTo>
                    <a:pt x="385" y="256"/>
                  </a:lnTo>
                  <a:lnTo>
                    <a:pt x="390" y="254"/>
                  </a:lnTo>
                  <a:lnTo>
                    <a:pt x="399" y="252"/>
                  </a:lnTo>
                  <a:lnTo>
                    <a:pt x="402" y="252"/>
                  </a:lnTo>
                  <a:lnTo>
                    <a:pt x="404" y="249"/>
                  </a:lnTo>
                  <a:lnTo>
                    <a:pt x="407" y="249"/>
                  </a:lnTo>
                  <a:lnTo>
                    <a:pt x="407" y="247"/>
                  </a:lnTo>
                  <a:lnTo>
                    <a:pt x="407" y="244"/>
                  </a:lnTo>
                  <a:lnTo>
                    <a:pt x="407" y="240"/>
                  </a:lnTo>
                  <a:lnTo>
                    <a:pt x="407" y="235"/>
                  </a:lnTo>
                  <a:lnTo>
                    <a:pt x="414" y="242"/>
                  </a:lnTo>
                  <a:lnTo>
                    <a:pt x="416" y="244"/>
                  </a:lnTo>
                  <a:lnTo>
                    <a:pt x="418" y="244"/>
                  </a:lnTo>
                  <a:lnTo>
                    <a:pt x="437" y="244"/>
                  </a:lnTo>
                  <a:lnTo>
                    <a:pt x="447" y="242"/>
                  </a:lnTo>
                  <a:lnTo>
                    <a:pt x="454" y="240"/>
                  </a:lnTo>
                  <a:lnTo>
                    <a:pt x="459" y="240"/>
                  </a:lnTo>
                  <a:lnTo>
                    <a:pt x="468" y="237"/>
                  </a:lnTo>
                  <a:lnTo>
                    <a:pt x="480" y="235"/>
                  </a:lnTo>
                  <a:lnTo>
                    <a:pt x="487" y="235"/>
                  </a:lnTo>
                  <a:lnTo>
                    <a:pt x="492" y="230"/>
                  </a:lnTo>
                  <a:lnTo>
                    <a:pt x="499" y="230"/>
                  </a:lnTo>
                  <a:lnTo>
                    <a:pt x="502" y="228"/>
                  </a:lnTo>
                  <a:lnTo>
                    <a:pt x="509" y="228"/>
                  </a:lnTo>
                  <a:lnTo>
                    <a:pt x="516" y="220"/>
                  </a:lnTo>
                  <a:lnTo>
                    <a:pt x="518" y="220"/>
                  </a:lnTo>
                  <a:lnTo>
                    <a:pt x="518" y="218"/>
                  </a:lnTo>
                  <a:lnTo>
                    <a:pt x="523" y="218"/>
                  </a:lnTo>
                  <a:lnTo>
                    <a:pt x="525" y="216"/>
                  </a:lnTo>
                  <a:lnTo>
                    <a:pt x="528" y="216"/>
                  </a:lnTo>
                  <a:lnTo>
                    <a:pt x="542" y="213"/>
                  </a:lnTo>
                  <a:lnTo>
                    <a:pt x="552" y="211"/>
                  </a:lnTo>
                  <a:lnTo>
                    <a:pt x="552" y="206"/>
                  </a:lnTo>
                  <a:lnTo>
                    <a:pt x="549" y="206"/>
                  </a:lnTo>
                  <a:lnTo>
                    <a:pt x="547" y="208"/>
                  </a:lnTo>
                  <a:lnTo>
                    <a:pt x="537" y="208"/>
                  </a:lnTo>
                  <a:lnTo>
                    <a:pt x="530" y="206"/>
                  </a:lnTo>
                  <a:lnTo>
                    <a:pt x="525" y="206"/>
                  </a:lnTo>
                  <a:lnTo>
                    <a:pt x="521" y="204"/>
                  </a:lnTo>
                  <a:lnTo>
                    <a:pt x="509" y="204"/>
                  </a:lnTo>
                  <a:lnTo>
                    <a:pt x="499" y="206"/>
                  </a:lnTo>
                  <a:lnTo>
                    <a:pt x="490" y="206"/>
                  </a:lnTo>
                  <a:lnTo>
                    <a:pt x="487" y="211"/>
                  </a:lnTo>
                  <a:lnTo>
                    <a:pt x="471" y="211"/>
                  </a:lnTo>
                  <a:lnTo>
                    <a:pt x="485" y="206"/>
                  </a:lnTo>
                  <a:lnTo>
                    <a:pt x="494" y="204"/>
                  </a:lnTo>
                  <a:lnTo>
                    <a:pt x="499" y="204"/>
                  </a:lnTo>
                  <a:lnTo>
                    <a:pt x="502" y="201"/>
                  </a:lnTo>
                  <a:lnTo>
                    <a:pt x="506" y="201"/>
                  </a:lnTo>
                  <a:lnTo>
                    <a:pt x="511" y="199"/>
                  </a:lnTo>
                  <a:lnTo>
                    <a:pt x="514" y="199"/>
                  </a:lnTo>
                  <a:lnTo>
                    <a:pt x="516" y="199"/>
                  </a:lnTo>
                  <a:lnTo>
                    <a:pt x="514" y="196"/>
                  </a:lnTo>
                  <a:lnTo>
                    <a:pt x="509" y="194"/>
                  </a:lnTo>
                  <a:lnTo>
                    <a:pt x="506" y="194"/>
                  </a:lnTo>
                  <a:lnTo>
                    <a:pt x="504" y="194"/>
                  </a:lnTo>
                  <a:lnTo>
                    <a:pt x="497" y="196"/>
                  </a:lnTo>
                  <a:lnTo>
                    <a:pt x="483" y="201"/>
                  </a:lnTo>
                  <a:lnTo>
                    <a:pt x="468" y="201"/>
                  </a:lnTo>
                  <a:lnTo>
                    <a:pt x="478" y="196"/>
                  </a:lnTo>
                  <a:lnTo>
                    <a:pt x="485" y="192"/>
                  </a:lnTo>
                  <a:lnTo>
                    <a:pt x="487" y="192"/>
                  </a:lnTo>
                  <a:lnTo>
                    <a:pt x="492" y="194"/>
                  </a:lnTo>
                  <a:lnTo>
                    <a:pt x="497" y="194"/>
                  </a:lnTo>
                  <a:lnTo>
                    <a:pt x="499" y="192"/>
                  </a:lnTo>
                  <a:lnTo>
                    <a:pt x="504" y="192"/>
                  </a:lnTo>
                  <a:lnTo>
                    <a:pt x="506" y="189"/>
                  </a:lnTo>
                  <a:lnTo>
                    <a:pt x="516" y="189"/>
                  </a:lnTo>
                  <a:lnTo>
                    <a:pt x="518" y="189"/>
                  </a:lnTo>
                  <a:lnTo>
                    <a:pt x="516" y="187"/>
                  </a:lnTo>
                  <a:lnTo>
                    <a:pt x="514" y="187"/>
                  </a:lnTo>
                  <a:lnTo>
                    <a:pt x="509" y="184"/>
                  </a:lnTo>
                  <a:lnTo>
                    <a:pt x="485" y="184"/>
                  </a:lnTo>
                  <a:lnTo>
                    <a:pt x="492" y="182"/>
                  </a:lnTo>
                  <a:lnTo>
                    <a:pt x="485" y="180"/>
                  </a:lnTo>
                  <a:lnTo>
                    <a:pt x="485" y="175"/>
                  </a:lnTo>
                  <a:lnTo>
                    <a:pt x="487" y="175"/>
                  </a:lnTo>
                  <a:lnTo>
                    <a:pt x="490" y="177"/>
                  </a:lnTo>
                  <a:lnTo>
                    <a:pt x="492" y="180"/>
                  </a:lnTo>
                  <a:lnTo>
                    <a:pt x="497" y="182"/>
                  </a:lnTo>
                  <a:lnTo>
                    <a:pt x="504" y="182"/>
                  </a:lnTo>
                  <a:lnTo>
                    <a:pt x="506" y="184"/>
                  </a:lnTo>
                  <a:lnTo>
                    <a:pt x="509" y="184"/>
                  </a:lnTo>
                  <a:lnTo>
                    <a:pt x="514" y="184"/>
                  </a:lnTo>
                  <a:lnTo>
                    <a:pt x="518" y="184"/>
                  </a:lnTo>
                  <a:lnTo>
                    <a:pt x="518" y="187"/>
                  </a:lnTo>
                  <a:lnTo>
                    <a:pt x="523" y="187"/>
                  </a:lnTo>
                  <a:lnTo>
                    <a:pt x="523" y="184"/>
                  </a:lnTo>
                  <a:lnTo>
                    <a:pt x="528" y="184"/>
                  </a:lnTo>
                  <a:lnTo>
                    <a:pt x="528" y="187"/>
                  </a:lnTo>
                  <a:lnTo>
                    <a:pt x="528" y="189"/>
                  </a:lnTo>
                  <a:lnTo>
                    <a:pt x="528" y="192"/>
                  </a:lnTo>
                  <a:lnTo>
                    <a:pt x="528" y="196"/>
                  </a:lnTo>
                  <a:lnTo>
                    <a:pt x="528" y="199"/>
                  </a:lnTo>
                  <a:lnTo>
                    <a:pt x="533" y="199"/>
                  </a:lnTo>
                  <a:lnTo>
                    <a:pt x="537" y="201"/>
                  </a:lnTo>
                  <a:lnTo>
                    <a:pt x="542" y="201"/>
                  </a:lnTo>
                  <a:lnTo>
                    <a:pt x="547" y="201"/>
                  </a:lnTo>
                  <a:lnTo>
                    <a:pt x="549" y="201"/>
                  </a:lnTo>
                  <a:lnTo>
                    <a:pt x="552" y="199"/>
                  </a:lnTo>
                  <a:lnTo>
                    <a:pt x="554" y="199"/>
                  </a:lnTo>
                  <a:lnTo>
                    <a:pt x="554" y="204"/>
                  </a:lnTo>
                  <a:lnTo>
                    <a:pt x="559" y="204"/>
                  </a:lnTo>
                  <a:lnTo>
                    <a:pt x="561" y="201"/>
                  </a:lnTo>
                  <a:lnTo>
                    <a:pt x="563" y="201"/>
                  </a:lnTo>
                  <a:lnTo>
                    <a:pt x="563" y="194"/>
                  </a:lnTo>
                  <a:lnTo>
                    <a:pt x="561" y="194"/>
                  </a:lnTo>
                  <a:lnTo>
                    <a:pt x="563" y="189"/>
                  </a:lnTo>
                  <a:lnTo>
                    <a:pt x="563" y="187"/>
                  </a:lnTo>
                  <a:lnTo>
                    <a:pt x="559" y="187"/>
                  </a:lnTo>
                  <a:lnTo>
                    <a:pt x="556" y="182"/>
                  </a:lnTo>
                  <a:lnTo>
                    <a:pt x="552" y="180"/>
                  </a:lnTo>
                  <a:lnTo>
                    <a:pt x="552" y="175"/>
                  </a:lnTo>
                  <a:lnTo>
                    <a:pt x="533" y="170"/>
                  </a:lnTo>
                  <a:lnTo>
                    <a:pt x="523" y="170"/>
                  </a:lnTo>
                  <a:lnTo>
                    <a:pt x="521" y="170"/>
                  </a:lnTo>
                  <a:lnTo>
                    <a:pt x="528" y="168"/>
                  </a:lnTo>
                  <a:lnTo>
                    <a:pt x="530" y="165"/>
                  </a:lnTo>
                  <a:lnTo>
                    <a:pt x="528" y="165"/>
                  </a:lnTo>
                  <a:lnTo>
                    <a:pt x="525" y="163"/>
                  </a:lnTo>
                  <a:lnTo>
                    <a:pt x="514" y="163"/>
                  </a:lnTo>
                  <a:lnTo>
                    <a:pt x="509" y="161"/>
                  </a:lnTo>
                  <a:lnTo>
                    <a:pt x="504" y="161"/>
                  </a:lnTo>
                  <a:lnTo>
                    <a:pt x="509" y="156"/>
                  </a:lnTo>
                  <a:lnTo>
                    <a:pt x="523" y="156"/>
                  </a:lnTo>
                  <a:lnTo>
                    <a:pt x="528" y="153"/>
                  </a:lnTo>
                  <a:lnTo>
                    <a:pt x="533" y="153"/>
                  </a:lnTo>
                  <a:lnTo>
                    <a:pt x="547" y="156"/>
                  </a:lnTo>
                  <a:lnTo>
                    <a:pt x="552" y="156"/>
                  </a:lnTo>
                  <a:lnTo>
                    <a:pt x="554" y="156"/>
                  </a:lnTo>
                  <a:lnTo>
                    <a:pt x="556" y="158"/>
                  </a:lnTo>
                  <a:lnTo>
                    <a:pt x="559" y="161"/>
                  </a:lnTo>
                  <a:lnTo>
                    <a:pt x="563" y="165"/>
                  </a:lnTo>
                  <a:lnTo>
                    <a:pt x="568" y="165"/>
                  </a:lnTo>
                  <a:lnTo>
                    <a:pt x="568" y="163"/>
                  </a:lnTo>
                  <a:lnTo>
                    <a:pt x="568" y="158"/>
                  </a:lnTo>
                  <a:lnTo>
                    <a:pt x="559" y="156"/>
                  </a:lnTo>
                  <a:lnTo>
                    <a:pt x="552" y="153"/>
                  </a:lnTo>
                  <a:lnTo>
                    <a:pt x="540" y="151"/>
                  </a:lnTo>
                  <a:lnTo>
                    <a:pt x="544" y="149"/>
                  </a:lnTo>
                  <a:lnTo>
                    <a:pt x="547" y="149"/>
                  </a:lnTo>
                  <a:lnTo>
                    <a:pt x="552" y="151"/>
                  </a:lnTo>
                  <a:lnTo>
                    <a:pt x="556" y="151"/>
                  </a:lnTo>
                  <a:lnTo>
                    <a:pt x="559" y="153"/>
                  </a:lnTo>
                  <a:lnTo>
                    <a:pt x="578" y="153"/>
                  </a:lnTo>
                  <a:lnTo>
                    <a:pt x="594" y="151"/>
                  </a:lnTo>
                  <a:lnTo>
                    <a:pt x="594" y="144"/>
                  </a:lnTo>
                  <a:lnTo>
                    <a:pt x="582" y="141"/>
                  </a:lnTo>
                  <a:lnTo>
                    <a:pt x="578" y="146"/>
                  </a:lnTo>
                  <a:lnTo>
                    <a:pt x="573" y="141"/>
                  </a:lnTo>
                  <a:lnTo>
                    <a:pt x="573" y="139"/>
                  </a:lnTo>
                  <a:lnTo>
                    <a:pt x="587" y="139"/>
                  </a:lnTo>
                  <a:lnTo>
                    <a:pt x="599" y="137"/>
                  </a:lnTo>
                  <a:lnTo>
                    <a:pt x="602" y="139"/>
                  </a:lnTo>
                  <a:lnTo>
                    <a:pt x="609" y="139"/>
                  </a:lnTo>
                  <a:lnTo>
                    <a:pt x="616" y="134"/>
                  </a:lnTo>
                  <a:lnTo>
                    <a:pt x="618" y="134"/>
                  </a:lnTo>
                  <a:lnTo>
                    <a:pt x="618" y="132"/>
                  </a:lnTo>
                  <a:lnTo>
                    <a:pt x="599" y="132"/>
                  </a:lnTo>
                  <a:lnTo>
                    <a:pt x="599" y="129"/>
                  </a:lnTo>
                  <a:lnTo>
                    <a:pt x="597" y="129"/>
                  </a:lnTo>
                  <a:lnTo>
                    <a:pt x="597" y="127"/>
                  </a:lnTo>
                  <a:lnTo>
                    <a:pt x="592" y="127"/>
                  </a:lnTo>
                  <a:lnTo>
                    <a:pt x="587" y="125"/>
                  </a:lnTo>
                  <a:lnTo>
                    <a:pt x="592" y="125"/>
                  </a:lnTo>
                  <a:lnTo>
                    <a:pt x="594" y="125"/>
                  </a:lnTo>
                  <a:lnTo>
                    <a:pt x="594" y="122"/>
                  </a:lnTo>
                  <a:lnTo>
                    <a:pt x="592" y="120"/>
                  </a:lnTo>
                  <a:lnTo>
                    <a:pt x="590" y="120"/>
                  </a:lnTo>
                  <a:lnTo>
                    <a:pt x="582" y="117"/>
                  </a:lnTo>
                  <a:lnTo>
                    <a:pt x="592" y="117"/>
                  </a:lnTo>
                  <a:lnTo>
                    <a:pt x="594" y="120"/>
                  </a:lnTo>
                  <a:lnTo>
                    <a:pt x="597" y="120"/>
                  </a:lnTo>
                  <a:lnTo>
                    <a:pt x="602" y="120"/>
                  </a:lnTo>
                  <a:lnTo>
                    <a:pt x="606" y="120"/>
                  </a:lnTo>
                  <a:lnTo>
                    <a:pt x="609" y="125"/>
                  </a:lnTo>
                  <a:lnTo>
                    <a:pt x="613" y="125"/>
                  </a:lnTo>
                  <a:lnTo>
                    <a:pt x="618" y="120"/>
                  </a:lnTo>
                  <a:lnTo>
                    <a:pt x="618" y="113"/>
                  </a:lnTo>
                  <a:lnTo>
                    <a:pt x="616" y="110"/>
                  </a:lnTo>
                  <a:lnTo>
                    <a:pt x="613" y="110"/>
                  </a:lnTo>
                  <a:lnTo>
                    <a:pt x="611" y="108"/>
                  </a:lnTo>
                  <a:lnTo>
                    <a:pt x="609" y="105"/>
                  </a:lnTo>
                  <a:lnTo>
                    <a:pt x="592" y="103"/>
                  </a:lnTo>
                  <a:lnTo>
                    <a:pt x="587" y="101"/>
                  </a:lnTo>
                  <a:lnTo>
                    <a:pt x="587" y="98"/>
                  </a:lnTo>
                  <a:lnTo>
                    <a:pt x="590" y="98"/>
                  </a:lnTo>
                  <a:lnTo>
                    <a:pt x="599" y="98"/>
                  </a:lnTo>
                  <a:lnTo>
                    <a:pt x="611" y="96"/>
                  </a:lnTo>
                  <a:lnTo>
                    <a:pt x="618" y="96"/>
                  </a:lnTo>
                  <a:lnTo>
                    <a:pt x="623" y="98"/>
                  </a:lnTo>
                  <a:lnTo>
                    <a:pt x="632" y="98"/>
                  </a:lnTo>
                  <a:lnTo>
                    <a:pt x="637" y="96"/>
                  </a:lnTo>
                  <a:lnTo>
                    <a:pt x="642" y="93"/>
                  </a:lnTo>
                  <a:lnTo>
                    <a:pt x="642" y="91"/>
                  </a:lnTo>
                  <a:lnTo>
                    <a:pt x="642" y="89"/>
                  </a:lnTo>
                  <a:lnTo>
                    <a:pt x="632" y="89"/>
                  </a:lnTo>
                  <a:lnTo>
                    <a:pt x="625" y="86"/>
                  </a:lnTo>
                  <a:lnTo>
                    <a:pt x="616" y="86"/>
                  </a:lnTo>
                  <a:lnTo>
                    <a:pt x="613" y="84"/>
                  </a:lnTo>
                  <a:lnTo>
                    <a:pt x="623" y="84"/>
                  </a:lnTo>
                  <a:lnTo>
                    <a:pt x="621" y="82"/>
                  </a:lnTo>
                  <a:lnTo>
                    <a:pt x="618" y="79"/>
                  </a:lnTo>
                  <a:lnTo>
                    <a:pt x="618" y="77"/>
                  </a:lnTo>
                  <a:lnTo>
                    <a:pt x="613" y="77"/>
                  </a:lnTo>
                  <a:lnTo>
                    <a:pt x="611" y="79"/>
                  </a:lnTo>
                  <a:lnTo>
                    <a:pt x="611" y="84"/>
                  </a:lnTo>
                  <a:lnTo>
                    <a:pt x="606" y="84"/>
                  </a:lnTo>
                  <a:lnTo>
                    <a:pt x="604" y="84"/>
                  </a:lnTo>
                  <a:lnTo>
                    <a:pt x="602" y="82"/>
                  </a:lnTo>
                  <a:lnTo>
                    <a:pt x="599" y="79"/>
                  </a:lnTo>
                  <a:lnTo>
                    <a:pt x="602" y="79"/>
                  </a:lnTo>
                  <a:lnTo>
                    <a:pt x="606" y="77"/>
                  </a:lnTo>
                  <a:lnTo>
                    <a:pt x="609" y="74"/>
                  </a:lnTo>
                  <a:lnTo>
                    <a:pt x="613" y="70"/>
                  </a:lnTo>
                  <a:lnTo>
                    <a:pt x="616" y="67"/>
                  </a:lnTo>
                  <a:lnTo>
                    <a:pt x="618" y="65"/>
                  </a:lnTo>
                  <a:lnTo>
                    <a:pt x="621" y="65"/>
                  </a:lnTo>
                  <a:lnTo>
                    <a:pt x="623" y="65"/>
                  </a:lnTo>
                  <a:lnTo>
                    <a:pt x="628" y="65"/>
                  </a:lnTo>
                  <a:lnTo>
                    <a:pt x="630" y="65"/>
                  </a:lnTo>
                  <a:lnTo>
                    <a:pt x="632" y="62"/>
                  </a:lnTo>
                  <a:lnTo>
                    <a:pt x="637" y="60"/>
                  </a:lnTo>
                  <a:lnTo>
                    <a:pt x="635" y="55"/>
                  </a:lnTo>
                  <a:lnTo>
                    <a:pt x="637" y="53"/>
                  </a:lnTo>
                  <a:lnTo>
                    <a:pt x="640" y="50"/>
                  </a:lnTo>
                  <a:lnTo>
                    <a:pt x="642" y="50"/>
                  </a:lnTo>
                  <a:lnTo>
                    <a:pt x="647" y="50"/>
                  </a:lnTo>
                  <a:lnTo>
                    <a:pt x="649" y="50"/>
                  </a:lnTo>
                  <a:lnTo>
                    <a:pt x="651" y="53"/>
                  </a:lnTo>
                  <a:lnTo>
                    <a:pt x="656" y="53"/>
                  </a:lnTo>
                  <a:lnTo>
                    <a:pt x="659" y="50"/>
                  </a:lnTo>
                  <a:lnTo>
                    <a:pt x="661" y="50"/>
                  </a:lnTo>
                  <a:lnTo>
                    <a:pt x="663" y="48"/>
                  </a:lnTo>
                  <a:lnTo>
                    <a:pt x="644" y="48"/>
                  </a:lnTo>
                  <a:lnTo>
                    <a:pt x="642" y="48"/>
                  </a:lnTo>
                  <a:lnTo>
                    <a:pt x="637" y="48"/>
                  </a:lnTo>
                  <a:lnTo>
                    <a:pt x="635" y="50"/>
                  </a:lnTo>
                  <a:lnTo>
                    <a:pt x="630" y="50"/>
                  </a:lnTo>
                  <a:lnTo>
                    <a:pt x="630" y="48"/>
                  </a:lnTo>
                  <a:lnTo>
                    <a:pt x="640" y="43"/>
                  </a:lnTo>
                  <a:lnTo>
                    <a:pt x="670" y="43"/>
                  </a:lnTo>
                  <a:lnTo>
                    <a:pt x="675" y="43"/>
                  </a:lnTo>
                  <a:lnTo>
                    <a:pt x="678" y="43"/>
                  </a:lnTo>
                  <a:lnTo>
                    <a:pt x="682" y="41"/>
                  </a:lnTo>
                  <a:lnTo>
                    <a:pt x="678" y="41"/>
                  </a:lnTo>
                  <a:lnTo>
                    <a:pt x="673" y="38"/>
                  </a:lnTo>
                  <a:lnTo>
                    <a:pt x="656" y="38"/>
                  </a:lnTo>
                  <a:lnTo>
                    <a:pt x="651" y="41"/>
                  </a:lnTo>
                  <a:lnTo>
                    <a:pt x="635" y="41"/>
                  </a:lnTo>
                  <a:lnTo>
                    <a:pt x="635" y="38"/>
                  </a:lnTo>
                  <a:lnTo>
                    <a:pt x="637" y="38"/>
                  </a:lnTo>
                  <a:lnTo>
                    <a:pt x="642" y="38"/>
                  </a:lnTo>
                  <a:lnTo>
                    <a:pt x="687" y="38"/>
                  </a:lnTo>
                  <a:lnTo>
                    <a:pt x="692" y="36"/>
                  </a:lnTo>
                  <a:lnTo>
                    <a:pt x="699" y="34"/>
                  </a:lnTo>
                  <a:lnTo>
                    <a:pt x="701" y="31"/>
                  </a:lnTo>
                  <a:lnTo>
                    <a:pt x="718" y="31"/>
                  </a:lnTo>
                  <a:lnTo>
                    <a:pt x="723" y="29"/>
                  </a:lnTo>
                  <a:lnTo>
                    <a:pt x="725" y="29"/>
                  </a:lnTo>
                  <a:lnTo>
                    <a:pt x="730" y="29"/>
                  </a:lnTo>
                  <a:lnTo>
                    <a:pt x="732" y="26"/>
                  </a:lnTo>
                  <a:lnTo>
                    <a:pt x="730" y="24"/>
                  </a:lnTo>
                  <a:close/>
                  <a:moveTo>
                    <a:pt x="119" y="268"/>
                  </a:moveTo>
                  <a:lnTo>
                    <a:pt x="116" y="266"/>
                  </a:lnTo>
                  <a:lnTo>
                    <a:pt x="119" y="268"/>
                  </a:lnTo>
                  <a:close/>
                  <a:moveTo>
                    <a:pt x="128" y="223"/>
                  </a:moveTo>
                  <a:lnTo>
                    <a:pt x="135" y="223"/>
                  </a:lnTo>
                  <a:lnTo>
                    <a:pt x="138" y="220"/>
                  </a:lnTo>
                  <a:lnTo>
                    <a:pt x="145" y="220"/>
                  </a:lnTo>
                  <a:lnTo>
                    <a:pt x="147" y="220"/>
                  </a:lnTo>
                  <a:lnTo>
                    <a:pt x="147" y="216"/>
                  </a:lnTo>
                  <a:lnTo>
                    <a:pt x="150" y="216"/>
                  </a:lnTo>
                  <a:lnTo>
                    <a:pt x="147" y="213"/>
                  </a:lnTo>
                  <a:lnTo>
                    <a:pt x="145" y="211"/>
                  </a:lnTo>
                  <a:lnTo>
                    <a:pt x="143" y="211"/>
                  </a:lnTo>
                  <a:lnTo>
                    <a:pt x="138" y="211"/>
                  </a:lnTo>
                  <a:lnTo>
                    <a:pt x="135" y="206"/>
                  </a:lnTo>
                  <a:lnTo>
                    <a:pt x="119" y="206"/>
                  </a:lnTo>
                  <a:lnTo>
                    <a:pt x="119" y="213"/>
                  </a:lnTo>
                  <a:lnTo>
                    <a:pt x="116" y="216"/>
                  </a:lnTo>
                  <a:lnTo>
                    <a:pt x="114" y="216"/>
                  </a:lnTo>
                  <a:lnTo>
                    <a:pt x="114" y="218"/>
                  </a:lnTo>
                  <a:lnTo>
                    <a:pt x="116" y="220"/>
                  </a:lnTo>
                  <a:lnTo>
                    <a:pt x="119" y="220"/>
                  </a:lnTo>
                  <a:lnTo>
                    <a:pt x="119" y="225"/>
                  </a:lnTo>
                  <a:lnTo>
                    <a:pt x="128" y="223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08" name="Greece" descr="© INSCALE GmbH, 05.05.2010&#10;http://www.presentationload.com/">
              <a:extLst>
                <a:ext uri="{FF2B5EF4-FFF2-40B4-BE49-F238E27FC236}">
                  <a16:creationId xmlns:a16="http://schemas.microsoft.com/office/drawing/2014/main" id="{70B3C6BC-3CBC-4888-AB17-540A319E5AA0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4192083" y="1897386"/>
              <a:ext cx="175769" cy="181107"/>
            </a:xfrm>
            <a:custGeom>
              <a:avLst/>
              <a:gdLst>
                <a:gd name="T0" fmla="*/ 0 w 534"/>
                <a:gd name="T1" fmla="*/ 2147483647 h 552"/>
                <a:gd name="T2" fmla="*/ 2147483647 w 534"/>
                <a:gd name="T3" fmla="*/ 2147483647 h 552"/>
                <a:gd name="T4" fmla="*/ 2147483647 w 534"/>
                <a:gd name="T5" fmla="*/ 2147483647 h 552"/>
                <a:gd name="T6" fmla="*/ 2147483647 w 534"/>
                <a:gd name="T7" fmla="*/ 2147483647 h 552"/>
                <a:gd name="T8" fmla="*/ 2147483647 w 534"/>
                <a:gd name="T9" fmla="*/ 2147483647 h 552"/>
                <a:gd name="T10" fmla="*/ 2147483647 w 534"/>
                <a:gd name="T11" fmla="*/ 2147483647 h 552"/>
                <a:gd name="T12" fmla="*/ 2147483647 w 534"/>
                <a:gd name="T13" fmla="*/ 2147483647 h 552"/>
                <a:gd name="T14" fmla="*/ 2147483647 w 534"/>
                <a:gd name="T15" fmla="*/ 2147483647 h 552"/>
                <a:gd name="T16" fmla="*/ 2147483647 w 534"/>
                <a:gd name="T17" fmla="*/ 2147483647 h 552"/>
                <a:gd name="T18" fmla="*/ 2147483647 w 534"/>
                <a:gd name="T19" fmla="*/ 2147483647 h 552"/>
                <a:gd name="T20" fmla="*/ 2147483647 w 534"/>
                <a:gd name="T21" fmla="*/ 2147483647 h 552"/>
                <a:gd name="T22" fmla="*/ 2147483647 w 534"/>
                <a:gd name="T23" fmla="*/ 2147483647 h 552"/>
                <a:gd name="T24" fmla="*/ 2147483647 w 534"/>
                <a:gd name="T25" fmla="*/ 2147483647 h 552"/>
                <a:gd name="T26" fmla="*/ 2147483647 w 534"/>
                <a:gd name="T27" fmla="*/ 2147483647 h 552"/>
                <a:gd name="T28" fmla="*/ 2147483647 w 534"/>
                <a:gd name="T29" fmla="*/ 2147483647 h 552"/>
                <a:gd name="T30" fmla="*/ 2147483647 w 534"/>
                <a:gd name="T31" fmla="*/ 2147483647 h 552"/>
                <a:gd name="T32" fmla="*/ 2147483647 w 534"/>
                <a:gd name="T33" fmla="*/ 2147483647 h 552"/>
                <a:gd name="T34" fmla="*/ 2147483647 w 534"/>
                <a:gd name="T35" fmla="*/ 2147483647 h 552"/>
                <a:gd name="T36" fmla="*/ 2147483647 w 534"/>
                <a:gd name="T37" fmla="*/ 2147483647 h 552"/>
                <a:gd name="T38" fmla="*/ 2147483647 w 534"/>
                <a:gd name="T39" fmla="*/ 2147483647 h 552"/>
                <a:gd name="T40" fmla="*/ 2147483647 w 534"/>
                <a:gd name="T41" fmla="*/ 2147483647 h 552"/>
                <a:gd name="T42" fmla="*/ 2147483647 w 534"/>
                <a:gd name="T43" fmla="*/ 2147483647 h 552"/>
                <a:gd name="T44" fmla="*/ 2147483647 w 534"/>
                <a:gd name="T45" fmla="*/ 2147483647 h 552"/>
                <a:gd name="T46" fmla="*/ 2147483647 w 534"/>
                <a:gd name="T47" fmla="*/ 2147483647 h 552"/>
                <a:gd name="T48" fmla="*/ 2147483647 w 534"/>
                <a:gd name="T49" fmla="*/ 2147483647 h 552"/>
                <a:gd name="T50" fmla="*/ 2147483647 w 534"/>
                <a:gd name="T51" fmla="*/ 2147483647 h 552"/>
                <a:gd name="T52" fmla="*/ 2147483647 w 534"/>
                <a:gd name="T53" fmla="*/ 2147483647 h 552"/>
                <a:gd name="T54" fmla="*/ 2147483647 w 534"/>
                <a:gd name="T55" fmla="*/ 2147483647 h 552"/>
                <a:gd name="T56" fmla="*/ 2147483647 w 534"/>
                <a:gd name="T57" fmla="*/ 2147483647 h 552"/>
                <a:gd name="T58" fmla="*/ 2147483647 w 534"/>
                <a:gd name="T59" fmla="*/ 2147483647 h 552"/>
                <a:gd name="T60" fmla="*/ 2147483647 w 534"/>
                <a:gd name="T61" fmla="*/ 2147483647 h 552"/>
                <a:gd name="T62" fmla="*/ 2147483647 w 534"/>
                <a:gd name="T63" fmla="*/ 2147483647 h 552"/>
                <a:gd name="T64" fmla="*/ 2147483647 w 534"/>
                <a:gd name="T65" fmla="*/ 2147483647 h 552"/>
                <a:gd name="T66" fmla="*/ 2147483647 w 534"/>
                <a:gd name="T67" fmla="*/ 2147483647 h 552"/>
                <a:gd name="T68" fmla="*/ 2147483647 w 534"/>
                <a:gd name="T69" fmla="*/ 2147483647 h 552"/>
                <a:gd name="T70" fmla="*/ 2147483647 w 534"/>
                <a:gd name="T71" fmla="*/ 2147483647 h 552"/>
                <a:gd name="T72" fmla="*/ 2147483647 w 534"/>
                <a:gd name="T73" fmla="*/ 2147483647 h 552"/>
                <a:gd name="T74" fmla="*/ 2147483647 w 534"/>
                <a:gd name="T75" fmla="*/ 2147483647 h 552"/>
                <a:gd name="T76" fmla="*/ 2147483647 w 534"/>
                <a:gd name="T77" fmla="*/ 2147483647 h 552"/>
                <a:gd name="T78" fmla="*/ 2147483647 w 534"/>
                <a:gd name="T79" fmla="*/ 2147483647 h 552"/>
                <a:gd name="T80" fmla="*/ 2147483647 w 534"/>
                <a:gd name="T81" fmla="*/ 2147483647 h 552"/>
                <a:gd name="T82" fmla="*/ 2147483647 w 534"/>
                <a:gd name="T83" fmla="*/ 2147483647 h 552"/>
                <a:gd name="T84" fmla="*/ 2147483647 w 534"/>
                <a:gd name="T85" fmla="*/ 2147483647 h 552"/>
                <a:gd name="T86" fmla="*/ 2147483647 w 534"/>
                <a:gd name="T87" fmla="*/ 2147483647 h 552"/>
                <a:gd name="T88" fmla="*/ 2147483647 w 534"/>
                <a:gd name="T89" fmla="*/ 2147483647 h 552"/>
                <a:gd name="T90" fmla="*/ 2147483647 w 534"/>
                <a:gd name="T91" fmla="*/ 2147483647 h 552"/>
                <a:gd name="T92" fmla="*/ 2147483647 w 534"/>
                <a:gd name="T93" fmla="*/ 2147483647 h 552"/>
                <a:gd name="T94" fmla="*/ 2147483647 w 534"/>
                <a:gd name="T95" fmla="*/ 2147483647 h 552"/>
                <a:gd name="T96" fmla="*/ 2147483647 w 534"/>
                <a:gd name="T97" fmla="*/ 2147483647 h 552"/>
                <a:gd name="T98" fmla="*/ 2147483647 w 534"/>
                <a:gd name="T99" fmla="*/ 2147483647 h 552"/>
                <a:gd name="T100" fmla="*/ 2147483647 w 534"/>
                <a:gd name="T101" fmla="*/ 2147483647 h 552"/>
                <a:gd name="T102" fmla="*/ 2147483647 w 534"/>
                <a:gd name="T103" fmla="*/ 2147483647 h 552"/>
                <a:gd name="T104" fmla="*/ 2147483647 w 534"/>
                <a:gd name="T105" fmla="*/ 2147483647 h 552"/>
                <a:gd name="T106" fmla="*/ 2147483647 w 534"/>
                <a:gd name="T107" fmla="*/ 2147483647 h 55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34"/>
                <a:gd name="T163" fmla="*/ 0 h 552"/>
                <a:gd name="T164" fmla="*/ 534 w 534"/>
                <a:gd name="T165" fmla="*/ 552 h 55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34" h="552">
                  <a:moveTo>
                    <a:pt x="240" y="108"/>
                  </a:moveTo>
                  <a:lnTo>
                    <a:pt x="270" y="126"/>
                  </a:lnTo>
                  <a:lnTo>
                    <a:pt x="282" y="120"/>
                  </a:lnTo>
                  <a:lnTo>
                    <a:pt x="240" y="108"/>
                  </a:lnTo>
                  <a:close/>
                  <a:moveTo>
                    <a:pt x="24" y="258"/>
                  </a:moveTo>
                  <a:lnTo>
                    <a:pt x="0" y="282"/>
                  </a:lnTo>
                  <a:lnTo>
                    <a:pt x="42" y="294"/>
                  </a:lnTo>
                  <a:lnTo>
                    <a:pt x="24" y="258"/>
                  </a:lnTo>
                  <a:close/>
                  <a:moveTo>
                    <a:pt x="312" y="414"/>
                  </a:moveTo>
                  <a:lnTo>
                    <a:pt x="312" y="420"/>
                  </a:lnTo>
                  <a:lnTo>
                    <a:pt x="324" y="420"/>
                  </a:lnTo>
                  <a:lnTo>
                    <a:pt x="324" y="414"/>
                  </a:lnTo>
                  <a:lnTo>
                    <a:pt x="318" y="408"/>
                  </a:lnTo>
                  <a:lnTo>
                    <a:pt x="312" y="408"/>
                  </a:lnTo>
                  <a:lnTo>
                    <a:pt x="312" y="414"/>
                  </a:lnTo>
                  <a:close/>
                  <a:moveTo>
                    <a:pt x="306" y="390"/>
                  </a:moveTo>
                  <a:lnTo>
                    <a:pt x="300" y="378"/>
                  </a:lnTo>
                  <a:lnTo>
                    <a:pt x="294" y="390"/>
                  </a:lnTo>
                  <a:lnTo>
                    <a:pt x="306" y="390"/>
                  </a:lnTo>
                  <a:close/>
                  <a:moveTo>
                    <a:pt x="294" y="294"/>
                  </a:moveTo>
                  <a:lnTo>
                    <a:pt x="318" y="336"/>
                  </a:lnTo>
                  <a:lnTo>
                    <a:pt x="330" y="318"/>
                  </a:lnTo>
                  <a:lnTo>
                    <a:pt x="294" y="294"/>
                  </a:lnTo>
                  <a:close/>
                  <a:moveTo>
                    <a:pt x="108" y="264"/>
                  </a:moveTo>
                  <a:lnTo>
                    <a:pt x="138" y="264"/>
                  </a:lnTo>
                  <a:lnTo>
                    <a:pt x="144" y="270"/>
                  </a:lnTo>
                  <a:lnTo>
                    <a:pt x="156" y="270"/>
                  </a:lnTo>
                  <a:lnTo>
                    <a:pt x="180" y="282"/>
                  </a:lnTo>
                  <a:lnTo>
                    <a:pt x="192" y="282"/>
                  </a:lnTo>
                  <a:lnTo>
                    <a:pt x="198" y="288"/>
                  </a:lnTo>
                  <a:lnTo>
                    <a:pt x="204" y="288"/>
                  </a:lnTo>
                  <a:lnTo>
                    <a:pt x="216" y="300"/>
                  </a:lnTo>
                  <a:lnTo>
                    <a:pt x="228" y="306"/>
                  </a:lnTo>
                  <a:lnTo>
                    <a:pt x="234" y="312"/>
                  </a:lnTo>
                  <a:lnTo>
                    <a:pt x="246" y="312"/>
                  </a:lnTo>
                  <a:lnTo>
                    <a:pt x="252" y="306"/>
                  </a:lnTo>
                  <a:lnTo>
                    <a:pt x="252" y="288"/>
                  </a:lnTo>
                  <a:lnTo>
                    <a:pt x="228" y="264"/>
                  </a:lnTo>
                  <a:lnTo>
                    <a:pt x="216" y="258"/>
                  </a:lnTo>
                  <a:lnTo>
                    <a:pt x="210" y="252"/>
                  </a:lnTo>
                  <a:lnTo>
                    <a:pt x="204" y="252"/>
                  </a:lnTo>
                  <a:lnTo>
                    <a:pt x="198" y="246"/>
                  </a:lnTo>
                  <a:lnTo>
                    <a:pt x="186" y="246"/>
                  </a:lnTo>
                  <a:lnTo>
                    <a:pt x="174" y="234"/>
                  </a:lnTo>
                  <a:lnTo>
                    <a:pt x="168" y="234"/>
                  </a:lnTo>
                  <a:lnTo>
                    <a:pt x="174" y="228"/>
                  </a:lnTo>
                  <a:lnTo>
                    <a:pt x="192" y="228"/>
                  </a:lnTo>
                  <a:lnTo>
                    <a:pt x="198" y="240"/>
                  </a:lnTo>
                  <a:lnTo>
                    <a:pt x="222" y="252"/>
                  </a:lnTo>
                  <a:lnTo>
                    <a:pt x="234" y="264"/>
                  </a:lnTo>
                  <a:lnTo>
                    <a:pt x="258" y="264"/>
                  </a:lnTo>
                  <a:lnTo>
                    <a:pt x="270" y="252"/>
                  </a:lnTo>
                  <a:lnTo>
                    <a:pt x="258" y="240"/>
                  </a:lnTo>
                  <a:lnTo>
                    <a:pt x="246" y="240"/>
                  </a:lnTo>
                  <a:lnTo>
                    <a:pt x="234" y="234"/>
                  </a:lnTo>
                  <a:lnTo>
                    <a:pt x="222" y="234"/>
                  </a:lnTo>
                  <a:lnTo>
                    <a:pt x="210" y="228"/>
                  </a:lnTo>
                  <a:lnTo>
                    <a:pt x="204" y="216"/>
                  </a:lnTo>
                  <a:lnTo>
                    <a:pt x="198" y="210"/>
                  </a:lnTo>
                  <a:lnTo>
                    <a:pt x="198" y="204"/>
                  </a:lnTo>
                  <a:lnTo>
                    <a:pt x="192" y="192"/>
                  </a:lnTo>
                  <a:lnTo>
                    <a:pt x="186" y="186"/>
                  </a:lnTo>
                  <a:lnTo>
                    <a:pt x="174" y="162"/>
                  </a:lnTo>
                  <a:lnTo>
                    <a:pt x="168" y="156"/>
                  </a:lnTo>
                  <a:lnTo>
                    <a:pt x="162" y="144"/>
                  </a:lnTo>
                  <a:lnTo>
                    <a:pt x="150" y="132"/>
                  </a:lnTo>
                  <a:lnTo>
                    <a:pt x="150" y="120"/>
                  </a:lnTo>
                  <a:lnTo>
                    <a:pt x="144" y="114"/>
                  </a:lnTo>
                  <a:lnTo>
                    <a:pt x="144" y="102"/>
                  </a:lnTo>
                  <a:lnTo>
                    <a:pt x="150" y="96"/>
                  </a:lnTo>
                  <a:lnTo>
                    <a:pt x="156" y="96"/>
                  </a:lnTo>
                  <a:lnTo>
                    <a:pt x="162" y="102"/>
                  </a:lnTo>
                  <a:lnTo>
                    <a:pt x="162" y="108"/>
                  </a:lnTo>
                  <a:lnTo>
                    <a:pt x="168" y="114"/>
                  </a:lnTo>
                  <a:lnTo>
                    <a:pt x="180" y="114"/>
                  </a:lnTo>
                  <a:lnTo>
                    <a:pt x="180" y="120"/>
                  </a:lnTo>
                  <a:lnTo>
                    <a:pt x="186" y="120"/>
                  </a:lnTo>
                  <a:lnTo>
                    <a:pt x="198" y="132"/>
                  </a:lnTo>
                  <a:lnTo>
                    <a:pt x="198" y="144"/>
                  </a:lnTo>
                  <a:lnTo>
                    <a:pt x="204" y="144"/>
                  </a:lnTo>
                  <a:lnTo>
                    <a:pt x="210" y="138"/>
                  </a:lnTo>
                  <a:lnTo>
                    <a:pt x="216" y="138"/>
                  </a:lnTo>
                  <a:lnTo>
                    <a:pt x="204" y="120"/>
                  </a:lnTo>
                  <a:lnTo>
                    <a:pt x="210" y="120"/>
                  </a:lnTo>
                  <a:lnTo>
                    <a:pt x="234" y="132"/>
                  </a:lnTo>
                  <a:lnTo>
                    <a:pt x="222" y="114"/>
                  </a:lnTo>
                  <a:lnTo>
                    <a:pt x="228" y="108"/>
                  </a:lnTo>
                  <a:lnTo>
                    <a:pt x="228" y="84"/>
                  </a:lnTo>
                  <a:lnTo>
                    <a:pt x="240" y="72"/>
                  </a:lnTo>
                  <a:lnTo>
                    <a:pt x="270" y="72"/>
                  </a:lnTo>
                  <a:lnTo>
                    <a:pt x="276" y="78"/>
                  </a:lnTo>
                  <a:lnTo>
                    <a:pt x="276" y="90"/>
                  </a:lnTo>
                  <a:lnTo>
                    <a:pt x="288" y="90"/>
                  </a:lnTo>
                  <a:lnTo>
                    <a:pt x="294" y="84"/>
                  </a:lnTo>
                  <a:lnTo>
                    <a:pt x="300" y="72"/>
                  </a:lnTo>
                  <a:lnTo>
                    <a:pt x="306" y="66"/>
                  </a:lnTo>
                  <a:lnTo>
                    <a:pt x="342" y="66"/>
                  </a:lnTo>
                  <a:lnTo>
                    <a:pt x="360" y="72"/>
                  </a:lnTo>
                  <a:lnTo>
                    <a:pt x="372" y="72"/>
                  </a:lnTo>
                  <a:lnTo>
                    <a:pt x="378" y="78"/>
                  </a:lnTo>
                  <a:lnTo>
                    <a:pt x="384" y="78"/>
                  </a:lnTo>
                  <a:lnTo>
                    <a:pt x="384" y="72"/>
                  </a:lnTo>
                  <a:lnTo>
                    <a:pt x="390" y="60"/>
                  </a:lnTo>
                  <a:lnTo>
                    <a:pt x="390" y="48"/>
                  </a:lnTo>
                  <a:lnTo>
                    <a:pt x="384" y="42"/>
                  </a:lnTo>
                  <a:lnTo>
                    <a:pt x="384" y="36"/>
                  </a:lnTo>
                  <a:lnTo>
                    <a:pt x="390" y="30"/>
                  </a:lnTo>
                  <a:lnTo>
                    <a:pt x="408" y="30"/>
                  </a:lnTo>
                  <a:lnTo>
                    <a:pt x="408" y="18"/>
                  </a:lnTo>
                  <a:lnTo>
                    <a:pt x="402" y="12"/>
                  </a:lnTo>
                  <a:lnTo>
                    <a:pt x="402" y="6"/>
                  </a:lnTo>
                  <a:lnTo>
                    <a:pt x="390" y="6"/>
                  </a:lnTo>
                  <a:lnTo>
                    <a:pt x="384" y="0"/>
                  </a:lnTo>
                  <a:lnTo>
                    <a:pt x="366" y="6"/>
                  </a:lnTo>
                  <a:lnTo>
                    <a:pt x="372" y="12"/>
                  </a:lnTo>
                  <a:lnTo>
                    <a:pt x="372" y="30"/>
                  </a:lnTo>
                  <a:lnTo>
                    <a:pt x="366" y="36"/>
                  </a:lnTo>
                  <a:lnTo>
                    <a:pt x="348" y="36"/>
                  </a:lnTo>
                  <a:lnTo>
                    <a:pt x="336" y="24"/>
                  </a:lnTo>
                  <a:lnTo>
                    <a:pt x="324" y="36"/>
                  </a:lnTo>
                  <a:lnTo>
                    <a:pt x="312" y="36"/>
                  </a:lnTo>
                  <a:lnTo>
                    <a:pt x="300" y="24"/>
                  </a:lnTo>
                  <a:lnTo>
                    <a:pt x="294" y="30"/>
                  </a:lnTo>
                  <a:lnTo>
                    <a:pt x="282" y="30"/>
                  </a:lnTo>
                  <a:lnTo>
                    <a:pt x="264" y="12"/>
                  </a:lnTo>
                  <a:lnTo>
                    <a:pt x="264" y="6"/>
                  </a:lnTo>
                  <a:lnTo>
                    <a:pt x="234" y="12"/>
                  </a:lnTo>
                  <a:lnTo>
                    <a:pt x="228" y="30"/>
                  </a:lnTo>
                  <a:lnTo>
                    <a:pt x="204" y="24"/>
                  </a:lnTo>
                  <a:lnTo>
                    <a:pt x="198" y="30"/>
                  </a:lnTo>
                  <a:lnTo>
                    <a:pt x="186" y="36"/>
                  </a:lnTo>
                  <a:lnTo>
                    <a:pt x="174" y="36"/>
                  </a:lnTo>
                  <a:lnTo>
                    <a:pt x="168" y="30"/>
                  </a:lnTo>
                  <a:lnTo>
                    <a:pt x="162" y="30"/>
                  </a:lnTo>
                  <a:lnTo>
                    <a:pt x="150" y="36"/>
                  </a:lnTo>
                  <a:lnTo>
                    <a:pt x="138" y="48"/>
                  </a:lnTo>
                  <a:lnTo>
                    <a:pt x="126" y="54"/>
                  </a:lnTo>
                  <a:lnTo>
                    <a:pt x="102" y="54"/>
                  </a:lnTo>
                  <a:lnTo>
                    <a:pt x="102" y="60"/>
                  </a:lnTo>
                  <a:lnTo>
                    <a:pt x="96" y="72"/>
                  </a:lnTo>
                  <a:lnTo>
                    <a:pt x="72" y="72"/>
                  </a:lnTo>
                  <a:lnTo>
                    <a:pt x="66" y="66"/>
                  </a:lnTo>
                  <a:lnTo>
                    <a:pt x="60" y="66"/>
                  </a:lnTo>
                  <a:lnTo>
                    <a:pt x="48" y="72"/>
                  </a:lnTo>
                  <a:lnTo>
                    <a:pt x="54" y="84"/>
                  </a:lnTo>
                  <a:lnTo>
                    <a:pt x="54" y="90"/>
                  </a:lnTo>
                  <a:lnTo>
                    <a:pt x="42" y="102"/>
                  </a:lnTo>
                  <a:lnTo>
                    <a:pt x="24" y="102"/>
                  </a:lnTo>
                  <a:lnTo>
                    <a:pt x="24" y="126"/>
                  </a:lnTo>
                  <a:lnTo>
                    <a:pt x="12" y="132"/>
                  </a:lnTo>
                  <a:lnTo>
                    <a:pt x="0" y="132"/>
                  </a:lnTo>
                  <a:lnTo>
                    <a:pt x="0" y="198"/>
                  </a:lnTo>
                  <a:lnTo>
                    <a:pt x="6" y="204"/>
                  </a:lnTo>
                  <a:lnTo>
                    <a:pt x="18" y="210"/>
                  </a:lnTo>
                  <a:lnTo>
                    <a:pt x="24" y="216"/>
                  </a:lnTo>
                  <a:lnTo>
                    <a:pt x="30" y="228"/>
                  </a:lnTo>
                  <a:lnTo>
                    <a:pt x="36" y="234"/>
                  </a:lnTo>
                  <a:lnTo>
                    <a:pt x="42" y="246"/>
                  </a:lnTo>
                  <a:lnTo>
                    <a:pt x="54" y="258"/>
                  </a:lnTo>
                  <a:lnTo>
                    <a:pt x="60" y="270"/>
                  </a:lnTo>
                  <a:lnTo>
                    <a:pt x="84" y="270"/>
                  </a:lnTo>
                  <a:lnTo>
                    <a:pt x="96" y="264"/>
                  </a:lnTo>
                  <a:lnTo>
                    <a:pt x="108" y="264"/>
                  </a:lnTo>
                  <a:close/>
                  <a:moveTo>
                    <a:pt x="396" y="252"/>
                  </a:moveTo>
                  <a:lnTo>
                    <a:pt x="372" y="252"/>
                  </a:lnTo>
                  <a:lnTo>
                    <a:pt x="372" y="270"/>
                  </a:lnTo>
                  <a:lnTo>
                    <a:pt x="384" y="294"/>
                  </a:lnTo>
                  <a:lnTo>
                    <a:pt x="396" y="252"/>
                  </a:lnTo>
                  <a:close/>
                  <a:moveTo>
                    <a:pt x="24" y="312"/>
                  </a:moveTo>
                  <a:lnTo>
                    <a:pt x="18" y="318"/>
                  </a:lnTo>
                  <a:lnTo>
                    <a:pt x="24" y="324"/>
                  </a:lnTo>
                  <a:lnTo>
                    <a:pt x="30" y="324"/>
                  </a:lnTo>
                  <a:lnTo>
                    <a:pt x="36" y="330"/>
                  </a:lnTo>
                  <a:lnTo>
                    <a:pt x="42" y="324"/>
                  </a:lnTo>
                  <a:lnTo>
                    <a:pt x="42" y="318"/>
                  </a:lnTo>
                  <a:lnTo>
                    <a:pt x="30" y="306"/>
                  </a:lnTo>
                  <a:lnTo>
                    <a:pt x="24" y="312"/>
                  </a:lnTo>
                  <a:close/>
                  <a:moveTo>
                    <a:pt x="378" y="390"/>
                  </a:moveTo>
                  <a:lnTo>
                    <a:pt x="378" y="408"/>
                  </a:lnTo>
                  <a:lnTo>
                    <a:pt x="390" y="390"/>
                  </a:lnTo>
                  <a:lnTo>
                    <a:pt x="378" y="390"/>
                  </a:lnTo>
                  <a:close/>
                  <a:moveTo>
                    <a:pt x="408" y="330"/>
                  </a:moveTo>
                  <a:lnTo>
                    <a:pt x="396" y="330"/>
                  </a:lnTo>
                  <a:lnTo>
                    <a:pt x="384" y="336"/>
                  </a:lnTo>
                  <a:lnTo>
                    <a:pt x="384" y="342"/>
                  </a:lnTo>
                  <a:lnTo>
                    <a:pt x="396" y="342"/>
                  </a:lnTo>
                  <a:lnTo>
                    <a:pt x="402" y="336"/>
                  </a:lnTo>
                  <a:lnTo>
                    <a:pt x="408" y="336"/>
                  </a:lnTo>
                  <a:lnTo>
                    <a:pt x="408" y="330"/>
                  </a:lnTo>
                  <a:close/>
                  <a:moveTo>
                    <a:pt x="396" y="192"/>
                  </a:moveTo>
                  <a:lnTo>
                    <a:pt x="372" y="198"/>
                  </a:lnTo>
                  <a:lnTo>
                    <a:pt x="372" y="210"/>
                  </a:lnTo>
                  <a:lnTo>
                    <a:pt x="390" y="210"/>
                  </a:lnTo>
                  <a:lnTo>
                    <a:pt x="396" y="216"/>
                  </a:lnTo>
                  <a:lnTo>
                    <a:pt x="396" y="222"/>
                  </a:lnTo>
                  <a:lnTo>
                    <a:pt x="414" y="222"/>
                  </a:lnTo>
                  <a:lnTo>
                    <a:pt x="414" y="210"/>
                  </a:lnTo>
                  <a:lnTo>
                    <a:pt x="396" y="192"/>
                  </a:lnTo>
                  <a:close/>
                  <a:moveTo>
                    <a:pt x="342" y="372"/>
                  </a:moveTo>
                  <a:lnTo>
                    <a:pt x="342" y="378"/>
                  </a:lnTo>
                  <a:lnTo>
                    <a:pt x="348" y="384"/>
                  </a:lnTo>
                  <a:lnTo>
                    <a:pt x="360" y="384"/>
                  </a:lnTo>
                  <a:lnTo>
                    <a:pt x="366" y="378"/>
                  </a:lnTo>
                  <a:lnTo>
                    <a:pt x="366" y="372"/>
                  </a:lnTo>
                  <a:lnTo>
                    <a:pt x="360" y="366"/>
                  </a:lnTo>
                  <a:lnTo>
                    <a:pt x="342" y="366"/>
                  </a:lnTo>
                  <a:lnTo>
                    <a:pt x="342" y="372"/>
                  </a:lnTo>
                  <a:close/>
                  <a:moveTo>
                    <a:pt x="444" y="312"/>
                  </a:moveTo>
                  <a:lnTo>
                    <a:pt x="432" y="312"/>
                  </a:lnTo>
                  <a:lnTo>
                    <a:pt x="432" y="330"/>
                  </a:lnTo>
                  <a:lnTo>
                    <a:pt x="444" y="336"/>
                  </a:lnTo>
                  <a:lnTo>
                    <a:pt x="450" y="330"/>
                  </a:lnTo>
                  <a:lnTo>
                    <a:pt x="450" y="318"/>
                  </a:lnTo>
                  <a:lnTo>
                    <a:pt x="444" y="312"/>
                  </a:lnTo>
                  <a:close/>
                  <a:moveTo>
                    <a:pt x="444" y="372"/>
                  </a:moveTo>
                  <a:lnTo>
                    <a:pt x="456" y="354"/>
                  </a:lnTo>
                  <a:lnTo>
                    <a:pt x="438" y="354"/>
                  </a:lnTo>
                  <a:lnTo>
                    <a:pt x="444" y="372"/>
                  </a:lnTo>
                  <a:close/>
                  <a:moveTo>
                    <a:pt x="276" y="222"/>
                  </a:moveTo>
                  <a:lnTo>
                    <a:pt x="276" y="240"/>
                  </a:lnTo>
                  <a:lnTo>
                    <a:pt x="288" y="240"/>
                  </a:lnTo>
                  <a:lnTo>
                    <a:pt x="276" y="222"/>
                  </a:lnTo>
                  <a:close/>
                  <a:moveTo>
                    <a:pt x="534" y="420"/>
                  </a:moveTo>
                  <a:lnTo>
                    <a:pt x="522" y="420"/>
                  </a:lnTo>
                  <a:lnTo>
                    <a:pt x="516" y="426"/>
                  </a:lnTo>
                  <a:lnTo>
                    <a:pt x="510" y="438"/>
                  </a:lnTo>
                  <a:lnTo>
                    <a:pt x="510" y="468"/>
                  </a:lnTo>
                  <a:lnTo>
                    <a:pt x="516" y="468"/>
                  </a:lnTo>
                  <a:lnTo>
                    <a:pt x="522" y="456"/>
                  </a:lnTo>
                  <a:lnTo>
                    <a:pt x="528" y="450"/>
                  </a:lnTo>
                  <a:lnTo>
                    <a:pt x="534" y="438"/>
                  </a:lnTo>
                  <a:lnTo>
                    <a:pt x="534" y="420"/>
                  </a:lnTo>
                  <a:close/>
                  <a:moveTo>
                    <a:pt x="462" y="384"/>
                  </a:moveTo>
                  <a:lnTo>
                    <a:pt x="456" y="408"/>
                  </a:lnTo>
                  <a:lnTo>
                    <a:pt x="498" y="378"/>
                  </a:lnTo>
                  <a:lnTo>
                    <a:pt x="486" y="372"/>
                  </a:lnTo>
                  <a:lnTo>
                    <a:pt x="462" y="384"/>
                  </a:lnTo>
                  <a:close/>
                  <a:moveTo>
                    <a:pt x="462" y="510"/>
                  </a:moveTo>
                  <a:lnTo>
                    <a:pt x="480" y="510"/>
                  </a:lnTo>
                  <a:lnTo>
                    <a:pt x="468" y="468"/>
                  </a:lnTo>
                  <a:lnTo>
                    <a:pt x="462" y="510"/>
                  </a:lnTo>
                  <a:close/>
                  <a:moveTo>
                    <a:pt x="276" y="330"/>
                  </a:moveTo>
                  <a:lnTo>
                    <a:pt x="270" y="336"/>
                  </a:lnTo>
                  <a:lnTo>
                    <a:pt x="270" y="348"/>
                  </a:lnTo>
                  <a:lnTo>
                    <a:pt x="276" y="348"/>
                  </a:lnTo>
                  <a:lnTo>
                    <a:pt x="288" y="336"/>
                  </a:lnTo>
                  <a:lnTo>
                    <a:pt x="282" y="330"/>
                  </a:lnTo>
                  <a:lnTo>
                    <a:pt x="276" y="330"/>
                  </a:lnTo>
                  <a:close/>
                  <a:moveTo>
                    <a:pt x="186" y="432"/>
                  </a:moveTo>
                  <a:lnTo>
                    <a:pt x="180" y="438"/>
                  </a:lnTo>
                  <a:lnTo>
                    <a:pt x="180" y="450"/>
                  </a:lnTo>
                  <a:lnTo>
                    <a:pt x="186" y="456"/>
                  </a:lnTo>
                  <a:lnTo>
                    <a:pt x="198" y="444"/>
                  </a:lnTo>
                  <a:lnTo>
                    <a:pt x="198" y="438"/>
                  </a:lnTo>
                  <a:lnTo>
                    <a:pt x="192" y="432"/>
                  </a:lnTo>
                  <a:lnTo>
                    <a:pt x="186" y="432"/>
                  </a:lnTo>
                  <a:close/>
                  <a:moveTo>
                    <a:pt x="384" y="528"/>
                  </a:moveTo>
                  <a:lnTo>
                    <a:pt x="378" y="528"/>
                  </a:lnTo>
                  <a:lnTo>
                    <a:pt x="378" y="516"/>
                  </a:lnTo>
                  <a:lnTo>
                    <a:pt x="372" y="510"/>
                  </a:lnTo>
                  <a:lnTo>
                    <a:pt x="342" y="510"/>
                  </a:lnTo>
                  <a:lnTo>
                    <a:pt x="306" y="504"/>
                  </a:lnTo>
                  <a:lnTo>
                    <a:pt x="276" y="504"/>
                  </a:lnTo>
                  <a:lnTo>
                    <a:pt x="246" y="486"/>
                  </a:lnTo>
                  <a:lnTo>
                    <a:pt x="228" y="504"/>
                  </a:lnTo>
                  <a:lnTo>
                    <a:pt x="234" y="510"/>
                  </a:lnTo>
                  <a:lnTo>
                    <a:pt x="246" y="516"/>
                  </a:lnTo>
                  <a:lnTo>
                    <a:pt x="252" y="522"/>
                  </a:lnTo>
                  <a:lnTo>
                    <a:pt x="258" y="516"/>
                  </a:lnTo>
                  <a:lnTo>
                    <a:pt x="264" y="528"/>
                  </a:lnTo>
                  <a:lnTo>
                    <a:pt x="300" y="528"/>
                  </a:lnTo>
                  <a:lnTo>
                    <a:pt x="312" y="552"/>
                  </a:lnTo>
                  <a:lnTo>
                    <a:pt x="354" y="546"/>
                  </a:lnTo>
                  <a:lnTo>
                    <a:pt x="354" y="540"/>
                  </a:lnTo>
                  <a:lnTo>
                    <a:pt x="402" y="540"/>
                  </a:lnTo>
                  <a:lnTo>
                    <a:pt x="414" y="528"/>
                  </a:lnTo>
                  <a:lnTo>
                    <a:pt x="414" y="522"/>
                  </a:lnTo>
                  <a:lnTo>
                    <a:pt x="408" y="516"/>
                  </a:lnTo>
                  <a:lnTo>
                    <a:pt x="402" y="516"/>
                  </a:lnTo>
                  <a:lnTo>
                    <a:pt x="396" y="522"/>
                  </a:lnTo>
                  <a:lnTo>
                    <a:pt x="390" y="522"/>
                  </a:lnTo>
                  <a:lnTo>
                    <a:pt x="384" y="528"/>
                  </a:lnTo>
                  <a:close/>
                  <a:moveTo>
                    <a:pt x="420" y="408"/>
                  </a:moveTo>
                  <a:lnTo>
                    <a:pt x="408" y="408"/>
                  </a:lnTo>
                  <a:lnTo>
                    <a:pt x="408" y="420"/>
                  </a:lnTo>
                  <a:lnTo>
                    <a:pt x="420" y="420"/>
                  </a:lnTo>
                  <a:lnTo>
                    <a:pt x="426" y="414"/>
                  </a:lnTo>
                  <a:lnTo>
                    <a:pt x="420" y="408"/>
                  </a:lnTo>
                  <a:close/>
                  <a:moveTo>
                    <a:pt x="114" y="276"/>
                  </a:moveTo>
                  <a:lnTo>
                    <a:pt x="90" y="288"/>
                  </a:lnTo>
                  <a:lnTo>
                    <a:pt x="84" y="288"/>
                  </a:lnTo>
                  <a:lnTo>
                    <a:pt x="66" y="312"/>
                  </a:lnTo>
                  <a:lnTo>
                    <a:pt x="96" y="336"/>
                  </a:lnTo>
                  <a:lnTo>
                    <a:pt x="96" y="348"/>
                  </a:lnTo>
                  <a:lnTo>
                    <a:pt x="90" y="366"/>
                  </a:lnTo>
                  <a:lnTo>
                    <a:pt x="90" y="384"/>
                  </a:lnTo>
                  <a:lnTo>
                    <a:pt x="96" y="390"/>
                  </a:lnTo>
                  <a:lnTo>
                    <a:pt x="108" y="396"/>
                  </a:lnTo>
                  <a:lnTo>
                    <a:pt x="114" y="396"/>
                  </a:lnTo>
                  <a:lnTo>
                    <a:pt x="114" y="390"/>
                  </a:lnTo>
                  <a:lnTo>
                    <a:pt x="126" y="378"/>
                  </a:lnTo>
                  <a:lnTo>
                    <a:pt x="132" y="378"/>
                  </a:lnTo>
                  <a:lnTo>
                    <a:pt x="156" y="420"/>
                  </a:lnTo>
                  <a:lnTo>
                    <a:pt x="162" y="390"/>
                  </a:lnTo>
                  <a:lnTo>
                    <a:pt x="180" y="414"/>
                  </a:lnTo>
                  <a:lnTo>
                    <a:pt x="204" y="420"/>
                  </a:lnTo>
                  <a:lnTo>
                    <a:pt x="186" y="402"/>
                  </a:lnTo>
                  <a:lnTo>
                    <a:pt x="192" y="396"/>
                  </a:lnTo>
                  <a:lnTo>
                    <a:pt x="192" y="372"/>
                  </a:lnTo>
                  <a:lnTo>
                    <a:pt x="186" y="366"/>
                  </a:lnTo>
                  <a:lnTo>
                    <a:pt x="180" y="354"/>
                  </a:lnTo>
                  <a:lnTo>
                    <a:pt x="174" y="348"/>
                  </a:lnTo>
                  <a:lnTo>
                    <a:pt x="168" y="336"/>
                  </a:lnTo>
                  <a:lnTo>
                    <a:pt x="168" y="330"/>
                  </a:lnTo>
                  <a:lnTo>
                    <a:pt x="186" y="330"/>
                  </a:lnTo>
                  <a:lnTo>
                    <a:pt x="198" y="336"/>
                  </a:lnTo>
                  <a:lnTo>
                    <a:pt x="210" y="348"/>
                  </a:lnTo>
                  <a:lnTo>
                    <a:pt x="222" y="342"/>
                  </a:lnTo>
                  <a:lnTo>
                    <a:pt x="210" y="336"/>
                  </a:lnTo>
                  <a:lnTo>
                    <a:pt x="204" y="324"/>
                  </a:lnTo>
                  <a:lnTo>
                    <a:pt x="192" y="318"/>
                  </a:lnTo>
                  <a:lnTo>
                    <a:pt x="186" y="312"/>
                  </a:lnTo>
                  <a:lnTo>
                    <a:pt x="174" y="306"/>
                  </a:lnTo>
                  <a:lnTo>
                    <a:pt x="156" y="294"/>
                  </a:lnTo>
                  <a:lnTo>
                    <a:pt x="138" y="288"/>
                  </a:lnTo>
                  <a:lnTo>
                    <a:pt x="126" y="282"/>
                  </a:lnTo>
                  <a:lnTo>
                    <a:pt x="120" y="276"/>
                  </a:lnTo>
                  <a:lnTo>
                    <a:pt x="114" y="27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09" name="Ghana" descr="© INSCALE GmbH, 05.05.2010&#10;http://www.presentationload.com/">
              <a:extLst>
                <a:ext uri="{FF2B5EF4-FFF2-40B4-BE49-F238E27FC236}">
                  <a16:creationId xmlns:a16="http://schemas.microsoft.com/office/drawing/2014/main" id="{AB7B6DA2-6A71-48F3-B8B9-70325E61D498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654441" y="2707866"/>
              <a:ext cx="107272" cy="169546"/>
            </a:xfrm>
            <a:custGeom>
              <a:avLst/>
              <a:gdLst>
                <a:gd name="T0" fmla="*/ 2147483647 w 324"/>
                <a:gd name="T1" fmla="*/ 2147483647 h 516"/>
                <a:gd name="T2" fmla="*/ 2147483647 w 324"/>
                <a:gd name="T3" fmla="*/ 2147483647 h 516"/>
                <a:gd name="T4" fmla="*/ 2147483647 w 324"/>
                <a:gd name="T5" fmla="*/ 2147483647 h 516"/>
                <a:gd name="T6" fmla="*/ 2147483647 w 324"/>
                <a:gd name="T7" fmla="*/ 2147483647 h 516"/>
                <a:gd name="T8" fmla="*/ 2147483647 w 324"/>
                <a:gd name="T9" fmla="*/ 2147483647 h 516"/>
                <a:gd name="T10" fmla="*/ 2147483647 w 324"/>
                <a:gd name="T11" fmla="*/ 2147483647 h 516"/>
                <a:gd name="T12" fmla="*/ 2147483647 w 324"/>
                <a:gd name="T13" fmla="*/ 2147483647 h 516"/>
                <a:gd name="T14" fmla="*/ 2147483647 w 324"/>
                <a:gd name="T15" fmla="*/ 2147483647 h 516"/>
                <a:gd name="T16" fmla="*/ 2147483647 w 324"/>
                <a:gd name="T17" fmla="*/ 2147483647 h 516"/>
                <a:gd name="T18" fmla="*/ 2147483647 w 324"/>
                <a:gd name="T19" fmla="*/ 2147483647 h 516"/>
                <a:gd name="T20" fmla="*/ 2147483647 w 324"/>
                <a:gd name="T21" fmla="*/ 2147483647 h 516"/>
                <a:gd name="T22" fmla="*/ 2147483647 w 324"/>
                <a:gd name="T23" fmla="*/ 2147483647 h 516"/>
                <a:gd name="T24" fmla="*/ 2147483647 w 324"/>
                <a:gd name="T25" fmla="*/ 2147483647 h 516"/>
                <a:gd name="T26" fmla="*/ 2147483647 w 324"/>
                <a:gd name="T27" fmla="*/ 0 h 516"/>
                <a:gd name="T28" fmla="*/ 2147483647 w 324"/>
                <a:gd name="T29" fmla="*/ 2147483647 h 516"/>
                <a:gd name="T30" fmla="*/ 2147483647 w 324"/>
                <a:gd name="T31" fmla="*/ 2147483647 h 516"/>
                <a:gd name="T32" fmla="*/ 2147483647 w 324"/>
                <a:gd name="T33" fmla="*/ 2147483647 h 516"/>
                <a:gd name="T34" fmla="*/ 2147483647 w 324"/>
                <a:gd name="T35" fmla="*/ 2147483647 h 516"/>
                <a:gd name="T36" fmla="*/ 2147483647 w 324"/>
                <a:gd name="T37" fmla="*/ 2147483647 h 516"/>
                <a:gd name="T38" fmla="*/ 2147483647 w 324"/>
                <a:gd name="T39" fmla="*/ 2147483647 h 516"/>
                <a:gd name="T40" fmla="*/ 2147483647 w 324"/>
                <a:gd name="T41" fmla="*/ 2147483647 h 516"/>
                <a:gd name="T42" fmla="*/ 2147483647 w 324"/>
                <a:gd name="T43" fmla="*/ 2147483647 h 516"/>
                <a:gd name="T44" fmla="*/ 2147483647 w 324"/>
                <a:gd name="T45" fmla="*/ 2147483647 h 516"/>
                <a:gd name="T46" fmla="*/ 2147483647 w 324"/>
                <a:gd name="T47" fmla="*/ 2147483647 h 516"/>
                <a:gd name="T48" fmla="*/ 2147483647 w 324"/>
                <a:gd name="T49" fmla="*/ 2147483647 h 516"/>
                <a:gd name="T50" fmla="*/ 2147483647 w 324"/>
                <a:gd name="T51" fmla="*/ 2147483647 h 516"/>
                <a:gd name="T52" fmla="*/ 2147483647 w 324"/>
                <a:gd name="T53" fmla="*/ 2147483647 h 516"/>
                <a:gd name="T54" fmla="*/ 0 w 324"/>
                <a:gd name="T55" fmla="*/ 2147483647 h 516"/>
                <a:gd name="T56" fmla="*/ 2147483647 w 324"/>
                <a:gd name="T57" fmla="*/ 2147483647 h 516"/>
                <a:gd name="T58" fmla="*/ 2147483647 w 324"/>
                <a:gd name="T59" fmla="*/ 2147483647 h 516"/>
                <a:gd name="T60" fmla="*/ 2147483647 w 324"/>
                <a:gd name="T61" fmla="*/ 2147483647 h 516"/>
                <a:gd name="T62" fmla="*/ 2147483647 w 324"/>
                <a:gd name="T63" fmla="*/ 2147483647 h 516"/>
                <a:gd name="T64" fmla="*/ 2147483647 w 324"/>
                <a:gd name="T65" fmla="*/ 2147483647 h 516"/>
                <a:gd name="T66" fmla="*/ 2147483647 w 324"/>
                <a:gd name="T67" fmla="*/ 2147483647 h 516"/>
                <a:gd name="T68" fmla="*/ 2147483647 w 324"/>
                <a:gd name="T69" fmla="*/ 2147483647 h 516"/>
                <a:gd name="T70" fmla="*/ 2147483647 w 324"/>
                <a:gd name="T71" fmla="*/ 2147483647 h 516"/>
                <a:gd name="T72" fmla="*/ 2147483647 w 324"/>
                <a:gd name="T73" fmla="*/ 2147483647 h 516"/>
                <a:gd name="T74" fmla="*/ 2147483647 w 324"/>
                <a:gd name="T75" fmla="*/ 2147483647 h 516"/>
                <a:gd name="T76" fmla="*/ 2147483647 w 324"/>
                <a:gd name="T77" fmla="*/ 2147483647 h 516"/>
                <a:gd name="T78" fmla="*/ 2147483647 w 324"/>
                <a:gd name="T79" fmla="*/ 2147483647 h 516"/>
                <a:gd name="T80" fmla="*/ 2147483647 w 324"/>
                <a:gd name="T81" fmla="*/ 2147483647 h 516"/>
                <a:gd name="T82" fmla="*/ 2147483647 w 324"/>
                <a:gd name="T83" fmla="*/ 2147483647 h 516"/>
                <a:gd name="T84" fmla="*/ 2147483647 w 324"/>
                <a:gd name="T85" fmla="*/ 2147483647 h 516"/>
                <a:gd name="T86" fmla="*/ 2147483647 w 324"/>
                <a:gd name="T87" fmla="*/ 2147483647 h 51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24"/>
                <a:gd name="T133" fmla="*/ 0 h 516"/>
                <a:gd name="T134" fmla="*/ 324 w 324"/>
                <a:gd name="T135" fmla="*/ 516 h 51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24" h="516">
                  <a:moveTo>
                    <a:pt x="282" y="342"/>
                  </a:moveTo>
                  <a:lnTo>
                    <a:pt x="282" y="330"/>
                  </a:lnTo>
                  <a:lnTo>
                    <a:pt x="288" y="318"/>
                  </a:lnTo>
                  <a:lnTo>
                    <a:pt x="288" y="306"/>
                  </a:lnTo>
                  <a:lnTo>
                    <a:pt x="282" y="300"/>
                  </a:lnTo>
                  <a:lnTo>
                    <a:pt x="276" y="300"/>
                  </a:lnTo>
                  <a:lnTo>
                    <a:pt x="276" y="282"/>
                  </a:lnTo>
                  <a:lnTo>
                    <a:pt x="282" y="276"/>
                  </a:lnTo>
                  <a:lnTo>
                    <a:pt x="282" y="234"/>
                  </a:lnTo>
                  <a:lnTo>
                    <a:pt x="288" y="228"/>
                  </a:lnTo>
                  <a:lnTo>
                    <a:pt x="288" y="216"/>
                  </a:lnTo>
                  <a:lnTo>
                    <a:pt x="282" y="210"/>
                  </a:lnTo>
                  <a:lnTo>
                    <a:pt x="270" y="204"/>
                  </a:lnTo>
                  <a:lnTo>
                    <a:pt x="264" y="198"/>
                  </a:lnTo>
                  <a:lnTo>
                    <a:pt x="276" y="186"/>
                  </a:lnTo>
                  <a:lnTo>
                    <a:pt x="282" y="186"/>
                  </a:lnTo>
                  <a:lnTo>
                    <a:pt x="282" y="180"/>
                  </a:lnTo>
                  <a:lnTo>
                    <a:pt x="270" y="168"/>
                  </a:lnTo>
                  <a:lnTo>
                    <a:pt x="276" y="156"/>
                  </a:lnTo>
                  <a:lnTo>
                    <a:pt x="276" y="132"/>
                  </a:lnTo>
                  <a:lnTo>
                    <a:pt x="270" y="126"/>
                  </a:lnTo>
                  <a:lnTo>
                    <a:pt x="264" y="126"/>
                  </a:lnTo>
                  <a:lnTo>
                    <a:pt x="252" y="138"/>
                  </a:lnTo>
                  <a:lnTo>
                    <a:pt x="264" y="60"/>
                  </a:lnTo>
                  <a:lnTo>
                    <a:pt x="228" y="36"/>
                  </a:lnTo>
                  <a:lnTo>
                    <a:pt x="240" y="24"/>
                  </a:lnTo>
                  <a:lnTo>
                    <a:pt x="240" y="6"/>
                  </a:lnTo>
                  <a:lnTo>
                    <a:pt x="222" y="0"/>
                  </a:lnTo>
                  <a:lnTo>
                    <a:pt x="198" y="12"/>
                  </a:lnTo>
                  <a:lnTo>
                    <a:pt x="42" y="12"/>
                  </a:lnTo>
                  <a:lnTo>
                    <a:pt x="36" y="18"/>
                  </a:lnTo>
                  <a:lnTo>
                    <a:pt x="30" y="30"/>
                  </a:lnTo>
                  <a:lnTo>
                    <a:pt x="30" y="48"/>
                  </a:lnTo>
                  <a:lnTo>
                    <a:pt x="36" y="48"/>
                  </a:lnTo>
                  <a:lnTo>
                    <a:pt x="42" y="78"/>
                  </a:lnTo>
                  <a:lnTo>
                    <a:pt x="42" y="132"/>
                  </a:lnTo>
                  <a:lnTo>
                    <a:pt x="48" y="126"/>
                  </a:lnTo>
                  <a:lnTo>
                    <a:pt x="54" y="156"/>
                  </a:lnTo>
                  <a:lnTo>
                    <a:pt x="42" y="156"/>
                  </a:lnTo>
                  <a:lnTo>
                    <a:pt x="42" y="162"/>
                  </a:lnTo>
                  <a:lnTo>
                    <a:pt x="48" y="168"/>
                  </a:lnTo>
                  <a:lnTo>
                    <a:pt x="48" y="180"/>
                  </a:lnTo>
                  <a:lnTo>
                    <a:pt x="54" y="192"/>
                  </a:lnTo>
                  <a:lnTo>
                    <a:pt x="54" y="204"/>
                  </a:lnTo>
                  <a:lnTo>
                    <a:pt x="60" y="216"/>
                  </a:lnTo>
                  <a:lnTo>
                    <a:pt x="60" y="228"/>
                  </a:lnTo>
                  <a:lnTo>
                    <a:pt x="48" y="252"/>
                  </a:lnTo>
                  <a:lnTo>
                    <a:pt x="42" y="258"/>
                  </a:lnTo>
                  <a:lnTo>
                    <a:pt x="36" y="270"/>
                  </a:lnTo>
                  <a:lnTo>
                    <a:pt x="36" y="288"/>
                  </a:lnTo>
                  <a:lnTo>
                    <a:pt x="30" y="300"/>
                  </a:lnTo>
                  <a:lnTo>
                    <a:pt x="30" y="312"/>
                  </a:lnTo>
                  <a:lnTo>
                    <a:pt x="12" y="330"/>
                  </a:lnTo>
                  <a:lnTo>
                    <a:pt x="6" y="342"/>
                  </a:lnTo>
                  <a:lnTo>
                    <a:pt x="0" y="348"/>
                  </a:lnTo>
                  <a:lnTo>
                    <a:pt x="0" y="372"/>
                  </a:lnTo>
                  <a:lnTo>
                    <a:pt x="6" y="384"/>
                  </a:lnTo>
                  <a:lnTo>
                    <a:pt x="12" y="402"/>
                  </a:lnTo>
                  <a:lnTo>
                    <a:pt x="12" y="414"/>
                  </a:lnTo>
                  <a:lnTo>
                    <a:pt x="18" y="426"/>
                  </a:lnTo>
                  <a:lnTo>
                    <a:pt x="24" y="432"/>
                  </a:lnTo>
                  <a:lnTo>
                    <a:pt x="24" y="438"/>
                  </a:lnTo>
                  <a:lnTo>
                    <a:pt x="48" y="444"/>
                  </a:lnTo>
                  <a:lnTo>
                    <a:pt x="48" y="498"/>
                  </a:lnTo>
                  <a:lnTo>
                    <a:pt x="72" y="498"/>
                  </a:lnTo>
                  <a:lnTo>
                    <a:pt x="78" y="504"/>
                  </a:lnTo>
                  <a:lnTo>
                    <a:pt x="78" y="510"/>
                  </a:lnTo>
                  <a:lnTo>
                    <a:pt x="84" y="516"/>
                  </a:lnTo>
                  <a:lnTo>
                    <a:pt x="96" y="516"/>
                  </a:lnTo>
                  <a:lnTo>
                    <a:pt x="108" y="510"/>
                  </a:lnTo>
                  <a:lnTo>
                    <a:pt x="114" y="504"/>
                  </a:lnTo>
                  <a:lnTo>
                    <a:pt x="132" y="492"/>
                  </a:lnTo>
                  <a:lnTo>
                    <a:pt x="138" y="486"/>
                  </a:lnTo>
                  <a:lnTo>
                    <a:pt x="150" y="480"/>
                  </a:lnTo>
                  <a:lnTo>
                    <a:pt x="180" y="480"/>
                  </a:lnTo>
                  <a:lnTo>
                    <a:pt x="186" y="474"/>
                  </a:lnTo>
                  <a:lnTo>
                    <a:pt x="198" y="468"/>
                  </a:lnTo>
                  <a:lnTo>
                    <a:pt x="216" y="450"/>
                  </a:lnTo>
                  <a:lnTo>
                    <a:pt x="228" y="450"/>
                  </a:lnTo>
                  <a:lnTo>
                    <a:pt x="234" y="444"/>
                  </a:lnTo>
                  <a:lnTo>
                    <a:pt x="240" y="444"/>
                  </a:lnTo>
                  <a:lnTo>
                    <a:pt x="258" y="426"/>
                  </a:lnTo>
                  <a:lnTo>
                    <a:pt x="270" y="426"/>
                  </a:lnTo>
                  <a:lnTo>
                    <a:pt x="276" y="432"/>
                  </a:lnTo>
                  <a:lnTo>
                    <a:pt x="294" y="432"/>
                  </a:lnTo>
                  <a:lnTo>
                    <a:pt x="306" y="426"/>
                  </a:lnTo>
                  <a:lnTo>
                    <a:pt x="324" y="408"/>
                  </a:lnTo>
                  <a:lnTo>
                    <a:pt x="294" y="384"/>
                  </a:lnTo>
                  <a:lnTo>
                    <a:pt x="282" y="34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10" name="Germany" descr="© INSCALE GmbH, 05.05.2010&#10;http://www.presentationload.com/">
              <a:extLst>
                <a:ext uri="{FF2B5EF4-FFF2-40B4-BE49-F238E27FC236}">
                  <a16:creationId xmlns:a16="http://schemas.microsoft.com/office/drawing/2014/main" id="{6993AC8D-DA1B-41F1-AB67-8B3D85E5B8E5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884492" y="1558296"/>
              <a:ext cx="186108" cy="193950"/>
            </a:xfrm>
            <a:custGeom>
              <a:avLst/>
              <a:gdLst>
                <a:gd name="T0" fmla="*/ 2147483647 w 564"/>
                <a:gd name="T1" fmla="*/ 2147483647 h 588"/>
                <a:gd name="T2" fmla="*/ 2147483647 w 564"/>
                <a:gd name="T3" fmla="*/ 2147483647 h 588"/>
                <a:gd name="T4" fmla="*/ 2147483647 w 564"/>
                <a:gd name="T5" fmla="*/ 2147483647 h 588"/>
                <a:gd name="T6" fmla="*/ 2147483647 w 564"/>
                <a:gd name="T7" fmla="*/ 2147483647 h 588"/>
                <a:gd name="T8" fmla="*/ 2147483647 w 564"/>
                <a:gd name="T9" fmla="*/ 2147483647 h 588"/>
                <a:gd name="T10" fmla="*/ 2147483647 w 564"/>
                <a:gd name="T11" fmla="*/ 2147483647 h 588"/>
                <a:gd name="T12" fmla="*/ 2147483647 w 564"/>
                <a:gd name="T13" fmla="*/ 2147483647 h 588"/>
                <a:gd name="T14" fmla="*/ 2147483647 w 564"/>
                <a:gd name="T15" fmla="*/ 2147483647 h 588"/>
                <a:gd name="T16" fmla="*/ 2147483647 w 564"/>
                <a:gd name="T17" fmla="*/ 2147483647 h 588"/>
                <a:gd name="T18" fmla="*/ 2147483647 w 564"/>
                <a:gd name="T19" fmla="*/ 2147483647 h 588"/>
                <a:gd name="T20" fmla="*/ 2147483647 w 564"/>
                <a:gd name="T21" fmla="*/ 2147483647 h 588"/>
                <a:gd name="T22" fmla="*/ 2147483647 w 564"/>
                <a:gd name="T23" fmla="*/ 2147483647 h 588"/>
                <a:gd name="T24" fmla="*/ 2147483647 w 564"/>
                <a:gd name="T25" fmla="*/ 2147483647 h 588"/>
                <a:gd name="T26" fmla="*/ 2147483647 w 564"/>
                <a:gd name="T27" fmla="*/ 2147483647 h 588"/>
                <a:gd name="T28" fmla="*/ 2147483647 w 564"/>
                <a:gd name="T29" fmla="*/ 2147483647 h 588"/>
                <a:gd name="T30" fmla="*/ 2147483647 w 564"/>
                <a:gd name="T31" fmla="*/ 2147483647 h 588"/>
                <a:gd name="T32" fmla="*/ 2147483647 w 564"/>
                <a:gd name="T33" fmla="*/ 2147483647 h 588"/>
                <a:gd name="T34" fmla="*/ 2147483647 w 564"/>
                <a:gd name="T35" fmla="*/ 2147483647 h 588"/>
                <a:gd name="T36" fmla="*/ 2147483647 w 564"/>
                <a:gd name="T37" fmla="*/ 2147483647 h 588"/>
                <a:gd name="T38" fmla="*/ 2147483647 w 564"/>
                <a:gd name="T39" fmla="*/ 2147483647 h 588"/>
                <a:gd name="T40" fmla="*/ 2147483647 w 564"/>
                <a:gd name="T41" fmla="*/ 2147483647 h 588"/>
                <a:gd name="T42" fmla="*/ 2147483647 w 564"/>
                <a:gd name="T43" fmla="*/ 2147483647 h 588"/>
                <a:gd name="T44" fmla="*/ 2147483647 w 564"/>
                <a:gd name="T45" fmla="*/ 2147483647 h 588"/>
                <a:gd name="T46" fmla="*/ 2147483647 w 564"/>
                <a:gd name="T47" fmla="*/ 2147483647 h 588"/>
                <a:gd name="T48" fmla="*/ 2147483647 w 564"/>
                <a:gd name="T49" fmla="*/ 2147483647 h 588"/>
                <a:gd name="T50" fmla="*/ 2147483647 w 564"/>
                <a:gd name="T51" fmla="*/ 2147483647 h 588"/>
                <a:gd name="T52" fmla="*/ 2147483647 w 564"/>
                <a:gd name="T53" fmla="*/ 2147483647 h 588"/>
                <a:gd name="T54" fmla="*/ 2147483647 w 564"/>
                <a:gd name="T55" fmla="*/ 2147483647 h 588"/>
                <a:gd name="T56" fmla="*/ 2147483647 w 564"/>
                <a:gd name="T57" fmla="*/ 2147483647 h 588"/>
                <a:gd name="T58" fmla="*/ 2147483647 w 564"/>
                <a:gd name="T59" fmla="*/ 2147483647 h 588"/>
                <a:gd name="T60" fmla="*/ 2147483647 w 564"/>
                <a:gd name="T61" fmla="*/ 2147483647 h 588"/>
                <a:gd name="T62" fmla="*/ 2147483647 w 564"/>
                <a:gd name="T63" fmla="*/ 2147483647 h 588"/>
                <a:gd name="T64" fmla="*/ 2147483647 w 564"/>
                <a:gd name="T65" fmla="*/ 2147483647 h 588"/>
                <a:gd name="T66" fmla="*/ 2147483647 w 564"/>
                <a:gd name="T67" fmla="*/ 2147483647 h 588"/>
                <a:gd name="T68" fmla="*/ 2147483647 w 564"/>
                <a:gd name="T69" fmla="*/ 2147483647 h 588"/>
                <a:gd name="T70" fmla="*/ 2147483647 w 564"/>
                <a:gd name="T71" fmla="*/ 2147483647 h 588"/>
                <a:gd name="T72" fmla="*/ 2147483647 w 564"/>
                <a:gd name="T73" fmla="*/ 2147483647 h 588"/>
                <a:gd name="T74" fmla="*/ 2147483647 w 564"/>
                <a:gd name="T75" fmla="*/ 2147483647 h 588"/>
                <a:gd name="T76" fmla="*/ 2147483647 w 564"/>
                <a:gd name="T77" fmla="*/ 2147483647 h 588"/>
                <a:gd name="T78" fmla="*/ 2147483647 w 564"/>
                <a:gd name="T79" fmla="*/ 2147483647 h 588"/>
                <a:gd name="T80" fmla="*/ 2147483647 w 564"/>
                <a:gd name="T81" fmla="*/ 2147483647 h 588"/>
                <a:gd name="T82" fmla="*/ 2147483647 w 564"/>
                <a:gd name="T83" fmla="*/ 0 h 588"/>
                <a:gd name="T84" fmla="*/ 2147483647 w 564"/>
                <a:gd name="T85" fmla="*/ 2147483647 h 588"/>
                <a:gd name="T86" fmla="*/ 2147483647 w 564"/>
                <a:gd name="T87" fmla="*/ 2147483647 h 588"/>
                <a:gd name="T88" fmla="*/ 2147483647 w 564"/>
                <a:gd name="T89" fmla="*/ 2147483647 h 588"/>
                <a:gd name="T90" fmla="*/ 2147483647 w 564"/>
                <a:gd name="T91" fmla="*/ 2147483647 h 588"/>
                <a:gd name="T92" fmla="*/ 2147483647 w 564"/>
                <a:gd name="T93" fmla="*/ 2147483647 h 588"/>
                <a:gd name="T94" fmla="*/ 2147483647 w 564"/>
                <a:gd name="T95" fmla="*/ 2147483647 h 588"/>
                <a:gd name="T96" fmla="*/ 2147483647 w 564"/>
                <a:gd name="T97" fmla="*/ 2147483647 h 588"/>
                <a:gd name="T98" fmla="*/ 2147483647 w 564"/>
                <a:gd name="T99" fmla="*/ 2147483647 h 588"/>
                <a:gd name="T100" fmla="*/ 2147483647 w 564"/>
                <a:gd name="T101" fmla="*/ 2147483647 h 588"/>
                <a:gd name="T102" fmla="*/ 2147483647 w 564"/>
                <a:gd name="T103" fmla="*/ 2147483647 h 588"/>
                <a:gd name="T104" fmla="*/ 0 w 564"/>
                <a:gd name="T105" fmla="*/ 2147483647 h 588"/>
                <a:gd name="T106" fmla="*/ 2147483647 w 564"/>
                <a:gd name="T107" fmla="*/ 2147483647 h 588"/>
                <a:gd name="T108" fmla="*/ 2147483647 w 564"/>
                <a:gd name="T109" fmla="*/ 2147483647 h 588"/>
                <a:gd name="T110" fmla="*/ 2147483647 w 564"/>
                <a:gd name="T111" fmla="*/ 2147483647 h 58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64"/>
                <a:gd name="T169" fmla="*/ 0 h 588"/>
                <a:gd name="T170" fmla="*/ 564 w 564"/>
                <a:gd name="T171" fmla="*/ 588 h 58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64" h="588">
                  <a:moveTo>
                    <a:pt x="30" y="414"/>
                  </a:moveTo>
                  <a:lnTo>
                    <a:pt x="30" y="420"/>
                  </a:lnTo>
                  <a:lnTo>
                    <a:pt x="36" y="420"/>
                  </a:lnTo>
                  <a:lnTo>
                    <a:pt x="36" y="444"/>
                  </a:lnTo>
                  <a:lnTo>
                    <a:pt x="60" y="444"/>
                  </a:lnTo>
                  <a:lnTo>
                    <a:pt x="60" y="450"/>
                  </a:lnTo>
                  <a:lnTo>
                    <a:pt x="72" y="450"/>
                  </a:lnTo>
                  <a:lnTo>
                    <a:pt x="84" y="444"/>
                  </a:lnTo>
                  <a:lnTo>
                    <a:pt x="96" y="444"/>
                  </a:lnTo>
                  <a:lnTo>
                    <a:pt x="96" y="450"/>
                  </a:lnTo>
                  <a:lnTo>
                    <a:pt x="120" y="450"/>
                  </a:lnTo>
                  <a:lnTo>
                    <a:pt x="138" y="456"/>
                  </a:lnTo>
                  <a:lnTo>
                    <a:pt x="132" y="468"/>
                  </a:lnTo>
                  <a:lnTo>
                    <a:pt x="114" y="486"/>
                  </a:lnTo>
                  <a:lnTo>
                    <a:pt x="114" y="498"/>
                  </a:lnTo>
                  <a:lnTo>
                    <a:pt x="108" y="510"/>
                  </a:lnTo>
                  <a:lnTo>
                    <a:pt x="102" y="516"/>
                  </a:lnTo>
                  <a:lnTo>
                    <a:pt x="96" y="528"/>
                  </a:lnTo>
                  <a:lnTo>
                    <a:pt x="96" y="570"/>
                  </a:lnTo>
                  <a:lnTo>
                    <a:pt x="132" y="570"/>
                  </a:lnTo>
                  <a:lnTo>
                    <a:pt x="150" y="564"/>
                  </a:lnTo>
                  <a:lnTo>
                    <a:pt x="156" y="570"/>
                  </a:lnTo>
                  <a:lnTo>
                    <a:pt x="150" y="564"/>
                  </a:lnTo>
                  <a:lnTo>
                    <a:pt x="150" y="552"/>
                  </a:lnTo>
                  <a:lnTo>
                    <a:pt x="156" y="546"/>
                  </a:lnTo>
                  <a:lnTo>
                    <a:pt x="162" y="546"/>
                  </a:lnTo>
                  <a:lnTo>
                    <a:pt x="174" y="552"/>
                  </a:lnTo>
                  <a:lnTo>
                    <a:pt x="180" y="558"/>
                  </a:lnTo>
                  <a:lnTo>
                    <a:pt x="192" y="558"/>
                  </a:lnTo>
                  <a:lnTo>
                    <a:pt x="210" y="564"/>
                  </a:lnTo>
                  <a:lnTo>
                    <a:pt x="216" y="576"/>
                  </a:lnTo>
                  <a:lnTo>
                    <a:pt x="252" y="576"/>
                  </a:lnTo>
                  <a:lnTo>
                    <a:pt x="258" y="582"/>
                  </a:lnTo>
                  <a:lnTo>
                    <a:pt x="258" y="588"/>
                  </a:lnTo>
                  <a:lnTo>
                    <a:pt x="270" y="588"/>
                  </a:lnTo>
                  <a:lnTo>
                    <a:pt x="276" y="582"/>
                  </a:lnTo>
                  <a:lnTo>
                    <a:pt x="276" y="570"/>
                  </a:lnTo>
                  <a:lnTo>
                    <a:pt x="294" y="570"/>
                  </a:lnTo>
                  <a:lnTo>
                    <a:pt x="312" y="588"/>
                  </a:lnTo>
                  <a:lnTo>
                    <a:pt x="330" y="588"/>
                  </a:lnTo>
                  <a:lnTo>
                    <a:pt x="336" y="582"/>
                  </a:lnTo>
                  <a:lnTo>
                    <a:pt x="354" y="570"/>
                  </a:lnTo>
                  <a:lnTo>
                    <a:pt x="372" y="570"/>
                  </a:lnTo>
                  <a:lnTo>
                    <a:pt x="390" y="558"/>
                  </a:lnTo>
                  <a:lnTo>
                    <a:pt x="402" y="564"/>
                  </a:lnTo>
                  <a:lnTo>
                    <a:pt x="420" y="570"/>
                  </a:lnTo>
                  <a:lnTo>
                    <a:pt x="432" y="582"/>
                  </a:lnTo>
                  <a:lnTo>
                    <a:pt x="438" y="582"/>
                  </a:lnTo>
                  <a:lnTo>
                    <a:pt x="438" y="540"/>
                  </a:lnTo>
                  <a:lnTo>
                    <a:pt x="426" y="540"/>
                  </a:lnTo>
                  <a:lnTo>
                    <a:pt x="426" y="534"/>
                  </a:lnTo>
                  <a:lnTo>
                    <a:pt x="432" y="528"/>
                  </a:lnTo>
                  <a:lnTo>
                    <a:pt x="432" y="522"/>
                  </a:lnTo>
                  <a:lnTo>
                    <a:pt x="438" y="516"/>
                  </a:lnTo>
                  <a:lnTo>
                    <a:pt x="456" y="516"/>
                  </a:lnTo>
                  <a:lnTo>
                    <a:pt x="462" y="522"/>
                  </a:lnTo>
                  <a:lnTo>
                    <a:pt x="468" y="522"/>
                  </a:lnTo>
                  <a:lnTo>
                    <a:pt x="468" y="504"/>
                  </a:lnTo>
                  <a:lnTo>
                    <a:pt x="462" y="492"/>
                  </a:lnTo>
                  <a:lnTo>
                    <a:pt x="480" y="492"/>
                  </a:lnTo>
                  <a:lnTo>
                    <a:pt x="486" y="474"/>
                  </a:lnTo>
                  <a:lnTo>
                    <a:pt x="486" y="462"/>
                  </a:lnTo>
                  <a:lnTo>
                    <a:pt x="480" y="462"/>
                  </a:lnTo>
                  <a:lnTo>
                    <a:pt x="474" y="456"/>
                  </a:lnTo>
                  <a:lnTo>
                    <a:pt x="462" y="456"/>
                  </a:lnTo>
                  <a:lnTo>
                    <a:pt x="456" y="444"/>
                  </a:lnTo>
                  <a:lnTo>
                    <a:pt x="450" y="444"/>
                  </a:lnTo>
                  <a:lnTo>
                    <a:pt x="444" y="432"/>
                  </a:lnTo>
                  <a:lnTo>
                    <a:pt x="432" y="432"/>
                  </a:lnTo>
                  <a:lnTo>
                    <a:pt x="420" y="426"/>
                  </a:lnTo>
                  <a:lnTo>
                    <a:pt x="420" y="420"/>
                  </a:lnTo>
                  <a:lnTo>
                    <a:pt x="414" y="420"/>
                  </a:lnTo>
                  <a:lnTo>
                    <a:pt x="408" y="408"/>
                  </a:lnTo>
                  <a:lnTo>
                    <a:pt x="396" y="396"/>
                  </a:lnTo>
                  <a:lnTo>
                    <a:pt x="396" y="390"/>
                  </a:lnTo>
                  <a:lnTo>
                    <a:pt x="402" y="390"/>
                  </a:lnTo>
                  <a:lnTo>
                    <a:pt x="408" y="384"/>
                  </a:lnTo>
                  <a:lnTo>
                    <a:pt x="396" y="372"/>
                  </a:lnTo>
                  <a:lnTo>
                    <a:pt x="390" y="372"/>
                  </a:lnTo>
                  <a:lnTo>
                    <a:pt x="384" y="366"/>
                  </a:lnTo>
                  <a:lnTo>
                    <a:pt x="384" y="354"/>
                  </a:lnTo>
                  <a:lnTo>
                    <a:pt x="390" y="354"/>
                  </a:lnTo>
                  <a:lnTo>
                    <a:pt x="390" y="360"/>
                  </a:lnTo>
                  <a:lnTo>
                    <a:pt x="402" y="360"/>
                  </a:lnTo>
                  <a:lnTo>
                    <a:pt x="402" y="354"/>
                  </a:lnTo>
                  <a:lnTo>
                    <a:pt x="414" y="354"/>
                  </a:lnTo>
                  <a:lnTo>
                    <a:pt x="414" y="348"/>
                  </a:lnTo>
                  <a:lnTo>
                    <a:pt x="420" y="342"/>
                  </a:lnTo>
                  <a:lnTo>
                    <a:pt x="426" y="342"/>
                  </a:lnTo>
                  <a:lnTo>
                    <a:pt x="438" y="348"/>
                  </a:lnTo>
                  <a:lnTo>
                    <a:pt x="450" y="336"/>
                  </a:lnTo>
                  <a:lnTo>
                    <a:pt x="468" y="330"/>
                  </a:lnTo>
                  <a:lnTo>
                    <a:pt x="468" y="324"/>
                  </a:lnTo>
                  <a:lnTo>
                    <a:pt x="492" y="324"/>
                  </a:lnTo>
                  <a:lnTo>
                    <a:pt x="492" y="318"/>
                  </a:lnTo>
                  <a:lnTo>
                    <a:pt x="510" y="318"/>
                  </a:lnTo>
                  <a:lnTo>
                    <a:pt x="510" y="312"/>
                  </a:lnTo>
                  <a:lnTo>
                    <a:pt x="516" y="306"/>
                  </a:lnTo>
                  <a:lnTo>
                    <a:pt x="522" y="306"/>
                  </a:lnTo>
                  <a:lnTo>
                    <a:pt x="528" y="300"/>
                  </a:lnTo>
                  <a:lnTo>
                    <a:pt x="540" y="312"/>
                  </a:lnTo>
                  <a:lnTo>
                    <a:pt x="552" y="312"/>
                  </a:lnTo>
                  <a:lnTo>
                    <a:pt x="558" y="300"/>
                  </a:lnTo>
                  <a:lnTo>
                    <a:pt x="558" y="294"/>
                  </a:lnTo>
                  <a:lnTo>
                    <a:pt x="564" y="288"/>
                  </a:lnTo>
                  <a:lnTo>
                    <a:pt x="564" y="282"/>
                  </a:lnTo>
                  <a:lnTo>
                    <a:pt x="552" y="282"/>
                  </a:lnTo>
                  <a:lnTo>
                    <a:pt x="558" y="276"/>
                  </a:lnTo>
                  <a:lnTo>
                    <a:pt x="558" y="264"/>
                  </a:lnTo>
                  <a:lnTo>
                    <a:pt x="552" y="264"/>
                  </a:lnTo>
                  <a:lnTo>
                    <a:pt x="546" y="270"/>
                  </a:lnTo>
                  <a:lnTo>
                    <a:pt x="546" y="252"/>
                  </a:lnTo>
                  <a:lnTo>
                    <a:pt x="540" y="246"/>
                  </a:lnTo>
                  <a:lnTo>
                    <a:pt x="534" y="246"/>
                  </a:lnTo>
                  <a:lnTo>
                    <a:pt x="528" y="240"/>
                  </a:lnTo>
                  <a:lnTo>
                    <a:pt x="528" y="234"/>
                  </a:lnTo>
                  <a:lnTo>
                    <a:pt x="540" y="228"/>
                  </a:lnTo>
                  <a:lnTo>
                    <a:pt x="546" y="222"/>
                  </a:lnTo>
                  <a:lnTo>
                    <a:pt x="540" y="216"/>
                  </a:lnTo>
                  <a:lnTo>
                    <a:pt x="534" y="216"/>
                  </a:lnTo>
                  <a:lnTo>
                    <a:pt x="540" y="210"/>
                  </a:lnTo>
                  <a:lnTo>
                    <a:pt x="540" y="204"/>
                  </a:lnTo>
                  <a:lnTo>
                    <a:pt x="528" y="204"/>
                  </a:lnTo>
                  <a:lnTo>
                    <a:pt x="528" y="192"/>
                  </a:lnTo>
                  <a:lnTo>
                    <a:pt x="534" y="192"/>
                  </a:lnTo>
                  <a:lnTo>
                    <a:pt x="534" y="174"/>
                  </a:lnTo>
                  <a:lnTo>
                    <a:pt x="522" y="174"/>
                  </a:lnTo>
                  <a:lnTo>
                    <a:pt x="516" y="168"/>
                  </a:lnTo>
                  <a:lnTo>
                    <a:pt x="510" y="168"/>
                  </a:lnTo>
                  <a:lnTo>
                    <a:pt x="504" y="162"/>
                  </a:lnTo>
                  <a:lnTo>
                    <a:pt x="504" y="150"/>
                  </a:lnTo>
                  <a:lnTo>
                    <a:pt x="510" y="150"/>
                  </a:lnTo>
                  <a:lnTo>
                    <a:pt x="522" y="138"/>
                  </a:lnTo>
                  <a:lnTo>
                    <a:pt x="522" y="120"/>
                  </a:lnTo>
                  <a:lnTo>
                    <a:pt x="516" y="114"/>
                  </a:lnTo>
                  <a:lnTo>
                    <a:pt x="510" y="114"/>
                  </a:lnTo>
                  <a:lnTo>
                    <a:pt x="510" y="96"/>
                  </a:lnTo>
                  <a:lnTo>
                    <a:pt x="504" y="90"/>
                  </a:lnTo>
                  <a:lnTo>
                    <a:pt x="486" y="84"/>
                  </a:lnTo>
                  <a:lnTo>
                    <a:pt x="486" y="78"/>
                  </a:lnTo>
                  <a:lnTo>
                    <a:pt x="480" y="66"/>
                  </a:lnTo>
                  <a:lnTo>
                    <a:pt x="474" y="60"/>
                  </a:lnTo>
                  <a:lnTo>
                    <a:pt x="456" y="60"/>
                  </a:lnTo>
                  <a:lnTo>
                    <a:pt x="450" y="54"/>
                  </a:lnTo>
                  <a:lnTo>
                    <a:pt x="444" y="54"/>
                  </a:lnTo>
                  <a:lnTo>
                    <a:pt x="438" y="48"/>
                  </a:lnTo>
                  <a:lnTo>
                    <a:pt x="426" y="48"/>
                  </a:lnTo>
                  <a:lnTo>
                    <a:pt x="420" y="42"/>
                  </a:lnTo>
                  <a:lnTo>
                    <a:pt x="396" y="42"/>
                  </a:lnTo>
                  <a:lnTo>
                    <a:pt x="384" y="54"/>
                  </a:lnTo>
                  <a:lnTo>
                    <a:pt x="342" y="54"/>
                  </a:lnTo>
                  <a:lnTo>
                    <a:pt x="342" y="72"/>
                  </a:lnTo>
                  <a:lnTo>
                    <a:pt x="300" y="72"/>
                  </a:lnTo>
                  <a:lnTo>
                    <a:pt x="300" y="60"/>
                  </a:lnTo>
                  <a:lnTo>
                    <a:pt x="312" y="48"/>
                  </a:lnTo>
                  <a:lnTo>
                    <a:pt x="312" y="42"/>
                  </a:lnTo>
                  <a:lnTo>
                    <a:pt x="318" y="30"/>
                  </a:lnTo>
                  <a:lnTo>
                    <a:pt x="294" y="42"/>
                  </a:lnTo>
                  <a:lnTo>
                    <a:pt x="252" y="36"/>
                  </a:lnTo>
                  <a:lnTo>
                    <a:pt x="246" y="30"/>
                  </a:lnTo>
                  <a:lnTo>
                    <a:pt x="246" y="18"/>
                  </a:lnTo>
                  <a:lnTo>
                    <a:pt x="240" y="6"/>
                  </a:lnTo>
                  <a:lnTo>
                    <a:pt x="234" y="6"/>
                  </a:lnTo>
                  <a:lnTo>
                    <a:pt x="234" y="12"/>
                  </a:lnTo>
                  <a:lnTo>
                    <a:pt x="228" y="6"/>
                  </a:lnTo>
                  <a:lnTo>
                    <a:pt x="204" y="6"/>
                  </a:lnTo>
                  <a:lnTo>
                    <a:pt x="198" y="0"/>
                  </a:lnTo>
                  <a:lnTo>
                    <a:pt x="168" y="0"/>
                  </a:lnTo>
                  <a:lnTo>
                    <a:pt x="192" y="36"/>
                  </a:lnTo>
                  <a:lnTo>
                    <a:pt x="180" y="48"/>
                  </a:lnTo>
                  <a:lnTo>
                    <a:pt x="198" y="72"/>
                  </a:lnTo>
                  <a:lnTo>
                    <a:pt x="216" y="90"/>
                  </a:lnTo>
                  <a:lnTo>
                    <a:pt x="186" y="78"/>
                  </a:lnTo>
                  <a:lnTo>
                    <a:pt x="162" y="84"/>
                  </a:lnTo>
                  <a:lnTo>
                    <a:pt x="162" y="108"/>
                  </a:lnTo>
                  <a:lnTo>
                    <a:pt x="132" y="108"/>
                  </a:lnTo>
                  <a:lnTo>
                    <a:pt x="126" y="96"/>
                  </a:lnTo>
                  <a:lnTo>
                    <a:pt x="84" y="96"/>
                  </a:lnTo>
                  <a:lnTo>
                    <a:pt x="84" y="126"/>
                  </a:lnTo>
                  <a:lnTo>
                    <a:pt x="90" y="126"/>
                  </a:lnTo>
                  <a:lnTo>
                    <a:pt x="84" y="132"/>
                  </a:lnTo>
                  <a:lnTo>
                    <a:pt x="90" y="144"/>
                  </a:lnTo>
                  <a:lnTo>
                    <a:pt x="78" y="150"/>
                  </a:lnTo>
                  <a:lnTo>
                    <a:pt x="72" y="150"/>
                  </a:lnTo>
                  <a:lnTo>
                    <a:pt x="72" y="168"/>
                  </a:lnTo>
                  <a:lnTo>
                    <a:pt x="78" y="174"/>
                  </a:lnTo>
                  <a:lnTo>
                    <a:pt x="66" y="174"/>
                  </a:lnTo>
                  <a:lnTo>
                    <a:pt x="54" y="180"/>
                  </a:lnTo>
                  <a:lnTo>
                    <a:pt x="48" y="180"/>
                  </a:lnTo>
                  <a:lnTo>
                    <a:pt x="48" y="186"/>
                  </a:lnTo>
                  <a:lnTo>
                    <a:pt x="54" y="192"/>
                  </a:lnTo>
                  <a:lnTo>
                    <a:pt x="60" y="192"/>
                  </a:lnTo>
                  <a:lnTo>
                    <a:pt x="72" y="204"/>
                  </a:lnTo>
                  <a:lnTo>
                    <a:pt x="72" y="210"/>
                  </a:lnTo>
                  <a:lnTo>
                    <a:pt x="66" y="210"/>
                  </a:lnTo>
                  <a:lnTo>
                    <a:pt x="60" y="216"/>
                  </a:lnTo>
                  <a:lnTo>
                    <a:pt x="54" y="228"/>
                  </a:lnTo>
                  <a:lnTo>
                    <a:pt x="48" y="228"/>
                  </a:lnTo>
                  <a:lnTo>
                    <a:pt x="42" y="234"/>
                  </a:lnTo>
                  <a:lnTo>
                    <a:pt x="42" y="240"/>
                  </a:lnTo>
                  <a:lnTo>
                    <a:pt x="18" y="240"/>
                  </a:lnTo>
                  <a:lnTo>
                    <a:pt x="12" y="234"/>
                  </a:lnTo>
                  <a:lnTo>
                    <a:pt x="6" y="234"/>
                  </a:lnTo>
                  <a:lnTo>
                    <a:pt x="12" y="258"/>
                  </a:lnTo>
                  <a:lnTo>
                    <a:pt x="12" y="264"/>
                  </a:lnTo>
                  <a:lnTo>
                    <a:pt x="18" y="270"/>
                  </a:lnTo>
                  <a:lnTo>
                    <a:pt x="18" y="276"/>
                  </a:lnTo>
                  <a:lnTo>
                    <a:pt x="6" y="282"/>
                  </a:lnTo>
                  <a:lnTo>
                    <a:pt x="0" y="288"/>
                  </a:lnTo>
                  <a:lnTo>
                    <a:pt x="6" y="294"/>
                  </a:lnTo>
                  <a:lnTo>
                    <a:pt x="6" y="306"/>
                  </a:lnTo>
                  <a:lnTo>
                    <a:pt x="0" y="312"/>
                  </a:lnTo>
                  <a:lnTo>
                    <a:pt x="0" y="324"/>
                  </a:lnTo>
                  <a:lnTo>
                    <a:pt x="12" y="324"/>
                  </a:lnTo>
                  <a:lnTo>
                    <a:pt x="24" y="336"/>
                  </a:lnTo>
                  <a:lnTo>
                    <a:pt x="24" y="354"/>
                  </a:lnTo>
                  <a:lnTo>
                    <a:pt x="30" y="360"/>
                  </a:lnTo>
                  <a:lnTo>
                    <a:pt x="18" y="360"/>
                  </a:lnTo>
                  <a:lnTo>
                    <a:pt x="12" y="366"/>
                  </a:lnTo>
                  <a:lnTo>
                    <a:pt x="12" y="384"/>
                  </a:lnTo>
                  <a:lnTo>
                    <a:pt x="18" y="390"/>
                  </a:lnTo>
                  <a:lnTo>
                    <a:pt x="24" y="390"/>
                  </a:lnTo>
                  <a:lnTo>
                    <a:pt x="36" y="396"/>
                  </a:lnTo>
                  <a:lnTo>
                    <a:pt x="36" y="408"/>
                  </a:lnTo>
                  <a:lnTo>
                    <a:pt x="30" y="41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11" name="Georgia" descr="© INSCALE GmbH, 05.05.2010&#10;http://www.presentationload.com/">
              <a:extLst>
                <a:ext uri="{FF2B5EF4-FFF2-40B4-BE49-F238E27FC236}">
                  <a16:creationId xmlns:a16="http://schemas.microsoft.com/office/drawing/2014/main" id="{8DCF8A96-9345-42D1-ABAE-564359A2A2DA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606953" y="1848576"/>
              <a:ext cx="152506" cy="69360"/>
            </a:xfrm>
            <a:custGeom>
              <a:avLst/>
              <a:gdLst>
                <a:gd name="T0" fmla="*/ 2147483647 w 462"/>
                <a:gd name="T1" fmla="*/ 2147483647 h 210"/>
                <a:gd name="T2" fmla="*/ 2147483647 w 462"/>
                <a:gd name="T3" fmla="*/ 2147483647 h 210"/>
                <a:gd name="T4" fmla="*/ 2147483647 w 462"/>
                <a:gd name="T5" fmla="*/ 2147483647 h 210"/>
                <a:gd name="T6" fmla="*/ 2147483647 w 462"/>
                <a:gd name="T7" fmla="*/ 2147483647 h 210"/>
                <a:gd name="T8" fmla="*/ 2147483647 w 462"/>
                <a:gd name="T9" fmla="*/ 2147483647 h 210"/>
                <a:gd name="T10" fmla="*/ 2147483647 w 462"/>
                <a:gd name="T11" fmla="*/ 2147483647 h 210"/>
                <a:gd name="T12" fmla="*/ 2147483647 w 462"/>
                <a:gd name="T13" fmla="*/ 2147483647 h 210"/>
                <a:gd name="T14" fmla="*/ 2147483647 w 462"/>
                <a:gd name="T15" fmla="*/ 2147483647 h 210"/>
                <a:gd name="T16" fmla="*/ 2147483647 w 462"/>
                <a:gd name="T17" fmla="*/ 2147483647 h 210"/>
                <a:gd name="T18" fmla="*/ 2147483647 w 462"/>
                <a:gd name="T19" fmla="*/ 2147483647 h 210"/>
                <a:gd name="T20" fmla="*/ 2147483647 w 462"/>
                <a:gd name="T21" fmla="*/ 2147483647 h 210"/>
                <a:gd name="T22" fmla="*/ 2147483647 w 462"/>
                <a:gd name="T23" fmla="*/ 2147483647 h 210"/>
                <a:gd name="T24" fmla="*/ 2147483647 w 462"/>
                <a:gd name="T25" fmla="*/ 2147483647 h 210"/>
                <a:gd name="T26" fmla="*/ 2147483647 w 462"/>
                <a:gd name="T27" fmla="*/ 2147483647 h 210"/>
                <a:gd name="T28" fmla="*/ 2147483647 w 462"/>
                <a:gd name="T29" fmla="*/ 2147483647 h 210"/>
                <a:gd name="T30" fmla="*/ 2147483647 w 462"/>
                <a:gd name="T31" fmla="*/ 2147483647 h 210"/>
                <a:gd name="T32" fmla="*/ 2147483647 w 462"/>
                <a:gd name="T33" fmla="*/ 2147483647 h 210"/>
                <a:gd name="T34" fmla="*/ 2147483647 w 462"/>
                <a:gd name="T35" fmla="*/ 2147483647 h 210"/>
                <a:gd name="T36" fmla="*/ 2147483647 w 462"/>
                <a:gd name="T37" fmla="*/ 2147483647 h 210"/>
                <a:gd name="T38" fmla="*/ 2147483647 w 462"/>
                <a:gd name="T39" fmla="*/ 2147483647 h 210"/>
                <a:gd name="T40" fmla="*/ 2147483647 w 462"/>
                <a:gd name="T41" fmla="*/ 2147483647 h 210"/>
                <a:gd name="T42" fmla="*/ 2147483647 w 462"/>
                <a:gd name="T43" fmla="*/ 2147483647 h 210"/>
                <a:gd name="T44" fmla="*/ 2147483647 w 462"/>
                <a:gd name="T45" fmla="*/ 2147483647 h 210"/>
                <a:gd name="T46" fmla="*/ 2147483647 w 462"/>
                <a:gd name="T47" fmla="*/ 2147483647 h 210"/>
                <a:gd name="T48" fmla="*/ 2147483647 w 462"/>
                <a:gd name="T49" fmla="*/ 2147483647 h 210"/>
                <a:gd name="T50" fmla="*/ 2147483647 w 462"/>
                <a:gd name="T51" fmla="*/ 2147483647 h 210"/>
                <a:gd name="T52" fmla="*/ 2147483647 w 462"/>
                <a:gd name="T53" fmla="*/ 2147483647 h 210"/>
                <a:gd name="T54" fmla="*/ 2147483647 w 462"/>
                <a:gd name="T55" fmla="*/ 2147483647 h 210"/>
                <a:gd name="T56" fmla="*/ 2147483647 w 462"/>
                <a:gd name="T57" fmla="*/ 2147483647 h 210"/>
                <a:gd name="T58" fmla="*/ 2147483647 w 462"/>
                <a:gd name="T59" fmla="*/ 2147483647 h 210"/>
                <a:gd name="T60" fmla="*/ 2147483647 w 462"/>
                <a:gd name="T61" fmla="*/ 2147483647 h 210"/>
                <a:gd name="T62" fmla="*/ 2147483647 w 462"/>
                <a:gd name="T63" fmla="*/ 2147483647 h 210"/>
                <a:gd name="T64" fmla="*/ 2147483647 w 462"/>
                <a:gd name="T65" fmla="*/ 2147483647 h 210"/>
                <a:gd name="T66" fmla="*/ 2147483647 w 462"/>
                <a:gd name="T67" fmla="*/ 2147483647 h 210"/>
                <a:gd name="T68" fmla="*/ 2147483647 w 462"/>
                <a:gd name="T69" fmla="*/ 2147483647 h 210"/>
                <a:gd name="T70" fmla="*/ 2147483647 w 462"/>
                <a:gd name="T71" fmla="*/ 2147483647 h 210"/>
                <a:gd name="T72" fmla="*/ 2147483647 w 462"/>
                <a:gd name="T73" fmla="*/ 2147483647 h 210"/>
                <a:gd name="T74" fmla="*/ 2147483647 w 462"/>
                <a:gd name="T75" fmla="*/ 2147483647 h 210"/>
                <a:gd name="T76" fmla="*/ 2147483647 w 462"/>
                <a:gd name="T77" fmla="*/ 2147483647 h 210"/>
                <a:gd name="T78" fmla="*/ 2147483647 w 462"/>
                <a:gd name="T79" fmla="*/ 2147483647 h 210"/>
                <a:gd name="T80" fmla="*/ 2147483647 w 462"/>
                <a:gd name="T81" fmla="*/ 0 h 210"/>
                <a:gd name="T82" fmla="*/ 0 w 462"/>
                <a:gd name="T83" fmla="*/ 2147483647 h 21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62"/>
                <a:gd name="T127" fmla="*/ 0 h 210"/>
                <a:gd name="T128" fmla="*/ 462 w 462"/>
                <a:gd name="T129" fmla="*/ 210 h 21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62" h="210">
                  <a:moveTo>
                    <a:pt x="6" y="18"/>
                  </a:moveTo>
                  <a:lnTo>
                    <a:pt x="12" y="18"/>
                  </a:lnTo>
                  <a:lnTo>
                    <a:pt x="18" y="24"/>
                  </a:lnTo>
                  <a:lnTo>
                    <a:pt x="30" y="30"/>
                  </a:lnTo>
                  <a:lnTo>
                    <a:pt x="42" y="42"/>
                  </a:lnTo>
                  <a:lnTo>
                    <a:pt x="60" y="48"/>
                  </a:lnTo>
                  <a:lnTo>
                    <a:pt x="72" y="54"/>
                  </a:lnTo>
                  <a:lnTo>
                    <a:pt x="78" y="54"/>
                  </a:lnTo>
                  <a:lnTo>
                    <a:pt x="84" y="60"/>
                  </a:lnTo>
                  <a:lnTo>
                    <a:pt x="96" y="66"/>
                  </a:lnTo>
                  <a:lnTo>
                    <a:pt x="102" y="78"/>
                  </a:lnTo>
                  <a:lnTo>
                    <a:pt x="114" y="84"/>
                  </a:lnTo>
                  <a:lnTo>
                    <a:pt x="114" y="96"/>
                  </a:lnTo>
                  <a:lnTo>
                    <a:pt x="120" y="114"/>
                  </a:lnTo>
                  <a:lnTo>
                    <a:pt x="120" y="132"/>
                  </a:lnTo>
                  <a:lnTo>
                    <a:pt x="126" y="138"/>
                  </a:lnTo>
                  <a:lnTo>
                    <a:pt x="132" y="150"/>
                  </a:lnTo>
                  <a:lnTo>
                    <a:pt x="138" y="156"/>
                  </a:lnTo>
                  <a:lnTo>
                    <a:pt x="138" y="162"/>
                  </a:lnTo>
                  <a:lnTo>
                    <a:pt x="132" y="168"/>
                  </a:lnTo>
                  <a:lnTo>
                    <a:pt x="168" y="174"/>
                  </a:lnTo>
                  <a:lnTo>
                    <a:pt x="174" y="168"/>
                  </a:lnTo>
                  <a:lnTo>
                    <a:pt x="186" y="162"/>
                  </a:lnTo>
                  <a:lnTo>
                    <a:pt x="198" y="162"/>
                  </a:lnTo>
                  <a:lnTo>
                    <a:pt x="210" y="168"/>
                  </a:lnTo>
                  <a:lnTo>
                    <a:pt x="216" y="174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46" y="192"/>
                  </a:lnTo>
                  <a:lnTo>
                    <a:pt x="246" y="198"/>
                  </a:lnTo>
                  <a:lnTo>
                    <a:pt x="252" y="204"/>
                  </a:lnTo>
                  <a:lnTo>
                    <a:pt x="276" y="198"/>
                  </a:lnTo>
                  <a:lnTo>
                    <a:pt x="282" y="192"/>
                  </a:lnTo>
                  <a:lnTo>
                    <a:pt x="336" y="198"/>
                  </a:lnTo>
                  <a:lnTo>
                    <a:pt x="336" y="180"/>
                  </a:lnTo>
                  <a:lnTo>
                    <a:pt x="342" y="180"/>
                  </a:lnTo>
                  <a:lnTo>
                    <a:pt x="348" y="186"/>
                  </a:lnTo>
                  <a:lnTo>
                    <a:pt x="354" y="186"/>
                  </a:lnTo>
                  <a:lnTo>
                    <a:pt x="354" y="180"/>
                  </a:lnTo>
                  <a:lnTo>
                    <a:pt x="366" y="168"/>
                  </a:lnTo>
                  <a:lnTo>
                    <a:pt x="390" y="168"/>
                  </a:lnTo>
                  <a:lnTo>
                    <a:pt x="396" y="174"/>
                  </a:lnTo>
                  <a:lnTo>
                    <a:pt x="396" y="180"/>
                  </a:lnTo>
                  <a:lnTo>
                    <a:pt x="414" y="198"/>
                  </a:lnTo>
                  <a:lnTo>
                    <a:pt x="426" y="192"/>
                  </a:lnTo>
                  <a:lnTo>
                    <a:pt x="438" y="192"/>
                  </a:lnTo>
                  <a:lnTo>
                    <a:pt x="456" y="210"/>
                  </a:lnTo>
                  <a:lnTo>
                    <a:pt x="462" y="204"/>
                  </a:lnTo>
                  <a:lnTo>
                    <a:pt x="456" y="192"/>
                  </a:lnTo>
                  <a:lnTo>
                    <a:pt x="450" y="186"/>
                  </a:lnTo>
                  <a:lnTo>
                    <a:pt x="444" y="174"/>
                  </a:lnTo>
                  <a:lnTo>
                    <a:pt x="438" y="168"/>
                  </a:lnTo>
                  <a:lnTo>
                    <a:pt x="432" y="168"/>
                  </a:lnTo>
                  <a:lnTo>
                    <a:pt x="414" y="150"/>
                  </a:lnTo>
                  <a:lnTo>
                    <a:pt x="420" y="144"/>
                  </a:lnTo>
                  <a:lnTo>
                    <a:pt x="432" y="144"/>
                  </a:lnTo>
                  <a:lnTo>
                    <a:pt x="420" y="132"/>
                  </a:lnTo>
                  <a:lnTo>
                    <a:pt x="408" y="126"/>
                  </a:lnTo>
                  <a:lnTo>
                    <a:pt x="396" y="114"/>
                  </a:lnTo>
                  <a:lnTo>
                    <a:pt x="378" y="114"/>
                  </a:lnTo>
                  <a:lnTo>
                    <a:pt x="378" y="108"/>
                  </a:lnTo>
                  <a:lnTo>
                    <a:pt x="384" y="102"/>
                  </a:lnTo>
                  <a:lnTo>
                    <a:pt x="384" y="90"/>
                  </a:lnTo>
                  <a:lnTo>
                    <a:pt x="354" y="84"/>
                  </a:lnTo>
                  <a:lnTo>
                    <a:pt x="342" y="72"/>
                  </a:lnTo>
                  <a:lnTo>
                    <a:pt x="330" y="66"/>
                  </a:lnTo>
                  <a:lnTo>
                    <a:pt x="300" y="66"/>
                  </a:lnTo>
                  <a:lnTo>
                    <a:pt x="300" y="72"/>
                  </a:lnTo>
                  <a:lnTo>
                    <a:pt x="288" y="72"/>
                  </a:lnTo>
                  <a:lnTo>
                    <a:pt x="282" y="78"/>
                  </a:lnTo>
                  <a:lnTo>
                    <a:pt x="258" y="78"/>
                  </a:lnTo>
                  <a:lnTo>
                    <a:pt x="246" y="72"/>
                  </a:lnTo>
                  <a:lnTo>
                    <a:pt x="240" y="72"/>
                  </a:lnTo>
                  <a:lnTo>
                    <a:pt x="240" y="66"/>
                  </a:lnTo>
                  <a:lnTo>
                    <a:pt x="192" y="36"/>
                  </a:lnTo>
                  <a:lnTo>
                    <a:pt x="186" y="36"/>
                  </a:lnTo>
                  <a:lnTo>
                    <a:pt x="180" y="30"/>
                  </a:lnTo>
                  <a:lnTo>
                    <a:pt x="144" y="30"/>
                  </a:lnTo>
                  <a:lnTo>
                    <a:pt x="84" y="18"/>
                  </a:lnTo>
                  <a:lnTo>
                    <a:pt x="66" y="12"/>
                  </a:lnTo>
                  <a:lnTo>
                    <a:pt x="54" y="6"/>
                  </a:lnTo>
                  <a:lnTo>
                    <a:pt x="36" y="0"/>
                  </a:lnTo>
                  <a:lnTo>
                    <a:pt x="24" y="0"/>
                  </a:lnTo>
                  <a:lnTo>
                    <a:pt x="0" y="18"/>
                  </a:lnTo>
                  <a:lnTo>
                    <a:pt x="6" y="1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12" name="The Gambia" descr="© INSCALE GmbH, 05.05.2010&#10;http://www.presentationload.com/">
              <a:extLst>
                <a:ext uri="{FF2B5EF4-FFF2-40B4-BE49-F238E27FC236}">
                  <a16:creationId xmlns:a16="http://schemas.microsoft.com/office/drawing/2014/main" id="{71C761B6-B661-4F77-8688-A367D7F11ABF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341678" y="2637222"/>
              <a:ext cx="71083" cy="16698"/>
            </a:xfrm>
            <a:custGeom>
              <a:avLst/>
              <a:gdLst>
                <a:gd name="T0" fmla="*/ 2147483647 w 216"/>
                <a:gd name="T1" fmla="*/ 2147483647 h 54"/>
                <a:gd name="T2" fmla="*/ 2147483647 w 216"/>
                <a:gd name="T3" fmla="*/ 2147483647 h 54"/>
                <a:gd name="T4" fmla="*/ 2147483647 w 216"/>
                <a:gd name="T5" fmla="*/ 2147483647 h 54"/>
                <a:gd name="T6" fmla="*/ 2147483647 w 216"/>
                <a:gd name="T7" fmla="*/ 2147483647 h 54"/>
                <a:gd name="T8" fmla="*/ 0 w 216"/>
                <a:gd name="T9" fmla="*/ 2147483647 h 54"/>
                <a:gd name="T10" fmla="*/ 0 w 216"/>
                <a:gd name="T11" fmla="*/ 2147483647 h 54"/>
                <a:gd name="T12" fmla="*/ 2147483647 w 216"/>
                <a:gd name="T13" fmla="*/ 2147483647 h 54"/>
                <a:gd name="T14" fmla="*/ 2147483647 w 216"/>
                <a:gd name="T15" fmla="*/ 2147483647 h 54"/>
                <a:gd name="T16" fmla="*/ 2147483647 w 216"/>
                <a:gd name="T17" fmla="*/ 2147483647 h 54"/>
                <a:gd name="T18" fmla="*/ 2147483647 w 216"/>
                <a:gd name="T19" fmla="*/ 2147483647 h 54"/>
                <a:gd name="T20" fmla="*/ 2147483647 w 216"/>
                <a:gd name="T21" fmla="*/ 2147483647 h 54"/>
                <a:gd name="T22" fmla="*/ 2147483647 w 216"/>
                <a:gd name="T23" fmla="*/ 2147483647 h 54"/>
                <a:gd name="T24" fmla="*/ 2147483647 w 216"/>
                <a:gd name="T25" fmla="*/ 2147483647 h 54"/>
                <a:gd name="T26" fmla="*/ 2147483647 w 216"/>
                <a:gd name="T27" fmla="*/ 2147483647 h 54"/>
                <a:gd name="T28" fmla="*/ 2147483647 w 216"/>
                <a:gd name="T29" fmla="*/ 2147483647 h 54"/>
                <a:gd name="T30" fmla="*/ 2147483647 w 216"/>
                <a:gd name="T31" fmla="*/ 2147483647 h 54"/>
                <a:gd name="T32" fmla="*/ 2147483647 w 216"/>
                <a:gd name="T33" fmla="*/ 2147483647 h 54"/>
                <a:gd name="T34" fmla="*/ 2147483647 w 216"/>
                <a:gd name="T35" fmla="*/ 2147483647 h 54"/>
                <a:gd name="T36" fmla="*/ 2147483647 w 216"/>
                <a:gd name="T37" fmla="*/ 2147483647 h 54"/>
                <a:gd name="T38" fmla="*/ 2147483647 w 216"/>
                <a:gd name="T39" fmla="*/ 2147483647 h 54"/>
                <a:gd name="T40" fmla="*/ 2147483647 w 216"/>
                <a:gd name="T41" fmla="*/ 2147483647 h 54"/>
                <a:gd name="T42" fmla="*/ 2147483647 w 216"/>
                <a:gd name="T43" fmla="*/ 2147483647 h 54"/>
                <a:gd name="T44" fmla="*/ 2147483647 w 216"/>
                <a:gd name="T45" fmla="*/ 2147483647 h 54"/>
                <a:gd name="T46" fmla="*/ 2147483647 w 216"/>
                <a:gd name="T47" fmla="*/ 2147483647 h 54"/>
                <a:gd name="T48" fmla="*/ 2147483647 w 216"/>
                <a:gd name="T49" fmla="*/ 2147483647 h 54"/>
                <a:gd name="T50" fmla="*/ 2147483647 w 216"/>
                <a:gd name="T51" fmla="*/ 2147483647 h 54"/>
                <a:gd name="T52" fmla="*/ 2147483647 w 216"/>
                <a:gd name="T53" fmla="*/ 2147483647 h 54"/>
                <a:gd name="T54" fmla="*/ 2147483647 w 216"/>
                <a:gd name="T55" fmla="*/ 2147483647 h 54"/>
                <a:gd name="T56" fmla="*/ 2147483647 w 216"/>
                <a:gd name="T57" fmla="*/ 2147483647 h 54"/>
                <a:gd name="T58" fmla="*/ 2147483647 w 216"/>
                <a:gd name="T59" fmla="*/ 0 h 54"/>
                <a:gd name="T60" fmla="*/ 2147483647 w 216"/>
                <a:gd name="T61" fmla="*/ 0 h 54"/>
                <a:gd name="T62" fmla="*/ 2147483647 w 216"/>
                <a:gd name="T63" fmla="*/ 2147483647 h 54"/>
                <a:gd name="T64" fmla="*/ 2147483647 w 216"/>
                <a:gd name="T65" fmla="*/ 2147483647 h 54"/>
                <a:gd name="T66" fmla="*/ 2147483647 w 216"/>
                <a:gd name="T67" fmla="*/ 2147483647 h 5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16"/>
                <a:gd name="T103" fmla="*/ 0 h 54"/>
                <a:gd name="T104" fmla="*/ 216 w 216"/>
                <a:gd name="T105" fmla="*/ 54 h 5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16" h="54">
                  <a:moveTo>
                    <a:pt x="18" y="18"/>
                  </a:moveTo>
                  <a:lnTo>
                    <a:pt x="12" y="24"/>
                  </a:lnTo>
                  <a:lnTo>
                    <a:pt x="6" y="36"/>
                  </a:lnTo>
                  <a:lnTo>
                    <a:pt x="6" y="42"/>
                  </a:lnTo>
                  <a:lnTo>
                    <a:pt x="0" y="48"/>
                  </a:lnTo>
                  <a:lnTo>
                    <a:pt x="0" y="54"/>
                  </a:lnTo>
                  <a:lnTo>
                    <a:pt x="72" y="54"/>
                  </a:lnTo>
                  <a:lnTo>
                    <a:pt x="72" y="42"/>
                  </a:lnTo>
                  <a:lnTo>
                    <a:pt x="84" y="42"/>
                  </a:lnTo>
                  <a:lnTo>
                    <a:pt x="90" y="36"/>
                  </a:lnTo>
                  <a:lnTo>
                    <a:pt x="114" y="36"/>
                  </a:lnTo>
                  <a:lnTo>
                    <a:pt x="120" y="24"/>
                  </a:lnTo>
                  <a:lnTo>
                    <a:pt x="126" y="18"/>
                  </a:lnTo>
                  <a:lnTo>
                    <a:pt x="132" y="24"/>
                  </a:lnTo>
                  <a:lnTo>
                    <a:pt x="144" y="30"/>
                  </a:lnTo>
                  <a:lnTo>
                    <a:pt x="150" y="42"/>
                  </a:lnTo>
                  <a:lnTo>
                    <a:pt x="168" y="48"/>
                  </a:lnTo>
                  <a:lnTo>
                    <a:pt x="192" y="48"/>
                  </a:lnTo>
                  <a:lnTo>
                    <a:pt x="198" y="42"/>
                  </a:lnTo>
                  <a:lnTo>
                    <a:pt x="210" y="36"/>
                  </a:lnTo>
                  <a:lnTo>
                    <a:pt x="216" y="30"/>
                  </a:lnTo>
                  <a:lnTo>
                    <a:pt x="216" y="24"/>
                  </a:lnTo>
                  <a:lnTo>
                    <a:pt x="210" y="18"/>
                  </a:lnTo>
                  <a:lnTo>
                    <a:pt x="186" y="18"/>
                  </a:lnTo>
                  <a:lnTo>
                    <a:pt x="180" y="24"/>
                  </a:lnTo>
                  <a:lnTo>
                    <a:pt x="168" y="24"/>
                  </a:lnTo>
                  <a:lnTo>
                    <a:pt x="162" y="12"/>
                  </a:lnTo>
                  <a:lnTo>
                    <a:pt x="156" y="6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90" y="0"/>
                  </a:lnTo>
                  <a:lnTo>
                    <a:pt x="90" y="12"/>
                  </a:lnTo>
                  <a:lnTo>
                    <a:pt x="18" y="12"/>
                  </a:lnTo>
                  <a:lnTo>
                    <a:pt x="18" y="1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13" name="Gabon" descr="© INSCALE GmbH, 05.05.2010&#10;http://www.presentationload.com/">
              <a:extLst>
                <a:ext uri="{FF2B5EF4-FFF2-40B4-BE49-F238E27FC236}">
                  <a16:creationId xmlns:a16="http://schemas.microsoft.com/office/drawing/2014/main" id="{24C36C42-18A2-4335-B8CC-B4F175AF37DC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936189" y="2937782"/>
              <a:ext cx="138288" cy="168262"/>
            </a:xfrm>
            <a:custGeom>
              <a:avLst/>
              <a:gdLst>
                <a:gd name="T0" fmla="*/ 2147483647 w 420"/>
                <a:gd name="T1" fmla="*/ 2147483647 h 510"/>
                <a:gd name="T2" fmla="*/ 2147483647 w 420"/>
                <a:gd name="T3" fmla="*/ 2147483647 h 510"/>
                <a:gd name="T4" fmla="*/ 2147483647 w 420"/>
                <a:gd name="T5" fmla="*/ 2147483647 h 510"/>
                <a:gd name="T6" fmla="*/ 2147483647 w 420"/>
                <a:gd name="T7" fmla="*/ 2147483647 h 510"/>
                <a:gd name="T8" fmla="*/ 2147483647 w 420"/>
                <a:gd name="T9" fmla="*/ 2147483647 h 510"/>
                <a:gd name="T10" fmla="*/ 2147483647 w 420"/>
                <a:gd name="T11" fmla="*/ 2147483647 h 510"/>
                <a:gd name="T12" fmla="*/ 2147483647 w 420"/>
                <a:gd name="T13" fmla="*/ 2147483647 h 510"/>
                <a:gd name="T14" fmla="*/ 2147483647 w 420"/>
                <a:gd name="T15" fmla="*/ 2147483647 h 510"/>
                <a:gd name="T16" fmla="*/ 2147483647 w 420"/>
                <a:gd name="T17" fmla="*/ 2147483647 h 510"/>
                <a:gd name="T18" fmla="*/ 2147483647 w 420"/>
                <a:gd name="T19" fmla="*/ 2147483647 h 510"/>
                <a:gd name="T20" fmla="*/ 2147483647 w 420"/>
                <a:gd name="T21" fmla="*/ 2147483647 h 510"/>
                <a:gd name="T22" fmla="*/ 2147483647 w 420"/>
                <a:gd name="T23" fmla="*/ 2147483647 h 510"/>
                <a:gd name="T24" fmla="*/ 2147483647 w 420"/>
                <a:gd name="T25" fmla="*/ 2147483647 h 510"/>
                <a:gd name="T26" fmla="*/ 2147483647 w 420"/>
                <a:gd name="T27" fmla="*/ 2147483647 h 510"/>
                <a:gd name="T28" fmla="*/ 2147483647 w 420"/>
                <a:gd name="T29" fmla="*/ 2147483647 h 510"/>
                <a:gd name="T30" fmla="*/ 2147483647 w 420"/>
                <a:gd name="T31" fmla="*/ 2147483647 h 510"/>
                <a:gd name="T32" fmla="*/ 2147483647 w 420"/>
                <a:gd name="T33" fmla="*/ 2147483647 h 510"/>
                <a:gd name="T34" fmla="*/ 2147483647 w 420"/>
                <a:gd name="T35" fmla="*/ 2147483647 h 510"/>
                <a:gd name="T36" fmla="*/ 2147483647 w 420"/>
                <a:gd name="T37" fmla="*/ 2147483647 h 510"/>
                <a:gd name="T38" fmla="*/ 2147483647 w 420"/>
                <a:gd name="T39" fmla="*/ 2147483647 h 510"/>
                <a:gd name="T40" fmla="*/ 2147483647 w 420"/>
                <a:gd name="T41" fmla="*/ 2147483647 h 510"/>
                <a:gd name="T42" fmla="*/ 2147483647 w 420"/>
                <a:gd name="T43" fmla="*/ 2147483647 h 510"/>
                <a:gd name="T44" fmla="*/ 2147483647 w 420"/>
                <a:gd name="T45" fmla="*/ 2147483647 h 510"/>
                <a:gd name="T46" fmla="*/ 2147483647 w 420"/>
                <a:gd name="T47" fmla="*/ 2147483647 h 510"/>
                <a:gd name="T48" fmla="*/ 2147483647 w 420"/>
                <a:gd name="T49" fmla="*/ 2147483647 h 510"/>
                <a:gd name="T50" fmla="*/ 2147483647 w 420"/>
                <a:gd name="T51" fmla="*/ 2147483647 h 510"/>
                <a:gd name="T52" fmla="*/ 2147483647 w 420"/>
                <a:gd name="T53" fmla="*/ 2147483647 h 510"/>
                <a:gd name="T54" fmla="*/ 2147483647 w 420"/>
                <a:gd name="T55" fmla="*/ 2147483647 h 510"/>
                <a:gd name="T56" fmla="*/ 2147483647 w 420"/>
                <a:gd name="T57" fmla="*/ 2147483647 h 510"/>
                <a:gd name="T58" fmla="*/ 2147483647 w 420"/>
                <a:gd name="T59" fmla="*/ 2147483647 h 510"/>
                <a:gd name="T60" fmla="*/ 2147483647 w 420"/>
                <a:gd name="T61" fmla="*/ 2147483647 h 510"/>
                <a:gd name="T62" fmla="*/ 2147483647 w 420"/>
                <a:gd name="T63" fmla="*/ 2147483647 h 510"/>
                <a:gd name="T64" fmla="*/ 2147483647 w 420"/>
                <a:gd name="T65" fmla="*/ 2147483647 h 510"/>
                <a:gd name="T66" fmla="*/ 2147483647 w 420"/>
                <a:gd name="T67" fmla="*/ 2147483647 h 510"/>
                <a:gd name="T68" fmla="*/ 2147483647 w 420"/>
                <a:gd name="T69" fmla="*/ 2147483647 h 510"/>
                <a:gd name="T70" fmla="*/ 2147483647 w 420"/>
                <a:gd name="T71" fmla="*/ 2147483647 h 510"/>
                <a:gd name="T72" fmla="*/ 2147483647 w 420"/>
                <a:gd name="T73" fmla="*/ 2147483647 h 510"/>
                <a:gd name="T74" fmla="*/ 2147483647 w 420"/>
                <a:gd name="T75" fmla="*/ 2147483647 h 510"/>
                <a:gd name="T76" fmla="*/ 2147483647 w 420"/>
                <a:gd name="T77" fmla="*/ 2147483647 h 510"/>
                <a:gd name="T78" fmla="*/ 2147483647 w 420"/>
                <a:gd name="T79" fmla="*/ 2147483647 h 510"/>
                <a:gd name="T80" fmla="*/ 2147483647 w 420"/>
                <a:gd name="T81" fmla="*/ 2147483647 h 510"/>
                <a:gd name="T82" fmla="*/ 2147483647 w 420"/>
                <a:gd name="T83" fmla="*/ 2147483647 h 510"/>
                <a:gd name="T84" fmla="*/ 2147483647 w 420"/>
                <a:gd name="T85" fmla="*/ 2147483647 h 510"/>
                <a:gd name="T86" fmla="*/ 2147483647 w 420"/>
                <a:gd name="T87" fmla="*/ 2147483647 h 510"/>
                <a:gd name="T88" fmla="*/ 2147483647 w 420"/>
                <a:gd name="T89" fmla="*/ 2147483647 h 510"/>
                <a:gd name="T90" fmla="*/ 2147483647 w 420"/>
                <a:gd name="T91" fmla="*/ 2147483647 h 510"/>
                <a:gd name="T92" fmla="*/ 2147483647 w 420"/>
                <a:gd name="T93" fmla="*/ 2147483647 h 510"/>
                <a:gd name="T94" fmla="*/ 2147483647 w 420"/>
                <a:gd name="T95" fmla="*/ 2147483647 h 510"/>
                <a:gd name="T96" fmla="*/ 2147483647 w 420"/>
                <a:gd name="T97" fmla="*/ 2147483647 h 510"/>
                <a:gd name="T98" fmla="*/ 2147483647 w 420"/>
                <a:gd name="T99" fmla="*/ 2147483647 h 510"/>
                <a:gd name="T100" fmla="*/ 2147483647 w 420"/>
                <a:gd name="T101" fmla="*/ 2147483647 h 510"/>
                <a:gd name="T102" fmla="*/ 2147483647 w 420"/>
                <a:gd name="T103" fmla="*/ 2147483647 h 510"/>
                <a:gd name="T104" fmla="*/ 2147483647 w 420"/>
                <a:gd name="T105" fmla="*/ 2147483647 h 510"/>
                <a:gd name="T106" fmla="*/ 2147483647 w 420"/>
                <a:gd name="T107" fmla="*/ 2147483647 h 510"/>
                <a:gd name="T108" fmla="*/ 2147483647 w 420"/>
                <a:gd name="T109" fmla="*/ 2147483647 h 510"/>
                <a:gd name="T110" fmla="*/ 2147483647 w 420"/>
                <a:gd name="T111" fmla="*/ 2147483647 h 51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0"/>
                <a:gd name="T169" fmla="*/ 0 h 510"/>
                <a:gd name="T170" fmla="*/ 420 w 420"/>
                <a:gd name="T171" fmla="*/ 510 h 51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0" h="510">
                  <a:moveTo>
                    <a:pt x="420" y="240"/>
                  </a:moveTo>
                  <a:lnTo>
                    <a:pt x="414" y="234"/>
                  </a:lnTo>
                  <a:lnTo>
                    <a:pt x="396" y="234"/>
                  </a:lnTo>
                  <a:lnTo>
                    <a:pt x="390" y="216"/>
                  </a:lnTo>
                  <a:lnTo>
                    <a:pt x="372" y="210"/>
                  </a:lnTo>
                  <a:lnTo>
                    <a:pt x="372" y="174"/>
                  </a:lnTo>
                  <a:lnTo>
                    <a:pt x="384" y="150"/>
                  </a:lnTo>
                  <a:lnTo>
                    <a:pt x="396" y="150"/>
                  </a:lnTo>
                  <a:lnTo>
                    <a:pt x="402" y="144"/>
                  </a:lnTo>
                  <a:lnTo>
                    <a:pt x="408" y="132"/>
                  </a:lnTo>
                  <a:lnTo>
                    <a:pt x="414" y="126"/>
                  </a:lnTo>
                  <a:lnTo>
                    <a:pt x="414" y="114"/>
                  </a:lnTo>
                  <a:lnTo>
                    <a:pt x="402" y="108"/>
                  </a:lnTo>
                  <a:lnTo>
                    <a:pt x="402" y="90"/>
                  </a:lnTo>
                  <a:lnTo>
                    <a:pt x="396" y="84"/>
                  </a:lnTo>
                  <a:lnTo>
                    <a:pt x="396" y="78"/>
                  </a:lnTo>
                  <a:lnTo>
                    <a:pt x="384" y="78"/>
                  </a:lnTo>
                  <a:lnTo>
                    <a:pt x="378" y="72"/>
                  </a:lnTo>
                  <a:lnTo>
                    <a:pt x="360" y="72"/>
                  </a:lnTo>
                  <a:lnTo>
                    <a:pt x="360" y="90"/>
                  </a:lnTo>
                  <a:lnTo>
                    <a:pt x="354" y="96"/>
                  </a:lnTo>
                  <a:lnTo>
                    <a:pt x="330" y="96"/>
                  </a:lnTo>
                  <a:lnTo>
                    <a:pt x="324" y="90"/>
                  </a:lnTo>
                  <a:lnTo>
                    <a:pt x="318" y="54"/>
                  </a:lnTo>
                  <a:lnTo>
                    <a:pt x="336" y="24"/>
                  </a:lnTo>
                  <a:lnTo>
                    <a:pt x="336" y="6"/>
                  </a:lnTo>
                  <a:lnTo>
                    <a:pt x="288" y="12"/>
                  </a:lnTo>
                  <a:lnTo>
                    <a:pt x="282" y="12"/>
                  </a:lnTo>
                  <a:lnTo>
                    <a:pt x="270" y="6"/>
                  </a:lnTo>
                  <a:lnTo>
                    <a:pt x="264" y="6"/>
                  </a:lnTo>
                  <a:lnTo>
                    <a:pt x="252" y="18"/>
                  </a:lnTo>
                  <a:lnTo>
                    <a:pt x="222" y="18"/>
                  </a:lnTo>
                  <a:lnTo>
                    <a:pt x="210" y="0"/>
                  </a:lnTo>
                  <a:lnTo>
                    <a:pt x="192" y="18"/>
                  </a:lnTo>
                  <a:lnTo>
                    <a:pt x="186" y="54"/>
                  </a:lnTo>
                  <a:lnTo>
                    <a:pt x="192" y="60"/>
                  </a:lnTo>
                  <a:lnTo>
                    <a:pt x="192" y="90"/>
                  </a:lnTo>
                  <a:lnTo>
                    <a:pt x="186" y="108"/>
                  </a:lnTo>
                  <a:lnTo>
                    <a:pt x="186" y="114"/>
                  </a:lnTo>
                  <a:lnTo>
                    <a:pt x="84" y="114"/>
                  </a:lnTo>
                  <a:lnTo>
                    <a:pt x="84" y="108"/>
                  </a:lnTo>
                  <a:lnTo>
                    <a:pt x="72" y="108"/>
                  </a:lnTo>
                  <a:lnTo>
                    <a:pt x="60" y="120"/>
                  </a:lnTo>
                  <a:lnTo>
                    <a:pt x="60" y="126"/>
                  </a:lnTo>
                  <a:lnTo>
                    <a:pt x="66" y="132"/>
                  </a:lnTo>
                  <a:lnTo>
                    <a:pt x="66" y="144"/>
                  </a:lnTo>
                  <a:lnTo>
                    <a:pt x="72" y="150"/>
                  </a:lnTo>
                  <a:lnTo>
                    <a:pt x="72" y="162"/>
                  </a:lnTo>
                  <a:lnTo>
                    <a:pt x="48" y="162"/>
                  </a:lnTo>
                  <a:lnTo>
                    <a:pt x="48" y="210"/>
                  </a:lnTo>
                  <a:lnTo>
                    <a:pt x="42" y="228"/>
                  </a:lnTo>
                  <a:lnTo>
                    <a:pt x="36" y="240"/>
                  </a:lnTo>
                  <a:lnTo>
                    <a:pt x="30" y="246"/>
                  </a:lnTo>
                  <a:lnTo>
                    <a:pt x="18" y="252"/>
                  </a:lnTo>
                  <a:lnTo>
                    <a:pt x="0" y="252"/>
                  </a:lnTo>
                  <a:lnTo>
                    <a:pt x="30" y="306"/>
                  </a:lnTo>
                  <a:lnTo>
                    <a:pt x="42" y="294"/>
                  </a:lnTo>
                  <a:lnTo>
                    <a:pt x="54" y="312"/>
                  </a:lnTo>
                  <a:lnTo>
                    <a:pt x="48" y="318"/>
                  </a:lnTo>
                  <a:lnTo>
                    <a:pt x="48" y="330"/>
                  </a:lnTo>
                  <a:lnTo>
                    <a:pt x="42" y="336"/>
                  </a:lnTo>
                  <a:lnTo>
                    <a:pt x="42" y="342"/>
                  </a:lnTo>
                  <a:lnTo>
                    <a:pt x="48" y="348"/>
                  </a:lnTo>
                  <a:lnTo>
                    <a:pt x="66" y="348"/>
                  </a:lnTo>
                  <a:lnTo>
                    <a:pt x="72" y="390"/>
                  </a:lnTo>
                  <a:lnTo>
                    <a:pt x="102" y="396"/>
                  </a:lnTo>
                  <a:lnTo>
                    <a:pt x="96" y="408"/>
                  </a:lnTo>
                  <a:lnTo>
                    <a:pt x="144" y="462"/>
                  </a:lnTo>
                  <a:lnTo>
                    <a:pt x="138" y="468"/>
                  </a:lnTo>
                  <a:lnTo>
                    <a:pt x="174" y="510"/>
                  </a:lnTo>
                  <a:lnTo>
                    <a:pt x="180" y="492"/>
                  </a:lnTo>
                  <a:lnTo>
                    <a:pt x="204" y="480"/>
                  </a:lnTo>
                  <a:lnTo>
                    <a:pt x="222" y="498"/>
                  </a:lnTo>
                  <a:lnTo>
                    <a:pt x="228" y="492"/>
                  </a:lnTo>
                  <a:lnTo>
                    <a:pt x="228" y="456"/>
                  </a:lnTo>
                  <a:lnTo>
                    <a:pt x="210" y="444"/>
                  </a:lnTo>
                  <a:lnTo>
                    <a:pt x="228" y="432"/>
                  </a:lnTo>
                  <a:lnTo>
                    <a:pt x="198" y="414"/>
                  </a:lnTo>
                  <a:lnTo>
                    <a:pt x="210" y="414"/>
                  </a:lnTo>
                  <a:lnTo>
                    <a:pt x="210" y="402"/>
                  </a:lnTo>
                  <a:lnTo>
                    <a:pt x="204" y="396"/>
                  </a:lnTo>
                  <a:lnTo>
                    <a:pt x="204" y="378"/>
                  </a:lnTo>
                  <a:lnTo>
                    <a:pt x="210" y="378"/>
                  </a:lnTo>
                  <a:lnTo>
                    <a:pt x="216" y="384"/>
                  </a:lnTo>
                  <a:lnTo>
                    <a:pt x="228" y="384"/>
                  </a:lnTo>
                  <a:lnTo>
                    <a:pt x="240" y="390"/>
                  </a:lnTo>
                  <a:lnTo>
                    <a:pt x="258" y="390"/>
                  </a:lnTo>
                  <a:lnTo>
                    <a:pt x="264" y="384"/>
                  </a:lnTo>
                  <a:lnTo>
                    <a:pt x="270" y="372"/>
                  </a:lnTo>
                  <a:lnTo>
                    <a:pt x="282" y="366"/>
                  </a:lnTo>
                  <a:lnTo>
                    <a:pt x="264" y="348"/>
                  </a:lnTo>
                  <a:lnTo>
                    <a:pt x="264" y="342"/>
                  </a:lnTo>
                  <a:lnTo>
                    <a:pt x="294" y="342"/>
                  </a:lnTo>
                  <a:lnTo>
                    <a:pt x="312" y="384"/>
                  </a:lnTo>
                  <a:lnTo>
                    <a:pt x="342" y="384"/>
                  </a:lnTo>
                  <a:lnTo>
                    <a:pt x="348" y="378"/>
                  </a:lnTo>
                  <a:lnTo>
                    <a:pt x="354" y="366"/>
                  </a:lnTo>
                  <a:lnTo>
                    <a:pt x="360" y="360"/>
                  </a:lnTo>
                  <a:lnTo>
                    <a:pt x="366" y="360"/>
                  </a:lnTo>
                  <a:lnTo>
                    <a:pt x="366" y="390"/>
                  </a:lnTo>
                  <a:lnTo>
                    <a:pt x="372" y="396"/>
                  </a:lnTo>
                  <a:lnTo>
                    <a:pt x="384" y="396"/>
                  </a:lnTo>
                  <a:lnTo>
                    <a:pt x="390" y="390"/>
                  </a:lnTo>
                  <a:lnTo>
                    <a:pt x="396" y="378"/>
                  </a:lnTo>
                  <a:lnTo>
                    <a:pt x="396" y="354"/>
                  </a:lnTo>
                  <a:lnTo>
                    <a:pt x="408" y="348"/>
                  </a:lnTo>
                  <a:lnTo>
                    <a:pt x="414" y="342"/>
                  </a:lnTo>
                  <a:lnTo>
                    <a:pt x="408" y="318"/>
                  </a:lnTo>
                  <a:lnTo>
                    <a:pt x="414" y="306"/>
                  </a:lnTo>
                  <a:lnTo>
                    <a:pt x="414" y="258"/>
                  </a:lnTo>
                  <a:lnTo>
                    <a:pt x="420" y="252"/>
                  </a:lnTo>
                  <a:lnTo>
                    <a:pt x="420" y="24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14" name="France" descr="© INSCALE GmbH, 05.05.2010&#10;http://www.presentationload.com/">
              <a:extLst>
                <a:ext uri="{FF2B5EF4-FFF2-40B4-BE49-F238E27FC236}">
                  <a16:creationId xmlns:a16="http://schemas.microsoft.com/office/drawing/2014/main" id="{E0AE4884-32F9-43AB-A280-38D8D31A0304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3658319" y="1652060"/>
              <a:ext cx="301133" cy="258173"/>
            </a:xfrm>
            <a:custGeom>
              <a:avLst/>
              <a:gdLst>
                <a:gd name="T0" fmla="*/ 2147483647 w 230"/>
                <a:gd name="T1" fmla="*/ 2147483647 h 198"/>
                <a:gd name="T2" fmla="*/ 2147483647 w 230"/>
                <a:gd name="T3" fmla="*/ 2147483647 h 198"/>
                <a:gd name="T4" fmla="*/ 2147483647 w 230"/>
                <a:gd name="T5" fmla="*/ 2147483647 h 198"/>
                <a:gd name="T6" fmla="*/ 2147483647 w 230"/>
                <a:gd name="T7" fmla="*/ 2147483647 h 198"/>
                <a:gd name="T8" fmla="*/ 2147483647 w 230"/>
                <a:gd name="T9" fmla="*/ 2147483647 h 198"/>
                <a:gd name="T10" fmla="*/ 2147483647 w 230"/>
                <a:gd name="T11" fmla="*/ 2147483647 h 198"/>
                <a:gd name="T12" fmla="*/ 2147483647 w 230"/>
                <a:gd name="T13" fmla="*/ 2147483647 h 198"/>
                <a:gd name="T14" fmla="*/ 2147483647 w 230"/>
                <a:gd name="T15" fmla="*/ 2147483647 h 198"/>
                <a:gd name="T16" fmla="*/ 2147483647 w 230"/>
                <a:gd name="T17" fmla="*/ 2147483647 h 198"/>
                <a:gd name="T18" fmla="*/ 2147483647 w 230"/>
                <a:gd name="T19" fmla="*/ 2147483647 h 198"/>
                <a:gd name="T20" fmla="*/ 2147483647 w 230"/>
                <a:gd name="T21" fmla="*/ 2147483647 h 198"/>
                <a:gd name="T22" fmla="*/ 2147483647 w 230"/>
                <a:gd name="T23" fmla="*/ 2147483647 h 198"/>
                <a:gd name="T24" fmla="*/ 2147483647 w 230"/>
                <a:gd name="T25" fmla="*/ 2147483647 h 198"/>
                <a:gd name="T26" fmla="*/ 2147483647 w 230"/>
                <a:gd name="T27" fmla="*/ 2147483647 h 198"/>
                <a:gd name="T28" fmla="*/ 2147483647 w 230"/>
                <a:gd name="T29" fmla="*/ 2147483647 h 198"/>
                <a:gd name="T30" fmla="*/ 2147483647 w 230"/>
                <a:gd name="T31" fmla="*/ 2147483647 h 198"/>
                <a:gd name="T32" fmla="*/ 2147483647 w 230"/>
                <a:gd name="T33" fmla="*/ 2147483647 h 198"/>
                <a:gd name="T34" fmla="*/ 2147483647 w 230"/>
                <a:gd name="T35" fmla="*/ 2147483647 h 198"/>
                <a:gd name="T36" fmla="*/ 2147483647 w 230"/>
                <a:gd name="T37" fmla="*/ 2147483647 h 198"/>
                <a:gd name="T38" fmla="*/ 2147483647 w 230"/>
                <a:gd name="T39" fmla="*/ 2147483647 h 198"/>
                <a:gd name="T40" fmla="*/ 2147483647 w 230"/>
                <a:gd name="T41" fmla="*/ 2147483647 h 198"/>
                <a:gd name="T42" fmla="*/ 2147483647 w 230"/>
                <a:gd name="T43" fmla="*/ 2147483647 h 198"/>
                <a:gd name="T44" fmla="*/ 2147483647 w 230"/>
                <a:gd name="T45" fmla="*/ 2147483647 h 198"/>
                <a:gd name="T46" fmla="*/ 2147483647 w 230"/>
                <a:gd name="T47" fmla="*/ 2147483647 h 198"/>
                <a:gd name="T48" fmla="*/ 2147483647 w 230"/>
                <a:gd name="T49" fmla="*/ 2147483647 h 198"/>
                <a:gd name="T50" fmla="*/ 2147483647 w 230"/>
                <a:gd name="T51" fmla="*/ 2147483647 h 198"/>
                <a:gd name="T52" fmla="*/ 2147483647 w 230"/>
                <a:gd name="T53" fmla="*/ 2147483647 h 198"/>
                <a:gd name="T54" fmla="*/ 2147483647 w 230"/>
                <a:gd name="T55" fmla="*/ 2147483647 h 198"/>
                <a:gd name="T56" fmla="*/ 2147483647 w 230"/>
                <a:gd name="T57" fmla="*/ 2147483647 h 198"/>
                <a:gd name="T58" fmla="*/ 2147483647 w 230"/>
                <a:gd name="T59" fmla="*/ 2147483647 h 198"/>
                <a:gd name="T60" fmla="*/ 2147483647 w 230"/>
                <a:gd name="T61" fmla="*/ 2147483647 h 198"/>
                <a:gd name="T62" fmla="*/ 2147483647 w 230"/>
                <a:gd name="T63" fmla="*/ 2147483647 h 198"/>
                <a:gd name="T64" fmla="*/ 2147483647 w 230"/>
                <a:gd name="T65" fmla="*/ 2147483647 h 198"/>
                <a:gd name="T66" fmla="*/ 2147483647 w 230"/>
                <a:gd name="T67" fmla="*/ 2147483647 h 198"/>
                <a:gd name="T68" fmla="*/ 2147483647 w 230"/>
                <a:gd name="T69" fmla="*/ 2147483647 h 198"/>
                <a:gd name="T70" fmla="*/ 2147483647 w 230"/>
                <a:gd name="T71" fmla="*/ 2147483647 h 198"/>
                <a:gd name="T72" fmla="*/ 2147483647 w 230"/>
                <a:gd name="T73" fmla="*/ 2147483647 h 198"/>
                <a:gd name="T74" fmla="*/ 2147483647 w 230"/>
                <a:gd name="T75" fmla="*/ 2147483647 h 198"/>
                <a:gd name="T76" fmla="*/ 2147483647 w 230"/>
                <a:gd name="T77" fmla="*/ 2147483647 h 198"/>
                <a:gd name="T78" fmla="*/ 2147483647 w 230"/>
                <a:gd name="T79" fmla="*/ 2147483647 h 198"/>
                <a:gd name="T80" fmla="*/ 2147483647 w 230"/>
                <a:gd name="T81" fmla="*/ 2147483647 h 198"/>
                <a:gd name="T82" fmla="*/ 2147483647 w 230"/>
                <a:gd name="T83" fmla="*/ 2147483647 h 198"/>
                <a:gd name="T84" fmla="*/ 2147483647 w 230"/>
                <a:gd name="T85" fmla="*/ 2147483647 h 198"/>
                <a:gd name="T86" fmla="*/ 2147483647 w 230"/>
                <a:gd name="T87" fmla="*/ 2147483647 h 198"/>
                <a:gd name="T88" fmla="*/ 2147483647 w 230"/>
                <a:gd name="T89" fmla="*/ 2147483647 h 198"/>
                <a:gd name="T90" fmla="*/ 2147483647 w 230"/>
                <a:gd name="T91" fmla="*/ 2147483647 h 198"/>
                <a:gd name="T92" fmla="*/ 2147483647 w 230"/>
                <a:gd name="T93" fmla="*/ 2147483647 h 198"/>
                <a:gd name="T94" fmla="*/ 2147483647 w 230"/>
                <a:gd name="T95" fmla="*/ 2147483647 h 198"/>
                <a:gd name="T96" fmla="*/ 2147483647 w 230"/>
                <a:gd name="T97" fmla="*/ 2147483647 h 198"/>
                <a:gd name="T98" fmla="*/ 2147483647 w 230"/>
                <a:gd name="T99" fmla="*/ 2147483647 h 198"/>
                <a:gd name="T100" fmla="*/ 2147483647 w 230"/>
                <a:gd name="T101" fmla="*/ 2147483647 h 198"/>
                <a:gd name="T102" fmla="*/ 2147483647 w 230"/>
                <a:gd name="T103" fmla="*/ 2147483647 h 198"/>
                <a:gd name="T104" fmla="*/ 2147483647 w 230"/>
                <a:gd name="T105" fmla="*/ 2147483647 h 198"/>
                <a:gd name="T106" fmla="*/ 2147483647 w 230"/>
                <a:gd name="T107" fmla="*/ 2147483647 h 198"/>
                <a:gd name="T108" fmla="*/ 2147483647 w 230"/>
                <a:gd name="T109" fmla="*/ 2147483647 h 198"/>
                <a:gd name="T110" fmla="*/ 2147483647 w 230"/>
                <a:gd name="T111" fmla="*/ 2147483647 h 198"/>
                <a:gd name="T112" fmla="*/ 2147483647 w 230"/>
                <a:gd name="T113" fmla="*/ 2147483647 h 198"/>
                <a:gd name="T114" fmla="*/ 2147483647 w 230"/>
                <a:gd name="T115" fmla="*/ 2147483647 h 198"/>
                <a:gd name="T116" fmla="*/ 2147483647 w 230"/>
                <a:gd name="T117" fmla="*/ 2147483647 h 198"/>
                <a:gd name="T118" fmla="*/ 2147483647 w 230"/>
                <a:gd name="T119" fmla="*/ 2147483647 h 198"/>
                <a:gd name="T120" fmla="*/ 2147483647 w 230"/>
                <a:gd name="T121" fmla="*/ 2147483647 h 19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0"/>
                <a:gd name="T184" fmla="*/ 0 h 198"/>
                <a:gd name="T185" fmla="*/ 230 w 230"/>
                <a:gd name="T186" fmla="*/ 198 h 19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0" h="198">
                  <a:moveTo>
                    <a:pt x="230" y="172"/>
                  </a:moveTo>
                  <a:lnTo>
                    <a:pt x="230" y="172"/>
                  </a:lnTo>
                  <a:lnTo>
                    <a:pt x="230" y="166"/>
                  </a:lnTo>
                  <a:lnTo>
                    <a:pt x="228" y="166"/>
                  </a:lnTo>
                  <a:lnTo>
                    <a:pt x="224" y="168"/>
                  </a:lnTo>
                  <a:lnTo>
                    <a:pt x="224" y="170"/>
                  </a:lnTo>
                  <a:lnTo>
                    <a:pt x="220" y="172"/>
                  </a:lnTo>
                  <a:lnTo>
                    <a:pt x="218" y="174"/>
                  </a:lnTo>
                  <a:lnTo>
                    <a:pt x="216" y="178"/>
                  </a:lnTo>
                  <a:lnTo>
                    <a:pt x="216" y="182"/>
                  </a:lnTo>
                  <a:lnTo>
                    <a:pt x="218" y="186"/>
                  </a:lnTo>
                  <a:lnTo>
                    <a:pt x="218" y="190"/>
                  </a:lnTo>
                  <a:lnTo>
                    <a:pt x="218" y="192"/>
                  </a:lnTo>
                  <a:lnTo>
                    <a:pt x="218" y="194"/>
                  </a:lnTo>
                  <a:lnTo>
                    <a:pt x="222" y="196"/>
                  </a:lnTo>
                  <a:lnTo>
                    <a:pt x="224" y="198"/>
                  </a:lnTo>
                  <a:lnTo>
                    <a:pt x="230" y="192"/>
                  </a:lnTo>
                  <a:lnTo>
                    <a:pt x="230" y="186"/>
                  </a:lnTo>
                  <a:lnTo>
                    <a:pt x="228" y="186"/>
                  </a:lnTo>
                  <a:lnTo>
                    <a:pt x="230" y="184"/>
                  </a:lnTo>
                  <a:lnTo>
                    <a:pt x="230" y="172"/>
                  </a:lnTo>
                  <a:close/>
                  <a:moveTo>
                    <a:pt x="198" y="40"/>
                  </a:moveTo>
                  <a:lnTo>
                    <a:pt x="198" y="40"/>
                  </a:lnTo>
                  <a:lnTo>
                    <a:pt x="196" y="40"/>
                  </a:lnTo>
                  <a:lnTo>
                    <a:pt x="192" y="40"/>
                  </a:lnTo>
                  <a:lnTo>
                    <a:pt x="190" y="40"/>
                  </a:lnTo>
                  <a:lnTo>
                    <a:pt x="184" y="40"/>
                  </a:lnTo>
                  <a:lnTo>
                    <a:pt x="184" y="34"/>
                  </a:lnTo>
                  <a:lnTo>
                    <a:pt x="182" y="34"/>
                  </a:lnTo>
                  <a:lnTo>
                    <a:pt x="182" y="32"/>
                  </a:lnTo>
                  <a:lnTo>
                    <a:pt x="178" y="30"/>
                  </a:lnTo>
                  <a:lnTo>
                    <a:pt x="174" y="34"/>
                  </a:lnTo>
                  <a:lnTo>
                    <a:pt x="172" y="32"/>
                  </a:lnTo>
                  <a:lnTo>
                    <a:pt x="166" y="32"/>
                  </a:lnTo>
                  <a:lnTo>
                    <a:pt x="164" y="28"/>
                  </a:lnTo>
                  <a:lnTo>
                    <a:pt x="162" y="28"/>
                  </a:lnTo>
                  <a:lnTo>
                    <a:pt x="158" y="28"/>
                  </a:lnTo>
                  <a:lnTo>
                    <a:pt x="156" y="28"/>
                  </a:lnTo>
                  <a:lnTo>
                    <a:pt x="156" y="22"/>
                  </a:lnTo>
                  <a:lnTo>
                    <a:pt x="152" y="24"/>
                  </a:lnTo>
                  <a:lnTo>
                    <a:pt x="146" y="24"/>
                  </a:lnTo>
                  <a:lnTo>
                    <a:pt x="146" y="18"/>
                  </a:lnTo>
                  <a:lnTo>
                    <a:pt x="144" y="16"/>
                  </a:lnTo>
                  <a:lnTo>
                    <a:pt x="142" y="14"/>
                  </a:lnTo>
                  <a:lnTo>
                    <a:pt x="136" y="14"/>
                  </a:lnTo>
                  <a:lnTo>
                    <a:pt x="132" y="12"/>
                  </a:lnTo>
                  <a:lnTo>
                    <a:pt x="126" y="10"/>
                  </a:lnTo>
                  <a:lnTo>
                    <a:pt x="126" y="6"/>
                  </a:lnTo>
                  <a:lnTo>
                    <a:pt x="126" y="0"/>
                  </a:lnTo>
                  <a:lnTo>
                    <a:pt x="118" y="0"/>
                  </a:lnTo>
                  <a:lnTo>
                    <a:pt x="114" y="2"/>
                  </a:lnTo>
                  <a:lnTo>
                    <a:pt x="112" y="2"/>
                  </a:lnTo>
                  <a:lnTo>
                    <a:pt x="110" y="4"/>
                  </a:lnTo>
                  <a:lnTo>
                    <a:pt x="104" y="4"/>
                  </a:lnTo>
                  <a:lnTo>
                    <a:pt x="104" y="6"/>
                  </a:lnTo>
                  <a:lnTo>
                    <a:pt x="104" y="8"/>
                  </a:lnTo>
                  <a:lnTo>
                    <a:pt x="104" y="12"/>
                  </a:lnTo>
                  <a:lnTo>
                    <a:pt x="106" y="14"/>
                  </a:lnTo>
                  <a:lnTo>
                    <a:pt x="106" y="20"/>
                  </a:lnTo>
                  <a:lnTo>
                    <a:pt x="104" y="22"/>
                  </a:lnTo>
                  <a:lnTo>
                    <a:pt x="98" y="24"/>
                  </a:lnTo>
                  <a:lnTo>
                    <a:pt x="92" y="24"/>
                  </a:lnTo>
                  <a:lnTo>
                    <a:pt x="82" y="32"/>
                  </a:lnTo>
                  <a:lnTo>
                    <a:pt x="86" y="34"/>
                  </a:lnTo>
                  <a:lnTo>
                    <a:pt x="84" y="34"/>
                  </a:lnTo>
                  <a:lnTo>
                    <a:pt x="82" y="34"/>
                  </a:lnTo>
                  <a:lnTo>
                    <a:pt x="76" y="38"/>
                  </a:lnTo>
                  <a:lnTo>
                    <a:pt x="68" y="38"/>
                  </a:lnTo>
                  <a:lnTo>
                    <a:pt x="66" y="36"/>
                  </a:lnTo>
                  <a:lnTo>
                    <a:pt x="60" y="30"/>
                  </a:lnTo>
                  <a:lnTo>
                    <a:pt x="58" y="30"/>
                  </a:lnTo>
                  <a:lnTo>
                    <a:pt x="56" y="28"/>
                  </a:lnTo>
                  <a:lnTo>
                    <a:pt x="52" y="28"/>
                  </a:lnTo>
                  <a:lnTo>
                    <a:pt x="52" y="30"/>
                  </a:lnTo>
                  <a:lnTo>
                    <a:pt x="52" y="34"/>
                  </a:lnTo>
                  <a:lnTo>
                    <a:pt x="54" y="34"/>
                  </a:lnTo>
                  <a:lnTo>
                    <a:pt x="56" y="38"/>
                  </a:lnTo>
                  <a:lnTo>
                    <a:pt x="58" y="40"/>
                  </a:lnTo>
                  <a:lnTo>
                    <a:pt x="58" y="46"/>
                  </a:lnTo>
                  <a:lnTo>
                    <a:pt x="56" y="48"/>
                  </a:lnTo>
                  <a:lnTo>
                    <a:pt x="54" y="48"/>
                  </a:lnTo>
                  <a:lnTo>
                    <a:pt x="48" y="48"/>
                  </a:lnTo>
                  <a:lnTo>
                    <a:pt x="38" y="48"/>
                  </a:lnTo>
                  <a:lnTo>
                    <a:pt x="38" y="54"/>
                  </a:lnTo>
                  <a:lnTo>
                    <a:pt x="36" y="52"/>
                  </a:lnTo>
                  <a:lnTo>
                    <a:pt x="34" y="48"/>
                  </a:lnTo>
                  <a:lnTo>
                    <a:pt x="32" y="48"/>
                  </a:lnTo>
                  <a:lnTo>
                    <a:pt x="30" y="46"/>
                  </a:lnTo>
                  <a:lnTo>
                    <a:pt x="26" y="46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0" y="48"/>
                  </a:lnTo>
                  <a:lnTo>
                    <a:pt x="16" y="48"/>
                  </a:lnTo>
                  <a:lnTo>
                    <a:pt x="12" y="50"/>
                  </a:lnTo>
                  <a:lnTo>
                    <a:pt x="8" y="50"/>
                  </a:lnTo>
                  <a:lnTo>
                    <a:pt x="6" y="52"/>
                  </a:lnTo>
                  <a:lnTo>
                    <a:pt x="4" y="54"/>
                  </a:lnTo>
                  <a:lnTo>
                    <a:pt x="6" y="56"/>
                  </a:lnTo>
                  <a:lnTo>
                    <a:pt x="8" y="56"/>
                  </a:lnTo>
                  <a:lnTo>
                    <a:pt x="10" y="58"/>
                  </a:lnTo>
                  <a:lnTo>
                    <a:pt x="10" y="60"/>
                  </a:lnTo>
                  <a:lnTo>
                    <a:pt x="6" y="60"/>
                  </a:lnTo>
                  <a:lnTo>
                    <a:pt x="2" y="60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12" y="64"/>
                  </a:lnTo>
                  <a:lnTo>
                    <a:pt x="26" y="72"/>
                  </a:lnTo>
                  <a:lnTo>
                    <a:pt x="32" y="72"/>
                  </a:lnTo>
                  <a:lnTo>
                    <a:pt x="38" y="76"/>
                  </a:lnTo>
                  <a:lnTo>
                    <a:pt x="48" y="76"/>
                  </a:lnTo>
                  <a:lnTo>
                    <a:pt x="40" y="80"/>
                  </a:lnTo>
                  <a:lnTo>
                    <a:pt x="42" y="84"/>
                  </a:lnTo>
                  <a:lnTo>
                    <a:pt x="44" y="86"/>
                  </a:lnTo>
                  <a:lnTo>
                    <a:pt x="46" y="92"/>
                  </a:lnTo>
                  <a:lnTo>
                    <a:pt x="52" y="96"/>
                  </a:lnTo>
                  <a:lnTo>
                    <a:pt x="58" y="96"/>
                  </a:lnTo>
                  <a:lnTo>
                    <a:pt x="58" y="106"/>
                  </a:lnTo>
                  <a:lnTo>
                    <a:pt x="62" y="114"/>
                  </a:lnTo>
                  <a:lnTo>
                    <a:pt x="66" y="124"/>
                  </a:lnTo>
                  <a:lnTo>
                    <a:pt x="58" y="114"/>
                  </a:lnTo>
                  <a:lnTo>
                    <a:pt x="58" y="118"/>
                  </a:lnTo>
                  <a:lnTo>
                    <a:pt x="56" y="120"/>
                  </a:lnTo>
                  <a:lnTo>
                    <a:pt x="56" y="132"/>
                  </a:lnTo>
                  <a:lnTo>
                    <a:pt x="54" y="134"/>
                  </a:lnTo>
                  <a:lnTo>
                    <a:pt x="52" y="144"/>
                  </a:lnTo>
                  <a:lnTo>
                    <a:pt x="52" y="146"/>
                  </a:lnTo>
                  <a:lnTo>
                    <a:pt x="50" y="150"/>
                  </a:lnTo>
                  <a:lnTo>
                    <a:pt x="50" y="152"/>
                  </a:lnTo>
                  <a:lnTo>
                    <a:pt x="48" y="152"/>
                  </a:lnTo>
                  <a:lnTo>
                    <a:pt x="48" y="154"/>
                  </a:lnTo>
                  <a:lnTo>
                    <a:pt x="46" y="156"/>
                  </a:lnTo>
                  <a:lnTo>
                    <a:pt x="44" y="158"/>
                  </a:lnTo>
                  <a:lnTo>
                    <a:pt x="46" y="160"/>
                  </a:lnTo>
                  <a:lnTo>
                    <a:pt x="46" y="158"/>
                  </a:lnTo>
                  <a:lnTo>
                    <a:pt x="48" y="158"/>
                  </a:lnTo>
                  <a:lnTo>
                    <a:pt x="52" y="160"/>
                  </a:lnTo>
                  <a:lnTo>
                    <a:pt x="52" y="162"/>
                  </a:lnTo>
                  <a:lnTo>
                    <a:pt x="50" y="164"/>
                  </a:lnTo>
                  <a:lnTo>
                    <a:pt x="60" y="164"/>
                  </a:lnTo>
                  <a:lnTo>
                    <a:pt x="64" y="168"/>
                  </a:lnTo>
                  <a:lnTo>
                    <a:pt x="66" y="166"/>
                  </a:lnTo>
                  <a:lnTo>
                    <a:pt x="68" y="166"/>
                  </a:lnTo>
                  <a:lnTo>
                    <a:pt x="72" y="170"/>
                  </a:lnTo>
                  <a:lnTo>
                    <a:pt x="78" y="170"/>
                  </a:lnTo>
                  <a:lnTo>
                    <a:pt x="78" y="172"/>
                  </a:lnTo>
                  <a:lnTo>
                    <a:pt x="84" y="172"/>
                  </a:lnTo>
                  <a:lnTo>
                    <a:pt x="84" y="168"/>
                  </a:lnTo>
                  <a:lnTo>
                    <a:pt x="86" y="166"/>
                  </a:lnTo>
                  <a:lnTo>
                    <a:pt x="90" y="166"/>
                  </a:lnTo>
                  <a:lnTo>
                    <a:pt x="92" y="168"/>
                  </a:lnTo>
                  <a:lnTo>
                    <a:pt x="92" y="170"/>
                  </a:lnTo>
                  <a:lnTo>
                    <a:pt x="96" y="170"/>
                  </a:lnTo>
                  <a:lnTo>
                    <a:pt x="96" y="172"/>
                  </a:lnTo>
                  <a:lnTo>
                    <a:pt x="104" y="172"/>
                  </a:lnTo>
                  <a:lnTo>
                    <a:pt x="104" y="174"/>
                  </a:lnTo>
                  <a:lnTo>
                    <a:pt x="104" y="176"/>
                  </a:lnTo>
                  <a:lnTo>
                    <a:pt x="112" y="176"/>
                  </a:lnTo>
                  <a:lnTo>
                    <a:pt x="112" y="178"/>
                  </a:lnTo>
                  <a:lnTo>
                    <a:pt x="118" y="178"/>
                  </a:lnTo>
                  <a:lnTo>
                    <a:pt x="118" y="176"/>
                  </a:lnTo>
                  <a:lnTo>
                    <a:pt x="118" y="174"/>
                  </a:lnTo>
                  <a:lnTo>
                    <a:pt x="122" y="174"/>
                  </a:lnTo>
                  <a:lnTo>
                    <a:pt x="122" y="170"/>
                  </a:lnTo>
                  <a:lnTo>
                    <a:pt x="126" y="164"/>
                  </a:lnTo>
                  <a:lnTo>
                    <a:pt x="130" y="160"/>
                  </a:lnTo>
                  <a:lnTo>
                    <a:pt x="132" y="158"/>
                  </a:lnTo>
                  <a:lnTo>
                    <a:pt x="134" y="156"/>
                  </a:lnTo>
                  <a:lnTo>
                    <a:pt x="138" y="154"/>
                  </a:lnTo>
                  <a:lnTo>
                    <a:pt x="140" y="152"/>
                  </a:lnTo>
                  <a:lnTo>
                    <a:pt x="144" y="152"/>
                  </a:lnTo>
                  <a:lnTo>
                    <a:pt x="146" y="154"/>
                  </a:lnTo>
                  <a:lnTo>
                    <a:pt x="150" y="154"/>
                  </a:lnTo>
                  <a:lnTo>
                    <a:pt x="152" y="156"/>
                  </a:lnTo>
                  <a:lnTo>
                    <a:pt x="162" y="156"/>
                  </a:lnTo>
                  <a:lnTo>
                    <a:pt x="166" y="160"/>
                  </a:lnTo>
                  <a:lnTo>
                    <a:pt x="166" y="162"/>
                  </a:lnTo>
                  <a:lnTo>
                    <a:pt x="170" y="162"/>
                  </a:lnTo>
                  <a:lnTo>
                    <a:pt x="172" y="164"/>
                  </a:lnTo>
                  <a:lnTo>
                    <a:pt x="178" y="164"/>
                  </a:lnTo>
                  <a:lnTo>
                    <a:pt x="182" y="162"/>
                  </a:lnTo>
                  <a:lnTo>
                    <a:pt x="184" y="160"/>
                  </a:lnTo>
                  <a:lnTo>
                    <a:pt x="186" y="154"/>
                  </a:lnTo>
                  <a:lnTo>
                    <a:pt x="192" y="150"/>
                  </a:lnTo>
                  <a:lnTo>
                    <a:pt x="196" y="150"/>
                  </a:lnTo>
                  <a:lnTo>
                    <a:pt x="196" y="148"/>
                  </a:lnTo>
                  <a:lnTo>
                    <a:pt x="200" y="144"/>
                  </a:lnTo>
                  <a:lnTo>
                    <a:pt x="200" y="142"/>
                  </a:lnTo>
                  <a:lnTo>
                    <a:pt x="198" y="140"/>
                  </a:lnTo>
                  <a:lnTo>
                    <a:pt x="192" y="140"/>
                  </a:lnTo>
                  <a:lnTo>
                    <a:pt x="188" y="138"/>
                  </a:lnTo>
                  <a:lnTo>
                    <a:pt x="186" y="136"/>
                  </a:lnTo>
                  <a:lnTo>
                    <a:pt x="186" y="134"/>
                  </a:lnTo>
                  <a:lnTo>
                    <a:pt x="188" y="132"/>
                  </a:lnTo>
                  <a:lnTo>
                    <a:pt x="190" y="130"/>
                  </a:lnTo>
                  <a:lnTo>
                    <a:pt x="190" y="126"/>
                  </a:lnTo>
                  <a:lnTo>
                    <a:pt x="188" y="126"/>
                  </a:lnTo>
                  <a:lnTo>
                    <a:pt x="184" y="126"/>
                  </a:lnTo>
                  <a:lnTo>
                    <a:pt x="182" y="120"/>
                  </a:lnTo>
                  <a:lnTo>
                    <a:pt x="188" y="120"/>
                  </a:lnTo>
                  <a:lnTo>
                    <a:pt x="192" y="116"/>
                  </a:lnTo>
                  <a:lnTo>
                    <a:pt x="192" y="114"/>
                  </a:lnTo>
                  <a:lnTo>
                    <a:pt x="186" y="108"/>
                  </a:lnTo>
                  <a:lnTo>
                    <a:pt x="188" y="106"/>
                  </a:lnTo>
                  <a:lnTo>
                    <a:pt x="190" y="106"/>
                  </a:lnTo>
                  <a:lnTo>
                    <a:pt x="190" y="104"/>
                  </a:lnTo>
                  <a:lnTo>
                    <a:pt x="186" y="100"/>
                  </a:lnTo>
                  <a:lnTo>
                    <a:pt x="188" y="94"/>
                  </a:lnTo>
                  <a:lnTo>
                    <a:pt x="186" y="94"/>
                  </a:lnTo>
                  <a:lnTo>
                    <a:pt x="182" y="94"/>
                  </a:lnTo>
                  <a:lnTo>
                    <a:pt x="176" y="100"/>
                  </a:lnTo>
                  <a:lnTo>
                    <a:pt x="174" y="100"/>
                  </a:lnTo>
                  <a:lnTo>
                    <a:pt x="174" y="98"/>
                  </a:lnTo>
                  <a:lnTo>
                    <a:pt x="176" y="96"/>
                  </a:lnTo>
                  <a:lnTo>
                    <a:pt x="174" y="94"/>
                  </a:lnTo>
                  <a:lnTo>
                    <a:pt x="178" y="92"/>
                  </a:lnTo>
                  <a:lnTo>
                    <a:pt x="178" y="88"/>
                  </a:lnTo>
                  <a:lnTo>
                    <a:pt x="182" y="86"/>
                  </a:lnTo>
                  <a:lnTo>
                    <a:pt x="182" y="82"/>
                  </a:lnTo>
                  <a:lnTo>
                    <a:pt x="186" y="82"/>
                  </a:lnTo>
                  <a:lnTo>
                    <a:pt x="188" y="80"/>
                  </a:lnTo>
                  <a:lnTo>
                    <a:pt x="190" y="78"/>
                  </a:lnTo>
                  <a:lnTo>
                    <a:pt x="192" y="76"/>
                  </a:lnTo>
                  <a:lnTo>
                    <a:pt x="192" y="74"/>
                  </a:lnTo>
                  <a:lnTo>
                    <a:pt x="198" y="76"/>
                  </a:lnTo>
                  <a:lnTo>
                    <a:pt x="198" y="72"/>
                  </a:lnTo>
                  <a:lnTo>
                    <a:pt x="198" y="60"/>
                  </a:lnTo>
                  <a:lnTo>
                    <a:pt x="200" y="58"/>
                  </a:lnTo>
                  <a:lnTo>
                    <a:pt x="202" y="56"/>
                  </a:lnTo>
                  <a:lnTo>
                    <a:pt x="204" y="54"/>
                  </a:lnTo>
                  <a:lnTo>
                    <a:pt x="204" y="50"/>
                  </a:lnTo>
                  <a:lnTo>
                    <a:pt x="208" y="46"/>
                  </a:lnTo>
                  <a:lnTo>
                    <a:pt x="210" y="42"/>
                  </a:lnTo>
                  <a:lnTo>
                    <a:pt x="204" y="40"/>
                  </a:lnTo>
                  <a:lnTo>
                    <a:pt x="198" y="4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15" name="Finland" descr="© INSCALE GmbH, 05.05.2010&#10;http://www.presentationload.com/">
              <a:extLst>
                <a:ext uri="{FF2B5EF4-FFF2-40B4-BE49-F238E27FC236}">
                  <a16:creationId xmlns:a16="http://schemas.microsoft.com/office/drawing/2014/main" id="{6D2BDBFD-4479-4434-A9C5-0D16D905B996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152023" y="1199934"/>
              <a:ext cx="208079" cy="235053"/>
            </a:xfrm>
            <a:custGeom>
              <a:avLst/>
              <a:gdLst>
                <a:gd name="T0" fmla="*/ 2147483647 w 630"/>
                <a:gd name="T1" fmla="*/ 2147483647 h 714"/>
                <a:gd name="T2" fmla="*/ 2147483647 w 630"/>
                <a:gd name="T3" fmla="*/ 2147483647 h 714"/>
                <a:gd name="T4" fmla="*/ 2147483647 w 630"/>
                <a:gd name="T5" fmla="*/ 2147483647 h 714"/>
                <a:gd name="T6" fmla="*/ 2147483647 w 630"/>
                <a:gd name="T7" fmla="*/ 2147483647 h 714"/>
                <a:gd name="T8" fmla="*/ 2147483647 w 630"/>
                <a:gd name="T9" fmla="*/ 2147483647 h 714"/>
                <a:gd name="T10" fmla="*/ 2147483647 w 630"/>
                <a:gd name="T11" fmla="*/ 2147483647 h 714"/>
                <a:gd name="T12" fmla="*/ 2147483647 w 630"/>
                <a:gd name="T13" fmla="*/ 2147483647 h 714"/>
                <a:gd name="T14" fmla="*/ 2147483647 w 630"/>
                <a:gd name="T15" fmla="*/ 2147483647 h 714"/>
                <a:gd name="T16" fmla="*/ 2147483647 w 630"/>
                <a:gd name="T17" fmla="*/ 2147483647 h 714"/>
                <a:gd name="T18" fmla="*/ 2147483647 w 630"/>
                <a:gd name="T19" fmla="*/ 2147483647 h 714"/>
                <a:gd name="T20" fmla="*/ 2147483647 w 630"/>
                <a:gd name="T21" fmla="*/ 2147483647 h 714"/>
                <a:gd name="T22" fmla="*/ 2147483647 w 630"/>
                <a:gd name="T23" fmla="*/ 2147483647 h 714"/>
                <a:gd name="T24" fmla="*/ 2147483647 w 630"/>
                <a:gd name="T25" fmla="*/ 2147483647 h 714"/>
                <a:gd name="T26" fmla="*/ 2147483647 w 630"/>
                <a:gd name="T27" fmla="*/ 2147483647 h 714"/>
                <a:gd name="T28" fmla="*/ 2147483647 w 630"/>
                <a:gd name="T29" fmla="*/ 2147483647 h 714"/>
                <a:gd name="T30" fmla="*/ 2147483647 w 630"/>
                <a:gd name="T31" fmla="*/ 2147483647 h 714"/>
                <a:gd name="T32" fmla="*/ 2147483647 w 630"/>
                <a:gd name="T33" fmla="*/ 2147483647 h 714"/>
                <a:gd name="T34" fmla="*/ 2147483647 w 630"/>
                <a:gd name="T35" fmla="*/ 2147483647 h 714"/>
                <a:gd name="T36" fmla="*/ 2147483647 w 630"/>
                <a:gd name="T37" fmla="*/ 2147483647 h 714"/>
                <a:gd name="T38" fmla="*/ 2147483647 w 630"/>
                <a:gd name="T39" fmla="*/ 2147483647 h 714"/>
                <a:gd name="T40" fmla="*/ 2147483647 w 630"/>
                <a:gd name="T41" fmla="*/ 2147483647 h 714"/>
                <a:gd name="T42" fmla="*/ 2147483647 w 630"/>
                <a:gd name="T43" fmla="*/ 2147483647 h 714"/>
                <a:gd name="T44" fmla="*/ 2147483647 w 630"/>
                <a:gd name="T45" fmla="*/ 2147483647 h 714"/>
                <a:gd name="T46" fmla="*/ 2147483647 w 630"/>
                <a:gd name="T47" fmla="*/ 2147483647 h 714"/>
                <a:gd name="T48" fmla="*/ 2147483647 w 630"/>
                <a:gd name="T49" fmla="*/ 2147483647 h 714"/>
                <a:gd name="T50" fmla="*/ 2147483647 w 630"/>
                <a:gd name="T51" fmla="*/ 2147483647 h 714"/>
                <a:gd name="T52" fmla="*/ 2147483647 w 630"/>
                <a:gd name="T53" fmla="*/ 2147483647 h 714"/>
                <a:gd name="T54" fmla="*/ 2147483647 w 630"/>
                <a:gd name="T55" fmla="*/ 2147483647 h 714"/>
                <a:gd name="T56" fmla="*/ 2147483647 w 630"/>
                <a:gd name="T57" fmla="*/ 2147483647 h 714"/>
                <a:gd name="T58" fmla="*/ 2147483647 w 630"/>
                <a:gd name="T59" fmla="*/ 2147483647 h 714"/>
                <a:gd name="T60" fmla="*/ 2147483647 w 630"/>
                <a:gd name="T61" fmla="*/ 2147483647 h 714"/>
                <a:gd name="T62" fmla="*/ 2147483647 w 630"/>
                <a:gd name="T63" fmla="*/ 2147483647 h 714"/>
                <a:gd name="T64" fmla="*/ 2147483647 w 630"/>
                <a:gd name="T65" fmla="*/ 2147483647 h 714"/>
                <a:gd name="T66" fmla="*/ 2147483647 w 630"/>
                <a:gd name="T67" fmla="*/ 2147483647 h 714"/>
                <a:gd name="T68" fmla="*/ 2147483647 w 630"/>
                <a:gd name="T69" fmla="*/ 2147483647 h 714"/>
                <a:gd name="T70" fmla="*/ 2147483647 w 630"/>
                <a:gd name="T71" fmla="*/ 2147483647 h 714"/>
                <a:gd name="T72" fmla="*/ 2147483647 w 630"/>
                <a:gd name="T73" fmla="*/ 2147483647 h 714"/>
                <a:gd name="T74" fmla="*/ 2147483647 w 630"/>
                <a:gd name="T75" fmla="*/ 2147483647 h 714"/>
                <a:gd name="T76" fmla="*/ 2147483647 w 630"/>
                <a:gd name="T77" fmla="*/ 2147483647 h 714"/>
                <a:gd name="T78" fmla="*/ 2147483647 w 630"/>
                <a:gd name="T79" fmla="*/ 2147483647 h 714"/>
                <a:gd name="T80" fmla="*/ 2147483647 w 630"/>
                <a:gd name="T81" fmla="*/ 2147483647 h 714"/>
                <a:gd name="T82" fmla="*/ 2147483647 w 630"/>
                <a:gd name="T83" fmla="*/ 2147483647 h 714"/>
                <a:gd name="T84" fmla="*/ 2147483647 w 630"/>
                <a:gd name="T85" fmla="*/ 2147483647 h 714"/>
                <a:gd name="T86" fmla="*/ 2147483647 w 630"/>
                <a:gd name="T87" fmla="*/ 2147483647 h 714"/>
                <a:gd name="T88" fmla="*/ 2147483647 w 630"/>
                <a:gd name="T89" fmla="*/ 2147483647 h 714"/>
                <a:gd name="T90" fmla="*/ 2147483647 w 630"/>
                <a:gd name="T91" fmla="*/ 2147483647 h 714"/>
                <a:gd name="T92" fmla="*/ 2147483647 w 630"/>
                <a:gd name="T93" fmla="*/ 2147483647 h 714"/>
                <a:gd name="T94" fmla="*/ 2147483647 w 630"/>
                <a:gd name="T95" fmla="*/ 2147483647 h 714"/>
                <a:gd name="T96" fmla="*/ 2147483647 w 630"/>
                <a:gd name="T97" fmla="*/ 2147483647 h 714"/>
                <a:gd name="T98" fmla="*/ 2147483647 w 630"/>
                <a:gd name="T99" fmla="*/ 2147483647 h 714"/>
                <a:gd name="T100" fmla="*/ 2147483647 w 630"/>
                <a:gd name="T101" fmla="*/ 2147483647 h 714"/>
                <a:gd name="T102" fmla="*/ 2147483647 w 630"/>
                <a:gd name="T103" fmla="*/ 2147483647 h 714"/>
                <a:gd name="T104" fmla="*/ 2147483647 w 630"/>
                <a:gd name="T105" fmla="*/ 2147483647 h 714"/>
                <a:gd name="T106" fmla="*/ 2147483647 w 630"/>
                <a:gd name="T107" fmla="*/ 0 h 714"/>
                <a:gd name="T108" fmla="*/ 2147483647 w 630"/>
                <a:gd name="T109" fmla="*/ 2147483647 h 714"/>
                <a:gd name="T110" fmla="*/ 2147483647 w 630"/>
                <a:gd name="T111" fmla="*/ 2147483647 h 714"/>
                <a:gd name="T112" fmla="*/ 2147483647 w 630"/>
                <a:gd name="T113" fmla="*/ 2147483647 h 714"/>
                <a:gd name="T114" fmla="*/ 2147483647 w 630"/>
                <a:gd name="T115" fmla="*/ 2147483647 h 714"/>
                <a:gd name="T116" fmla="*/ 2147483647 w 630"/>
                <a:gd name="T117" fmla="*/ 2147483647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30"/>
                <a:gd name="T178" fmla="*/ 0 h 714"/>
                <a:gd name="T179" fmla="*/ 630 w 630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30" h="714">
                  <a:moveTo>
                    <a:pt x="162" y="84"/>
                  </a:moveTo>
                  <a:lnTo>
                    <a:pt x="156" y="90"/>
                  </a:lnTo>
                  <a:lnTo>
                    <a:pt x="144" y="96"/>
                  </a:lnTo>
                  <a:lnTo>
                    <a:pt x="132" y="96"/>
                  </a:lnTo>
                  <a:lnTo>
                    <a:pt x="126" y="90"/>
                  </a:lnTo>
                  <a:lnTo>
                    <a:pt x="108" y="90"/>
                  </a:lnTo>
                  <a:lnTo>
                    <a:pt x="96" y="84"/>
                  </a:lnTo>
                  <a:lnTo>
                    <a:pt x="84" y="84"/>
                  </a:lnTo>
                  <a:lnTo>
                    <a:pt x="72" y="72"/>
                  </a:lnTo>
                  <a:lnTo>
                    <a:pt x="60" y="66"/>
                  </a:lnTo>
                  <a:lnTo>
                    <a:pt x="54" y="54"/>
                  </a:lnTo>
                  <a:lnTo>
                    <a:pt x="48" y="48"/>
                  </a:lnTo>
                  <a:lnTo>
                    <a:pt x="30" y="48"/>
                  </a:lnTo>
                  <a:lnTo>
                    <a:pt x="24" y="54"/>
                  </a:lnTo>
                  <a:lnTo>
                    <a:pt x="24" y="66"/>
                  </a:lnTo>
                  <a:lnTo>
                    <a:pt x="6" y="60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8" y="78"/>
                  </a:lnTo>
                  <a:lnTo>
                    <a:pt x="24" y="84"/>
                  </a:lnTo>
                  <a:lnTo>
                    <a:pt x="36" y="90"/>
                  </a:lnTo>
                  <a:lnTo>
                    <a:pt x="48" y="90"/>
                  </a:lnTo>
                  <a:lnTo>
                    <a:pt x="54" y="96"/>
                  </a:lnTo>
                  <a:lnTo>
                    <a:pt x="60" y="96"/>
                  </a:lnTo>
                  <a:lnTo>
                    <a:pt x="72" y="108"/>
                  </a:lnTo>
                  <a:lnTo>
                    <a:pt x="108" y="108"/>
                  </a:lnTo>
                  <a:lnTo>
                    <a:pt x="138" y="126"/>
                  </a:lnTo>
                  <a:lnTo>
                    <a:pt x="150" y="126"/>
                  </a:lnTo>
                  <a:lnTo>
                    <a:pt x="156" y="132"/>
                  </a:lnTo>
                  <a:lnTo>
                    <a:pt x="162" y="132"/>
                  </a:lnTo>
                  <a:lnTo>
                    <a:pt x="162" y="156"/>
                  </a:lnTo>
                  <a:lnTo>
                    <a:pt x="156" y="162"/>
                  </a:lnTo>
                  <a:lnTo>
                    <a:pt x="156" y="168"/>
                  </a:lnTo>
                  <a:lnTo>
                    <a:pt x="168" y="174"/>
                  </a:lnTo>
                  <a:lnTo>
                    <a:pt x="162" y="198"/>
                  </a:lnTo>
                  <a:lnTo>
                    <a:pt x="186" y="210"/>
                  </a:lnTo>
                  <a:lnTo>
                    <a:pt x="180" y="222"/>
                  </a:lnTo>
                  <a:lnTo>
                    <a:pt x="174" y="228"/>
                  </a:lnTo>
                  <a:lnTo>
                    <a:pt x="168" y="240"/>
                  </a:lnTo>
                  <a:lnTo>
                    <a:pt x="168" y="246"/>
                  </a:lnTo>
                  <a:lnTo>
                    <a:pt x="180" y="258"/>
                  </a:lnTo>
                  <a:lnTo>
                    <a:pt x="192" y="264"/>
                  </a:lnTo>
                  <a:lnTo>
                    <a:pt x="198" y="270"/>
                  </a:lnTo>
                  <a:lnTo>
                    <a:pt x="210" y="306"/>
                  </a:lnTo>
                  <a:lnTo>
                    <a:pt x="222" y="294"/>
                  </a:lnTo>
                  <a:lnTo>
                    <a:pt x="228" y="294"/>
                  </a:lnTo>
                  <a:lnTo>
                    <a:pt x="234" y="300"/>
                  </a:lnTo>
                  <a:lnTo>
                    <a:pt x="246" y="300"/>
                  </a:lnTo>
                  <a:lnTo>
                    <a:pt x="270" y="324"/>
                  </a:lnTo>
                  <a:lnTo>
                    <a:pt x="270" y="336"/>
                  </a:lnTo>
                  <a:lnTo>
                    <a:pt x="276" y="348"/>
                  </a:lnTo>
                  <a:lnTo>
                    <a:pt x="276" y="354"/>
                  </a:lnTo>
                  <a:lnTo>
                    <a:pt x="264" y="348"/>
                  </a:lnTo>
                  <a:lnTo>
                    <a:pt x="246" y="348"/>
                  </a:lnTo>
                  <a:lnTo>
                    <a:pt x="240" y="354"/>
                  </a:lnTo>
                  <a:lnTo>
                    <a:pt x="234" y="366"/>
                  </a:lnTo>
                  <a:lnTo>
                    <a:pt x="228" y="372"/>
                  </a:lnTo>
                  <a:lnTo>
                    <a:pt x="222" y="384"/>
                  </a:lnTo>
                  <a:lnTo>
                    <a:pt x="216" y="390"/>
                  </a:lnTo>
                  <a:lnTo>
                    <a:pt x="180" y="420"/>
                  </a:lnTo>
                  <a:lnTo>
                    <a:pt x="144" y="432"/>
                  </a:lnTo>
                  <a:lnTo>
                    <a:pt x="138" y="438"/>
                  </a:lnTo>
                  <a:lnTo>
                    <a:pt x="126" y="444"/>
                  </a:lnTo>
                  <a:lnTo>
                    <a:pt x="120" y="456"/>
                  </a:lnTo>
                  <a:lnTo>
                    <a:pt x="120" y="462"/>
                  </a:lnTo>
                  <a:lnTo>
                    <a:pt x="108" y="474"/>
                  </a:lnTo>
                  <a:lnTo>
                    <a:pt x="90" y="474"/>
                  </a:lnTo>
                  <a:lnTo>
                    <a:pt x="66" y="504"/>
                  </a:lnTo>
                  <a:lnTo>
                    <a:pt x="66" y="534"/>
                  </a:lnTo>
                  <a:lnTo>
                    <a:pt x="72" y="540"/>
                  </a:lnTo>
                  <a:lnTo>
                    <a:pt x="72" y="570"/>
                  </a:lnTo>
                  <a:lnTo>
                    <a:pt x="96" y="588"/>
                  </a:lnTo>
                  <a:lnTo>
                    <a:pt x="96" y="594"/>
                  </a:lnTo>
                  <a:lnTo>
                    <a:pt x="90" y="600"/>
                  </a:lnTo>
                  <a:lnTo>
                    <a:pt x="90" y="612"/>
                  </a:lnTo>
                  <a:lnTo>
                    <a:pt x="84" y="630"/>
                  </a:lnTo>
                  <a:lnTo>
                    <a:pt x="84" y="648"/>
                  </a:lnTo>
                  <a:lnTo>
                    <a:pt x="90" y="654"/>
                  </a:lnTo>
                  <a:lnTo>
                    <a:pt x="96" y="666"/>
                  </a:lnTo>
                  <a:lnTo>
                    <a:pt x="108" y="678"/>
                  </a:lnTo>
                  <a:lnTo>
                    <a:pt x="132" y="690"/>
                  </a:lnTo>
                  <a:lnTo>
                    <a:pt x="174" y="690"/>
                  </a:lnTo>
                  <a:lnTo>
                    <a:pt x="174" y="696"/>
                  </a:lnTo>
                  <a:lnTo>
                    <a:pt x="168" y="702"/>
                  </a:lnTo>
                  <a:lnTo>
                    <a:pt x="168" y="708"/>
                  </a:lnTo>
                  <a:lnTo>
                    <a:pt x="174" y="714"/>
                  </a:lnTo>
                  <a:lnTo>
                    <a:pt x="240" y="714"/>
                  </a:lnTo>
                  <a:lnTo>
                    <a:pt x="252" y="708"/>
                  </a:lnTo>
                  <a:lnTo>
                    <a:pt x="270" y="708"/>
                  </a:lnTo>
                  <a:lnTo>
                    <a:pt x="300" y="696"/>
                  </a:lnTo>
                  <a:lnTo>
                    <a:pt x="336" y="696"/>
                  </a:lnTo>
                  <a:lnTo>
                    <a:pt x="384" y="672"/>
                  </a:lnTo>
                  <a:lnTo>
                    <a:pt x="462" y="672"/>
                  </a:lnTo>
                  <a:lnTo>
                    <a:pt x="456" y="660"/>
                  </a:lnTo>
                  <a:lnTo>
                    <a:pt x="516" y="630"/>
                  </a:lnTo>
                  <a:lnTo>
                    <a:pt x="576" y="570"/>
                  </a:lnTo>
                  <a:lnTo>
                    <a:pt x="582" y="570"/>
                  </a:lnTo>
                  <a:lnTo>
                    <a:pt x="618" y="534"/>
                  </a:lnTo>
                  <a:lnTo>
                    <a:pt x="624" y="522"/>
                  </a:lnTo>
                  <a:lnTo>
                    <a:pt x="630" y="516"/>
                  </a:lnTo>
                  <a:lnTo>
                    <a:pt x="630" y="504"/>
                  </a:lnTo>
                  <a:lnTo>
                    <a:pt x="624" y="492"/>
                  </a:lnTo>
                  <a:lnTo>
                    <a:pt x="618" y="486"/>
                  </a:lnTo>
                  <a:lnTo>
                    <a:pt x="612" y="474"/>
                  </a:lnTo>
                  <a:lnTo>
                    <a:pt x="540" y="438"/>
                  </a:lnTo>
                  <a:lnTo>
                    <a:pt x="546" y="438"/>
                  </a:lnTo>
                  <a:lnTo>
                    <a:pt x="570" y="414"/>
                  </a:lnTo>
                  <a:lnTo>
                    <a:pt x="570" y="408"/>
                  </a:lnTo>
                  <a:lnTo>
                    <a:pt x="564" y="402"/>
                  </a:lnTo>
                  <a:lnTo>
                    <a:pt x="552" y="396"/>
                  </a:lnTo>
                  <a:lnTo>
                    <a:pt x="528" y="390"/>
                  </a:lnTo>
                  <a:lnTo>
                    <a:pt x="534" y="378"/>
                  </a:lnTo>
                  <a:lnTo>
                    <a:pt x="540" y="372"/>
                  </a:lnTo>
                  <a:lnTo>
                    <a:pt x="540" y="366"/>
                  </a:lnTo>
                  <a:lnTo>
                    <a:pt x="534" y="360"/>
                  </a:lnTo>
                  <a:lnTo>
                    <a:pt x="528" y="360"/>
                  </a:lnTo>
                  <a:lnTo>
                    <a:pt x="522" y="354"/>
                  </a:lnTo>
                  <a:lnTo>
                    <a:pt x="510" y="354"/>
                  </a:lnTo>
                  <a:lnTo>
                    <a:pt x="510" y="342"/>
                  </a:lnTo>
                  <a:lnTo>
                    <a:pt x="498" y="330"/>
                  </a:lnTo>
                  <a:lnTo>
                    <a:pt x="504" y="300"/>
                  </a:lnTo>
                  <a:lnTo>
                    <a:pt x="510" y="300"/>
                  </a:lnTo>
                  <a:lnTo>
                    <a:pt x="522" y="306"/>
                  </a:lnTo>
                  <a:lnTo>
                    <a:pt x="534" y="306"/>
                  </a:lnTo>
                  <a:lnTo>
                    <a:pt x="540" y="300"/>
                  </a:lnTo>
                  <a:lnTo>
                    <a:pt x="540" y="294"/>
                  </a:lnTo>
                  <a:lnTo>
                    <a:pt x="534" y="288"/>
                  </a:lnTo>
                  <a:lnTo>
                    <a:pt x="522" y="282"/>
                  </a:lnTo>
                  <a:lnTo>
                    <a:pt x="498" y="258"/>
                  </a:lnTo>
                  <a:lnTo>
                    <a:pt x="486" y="252"/>
                  </a:lnTo>
                  <a:lnTo>
                    <a:pt x="480" y="240"/>
                  </a:lnTo>
                  <a:lnTo>
                    <a:pt x="468" y="234"/>
                  </a:lnTo>
                  <a:lnTo>
                    <a:pt x="450" y="216"/>
                  </a:lnTo>
                  <a:lnTo>
                    <a:pt x="456" y="210"/>
                  </a:lnTo>
                  <a:lnTo>
                    <a:pt x="468" y="204"/>
                  </a:lnTo>
                  <a:lnTo>
                    <a:pt x="474" y="204"/>
                  </a:lnTo>
                  <a:lnTo>
                    <a:pt x="474" y="192"/>
                  </a:lnTo>
                  <a:lnTo>
                    <a:pt x="480" y="192"/>
                  </a:lnTo>
                  <a:lnTo>
                    <a:pt x="492" y="186"/>
                  </a:lnTo>
                  <a:lnTo>
                    <a:pt x="498" y="186"/>
                  </a:lnTo>
                  <a:lnTo>
                    <a:pt x="498" y="174"/>
                  </a:lnTo>
                  <a:lnTo>
                    <a:pt x="450" y="126"/>
                  </a:lnTo>
                  <a:lnTo>
                    <a:pt x="432" y="126"/>
                  </a:lnTo>
                  <a:lnTo>
                    <a:pt x="426" y="132"/>
                  </a:lnTo>
                  <a:lnTo>
                    <a:pt x="420" y="132"/>
                  </a:lnTo>
                  <a:lnTo>
                    <a:pt x="414" y="126"/>
                  </a:lnTo>
                  <a:lnTo>
                    <a:pt x="414" y="120"/>
                  </a:lnTo>
                  <a:lnTo>
                    <a:pt x="408" y="108"/>
                  </a:lnTo>
                  <a:lnTo>
                    <a:pt x="408" y="96"/>
                  </a:lnTo>
                  <a:lnTo>
                    <a:pt x="426" y="96"/>
                  </a:lnTo>
                  <a:lnTo>
                    <a:pt x="426" y="90"/>
                  </a:lnTo>
                  <a:lnTo>
                    <a:pt x="414" y="78"/>
                  </a:lnTo>
                  <a:lnTo>
                    <a:pt x="420" y="54"/>
                  </a:lnTo>
                  <a:lnTo>
                    <a:pt x="426" y="54"/>
                  </a:lnTo>
                  <a:lnTo>
                    <a:pt x="426" y="60"/>
                  </a:lnTo>
                  <a:lnTo>
                    <a:pt x="432" y="60"/>
                  </a:lnTo>
                  <a:lnTo>
                    <a:pt x="432" y="42"/>
                  </a:lnTo>
                  <a:lnTo>
                    <a:pt x="426" y="30"/>
                  </a:lnTo>
                  <a:lnTo>
                    <a:pt x="414" y="18"/>
                  </a:lnTo>
                  <a:lnTo>
                    <a:pt x="408" y="18"/>
                  </a:lnTo>
                  <a:lnTo>
                    <a:pt x="372" y="12"/>
                  </a:lnTo>
                  <a:lnTo>
                    <a:pt x="372" y="0"/>
                  </a:lnTo>
                  <a:lnTo>
                    <a:pt x="336" y="0"/>
                  </a:lnTo>
                  <a:lnTo>
                    <a:pt x="324" y="6"/>
                  </a:lnTo>
                  <a:lnTo>
                    <a:pt x="294" y="6"/>
                  </a:lnTo>
                  <a:lnTo>
                    <a:pt x="282" y="12"/>
                  </a:lnTo>
                  <a:lnTo>
                    <a:pt x="276" y="12"/>
                  </a:lnTo>
                  <a:lnTo>
                    <a:pt x="264" y="18"/>
                  </a:lnTo>
                  <a:lnTo>
                    <a:pt x="264" y="30"/>
                  </a:lnTo>
                  <a:lnTo>
                    <a:pt x="258" y="36"/>
                  </a:lnTo>
                  <a:lnTo>
                    <a:pt x="258" y="72"/>
                  </a:lnTo>
                  <a:lnTo>
                    <a:pt x="234" y="72"/>
                  </a:lnTo>
                  <a:lnTo>
                    <a:pt x="234" y="78"/>
                  </a:lnTo>
                  <a:lnTo>
                    <a:pt x="228" y="84"/>
                  </a:lnTo>
                  <a:lnTo>
                    <a:pt x="228" y="96"/>
                  </a:lnTo>
                  <a:lnTo>
                    <a:pt x="210" y="96"/>
                  </a:lnTo>
                  <a:lnTo>
                    <a:pt x="204" y="90"/>
                  </a:lnTo>
                  <a:lnTo>
                    <a:pt x="192" y="84"/>
                  </a:lnTo>
                  <a:lnTo>
                    <a:pt x="162" y="8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16" name="Ethiopia" descr="© INSCALE GmbH, 05.05.2010&#10;http://www.presentationload.com/">
              <a:extLst>
                <a:ext uri="{FF2B5EF4-FFF2-40B4-BE49-F238E27FC236}">
                  <a16:creationId xmlns:a16="http://schemas.microsoft.com/office/drawing/2014/main" id="{708A0C48-B6C2-4DEC-859C-21649A25ADA0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508729" y="2607681"/>
              <a:ext cx="348952" cy="303128"/>
            </a:xfrm>
            <a:custGeom>
              <a:avLst/>
              <a:gdLst>
                <a:gd name="T0" fmla="*/ 2147483647 w 1056"/>
                <a:gd name="T1" fmla="*/ 2147483647 h 924"/>
                <a:gd name="T2" fmla="*/ 2147483647 w 1056"/>
                <a:gd name="T3" fmla="*/ 2147483647 h 924"/>
                <a:gd name="T4" fmla="*/ 2147483647 w 1056"/>
                <a:gd name="T5" fmla="*/ 2147483647 h 924"/>
                <a:gd name="T6" fmla="*/ 2147483647 w 1056"/>
                <a:gd name="T7" fmla="*/ 2147483647 h 924"/>
                <a:gd name="T8" fmla="*/ 2147483647 w 1056"/>
                <a:gd name="T9" fmla="*/ 2147483647 h 924"/>
                <a:gd name="T10" fmla="*/ 2147483647 w 1056"/>
                <a:gd name="T11" fmla="*/ 2147483647 h 924"/>
                <a:gd name="T12" fmla="*/ 2147483647 w 1056"/>
                <a:gd name="T13" fmla="*/ 2147483647 h 924"/>
                <a:gd name="T14" fmla="*/ 2147483647 w 1056"/>
                <a:gd name="T15" fmla="*/ 2147483647 h 924"/>
                <a:gd name="T16" fmla="*/ 2147483647 w 1056"/>
                <a:gd name="T17" fmla="*/ 2147483647 h 924"/>
                <a:gd name="T18" fmla="*/ 2147483647 w 1056"/>
                <a:gd name="T19" fmla="*/ 2147483647 h 924"/>
                <a:gd name="T20" fmla="*/ 2147483647 w 1056"/>
                <a:gd name="T21" fmla="*/ 2147483647 h 924"/>
                <a:gd name="T22" fmla="*/ 2147483647 w 1056"/>
                <a:gd name="T23" fmla="*/ 2147483647 h 924"/>
                <a:gd name="T24" fmla="*/ 2147483647 w 1056"/>
                <a:gd name="T25" fmla="*/ 2147483647 h 924"/>
                <a:gd name="T26" fmla="*/ 2147483647 w 1056"/>
                <a:gd name="T27" fmla="*/ 2147483647 h 924"/>
                <a:gd name="T28" fmla="*/ 2147483647 w 1056"/>
                <a:gd name="T29" fmla="*/ 2147483647 h 924"/>
                <a:gd name="T30" fmla="*/ 2147483647 w 1056"/>
                <a:gd name="T31" fmla="*/ 2147483647 h 924"/>
                <a:gd name="T32" fmla="*/ 2147483647 w 1056"/>
                <a:gd name="T33" fmla="*/ 2147483647 h 924"/>
                <a:gd name="T34" fmla="*/ 2147483647 w 1056"/>
                <a:gd name="T35" fmla="*/ 2147483647 h 924"/>
                <a:gd name="T36" fmla="*/ 2147483647 w 1056"/>
                <a:gd name="T37" fmla="*/ 2147483647 h 924"/>
                <a:gd name="T38" fmla="*/ 2147483647 w 1056"/>
                <a:gd name="T39" fmla="*/ 2147483647 h 924"/>
                <a:gd name="T40" fmla="*/ 2147483647 w 1056"/>
                <a:gd name="T41" fmla="*/ 2147483647 h 924"/>
                <a:gd name="T42" fmla="*/ 2147483647 w 1056"/>
                <a:gd name="T43" fmla="*/ 2147483647 h 924"/>
                <a:gd name="T44" fmla="*/ 2147483647 w 1056"/>
                <a:gd name="T45" fmla="*/ 2147483647 h 924"/>
                <a:gd name="T46" fmla="*/ 2147483647 w 1056"/>
                <a:gd name="T47" fmla="*/ 2147483647 h 924"/>
                <a:gd name="T48" fmla="*/ 2147483647 w 1056"/>
                <a:gd name="T49" fmla="*/ 2147483647 h 924"/>
                <a:gd name="T50" fmla="*/ 2147483647 w 1056"/>
                <a:gd name="T51" fmla="*/ 2147483647 h 924"/>
                <a:gd name="T52" fmla="*/ 2147483647 w 1056"/>
                <a:gd name="T53" fmla="*/ 2147483647 h 924"/>
                <a:gd name="T54" fmla="*/ 2147483647 w 1056"/>
                <a:gd name="T55" fmla="*/ 2147483647 h 924"/>
                <a:gd name="T56" fmla="*/ 2147483647 w 1056"/>
                <a:gd name="T57" fmla="*/ 2147483647 h 924"/>
                <a:gd name="T58" fmla="*/ 2147483647 w 1056"/>
                <a:gd name="T59" fmla="*/ 2147483647 h 924"/>
                <a:gd name="T60" fmla="*/ 2147483647 w 1056"/>
                <a:gd name="T61" fmla="*/ 2147483647 h 924"/>
                <a:gd name="T62" fmla="*/ 2147483647 w 1056"/>
                <a:gd name="T63" fmla="*/ 2147483647 h 924"/>
                <a:gd name="T64" fmla="*/ 2147483647 w 1056"/>
                <a:gd name="T65" fmla="*/ 2147483647 h 924"/>
                <a:gd name="T66" fmla="*/ 2147483647 w 1056"/>
                <a:gd name="T67" fmla="*/ 2147483647 h 924"/>
                <a:gd name="T68" fmla="*/ 2147483647 w 1056"/>
                <a:gd name="T69" fmla="*/ 2147483647 h 924"/>
                <a:gd name="T70" fmla="*/ 2147483647 w 1056"/>
                <a:gd name="T71" fmla="*/ 2147483647 h 924"/>
                <a:gd name="T72" fmla="*/ 2147483647 w 1056"/>
                <a:gd name="T73" fmla="*/ 0 h 924"/>
                <a:gd name="T74" fmla="*/ 2147483647 w 1056"/>
                <a:gd name="T75" fmla="*/ 2147483647 h 924"/>
                <a:gd name="T76" fmla="*/ 2147483647 w 1056"/>
                <a:gd name="T77" fmla="*/ 2147483647 h 924"/>
                <a:gd name="T78" fmla="*/ 2147483647 w 1056"/>
                <a:gd name="T79" fmla="*/ 2147483647 h 924"/>
                <a:gd name="T80" fmla="*/ 2147483647 w 1056"/>
                <a:gd name="T81" fmla="*/ 2147483647 h 924"/>
                <a:gd name="T82" fmla="*/ 2147483647 w 1056"/>
                <a:gd name="T83" fmla="*/ 2147483647 h 924"/>
                <a:gd name="T84" fmla="*/ 2147483647 w 1056"/>
                <a:gd name="T85" fmla="*/ 2147483647 h 924"/>
                <a:gd name="T86" fmla="*/ 2147483647 w 1056"/>
                <a:gd name="T87" fmla="*/ 2147483647 h 924"/>
                <a:gd name="T88" fmla="*/ 2147483647 w 1056"/>
                <a:gd name="T89" fmla="*/ 2147483647 h 924"/>
                <a:gd name="T90" fmla="*/ 2147483647 w 1056"/>
                <a:gd name="T91" fmla="*/ 2147483647 h 924"/>
                <a:gd name="T92" fmla="*/ 2147483647 w 1056"/>
                <a:gd name="T93" fmla="*/ 2147483647 h 924"/>
                <a:gd name="T94" fmla="*/ 2147483647 w 1056"/>
                <a:gd name="T95" fmla="*/ 2147483647 h 924"/>
                <a:gd name="T96" fmla="*/ 2147483647 w 1056"/>
                <a:gd name="T97" fmla="*/ 2147483647 h 924"/>
                <a:gd name="T98" fmla="*/ 2147483647 w 1056"/>
                <a:gd name="T99" fmla="*/ 2147483647 h 924"/>
                <a:gd name="T100" fmla="*/ 2147483647 w 1056"/>
                <a:gd name="T101" fmla="*/ 2147483647 h 924"/>
                <a:gd name="T102" fmla="*/ 2147483647 w 1056"/>
                <a:gd name="T103" fmla="*/ 2147483647 h 924"/>
                <a:gd name="T104" fmla="*/ 2147483647 w 1056"/>
                <a:gd name="T105" fmla="*/ 2147483647 h 924"/>
                <a:gd name="T106" fmla="*/ 2147483647 w 1056"/>
                <a:gd name="T107" fmla="*/ 2147483647 h 924"/>
                <a:gd name="T108" fmla="*/ 2147483647 w 1056"/>
                <a:gd name="T109" fmla="*/ 2147483647 h 924"/>
                <a:gd name="T110" fmla="*/ 2147483647 w 1056"/>
                <a:gd name="T111" fmla="*/ 2147483647 h 924"/>
                <a:gd name="T112" fmla="*/ 2147483647 w 1056"/>
                <a:gd name="T113" fmla="*/ 2147483647 h 924"/>
                <a:gd name="T114" fmla="*/ 2147483647 w 1056"/>
                <a:gd name="T115" fmla="*/ 2147483647 h 924"/>
                <a:gd name="T116" fmla="*/ 2147483647 w 1056"/>
                <a:gd name="T117" fmla="*/ 2147483647 h 9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56"/>
                <a:gd name="T178" fmla="*/ 0 h 924"/>
                <a:gd name="T179" fmla="*/ 1056 w 1056"/>
                <a:gd name="T180" fmla="*/ 924 h 9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56" h="924">
                  <a:moveTo>
                    <a:pt x="84" y="642"/>
                  </a:moveTo>
                  <a:lnTo>
                    <a:pt x="108" y="642"/>
                  </a:lnTo>
                  <a:lnTo>
                    <a:pt x="114" y="666"/>
                  </a:lnTo>
                  <a:lnTo>
                    <a:pt x="126" y="666"/>
                  </a:lnTo>
                  <a:lnTo>
                    <a:pt x="126" y="702"/>
                  </a:lnTo>
                  <a:lnTo>
                    <a:pt x="138" y="708"/>
                  </a:lnTo>
                  <a:lnTo>
                    <a:pt x="138" y="726"/>
                  </a:lnTo>
                  <a:lnTo>
                    <a:pt x="156" y="762"/>
                  </a:lnTo>
                  <a:lnTo>
                    <a:pt x="168" y="768"/>
                  </a:lnTo>
                  <a:lnTo>
                    <a:pt x="186" y="768"/>
                  </a:lnTo>
                  <a:lnTo>
                    <a:pt x="192" y="774"/>
                  </a:lnTo>
                  <a:lnTo>
                    <a:pt x="198" y="786"/>
                  </a:lnTo>
                  <a:lnTo>
                    <a:pt x="198" y="804"/>
                  </a:lnTo>
                  <a:lnTo>
                    <a:pt x="210" y="840"/>
                  </a:lnTo>
                  <a:lnTo>
                    <a:pt x="282" y="846"/>
                  </a:lnTo>
                  <a:lnTo>
                    <a:pt x="360" y="906"/>
                  </a:lnTo>
                  <a:lnTo>
                    <a:pt x="390" y="906"/>
                  </a:lnTo>
                  <a:lnTo>
                    <a:pt x="402" y="912"/>
                  </a:lnTo>
                  <a:lnTo>
                    <a:pt x="432" y="912"/>
                  </a:lnTo>
                  <a:lnTo>
                    <a:pt x="444" y="918"/>
                  </a:lnTo>
                  <a:lnTo>
                    <a:pt x="450" y="918"/>
                  </a:lnTo>
                  <a:lnTo>
                    <a:pt x="462" y="924"/>
                  </a:lnTo>
                  <a:lnTo>
                    <a:pt x="486" y="906"/>
                  </a:lnTo>
                  <a:lnTo>
                    <a:pt x="486" y="894"/>
                  </a:lnTo>
                  <a:lnTo>
                    <a:pt x="498" y="882"/>
                  </a:lnTo>
                  <a:lnTo>
                    <a:pt x="510" y="882"/>
                  </a:lnTo>
                  <a:lnTo>
                    <a:pt x="522" y="876"/>
                  </a:lnTo>
                  <a:lnTo>
                    <a:pt x="528" y="870"/>
                  </a:lnTo>
                  <a:lnTo>
                    <a:pt x="534" y="870"/>
                  </a:lnTo>
                  <a:lnTo>
                    <a:pt x="552" y="852"/>
                  </a:lnTo>
                  <a:lnTo>
                    <a:pt x="576" y="882"/>
                  </a:lnTo>
                  <a:lnTo>
                    <a:pt x="606" y="882"/>
                  </a:lnTo>
                  <a:lnTo>
                    <a:pt x="612" y="876"/>
                  </a:lnTo>
                  <a:lnTo>
                    <a:pt x="636" y="882"/>
                  </a:lnTo>
                  <a:lnTo>
                    <a:pt x="636" y="876"/>
                  </a:lnTo>
                  <a:lnTo>
                    <a:pt x="648" y="864"/>
                  </a:lnTo>
                  <a:lnTo>
                    <a:pt x="660" y="864"/>
                  </a:lnTo>
                  <a:lnTo>
                    <a:pt x="672" y="858"/>
                  </a:lnTo>
                  <a:lnTo>
                    <a:pt x="696" y="858"/>
                  </a:lnTo>
                  <a:lnTo>
                    <a:pt x="714" y="840"/>
                  </a:lnTo>
                  <a:lnTo>
                    <a:pt x="714" y="828"/>
                  </a:lnTo>
                  <a:lnTo>
                    <a:pt x="726" y="822"/>
                  </a:lnTo>
                  <a:lnTo>
                    <a:pt x="732" y="816"/>
                  </a:lnTo>
                  <a:lnTo>
                    <a:pt x="744" y="810"/>
                  </a:lnTo>
                  <a:lnTo>
                    <a:pt x="756" y="810"/>
                  </a:lnTo>
                  <a:lnTo>
                    <a:pt x="762" y="804"/>
                  </a:lnTo>
                  <a:lnTo>
                    <a:pt x="846" y="804"/>
                  </a:lnTo>
                  <a:lnTo>
                    <a:pt x="1056" y="558"/>
                  </a:lnTo>
                  <a:lnTo>
                    <a:pt x="984" y="564"/>
                  </a:lnTo>
                  <a:lnTo>
                    <a:pt x="948" y="546"/>
                  </a:lnTo>
                  <a:lnTo>
                    <a:pt x="936" y="534"/>
                  </a:lnTo>
                  <a:lnTo>
                    <a:pt x="918" y="528"/>
                  </a:lnTo>
                  <a:lnTo>
                    <a:pt x="906" y="522"/>
                  </a:lnTo>
                  <a:lnTo>
                    <a:pt x="882" y="516"/>
                  </a:lnTo>
                  <a:lnTo>
                    <a:pt x="810" y="492"/>
                  </a:lnTo>
                  <a:lnTo>
                    <a:pt x="774" y="474"/>
                  </a:lnTo>
                  <a:lnTo>
                    <a:pt x="768" y="462"/>
                  </a:lnTo>
                  <a:lnTo>
                    <a:pt x="762" y="456"/>
                  </a:lnTo>
                  <a:lnTo>
                    <a:pt x="756" y="444"/>
                  </a:lnTo>
                  <a:lnTo>
                    <a:pt x="732" y="444"/>
                  </a:lnTo>
                  <a:lnTo>
                    <a:pt x="732" y="438"/>
                  </a:lnTo>
                  <a:lnTo>
                    <a:pt x="726" y="432"/>
                  </a:lnTo>
                  <a:lnTo>
                    <a:pt x="714" y="408"/>
                  </a:lnTo>
                  <a:lnTo>
                    <a:pt x="708" y="402"/>
                  </a:lnTo>
                  <a:lnTo>
                    <a:pt x="702" y="390"/>
                  </a:lnTo>
                  <a:lnTo>
                    <a:pt x="696" y="384"/>
                  </a:lnTo>
                  <a:lnTo>
                    <a:pt x="690" y="372"/>
                  </a:lnTo>
                  <a:lnTo>
                    <a:pt x="690" y="360"/>
                  </a:lnTo>
                  <a:lnTo>
                    <a:pt x="678" y="348"/>
                  </a:lnTo>
                  <a:lnTo>
                    <a:pt x="696" y="318"/>
                  </a:lnTo>
                  <a:lnTo>
                    <a:pt x="690" y="312"/>
                  </a:lnTo>
                  <a:lnTo>
                    <a:pt x="678" y="306"/>
                  </a:lnTo>
                  <a:lnTo>
                    <a:pt x="666" y="306"/>
                  </a:lnTo>
                  <a:lnTo>
                    <a:pt x="660" y="312"/>
                  </a:lnTo>
                  <a:lnTo>
                    <a:pt x="654" y="312"/>
                  </a:lnTo>
                  <a:lnTo>
                    <a:pt x="648" y="318"/>
                  </a:lnTo>
                  <a:lnTo>
                    <a:pt x="624" y="318"/>
                  </a:lnTo>
                  <a:lnTo>
                    <a:pt x="612" y="306"/>
                  </a:lnTo>
                  <a:lnTo>
                    <a:pt x="612" y="294"/>
                  </a:lnTo>
                  <a:lnTo>
                    <a:pt x="606" y="276"/>
                  </a:lnTo>
                  <a:lnTo>
                    <a:pt x="606" y="264"/>
                  </a:lnTo>
                  <a:lnTo>
                    <a:pt x="624" y="246"/>
                  </a:lnTo>
                  <a:lnTo>
                    <a:pt x="654" y="192"/>
                  </a:lnTo>
                  <a:lnTo>
                    <a:pt x="642" y="174"/>
                  </a:lnTo>
                  <a:lnTo>
                    <a:pt x="630" y="174"/>
                  </a:lnTo>
                  <a:lnTo>
                    <a:pt x="618" y="168"/>
                  </a:lnTo>
                  <a:lnTo>
                    <a:pt x="612" y="162"/>
                  </a:lnTo>
                  <a:lnTo>
                    <a:pt x="612" y="138"/>
                  </a:lnTo>
                  <a:lnTo>
                    <a:pt x="600" y="126"/>
                  </a:lnTo>
                  <a:lnTo>
                    <a:pt x="576" y="114"/>
                  </a:lnTo>
                  <a:lnTo>
                    <a:pt x="570" y="108"/>
                  </a:lnTo>
                  <a:lnTo>
                    <a:pt x="546" y="72"/>
                  </a:lnTo>
                  <a:lnTo>
                    <a:pt x="534" y="66"/>
                  </a:lnTo>
                  <a:lnTo>
                    <a:pt x="528" y="60"/>
                  </a:lnTo>
                  <a:lnTo>
                    <a:pt x="516" y="60"/>
                  </a:lnTo>
                  <a:lnTo>
                    <a:pt x="498" y="36"/>
                  </a:lnTo>
                  <a:lnTo>
                    <a:pt x="468" y="36"/>
                  </a:lnTo>
                  <a:lnTo>
                    <a:pt x="462" y="30"/>
                  </a:lnTo>
                  <a:lnTo>
                    <a:pt x="444" y="30"/>
                  </a:lnTo>
                  <a:lnTo>
                    <a:pt x="432" y="36"/>
                  </a:lnTo>
                  <a:lnTo>
                    <a:pt x="420" y="36"/>
                  </a:lnTo>
                  <a:lnTo>
                    <a:pt x="420" y="24"/>
                  </a:lnTo>
                  <a:lnTo>
                    <a:pt x="414" y="18"/>
                  </a:lnTo>
                  <a:lnTo>
                    <a:pt x="408" y="24"/>
                  </a:lnTo>
                  <a:lnTo>
                    <a:pt x="402" y="36"/>
                  </a:lnTo>
                  <a:lnTo>
                    <a:pt x="372" y="36"/>
                  </a:lnTo>
                  <a:lnTo>
                    <a:pt x="366" y="24"/>
                  </a:lnTo>
                  <a:lnTo>
                    <a:pt x="360" y="18"/>
                  </a:lnTo>
                  <a:lnTo>
                    <a:pt x="354" y="18"/>
                  </a:lnTo>
                  <a:lnTo>
                    <a:pt x="342" y="6"/>
                  </a:lnTo>
                  <a:lnTo>
                    <a:pt x="330" y="0"/>
                  </a:lnTo>
                  <a:lnTo>
                    <a:pt x="330" y="12"/>
                  </a:lnTo>
                  <a:lnTo>
                    <a:pt x="324" y="24"/>
                  </a:lnTo>
                  <a:lnTo>
                    <a:pt x="318" y="42"/>
                  </a:lnTo>
                  <a:lnTo>
                    <a:pt x="318" y="54"/>
                  </a:lnTo>
                  <a:lnTo>
                    <a:pt x="306" y="66"/>
                  </a:lnTo>
                  <a:lnTo>
                    <a:pt x="288" y="48"/>
                  </a:lnTo>
                  <a:lnTo>
                    <a:pt x="288" y="42"/>
                  </a:lnTo>
                  <a:lnTo>
                    <a:pt x="282" y="36"/>
                  </a:lnTo>
                  <a:lnTo>
                    <a:pt x="276" y="36"/>
                  </a:lnTo>
                  <a:lnTo>
                    <a:pt x="276" y="42"/>
                  </a:lnTo>
                  <a:lnTo>
                    <a:pt x="270" y="48"/>
                  </a:lnTo>
                  <a:lnTo>
                    <a:pt x="234" y="48"/>
                  </a:lnTo>
                  <a:lnTo>
                    <a:pt x="234" y="90"/>
                  </a:lnTo>
                  <a:lnTo>
                    <a:pt x="228" y="96"/>
                  </a:lnTo>
                  <a:lnTo>
                    <a:pt x="222" y="108"/>
                  </a:lnTo>
                  <a:lnTo>
                    <a:pt x="216" y="114"/>
                  </a:lnTo>
                  <a:lnTo>
                    <a:pt x="210" y="126"/>
                  </a:lnTo>
                  <a:lnTo>
                    <a:pt x="210" y="174"/>
                  </a:lnTo>
                  <a:lnTo>
                    <a:pt x="180" y="174"/>
                  </a:lnTo>
                  <a:lnTo>
                    <a:pt x="174" y="180"/>
                  </a:lnTo>
                  <a:lnTo>
                    <a:pt x="168" y="192"/>
                  </a:lnTo>
                  <a:lnTo>
                    <a:pt x="162" y="198"/>
                  </a:lnTo>
                  <a:lnTo>
                    <a:pt x="162" y="234"/>
                  </a:lnTo>
                  <a:lnTo>
                    <a:pt x="156" y="240"/>
                  </a:lnTo>
                  <a:lnTo>
                    <a:pt x="144" y="240"/>
                  </a:lnTo>
                  <a:lnTo>
                    <a:pt x="138" y="246"/>
                  </a:lnTo>
                  <a:lnTo>
                    <a:pt x="138" y="270"/>
                  </a:lnTo>
                  <a:lnTo>
                    <a:pt x="126" y="288"/>
                  </a:lnTo>
                  <a:lnTo>
                    <a:pt x="126" y="294"/>
                  </a:lnTo>
                  <a:lnTo>
                    <a:pt x="132" y="300"/>
                  </a:lnTo>
                  <a:lnTo>
                    <a:pt x="132" y="336"/>
                  </a:lnTo>
                  <a:lnTo>
                    <a:pt x="126" y="342"/>
                  </a:lnTo>
                  <a:lnTo>
                    <a:pt x="114" y="342"/>
                  </a:lnTo>
                  <a:lnTo>
                    <a:pt x="108" y="336"/>
                  </a:lnTo>
                  <a:lnTo>
                    <a:pt x="108" y="324"/>
                  </a:lnTo>
                  <a:lnTo>
                    <a:pt x="102" y="324"/>
                  </a:lnTo>
                  <a:lnTo>
                    <a:pt x="84" y="342"/>
                  </a:lnTo>
                  <a:lnTo>
                    <a:pt x="84" y="360"/>
                  </a:lnTo>
                  <a:lnTo>
                    <a:pt x="90" y="372"/>
                  </a:lnTo>
                  <a:lnTo>
                    <a:pt x="90" y="390"/>
                  </a:lnTo>
                  <a:lnTo>
                    <a:pt x="84" y="396"/>
                  </a:lnTo>
                  <a:lnTo>
                    <a:pt x="72" y="402"/>
                  </a:lnTo>
                  <a:lnTo>
                    <a:pt x="66" y="414"/>
                  </a:lnTo>
                  <a:lnTo>
                    <a:pt x="66" y="426"/>
                  </a:lnTo>
                  <a:lnTo>
                    <a:pt x="72" y="438"/>
                  </a:lnTo>
                  <a:lnTo>
                    <a:pt x="72" y="450"/>
                  </a:lnTo>
                  <a:lnTo>
                    <a:pt x="78" y="456"/>
                  </a:lnTo>
                  <a:lnTo>
                    <a:pt x="78" y="492"/>
                  </a:lnTo>
                  <a:lnTo>
                    <a:pt x="72" y="504"/>
                  </a:lnTo>
                  <a:lnTo>
                    <a:pt x="72" y="516"/>
                  </a:lnTo>
                  <a:lnTo>
                    <a:pt x="66" y="522"/>
                  </a:lnTo>
                  <a:lnTo>
                    <a:pt x="54" y="522"/>
                  </a:lnTo>
                  <a:lnTo>
                    <a:pt x="48" y="528"/>
                  </a:lnTo>
                  <a:lnTo>
                    <a:pt x="42" y="522"/>
                  </a:lnTo>
                  <a:lnTo>
                    <a:pt x="6" y="522"/>
                  </a:lnTo>
                  <a:lnTo>
                    <a:pt x="12" y="546"/>
                  </a:lnTo>
                  <a:lnTo>
                    <a:pt x="6" y="552"/>
                  </a:lnTo>
                  <a:lnTo>
                    <a:pt x="0" y="564"/>
                  </a:lnTo>
                  <a:lnTo>
                    <a:pt x="0" y="576"/>
                  </a:lnTo>
                  <a:lnTo>
                    <a:pt x="6" y="576"/>
                  </a:lnTo>
                  <a:lnTo>
                    <a:pt x="18" y="582"/>
                  </a:lnTo>
                  <a:lnTo>
                    <a:pt x="42" y="582"/>
                  </a:lnTo>
                  <a:lnTo>
                    <a:pt x="48" y="588"/>
                  </a:lnTo>
                  <a:lnTo>
                    <a:pt x="60" y="594"/>
                  </a:lnTo>
                  <a:lnTo>
                    <a:pt x="66" y="606"/>
                  </a:lnTo>
                  <a:lnTo>
                    <a:pt x="78" y="612"/>
                  </a:lnTo>
                  <a:lnTo>
                    <a:pt x="78" y="630"/>
                  </a:lnTo>
                  <a:lnTo>
                    <a:pt x="84" y="64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17" name="Estonia" descr="© INSCALE GmbH, 05.05.2010&#10;http://www.presentationload.com/">
              <a:extLst>
                <a:ext uri="{FF2B5EF4-FFF2-40B4-BE49-F238E27FC236}">
                  <a16:creationId xmlns:a16="http://schemas.microsoft.com/office/drawing/2014/main" id="{A17BBD57-96EF-49FE-9984-9DE608B9A21A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4193381" y="1442693"/>
              <a:ext cx="115025" cy="51378"/>
            </a:xfrm>
            <a:custGeom>
              <a:avLst/>
              <a:gdLst>
                <a:gd name="T0" fmla="*/ 2147483647 w 348"/>
                <a:gd name="T1" fmla="*/ 2147483647 h 156"/>
                <a:gd name="T2" fmla="*/ 2147483647 w 348"/>
                <a:gd name="T3" fmla="*/ 2147483647 h 156"/>
                <a:gd name="T4" fmla="*/ 2147483647 w 348"/>
                <a:gd name="T5" fmla="*/ 2147483647 h 156"/>
                <a:gd name="T6" fmla="*/ 2147483647 w 348"/>
                <a:gd name="T7" fmla="*/ 2147483647 h 156"/>
                <a:gd name="T8" fmla="*/ 2147483647 w 348"/>
                <a:gd name="T9" fmla="*/ 2147483647 h 156"/>
                <a:gd name="T10" fmla="*/ 2147483647 w 348"/>
                <a:gd name="T11" fmla="*/ 2147483647 h 156"/>
                <a:gd name="T12" fmla="*/ 2147483647 w 348"/>
                <a:gd name="T13" fmla="*/ 2147483647 h 156"/>
                <a:gd name="T14" fmla="*/ 2147483647 w 348"/>
                <a:gd name="T15" fmla="*/ 0 h 156"/>
                <a:gd name="T16" fmla="*/ 2147483647 w 348"/>
                <a:gd name="T17" fmla="*/ 2147483647 h 156"/>
                <a:gd name="T18" fmla="*/ 2147483647 w 348"/>
                <a:gd name="T19" fmla="*/ 2147483647 h 156"/>
                <a:gd name="T20" fmla="*/ 2147483647 w 348"/>
                <a:gd name="T21" fmla="*/ 2147483647 h 156"/>
                <a:gd name="T22" fmla="*/ 2147483647 w 348"/>
                <a:gd name="T23" fmla="*/ 2147483647 h 156"/>
                <a:gd name="T24" fmla="*/ 2147483647 w 348"/>
                <a:gd name="T25" fmla="*/ 2147483647 h 156"/>
                <a:gd name="T26" fmla="*/ 2147483647 w 348"/>
                <a:gd name="T27" fmla="*/ 2147483647 h 156"/>
                <a:gd name="T28" fmla="*/ 2147483647 w 348"/>
                <a:gd name="T29" fmla="*/ 2147483647 h 156"/>
                <a:gd name="T30" fmla="*/ 2147483647 w 348"/>
                <a:gd name="T31" fmla="*/ 2147483647 h 156"/>
                <a:gd name="T32" fmla="*/ 2147483647 w 348"/>
                <a:gd name="T33" fmla="*/ 2147483647 h 156"/>
                <a:gd name="T34" fmla="*/ 2147483647 w 348"/>
                <a:gd name="T35" fmla="*/ 2147483647 h 156"/>
                <a:gd name="T36" fmla="*/ 2147483647 w 348"/>
                <a:gd name="T37" fmla="*/ 2147483647 h 156"/>
                <a:gd name="T38" fmla="*/ 2147483647 w 348"/>
                <a:gd name="T39" fmla="*/ 2147483647 h 156"/>
                <a:gd name="T40" fmla="*/ 2147483647 w 348"/>
                <a:gd name="T41" fmla="*/ 2147483647 h 156"/>
                <a:gd name="T42" fmla="*/ 2147483647 w 348"/>
                <a:gd name="T43" fmla="*/ 2147483647 h 156"/>
                <a:gd name="T44" fmla="*/ 2147483647 w 348"/>
                <a:gd name="T45" fmla="*/ 2147483647 h 156"/>
                <a:gd name="T46" fmla="*/ 2147483647 w 348"/>
                <a:gd name="T47" fmla="*/ 2147483647 h 156"/>
                <a:gd name="T48" fmla="*/ 0 w 348"/>
                <a:gd name="T49" fmla="*/ 2147483647 h 156"/>
                <a:gd name="T50" fmla="*/ 2147483647 w 348"/>
                <a:gd name="T51" fmla="*/ 2147483647 h 156"/>
                <a:gd name="T52" fmla="*/ 2147483647 w 348"/>
                <a:gd name="T53" fmla="*/ 2147483647 h 156"/>
                <a:gd name="T54" fmla="*/ 2147483647 w 348"/>
                <a:gd name="T55" fmla="*/ 2147483647 h 156"/>
                <a:gd name="T56" fmla="*/ 2147483647 w 348"/>
                <a:gd name="T57" fmla="*/ 2147483647 h 156"/>
                <a:gd name="T58" fmla="*/ 2147483647 w 348"/>
                <a:gd name="T59" fmla="*/ 2147483647 h 156"/>
                <a:gd name="T60" fmla="*/ 2147483647 w 348"/>
                <a:gd name="T61" fmla="*/ 2147483647 h 156"/>
                <a:gd name="T62" fmla="*/ 2147483647 w 348"/>
                <a:gd name="T63" fmla="*/ 2147483647 h 156"/>
                <a:gd name="T64" fmla="*/ 2147483647 w 348"/>
                <a:gd name="T65" fmla="*/ 2147483647 h 156"/>
                <a:gd name="T66" fmla="*/ 2147483647 w 348"/>
                <a:gd name="T67" fmla="*/ 2147483647 h 156"/>
                <a:gd name="T68" fmla="*/ 2147483647 w 348"/>
                <a:gd name="T69" fmla="*/ 2147483647 h 156"/>
                <a:gd name="T70" fmla="*/ 2147483647 w 348"/>
                <a:gd name="T71" fmla="*/ 2147483647 h 15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48"/>
                <a:gd name="T109" fmla="*/ 0 h 156"/>
                <a:gd name="T110" fmla="*/ 348 w 348"/>
                <a:gd name="T111" fmla="*/ 156 h 15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48" h="156">
                  <a:moveTo>
                    <a:pt x="336" y="114"/>
                  </a:moveTo>
                  <a:lnTo>
                    <a:pt x="324" y="108"/>
                  </a:lnTo>
                  <a:lnTo>
                    <a:pt x="336" y="84"/>
                  </a:lnTo>
                  <a:lnTo>
                    <a:pt x="318" y="78"/>
                  </a:lnTo>
                  <a:lnTo>
                    <a:pt x="318" y="60"/>
                  </a:lnTo>
                  <a:lnTo>
                    <a:pt x="330" y="48"/>
                  </a:lnTo>
                  <a:lnTo>
                    <a:pt x="336" y="48"/>
                  </a:lnTo>
                  <a:lnTo>
                    <a:pt x="342" y="42"/>
                  </a:lnTo>
                  <a:lnTo>
                    <a:pt x="336" y="30"/>
                  </a:lnTo>
                  <a:lnTo>
                    <a:pt x="342" y="18"/>
                  </a:lnTo>
                  <a:lnTo>
                    <a:pt x="330" y="12"/>
                  </a:lnTo>
                  <a:lnTo>
                    <a:pt x="312" y="12"/>
                  </a:lnTo>
                  <a:lnTo>
                    <a:pt x="294" y="6"/>
                  </a:lnTo>
                  <a:lnTo>
                    <a:pt x="276" y="6"/>
                  </a:lnTo>
                  <a:lnTo>
                    <a:pt x="264" y="0"/>
                  </a:lnTo>
                  <a:lnTo>
                    <a:pt x="204" y="0"/>
                  </a:lnTo>
                  <a:lnTo>
                    <a:pt x="192" y="6"/>
                  </a:lnTo>
                  <a:lnTo>
                    <a:pt x="156" y="6"/>
                  </a:lnTo>
                  <a:lnTo>
                    <a:pt x="150" y="12"/>
                  </a:lnTo>
                  <a:lnTo>
                    <a:pt x="126" y="24"/>
                  </a:lnTo>
                  <a:lnTo>
                    <a:pt x="108" y="30"/>
                  </a:lnTo>
                  <a:lnTo>
                    <a:pt x="96" y="36"/>
                  </a:lnTo>
                  <a:lnTo>
                    <a:pt x="90" y="36"/>
                  </a:lnTo>
                  <a:lnTo>
                    <a:pt x="84" y="42"/>
                  </a:lnTo>
                  <a:lnTo>
                    <a:pt x="84" y="48"/>
                  </a:lnTo>
                  <a:lnTo>
                    <a:pt x="90" y="60"/>
                  </a:lnTo>
                  <a:lnTo>
                    <a:pt x="90" y="72"/>
                  </a:lnTo>
                  <a:lnTo>
                    <a:pt x="96" y="78"/>
                  </a:lnTo>
                  <a:lnTo>
                    <a:pt x="96" y="84"/>
                  </a:lnTo>
                  <a:lnTo>
                    <a:pt x="150" y="90"/>
                  </a:lnTo>
                  <a:lnTo>
                    <a:pt x="138" y="126"/>
                  </a:lnTo>
                  <a:lnTo>
                    <a:pt x="150" y="126"/>
                  </a:lnTo>
                  <a:lnTo>
                    <a:pt x="180" y="114"/>
                  </a:lnTo>
                  <a:lnTo>
                    <a:pt x="210" y="114"/>
                  </a:lnTo>
                  <a:lnTo>
                    <a:pt x="234" y="126"/>
                  </a:lnTo>
                  <a:lnTo>
                    <a:pt x="240" y="132"/>
                  </a:lnTo>
                  <a:lnTo>
                    <a:pt x="252" y="138"/>
                  </a:lnTo>
                  <a:lnTo>
                    <a:pt x="270" y="156"/>
                  </a:lnTo>
                  <a:lnTo>
                    <a:pt x="288" y="156"/>
                  </a:lnTo>
                  <a:lnTo>
                    <a:pt x="294" y="150"/>
                  </a:lnTo>
                  <a:lnTo>
                    <a:pt x="312" y="150"/>
                  </a:lnTo>
                  <a:lnTo>
                    <a:pt x="318" y="156"/>
                  </a:lnTo>
                  <a:lnTo>
                    <a:pt x="330" y="156"/>
                  </a:lnTo>
                  <a:lnTo>
                    <a:pt x="330" y="144"/>
                  </a:lnTo>
                  <a:lnTo>
                    <a:pt x="348" y="132"/>
                  </a:lnTo>
                  <a:lnTo>
                    <a:pt x="336" y="114"/>
                  </a:lnTo>
                  <a:close/>
                  <a:moveTo>
                    <a:pt x="36" y="78"/>
                  </a:moveTo>
                  <a:lnTo>
                    <a:pt x="6" y="78"/>
                  </a:lnTo>
                  <a:lnTo>
                    <a:pt x="0" y="84"/>
                  </a:lnTo>
                  <a:lnTo>
                    <a:pt x="0" y="102"/>
                  </a:lnTo>
                  <a:lnTo>
                    <a:pt x="6" y="108"/>
                  </a:lnTo>
                  <a:lnTo>
                    <a:pt x="18" y="132"/>
                  </a:lnTo>
                  <a:lnTo>
                    <a:pt x="24" y="126"/>
                  </a:lnTo>
                  <a:lnTo>
                    <a:pt x="30" y="114"/>
                  </a:lnTo>
                  <a:lnTo>
                    <a:pt x="42" y="108"/>
                  </a:lnTo>
                  <a:lnTo>
                    <a:pt x="54" y="108"/>
                  </a:lnTo>
                  <a:lnTo>
                    <a:pt x="60" y="102"/>
                  </a:lnTo>
                  <a:lnTo>
                    <a:pt x="72" y="96"/>
                  </a:lnTo>
                  <a:lnTo>
                    <a:pt x="78" y="90"/>
                  </a:lnTo>
                  <a:lnTo>
                    <a:pt x="72" y="72"/>
                  </a:lnTo>
                  <a:lnTo>
                    <a:pt x="36" y="78"/>
                  </a:lnTo>
                  <a:close/>
                  <a:moveTo>
                    <a:pt x="36" y="66"/>
                  </a:moveTo>
                  <a:lnTo>
                    <a:pt x="48" y="66"/>
                  </a:lnTo>
                  <a:lnTo>
                    <a:pt x="54" y="54"/>
                  </a:lnTo>
                  <a:lnTo>
                    <a:pt x="60" y="48"/>
                  </a:lnTo>
                  <a:lnTo>
                    <a:pt x="60" y="42"/>
                  </a:lnTo>
                  <a:lnTo>
                    <a:pt x="54" y="36"/>
                  </a:lnTo>
                  <a:lnTo>
                    <a:pt x="48" y="36"/>
                  </a:lnTo>
                  <a:lnTo>
                    <a:pt x="36" y="42"/>
                  </a:lnTo>
                  <a:lnTo>
                    <a:pt x="30" y="48"/>
                  </a:lnTo>
                  <a:lnTo>
                    <a:pt x="24" y="60"/>
                  </a:lnTo>
                  <a:lnTo>
                    <a:pt x="30" y="66"/>
                  </a:lnTo>
                  <a:lnTo>
                    <a:pt x="36" y="6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18" name="Eritrea" descr="© INSCALE GmbH, 05.05.2010&#10;http://www.presentationload.com/">
              <a:extLst>
                <a:ext uri="{FF2B5EF4-FFF2-40B4-BE49-F238E27FC236}">
                  <a16:creationId xmlns:a16="http://schemas.microsoft.com/office/drawing/2014/main" id="{895BC08E-C739-4037-B131-1D8117686AE4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582398" y="2524191"/>
              <a:ext cx="158968" cy="150280"/>
            </a:xfrm>
            <a:custGeom>
              <a:avLst/>
              <a:gdLst>
                <a:gd name="T0" fmla="*/ 2147483647 w 480"/>
                <a:gd name="T1" fmla="*/ 2147483647 h 456"/>
                <a:gd name="T2" fmla="*/ 2147483647 w 480"/>
                <a:gd name="T3" fmla="*/ 2147483647 h 456"/>
                <a:gd name="T4" fmla="*/ 2147483647 w 480"/>
                <a:gd name="T5" fmla="*/ 2147483647 h 456"/>
                <a:gd name="T6" fmla="*/ 2147483647 w 480"/>
                <a:gd name="T7" fmla="*/ 2147483647 h 456"/>
                <a:gd name="T8" fmla="*/ 2147483647 w 480"/>
                <a:gd name="T9" fmla="*/ 2147483647 h 456"/>
                <a:gd name="T10" fmla="*/ 2147483647 w 480"/>
                <a:gd name="T11" fmla="*/ 2147483647 h 456"/>
                <a:gd name="T12" fmla="*/ 2147483647 w 480"/>
                <a:gd name="T13" fmla="*/ 2147483647 h 456"/>
                <a:gd name="T14" fmla="*/ 2147483647 w 480"/>
                <a:gd name="T15" fmla="*/ 2147483647 h 456"/>
                <a:gd name="T16" fmla="*/ 0 w 480"/>
                <a:gd name="T17" fmla="*/ 2147483647 h 456"/>
                <a:gd name="T18" fmla="*/ 2147483647 w 480"/>
                <a:gd name="T19" fmla="*/ 2147483647 h 456"/>
                <a:gd name="T20" fmla="*/ 2147483647 w 480"/>
                <a:gd name="T21" fmla="*/ 2147483647 h 456"/>
                <a:gd name="T22" fmla="*/ 2147483647 w 480"/>
                <a:gd name="T23" fmla="*/ 2147483647 h 456"/>
                <a:gd name="T24" fmla="*/ 2147483647 w 480"/>
                <a:gd name="T25" fmla="*/ 2147483647 h 456"/>
                <a:gd name="T26" fmla="*/ 2147483647 w 480"/>
                <a:gd name="T27" fmla="*/ 2147483647 h 456"/>
                <a:gd name="T28" fmla="*/ 2147483647 w 480"/>
                <a:gd name="T29" fmla="*/ 2147483647 h 456"/>
                <a:gd name="T30" fmla="*/ 2147483647 w 480"/>
                <a:gd name="T31" fmla="*/ 2147483647 h 456"/>
                <a:gd name="T32" fmla="*/ 2147483647 w 480"/>
                <a:gd name="T33" fmla="*/ 2147483647 h 456"/>
                <a:gd name="T34" fmla="*/ 2147483647 w 480"/>
                <a:gd name="T35" fmla="*/ 2147483647 h 456"/>
                <a:gd name="T36" fmla="*/ 2147483647 w 480"/>
                <a:gd name="T37" fmla="*/ 2147483647 h 456"/>
                <a:gd name="T38" fmla="*/ 2147483647 w 480"/>
                <a:gd name="T39" fmla="*/ 2147483647 h 456"/>
                <a:gd name="T40" fmla="*/ 2147483647 w 480"/>
                <a:gd name="T41" fmla="*/ 2147483647 h 456"/>
                <a:gd name="T42" fmla="*/ 2147483647 w 480"/>
                <a:gd name="T43" fmla="*/ 2147483647 h 456"/>
                <a:gd name="T44" fmla="*/ 2147483647 w 480"/>
                <a:gd name="T45" fmla="*/ 2147483647 h 456"/>
                <a:gd name="T46" fmla="*/ 2147483647 w 480"/>
                <a:gd name="T47" fmla="*/ 2147483647 h 456"/>
                <a:gd name="T48" fmla="*/ 2147483647 w 480"/>
                <a:gd name="T49" fmla="*/ 2147483647 h 456"/>
                <a:gd name="T50" fmla="*/ 2147483647 w 480"/>
                <a:gd name="T51" fmla="*/ 2147483647 h 456"/>
                <a:gd name="T52" fmla="*/ 2147483647 w 480"/>
                <a:gd name="T53" fmla="*/ 2147483647 h 456"/>
                <a:gd name="T54" fmla="*/ 2147483647 w 480"/>
                <a:gd name="T55" fmla="*/ 2147483647 h 456"/>
                <a:gd name="T56" fmla="*/ 2147483647 w 480"/>
                <a:gd name="T57" fmla="*/ 2147483647 h 456"/>
                <a:gd name="T58" fmla="*/ 2147483647 w 480"/>
                <a:gd name="T59" fmla="*/ 2147483647 h 456"/>
                <a:gd name="T60" fmla="*/ 2147483647 w 480"/>
                <a:gd name="T61" fmla="*/ 2147483647 h 456"/>
                <a:gd name="T62" fmla="*/ 2147483647 w 480"/>
                <a:gd name="T63" fmla="*/ 2147483647 h 456"/>
                <a:gd name="T64" fmla="*/ 2147483647 w 480"/>
                <a:gd name="T65" fmla="*/ 2147483647 h 456"/>
                <a:gd name="T66" fmla="*/ 2147483647 w 480"/>
                <a:gd name="T67" fmla="*/ 2147483647 h 456"/>
                <a:gd name="T68" fmla="*/ 2147483647 w 480"/>
                <a:gd name="T69" fmla="*/ 2147483647 h 456"/>
                <a:gd name="T70" fmla="*/ 2147483647 w 480"/>
                <a:gd name="T71" fmla="*/ 2147483647 h 456"/>
                <a:gd name="T72" fmla="*/ 2147483647 w 480"/>
                <a:gd name="T73" fmla="*/ 2147483647 h 456"/>
                <a:gd name="T74" fmla="*/ 2147483647 w 480"/>
                <a:gd name="T75" fmla="*/ 2147483647 h 456"/>
                <a:gd name="T76" fmla="*/ 2147483647 w 480"/>
                <a:gd name="T77" fmla="*/ 2147483647 h 456"/>
                <a:gd name="T78" fmla="*/ 2147483647 w 480"/>
                <a:gd name="T79" fmla="*/ 2147483647 h 456"/>
                <a:gd name="T80" fmla="*/ 2147483647 w 480"/>
                <a:gd name="T81" fmla="*/ 2147483647 h 456"/>
                <a:gd name="T82" fmla="*/ 2147483647 w 480"/>
                <a:gd name="T83" fmla="*/ 2147483647 h 456"/>
                <a:gd name="T84" fmla="*/ 2147483647 w 480"/>
                <a:gd name="T85" fmla="*/ 2147483647 h 456"/>
                <a:gd name="T86" fmla="*/ 2147483647 w 480"/>
                <a:gd name="T87" fmla="*/ 2147483647 h 456"/>
                <a:gd name="T88" fmla="*/ 2147483647 w 480"/>
                <a:gd name="T89" fmla="*/ 2147483647 h 456"/>
                <a:gd name="T90" fmla="*/ 2147483647 w 480"/>
                <a:gd name="T91" fmla="*/ 2147483647 h 456"/>
                <a:gd name="T92" fmla="*/ 2147483647 w 480"/>
                <a:gd name="T93" fmla="*/ 2147483647 h 456"/>
                <a:gd name="T94" fmla="*/ 2147483647 w 480"/>
                <a:gd name="T95" fmla="*/ 2147483647 h 456"/>
                <a:gd name="T96" fmla="*/ 2147483647 w 480"/>
                <a:gd name="T97" fmla="*/ 0 h 456"/>
                <a:gd name="T98" fmla="*/ 2147483647 w 480"/>
                <a:gd name="T99" fmla="*/ 2147483647 h 456"/>
                <a:gd name="T100" fmla="*/ 2147483647 w 480"/>
                <a:gd name="T101" fmla="*/ 2147483647 h 456"/>
                <a:gd name="T102" fmla="*/ 2147483647 w 480"/>
                <a:gd name="T103" fmla="*/ 2147483647 h 45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480"/>
                <a:gd name="T157" fmla="*/ 0 h 456"/>
                <a:gd name="T158" fmla="*/ 480 w 480"/>
                <a:gd name="T159" fmla="*/ 456 h 45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480" h="456">
                  <a:moveTo>
                    <a:pt x="78" y="54"/>
                  </a:moveTo>
                  <a:lnTo>
                    <a:pt x="78" y="66"/>
                  </a:lnTo>
                  <a:lnTo>
                    <a:pt x="72" y="72"/>
                  </a:lnTo>
                  <a:lnTo>
                    <a:pt x="72" y="78"/>
                  </a:lnTo>
                  <a:lnTo>
                    <a:pt x="66" y="84"/>
                  </a:lnTo>
                  <a:lnTo>
                    <a:pt x="48" y="84"/>
                  </a:lnTo>
                  <a:lnTo>
                    <a:pt x="48" y="102"/>
                  </a:lnTo>
                  <a:lnTo>
                    <a:pt x="42" y="108"/>
                  </a:lnTo>
                  <a:lnTo>
                    <a:pt x="30" y="108"/>
                  </a:lnTo>
                  <a:lnTo>
                    <a:pt x="30" y="120"/>
                  </a:lnTo>
                  <a:lnTo>
                    <a:pt x="36" y="126"/>
                  </a:lnTo>
                  <a:lnTo>
                    <a:pt x="36" y="168"/>
                  </a:lnTo>
                  <a:lnTo>
                    <a:pt x="30" y="180"/>
                  </a:lnTo>
                  <a:lnTo>
                    <a:pt x="24" y="186"/>
                  </a:lnTo>
                  <a:lnTo>
                    <a:pt x="18" y="186"/>
                  </a:lnTo>
                  <a:lnTo>
                    <a:pt x="18" y="222"/>
                  </a:lnTo>
                  <a:lnTo>
                    <a:pt x="12" y="222"/>
                  </a:lnTo>
                  <a:lnTo>
                    <a:pt x="0" y="228"/>
                  </a:lnTo>
                  <a:lnTo>
                    <a:pt x="0" y="246"/>
                  </a:lnTo>
                  <a:lnTo>
                    <a:pt x="6" y="252"/>
                  </a:lnTo>
                  <a:lnTo>
                    <a:pt x="12" y="300"/>
                  </a:lnTo>
                  <a:lnTo>
                    <a:pt x="48" y="300"/>
                  </a:lnTo>
                  <a:lnTo>
                    <a:pt x="54" y="294"/>
                  </a:lnTo>
                  <a:lnTo>
                    <a:pt x="54" y="288"/>
                  </a:lnTo>
                  <a:lnTo>
                    <a:pt x="60" y="288"/>
                  </a:lnTo>
                  <a:lnTo>
                    <a:pt x="66" y="294"/>
                  </a:lnTo>
                  <a:lnTo>
                    <a:pt x="66" y="300"/>
                  </a:lnTo>
                  <a:lnTo>
                    <a:pt x="84" y="318"/>
                  </a:lnTo>
                  <a:lnTo>
                    <a:pt x="96" y="306"/>
                  </a:lnTo>
                  <a:lnTo>
                    <a:pt x="96" y="294"/>
                  </a:lnTo>
                  <a:lnTo>
                    <a:pt x="102" y="276"/>
                  </a:lnTo>
                  <a:lnTo>
                    <a:pt x="108" y="264"/>
                  </a:lnTo>
                  <a:lnTo>
                    <a:pt x="108" y="252"/>
                  </a:lnTo>
                  <a:lnTo>
                    <a:pt x="120" y="258"/>
                  </a:lnTo>
                  <a:lnTo>
                    <a:pt x="132" y="270"/>
                  </a:lnTo>
                  <a:lnTo>
                    <a:pt x="138" y="270"/>
                  </a:lnTo>
                  <a:lnTo>
                    <a:pt x="144" y="276"/>
                  </a:lnTo>
                  <a:lnTo>
                    <a:pt x="150" y="288"/>
                  </a:lnTo>
                  <a:lnTo>
                    <a:pt x="180" y="288"/>
                  </a:lnTo>
                  <a:lnTo>
                    <a:pt x="186" y="276"/>
                  </a:lnTo>
                  <a:lnTo>
                    <a:pt x="192" y="270"/>
                  </a:lnTo>
                  <a:lnTo>
                    <a:pt x="198" y="276"/>
                  </a:lnTo>
                  <a:lnTo>
                    <a:pt x="198" y="288"/>
                  </a:lnTo>
                  <a:lnTo>
                    <a:pt x="210" y="288"/>
                  </a:lnTo>
                  <a:lnTo>
                    <a:pt x="222" y="282"/>
                  </a:lnTo>
                  <a:lnTo>
                    <a:pt x="240" y="282"/>
                  </a:lnTo>
                  <a:lnTo>
                    <a:pt x="246" y="288"/>
                  </a:lnTo>
                  <a:lnTo>
                    <a:pt x="276" y="288"/>
                  </a:lnTo>
                  <a:lnTo>
                    <a:pt x="294" y="312"/>
                  </a:lnTo>
                  <a:lnTo>
                    <a:pt x="306" y="312"/>
                  </a:lnTo>
                  <a:lnTo>
                    <a:pt x="312" y="318"/>
                  </a:lnTo>
                  <a:lnTo>
                    <a:pt x="324" y="324"/>
                  </a:lnTo>
                  <a:lnTo>
                    <a:pt x="348" y="360"/>
                  </a:lnTo>
                  <a:lnTo>
                    <a:pt x="354" y="366"/>
                  </a:lnTo>
                  <a:lnTo>
                    <a:pt x="378" y="378"/>
                  </a:lnTo>
                  <a:lnTo>
                    <a:pt x="390" y="390"/>
                  </a:lnTo>
                  <a:lnTo>
                    <a:pt x="390" y="414"/>
                  </a:lnTo>
                  <a:lnTo>
                    <a:pt x="396" y="420"/>
                  </a:lnTo>
                  <a:lnTo>
                    <a:pt x="408" y="426"/>
                  </a:lnTo>
                  <a:lnTo>
                    <a:pt x="420" y="426"/>
                  </a:lnTo>
                  <a:lnTo>
                    <a:pt x="432" y="444"/>
                  </a:lnTo>
                  <a:lnTo>
                    <a:pt x="456" y="456"/>
                  </a:lnTo>
                  <a:lnTo>
                    <a:pt x="468" y="438"/>
                  </a:lnTo>
                  <a:lnTo>
                    <a:pt x="480" y="432"/>
                  </a:lnTo>
                  <a:lnTo>
                    <a:pt x="474" y="420"/>
                  </a:lnTo>
                  <a:lnTo>
                    <a:pt x="456" y="402"/>
                  </a:lnTo>
                  <a:lnTo>
                    <a:pt x="432" y="402"/>
                  </a:lnTo>
                  <a:lnTo>
                    <a:pt x="426" y="396"/>
                  </a:lnTo>
                  <a:lnTo>
                    <a:pt x="426" y="360"/>
                  </a:lnTo>
                  <a:lnTo>
                    <a:pt x="420" y="360"/>
                  </a:lnTo>
                  <a:lnTo>
                    <a:pt x="414" y="354"/>
                  </a:lnTo>
                  <a:lnTo>
                    <a:pt x="366" y="330"/>
                  </a:lnTo>
                  <a:lnTo>
                    <a:pt x="360" y="324"/>
                  </a:lnTo>
                  <a:lnTo>
                    <a:pt x="360" y="312"/>
                  </a:lnTo>
                  <a:lnTo>
                    <a:pt x="354" y="300"/>
                  </a:lnTo>
                  <a:lnTo>
                    <a:pt x="354" y="288"/>
                  </a:lnTo>
                  <a:lnTo>
                    <a:pt x="348" y="276"/>
                  </a:lnTo>
                  <a:lnTo>
                    <a:pt x="348" y="270"/>
                  </a:lnTo>
                  <a:lnTo>
                    <a:pt x="336" y="270"/>
                  </a:lnTo>
                  <a:lnTo>
                    <a:pt x="324" y="264"/>
                  </a:lnTo>
                  <a:lnTo>
                    <a:pt x="306" y="264"/>
                  </a:lnTo>
                  <a:lnTo>
                    <a:pt x="282" y="240"/>
                  </a:lnTo>
                  <a:lnTo>
                    <a:pt x="264" y="246"/>
                  </a:lnTo>
                  <a:lnTo>
                    <a:pt x="252" y="228"/>
                  </a:lnTo>
                  <a:lnTo>
                    <a:pt x="234" y="222"/>
                  </a:lnTo>
                  <a:lnTo>
                    <a:pt x="216" y="204"/>
                  </a:lnTo>
                  <a:lnTo>
                    <a:pt x="210" y="192"/>
                  </a:lnTo>
                  <a:lnTo>
                    <a:pt x="204" y="186"/>
                  </a:lnTo>
                  <a:lnTo>
                    <a:pt x="198" y="174"/>
                  </a:lnTo>
                  <a:lnTo>
                    <a:pt x="198" y="114"/>
                  </a:lnTo>
                  <a:lnTo>
                    <a:pt x="192" y="90"/>
                  </a:lnTo>
                  <a:lnTo>
                    <a:pt x="186" y="78"/>
                  </a:lnTo>
                  <a:lnTo>
                    <a:pt x="180" y="60"/>
                  </a:lnTo>
                  <a:lnTo>
                    <a:pt x="168" y="42"/>
                  </a:lnTo>
                  <a:lnTo>
                    <a:pt x="162" y="24"/>
                  </a:lnTo>
                  <a:lnTo>
                    <a:pt x="156" y="12"/>
                  </a:lnTo>
                  <a:lnTo>
                    <a:pt x="150" y="6"/>
                  </a:lnTo>
                  <a:lnTo>
                    <a:pt x="150" y="0"/>
                  </a:lnTo>
                  <a:lnTo>
                    <a:pt x="144" y="0"/>
                  </a:lnTo>
                  <a:lnTo>
                    <a:pt x="144" y="12"/>
                  </a:lnTo>
                  <a:lnTo>
                    <a:pt x="132" y="36"/>
                  </a:lnTo>
                  <a:lnTo>
                    <a:pt x="108" y="48"/>
                  </a:lnTo>
                  <a:lnTo>
                    <a:pt x="90" y="54"/>
                  </a:lnTo>
                  <a:lnTo>
                    <a:pt x="78" y="5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19" name="Equatorial 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C60EC35B-C989-46B4-8C26-3E09EF3668A1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951698" y="2940349"/>
              <a:ext cx="47820" cy="35965"/>
            </a:xfrm>
            <a:custGeom>
              <a:avLst/>
              <a:gdLst>
                <a:gd name="T0" fmla="*/ 2147483647 w 144"/>
                <a:gd name="T1" fmla="*/ 2147483647 h 108"/>
                <a:gd name="T2" fmla="*/ 2147483647 w 144"/>
                <a:gd name="T3" fmla="*/ 2147483647 h 108"/>
                <a:gd name="T4" fmla="*/ 2147483647 w 144"/>
                <a:gd name="T5" fmla="*/ 2147483647 h 108"/>
                <a:gd name="T6" fmla="*/ 2147483647 w 144"/>
                <a:gd name="T7" fmla="*/ 0 h 108"/>
                <a:gd name="T8" fmla="*/ 2147483647 w 144"/>
                <a:gd name="T9" fmla="*/ 2147483647 h 108"/>
                <a:gd name="T10" fmla="*/ 2147483647 w 144"/>
                <a:gd name="T11" fmla="*/ 2147483647 h 108"/>
                <a:gd name="T12" fmla="*/ 2147483647 w 144"/>
                <a:gd name="T13" fmla="*/ 2147483647 h 108"/>
                <a:gd name="T14" fmla="*/ 2147483647 w 144"/>
                <a:gd name="T15" fmla="*/ 2147483647 h 108"/>
                <a:gd name="T16" fmla="*/ 2147483647 w 144"/>
                <a:gd name="T17" fmla="*/ 2147483647 h 108"/>
                <a:gd name="T18" fmla="*/ 0 w 144"/>
                <a:gd name="T19" fmla="*/ 2147483647 h 108"/>
                <a:gd name="T20" fmla="*/ 0 w 144"/>
                <a:gd name="T21" fmla="*/ 2147483647 h 108"/>
                <a:gd name="T22" fmla="*/ 2147483647 w 144"/>
                <a:gd name="T23" fmla="*/ 2147483647 h 108"/>
                <a:gd name="T24" fmla="*/ 2147483647 w 144"/>
                <a:gd name="T25" fmla="*/ 2147483647 h 108"/>
                <a:gd name="T26" fmla="*/ 2147483647 w 144"/>
                <a:gd name="T27" fmla="*/ 2147483647 h 108"/>
                <a:gd name="T28" fmla="*/ 2147483647 w 144"/>
                <a:gd name="T29" fmla="*/ 2147483647 h 108"/>
                <a:gd name="T30" fmla="*/ 2147483647 w 144"/>
                <a:gd name="T31" fmla="*/ 2147483647 h 108"/>
                <a:gd name="T32" fmla="*/ 2147483647 w 144"/>
                <a:gd name="T33" fmla="*/ 2147483647 h 108"/>
                <a:gd name="T34" fmla="*/ 2147483647 w 144"/>
                <a:gd name="T35" fmla="*/ 2147483647 h 108"/>
                <a:gd name="T36" fmla="*/ 2147483647 w 144"/>
                <a:gd name="T37" fmla="*/ 2147483647 h 108"/>
                <a:gd name="T38" fmla="*/ 2147483647 w 144"/>
                <a:gd name="T39" fmla="*/ 2147483647 h 10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44"/>
                <a:gd name="T61" fmla="*/ 0 h 108"/>
                <a:gd name="T62" fmla="*/ 144 w 144"/>
                <a:gd name="T63" fmla="*/ 108 h 108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44" h="108">
                  <a:moveTo>
                    <a:pt x="138" y="48"/>
                  </a:moveTo>
                  <a:lnTo>
                    <a:pt x="144" y="12"/>
                  </a:lnTo>
                  <a:lnTo>
                    <a:pt x="48" y="12"/>
                  </a:lnTo>
                  <a:lnTo>
                    <a:pt x="36" y="0"/>
                  </a:lnTo>
                  <a:lnTo>
                    <a:pt x="30" y="6"/>
                  </a:lnTo>
                  <a:lnTo>
                    <a:pt x="30" y="42"/>
                  </a:lnTo>
                  <a:lnTo>
                    <a:pt x="18" y="54"/>
                  </a:lnTo>
                  <a:lnTo>
                    <a:pt x="12" y="66"/>
                  </a:lnTo>
                  <a:lnTo>
                    <a:pt x="6" y="72"/>
                  </a:lnTo>
                  <a:lnTo>
                    <a:pt x="0" y="84"/>
                  </a:lnTo>
                  <a:lnTo>
                    <a:pt x="0" y="90"/>
                  </a:lnTo>
                  <a:lnTo>
                    <a:pt x="6" y="96"/>
                  </a:lnTo>
                  <a:lnTo>
                    <a:pt x="18" y="102"/>
                  </a:lnTo>
                  <a:lnTo>
                    <a:pt x="36" y="102"/>
                  </a:lnTo>
                  <a:lnTo>
                    <a:pt x="36" y="108"/>
                  </a:lnTo>
                  <a:lnTo>
                    <a:pt x="138" y="108"/>
                  </a:lnTo>
                  <a:lnTo>
                    <a:pt x="138" y="102"/>
                  </a:lnTo>
                  <a:lnTo>
                    <a:pt x="144" y="84"/>
                  </a:lnTo>
                  <a:lnTo>
                    <a:pt x="144" y="54"/>
                  </a:lnTo>
                  <a:lnTo>
                    <a:pt x="138" y="4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20" name="El Salvador" descr="© INSCALE GmbH, 05.05.2010&#10;http://www.presentationload.com/">
              <a:extLst>
                <a:ext uri="{FF2B5EF4-FFF2-40B4-BE49-F238E27FC236}">
                  <a16:creationId xmlns:a16="http://schemas.microsoft.com/office/drawing/2014/main" id="{B1C9E57A-B966-4D76-B110-C05BC05AAE80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627932" y="2619239"/>
              <a:ext cx="56867" cy="37249"/>
            </a:xfrm>
            <a:custGeom>
              <a:avLst/>
              <a:gdLst>
                <a:gd name="T0" fmla="*/ 2147483647 w 174"/>
                <a:gd name="T1" fmla="*/ 2147483647 h 114"/>
                <a:gd name="T2" fmla="*/ 2147483647 w 174"/>
                <a:gd name="T3" fmla="*/ 2147483647 h 114"/>
                <a:gd name="T4" fmla="*/ 2147483647 w 174"/>
                <a:gd name="T5" fmla="*/ 2147483647 h 114"/>
                <a:gd name="T6" fmla="*/ 2147483647 w 174"/>
                <a:gd name="T7" fmla="*/ 2147483647 h 114"/>
                <a:gd name="T8" fmla="*/ 2147483647 w 174"/>
                <a:gd name="T9" fmla="*/ 2147483647 h 114"/>
                <a:gd name="T10" fmla="*/ 2147483647 w 174"/>
                <a:gd name="T11" fmla="*/ 2147483647 h 114"/>
                <a:gd name="T12" fmla="*/ 2147483647 w 174"/>
                <a:gd name="T13" fmla="*/ 2147483647 h 114"/>
                <a:gd name="T14" fmla="*/ 2147483647 w 174"/>
                <a:gd name="T15" fmla="*/ 2147483647 h 114"/>
                <a:gd name="T16" fmla="*/ 2147483647 w 174"/>
                <a:gd name="T17" fmla="*/ 2147483647 h 114"/>
                <a:gd name="T18" fmla="*/ 2147483647 w 174"/>
                <a:gd name="T19" fmla="*/ 0 h 114"/>
                <a:gd name="T20" fmla="*/ 2147483647 w 174"/>
                <a:gd name="T21" fmla="*/ 2147483647 h 114"/>
                <a:gd name="T22" fmla="*/ 2147483647 w 174"/>
                <a:gd name="T23" fmla="*/ 2147483647 h 114"/>
                <a:gd name="T24" fmla="*/ 2147483647 w 174"/>
                <a:gd name="T25" fmla="*/ 2147483647 h 114"/>
                <a:gd name="T26" fmla="*/ 2147483647 w 174"/>
                <a:gd name="T27" fmla="*/ 2147483647 h 114"/>
                <a:gd name="T28" fmla="*/ 2147483647 w 174"/>
                <a:gd name="T29" fmla="*/ 2147483647 h 114"/>
                <a:gd name="T30" fmla="*/ 2147483647 w 174"/>
                <a:gd name="T31" fmla="*/ 2147483647 h 114"/>
                <a:gd name="T32" fmla="*/ 2147483647 w 174"/>
                <a:gd name="T33" fmla="*/ 2147483647 h 114"/>
                <a:gd name="T34" fmla="*/ 2147483647 w 174"/>
                <a:gd name="T35" fmla="*/ 2147483647 h 114"/>
                <a:gd name="T36" fmla="*/ 0 w 174"/>
                <a:gd name="T37" fmla="*/ 2147483647 h 114"/>
                <a:gd name="T38" fmla="*/ 2147483647 w 174"/>
                <a:gd name="T39" fmla="*/ 2147483647 h 114"/>
                <a:gd name="T40" fmla="*/ 2147483647 w 174"/>
                <a:gd name="T41" fmla="*/ 2147483647 h 114"/>
                <a:gd name="T42" fmla="*/ 2147483647 w 174"/>
                <a:gd name="T43" fmla="*/ 2147483647 h 114"/>
                <a:gd name="T44" fmla="*/ 2147483647 w 174"/>
                <a:gd name="T45" fmla="*/ 2147483647 h 114"/>
                <a:gd name="T46" fmla="*/ 2147483647 w 174"/>
                <a:gd name="T47" fmla="*/ 2147483647 h 114"/>
                <a:gd name="T48" fmla="*/ 2147483647 w 174"/>
                <a:gd name="T49" fmla="*/ 2147483647 h 114"/>
                <a:gd name="T50" fmla="*/ 2147483647 w 174"/>
                <a:gd name="T51" fmla="*/ 2147483647 h 114"/>
                <a:gd name="T52" fmla="*/ 2147483647 w 174"/>
                <a:gd name="T53" fmla="*/ 2147483647 h 114"/>
                <a:gd name="T54" fmla="*/ 2147483647 w 174"/>
                <a:gd name="T55" fmla="*/ 2147483647 h 114"/>
                <a:gd name="T56" fmla="*/ 2147483647 w 174"/>
                <a:gd name="T57" fmla="*/ 2147483647 h 1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74"/>
                <a:gd name="T88" fmla="*/ 0 h 114"/>
                <a:gd name="T89" fmla="*/ 174 w 174"/>
                <a:gd name="T90" fmla="*/ 114 h 11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74" h="114">
                  <a:moveTo>
                    <a:pt x="174" y="84"/>
                  </a:moveTo>
                  <a:lnTo>
                    <a:pt x="174" y="42"/>
                  </a:lnTo>
                  <a:lnTo>
                    <a:pt x="138" y="42"/>
                  </a:lnTo>
                  <a:lnTo>
                    <a:pt x="132" y="48"/>
                  </a:lnTo>
                  <a:lnTo>
                    <a:pt x="120" y="48"/>
                  </a:lnTo>
                  <a:lnTo>
                    <a:pt x="114" y="42"/>
                  </a:lnTo>
                  <a:lnTo>
                    <a:pt x="114" y="24"/>
                  </a:lnTo>
                  <a:lnTo>
                    <a:pt x="90" y="24"/>
                  </a:lnTo>
                  <a:lnTo>
                    <a:pt x="78" y="12"/>
                  </a:lnTo>
                  <a:lnTo>
                    <a:pt x="72" y="0"/>
                  </a:lnTo>
                  <a:lnTo>
                    <a:pt x="60" y="6"/>
                  </a:lnTo>
                  <a:lnTo>
                    <a:pt x="48" y="6"/>
                  </a:lnTo>
                  <a:lnTo>
                    <a:pt x="48" y="18"/>
                  </a:lnTo>
                  <a:lnTo>
                    <a:pt x="42" y="24"/>
                  </a:lnTo>
                  <a:lnTo>
                    <a:pt x="36" y="36"/>
                  </a:lnTo>
                  <a:lnTo>
                    <a:pt x="30" y="36"/>
                  </a:lnTo>
                  <a:lnTo>
                    <a:pt x="24" y="42"/>
                  </a:lnTo>
                  <a:lnTo>
                    <a:pt x="12" y="48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8" y="72"/>
                  </a:lnTo>
                  <a:lnTo>
                    <a:pt x="24" y="78"/>
                  </a:lnTo>
                  <a:lnTo>
                    <a:pt x="72" y="78"/>
                  </a:lnTo>
                  <a:lnTo>
                    <a:pt x="96" y="102"/>
                  </a:lnTo>
                  <a:lnTo>
                    <a:pt x="132" y="96"/>
                  </a:lnTo>
                  <a:lnTo>
                    <a:pt x="150" y="114"/>
                  </a:lnTo>
                  <a:lnTo>
                    <a:pt x="168" y="84"/>
                  </a:lnTo>
                  <a:lnTo>
                    <a:pt x="174" y="90"/>
                  </a:lnTo>
                  <a:lnTo>
                    <a:pt x="174" y="8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21" name="Egypt" descr="© INSCALE GmbH, 05.05.2010&#10;http://www.presentationload.com/">
              <a:extLst>
                <a:ext uri="{FF2B5EF4-FFF2-40B4-BE49-F238E27FC236}">
                  <a16:creationId xmlns:a16="http://schemas.microsoft.com/office/drawing/2014/main" id="{38CE5D58-10EF-4651-A3C1-8EC2F9C37984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299358" y="2163265"/>
              <a:ext cx="261069" cy="264595"/>
            </a:xfrm>
            <a:custGeom>
              <a:avLst/>
              <a:gdLst>
                <a:gd name="T0" fmla="*/ 2147483647 w 792"/>
                <a:gd name="T1" fmla="*/ 2147483647 h 804"/>
                <a:gd name="T2" fmla="*/ 2147483647 w 792"/>
                <a:gd name="T3" fmla="*/ 2147483647 h 804"/>
                <a:gd name="T4" fmla="*/ 2147483647 w 792"/>
                <a:gd name="T5" fmla="*/ 2147483647 h 804"/>
                <a:gd name="T6" fmla="*/ 2147483647 w 792"/>
                <a:gd name="T7" fmla="*/ 2147483647 h 804"/>
                <a:gd name="T8" fmla="*/ 2147483647 w 792"/>
                <a:gd name="T9" fmla="*/ 2147483647 h 804"/>
                <a:gd name="T10" fmla="*/ 2147483647 w 792"/>
                <a:gd name="T11" fmla="*/ 2147483647 h 804"/>
                <a:gd name="T12" fmla="*/ 2147483647 w 792"/>
                <a:gd name="T13" fmla="*/ 2147483647 h 804"/>
                <a:gd name="T14" fmla="*/ 2147483647 w 792"/>
                <a:gd name="T15" fmla="*/ 2147483647 h 804"/>
                <a:gd name="T16" fmla="*/ 2147483647 w 792"/>
                <a:gd name="T17" fmla="*/ 2147483647 h 804"/>
                <a:gd name="T18" fmla="*/ 2147483647 w 792"/>
                <a:gd name="T19" fmla="*/ 2147483647 h 804"/>
                <a:gd name="T20" fmla="*/ 2147483647 w 792"/>
                <a:gd name="T21" fmla="*/ 2147483647 h 804"/>
                <a:gd name="T22" fmla="*/ 2147483647 w 792"/>
                <a:gd name="T23" fmla="*/ 2147483647 h 804"/>
                <a:gd name="T24" fmla="*/ 2147483647 w 792"/>
                <a:gd name="T25" fmla="*/ 2147483647 h 804"/>
                <a:gd name="T26" fmla="*/ 2147483647 w 792"/>
                <a:gd name="T27" fmla="*/ 2147483647 h 804"/>
                <a:gd name="T28" fmla="*/ 2147483647 w 792"/>
                <a:gd name="T29" fmla="*/ 2147483647 h 804"/>
                <a:gd name="T30" fmla="*/ 2147483647 w 792"/>
                <a:gd name="T31" fmla="*/ 2147483647 h 804"/>
                <a:gd name="T32" fmla="*/ 2147483647 w 792"/>
                <a:gd name="T33" fmla="*/ 2147483647 h 804"/>
                <a:gd name="T34" fmla="*/ 2147483647 w 792"/>
                <a:gd name="T35" fmla="*/ 2147483647 h 804"/>
                <a:gd name="T36" fmla="*/ 2147483647 w 792"/>
                <a:gd name="T37" fmla="*/ 2147483647 h 804"/>
                <a:gd name="T38" fmla="*/ 2147483647 w 792"/>
                <a:gd name="T39" fmla="*/ 2147483647 h 804"/>
                <a:gd name="T40" fmla="*/ 2147483647 w 792"/>
                <a:gd name="T41" fmla="*/ 2147483647 h 804"/>
                <a:gd name="T42" fmla="*/ 2147483647 w 792"/>
                <a:gd name="T43" fmla="*/ 2147483647 h 804"/>
                <a:gd name="T44" fmla="*/ 2147483647 w 792"/>
                <a:gd name="T45" fmla="*/ 2147483647 h 804"/>
                <a:gd name="T46" fmla="*/ 2147483647 w 792"/>
                <a:gd name="T47" fmla="*/ 2147483647 h 804"/>
                <a:gd name="T48" fmla="*/ 2147483647 w 792"/>
                <a:gd name="T49" fmla="*/ 2147483647 h 804"/>
                <a:gd name="T50" fmla="*/ 2147483647 w 792"/>
                <a:gd name="T51" fmla="*/ 2147483647 h 804"/>
                <a:gd name="T52" fmla="*/ 2147483647 w 792"/>
                <a:gd name="T53" fmla="*/ 2147483647 h 804"/>
                <a:gd name="T54" fmla="*/ 2147483647 w 792"/>
                <a:gd name="T55" fmla="*/ 2147483647 h 804"/>
                <a:gd name="T56" fmla="*/ 2147483647 w 792"/>
                <a:gd name="T57" fmla="*/ 2147483647 h 804"/>
                <a:gd name="T58" fmla="*/ 2147483647 w 792"/>
                <a:gd name="T59" fmla="*/ 2147483647 h 804"/>
                <a:gd name="T60" fmla="*/ 2147483647 w 792"/>
                <a:gd name="T61" fmla="*/ 2147483647 h 804"/>
                <a:gd name="T62" fmla="*/ 2147483647 w 792"/>
                <a:gd name="T63" fmla="*/ 2147483647 h 804"/>
                <a:gd name="T64" fmla="*/ 2147483647 w 792"/>
                <a:gd name="T65" fmla="*/ 2147483647 h 804"/>
                <a:gd name="T66" fmla="*/ 2147483647 w 792"/>
                <a:gd name="T67" fmla="*/ 2147483647 h 804"/>
                <a:gd name="T68" fmla="*/ 2147483647 w 792"/>
                <a:gd name="T69" fmla="*/ 2147483647 h 804"/>
                <a:gd name="T70" fmla="*/ 2147483647 w 792"/>
                <a:gd name="T71" fmla="*/ 2147483647 h 804"/>
                <a:gd name="T72" fmla="*/ 2147483647 w 792"/>
                <a:gd name="T73" fmla="*/ 2147483647 h 804"/>
                <a:gd name="T74" fmla="*/ 2147483647 w 792"/>
                <a:gd name="T75" fmla="*/ 2147483647 h 804"/>
                <a:gd name="T76" fmla="*/ 2147483647 w 792"/>
                <a:gd name="T77" fmla="*/ 2147483647 h 804"/>
                <a:gd name="T78" fmla="*/ 2147483647 w 792"/>
                <a:gd name="T79" fmla="*/ 2147483647 h 804"/>
                <a:gd name="T80" fmla="*/ 2147483647 w 792"/>
                <a:gd name="T81" fmla="*/ 2147483647 h 804"/>
                <a:gd name="T82" fmla="*/ 2147483647 w 792"/>
                <a:gd name="T83" fmla="*/ 2147483647 h 804"/>
                <a:gd name="T84" fmla="*/ 2147483647 w 792"/>
                <a:gd name="T85" fmla="*/ 2147483647 h 804"/>
                <a:gd name="T86" fmla="*/ 2147483647 w 792"/>
                <a:gd name="T87" fmla="*/ 2147483647 h 804"/>
                <a:gd name="T88" fmla="*/ 2147483647 w 792"/>
                <a:gd name="T89" fmla="*/ 2147483647 h 804"/>
                <a:gd name="T90" fmla="*/ 2147483647 w 792"/>
                <a:gd name="T91" fmla="*/ 0 h 804"/>
                <a:gd name="T92" fmla="*/ 2147483647 w 792"/>
                <a:gd name="T93" fmla="*/ 2147483647 h 804"/>
                <a:gd name="T94" fmla="*/ 2147483647 w 792"/>
                <a:gd name="T95" fmla="*/ 0 h 80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792"/>
                <a:gd name="T145" fmla="*/ 0 h 804"/>
                <a:gd name="T146" fmla="*/ 792 w 792"/>
                <a:gd name="T147" fmla="*/ 804 h 80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792" h="804">
                  <a:moveTo>
                    <a:pt x="12" y="18"/>
                  </a:moveTo>
                  <a:lnTo>
                    <a:pt x="6" y="24"/>
                  </a:lnTo>
                  <a:lnTo>
                    <a:pt x="6" y="54"/>
                  </a:lnTo>
                  <a:lnTo>
                    <a:pt x="18" y="60"/>
                  </a:lnTo>
                  <a:lnTo>
                    <a:pt x="24" y="72"/>
                  </a:lnTo>
                  <a:lnTo>
                    <a:pt x="24" y="78"/>
                  </a:lnTo>
                  <a:lnTo>
                    <a:pt x="18" y="84"/>
                  </a:lnTo>
                  <a:lnTo>
                    <a:pt x="12" y="96"/>
                  </a:lnTo>
                  <a:lnTo>
                    <a:pt x="6" y="102"/>
                  </a:lnTo>
                  <a:lnTo>
                    <a:pt x="0" y="114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18" y="144"/>
                  </a:lnTo>
                  <a:lnTo>
                    <a:pt x="30" y="180"/>
                  </a:lnTo>
                  <a:lnTo>
                    <a:pt x="30" y="264"/>
                  </a:lnTo>
                  <a:lnTo>
                    <a:pt x="36" y="342"/>
                  </a:lnTo>
                  <a:lnTo>
                    <a:pt x="36" y="438"/>
                  </a:lnTo>
                  <a:lnTo>
                    <a:pt x="42" y="534"/>
                  </a:lnTo>
                  <a:lnTo>
                    <a:pt x="42" y="624"/>
                  </a:lnTo>
                  <a:lnTo>
                    <a:pt x="48" y="702"/>
                  </a:lnTo>
                  <a:lnTo>
                    <a:pt x="48" y="774"/>
                  </a:lnTo>
                  <a:lnTo>
                    <a:pt x="474" y="780"/>
                  </a:lnTo>
                  <a:lnTo>
                    <a:pt x="492" y="762"/>
                  </a:lnTo>
                  <a:lnTo>
                    <a:pt x="498" y="762"/>
                  </a:lnTo>
                  <a:lnTo>
                    <a:pt x="498" y="774"/>
                  </a:lnTo>
                  <a:lnTo>
                    <a:pt x="618" y="780"/>
                  </a:lnTo>
                  <a:lnTo>
                    <a:pt x="624" y="786"/>
                  </a:lnTo>
                  <a:lnTo>
                    <a:pt x="630" y="798"/>
                  </a:lnTo>
                  <a:lnTo>
                    <a:pt x="636" y="804"/>
                  </a:lnTo>
                  <a:lnTo>
                    <a:pt x="654" y="804"/>
                  </a:lnTo>
                  <a:lnTo>
                    <a:pt x="660" y="798"/>
                  </a:lnTo>
                  <a:lnTo>
                    <a:pt x="672" y="774"/>
                  </a:lnTo>
                  <a:lnTo>
                    <a:pt x="684" y="762"/>
                  </a:lnTo>
                  <a:lnTo>
                    <a:pt x="696" y="762"/>
                  </a:lnTo>
                  <a:lnTo>
                    <a:pt x="702" y="756"/>
                  </a:lnTo>
                  <a:lnTo>
                    <a:pt x="720" y="756"/>
                  </a:lnTo>
                  <a:lnTo>
                    <a:pt x="726" y="750"/>
                  </a:lnTo>
                  <a:lnTo>
                    <a:pt x="732" y="738"/>
                  </a:lnTo>
                  <a:lnTo>
                    <a:pt x="732" y="714"/>
                  </a:lnTo>
                  <a:lnTo>
                    <a:pt x="762" y="714"/>
                  </a:lnTo>
                  <a:lnTo>
                    <a:pt x="786" y="690"/>
                  </a:lnTo>
                  <a:lnTo>
                    <a:pt x="780" y="684"/>
                  </a:lnTo>
                  <a:lnTo>
                    <a:pt x="774" y="672"/>
                  </a:lnTo>
                  <a:lnTo>
                    <a:pt x="774" y="624"/>
                  </a:lnTo>
                  <a:lnTo>
                    <a:pt x="792" y="618"/>
                  </a:lnTo>
                  <a:lnTo>
                    <a:pt x="786" y="618"/>
                  </a:lnTo>
                  <a:lnTo>
                    <a:pt x="756" y="588"/>
                  </a:lnTo>
                  <a:lnTo>
                    <a:pt x="732" y="552"/>
                  </a:lnTo>
                  <a:lnTo>
                    <a:pt x="726" y="528"/>
                  </a:lnTo>
                  <a:lnTo>
                    <a:pt x="714" y="492"/>
                  </a:lnTo>
                  <a:lnTo>
                    <a:pt x="702" y="468"/>
                  </a:lnTo>
                  <a:lnTo>
                    <a:pt x="690" y="462"/>
                  </a:lnTo>
                  <a:lnTo>
                    <a:pt x="684" y="450"/>
                  </a:lnTo>
                  <a:lnTo>
                    <a:pt x="672" y="444"/>
                  </a:lnTo>
                  <a:lnTo>
                    <a:pt x="666" y="432"/>
                  </a:lnTo>
                  <a:lnTo>
                    <a:pt x="654" y="396"/>
                  </a:lnTo>
                  <a:lnTo>
                    <a:pt x="654" y="378"/>
                  </a:lnTo>
                  <a:lnTo>
                    <a:pt x="618" y="336"/>
                  </a:lnTo>
                  <a:lnTo>
                    <a:pt x="618" y="318"/>
                  </a:lnTo>
                  <a:lnTo>
                    <a:pt x="606" y="294"/>
                  </a:lnTo>
                  <a:lnTo>
                    <a:pt x="594" y="282"/>
                  </a:lnTo>
                  <a:lnTo>
                    <a:pt x="588" y="270"/>
                  </a:lnTo>
                  <a:lnTo>
                    <a:pt x="576" y="258"/>
                  </a:lnTo>
                  <a:lnTo>
                    <a:pt x="570" y="246"/>
                  </a:lnTo>
                  <a:lnTo>
                    <a:pt x="558" y="234"/>
                  </a:lnTo>
                  <a:lnTo>
                    <a:pt x="552" y="222"/>
                  </a:lnTo>
                  <a:lnTo>
                    <a:pt x="546" y="216"/>
                  </a:lnTo>
                  <a:lnTo>
                    <a:pt x="552" y="210"/>
                  </a:lnTo>
                  <a:lnTo>
                    <a:pt x="552" y="198"/>
                  </a:lnTo>
                  <a:lnTo>
                    <a:pt x="540" y="174"/>
                  </a:lnTo>
                  <a:lnTo>
                    <a:pt x="528" y="168"/>
                  </a:lnTo>
                  <a:lnTo>
                    <a:pt x="522" y="168"/>
                  </a:lnTo>
                  <a:lnTo>
                    <a:pt x="540" y="144"/>
                  </a:lnTo>
                  <a:lnTo>
                    <a:pt x="558" y="156"/>
                  </a:lnTo>
                  <a:lnTo>
                    <a:pt x="558" y="174"/>
                  </a:lnTo>
                  <a:lnTo>
                    <a:pt x="564" y="186"/>
                  </a:lnTo>
                  <a:lnTo>
                    <a:pt x="576" y="198"/>
                  </a:lnTo>
                  <a:lnTo>
                    <a:pt x="582" y="210"/>
                  </a:lnTo>
                  <a:lnTo>
                    <a:pt x="588" y="216"/>
                  </a:lnTo>
                  <a:lnTo>
                    <a:pt x="588" y="246"/>
                  </a:lnTo>
                  <a:lnTo>
                    <a:pt x="606" y="264"/>
                  </a:lnTo>
                  <a:lnTo>
                    <a:pt x="612" y="276"/>
                  </a:lnTo>
                  <a:lnTo>
                    <a:pt x="636" y="300"/>
                  </a:lnTo>
                  <a:lnTo>
                    <a:pt x="648" y="306"/>
                  </a:lnTo>
                  <a:lnTo>
                    <a:pt x="654" y="306"/>
                  </a:lnTo>
                  <a:lnTo>
                    <a:pt x="666" y="300"/>
                  </a:lnTo>
                  <a:lnTo>
                    <a:pt x="678" y="288"/>
                  </a:lnTo>
                  <a:lnTo>
                    <a:pt x="672" y="270"/>
                  </a:lnTo>
                  <a:lnTo>
                    <a:pt x="684" y="246"/>
                  </a:lnTo>
                  <a:lnTo>
                    <a:pt x="684" y="234"/>
                  </a:lnTo>
                  <a:lnTo>
                    <a:pt x="690" y="222"/>
                  </a:lnTo>
                  <a:lnTo>
                    <a:pt x="690" y="198"/>
                  </a:lnTo>
                  <a:lnTo>
                    <a:pt x="696" y="186"/>
                  </a:lnTo>
                  <a:lnTo>
                    <a:pt x="696" y="180"/>
                  </a:lnTo>
                  <a:lnTo>
                    <a:pt x="702" y="168"/>
                  </a:lnTo>
                  <a:lnTo>
                    <a:pt x="648" y="24"/>
                  </a:lnTo>
                  <a:lnTo>
                    <a:pt x="642" y="24"/>
                  </a:lnTo>
                  <a:lnTo>
                    <a:pt x="636" y="30"/>
                  </a:lnTo>
                  <a:lnTo>
                    <a:pt x="624" y="30"/>
                  </a:lnTo>
                  <a:lnTo>
                    <a:pt x="600" y="42"/>
                  </a:lnTo>
                  <a:lnTo>
                    <a:pt x="576" y="42"/>
                  </a:lnTo>
                  <a:lnTo>
                    <a:pt x="564" y="36"/>
                  </a:lnTo>
                  <a:lnTo>
                    <a:pt x="558" y="30"/>
                  </a:lnTo>
                  <a:lnTo>
                    <a:pt x="552" y="36"/>
                  </a:lnTo>
                  <a:lnTo>
                    <a:pt x="540" y="42"/>
                  </a:lnTo>
                  <a:lnTo>
                    <a:pt x="534" y="42"/>
                  </a:lnTo>
                  <a:lnTo>
                    <a:pt x="510" y="30"/>
                  </a:lnTo>
                  <a:lnTo>
                    <a:pt x="504" y="24"/>
                  </a:lnTo>
                  <a:lnTo>
                    <a:pt x="504" y="18"/>
                  </a:lnTo>
                  <a:lnTo>
                    <a:pt x="498" y="12"/>
                  </a:lnTo>
                  <a:lnTo>
                    <a:pt x="486" y="6"/>
                  </a:lnTo>
                  <a:lnTo>
                    <a:pt x="468" y="6"/>
                  </a:lnTo>
                  <a:lnTo>
                    <a:pt x="456" y="12"/>
                  </a:lnTo>
                  <a:lnTo>
                    <a:pt x="438" y="12"/>
                  </a:lnTo>
                  <a:lnTo>
                    <a:pt x="432" y="18"/>
                  </a:lnTo>
                  <a:lnTo>
                    <a:pt x="420" y="18"/>
                  </a:lnTo>
                  <a:lnTo>
                    <a:pt x="414" y="12"/>
                  </a:lnTo>
                  <a:lnTo>
                    <a:pt x="390" y="12"/>
                  </a:lnTo>
                  <a:lnTo>
                    <a:pt x="378" y="18"/>
                  </a:lnTo>
                  <a:lnTo>
                    <a:pt x="372" y="24"/>
                  </a:lnTo>
                  <a:lnTo>
                    <a:pt x="366" y="36"/>
                  </a:lnTo>
                  <a:lnTo>
                    <a:pt x="360" y="42"/>
                  </a:lnTo>
                  <a:lnTo>
                    <a:pt x="336" y="42"/>
                  </a:lnTo>
                  <a:lnTo>
                    <a:pt x="324" y="54"/>
                  </a:lnTo>
                  <a:lnTo>
                    <a:pt x="312" y="60"/>
                  </a:lnTo>
                  <a:lnTo>
                    <a:pt x="306" y="60"/>
                  </a:lnTo>
                  <a:lnTo>
                    <a:pt x="300" y="54"/>
                  </a:lnTo>
                  <a:lnTo>
                    <a:pt x="288" y="54"/>
                  </a:lnTo>
                  <a:lnTo>
                    <a:pt x="276" y="48"/>
                  </a:lnTo>
                  <a:lnTo>
                    <a:pt x="264" y="48"/>
                  </a:lnTo>
                  <a:lnTo>
                    <a:pt x="258" y="42"/>
                  </a:lnTo>
                  <a:lnTo>
                    <a:pt x="204" y="42"/>
                  </a:lnTo>
                  <a:lnTo>
                    <a:pt x="198" y="36"/>
                  </a:lnTo>
                  <a:lnTo>
                    <a:pt x="186" y="30"/>
                  </a:lnTo>
                  <a:lnTo>
                    <a:pt x="174" y="18"/>
                  </a:lnTo>
                  <a:lnTo>
                    <a:pt x="126" y="18"/>
                  </a:lnTo>
                  <a:lnTo>
                    <a:pt x="120" y="12"/>
                  </a:lnTo>
                  <a:lnTo>
                    <a:pt x="96" y="0"/>
                  </a:lnTo>
                  <a:lnTo>
                    <a:pt x="78" y="0"/>
                  </a:lnTo>
                  <a:lnTo>
                    <a:pt x="66" y="12"/>
                  </a:lnTo>
                  <a:lnTo>
                    <a:pt x="54" y="12"/>
                  </a:lnTo>
                  <a:lnTo>
                    <a:pt x="42" y="6"/>
                  </a:lnTo>
                  <a:lnTo>
                    <a:pt x="36" y="6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12" y="1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22" name="Ecuador" descr="© INSCALE GmbH, 05.05.2010&#10;http://www.presentationload.com/">
              <a:extLst>
                <a:ext uri="{FF2B5EF4-FFF2-40B4-BE49-F238E27FC236}">
                  <a16:creationId xmlns:a16="http://schemas.microsoft.com/office/drawing/2014/main" id="{70C1E210-EA3B-4B83-B3F6-D423CC056851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1824379" y="2959617"/>
              <a:ext cx="136997" cy="173400"/>
            </a:xfrm>
            <a:custGeom>
              <a:avLst/>
              <a:gdLst>
                <a:gd name="T0" fmla="*/ 2147483647 w 414"/>
                <a:gd name="T1" fmla="*/ 2147483647 h 528"/>
                <a:gd name="T2" fmla="*/ 2147483647 w 414"/>
                <a:gd name="T3" fmla="*/ 2147483647 h 528"/>
                <a:gd name="T4" fmla="*/ 2147483647 w 414"/>
                <a:gd name="T5" fmla="*/ 2147483647 h 528"/>
                <a:gd name="T6" fmla="*/ 2147483647 w 414"/>
                <a:gd name="T7" fmla="*/ 2147483647 h 528"/>
                <a:gd name="T8" fmla="*/ 2147483647 w 414"/>
                <a:gd name="T9" fmla="*/ 2147483647 h 528"/>
                <a:gd name="T10" fmla="*/ 2147483647 w 414"/>
                <a:gd name="T11" fmla="*/ 2147483647 h 528"/>
                <a:gd name="T12" fmla="*/ 2147483647 w 414"/>
                <a:gd name="T13" fmla="*/ 2147483647 h 528"/>
                <a:gd name="T14" fmla="*/ 2147483647 w 414"/>
                <a:gd name="T15" fmla="*/ 2147483647 h 528"/>
                <a:gd name="T16" fmla="*/ 2147483647 w 414"/>
                <a:gd name="T17" fmla="*/ 2147483647 h 528"/>
                <a:gd name="T18" fmla="*/ 2147483647 w 414"/>
                <a:gd name="T19" fmla="*/ 2147483647 h 528"/>
                <a:gd name="T20" fmla="*/ 2147483647 w 414"/>
                <a:gd name="T21" fmla="*/ 2147483647 h 528"/>
                <a:gd name="T22" fmla="*/ 2147483647 w 414"/>
                <a:gd name="T23" fmla="*/ 2147483647 h 528"/>
                <a:gd name="T24" fmla="*/ 2147483647 w 414"/>
                <a:gd name="T25" fmla="*/ 2147483647 h 528"/>
                <a:gd name="T26" fmla="*/ 2147483647 w 414"/>
                <a:gd name="T27" fmla="*/ 2147483647 h 528"/>
                <a:gd name="T28" fmla="*/ 2147483647 w 414"/>
                <a:gd name="T29" fmla="*/ 2147483647 h 528"/>
                <a:gd name="T30" fmla="*/ 2147483647 w 414"/>
                <a:gd name="T31" fmla="*/ 2147483647 h 528"/>
                <a:gd name="T32" fmla="*/ 2147483647 w 414"/>
                <a:gd name="T33" fmla="*/ 2147483647 h 528"/>
                <a:gd name="T34" fmla="*/ 2147483647 w 414"/>
                <a:gd name="T35" fmla="*/ 2147483647 h 528"/>
                <a:gd name="T36" fmla="*/ 2147483647 w 414"/>
                <a:gd name="T37" fmla="*/ 2147483647 h 528"/>
                <a:gd name="T38" fmla="*/ 2147483647 w 414"/>
                <a:gd name="T39" fmla="*/ 2147483647 h 528"/>
                <a:gd name="T40" fmla="*/ 2147483647 w 414"/>
                <a:gd name="T41" fmla="*/ 2147483647 h 528"/>
                <a:gd name="T42" fmla="*/ 2147483647 w 414"/>
                <a:gd name="T43" fmla="*/ 2147483647 h 528"/>
                <a:gd name="T44" fmla="*/ 2147483647 w 414"/>
                <a:gd name="T45" fmla="*/ 2147483647 h 528"/>
                <a:gd name="T46" fmla="*/ 2147483647 w 414"/>
                <a:gd name="T47" fmla="*/ 2147483647 h 528"/>
                <a:gd name="T48" fmla="*/ 2147483647 w 414"/>
                <a:gd name="T49" fmla="*/ 2147483647 h 528"/>
                <a:gd name="T50" fmla="*/ 2147483647 w 414"/>
                <a:gd name="T51" fmla="*/ 2147483647 h 528"/>
                <a:gd name="T52" fmla="*/ 2147483647 w 414"/>
                <a:gd name="T53" fmla="*/ 2147483647 h 528"/>
                <a:gd name="T54" fmla="*/ 2147483647 w 414"/>
                <a:gd name="T55" fmla="*/ 2147483647 h 528"/>
                <a:gd name="T56" fmla="*/ 2147483647 w 414"/>
                <a:gd name="T57" fmla="*/ 2147483647 h 528"/>
                <a:gd name="T58" fmla="*/ 2147483647 w 414"/>
                <a:gd name="T59" fmla="*/ 2147483647 h 528"/>
                <a:gd name="T60" fmla="*/ 2147483647 w 414"/>
                <a:gd name="T61" fmla="*/ 2147483647 h 528"/>
                <a:gd name="T62" fmla="*/ 2147483647 w 414"/>
                <a:gd name="T63" fmla="*/ 2147483647 h 528"/>
                <a:gd name="T64" fmla="*/ 2147483647 w 414"/>
                <a:gd name="T65" fmla="*/ 2147483647 h 528"/>
                <a:gd name="T66" fmla="*/ 2147483647 w 414"/>
                <a:gd name="T67" fmla="*/ 2147483647 h 528"/>
                <a:gd name="T68" fmla="*/ 2147483647 w 414"/>
                <a:gd name="T69" fmla="*/ 2147483647 h 528"/>
                <a:gd name="T70" fmla="*/ 2147483647 w 414"/>
                <a:gd name="T71" fmla="*/ 2147483647 h 528"/>
                <a:gd name="T72" fmla="*/ 2147483647 w 414"/>
                <a:gd name="T73" fmla="*/ 2147483647 h 528"/>
                <a:gd name="T74" fmla="*/ 2147483647 w 414"/>
                <a:gd name="T75" fmla="*/ 2147483647 h 528"/>
                <a:gd name="T76" fmla="*/ 2147483647 w 414"/>
                <a:gd name="T77" fmla="*/ 2147483647 h 528"/>
                <a:gd name="T78" fmla="*/ 2147483647 w 414"/>
                <a:gd name="T79" fmla="*/ 2147483647 h 528"/>
                <a:gd name="T80" fmla="*/ 2147483647 w 414"/>
                <a:gd name="T81" fmla="*/ 2147483647 h 528"/>
                <a:gd name="T82" fmla="*/ 2147483647 w 414"/>
                <a:gd name="T83" fmla="*/ 2147483647 h 528"/>
                <a:gd name="T84" fmla="*/ 2147483647 w 414"/>
                <a:gd name="T85" fmla="*/ 2147483647 h 528"/>
                <a:gd name="T86" fmla="*/ 2147483647 w 414"/>
                <a:gd name="T87" fmla="*/ 2147483647 h 528"/>
                <a:gd name="T88" fmla="*/ 2147483647 w 414"/>
                <a:gd name="T89" fmla="*/ 2147483647 h 52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14"/>
                <a:gd name="T136" fmla="*/ 0 h 528"/>
                <a:gd name="T137" fmla="*/ 414 w 414"/>
                <a:gd name="T138" fmla="*/ 528 h 52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14" h="528">
                  <a:moveTo>
                    <a:pt x="60" y="372"/>
                  </a:moveTo>
                  <a:lnTo>
                    <a:pt x="72" y="366"/>
                  </a:lnTo>
                  <a:lnTo>
                    <a:pt x="78" y="360"/>
                  </a:lnTo>
                  <a:lnTo>
                    <a:pt x="78" y="342"/>
                  </a:lnTo>
                  <a:lnTo>
                    <a:pt x="72" y="342"/>
                  </a:lnTo>
                  <a:lnTo>
                    <a:pt x="54" y="360"/>
                  </a:lnTo>
                  <a:lnTo>
                    <a:pt x="54" y="372"/>
                  </a:lnTo>
                  <a:lnTo>
                    <a:pt x="60" y="372"/>
                  </a:lnTo>
                  <a:close/>
                  <a:moveTo>
                    <a:pt x="414" y="174"/>
                  </a:moveTo>
                  <a:lnTo>
                    <a:pt x="390" y="156"/>
                  </a:lnTo>
                  <a:lnTo>
                    <a:pt x="396" y="156"/>
                  </a:lnTo>
                  <a:lnTo>
                    <a:pt x="396" y="150"/>
                  </a:lnTo>
                  <a:lnTo>
                    <a:pt x="402" y="150"/>
                  </a:lnTo>
                  <a:lnTo>
                    <a:pt x="402" y="126"/>
                  </a:lnTo>
                  <a:lnTo>
                    <a:pt x="372" y="126"/>
                  </a:lnTo>
                  <a:lnTo>
                    <a:pt x="360" y="114"/>
                  </a:lnTo>
                  <a:lnTo>
                    <a:pt x="360" y="108"/>
                  </a:lnTo>
                  <a:lnTo>
                    <a:pt x="354" y="102"/>
                  </a:lnTo>
                  <a:lnTo>
                    <a:pt x="354" y="96"/>
                  </a:lnTo>
                  <a:lnTo>
                    <a:pt x="342" y="90"/>
                  </a:lnTo>
                  <a:lnTo>
                    <a:pt x="336" y="90"/>
                  </a:lnTo>
                  <a:lnTo>
                    <a:pt x="330" y="96"/>
                  </a:lnTo>
                  <a:lnTo>
                    <a:pt x="330" y="108"/>
                  </a:lnTo>
                  <a:lnTo>
                    <a:pt x="306" y="108"/>
                  </a:lnTo>
                  <a:lnTo>
                    <a:pt x="300" y="102"/>
                  </a:lnTo>
                  <a:lnTo>
                    <a:pt x="288" y="96"/>
                  </a:lnTo>
                  <a:lnTo>
                    <a:pt x="282" y="102"/>
                  </a:lnTo>
                  <a:lnTo>
                    <a:pt x="270" y="102"/>
                  </a:lnTo>
                  <a:lnTo>
                    <a:pt x="258" y="96"/>
                  </a:lnTo>
                  <a:lnTo>
                    <a:pt x="252" y="90"/>
                  </a:lnTo>
                  <a:lnTo>
                    <a:pt x="252" y="84"/>
                  </a:lnTo>
                  <a:lnTo>
                    <a:pt x="246" y="72"/>
                  </a:lnTo>
                  <a:lnTo>
                    <a:pt x="240" y="66"/>
                  </a:lnTo>
                  <a:lnTo>
                    <a:pt x="228" y="60"/>
                  </a:lnTo>
                  <a:lnTo>
                    <a:pt x="210" y="60"/>
                  </a:lnTo>
                  <a:lnTo>
                    <a:pt x="204" y="48"/>
                  </a:lnTo>
                  <a:lnTo>
                    <a:pt x="168" y="30"/>
                  </a:lnTo>
                  <a:lnTo>
                    <a:pt x="162" y="18"/>
                  </a:lnTo>
                  <a:lnTo>
                    <a:pt x="150" y="12"/>
                  </a:lnTo>
                  <a:lnTo>
                    <a:pt x="144" y="0"/>
                  </a:lnTo>
                  <a:lnTo>
                    <a:pt x="144" y="12"/>
                  </a:lnTo>
                  <a:lnTo>
                    <a:pt x="150" y="18"/>
                  </a:lnTo>
                  <a:lnTo>
                    <a:pt x="150" y="36"/>
                  </a:lnTo>
                  <a:lnTo>
                    <a:pt x="144" y="42"/>
                  </a:lnTo>
                  <a:lnTo>
                    <a:pt x="120" y="54"/>
                  </a:lnTo>
                  <a:lnTo>
                    <a:pt x="102" y="54"/>
                  </a:lnTo>
                  <a:lnTo>
                    <a:pt x="96" y="42"/>
                  </a:lnTo>
                  <a:lnTo>
                    <a:pt x="90" y="42"/>
                  </a:lnTo>
                  <a:lnTo>
                    <a:pt x="78" y="54"/>
                  </a:lnTo>
                  <a:lnTo>
                    <a:pt x="66" y="60"/>
                  </a:lnTo>
                  <a:lnTo>
                    <a:pt x="60" y="72"/>
                  </a:lnTo>
                  <a:lnTo>
                    <a:pt x="60" y="84"/>
                  </a:lnTo>
                  <a:lnTo>
                    <a:pt x="66" y="90"/>
                  </a:lnTo>
                  <a:lnTo>
                    <a:pt x="72" y="102"/>
                  </a:lnTo>
                  <a:lnTo>
                    <a:pt x="72" y="120"/>
                  </a:lnTo>
                  <a:lnTo>
                    <a:pt x="66" y="126"/>
                  </a:lnTo>
                  <a:lnTo>
                    <a:pt x="54" y="132"/>
                  </a:lnTo>
                  <a:lnTo>
                    <a:pt x="42" y="144"/>
                  </a:lnTo>
                  <a:lnTo>
                    <a:pt x="42" y="162"/>
                  </a:lnTo>
                  <a:lnTo>
                    <a:pt x="48" y="168"/>
                  </a:lnTo>
                  <a:lnTo>
                    <a:pt x="54" y="180"/>
                  </a:lnTo>
                  <a:lnTo>
                    <a:pt x="36" y="180"/>
                  </a:lnTo>
                  <a:lnTo>
                    <a:pt x="36" y="198"/>
                  </a:lnTo>
                  <a:lnTo>
                    <a:pt x="0" y="216"/>
                  </a:lnTo>
                  <a:lnTo>
                    <a:pt x="24" y="228"/>
                  </a:lnTo>
                  <a:lnTo>
                    <a:pt x="12" y="258"/>
                  </a:lnTo>
                  <a:lnTo>
                    <a:pt x="24" y="270"/>
                  </a:lnTo>
                  <a:lnTo>
                    <a:pt x="24" y="282"/>
                  </a:lnTo>
                  <a:lnTo>
                    <a:pt x="6" y="300"/>
                  </a:lnTo>
                  <a:lnTo>
                    <a:pt x="0" y="300"/>
                  </a:lnTo>
                  <a:lnTo>
                    <a:pt x="12" y="312"/>
                  </a:lnTo>
                  <a:lnTo>
                    <a:pt x="6" y="318"/>
                  </a:lnTo>
                  <a:lnTo>
                    <a:pt x="6" y="324"/>
                  </a:lnTo>
                  <a:lnTo>
                    <a:pt x="18" y="336"/>
                  </a:lnTo>
                  <a:lnTo>
                    <a:pt x="30" y="342"/>
                  </a:lnTo>
                  <a:lnTo>
                    <a:pt x="60" y="342"/>
                  </a:lnTo>
                  <a:lnTo>
                    <a:pt x="72" y="330"/>
                  </a:lnTo>
                  <a:lnTo>
                    <a:pt x="72" y="324"/>
                  </a:lnTo>
                  <a:lnTo>
                    <a:pt x="96" y="330"/>
                  </a:lnTo>
                  <a:lnTo>
                    <a:pt x="102" y="342"/>
                  </a:lnTo>
                  <a:lnTo>
                    <a:pt x="102" y="348"/>
                  </a:lnTo>
                  <a:lnTo>
                    <a:pt x="96" y="366"/>
                  </a:lnTo>
                  <a:lnTo>
                    <a:pt x="90" y="372"/>
                  </a:lnTo>
                  <a:lnTo>
                    <a:pt x="90" y="384"/>
                  </a:lnTo>
                  <a:lnTo>
                    <a:pt x="84" y="396"/>
                  </a:lnTo>
                  <a:lnTo>
                    <a:pt x="72" y="402"/>
                  </a:lnTo>
                  <a:lnTo>
                    <a:pt x="66" y="402"/>
                  </a:lnTo>
                  <a:lnTo>
                    <a:pt x="60" y="408"/>
                  </a:lnTo>
                  <a:lnTo>
                    <a:pt x="54" y="408"/>
                  </a:lnTo>
                  <a:lnTo>
                    <a:pt x="60" y="408"/>
                  </a:lnTo>
                  <a:lnTo>
                    <a:pt x="72" y="414"/>
                  </a:lnTo>
                  <a:lnTo>
                    <a:pt x="78" y="414"/>
                  </a:lnTo>
                  <a:lnTo>
                    <a:pt x="78" y="420"/>
                  </a:lnTo>
                  <a:lnTo>
                    <a:pt x="72" y="426"/>
                  </a:lnTo>
                  <a:lnTo>
                    <a:pt x="66" y="438"/>
                  </a:lnTo>
                  <a:lnTo>
                    <a:pt x="54" y="444"/>
                  </a:lnTo>
                  <a:lnTo>
                    <a:pt x="48" y="456"/>
                  </a:lnTo>
                  <a:lnTo>
                    <a:pt x="42" y="462"/>
                  </a:lnTo>
                  <a:lnTo>
                    <a:pt x="54" y="474"/>
                  </a:lnTo>
                  <a:lnTo>
                    <a:pt x="42" y="486"/>
                  </a:lnTo>
                  <a:lnTo>
                    <a:pt x="48" y="492"/>
                  </a:lnTo>
                  <a:lnTo>
                    <a:pt x="54" y="492"/>
                  </a:lnTo>
                  <a:lnTo>
                    <a:pt x="66" y="486"/>
                  </a:lnTo>
                  <a:lnTo>
                    <a:pt x="78" y="474"/>
                  </a:lnTo>
                  <a:lnTo>
                    <a:pt x="90" y="486"/>
                  </a:lnTo>
                  <a:lnTo>
                    <a:pt x="120" y="486"/>
                  </a:lnTo>
                  <a:lnTo>
                    <a:pt x="120" y="492"/>
                  </a:lnTo>
                  <a:lnTo>
                    <a:pt x="126" y="498"/>
                  </a:lnTo>
                  <a:lnTo>
                    <a:pt x="126" y="516"/>
                  </a:lnTo>
                  <a:lnTo>
                    <a:pt x="132" y="528"/>
                  </a:lnTo>
                  <a:lnTo>
                    <a:pt x="150" y="528"/>
                  </a:lnTo>
                  <a:lnTo>
                    <a:pt x="150" y="522"/>
                  </a:lnTo>
                  <a:lnTo>
                    <a:pt x="156" y="516"/>
                  </a:lnTo>
                  <a:lnTo>
                    <a:pt x="156" y="510"/>
                  </a:lnTo>
                  <a:lnTo>
                    <a:pt x="162" y="504"/>
                  </a:lnTo>
                  <a:lnTo>
                    <a:pt x="180" y="504"/>
                  </a:lnTo>
                  <a:lnTo>
                    <a:pt x="180" y="474"/>
                  </a:lnTo>
                  <a:lnTo>
                    <a:pt x="186" y="462"/>
                  </a:lnTo>
                  <a:lnTo>
                    <a:pt x="186" y="438"/>
                  </a:lnTo>
                  <a:lnTo>
                    <a:pt x="198" y="426"/>
                  </a:lnTo>
                  <a:lnTo>
                    <a:pt x="198" y="408"/>
                  </a:lnTo>
                  <a:lnTo>
                    <a:pt x="210" y="402"/>
                  </a:lnTo>
                  <a:lnTo>
                    <a:pt x="210" y="396"/>
                  </a:lnTo>
                  <a:lnTo>
                    <a:pt x="228" y="378"/>
                  </a:lnTo>
                  <a:lnTo>
                    <a:pt x="246" y="366"/>
                  </a:lnTo>
                  <a:lnTo>
                    <a:pt x="264" y="360"/>
                  </a:lnTo>
                  <a:lnTo>
                    <a:pt x="324" y="330"/>
                  </a:lnTo>
                  <a:lnTo>
                    <a:pt x="342" y="318"/>
                  </a:lnTo>
                  <a:lnTo>
                    <a:pt x="354" y="300"/>
                  </a:lnTo>
                  <a:lnTo>
                    <a:pt x="366" y="288"/>
                  </a:lnTo>
                  <a:lnTo>
                    <a:pt x="372" y="276"/>
                  </a:lnTo>
                  <a:lnTo>
                    <a:pt x="384" y="264"/>
                  </a:lnTo>
                  <a:lnTo>
                    <a:pt x="390" y="252"/>
                  </a:lnTo>
                  <a:lnTo>
                    <a:pt x="402" y="210"/>
                  </a:lnTo>
                  <a:lnTo>
                    <a:pt x="414" y="204"/>
                  </a:lnTo>
                  <a:lnTo>
                    <a:pt x="414" y="17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23" name="East Timor" descr="© INSCALE GmbH, 05.05.2010&#10;http://www.presentationload.com/">
              <a:extLst>
                <a:ext uri="{FF2B5EF4-FFF2-40B4-BE49-F238E27FC236}">
                  <a16:creationId xmlns:a16="http://schemas.microsoft.com/office/drawing/2014/main" id="{EC8F51D9-7EC3-46A9-A266-D5637662B5F3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6641218" y="3220357"/>
              <a:ext cx="82715" cy="38533"/>
            </a:xfrm>
            <a:custGeom>
              <a:avLst/>
              <a:gdLst>
                <a:gd name="T0" fmla="*/ 2147483647 w 252"/>
                <a:gd name="T1" fmla="*/ 0 h 120"/>
                <a:gd name="T2" fmla="*/ 2147483647 w 252"/>
                <a:gd name="T3" fmla="*/ 2147483647 h 120"/>
                <a:gd name="T4" fmla="*/ 2147483647 w 252"/>
                <a:gd name="T5" fmla="*/ 2147483647 h 120"/>
                <a:gd name="T6" fmla="*/ 2147483647 w 252"/>
                <a:gd name="T7" fmla="*/ 2147483647 h 120"/>
                <a:gd name="T8" fmla="*/ 2147483647 w 252"/>
                <a:gd name="T9" fmla="*/ 2147483647 h 120"/>
                <a:gd name="T10" fmla="*/ 2147483647 w 252"/>
                <a:gd name="T11" fmla="*/ 2147483647 h 120"/>
                <a:gd name="T12" fmla="*/ 2147483647 w 252"/>
                <a:gd name="T13" fmla="*/ 2147483647 h 120"/>
                <a:gd name="T14" fmla="*/ 2147483647 w 252"/>
                <a:gd name="T15" fmla="*/ 2147483647 h 120"/>
                <a:gd name="T16" fmla="*/ 2147483647 w 252"/>
                <a:gd name="T17" fmla="*/ 2147483647 h 120"/>
                <a:gd name="T18" fmla="*/ 2147483647 w 252"/>
                <a:gd name="T19" fmla="*/ 2147483647 h 120"/>
                <a:gd name="T20" fmla="*/ 2147483647 w 252"/>
                <a:gd name="T21" fmla="*/ 2147483647 h 120"/>
                <a:gd name="T22" fmla="*/ 2147483647 w 252"/>
                <a:gd name="T23" fmla="*/ 2147483647 h 120"/>
                <a:gd name="T24" fmla="*/ 2147483647 w 252"/>
                <a:gd name="T25" fmla="*/ 2147483647 h 120"/>
                <a:gd name="T26" fmla="*/ 2147483647 w 252"/>
                <a:gd name="T27" fmla="*/ 2147483647 h 120"/>
                <a:gd name="T28" fmla="*/ 2147483647 w 252"/>
                <a:gd name="T29" fmla="*/ 2147483647 h 120"/>
                <a:gd name="T30" fmla="*/ 2147483647 w 252"/>
                <a:gd name="T31" fmla="*/ 2147483647 h 120"/>
                <a:gd name="T32" fmla="*/ 2147483647 w 252"/>
                <a:gd name="T33" fmla="*/ 2147483647 h 120"/>
                <a:gd name="T34" fmla="*/ 2147483647 w 252"/>
                <a:gd name="T35" fmla="*/ 2147483647 h 120"/>
                <a:gd name="T36" fmla="*/ 2147483647 w 252"/>
                <a:gd name="T37" fmla="*/ 2147483647 h 120"/>
                <a:gd name="T38" fmla="*/ 2147483647 w 252"/>
                <a:gd name="T39" fmla="*/ 2147483647 h 120"/>
                <a:gd name="T40" fmla="*/ 2147483647 w 252"/>
                <a:gd name="T41" fmla="*/ 2147483647 h 120"/>
                <a:gd name="T42" fmla="*/ 2147483647 w 252"/>
                <a:gd name="T43" fmla="*/ 2147483647 h 120"/>
                <a:gd name="T44" fmla="*/ 2147483647 w 252"/>
                <a:gd name="T45" fmla="*/ 2147483647 h 120"/>
                <a:gd name="T46" fmla="*/ 2147483647 w 252"/>
                <a:gd name="T47" fmla="*/ 0 h 120"/>
                <a:gd name="T48" fmla="*/ 0 w 252"/>
                <a:gd name="T49" fmla="*/ 2147483647 h 120"/>
                <a:gd name="T50" fmla="*/ 2147483647 w 252"/>
                <a:gd name="T51" fmla="*/ 2147483647 h 120"/>
                <a:gd name="T52" fmla="*/ 2147483647 w 252"/>
                <a:gd name="T53" fmla="*/ 2147483647 h 120"/>
                <a:gd name="T54" fmla="*/ 2147483647 w 252"/>
                <a:gd name="T55" fmla="*/ 2147483647 h 120"/>
                <a:gd name="T56" fmla="*/ 2147483647 w 252"/>
                <a:gd name="T57" fmla="*/ 2147483647 h 120"/>
                <a:gd name="T58" fmla="*/ 2147483647 w 252"/>
                <a:gd name="T59" fmla="*/ 2147483647 h 120"/>
                <a:gd name="T60" fmla="*/ 2147483647 w 252"/>
                <a:gd name="T61" fmla="*/ 2147483647 h 120"/>
                <a:gd name="T62" fmla="*/ 2147483647 w 252"/>
                <a:gd name="T63" fmla="*/ 2147483647 h 120"/>
                <a:gd name="T64" fmla="*/ 0 w 252"/>
                <a:gd name="T65" fmla="*/ 2147483647 h 12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52"/>
                <a:gd name="T100" fmla="*/ 0 h 120"/>
                <a:gd name="T101" fmla="*/ 252 w 252"/>
                <a:gd name="T102" fmla="*/ 120 h 12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52" h="120">
                  <a:moveTo>
                    <a:pt x="228" y="0"/>
                  </a:moveTo>
                  <a:lnTo>
                    <a:pt x="204" y="24"/>
                  </a:lnTo>
                  <a:lnTo>
                    <a:pt x="114" y="24"/>
                  </a:lnTo>
                  <a:lnTo>
                    <a:pt x="108" y="30"/>
                  </a:lnTo>
                  <a:lnTo>
                    <a:pt x="102" y="42"/>
                  </a:lnTo>
                  <a:lnTo>
                    <a:pt x="96" y="48"/>
                  </a:lnTo>
                  <a:lnTo>
                    <a:pt x="90" y="48"/>
                  </a:lnTo>
                  <a:lnTo>
                    <a:pt x="78" y="54"/>
                  </a:lnTo>
                  <a:lnTo>
                    <a:pt x="90" y="72"/>
                  </a:lnTo>
                  <a:lnTo>
                    <a:pt x="84" y="78"/>
                  </a:lnTo>
                  <a:lnTo>
                    <a:pt x="72" y="102"/>
                  </a:lnTo>
                  <a:lnTo>
                    <a:pt x="72" y="114"/>
                  </a:lnTo>
                  <a:lnTo>
                    <a:pt x="78" y="120"/>
                  </a:lnTo>
                  <a:lnTo>
                    <a:pt x="78" y="114"/>
                  </a:lnTo>
                  <a:lnTo>
                    <a:pt x="84" y="108"/>
                  </a:lnTo>
                  <a:lnTo>
                    <a:pt x="96" y="108"/>
                  </a:lnTo>
                  <a:lnTo>
                    <a:pt x="132" y="84"/>
                  </a:lnTo>
                  <a:lnTo>
                    <a:pt x="138" y="90"/>
                  </a:lnTo>
                  <a:lnTo>
                    <a:pt x="162" y="90"/>
                  </a:lnTo>
                  <a:lnTo>
                    <a:pt x="186" y="78"/>
                  </a:lnTo>
                  <a:lnTo>
                    <a:pt x="198" y="66"/>
                  </a:lnTo>
                  <a:lnTo>
                    <a:pt x="210" y="60"/>
                  </a:lnTo>
                  <a:lnTo>
                    <a:pt x="252" y="18"/>
                  </a:lnTo>
                  <a:lnTo>
                    <a:pt x="228" y="0"/>
                  </a:lnTo>
                  <a:close/>
                  <a:moveTo>
                    <a:pt x="0" y="90"/>
                  </a:moveTo>
                  <a:lnTo>
                    <a:pt x="6" y="102"/>
                  </a:lnTo>
                  <a:lnTo>
                    <a:pt x="18" y="96"/>
                  </a:lnTo>
                  <a:lnTo>
                    <a:pt x="24" y="90"/>
                  </a:lnTo>
                  <a:lnTo>
                    <a:pt x="36" y="90"/>
                  </a:lnTo>
                  <a:lnTo>
                    <a:pt x="36" y="84"/>
                  </a:lnTo>
                  <a:lnTo>
                    <a:pt x="42" y="72"/>
                  </a:lnTo>
                  <a:lnTo>
                    <a:pt x="18" y="72"/>
                  </a:lnTo>
                  <a:lnTo>
                    <a:pt x="0" y="9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24" name="Djibouti" descr="© INSCALE GmbH, 05.05.2010&#10;http://www.presentationload.com/">
              <a:extLst>
                <a:ext uri="{FF2B5EF4-FFF2-40B4-BE49-F238E27FC236}">
                  <a16:creationId xmlns:a16="http://schemas.microsoft.com/office/drawing/2014/main" id="{A1FD94E3-8878-4108-88EB-4EA410A7E3B3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709053" y="2666763"/>
              <a:ext cx="38772" cy="44955"/>
            </a:xfrm>
            <a:custGeom>
              <a:avLst/>
              <a:gdLst>
                <a:gd name="T0" fmla="*/ 2147483647 w 114"/>
                <a:gd name="T1" fmla="*/ 2147483647 h 138"/>
                <a:gd name="T2" fmla="*/ 2147483647 w 114"/>
                <a:gd name="T3" fmla="*/ 2147483647 h 138"/>
                <a:gd name="T4" fmla="*/ 2147483647 w 114"/>
                <a:gd name="T5" fmla="*/ 2147483647 h 138"/>
                <a:gd name="T6" fmla="*/ 0 w 114"/>
                <a:gd name="T7" fmla="*/ 2147483647 h 138"/>
                <a:gd name="T8" fmla="*/ 0 w 114"/>
                <a:gd name="T9" fmla="*/ 2147483647 h 138"/>
                <a:gd name="T10" fmla="*/ 2147483647 w 114"/>
                <a:gd name="T11" fmla="*/ 2147483647 h 138"/>
                <a:gd name="T12" fmla="*/ 2147483647 w 114"/>
                <a:gd name="T13" fmla="*/ 2147483647 h 138"/>
                <a:gd name="T14" fmla="*/ 2147483647 w 114"/>
                <a:gd name="T15" fmla="*/ 2147483647 h 138"/>
                <a:gd name="T16" fmla="*/ 2147483647 w 114"/>
                <a:gd name="T17" fmla="*/ 2147483647 h 138"/>
                <a:gd name="T18" fmla="*/ 2147483647 w 114"/>
                <a:gd name="T19" fmla="*/ 2147483647 h 138"/>
                <a:gd name="T20" fmla="*/ 2147483647 w 114"/>
                <a:gd name="T21" fmla="*/ 2147483647 h 138"/>
                <a:gd name="T22" fmla="*/ 2147483647 w 114"/>
                <a:gd name="T23" fmla="*/ 2147483647 h 138"/>
                <a:gd name="T24" fmla="*/ 2147483647 w 114"/>
                <a:gd name="T25" fmla="*/ 2147483647 h 138"/>
                <a:gd name="T26" fmla="*/ 2147483647 w 114"/>
                <a:gd name="T27" fmla="*/ 2147483647 h 138"/>
                <a:gd name="T28" fmla="*/ 2147483647 w 114"/>
                <a:gd name="T29" fmla="*/ 2147483647 h 138"/>
                <a:gd name="T30" fmla="*/ 2147483647 w 114"/>
                <a:gd name="T31" fmla="*/ 2147483647 h 138"/>
                <a:gd name="T32" fmla="*/ 2147483647 w 114"/>
                <a:gd name="T33" fmla="*/ 2147483647 h 138"/>
                <a:gd name="T34" fmla="*/ 2147483647 w 114"/>
                <a:gd name="T35" fmla="*/ 2147483647 h 138"/>
                <a:gd name="T36" fmla="*/ 2147483647 w 114"/>
                <a:gd name="T37" fmla="*/ 2147483647 h 138"/>
                <a:gd name="T38" fmla="*/ 2147483647 w 114"/>
                <a:gd name="T39" fmla="*/ 2147483647 h 138"/>
                <a:gd name="T40" fmla="*/ 2147483647 w 114"/>
                <a:gd name="T41" fmla="*/ 2147483647 h 138"/>
                <a:gd name="T42" fmla="*/ 2147483647 w 114"/>
                <a:gd name="T43" fmla="*/ 2147483647 h 138"/>
                <a:gd name="T44" fmla="*/ 2147483647 w 114"/>
                <a:gd name="T45" fmla="*/ 2147483647 h 138"/>
                <a:gd name="T46" fmla="*/ 2147483647 w 114"/>
                <a:gd name="T47" fmla="*/ 2147483647 h 138"/>
                <a:gd name="T48" fmla="*/ 2147483647 w 114"/>
                <a:gd name="T49" fmla="*/ 2147483647 h 138"/>
                <a:gd name="T50" fmla="*/ 2147483647 w 114"/>
                <a:gd name="T51" fmla="*/ 2147483647 h 138"/>
                <a:gd name="T52" fmla="*/ 2147483647 w 114"/>
                <a:gd name="T53" fmla="*/ 2147483647 h 138"/>
                <a:gd name="T54" fmla="*/ 2147483647 w 114"/>
                <a:gd name="T55" fmla="*/ 0 h 138"/>
                <a:gd name="T56" fmla="*/ 2147483647 w 114"/>
                <a:gd name="T57" fmla="*/ 2147483647 h 138"/>
                <a:gd name="T58" fmla="*/ 2147483647 w 114"/>
                <a:gd name="T59" fmla="*/ 2147483647 h 13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14"/>
                <a:gd name="T91" fmla="*/ 0 h 138"/>
                <a:gd name="T92" fmla="*/ 114 w 114"/>
                <a:gd name="T93" fmla="*/ 138 h 138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14" h="138">
                  <a:moveTo>
                    <a:pt x="72" y="24"/>
                  </a:moveTo>
                  <a:lnTo>
                    <a:pt x="48" y="12"/>
                  </a:lnTo>
                  <a:lnTo>
                    <a:pt x="18" y="66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6" y="114"/>
                  </a:lnTo>
                  <a:lnTo>
                    <a:pt x="6" y="126"/>
                  </a:lnTo>
                  <a:lnTo>
                    <a:pt x="18" y="138"/>
                  </a:lnTo>
                  <a:lnTo>
                    <a:pt x="42" y="138"/>
                  </a:lnTo>
                  <a:lnTo>
                    <a:pt x="48" y="132"/>
                  </a:lnTo>
                  <a:lnTo>
                    <a:pt x="54" y="132"/>
                  </a:lnTo>
                  <a:lnTo>
                    <a:pt x="60" y="126"/>
                  </a:lnTo>
                  <a:lnTo>
                    <a:pt x="72" y="126"/>
                  </a:lnTo>
                  <a:lnTo>
                    <a:pt x="84" y="132"/>
                  </a:lnTo>
                  <a:lnTo>
                    <a:pt x="90" y="138"/>
                  </a:lnTo>
                  <a:lnTo>
                    <a:pt x="90" y="132"/>
                  </a:lnTo>
                  <a:lnTo>
                    <a:pt x="114" y="108"/>
                  </a:lnTo>
                  <a:lnTo>
                    <a:pt x="114" y="102"/>
                  </a:lnTo>
                  <a:lnTo>
                    <a:pt x="102" y="90"/>
                  </a:lnTo>
                  <a:lnTo>
                    <a:pt x="66" y="90"/>
                  </a:lnTo>
                  <a:lnTo>
                    <a:pt x="78" y="84"/>
                  </a:lnTo>
                  <a:lnTo>
                    <a:pt x="84" y="72"/>
                  </a:lnTo>
                  <a:lnTo>
                    <a:pt x="96" y="66"/>
                  </a:lnTo>
                  <a:lnTo>
                    <a:pt x="102" y="54"/>
                  </a:lnTo>
                  <a:lnTo>
                    <a:pt x="114" y="42"/>
                  </a:lnTo>
                  <a:lnTo>
                    <a:pt x="114" y="24"/>
                  </a:lnTo>
                  <a:lnTo>
                    <a:pt x="108" y="12"/>
                  </a:lnTo>
                  <a:lnTo>
                    <a:pt x="96" y="0"/>
                  </a:lnTo>
                  <a:lnTo>
                    <a:pt x="84" y="6"/>
                  </a:lnTo>
                  <a:lnTo>
                    <a:pt x="72" y="2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25" name="Dominican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C174131C-E7F1-41DA-9556-F8301BA16843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068646" y="2475386"/>
              <a:ext cx="82715" cy="55231"/>
            </a:xfrm>
            <a:custGeom>
              <a:avLst/>
              <a:gdLst>
                <a:gd name="T0" fmla="*/ 2147483647 w 252"/>
                <a:gd name="T1" fmla="*/ 2147483647 h 168"/>
                <a:gd name="T2" fmla="*/ 2147483647 w 252"/>
                <a:gd name="T3" fmla="*/ 2147483647 h 168"/>
                <a:gd name="T4" fmla="*/ 2147483647 w 252"/>
                <a:gd name="T5" fmla="*/ 2147483647 h 168"/>
                <a:gd name="T6" fmla="*/ 2147483647 w 252"/>
                <a:gd name="T7" fmla="*/ 2147483647 h 168"/>
                <a:gd name="T8" fmla="*/ 2147483647 w 252"/>
                <a:gd name="T9" fmla="*/ 2147483647 h 168"/>
                <a:gd name="T10" fmla="*/ 2147483647 w 252"/>
                <a:gd name="T11" fmla="*/ 2147483647 h 168"/>
                <a:gd name="T12" fmla="*/ 2147483647 w 252"/>
                <a:gd name="T13" fmla="*/ 2147483647 h 168"/>
                <a:gd name="T14" fmla="*/ 2147483647 w 252"/>
                <a:gd name="T15" fmla="*/ 2147483647 h 168"/>
                <a:gd name="T16" fmla="*/ 2147483647 w 252"/>
                <a:gd name="T17" fmla="*/ 2147483647 h 168"/>
                <a:gd name="T18" fmla="*/ 2147483647 w 252"/>
                <a:gd name="T19" fmla="*/ 2147483647 h 168"/>
                <a:gd name="T20" fmla="*/ 2147483647 w 252"/>
                <a:gd name="T21" fmla="*/ 0 h 168"/>
                <a:gd name="T22" fmla="*/ 2147483647 w 252"/>
                <a:gd name="T23" fmla="*/ 0 h 168"/>
                <a:gd name="T24" fmla="*/ 2147483647 w 252"/>
                <a:gd name="T25" fmla="*/ 2147483647 h 168"/>
                <a:gd name="T26" fmla="*/ 2147483647 w 252"/>
                <a:gd name="T27" fmla="*/ 2147483647 h 168"/>
                <a:gd name="T28" fmla="*/ 2147483647 w 252"/>
                <a:gd name="T29" fmla="*/ 2147483647 h 168"/>
                <a:gd name="T30" fmla="*/ 2147483647 w 252"/>
                <a:gd name="T31" fmla="*/ 2147483647 h 168"/>
                <a:gd name="T32" fmla="*/ 2147483647 w 252"/>
                <a:gd name="T33" fmla="*/ 2147483647 h 168"/>
                <a:gd name="T34" fmla="*/ 2147483647 w 252"/>
                <a:gd name="T35" fmla="*/ 2147483647 h 168"/>
                <a:gd name="T36" fmla="*/ 2147483647 w 252"/>
                <a:gd name="T37" fmla="*/ 2147483647 h 168"/>
                <a:gd name="T38" fmla="*/ 2147483647 w 252"/>
                <a:gd name="T39" fmla="*/ 2147483647 h 168"/>
                <a:gd name="T40" fmla="*/ 2147483647 w 252"/>
                <a:gd name="T41" fmla="*/ 2147483647 h 168"/>
                <a:gd name="T42" fmla="*/ 0 w 252"/>
                <a:gd name="T43" fmla="*/ 2147483647 h 168"/>
                <a:gd name="T44" fmla="*/ 0 w 252"/>
                <a:gd name="T45" fmla="*/ 2147483647 h 168"/>
                <a:gd name="T46" fmla="*/ 2147483647 w 252"/>
                <a:gd name="T47" fmla="*/ 2147483647 h 168"/>
                <a:gd name="T48" fmla="*/ 0 w 252"/>
                <a:gd name="T49" fmla="*/ 2147483647 h 168"/>
                <a:gd name="T50" fmla="*/ 2147483647 w 252"/>
                <a:gd name="T51" fmla="*/ 2147483647 h 168"/>
                <a:gd name="T52" fmla="*/ 2147483647 w 252"/>
                <a:gd name="T53" fmla="*/ 2147483647 h 168"/>
                <a:gd name="T54" fmla="*/ 2147483647 w 252"/>
                <a:gd name="T55" fmla="*/ 2147483647 h 168"/>
                <a:gd name="T56" fmla="*/ 2147483647 w 252"/>
                <a:gd name="T57" fmla="*/ 2147483647 h 168"/>
                <a:gd name="T58" fmla="*/ 2147483647 w 252"/>
                <a:gd name="T59" fmla="*/ 2147483647 h 168"/>
                <a:gd name="T60" fmla="*/ 2147483647 w 252"/>
                <a:gd name="T61" fmla="*/ 2147483647 h 168"/>
                <a:gd name="T62" fmla="*/ 2147483647 w 252"/>
                <a:gd name="T63" fmla="*/ 2147483647 h 168"/>
                <a:gd name="T64" fmla="*/ 2147483647 w 252"/>
                <a:gd name="T65" fmla="*/ 2147483647 h 168"/>
                <a:gd name="T66" fmla="*/ 2147483647 w 252"/>
                <a:gd name="T67" fmla="*/ 2147483647 h 16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52"/>
                <a:gd name="T103" fmla="*/ 0 h 168"/>
                <a:gd name="T104" fmla="*/ 252 w 252"/>
                <a:gd name="T105" fmla="*/ 168 h 16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52" h="168">
                  <a:moveTo>
                    <a:pt x="246" y="102"/>
                  </a:moveTo>
                  <a:lnTo>
                    <a:pt x="234" y="96"/>
                  </a:lnTo>
                  <a:lnTo>
                    <a:pt x="216" y="78"/>
                  </a:lnTo>
                  <a:lnTo>
                    <a:pt x="192" y="66"/>
                  </a:lnTo>
                  <a:lnTo>
                    <a:pt x="156" y="54"/>
                  </a:lnTo>
                  <a:lnTo>
                    <a:pt x="132" y="42"/>
                  </a:lnTo>
                  <a:lnTo>
                    <a:pt x="126" y="30"/>
                  </a:lnTo>
                  <a:lnTo>
                    <a:pt x="108" y="12"/>
                  </a:lnTo>
                  <a:lnTo>
                    <a:pt x="96" y="6"/>
                  </a:lnTo>
                  <a:lnTo>
                    <a:pt x="84" y="6"/>
                  </a:lnTo>
                  <a:lnTo>
                    <a:pt x="60" y="0"/>
                  </a:lnTo>
                  <a:lnTo>
                    <a:pt x="30" y="0"/>
                  </a:lnTo>
                  <a:lnTo>
                    <a:pt x="24" y="6"/>
                  </a:lnTo>
                  <a:lnTo>
                    <a:pt x="18" y="6"/>
                  </a:lnTo>
                  <a:lnTo>
                    <a:pt x="30" y="42"/>
                  </a:lnTo>
                  <a:lnTo>
                    <a:pt x="30" y="54"/>
                  </a:lnTo>
                  <a:lnTo>
                    <a:pt x="24" y="60"/>
                  </a:lnTo>
                  <a:lnTo>
                    <a:pt x="18" y="72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6" y="102"/>
                  </a:lnTo>
                  <a:lnTo>
                    <a:pt x="0" y="108"/>
                  </a:lnTo>
                  <a:lnTo>
                    <a:pt x="0" y="114"/>
                  </a:lnTo>
                  <a:lnTo>
                    <a:pt x="12" y="144"/>
                  </a:lnTo>
                  <a:lnTo>
                    <a:pt x="0" y="126"/>
                  </a:lnTo>
                  <a:lnTo>
                    <a:pt x="30" y="168"/>
                  </a:lnTo>
                  <a:lnTo>
                    <a:pt x="78" y="132"/>
                  </a:lnTo>
                  <a:lnTo>
                    <a:pt x="174" y="132"/>
                  </a:lnTo>
                  <a:lnTo>
                    <a:pt x="186" y="138"/>
                  </a:lnTo>
                  <a:lnTo>
                    <a:pt x="240" y="138"/>
                  </a:lnTo>
                  <a:lnTo>
                    <a:pt x="246" y="132"/>
                  </a:lnTo>
                  <a:lnTo>
                    <a:pt x="252" y="120"/>
                  </a:lnTo>
                  <a:lnTo>
                    <a:pt x="252" y="114"/>
                  </a:lnTo>
                  <a:lnTo>
                    <a:pt x="246" y="10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26" name="Denmark" descr="© INSCALE GmbH, 05.05.2010&#10;http://www.presentationload.com/">
              <a:extLst>
                <a:ext uri="{FF2B5EF4-FFF2-40B4-BE49-F238E27FC236}">
                  <a16:creationId xmlns:a16="http://schemas.microsoft.com/office/drawing/2014/main" id="{C31E1814-B0DC-4D84-9C44-F476C7A40CBB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3929727" y="1491506"/>
              <a:ext cx="91762" cy="77067"/>
            </a:xfrm>
            <a:custGeom>
              <a:avLst/>
              <a:gdLst>
                <a:gd name="T0" fmla="*/ 2147483647 w 71"/>
                <a:gd name="T1" fmla="*/ 2147483647 h 60"/>
                <a:gd name="T2" fmla="*/ 2147483647 w 71"/>
                <a:gd name="T3" fmla="*/ 2147483647 h 60"/>
                <a:gd name="T4" fmla="*/ 2147483647 w 71"/>
                <a:gd name="T5" fmla="*/ 2147483647 h 60"/>
                <a:gd name="T6" fmla="*/ 2147483647 w 71"/>
                <a:gd name="T7" fmla="*/ 2147483647 h 60"/>
                <a:gd name="T8" fmla="*/ 2147483647 w 71"/>
                <a:gd name="T9" fmla="*/ 2147483647 h 60"/>
                <a:gd name="T10" fmla="*/ 2147483647 w 71"/>
                <a:gd name="T11" fmla="*/ 2147483647 h 60"/>
                <a:gd name="T12" fmla="*/ 2147483647 w 71"/>
                <a:gd name="T13" fmla="*/ 2147483647 h 60"/>
                <a:gd name="T14" fmla="*/ 2147483647 w 71"/>
                <a:gd name="T15" fmla="*/ 2147483647 h 60"/>
                <a:gd name="T16" fmla="*/ 2147483647 w 71"/>
                <a:gd name="T17" fmla="*/ 2147483647 h 60"/>
                <a:gd name="T18" fmla="*/ 2147483647 w 71"/>
                <a:gd name="T19" fmla="*/ 2147483647 h 60"/>
                <a:gd name="T20" fmla="*/ 2147483647 w 71"/>
                <a:gd name="T21" fmla="*/ 2147483647 h 60"/>
                <a:gd name="T22" fmla="*/ 2147483647 w 71"/>
                <a:gd name="T23" fmla="*/ 2147483647 h 60"/>
                <a:gd name="T24" fmla="*/ 2147483647 w 71"/>
                <a:gd name="T25" fmla="*/ 2147483647 h 60"/>
                <a:gd name="T26" fmla="*/ 2147483647 w 71"/>
                <a:gd name="T27" fmla="*/ 2147483647 h 60"/>
                <a:gd name="T28" fmla="*/ 2147483647 w 71"/>
                <a:gd name="T29" fmla="*/ 2147483647 h 60"/>
                <a:gd name="T30" fmla="*/ 2147483647 w 71"/>
                <a:gd name="T31" fmla="*/ 2147483647 h 60"/>
                <a:gd name="T32" fmla="*/ 2147483647 w 71"/>
                <a:gd name="T33" fmla="*/ 2147483647 h 60"/>
                <a:gd name="T34" fmla="*/ 2147483647 w 71"/>
                <a:gd name="T35" fmla="*/ 2147483647 h 60"/>
                <a:gd name="T36" fmla="*/ 2147483647 w 71"/>
                <a:gd name="T37" fmla="*/ 2147483647 h 60"/>
                <a:gd name="T38" fmla="*/ 2147483647 w 71"/>
                <a:gd name="T39" fmla="*/ 2147483647 h 60"/>
                <a:gd name="T40" fmla="*/ 2147483647 w 71"/>
                <a:gd name="T41" fmla="*/ 2147483647 h 60"/>
                <a:gd name="T42" fmla="*/ 2147483647 w 71"/>
                <a:gd name="T43" fmla="*/ 2147483647 h 60"/>
                <a:gd name="T44" fmla="*/ 2147483647 w 71"/>
                <a:gd name="T45" fmla="*/ 2147483647 h 60"/>
                <a:gd name="T46" fmla="*/ 2147483647 w 71"/>
                <a:gd name="T47" fmla="*/ 2147483647 h 60"/>
                <a:gd name="T48" fmla="*/ 2147483647 w 71"/>
                <a:gd name="T49" fmla="*/ 2147483647 h 60"/>
                <a:gd name="T50" fmla="*/ 2147483647 w 71"/>
                <a:gd name="T51" fmla="*/ 2147483647 h 60"/>
                <a:gd name="T52" fmla="*/ 2147483647 w 71"/>
                <a:gd name="T53" fmla="*/ 2147483647 h 60"/>
                <a:gd name="T54" fmla="*/ 2147483647 w 71"/>
                <a:gd name="T55" fmla="*/ 2147483647 h 60"/>
                <a:gd name="T56" fmla="*/ 2147483647 w 71"/>
                <a:gd name="T57" fmla="*/ 2147483647 h 60"/>
                <a:gd name="T58" fmla="*/ 2147483647 w 71"/>
                <a:gd name="T59" fmla="*/ 2147483647 h 60"/>
                <a:gd name="T60" fmla="*/ 2147483647 w 71"/>
                <a:gd name="T61" fmla="*/ 2147483647 h 60"/>
                <a:gd name="T62" fmla="*/ 2147483647 w 71"/>
                <a:gd name="T63" fmla="*/ 0 h 60"/>
                <a:gd name="T64" fmla="*/ 2147483647 w 71"/>
                <a:gd name="T65" fmla="*/ 2147483647 h 60"/>
                <a:gd name="T66" fmla="*/ 2147483647 w 71"/>
                <a:gd name="T67" fmla="*/ 2147483647 h 60"/>
                <a:gd name="T68" fmla="*/ 2147483647 w 71"/>
                <a:gd name="T69" fmla="*/ 2147483647 h 60"/>
                <a:gd name="T70" fmla="*/ 2147483647 w 71"/>
                <a:gd name="T71" fmla="*/ 2147483647 h 60"/>
                <a:gd name="T72" fmla="*/ 2147483647 w 71"/>
                <a:gd name="T73" fmla="*/ 2147483647 h 60"/>
                <a:gd name="T74" fmla="*/ 2147483647 w 71"/>
                <a:gd name="T75" fmla="*/ 2147483647 h 60"/>
                <a:gd name="T76" fmla="*/ 2147483647 w 71"/>
                <a:gd name="T77" fmla="*/ 2147483647 h 60"/>
                <a:gd name="T78" fmla="*/ 2147483647 w 71"/>
                <a:gd name="T79" fmla="*/ 2147483647 h 60"/>
                <a:gd name="T80" fmla="*/ 2147483647 w 71"/>
                <a:gd name="T81" fmla="*/ 2147483647 h 60"/>
                <a:gd name="T82" fmla="*/ 0 w 71"/>
                <a:gd name="T83" fmla="*/ 2147483647 h 60"/>
                <a:gd name="T84" fmla="*/ 0 w 71"/>
                <a:gd name="T85" fmla="*/ 2147483647 h 60"/>
                <a:gd name="T86" fmla="*/ 2147483647 w 71"/>
                <a:gd name="T87" fmla="*/ 2147483647 h 60"/>
                <a:gd name="T88" fmla="*/ 2147483647 w 71"/>
                <a:gd name="T89" fmla="*/ 2147483647 h 60"/>
                <a:gd name="T90" fmla="*/ 2147483647 w 71"/>
                <a:gd name="T91" fmla="*/ 2147483647 h 60"/>
                <a:gd name="T92" fmla="*/ 2147483647 w 71"/>
                <a:gd name="T93" fmla="*/ 2147483647 h 60"/>
                <a:gd name="T94" fmla="*/ 2147483647 w 71"/>
                <a:gd name="T95" fmla="*/ 2147483647 h 60"/>
                <a:gd name="T96" fmla="*/ 2147483647 w 71"/>
                <a:gd name="T97" fmla="*/ 2147483647 h 60"/>
                <a:gd name="T98" fmla="*/ 2147483647 w 71"/>
                <a:gd name="T99" fmla="*/ 2147483647 h 60"/>
                <a:gd name="T100" fmla="*/ 2147483647 w 71"/>
                <a:gd name="T101" fmla="*/ 2147483647 h 60"/>
                <a:gd name="T102" fmla="*/ 2147483647 w 71"/>
                <a:gd name="T103" fmla="*/ 2147483647 h 60"/>
                <a:gd name="T104" fmla="*/ 2147483647 w 71"/>
                <a:gd name="T105" fmla="*/ 2147483647 h 60"/>
                <a:gd name="T106" fmla="*/ 2147483647 w 71"/>
                <a:gd name="T107" fmla="*/ 2147483647 h 60"/>
                <a:gd name="T108" fmla="*/ 2147483647 w 71"/>
                <a:gd name="T109" fmla="*/ 2147483647 h 60"/>
                <a:gd name="T110" fmla="*/ 2147483647 w 71"/>
                <a:gd name="T111" fmla="*/ 2147483647 h 60"/>
                <a:gd name="T112" fmla="*/ 2147483647 w 71"/>
                <a:gd name="T113" fmla="*/ 2147483647 h 60"/>
                <a:gd name="T114" fmla="*/ 2147483647 w 71"/>
                <a:gd name="T115" fmla="*/ 2147483647 h 60"/>
                <a:gd name="T116" fmla="*/ 2147483647 w 71"/>
                <a:gd name="T117" fmla="*/ 2147483647 h 60"/>
                <a:gd name="T118" fmla="*/ 2147483647 w 71"/>
                <a:gd name="T119" fmla="*/ 2147483647 h 60"/>
                <a:gd name="T120" fmla="*/ 2147483647 w 71"/>
                <a:gd name="T121" fmla="*/ 2147483647 h 6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1"/>
                <a:gd name="T184" fmla="*/ 0 h 60"/>
                <a:gd name="T185" fmla="*/ 71 w 71"/>
                <a:gd name="T186" fmla="*/ 60 h 6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1" h="60">
                  <a:moveTo>
                    <a:pt x="62" y="48"/>
                  </a:moveTo>
                  <a:lnTo>
                    <a:pt x="67" y="46"/>
                  </a:lnTo>
                  <a:lnTo>
                    <a:pt x="69" y="46"/>
                  </a:lnTo>
                  <a:lnTo>
                    <a:pt x="69" y="43"/>
                  </a:lnTo>
                  <a:lnTo>
                    <a:pt x="67" y="43"/>
                  </a:lnTo>
                  <a:lnTo>
                    <a:pt x="62" y="41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64" y="36"/>
                  </a:lnTo>
                  <a:lnTo>
                    <a:pt x="67" y="34"/>
                  </a:lnTo>
                  <a:lnTo>
                    <a:pt x="67" y="29"/>
                  </a:lnTo>
                  <a:lnTo>
                    <a:pt x="64" y="29"/>
                  </a:lnTo>
                  <a:lnTo>
                    <a:pt x="62" y="29"/>
                  </a:lnTo>
                  <a:lnTo>
                    <a:pt x="60" y="31"/>
                  </a:lnTo>
                  <a:lnTo>
                    <a:pt x="60" y="34"/>
                  </a:lnTo>
                  <a:lnTo>
                    <a:pt x="57" y="36"/>
                  </a:lnTo>
                  <a:lnTo>
                    <a:pt x="57" y="34"/>
                  </a:lnTo>
                  <a:lnTo>
                    <a:pt x="55" y="31"/>
                  </a:lnTo>
                  <a:lnTo>
                    <a:pt x="52" y="34"/>
                  </a:lnTo>
                  <a:lnTo>
                    <a:pt x="45" y="38"/>
                  </a:lnTo>
                  <a:lnTo>
                    <a:pt x="48" y="38"/>
                  </a:lnTo>
                  <a:lnTo>
                    <a:pt x="50" y="41"/>
                  </a:lnTo>
                  <a:lnTo>
                    <a:pt x="50" y="43"/>
                  </a:lnTo>
                  <a:lnTo>
                    <a:pt x="50" y="46"/>
                  </a:lnTo>
                  <a:lnTo>
                    <a:pt x="50" y="48"/>
                  </a:lnTo>
                  <a:lnTo>
                    <a:pt x="48" y="48"/>
                  </a:lnTo>
                  <a:lnTo>
                    <a:pt x="50" y="48"/>
                  </a:lnTo>
                  <a:lnTo>
                    <a:pt x="50" y="50"/>
                  </a:lnTo>
                  <a:lnTo>
                    <a:pt x="55" y="50"/>
                  </a:lnTo>
                  <a:lnTo>
                    <a:pt x="55" y="48"/>
                  </a:lnTo>
                  <a:lnTo>
                    <a:pt x="57" y="48"/>
                  </a:lnTo>
                  <a:lnTo>
                    <a:pt x="57" y="50"/>
                  </a:lnTo>
                  <a:lnTo>
                    <a:pt x="60" y="53"/>
                  </a:lnTo>
                  <a:lnTo>
                    <a:pt x="60" y="55"/>
                  </a:lnTo>
                  <a:lnTo>
                    <a:pt x="62" y="55"/>
                  </a:lnTo>
                  <a:lnTo>
                    <a:pt x="62" y="53"/>
                  </a:lnTo>
                  <a:lnTo>
                    <a:pt x="62" y="48"/>
                  </a:lnTo>
                  <a:close/>
                  <a:moveTo>
                    <a:pt x="71" y="53"/>
                  </a:moveTo>
                  <a:lnTo>
                    <a:pt x="62" y="55"/>
                  </a:lnTo>
                  <a:lnTo>
                    <a:pt x="60" y="58"/>
                  </a:lnTo>
                  <a:lnTo>
                    <a:pt x="57" y="58"/>
                  </a:lnTo>
                  <a:lnTo>
                    <a:pt x="57" y="55"/>
                  </a:lnTo>
                  <a:lnTo>
                    <a:pt x="55" y="55"/>
                  </a:lnTo>
                  <a:lnTo>
                    <a:pt x="50" y="53"/>
                  </a:lnTo>
                  <a:lnTo>
                    <a:pt x="45" y="53"/>
                  </a:lnTo>
                  <a:lnTo>
                    <a:pt x="45" y="58"/>
                  </a:lnTo>
                  <a:lnTo>
                    <a:pt x="50" y="58"/>
                  </a:lnTo>
                  <a:lnTo>
                    <a:pt x="52" y="58"/>
                  </a:lnTo>
                  <a:lnTo>
                    <a:pt x="55" y="60"/>
                  </a:lnTo>
                  <a:lnTo>
                    <a:pt x="57" y="60"/>
                  </a:lnTo>
                  <a:lnTo>
                    <a:pt x="60" y="60"/>
                  </a:lnTo>
                  <a:lnTo>
                    <a:pt x="62" y="60"/>
                  </a:lnTo>
                  <a:lnTo>
                    <a:pt x="69" y="58"/>
                  </a:lnTo>
                  <a:lnTo>
                    <a:pt x="71" y="58"/>
                  </a:lnTo>
                  <a:lnTo>
                    <a:pt x="71" y="53"/>
                  </a:lnTo>
                  <a:close/>
                  <a:moveTo>
                    <a:pt x="31" y="12"/>
                  </a:moveTo>
                  <a:lnTo>
                    <a:pt x="36" y="7"/>
                  </a:lnTo>
                  <a:lnTo>
                    <a:pt x="36" y="3"/>
                  </a:lnTo>
                  <a:lnTo>
                    <a:pt x="36" y="0"/>
                  </a:lnTo>
                  <a:lnTo>
                    <a:pt x="26" y="0"/>
                  </a:lnTo>
                  <a:lnTo>
                    <a:pt x="26" y="3"/>
                  </a:lnTo>
                  <a:lnTo>
                    <a:pt x="21" y="7"/>
                  </a:lnTo>
                  <a:lnTo>
                    <a:pt x="21" y="10"/>
                  </a:lnTo>
                  <a:lnTo>
                    <a:pt x="19" y="10"/>
                  </a:lnTo>
                  <a:lnTo>
                    <a:pt x="19" y="19"/>
                  </a:lnTo>
                  <a:lnTo>
                    <a:pt x="14" y="14"/>
                  </a:lnTo>
                  <a:lnTo>
                    <a:pt x="12" y="7"/>
                  </a:lnTo>
                  <a:lnTo>
                    <a:pt x="7" y="10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7" y="14"/>
                  </a:lnTo>
                  <a:lnTo>
                    <a:pt x="12" y="19"/>
                  </a:lnTo>
                  <a:lnTo>
                    <a:pt x="12" y="22"/>
                  </a:lnTo>
                  <a:lnTo>
                    <a:pt x="5" y="19"/>
                  </a:lnTo>
                  <a:lnTo>
                    <a:pt x="2" y="24"/>
                  </a:lnTo>
                  <a:lnTo>
                    <a:pt x="0" y="24"/>
                  </a:lnTo>
                  <a:lnTo>
                    <a:pt x="0" y="29"/>
                  </a:lnTo>
                  <a:lnTo>
                    <a:pt x="0" y="31"/>
                  </a:lnTo>
                  <a:lnTo>
                    <a:pt x="5" y="34"/>
                  </a:lnTo>
                  <a:lnTo>
                    <a:pt x="7" y="34"/>
                  </a:lnTo>
                  <a:lnTo>
                    <a:pt x="2" y="38"/>
                  </a:lnTo>
                  <a:lnTo>
                    <a:pt x="2" y="41"/>
                  </a:lnTo>
                  <a:lnTo>
                    <a:pt x="5" y="43"/>
                  </a:lnTo>
                  <a:lnTo>
                    <a:pt x="7" y="43"/>
                  </a:lnTo>
                  <a:lnTo>
                    <a:pt x="7" y="48"/>
                  </a:lnTo>
                  <a:lnTo>
                    <a:pt x="5" y="53"/>
                  </a:lnTo>
                  <a:lnTo>
                    <a:pt x="7" y="53"/>
                  </a:lnTo>
                  <a:lnTo>
                    <a:pt x="17" y="53"/>
                  </a:lnTo>
                  <a:lnTo>
                    <a:pt x="17" y="55"/>
                  </a:lnTo>
                  <a:lnTo>
                    <a:pt x="24" y="55"/>
                  </a:lnTo>
                  <a:lnTo>
                    <a:pt x="26" y="58"/>
                  </a:lnTo>
                  <a:lnTo>
                    <a:pt x="26" y="55"/>
                  </a:lnTo>
                  <a:lnTo>
                    <a:pt x="24" y="53"/>
                  </a:lnTo>
                  <a:lnTo>
                    <a:pt x="24" y="48"/>
                  </a:lnTo>
                  <a:lnTo>
                    <a:pt x="26" y="43"/>
                  </a:lnTo>
                  <a:lnTo>
                    <a:pt x="24" y="41"/>
                  </a:lnTo>
                  <a:lnTo>
                    <a:pt x="24" y="38"/>
                  </a:lnTo>
                  <a:lnTo>
                    <a:pt x="21" y="38"/>
                  </a:lnTo>
                  <a:lnTo>
                    <a:pt x="24" y="38"/>
                  </a:lnTo>
                  <a:lnTo>
                    <a:pt x="31" y="34"/>
                  </a:lnTo>
                  <a:lnTo>
                    <a:pt x="33" y="26"/>
                  </a:lnTo>
                  <a:lnTo>
                    <a:pt x="38" y="26"/>
                  </a:lnTo>
                  <a:lnTo>
                    <a:pt x="41" y="19"/>
                  </a:lnTo>
                  <a:lnTo>
                    <a:pt x="31" y="19"/>
                  </a:lnTo>
                  <a:lnTo>
                    <a:pt x="31" y="12"/>
                  </a:lnTo>
                  <a:close/>
                  <a:moveTo>
                    <a:pt x="29" y="38"/>
                  </a:moveTo>
                  <a:lnTo>
                    <a:pt x="31" y="48"/>
                  </a:lnTo>
                  <a:lnTo>
                    <a:pt x="36" y="53"/>
                  </a:lnTo>
                  <a:lnTo>
                    <a:pt x="38" y="46"/>
                  </a:lnTo>
                  <a:lnTo>
                    <a:pt x="33" y="41"/>
                  </a:lnTo>
                  <a:lnTo>
                    <a:pt x="29" y="3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27" name="Czech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2C11F837-ACE5-48F0-8CAE-9B650391FC37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011150" y="1657198"/>
              <a:ext cx="139582" cy="62938"/>
            </a:xfrm>
            <a:custGeom>
              <a:avLst/>
              <a:gdLst>
                <a:gd name="T0" fmla="*/ 2147483647 w 420"/>
                <a:gd name="T1" fmla="*/ 2147483647 h 192"/>
                <a:gd name="T2" fmla="*/ 2147483647 w 420"/>
                <a:gd name="T3" fmla="*/ 2147483647 h 192"/>
                <a:gd name="T4" fmla="*/ 2147483647 w 420"/>
                <a:gd name="T5" fmla="*/ 2147483647 h 192"/>
                <a:gd name="T6" fmla="*/ 2147483647 w 420"/>
                <a:gd name="T7" fmla="*/ 2147483647 h 192"/>
                <a:gd name="T8" fmla="*/ 2147483647 w 420"/>
                <a:gd name="T9" fmla="*/ 2147483647 h 192"/>
                <a:gd name="T10" fmla="*/ 2147483647 w 420"/>
                <a:gd name="T11" fmla="*/ 2147483647 h 192"/>
                <a:gd name="T12" fmla="*/ 2147483647 w 420"/>
                <a:gd name="T13" fmla="*/ 2147483647 h 192"/>
                <a:gd name="T14" fmla="*/ 2147483647 w 420"/>
                <a:gd name="T15" fmla="*/ 2147483647 h 192"/>
                <a:gd name="T16" fmla="*/ 2147483647 w 420"/>
                <a:gd name="T17" fmla="*/ 2147483647 h 192"/>
                <a:gd name="T18" fmla="*/ 2147483647 w 420"/>
                <a:gd name="T19" fmla="*/ 2147483647 h 192"/>
                <a:gd name="T20" fmla="*/ 2147483647 w 420"/>
                <a:gd name="T21" fmla="*/ 2147483647 h 192"/>
                <a:gd name="T22" fmla="*/ 2147483647 w 420"/>
                <a:gd name="T23" fmla="*/ 2147483647 h 192"/>
                <a:gd name="T24" fmla="*/ 2147483647 w 420"/>
                <a:gd name="T25" fmla="*/ 2147483647 h 192"/>
                <a:gd name="T26" fmla="*/ 2147483647 w 420"/>
                <a:gd name="T27" fmla="*/ 2147483647 h 192"/>
                <a:gd name="T28" fmla="*/ 2147483647 w 420"/>
                <a:gd name="T29" fmla="*/ 0 h 192"/>
                <a:gd name="T30" fmla="*/ 2147483647 w 420"/>
                <a:gd name="T31" fmla="*/ 2147483647 h 192"/>
                <a:gd name="T32" fmla="*/ 2147483647 w 420"/>
                <a:gd name="T33" fmla="*/ 0 h 192"/>
                <a:gd name="T34" fmla="*/ 2147483647 w 420"/>
                <a:gd name="T35" fmla="*/ 2147483647 h 192"/>
                <a:gd name="T36" fmla="*/ 2147483647 w 420"/>
                <a:gd name="T37" fmla="*/ 2147483647 h 192"/>
                <a:gd name="T38" fmla="*/ 2147483647 w 420"/>
                <a:gd name="T39" fmla="*/ 2147483647 h 192"/>
                <a:gd name="T40" fmla="*/ 2147483647 w 420"/>
                <a:gd name="T41" fmla="*/ 2147483647 h 192"/>
                <a:gd name="T42" fmla="*/ 2147483647 w 420"/>
                <a:gd name="T43" fmla="*/ 2147483647 h 192"/>
                <a:gd name="T44" fmla="*/ 2147483647 w 420"/>
                <a:gd name="T45" fmla="*/ 2147483647 h 192"/>
                <a:gd name="T46" fmla="*/ 2147483647 w 420"/>
                <a:gd name="T47" fmla="*/ 2147483647 h 192"/>
                <a:gd name="T48" fmla="*/ 2147483647 w 420"/>
                <a:gd name="T49" fmla="*/ 2147483647 h 192"/>
                <a:gd name="T50" fmla="*/ 2147483647 w 420"/>
                <a:gd name="T51" fmla="*/ 2147483647 h 192"/>
                <a:gd name="T52" fmla="*/ 0 w 420"/>
                <a:gd name="T53" fmla="*/ 2147483647 h 192"/>
                <a:gd name="T54" fmla="*/ 2147483647 w 420"/>
                <a:gd name="T55" fmla="*/ 2147483647 h 192"/>
                <a:gd name="T56" fmla="*/ 2147483647 w 420"/>
                <a:gd name="T57" fmla="*/ 2147483647 h 192"/>
                <a:gd name="T58" fmla="*/ 2147483647 w 420"/>
                <a:gd name="T59" fmla="*/ 2147483647 h 192"/>
                <a:gd name="T60" fmla="*/ 2147483647 w 420"/>
                <a:gd name="T61" fmla="*/ 2147483647 h 192"/>
                <a:gd name="T62" fmla="*/ 2147483647 w 420"/>
                <a:gd name="T63" fmla="*/ 2147483647 h 192"/>
                <a:gd name="T64" fmla="*/ 2147483647 w 420"/>
                <a:gd name="T65" fmla="*/ 2147483647 h 192"/>
                <a:gd name="T66" fmla="*/ 2147483647 w 420"/>
                <a:gd name="T67" fmla="*/ 2147483647 h 192"/>
                <a:gd name="T68" fmla="*/ 2147483647 w 420"/>
                <a:gd name="T69" fmla="*/ 2147483647 h 192"/>
                <a:gd name="T70" fmla="*/ 2147483647 w 420"/>
                <a:gd name="T71" fmla="*/ 2147483647 h 192"/>
                <a:gd name="T72" fmla="*/ 2147483647 w 420"/>
                <a:gd name="T73" fmla="*/ 2147483647 h 192"/>
                <a:gd name="T74" fmla="*/ 2147483647 w 420"/>
                <a:gd name="T75" fmla="*/ 2147483647 h 192"/>
                <a:gd name="T76" fmla="*/ 2147483647 w 420"/>
                <a:gd name="T77" fmla="*/ 2147483647 h 192"/>
                <a:gd name="T78" fmla="*/ 2147483647 w 420"/>
                <a:gd name="T79" fmla="*/ 2147483647 h 192"/>
                <a:gd name="T80" fmla="*/ 2147483647 w 420"/>
                <a:gd name="T81" fmla="*/ 2147483647 h 192"/>
                <a:gd name="T82" fmla="*/ 2147483647 w 420"/>
                <a:gd name="T83" fmla="*/ 2147483647 h 192"/>
                <a:gd name="T84" fmla="*/ 2147483647 w 420"/>
                <a:gd name="T85" fmla="*/ 2147483647 h 192"/>
                <a:gd name="T86" fmla="*/ 2147483647 w 420"/>
                <a:gd name="T87" fmla="*/ 2147483647 h 192"/>
                <a:gd name="T88" fmla="*/ 2147483647 w 420"/>
                <a:gd name="T89" fmla="*/ 2147483647 h 192"/>
                <a:gd name="T90" fmla="*/ 2147483647 w 420"/>
                <a:gd name="T91" fmla="*/ 2147483647 h 192"/>
                <a:gd name="T92" fmla="*/ 2147483647 w 420"/>
                <a:gd name="T93" fmla="*/ 2147483647 h 192"/>
                <a:gd name="T94" fmla="*/ 2147483647 w 420"/>
                <a:gd name="T95" fmla="*/ 2147483647 h 192"/>
                <a:gd name="T96" fmla="*/ 2147483647 w 420"/>
                <a:gd name="T97" fmla="*/ 2147483647 h 192"/>
                <a:gd name="T98" fmla="*/ 2147483647 w 420"/>
                <a:gd name="T99" fmla="*/ 2147483647 h 192"/>
                <a:gd name="T100" fmla="*/ 2147483647 w 420"/>
                <a:gd name="T101" fmla="*/ 2147483647 h 192"/>
                <a:gd name="T102" fmla="*/ 2147483647 w 420"/>
                <a:gd name="T103" fmla="*/ 2147483647 h 192"/>
                <a:gd name="T104" fmla="*/ 2147483647 w 420"/>
                <a:gd name="T105" fmla="*/ 2147483647 h 19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20"/>
                <a:gd name="T160" fmla="*/ 0 h 192"/>
                <a:gd name="T161" fmla="*/ 420 w 420"/>
                <a:gd name="T162" fmla="*/ 192 h 19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20" h="192">
                  <a:moveTo>
                    <a:pt x="408" y="108"/>
                  </a:moveTo>
                  <a:lnTo>
                    <a:pt x="402" y="96"/>
                  </a:lnTo>
                  <a:lnTo>
                    <a:pt x="402" y="90"/>
                  </a:lnTo>
                  <a:lnTo>
                    <a:pt x="390" y="84"/>
                  </a:lnTo>
                  <a:lnTo>
                    <a:pt x="372" y="84"/>
                  </a:lnTo>
                  <a:lnTo>
                    <a:pt x="372" y="78"/>
                  </a:lnTo>
                  <a:lnTo>
                    <a:pt x="366" y="72"/>
                  </a:lnTo>
                  <a:lnTo>
                    <a:pt x="360" y="84"/>
                  </a:lnTo>
                  <a:lnTo>
                    <a:pt x="354" y="78"/>
                  </a:lnTo>
                  <a:lnTo>
                    <a:pt x="348" y="66"/>
                  </a:lnTo>
                  <a:lnTo>
                    <a:pt x="342" y="60"/>
                  </a:lnTo>
                  <a:lnTo>
                    <a:pt x="324" y="60"/>
                  </a:lnTo>
                  <a:lnTo>
                    <a:pt x="330" y="54"/>
                  </a:lnTo>
                  <a:lnTo>
                    <a:pt x="312" y="54"/>
                  </a:lnTo>
                  <a:lnTo>
                    <a:pt x="300" y="60"/>
                  </a:lnTo>
                  <a:lnTo>
                    <a:pt x="294" y="60"/>
                  </a:lnTo>
                  <a:lnTo>
                    <a:pt x="294" y="66"/>
                  </a:lnTo>
                  <a:lnTo>
                    <a:pt x="276" y="66"/>
                  </a:lnTo>
                  <a:lnTo>
                    <a:pt x="270" y="60"/>
                  </a:lnTo>
                  <a:lnTo>
                    <a:pt x="264" y="60"/>
                  </a:lnTo>
                  <a:lnTo>
                    <a:pt x="264" y="48"/>
                  </a:lnTo>
                  <a:lnTo>
                    <a:pt x="252" y="42"/>
                  </a:lnTo>
                  <a:lnTo>
                    <a:pt x="264" y="36"/>
                  </a:lnTo>
                  <a:lnTo>
                    <a:pt x="258" y="30"/>
                  </a:lnTo>
                  <a:lnTo>
                    <a:pt x="234" y="30"/>
                  </a:lnTo>
                  <a:lnTo>
                    <a:pt x="234" y="24"/>
                  </a:lnTo>
                  <a:lnTo>
                    <a:pt x="228" y="24"/>
                  </a:lnTo>
                  <a:lnTo>
                    <a:pt x="216" y="18"/>
                  </a:lnTo>
                  <a:lnTo>
                    <a:pt x="198" y="18"/>
                  </a:lnTo>
                  <a:lnTo>
                    <a:pt x="192" y="0"/>
                  </a:lnTo>
                  <a:lnTo>
                    <a:pt x="174" y="0"/>
                  </a:lnTo>
                  <a:lnTo>
                    <a:pt x="162" y="12"/>
                  </a:lnTo>
                  <a:lnTo>
                    <a:pt x="156" y="12"/>
                  </a:lnTo>
                  <a:lnTo>
                    <a:pt x="144" y="0"/>
                  </a:lnTo>
                  <a:lnTo>
                    <a:pt x="138" y="6"/>
                  </a:lnTo>
                  <a:lnTo>
                    <a:pt x="132" y="6"/>
                  </a:lnTo>
                  <a:lnTo>
                    <a:pt x="126" y="12"/>
                  </a:lnTo>
                  <a:lnTo>
                    <a:pt x="126" y="18"/>
                  </a:lnTo>
                  <a:lnTo>
                    <a:pt x="108" y="18"/>
                  </a:lnTo>
                  <a:lnTo>
                    <a:pt x="108" y="24"/>
                  </a:lnTo>
                  <a:lnTo>
                    <a:pt x="84" y="24"/>
                  </a:lnTo>
                  <a:lnTo>
                    <a:pt x="84" y="30"/>
                  </a:lnTo>
                  <a:lnTo>
                    <a:pt x="66" y="36"/>
                  </a:lnTo>
                  <a:lnTo>
                    <a:pt x="54" y="48"/>
                  </a:lnTo>
                  <a:lnTo>
                    <a:pt x="42" y="42"/>
                  </a:lnTo>
                  <a:lnTo>
                    <a:pt x="36" y="42"/>
                  </a:lnTo>
                  <a:lnTo>
                    <a:pt x="30" y="48"/>
                  </a:lnTo>
                  <a:lnTo>
                    <a:pt x="30" y="54"/>
                  </a:lnTo>
                  <a:lnTo>
                    <a:pt x="18" y="54"/>
                  </a:lnTo>
                  <a:lnTo>
                    <a:pt x="18" y="60"/>
                  </a:lnTo>
                  <a:lnTo>
                    <a:pt x="6" y="60"/>
                  </a:lnTo>
                  <a:lnTo>
                    <a:pt x="6" y="54"/>
                  </a:lnTo>
                  <a:lnTo>
                    <a:pt x="0" y="54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2" y="72"/>
                  </a:lnTo>
                  <a:lnTo>
                    <a:pt x="24" y="84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12" y="96"/>
                  </a:lnTo>
                  <a:lnTo>
                    <a:pt x="24" y="108"/>
                  </a:lnTo>
                  <a:lnTo>
                    <a:pt x="30" y="120"/>
                  </a:lnTo>
                  <a:lnTo>
                    <a:pt x="36" y="120"/>
                  </a:lnTo>
                  <a:lnTo>
                    <a:pt x="36" y="126"/>
                  </a:lnTo>
                  <a:lnTo>
                    <a:pt x="48" y="132"/>
                  </a:lnTo>
                  <a:lnTo>
                    <a:pt x="60" y="132"/>
                  </a:lnTo>
                  <a:lnTo>
                    <a:pt x="66" y="144"/>
                  </a:lnTo>
                  <a:lnTo>
                    <a:pt x="72" y="144"/>
                  </a:lnTo>
                  <a:lnTo>
                    <a:pt x="78" y="156"/>
                  </a:lnTo>
                  <a:lnTo>
                    <a:pt x="90" y="156"/>
                  </a:lnTo>
                  <a:lnTo>
                    <a:pt x="96" y="162"/>
                  </a:lnTo>
                  <a:lnTo>
                    <a:pt x="102" y="162"/>
                  </a:lnTo>
                  <a:lnTo>
                    <a:pt x="102" y="174"/>
                  </a:lnTo>
                  <a:lnTo>
                    <a:pt x="120" y="192"/>
                  </a:lnTo>
                  <a:lnTo>
                    <a:pt x="132" y="192"/>
                  </a:lnTo>
                  <a:lnTo>
                    <a:pt x="144" y="186"/>
                  </a:lnTo>
                  <a:lnTo>
                    <a:pt x="150" y="186"/>
                  </a:lnTo>
                  <a:lnTo>
                    <a:pt x="162" y="192"/>
                  </a:lnTo>
                  <a:lnTo>
                    <a:pt x="162" y="174"/>
                  </a:lnTo>
                  <a:lnTo>
                    <a:pt x="168" y="174"/>
                  </a:lnTo>
                  <a:lnTo>
                    <a:pt x="174" y="162"/>
                  </a:lnTo>
                  <a:lnTo>
                    <a:pt x="180" y="156"/>
                  </a:lnTo>
                  <a:lnTo>
                    <a:pt x="198" y="156"/>
                  </a:lnTo>
                  <a:lnTo>
                    <a:pt x="210" y="162"/>
                  </a:lnTo>
                  <a:lnTo>
                    <a:pt x="222" y="174"/>
                  </a:lnTo>
                  <a:lnTo>
                    <a:pt x="234" y="168"/>
                  </a:lnTo>
                  <a:lnTo>
                    <a:pt x="246" y="180"/>
                  </a:lnTo>
                  <a:lnTo>
                    <a:pt x="258" y="174"/>
                  </a:lnTo>
                  <a:lnTo>
                    <a:pt x="264" y="168"/>
                  </a:lnTo>
                  <a:lnTo>
                    <a:pt x="276" y="168"/>
                  </a:lnTo>
                  <a:lnTo>
                    <a:pt x="282" y="174"/>
                  </a:lnTo>
                  <a:lnTo>
                    <a:pt x="288" y="174"/>
                  </a:lnTo>
                  <a:lnTo>
                    <a:pt x="300" y="180"/>
                  </a:lnTo>
                  <a:lnTo>
                    <a:pt x="306" y="174"/>
                  </a:lnTo>
                  <a:lnTo>
                    <a:pt x="324" y="174"/>
                  </a:lnTo>
                  <a:lnTo>
                    <a:pt x="330" y="168"/>
                  </a:lnTo>
                  <a:lnTo>
                    <a:pt x="330" y="174"/>
                  </a:lnTo>
                  <a:lnTo>
                    <a:pt x="348" y="174"/>
                  </a:lnTo>
                  <a:lnTo>
                    <a:pt x="360" y="168"/>
                  </a:lnTo>
                  <a:lnTo>
                    <a:pt x="366" y="162"/>
                  </a:lnTo>
                  <a:lnTo>
                    <a:pt x="378" y="156"/>
                  </a:lnTo>
                  <a:lnTo>
                    <a:pt x="378" y="132"/>
                  </a:lnTo>
                  <a:lnTo>
                    <a:pt x="402" y="126"/>
                  </a:lnTo>
                  <a:lnTo>
                    <a:pt x="420" y="114"/>
                  </a:lnTo>
                  <a:lnTo>
                    <a:pt x="414" y="108"/>
                  </a:lnTo>
                  <a:lnTo>
                    <a:pt x="408" y="10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28" name="Cyprus" descr="© INSCALE GmbH, 05.05.2010&#10;http://www.presentationload.com/">
              <a:extLst>
                <a:ext uri="{FF2B5EF4-FFF2-40B4-BE49-F238E27FC236}">
                  <a16:creationId xmlns:a16="http://schemas.microsoft.com/office/drawing/2014/main" id="{27AB2DD0-032D-4EDD-8181-DD1D80C03C27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459618" y="2059224"/>
              <a:ext cx="49113" cy="28258"/>
            </a:xfrm>
            <a:custGeom>
              <a:avLst/>
              <a:gdLst>
                <a:gd name="T0" fmla="*/ 0 w 150"/>
                <a:gd name="T1" fmla="*/ 2147483647 h 84"/>
                <a:gd name="T2" fmla="*/ 2147483647 w 150"/>
                <a:gd name="T3" fmla="*/ 2147483647 h 84"/>
                <a:gd name="T4" fmla="*/ 2147483647 w 150"/>
                <a:gd name="T5" fmla="*/ 2147483647 h 84"/>
                <a:gd name="T6" fmla="*/ 2147483647 w 150"/>
                <a:gd name="T7" fmla="*/ 2147483647 h 84"/>
                <a:gd name="T8" fmla="*/ 2147483647 w 150"/>
                <a:gd name="T9" fmla="*/ 2147483647 h 84"/>
                <a:gd name="T10" fmla="*/ 2147483647 w 150"/>
                <a:gd name="T11" fmla="*/ 2147483647 h 84"/>
                <a:gd name="T12" fmla="*/ 2147483647 w 150"/>
                <a:gd name="T13" fmla="*/ 2147483647 h 84"/>
                <a:gd name="T14" fmla="*/ 2147483647 w 150"/>
                <a:gd name="T15" fmla="*/ 2147483647 h 84"/>
                <a:gd name="T16" fmla="*/ 2147483647 w 150"/>
                <a:gd name="T17" fmla="*/ 2147483647 h 84"/>
                <a:gd name="T18" fmla="*/ 2147483647 w 150"/>
                <a:gd name="T19" fmla="*/ 2147483647 h 84"/>
                <a:gd name="T20" fmla="*/ 2147483647 w 150"/>
                <a:gd name="T21" fmla="*/ 2147483647 h 84"/>
                <a:gd name="T22" fmla="*/ 2147483647 w 150"/>
                <a:gd name="T23" fmla="*/ 2147483647 h 84"/>
                <a:gd name="T24" fmla="*/ 2147483647 w 150"/>
                <a:gd name="T25" fmla="*/ 2147483647 h 84"/>
                <a:gd name="T26" fmla="*/ 2147483647 w 150"/>
                <a:gd name="T27" fmla="*/ 0 h 84"/>
                <a:gd name="T28" fmla="*/ 2147483647 w 150"/>
                <a:gd name="T29" fmla="*/ 2147483647 h 84"/>
                <a:gd name="T30" fmla="*/ 2147483647 w 150"/>
                <a:gd name="T31" fmla="*/ 2147483647 h 84"/>
                <a:gd name="T32" fmla="*/ 2147483647 w 150"/>
                <a:gd name="T33" fmla="*/ 2147483647 h 84"/>
                <a:gd name="T34" fmla="*/ 2147483647 w 150"/>
                <a:gd name="T35" fmla="*/ 2147483647 h 84"/>
                <a:gd name="T36" fmla="*/ 2147483647 w 150"/>
                <a:gd name="T37" fmla="*/ 2147483647 h 84"/>
                <a:gd name="T38" fmla="*/ 0 w 150"/>
                <a:gd name="T39" fmla="*/ 2147483647 h 84"/>
                <a:gd name="T40" fmla="*/ 0 w 150"/>
                <a:gd name="T41" fmla="*/ 2147483647 h 8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50"/>
                <a:gd name="T64" fmla="*/ 0 h 84"/>
                <a:gd name="T65" fmla="*/ 150 w 150"/>
                <a:gd name="T66" fmla="*/ 84 h 8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50" h="84">
                  <a:moveTo>
                    <a:pt x="0" y="48"/>
                  </a:moveTo>
                  <a:lnTo>
                    <a:pt x="6" y="60"/>
                  </a:lnTo>
                  <a:lnTo>
                    <a:pt x="30" y="72"/>
                  </a:lnTo>
                  <a:lnTo>
                    <a:pt x="36" y="84"/>
                  </a:lnTo>
                  <a:lnTo>
                    <a:pt x="54" y="84"/>
                  </a:lnTo>
                  <a:lnTo>
                    <a:pt x="60" y="78"/>
                  </a:lnTo>
                  <a:lnTo>
                    <a:pt x="72" y="72"/>
                  </a:lnTo>
                  <a:lnTo>
                    <a:pt x="78" y="66"/>
                  </a:lnTo>
                  <a:lnTo>
                    <a:pt x="90" y="60"/>
                  </a:lnTo>
                  <a:lnTo>
                    <a:pt x="96" y="54"/>
                  </a:lnTo>
                  <a:lnTo>
                    <a:pt x="102" y="60"/>
                  </a:lnTo>
                  <a:lnTo>
                    <a:pt x="120" y="60"/>
                  </a:lnTo>
                  <a:lnTo>
                    <a:pt x="120" y="36"/>
                  </a:lnTo>
                  <a:lnTo>
                    <a:pt x="150" y="0"/>
                  </a:lnTo>
                  <a:lnTo>
                    <a:pt x="108" y="24"/>
                  </a:lnTo>
                  <a:lnTo>
                    <a:pt x="54" y="24"/>
                  </a:lnTo>
                  <a:lnTo>
                    <a:pt x="48" y="30"/>
                  </a:lnTo>
                  <a:lnTo>
                    <a:pt x="48" y="36"/>
                  </a:lnTo>
                  <a:lnTo>
                    <a:pt x="12" y="36"/>
                  </a:lnTo>
                  <a:lnTo>
                    <a:pt x="0" y="42"/>
                  </a:lnTo>
                  <a:lnTo>
                    <a:pt x="0" y="4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29" name="Cuba" descr="© INSCALE GmbH, 05.05.2010&#10;http://www.presentationload.com/">
              <a:extLst>
                <a:ext uri="{FF2B5EF4-FFF2-40B4-BE49-F238E27FC236}">
                  <a16:creationId xmlns:a16="http://schemas.microsoft.com/office/drawing/2014/main" id="{6A15DDC7-BC89-4788-A508-41B07290C5A2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1780436" y="2386758"/>
              <a:ext cx="244266" cy="88627"/>
            </a:xfrm>
            <a:custGeom>
              <a:avLst/>
              <a:gdLst>
                <a:gd name="T0" fmla="*/ 2147483647 w 738"/>
                <a:gd name="T1" fmla="*/ 2147483647 h 270"/>
                <a:gd name="T2" fmla="*/ 2147483647 w 738"/>
                <a:gd name="T3" fmla="*/ 2147483647 h 270"/>
                <a:gd name="T4" fmla="*/ 2147483647 w 738"/>
                <a:gd name="T5" fmla="*/ 2147483647 h 270"/>
                <a:gd name="T6" fmla="*/ 2147483647 w 738"/>
                <a:gd name="T7" fmla="*/ 2147483647 h 270"/>
                <a:gd name="T8" fmla="*/ 2147483647 w 738"/>
                <a:gd name="T9" fmla="*/ 2147483647 h 270"/>
                <a:gd name="T10" fmla="*/ 2147483647 w 738"/>
                <a:gd name="T11" fmla="*/ 2147483647 h 270"/>
                <a:gd name="T12" fmla="*/ 2147483647 w 738"/>
                <a:gd name="T13" fmla="*/ 2147483647 h 270"/>
                <a:gd name="T14" fmla="*/ 2147483647 w 738"/>
                <a:gd name="T15" fmla="*/ 2147483647 h 270"/>
                <a:gd name="T16" fmla="*/ 2147483647 w 738"/>
                <a:gd name="T17" fmla="*/ 2147483647 h 270"/>
                <a:gd name="T18" fmla="*/ 2147483647 w 738"/>
                <a:gd name="T19" fmla="*/ 2147483647 h 270"/>
                <a:gd name="T20" fmla="*/ 2147483647 w 738"/>
                <a:gd name="T21" fmla="*/ 2147483647 h 270"/>
                <a:gd name="T22" fmla="*/ 2147483647 w 738"/>
                <a:gd name="T23" fmla="*/ 2147483647 h 270"/>
                <a:gd name="T24" fmla="*/ 2147483647 w 738"/>
                <a:gd name="T25" fmla="*/ 2147483647 h 270"/>
                <a:gd name="T26" fmla="*/ 2147483647 w 738"/>
                <a:gd name="T27" fmla="*/ 2147483647 h 270"/>
                <a:gd name="T28" fmla="*/ 2147483647 w 738"/>
                <a:gd name="T29" fmla="*/ 2147483647 h 270"/>
                <a:gd name="T30" fmla="*/ 2147483647 w 738"/>
                <a:gd name="T31" fmla="*/ 2147483647 h 270"/>
                <a:gd name="T32" fmla="*/ 2147483647 w 738"/>
                <a:gd name="T33" fmla="*/ 2147483647 h 270"/>
                <a:gd name="T34" fmla="*/ 2147483647 w 738"/>
                <a:gd name="T35" fmla="*/ 2147483647 h 270"/>
                <a:gd name="T36" fmla="*/ 2147483647 w 738"/>
                <a:gd name="T37" fmla="*/ 0 h 270"/>
                <a:gd name="T38" fmla="*/ 2147483647 w 738"/>
                <a:gd name="T39" fmla="*/ 2147483647 h 270"/>
                <a:gd name="T40" fmla="*/ 2147483647 w 738"/>
                <a:gd name="T41" fmla="*/ 2147483647 h 270"/>
                <a:gd name="T42" fmla="*/ 2147483647 w 738"/>
                <a:gd name="T43" fmla="*/ 2147483647 h 270"/>
                <a:gd name="T44" fmla="*/ 2147483647 w 738"/>
                <a:gd name="T45" fmla="*/ 2147483647 h 270"/>
                <a:gd name="T46" fmla="*/ 2147483647 w 738"/>
                <a:gd name="T47" fmla="*/ 2147483647 h 270"/>
                <a:gd name="T48" fmla="*/ 2147483647 w 738"/>
                <a:gd name="T49" fmla="*/ 2147483647 h 270"/>
                <a:gd name="T50" fmla="*/ 2147483647 w 738"/>
                <a:gd name="T51" fmla="*/ 2147483647 h 270"/>
                <a:gd name="T52" fmla="*/ 2147483647 w 738"/>
                <a:gd name="T53" fmla="*/ 2147483647 h 270"/>
                <a:gd name="T54" fmla="*/ 2147483647 w 738"/>
                <a:gd name="T55" fmla="*/ 2147483647 h 270"/>
                <a:gd name="T56" fmla="*/ 2147483647 w 738"/>
                <a:gd name="T57" fmla="*/ 2147483647 h 270"/>
                <a:gd name="T58" fmla="*/ 2147483647 w 738"/>
                <a:gd name="T59" fmla="*/ 2147483647 h 270"/>
                <a:gd name="T60" fmla="*/ 2147483647 w 738"/>
                <a:gd name="T61" fmla="*/ 2147483647 h 270"/>
                <a:gd name="T62" fmla="*/ 2147483647 w 738"/>
                <a:gd name="T63" fmla="*/ 2147483647 h 270"/>
                <a:gd name="T64" fmla="*/ 2147483647 w 738"/>
                <a:gd name="T65" fmla="*/ 2147483647 h 270"/>
                <a:gd name="T66" fmla="*/ 2147483647 w 738"/>
                <a:gd name="T67" fmla="*/ 2147483647 h 270"/>
                <a:gd name="T68" fmla="*/ 2147483647 w 738"/>
                <a:gd name="T69" fmla="*/ 2147483647 h 270"/>
                <a:gd name="T70" fmla="*/ 2147483647 w 738"/>
                <a:gd name="T71" fmla="*/ 2147483647 h 270"/>
                <a:gd name="T72" fmla="*/ 2147483647 w 738"/>
                <a:gd name="T73" fmla="*/ 2147483647 h 270"/>
                <a:gd name="T74" fmla="*/ 2147483647 w 738"/>
                <a:gd name="T75" fmla="*/ 2147483647 h 270"/>
                <a:gd name="T76" fmla="*/ 2147483647 w 738"/>
                <a:gd name="T77" fmla="*/ 2147483647 h 270"/>
                <a:gd name="T78" fmla="*/ 2147483647 w 738"/>
                <a:gd name="T79" fmla="*/ 2147483647 h 270"/>
                <a:gd name="T80" fmla="*/ 2147483647 w 738"/>
                <a:gd name="T81" fmla="*/ 2147483647 h 270"/>
                <a:gd name="T82" fmla="*/ 2147483647 w 738"/>
                <a:gd name="T83" fmla="*/ 2147483647 h 270"/>
                <a:gd name="T84" fmla="*/ 2147483647 w 738"/>
                <a:gd name="T85" fmla="*/ 2147483647 h 270"/>
                <a:gd name="T86" fmla="*/ 2147483647 w 738"/>
                <a:gd name="T87" fmla="*/ 2147483647 h 270"/>
                <a:gd name="T88" fmla="*/ 2147483647 w 738"/>
                <a:gd name="T89" fmla="*/ 2147483647 h 270"/>
                <a:gd name="T90" fmla="*/ 2147483647 w 738"/>
                <a:gd name="T91" fmla="*/ 2147483647 h 270"/>
                <a:gd name="T92" fmla="*/ 2147483647 w 738"/>
                <a:gd name="T93" fmla="*/ 2147483647 h 270"/>
                <a:gd name="T94" fmla="*/ 2147483647 w 738"/>
                <a:gd name="T95" fmla="*/ 2147483647 h 270"/>
                <a:gd name="T96" fmla="*/ 2147483647 w 738"/>
                <a:gd name="T97" fmla="*/ 2147483647 h 270"/>
                <a:gd name="T98" fmla="*/ 2147483647 w 738"/>
                <a:gd name="T99" fmla="*/ 2147483647 h 270"/>
                <a:gd name="T100" fmla="*/ 2147483647 w 738"/>
                <a:gd name="T101" fmla="*/ 2147483647 h 270"/>
                <a:gd name="T102" fmla="*/ 2147483647 w 738"/>
                <a:gd name="T103" fmla="*/ 2147483647 h 270"/>
                <a:gd name="T104" fmla="*/ 2147483647 w 738"/>
                <a:gd name="T105" fmla="*/ 2147483647 h 270"/>
                <a:gd name="T106" fmla="*/ 2147483647 w 738"/>
                <a:gd name="T107" fmla="*/ 2147483647 h 270"/>
                <a:gd name="T108" fmla="*/ 2147483647 w 738"/>
                <a:gd name="T109" fmla="*/ 2147483647 h 270"/>
                <a:gd name="T110" fmla="*/ 2147483647 w 738"/>
                <a:gd name="T111" fmla="*/ 2147483647 h 270"/>
                <a:gd name="T112" fmla="*/ 2147483647 w 738"/>
                <a:gd name="T113" fmla="*/ 2147483647 h 270"/>
                <a:gd name="T114" fmla="*/ 2147483647 w 738"/>
                <a:gd name="T115" fmla="*/ 2147483647 h 27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738"/>
                <a:gd name="T175" fmla="*/ 0 h 270"/>
                <a:gd name="T176" fmla="*/ 738 w 738"/>
                <a:gd name="T177" fmla="*/ 270 h 27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738" h="270">
                  <a:moveTo>
                    <a:pt x="708" y="228"/>
                  </a:moveTo>
                  <a:lnTo>
                    <a:pt x="690" y="222"/>
                  </a:lnTo>
                  <a:lnTo>
                    <a:pt x="666" y="222"/>
                  </a:lnTo>
                  <a:lnTo>
                    <a:pt x="666" y="204"/>
                  </a:lnTo>
                  <a:lnTo>
                    <a:pt x="660" y="198"/>
                  </a:lnTo>
                  <a:lnTo>
                    <a:pt x="648" y="192"/>
                  </a:lnTo>
                  <a:lnTo>
                    <a:pt x="600" y="192"/>
                  </a:lnTo>
                  <a:lnTo>
                    <a:pt x="624" y="168"/>
                  </a:lnTo>
                  <a:lnTo>
                    <a:pt x="612" y="168"/>
                  </a:lnTo>
                  <a:lnTo>
                    <a:pt x="600" y="162"/>
                  </a:lnTo>
                  <a:lnTo>
                    <a:pt x="558" y="162"/>
                  </a:lnTo>
                  <a:lnTo>
                    <a:pt x="534" y="150"/>
                  </a:lnTo>
                  <a:lnTo>
                    <a:pt x="528" y="144"/>
                  </a:lnTo>
                  <a:lnTo>
                    <a:pt x="522" y="144"/>
                  </a:lnTo>
                  <a:lnTo>
                    <a:pt x="528" y="138"/>
                  </a:lnTo>
                  <a:lnTo>
                    <a:pt x="528" y="132"/>
                  </a:lnTo>
                  <a:lnTo>
                    <a:pt x="534" y="126"/>
                  </a:lnTo>
                  <a:lnTo>
                    <a:pt x="534" y="120"/>
                  </a:lnTo>
                  <a:lnTo>
                    <a:pt x="522" y="120"/>
                  </a:lnTo>
                  <a:lnTo>
                    <a:pt x="510" y="114"/>
                  </a:lnTo>
                  <a:lnTo>
                    <a:pt x="504" y="114"/>
                  </a:lnTo>
                  <a:lnTo>
                    <a:pt x="474" y="84"/>
                  </a:lnTo>
                  <a:lnTo>
                    <a:pt x="462" y="78"/>
                  </a:lnTo>
                  <a:lnTo>
                    <a:pt x="450" y="66"/>
                  </a:lnTo>
                  <a:lnTo>
                    <a:pt x="432" y="66"/>
                  </a:lnTo>
                  <a:lnTo>
                    <a:pt x="432" y="84"/>
                  </a:lnTo>
                  <a:lnTo>
                    <a:pt x="444" y="96"/>
                  </a:lnTo>
                  <a:lnTo>
                    <a:pt x="450" y="96"/>
                  </a:lnTo>
                  <a:lnTo>
                    <a:pt x="378" y="60"/>
                  </a:lnTo>
                  <a:lnTo>
                    <a:pt x="372" y="54"/>
                  </a:lnTo>
                  <a:lnTo>
                    <a:pt x="360" y="48"/>
                  </a:lnTo>
                  <a:lnTo>
                    <a:pt x="354" y="36"/>
                  </a:lnTo>
                  <a:lnTo>
                    <a:pt x="342" y="30"/>
                  </a:lnTo>
                  <a:lnTo>
                    <a:pt x="330" y="18"/>
                  </a:lnTo>
                  <a:lnTo>
                    <a:pt x="270" y="18"/>
                  </a:lnTo>
                  <a:lnTo>
                    <a:pt x="258" y="12"/>
                  </a:lnTo>
                  <a:lnTo>
                    <a:pt x="228" y="6"/>
                  </a:lnTo>
                  <a:lnTo>
                    <a:pt x="174" y="0"/>
                  </a:lnTo>
                  <a:lnTo>
                    <a:pt x="126" y="6"/>
                  </a:lnTo>
                  <a:lnTo>
                    <a:pt x="96" y="18"/>
                  </a:lnTo>
                  <a:lnTo>
                    <a:pt x="72" y="42"/>
                  </a:lnTo>
                  <a:lnTo>
                    <a:pt x="60" y="48"/>
                  </a:lnTo>
                  <a:lnTo>
                    <a:pt x="42" y="60"/>
                  </a:lnTo>
                  <a:lnTo>
                    <a:pt x="24" y="66"/>
                  </a:lnTo>
                  <a:lnTo>
                    <a:pt x="12" y="72"/>
                  </a:lnTo>
                  <a:lnTo>
                    <a:pt x="6" y="78"/>
                  </a:lnTo>
                  <a:lnTo>
                    <a:pt x="0" y="78"/>
                  </a:lnTo>
                  <a:lnTo>
                    <a:pt x="72" y="72"/>
                  </a:lnTo>
                  <a:lnTo>
                    <a:pt x="72" y="60"/>
                  </a:lnTo>
                  <a:lnTo>
                    <a:pt x="150" y="54"/>
                  </a:lnTo>
                  <a:lnTo>
                    <a:pt x="174" y="42"/>
                  </a:lnTo>
                  <a:lnTo>
                    <a:pt x="198" y="42"/>
                  </a:lnTo>
                  <a:lnTo>
                    <a:pt x="222" y="54"/>
                  </a:lnTo>
                  <a:lnTo>
                    <a:pt x="222" y="60"/>
                  </a:lnTo>
                  <a:lnTo>
                    <a:pt x="216" y="60"/>
                  </a:lnTo>
                  <a:lnTo>
                    <a:pt x="210" y="66"/>
                  </a:lnTo>
                  <a:lnTo>
                    <a:pt x="198" y="66"/>
                  </a:lnTo>
                  <a:lnTo>
                    <a:pt x="192" y="72"/>
                  </a:lnTo>
                  <a:lnTo>
                    <a:pt x="186" y="72"/>
                  </a:lnTo>
                  <a:lnTo>
                    <a:pt x="204" y="78"/>
                  </a:lnTo>
                  <a:lnTo>
                    <a:pt x="210" y="78"/>
                  </a:lnTo>
                  <a:lnTo>
                    <a:pt x="216" y="84"/>
                  </a:lnTo>
                  <a:lnTo>
                    <a:pt x="228" y="90"/>
                  </a:lnTo>
                  <a:lnTo>
                    <a:pt x="246" y="96"/>
                  </a:lnTo>
                  <a:lnTo>
                    <a:pt x="258" y="102"/>
                  </a:lnTo>
                  <a:lnTo>
                    <a:pt x="276" y="102"/>
                  </a:lnTo>
                  <a:lnTo>
                    <a:pt x="282" y="96"/>
                  </a:lnTo>
                  <a:lnTo>
                    <a:pt x="282" y="90"/>
                  </a:lnTo>
                  <a:lnTo>
                    <a:pt x="294" y="96"/>
                  </a:lnTo>
                  <a:lnTo>
                    <a:pt x="300" y="102"/>
                  </a:lnTo>
                  <a:lnTo>
                    <a:pt x="318" y="114"/>
                  </a:lnTo>
                  <a:lnTo>
                    <a:pt x="342" y="126"/>
                  </a:lnTo>
                  <a:lnTo>
                    <a:pt x="372" y="126"/>
                  </a:lnTo>
                  <a:lnTo>
                    <a:pt x="390" y="120"/>
                  </a:lnTo>
                  <a:lnTo>
                    <a:pt x="402" y="120"/>
                  </a:lnTo>
                  <a:lnTo>
                    <a:pt x="390" y="144"/>
                  </a:lnTo>
                  <a:lnTo>
                    <a:pt x="450" y="168"/>
                  </a:lnTo>
                  <a:lnTo>
                    <a:pt x="474" y="204"/>
                  </a:lnTo>
                  <a:lnTo>
                    <a:pt x="480" y="210"/>
                  </a:lnTo>
                  <a:lnTo>
                    <a:pt x="492" y="216"/>
                  </a:lnTo>
                  <a:lnTo>
                    <a:pt x="498" y="222"/>
                  </a:lnTo>
                  <a:lnTo>
                    <a:pt x="498" y="228"/>
                  </a:lnTo>
                  <a:lnTo>
                    <a:pt x="474" y="252"/>
                  </a:lnTo>
                  <a:lnTo>
                    <a:pt x="474" y="258"/>
                  </a:lnTo>
                  <a:lnTo>
                    <a:pt x="480" y="264"/>
                  </a:lnTo>
                  <a:lnTo>
                    <a:pt x="492" y="258"/>
                  </a:lnTo>
                  <a:lnTo>
                    <a:pt x="504" y="258"/>
                  </a:lnTo>
                  <a:lnTo>
                    <a:pt x="528" y="246"/>
                  </a:lnTo>
                  <a:lnTo>
                    <a:pt x="558" y="246"/>
                  </a:lnTo>
                  <a:lnTo>
                    <a:pt x="558" y="252"/>
                  </a:lnTo>
                  <a:lnTo>
                    <a:pt x="552" y="252"/>
                  </a:lnTo>
                  <a:lnTo>
                    <a:pt x="546" y="258"/>
                  </a:lnTo>
                  <a:lnTo>
                    <a:pt x="546" y="264"/>
                  </a:lnTo>
                  <a:lnTo>
                    <a:pt x="558" y="264"/>
                  </a:lnTo>
                  <a:lnTo>
                    <a:pt x="564" y="270"/>
                  </a:lnTo>
                  <a:lnTo>
                    <a:pt x="612" y="270"/>
                  </a:lnTo>
                  <a:lnTo>
                    <a:pt x="636" y="264"/>
                  </a:lnTo>
                  <a:lnTo>
                    <a:pt x="684" y="258"/>
                  </a:lnTo>
                  <a:lnTo>
                    <a:pt x="720" y="252"/>
                  </a:lnTo>
                  <a:lnTo>
                    <a:pt x="738" y="246"/>
                  </a:lnTo>
                  <a:lnTo>
                    <a:pt x="738" y="240"/>
                  </a:lnTo>
                  <a:lnTo>
                    <a:pt x="732" y="234"/>
                  </a:lnTo>
                  <a:lnTo>
                    <a:pt x="720" y="228"/>
                  </a:lnTo>
                  <a:lnTo>
                    <a:pt x="708" y="228"/>
                  </a:lnTo>
                  <a:close/>
                  <a:moveTo>
                    <a:pt x="114" y="126"/>
                  </a:moveTo>
                  <a:lnTo>
                    <a:pt x="114" y="132"/>
                  </a:lnTo>
                  <a:lnTo>
                    <a:pt x="120" y="138"/>
                  </a:lnTo>
                  <a:lnTo>
                    <a:pt x="132" y="144"/>
                  </a:lnTo>
                  <a:lnTo>
                    <a:pt x="144" y="138"/>
                  </a:lnTo>
                  <a:lnTo>
                    <a:pt x="150" y="138"/>
                  </a:lnTo>
                  <a:lnTo>
                    <a:pt x="156" y="126"/>
                  </a:lnTo>
                  <a:lnTo>
                    <a:pt x="156" y="120"/>
                  </a:lnTo>
                  <a:lnTo>
                    <a:pt x="150" y="114"/>
                  </a:lnTo>
                  <a:lnTo>
                    <a:pt x="138" y="114"/>
                  </a:lnTo>
                  <a:lnTo>
                    <a:pt x="126" y="120"/>
                  </a:lnTo>
                  <a:lnTo>
                    <a:pt x="120" y="120"/>
                  </a:lnTo>
                  <a:lnTo>
                    <a:pt x="114" y="12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30" name="Croatia" descr="© INSCALE GmbH, 05.05.2010&#10;http://www.presentationload.com/">
              <a:extLst>
                <a:ext uri="{FF2B5EF4-FFF2-40B4-BE49-F238E27FC236}">
                  <a16:creationId xmlns:a16="http://schemas.microsoft.com/office/drawing/2014/main" id="{2EB5116E-0D54-4E72-B51B-6C40567CD75D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044751" y="1774077"/>
              <a:ext cx="121487" cy="89910"/>
            </a:xfrm>
            <a:custGeom>
              <a:avLst/>
              <a:gdLst>
                <a:gd name="T0" fmla="*/ 2147483647 w 366"/>
                <a:gd name="T1" fmla="*/ 2147483647 h 276"/>
                <a:gd name="T2" fmla="*/ 2147483647 w 366"/>
                <a:gd name="T3" fmla="*/ 2147483647 h 276"/>
                <a:gd name="T4" fmla="*/ 2147483647 w 366"/>
                <a:gd name="T5" fmla="*/ 2147483647 h 276"/>
                <a:gd name="T6" fmla="*/ 2147483647 w 366"/>
                <a:gd name="T7" fmla="*/ 2147483647 h 276"/>
                <a:gd name="T8" fmla="*/ 2147483647 w 366"/>
                <a:gd name="T9" fmla="*/ 2147483647 h 276"/>
                <a:gd name="T10" fmla="*/ 2147483647 w 366"/>
                <a:gd name="T11" fmla="*/ 2147483647 h 276"/>
                <a:gd name="T12" fmla="*/ 2147483647 w 366"/>
                <a:gd name="T13" fmla="*/ 2147483647 h 276"/>
                <a:gd name="T14" fmla="*/ 2147483647 w 366"/>
                <a:gd name="T15" fmla="*/ 2147483647 h 276"/>
                <a:gd name="T16" fmla="*/ 2147483647 w 366"/>
                <a:gd name="T17" fmla="*/ 2147483647 h 276"/>
                <a:gd name="T18" fmla="*/ 2147483647 w 366"/>
                <a:gd name="T19" fmla="*/ 2147483647 h 276"/>
                <a:gd name="T20" fmla="*/ 2147483647 w 366"/>
                <a:gd name="T21" fmla="*/ 2147483647 h 276"/>
                <a:gd name="T22" fmla="*/ 2147483647 w 366"/>
                <a:gd name="T23" fmla="*/ 0 h 276"/>
                <a:gd name="T24" fmla="*/ 2147483647 w 366"/>
                <a:gd name="T25" fmla="*/ 2147483647 h 276"/>
                <a:gd name="T26" fmla="*/ 2147483647 w 366"/>
                <a:gd name="T27" fmla="*/ 2147483647 h 276"/>
                <a:gd name="T28" fmla="*/ 2147483647 w 366"/>
                <a:gd name="T29" fmla="*/ 2147483647 h 276"/>
                <a:gd name="T30" fmla="*/ 2147483647 w 366"/>
                <a:gd name="T31" fmla="*/ 2147483647 h 276"/>
                <a:gd name="T32" fmla="*/ 2147483647 w 366"/>
                <a:gd name="T33" fmla="*/ 2147483647 h 276"/>
                <a:gd name="T34" fmla="*/ 2147483647 w 366"/>
                <a:gd name="T35" fmla="*/ 2147483647 h 276"/>
                <a:gd name="T36" fmla="*/ 2147483647 w 366"/>
                <a:gd name="T37" fmla="*/ 2147483647 h 276"/>
                <a:gd name="T38" fmla="*/ 2147483647 w 366"/>
                <a:gd name="T39" fmla="*/ 2147483647 h 276"/>
                <a:gd name="T40" fmla="*/ 0 w 366"/>
                <a:gd name="T41" fmla="*/ 2147483647 h 276"/>
                <a:gd name="T42" fmla="*/ 2147483647 w 366"/>
                <a:gd name="T43" fmla="*/ 2147483647 h 276"/>
                <a:gd name="T44" fmla="*/ 2147483647 w 366"/>
                <a:gd name="T45" fmla="*/ 2147483647 h 276"/>
                <a:gd name="T46" fmla="*/ 2147483647 w 366"/>
                <a:gd name="T47" fmla="*/ 2147483647 h 276"/>
                <a:gd name="T48" fmla="*/ 2147483647 w 366"/>
                <a:gd name="T49" fmla="*/ 2147483647 h 276"/>
                <a:gd name="T50" fmla="*/ 2147483647 w 366"/>
                <a:gd name="T51" fmla="*/ 2147483647 h 276"/>
                <a:gd name="T52" fmla="*/ 2147483647 w 366"/>
                <a:gd name="T53" fmla="*/ 2147483647 h 276"/>
                <a:gd name="T54" fmla="*/ 2147483647 w 366"/>
                <a:gd name="T55" fmla="*/ 2147483647 h 276"/>
                <a:gd name="T56" fmla="*/ 2147483647 w 366"/>
                <a:gd name="T57" fmla="*/ 2147483647 h 276"/>
                <a:gd name="T58" fmla="*/ 2147483647 w 366"/>
                <a:gd name="T59" fmla="*/ 2147483647 h 276"/>
                <a:gd name="T60" fmla="*/ 2147483647 w 366"/>
                <a:gd name="T61" fmla="*/ 2147483647 h 276"/>
                <a:gd name="T62" fmla="*/ 2147483647 w 366"/>
                <a:gd name="T63" fmla="*/ 2147483647 h 276"/>
                <a:gd name="T64" fmla="*/ 2147483647 w 366"/>
                <a:gd name="T65" fmla="*/ 2147483647 h 276"/>
                <a:gd name="T66" fmla="*/ 2147483647 w 366"/>
                <a:gd name="T67" fmla="*/ 2147483647 h 276"/>
                <a:gd name="T68" fmla="*/ 2147483647 w 366"/>
                <a:gd name="T69" fmla="*/ 2147483647 h 276"/>
                <a:gd name="T70" fmla="*/ 2147483647 w 366"/>
                <a:gd name="T71" fmla="*/ 2147483647 h 276"/>
                <a:gd name="T72" fmla="*/ 2147483647 w 366"/>
                <a:gd name="T73" fmla="*/ 2147483647 h 276"/>
                <a:gd name="T74" fmla="*/ 2147483647 w 366"/>
                <a:gd name="T75" fmla="*/ 2147483647 h 276"/>
                <a:gd name="T76" fmla="*/ 2147483647 w 366"/>
                <a:gd name="T77" fmla="*/ 2147483647 h 276"/>
                <a:gd name="T78" fmla="*/ 2147483647 w 366"/>
                <a:gd name="T79" fmla="*/ 2147483647 h 276"/>
                <a:gd name="T80" fmla="*/ 2147483647 w 366"/>
                <a:gd name="T81" fmla="*/ 2147483647 h 276"/>
                <a:gd name="T82" fmla="*/ 2147483647 w 366"/>
                <a:gd name="T83" fmla="*/ 2147483647 h 276"/>
                <a:gd name="T84" fmla="*/ 2147483647 w 366"/>
                <a:gd name="T85" fmla="*/ 2147483647 h 276"/>
                <a:gd name="T86" fmla="*/ 2147483647 w 366"/>
                <a:gd name="T87" fmla="*/ 2147483647 h 276"/>
                <a:gd name="T88" fmla="*/ 2147483647 w 366"/>
                <a:gd name="T89" fmla="*/ 2147483647 h 276"/>
                <a:gd name="T90" fmla="*/ 2147483647 w 366"/>
                <a:gd name="T91" fmla="*/ 2147483647 h 27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66"/>
                <a:gd name="T139" fmla="*/ 0 h 276"/>
                <a:gd name="T140" fmla="*/ 366 w 366"/>
                <a:gd name="T141" fmla="*/ 276 h 27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66" h="276">
                  <a:moveTo>
                    <a:pt x="342" y="126"/>
                  </a:moveTo>
                  <a:lnTo>
                    <a:pt x="342" y="114"/>
                  </a:lnTo>
                  <a:lnTo>
                    <a:pt x="348" y="114"/>
                  </a:lnTo>
                  <a:lnTo>
                    <a:pt x="354" y="108"/>
                  </a:lnTo>
                  <a:lnTo>
                    <a:pt x="360" y="108"/>
                  </a:lnTo>
                  <a:lnTo>
                    <a:pt x="366" y="102"/>
                  </a:lnTo>
                  <a:lnTo>
                    <a:pt x="360" y="102"/>
                  </a:lnTo>
                  <a:lnTo>
                    <a:pt x="348" y="96"/>
                  </a:lnTo>
                  <a:lnTo>
                    <a:pt x="336" y="96"/>
                  </a:lnTo>
                  <a:lnTo>
                    <a:pt x="342" y="78"/>
                  </a:lnTo>
                  <a:lnTo>
                    <a:pt x="336" y="78"/>
                  </a:lnTo>
                  <a:lnTo>
                    <a:pt x="330" y="48"/>
                  </a:lnTo>
                  <a:lnTo>
                    <a:pt x="324" y="48"/>
                  </a:lnTo>
                  <a:lnTo>
                    <a:pt x="312" y="54"/>
                  </a:lnTo>
                  <a:lnTo>
                    <a:pt x="270" y="60"/>
                  </a:lnTo>
                  <a:lnTo>
                    <a:pt x="264" y="48"/>
                  </a:lnTo>
                  <a:lnTo>
                    <a:pt x="246" y="48"/>
                  </a:lnTo>
                  <a:lnTo>
                    <a:pt x="234" y="42"/>
                  </a:lnTo>
                  <a:lnTo>
                    <a:pt x="228" y="36"/>
                  </a:lnTo>
                  <a:lnTo>
                    <a:pt x="216" y="30"/>
                  </a:lnTo>
                  <a:lnTo>
                    <a:pt x="204" y="18"/>
                  </a:lnTo>
                  <a:lnTo>
                    <a:pt x="204" y="12"/>
                  </a:lnTo>
                  <a:lnTo>
                    <a:pt x="198" y="6"/>
                  </a:lnTo>
                  <a:lnTo>
                    <a:pt x="186" y="0"/>
                  </a:lnTo>
                  <a:lnTo>
                    <a:pt x="162" y="0"/>
                  </a:lnTo>
                  <a:lnTo>
                    <a:pt x="162" y="12"/>
                  </a:lnTo>
                  <a:lnTo>
                    <a:pt x="150" y="18"/>
                  </a:lnTo>
                  <a:lnTo>
                    <a:pt x="120" y="18"/>
                  </a:lnTo>
                  <a:lnTo>
                    <a:pt x="120" y="30"/>
                  </a:lnTo>
                  <a:lnTo>
                    <a:pt x="126" y="36"/>
                  </a:lnTo>
                  <a:lnTo>
                    <a:pt x="126" y="42"/>
                  </a:lnTo>
                  <a:lnTo>
                    <a:pt x="114" y="54"/>
                  </a:lnTo>
                  <a:lnTo>
                    <a:pt x="102" y="60"/>
                  </a:lnTo>
                  <a:lnTo>
                    <a:pt x="102" y="78"/>
                  </a:lnTo>
                  <a:lnTo>
                    <a:pt x="60" y="78"/>
                  </a:lnTo>
                  <a:lnTo>
                    <a:pt x="54" y="72"/>
                  </a:lnTo>
                  <a:lnTo>
                    <a:pt x="54" y="66"/>
                  </a:lnTo>
                  <a:lnTo>
                    <a:pt x="48" y="78"/>
                  </a:lnTo>
                  <a:lnTo>
                    <a:pt x="30" y="78"/>
                  </a:lnTo>
                  <a:lnTo>
                    <a:pt x="18" y="72"/>
                  </a:lnTo>
                  <a:lnTo>
                    <a:pt x="18" y="84"/>
                  </a:lnTo>
                  <a:lnTo>
                    <a:pt x="0" y="84"/>
                  </a:lnTo>
                  <a:lnTo>
                    <a:pt x="0" y="132"/>
                  </a:lnTo>
                  <a:lnTo>
                    <a:pt x="6" y="132"/>
                  </a:lnTo>
                  <a:lnTo>
                    <a:pt x="12" y="120"/>
                  </a:lnTo>
                  <a:lnTo>
                    <a:pt x="24" y="114"/>
                  </a:lnTo>
                  <a:lnTo>
                    <a:pt x="30" y="102"/>
                  </a:lnTo>
                  <a:lnTo>
                    <a:pt x="42" y="102"/>
                  </a:lnTo>
                  <a:lnTo>
                    <a:pt x="48" y="114"/>
                  </a:lnTo>
                  <a:lnTo>
                    <a:pt x="48" y="132"/>
                  </a:lnTo>
                  <a:lnTo>
                    <a:pt x="78" y="126"/>
                  </a:lnTo>
                  <a:lnTo>
                    <a:pt x="78" y="132"/>
                  </a:lnTo>
                  <a:lnTo>
                    <a:pt x="72" y="144"/>
                  </a:lnTo>
                  <a:lnTo>
                    <a:pt x="72" y="150"/>
                  </a:lnTo>
                  <a:lnTo>
                    <a:pt x="84" y="162"/>
                  </a:lnTo>
                  <a:lnTo>
                    <a:pt x="96" y="168"/>
                  </a:lnTo>
                  <a:lnTo>
                    <a:pt x="96" y="180"/>
                  </a:lnTo>
                  <a:lnTo>
                    <a:pt x="144" y="216"/>
                  </a:lnTo>
                  <a:lnTo>
                    <a:pt x="144" y="240"/>
                  </a:lnTo>
                  <a:lnTo>
                    <a:pt x="198" y="240"/>
                  </a:lnTo>
                  <a:lnTo>
                    <a:pt x="210" y="246"/>
                  </a:lnTo>
                  <a:lnTo>
                    <a:pt x="216" y="252"/>
                  </a:lnTo>
                  <a:lnTo>
                    <a:pt x="216" y="276"/>
                  </a:lnTo>
                  <a:lnTo>
                    <a:pt x="246" y="276"/>
                  </a:lnTo>
                  <a:lnTo>
                    <a:pt x="252" y="270"/>
                  </a:lnTo>
                  <a:lnTo>
                    <a:pt x="252" y="264"/>
                  </a:lnTo>
                  <a:lnTo>
                    <a:pt x="246" y="252"/>
                  </a:lnTo>
                  <a:lnTo>
                    <a:pt x="234" y="246"/>
                  </a:lnTo>
                  <a:lnTo>
                    <a:pt x="216" y="234"/>
                  </a:lnTo>
                  <a:lnTo>
                    <a:pt x="204" y="228"/>
                  </a:lnTo>
                  <a:lnTo>
                    <a:pt x="192" y="216"/>
                  </a:lnTo>
                  <a:lnTo>
                    <a:pt x="180" y="186"/>
                  </a:lnTo>
                  <a:lnTo>
                    <a:pt x="162" y="180"/>
                  </a:lnTo>
                  <a:lnTo>
                    <a:pt x="162" y="162"/>
                  </a:lnTo>
                  <a:lnTo>
                    <a:pt x="156" y="156"/>
                  </a:lnTo>
                  <a:lnTo>
                    <a:pt x="150" y="156"/>
                  </a:lnTo>
                  <a:lnTo>
                    <a:pt x="150" y="144"/>
                  </a:lnTo>
                  <a:lnTo>
                    <a:pt x="132" y="138"/>
                  </a:lnTo>
                  <a:lnTo>
                    <a:pt x="120" y="126"/>
                  </a:lnTo>
                  <a:lnTo>
                    <a:pt x="138" y="120"/>
                  </a:lnTo>
                  <a:lnTo>
                    <a:pt x="138" y="96"/>
                  </a:lnTo>
                  <a:lnTo>
                    <a:pt x="144" y="96"/>
                  </a:lnTo>
                  <a:lnTo>
                    <a:pt x="150" y="102"/>
                  </a:lnTo>
                  <a:lnTo>
                    <a:pt x="162" y="108"/>
                  </a:lnTo>
                  <a:lnTo>
                    <a:pt x="186" y="102"/>
                  </a:lnTo>
                  <a:lnTo>
                    <a:pt x="210" y="102"/>
                  </a:lnTo>
                  <a:lnTo>
                    <a:pt x="228" y="108"/>
                  </a:lnTo>
                  <a:lnTo>
                    <a:pt x="240" y="102"/>
                  </a:lnTo>
                  <a:lnTo>
                    <a:pt x="252" y="102"/>
                  </a:lnTo>
                  <a:lnTo>
                    <a:pt x="258" y="108"/>
                  </a:lnTo>
                  <a:lnTo>
                    <a:pt x="312" y="108"/>
                  </a:lnTo>
                  <a:lnTo>
                    <a:pt x="324" y="126"/>
                  </a:lnTo>
                  <a:lnTo>
                    <a:pt x="342" y="12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31" name="Côte d'Ivoire" descr="© INSCALE GmbH, 05.05.2010&#10;http://www.presentationload.com/">
              <a:extLst>
                <a:ext uri="{FF2B5EF4-FFF2-40B4-BE49-F238E27FC236}">
                  <a16:creationId xmlns:a16="http://schemas.microsoft.com/office/drawing/2014/main" id="{A80F544E-2CCB-489F-B512-AAB63547D5A9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529079" y="2718142"/>
              <a:ext cx="144751" cy="169546"/>
            </a:xfrm>
            <a:custGeom>
              <a:avLst/>
              <a:gdLst>
                <a:gd name="T0" fmla="*/ 2147483647 w 438"/>
                <a:gd name="T1" fmla="*/ 2147483647 h 516"/>
                <a:gd name="T2" fmla="*/ 2147483647 w 438"/>
                <a:gd name="T3" fmla="*/ 2147483647 h 516"/>
                <a:gd name="T4" fmla="*/ 2147483647 w 438"/>
                <a:gd name="T5" fmla="*/ 2147483647 h 516"/>
                <a:gd name="T6" fmla="*/ 2147483647 w 438"/>
                <a:gd name="T7" fmla="*/ 2147483647 h 516"/>
                <a:gd name="T8" fmla="*/ 2147483647 w 438"/>
                <a:gd name="T9" fmla="*/ 2147483647 h 516"/>
                <a:gd name="T10" fmla="*/ 2147483647 w 438"/>
                <a:gd name="T11" fmla="*/ 2147483647 h 516"/>
                <a:gd name="T12" fmla="*/ 2147483647 w 438"/>
                <a:gd name="T13" fmla="*/ 2147483647 h 516"/>
                <a:gd name="T14" fmla="*/ 2147483647 w 438"/>
                <a:gd name="T15" fmla="*/ 2147483647 h 516"/>
                <a:gd name="T16" fmla="*/ 2147483647 w 438"/>
                <a:gd name="T17" fmla="*/ 2147483647 h 516"/>
                <a:gd name="T18" fmla="*/ 2147483647 w 438"/>
                <a:gd name="T19" fmla="*/ 2147483647 h 516"/>
                <a:gd name="T20" fmla="*/ 2147483647 w 438"/>
                <a:gd name="T21" fmla="*/ 2147483647 h 516"/>
                <a:gd name="T22" fmla="*/ 2147483647 w 438"/>
                <a:gd name="T23" fmla="*/ 2147483647 h 516"/>
                <a:gd name="T24" fmla="*/ 2147483647 w 438"/>
                <a:gd name="T25" fmla="*/ 2147483647 h 516"/>
                <a:gd name="T26" fmla="*/ 2147483647 w 438"/>
                <a:gd name="T27" fmla="*/ 2147483647 h 516"/>
                <a:gd name="T28" fmla="*/ 2147483647 w 438"/>
                <a:gd name="T29" fmla="*/ 2147483647 h 516"/>
                <a:gd name="T30" fmla="*/ 2147483647 w 438"/>
                <a:gd name="T31" fmla="*/ 2147483647 h 516"/>
                <a:gd name="T32" fmla="*/ 2147483647 w 438"/>
                <a:gd name="T33" fmla="*/ 0 h 516"/>
                <a:gd name="T34" fmla="*/ 2147483647 w 438"/>
                <a:gd name="T35" fmla="*/ 2147483647 h 516"/>
                <a:gd name="T36" fmla="*/ 2147483647 w 438"/>
                <a:gd name="T37" fmla="*/ 2147483647 h 516"/>
                <a:gd name="T38" fmla="*/ 2147483647 w 438"/>
                <a:gd name="T39" fmla="*/ 2147483647 h 516"/>
                <a:gd name="T40" fmla="*/ 2147483647 w 438"/>
                <a:gd name="T41" fmla="*/ 2147483647 h 516"/>
                <a:gd name="T42" fmla="*/ 2147483647 w 438"/>
                <a:gd name="T43" fmla="*/ 2147483647 h 516"/>
                <a:gd name="T44" fmla="*/ 2147483647 w 438"/>
                <a:gd name="T45" fmla="*/ 2147483647 h 516"/>
                <a:gd name="T46" fmla="*/ 2147483647 w 438"/>
                <a:gd name="T47" fmla="*/ 2147483647 h 516"/>
                <a:gd name="T48" fmla="*/ 2147483647 w 438"/>
                <a:gd name="T49" fmla="*/ 2147483647 h 516"/>
                <a:gd name="T50" fmla="*/ 2147483647 w 438"/>
                <a:gd name="T51" fmla="*/ 2147483647 h 516"/>
                <a:gd name="T52" fmla="*/ 2147483647 w 438"/>
                <a:gd name="T53" fmla="*/ 2147483647 h 516"/>
                <a:gd name="T54" fmla="*/ 2147483647 w 438"/>
                <a:gd name="T55" fmla="*/ 2147483647 h 516"/>
                <a:gd name="T56" fmla="*/ 2147483647 w 438"/>
                <a:gd name="T57" fmla="*/ 2147483647 h 516"/>
                <a:gd name="T58" fmla="*/ 2147483647 w 438"/>
                <a:gd name="T59" fmla="*/ 2147483647 h 516"/>
                <a:gd name="T60" fmla="*/ 2147483647 w 438"/>
                <a:gd name="T61" fmla="*/ 2147483647 h 516"/>
                <a:gd name="T62" fmla="*/ 2147483647 w 438"/>
                <a:gd name="T63" fmla="*/ 2147483647 h 516"/>
                <a:gd name="T64" fmla="*/ 2147483647 w 438"/>
                <a:gd name="T65" fmla="*/ 2147483647 h 516"/>
                <a:gd name="T66" fmla="*/ 2147483647 w 438"/>
                <a:gd name="T67" fmla="*/ 2147483647 h 516"/>
                <a:gd name="T68" fmla="*/ 2147483647 w 438"/>
                <a:gd name="T69" fmla="*/ 2147483647 h 516"/>
                <a:gd name="T70" fmla="*/ 2147483647 w 438"/>
                <a:gd name="T71" fmla="*/ 2147483647 h 516"/>
                <a:gd name="T72" fmla="*/ 2147483647 w 438"/>
                <a:gd name="T73" fmla="*/ 2147483647 h 516"/>
                <a:gd name="T74" fmla="*/ 2147483647 w 438"/>
                <a:gd name="T75" fmla="*/ 2147483647 h 516"/>
                <a:gd name="T76" fmla="*/ 2147483647 w 438"/>
                <a:gd name="T77" fmla="*/ 2147483647 h 516"/>
                <a:gd name="T78" fmla="*/ 2147483647 w 438"/>
                <a:gd name="T79" fmla="*/ 2147483647 h 516"/>
                <a:gd name="T80" fmla="*/ 2147483647 w 438"/>
                <a:gd name="T81" fmla="*/ 2147483647 h 516"/>
                <a:gd name="T82" fmla="*/ 2147483647 w 438"/>
                <a:gd name="T83" fmla="*/ 2147483647 h 516"/>
                <a:gd name="T84" fmla="*/ 2147483647 w 438"/>
                <a:gd name="T85" fmla="*/ 2147483647 h 516"/>
                <a:gd name="T86" fmla="*/ 2147483647 w 438"/>
                <a:gd name="T87" fmla="*/ 2147483647 h 516"/>
                <a:gd name="T88" fmla="*/ 2147483647 w 438"/>
                <a:gd name="T89" fmla="*/ 2147483647 h 51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38"/>
                <a:gd name="T136" fmla="*/ 0 h 516"/>
                <a:gd name="T137" fmla="*/ 438 w 438"/>
                <a:gd name="T138" fmla="*/ 516 h 51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38" h="516">
                  <a:moveTo>
                    <a:pt x="402" y="408"/>
                  </a:moveTo>
                  <a:lnTo>
                    <a:pt x="402" y="402"/>
                  </a:lnTo>
                  <a:lnTo>
                    <a:pt x="396" y="396"/>
                  </a:lnTo>
                  <a:lnTo>
                    <a:pt x="390" y="384"/>
                  </a:lnTo>
                  <a:lnTo>
                    <a:pt x="390" y="372"/>
                  </a:lnTo>
                  <a:lnTo>
                    <a:pt x="384" y="354"/>
                  </a:lnTo>
                  <a:lnTo>
                    <a:pt x="378" y="342"/>
                  </a:lnTo>
                  <a:lnTo>
                    <a:pt x="378" y="318"/>
                  </a:lnTo>
                  <a:lnTo>
                    <a:pt x="384" y="312"/>
                  </a:lnTo>
                  <a:lnTo>
                    <a:pt x="390" y="300"/>
                  </a:lnTo>
                  <a:lnTo>
                    <a:pt x="408" y="282"/>
                  </a:lnTo>
                  <a:lnTo>
                    <a:pt x="408" y="270"/>
                  </a:lnTo>
                  <a:lnTo>
                    <a:pt x="414" y="258"/>
                  </a:lnTo>
                  <a:lnTo>
                    <a:pt x="414" y="240"/>
                  </a:lnTo>
                  <a:lnTo>
                    <a:pt x="420" y="228"/>
                  </a:lnTo>
                  <a:lnTo>
                    <a:pt x="426" y="222"/>
                  </a:lnTo>
                  <a:lnTo>
                    <a:pt x="438" y="198"/>
                  </a:lnTo>
                  <a:lnTo>
                    <a:pt x="438" y="186"/>
                  </a:lnTo>
                  <a:lnTo>
                    <a:pt x="432" y="174"/>
                  </a:lnTo>
                  <a:lnTo>
                    <a:pt x="432" y="162"/>
                  </a:lnTo>
                  <a:lnTo>
                    <a:pt x="426" y="150"/>
                  </a:lnTo>
                  <a:lnTo>
                    <a:pt x="426" y="138"/>
                  </a:lnTo>
                  <a:lnTo>
                    <a:pt x="420" y="132"/>
                  </a:lnTo>
                  <a:lnTo>
                    <a:pt x="420" y="126"/>
                  </a:lnTo>
                  <a:lnTo>
                    <a:pt x="432" y="126"/>
                  </a:lnTo>
                  <a:lnTo>
                    <a:pt x="426" y="96"/>
                  </a:lnTo>
                  <a:lnTo>
                    <a:pt x="408" y="102"/>
                  </a:lnTo>
                  <a:lnTo>
                    <a:pt x="408" y="90"/>
                  </a:lnTo>
                  <a:lnTo>
                    <a:pt x="390" y="72"/>
                  </a:lnTo>
                  <a:lnTo>
                    <a:pt x="372" y="66"/>
                  </a:lnTo>
                  <a:lnTo>
                    <a:pt x="342" y="66"/>
                  </a:lnTo>
                  <a:lnTo>
                    <a:pt x="318" y="78"/>
                  </a:lnTo>
                  <a:lnTo>
                    <a:pt x="318" y="84"/>
                  </a:lnTo>
                  <a:lnTo>
                    <a:pt x="312" y="90"/>
                  </a:lnTo>
                  <a:lnTo>
                    <a:pt x="300" y="90"/>
                  </a:lnTo>
                  <a:lnTo>
                    <a:pt x="294" y="84"/>
                  </a:lnTo>
                  <a:lnTo>
                    <a:pt x="282" y="84"/>
                  </a:lnTo>
                  <a:lnTo>
                    <a:pt x="276" y="78"/>
                  </a:lnTo>
                  <a:lnTo>
                    <a:pt x="264" y="72"/>
                  </a:lnTo>
                  <a:lnTo>
                    <a:pt x="258" y="60"/>
                  </a:lnTo>
                  <a:lnTo>
                    <a:pt x="258" y="48"/>
                  </a:lnTo>
                  <a:lnTo>
                    <a:pt x="252" y="42"/>
                  </a:lnTo>
                  <a:lnTo>
                    <a:pt x="252" y="36"/>
                  </a:lnTo>
                  <a:lnTo>
                    <a:pt x="228" y="42"/>
                  </a:lnTo>
                  <a:lnTo>
                    <a:pt x="228" y="18"/>
                  </a:lnTo>
                  <a:lnTo>
                    <a:pt x="216" y="18"/>
                  </a:lnTo>
                  <a:lnTo>
                    <a:pt x="210" y="24"/>
                  </a:lnTo>
                  <a:lnTo>
                    <a:pt x="204" y="36"/>
                  </a:lnTo>
                  <a:lnTo>
                    <a:pt x="198" y="42"/>
                  </a:lnTo>
                  <a:lnTo>
                    <a:pt x="174" y="36"/>
                  </a:lnTo>
                  <a:lnTo>
                    <a:pt x="174" y="0"/>
                  </a:lnTo>
                  <a:lnTo>
                    <a:pt x="162" y="24"/>
                  </a:lnTo>
                  <a:lnTo>
                    <a:pt x="150" y="6"/>
                  </a:lnTo>
                  <a:lnTo>
                    <a:pt x="144" y="30"/>
                  </a:lnTo>
                  <a:lnTo>
                    <a:pt x="126" y="30"/>
                  </a:lnTo>
                  <a:lnTo>
                    <a:pt x="120" y="48"/>
                  </a:lnTo>
                  <a:lnTo>
                    <a:pt x="102" y="30"/>
                  </a:lnTo>
                  <a:lnTo>
                    <a:pt x="84" y="24"/>
                  </a:lnTo>
                  <a:lnTo>
                    <a:pt x="72" y="24"/>
                  </a:lnTo>
                  <a:lnTo>
                    <a:pt x="66" y="30"/>
                  </a:lnTo>
                  <a:lnTo>
                    <a:pt x="66" y="48"/>
                  </a:lnTo>
                  <a:lnTo>
                    <a:pt x="54" y="42"/>
                  </a:lnTo>
                  <a:lnTo>
                    <a:pt x="36" y="66"/>
                  </a:lnTo>
                  <a:lnTo>
                    <a:pt x="42" y="102"/>
                  </a:lnTo>
                  <a:lnTo>
                    <a:pt x="60" y="108"/>
                  </a:lnTo>
                  <a:lnTo>
                    <a:pt x="48" y="126"/>
                  </a:lnTo>
                  <a:lnTo>
                    <a:pt x="66" y="132"/>
                  </a:lnTo>
                  <a:lnTo>
                    <a:pt x="60" y="138"/>
                  </a:lnTo>
                  <a:lnTo>
                    <a:pt x="54" y="150"/>
                  </a:lnTo>
                  <a:lnTo>
                    <a:pt x="54" y="162"/>
                  </a:lnTo>
                  <a:lnTo>
                    <a:pt x="60" y="162"/>
                  </a:lnTo>
                  <a:lnTo>
                    <a:pt x="72" y="168"/>
                  </a:lnTo>
                  <a:lnTo>
                    <a:pt x="78" y="168"/>
                  </a:lnTo>
                  <a:lnTo>
                    <a:pt x="78" y="180"/>
                  </a:lnTo>
                  <a:lnTo>
                    <a:pt x="72" y="186"/>
                  </a:lnTo>
                  <a:lnTo>
                    <a:pt x="72" y="192"/>
                  </a:lnTo>
                  <a:lnTo>
                    <a:pt x="66" y="186"/>
                  </a:lnTo>
                  <a:lnTo>
                    <a:pt x="54" y="186"/>
                  </a:lnTo>
                  <a:lnTo>
                    <a:pt x="48" y="180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36" y="204"/>
                  </a:lnTo>
                  <a:lnTo>
                    <a:pt x="48" y="210"/>
                  </a:lnTo>
                  <a:lnTo>
                    <a:pt x="54" y="222"/>
                  </a:lnTo>
                  <a:lnTo>
                    <a:pt x="36" y="222"/>
                  </a:lnTo>
                  <a:lnTo>
                    <a:pt x="36" y="228"/>
                  </a:lnTo>
                  <a:lnTo>
                    <a:pt x="42" y="234"/>
                  </a:lnTo>
                  <a:lnTo>
                    <a:pt x="42" y="252"/>
                  </a:lnTo>
                  <a:lnTo>
                    <a:pt x="36" y="258"/>
                  </a:lnTo>
                  <a:lnTo>
                    <a:pt x="30" y="258"/>
                  </a:lnTo>
                  <a:lnTo>
                    <a:pt x="18" y="252"/>
                  </a:lnTo>
                  <a:lnTo>
                    <a:pt x="12" y="246"/>
                  </a:lnTo>
                  <a:lnTo>
                    <a:pt x="6" y="246"/>
                  </a:lnTo>
                  <a:lnTo>
                    <a:pt x="24" y="282"/>
                  </a:lnTo>
                  <a:lnTo>
                    <a:pt x="24" y="306"/>
                  </a:lnTo>
                  <a:lnTo>
                    <a:pt x="18" y="324"/>
                  </a:lnTo>
                  <a:lnTo>
                    <a:pt x="6" y="330"/>
                  </a:lnTo>
                  <a:lnTo>
                    <a:pt x="0" y="342"/>
                  </a:lnTo>
                  <a:lnTo>
                    <a:pt x="6" y="348"/>
                  </a:lnTo>
                  <a:lnTo>
                    <a:pt x="24" y="348"/>
                  </a:lnTo>
                  <a:lnTo>
                    <a:pt x="24" y="360"/>
                  </a:lnTo>
                  <a:lnTo>
                    <a:pt x="60" y="354"/>
                  </a:lnTo>
                  <a:lnTo>
                    <a:pt x="60" y="384"/>
                  </a:lnTo>
                  <a:lnTo>
                    <a:pt x="90" y="414"/>
                  </a:lnTo>
                  <a:lnTo>
                    <a:pt x="90" y="438"/>
                  </a:lnTo>
                  <a:lnTo>
                    <a:pt x="84" y="450"/>
                  </a:lnTo>
                  <a:lnTo>
                    <a:pt x="84" y="462"/>
                  </a:lnTo>
                  <a:lnTo>
                    <a:pt x="78" y="468"/>
                  </a:lnTo>
                  <a:lnTo>
                    <a:pt x="78" y="516"/>
                  </a:lnTo>
                  <a:lnTo>
                    <a:pt x="90" y="516"/>
                  </a:lnTo>
                  <a:lnTo>
                    <a:pt x="96" y="510"/>
                  </a:lnTo>
                  <a:lnTo>
                    <a:pt x="102" y="498"/>
                  </a:lnTo>
                  <a:lnTo>
                    <a:pt x="114" y="498"/>
                  </a:lnTo>
                  <a:lnTo>
                    <a:pt x="126" y="486"/>
                  </a:lnTo>
                  <a:lnTo>
                    <a:pt x="138" y="480"/>
                  </a:lnTo>
                  <a:lnTo>
                    <a:pt x="198" y="456"/>
                  </a:lnTo>
                  <a:lnTo>
                    <a:pt x="228" y="450"/>
                  </a:lnTo>
                  <a:lnTo>
                    <a:pt x="264" y="450"/>
                  </a:lnTo>
                  <a:lnTo>
                    <a:pt x="270" y="444"/>
                  </a:lnTo>
                  <a:lnTo>
                    <a:pt x="282" y="444"/>
                  </a:lnTo>
                  <a:lnTo>
                    <a:pt x="294" y="438"/>
                  </a:lnTo>
                  <a:lnTo>
                    <a:pt x="330" y="438"/>
                  </a:lnTo>
                  <a:lnTo>
                    <a:pt x="336" y="444"/>
                  </a:lnTo>
                  <a:lnTo>
                    <a:pt x="342" y="444"/>
                  </a:lnTo>
                  <a:lnTo>
                    <a:pt x="348" y="450"/>
                  </a:lnTo>
                  <a:lnTo>
                    <a:pt x="366" y="450"/>
                  </a:lnTo>
                  <a:lnTo>
                    <a:pt x="378" y="438"/>
                  </a:lnTo>
                  <a:lnTo>
                    <a:pt x="384" y="438"/>
                  </a:lnTo>
                  <a:lnTo>
                    <a:pt x="384" y="444"/>
                  </a:lnTo>
                  <a:lnTo>
                    <a:pt x="396" y="456"/>
                  </a:lnTo>
                  <a:lnTo>
                    <a:pt x="408" y="462"/>
                  </a:lnTo>
                  <a:lnTo>
                    <a:pt x="420" y="462"/>
                  </a:lnTo>
                  <a:lnTo>
                    <a:pt x="426" y="468"/>
                  </a:lnTo>
                  <a:lnTo>
                    <a:pt x="426" y="414"/>
                  </a:lnTo>
                  <a:lnTo>
                    <a:pt x="402" y="40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32" name="Costa Rica" descr="© INSCALE GmbH, 05.05.2010&#10;http://www.presentationload.com/">
              <a:extLst>
                <a:ext uri="{FF2B5EF4-FFF2-40B4-BE49-F238E27FC236}">
                  <a16:creationId xmlns:a16="http://schemas.microsoft.com/office/drawing/2014/main" id="{02C0FFB7-214B-4D50-9C05-97F0B9DAF2CA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719692" y="2705298"/>
              <a:ext cx="78838" cy="75782"/>
            </a:xfrm>
            <a:custGeom>
              <a:avLst/>
              <a:gdLst>
                <a:gd name="T0" fmla="*/ 2147483647 w 240"/>
                <a:gd name="T1" fmla="*/ 2147483647 h 228"/>
                <a:gd name="T2" fmla="*/ 2147483647 w 240"/>
                <a:gd name="T3" fmla="*/ 2147483647 h 228"/>
                <a:gd name="T4" fmla="*/ 2147483647 w 240"/>
                <a:gd name="T5" fmla="*/ 2147483647 h 228"/>
                <a:gd name="T6" fmla="*/ 2147483647 w 240"/>
                <a:gd name="T7" fmla="*/ 2147483647 h 228"/>
                <a:gd name="T8" fmla="*/ 2147483647 w 240"/>
                <a:gd name="T9" fmla="*/ 2147483647 h 228"/>
                <a:gd name="T10" fmla="*/ 2147483647 w 240"/>
                <a:gd name="T11" fmla="*/ 2147483647 h 228"/>
                <a:gd name="T12" fmla="*/ 2147483647 w 240"/>
                <a:gd name="T13" fmla="*/ 2147483647 h 228"/>
                <a:gd name="T14" fmla="*/ 2147483647 w 240"/>
                <a:gd name="T15" fmla="*/ 2147483647 h 228"/>
                <a:gd name="T16" fmla="*/ 2147483647 w 240"/>
                <a:gd name="T17" fmla="*/ 2147483647 h 228"/>
                <a:gd name="T18" fmla="*/ 2147483647 w 240"/>
                <a:gd name="T19" fmla="*/ 2147483647 h 228"/>
                <a:gd name="T20" fmla="*/ 2147483647 w 240"/>
                <a:gd name="T21" fmla="*/ 2147483647 h 228"/>
                <a:gd name="T22" fmla="*/ 2147483647 w 240"/>
                <a:gd name="T23" fmla="*/ 2147483647 h 228"/>
                <a:gd name="T24" fmla="*/ 2147483647 w 240"/>
                <a:gd name="T25" fmla="*/ 2147483647 h 228"/>
                <a:gd name="T26" fmla="*/ 2147483647 w 240"/>
                <a:gd name="T27" fmla="*/ 2147483647 h 228"/>
                <a:gd name="T28" fmla="*/ 2147483647 w 240"/>
                <a:gd name="T29" fmla="*/ 2147483647 h 228"/>
                <a:gd name="T30" fmla="*/ 2147483647 w 240"/>
                <a:gd name="T31" fmla="*/ 0 h 228"/>
                <a:gd name="T32" fmla="*/ 2147483647 w 240"/>
                <a:gd name="T33" fmla="*/ 2147483647 h 228"/>
                <a:gd name="T34" fmla="*/ 2147483647 w 240"/>
                <a:gd name="T35" fmla="*/ 2147483647 h 228"/>
                <a:gd name="T36" fmla="*/ 0 w 240"/>
                <a:gd name="T37" fmla="*/ 2147483647 h 228"/>
                <a:gd name="T38" fmla="*/ 2147483647 w 240"/>
                <a:gd name="T39" fmla="*/ 2147483647 h 228"/>
                <a:gd name="T40" fmla="*/ 2147483647 w 240"/>
                <a:gd name="T41" fmla="*/ 2147483647 h 228"/>
                <a:gd name="T42" fmla="*/ 2147483647 w 240"/>
                <a:gd name="T43" fmla="*/ 2147483647 h 228"/>
                <a:gd name="T44" fmla="*/ 2147483647 w 240"/>
                <a:gd name="T45" fmla="*/ 2147483647 h 228"/>
                <a:gd name="T46" fmla="*/ 2147483647 w 240"/>
                <a:gd name="T47" fmla="*/ 2147483647 h 228"/>
                <a:gd name="T48" fmla="*/ 2147483647 w 240"/>
                <a:gd name="T49" fmla="*/ 2147483647 h 228"/>
                <a:gd name="T50" fmla="*/ 2147483647 w 240"/>
                <a:gd name="T51" fmla="*/ 2147483647 h 228"/>
                <a:gd name="T52" fmla="*/ 2147483647 w 240"/>
                <a:gd name="T53" fmla="*/ 2147483647 h 228"/>
                <a:gd name="T54" fmla="*/ 2147483647 w 240"/>
                <a:gd name="T55" fmla="*/ 2147483647 h 228"/>
                <a:gd name="T56" fmla="*/ 2147483647 w 240"/>
                <a:gd name="T57" fmla="*/ 2147483647 h 228"/>
                <a:gd name="T58" fmla="*/ 2147483647 w 240"/>
                <a:gd name="T59" fmla="*/ 2147483647 h 228"/>
                <a:gd name="T60" fmla="*/ 2147483647 w 240"/>
                <a:gd name="T61" fmla="*/ 2147483647 h 228"/>
                <a:gd name="T62" fmla="*/ 2147483647 w 240"/>
                <a:gd name="T63" fmla="*/ 2147483647 h 228"/>
                <a:gd name="T64" fmla="*/ 2147483647 w 240"/>
                <a:gd name="T65" fmla="*/ 2147483647 h 228"/>
                <a:gd name="T66" fmla="*/ 2147483647 w 240"/>
                <a:gd name="T67" fmla="*/ 2147483647 h 22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40"/>
                <a:gd name="T103" fmla="*/ 0 h 228"/>
                <a:gd name="T104" fmla="*/ 240 w 240"/>
                <a:gd name="T105" fmla="*/ 228 h 22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40" h="228">
                  <a:moveTo>
                    <a:pt x="210" y="198"/>
                  </a:moveTo>
                  <a:lnTo>
                    <a:pt x="216" y="198"/>
                  </a:lnTo>
                  <a:lnTo>
                    <a:pt x="234" y="180"/>
                  </a:lnTo>
                  <a:lnTo>
                    <a:pt x="228" y="174"/>
                  </a:lnTo>
                  <a:lnTo>
                    <a:pt x="210" y="174"/>
                  </a:lnTo>
                  <a:lnTo>
                    <a:pt x="210" y="168"/>
                  </a:lnTo>
                  <a:lnTo>
                    <a:pt x="204" y="162"/>
                  </a:lnTo>
                  <a:lnTo>
                    <a:pt x="204" y="144"/>
                  </a:lnTo>
                  <a:lnTo>
                    <a:pt x="210" y="138"/>
                  </a:lnTo>
                  <a:lnTo>
                    <a:pt x="222" y="138"/>
                  </a:lnTo>
                  <a:lnTo>
                    <a:pt x="228" y="132"/>
                  </a:lnTo>
                  <a:lnTo>
                    <a:pt x="240" y="132"/>
                  </a:lnTo>
                  <a:lnTo>
                    <a:pt x="228" y="126"/>
                  </a:lnTo>
                  <a:lnTo>
                    <a:pt x="210" y="108"/>
                  </a:lnTo>
                  <a:lnTo>
                    <a:pt x="198" y="84"/>
                  </a:lnTo>
                  <a:lnTo>
                    <a:pt x="192" y="78"/>
                  </a:lnTo>
                  <a:lnTo>
                    <a:pt x="186" y="66"/>
                  </a:lnTo>
                  <a:lnTo>
                    <a:pt x="180" y="60"/>
                  </a:lnTo>
                  <a:lnTo>
                    <a:pt x="174" y="36"/>
                  </a:lnTo>
                  <a:lnTo>
                    <a:pt x="138" y="36"/>
                  </a:lnTo>
                  <a:lnTo>
                    <a:pt x="126" y="24"/>
                  </a:lnTo>
                  <a:lnTo>
                    <a:pt x="126" y="18"/>
                  </a:lnTo>
                  <a:lnTo>
                    <a:pt x="120" y="18"/>
                  </a:lnTo>
                  <a:lnTo>
                    <a:pt x="114" y="12"/>
                  </a:lnTo>
                  <a:lnTo>
                    <a:pt x="84" y="12"/>
                  </a:lnTo>
                  <a:lnTo>
                    <a:pt x="84" y="18"/>
                  </a:lnTo>
                  <a:lnTo>
                    <a:pt x="78" y="18"/>
                  </a:lnTo>
                  <a:lnTo>
                    <a:pt x="72" y="12"/>
                  </a:lnTo>
                  <a:lnTo>
                    <a:pt x="60" y="6"/>
                  </a:lnTo>
                  <a:lnTo>
                    <a:pt x="48" y="6"/>
                  </a:lnTo>
                  <a:lnTo>
                    <a:pt x="42" y="0"/>
                  </a:lnTo>
                  <a:lnTo>
                    <a:pt x="24" y="0"/>
                  </a:lnTo>
                  <a:lnTo>
                    <a:pt x="6" y="30"/>
                  </a:lnTo>
                  <a:lnTo>
                    <a:pt x="18" y="42"/>
                  </a:lnTo>
                  <a:lnTo>
                    <a:pt x="24" y="42"/>
                  </a:lnTo>
                  <a:lnTo>
                    <a:pt x="24" y="48"/>
                  </a:lnTo>
                  <a:lnTo>
                    <a:pt x="6" y="66"/>
                  </a:lnTo>
                  <a:lnTo>
                    <a:pt x="0" y="78"/>
                  </a:lnTo>
                  <a:lnTo>
                    <a:pt x="6" y="90"/>
                  </a:lnTo>
                  <a:lnTo>
                    <a:pt x="18" y="102"/>
                  </a:lnTo>
                  <a:lnTo>
                    <a:pt x="30" y="108"/>
                  </a:lnTo>
                  <a:lnTo>
                    <a:pt x="42" y="108"/>
                  </a:lnTo>
                  <a:lnTo>
                    <a:pt x="60" y="126"/>
                  </a:lnTo>
                  <a:lnTo>
                    <a:pt x="72" y="126"/>
                  </a:lnTo>
                  <a:lnTo>
                    <a:pt x="72" y="102"/>
                  </a:lnTo>
                  <a:lnTo>
                    <a:pt x="66" y="96"/>
                  </a:lnTo>
                  <a:lnTo>
                    <a:pt x="54" y="90"/>
                  </a:lnTo>
                  <a:lnTo>
                    <a:pt x="42" y="78"/>
                  </a:lnTo>
                  <a:lnTo>
                    <a:pt x="42" y="72"/>
                  </a:lnTo>
                  <a:lnTo>
                    <a:pt x="48" y="72"/>
                  </a:lnTo>
                  <a:lnTo>
                    <a:pt x="60" y="78"/>
                  </a:lnTo>
                  <a:lnTo>
                    <a:pt x="66" y="84"/>
                  </a:lnTo>
                  <a:lnTo>
                    <a:pt x="90" y="96"/>
                  </a:lnTo>
                  <a:lnTo>
                    <a:pt x="96" y="102"/>
                  </a:lnTo>
                  <a:lnTo>
                    <a:pt x="96" y="132"/>
                  </a:lnTo>
                  <a:lnTo>
                    <a:pt x="114" y="132"/>
                  </a:lnTo>
                  <a:lnTo>
                    <a:pt x="126" y="138"/>
                  </a:lnTo>
                  <a:lnTo>
                    <a:pt x="138" y="138"/>
                  </a:lnTo>
                  <a:lnTo>
                    <a:pt x="156" y="180"/>
                  </a:lnTo>
                  <a:lnTo>
                    <a:pt x="150" y="186"/>
                  </a:lnTo>
                  <a:lnTo>
                    <a:pt x="150" y="198"/>
                  </a:lnTo>
                  <a:lnTo>
                    <a:pt x="168" y="216"/>
                  </a:lnTo>
                  <a:lnTo>
                    <a:pt x="180" y="222"/>
                  </a:lnTo>
                  <a:lnTo>
                    <a:pt x="192" y="222"/>
                  </a:lnTo>
                  <a:lnTo>
                    <a:pt x="174" y="198"/>
                  </a:lnTo>
                  <a:lnTo>
                    <a:pt x="204" y="228"/>
                  </a:lnTo>
                  <a:lnTo>
                    <a:pt x="210" y="222"/>
                  </a:lnTo>
                  <a:lnTo>
                    <a:pt x="210" y="19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33" name="Congo" descr="© INSCALE GmbH, 05.05.2010&#10;http://www.presentationload.com/">
              <a:extLst>
                <a:ext uri="{FF2B5EF4-FFF2-40B4-BE49-F238E27FC236}">
                  <a16:creationId xmlns:a16="http://schemas.microsoft.com/office/drawing/2014/main" id="{A3BAE610-1F00-4FFD-9489-F72CF90AD0C8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021490" y="2859431"/>
              <a:ext cx="445885" cy="498363"/>
            </a:xfrm>
            <a:custGeom>
              <a:avLst/>
              <a:gdLst>
                <a:gd name="T0" fmla="*/ 2147483647 w 1350"/>
                <a:gd name="T1" fmla="*/ 2147483647 h 1518"/>
                <a:gd name="T2" fmla="*/ 2147483647 w 1350"/>
                <a:gd name="T3" fmla="*/ 2147483647 h 1518"/>
                <a:gd name="T4" fmla="*/ 2147483647 w 1350"/>
                <a:gd name="T5" fmla="*/ 2147483647 h 1518"/>
                <a:gd name="T6" fmla="*/ 2147483647 w 1350"/>
                <a:gd name="T7" fmla="*/ 2147483647 h 1518"/>
                <a:gd name="T8" fmla="*/ 2147483647 w 1350"/>
                <a:gd name="T9" fmla="*/ 2147483647 h 1518"/>
                <a:gd name="T10" fmla="*/ 2147483647 w 1350"/>
                <a:gd name="T11" fmla="*/ 2147483647 h 1518"/>
                <a:gd name="T12" fmla="*/ 2147483647 w 1350"/>
                <a:gd name="T13" fmla="*/ 2147483647 h 1518"/>
                <a:gd name="T14" fmla="*/ 2147483647 w 1350"/>
                <a:gd name="T15" fmla="*/ 2147483647 h 1518"/>
                <a:gd name="T16" fmla="*/ 2147483647 w 1350"/>
                <a:gd name="T17" fmla="*/ 2147483647 h 1518"/>
                <a:gd name="T18" fmla="*/ 2147483647 w 1350"/>
                <a:gd name="T19" fmla="*/ 2147483647 h 1518"/>
                <a:gd name="T20" fmla="*/ 2147483647 w 1350"/>
                <a:gd name="T21" fmla="*/ 2147483647 h 1518"/>
                <a:gd name="T22" fmla="*/ 2147483647 w 1350"/>
                <a:gd name="T23" fmla="*/ 2147483647 h 1518"/>
                <a:gd name="T24" fmla="*/ 2147483647 w 1350"/>
                <a:gd name="T25" fmla="*/ 2147483647 h 1518"/>
                <a:gd name="T26" fmla="*/ 2147483647 w 1350"/>
                <a:gd name="T27" fmla="*/ 2147483647 h 1518"/>
                <a:gd name="T28" fmla="*/ 2147483647 w 1350"/>
                <a:gd name="T29" fmla="*/ 2147483647 h 1518"/>
                <a:gd name="T30" fmla="*/ 2147483647 w 1350"/>
                <a:gd name="T31" fmla="*/ 2147483647 h 1518"/>
                <a:gd name="T32" fmla="*/ 2147483647 w 1350"/>
                <a:gd name="T33" fmla="*/ 2147483647 h 1518"/>
                <a:gd name="T34" fmla="*/ 2147483647 w 1350"/>
                <a:gd name="T35" fmla="*/ 2147483647 h 1518"/>
                <a:gd name="T36" fmla="*/ 2147483647 w 1350"/>
                <a:gd name="T37" fmla="*/ 2147483647 h 1518"/>
                <a:gd name="T38" fmla="*/ 2147483647 w 1350"/>
                <a:gd name="T39" fmla="*/ 2147483647 h 1518"/>
                <a:gd name="T40" fmla="*/ 2147483647 w 1350"/>
                <a:gd name="T41" fmla="*/ 2147483647 h 1518"/>
                <a:gd name="T42" fmla="*/ 2147483647 w 1350"/>
                <a:gd name="T43" fmla="*/ 2147483647 h 1518"/>
                <a:gd name="T44" fmla="*/ 2147483647 w 1350"/>
                <a:gd name="T45" fmla="*/ 2147483647 h 1518"/>
                <a:gd name="T46" fmla="*/ 2147483647 w 1350"/>
                <a:gd name="T47" fmla="*/ 2147483647 h 1518"/>
                <a:gd name="T48" fmla="*/ 2147483647 w 1350"/>
                <a:gd name="T49" fmla="*/ 2147483647 h 1518"/>
                <a:gd name="T50" fmla="*/ 2147483647 w 1350"/>
                <a:gd name="T51" fmla="*/ 2147483647 h 1518"/>
                <a:gd name="T52" fmla="*/ 2147483647 w 1350"/>
                <a:gd name="T53" fmla="*/ 2147483647 h 1518"/>
                <a:gd name="T54" fmla="*/ 2147483647 w 1350"/>
                <a:gd name="T55" fmla="*/ 2147483647 h 1518"/>
                <a:gd name="T56" fmla="*/ 2147483647 w 1350"/>
                <a:gd name="T57" fmla="*/ 2147483647 h 1518"/>
                <a:gd name="T58" fmla="*/ 2147483647 w 1350"/>
                <a:gd name="T59" fmla="*/ 2147483647 h 1518"/>
                <a:gd name="T60" fmla="*/ 2147483647 w 1350"/>
                <a:gd name="T61" fmla="*/ 2147483647 h 1518"/>
                <a:gd name="T62" fmla="*/ 2147483647 w 1350"/>
                <a:gd name="T63" fmla="*/ 2147483647 h 1518"/>
                <a:gd name="T64" fmla="*/ 2147483647 w 1350"/>
                <a:gd name="T65" fmla="*/ 2147483647 h 1518"/>
                <a:gd name="T66" fmla="*/ 2147483647 w 1350"/>
                <a:gd name="T67" fmla="*/ 2147483647 h 1518"/>
                <a:gd name="T68" fmla="*/ 2147483647 w 1350"/>
                <a:gd name="T69" fmla="*/ 2147483647 h 1518"/>
                <a:gd name="T70" fmla="*/ 2147483647 w 1350"/>
                <a:gd name="T71" fmla="*/ 2147483647 h 1518"/>
                <a:gd name="T72" fmla="*/ 2147483647 w 1350"/>
                <a:gd name="T73" fmla="*/ 2147483647 h 1518"/>
                <a:gd name="T74" fmla="*/ 2147483647 w 1350"/>
                <a:gd name="T75" fmla="*/ 2147483647 h 1518"/>
                <a:gd name="T76" fmla="*/ 2147483647 w 1350"/>
                <a:gd name="T77" fmla="*/ 2147483647 h 1518"/>
                <a:gd name="T78" fmla="*/ 2147483647 w 1350"/>
                <a:gd name="T79" fmla="*/ 2147483647 h 1518"/>
                <a:gd name="T80" fmla="*/ 2147483647 w 1350"/>
                <a:gd name="T81" fmla="*/ 2147483647 h 1518"/>
                <a:gd name="T82" fmla="*/ 2147483647 w 1350"/>
                <a:gd name="T83" fmla="*/ 2147483647 h 1518"/>
                <a:gd name="T84" fmla="*/ 2147483647 w 1350"/>
                <a:gd name="T85" fmla="*/ 2147483647 h 1518"/>
                <a:gd name="T86" fmla="*/ 2147483647 w 1350"/>
                <a:gd name="T87" fmla="*/ 2147483647 h 1518"/>
                <a:gd name="T88" fmla="*/ 2147483647 w 1350"/>
                <a:gd name="T89" fmla="*/ 2147483647 h 1518"/>
                <a:gd name="T90" fmla="*/ 2147483647 w 1350"/>
                <a:gd name="T91" fmla="*/ 2147483647 h 1518"/>
                <a:gd name="T92" fmla="*/ 2147483647 w 1350"/>
                <a:gd name="T93" fmla="*/ 2147483647 h 1518"/>
                <a:gd name="T94" fmla="*/ 2147483647 w 1350"/>
                <a:gd name="T95" fmla="*/ 2147483647 h 1518"/>
                <a:gd name="T96" fmla="*/ 2147483647 w 1350"/>
                <a:gd name="T97" fmla="*/ 2147483647 h 1518"/>
                <a:gd name="T98" fmla="*/ 2147483647 w 1350"/>
                <a:gd name="T99" fmla="*/ 2147483647 h 1518"/>
                <a:gd name="T100" fmla="*/ 2147483647 w 1350"/>
                <a:gd name="T101" fmla="*/ 2147483647 h 1518"/>
                <a:gd name="T102" fmla="*/ 2147483647 w 1350"/>
                <a:gd name="T103" fmla="*/ 2147483647 h 1518"/>
                <a:gd name="T104" fmla="*/ 2147483647 w 1350"/>
                <a:gd name="T105" fmla="*/ 2147483647 h 1518"/>
                <a:gd name="T106" fmla="*/ 2147483647 w 1350"/>
                <a:gd name="T107" fmla="*/ 2147483647 h 1518"/>
                <a:gd name="T108" fmla="*/ 2147483647 w 1350"/>
                <a:gd name="T109" fmla="*/ 2147483647 h 1518"/>
                <a:gd name="T110" fmla="*/ 2147483647 w 1350"/>
                <a:gd name="T111" fmla="*/ 2147483647 h 1518"/>
                <a:gd name="T112" fmla="*/ 2147483647 w 1350"/>
                <a:gd name="T113" fmla="*/ 2147483647 h 1518"/>
                <a:gd name="T114" fmla="*/ 2147483647 w 1350"/>
                <a:gd name="T115" fmla="*/ 2147483647 h 1518"/>
                <a:gd name="T116" fmla="*/ 2147483647 w 1350"/>
                <a:gd name="T117" fmla="*/ 2147483647 h 1518"/>
                <a:gd name="T118" fmla="*/ 2147483647 w 1350"/>
                <a:gd name="T119" fmla="*/ 2147483647 h 1518"/>
                <a:gd name="T120" fmla="*/ 2147483647 w 1350"/>
                <a:gd name="T121" fmla="*/ 2147483647 h 1518"/>
                <a:gd name="T122" fmla="*/ 2147483647 w 1350"/>
                <a:gd name="T123" fmla="*/ 2147483647 h 1518"/>
                <a:gd name="T124" fmla="*/ 2147483647 w 1350"/>
                <a:gd name="T125" fmla="*/ 2147483647 h 151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350"/>
                <a:gd name="T190" fmla="*/ 0 h 1518"/>
                <a:gd name="T191" fmla="*/ 1350 w 1350"/>
                <a:gd name="T192" fmla="*/ 1518 h 1518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350" h="1518">
                  <a:moveTo>
                    <a:pt x="1242" y="468"/>
                  </a:moveTo>
                  <a:lnTo>
                    <a:pt x="1242" y="438"/>
                  </a:lnTo>
                  <a:lnTo>
                    <a:pt x="1260" y="366"/>
                  </a:lnTo>
                  <a:lnTo>
                    <a:pt x="1278" y="354"/>
                  </a:lnTo>
                  <a:lnTo>
                    <a:pt x="1278" y="342"/>
                  </a:lnTo>
                  <a:lnTo>
                    <a:pt x="1302" y="330"/>
                  </a:lnTo>
                  <a:lnTo>
                    <a:pt x="1308" y="318"/>
                  </a:lnTo>
                  <a:lnTo>
                    <a:pt x="1320" y="312"/>
                  </a:lnTo>
                  <a:lnTo>
                    <a:pt x="1332" y="288"/>
                  </a:lnTo>
                  <a:lnTo>
                    <a:pt x="1344" y="276"/>
                  </a:lnTo>
                  <a:lnTo>
                    <a:pt x="1350" y="264"/>
                  </a:lnTo>
                  <a:lnTo>
                    <a:pt x="1350" y="252"/>
                  </a:lnTo>
                  <a:lnTo>
                    <a:pt x="1344" y="246"/>
                  </a:lnTo>
                  <a:lnTo>
                    <a:pt x="1332" y="240"/>
                  </a:lnTo>
                  <a:lnTo>
                    <a:pt x="1320" y="240"/>
                  </a:lnTo>
                  <a:lnTo>
                    <a:pt x="1314" y="234"/>
                  </a:lnTo>
                  <a:lnTo>
                    <a:pt x="1314" y="222"/>
                  </a:lnTo>
                  <a:lnTo>
                    <a:pt x="1320" y="210"/>
                  </a:lnTo>
                  <a:lnTo>
                    <a:pt x="1326" y="204"/>
                  </a:lnTo>
                  <a:lnTo>
                    <a:pt x="1326" y="198"/>
                  </a:lnTo>
                  <a:lnTo>
                    <a:pt x="1320" y="192"/>
                  </a:lnTo>
                  <a:lnTo>
                    <a:pt x="1308" y="186"/>
                  </a:lnTo>
                  <a:lnTo>
                    <a:pt x="1326" y="168"/>
                  </a:lnTo>
                  <a:lnTo>
                    <a:pt x="1320" y="144"/>
                  </a:lnTo>
                  <a:lnTo>
                    <a:pt x="1302" y="144"/>
                  </a:lnTo>
                  <a:lnTo>
                    <a:pt x="1296" y="120"/>
                  </a:lnTo>
                  <a:lnTo>
                    <a:pt x="1290" y="120"/>
                  </a:lnTo>
                  <a:lnTo>
                    <a:pt x="1284" y="114"/>
                  </a:lnTo>
                  <a:lnTo>
                    <a:pt x="1272" y="108"/>
                  </a:lnTo>
                  <a:lnTo>
                    <a:pt x="1260" y="96"/>
                  </a:lnTo>
                  <a:lnTo>
                    <a:pt x="1254" y="84"/>
                  </a:lnTo>
                  <a:lnTo>
                    <a:pt x="1248" y="66"/>
                  </a:lnTo>
                  <a:lnTo>
                    <a:pt x="1236" y="60"/>
                  </a:lnTo>
                  <a:lnTo>
                    <a:pt x="1230" y="54"/>
                  </a:lnTo>
                  <a:lnTo>
                    <a:pt x="1218" y="66"/>
                  </a:lnTo>
                  <a:lnTo>
                    <a:pt x="1218" y="72"/>
                  </a:lnTo>
                  <a:lnTo>
                    <a:pt x="1206" y="84"/>
                  </a:lnTo>
                  <a:lnTo>
                    <a:pt x="1200" y="84"/>
                  </a:lnTo>
                  <a:lnTo>
                    <a:pt x="1188" y="78"/>
                  </a:lnTo>
                  <a:lnTo>
                    <a:pt x="1188" y="72"/>
                  </a:lnTo>
                  <a:lnTo>
                    <a:pt x="1176" y="66"/>
                  </a:lnTo>
                  <a:lnTo>
                    <a:pt x="1164" y="66"/>
                  </a:lnTo>
                  <a:lnTo>
                    <a:pt x="1158" y="72"/>
                  </a:lnTo>
                  <a:lnTo>
                    <a:pt x="1152" y="84"/>
                  </a:lnTo>
                  <a:lnTo>
                    <a:pt x="1146" y="90"/>
                  </a:lnTo>
                  <a:lnTo>
                    <a:pt x="1098" y="66"/>
                  </a:lnTo>
                  <a:lnTo>
                    <a:pt x="1098" y="42"/>
                  </a:lnTo>
                  <a:lnTo>
                    <a:pt x="1068" y="18"/>
                  </a:lnTo>
                  <a:lnTo>
                    <a:pt x="1062" y="6"/>
                  </a:lnTo>
                  <a:lnTo>
                    <a:pt x="1044" y="24"/>
                  </a:lnTo>
                  <a:lnTo>
                    <a:pt x="1026" y="30"/>
                  </a:lnTo>
                  <a:lnTo>
                    <a:pt x="1002" y="30"/>
                  </a:lnTo>
                  <a:lnTo>
                    <a:pt x="990" y="18"/>
                  </a:lnTo>
                  <a:lnTo>
                    <a:pt x="990" y="12"/>
                  </a:lnTo>
                  <a:lnTo>
                    <a:pt x="954" y="18"/>
                  </a:lnTo>
                  <a:lnTo>
                    <a:pt x="942" y="6"/>
                  </a:lnTo>
                  <a:lnTo>
                    <a:pt x="942" y="0"/>
                  </a:lnTo>
                  <a:lnTo>
                    <a:pt x="936" y="0"/>
                  </a:lnTo>
                  <a:lnTo>
                    <a:pt x="918" y="18"/>
                  </a:lnTo>
                  <a:lnTo>
                    <a:pt x="918" y="30"/>
                  </a:lnTo>
                  <a:lnTo>
                    <a:pt x="906" y="30"/>
                  </a:lnTo>
                  <a:lnTo>
                    <a:pt x="900" y="36"/>
                  </a:lnTo>
                  <a:lnTo>
                    <a:pt x="876" y="36"/>
                  </a:lnTo>
                  <a:lnTo>
                    <a:pt x="864" y="24"/>
                  </a:lnTo>
                  <a:lnTo>
                    <a:pt x="840" y="42"/>
                  </a:lnTo>
                  <a:lnTo>
                    <a:pt x="822" y="42"/>
                  </a:lnTo>
                  <a:lnTo>
                    <a:pt x="810" y="54"/>
                  </a:lnTo>
                  <a:lnTo>
                    <a:pt x="798" y="60"/>
                  </a:lnTo>
                  <a:lnTo>
                    <a:pt x="792" y="66"/>
                  </a:lnTo>
                  <a:lnTo>
                    <a:pt x="786" y="66"/>
                  </a:lnTo>
                  <a:lnTo>
                    <a:pt x="762" y="42"/>
                  </a:lnTo>
                  <a:lnTo>
                    <a:pt x="756" y="54"/>
                  </a:lnTo>
                  <a:lnTo>
                    <a:pt x="738" y="72"/>
                  </a:lnTo>
                  <a:lnTo>
                    <a:pt x="738" y="84"/>
                  </a:lnTo>
                  <a:lnTo>
                    <a:pt x="732" y="90"/>
                  </a:lnTo>
                  <a:lnTo>
                    <a:pt x="726" y="102"/>
                  </a:lnTo>
                  <a:lnTo>
                    <a:pt x="720" y="108"/>
                  </a:lnTo>
                  <a:lnTo>
                    <a:pt x="708" y="102"/>
                  </a:lnTo>
                  <a:lnTo>
                    <a:pt x="702" y="96"/>
                  </a:lnTo>
                  <a:lnTo>
                    <a:pt x="690" y="90"/>
                  </a:lnTo>
                  <a:lnTo>
                    <a:pt x="642" y="90"/>
                  </a:lnTo>
                  <a:lnTo>
                    <a:pt x="630" y="84"/>
                  </a:lnTo>
                  <a:lnTo>
                    <a:pt x="624" y="78"/>
                  </a:lnTo>
                  <a:lnTo>
                    <a:pt x="582" y="78"/>
                  </a:lnTo>
                  <a:lnTo>
                    <a:pt x="582" y="48"/>
                  </a:lnTo>
                  <a:lnTo>
                    <a:pt x="576" y="42"/>
                  </a:lnTo>
                  <a:lnTo>
                    <a:pt x="558" y="42"/>
                  </a:lnTo>
                  <a:lnTo>
                    <a:pt x="558" y="30"/>
                  </a:lnTo>
                  <a:lnTo>
                    <a:pt x="546" y="24"/>
                  </a:lnTo>
                  <a:lnTo>
                    <a:pt x="534" y="24"/>
                  </a:lnTo>
                  <a:lnTo>
                    <a:pt x="516" y="18"/>
                  </a:lnTo>
                  <a:lnTo>
                    <a:pt x="504" y="18"/>
                  </a:lnTo>
                  <a:lnTo>
                    <a:pt x="492" y="24"/>
                  </a:lnTo>
                  <a:lnTo>
                    <a:pt x="486" y="30"/>
                  </a:lnTo>
                  <a:lnTo>
                    <a:pt x="486" y="36"/>
                  </a:lnTo>
                  <a:lnTo>
                    <a:pt x="480" y="48"/>
                  </a:lnTo>
                  <a:lnTo>
                    <a:pt x="480" y="54"/>
                  </a:lnTo>
                  <a:lnTo>
                    <a:pt x="474" y="66"/>
                  </a:lnTo>
                  <a:lnTo>
                    <a:pt x="462" y="78"/>
                  </a:lnTo>
                  <a:lnTo>
                    <a:pt x="456" y="78"/>
                  </a:lnTo>
                  <a:lnTo>
                    <a:pt x="444" y="90"/>
                  </a:lnTo>
                  <a:lnTo>
                    <a:pt x="444" y="102"/>
                  </a:lnTo>
                  <a:lnTo>
                    <a:pt x="450" y="102"/>
                  </a:lnTo>
                  <a:lnTo>
                    <a:pt x="450" y="120"/>
                  </a:lnTo>
                  <a:lnTo>
                    <a:pt x="438" y="138"/>
                  </a:lnTo>
                  <a:lnTo>
                    <a:pt x="450" y="150"/>
                  </a:lnTo>
                  <a:lnTo>
                    <a:pt x="450" y="186"/>
                  </a:lnTo>
                  <a:lnTo>
                    <a:pt x="444" y="198"/>
                  </a:lnTo>
                  <a:lnTo>
                    <a:pt x="438" y="216"/>
                  </a:lnTo>
                  <a:lnTo>
                    <a:pt x="426" y="228"/>
                  </a:lnTo>
                  <a:lnTo>
                    <a:pt x="414" y="252"/>
                  </a:lnTo>
                  <a:lnTo>
                    <a:pt x="408" y="258"/>
                  </a:lnTo>
                  <a:lnTo>
                    <a:pt x="408" y="288"/>
                  </a:lnTo>
                  <a:lnTo>
                    <a:pt x="414" y="300"/>
                  </a:lnTo>
                  <a:lnTo>
                    <a:pt x="414" y="324"/>
                  </a:lnTo>
                  <a:lnTo>
                    <a:pt x="396" y="360"/>
                  </a:lnTo>
                  <a:lnTo>
                    <a:pt x="396" y="372"/>
                  </a:lnTo>
                  <a:lnTo>
                    <a:pt x="402" y="378"/>
                  </a:lnTo>
                  <a:lnTo>
                    <a:pt x="408" y="390"/>
                  </a:lnTo>
                  <a:lnTo>
                    <a:pt x="408" y="414"/>
                  </a:lnTo>
                  <a:lnTo>
                    <a:pt x="402" y="426"/>
                  </a:lnTo>
                  <a:lnTo>
                    <a:pt x="390" y="432"/>
                  </a:lnTo>
                  <a:lnTo>
                    <a:pt x="390" y="486"/>
                  </a:lnTo>
                  <a:lnTo>
                    <a:pt x="384" y="492"/>
                  </a:lnTo>
                  <a:lnTo>
                    <a:pt x="372" y="498"/>
                  </a:lnTo>
                  <a:lnTo>
                    <a:pt x="366" y="510"/>
                  </a:lnTo>
                  <a:lnTo>
                    <a:pt x="318" y="534"/>
                  </a:lnTo>
                  <a:lnTo>
                    <a:pt x="312" y="540"/>
                  </a:lnTo>
                  <a:lnTo>
                    <a:pt x="306" y="552"/>
                  </a:lnTo>
                  <a:lnTo>
                    <a:pt x="306" y="588"/>
                  </a:lnTo>
                  <a:lnTo>
                    <a:pt x="282" y="612"/>
                  </a:lnTo>
                  <a:lnTo>
                    <a:pt x="276" y="612"/>
                  </a:lnTo>
                  <a:lnTo>
                    <a:pt x="282" y="714"/>
                  </a:lnTo>
                  <a:lnTo>
                    <a:pt x="252" y="756"/>
                  </a:lnTo>
                  <a:lnTo>
                    <a:pt x="246" y="762"/>
                  </a:lnTo>
                  <a:lnTo>
                    <a:pt x="228" y="762"/>
                  </a:lnTo>
                  <a:lnTo>
                    <a:pt x="216" y="774"/>
                  </a:lnTo>
                  <a:lnTo>
                    <a:pt x="210" y="786"/>
                  </a:lnTo>
                  <a:lnTo>
                    <a:pt x="192" y="804"/>
                  </a:lnTo>
                  <a:lnTo>
                    <a:pt x="186" y="816"/>
                  </a:lnTo>
                  <a:lnTo>
                    <a:pt x="180" y="822"/>
                  </a:lnTo>
                  <a:lnTo>
                    <a:pt x="168" y="828"/>
                  </a:lnTo>
                  <a:lnTo>
                    <a:pt x="150" y="828"/>
                  </a:lnTo>
                  <a:lnTo>
                    <a:pt x="144" y="822"/>
                  </a:lnTo>
                  <a:lnTo>
                    <a:pt x="150" y="810"/>
                  </a:lnTo>
                  <a:lnTo>
                    <a:pt x="150" y="780"/>
                  </a:lnTo>
                  <a:lnTo>
                    <a:pt x="144" y="780"/>
                  </a:lnTo>
                  <a:lnTo>
                    <a:pt x="126" y="798"/>
                  </a:lnTo>
                  <a:lnTo>
                    <a:pt x="102" y="792"/>
                  </a:lnTo>
                  <a:lnTo>
                    <a:pt x="102" y="810"/>
                  </a:lnTo>
                  <a:lnTo>
                    <a:pt x="96" y="822"/>
                  </a:lnTo>
                  <a:lnTo>
                    <a:pt x="90" y="828"/>
                  </a:lnTo>
                  <a:lnTo>
                    <a:pt x="78" y="828"/>
                  </a:lnTo>
                  <a:lnTo>
                    <a:pt x="72" y="822"/>
                  </a:lnTo>
                  <a:lnTo>
                    <a:pt x="72" y="816"/>
                  </a:lnTo>
                  <a:lnTo>
                    <a:pt x="66" y="810"/>
                  </a:lnTo>
                  <a:lnTo>
                    <a:pt x="66" y="804"/>
                  </a:lnTo>
                  <a:lnTo>
                    <a:pt x="54" y="804"/>
                  </a:lnTo>
                  <a:lnTo>
                    <a:pt x="48" y="816"/>
                  </a:lnTo>
                  <a:lnTo>
                    <a:pt x="12" y="846"/>
                  </a:lnTo>
                  <a:lnTo>
                    <a:pt x="18" y="858"/>
                  </a:lnTo>
                  <a:lnTo>
                    <a:pt x="18" y="864"/>
                  </a:lnTo>
                  <a:lnTo>
                    <a:pt x="24" y="876"/>
                  </a:lnTo>
                  <a:lnTo>
                    <a:pt x="24" y="882"/>
                  </a:lnTo>
                  <a:lnTo>
                    <a:pt x="18" y="888"/>
                  </a:lnTo>
                  <a:lnTo>
                    <a:pt x="6" y="894"/>
                  </a:lnTo>
                  <a:lnTo>
                    <a:pt x="0" y="900"/>
                  </a:lnTo>
                  <a:lnTo>
                    <a:pt x="6" y="906"/>
                  </a:lnTo>
                  <a:lnTo>
                    <a:pt x="6" y="912"/>
                  </a:lnTo>
                  <a:lnTo>
                    <a:pt x="18" y="918"/>
                  </a:lnTo>
                  <a:lnTo>
                    <a:pt x="18" y="924"/>
                  </a:lnTo>
                  <a:lnTo>
                    <a:pt x="54" y="906"/>
                  </a:lnTo>
                  <a:lnTo>
                    <a:pt x="78" y="912"/>
                  </a:lnTo>
                  <a:lnTo>
                    <a:pt x="84" y="906"/>
                  </a:lnTo>
                  <a:lnTo>
                    <a:pt x="96" y="912"/>
                  </a:lnTo>
                  <a:lnTo>
                    <a:pt x="120" y="906"/>
                  </a:lnTo>
                  <a:lnTo>
                    <a:pt x="132" y="912"/>
                  </a:lnTo>
                  <a:lnTo>
                    <a:pt x="162" y="912"/>
                  </a:lnTo>
                  <a:lnTo>
                    <a:pt x="174" y="906"/>
                  </a:lnTo>
                  <a:lnTo>
                    <a:pt x="186" y="906"/>
                  </a:lnTo>
                  <a:lnTo>
                    <a:pt x="198" y="912"/>
                  </a:lnTo>
                  <a:lnTo>
                    <a:pt x="228" y="912"/>
                  </a:lnTo>
                  <a:lnTo>
                    <a:pt x="246" y="906"/>
                  </a:lnTo>
                  <a:lnTo>
                    <a:pt x="270" y="906"/>
                  </a:lnTo>
                  <a:lnTo>
                    <a:pt x="276" y="900"/>
                  </a:lnTo>
                  <a:lnTo>
                    <a:pt x="294" y="900"/>
                  </a:lnTo>
                  <a:lnTo>
                    <a:pt x="300" y="906"/>
                  </a:lnTo>
                  <a:lnTo>
                    <a:pt x="306" y="918"/>
                  </a:lnTo>
                  <a:lnTo>
                    <a:pt x="318" y="930"/>
                  </a:lnTo>
                  <a:lnTo>
                    <a:pt x="318" y="972"/>
                  </a:lnTo>
                  <a:lnTo>
                    <a:pt x="336" y="990"/>
                  </a:lnTo>
                  <a:lnTo>
                    <a:pt x="336" y="1014"/>
                  </a:lnTo>
                  <a:lnTo>
                    <a:pt x="330" y="1020"/>
                  </a:lnTo>
                  <a:lnTo>
                    <a:pt x="330" y="1026"/>
                  </a:lnTo>
                  <a:lnTo>
                    <a:pt x="336" y="1032"/>
                  </a:lnTo>
                  <a:lnTo>
                    <a:pt x="342" y="1032"/>
                  </a:lnTo>
                  <a:lnTo>
                    <a:pt x="354" y="1044"/>
                  </a:lnTo>
                  <a:lnTo>
                    <a:pt x="354" y="1056"/>
                  </a:lnTo>
                  <a:lnTo>
                    <a:pt x="360" y="1062"/>
                  </a:lnTo>
                  <a:lnTo>
                    <a:pt x="372" y="1086"/>
                  </a:lnTo>
                  <a:lnTo>
                    <a:pt x="402" y="1086"/>
                  </a:lnTo>
                  <a:lnTo>
                    <a:pt x="414" y="1092"/>
                  </a:lnTo>
                  <a:lnTo>
                    <a:pt x="420" y="1080"/>
                  </a:lnTo>
                  <a:lnTo>
                    <a:pt x="444" y="1080"/>
                  </a:lnTo>
                  <a:lnTo>
                    <a:pt x="456" y="1074"/>
                  </a:lnTo>
                  <a:lnTo>
                    <a:pt x="462" y="1080"/>
                  </a:lnTo>
                  <a:lnTo>
                    <a:pt x="504" y="1074"/>
                  </a:lnTo>
                  <a:lnTo>
                    <a:pt x="504" y="1056"/>
                  </a:lnTo>
                  <a:lnTo>
                    <a:pt x="510" y="1050"/>
                  </a:lnTo>
                  <a:lnTo>
                    <a:pt x="510" y="1044"/>
                  </a:lnTo>
                  <a:lnTo>
                    <a:pt x="522" y="1044"/>
                  </a:lnTo>
                  <a:lnTo>
                    <a:pt x="522" y="1032"/>
                  </a:lnTo>
                  <a:lnTo>
                    <a:pt x="516" y="1020"/>
                  </a:lnTo>
                  <a:lnTo>
                    <a:pt x="510" y="1014"/>
                  </a:lnTo>
                  <a:lnTo>
                    <a:pt x="510" y="1008"/>
                  </a:lnTo>
                  <a:lnTo>
                    <a:pt x="516" y="1002"/>
                  </a:lnTo>
                  <a:lnTo>
                    <a:pt x="564" y="1002"/>
                  </a:lnTo>
                  <a:lnTo>
                    <a:pt x="564" y="996"/>
                  </a:lnTo>
                  <a:lnTo>
                    <a:pt x="576" y="996"/>
                  </a:lnTo>
                  <a:lnTo>
                    <a:pt x="588" y="1002"/>
                  </a:lnTo>
                  <a:lnTo>
                    <a:pt x="588" y="1026"/>
                  </a:lnTo>
                  <a:lnTo>
                    <a:pt x="678" y="1026"/>
                  </a:lnTo>
                  <a:lnTo>
                    <a:pt x="678" y="1050"/>
                  </a:lnTo>
                  <a:lnTo>
                    <a:pt x="666" y="1068"/>
                  </a:lnTo>
                  <a:lnTo>
                    <a:pt x="672" y="1086"/>
                  </a:lnTo>
                  <a:lnTo>
                    <a:pt x="684" y="1098"/>
                  </a:lnTo>
                  <a:lnTo>
                    <a:pt x="690" y="1110"/>
                  </a:lnTo>
                  <a:lnTo>
                    <a:pt x="690" y="1122"/>
                  </a:lnTo>
                  <a:lnTo>
                    <a:pt x="684" y="1134"/>
                  </a:lnTo>
                  <a:lnTo>
                    <a:pt x="678" y="1140"/>
                  </a:lnTo>
                  <a:lnTo>
                    <a:pt x="684" y="1164"/>
                  </a:lnTo>
                  <a:lnTo>
                    <a:pt x="684" y="1176"/>
                  </a:lnTo>
                  <a:lnTo>
                    <a:pt x="678" y="1182"/>
                  </a:lnTo>
                  <a:lnTo>
                    <a:pt x="678" y="1194"/>
                  </a:lnTo>
                  <a:lnTo>
                    <a:pt x="684" y="1212"/>
                  </a:lnTo>
                  <a:lnTo>
                    <a:pt x="696" y="1230"/>
                  </a:lnTo>
                  <a:lnTo>
                    <a:pt x="708" y="1254"/>
                  </a:lnTo>
                  <a:lnTo>
                    <a:pt x="714" y="1260"/>
                  </a:lnTo>
                  <a:lnTo>
                    <a:pt x="714" y="1278"/>
                  </a:lnTo>
                  <a:lnTo>
                    <a:pt x="708" y="1290"/>
                  </a:lnTo>
                  <a:lnTo>
                    <a:pt x="708" y="1302"/>
                  </a:lnTo>
                  <a:lnTo>
                    <a:pt x="702" y="1308"/>
                  </a:lnTo>
                  <a:lnTo>
                    <a:pt x="702" y="1332"/>
                  </a:lnTo>
                  <a:lnTo>
                    <a:pt x="708" y="1338"/>
                  </a:lnTo>
                  <a:lnTo>
                    <a:pt x="714" y="1338"/>
                  </a:lnTo>
                  <a:lnTo>
                    <a:pt x="720" y="1344"/>
                  </a:lnTo>
                  <a:lnTo>
                    <a:pt x="726" y="1326"/>
                  </a:lnTo>
                  <a:lnTo>
                    <a:pt x="756" y="1332"/>
                  </a:lnTo>
                  <a:lnTo>
                    <a:pt x="780" y="1326"/>
                  </a:lnTo>
                  <a:lnTo>
                    <a:pt x="780" y="1314"/>
                  </a:lnTo>
                  <a:lnTo>
                    <a:pt x="792" y="1314"/>
                  </a:lnTo>
                  <a:lnTo>
                    <a:pt x="804" y="1326"/>
                  </a:lnTo>
                  <a:lnTo>
                    <a:pt x="828" y="1326"/>
                  </a:lnTo>
                  <a:lnTo>
                    <a:pt x="834" y="1308"/>
                  </a:lnTo>
                  <a:lnTo>
                    <a:pt x="840" y="1320"/>
                  </a:lnTo>
                  <a:lnTo>
                    <a:pt x="858" y="1320"/>
                  </a:lnTo>
                  <a:lnTo>
                    <a:pt x="858" y="1350"/>
                  </a:lnTo>
                  <a:lnTo>
                    <a:pt x="864" y="1356"/>
                  </a:lnTo>
                  <a:lnTo>
                    <a:pt x="882" y="1356"/>
                  </a:lnTo>
                  <a:lnTo>
                    <a:pt x="882" y="1350"/>
                  </a:lnTo>
                  <a:lnTo>
                    <a:pt x="876" y="1344"/>
                  </a:lnTo>
                  <a:lnTo>
                    <a:pt x="918" y="1338"/>
                  </a:lnTo>
                  <a:lnTo>
                    <a:pt x="918" y="1356"/>
                  </a:lnTo>
                  <a:lnTo>
                    <a:pt x="924" y="1368"/>
                  </a:lnTo>
                  <a:lnTo>
                    <a:pt x="930" y="1374"/>
                  </a:lnTo>
                  <a:lnTo>
                    <a:pt x="948" y="1386"/>
                  </a:lnTo>
                  <a:lnTo>
                    <a:pt x="984" y="1392"/>
                  </a:lnTo>
                  <a:lnTo>
                    <a:pt x="1014" y="1398"/>
                  </a:lnTo>
                  <a:lnTo>
                    <a:pt x="1032" y="1398"/>
                  </a:lnTo>
                  <a:lnTo>
                    <a:pt x="1032" y="1392"/>
                  </a:lnTo>
                  <a:lnTo>
                    <a:pt x="1038" y="1386"/>
                  </a:lnTo>
                  <a:lnTo>
                    <a:pt x="1038" y="1368"/>
                  </a:lnTo>
                  <a:lnTo>
                    <a:pt x="1044" y="1362"/>
                  </a:lnTo>
                  <a:lnTo>
                    <a:pt x="1050" y="1362"/>
                  </a:lnTo>
                  <a:lnTo>
                    <a:pt x="1062" y="1374"/>
                  </a:lnTo>
                  <a:lnTo>
                    <a:pt x="1062" y="1386"/>
                  </a:lnTo>
                  <a:lnTo>
                    <a:pt x="1068" y="1392"/>
                  </a:lnTo>
                  <a:lnTo>
                    <a:pt x="1080" y="1392"/>
                  </a:lnTo>
                  <a:lnTo>
                    <a:pt x="1080" y="1404"/>
                  </a:lnTo>
                  <a:lnTo>
                    <a:pt x="1074" y="1404"/>
                  </a:lnTo>
                  <a:lnTo>
                    <a:pt x="1074" y="1416"/>
                  </a:lnTo>
                  <a:lnTo>
                    <a:pt x="1104" y="1416"/>
                  </a:lnTo>
                  <a:lnTo>
                    <a:pt x="1110" y="1422"/>
                  </a:lnTo>
                  <a:lnTo>
                    <a:pt x="1110" y="1434"/>
                  </a:lnTo>
                  <a:lnTo>
                    <a:pt x="1122" y="1434"/>
                  </a:lnTo>
                  <a:lnTo>
                    <a:pt x="1128" y="1428"/>
                  </a:lnTo>
                  <a:lnTo>
                    <a:pt x="1134" y="1428"/>
                  </a:lnTo>
                  <a:lnTo>
                    <a:pt x="1140" y="1434"/>
                  </a:lnTo>
                  <a:lnTo>
                    <a:pt x="1146" y="1446"/>
                  </a:lnTo>
                  <a:lnTo>
                    <a:pt x="1146" y="1452"/>
                  </a:lnTo>
                  <a:lnTo>
                    <a:pt x="1152" y="1464"/>
                  </a:lnTo>
                  <a:lnTo>
                    <a:pt x="1164" y="1464"/>
                  </a:lnTo>
                  <a:lnTo>
                    <a:pt x="1176" y="1476"/>
                  </a:lnTo>
                  <a:lnTo>
                    <a:pt x="1176" y="1488"/>
                  </a:lnTo>
                  <a:lnTo>
                    <a:pt x="1182" y="1500"/>
                  </a:lnTo>
                  <a:lnTo>
                    <a:pt x="1182" y="1512"/>
                  </a:lnTo>
                  <a:lnTo>
                    <a:pt x="1200" y="1512"/>
                  </a:lnTo>
                  <a:lnTo>
                    <a:pt x="1218" y="1500"/>
                  </a:lnTo>
                  <a:lnTo>
                    <a:pt x="1224" y="1512"/>
                  </a:lnTo>
                  <a:lnTo>
                    <a:pt x="1224" y="1518"/>
                  </a:lnTo>
                  <a:lnTo>
                    <a:pt x="1230" y="1518"/>
                  </a:lnTo>
                  <a:lnTo>
                    <a:pt x="1236" y="1500"/>
                  </a:lnTo>
                  <a:lnTo>
                    <a:pt x="1242" y="1464"/>
                  </a:lnTo>
                  <a:lnTo>
                    <a:pt x="1242" y="1416"/>
                  </a:lnTo>
                  <a:lnTo>
                    <a:pt x="1218" y="1416"/>
                  </a:lnTo>
                  <a:lnTo>
                    <a:pt x="1218" y="1434"/>
                  </a:lnTo>
                  <a:lnTo>
                    <a:pt x="1212" y="1440"/>
                  </a:lnTo>
                  <a:lnTo>
                    <a:pt x="1206" y="1440"/>
                  </a:lnTo>
                  <a:lnTo>
                    <a:pt x="1194" y="1434"/>
                  </a:lnTo>
                  <a:lnTo>
                    <a:pt x="1164" y="1404"/>
                  </a:lnTo>
                  <a:lnTo>
                    <a:pt x="1158" y="1404"/>
                  </a:lnTo>
                  <a:lnTo>
                    <a:pt x="1158" y="1398"/>
                  </a:lnTo>
                  <a:lnTo>
                    <a:pt x="1152" y="1398"/>
                  </a:lnTo>
                  <a:lnTo>
                    <a:pt x="1140" y="1386"/>
                  </a:lnTo>
                  <a:lnTo>
                    <a:pt x="1140" y="1362"/>
                  </a:lnTo>
                  <a:lnTo>
                    <a:pt x="1146" y="1350"/>
                  </a:lnTo>
                  <a:lnTo>
                    <a:pt x="1152" y="1332"/>
                  </a:lnTo>
                  <a:lnTo>
                    <a:pt x="1158" y="1320"/>
                  </a:lnTo>
                  <a:lnTo>
                    <a:pt x="1170" y="1308"/>
                  </a:lnTo>
                  <a:lnTo>
                    <a:pt x="1170" y="1254"/>
                  </a:lnTo>
                  <a:lnTo>
                    <a:pt x="1164" y="1236"/>
                  </a:lnTo>
                  <a:lnTo>
                    <a:pt x="1164" y="1212"/>
                  </a:lnTo>
                  <a:lnTo>
                    <a:pt x="1158" y="1206"/>
                  </a:lnTo>
                  <a:lnTo>
                    <a:pt x="1158" y="1200"/>
                  </a:lnTo>
                  <a:lnTo>
                    <a:pt x="1152" y="1194"/>
                  </a:lnTo>
                  <a:lnTo>
                    <a:pt x="1152" y="1188"/>
                  </a:lnTo>
                  <a:lnTo>
                    <a:pt x="1140" y="1176"/>
                  </a:lnTo>
                  <a:lnTo>
                    <a:pt x="1146" y="1176"/>
                  </a:lnTo>
                  <a:lnTo>
                    <a:pt x="1152" y="1170"/>
                  </a:lnTo>
                  <a:lnTo>
                    <a:pt x="1164" y="1164"/>
                  </a:lnTo>
                  <a:lnTo>
                    <a:pt x="1182" y="1146"/>
                  </a:lnTo>
                  <a:lnTo>
                    <a:pt x="1182" y="1116"/>
                  </a:lnTo>
                  <a:lnTo>
                    <a:pt x="1194" y="1116"/>
                  </a:lnTo>
                  <a:lnTo>
                    <a:pt x="1212" y="1110"/>
                  </a:lnTo>
                  <a:lnTo>
                    <a:pt x="1230" y="1110"/>
                  </a:lnTo>
                  <a:lnTo>
                    <a:pt x="1242" y="1104"/>
                  </a:lnTo>
                  <a:lnTo>
                    <a:pt x="1260" y="1104"/>
                  </a:lnTo>
                  <a:lnTo>
                    <a:pt x="1284" y="1092"/>
                  </a:lnTo>
                  <a:lnTo>
                    <a:pt x="1290" y="1092"/>
                  </a:lnTo>
                  <a:lnTo>
                    <a:pt x="1290" y="1086"/>
                  </a:lnTo>
                  <a:lnTo>
                    <a:pt x="1284" y="1074"/>
                  </a:lnTo>
                  <a:lnTo>
                    <a:pt x="1272" y="1062"/>
                  </a:lnTo>
                  <a:lnTo>
                    <a:pt x="1272" y="1014"/>
                  </a:lnTo>
                  <a:lnTo>
                    <a:pt x="1248" y="1014"/>
                  </a:lnTo>
                  <a:lnTo>
                    <a:pt x="1248" y="1008"/>
                  </a:lnTo>
                  <a:lnTo>
                    <a:pt x="1242" y="996"/>
                  </a:lnTo>
                  <a:lnTo>
                    <a:pt x="1242" y="978"/>
                  </a:lnTo>
                  <a:lnTo>
                    <a:pt x="1236" y="972"/>
                  </a:lnTo>
                  <a:lnTo>
                    <a:pt x="1224" y="966"/>
                  </a:lnTo>
                  <a:lnTo>
                    <a:pt x="1218" y="960"/>
                  </a:lnTo>
                  <a:lnTo>
                    <a:pt x="1206" y="936"/>
                  </a:lnTo>
                  <a:lnTo>
                    <a:pt x="1206" y="906"/>
                  </a:lnTo>
                  <a:lnTo>
                    <a:pt x="1212" y="900"/>
                  </a:lnTo>
                  <a:lnTo>
                    <a:pt x="1212" y="876"/>
                  </a:lnTo>
                  <a:lnTo>
                    <a:pt x="1200" y="864"/>
                  </a:lnTo>
                  <a:lnTo>
                    <a:pt x="1194" y="852"/>
                  </a:lnTo>
                  <a:lnTo>
                    <a:pt x="1194" y="804"/>
                  </a:lnTo>
                  <a:lnTo>
                    <a:pt x="1200" y="780"/>
                  </a:lnTo>
                  <a:lnTo>
                    <a:pt x="1200" y="750"/>
                  </a:lnTo>
                  <a:lnTo>
                    <a:pt x="1212" y="738"/>
                  </a:lnTo>
                  <a:lnTo>
                    <a:pt x="1218" y="744"/>
                  </a:lnTo>
                  <a:lnTo>
                    <a:pt x="1218" y="732"/>
                  </a:lnTo>
                  <a:lnTo>
                    <a:pt x="1224" y="726"/>
                  </a:lnTo>
                  <a:lnTo>
                    <a:pt x="1224" y="696"/>
                  </a:lnTo>
                  <a:lnTo>
                    <a:pt x="1218" y="690"/>
                  </a:lnTo>
                  <a:lnTo>
                    <a:pt x="1206" y="684"/>
                  </a:lnTo>
                  <a:lnTo>
                    <a:pt x="1200" y="678"/>
                  </a:lnTo>
                  <a:lnTo>
                    <a:pt x="1188" y="648"/>
                  </a:lnTo>
                  <a:lnTo>
                    <a:pt x="1182" y="642"/>
                  </a:lnTo>
                  <a:lnTo>
                    <a:pt x="1176" y="642"/>
                  </a:lnTo>
                  <a:lnTo>
                    <a:pt x="1176" y="636"/>
                  </a:lnTo>
                  <a:lnTo>
                    <a:pt x="1182" y="624"/>
                  </a:lnTo>
                  <a:lnTo>
                    <a:pt x="1194" y="618"/>
                  </a:lnTo>
                  <a:lnTo>
                    <a:pt x="1206" y="606"/>
                  </a:lnTo>
                  <a:lnTo>
                    <a:pt x="1206" y="594"/>
                  </a:lnTo>
                  <a:lnTo>
                    <a:pt x="1200" y="588"/>
                  </a:lnTo>
                  <a:lnTo>
                    <a:pt x="1194" y="576"/>
                  </a:lnTo>
                  <a:lnTo>
                    <a:pt x="1194" y="570"/>
                  </a:lnTo>
                  <a:lnTo>
                    <a:pt x="1200" y="564"/>
                  </a:lnTo>
                  <a:lnTo>
                    <a:pt x="1224" y="552"/>
                  </a:lnTo>
                  <a:lnTo>
                    <a:pt x="1230" y="546"/>
                  </a:lnTo>
                  <a:lnTo>
                    <a:pt x="1236" y="546"/>
                  </a:lnTo>
                  <a:lnTo>
                    <a:pt x="1242" y="46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34" name="Congo (Brazzaville)" descr="© INSCALE GmbH, 05.05.2010&#10;http://www.presentationload.com/">
              <a:extLst>
                <a:ext uri="{FF2B5EF4-FFF2-40B4-BE49-F238E27FC236}">
                  <a16:creationId xmlns:a16="http://schemas.microsoft.com/office/drawing/2014/main" id="{A223349C-4408-492A-BF3F-D79C462DFD5A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993056" y="2903102"/>
              <a:ext cx="177062" cy="229915"/>
            </a:xfrm>
            <a:custGeom>
              <a:avLst/>
              <a:gdLst>
                <a:gd name="T0" fmla="*/ 2147483647 w 534"/>
                <a:gd name="T1" fmla="*/ 2147483647 h 702"/>
                <a:gd name="T2" fmla="*/ 2147483647 w 534"/>
                <a:gd name="T3" fmla="*/ 2147483647 h 702"/>
                <a:gd name="T4" fmla="*/ 2147483647 w 534"/>
                <a:gd name="T5" fmla="*/ 2147483647 h 702"/>
                <a:gd name="T6" fmla="*/ 2147483647 w 534"/>
                <a:gd name="T7" fmla="*/ 2147483647 h 702"/>
                <a:gd name="T8" fmla="*/ 2147483647 w 534"/>
                <a:gd name="T9" fmla="*/ 2147483647 h 702"/>
                <a:gd name="T10" fmla="*/ 2147483647 w 534"/>
                <a:gd name="T11" fmla="*/ 2147483647 h 702"/>
                <a:gd name="T12" fmla="*/ 2147483647 w 534"/>
                <a:gd name="T13" fmla="*/ 2147483647 h 702"/>
                <a:gd name="T14" fmla="*/ 2147483647 w 534"/>
                <a:gd name="T15" fmla="*/ 2147483647 h 702"/>
                <a:gd name="T16" fmla="*/ 2147483647 w 534"/>
                <a:gd name="T17" fmla="*/ 2147483647 h 702"/>
                <a:gd name="T18" fmla="*/ 2147483647 w 534"/>
                <a:gd name="T19" fmla="*/ 2147483647 h 702"/>
                <a:gd name="T20" fmla="*/ 2147483647 w 534"/>
                <a:gd name="T21" fmla="*/ 2147483647 h 702"/>
                <a:gd name="T22" fmla="*/ 2147483647 w 534"/>
                <a:gd name="T23" fmla="*/ 2147483647 h 702"/>
                <a:gd name="T24" fmla="*/ 2147483647 w 534"/>
                <a:gd name="T25" fmla="*/ 2147483647 h 702"/>
                <a:gd name="T26" fmla="*/ 2147483647 w 534"/>
                <a:gd name="T27" fmla="*/ 2147483647 h 702"/>
                <a:gd name="T28" fmla="*/ 2147483647 w 534"/>
                <a:gd name="T29" fmla="*/ 2147483647 h 702"/>
                <a:gd name="T30" fmla="*/ 2147483647 w 534"/>
                <a:gd name="T31" fmla="*/ 2147483647 h 702"/>
                <a:gd name="T32" fmla="*/ 2147483647 w 534"/>
                <a:gd name="T33" fmla="*/ 2147483647 h 702"/>
                <a:gd name="T34" fmla="*/ 2147483647 w 534"/>
                <a:gd name="T35" fmla="*/ 2147483647 h 702"/>
                <a:gd name="T36" fmla="*/ 2147483647 w 534"/>
                <a:gd name="T37" fmla="*/ 2147483647 h 702"/>
                <a:gd name="T38" fmla="*/ 2147483647 w 534"/>
                <a:gd name="T39" fmla="*/ 2147483647 h 702"/>
                <a:gd name="T40" fmla="*/ 2147483647 w 534"/>
                <a:gd name="T41" fmla="*/ 2147483647 h 702"/>
                <a:gd name="T42" fmla="*/ 2147483647 w 534"/>
                <a:gd name="T43" fmla="*/ 2147483647 h 702"/>
                <a:gd name="T44" fmla="*/ 2147483647 w 534"/>
                <a:gd name="T45" fmla="*/ 2147483647 h 702"/>
                <a:gd name="T46" fmla="*/ 2147483647 w 534"/>
                <a:gd name="T47" fmla="*/ 2147483647 h 702"/>
                <a:gd name="T48" fmla="*/ 2147483647 w 534"/>
                <a:gd name="T49" fmla="*/ 2147483647 h 702"/>
                <a:gd name="T50" fmla="*/ 0 w 534"/>
                <a:gd name="T51" fmla="*/ 2147483647 h 702"/>
                <a:gd name="T52" fmla="*/ 2147483647 w 534"/>
                <a:gd name="T53" fmla="*/ 2147483647 h 702"/>
                <a:gd name="T54" fmla="*/ 2147483647 w 534"/>
                <a:gd name="T55" fmla="*/ 2147483647 h 702"/>
                <a:gd name="T56" fmla="*/ 2147483647 w 534"/>
                <a:gd name="T57" fmla="*/ 2147483647 h 702"/>
                <a:gd name="T58" fmla="*/ 2147483647 w 534"/>
                <a:gd name="T59" fmla="*/ 2147483647 h 702"/>
                <a:gd name="T60" fmla="*/ 2147483647 w 534"/>
                <a:gd name="T61" fmla="*/ 2147483647 h 702"/>
                <a:gd name="T62" fmla="*/ 2147483647 w 534"/>
                <a:gd name="T63" fmla="*/ 2147483647 h 702"/>
                <a:gd name="T64" fmla="*/ 2147483647 w 534"/>
                <a:gd name="T65" fmla="*/ 2147483647 h 702"/>
                <a:gd name="T66" fmla="*/ 2147483647 w 534"/>
                <a:gd name="T67" fmla="*/ 2147483647 h 702"/>
                <a:gd name="T68" fmla="*/ 2147483647 w 534"/>
                <a:gd name="T69" fmla="*/ 2147483647 h 702"/>
                <a:gd name="T70" fmla="*/ 2147483647 w 534"/>
                <a:gd name="T71" fmla="*/ 2147483647 h 702"/>
                <a:gd name="T72" fmla="*/ 2147483647 w 534"/>
                <a:gd name="T73" fmla="*/ 2147483647 h 702"/>
                <a:gd name="T74" fmla="*/ 2147483647 w 534"/>
                <a:gd name="T75" fmla="*/ 2147483647 h 702"/>
                <a:gd name="T76" fmla="*/ 2147483647 w 534"/>
                <a:gd name="T77" fmla="*/ 2147483647 h 702"/>
                <a:gd name="T78" fmla="*/ 2147483647 w 534"/>
                <a:gd name="T79" fmla="*/ 2147483647 h 702"/>
                <a:gd name="T80" fmla="*/ 2147483647 w 534"/>
                <a:gd name="T81" fmla="*/ 2147483647 h 702"/>
                <a:gd name="T82" fmla="*/ 2147483647 w 534"/>
                <a:gd name="T83" fmla="*/ 2147483647 h 702"/>
                <a:gd name="T84" fmla="*/ 2147483647 w 534"/>
                <a:gd name="T85" fmla="*/ 2147483647 h 702"/>
                <a:gd name="T86" fmla="*/ 2147483647 w 534"/>
                <a:gd name="T87" fmla="*/ 2147483647 h 702"/>
                <a:gd name="T88" fmla="*/ 2147483647 w 534"/>
                <a:gd name="T89" fmla="*/ 2147483647 h 702"/>
                <a:gd name="T90" fmla="*/ 2147483647 w 534"/>
                <a:gd name="T91" fmla="*/ 2147483647 h 702"/>
                <a:gd name="T92" fmla="*/ 2147483647 w 534"/>
                <a:gd name="T93" fmla="*/ 2147483647 h 702"/>
                <a:gd name="T94" fmla="*/ 2147483647 w 534"/>
                <a:gd name="T95" fmla="*/ 2147483647 h 702"/>
                <a:gd name="T96" fmla="*/ 2147483647 w 534"/>
                <a:gd name="T97" fmla="*/ 2147483647 h 702"/>
                <a:gd name="T98" fmla="*/ 2147483647 w 534"/>
                <a:gd name="T99" fmla="*/ 2147483647 h 702"/>
                <a:gd name="T100" fmla="*/ 2147483647 w 534"/>
                <a:gd name="T101" fmla="*/ 2147483647 h 702"/>
                <a:gd name="T102" fmla="*/ 2147483647 w 534"/>
                <a:gd name="T103" fmla="*/ 2147483647 h 70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34"/>
                <a:gd name="T157" fmla="*/ 0 h 702"/>
                <a:gd name="T158" fmla="*/ 534 w 534"/>
                <a:gd name="T159" fmla="*/ 702 h 70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34" h="702">
                  <a:moveTo>
                    <a:pt x="366" y="120"/>
                  </a:moveTo>
                  <a:lnTo>
                    <a:pt x="360" y="126"/>
                  </a:lnTo>
                  <a:lnTo>
                    <a:pt x="354" y="168"/>
                  </a:lnTo>
                  <a:lnTo>
                    <a:pt x="330" y="144"/>
                  </a:lnTo>
                  <a:lnTo>
                    <a:pt x="294" y="144"/>
                  </a:lnTo>
                  <a:lnTo>
                    <a:pt x="288" y="138"/>
                  </a:lnTo>
                  <a:lnTo>
                    <a:pt x="276" y="138"/>
                  </a:lnTo>
                  <a:lnTo>
                    <a:pt x="270" y="132"/>
                  </a:lnTo>
                  <a:lnTo>
                    <a:pt x="258" y="126"/>
                  </a:lnTo>
                  <a:lnTo>
                    <a:pt x="210" y="126"/>
                  </a:lnTo>
                  <a:lnTo>
                    <a:pt x="192" y="132"/>
                  </a:lnTo>
                  <a:lnTo>
                    <a:pt x="162" y="132"/>
                  </a:lnTo>
                  <a:lnTo>
                    <a:pt x="144" y="162"/>
                  </a:lnTo>
                  <a:lnTo>
                    <a:pt x="150" y="198"/>
                  </a:lnTo>
                  <a:lnTo>
                    <a:pt x="156" y="204"/>
                  </a:lnTo>
                  <a:lnTo>
                    <a:pt x="180" y="204"/>
                  </a:lnTo>
                  <a:lnTo>
                    <a:pt x="186" y="198"/>
                  </a:lnTo>
                  <a:lnTo>
                    <a:pt x="186" y="180"/>
                  </a:lnTo>
                  <a:lnTo>
                    <a:pt x="204" y="180"/>
                  </a:lnTo>
                  <a:lnTo>
                    <a:pt x="210" y="186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28" y="198"/>
                  </a:lnTo>
                  <a:lnTo>
                    <a:pt x="228" y="216"/>
                  </a:lnTo>
                  <a:lnTo>
                    <a:pt x="240" y="222"/>
                  </a:lnTo>
                  <a:lnTo>
                    <a:pt x="240" y="234"/>
                  </a:lnTo>
                  <a:lnTo>
                    <a:pt x="234" y="240"/>
                  </a:lnTo>
                  <a:lnTo>
                    <a:pt x="228" y="252"/>
                  </a:lnTo>
                  <a:lnTo>
                    <a:pt x="222" y="258"/>
                  </a:lnTo>
                  <a:lnTo>
                    <a:pt x="210" y="258"/>
                  </a:lnTo>
                  <a:lnTo>
                    <a:pt x="198" y="282"/>
                  </a:lnTo>
                  <a:lnTo>
                    <a:pt x="198" y="318"/>
                  </a:lnTo>
                  <a:lnTo>
                    <a:pt x="216" y="324"/>
                  </a:lnTo>
                  <a:lnTo>
                    <a:pt x="222" y="342"/>
                  </a:lnTo>
                  <a:lnTo>
                    <a:pt x="240" y="342"/>
                  </a:lnTo>
                  <a:lnTo>
                    <a:pt x="246" y="348"/>
                  </a:lnTo>
                  <a:lnTo>
                    <a:pt x="246" y="360"/>
                  </a:lnTo>
                  <a:lnTo>
                    <a:pt x="240" y="366"/>
                  </a:lnTo>
                  <a:lnTo>
                    <a:pt x="240" y="414"/>
                  </a:lnTo>
                  <a:lnTo>
                    <a:pt x="234" y="426"/>
                  </a:lnTo>
                  <a:lnTo>
                    <a:pt x="240" y="450"/>
                  </a:lnTo>
                  <a:lnTo>
                    <a:pt x="234" y="456"/>
                  </a:lnTo>
                  <a:lnTo>
                    <a:pt x="222" y="462"/>
                  </a:lnTo>
                  <a:lnTo>
                    <a:pt x="222" y="486"/>
                  </a:lnTo>
                  <a:lnTo>
                    <a:pt x="216" y="498"/>
                  </a:lnTo>
                  <a:lnTo>
                    <a:pt x="210" y="504"/>
                  </a:lnTo>
                  <a:lnTo>
                    <a:pt x="198" y="504"/>
                  </a:lnTo>
                  <a:lnTo>
                    <a:pt x="192" y="498"/>
                  </a:lnTo>
                  <a:lnTo>
                    <a:pt x="192" y="468"/>
                  </a:lnTo>
                  <a:lnTo>
                    <a:pt x="186" y="468"/>
                  </a:lnTo>
                  <a:lnTo>
                    <a:pt x="180" y="474"/>
                  </a:lnTo>
                  <a:lnTo>
                    <a:pt x="174" y="486"/>
                  </a:lnTo>
                  <a:lnTo>
                    <a:pt x="168" y="492"/>
                  </a:lnTo>
                  <a:lnTo>
                    <a:pt x="138" y="492"/>
                  </a:lnTo>
                  <a:lnTo>
                    <a:pt x="120" y="450"/>
                  </a:lnTo>
                  <a:lnTo>
                    <a:pt x="90" y="450"/>
                  </a:lnTo>
                  <a:lnTo>
                    <a:pt x="90" y="456"/>
                  </a:lnTo>
                  <a:lnTo>
                    <a:pt x="108" y="474"/>
                  </a:lnTo>
                  <a:lnTo>
                    <a:pt x="96" y="480"/>
                  </a:lnTo>
                  <a:lnTo>
                    <a:pt x="90" y="492"/>
                  </a:lnTo>
                  <a:lnTo>
                    <a:pt x="84" y="498"/>
                  </a:lnTo>
                  <a:lnTo>
                    <a:pt x="66" y="498"/>
                  </a:lnTo>
                  <a:lnTo>
                    <a:pt x="54" y="492"/>
                  </a:lnTo>
                  <a:lnTo>
                    <a:pt x="42" y="492"/>
                  </a:lnTo>
                  <a:lnTo>
                    <a:pt x="36" y="486"/>
                  </a:lnTo>
                  <a:lnTo>
                    <a:pt x="30" y="486"/>
                  </a:lnTo>
                  <a:lnTo>
                    <a:pt x="30" y="504"/>
                  </a:lnTo>
                  <a:lnTo>
                    <a:pt x="36" y="510"/>
                  </a:lnTo>
                  <a:lnTo>
                    <a:pt x="36" y="522"/>
                  </a:lnTo>
                  <a:lnTo>
                    <a:pt x="24" y="522"/>
                  </a:lnTo>
                  <a:lnTo>
                    <a:pt x="54" y="540"/>
                  </a:lnTo>
                  <a:lnTo>
                    <a:pt x="36" y="552"/>
                  </a:lnTo>
                  <a:lnTo>
                    <a:pt x="54" y="564"/>
                  </a:lnTo>
                  <a:lnTo>
                    <a:pt x="54" y="600"/>
                  </a:lnTo>
                  <a:lnTo>
                    <a:pt x="48" y="606"/>
                  </a:lnTo>
                  <a:lnTo>
                    <a:pt x="30" y="588"/>
                  </a:lnTo>
                  <a:lnTo>
                    <a:pt x="6" y="600"/>
                  </a:lnTo>
                  <a:lnTo>
                    <a:pt x="0" y="618"/>
                  </a:lnTo>
                  <a:lnTo>
                    <a:pt x="54" y="666"/>
                  </a:lnTo>
                  <a:lnTo>
                    <a:pt x="54" y="684"/>
                  </a:lnTo>
                  <a:lnTo>
                    <a:pt x="72" y="702"/>
                  </a:lnTo>
                  <a:lnTo>
                    <a:pt x="72" y="690"/>
                  </a:lnTo>
                  <a:lnTo>
                    <a:pt x="90" y="690"/>
                  </a:lnTo>
                  <a:lnTo>
                    <a:pt x="90" y="672"/>
                  </a:lnTo>
                  <a:lnTo>
                    <a:pt x="102" y="666"/>
                  </a:lnTo>
                  <a:lnTo>
                    <a:pt x="108" y="660"/>
                  </a:lnTo>
                  <a:lnTo>
                    <a:pt x="120" y="654"/>
                  </a:lnTo>
                  <a:lnTo>
                    <a:pt x="126" y="648"/>
                  </a:lnTo>
                  <a:lnTo>
                    <a:pt x="132" y="654"/>
                  </a:lnTo>
                  <a:lnTo>
                    <a:pt x="132" y="660"/>
                  </a:lnTo>
                  <a:lnTo>
                    <a:pt x="138" y="666"/>
                  </a:lnTo>
                  <a:lnTo>
                    <a:pt x="138" y="672"/>
                  </a:lnTo>
                  <a:lnTo>
                    <a:pt x="150" y="672"/>
                  </a:lnTo>
                  <a:lnTo>
                    <a:pt x="150" y="678"/>
                  </a:lnTo>
                  <a:lnTo>
                    <a:pt x="156" y="684"/>
                  </a:lnTo>
                  <a:lnTo>
                    <a:pt x="156" y="690"/>
                  </a:lnTo>
                  <a:lnTo>
                    <a:pt x="162" y="696"/>
                  </a:lnTo>
                  <a:lnTo>
                    <a:pt x="174" y="696"/>
                  </a:lnTo>
                  <a:lnTo>
                    <a:pt x="180" y="690"/>
                  </a:lnTo>
                  <a:lnTo>
                    <a:pt x="186" y="678"/>
                  </a:lnTo>
                  <a:lnTo>
                    <a:pt x="186" y="660"/>
                  </a:lnTo>
                  <a:lnTo>
                    <a:pt x="210" y="666"/>
                  </a:lnTo>
                  <a:lnTo>
                    <a:pt x="228" y="648"/>
                  </a:lnTo>
                  <a:lnTo>
                    <a:pt x="234" y="648"/>
                  </a:lnTo>
                  <a:lnTo>
                    <a:pt x="234" y="678"/>
                  </a:lnTo>
                  <a:lnTo>
                    <a:pt x="228" y="690"/>
                  </a:lnTo>
                  <a:lnTo>
                    <a:pt x="234" y="696"/>
                  </a:lnTo>
                  <a:lnTo>
                    <a:pt x="252" y="696"/>
                  </a:lnTo>
                  <a:lnTo>
                    <a:pt x="264" y="690"/>
                  </a:lnTo>
                  <a:lnTo>
                    <a:pt x="270" y="684"/>
                  </a:lnTo>
                  <a:lnTo>
                    <a:pt x="276" y="672"/>
                  </a:lnTo>
                  <a:lnTo>
                    <a:pt x="294" y="654"/>
                  </a:lnTo>
                  <a:lnTo>
                    <a:pt x="300" y="642"/>
                  </a:lnTo>
                  <a:lnTo>
                    <a:pt x="312" y="630"/>
                  </a:lnTo>
                  <a:lnTo>
                    <a:pt x="330" y="630"/>
                  </a:lnTo>
                  <a:lnTo>
                    <a:pt x="336" y="624"/>
                  </a:lnTo>
                  <a:lnTo>
                    <a:pt x="366" y="582"/>
                  </a:lnTo>
                  <a:lnTo>
                    <a:pt x="360" y="480"/>
                  </a:lnTo>
                  <a:lnTo>
                    <a:pt x="366" y="480"/>
                  </a:lnTo>
                  <a:lnTo>
                    <a:pt x="390" y="456"/>
                  </a:lnTo>
                  <a:lnTo>
                    <a:pt x="390" y="420"/>
                  </a:lnTo>
                  <a:lnTo>
                    <a:pt x="396" y="408"/>
                  </a:lnTo>
                  <a:lnTo>
                    <a:pt x="402" y="402"/>
                  </a:lnTo>
                  <a:lnTo>
                    <a:pt x="450" y="378"/>
                  </a:lnTo>
                  <a:lnTo>
                    <a:pt x="456" y="366"/>
                  </a:lnTo>
                  <a:lnTo>
                    <a:pt x="468" y="360"/>
                  </a:lnTo>
                  <a:lnTo>
                    <a:pt x="474" y="354"/>
                  </a:lnTo>
                  <a:lnTo>
                    <a:pt x="474" y="300"/>
                  </a:lnTo>
                  <a:lnTo>
                    <a:pt x="486" y="294"/>
                  </a:lnTo>
                  <a:lnTo>
                    <a:pt x="492" y="282"/>
                  </a:lnTo>
                  <a:lnTo>
                    <a:pt x="492" y="258"/>
                  </a:lnTo>
                  <a:lnTo>
                    <a:pt x="486" y="246"/>
                  </a:lnTo>
                  <a:lnTo>
                    <a:pt x="480" y="240"/>
                  </a:lnTo>
                  <a:lnTo>
                    <a:pt x="480" y="228"/>
                  </a:lnTo>
                  <a:lnTo>
                    <a:pt x="498" y="192"/>
                  </a:lnTo>
                  <a:lnTo>
                    <a:pt x="498" y="168"/>
                  </a:lnTo>
                  <a:lnTo>
                    <a:pt x="492" y="156"/>
                  </a:lnTo>
                  <a:lnTo>
                    <a:pt x="492" y="126"/>
                  </a:lnTo>
                  <a:lnTo>
                    <a:pt x="498" y="120"/>
                  </a:lnTo>
                  <a:lnTo>
                    <a:pt x="510" y="96"/>
                  </a:lnTo>
                  <a:lnTo>
                    <a:pt x="522" y="84"/>
                  </a:lnTo>
                  <a:lnTo>
                    <a:pt x="528" y="66"/>
                  </a:lnTo>
                  <a:lnTo>
                    <a:pt x="534" y="54"/>
                  </a:lnTo>
                  <a:lnTo>
                    <a:pt x="534" y="18"/>
                  </a:lnTo>
                  <a:lnTo>
                    <a:pt x="522" y="6"/>
                  </a:lnTo>
                  <a:lnTo>
                    <a:pt x="510" y="18"/>
                  </a:lnTo>
                  <a:lnTo>
                    <a:pt x="498" y="18"/>
                  </a:lnTo>
                  <a:lnTo>
                    <a:pt x="462" y="0"/>
                  </a:lnTo>
                  <a:lnTo>
                    <a:pt x="444" y="0"/>
                  </a:lnTo>
                  <a:lnTo>
                    <a:pt x="426" y="18"/>
                  </a:lnTo>
                  <a:lnTo>
                    <a:pt x="396" y="18"/>
                  </a:lnTo>
                  <a:lnTo>
                    <a:pt x="378" y="48"/>
                  </a:lnTo>
                  <a:lnTo>
                    <a:pt x="390" y="60"/>
                  </a:lnTo>
                  <a:lnTo>
                    <a:pt x="390" y="84"/>
                  </a:lnTo>
                  <a:lnTo>
                    <a:pt x="384" y="96"/>
                  </a:lnTo>
                  <a:lnTo>
                    <a:pt x="378" y="102"/>
                  </a:lnTo>
                  <a:lnTo>
                    <a:pt x="372" y="114"/>
                  </a:lnTo>
                  <a:lnTo>
                    <a:pt x="366" y="12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35" name="Colombia" descr="© INSCALE GmbH, 05.05.2010&#10;http://www.presentationload.com/">
              <a:extLst>
                <a:ext uri="{FF2B5EF4-FFF2-40B4-BE49-F238E27FC236}">
                  <a16:creationId xmlns:a16="http://schemas.microsoft.com/office/drawing/2014/main" id="{ADDA582D-06CA-49C0-8D02-5E62D024762F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872196" y="2671905"/>
              <a:ext cx="286918" cy="441848"/>
            </a:xfrm>
            <a:custGeom>
              <a:avLst/>
              <a:gdLst>
                <a:gd name="T0" fmla="*/ 2147483647 w 870"/>
                <a:gd name="T1" fmla="*/ 2147483647 h 1344"/>
                <a:gd name="T2" fmla="*/ 2147483647 w 870"/>
                <a:gd name="T3" fmla="*/ 2147483647 h 1344"/>
                <a:gd name="T4" fmla="*/ 2147483647 w 870"/>
                <a:gd name="T5" fmla="*/ 2147483647 h 1344"/>
                <a:gd name="T6" fmla="*/ 2147483647 w 870"/>
                <a:gd name="T7" fmla="*/ 2147483647 h 1344"/>
                <a:gd name="T8" fmla="*/ 2147483647 w 870"/>
                <a:gd name="T9" fmla="*/ 2147483647 h 1344"/>
                <a:gd name="T10" fmla="*/ 2147483647 w 870"/>
                <a:gd name="T11" fmla="*/ 2147483647 h 1344"/>
                <a:gd name="T12" fmla="*/ 2147483647 w 870"/>
                <a:gd name="T13" fmla="*/ 2147483647 h 1344"/>
                <a:gd name="T14" fmla="*/ 2147483647 w 870"/>
                <a:gd name="T15" fmla="*/ 2147483647 h 1344"/>
                <a:gd name="T16" fmla="*/ 2147483647 w 870"/>
                <a:gd name="T17" fmla="*/ 2147483647 h 1344"/>
                <a:gd name="T18" fmla="*/ 2147483647 w 870"/>
                <a:gd name="T19" fmla="*/ 2147483647 h 1344"/>
                <a:gd name="T20" fmla="*/ 2147483647 w 870"/>
                <a:gd name="T21" fmla="*/ 2147483647 h 1344"/>
                <a:gd name="T22" fmla="*/ 2147483647 w 870"/>
                <a:gd name="T23" fmla="*/ 2147483647 h 1344"/>
                <a:gd name="T24" fmla="*/ 2147483647 w 870"/>
                <a:gd name="T25" fmla="*/ 2147483647 h 1344"/>
                <a:gd name="T26" fmla="*/ 2147483647 w 870"/>
                <a:gd name="T27" fmla="*/ 2147483647 h 1344"/>
                <a:gd name="T28" fmla="*/ 2147483647 w 870"/>
                <a:gd name="T29" fmla="*/ 2147483647 h 1344"/>
                <a:gd name="T30" fmla="*/ 2147483647 w 870"/>
                <a:gd name="T31" fmla="*/ 2147483647 h 1344"/>
                <a:gd name="T32" fmla="*/ 2147483647 w 870"/>
                <a:gd name="T33" fmla="*/ 2147483647 h 1344"/>
                <a:gd name="T34" fmla="*/ 2147483647 w 870"/>
                <a:gd name="T35" fmla="*/ 2147483647 h 1344"/>
                <a:gd name="T36" fmla="*/ 2147483647 w 870"/>
                <a:gd name="T37" fmla="*/ 2147483647 h 1344"/>
                <a:gd name="T38" fmla="*/ 2147483647 w 870"/>
                <a:gd name="T39" fmla="*/ 2147483647 h 1344"/>
                <a:gd name="T40" fmla="*/ 2147483647 w 870"/>
                <a:gd name="T41" fmla="*/ 2147483647 h 1344"/>
                <a:gd name="T42" fmla="*/ 2147483647 w 870"/>
                <a:gd name="T43" fmla="*/ 2147483647 h 1344"/>
                <a:gd name="T44" fmla="*/ 2147483647 w 870"/>
                <a:gd name="T45" fmla="*/ 2147483647 h 1344"/>
                <a:gd name="T46" fmla="*/ 2147483647 w 870"/>
                <a:gd name="T47" fmla="*/ 2147483647 h 1344"/>
                <a:gd name="T48" fmla="*/ 2147483647 w 870"/>
                <a:gd name="T49" fmla="*/ 2147483647 h 1344"/>
                <a:gd name="T50" fmla="*/ 2147483647 w 870"/>
                <a:gd name="T51" fmla="*/ 2147483647 h 1344"/>
                <a:gd name="T52" fmla="*/ 2147483647 w 870"/>
                <a:gd name="T53" fmla="*/ 2147483647 h 1344"/>
                <a:gd name="T54" fmla="*/ 2147483647 w 870"/>
                <a:gd name="T55" fmla="*/ 2147483647 h 1344"/>
                <a:gd name="T56" fmla="*/ 2147483647 w 870"/>
                <a:gd name="T57" fmla="*/ 2147483647 h 1344"/>
                <a:gd name="T58" fmla="*/ 2147483647 w 870"/>
                <a:gd name="T59" fmla="*/ 2147483647 h 1344"/>
                <a:gd name="T60" fmla="*/ 2147483647 w 870"/>
                <a:gd name="T61" fmla="*/ 2147483647 h 1344"/>
                <a:gd name="T62" fmla="*/ 2147483647 w 870"/>
                <a:gd name="T63" fmla="*/ 2147483647 h 1344"/>
                <a:gd name="T64" fmla="*/ 2147483647 w 870"/>
                <a:gd name="T65" fmla="*/ 2147483647 h 1344"/>
                <a:gd name="T66" fmla="*/ 2147483647 w 870"/>
                <a:gd name="T67" fmla="*/ 2147483647 h 1344"/>
                <a:gd name="T68" fmla="*/ 2147483647 w 870"/>
                <a:gd name="T69" fmla="*/ 2147483647 h 1344"/>
                <a:gd name="T70" fmla="*/ 2147483647 w 870"/>
                <a:gd name="T71" fmla="*/ 2147483647 h 1344"/>
                <a:gd name="T72" fmla="*/ 2147483647 w 870"/>
                <a:gd name="T73" fmla="*/ 0 h 1344"/>
                <a:gd name="T74" fmla="*/ 2147483647 w 870"/>
                <a:gd name="T75" fmla="*/ 2147483647 h 1344"/>
                <a:gd name="T76" fmla="*/ 2147483647 w 870"/>
                <a:gd name="T77" fmla="*/ 2147483647 h 1344"/>
                <a:gd name="T78" fmla="*/ 2147483647 w 870"/>
                <a:gd name="T79" fmla="*/ 2147483647 h 1344"/>
                <a:gd name="T80" fmla="*/ 2147483647 w 870"/>
                <a:gd name="T81" fmla="*/ 2147483647 h 1344"/>
                <a:gd name="T82" fmla="*/ 2147483647 w 870"/>
                <a:gd name="T83" fmla="*/ 2147483647 h 1344"/>
                <a:gd name="T84" fmla="*/ 2147483647 w 870"/>
                <a:gd name="T85" fmla="*/ 2147483647 h 1344"/>
                <a:gd name="T86" fmla="*/ 2147483647 w 870"/>
                <a:gd name="T87" fmla="*/ 2147483647 h 1344"/>
                <a:gd name="T88" fmla="*/ 2147483647 w 870"/>
                <a:gd name="T89" fmla="*/ 2147483647 h 1344"/>
                <a:gd name="T90" fmla="*/ 2147483647 w 870"/>
                <a:gd name="T91" fmla="*/ 2147483647 h 1344"/>
                <a:gd name="T92" fmla="*/ 2147483647 w 870"/>
                <a:gd name="T93" fmla="*/ 2147483647 h 1344"/>
                <a:gd name="T94" fmla="*/ 2147483647 w 870"/>
                <a:gd name="T95" fmla="*/ 2147483647 h 1344"/>
                <a:gd name="T96" fmla="*/ 2147483647 w 870"/>
                <a:gd name="T97" fmla="*/ 2147483647 h 1344"/>
                <a:gd name="T98" fmla="*/ 2147483647 w 870"/>
                <a:gd name="T99" fmla="*/ 2147483647 h 1344"/>
                <a:gd name="T100" fmla="*/ 2147483647 w 870"/>
                <a:gd name="T101" fmla="*/ 2147483647 h 1344"/>
                <a:gd name="T102" fmla="*/ 2147483647 w 870"/>
                <a:gd name="T103" fmla="*/ 2147483647 h 1344"/>
                <a:gd name="T104" fmla="*/ 2147483647 w 870"/>
                <a:gd name="T105" fmla="*/ 2147483647 h 1344"/>
                <a:gd name="T106" fmla="*/ 2147483647 w 870"/>
                <a:gd name="T107" fmla="*/ 2147483647 h 134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870"/>
                <a:gd name="T163" fmla="*/ 0 h 1344"/>
                <a:gd name="T164" fmla="*/ 870 w 870"/>
                <a:gd name="T165" fmla="*/ 1344 h 1344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870" h="1344">
                  <a:moveTo>
                    <a:pt x="36" y="912"/>
                  </a:moveTo>
                  <a:lnTo>
                    <a:pt x="60" y="924"/>
                  </a:lnTo>
                  <a:lnTo>
                    <a:pt x="66" y="936"/>
                  </a:lnTo>
                  <a:lnTo>
                    <a:pt x="84" y="936"/>
                  </a:lnTo>
                  <a:lnTo>
                    <a:pt x="96" y="942"/>
                  </a:lnTo>
                  <a:lnTo>
                    <a:pt x="102" y="948"/>
                  </a:lnTo>
                  <a:lnTo>
                    <a:pt x="108" y="960"/>
                  </a:lnTo>
                  <a:lnTo>
                    <a:pt x="108" y="966"/>
                  </a:lnTo>
                  <a:lnTo>
                    <a:pt x="114" y="972"/>
                  </a:lnTo>
                  <a:lnTo>
                    <a:pt x="126" y="978"/>
                  </a:lnTo>
                  <a:lnTo>
                    <a:pt x="138" y="978"/>
                  </a:lnTo>
                  <a:lnTo>
                    <a:pt x="144" y="972"/>
                  </a:lnTo>
                  <a:lnTo>
                    <a:pt x="156" y="978"/>
                  </a:lnTo>
                  <a:lnTo>
                    <a:pt x="162" y="984"/>
                  </a:lnTo>
                  <a:lnTo>
                    <a:pt x="186" y="984"/>
                  </a:lnTo>
                  <a:lnTo>
                    <a:pt x="186" y="972"/>
                  </a:lnTo>
                  <a:lnTo>
                    <a:pt x="192" y="966"/>
                  </a:lnTo>
                  <a:lnTo>
                    <a:pt x="198" y="966"/>
                  </a:lnTo>
                  <a:lnTo>
                    <a:pt x="210" y="972"/>
                  </a:lnTo>
                  <a:lnTo>
                    <a:pt x="210" y="978"/>
                  </a:lnTo>
                  <a:lnTo>
                    <a:pt x="216" y="984"/>
                  </a:lnTo>
                  <a:lnTo>
                    <a:pt x="216" y="990"/>
                  </a:lnTo>
                  <a:lnTo>
                    <a:pt x="228" y="1002"/>
                  </a:lnTo>
                  <a:lnTo>
                    <a:pt x="264" y="1002"/>
                  </a:lnTo>
                  <a:lnTo>
                    <a:pt x="276" y="1008"/>
                  </a:lnTo>
                  <a:lnTo>
                    <a:pt x="282" y="1014"/>
                  </a:lnTo>
                  <a:lnTo>
                    <a:pt x="294" y="1020"/>
                  </a:lnTo>
                  <a:lnTo>
                    <a:pt x="312" y="1038"/>
                  </a:lnTo>
                  <a:lnTo>
                    <a:pt x="324" y="1044"/>
                  </a:lnTo>
                  <a:lnTo>
                    <a:pt x="330" y="1050"/>
                  </a:lnTo>
                  <a:lnTo>
                    <a:pt x="342" y="1086"/>
                  </a:lnTo>
                  <a:lnTo>
                    <a:pt x="360" y="1086"/>
                  </a:lnTo>
                  <a:lnTo>
                    <a:pt x="372" y="1104"/>
                  </a:lnTo>
                  <a:lnTo>
                    <a:pt x="384" y="1104"/>
                  </a:lnTo>
                  <a:lnTo>
                    <a:pt x="390" y="1110"/>
                  </a:lnTo>
                  <a:lnTo>
                    <a:pt x="390" y="1134"/>
                  </a:lnTo>
                  <a:lnTo>
                    <a:pt x="396" y="1140"/>
                  </a:lnTo>
                  <a:lnTo>
                    <a:pt x="396" y="1146"/>
                  </a:lnTo>
                  <a:lnTo>
                    <a:pt x="408" y="1146"/>
                  </a:lnTo>
                  <a:lnTo>
                    <a:pt x="420" y="1152"/>
                  </a:lnTo>
                  <a:lnTo>
                    <a:pt x="426" y="1158"/>
                  </a:lnTo>
                  <a:lnTo>
                    <a:pt x="426" y="1164"/>
                  </a:lnTo>
                  <a:lnTo>
                    <a:pt x="420" y="1170"/>
                  </a:lnTo>
                  <a:lnTo>
                    <a:pt x="420" y="1194"/>
                  </a:lnTo>
                  <a:lnTo>
                    <a:pt x="432" y="1200"/>
                  </a:lnTo>
                  <a:lnTo>
                    <a:pt x="456" y="1206"/>
                  </a:lnTo>
                  <a:lnTo>
                    <a:pt x="492" y="1206"/>
                  </a:lnTo>
                  <a:lnTo>
                    <a:pt x="492" y="1194"/>
                  </a:lnTo>
                  <a:lnTo>
                    <a:pt x="504" y="1182"/>
                  </a:lnTo>
                  <a:lnTo>
                    <a:pt x="528" y="1182"/>
                  </a:lnTo>
                  <a:lnTo>
                    <a:pt x="534" y="1188"/>
                  </a:lnTo>
                  <a:lnTo>
                    <a:pt x="540" y="1188"/>
                  </a:lnTo>
                  <a:lnTo>
                    <a:pt x="546" y="1194"/>
                  </a:lnTo>
                  <a:lnTo>
                    <a:pt x="558" y="1194"/>
                  </a:lnTo>
                  <a:lnTo>
                    <a:pt x="570" y="1188"/>
                  </a:lnTo>
                  <a:lnTo>
                    <a:pt x="576" y="1182"/>
                  </a:lnTo>
                  <a:lnTo>
                    <a:pt x="588" y="1182"/>
                  </a:lnTo>
                  <a:lnTo>
                    <a:pt x="588" y="1188"/>
                  </a:lnTo>
                  <a:lnTo>
                    <a:pt x="594" y="1200"/>
                  </a:lnTo>
                  <a:lnTo>
                    <a:pt x="600" y="1206"/>
                  </a:lnTo>
                  <a:lnTo>
                    <a:pt x="624" y="1206"/>
                  </a:lnTo>
                  <a:lnTo>
                    <a:pt x="636" y="1212"/>
                  </a:lnTo>
                  <a:lnTo>
                    <a:pt x="642" y="1218"/>
                  </a:lnTo>
                  <a:lnTo>
                    <a:pt x="642" y="1236"/>
                  </a:lnTo>
                  <a:lnTo>
                    <a:pt x="636" y="1248"/>
                  </a:lnTo>
                  <a:lnTo>
                    <a:pt x="630" y="1254"/>
                  </a:lnTo>
                  <a:lnTo>
                    <a:pt x="624" y="1254"/>
                  </a:lnTo>
                  <a:lnTo>
                    <a:pt x="618" y="1260"/>
                  </a:lnTo>
                  <a:lnTo>
                    <a:pt x="618" y="1266"/>
                  </a:lnTo>
                  <a:lnTo>
                    <a:pt x="606" y="1290"/>
                  </a:lnTo>
                  <a:lnTo>
                    <a:pt x="606" y="1308"/>
                  </a:lnTo>
                  <a:lnTo>
                    <a:pt x="612" y="1314"/>
                  </a:lnTo>
                  <a:lnTo>
                    <a:pt x="630" y="1314"/>
                  </a:lnTo>
                  <a:lnTo>
                    <a:pt x="642" y="1332"/>
                  </a:lnTo>
                  <a:lnTo>
                    <a:pt x="660" y="1344"/>
                  </a:lnTo>
                  <a:lnTo>
                    <a:pt x="660" y="1308"/>
                  </a:lnTo>
                  <a:lnTo>
                    <a:pt x="666" y="1236"/>
                  </a:lnTo>
                  <a:lnTo>
                    <a:pt x="684" y="1188"/>
                  </a:lnTo>
                  <a:lnTo>
                    <a:pt x="678" y="1140"/>
                  </a:lnTo>
                  <a:lnTo>
                    <a:pt x="690" y="1128"/>
                  </a:lnTo>
                  <a:lnTo>
                    <a:pt x="696" y="1116"/>
                  </a:lnTo>
                  <a:lnTo>
                    <a:pt x="696" y="1104"/>
                  </a:lnTo>
                  <a:lnTo>
                    <a:pt x="690" y="1092"/>
                  </a:lnTo>
                  <a:lnTo>
                    <a:pt x="678" y="1080"/>
                  </a:lnTo>
                  <a:lnTo>
                    <a:pt x="678" y="1074"/>
                  </a:lnTo>
                  <a:lnTo>
                    <a:pt x="672" y="1068"/>
                  </a:lnTo>
                  <a:lnTo>
                    <a:pt x="672" y="1044"/>
                  </a:lnTo>
                  <a:lnTo>
                    <a:pt x="666" y="1038"/>
                  </a:lnTo>
                  <a:lnTo>
                    <a:pt x="654" y="1032"/>
                  </a:lnTo>
                  <a:lnTo>
                    <a:pt x="642" y="1020"/>
                  </a:lnTo>
                  <a:lnTo>
                    <a:pt x="636" y="1020"/>
                  </a:lnTo>
                  <a:lnTo>
                    <a:pt x="642" y="954"/>
                  </a:lnTo>
                  <a:lnTo>
                    <a:pt x="672" y="948"/>
                  </a:lnTo>
                  <a:lnTo>
                    <a:pt x="678" y="954"/>
                  </a:lnTo>
                  <a:lnTo>
                    <a:pt x="708" y="954"/>
                  </a:lnTo>
                  <a:lnTo>
                    <a:pt x="714" y="948"/>
                  </a:lnTo>
                  <a:lnTo>
                    <a:pt x="714" y="942"/>
                  </a:lnTo>
                  <a:lnTo>
                    <a:pt x="708" y="936"/>
                  </a:lnTo>
                  <a:lnTo>
                    <a:pt x="708" y="930"/>
                  </a:lnTo>
                  <a:lnTo>
                    <a:pt x="696" y="918"/>
                  </a:lnTo>
                  <a:lnTo>
                    <a:pt x="684" y="924"/>
                  </a:lnTo>
                  <a:lnTo>
                    <a:pt x="660" y="912"/>
                  </a:lnTo>
                  <a:lnTo>
                    <a:pt x="660" y="900"/>
                  </a:lnTo>
                  <a:lnTo>
                    <a:pt x="654" y="888"/>
                  </a:lnTo>
                  <a:lnTo>
                    <a:pt x="654" y="876"/>
                  </a:lnTo>
                  <a:lnTo>
                    <a:pt x="660" y="864"/>
                  </a:lnTo>
                  <a:lnTo>
                    <a:pt x="666" y="858"/>
                  </a:lnTo>
                  <a:lnTo>
                    <a:pt x="684" y="858"/>
                  </a:lnTo>
                  <a:lnTo>
                    <a:pt x="696" y="870"/>
                  </a:lnTo>
                  <a:lnTo>
                    <a:pt x="762" y="864"/>
                  </a:lnTo>
                  <a:lnTo>
                    <a:pt x="762" y="846"/>
                  </a:lnTo>
                  <a:lnTo>
                    <a:pt x="768" y="840"/>
                  </a:lnTo>
                  <a:lnTo>
                    <a:pt x="774" y="840"/>
                  </a:lnTo>
                  <a:lnTo>
                    <a:pt x="798" y="864"/>
                  </a:lnTo>
                  <a:lnTo>
                    <a:pt x="828" y="834"/>
                  </a:lnTo>
                  <a:lnTo>
                    <a:pt x="834" y="834"/>
                  </a:lnTo>
                  <a:lnTo>
                    <a:pt x="834" y="846"/>
                  </a:lnTo>
                  <a:lnTo>
                    <a:pt x="840" y="852"/>
                  </a:lnTo>
                  <a:lnTo>
                    <a:pt x="840" y="864"/>
                  </a:lnTo>
                  <a:lnTo>
                    <a:pt x="846" y="876"/>
                  </a:lnTo>
                  <a:lnTo>
                    <a:pt x="846" y="906"/>
                  </a:lnTo>
                  <a:lnTo>
                    <a:pt x="870" y="906"/>
                  </a:lnTo>
                  <a:lnTo>
                    <a:pt x="864" y="900"/>
                  </a:lnTo>
                  <a:lnTo>
                    <a:pt x="864" y="882"/>
                  </a:lnTo>
                  <a:lnTo>
                    <a:pt x="858" y="870"/>
                  </a:lnTo>
                  <a:lnTo>
                    <a:pt x="858" y="852"/>
                  </a:lnTo>
                  <a:lnTo>
                    <a:pt x="852" y="846"/>
                  </a:lnTo>
                  <a:lnTo>
                    <a:pt x="852" y="828"/>
                  </a:lnTo>
                  <a:lnTo>
                    <a:pt x="846" y="822"/>
                  </a:lnTo>
                  <a:lnTo>
                    <a:pt x="846" y="798"/>
                  </a:lnTo>
                  <a:lnTo>
                    <a:pt x="834" y="798"/>
                  </a:lnTo>
                  <a:lnTo>
                    <a:pt x="822" y="786"/>
                  </a:lnTo>
                  <a:lnTo>
                    <a:pt x="798" y="774"/>
                  </a:lnTo>
                  <a:lnTo>
                    <a:pt x="804" y="774"/>
                  </a:lnTo>
                  <a:lnTo>
                    <a:pt x="834" y="744"/>
                  </a:lnTo>
                  <a:lnTo>
                    <a:pt x="840" y="732"/>
                  </a:lnTo>
                  <a:lnTo>
                    <a:pt x="840" y="726"/>
                  </a:lnTo>
                  <a:lnTo>
                    <a:pt x="834" y="714"/>
                  </a:lnTo>
                  <a:lnTo>
                    <a:pt x="822" y="708"/>
                  </a:lnTo>
                  <a:lnTo>
                    <a:pt x="816" y="696"/>
                  </a:lnTo>
                  <a:lnTo>
                    <a:pt x="816" y="672"/>
                  </a:lnTo>
                  <a:lnTo>
                    <a:pt x="804" y="672"/>
                  </a:lnTo>
                  <a:lnTo>
                    <a:pt x="798" y="666"/>
                  </a:lnTo>
                  <a:lnTo>
                    <a:pt x="798" y="654"/>
                  </a:lnTo>
                  <a:lnTo>
                    <a:pt x="804" y="642"/>
                  </a:lnTo>
                  <a:lnTo>
                    <a:pt x="804" y="612"/>
                  </a:lnTo>
                  <a:lnTo>
                    <a:pt x="798" y="600"/>
                  </a:lnTo>
                  <a:lnTo>
                    <a:pt x="798" y="576"/>
                  </a:lnTo>
                  <a:lnTo>
                    <a:pt x="810" y="564"/>
                  </a:lnTo>
                  <a:lnTo>
                    <a:pt x="816" y="564"/>
                  </a:lnTo>
                  <a:lnTo>
                    <a:pt x="822" y="558"/>
                  </a:lnTo>
                  <a:lnTo>
                    <a:pt x="822" y="534"/>
                  </a:lnTo>
                  <a:lnTo>
                    <a:pt x="840" y="516"/>
                  </a:lnTo>
                  <a:lnTo>
                    <a:pt x="840" y="504"/>
                  </a:lnTo>
                  <a:lnTo>
                    <a:pt x="834" y="498"/>
                  </a:lnTo>
                  <a:lnTo>
                    <a:pt x="816" y="498"/>
                  </a:lnTo>
                  <a:lnTo>
                    <a:pt x="804" y="504"/>
                  </a:lnTo>
                  <a:lnTo>
                    <a:pt x="798" y="510"/>
                  </a:lnTo>
                  <a:lnTo>
                    <a:pt x="774" y="504"/>
                  </a:lnTo>
                  <a:lnTo>
                    <a:pt x="768" y="510"/>
                  </a:lnTo>
                  <a:lnTo>
                    <a:pt x="744" y="510"/>
                  </a:lnTo>
                  <a:lnTo>
                    <a:pt x="738" y="504"/>
                  </a:lnTo>
                  <a:lnTo>
                    <a:pt x="720" y="504"/>
                  </a:lnTo>
                  <a:lnTo>
                    <a:pt x="720" y="510"/>
                  </a:lnTo>
                  <a:lnTo>
                    <a:pt x="696" y="510"/>
                  </a:lnTo>
                  <a:lnTo>
                    <a:pt x="672" y="486"/>
                  </a:lnTo>
                  <a:lnTo>
                    <a:pt x="666" y="468"/>
                  </a:lnTo>
                  <a:lnTo>
                    <a:pt x="660" y="456"/>
                  </a:lnTo>
                  <a:lnTo>
                    <a:pt x="654" y="450"/>
                  </a:lnTo>
                  <a:lnTo>
                    <a:pt x="654" y="444"/>
                  </a:lnTo>
                  <a:lnTo>
                    <a:pt x="630" y="444"/>
                  </a:lnTo>
                  <a:lnTo>
                    <a:pt x="618" y="438"/>
                  </a:lnTo>
                  <a:lnTo>
                    <a:pt x="612" y="432"/>
                  </a:lnTo>
                  <a:lnTo>
                    <a:pt x="600" y="432"/>
                  </a:lnTo>
                  <a:lnTo>
                    <a:pt x="600" y="438"/>
                  </a:lnTo>
                  <a:lnTo>
                    <a:pt x="594" y="444"/>
                  </a:lnTo>
                  <a:lnTo>
                    <a:pt x="582" y="444"/>
                  </a:lnTo>
                  <a:lnTo>
                    <a:pt x="570" y="438"/>
                  </a:lnTo>
                  <a:lnTo>
                    <a:pt x="564" y="438"/>
                  </a:lnTo>
                  <a:lnTo>
                    <a:pt x="552" y="432"/>
                  </a:lnTo>
                  <a:lnTo>
                    <a:pt x="540" y="432"/>
                  </a:lnTo>
                  <a:lnTo>
                    <a:pt x="534" y="438"/>
                  </a:lnTo>
                  <a:lnTo>
                    <a:pt x="510" y="438"/>
                  </a:lnTo>
                  <a:lnTo>
                    <a:pt x="504" y="432"/>
                  </a:lnTo>
                  <a:lnTo>
                    <a:pt x="498" y="420"/>
                  </a:lnTo>
                  <a:lnTo>
                    <a:pt x="498" y="408"/>
                  </a:lnTo>
                  <a:lnTo>
                    <a:pt x="486" y="408"/>
                  </a:lnTo>
                  <a:lnTo>
                    <a:pt x="486" y="366"/>
                  </a:lnTo>
                  <a:lnTo>
                    <a:pt x="498" y="342"/>
                  </a:lnTo>
                  <a:lnTo>
                    <a:pt x="498" y="330"/>
                  </a:lnTo>
                  <a:lnTo>
                    <a:pt x="492" y="324"/>
                  </a:lnTo>
                  <a:lnTo>
                    <a:pt x="480" y="318"/>
                  </a:lnTo>
                  <a:lnTo>
                    <a:pt x="474" y="312"/>
                  </a:lnTo>
                  <a:lnTo>
                    <a:pt x="474" y="276"/>
                  </a:lnTo>
                  <a:lnTo>
                    <a:pt x="468" y="264"/>
                  </a:lnTo>
                  <a:lnTo>
                    <a:pt x="456" y="252"/>
                  </a:lnTo>
                  <a:lnTo>
                    <a:pt x="450" y="252"/>
                  </a:lnTo>
                  <a:lnTo>
                    <a:pt x="438" y="264"/>
                  </a:lnTo>
                  <a:lnTo>
                    <a:pt x="438" y="270"/>
                  </a:lnTo>
                  <a:lnTo>
                    <a:pt x="432" y="264"/>
                  </a:lnTo>
                  <a:lnTo>
                    <a:pt x="432" y="252"/>
                  </a:lnTo>
                  <a:lnTo>
                    <a:pt x="438" y="240"/>
                  </a:lnTo>
                  <a:lnTo>
                    <a:pt x="462" y="216"/>
                  </a:lnTo>
                  <a:lnTo>
                    <a:pt x="462" y="192"/>
                  </a:lnTo>
                  <a:lnTo>
                    <a:pt x="468" y="186"/>
                  </a:lnTo>
                  <a:lnTo>
                    <a:pt x="468" y="168"/>
                  </a:lnTo>
                  <a:lnTo>
                    <a:pt x="480" y="132"/>
                  </a:lnTo>
                  <a:lnTo>
                    <a:pt x="504" y="108"/>
                  </a:lnTo>
                  <a:lnTo>
                    <a:pt x="522" y="102"/>
                  </a:lnTo>
                  <a:lnTo>
                    <a:pt x="534" y="90"/>
                  </a:lnTo>
                  <a:lnTo>
                    <a:pt x="540" y="78"/>
                  </a:lnTo>
                  <a:lnTo>
                    <a:pt x="540" y="72"/>
                  </a:lnTo>
                  <a:lnTo>
                    <a:pt x="546" y="66"/>
                  </a:lnTo>
                  <a:lnTo>
                    <a:pt x="558" y="66"/>
                  </a:lnTo>
                  <a:lnTo>
                    <a:pt x="564" y="60"/>
                  </a:lnTo>
                  <a:lnTo>
                    <a:pt x="570" y="60"/>
                  </a:lnTo>
                  <a:lnTo>
                    <a:pt x="576" y="54"/>
                  </a:lnTo>
                  <a:lnTo>
                    <a:pt x="582" y="54"/>
                  </a:lnTo>
                  <a:lnTo>
                    <a:pt x="600" y="36"/>
                  </a:lnTo>
                  <a:lnTo>
                    <a:pt x="600" y="12"/>
                  </a:lnTo>
                  <a:lnTo>
                    <a:pt x="594" y="6"/>
                  </a:lnTo>
                  <a:lnTo>
                    <a:pt x="582" y="0"/>
                  </a:lnTo>
                  <a:lnTo>
                    <a:pt x="570" y="6"/>
                  </a:lnTo>
                  <a:lnTo>
                    <a:pt x="546" y="6"/>
                  </a:lnTo>
                  <a:lnTo>
                    <a:pt x="540" y="12"/>
                  </a:lnTo>
                  <a:lnTo>
                    <a:pt x="534" y="12"/>
                  </a:lnTo>
                  <a:lnTo>
                    <a:pt x="522" y="24"/>
                  </a:lnTo>
                  <a:lnTo>
                    <a:pt x="522" y="36"/>
                  </a:lnTo>
                  <a:lnTo>
                    <a:pt x="516" y="48"/>
                  </a:lnTo>
                  <a:lnTo>
                    <a:pt x="504" y="60"/>
                  </a:lnTo>
                  <a:lnTo>
                    <a:pt x="492" y="60"/>
                  </a:lnTo>
                  <a:lnTo>
                    <a:pt x="480" y="54"/>
                  </a:lnTo>
                  <a:lnTo>
                    <a:pt x="474" y="54"/>
                  </a:lnTo>
                  <a:lnTo>
                    <a:pt x="444" y="84"/>
                  </a:lnTo>
                  <a:lnTo>
                    <a:pt x="444" y="90"/>
                  </a:lnTo>
                  <a:lnTo>
                    <a:pt x="408" y="102"/>
                  </a:lnTo>
                  <a:lnTo>
                    <a:pt x="402" y="96"/>
                  </a:lnTo>
                  <a:lnTo>
                    <a:pt x="390" y="90"/>
                  </a:lnTo>
                  <a:lnTo>
                    <a:pt x="384" y="90"/>
                  </a:lnTo>
                  <a:lnTo>
                    <a:pt x="378" y="102"/>
                  </a:lnTo>
                  <a:lnTo>
                    <a:pt x="378" y="120"/>
                  </a:lnTo>
                  <a:lnTo>
                    <a:pt x="372" y="132"/>
                  </a:lnTo>
                  <a:lnTo>
                    <a:pt x="366" y="138"/>
                  </a:lnTo>
                  <a:lnTo>
                    <a:pt x="354" y="138"/>
                  </a:lnTo>
                  <a:lnTo>
                    <a:pt x="354" y="132"/>
                  </a:lnTo>
                  <a:lnTo>
                    <a:pt x="360" y="126"/>
                  </a:lnTo>
                  <a:lnTo>
                    <a:pt x="354" y="120"/>
                  </a:lnTo>
                  <a:lnTo>
                    <a:pt x="342" y="120"/>
                  </a:lnTo>
                  <a:lnTo>
                    <a:pt x="330" y="126"/>
                  </a:lnTo>
                  <a:lnTo>
                    <a:pt x="318" y="126"/>
                  </a:lnTo>
                  <a:lnTo>
                    <a:pt x="312" y="132"/>
                  </a:lnTo>
                  <a:lnTo>
                    <a:pt x="306" y="132"/>
                  </a:lnTo>
                  <a:lnTo>
                    <a:pt x="300" y="144"/>
                  </a:lnTo>
                  <a:lnTo>
                    <a:pt x="288" y="150"/>
                  </a:lnTo>
                  <a:lnTo>
                    <a:pt x="282" y="162"/>
                  </a:lnTo>
                  <a:lnTo>
                    <a:pt x="276" y="168"/>
                  </a:lnTo>
                  <a:lnTo>
                    <a:pt x="276" y="186"/>
                  </a:lnTo>
                  <a:lnTo>
                    <a:pt x="282" y="192"/>
                  </a:lnTo>
                  <a:lnTo>
                    <a:pt x="264" y="222"/>
                  </a:lnTo>
                  <a:lnTo>
                    <a:pt x="276" y="246"/>
                  </a:lnTo>
                  <a:lnTo>
                    <a:pt x="252" y="246"/>
                  </a:lnTo>
                  <a:lnTo>
                    <a:pt x="240" y="252"/>
                  </a:lnTo>
                  <a:lnTo>
                    <a:pt x="228" y="264"/>
                  </a:lnTo>
                  <a:lnTo>
                    <a:pt x="228" y="276"/>
                  </a:lnTo>
                  <a:lnTo>
                    <a:pt x="222" y="288"/>
                  </a:lnTo>
                  <a:lnTo>
                    <a:pt x="216" y="294"/>
                  </a:lnTo>
                  <a:lnTo>
                    <a:pt x="204" y="294"/>
                  </a:lnTo>
                  <a:lnTo>
                    <a:pt x="198" y="300"/>
                  </a:lnTo>
                  <a:lnTo>
                    <a:pt x="192" y="300"/>
                  </a:lnTo>
                  <a:lnTo>
                    <a:pt x="174" y="306"/>
                  </a:lnTo>
                  <a:lnTo>
                    <a:pt x="186" y="330"/>
                  </a:lnTo>
                  <a:lnTo>
                    <a:pt x="186" y="366"/>
                  </a:lnTo>
                  <a:lnTo>
                    <a:pt x="168" y="366"/>
                  </a:lnTo>
                  <a:lnTo>
                    <a:pt x="168" y="360"/>
                  </a:lnTo>
                  <a:lnTo>
                    <a:pt x="174" y="354"/>
                  </a:lnTo>
                  <a:lnTo>
                    <a:pt x="174" y="342"/>
                  </a:lnTo>
                  <a:lnTo>
                    <a:pt x="144" y="312"/>
                  </a:lnTo>
                  <a:lnTo>
                    <a:pt x="138" y="312"/>
                  </a:lnTo>
                  <a:lnTo>
                    <a:pt x="132" y="318"/>
                  </a:lnTo>
                  <a:lnTo>
                    <a:pt x="132" y="336"/>
                  </a:lnTo>
                  <a:lnTo>
                    <a:pt x="138" y="348"/>
                  </a:lnTo>
                  <a:lnTo>
                    <a:pt x="150" y="354"/>
                  </a:lnTo>
                  <a:lnTo>
                    <a:pt x="150" y="366"/>
                  </a:lnTo>
                  <a:lnTo>
                    <a:pt x="138" y="390"/>
                  </a:lnTo>
                  <a:lnTo>
                    <a:pt x="132" y="396"/>
                  </a:lnTo>
                  <a:lnTo>
                    <a:pt x="120" y="390"/>
                  </a:lnTo>
                  <a:lnTo>
                    <a:pt x="114" y="384"/>
                  </a:lnTo>
                  <a:lnTo>
                    <a:pt x="102" y="414"/>
                  </a:lnTo>
                  <a:lnTo>
                    <a:pt x="114" y="438"/>
                  </a:lnTo>
                  <a:lnTo>
                    <a:pt x="114" y="450"/>
                  </a:lnTo>
                  <a:lnTo>
                    <a:pt x="126" y="462"/>
                  </a:lnTo>
                  <a:lnTo>
                    <a:pt x="132" y="474"/>
                  </a:lnTo>
                  <a:lnTo>
                    <a:pt x="132" y="480"/>
                  </a:lnTo>
                  <a:lnTo>
                    <a:pt x="120" y="492"/>
                  </a:lnTo>
                  <a:lnTo>
                    <a:pt x="114" y="492"/>
                  </a:lnTo>
                  <a:lnTo>
                    <a:pt x="132" y="516"/>
                  </a:lnTo>
                  <a:lnTo>
                    <a:pt x="138" y="552"/>
                  </a:lnTo>
                  <a:lnTo>
                    <a:pt x="114" y="558"/>
                  </a:lnTo>
                  <a:lnTo>
                    <a:pt x="132" y="576"/>
                  </a:lnTo>
                  <a:lnTo>
                    <a:pt x="132" y="636"/>
                  </a:lnTo>
                  <a:lnTo>
                    <a:pt x="120" y="642"/>
                  </a:lnTo>
                  <a:lnTo>
                    <a:pt x="114" y="654"/>
                  </a:lnTo>
                  <a:lnTo>
                    <a:pt x="114" y="678"/>
                  </a:lnTo>
                  <a:lnTo>
                    <a:pt x="138" y="702"/>
                  </a:lnTo>
                  <a:lnTo>
                    <a:pt x="138" y="720"/>
                  </a:lnTo>
                  <a:lnTo>
                    <a:pt x="132" y="732"/>
                  </a:lnTo>
                  <a:lnTo>
                    <a:pt x="120" y="738"/>
                  </a:lnTo>
                  <a:lnTo>
                    <a:pt x="114" y="750"/>
                  </a:lnTo>
                  <a:lnTo>
                    <a:pt x="102" y="756"/>
                  </a:lnTo>
                  <a:lnTo>
                    <a:pt x="96" y="762"/>
                  </a:lnTo>
                  <a:lnTo>
                    <a:pt x="114" y="774"/>
                  </a:lnTo>
                  <a:lnTo>
                    <a:pt x="84" y="798"/>
                  </a:lnTo>
                  <a:lnTo>
                    <a:pt x="66" y="798"/>
                  </a:lnTo>
                  <a:lnTo>
                    <a:pt x="54" y="804"/>
                  </a:lnTo>
                  <a:lnTo>
                    <a:pt x="36" y="810"/>
                  </a:lnTo>
                  <a:lnTo>
                    <a:pt x="30" y="822"/>
                  </a:lnTo>
                  <a:lnTo>
                    <a:pt x="30" y="846"/>
                  </a:lnTo>
                  <a:lnTo>
                    <a:pt x="36" y="852"/>
                  </a:lnTo>
                  <a:lnTo>
                    <a:pt x="36" y="858"/>
                  </a:lnTo>
                  <a:lnTo>
                    <a:pt x="6" y="858"/>
                  </a:lnTo>
                  <a:lnTo>
                    <a:pt x="0" y="864"/>
                  </a:lnTo>
                  <a:lnTo>
                    <a:pt x="0" y="876"/>
                  </a:lnTo>
                  <a:lnTo>
                    <a:pt x="6" y="888"/>
                  </a:lnTo>
                  <a:lnTo>
                    <a:pt x="18" y="894"/>
                  </a:lnTo>
                  <a:lnTo>
                    <a:pt x="24" y="906"/>
                  </a:lnTo>
                  <a:lnTo>
                    <a:pt x="36" y="91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36" name="China" descr="© INSCALE GmbH, 05.05.2010&#10;http://www.presentationload.com/">
              <a:extLst>
                <a:ext uri="{FF2B5EF4-FFF2-40B4-BE49-F238E27FC236}">
                  <a16:creationId xmlns:a16="http://schemas.microsoft.com/office/drawing/2014/main" id="{842DA7E1-F7C5-439A-B027-028734894592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5353971" y="1590405"/>
              <a:ext cx="1209703" cy="928651"/>
            </a:xfrm>
            <a:custGeom>
              <a:avLst/>
              <a:gdLst>
                <a:gd name="T0" fmla="*/ 2147483647 w 3660"/>
                <a:gd name="T1" fmla="*/ 2147483647 h 2826"/>
                <a:gd name="T2" fmla="*/ 2147483647 w 3660"/>
                <a:gd name="T3" fmla="*/ 2147483647 h 2826"/>
                <a:gd name="T4" fmla="*/ 2147483647 w 3660"/>
                <a:gd name="T5" fmla="*/ 2147483647 h 2826"/>
                <a:gd name="T6" fmla="*/ 2147483647 w 3660"/>
                <a:gd name="T7" fmla="*/ 2147483647 h 2826"/>
                <a:gd name="T8" fmla="*/ 2147483647 w 3660"/>
                <a:gd name="T9" fmla="*/ 2147483647 h 2826"/>
                <a:gd name="T10" fmla="*/ 2147483647 w 3660"/>
                <a:gd name="T11" fmla="*/ 2147483647 h 2826"/>
                <a:gd name="T12" fmla="*/ 2147483647 w 3660"/>
                <a:gd name="T13" fmla="*/ 2147483647 h 2826"/>
                <a:gd name="T14" fmla="*/ 2147483647 w 3660"/>
                <a:gd name="T15" fmla="*/ 2147483647 h 2826"/>
                <a:gd name="T16" fmla="*/ 2147483647 w 3660"/>
                <a:gd name="T17" fmla="*/ 2147483647 h 2826"/>
                <a:gd name="T18" fmla="*/ 2147483647 w 3660"/>
                <a:gd name="T19" fmla="*/ 2147483647 h 2826"/>
                <a:gd name="T20" fmla="*/ 2147483647 w 3660"/>
                <a:gd name="T21" fmla="*/ 2147483647 h 2826"/>
                <a:gd name="T22" fmla="*/ 2147483647 w 3660"/>
                <a:gd name="T23" fmla="*/ 2147483647 h 2826"/>
                <a:gd name="T24" fmla="*/ 2147483647 w 3660"/>
                <a:gd name="T25" fmla="*/ 2147483647 h 2826"/>
                <a:gd name="T26" fmla="*/ 2147483647 w 3660"/>
                <a:gd name="T27" fmla="*/ 2147483647 h 2826"/>
                <a:gd name="T28" fmla="*/ 2147483647 w 3660"/>
                <a:gd name="T29" fmla="*/ 2147483647 h 2826"/>
                <a:gd name="T30" fmla="*/ 2147483647 w 3660"/>
                <a:gd name="T31" fmla="*/ 2147483647 h 2826"/>
                <a:gd name="T32" fmla="*/ 2147483647 w 3660"/>
                <a:gd name="T33" fmla="*/ 2147483647 h 2826"/>
                <a:gd name="T34" fmla="*/ 2147483647 w 3660"/>
                <a:gd name="T35" fmla="*/ 2147483647 h 2826"/>
                <a:gd name="T36" fmla="*/ 2147483647 w 3660"/>
                <a:gd name="T37" fmla="*/ 2147483647 h 2826"/>
                <a:gd name="T38" fmla="*/ 2147483647 w 3660"/>
                <a:gd name="T39" fmla="*/ 2147483647 h 2826"/>
                <a:gd name="T40" fmla="*/ 2147483647 w 3660"/>
                <a:gd name="T41" fmla="*/ 2147483647 h 2826"/>
                <a:gd name="T42" fmla="*/ 2147483647 w 3660"/>
                <a:gd name="T43" fmla="*/ 2147483647 h 2826"/>
                <a:gd name="T44" fmla="*/ 2147483647 w 3660"/>
                <a:gd name="T45" fmla="*/ 2147483647 h 2826"/>
                <a:gd name="T46" fmla="*/ 0 w 3660"/>
                <a:gd name="T47" fmla="*/ 2147483647 h 2826"/>
                <a:gd name="T48" fmla="*/ 2147483647 w 3660"/>
                <a:gd name="T49" fmla="*/ 2147483647 h 2826"/>
                <a:gd name="T50" fmla="*/ 2147483647 w 3660"/>
                <a:gd name="T51" fmla="*/ 2147483647 h 2826"/>
                <a:gd name="T52" fmla="*/ 2147483647 w 3660"/>
                <a:gd name="T53" fmla="*/ 2147483647 h 2826"/>
                <a:gd name="T54" fmla="*/ 2147483647 w 3660"/>
                <a:gd name="T55" fmla="*/ 2147483647 h 2826"/>
                <a:gd name="T56" fmla="*/ 2147483647 w 3660"/>
                <a:gd name="T57" fmla="*/ 2147483647 h 2826"/>
                <a:gd name="T58" fmla="*/ 2147483647 w 3660"/>
                <a:gd name="T59" fmla="*/ 2147483647 h 2826"/>
                <a:gd name="T60" fmla="*/ 2147483647 w 3660"/>
                <a:gd name="T61" fmla="*/ 2147483647 h 2826"/>
                <a:gd name="T62" fmla="*/ 2147483647 w 3660"/>
                <a:gd name="T63" fmla="*/ 2147483647 h 2826"/>
                <a:gd name="T64" fmla="*/ 2147483647 w 3660"/>
                <a:gd name="T65" fmla="*/ 2147483647 h 2826"/>
                <a:gd name="T66" fmla="*/ 2147483647 w 3660"/>
                <a:gd name="T67" fmla="*/ 2147483647 h 2826"/>
                <a:gd name="T68" fmla="*/ 2147483647 w 3660"/>
                <a:gd name="T69" fmla="*/ 2147483647 h 2826"/>
                <a:gd name="T70" fmla="*/ 2147483647 w 3660"/>
                <a:gd name="T71" fmla="*/ 2147483647 h 2826"/>
                <a:gd name="T72" fmla="*/ 2147483647 w 3660"/>
                <a:gd name="T73" fmla="*/ 2147483647 h 2826"/>
                <a:gd name="T74" fmla="*/ 2147483647 w 3660"/>
                <a:gd name="T75" fmla="*/ 2147483647 h 2826"/>
                <a:gd name="T76" fmla="*/ 2147483647 w 3660"/>
                <a:gd name="T77" fmla="*/ 2147483647 h 2826"/>
                <a:gd name="T78" fmla="*/ 2147483647 w 3660"/>
                <a:gd name="T79" fmla="*/ 2147483647 h 2826"/>
                <a:gd name="T80" fmla="*/ 2147483647 w 3660"/>
                <a:gd name="T81" fmla="*/ 2147483647 h 2826"/>
                <a:gd name="T82" fmla="*/ 2147483647 w 3660"/>
                <a:gd name="T83" fmla="*/ 2147483647 h 2826"/>
                <a:gd name="T84" fmla="*/ 2147483647 w 3660"/>
                <a:gd name="T85" fmla="*/ 2147483647 h 2826"/>
                <a:gd name="T86" fmla="*/ 2147483647 w 3660"/>
                <a:gd name="T87" fmla="*/ 2147483647 h 2826"/>
                <a:gd name="T88" fmla="*/ 2147483647 w 3660"/>
                <a:gd name="T89" fmla="*/ 2147483647 h 2826"/>
                <a:gd name="T90" fmla="*/ 2147483647 w 3660"/>
                <a:gd name="T91" fmla="*/ 2147483647 h 2826"/>
                <a:gd name="T92" fmla="*/ 2147483647 w 3660"/>
                <a:gd name="T93" fmla="*/ 2147483647 h 2826"/>
                <a:gd name="T94" fmla="*/ 2147483647 w 3660"/>
                <a:gd name="T95" fmla="*/ 2147483647 h 2826"/>
                <a:gd name="T96" fmla="*/ 2147483647 w 3660"/>
                <a:gd name="T97" fmla="*/ 2147483647 h 2826"/>
                <a:gd name="T98" fmla="*/ 2147483647 w 3660"/>
                <a:gd name="T99" fmla="*/ 2147483647 h 2826"/>
                <a:gd name="T100" fmla="*/ 2147483647 w 3660"/>
                <a:gd name="T101" fmla="*/ 2147483647 h 2826"/>
                <a:gd name="T102" fmla="*/ 2147483647 w 3660"/>
                <a:gd name="T103" fmla="*/ 2147483647 h 2826"/>
                <a:gd name="T104" fmla="*/ 2147483647 w 3660"/>
                <a:gd name="T105" fmla="*/ 2147483647 h 2826"/>
                <a:gd name="T106" fmla="*/ 2147483647 w 3660"/>
                <a:gd name="T107" fmla="*/ 2147483647 h 2826"/>
                <a:gd name="T108" fmla="*/ 2147483647 w 3660"/>
                <a:gd name="T109" fmla="*/ 2147483647 h 2826"/>
                <a:gd name="T110" fmla="*/ 2147483647 w 3660"/>
                <a:gd name="T111" fmla="*/ 2147483647 h 2826"/>
                <a:gd name="T112" fmla="*/ 2147483647 w 3660"/>
                <a:gd name="T113" fmla="*/ 2147483647 h 2826"/>
                <a:gd name="T114" fmla="*/ 2147483647 w 3660"/>
                <a:gd name="T115" fmla="*/ 2147483647 h 2826"/>
                <a:gd name="T116" fmla="*/ 2147483647 w 3660"/>
                <a:gd name="T117" fmla="*/ 2147483647 h 2826"/>
                <a:gd name="T118" fmla="*/ 2147483647 w 3660"/>
                <a:gd name="T119" fmla="*/ 2147483647 h 2826"/>
                <a:gd name="T120" fmla="*/ 2147483647 w 3660"/>
                <a:gd name="T121" fmla="*/ 2147483647 h 2826"/>
                <a:gd name="T122" fmla="*/ 2147483647 w 3660"/>
                <a:gd name="T123" fmla="*/ 2147483647 h 282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660"/>
                <a:gd name="T187" fmla="*/ 0 h 2826"/>
                <a:gd name="T188" fmla="*/ 3660 w 3660"/>
                <a:gd name="T189" fmla="*/ 2826 h 282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660" h="2826">
                  <a:moveTo>
                    <a:pt x="2862" y="2688"/>
                  </a:moveTo>
                  <a:lnTo>
                    <a:pt x="2850" y="2682"/>
                  </a:lnTo>
                  <a:lnTo>
                    <a:pt x="2772" y="2682"/>
                  </a:lnTo>
                  <a:lnTo>
                    <a:pt x="2766" y="2700"/>
                  </a:lnTo>
                  <a:lnTo>
                    <a:pt x="2748" y="2694"/>
                  </a:lnTo>
                  <a:lnTo>
                    <a:pt x="2736" y="2718"/>
                  </a:lnTo>
                  <a:lnTo>
                    <a:pt x="2730" y="2724"/>
                  </a:lnTo>
                  <a:lnTo>
                    <a:pt x="2712" y="2760"/>
                  </a:lnTo>
                  <a:lnTo>
                    <a:pt x="2718" y="2772"/>
                  </a:lnTo>
                  <a:lnTo>
                    <a:pt x="2724" y="2790"/>
                  </a:lnTo>
                  <a:lnTo>
                    <a:pt x="2754" y="2820"/>
                  </a:lnTo>
                  <a:lnTo>
                    <a:pt x="2766" y="2826"/>
                  </a:lnTo>
                  <a:lnTo>
                    <a:pt x="2772" y="2826"/>
                  </a:lnTo>
                  <a:lnTo>
                    <a:pt x="2802" y="2820"/>
                  </a:lnTo>
                  <a:lnTo>
                    <a:pt x="2820" y="2820"/>
                  </a:lnTo>
                  <a:lnTo>
                    <a:pt x="2844" y="2808"/>
                  </a:lnTo>
                  <a:lnTo>
                    <a:pt x="2850" y="2802"/>
                  </a:lnTo>
                  <a:lnTo>
                    <a:pt x="2850" y="2754"/>
                  </a:lnTo>
                  <a:lnTo>
                    <a:pt x="2856" y="2742"/>
                  </a:lnTo>
                  <a:lnTo>
                    <a:pt x="2862" y="2736"/>
                  </a:lnTo>
                  <a:lnTo>
                    <a:pt x="2868" y="2724"/>
                  </a:lnTo>
                  <a:lnTo>
                    <a:pt x="2868" y="2700"/>
                  </a:lnTo>
                  <a:lnTo>
                    <a:pt x="2862" y="2688"/>
                  </a:lnTo>
                  <a:close/>
                  <a:moveTo>
                    <a:pt x="3660" y="624"/>
                  </a:moveTo>
                  <a:lnTo>
                    <a:pt x="3654" y="600"/>
                  </a:lnTo>
                  <a:lnTo>
                    <a:pt x="3660" y="570"/>
                  </a:lnTo>
                  <a:lnTo>
                    <a:pt x="3642" y="564"/>
                  </a:lnTo>
                  <a:lnTo>
                    <a:pt x="3642" y="540"/>
                  </a:lnTo>
                  <a:lnTo>
                    <a:pt x="3630" y="528"/>
                  </a:lnTo>
                  <a:lnTo>
                    <a:pt x="3630" y="510"/>
                  </a:lnTo>
                  <a:lnTo>
                    <a:pt x="3618" y="492"/>
                  </a:lnTo>
                  <a:lnTo>
                    <a:pt x="3636" y="486"/>
                  </a:lnTo>
                  <a:lnTo>
                    <a:pt x="3636" y="456"/>
                  </a:lnTo>
                  <a:lnTo>
                    <a:pt x="3612" y="444"/>
                  </a:lnTo>
                  <a:lnTo>
                    <a:pt x="3612" y="426"/>
                  </a:lnTo>
                  <a:lnTo>
                    <a:pt x="3606" y="414"/>
                  </a:lnTo>
                  <a:lnTo>
                    <a:pt x="3594" y="408"/>
                  </a:lnTo>
                  <a:lnTo>
                    <a:pt x="3552" y="408"/>
                  </a:lnTo>
                  <a:lnTo>
                    <a:pt x="3546" y="432"/>
                  </a:lnTo>
                  <a:lnTo>
                    <a:pt x="3516" y="432"/>
                  </a:lnTo>
                  <a:lnTo>
                    <a:pt x="3504" y="438"/>
                  </a:lnTo>
                  <a:lnTo>
                    <a:pt x="3498" y="438"/>
                  </a:lnTo>
                  <a:lnTo>
                    <a:pt x="3492" y="444"/>
                  </a:lnTo>
                  <a:lnTo>
                    <a:pt x="3492" y="462"/>
                  </a:lnTo>
                  <a:lnTo>
                    <a:pt x="3462" y="456"/>
                  </a:lnTo>
                  <a:lnTo>
                    <a:pt x="3462" y="468"/>
                  </a:lnTo>
                  <a:lnTo>
                    <a:pt x="3444" y="468"/>
                  </a:lnTo>
                  <a:lnTo>
                    <a:pt x="3432" y="456"/>
                  </a:lnTo>
                  <a:lnTo>
                    <a:pt x="3408" y="462"/>
                  </a:lnTo>
                  <a:lnTo>
                    <a:pt x="3366" y="432"/>
                  </a:lnTo>
                  <a:lnTo>
                    <a:pt x="3366" y="420"/>
                  </a:lnTo>
                  <a:lnTo>
                    <a:pt x="3360" y="408"/>
                  </a:lnTo>
                  <a:lnTo>
                    <a:pt x="3360" y="402"/>
                  </a:lnTo>
                  <a:lnTo>
                    <a:pt x="3354" y="396"/>
                  </a:lnTo>
                  <a:lnTo>
                    <a:pt x="3336" y="396"/>
                  </a:lnTo>
                  <a:lnTo>
                    <a:pt x="3318" y="366"/>
                  </a:lnTo>
                  <a:lnTo>
                    <a:pt x="3276" y="366"/>
                  </a:lnTo>
                  <a:lnTo>
                    <a:pt x="3258" y="348"/>
                  </a:lnTo>
                  <a:lnTo>
                    <a:pt x="3246" y="342"/>
                  </a:lnTo>
                  <a:lnTo>
                    <a:pt x="3228" y="324"/>
                  </a:lnTo>
                  <a:lnTo>
                    <a:pt x="3216" y="324"/>
                  </a:lnTo>
                  <a:lnTo>
                    <a:pt x="3204" y="336"/>
                  </a:lnTo>
                  <a:lnTo>
                    <a:pt x="3192" y="330"/>
                  </a:lnTo>
                  <a:lnTo>
                    <a:pt x="3186" y="324"/>
                  </a:lnTo>
                  <a:lnTo>
                    <a:pt x="3174" y="318"/>
                  </a:lnTo>
                  <a:lnTo>
                    <a:pt x="3126" y="318"/>
                  </a:lnTo>
                  <a:lnTo>
                    <a:pt x="3114" y="312"/>
                  </a:lnTo>
                  <a:lnTo>
                    <a:pt x="3108" y="306"/>
                  </a:lnTo>
                  <a:lnTo>
                    <a:pt x="3084" y="294"/>
                  </a:lnTo>
                  <a:lnTo>
                    <a:pt x="3078" y="288"/>
                  </a:lnTo>
                  <a:lnTo>
                    <a:pt x="3072" y="288"/>
                  </a:lnTo>
                  <a:lnTo>
                    <a:pt x="3066" y="264"/>
                  </a:lnTo>
                  <a:lnTo>
                    <a:pt x="3054" y="264"/>
                  </a:lnTo>
                  <a:lnTo>
                    <a:pt x="3048" y="252"/>
                  </a:lnTo>
                  <a:lnTo>
                    <a:pt x="3030" y="234"/>
                  </a:lnTo>
                  <a:lnTo>
                    <a:pt x="3024" y="222"/>
                  </a:lnTo>
                  <a:lnTo>
                    <a:pt x="2976" y="198"/>
                  </a:lnTo>
                  <a:lnTo>
                    <a:pt x="2964" y="198"/>
                  </a:lnTo>
                  <a:lnTo>
                    <a:pt x="2952" y="168"/>
                  </a:lnTo>
                  <a:lnTo>
                    <a:pt x="2904" y="144"/>
                  </a:lnTo>
                  <a:lnTo>
                    <a:pt x="2898" y="114"/>
                  </a:lnTo>
                  <a:lnTo>
                    <a:pt x="2892" y="114"/>
                  </a:lnTo>
                  <a:lnTo>
                    <a:pt x="2886" y="108"/>
                  </a:lnTo>
                  <a:lnTo>
                    <a:pt x="2874" y="108"/>
                  </a:lnTo>
                  <a:lnTo>
                    <a:pt x="2862" y="96"/>
                  </a:lnTo>
                  <a:lnTo>
                    <a:pt x="2850" y="90"/>
                  </a:lnTo>
                  <a:lnTo>
                    <a:pt x="2838" y="78"/>
                  </a:lnTo>
                  <a:lnTo>
                    <a:pt x="2832" y="78"/>
                  </a:lnTo>
                  <a:lnTo>
                    <a:pt x="2832" y="66"/>
                  </a:lnTo>
                  <a:lnTo>
                    <a:pt x="2820" y="60"/>
                  </a:lnTo>
                  <a:lnTo>
                    <a:pt x="2814" y="54"/>
                  </a:lnTo>
                  <a:lnTo>
                    <a:pt x="2802" y="48"/>
                  </a:lnTo>
                  <a:lnTo>
                    <a:pt x="2796" y="42"/>
                  </a:lnTo>
                  <a:lnTo>
                    <a:pt x="2724" y="42"/>
                  </a:lnTo>
                  <a:lnTo>
                    <a:pt x="2688" y="18"/>
                  </a:lnTo>
                  <a:lnTo>
                    <a:pt x="2652" y="0"/>
                  </a:lnTo>
                  <a:lnTo>
                    <a:pt x="2598" y="12"/>
                  </a:lnTo>
                  <a:lnTo>
                    <a:pt x="2556" y="6"/>
                  </a:lnTo>
                  <a:lnTo>
                    <a:pt x="2550" y="18"/>
                  </a:lnTo>
                  <a:lnTo>
                    <a:pt x="2514" y="24"/>
                  </a:lnTo>
                  <a:lnTo>
                    <a:pt x="2472" y="66"/>
                  </a:lnTo>
                  <a:lnTo>
                    <a:pt x="2466" y="66"/>
                  </a:lnTo>
                  <a:lnTo>
                    <a:pt x="2466" y="78"/>
                  </a:lnTo>
                  <a:lnTo>
                    <a:pt x="2472" y="78"/>
                  </a:lnTo>
                  <a:lnTo>
                    <a:pt x="2490" y="84"/>
                  </a:lnTo>
                  <a:lnTo>
                    <a:pt x="2502" y="84"/>
                  </a:lnTo>
                  <a:lnTo>
                    <a:pt x="2508" y="90"/>
                  </a:lnTo>
                  <a:lnTo>
                    <a:pt x="2520" y="90"/>
                  </a:lnTo>
                  <a:lnTo>
                    <a:pt x="2532" y="102"/>
                  </a:lnTo>
                  <a:lnTo>
                    <a:pt x="2544" y="108"/>
                  </a:lnTo>
                  <a:lnTo>
                    <a:pt x="2550" y="114"/>
                  </a:lnTo>
                  <a:lnTo>
                    <a:pt x="2550" y="126"/>
                  </a:lnTo>
                  <a:lnTo>
                    <a:pt x="2532" y="144"/>
                  </a:lnTo>
                  <a:lnTo>
                    <a:pt x="2532" y="216"/>
                  </a:lnTo>
                  <a:lnTo>
                    <a:pt x="2538" y="258"/>
                  </a:lnTo>
                  <a:lnTo>
                    <a:pt x="2544" y="264"/>
                  </a:lnTo>
                  <a:lnTo>
                    <a:pt x="2556" y="264"/>
                  </a:lnTo>
                  <a:lnTo>
                    <a:pt x="2556" y="276"/>
                  </a:lnTo>
                  <a:lnTo>
                    <a:pt x="2550" y="282"/>
                  </a:lnTo>
                  <a:lnTo>
                    <a:pt x="2538" y="288"/>
                  </a:lnTo>
                  <a:lnTo>
                    <a:pt x="2514" y="288"/>
                  </a:lnTo>
                  <a:lnTo>
                    <a:pt x="2514" y="300"/>
                  </a:lnTo>
                  <a:lnTo>
                    <a:pt x="2496" y="318"/>
                  </a:lnTo>
                  <a:lnTo>
                    <a:pt x="2484" y="318"/>
                  </a:lnTo>
                  <a:lnTo>
                    <a:pt x="2478" y="312"/>
                  </a:lnTo>
                  <a:lnTo>
                    <a:pt x="2442" y="312"/>
                  </a:lnTo>
                  <a:lnTo>
                    <a:pt x="2406" y="288"/>
                  </a:lnTo>
                  <a:lnTo>
                    <a:pt x="2406" y="372"/>
                  </a:lnTo>
                  <a:lnTo>
                    <a:pt x="2412" y="384"/>
                  </a:lnTo>
                  <a:lnTo>
                    <a:pt x="2418" y="408"/>
                  </a:lnTo>
                  <a:lnTo>
                    <a:pt x="2424" y="420"/>
                  </a:lnTo>
                  <a:lnTo>
                    <a:pt x="2418" y="420"/>
                  </a:lnTo>
                  <a:lnTo>
                    <a:pt x="2418" y="438"/>
                  </a:lnTo>
                  <a:lnTo>
                    <a:pt x="2424" y="450"/>
                  </a:lnTo>
                  <a:lnTo>
                    <a:pt x="2436" y="456"/>
                  </a:lnTo>
                  <a:lnTo>
                    <a:pt x="2442" y="462"/>
                  </a:lnTo>
                  <a:lnTo>
                    <a:pt x="2460" y="462"/>
                  </a:lnTo>
                  <a:lnTo>
                    <a:pt x="2460" y="456"/>
                  </a:lnTo>
                  <a:lnTo>
                    <a:pt x="2454" y="456"/>
                  </a:lnTo>
                  <a:lnTo>
                    <a:pt x="2460" y="450"/>
                  </a:lnTo>
                  <a:lnTo>
                    <a:pt x="2514" y="450"/>
                  </a:lnTo>
                  <a:lnTo>
                    <a:pt x="2526" y="462"/>
                  </a:lnTo>
                  <a:lnTo>
                    <a:pt x="2538" y="468"/>
                  </a:lnTo>
                  <a:lnTo>
                    <a:pt x="2544" y="468"/>
                  </a:lnTo>
                  <a:lnTo>
                    <a:pt x="2550" y="462"/>
                  </a:lnTo>
                  <a:lnTo>
                    <a:pt x="2550" y="438"/>
                  </a:lnTo>
                  <a:lnTo>
                    <a:pt x="2616" y="438"/>
                  </a:lnTo>
                  <a:lnTo>
                    <a:pt x="2616" y="450"/>
                  </a:lnTo>
                  <a:lnTo>
                    <a:pt x="2622" y="456"/>
                  </a:lnTo>
                  <a:lnTo>
                    <a:pt x="2634" y="462"/>
                  </a:lnTo>
                  <a:lnTo>
                    <a:pt x="2652" y="462"/>
                  </a:lnTo>
                  <a:lnTo>
                    <a:pt x="2658" y="468"/>
                  </a:lnTo>
                  <a:lnTo>
                    <a:pt x="2670" y="474"/>
                  </a:lnTo>
                  <a:lnTo>
                    <a:pt x="2682" y="486"/>
                  </a:lnTo>
                  <a:lnTo>
                    <a:pt x="2706" y="498"/>
                  </a:lnTo>
                  <a:lnTo>
                    <a:pt x="2718" y="498"/>
                  </a:lnTo>
                  <a:lnTo>
                    <a:pt x="2724" y="510"/>
                  </a:lnTo>
                  <a:lnTo>
                    <a:pt x="2748" y="534"/>
                  </a:lnTo>
                  <a:lnTo>
                    <a:pt x="2748" y="540"/>
                  </a:lnTo>
                  <a:lnTo>
                    <a:pt x="2742" y="546"/>
                  </a:lnTo>
                  <a:lnTo>
                    <a:pt x="2706" y="546"/>
                  </a:lnTo>
                  <a:lnTo>
                    <a:pt x="2700" y="540"/>
                  </a:lnTo>
                  <a:lnTo>
                    <a:pt x="2688" y="534"/>
                  </a:lnTo>
                  <a:lnTo>
                    <a:pt x="2658" y="534"/>
                  </a:lnTo>
                  <a:lnTo>
                    <a:pt x="2652" y="540"/>
                  </a:lnTo>
                  <a:lnTo>
                    <a:pt x="2646" y="540"/>
                  </a:lnTo>
                  <a:lnTo>
                    <a:pt x="2628" y="558"/>
                  </a:lnTo>
                  <a:lnTo>
                    <a:pt x="2598" y="552"/>
                  </a:lnTo>
                  <a:lnTo>
                    <a:pt x="2598" y="570"/>
                  </a:lnTo>
                  <a:lnTo>
                    <a:pt x="2586" y="570"/>
                  </a:lnTo>
                  <a:lnTo>
                    <a:pt x="2550" y="588"/>
                  </a:lnTo>
                  <a:lnTo>
                    <a:pt x="2544" y="594"/>
                  </a:lnTo>
                  <a:lnTo>
                    <a:pt x="2550" y="606"/>
                  </a:lnTo>
                  <a:lnTo>
                    <a:pt x="2562" y="618"/>
                  </a:lnTo>
                  <a:lnTo>
                    <a:pt x="2538" y="642"/>
                  </a:lnTo>
                  <a:lnTo>
                    <a:pt x="2466" y="642"/>
                  </a:lnTo>
                  <a:lnTo>
                    <a:pt x="2466" y="666"/>
                  </a:lnTo>
                  <a:lnTo>
                    <a:pt x="2460" y="672"/>
                  </a:lnTo>
                  <a:lnTo>
                    <a:pt x="2454" y="684"/>
                  </a:lnTo>
                  <a:lnTo>
                    <a:pt x="2442" y="690"/>
                  </a:lnTo>
                  <a:lnTo>
                    <a:pt x="2424" y="690"/>
                  </a:lnTo>
                  <a:lnTo>
                    <a:pt x="2412" y="696"/>
                  </a:lnTo>
                  <a:lnTo>
                    <a:pt x="2388" y="696"/>
                  </a:lnTo>
                  <a:lnTo>
                    <a:pt x="2376" y="690"/>
                  </a:lnTo>
                  <a:lnTo>
                    <a:pt x="2370" y="684"/>
                  </a:lnTo>
                  <a:lnTo>
                    <a:pt x="2358" y="678"/>
                  </a:lnTo>
                  <a:lnTo>
                    <a:pt x="2352" y="672"/>
                  </a:lnTo>
                  <a:lnTo>
                    <a:pt x="2346" y="672"/>
                  </a:lnTo>
                  <a:lnTo>
                    <a:pt x="2340" y="666"/>
                  </a:lnTo>
                  <a:lnTo>
                    <a:pt x="2316" y="666"/>
                  </a:lnTo>
                  <a:lnTo>
                    <a:pt x="2304" y="672"/>
                  </a:lnTo>
                  <a:lnTo>
                    <a:pt x="2304" y="684"/>
                  </a:lnTo>
                  <a:lnTo>
                    <a:pt x="2298" y="696"/>
                  </a:lnTo>
                  <a:lnTo>
                    <a:pt x="2298" y="708"/>
                  </a:lnTo>
                  <a:lnTo>
                    <a:pt x="2304" y="720"/>
                  </a:lnTo>
                  <a:lnTo>
                    <a:pt x="2322" y="738"/>
                  </a:lnTo>
                  <a:lnTo>
                    <a:pt x="2334" y="744"/>
                  </a:lnTo>
                  <a:lnTo>
                    <a:pt x="2352" y="762"/>
                  </a:lnTo>
                  <a:lnTo>
                    <a:pt x="2364" y="768"/>
                  </a:lnTo>
                  <a:lnTo>
                    <a:pt x="2364" y="774"/>
                  </a:lnTo>
                  <a:lnTo>
                    <a:pt x="2358" y="780"/>
                  </a:lnTo>
                  <a:lnTo>
                    <a:pt x="2352" y="792"/>
                  </a:lnTo>
                  <a:lnTo>
                    <a:pt x="2340" y="804"/>
                  </a:lnTo>
                  <a:lnTo>
                    <a:pt x="2316" y="804"/>
                  </a:lnTo>
                  <a:lnTo>
                    <a:pt x="2316" y="810"/>
                  </a:lnTo>
                  <a:lnTo>
                    <a:pt x="2310" y="822"/>
                  </a:lnTo>
                  <a:lnTo>
                    <a:pt x="2310" y="828"/>
                  </a:lnTo>
                  <a:lnTo>
                    <a:pt x="2298" y="852"/>
                  </a:lnTo>
                  <a:lnTo>
                    <a:pt x="2286" y="858"/>
                  </a:lnTo>
                  <a:lnTo>
                    <a:pt x="2262" y="858"/>
                  </a:lnTo>
                  <a:lnTo>
                    <a:pt x="2244" y="882"/>
                  </a:lnTo>
                  <a:lnTo>
                    <a:pt x="2088" y="882"/>
                  </a:lnTo>
                  <a:lnTo>
                    <a:pt x="2070" y="894"/>
                  </a:lnTo>
                  <a:lnTo>
                    <a:pt x="2010" y="930"/>
                  </a:lnTo>
                  <a:lnTo>
                    <a:pt x="1992" y="942"/>
                  </a:lnTo>
                  <a:lnTo>
                    <a:pt x="1986" y="948"/>
                  </a:lnTo>
                  <a:lnTo>
                    <a:pt x="1968" y="948"/>
                  </a:lnTo>
                  <a:lnTo>
                    <a:pt x="1962" y="942"/>
                  </a:lnTo>
                  <a:lnTo>
                    <a:pt x="1956" y="942"/>
                  </a:lnTo>
                  <a:lnTo>
                    <a:pt x="1950" y="930"/>
                  </a:lnTo>
                  <a:lnTo>
                    <a:pt x="1950" y="924"/>
                  </a:lnTo>
                  <a:lnTo>
                    <a:pt x="1938" y="924"/>
                  </a:lnTo>
                  <a:lnTo>
                    <a:pt x="1926" y="930"/>
                  </a:lnTo>
                  <a:lnTo>
                    <a:pt x="1914" y="930"/>
                  </a:lnTo>
                  <a:lnTo>
                    <a:pt x="1908" y="936"/>
                  </a:lnTo>
                  <a:lnTo>
                    <a:pt x="1896" y="936"/>
                  </a:lnTo>
                  <a:lnTo>
                    <a:pt x="1890" y="930"/>
                  </a:lnTo>
                  <a:lnTo>
                    <a:pt x="1866" y="918"/>
                  </a:lnTo>
                  <a:lnTo>
                    <a:pt x="1848" y="912"/>
                  </a:lnTo>
                  <a:lnTo>
                    <a:pt x="1800" y="912"/>
                  </a:lnTo>
                  <a:lnTo>
                    <a:pt x="1776" y="906"/>
                  </a:lnTo>
                  <a:lnTo>
                    <a:pt x="1764" y="900"/>
                  </a:lnTo>
                  <a:lnTo>
                    <a:pt x="1758" y="888"/>
                  </a:lnTo>
                  <a:lnTo>
                    <a:pt x="1740" y="870"/>
                  </a:lnTo>
                  <a:lnTo>
                    <a:pt x="1728" y="870"/>
                  </a:lnTo>
                  <a:lnTo>
                    <a:pt x="1710" y="864"/>
                  </a:lnTo>
                  <a:lnTo>
                    <a:pt x="1656" y="864"/>
                  </a:lnTo>
                  <a:lnTo>
                    <a:pt x="1650" y="858"/>
                  </a:lnTo>
                  <a:lnTo>
                    <a:pt x="1644" y="858"/>
                  </a:lnTo>
                  <a:lnTo>
                    <a:pt x="1632" y="852"/>
                  </a:lnTo>
                  <a:lnTo>
                    <a:pt x="1620" y="852"/>
                  </a:lnTo>
                  <a:lnTo>
                    <a:pt x="1614" y="858"/>
                  </a:lnTo>
                  <a:lnTo>
                    <a:pt x="1602" y="864"/>
                  </a:lnTo>
                  <a:lnTo>
                    <a:pt x="1596" y="870"/>
                  </a:lnTo>
                  <a:lnTo>
                    <a:pt x="1560" y="864"/>
                  </a:lnTo>
                  <a:lnTo>
                    <a:pt x="1512" y="864"/>
                  </a:lnTo>
                  <a:lnTo>
                    <a:pt x="1458" y="858"/>
                  </a:lnTo>
                  <a:lnTo>
                    <a:pt x="1398" y="864"/>
                  </a:lnTo>
                  <a:lnTo>
                    <a:pt x="1386" y="858"/>
                  </a:lnTo>
                  <a:lnTo>
                    <a:pt x="1380" y="846"/>
                  </a:lnTo>
                  <a:lnTo>
                    <a:pt x="1368" y="840"/>
                  </a:lnTo>
                  <a:lnTo>
                    <a:pt x="1338" y="810"/>
                  </a:lnTo>
                  <a:lnTo>
                    <a:pt x="1332" y="798"/>
                  </a:lnTo>
                  <a:lnTo>
                    <a:pt x="1290" y="756"/>
                  </a:lnTo>
                  <a:lnTo>
                    <a:pt x="1278" y="732"/>
                  </a:lnTo>
                  <a:lnTo>
                    <a:pt x="1242" y="732"/>
                  </a:lnTo>
                  <a:lnTo>
                    <a:pt x="1236" y="726"/>
                  </a:lnTo>
                  <a:lnTo>
                    <a:pt x="1224" y="726"/>
                  </a:lnTo>
                  <a:lnTo>
                    <a:pt x="1200" y="714"/>
                  </a:lnTo>
                  <a:lnTo>
                    <a:pt x="1194" y="714"/>
                  </a:lnTo>
                  <a:lnTo>
                    <a:pt x="1188" y="708"/>
                  </a:lnTo>
                  <a:lnTo>
                    <a:pt x="1182" y="708"/>
                  </a:lnTo>
                  <a:lnTo>
                    <a:pt x="1176" y="696"/>
                  </a:lnTo>
                  <a:lnTo>
                    <a:pt x="1164" y="690"/>
                  </a:lnTo>
                  <a:lnTo>
                    <a:pt x="1158" y="690"/>
                  </a:lnTo>
                  <a:lnTo>
                    <a:pt x="1146" y="684"/>
                  </a:lnTo>
                  <a:lnTo>
                    <a:pt x="1140" y="684"/>
                  </a:lnTo>
                  <a:lnTo>
                    <a:pt x="1134" y="678"/>
                  </a:lnTo>
                  <a:lnTo>
                    <a:pt x="1038" y="678"/>
                  </a:lnTo>
                  <a:lnTo>
                    <a:pt x="1014" y="672"/>
                  </a:lnTo>
                  <a:lnTo>
                    <a:pt x="996" y="666"/>
                  </a:lnTo>
                  <a:lnTo>
                    <a:pt x="990" y="666"/>
                  </a:lnTo>
                  <a:lnTo>
                    <a:pt x="978" y="660"/>
                  </a:lnTo>
                  <a:lnTo>
                    <a:pt x="966" y="660"/>
                  </a:lnTo>
                  <a:lnTo>
                    <a:pt x="954" y="654"/>
                  </a:lnTo>
                  <a:lnTo>
                    <a:pt x="948" y="648"/>
                  </a:lnTo>
                  <a:lnTo>
                    <a:pt x="942" y="636"/>
                  </a:lnTo>
                  <a:lnTo>
                    <a:pt x="936" y="618"/>
                  </a:lnTo>
                  <a:lnTo>
                    <a:pt x="936" y="606"/>
                  </a:lnTo>
                  <a:lnTo>
                    <a:pt x="948" y="594"/>
                  </a:lnTo>
                  <a:lnTo>
                    <a:pt x="948" y="588"/>
                  </a:lnTo>
                  <a:lnTo>
                    <a:pt x="942" y="582"/>
                  </a:lnTo>
                  <a:lnTo>
                    <a:pt x="936" y="570"/>
                  </a:lnTo>
                  <a:lnTo>
                    <a:pt x="930" y="564"/>
                  </a:lnTo>
                  <a:lnTo>
                    <a:pt x="930" y="552"/>
                  </a:lnTo>
                  <a:lnTo>
                    <a:pt x="924" y="540"/>
                  </a:lnTo>
                  <a:lnTo>
                    <a:pt x="912" y="528"/>
                  </a:lnTo>
                  <a:lnTo>
                    <a:pt x="888" y="510"/>
                  </a:lnTo>
                  <a:lnTo>
                    <a:pt x="876" y="492"/>
                  </a:lnTo>
                  <a:lnTo>
                    <a:pt x="870" y="480"/>
                  </a:lnTo>
                  <a:lnTo>
                    <a:pt x="852" y="462"/>
                  </a:lnTo>
                  <a:lnTo>
                    <a:pt x="834" y="456"/>
                  </a:lnTo>
                  <a:lnTo>
                    <a:pt x="822" y="450"/>
                  </a:lnTo>
                  <a:lnTo>
                    <a:pt x="810" y="450"/>
                  </a:lnTo>
                  <a:lnTo>
                    <a:pt x="804" y="444"/>
                  </a:lnTo>
                  <a:lnTo>
                    <a:pt x="786" y="432"/>
                  </a:lnTo>
                  <a:lnTo>
                    <a:pt x="750" y="444"/>
                  </a:lnTo>
                  <a:lnTo>
                    <a:pt x="726" y="420"/>
                  </a:lnTo>
                  <a:lnTo>
                    <a:pt x="720" y="408"/>
                  </a:lnTo>
                  <a:lnTo>
                    <a:pt x="708" y="408"/>
                  </a:lnTo>
                  <a:lnTo>
                    <a:pt x="696" y="402"/>
                  </a:lnTo>
                  <a:lnTo>
                    <a:pt x="684" y="402"/>
                  </a:lnTo>
                  <a:lnTo>
                    <a:pt x="672" y="396"/>
                  </a:lnTo>
                  <a:lnTo>
                    <a:pt x="672" y="378"/>
                  </a:lnTo>
                  <a:lnTo>
                    <a:pt x="648" y="378"/>
                  </a:lnTo>
                  <a:lnTo>
                    <a:pt x="654" y="372"/>
                  </a:lnTo>
                  <a:lnTo>
                    <a:pt x="654" y="360"/>
                  </a:lnTo>
                  <a:lnTo>
                    <a:pt x="648" y="354"/>
                  </a:lnTo>
                  <a:lnTo>
                    <a:pt x="612" y="354"/>
                  </a:lnTo>
                  <a:lnTo>
                    <a:pt x="600" y="348"/>
                  </a:lnTo>
                  <a:lnTo>
                    <a:pt x="582" y="348"/>
                  </a:lnTo>
                  <a:lnTo>
                    <a:pt x="576" y="354"/>
                  </a:lnTo>
                  <a:lnTo>
                    <a:pt x="576" y="360"/>
                  </a:lnTo>
                  <a:lnTo>
                    <a:pt x="594" y="378"/>
                  </a:lnTo>
                  <a:lnTo>
                    <a:pt x="594" y="390"/>
                  </a:lnTo>
                  <a:lnTo>
                    <a:pt x="588" y="396"/>
                  </a:lnTo>
                  <a:lnTo>
                    <a:pt x="546" y="396"/>
                  </a:lnTo>
                  <a:lnTo>
                    <a:pt x="534" y="408"/>
                  </a:lnTo>
                  <a:lnTo>
                    <a:pt x="534" y="426"/>
                  </a:lnTo>
                  <a:lnTo>
                    <a:pt x="546" y="450"/>
                  </a:lnTo>
                  <a:lnTo>
                    <a:pt x="558" y="462"/>
                  </a:lnTo>
                  <a:lnTo>
                    <a:pt x="570" y="486"/>
                  </a:lnTo>
                  <a:lnTo>
                    <a:pt x="570" y="504"/>
                  </a:lnTo>
                  <a:lnTo>
                    <a:pt x="564" y="510"/>
                  </a:lnTo>
                  <a:lnTo>
                    <a:pt x="546" y="510"/>
                  </a:lnTo>
                  <a:lnTo>
                    <a:pt x="528" y="528"/>
                  </a:lnTo>
                  <a:lnTo>
                    <a:pt x="516" y="516"/>
                  </a:lnTo>
                  <a:lnTo>
                    <a:pt x="468" y="516"/>
                  </a:lnTo>
                  <a:lnTo>
                    <a:pt x="444" y="504"/>
                  </a:lnTo>
                  <a:lnTo>
                    <a:pt x="432" y="504"/>
                  </a:lnTo>
                  <a:lnTo>
                    <a:pt x="420" y="498"/>
                  </a:lnTo>
                  <a:lnTo>
                    <a:pt x="408" y="498"/>
                  </a:lnTo>
                  <a:lnTo>
                    <a:pt x="408" y="636"/>
                  </a:lnTo>
                  <a:lnTo>
                    <a:pt x="414" y="636"/>
                  </a:lnTo>
                  <a:lnTo>
                    <a:pt x="420" y="642"/>
                  </a:lnTo>
                  <a:lnTo>
                    <a:pt x="426" y="642"/>
                  </a:lnTo>
                  <a:lnTo>
                    <a:pt x="432" y="648"/>
                  </a:lnTo>
                  <a:lnTo>
                    <a:pt x="432" y="660"/>
                  </a:lnTo>
                  <a:lnTo>
                    <a:pt x="426" y="666"/>
                  </a:lnTo>
                  <a:lnTo>
                    <a:pt x="420" y="666"/>
                  </a:lnTo>
                  <a:lnTo>
                    <a:pt x="408" y="654"/>
                  </a:lnTo>
                  <a:lnTo>
                    <a:pt x="390" y="666"/>
                  </a:lnTo>
                  <a:lnTo>
                    <a:pt x="384" y="660"/>
                  </a:lnTo>
                  <a:lnTo>
                    <a:pt x="378" y="648"/>
                  </a:lnTo>
                  <a:lnTo>
                    <a:pt x="372" y="642"/>
                  </a:lnTo>
                  <a:lnTo>
                    <a:pt x="360" y="642"/>
                  </a:lnTo>
                  <a:lnTo>
                    <a:pt x="324" y="660"/>
                  </a:lnTo>
                  <a:lnTo>
                    <a:pt x="312" y="660"/>
                  </a:lnTo>
                  <a:lnTo>
                    <a:pt x="300" y="666"/>
                  </a:lnTo>
                  <a:lnTo>
                    <a:pt x="288" y="666"/>
                  </a:lnTo>
                  <a:lnTo>
                    <a:pt x="276" y="672"/>
                  </a:lnTo>
                  <a:lnTo>
                    <a:pt x="270" y="678"/>
                  </a:lnTo>
                  <a:lnTo>
                    <a:pt x="270" y="684"/>
                  </a:lnTo>
                  <a:lnTo>
                    <a:pt x="276" y="690"/>
                  </a:lnTo>
                  <a:lnTo>
                    <a:pt x="288" y="696"/>
                  </a:lnTo>
                  <a:lnTo>
                    <a:pt x="306" y="696"/>
                  </a:lnTo>
                  <a:lnTo>
                    <a:pt x="306" y="726"/>
                  </a:lnTo>
                  <a:lnTo>
                    <a:pt x="318" y="750"/>
                  </a:lnTo>
                  <a:lnTo>
                    <a:pt x="360" y="792"/>
                  </a:lnTo>
                  <a:lnTo>
                    <a:pt x="366" y="804"/>
                  </a:lnTo>
                  <a:lnTo>
                    <a:pt x="378" y="810"/>
                  </a:lnTo>
                  <a:lnTo>
                    <a:pt x="378" y="822"/>
                  </a:lnTo>
                  <a:lnTo>
                    <a:pt x="360" y="822"/>
                  </a:lnTo>
                  <a:lnTo>
                    <a:pt x="354" y="828"/>
                  </a:lnTo>
                  <a:lnTo>
                    <a:pt x="354" y="834"/>
                  </a:lnTo>
                  <a:lnTo>
                    <a:pt x="372" y="852"/>
                  </a:lnTo>
                  <a:lnTo>
                    <a:pt x="348" y="852"/>
                  </a:lnTo>
                  <a:lnTo>
                    <a:pt x="348" y="864"/>
                  </a:lnTo>
                  <a:lnTo>
                    <a:pt x="354" y="870"/>
                  </a:lnTo>
                  <a:lnTo>
                    <a:pt x="354" y="882"/>
                  </a:lnTo>
                  <a:lnTo>
                    <a:pt x="372" y="900"/>
                  </a:lnTo>
                  <a:lnTo>
                    <a:pt x="372" y="912"/>
                  </a:lnTo>
                  <a:lnTo>
                    <a:pt x="366" y="918"/>
                  </a:lnTo>
                  <a:lnTo>
                    <a:pt x="342" y="918"/>
                  </a:lnTo>
                  <a:lnTo>
                    <a:pt x="294" y="936"/>
                  </a:lnTo>
                  <a:lnTo>
                    <a:pt x="282" y="948"/>
                  </a:lnTo>
                  <a:lnTo>
                    <a:pt x="270" y="954"/>
                  </a:lnTo>
                  <a:lnTo>
                    <a:pt x="264" y="960"/>
                  </a:lnTo>
                  <a:lnTo>
                    <a:pt x="264" y="978"/>
                  </a:lnTo>
                  <a:lnTo>
                    <a:pt x="258" y="990"/>
                  </a:lnTo>
                  <a:lnTo>
                    <a:pt x="252" y="996"/>
                  </a:lnTo>
                  <a:lnTo>
                    <a:pt x="234" y="996"/>
                  </a:lnTo>
                  <a:lnTo>
                    <a:pt x="216" y="990"/>
                  </a:lnTo>
                  <a:lnTo>
                    <a:pt x="186" y="990"/>
                  </a:lnTo>
                  <a:lnTo>
                    <a:pt x="168" y="1008"/>
                  </a:lnTo>
                  <a:lnTo>
                    <a:pt x="162" y="1020"/>
                  </a:lnTo>
                  <a:lnTo>
                    <a:pt x="162" y="1044"/>
                  </a:lnTo>
                  <a:lnTo>
                    <a:pt x="156" y="1050"/>
                  </a:lnTo>
                  <a:lnTo>
                    <a:pt x="126" y="1044"/>
                  </a:lnTo>
                  <a:lnTo>
                    <a:pt x="114" y="1050"/>
                  </a:lnTo>
                  <a:lnTo>
                    <a:pt x="108" y="1044"/>
                  </a:lnTo>
                  <a:lnTo>
                    <a:pt x="102" y="1032"/>
                  </a:lnTo>
                  <a:lnTo>
                    <a:pt x="96" y="1026"/>
                  </a:lnTo>
                  <a:lnTo>
                    <a:pt x="84" y="1026"/>
                  </a:lnTo>
                  <a:lnTo>
                    <a:pt x="72" y="1038"/>
                  </a:lnTo>
                  <a:lnTo>
                    <a:pt x="48" y="1038"/>
                  </a:lnTo>
                  <a:lnTo>
                    <a:pt x="48" y="1056"/>
                  </a:lnTo>
                  <a:lnTo>
                    <a:pt x="36" y="1062"/>
                  </a:lnTo>
                  <a:lnTo>
                    <a:pt x="30" y="1068"/>
                  </a:lnTo>
                  <a:lnTo>
                    <a:pt x="18" y="1068"/>
                  </a:lnTo>
                  <a:lnTo>
                    <a:pt x="6" y="1074"/>
                  </a:lnTo>
                  <a:lnTo>
                    <a:pt x="0" y="1080"/>
                  </a:lnTo>
                  <a:lnTo>
                    <a:pt x="0" y="1086"/>
                  </a:lnTo>
                  <a:lnTo>
                    <a:pt x="12" y="1092"/>
                  </a:lnTo>
                  <a:lnTo>
                    <a:pt x="18" y="1104"/>
                  </a:lnTo>
                  <a:lnTo>
                    <a:pt x="18" y="1116"/>
                  </a:lnTo>
                  <a:lnTo>
                    <a:pt x="0" y="1116"/>
                  </a:lnTo>
                  <a:lnTo>
                    <a:pt x="0" y="1140"/>
                  </a:lnTo>
                  <a:lnTo>
                    <a:pt x="18" y="1140"/>
                  </a:lnTo>
                  <a:lnTo>
                    <a:pt x="18" y="1152"/>
                  </a:lnTo>
                  <a:lnTo>
                    <a:pt x="12" y="1164"/>
                  </a:lnTo>
                  <a:lnTo>
                    <a:pt x="12" y="1176"/>
                  </a:lnTo>
                  <a:lnTo>
                    <a:pt x="24" y="1188"/>
                  </a:lnTo>
                  <a:lnTo>
                    <a:pt x="36" y="1188"/>
                  </a:lnTo>
                  <a:lnTo>
                    <a:pt x="42" y="1182"/>
                  </a:lnTo>
                  <a:lnTo>
                    <a:pt x="66" y="1182"/>
                  </a:lnTo>
                  <a:lnTo>
                    <a:pt x="78" y="1188"/>
                  </a:lnTo>
                  <a:lnTo>
                    <a:pt x="84" y="1188"/>
                  </a:lnTo>
                  <a:lnTo>
                    <a:pt x="96" y="1194"/>
                  </a:lnTo>
                  <a:lnTo>
                    <a:pt x="102" y="1200"/>
                  </a:lnTo>
                  <a:lnTo>
                    <a:pt x="102" y="1242"/>
                  </a:lnTo>
                  <a:lnTo>
                    <a:pt x="114" y="1266"/>
                  </a:lnTo>
                  <a:lnTo>
                    <a:pt x="120" y="1272"/>
                  </a:lnTo>
                  <a:lnTo>
                    <a:pt x="126" y="1272"/>
                  </a:lnTo>
                  <a:lnTo>
                    <a:pt x="138" y="1284"/>
                  </a:lnTo>
                  <a:lnTo>
                    <a:pt x="132" y="1290"/>
                  </a:lnTo>
                  <a:lnTo>
                    <a:pt x="102" y="1290"/>
                  </a:lnTo>
                  <a:lnTo>
                    <a:pt x="96" y="1296"/>
                  </a:lnTo>
                  <a:lnTo>
                    <a:pt x="96" y="1308"/>
                  </a:lnTo>
                  <a:lnTo>
                    <a:pt x="108" y="1314"/>
                  </a:lnTo>
                  <a:lnTo>
                    <a:pt x="114" y="1320"/>
                  </a:lnTo>
                  <a:lnTo>
                    <a:pt x="162" y="1320"/>
                  </a:lnTo>
                  <a:lnTo>
                    <a:pt x="168" y="1332"/>
                  </a:lnTo>
                  <a:lnTo>
                    <a:pt x="180" y="1332"/>
                  </a:lnTo>
                  <a:lnTo>
                    <a:pt x="192" y="1338"/>
                  </a:lnTo>
                  <a:lnTo>
                    <a:pt x="204" y="1350"/>
                  </a:lnTo>
                  <a:lnTo>
                    <a:pt x="216" y="1374"/>
                  </a:lnTo>
                  <a:lnTo>
                    <a:pt x="216" y="1398"/>
                  </a:lnTo>
                  <a:lnTo>
                    <a:pt x="252" y="1410"/>
                  </a:lnTo>
                  <a:lnTo>
                    <a:pt x="264" y="1404"/>
                  </a:lnTo>
                  <a:lnTo>
                    <a:pt x="264" y="1410"/>
                  </a:lnTo>
                  <a:lnTo>
                    <a:pt x="270" y="1416"/>
                  </a:lnTo>
                  <a:lnTo>
                    <a:pt x="276" y="1428"/>
                  </a:lnTo>
                  <a:lnTo>
                    <a:pt x="288" y="1434"/>
                  </a:lnTo>
                  <a:lnTo>
                    <a:pt x="366" y="1434"/>
                  </a:lnTo>
                  <a:lnTo>
                    <a:pt x="378" y="1428"/>
                  </a:lnTo>
                  <a:lnTo>
                    <a:pt x="384" y="1416"/>
                  </a:lnTo>
                  <a:lnTo>
                    <a:pt x="402" y="1410"/>
                  </a:lnTo>
                  <a:lnTo>
                    <a:pt x="426" y="1398"/>
                  </a:lnTo>
                  <a:lnTo>
                    <a:pt x="438" y="1398"/>
                  </a:lnTo>
                  <a:lnTo>
                    <a:pt x="456" y="1410"/>
                  </a:lnTo>
                  <a:lnTo>
                    <a:pt x="480" y="1434"/>
                  </a:lnTo>
                  <a:lnTo>
                    <a:pt x="522" y="1434"/>
                  </a:lnTo>
                  <a:lnTo>
                    <a:pt x="522" y="1494"/>
                  </a:lnTo>
                  <a:lnTo>
                    <a:pt x="516" y="1500"/>
                  </a:lnTo>
                  <a:lnTo>
                    <a:pt x="498" y="1500"/>
                  </a:lnTo>
                  <a:lnTo>
                    <a:pt x="498" y="1506"/>
                  </a:lnTo>
                  <a:lnTo>
                    <a:pt x="504" y="1512"/>
                  </a:lnTo>
                  <a:lnTo>
                    <a:pt x="504" y="1536"/>
                  </a:lnTo>
                  <a:lnTo>
                    <a:pt x="498" y="1548"/>
                  </a:lnTo>
                  <a:lnTo>
                    <a:pt x="486" y="1554"/>
                  </a:lnTo>
                  <a:lnTo>
                    <a:pt x="456" y="1554"/>
                  </a:lnTo>
                  <a:lnTo>
                    <a:pt x="474" y="1578"/>
                  </a:lnTo>
                  <a:lnTo>
                    <a:pt x="456" y="1584"/>
                  </a:lnTo>
                  <a:lnTo>
                    <a:pt x="456" y="1608"/>
                  </a:lnTo>
                  <a:lnTo>
                    <a:pt x="480" y="1620"/>
                  </a:lnTo>
                  <a:lnTo>
                    <a:pt x="492" y="1620"/>
                  </a:lnTo>
                  <a:lnTo>
                    <a:pt x="498" y="1626"/>
                  </a:lnTo>
                  <a:lnTo>
                    <a:pt x="504" y="1638"/>
                  </a:lnTo>
                  <a:lnTo>
                    <a:pt x="522" y="1656"/>
                  </a:lnTo>
                  <a:lnTo>
                    <a:pt x="522" y="1668"/>
                  </a:lnTo>
                  <a:lnTo>
                    <a:pt x="510" y="1674"/>
                  </a:lnTo>
                  <a:lnTo>
                    <a:pt x="504" y="1680"/>
                  </a:lnTo>
                  <a:lnTo>
                    <a:pt x="498" y="1680"/>
                  </a:lnTo>
                  <a:lnTo>
                    <a:pt x="486" y="1698"/>
                  </a:lnTo>
                  <a:lnTo>
                    <a:pt x="474" y="1686"/>
                  </a:lnTo>
                  <a:lnTo>
                    <a:pt x="474" y="1668"/>
                  </a:lnTo>
                  <a:lnTo>
                    <a:pt x="462" y="1668"/>
                  </a:lnTo>
                  <a:lnTo>
                    <a:pt x="456" y="1674"/>
                  </a:lnTo>
                  <a:lnTo>
                    <a:pt x="450" y="1674"/>
                  </a:lnTo>
                  <a:lnTo>
                    <a:pt x="450" y="1692"/>
                  </a:lnTo>
                  <a:lnTo>
                    <a:pt x="456" y="1698"/>
                  </a:lnTo>
                  <a:lnTo>
                    <a:pt x="462" y="1710"/>
                  </a:lnTo>
                  <a:lnTo>
                    <a:pt x="474" y="1722"/>
                  </a:lnTo>
                  <a:lnTo>
                    <a:pt x="480" y="1722"/>
                  </a:lnTo>
                  <a:lnTo>
                    <a:pt x="480" y="1734"/>
                  </a:lnTo>
                  <a:lnTo>
                    <a:pt x="474" y="1740"/>
                  </a:lnTo>
                  <a:lnTo>
                    <a:pt x="474" y="1758"/>
                  </a:lnTo>
                  <a:lnTo>
                    <a:pt x="480" y="1764"/>
                  </a:lnTo>
                  <a:lnTo>
                    <a:pt x="510" y="1764"/>
                  </a:lnTo>
                  <a:lnTo>
                    <a:pt x="516" y="1776"/>
                  </a:lnTo>
                  <a:lnTo>
                    <a:pt x="528" y="1788"/>
                  </a:lnTo>
                  <a:lnTo>
                    <a:pt x="540" y="1794"/>
                  </a:lnTo>
                  <a:lnTo>
                    <a:pt x="552" y="1794"/>
                  </a:lnTo>
                  <a:lnTo>
                    <a:pt x="558" y="1800"/>
                  </a:lnTo>
                  <a:lnTo>
                    <a:pt x="564" y="1800"/>
                  </a:lnTo>
                  <a:lnTo>
                    <a:pt x="582" y="1818"/>
                  </a:lnTo>
                  <a:lnTo>
                    <a:pt x="600" y="1812"/>
                  </a:lnTo>
                  <a:lnTo>
                    <a:pt x="600" y="1830"/>
                  </a:lnTo>
                  <a:lnTo>
                    <a:pt x="612" y="1836"/>
                  </a:lnTo>
                  <a:lnTo>
                    <a:pt x="624" y="1836"/>
                  </a:lnTo>
                  <a:lnTo>
                    <a:pt x="666" y="1872"/>
                  </a:lnTo>
                  <a:lnTo>
                    <a:pt x="690" y="1854"/>
                  </a:lnTo>
                  <a:lnTo>
                    <a:pt x="696" y="1848"/>
                  </a:lnTo>
                  <a:lnTo>
                    <a:pt x="708" y="1842"/>
                  </a:lnTo>
                  <a:lnTo>
                    <a:pt x="720" y="1842"/>
                  </a:lnTo>
                  <a:lnTo>
                    <a:pt x="732" y="1848"/>
                  </a:lnTo>
                  <a:lnTo>
                    <a:pt x="744" y="1860"/>
                  </a:lnTo>
                  <a:lnTo>
                    <a:pt x="750" y="1872"/>
                  </a:lnTo>
                  <a:lnTo>
                    <a:pt x="762" y="1878"/>
                  </a:lnTo>
                  <a:lnTo>
                    <a:pt x="780" y="1896"/>
                  </a:lnTo>
                  <a:lnTo>
                    <a:pt x="822" y="1902"/>
                  </a:lnTo>
                  <a:lnTo>
                    <a:pt x="828" y="1914"/>
                  </a:lnTo>
                  <a:lnTo>
                    <a:pt x="834" y="1920"/>
                  </a:lnTo>
                  <a:lnTo>
                    <a:pt x="840" y="1932"/>
                  </a:lnTo>
                  <a:lnTo>
                    <a:pt x="846" y="1938"/>
                  </a:lnTo>
                  <a:lnTo>
                    <a:pt x="846" y="1950"/>
                  </a:lnTo>
                  <a:lnTo>
                    <a:pt x="858" y="1950"/>
                  </a:lnTo>
                  <a:lnTo>
                    <a:pt x="858" y="1944"/>
                  </a:lnTo>
                  <a:lnTo>
                    <a:pt x="864" y="1938"/>
                  </a:lnTo>
                  <a:lnTo>
                    <a:pt x="870" y="1926"/>
                  </a:lnTo>
                  <a:lnTo>
                    <a:pt x="882" y="1926"/>
                  </a:lnTo>
                  <a:lnTo>
                    <a:pt x="888" y="1932"/>
                  </a:lnTo>
                  <a:lnTo>
                    <a:pt x="894" y="1944"/>
                  </a:lnTo>
                  <a:lnTo>
                    <a:pt x="894" y="1962"/>
                  </a:lnTo>
                  <a:lnTo>
                    <a:pt x="924" y="1992"/>
                  </a:lnTo>
                  <a:lnTo>
                    <a:pt x="936" y="1998"/>
                  </a:lnTo>
                  <a:lnTo>
                    <a:pt x="942" y="1992"/>
                  </a:lnTo>
                  <a:lnTo>
                    <a:pt x="954" y="1986"/>
                  </a:lnTo>
                  <a:lnTo>
                    <a:pt x="960" y="1986"/>
                  </a:lnTo>
                  <a:lnTo>
                    <a:pt x="966" y="1992"/>
                  </a:lnTo>
                  <a:lnTo>
                    <a:pt x="966" y="1998"/>
                  </a:lnTo>
                  <a:lnTo>
                    <a:pt x="960" y="2004"/>
                  </a:lnTo>
                  <a:lnTo>
                    <a:pt x="960" y="2010"/>
                  </a:lnTo>
                  <a:lnTo>
                    <a:pt x="966" y="2010"/>
                  </a:lnTo>
                  <a:lnTo>
                    <a:pt x="972" y="2016"/>
                  </a:lnTo>
                  <a:lnTo>
                    <a:pt x="990" y="2022"/>
                  </a:lnTo>
                  <a:lnTo>
                    <a:pt x="1002" y="2022"/>
                  </a:lnTo>
                  <a:lnTo>
                    <a:pt x="1008" y="2016"/>
                  </a:lnTo>
                  <a:lnTo>
                    <a:pt x="1014" y="2016"/>
                  </a:lnTo>
                  <a:lnTo>
                    <a:pt x="1014" y="2034"/>
                  </a:lnTo>
                  <a:lnTo>
                    <a:pt x="1020" y="2040"/>
                  </a:lnTo>
                  <a:lnTo>
                    <a:pt x="1032" y="2040"/>
                  </a:lnTo>
                  <a:lnTo>
                    <a:pt x="1044" y="2028"/>
                  </a:lnTo>
                  <a:lnTo>
                    <a:pt x="1044" y="2022"/>
                  </a:lnTo>
                  <a:lnTo>
                    <a:pt x="1044" y="2034"/>
                  </a:lnTo>
                  <a:lnTo>
                    <a:pt x="1050" y="2040"/>
                  </a:lnTo>
                  <a:lnTo>
                    <a:pt x="1068" y="2040"/>
                  </a:lnTo>
                  <a:lnTo>
                    <a:pt x="1074" y="2034"/>
                  </a:lnTo>
                  <a:lnTo>
                    <a:pt x="1074" y="2028"/>
                  </a:lnTo>
                  <a:lnTo>
                    <a:pt x="1086" y="2034"/>
                  </a:lnTo>
                  <a:lnTo>
                    <a:pt x="1092" y="2040"/>
                  </a:lnTo>
                  <a:lnTo>
                    <a:pt x="1110" y="2046"/>
                  </a:lnTo>
                  <a:lnTo>
                    <a:pt x="1134" y="2058"/>
                  </a:lnTo>
                  <a:lnTo>
                    <a:pt x="1158" y="2058"/>
                  </a:lnTo>
                  <a:lnTo>
                    <a:pt x="1176" y="2040"/>
                  </a:lnTo>
                  <a:lnTo>
                    <a:pt x="1194" y="2034"/>
                  </a:lnTo>
                  <a:lnTo>
                    <a:pt x="1206" y="2028"/>
                  </a:lnTo>
                  <a:lnTo>
                    <a:pt x="1212" y="2028"/>
                  </a:lnTo>
                  <a:lnTo>
                    <a:pt x="1224" y="2034"/>
                  </a:lnTo>
                  <a:lnTo>
                    <a:pt x="1230" y="2040"/>
                  </a:lnTo>
                  <a:lnTo>
                    <a:pt x="1230" y="2088"/>
                  </a:lnTo>
                  <a:lnTo>
                    <a:pt x="1236" y="2094"/>
                  </a:lnTo>
                  <a:lnTo>
                    <a:pt x="1242" y="2094"/>
                  </a:lnTo>
                  <a:lnTo>
                    <a:pt x="1242" y="2088"/>
                  </a:lnTo>
                  <a:lnTo>
                    <a:pt x="1248" y="2082"/>
                  </a:lnTo>
                  <a:lnTo>
                    <a:pt x="1254" y="2070"/>
                  </a:lnTo>
                  <a:lnTo>
                    <a:pt x="1266" y="2052"/>
                  </a:lnTo>
                  <a:lnTo>
                    <a:pt x="1272" y="2040"/>
                  </a:lnTo>
                  <a:lnTo>
                    <a:pt x="1284" y="2028"/>
                  </a:lnTo>
                  <a:lnTo>
                    <a:pt x="1290" y="2016"/>
                  </a:lnTo>
                  <a:lnTo>
                    <a:pt x="1302" y="2016"/>
                  </a:lnTo>
                  <a:lnTo>
                    <a:pt x="1314" y="2022"/>
                  </a:lnTo>
                  <a:lnTo>
                    <a:pt x="1338" y="2022"/>
                  </a:lnTo>
                  <a:lnTo>
                    <a:pt x="1338" y="2046"/>
                  </a:lnTo>
                  <a:lnTo>
                    <a:pt x="1344" y="2046"/>
                  </a:lnTo>
                  <a:lnTo>
                    <a:pt x="1350" y="2040"/>
                  </a:lnTo>
                  <a:lnTo>
                    <a:pt x="1362" y="2034"/>
                  </a:lnTo>
                  <a:lnTo>
                    <a:pt x="1374" y="2034"/>
                  </a:lnTo>
                  <a:lnTo>
                    <a:pt x="1386" y="2028"/>
                  </a:lnTo>
                  <a:lnTo>
                    <a:pt x="1398" y="2028"/>
                  </a:lnTo>
                  <a:lnTo>
                    <a:pt x="1410" y="2034"/>
                  </a:lnTo>
                  <a:lnTo>
                    <a:pt x="1422" y="2046"/>
                  </a:lnTo>
                  <a:lnTo>
                    <a:pt x="1428" y="2058"/>
                  </a:lnTo>
                  <a:lnTo>
                    <a:pt x="1428" y="2064"/>
                  </a:lnTo>
                  <a:lnTo>
                    <a:pt x="1482" y="2064"/>
                  </a:lnTo>
                  <a:lnTo>
                    <a:pt x="1494" y="2052"/>
                  </a:lnTo>
                  <a:lnTo>
                    <a:pt x="1494" y="2034"/>
                  </a:lnTo>
                  <a:lnTo>
                    <a:pt x="1488" y="2022"/>
                  </a:lnTo>
                  <a:lnTo>
                    <a:pt x="1518" y="2022"/>
                  </a:lnTo>
                  <a:lnTo>
                    <a:pt x="1524" y="2016"/>
                  </a:lnTo>
                  <a:lnTo>
                    <a:pt x="1524" y="1992"/>
                  </a:lnTo>
                  <a:lnTo>
                    <a:pt x="1518" y="1986"/>
                  </a:lnTo>
                  <a:lnTo>
                    <a:pt x="1518" y="1980"/>
                  </a:lnTo>
                  <a:lnTo>
                    <a:pt x="1554" y="1980"/>
                  </a:lnTo>
                  <a:lnTo>
                    <a:pt x="1578" y="1956"/>
                  </a:lnTo>
                  <a:lnTo>
                    <a:pt x="1590" y="1950"/>
                  </a:lnTo>
                  <a:lnTo>
                    <a:pt x="1602" y="1938"/>
                  </a:lnTo>
                  <a:lnTo>
                    <a:pt x="1620" y="1938"/>
                  </a:lnTo>
                  <a:lnTo>
                    <a:pt x="1632" y="1944"/>
                  </a:lnTo>
                  <a:lnTo>
                    <a:pt x="1650" y="1956"/>
                  </a:lnTo>
                  <a:lnTo>
                    <a:pt x="1668" y="1956"/>
                  </a:lnTo>
                  <a:lnTo>
                    <a:pt x="1668" y="1932"/>
                  </a:lnTo>
                  <a:lnTo>
                    <a:pt x="1680" y="1920"/>
                  </a:lnTo>
                  <a:lnTo>
                    <a:pt x="1716" y="1938"/>
                  </a:lnTo>
                  <a:lnTo>
                    <a:pt x="1722" y="1944"/>
                  </a:lnTo>
                  <a:lnTo>
                    <a:pt x="1710" y="1956"/>
                  </a:lnTo>
                  <a:lnTo>
                    <a:pt x="1704" y="1956"/>
                  </a:lnTo>
                  <a:lnTo>
                    <a:pt x="1710" y="1962"/>
                  </a:lnTo>
                  <a:lnTo>
                    <a:pt x="1740" y="1962"/>
                  </a:lnTo>
                  <a:lnTo>
                    <a:pt x="1758" y="1992"/>
                  </a:lnTo>
                  <a:lnTo>
                    <a:pt x="1752" y="1992"/>
                  </a:lnTo>
                  <a:lnTo>
                    <a:pt x="1740" y="2004"/>
                  </a:lnTo>
                  <a:lnTo>
                    <a:pt x="1740" y="2010"/>
                  </a:lnTo>
                  <a:lnTo>
                    <a:pt x="1806" y="2010"/>
                  </a:lnTo>
                  <a:lnTo>
                    <a:pt x="1812" y="2016"/>
                  </a:lnTo>
                  <a:lnTo>
                    <a:pt x="1818" y="2016"/>
                  </a:lnTo>
                  <a:lnTo>
                    <a:pt x="1824" y="1998"/>
                  </a:lnTo>
                  <a:lnTo>
                    <a:pt x="1830" y="1998"/>
                  </a:lnTo>
                  <a:lnTo>
                    <a:pt x="1836" y="2004"/>
                  </a:lnTo>
                  <a:lnTo>
                    <a:pt x="1842" y="2016"/>
                  </a:lnTo>
                  <a:lnTo>
                    <a:pt x="1854" y="2022"/>
                  </a:lnTo>
                  <a:lnTo>
                    <a:pt x="1872" y="2058"/>
                  </a:lnTo>
                  <a:lnTo>
                    <a:pt x="1878" y="2064"/>
                  </a:lnTo>
                  <a:lnTo>
                    <a:pt x="1878" y="2070"/>
                  </a:lnTo>
                  <a:lnTo>
                    <a:pt x="1914" y="2070"/>
                  </a:lnTo>
                  <a:lnTo>
                    <a:pt x="1920" y="2076"/>
                  </a:lnTo>
                  <a:lnTo>
                    <a:pt x="1920" y="2106"/>
                  </a:lnTo>
                  <a:lnTo>
                    <a:pt x="1932" y="2130"/>
                  </a:lnTo>
                  <a:lnTo>
                    <a:pt x="1944" y="2190"/>
                  </a:lnTo>
                  <a:lnTo>
                    <a:pt x="1932" y="2190"/>
                  </a:lnTo>
                  <a:lnTo>
                    <a:pt x="1926" y="2196"/>
                  </a:lnTo>
                  <a:lnTo>
                    <a:pt x="1914" y="2196"/>
                  </a:lnTo>
                  <a:lnTo>
                    <a:pt x="1932" y="2214"/>
                  </a:lnTo>
                  <a:lnTo>
                    <a:pt x="1932" y="2220"/>
                  </a:lnTo>
                  <a:lnTo>
                    <a:pt x="1926" y="2232"/>
                  </a:lnTo>
                  <a:lnTo>
                    <a:pt x="1920" y="2238"/>
                  </a:lnTo>
                  <a:lnTo>
                    <a:pt x="1908" y="2238"/>
                  </a:lnTo>
                  <a:lnTo>
                    <a:pt x="1902" y="2232"/>
                  </a:lnTo>
                  <a:lnTo>
                    <a:pt x="1902" y="2268"/>
                  </a:lnTo>
                  <a:lnTo>
                    <a:pt x="1896" y="2274"/>
                  </a:lnTo>
                  <a:lnTo>
                    <a:pt x="1884" y="2274"/>
                  </a:lnTo>
                  <a:lnTo>
                    <a:pt x="1890" y="2304"/>
                  </a:lnTo>
                  <a:lnTo>
                    <a:pt x="1878" y="2304"/>
                  </a:lnTo>
                  <a:lnTo>
                    <a:pt x="1878" y="2322"/>
                  </a:lnTo>
                  <a:lnTo>
                    <a:pt x="1896" y="2340"/>
                  </a:lnTo>
                  <a:lnTo>
                    <a:pt x="1902" y="2352"/>
                  </a:lnTo>
                  <a:lnTo>
                    <a:pt x="1890" y="2370"/>
                  </a:lnTo>
                  <a:lnTo>
                    <a:pt x="1902" y="2364"/>
                  </a:lnTo>
                  <a:lnTo>
                    <a:pt x="1908" y="2358"/>
                  </a:lnTo>
                  <a:lnTo>
                    <a:pt x="1920" y="2358"/>
                  </a:lnTo>
                  <a:lnTo>
                    <a:pt x="1926" y="2352"/>
                  </a:lnTo>
                  <a:lnTo>
                    <a:pt x="1986" y="2352"/>
                  </a:lnTo>
                  <a:lnTo>
                    <a:pt x="1956" y="2376"/>
                  </a:lnTo>
                  <a:lnTo>
                    <a:pt x="1980" y="2394"/>
                  </a:lnTo>
                  <a:lnTo>
                    <a:pt x="1992" y="2436"/>
                  </a:lnTo>
                  <a:lnTo>
                    <a:pt x="2022" y="2436"/>
                  </a:lnTo>
                  <a:lnTo>
                    <a:pt x="2034" y="2442"/>
                  </a:lnTo>
                  <a:lnTo>
                    <a:pt x="2040" y="2448"/>
                  </a:lnTo>
                  <a:lnTo>
                    <a:pt x="2040" y="2454"/>
                  </a:lnTo>
                  <a:lnTo>
                    <a:pt x="2034" y="2460"/>
                  </a:lnTo>
                  <a:lnTo>
                    <a:pt x="2022" y="2460"/>
                  </a:lnTo>
                  <a:lnTo>
                    <a:pt x="2016" y="2466"/>
                  </a:lnTo>
                  <a:lnTo>
                    <a:pt x="2028" y="2478"/>
                  </a:lnTo>
                  <a:lnTo>
                    <a:pt x="2028" y="2490"/>
                  </a:lnTo>
                  <a:lnTo>
                    <a:pt x="2022" y="2496"/>
                  </a:lnTo>
                  <a:lnTo>
                    <a:pt x="2022" y="2502"/>
                  </a:lnTo>
                  <a:lnTo>
                    <a:pt x="2016" y="2514"/>
                  </a:lnTo>
                  <a:lnTo>
                    <a:pt x="2070" y="2520"/>
                  </a:lnTo>
                  <a:lnTo>
                    <a:pt x="2082" y="2550"/>
                  </a:lnTo>
                  <a:lnTo>
                    <a:pt x="2094" y="2550"/>
                  </a:lnTo>
                  <a:lnTo>
                    <a:pt x="2094" y="2568"/>
                  </a:lnTo>
                  <a:lnTo>
                    <a:pt x="2136" y="2568"/>
                  </a:lnTo>
                  <a:lnTo>
                    <a:pt x="2136" y="2562"/>
                  </a:lnTo>
                  <a:lnTo>
                    <a:pt x="2154" y="2544"/>
                  </a:lnTo>
                  <a:lnTo>
                    <a:pt x="2166" y="2544"/>
                  </a:lnTo>
                  <a:lnTo>
                    <a:pt x="2172" y="2550"/>
                  </a:lnTo>
                  <a:lnTo>
                    <a:pt x="2172" y="2592"/>
                  </a:lnTo>
                  <a:lnTo>
                    <a:pt x="2214" y="2592"/>
                  </a:lnTo>
                  <a:lnTo>
                    <a:pt x="2214" y="2556"/>
                  </a:lnTo>
                  <a:lnTo>
                    <a:pt x="2190" y="2532"/>
                  </a:lnTo>
                  <a:lnTo>
                    <a:pt x="2190" y="2490"/>
                  </a:lnTo>
                  <a:lnTo>
                    <a:pt x="2196" y="2484"/>
                  </a:lnTo>
                  <a:lnTo>
                    <a:pt x="2232" y="2490"/>
                  </a:lnTo>
                  <a:lnTo>
                    <a:pt x="2232" y="2472"/>
                  </a:lnTo>
                  <a:lnTo>
                    <a:pt x="2238" y="2460"/>
                  </a:lnTo>
                  <a:lnTo>
                    <a:pt x="2250" y="2460"/>
                  </a:lnTo>
                  <a:lnTo>
                    <a:pt x="2274" y="2484"/>
                  </a:lnTo>
                  <a:lnTo>
                    <a:pt x="2286" y="2484"/>
                  </a:lnTo>
                  <a:lnTo>
                    <a:pt x="2292" y="2478"/>
                  </a:lnTo>
                  <a:lnTo>
                    <a:pt x="2298" y="2466"/>
                  </a:lnTo>
                  <a:lnTo>
                    <a:pt x="2304" y="2460"/>
                  </a:lnTo>
                  <a:lnTo>
                    <a:pt x="2322" y="2478"/>
                  </a:lnTo>
                  <a:lnTo>
                    <a:pt x="2322" y="2460"/>
                  </a:lnTo>
                  <a:lnTo>
                    <a:pt x="2328" y="2460"/>
                  </a:lnTo>
                  <a:lnTo>
                    <a:pt x="2340" y="2478"/>
                  </a:lnTo>
                  <a:lnTo>
                    <a:pt x="2346" y="2484"/>
                  </a:lnTo>
                  <a:lnTo>
                    <a:pt x="2364" y="2484"/>
                  </a:lnTo>
                  <a:lnTo>
                    <a:pt x="2364" y="2472"/>
                  </a:lnTo>
                  <a:lnTo>
                    <a:pt x="2352" y="2460"/>
                  </a:lnTo>
                  <a:lnTo>
                    <a:pt x="2370" y="2460"/>
                  </a:lnTo>
                  <a:lnTo>
                    <a:pt x="2376" y="2466"/>
                  </a:lnTo>
                  <a:lnTo>
                    <a:pt x="2382" y="2460"/>
                  </a:lnTo>
                  <a:lnTo>
                    <a:pt x="2400" y="2460"/>
                  </a:lnTo>
                  <a:lnTo>
                    <a:pt x="2400" y="2454"/>
                  </a:lnTo>
                  <a:lnTo>
                    <a:pt x="2406" y="2442"/>
                  </a:lnTo>
                  <a:lnTo>
                    <a:pt x="2406" y="2430"/>
                  </a:lnTo>
                  <a:lnTo>
                    <a:pt x="2412" y="2424"/>
                  </a:lnTo>
                  <a:lnTo>
                    <a:pt x="2424" y="2418"/>
                  </a:lnTo>
                  <a:lnTo>
                    <a:pt x="2430" y="2412"/>
                  </a:lnTo>
                  <a:lnTo>
                    <a:pt x="2436" y="2412"/>
                  </a:lnTo>
                  <a:lnTo>
                    <a:pt x="2466" y="2448"/>
                  </a:lnTo>
                  <a:lnTo>
                    <a:pt x="2496" y="2442"/>
                  </a:lnTo>
                  <a:lnTo>
                    <a:pt x="2508" y="2454"/>
                  </a:lnTo>
                  <a:lnTo>
                    <a:pt x="2538" y="2454"/>
                  </a:lnTo>
                  <a:lnTo>
                    <a:pt x="2544" y="2460"/>
                  </a:lnTo>
                  <a:lnTo>
                    <a:pt x="2544" y="2466"/>
                  </a:lnTo>
                  <a:lnTo>
                    <a:pt x="2526" y="2484"/>
                  </a:lnTo>
                  <a:lnTo>
                    <a:pt x="2532" y="2502"/>
                  </a:lnTo>
                  <a:lnTo>
                    <a:pt x="2544" y="2508"/>
                  </a:lnTo>
                  <a:lnTo>
                    <a:pt x="2544" y="2526"/>
                  </a:lnTo>
                  <a:lnTo>
                    <a:pt x="2562" y="2526"/>
                  </a:lnTo>
                  <a:lnTo>
                    <a:pt x="2568" y="2532"/>
                  </a:lnTo>
                  <a:lnTo>
                    <a:pt x="2574" y="2544"/>
                  </a:lnTo>
                  <a:lnTo>
                    <a:pt x="2586" y="2550"/>
                  </a:lnTo>
                  <a:lnTo>
                    <a:pt x="2616" y="2550"/>
                  </a:lnTo>
                  <a:lnTo>
                    <a:pt x="2622" y="2556"/>
                  </a:lnTo>
                  <a:lnTo>
                    <a:pt x="2628" y="2556"/>
                  </a:lnTo>
                  <a:lnTo>
                    <a:pt x="2676" y="2526"/>
                  </a:lnTo>
                  <a:lnTo>
                    <a:pt x="2694" y="2538"/>
                  </a:lnTo>
                  <a:lnTo>
                    <a:pt x="2718" y="2538"/>
                  </a:lnTo>
                  <a:lnTo>
                    <a:pt x="2736" y="2544"/>
                  </a:lnTo>
                  <a:lnTo>
                    <a:pt x="2748" y="2544"/>
                  </a:lnTo>
                  <a:lnTo>
                    <a:pt x="2760" y="2550"/>
                  </a:lnTo>
                  <a:lnTo>
                    <a:pt x="2766" y="2556"/>
                  </a:lnTo>
                  <a:lnTo>
                    <a:pt x="2772" y="2568"/>
                  </a:lnTo>
                  <a:lnTo>
                    <a:pt x="2766" y="2580"/>
                  </a:lnTo>
                  <a:lnTo>
                    <a:pt x="2766" y="2604"/>
                  </a:lnTo>
                  <a:lnTo>
                    <a:pt x="2760" y="2616"/>
                  </a:lnTo>
                  <a:lnTo>
                    <a:pt x="2766" y="2628"/>
                  </a:lnTo>
                  <a:lnTo>
                    <a:pt x="2772" y="2634"/>
                  </a:lnTo>
                  <a:lnTo>
                    <a:pt x="2784" y="2640"/>
                  </a:lnTo>
                  <a:lnTo>
                    <a:pt x="2790" y="2652"/>
                  </a:lnTo>
                  <a:lnTo>
                    <a:pt x="2802" y="2658"/>
                  </a:lnTo>
                  <a:lnTo>
                    <a:pt x="2808" y="2664"/>
                  </a:lnTo>
                  <a:lnTo>
                    <a:pt x="2826" y="2664"/>
                  </a:lnTo>
                  <a:lnTo>
                    <a:pt x="2832" y="2640"/>
                  </a:lnTo>
                  <a:lnTo>
                    <a:pt x="2832" y="2634"/>
                  </a:lnTo>
                  <a:lnTo>
                    <a:pt x="2826" y="2628"/>
                  </a:lnTo>
                  <a:lnTo>
                    <a:pt x="2826" y="2586"/>
                  </a:lnTo>
                  <a:lnTo>
                    <a:pt x="2832" y="2568"/>
                  </a:lnTo>
                  <a:lnTo>
                    <a:pt x="2844" y="2556"/>
                  </a:lnTo>
                  <a:lnTo>
                    <a:pt x="2856" y="2550"/>
                  </a:lnTo>
                  <a:lnTo>
                    <a:pt x="2886" y="2550"/>
                  </a:lnTo>
                  <a:lnTo>
                    <a:pt x="2898" y="2544"/>
                  </a:lnTo>
                  <a:lnTo>
                    <a:pt x="2910" y="2544"/>
                  </a:lnTo>
                  <a:lnTo>
                    <a:pt x="2922" y="2538"/>
                  </a:lnTo>
                  <a:lnTo>
                    <a:pt x="2940" y="2538"/>
                  </a:lnTo>
                  <a:lnTo>
                    <a:pt x="2964" y="2532"/>
                  </a:lnTo>
                  <a:lnTo>
                    <a:pt x="2982" y="2526"/>
                  </a:lnTo>
                  <a:lnTo>
                    <a:pt x="3000" y="2508"/>
                  </a:lnTo>
                  <a:lnTo>
                    <a:pt x="3000" y="2466"/>
                  </a:lnTo>
                  <a:lnTo>
                    <a:pt x="3006" y="2454"/>
                  </a:lnTo>
                  <a:lnTo>
                    <a:pt x="3012" y="2448"/>
                  </a:lnTo>
                  <a:lnTo>
                    <a:pt x="3024" y="2460"/>
                  </a:lnTo>
                  <a:lnTo>
                    <a:pt x="3036" y="2484"/>
                  </a:lnTo>
                  <a:lnTo>
                    <a:pt x="3042" y="2490"/>
                  </a:lnTo>
                  <a:lnTo>
                    <a:pt x="3048" y="2490"/>
                  </a:lnTo>
                  <a:lnTo>
                    <a:pt x="3054" y="2484"/>
                  </a:lnTo>
                  <a:lnTo>
                    <a:pt x="3066" y="2478"/>
                  </a:lnTo>
                  <a:lnTo>
                    <a:pt x="3072" y="2466"/>
                  </a:lnTo>
                  <a:lnTo>
                    <a:pt x="3090" y="2448"/>
                  </a:lnTo>
                  <a:lnTo>
                    <a:pt x="3096" y="2436"/>
                  </a:lnTo>
                  <a:lnTo>
                    <a:pt x="3114" y="2454"/>
                  </a:lnTo>
                  <a:lnTo>
                    <a:pt x="3144" y="2442"/>
                  </a:lnTo>
                  <a:lnTo>
                    <a:pt x="3150" y="2442"/>
                  </a:lnTo>
                  <a:lnTo>
                    <a:pt x="3156" y="2448"/>
                  </a:lnTo>
                  <a:lnTo>
                    <a:pt x="3186" y="2448"/>
                  </a:lnTo>
                  <a:lnTo>
                    <a:pt x="3234" y="2424"/>
                  </a:lnTo>
                  <a:lnTo>
                    <a:pt x="3288" y="2370"/>
                  </a:lnTo>
                  <a:lnTo>
                    <a:pt x="3294" y="2358"/>
                  </a:lnTo>
                  <a:lnTo>
                    <a:pt x="3300" y="2352"/>
                  </a:lnTo>
                  <a:lnTo>
                    <a:pt x="3294" y="2340"/>
                  </a:lnTo>
                  <a:lnTo>
                    <a:pt x="3294" y="2334"/>
                  </a:lnTo>
                  <a:lnTo>
                    <a:pt x="3288" y="2322"/>
                  </a:lnTo>
                  <a:lnTo>
                    <a:pt x="3282" y="2316"/>
                  </a:lnTo>
                  <a:lnTo>
                    <a:pt x="3300" y="2316"/>
                  </a:lnTo>
                  <a:lnTo>
                    <a:pt x="3312" y="2286"/>
                  </a:lnTo>
                  <a:lnTo>
                    <a:pt x="3336" y="2286"/>
                  </a:lnTo>
                  <a:lnTo>
                    <a:pt x="3348" y="2250"/>
                  </a:lnTo>
                  <a:lnTo>
                    <a:pt x="3360" y="2250"/>
                  </a:lnTo>
                  <a:lnTo>
                    <a:pt x="3360" y="2208"/>
                  </a:lnTo>
                  <a:lnTo>
                    <a:pt x="3372" y="2208"/>
                  </a:lnTo>
                  <a:lnTo>
                    <a:pt x="3384" y="2196"/>
                  </a:lnTo>
                  <a:lnTo>
                    <a:pt x="3384" y="2172"/>
                  </a:lnTo>
                  <a:lnTo>
                    <a:pt x="3378" y="2160"/>
                  </a:lnTo>
                  <a:lnTo>
                    <a:pt x="3372" y="2154"/>
                  </a:lnTo>
                  <a:lnTo>
                    <a:pt x="3372" y="2142"/>
                  </a:lnTo>
                  <a:lnTo>
                    <a:pt x="3378" y="2136"/>
                  </a:lnTo>
                  <a:lnTo>
                    <a:pt x="3384" y="2136"/>
                  </a:lnTo>
                  <a:lnTo>
                    <a:pt x="3390" y="2130"/>
                  </a:lnTo>
                  <a:lnTo>
                    <a:pt x="3402" y="2124"/>
                  </a:lnTo>
                  <a:lnTo>
                    <a:pt x="3408" y="2118"/>
                  </a:lnTo>
                  <a:lnTo>
                    <a:pt x="3408" y="2094"/>
                  </a:lnTo>
                  <a:lnTo>
                    <a:pt x="3390" y="2076"/>
                  </a:lnTo>
                  <a:lnTo>
                    <a:pt x="3390" y="2064"/>
                  </a:lnTo>
                  <a:lnTo>
                    <a:pt x="3402" y="2058"/>
                  </a:lnTo>
                  <a:lnTo>
                    <a:pt x="3408" y="2052"/>
                  </a:lnTo>
                  <a:lnTo>
                    <a:pt x="3408" y="2016"/>
                  </a:lnTo>
                  <a:lnTo>
                    <a:pt x="3414" y="2016"/>
                  </a:lnTo>
                  <a:lnTo>
                    <a:pt x="3420" y="2010"/>
                  </a:lnTo>
                  <a:lnTo>
                    <a:pt x="3456" y="1992"/>
                  </a:lnTo>
                  <a:lnTo>
                    <a:pt x="3462" y="1980"/>
                  </a:lnTo>
                  <a:lnTo>
                    <a:pt x="3462" y="1962"/>
                  </a:lnTo>
                  <a:lnTo>
                    <a:pt x="3456" y="1956"/>
                  </a:lnTo>
                  <a:lnTo>
                    <a:pt x="3444" y="1956"/>
                  </a:lnTo>
                  <a:lnTo>
                    <a:pt x="3450" y="1956"/>
                  </a:lnTo>
                  <a:lnTo>
                    <a:pt x="3456" y="1950"/>
                  </a:lnTo>
                  <a:lnTo>
                    <a:pt x="3468" y="1950"/>
                  </a:lnTo>
                  <a:lnTo>
                    <a:pt x="3480" y="1944"/>
                  </a:lnTo>
                  <a:lnTo>
                    <a:pt x="3492" y="1932"/>
                  </a:lnTo>
                  <a:lnTo>
                    <a:pt x="3474" y="1914"/>
                  </a:lnTo>
                  <a:lnTo>
                    <a:pt x="3468" y="1914"/>
                  </a:lnTo>
                  <a:lnTo>
                    <a:pt x="3486" y="1896"/>
                  </a:lnTo>
                  <a:lnTo>
                    <a:pt x="3498" y="1872"/>
                  </a:lnTo>
                  <a:lnTo>
                    <a:pt x="3504" y="1866"/>
                  </a:lnTo>
                  <a:lnTo>
                    <a:pt x="3504" y="1854"/>
                  </a:lnTo>
                  <a:lnTo>
                    <a:pt x="3498" y="1848"/>
                  </a:lnTo>
                  <a:lnTo>
                    <a:pt x="3474" y="1842"/>
                  </a:lnTo>
                  <a:lnTo>
                    <a:pt x="3438" y="1848"/>
                  </a:lnTo>
                  <a:lnTo>
                    <a:pt x="3396" y="1854"/>
                  </a:lnTo>
                  <a:lnTo>
                    <a:pt x="3366" y="1860"/>
                  </a:lnTo>
                  <a:lnTo>
                    <a:pt x="3354" y="1866"/>
                  </a:lnTo>
                  <a:lnTo>
                    <a:pt x="3336" y="1848"/>
                  </a:lnTo>
                  <a:lnTo>
                    <a:pt x="3378" y="1848"/>
                  </a:lnTo>
                  <a:lnTo>
                    <a:pt x="3378" y="1836"/>
                  </a:lnTo>
                  <a:lnTo>
                    <a:pt x="3384" y="1824"/>
                  </a:lnTo>
                  <a:lnTo>
                    <a:pt x="3390" y="1818"/>
                  </a:lnTo>
                  <a:lnTo>
                    <a:pt x="3402" y="1812"/>
                  </a:lnTo>
                  <a:lnTo>
                    <a:pt x="3432" y="1812"/>
                  </a:lnTo>
                  <a:lnTo>
                    <a:pt x="3426" y="1800"/>
                  </a:lnTo>
                  <a:lnTo>
                    <a:pt x="3420" y="1794"/>
                  </a:lnTo>
                  <a:lnTo>
                    <a:pt x="3414" y="1782"/>
                  </a:lnTo>
                  <a:lnTo>
                    <a:pt x="3414" y="1776"/>
                  </a:lnTo>
                  <a:lnTo>
                    <a:pt x="3408" y="1770"/>
                  </a:lnTo>
                  <a:lnTo>
                    <a:pt x="3390" y="1770"/>
                  </a:lnTo>
                  <a:lnTo>
                    <a:pt x="3378" y="1764"/>
                  </a:lnTo>
                  <a:lnTo>
                    <a:pt x="3366" y="1764"/>
                  </a:lnTo>
                  <a:lnTo>
                    <a:pt x="3354" y="1746"/>
                  </a:lnTo>
                  <a:lnTo>
                    <a:pt x="3342" y="1746"/>
                  </a:lnTo>
                  <a:lnTo>
                    <a:pt x="3336" y="1734"/>
                  </a:lnTo>
                  <a:lnTo>
                    <a:pt x="3324" y="1728"/>
                  </a:lnTo>
                  <a:lnTo>
                    <a:pt x="3294" y="1728"/>
                  </a:lnTo>
                  <a:lnTo>
                    <a:pt x="3288" y="1734"/>
                  </a:lnTo>
                  <a:lnTo>
                    <a:pt x="3282" y="1734"/>
                  </a:lnTo>
                  <a:lnTo>
                    <a:pt x="3246" y="1686"/>
                  </a:lnTo>
                  <a:lnTo>
                    <a:pt x="3252" y="1698"/>
                  </a:lnTo>
                  <a:lnTo>
                    <a:pt x="3264" y="1704"/>
                  </a:lnTo>
                  <a:lnTo>
                    <a:pt x="3270" y="1710"/>
                  </a:lnTo>
                  <a:lnTo>
                    <a:pt x="3282" y="1716"/>
                  </a:lnTo>
                  <a:lnTo>
                    <a:pt x="3294" y="1716"/>
                  </a:lnTo>
                  <a:lnTo>
                    <a:pt x="3300" y="1710"/>
                  </a:lnTo>
                  <a:lnTo>
                    <a:pt x="3306" y="1710"/>
                  </a:lnTo>
                  <a:lnTo>
                    <a:pt x="3336" y="1716"/>
                  </a:lnTo>
                  <a:lnTo>
                    <a:pt x="3348" y="1734"/>
                  </a:lnTo>
                  <a:lnTo>
                    <a:pt x="3366" y="1728"/>
                  </a:lnTo>
                  <a:lnTo>
                    <a:pt x="3408" y="1740"/>
                  </a:lnTo>
                  <a:lnTo>
                    <a:pt x="3390" y="1716"/>
                  </a:lnTo>
                  <a:lnTo>
                    <a:pt x="3372" y="1710"/>
                  </a:lnTo>
                  <a:lnTo>
                    <a:pt x="3372" y="1692"/>
                  </a:lnTo>
                  <a:lnTo>
                    <a:pt x="3360" y="1680"/>
                  </a:lnTo>
                  <a:lnTo>
                    <a:pt x="3348" y="1674"/>
                  </a:lnTo>
                  <a:lnTo>
                    <a:pt x="3330" y="1674"/>
                  </a:lnTo>
                  <a:lnTo>
                    <a:pt x="3318" y="1662"/>
                  </a:lnTo>
                  <a:lnTo>
                    <a:pt x="3318" y="1650"/>
                  </a:lnTo>
                  <a:lnTo>
                    <a:pt x="3312" y="1644"/>
                  </a:lnTo>
                  <a:lnTo>
                    <a:pt x="3312" y="1632"/>
                  </a:lnTo>
                  <a:lnTo>
                    <a:pt x="3234" y="1530"/>
                  </a:lnTo>
                  <a:lnTo>
                    <a:pt x="3198" y="1524"/>
                  </a:lnTo>
                  <a:lnTo>
                    <a:pt x="3162" y="1494"/>
                  </a:lnTo>
                  <a:lnTo>
                    <a:pt x="3144" y="1500"/>
                  </a:lnTo>
                  <a:lnTo>
                    <a:pt x="3138" y="1488"/>
                  </a:lnTo>
                  <a:lnTo>
                    <a:pt x="3132" y="1482"/>
                  </a:lnTo>
                  <a:lnTo>
                    <a:pt x="3132" y="1470"/>
                  </a:lnTo>
                  <a:lnTo>
                    <a:pt x="3126" y="1464"/>
                  </a:lnTo>
                  <a:lnTo>
                    <a:pt x="3138" y="1452"/>
                  </a:lnTo>
                  <a:lnTo>
                    <a:pt x="3150" y="1446"/>
                  </a:lnTo>
                  <a:lnTo>
                    <a:pt x="3156" y="1434"/>
                  </a:lnTo>
                  <a:lnTo>
                    <a:pt x="3162" y="1428"/>
                  </a:lnTo>
                  <a:lnTo>
                    <a:pt x="3168" y="1416"/>
                  </a:lnTo>
                  <a:lnTo>
                    <a:pt x="3168" y="1410"/>
                  </a:lnTo>
                  <a:lnTo>
                    <a:pt x="3162" y="1398"/>
                  </a:lnTo>
                  <a:lnTo>
                    <a:pt x="3162" y="1392"/>
                  </a:lnTo>
                  <a:lnTo>
                    <a:pt x="3156" y="1380"/>
                  </a:lnTo>
                  <a:lnTo>
                    <a:pt x="3168" y="1386"/>
                  </a:lnTo>
                  <a:lnTo>
                    <a:pt x="3174" y="1392"/>
                  </a:lnTo>
                  <a:lnTo>
                    <a:pt x="3186" y="1398"/>
                  </a:lnTo>
                  <a:lnTo>
                    <a:pt x="3198" y="1386"/>
                  </a:lnTo>
                  <a:lnTo>
                    <a:pt x="3198" y="1368"/>
                  </a:lnTo>
                  <a:lnTo>
                    <a:pt x="3192" y="1356"/>
                  </a:lnTo>
                  <a:lnTo>
                    <a:pt x="3192" y="1344"/>
                  </a:lnTo>
                  <a:lnTo>
                    <a:pt x="3216" y="1344"/>
                  </a:lnTo>
                  <a:lnTo>
                    <a:pt x="3252" y="1320"/>
                  </a:lnTo>
                  <a:lnTo>
                    <a:pt x="3264" y="1320"/>
                  </a:lnTo>
                  <a:lnTo>
                    <a:pt x="3270" y="1326"/>
                  </a:lnTo>
                  <a:lnTo>
                    <a:pt x="3294" y="1326"/>
                  </a:lnTo>
                  <a:lnTo>
                    <a:pt x="3294" y="1320"/>
                  </a:lnTo>
                  <a:lnTo>
                    <a:pt x="3288" y="1314"/>
                  </a:lnTo>
                  <a:lnTo>
                    <a:pt x="3288" y="1308"/>
                  </a:lnTo>
                  <a:lnTo>
                    <a:pt x="3282" y="1302"/>
                  </a:lnTo>
                  <a:lnTo>
                    <a:pt x="3288" y="1278"/>
                  </a:lnTo>
                  <a:lnTo>
                    <a:pt x="3258" y="1278"/>
                  </a:lnTo>
                  <a:lnTo>
                    <a:pt x="3246" y="1266"/>
                  </a:lnTo>
                  <a:lnTo>
                    <a:pt x="3240" y="1278"/>
                  </a:lnTo>
                  <a:lnTo>
                    <a:pt x="3204" y="1278"/>
                  </a:lnTo>
                  <a:lnTo>
                    <a:pt x="3198" y="1272"/>
                  </a:lnTo>
                  <a:lnTo>
                    <a:pt x="3192" y="1260"/>
                  </a:lnTo>
                  <a:lnTo>
                    <a:pt x="3180" y="1254"/>
                  </a:lnTo>
                  <a:lnTo>
                    <a:pt x="3174" y="1248"/>
                  </a:lnTo>
                  <a:lnTo>
                    <a:pt x="3150" y="1248"/>
                  </a:lnTo>
                  <a:lnTo>
                    <a:pt x="3144" y="1260"/>
                  </a:lnTo>
                  <a:lnTo>
                    <a:pt x="3132" y="1266"/>
                  </a:lnTo>
                  <a:lnTo>
                    <a:pt x="3114" y="1284"/>
                  </a:lnTo>
                  <a:lnTo>
                    <a:pt x="3114" y="1296"/>
                  </a:lnTo>
                  <a:lnTo>
                    <a:pt x="3108" y="1302"/>
                  </a:lnTo>
                  <a:lnTo>
                    <a:pt x="3108" y="1308"/>
                  </a:lnTo>
                  <a:lnTo>
                    <a:pt x="3078" y="1308"/>
                  </a:lnTo>
                  <a:lnTo>
                    <a:pt x="3054" y="1296"/>
                  </a:lnTo>
                  <a:lnTo>
                    <a:pt x="3048" y="1290"/>
                  </a:lnTo>
                  <a:lnTo>
                    <a:pt x="3042" y="1278"/>
                  </a:lnTo>
                  <a:lnTo>
                    <a:pt x="3030" y="1242"/>
                  </a:lnTo>
                  <a:lnTo>
                    <a:pt x="3024" y="1230"/>
                  </a:lnTo>
                  <a:lnTo>
                    <a:pt x="3018" y="1224"/>
                  </a:lnTo>
                  <a:lnTo>
                    <a:pt x="3006" y="1224"/>
                  </a:lnTo>
                  <a:lnTo>
                    <a:pt x="3000" y="1230"/>
                  </a:lnTo>
                  <a:lnTo>
                    <a:pt x="3000" y="1242"/>
                  </a:lnTo>
                  <a:lnTo>
                    <a:pt x="2988" y="1224"/>
                  </a:lnTo>
                  <a:lnTo>
                    <a:pt x="2952" y="1224"/>
                  </a:lnTo>
                  <a:lnTo>
                    <a:pt x="2940" y="1218"/>
                  </a:lnTo>
                  <a:lnTo>
                    <a:pt x="2934" y="1212"/>
                  </a:lnTo>
                  <a:lnTo>
                    <a:pt x="2928" y="1200"/>
                  </a:lnTo>
                  <a:lnTo>
                    <a:pt x="2916" y="1194"/>
                  </a:lnTo>
                  <a:lnTo>
                    <a:pt x="2910" y="1182"/>
                  </a:lnTo>
                  <a:lnTo>
                    <a:pt x="2910" y="1140"/>
                  </a:lnTo>
                  <a:lnTo>
                    <a:pt x="2928" y="1140"/>
                  </a:lnTo>
                  <a:lnTo>
                    <a:pt x="2940" y="1152"/>
                  </a:lnTo>
                  <a:lnTo>
                    <a:pt x="2946" y="1152"/>
                  </a:lnTo>
                  <a:lnTo>
                    <a:pt x="2952" y="1146"/>
                  </a:lnTo>
                  <a:lnTo>
                    <a:pt x="2952" y="1140"/>
                  </a:lnTo>
                  <a:lnTo>
                    <a:pt x="2958" y="1134"/>
                  </a:lnTo>
                  <a:lnTo>
                    <a:pt x="2964" y="1134"/>
                  </a:lnTo>
                  <a:lnTo>
                    <a:pt x="2970" y="1140"/>
                  </a:lnTo>
                  <a:lnTo>
                    <a:pt x="2982" y="1140"/>
                  </a:lnTo>
                  <a:lnTo>
                    <a:pt x="2994" y="1134"/>
                  </a:lnTo>
                  <a:lnTo>
                    <a:pt x="3000" y="1128"/>
                  </a:lnTo>
                  <a:lnTo>
                    <a:pt x="3000" y="1116"/>
                  </a:lnTo>
                  <a:lnTo>
                    <a:pt x="2994" y="1110"/>
                  </a:lnTo>
                  <a:lnTo>
                    <a:pt x="2994" y="1086"/>
                  </a:lnTo>
                  <a:lnTo>
                    <a:pt x="3000" y="1074"/>
                  </a:lnTo>
                  <a:lnTo>
                    <a:pt x="3000" y="1068"/>
                  </a:lnTo>
                  <a:lnTo>
                    <a:pt x="3036" y="1068"/>
                  </a:lnTo>
                  <a:lnTo>
                    <a:pt x="3042" y="1062"/>
                  </a:lnTo>
                  <a:lnTo>
                    <a:pt x="3048" y="1050"/>
                  </a:lnTo>
                  <a:lnTo>
                    <a:pt x="3048" y="1038"/>
                  </a:lnTo>
                  <a:lnTo>
                    <a:pt x="3054" y="1032"/>
                  </a:lnTo>
                  <a:lnTo>
                    <a:pt x="3054" y="1026"/>
                  </a:lnTo>
                  <a:lnTo>
                    <a:pt x="3072" y="1014"/>
                  </a:lnTo>
                  <a:lnTo>
                    <a:pt x="3060" y="1002"/>
                  </a:lnTo>
                  <a:lnTo>
                    <a:pt x="3096" y="1014"/>
                  </a:lnTo>
                  <a:lnTo>
                    <a:pt x="3114" y="996"/>
                  </a:lnTo>
                  <a:lnTo>
                    <a:pt x="3126" y="1002"/>
                  </a:lnTo>
                  <a:lnTo>
                    <a:pt x="3132" y="1014"/>
                  </a:lnTo>
                  <a:lnTo>
                    <a:pt x="3144" y="1020"/>
                  </a:lnTo>
                  <a:lnTo>
                    <a:pt x="3156" y="1044"/>
                  </a:lnTo>
                  <a:lnTo>
                    <a:pt x="3156" y="1050"/>
                  </a:lnTo>
                  <a:lnTo>
                    <a:pt x="3144" y="1074"/>
                  </a:lnTo>
                  <a:lnTo>
                    <a:pt x="3126" y="1092"/>
                  </a:lnTo>
                  <a:lnTo>
                    <a:pt x="3126" y="1104"/>
                  </a:lnTo>
                  <a:lnTo>
                    <a:pt x="3132" y="1116"/>
                  </a:lnTo>
                  <a:lnTo>
                    <a:pt x="3144" y="1128"/>
                  </a:lnTo>
                  <a:lnTo>
                    <a:pt x="3150" y="1128"/>
                  </a:lnTo>
                  <a:lnTo>
                    <a:pt x="3162" y="1122"/>
                  </a:lnTo>
                  <a:lnTo>
                    <a:pt x="3168" y="1122"/>
                  </a:lnTo>
                  <a:lnTo>
                    <a:pt x="3162" y="1152"/>
                  </a:lnTo>
                  <a:lnTo>
                    <a:pt x="3144" y="1170"/>
                  </a:lnTo>
                  <a:lnTo>
                    <a:pt x="3144" y="1176"/>
                  </a:lnTo>
                  <a:lnTo>
                    <a:pt x="3150" y="1176"/>
                  </a:lnTo>
                  <a:lnTo>
                    <a:pt x="3162" y="1170"/>
                  </a:lnTo>
                  <a:lnTo>
                    <a:pt x="3168" y="1164"/>
                  </a:lnTo>
                  <a:lnTo>
                    <a:pt x="3180" y="1158"/>
                  </a:lnTo>
                  <a:lnTo>
                    <a:pt x="3186" y="1158"/>
                  </a:lnTo>
                  <a:lnTo>
                    <a:pt x="3198" y="1146"/>
                  </a:lnTo>
                  <a:lnTo>
                    <a:pt x="3198" y="1122"/>
                  </a:lnTo>
                  <a:lnTo>
                    <a:pt x="3204" y="1122"/>
                  </a:lnTo>
                  <a:lnTo>
                    <a:pt x="3210" y="1116"/>
                  </a:lnTo>
                  <a:lnTo>
                    <a:pt x="3258" y="1092"/>
                  </a:lnTo>
                  <a:lnTo>
                    <a:pt x="3264" y="1086"/>
                  </a:lnTo>
                  <a:lnTo>
                    <a:pt x="3306" y="1086"/>
                  </a:lnTo>
                  <a:lnTo>
                    <a:pt x="3312" y="1074"/>
                  </a:lnTo>
                  <a:lnTo>
                    <a:pt x="3312" y="1062"/>
                  </a:lnTo>
                  <a:lnTo>
                    <a:pt x="3318" y="1056"/>
                  </a:lnTo>
                  <a:lnTo>
                    <a:pt x="3324" y="1044"/>
                  </a:lnTo>
                  <a:lnTo>
                    <a:pt x="3360" y="1026"/>
                  </a:lnTo>
                  <a:lnTo>
                    <a:pt x="3372" y="1014"/>
                  </a:lnTo>
                  <a:lnTo>
                    <a:pt x="3390" y="978"/>
                  </a:lnTo>
                  <a:lnTo>
                    <a:pt x="3390" y="948"/>
                  </a:lnTo>
                  <a:lnTo>
                    <a:pt x="3396" y="942"/>
                  </a:lnTo>
                  <a:lnTo>
                    <a:pt x="3396" y="936"/>
                  </a:lnTo>
                  <a:lnTo>
                    <a:pt x="3408" y="936"/>
                  </a:lnTo>
                  <a:lnTo>
                    <a:pt x="3420" y="942"/>
                  </a:lnTo>
                  <a:lnTo>
                    <a:pt x="3432" y="954"/>
                  </a:lnTo>
                  <a:lnTo>
                    <a:pt x="3444" y="954"/>
                  </a:lnTo>
                  <a:lnTo>
                    <a:pt x="3456" y="960"/>
                  </a:lnTo>
                  <a:lnTo>
                    <a:pt x="3504" y="960"/>
                  </a:lnTo>
                  <a:lnTo>
                    <a:pt x="3504" y="948"/>
                  </a:lnTo>
                  <a:lnTo>
                    <a:pt x="3498" y="948"/>
                  </a:lnTo>
                  <a:lnTo>
                    <a:pt x="3474" y="924"/>
                  </a:lnTo>
                  <a:lnTo>
                    <a:pt x="3474" y="912"/>
                  </a:lnTo>
                  <a:lnTo>
                    <a:pt x="3480" y="906"/>
                  </a:lnTo>
                  <a:lnTo>
                    <a:pt x="3486" y="912"/>
                  </a:lnTo>
                  <a:lnTo>
                    <a:pt x="3510" y="912"/>
                  </a:lnTo>
                  <a:lnTo>
                    <a:pt x="3522" y="918"/>
                  </a:lnTo>
                  <a:lnTo>
                    <a:pt x="3534" y="912"/>
                  </a:lnTo>
                  <a:lnTo>
                    <a:pt x="3540" y="900"/>
                  </a:lnTo>
                  <a:lnTo>
                    <a:pt x="3540" y="894"/>
                  </a:lnTo>
                  <a:lnTo>
                    <a:pt x="3534" y="882"/>
                  </a:lnTo>
                  <a:lnTo>
                    <a:pt x="3558" y="882"/>
                  </a:lnTo>
                  <a:lnTo>
                    <a:pt x="3558" y="864"/>
                  </a:lnTo>
                  <a:lnTo>
                    <a:pt x="3552" y="852"/>
                  </a:lnTo>
                  <a:lnTo>
                    <a:pt x="3546" y="846"/>
                  </a:lnTo>
                  <a:lnTo>
                    <a:pt x="3546" y="840"/>
                  </a:lnTo>
                  <a:lnTo>
                    <a:pt x="3576" y="840"/>
                  </a:lnTo>
                  <a:lnTo>
                    <a:pt x="3594" y="864"/>
                  </a:lnTo>
                  <a:lnTo>
                    <a:pt x="3600" y="840"/>
                  </a:lnTo>
                  <a:lnTo>
                    <a:pt x="3630" y="846"/>
                  </a:lnTo>
                  <a:lnTo>
                    <a:pt x="3624" y="810"/>
                  </a:lnTo>
                  <a:lnTo>
                    <a:pt x="3618" y="798"/>
                  </a:lnTo>
                  <a:lnTo>
                    <a:pt x="3606" y="786"/>
                  </a:lnTo>
                  <a:lnTo>
                    <a:pt x="3606" y="774"/>
                  </a:lnTo>
                  <a:lnTo>
                    <a:pt x="3600" y="756"/>
                  </a:lnTo>
                  <a:lnTo>
                    <a:pt x="3588" y="744"/>
                  </a:lnTo>
                  <a:lnTo>
                    <a:pt x="3576" y="726"/>
                  </a:lnTo>
                  <a:lnTo>
                    <a:pt x="3564" y="720"/>
                  </a:lnTo>
                  <a:lnTo>
                    <a:pt x="3552" y="708"/>
                  </a:lnTo>
                  <a:lnTo>
                    <a:pt x="3546" y="708"/>
                  </a:lnTo>
                  <a:lnTo>
                    <a:pt x="3540" y="696"/>
                  </a:lnTo>
                  <a:lnTo>
                    <a:pt x="3540" y="684"/>
                  </a:lnTo>
                  <a:lnTo>
                    <a:pt x="3564" y="684"/>
                  </a:lnTo>
                  <a:lnTo>
                    <a:pt x="3564" y="672"/>
                  </a:lnTo>
                  <a:lnTo>
                    <a:pt x="3558" y="666"/>
                  </a:lnTo>
                  <a:lnTo>
                    <a:pt x="3564" y="660"/>
                  </a:lnTo>
                  <a:lnTo>
                    <a:pt x="3588" y="660"/>
                  </a:lnTo>
                  <a:lnTo>
                    <a:pt x="3600" y="666"/>
                  </a:lnTo>
                  <a:lnTo>
                    <a:pt x="3618" y="672"/>
                  </a:lnTo>
                  <a:lnTo>
                    <a:pt x="3630" y="672"/>
                  </a:lnTo>
                  <a:lnTo>
                    <a:pt x="3642" y="678"/>
                  </a:lnTo>
                  <a:lnTo>
                    <a:pt x="3648" y="678"/>
                  </a:lnTo>
                  <a:lnTo>
                    <a:pt x="3654" y="672"/>
                  </a:lnTo>
                  <a:lnTo>
                    <a:pt x="3654" y="660"/>
                  </a:lnTo>
                  <a:lnTo>
                    <a:pt x="3648" y="648"/>
                  </a:lnTo>
                  <a:lnTo>
                    <a:pt x="3648" y="630"/>
                  </a:lnTo>
                  <a:lnTo>
                    <a:pt x="3654" y="630"/>
                  </a:lnTo>
                  <a:lnTo>
                    <a:pt x="3660" y="624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4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37" name="Chile" descr="© INSCALE GmbH, 05.05.2010&#10;http://www.presentationload.com/">
              <a:extLst>
                <a:ext uri="{FF2B5EF4-FFF2-40B4-BE49-F238E27FC236}">
                  <a16:creationId xmlns:a16="http://schemas.microsoft.com/office/drawing/2014/main" id="{39D609B6-EB29-4BCD-8278-FA2D346FAF7D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2103540" y="3468256"/>
              <a:ext cx="382556" cy="995441"/>
            </a:xfrm>
            <a:custGeom>
              <a:avLst/>
              <a:gdLst>
                <a:gd name="T0" fmla="*/ 2147483647 w 1158"/>
                <a:gd name="T1" fmla="*/ 2147483647 h 3030"/>
                <a:gd name="T2" fmla="*/ 2147483647 w 1158"/>
                <a:gd name="T3" fmla="*/ 2147483647 h 3030"/>
                <a:gd name="T4" fmla="*/ 2147483647 w 1158"/>
                <a:gd name="T5" fmla="*/ 2147483647 h 3030"/>
                <a:gd name="T6" fmla="*/ 2147483647 w 1158"/>
                <a:gd name="T7" fmla="*/ 2147483647 h 3030"/>
                <a:gd name="T8" fmla="*/ 2147483647 w 1158"/>
                <a:gd name="T9" fmla="*/ 2147483647 h 3030"/>
                <a:gd name="T10" fmla="*/ 2147483647 w 1158"/>
                <a:gd name="T11" fmla="*/ 2147483647 h 3030"/>
                <a:gd name="T12" fmla="*/ 2147483647 w 1158"/>
                <a:gd name="T13" fmla="*/ 2147483647 h 3030"/>
                <a:gd name="T14" fmla="*/ 2147483647 w 1158"/>
                <a:gd name="T15" fmla="*/ 2147483647 h 3030"/>
                <a:gd name="T16" fmla="*/ 2147483647 w 1158"/>
                <a:gd name="T17" fmla="*/ 2147483647 h 3030"/>
                <a:gd name="T18" fmla="*/ 2147483647 w 1158"/>
                <a:gd name="T19" fmla="*/ 2147483647 h 3030"/>
                <a:gd name="T20" fmla="*/ 2147483647 w 1158"/>
                <a:gd name="T21" fmla="*/ 2147483647 h 3030"/>
                <a:gd name="T22" fmla="*/ 2147483647 w 1158"/>
                <a:gd name="T23" fmla="*/ 2147483647 h 3030"/>
                <a:gd name="T24" fmla="*/ 2147483647 w 1158"/>
                <a:gd name="T25" fmla="*/ 2147483647 h 3030"/>
                <a:gd name="T26" fmla="*/ 2147483647 w 1158"/>
                <a:gd name="T27" fmla="*/ 2147483647 h 3030"/>
                <a:gd name="T28" fmla="*/ 2147483647 w 1158"/>
                <a:gd name="T29" fmla="*/ 2147483647 h 3030"/>
                <a:gd name="T30" fmla="*/ 2147483647 w 1158"/>
                <a:gd name="T31" fmla="*/ 2147483647 h 3030"/>
                <a:gd name="T32" fmla="*/ 2147483647 w 1158"/>
                <a:gd name="T33" fmla="*/ 2147483647 h 3030"/>
                <a:gd name="T34" fmla="*/ 2147483647 w 1158"/>
                <a:gd name="T35" fmla="*/ 2147483647 h 3030"/>
                <a:gd name="T36" fmla="*/ 2147483647 w 1158"/>
                <a:gd name="T37" fmla="*/ 2147483647 h 3030"/>
                <a:gd name="T38" fmla="*/ 2147483647 w 1158"/>
                <a:gd name="T39" fmla="*/ 2147483647 h 3030"/>
                <a:gd name="T40" fmla="*/ 2147483647 w 1158"/>
                <a:gd name="T41" fmla="*/ 2147483647 h 3030"/>
                <a:gd name="T42" fmla="*/ 2147483647 w 1158"/>
                <a:gd name="T43" fmla="*/ 2147483647 h 3030"/>
                <a:gd name="T44" fmla="*/ 2147483647 w 1158"/>
                <a:gd name="T45" fmla="*/ 2147483647 h 3030"/>
                <a:gd name="T46" fmla="*/ 2147483647 w 1158"/>
                <a:gd name="T47" fmla="*/ 2147483647 h 3030"/>
                <a:gd name="T48" fmla="*/ 2147483647 w 1158"/>
                <a:gd name="T49" fmla="*/ 2147483647 h 3030"/>
                <a:gd name="T50" fmla="*/ 2147483647 w 1158"/>
                <a:gd name="T51" fmla="*/ 2147483647 h 3030"/>
                <a:gd name="T52" fmla="*/ 2147483647 w 1158"/>
                <a:gd name="T53" fmla="*/ 2147483647 h 3030"/>
                <a:gd name="T54" fmla="*/ 2147483647 w 1158"/>
                <a:gd name="T55" fmla="*/ 2147483647 h 3030"/>
                <a:gd name="T56" fmla="*/ 2147483647 w 1158"/>
                <a:gd name="T57" fmla="*/ 2147483647 h 3030"/>
                <a:gd name="T58" fmla="*/ 2147483647 w 1158"/>
                <a:gd name="T59" fmla="*/ 2147483647 h 3030"/>
                <a:gd name="T60" fmla="*/ 2147483647 w 1158"/>
                <a:gd name="T61" fmla="*/ 2147483647 h 3030"/>
                <a:gd name="T62" fmla="*/ 2147483647 w 1158"/>
                <a:gd name="T63" fmla="*/ 2147483647 h 3030"/>
                <a:gd name="T64" fmla="*/ 2147483647 w 1158"/>
                <a:gd name="T65" fmla="*/ 2147483647 h 3030"/>
                <a:gd name="T66" fmla="*/ 2147483647 w 1158"/>
                <a:gd name="T67" fmla="*/ 2147483647 h 3030"/>
                <a:gd name="T68" fmla="*/ 2147483647 w 1158"/>
                <a:gd name="T69" fmla="*/ 2147483647 h 3030"/>
                <a:gd name="T70" fmla="*/ 2147483647 w 1158"/>
                <a:gd name="T71" fmla="*/ 2147483647 h 3030"/>
                <a:gd name="T72" fmla="*/ 2147483647 w 1158"/>
                <a:gd name="T73" fmla="*/ 2147483647 h 3030"/>
                <a:gd name="T74" fmla="*/ 2147483647 w 1158"/>
                <a:gd name="T75" fmla="*/ 2147483647 h 3030"/>
                <a:gd name="T76" fmla="*/ 2147483647 w 1158"/>
                <a:gd name="T77" fmla="*/ 2147483647 h 3030"/>
                <a:gd name="T78" fmla="*/ 0 w 1158"/>
                <a:gd name="T79" fmla="*/ 2147483647 h 3030"/>
                <a:gd name="T80" fmla="*/ 2147483647 w 1158"/>
                <a:gd name="T81" fmla="*/ 2147483647 h 3030"/>
                <a:gd name="T82" fmla="*/ 2147483647 w 1158"/>
                <a:gd name="T83" fmla="*/ 2147483647 h 3030"/>
                <a:gd name="T84" fmla="*/ 2147483647 w 1158"/>
                <a:gd name="T85" fmla="*/ 2147483647 h 3030"/>
                <a:gd name="T86" fmla="*/ 2147483647 w 1158"/>
                <a:gd name="T87" fmla="*/ 2147483647 h 3030"/>
                <a:gd name="T88" fmla="*/ 2147483647 w 1158"/>
                <a:gd name="T89" fmla="*/ 2147483647 h 3030"/>
                <a:gd name="T90" fmla="*/ 2147483647 w 1158"/>
                <a:gd name="T91" fmla="*/ 2147483647 h 3030"/>
                <a:gd name="T92" fmla="*/ 2147483647 w 1158"/>
                <a:gd name="T93" fmla="*/ 2147483647 h 3030"/>
                <a:gd name="T94" fmla="*/ 2147483647 w 1158"/>
                <a:gd name="T95" fmla="*/ 2147483647 h 3030"/>
                <a:gd name="T96" fmla="*/ 2147483647 w 1158"/>
                <a:gd name="T97" fmla="*/ 2147483647 h 3030"/>
                <a:gd name="T98" fmla="*/ 2147483647 w 1158"/>
                <a:gd name="T99" fmla="*/ 2147483647 h 3030"/>
                <a:gd name="T100" fmla="*/ 2147483647 w 1158"/>
                <a:gd name="T101" fmla="*/ 2147483647 h 3030"/>
                <a:gd name="T102" fmla="*/ 2147483647 w 1158"/>
                <a:gd name="T103" fmla="*/ 2147483647 h 3030"/>
                <a:gd name="T104" fmla="*/ 2147483647 w 1158"/>
                <a:gd name="T105" fmla="*/ 2147483647 h 3030"/>
                <a:gd name="T106" fmla="*/ 2147483647 w 1158"/>
                <a:gd name="T107" fmla="*/ 2147483647 h 3030"/>
                <a:gd name="T108" fmla="*/ 2147483647 w 1158"/>
                <a:gd name="T109" fmla="*/ 2147483647 h 3030"/>
                <a:gd name="T110" fmla="*/ 2147483647 w 1158"/>
                <a:gd name="T111" fmla="*/ 2147483647 h 3030"/>
                <a:gd name="T112" fmla="*/ 2147483647 w 1158"/>
                <a:gd name="T113" fmla="*/ 2147483647 h 3030"/>
                <a:gd name="T114" fmla="*/ 2147483647 w 1158"/>
                <a:gd name="T115" fmla="*/ 2147483647 h 3030"/>
                <a:gd name="T116" fmla="*/ 2147483647 w 1158"/>
                <a:gd name="T117" fmla="*/ 2147483647 h 3030"/>
                <a:gd name="T118" fmla="*/ 2147483647 w 1158"/>
                <a:gd name="T119" fmla="*/ 2147483647 h 3030"/>
                <a:gd name="T120" fmla="*/ 2147483647 w 1158"/>
                <a:gd name="T121" fmla="*/ 2147483647 h 3030"/>
                <a:gd name="T122" fmla="*/ 2147483647 w 1158"/>
                <a:gd name="T123" fmla="*/ 2147483647 h 303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58"/>
                <a:gd name="T187" fmla="*/ 0 h 3030"/>
                <a:gd name="T188" fmla="*/ 1158 w 1158"/>
                <a:gd name="T189" fmla="*/ 3030 h 303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58" h="3030">
                  <a:moveTo>
                    <a:pt x="1014" y="2910"/>
                  </a:moveTo>
                  <a:lnTo>
                    <a:pt x="984" y="2898"/>
                  </a:lnTo>
                  <a:lnTo>
                    <a:pt x="966" y="2880"/>
                  </a:lnTo>
                  <a:lnTo>
                    <a:pt x="948" y="2874"/>
                  </a:lnTo>
                  <a:lnTo>
                    <a:pt x="942" y="2862"/>
                  </a:lnTo>
                  <a:lnTo>
                    <a:pt x="936" y="2856"/>
                  </a:lnTo>
                  <a:lnTo>
                    <a:pt x="936" y="2850"/>
                  </a:lnTo>
                  <a:lnTo>
                    <a:pt x="906" y="2850"/>
                  </a:lnTo>
                  <a:lnTo>
                    <a:pt x="912" y="2832"/>
                  </a:lnTo>
                  <a:lnTo>
                    <a:pt x="870" y="2796"/>
                  </a:lnTo>
                  <a:lnTo>
                    <a:pt x="840" y="2802"/>
                  </a:lnTo>
                  <a:lnTo>
                    <a:pt x="828" y="2796"/>
                  </a:lnTo>
                  <a:lnTo>
                    <a:pt x="816" y="2808"/>
                  </a:lnTo>
                  <a:lnTo>
                    <a:pt x="792" y="2814"/>
                  </a:lnTo>
                  <a:lnTo>
                    <a:pt x="798" y="2832"/>
                  </a:lnTo>
                  <a:lnTo>
                    <a:pt x="780" y="2832"/>
                  </a:lnTo>
                  <a:lnTo>
                    <a:pt x="780" y="2862"/>
                  </a:lnTo>
                  <a:lnTo>
                    <a:pt x="786" y="2868"/>
                  </a:lnTo>
                  <a:lnTo>
                    <a:pt x="798" y="2868"/>
                  </a:lnTo>
                  <a:lnTo>
                    <a:pt x="810" y="2862"/>
                  </a:lnTo>
                  <a:lnTo>
                    <a:pt x="816" y="2856"/>
                  </a:lnTo>
                  <a:lnTo>
                    <a:pt x="828" y="2850"/>
                  </a:lnTo>
                  <a:lnTo>
                    <a:pt x="834" y="2844"/>
                  </a:lnTo>
                  <a:lnTo>
                    <a:pt x="858" y="2856"/>
                  </a:lnTo>
                  <a:lnTo>
                    <a:pt x="858" y="2874"/>
                  </a:lnTo>
                  <a:lnTo>
                    <a:pt x="846" y="2880"/>
                  </a:lnTo>
                  <a:lnTo>
                    <a:pt x="828" y="2898"/>
                  </a:lnTo>
                  <a:lnTo>
                    <a:pt x="822" y="2898"/>
                  </a:lnTo>
                  <a:lnTo>
                    <a:pt x="828" y="2904"/>
                  </a:lnTo>
                  <a:lnTo>
                    <a:pt x="882" y="2922"/>
                  </a:lnTo>
                  <a:lnTo>
                    <a:pt x="912" y="2928"/>
                  </a:lnTo>
                  <a:lnTo>
                    <a:pt x="924" y="2934"/>
                  </a:lnTo>
                  <a:lnTo>
                    <a:pt x="906" y="2958"/>
                  </a:lnTo>
                  <a:lnTo>
                    <a:pt x="906" y="2952"/>
                  </a:lnTo>
                  <a:lnTo>
                    <a:pt x="894" y="2940"/>
                  </a:lnTo>
                  <a:lnTo>
                    <a:pt x="876" y="2940"/>
                  </a:lnTo>
                  <a:lnTo>
                    <a:pt x="870" y="2946"/>
                  </a:lnTo>
                  <a:lnTo>
                    <a:pt x="870" y="2952"/>
                  </a:lnTo>
                  <a:lnTo>
                    <a:pt x="852" y="2928"/>
                  </a:lnTo>
                  <a:lnTo>
                    <a:pt x="834" y="2934"/>
                  </a:lnTo>
                  <a:lnTo>
                    <a:pt x="846" y="2946"/>
                  </a:lnTo>
                  <a:lnTo>
                    <a:pt x="816" y="2940"/>
                  </a:lnTo>
                  <a:lnTo>
                    <a:pt x="822" y="2946"/>
                  </a:lnTo>
                  <a:lnTo>
                    <a:pt x="828" y="2958"/>
                  </a:lnTo>
                  <a:lnTo>
                    <a:pt x="834" y="2964"/>
                  </a:lnTo>
                  <a:lnTo>
                    <a:pt x="894" y="2964"/>
                  </a:lnTo>
                  <a:lnTo>
                    <a:pt x="906" y="2970"/>
                  </a:lnTo>
                  <a:lnTo>
                    <a:pt x="1050" y="2970"/>
                  </a:lnTo>
                  <a:lnTo>
                    <a:pt x="1074" y="2982"/>
                  </a:lnTo>
                  <a:lnTo>
                    <a:pt x="1080" y="2988"/>
                  </a:lnTo>
                  <a:lnTo>
                    <a:pt x="1086" y="2988"/>
                  </a:lnTo>
                  <a:lnTo>
                    <a:pt x="1122" y="2970"/>
                  </a:lnTo>
                  <a:lnTo>
                    <a:pt x="1140" y="2976"/>
                  </a:lnTo>
                  <a:lnTo>
                    <a:pt x="1152" y="2976"/>
                  </a:lnTo>
                  <a:lnTo>
                    <a:pt x="1158" y="2952"/>
                  </a:lnTo>
                  <a:lnTo>
                    <a:pt x="1140" y="2952"/>
                  </a:lnTo>
                  <a:lnTo>
                    <a:pt x="1086" y="2940"/>
                  </a:lnTo>
                  <a:lnTo>
                    <a:pt x="1014" y="2910"/>
                  </a:lnTo>
                  <a:close/>
                  <a:moveTo>
                    <a:pt x="990" y="2988"/>
                  </a:moveTo>
                  <a:lnTo>
                    <a:pt x="1014" y="3000"/>
                  </a:lnTo>
                  <a:lnTo>
                    <a:pt x="1068" y="3006"/>
                  </a:lnTo>
                  <a:lnTo>
                    <a:pt x="1038" y="2982"/>
                  </a:lnTo>
                  <a:lnTo>
                    <a:pt x="990" y="2988"/>
                  </a:lnTo>
                  <a:close/>
                  <a:moveTo>
                    <a:pt x="960" y="2994"/>
                  </a:moveTo>
                  <a:lnTo>
                    <a:pt x="966" y="2982"/>
                  </a:lnTo>
                  <a:lnTo>
                    <a:pt x="888" y="2982"/>
                  </a:lnTo>
                  <a:lnTo>
                    <a:pt x="906" y="3012"/>
                  </a:lnTo>
                  <a:lnTo>
                    <a:pt x="936" y="3018"/>
                  </a:lnTo>
                  <a:lnTo>
                    <a:pt x="930" y="3006"/>
                  </a:lnTo>
                  <a:lnTo>
                    <a:pt x="936" y="3000"/>
                  </a:lnTo>
                  <a:lnTo>
                    <a:pt x="948" y="3012"/>
                  </a:lnTo>
                  <a:lnTo>
                    <a:pt x="996" y="3012"/>
                  </a:lnTo>
                  <a:lnTo>
                    <a:pt x="1008" y="3030"/>
                  </a:lnTo>
                  <a:lnTo>
                    <a:pt x="1026" y="3030"/>
                  </a:lnTo>
                  <a:lnTo>
                    <a:pt x="996" y="3000"/>
                  </a:lnTo>
                  <a:lnTo>
                    <a:pt x="960" y="2994"/>
                  </a:lnTo>
                  <a:close/>
                  <a:moveTo>
                    <a:pt x="804" y="2946"/>
                  </a:moveTo>
                  <a:lnTo>
                    <a:pt x="744" y="2940"/>
                  </a:lnTo>
                  <a:lnTo>
                    <a:pt x="750" y="2958"/>
                  </a:lnTo>
                  <a:lnTo>
                    <a:pt x="792" y="2958"/>
                  </a:lnTo>
                  <a:lnTo>
                    <a:pt x="804" y="2976"/>
                  </a:lnTo>
                  <a:lnTo>
                    <a:pt x="864" y="3000"/>
                  </a:lnTo>
                  <a:lnTo>
                    <a:pt x="828" y="2970"/>
                  </a:lnTo>
                  <a:lnTo>
                    <a:pt x="804" y="2946"/>
                  </a:lnTo>
                  <a:close/>
                  <a:moveTo>
                    <a:pt x="804" y="2880"/>
                  </a:moveTo>
                  <a:lnTo>
                    <a:pt x="786" y="2898"/>
                  </a:lnTo>
                  <a:lnTo>
                    <a:pt x="792" y="2928"/>
                  </a:lnTo>
                  <a:lnTo>
                    <a:pt x="816" y="2922"/>
                  </a:lnTo>
                  <a:lnTo>
                    <a:pt x="804" y="2880"/>
                  </a:lnTo>
                  <a:close/>
                  <a:moveTo>
                    <a:pt x="774" y="2928"/>
                  </a:moveTo>
                  <a:lnTo>
                    <a:pt x="768" y="2910"/>
                  </a:lnTo>
                  <a:lnTo>
                    <a:pt x="720" y="2898"/>
                  </a:lnTo>
                  <a:lnTo>
                    <a:pt x="708" y="2916"/>
                  </a:lnTo>
                  <a:lnTo>
                    <a:pt x="708" y="2934"/>
                  </a:lnTo>
                  <a:lnTo>
                    <a:pt x="744" y="2922"/>
                  </a:lnTo>
                  <a:lnTo>
                    <a:pt x="774" y="2928"/>
                  </a:lnTo>
                  <a:close/>
                  <a:moveTo>
                    <a:pt x="612" y="2772"/>
                  </a:moveTo>
                  <a:lnTo>
                    <a:pt x="606" y="2766"/>
                  </a:lnTo>
                  <a:lnTo>
                    <a:pt x="594" y="2766"/>
                  </a:lnTo>
                  <a:lnTo>
                    <a:pt x="588" y="2760"/>
                  </a:lnTo>
                  <a:lnTo>
                    <a:pt x="570" y="2760"/>
                  </a:lnTo>
                  <a:lnTo>
                    <a:pt x="570" y="2766"/>
                  </a:lnTo>
                  <a:lnTo>
                    <a:pt x="564" y="2778"/>
                  </a:lnTo>
                  <a:lnTo>
                    <a:pt x="564" y="2808"/>
                  </a:lnTo>
                  <a:lnTo>
                    <a:pt x="570" y="2808"/>
                  </a:lnTo>
                  <a:lnTo>
                    <a:pt x="576" y="2802"/>
                  </a:lnTo>
                  <a:lnTo>
                    <a:pt x="588" y="2802"/>
                  </a:lnTo>
                  <a:lnTo>
                    <a:pt x="594" y="2796"/>
                  </a:lnTo>
                  <a:lnTo>
                    <a:pt x="600" y="2820"/>
                  </a:lnTo>
                  <a:lnTo>
                    <a:pt x="630" y="2808"/>
                  </a:lnTo>
                  <a:lnTo>
                    <a:pt x="612" y="2790"/>
                  </a:lnTo>
                  <a:lnTo>
                    <a:pt x="618" y="2772"/>
                  </a:lnTo>
                  <a:lnTo>
                    <a:pt x="612" y="2772"/>
                  </a:lnTo>
                  <a:close/>
                  <a:moveTo>
                    <a:pt x="552" y="2826"/>
                  </a:moveTo>
                  <a:lnTo>
                    <a:pt x="516" y="2808"/>
                  </a:lnTo>
                  <a:lnTo>
                    <a:pt x="546" y="2832"/>
                  </a:lnTo>
                  <a:lnTo>
                    <a:pt x="588" y="2844"/>
                  </a:lnTo>
                  <a:lnTo>
                    <a:pt x="606" y="2850"/>
                  </a:lnTo>
                  <a:lnTo>
                    <a:pt x="588" y="2832"/>
                  </a:lnTo>
                  <a:lnTo>
                    <a:pt x="552" y="2826"/>
                  </a:lnTo>
                  <a:close/>
                  <a:moveTo>
                    <a:pt x="552" y="2748"/>
                  </a:moveTo>
                  <a:lnTo>
                    <a:pt x="534" y="2730"/>
                  </a:lnTo>
                  <a:lnTo>
                    <a:pt x="528" y="2766"/>
                  </a:lnTo>
                  <a:lnTo>
                    <a:pt x="504" y="2772"/>
                  </a:lnTo>
                  <a:lnTo>
                    <a:pt x="546" y="2784"/>
                  </a:lnTo>
                  <a:lnTo>
                    <a:pt x="552" y="2748"/>
                  </a:lnTo>
                  <a:close/>
                  <a:moveTo>
                    <a:pt x="444" y="2736"/>
                  </a:moveTo>
                  <a:lnTo>
                    <a:pt x="480" y="2772"/>
                  </a:lnTo>
                  <a:lnTo>
                    <a:pt x="492" y="2760"/>
                  </a:lnTo>
                  <a:lnTo>
                    <a:pt x="462" y="2724"/>
                  </a:lnTo>
                  <a:lnTo>
                    <a:pt x="444" y="2736"/>
                  </a:lnTo>
                  <a:close/>
                  <a:moveTo>
                    <a:pt x="516" y="2724"/>
                  </a:moveTo>
                  <a:lnTo>
                    <a:pt x="504" y="2718"/>
                  </a:lnTo>
                  <a:lnTo>
                    <a:pt x="492" y="2730"/>
                  </a:lnTo>
                  <a:lnTo>
                    <a:pt x="504" y="2748"/>
                  </a:lnTo>
                  <a:lnTo>
                    <a:pt x="516" y="2724"/>
                  </a:lnTo>
                  <a:close/>
                  <a:moveTo>
                    <a:pt x="456" y="2706"/>
                  </a:moveTo>
                  <a:lnTo>
                    <a:pt x="462" y="2676"/>
                  </a:lnTo>
                  <a:lnTo>
                    <a:pt x="456" y="2640"/>
                  </a:lnTo>
                  <a:lnTo>
                    <a:pt x="438" y="2634"/>
                  </a:lnTo>
                  <a:lnTo>
                    <a:pt x="438" y="2652"/>
                  </a:lnTo>
                  <a:lnTo>
                    <a:pt x="408" y="2646"/>
                  </a:lnTo>
                  <a:lnTo>
                    <a:pt x="432" y="2682"/>
                  </a:lnTo>
                  <a:lnTo>
                    <a:pt x="426" y="2724"/>
                  </a:lnTo>
                  <a:lnTo>
                    <a:pt x="456" y="2706"/>
                  </a:lnTo>
                  <a:close/>
                  <a:moveTo>
                    <a:pt x="366" y="2622"/>
                  </a:moveTo>
                  <a:lnTo>
                    <a:pt x="384" y="2628"/>
                  </a:lnTo>
                  <a:lnTo>
                    <a:pt x="390" y="2658"/>
                  </a:lnTo>
                  <a:lnTo>
                    <a:pt x="396" y="2628"/>
                  </a:lnTo>
                  <a:lnTo>
                    <a:pt x="402" y="2604"/>
                  </a:lnTo>
                  <a:lnTo>
                    <a:pt x="372" y="2598"/>
                  </a:lnTo>
                  <a:lnTo>
                    <a:pt x="366" y="2622"/>
                  </a:lnTo>
                  <a:close/>
                  <a:moveTo>
                    <a:pt x="372" y="2586"/>
                  </a:moveTo>
                  <a:lnTo>
                    <a:pt x="378" y="2586"/>
                  </a:lnTo>
                  <a:lnTo>
                    <a:pt x="378" y="2580"/>
                  </a:lnTo>
                  <a:lnTo>
                    <a:pt x="384" y="2574"/>
                  </a:lnTo>
                  <a:lnTo>
                    <a:pt x="414" y="2598"/>
                  </a:lnTo>
                  <a:lnTo>
                    <a:pt x="414" y="2574"/>
                  </a:lnTo>
                  <a:lnTo>
                    <a:pt x="384" y="2544"/>
                  </a:lnTo>
                  <a:lnTo>
                    <a:pt x="378" y="2532"/>
                  </a:lnTo>
                  <a:lnTo>
                    <a:pt x="372" y="2526"/>
                  </a:lnTo>
                  <a:lnTo>
                    <a:pt x="360" y="2502"/>
                  </a:lnTo>
                  <a:lnTo>
                    <a:pt x="360" y="2490"/>
                  </a:lnTo>
                  <a:lnTo>
                    <a:pt x="342" y="2454"/>
                  </a:lnTo>
                  <a:lnTo>
                    <a:pt x="330" y="2448"/>
                  </a:lnTo>
                  <a:lnTo>
                    <a:pt x="324" y="2442"/>
                  </a:lnTo>
                  <a:lnTo>
                    <a:pt x="318" y="2442"/>
                  </a:lnTo>
                  <a:lnTo>
                    <a:pt x="312" y="2448"/>
                  </a:lnTo>
                  <a:lnTo>
                    <a:pt x="312" y="2454"/>
                  </a:lnTo>
                  <a:lnTo>
                    <a:pt x="294" y="2448"/>
                  </a:lnTo>
                  <a:lnTo>
                    <a:pt x="288" y="2454"/>
                  </a:lnTo>
                  <a:lnTo>
                    <a:pt x="288" y="2466"/>
                  </a:lnTo>
                  <a:lnTo>
                    <a:pt x="282" y="2472"/>
                  </a:lnTo>
                  <a:lnTo>
                    <a:pt x="282" y="2490"/>
                  </a:lnTo>
                  <a:lnTo>
                    <a:pt x="330" y="2490"/>
                  </a:lnTo>
                  <a:lnTo>
                    <a:pt x="312" y="2532"/>
                  </a:lnTo>
                  <a:lnTo>
                    <a:pt x="324" y="2532"/>
                  </a:lnTo>
                  <a:lnTo>
                    <a:pt x="348" y="2508"/>
                  </a:lnTo>
                  <a:lnTo>
                    <a:pt x="342" y="2532"/>
                  </a:lnTo>
                  <a:lnTo>
                    <a:pt x="342" y="2538"/>
                  </a:lnTo>
                  <a:lnTo>
                    <a:pt x="348" y="2544"/>
                  </a:lnTo>
                  <a:lnTo>
                    <a:pt x="366" y="2580"/>
                  </a:lnTo>
                  <a:lnTo>
                    <a:pt x="366" y="2586"/>
                  </a:lnTo>
                  <a:lnTo>
                    <a:pt x="372" y="2586"/>
                  </a:lnTo>
                  <a:close/>
                  <a:moveTo>
                    <a:pt x="246" y="2082"/>
                  </a:moveTo>
                  <a:lnTo>
                    <a:pt x="246" y="2034"/>
                  </a:lnTo>
                  <a:lnTo>
                    <a:pt x="216" y="2004"/>
                  </a:lnTo>
                  <a:lnTo>
                    <a:pt x="234" y="1992"/>
                  </a:lnTo>
                  <a:lnTo>
                    <a:pt x="210" y="1968"/>
                  </a:lnTo>
                  <a:lnTo>
                    <a:pt x="174" y="1956"/>
                  </a:lnTo>
                  <a:lnTo>
                    <a:pt x="174" y="1986"/>
                  </a:lnTo>
                  <a:lnTo>
                    <a:pt x="180" y="1998"/>
                  </a:lnTo>
                  <a:lnTo>
                    <a:pt x="180" y="2004"/>
                  </a:lnTo>
                  <a:lnTo>
                    <a:pt x="192" y="2016"/>
                  </a:lnTo>
                  <a:lnTo>
                    <a:pt x="198" y="2028"/>
                  </a:lnTo>
                  <a:lnTo>
                    <a:pt x="204" y="2034"/>
                  </a:lnTo>
                  <a:lnTo>
                    <a:pt x="204" y="2046"/>
                  </a:lnTo>
                  <a:lnTo>
                    <a:pt x="198" y="2064"/>
                  </a:lnTo>
                  <a:lnTo>
                    <a:pt x="246" y="2082"/>
                  </a:lnTo>
                  <a:close/>
                  <a:moveTo>
                    <a:pt x="246" y="2178"/>
                  </a:moveTo>
                  <a:lnTo>
                    <a:pt x="258" y="2190"/>
                  </a:lnTo>
                  <a:lnTo>
                    <a:pt x="282" y="2190"/>
                  </a:lnTo>
                  <a:lnTo>
                    <a:pt x="294" y="2172"/>
                  </a:lnTo>
                  <a:lnTo>
                    <a:pt x="264" y="2178"/>
                  </a:lnTo>
                  <a:lnTo>
                    <a:pt x="246" y="2178"/>
                  </a:lnTo>
                  <a:close/>
                  <a:moveTo>
                    <a:pt x="282" y="2220"/>
                  </a:moveTo>
                  <a:lnTo>
                    <a:pt x="282" y="2238"/>
                  </a:lnTo>
                  <a:lnTo>
                    <a:pt x="306" y="2256"/>
                  </a:lnTo>
                  <a:lnTo>
                    <a:pt x="306" y="2232"/>
                  </a:lnTo>
                  <a:lnTo>
                    <a:pt x="294" y="2208"/>
                  </a:lnTo>
                  <a:lnTo>
                    <a:pt x="258" y="2208"/>
                  </a:lnTo>
                  <a:lnTo>
                    <a:pt x="282" y="2220"/>
                  </a:lnTo>
                  <a:close/>
                  <a:moveTo>
                    <a:pt x="318" y="2190"/>
                  </a:moveTo>
                  <a:lnTo>
                    <a:pt x="324" y="2184"/>
                  </a:lnTo>
                  <a:lnTo>
                    <a:pt x="336" y="2178"/>
                  </a:lnTo>
                  <a:lnTo>
                    <a:pt x="348" y="2166"/>
                  </a:lnTo>
                  <a:lnTo>
                    <a:pt x="336" y="2154"/>
                  </a:lnTo>
                  <a:lnTo>
                    <a:pt x="324" y="2154"/>
                  </a:lnTo>
                  <a:lnTo>
                    <a:pt x="312" y="2160"/>
                  </a:lnTo>
                  <a:lnTo>
                    <a:pt x="306" y="2166"/>
                  </a:lnTo>
                  <a:lnTo>
                    <a:pt x="306" y="2184"/>
                  </a:lnTo>
                  <a:lnTo>
                    <a:pt x="312" y="2190"/>
                  </a:lnTo>
                  <a:lnTo>
                    <a:pt x="318" y="2190"/>
                  </a:lnTo>
                  <a:close/>
                  <a:moveTo>
                    <a:pt x="252" y="2112"/>
                  </a:moveTo>
                  <a:lnTo>
                    <a:pt x="240" y="2118"/>
                  </a:lnTo>
                  <a:lnTo>
                    <a:pt x="240" y="2136"/>
                  </a:lnTo>
                  <a:lnTo>
                    <a:pt x="252" y="2136"/>
                  </a:lnTo>
                  <a:lnTo>
                    <a:pt x="264" y="2124"/>
                  </a:lnTo>
                  <a:lnTo>
                    <a:pt x="264" y="2106"/>
                  </a:lnTo>
                  <a:lnTo>
                    <a:pt x="258" y="2106"/>
                  </a:lnTo>
                  <a:lnTo>
                    <a:pt x="252" y="2112"/>
                  </a:lnTo>
                  <a:close/>
                  <a:moveTo>
                    <a:pt x="234" y="2154"/>
                  </a:moveTo>
                  <a:lnTo>
                    <a:pt x="216" y="2154"/>
                  </a:lnTo>
                  <a:lnTo>
                    <a:pt x="228" y="2178"/>
                  </a:lnTo>
                  <a:lnTo>
                    <a:pt x="234" y="2154"/>
                  </a:lnTo>
                  <a:close/>
                  <a:moveTo>
                    <a:pt x="714" y="2874"/>
                  </a:moveTo>
                  <a:lnTo>
                    <a:pt x="726" y="2874"/>
                  </a:lnTo>
                  <a:lnTo>
                    <a:pt x="726" y="2886"/>
                  </a:lnTo>
                  <a:lnTo>
                    <a:pt x="768" y="2886"/>
                  </a:lnTo>
                  <a:lnTo>
                    <a:pt x="774" y="2880"/>
                  </a:lnTo>
                  <a:lnTo>
                    <a:pt x="774" y="2874"/>
                  </a:lnTo>
                  <a:lnTo>
                    <a:pt x="744" y="2844"/>
                  </a:lnTo>
                  <a:lnTo>
                    <a:pt x="744" y="2808"/>
                  </a:lnTo>
                  <a:lnTo>
                    <a:pt x="786" y="2802"/>
                  </a:lnTo>
                  <a:lnTo>
                    <a:pt x="780" y="2790"/>
                  </a:lnTo>
                  <a:lnTo>
                    <a:pt x="804" y="2790"/>
                  </a:lnTo>
                  <a:lnTo>
                    <a:pt x="816" y="2772"/>
                  </a:lnTo>
                  <a:lnTo>
                    <a:pt x="792" y="2754"/>
                  </a:lnTo>
                  <a:lnTo>
                    <a:pt x="696" y="2754"/>
                  </a:lnTo>
                  <a:lnTo>
                    <a:pt x="684" y="2760"/>
                  </a:lnTo>
                  <a:lnTo>
                    <a:pt x="672" y="2760"/>
                  </a:lnTo>
                  <a:lnTo>
                    <a:pt x="654" y="2742"/>
                  </a:lnTo>
                  <a:lnTo>
                    <a:pt x="618" y="2724"/>
                  </a:lnTo>
                  <a:lnTo>
                    <a:pt x="606" y="2706"/>
                  </a:lnTo>
                  <a:lnTo>
                    <a:pt x="588" y="2682"/>
                  </a:lnTo>
                  <a:lnTo>
                    <a:pt x="588" y="2658"/>
                  </a:lnTo>
                  <a:lnTo>
                    <a:pt x="576" y="2646"/>
                  </a:lnTo>
                  <a:lnTo>
                    <a:pt x="564" y="2640"/>
                  </a:lnTo>
                  <a:lnTo>
                    <a:pt x="546" y="2640"/>
                  </a:lnTo>
                  <a:lnTo>
                    <a:pt x="534" y="2652"/>
                  </a:lnTo>
                  <a:lnTo>
                    <a:pt x="528" y="2652"/>
                  </a:lnTo>
                  <a:lnTo>
                    <a:pt x="516" y="2646"/>
                  </a:lnTo>
                  <a:lnTo>
                    <a:pt x="510" y="2640"/>
                  </a:lnTo>
                  <a:lnTo>
                    <a:pt x="510" y="2628"/>
                  </a:lnTo>
                  <a:lnTo>
                    <a:pt x="504" y="2622"/>
                  </a:lnTo>
                  <a:lnTo>
                    <a:pt x="504" y="2616"/>
                  </a:lnTo>
                  <a:lnTo>
                    <a:pt x="474" y="2610"/>
                  </a:lnTo>
                  <a:lnTo>
                    <a:pt x="474" y="2574"/>
                  </a:lnTo>
                  <a:lnTo>
                    <a:pt x="468" y="2568"/>
                  </a:lnTo>
                  <a:lnTo>
                    <a:pt x="462" y="2556"/>
                  </a:lnTo>
                  <a:lnTo>
                    <a:pt x="462" y="2544"/>
                  </a:lnTo>
                  <a:lnTo>
                    <a:pt x="474" y="2538"/>
                  </a:lnTo>
                  <a:lnTo>
                    <a:pt x="474" y="2514"/>
                  </a:lnTo>
                  <a:lnTo>
                    <a:pt x="480" y="2514"/>
                  </a:lnTo>
                  <a:lnTo>
                    <a:pt x="486" y="2508"/>
                  </a:lnTo>
                  <a:lnTo>
                    <a:pt x="492" y="2508"/>
                  </a:lnTo>
                  <a:lnTo>
                    <a:pt x="498" y="2502"/>
                  </a:lnTo>
                  <a:lnTo>
                    <a:pt x="498" y="2496"/>
                  </a:lnTo>
                  <a:lnTo>
                    <a:pt x="474" y="2472"/>
                  </a:lnTo>
                  <a:lnTo>
                    <a:pt x="480" y="2466"/>
                  </a:lnTo>
                  <a:lnTo>
                    <a:pt x="492" y="2460"/>
                  </a:lnTo>
                  <a:lnTo>
                    <a:pt x="498" y="2460"/>
                  </a:lnTo>
                  <a:lnTo>
                    <a:pt x="498" y="2454"/>
                  </a:lnTo>
                  <a:lnTo>
                    <a:pt x="474" y="2430"/>
                  </a:lnTo>
                  <a:lnTo>
                    <a:pt x="468" y="2430"/>
                  </a:lnTo>
                  <a:lnTo>
                    <a:pt x="474" y="2388"/>
                  </a:lnTo>
                  <a:lnTo>
                    <a:pt x="486" y="2382"/>
                  </a:lnTo>
                  <a:lnTo>
                    <a:pt x="474" y="2358"/>
                  </a:lnTo>
                  <a:lnTo>
                    <a:pt x="480" y="2322"/>
                  </a:lnTo>
                  <a:lnTo>
                    <a:pt x="456" y="2298"/>
                  </a:lnTo>
                  <a:lnTo>
                    <a:pt x="462" y="2274"/>
                  </a:lnTo>
                  <a:lnTo>
                    <a:pt x="438" y="2256"/>
                  </a:lnTo>
                  <a:lnTo>
                    <a:pt x="450" y="2244"/>
                  </a:lnTo>
                  <a:lnTo>
                    <a:pt x="456" y="2232"/>
                  </a:lnTo>
                  <a:lnTo>
                    <a:pt x="462" y="2226"/>
                  </a:lnTo>
                  <a:lnTo>
                    <a:pt x="438" y="2202"/>
                  </a:lnTo>
                  <a:lnTo>
                    <a:pt x="426" y="2202"/>
                  </a:lnTo>
                  <a:lnTo>
                    <a:pt x="420" y="2196"/>
                  </a:lnTo>
                  <a:lnTo>
                    <a:pt x="408" y="2190"/>
                  </a:lnTo>
                  <a:lnTo>
                    <a:pt x="402" y="2190"/>
                  </a:lnTo>
                  <a:lnTo>
                    <a:pt x="396" y="2184"/>
                  </a:lnTo>
                  <a:lnTo>
                    <a:pt x="414" y="2184"/>
                  </a:lnTo>
                  <a:lnTo>
                    <a:pt x="426" y="2178"/>
                  </a:lnTo>
                  <a:lnTo>
                    <a:pt x="438" y="2178"/>
                  </a:lnTo>
                  <a:lnTo>
                    <a:pt x="444" y="2172"/>
                  </a:lnTo>
                  <a:lnTo>
                    <a:pt x="444" y="2166"/>
                  </a:lnTo>
                  <a:lnTo>
                    <a:pt x="432" y="2160"/>
                  </a:lnTo>
                  <a:lnTo>
                    <a:pt x="402" y="2160"/>
                  </a:lnTo>
                  <a:lnTo>
                    <a:pt x="390" y="2148"/>
                  </a:lnTo>
                  <a:lnTo>
                    <a:pt x="390" y="2118"/>
                  </a:lnTo>
                  <a:lnTo>
                    <a:pt x="384" y="2106"/>
                  </a:lnTo>
                  <a:lnTo>
                    <a:pt x="384" y="2100"/>
                  </a:lnTo>
                  <a:lnTo>
                    <a:pt x="378" y="2094"/>
                  </a:lnTo>
                  <a:lnTo>
                    <a:pt x="366" y="2088"/>
                  </a:lnTo>
                  <a:lnTo>
                    <a:pt x="360" y="2088"/>
                  </a:lnTo>
                  <a:lnTo>
                    <a:pt x="366" y="2058"/>
                  </a:lnTo>
                  <a:lnTo>
                    <a:pt x="342" y="2046"/>
                  </a:lnTo>
                  <a:lnTo>
                    <a:pt x="336" y="2040"/>
                  </a:lnTo>
                  <a:lnTo>
                    <a:pt x="336" y="2028"/>
                  </a:lnTo>
                  <a:lnTo>
                    <a:pt x="330" y="2016"/>
                  </a:lnTo>
                  <a:lnTo>
                    <a:pt x="330" y="1998"/>
                  </a:lnTo>
                  <a:lnTo>
                    <a:pt x="324" y="1986"/>
                  </a:lnTo>
                  <a:lnTo>
                    <a:pt x="324" y="1974"/>
                  </a:lnTo>
                  <a:lnTo>
                    <a:pt x="330" y="1968"/>
                  </a:lnTo>
                  <a:lnTo>
                    <a:pt x="342" y="1962"/>
                  </a:lnTo>
                  <a:lnTo>
                    <a:pt x="348" y="1962"/>
                  </a:lnTo>
                  <a:lnTo>
                    <a:pt x="336" y="1950"/>
                  </a:lnTo>
                  <a:lnTo>
                    <a:pt x="324" y="1944"/>
                  </a:lnTo>
                  <a:lnTo>
                    <a:pt x="306" y="1926"/>
                  </a:lnTo>
                  <a:lnTo>
                    <a:pt x="300" y="1914"/>
                  </a:lnTo>
                  <a:lnTo>
                    <a:pt x="300" y="1890"/>
                  </a:lnTo>
                  <a:lnTo>
                    <a:pt x="294" y="1878"/>
                  </a:lnTo>
                  <a:lnTo>
                    <a:pt x="288" y="1872"/>
                  </a:lnTo>
                  <a:lnTo>
                    <a:pt x="288" y="1842"/>
                  </a:lnTo>
                  <a:lnTo>
                    <a:pt x="294" y="1836"/>
                  </a:lnTo>
                  <a:lnTo>
                    <a:pt x="294" y="1824"/>
                  </a:lnTo>
                  <a:lnTo>
                    <a:pt x="276" y="1812"/>
                  </a:lnTo>
                  <a:lnTo>
                    <a:pt x="276" y="1806"/>
                  </a:lnTo>
                  <a:lnTo>
                    <a:pt x="282" y="1794"/>
                  </a:lnTo>
                  <a:lnTo>
                    <a:pt x="282" y="1788"/>
                  </a:lnTo>
                  <a:lnTo>
                    <a:pt x="264" y="1770"/>
                  </a:lnTo>
                  <a:lnTo>
                    <a:pt x="282" y="1758"/>
                  </a:lnTo>
                  <a:lnTo>
                    <a:pt x="270" y="1716"/>
                  </a:lnTo>
                  <a:lnTo>
                    <a:pt x="276" y="1716"/>
                  </a:lnTo>
                  <a:lnTo>
                    <a:pt x="282" y="1710"/>
                  </a:lnTo>
                  <a:lnTo>
                    <a:pt x="294" y="1704"/>
                  </a:lnTo>
                  <a:lnTo>
                    <a:pt x="300" y="1692"/>
                  </a:lnTo>
                  <a:lnTo>
                    <a:pt x="300" y="1686"/>
                  </a:lnTo>
                  <a:lnTo>
                    <a:pt x="282" y="1668"/>
                  </a:lnTo>
                  <a:lnTo>
                    <a:pt x="276" y="1668"/>
                  </a:lnTo>
                  <a:lnTo>
                    <a:pt x="276" y="1650"/>
                  </a:lnTo>
                  <a:lnTo>
                    <a:pt x="246" y="1626"/>
                  </a:lnTo>
                  <a:lnTo>
                    <a:pt x="246" y="1578"/>
                  </a:lnTo>
                  <a:lnTo>
                    <a:pt x="240" y="1566"/>
                  </a:lnTo>
                  <a:lnTo>
                    <a:pt x="234" y="1548"/>
                  </a:lnTo>
                  <a:lnTo>
                    <a:pt x="234" y="1536"/>
                  </a:lnTo>
                  <a:lnTo>
                    <a:pt x="228" y="1530"/>
                  </a:lnTo>
                  <a:lnTo>
                    <a:pt x="228" y="1524"/>
                  </a:lnTo>
                  <a:lnTo>
                    <a:pt x="252" y="1518"/>
                  </a:lnTo>
                  <a:lnTo>
                    <a:pt x="258" y="1500"/>
                  </a:lnTo>
                  <a:lnTo>
                    <a:pt x="258" y="1494"/>
                  </a:lnTo>
                  <a:lnTo>
                    <a:pt x="264" y="1482"/>
                  </a:lnTo>
                  <a:lnTo>
                    <a:pt x="264" y="1470"/>
                  </a:lnTo>
                  <a:lnTo>
                    <a:pt x="258" y="1464"/>
                  </a:lnTo>
                  <a:lnTo>
                    <a:pt x="252" y="1452"/>
                  </a:lnTo>
                  <a:lnTo>
                    <a:pt x="246" y="1446"/>
                  </a:lnTo>
                  <a:lnTo>
                    <a:pt x="240" y="1434"/>
                  </a:lnTo>
                  <a:lnTo>
                    <a:pt x="234" y="1428"/>
                  </a:lnTo>
                  <a:lnTo>
                    <a:pt x="246" y="1428"/>
                  </a:lnTo>
                  <a:lnTo>
                    <a:pt x="246" y="1398"/>
                  </a:lnTo>
                  <a:lnTo>
                    <a:pt x="252" y="1380"/>
                  </a:lnTo>
                  <a:lnTo>
                    <a:pt x="252" y="1356"/>
                  </a:lnTo>
                  <a:lnTo>
                    <a:pt x="270" y="1338"/>
                  </a:lnTo>
                  <a:lnTo>
                    <a:pt x="270" y="1332"/>
                  </a:lnTo>
                  <a:lnTo>
                    <a:pt x="264" y="1320"/>
                  </a:lnTo>
                  <a:lnTo>
                    <a:pt x="258" y="1314"/>
                  </a:lnTo>
                  <a:lnTo>
                    <a:pt x="252" y="1302"/>
                  </a:lnTo>
                  <a:lnTo>
                    <a:pt x="246" y="1260"/>
                  </a:lnTo>
                  <a:lnTo>
                    <a:pt x="222" y="1260"/>
                  </a:lnTo>
                  <a:lnTo>
                    <a:pt x="210" y="1248"/>
                  </a:lnTo>
                  <a:lnTo>
                    <a:pt x="210" y="1236"/>
                  </a:lnTo>
                  <a:lnTo>
                    <a:pt x="216" y="1230"/>
                  </a:lnTo>
                  <a:lnTo>
                    <a:pt x="210" y="1218"/>
                  </a:lnTo>
                  <a:lnTo>
                    <a:pt x="198" y="1188"/>
                  </a:lnTo>
                  <a:lnTo>
                    <a:pt x="180" y="1170"/>
                  </a:lnTo>
                  <a:lnTo>
                    <a:pt x="180" y="1164"/>
                  </a:lnTo>
                  <a:lnTo>
                    <a:pt x="186" y="1158"/>
                  </a:lnTo>
                  <a:lnTo>
                    <a:pt x="186" y="1146"/>
                  </a:lnTo>
                  <a:lnTo>
                    <a:pt x="168" y="1128"/>
                  </a:lnTo>
                  <a:lnTo>
                    <a:pt x="156" y="1122"/>
                  </a:lnTo>
                  <a:lnTo>
                    <a:pt x="156" y="1116"/>
                  </a:lnTo>
                  <a:lnTo>
                    <a:pt x="150" y="1110"/>
                  </a:lnTo>
                  <a:lnTo>
                    <a:pt x="150" y="1086"/>
                  </a:lnTo>
                  <a:lnTo>
                    <a:pt x="156" y="1086"/>
                  </a:lnTo>
                  <a:lnTo>
                    <a:pt x="168" y="1080"/>
                  </a:lnTo>
                  <a:lnTo>
                    <a:pt x="162" y="1026"/>
                  </a:lnTo>
                  <a:lnTo>
                    <a:pt x="186" y="1026"/>
                  </a:lnTo>
                  <a:lnTo>
                    <a:pt x="186" y="1020"/>
                  </a:lnTo>
                  <a:lnTo>
                    <a:pt x="180" y="1008"/>
                  </a:lnTo>
                  <a:lnTo>
                    <a:pt x="168" y="972"/>
                  </a:lnTo>
                  <a:lnTo>
                    <a:pt x="156" y="948"/>
                  </a:lnTo>
                  <a:lnTo>
                    <a:pt x="156" y="936"/>
                  </a:lnTo>
                  <a:lnTo>
                    <a:pt x="168" y="924"/>
                  </a:lnTo>
                  <a:lnTo>
                    <a:pt x="168" y="858"/>
                  </a:lnTo>
                  <a:lnTo>
                    <a:pt x="174" y="852"/>
                  </a:lnTo>
                  <a:lnTo>
                    <a:pt x="180" y="840"/>
                  </a:lnTo>
                  <a:lnTo>
                    <a:pt x="192" y="828"/>
                  </a:lnTo>
                  <a:lnTo>
                    <a:pt x="192" y="816"/>
                  </a:lnTo>
                  <a:lnTo>
                    <a:pt x="198" y="804"/>
                  </a:lnTo>
                  <a:lnTo>
                    <a:pt x="198" y="792"/>
                  </a:lnTo>
                  <a:lnTo>
                    <a:pt x="204" y="774"/>
                  </a:lnTo>
                  <a:lnTo>
                    <a:pt x="204" y="762"/>
                  </a:lnTo>
                  <a:lnTo>
                    <a:pt x="222" y="762"/>
                  </a:lnTo>
                  <a:lnTo>
                    <a:pt x="228" y="756"/>
                  </a:lnTo>
                  <a:lnTo>
                    <a:pt x="240" y="750"/>
                  </a:lnTo>
                  <a:lnTo>
                    <a:pt x="240" y="738"/>
                  </a:lnTo>
                  <a:lnTo>
                    <a:pt x="234" y="726"/>
                  </a:lnTo>
                  <a:lnTo>
                    <a:pt x="210" y="714"/>
                  </a:lnTo>
                  <a:lnTo>
                    <a:pt x="204" y="708"/>
                  </a:lnTo>
                  <a:lnTo>
                    <a:pt x="198" y="708"/>
                  </a:lnTo>
                  <a:lnTo>
                    <a:pt x="204" y="708"/>
                  </a:lnTo>
                  <a:lnTo>
                    <a:pt x="216" y="696"/>
                  </a:lnTo>
                  <a:lnTo>
                    <a:pt x="222" y="684"/>
                  </a:lnTo>
                  <a:lnTo>
                    <a:pt x="228" y="678"/>
                  </a:lnTo>
                  <a:lnTo>
                    <a:pt x="222" y="666"/>
                  </a:lnTo>
                  <a:lnTo>
                    <a:pt x="210" y="654"/>
                  </a:lnTo>
                  <a:lnTo>
                    <a:pt x="198" y="648"/>
                  </a:lnTo>
                  <a:lnTo>
                    <a:pt x="192" y="642"/>
                  </a:lnTo>
                  <a:lnTo>
                    <a:pt x="192" y="624"/>
                  </a:lnTo>
                  <a:lnTo>
                    <a:pt x="216" y="600"/>
                  </a:lnTo>
                  <a:lnTo>
                    <a:pt x="216" y="594"/>
                  </a:lnTo>
                  <a:lnTo>
                    <a:pt x="204" y="594"/>
                  </a:lnTo>
                  <a:lnTo>
                    <a:pt x="192" y="588"/>
                  </a:lnTo>
                  <a:lnTo>
                    <a:pt x="186" y="582"/>
                  </a:lnTo>
                  <a:lnTo>
                    <a:pt x="186" y="576"/>
                  </a:lnTo>
                  <a:lnTo>
                    <a:pt x="192" y="570"/>
                  </a:lnTo>
                  <a:lnTo>
                    <a:pt x="198" y="558"/>
                  </a:lnTo>
                  <a:lnTo>
                    <a:pt x="210" y="552"/>
                  </a:lnTo>
                  <a:lnTo>
                    <a:pt x="222" y="540"/>
                  </a:lnTo>
                  <a:lnTo>
                    <a:pt x="240" y="534"/>
                  </a:lnTo>
                  <a:lnTo>
                    <a:pt x="252" y="528"/>
                  </a:lnTo>
                  <a:lnTo>
                    <a:pt x="258" y="522"/>
                  </a:lnTo>
                  <a:lnTo>
                    <a:pt x="264" y="522"/>
                  </a:lnTo>
                  <a:lnTo>
                    <a:pt x="276" y="438"/>
                  </a:lnTo>
                  <a:lnTo>
                    <a:pt x="264" y="420"/>
                  </a:lnTo>
                  <a:lnTo>
                    <a:pt x="222" y="420"/>
                  </a:lnTo>
                  <a:lnTo>
                    <a:pt x="216" y="408"/>
                  </a:lnTo>
                  <a:lnTo>
                    <a:pt x="216" y="384"/>
                  </a:lnTo>
                  <a:lnTo>
                    <a:pt x="192" y="360"/>
                  </a:lnTo>
                  <a:lnTo>
                    <a:pt x="192" y="294"/>
                  </a:lnTo>
                  <a:lnTo>
                    <a:pt x="186" y="288"/>
                  </a:lnTo>
                  <a:lnTo>
                    <a:pt x="174" y="282"/>
                  </a:lnTo>
                  <a:lnTo>
                    <a:pt x="168" y="276"/>
                  </a:lnTo>
                  <a:lnTo>
                    <a:pt x="156" y="270"/>
                  </a:lnTo>
                  <a:lnTo>
                    <a:pt x="150" y="264"/>
                  </a:lnTo>
                  <a:lnTo>
                    <a:pt x="144" y="264"/>
                  </a:lnTo>
                  <a:lnTo>
                    <a:pt x="144" y="240"/>
                  </a:lnTo>
                  <a:lnTo>
                    <a:pt x="138" y="234"/>
                  </a:lnTo>
                  <a:lnTo>
                    <a:pt x="132" y="222"/>
                  </a:lnTo>
                  <a:lnTo>
                    <a:pt x="132" y="210"/>
                  </a:lnTo>
                  <a:lnTo>
                    <a:pt x="138" y="204"/>
                  </a:lnTo>
                  <a:lnTo>
                    <a:pt x="144" y="192"/>
                  </a:lnTo>
                  <a:lnTo>
                    <a:pt x="150" y="186"/>
                  </a:lnTo>
                  <a:lnTo>
                    <a:pt x="132" y="168"/>
                  </a:lnTo>
                  <a:lnTo>
                    <a:pt x="144" y="156"/>
                  </a:lnTo>
                  <a:lnTo>
                    <a:pt x="150" y="144"/>
                  </a:lnTo>
                  <a:lnTo>
                    <a:pt x="150" y="138"/>
                  </a:lnTo>
                  <a:lnTo>
                    <a:pt x="144" y="126"/>
                  </a:lnTo>
                  <a:lnTo>
                    <a:pt x="120" y="114"/>
                  </a:lnTo>
                  <a:lnTo>
                    <a:pt x="114" y="114"/>
                  </a:lnTo>
                  <a:lnTo>
                    <a:pt x="102" y="108"/>
                  </a:lnTo>
                  <a:lnTo>
                    <a:pt x="90" y="30"/>
                  </a:lnTo>
                  <a:lnTo>
                    <a:pt x="66" y="30"/>
                  </a:lnTo>
                  <a:lnTo>
                    <a:pt x="48" y="0"/>
                  </a:lnTo>
                  <a:lnTo>
                    <a:pt x="36" y="6"/>
                  </a:lnTo>
                  <a:lnTo>
                    <a:pt x="42" y="18"/>
                  </a:lnTo>
                  <a:lnTo>
                    <a:pt x="42" y="36"/>
                  </a:lnTo>
                  <a:lnTo>
                    <a:pt x="36" y="42"/>
                  </a:lnTo>
                  <a:lnTo>
                    <a:pt x="0" y="66"/>
                  </a:lnTo>
                  <a:lnTo>
                    <a:pt x="0" y="108"/>
                  </a:lnTo>
                  <a:lnTo>
                    <a:pt x="24" y="156"/>
                  </a:lnTo>
                  <a:lnTo>
                    <a:pt x="30" y="174"/>
                  </a:lnTo>
                  <a:lnTo>
                    <a:pt x="36" y="228"/>
                  </a:lnTo>
                  <a:lnTo>
                    <a:pt x="36" y="282"/>
                  </a:lnTo>
                  <a:lnTo>
                    <a:pt x="48" y="318"/>
                  </a:lnTo>
                  <a:lnTo>
                    <a:pt x="48" y="360"/>
                  </a:lnTo>
                  <a:lnTo>
                    <a:pt x="54" y="384"/>
                  </a:lnTo>
                  <a:lnTo>
                    <a:pt x="54" y="432"/>
                  </a:lnTo>
                  <a:lnTo>
                    <a:pt x="30" y="444"/>
                  </a:lnTo>
                  <a:lnTo>
                    <a:pt x="36" y="474"/>
                  </a:lnTo>
                  <a:lnTo>
                    <a:pt x="54" y="486"/>
                  </a:lnTo>
                  <a:lnTo>
                    <a:pt x="48" y="582"/>
                  </a:lnTo>
                  <a:lnTo>
                    <a:pt x="72" y="624"/>
                  </a:lnTo>
                  <a:lnTo>
                    <a:pt x="54" y="642"/>
                  </a:lnTo>
                  <a:lnTo>
                    <a:pt x="60" y="702"/>
                  </a:lnTo>
                  <a:lnTo>
                    <a:pt x="66" y="708"/>
                  </a:lnTo>
                  <a:lnTo>
                    <a:pt x="78" y="732"/>
                  </a:lnTo>
                  <a:lnTo>
                    <a:pt x="78" y="744"/>
                  </a:lnTo>
                  <a:lnTo>
                    <a:pt x="72" y="756"/>
                  </a:lnTo>
                  <a:lnTo>
                    <a:pt x="66" y="762"/>
                  </a:lnTo>
                  <a:lnTo>
                    <a:pt x="60" y="762"/>
                  </a:lnTo>
                  <a:lnTo>
                    <a:pt x="60" y="792"/>
                  </a:lnTo>
                  <a:lnTo>
                    <a:pt x="72" y="810"/>
                  </a:lnTo>
                  <a:lnTo>
                    <a:pt x="60" y="822"/>
                  </a:lnTo>
                  <a:lnTo>
                    <a:pt x="48" y="846"/>
                  </a:lnTo>
                  <a:lnTo>
                    <a:pt x="48" y="852"/>
                  </a:lnTo>
                  <a:lnTo>
                    <a:pt x="60" y="852"/>
                  </a:lnTo>
                  <a:lnTo>
                    <a:pt x="60" y="864"/>
                  </a:lnTo>
                  <a:lnTo>
                    <a:pt x="66" y="870"/>
                  </a:lnTo>
                  <a:lnTo>
                    <a:pt x="66" y="888"/>
                  </a:lnTo>
                  <a:lnTo>
                    <a:pt x="54" y="900"/>
                  </a:lnTo>
                  <a:lnTo>
                    <a:pt x="54" y="906"/>
                  </a:lnTo>
                  <a:lnTo>
                    <a:pt x="48" y="912"/>
                  </a:lnTo>
                  <a:lnTo>
                    <a:pt x="48" y="936"/>
                  </a:lnTo>
                  <a:lnTo>
                    <a:pt x="54" y="948"/>
                  </a:lnTo>
                  <a:lnTo>
                    <a:pt x="60" y="954"/>
                  </a:lnTo>
                  <a:lnTo>
                    <a:pt x="66" y="954"/>
                  </a:lnTo>
                  <a:lnTo>
                    <a:pt x="78" y="966"/>
                  </a:lnTo>
                  <a:lnTo>
                    <a:pt x="78" y="1020"/>
                  </a:lnTo>
                  <a:lnTo>
                    <a:pt x="60" y="1020"/>
                  </a:lnTo>
                  <a:lnTo>
                    <a:pt x="60" y="1044"/>
                  </a:lnTo>
                  <a:lnTo>
                    <a:pt x="66" y="1056"/>
                  </a:lnTo>
                  <a:lnTo>
                    <a:pt x="90" y="1128"/>
                  </a:lnTo>
                  <a:lnTo>
                    <a:pt x="96" y="1140"/>
                  </a:lnTo>
                  <a:lnTo>
                    <a:pt x="102" y="1146"/>
                  </a:lnTo>
                  <a:lnTo>
                    <a:pt x="102" y="1164"/>
                  </a:lnTo>
                  <a:lnTo>
                    <a:pt x="108" y="1170"/>
                  </a:lnTo>
                  <a:lnTo>
                    <a:pt x="114" y="1182"/>
                  </a:lnTo>
                  <a:lnTo>
                    <a:pt x="120" y="1188"/>
                  </a:lnTo>
                  <a:lnTo>
                    <a:pt x="120" y="1236"/>
                  </a:lnTo>
                  <a:lnTo>
                    <a:pt x="114" y="1266"/>
                  </a:lnTo>
                  <a:lnTo>
                    <a:pt x="138" y="1290"/>
                  </a:lnTo>
                  <a:lnTo>
                    <a:pt x="138" y="1296"/>
                  </a:lnTo>
                  <a:lnTo>
                    <a:pt x="132" y="1302"/>
                  </a:lnTo>
                  <a:lnTo>
                    <a:pt x="126" y="1314"/>
                  </a:lnTo>
                  <a:lnTo>
                    <a:pt x="126" y="1326"/>
                  </a:lnTo>
                  <a:lnTo>
                    <a:pt x="120" y="1338"/>
                  </a:lnTo>
                  <a:lnTo>
                    <a:pt x="120" y="1416"/>
                  </a:lnTo>
                  <a:lnTo>
                    <a:pt x="102" y="1452"/>
                  </a:lnTo>
                  <a:lnTo>
                    <a:pt x="114" y="1464"/>
                  </a:lnTo>
                  <a:lnTo>
                    <a:pt x="114" y="1470"/>
                  </a:lnTo>
                  <a:lnTo>
                    <a:pt x="108" y="1476"/>
                  </a:lnTo>
                  <a:lnTo>
                    <a:pt x="108" y="1536"/>
                  </a:lnTo>
                  <a:lnTo>
                    <a:pt x="102" y="1554"/>
                  </a:lnTo>
                  <a:lnTo>
                    <a:pt x="102" y="1578"/>
                  </a:lnTo>
                  <a:lnTo>
                    <a:pt x="84" y="1584"/>
                  </a:lnTo>
                  <a:lnTo>
                    <a:pt x="84" y="1608"/>
                  </a:lnTo>
                  <a:lnTo>
                    <a:pt x="108" y="1650"/>
                  </a:lnTo>
                  <a:lnTo>
                    <a:pt x="108" y="1692"/>
                  </a:lnTo>
                  <a:lnTo>
                    <a:pt x="114" y="1704"/>
                  </a:lnTo>
                  <a:lnTo>
                    <a:pt x="144" y="1734"/>
                  </a:lnTo>
                  <a:lnTo>
                    <a:pt x="156" y="1758"/>
                  </a:lnTo>
                  <a:lnTo>
                    <a:pt x="156" y="1800"/>
                  </a:lnTo>
                  <a:lnTo>
                    <a:pt x="150" y="1812"/>
                  </a:lnTo>
                  <a:lnTo>
                    <a:pt x="150" y="1824"/>
                  </a:lnTo>
                  <a:lnTo>
                    <a:pt x="162" y="1836"/>
                  </a:lnTo>
                  <a:lnTo>
                    <a:pt x="162" y="1896"/>
                  </a:lnTo>
                  <a:lnTo>
                    <a:pt x="168" y="1908"/>
                  </a:lnTo>
                  <a:lnTo>
                    <a:pt x="174" y="1914"/>
                  </a:lnTo>
                  <a:lnTo>
                    <a:pt x="186" y="1920"/>
                  </a:lnTo>
                  <a:lnTo>
                    <a:pt x="192" y="1926"/>
                  </a:lnTo>
                  <a:lnTo>
                    <a:pt x="198" y="1926"/>
                  </a:lnTo>
                  <a:lnTo>
                    <a:pt x="192" y="1944"/>
                  </a:lnTo>
                  <a:lnTo>
                    <a:pt x="234" y="1944"/>
                  </a:lnTo>
                  <a:lnTo>
                    <a:pt x="234" y="1914"/>
                  </a:lnTo>
                  <a:lnTo>
                    <a:pt x="246" y="1926"/>
                  </a:lnTo>
                  <a:lnTo>
                    <a:pt x="258" y="1932"/>
                  </a:lnTo>
                  <a:lnTo>
                    <a:pt x="270" y="1932"/>
                  </a:lnTo>
                  <a:lnTo>
                    <a:pt x="276" y="1926"/>
                  </a:lnTo>
                  <a:lnTo>
                    <a:pt x="276" y="1914"/>
                  </a:lnTo>
                  <a:lnTo>
                    <a:pt x="288" y="1932"/>
                  </a:lnTo>
                  <a:lnTo>
                    <a:pt x="282" y="1938"/>
                  </a:lnTo>
                  <a:lnTo>
                    <a:pt x="270" y="1944"/>
                  </a:lnTo>
                  <a:lnTo>
                    <a:pt x="264" y="1956"/>
                  </a:lnTo>
                  <a:lnTo>
                    <a:pt x="258" y="1962"/>
                  </a:lnTo>
                  <a:lnTo>
                    <a:pt x="258" y="1968"/>
                  </a:lnTo>
                  <a:lnTo>
                    <a:pt x="288" y="1968"/>
                  </a:lnTo>
                  <a:lnTo>
                    <a:pt x="294" y="1974"/>
                  </a:lnTo>
                  <a:lnTo>
                    <a:pt x="294" y="1992"/>
                  </a:lnTo>
                  <a:lnTo>
                    <a:pt x="270" y="1986"/>
                  </a:lnTo>
                  <a:lnTo>
                    <a:pt x="288" y="2010"/>
                  </a:lnTo>
                  <a:lnTo>
                    <a:pt x="276" y="2022"/>
                  </a:lnTo>
                  <a:lnTo>
                    <a:pt x="294" y="2046"/>
                  </a:lnTo>
                  <a:lnTo>
                    <a:pt x="276" y="2064"/>
                  </a:lnTo>
                  <a:lnTo>
                    <a:pt x="270" y="2076"/>
                  </a:lnTo>
                  <a:lnTo>
                    <a:pt x="270" y="2082"/>
                  </a:lnTo>
                  <a:lnTo>
                    <a:pt x="276" y="2088"/>
                  </a:lnTo>
                  <a:lnTo>
                    <a:pt x="282" y="2088"/>
                  </a:lnTo>
                  <a:lnTo>
                    <a:pt x="306" y="2100"/>
                  </a:lnTo>
                  <a:lnTo>
                    <a:pt x="318" y="2100"/>
                  </a:lnTo>
                  <a:lnTo>
                    <a:pt x="300" y="2118"/>
                  </a:lnTo>
                  <a:lnTo>
                    <a:pt x="300" y="2130"/>
                  </a:lnTo>
                  <a:lnTo>
                    <a:pt x="312" y="2136"/>
                  </a:lnTo>
                  <a:lnTo>
                    <a:pt x="318" y="2142"/>
                  </a:lnTo>
                  <a:lnTo>
                    <a:pt x="330" y="2148"/>
                  </a:lnTo>
                  <a:lnTo>
                    <a:pt x="354" y="2148"/>
                  </a:lnTo>
                  <a:lnTo>
                    <a:pt x="360" y="2184"/>
                  </a:lnTo>
                  <a:lnTo>
                    <a:pt x="354" y="2184"/>
                  </a:lnTo>
                  <a:lnTo>
                    <a:pt x="324" y="2214"/>
                  </a:lnTo>
                  <a:lnTo>
                    <a:pt x="324" y="2220"/>
                  </a:lnTo>
                  <a:lnTo>
                    <a:pt x="330" y="2226"/>
                  </a:lnTo>
                  <a:lnTo>
                    <a:pt x="354" y="2226"/>
                  </a:lnTo>
                  <a:lnTo>
                    <a:pt x="366" y="2232"/>
                  </a:lnTo>
                  <a:lnTo>
                    <a:pt x="378" y="2244"/>
                  </a:lnTo>
                  <a:lnTo>
                    <a:pt x="348" y="2244"/>
                  </a:lnTo>
                  <a:lnTo>
                    <a:pt x="342" y="2238"/>
                  </a:lnTo>
                  <a:lnTo>
                    <a:pt x="330" y="2238"/>
                  </a:lnTo>
                  <a:lnTo>
                    <a:pt x="324" y="2244"/>
                  </a:lnTo>
                  <a:lnTo>
                    <a:pt x="324" y="2250"/>
                  </a:lnTo>
                  <a:lnTo>
                    <a:pt x="354" y="2256"/>
                  </a:lnTo>
                  <a:lnTo>
                    <a:pt x="330" y="2268"/>
                  </a:lnTo>
                  <a:lnTo>
                    <a:pt x="336" y="2292"/>
                  </a:lnTo>
                  <a:lnTo>
                    <a:pt x="348" y="2292"/>
                  </a:lnTo>
                  <a:lnTo>
                    <a:pt x="348" y="2316"/>
                  </a:lnTo>
                  <a:lnTo>
                    <a:pt x="336" y="2328"/>
                  </a:lnTo>
                  <a:lnTo>
                    <a:pt x="336" y="2322"/>
                  </a:lnTo>
                  <a:lnTo>
                    <a:pt x="330" y="2316"/>
                  </a:lnTo>
                  <a:lnTo>
                    <a:pt x="324" y="2304"/>
                  </a:lnTo>
                  <a:lnTo>
                    <a:pt x="324" y="2298"/>
                  </a:lnTo>
                  <a:lnTo>
                    <a:pt x="288" y="2298"/>
                  </a:lnTo>
                  <a:lnTo>
                    <a:pt x="306" y="2292"/>
                  </a:lnTo>
                  <a:lnTo>
                    <a:pt x="282" y="2268"/>
                  </a:lnTo>
                  <a:lnTo>
                    <a:pt x="276" y="2268"/>
                  </a:lnTo>
                  <a:lnTo>
                    <a:pt x="276" y="2280"/>
                  </a:lnTo>
                  <a:lnTo>
                    <a:pt x="270" y="2268"/>
                  </a:lnTo>
                  <a:lnTo>
                    <a:pt x="228" y="2280"/>
                  </a:lnTo>
                  <a:lnTo>
                    <a:pt x="264" y="2286"/>
                  </a:lnTo>
                  <a:lnTo>
                    <a:pt x="258" y="2292"/>
                  </a:lnTo>
                  <a:lnTo>
                    <a:pt x="252" y="2304"/>
                  </a:lnTo>
                  <a:lnTo>
                    <a:pt x="246" y="2310"/>
                  </a:lnTo>
                  <a:lnTo>
                    <a:pt x="234" y="2316"/>
                  </a:lnTo>
                  <a:lnTo>
                    <a:pt x="228" y="2328"/>
                  </a:lnTo>
                  <a:lnTo>
                    <a:pt x="222" y="2334"/>
                  </a:lnTo>
                  <a:lnTo>
                    <a:pt x="222" y="2340"/>
                  </a:lnTo>
                  <a:lnTo>
                    <a:pt x="228" y="2346"/>
                  </a:lnTo>
                  <a:lnTo>
                    <a:pt x="240" y="2352"/>
                  </a:lnTo>
                  <a:lnTo>
                    <a:pt x="252" y="2352"/>
                  </a:lnTo>
                  <a:lnTo>
                    <a:pt x="252" y="2346"/>
                  </a:lnTo>
                  <a:lnTo>
                    <a:pt x="240" y="2334"/>
                  </a:lnTo>
                  <a:lnTo>
                    <a:pt x="264" y="2328"/>
                  </a:lnTo>
                  <a:lnTo>
                    <a:pt x="282" y="2346"/>
                  </a:lnTo>
                  <a:lnTo>
                    <a:pt x="324" y="2346"/>
                  </a:lnTo>
                  <a:lnTo>
                    <a:pt x="336" y="2352"/>
                  </a:lnTo>
                  <a:lnTo>
                    <a:pt x="342" y="2364"/>
                  </a:lnTo>
                  <a:lnTo>
                    <a:pt x="354" y="2370"/>
                  </a:lnTo>
                  <a:lnTo>
                    <a:pt x="354" y="2376"/>
                  </a:lnTo>
                  <a:lnTo>
                    <a:pt x="336" y="2394"/>
                  </a:lnTo>
                  <a:lnTo>
                    <a:pt x="342" y="2406"/>
                  </a:lnTo>
                  <a:lnTo>
                    <a:pt x="360" y="2406"/>
                  </a:lnTo>
                  <a:lnTo>
                    <a:pt x="360" y="2418"/>
                  </a:lnTo>
                  <a:lnTo>
                    <a:pt x="378" y="2424"/>
                  </a:lnTo>
                  <a:lnTo>
                    <a:pt x="384" y="2406"/>
                  </a:lnTo>
                  <a:lnTo>
                    <a:pt x="402" y="2424"/>
                  </a:lnTo>
                  <a:lnTo>
                    <a:pt x="408" y="2424"/>
                  </a:lnTo>
                  <a:lnTo>
                    <a:pt x="420" y="2430"/>
                  </a:lnTo>
                  <a:lnTo>
                    <a:pt x="426" y="2436"/>
                  </a:lnTo>
                  <a:lnTo>
                    <a:pt x="426" y="2448"/>
                  </a:lnTo>
                  <a:lnTo>
                    <a:pt x="414" y="2460"/>
                  </a:lnTo>
                  <a:lnTo>
                    <a:pt x="408" y="2454"/>
                  </a:lnTo>
                  <a:lnTo>
                    <a:pt x="396" y="2454"/>
                  </a:lnTo>
                  <a:lnTo>
                    <a:pt x="384" y="2448"/>
                  </a:lnTo>
                  <a:lnTo>
                    <a:pt x="378" y="2442"/>
                  </a:lnTo>
                  <a:lnTo>
                    <a:pt x="366" y="2442"/>
                  </a:lnTo>
                  <a:lnTo>
                    <a:pt x="366" y="2454"/>
                  </a:lnTo>
                  <a:lnTo>
                    <a:pt x="372" y="2460"/>
                  </a:lnTo>
                  <a:lnTo>
                    <a:pt x="378" y="2460"/>
                  </a:lnTo>
                  <a:lnTo>
                    <a:pt x="390" y="2472"/>
                  </a:lnTo>
                  <a:lnTo>
                    <a:pt x="402" y="2496"/>
                  </a:lnTo>
                  <a:lnTo>
                    <a:pt x="402" y="2508"/>
                  </a:lnTo>
                  <a:lnTo>
                    <a:pt x="384" y="2508"/>
                  </a:lnTo>
                  <a:lnTo>
                    <a:pt x="396" y="2526"/>
                  </a:lnTo>
                  <a:lnTo>
                    <a:pt x="414" y="2562"/>
                  </a:lnTo>
                  <a:lnTo>
                    <a:pt x="426" y="2520"/>
                  </a:lnTo>
                  <a:lnTo>
                    <a:pt x="426" y="2550"/>
                  </a:lnTo>
                  <a:lnTo>
                    <a:pt x="444" y="2574"/>
                  </a:lnTo>
                  <a:lnTo>
                    <a:pt x="420" y="2574"/>
                  </a:lnTo>
                  <a:lnTo>
                    <a:pt x="426" y="2592"/>
                  </a:lnTo>
                  <a:lnTo>
                    <a:pt x="450" y="2592"/>
                  </a:lnTo>
                  <a:lnTo>
                    <a:pt x="432" y="2604"/>
                  </a:lnTo>
                  <a:lnTo>
                    <a:pt x="462" y="2616"/>
                  </a:lnTo>
                  <a:lnTo>
                    <a:pt x="444" y="2628"/>
                  </a:lnTo>
                  <a:lnTo>
                    <a:pt x="474" y="2640"/>
                  </a:lnTo>
                  <a:lnTo>
                    <a:pt x="462" y="2652"/>
                  </a:lnTo>
                  <a:lnTo>
                    <a:pt x="480" y="2658"/>
                  </a:lnTo>
                  <a:lnTo>
                    <a:pt x="480" y="2652"/>
                  </a:lnTo>
                  <a:lnTo>
                    <a:pt x="486" y="2640"/>
                  </a:lnTo>
                  <a:lnTo>
                    <a:pt x="486" y="2634"/>
                  </a:lnTo>
                  <a:lnTo>
                    <a:pt x="492" y="2634"/>
                  </a:lnTo>
                  <a:lnTo>
                    <a:pt x="498" y="2640"/>
                  </a:lnTo>
                  <a:lnTo>
                    <a:pt x="504" y="2652"/>
                  </a:lnTo>
                  <a:lnTo>
                    <a:pt x="498" y="2658"/>
                  </a:lnTo>
                  <a:lnTo>
                    <a:pt x="498" y="2664"/>
                  </a:lnTo>
                  <a:lnTo>
                    <a:pt x="492" y="2664"/>
                  </a:lnTo>
                  <a:lnTo>
                    <a:pt x="480" y="2676"/>
                  </a:lnTo>
                  <a:lnTo>
                    <a:pt x="480" y="2682"/>
                  </a:lnTo>
                  <a:lnTo>
                    <a:pt x="486" y="2688"/>
                  </a:lnTo>
                  <a:lnTo>
                    <a:pt x="516" y="2688"/>
                  </a:lnTo>
                  <a:lnTo>
                    <a:pt x="516" y="2700"/>
                  </a:lnTo>
                  <a:lnTo>
                    <a:pt x="540" y="2724"/>
                  </a:lnTo>
                  <a:lnTo>
                    <a:pt x="552" y="2730"/>
                  </a:lnTo>
                  <a:lnTo>
                    <a:pt x="558" y="2736"/>
                  </a:lnTo>
                  <a:lnTo>
                    <a:pt x="558" y="2700"/>
                  </a:lnTo>
                  <a:lnTo>
                    <a:pt x="564" y="2700"/>
                  </a:lnTo>
                  <a:lnTo>
                    <a:pt x="570" y="2706"/>
                  </a:lnTo>
                  <a:lnTo>
                    <a:pt x="582" y="2712"/>
                  </a:lnTo>
                  <a:lnTo>
                    <a:pt x="600" y="2718"/>
                  </a:lnTo>
                  <a:lnTo>
                    <a:pt x="624" y="2742"/>
                  </a:lnTo>
                  <a:lnTo>
                    <a:pt x="618" y="2748"/>
                  </a:lnTo>
                  <a:lnTo>
                    <a:pt x="618" y="2754"/>
                  </a:lnTo>
                  <a:lnTo>
                    <a:pt x="612" y="2760"/>
                  </a:lnTo>
                  <a:lnTo>
                    <a:pt x="630" y="2766"/>
                  </a:lnTo>
                  <a:lnTo>
                    <a:pt x="630" y="2790"/>
                  </a:lnTo>
                  <a:lnTo>
                    <a:pt x="684" y="2790"/>
                  </a:lnTo>
                  <a:lnTo>
                    <a:pt x="696" y="2802"/>
                  </a:lnTo>
                  <a:lnTo>
                    <a:pt x="666" y="2802"/>
                  </a:lnTo>
                  <a:lnTo>
                    <a:pt x="654" y="2814"/>
                  </a:lnTo>
                  <a:lnTo>
                    <a:pt x="630" y="2814"/>
                  </a:lnTo>
                  <a:lnTo>
                    <a:pt x="618" y="2832"/>
                  </a:lnTo>
                  <a:lnTo>
                    <a:pt x="648" y="2832"/>
                  </a:lnTo>
                  <a:lnTo>
                    <a:pt x="636" y="2850"/>
                  </a:lnTo>
                  <a:lnTo>
                    <a:pt x="666" y="2844"/>
                  </a:lnTo>
                  <a:lnTo>
                    <a:pt x="666" y="2826"/>
                  </a:lnTo>
                  <a:lnTo>
                    <a:pt x="690" y="2838"/>
                  </a:lnTo>
                  <a:lnTo>
                    <a:pt x="696" y="2826"/>
                  </a:lnTo>
                  <a:lnTo>
                    <a:pt x="702" y="2820"/>
                  </a:lnTo>
                  <a:lnTo>
                    <a:pt x="714" y="2814"/>
                  </a:lnTo>
                  <a:lnTo>
                    <a:pt x="720" y="2808"/>
                  </a:lnTo>
                  <a:lnTo>
                    <a:pt x="732" y="2808"/>
                  </a:lnTo>
                  <a:lnTo>
                    <a:pt x="732" y="2820"/>
                  </a:lnTo>
                  <a:lnTo>
                    <a:pt x="726" y="2832"/>
                  </a:lnTo>
                  <a:lnTo>
                    <a:pt x="702" y="2856"/>
                  </a:lnTo>
                  <a:lnTo>
                    <a:pt x="696" y="2850"/>
                  </a:lnTo>
                  <a:lnTo>
                    <a:pt x="678" y="2850"/>
                  </a:lnTo>
                  <a:lnTo>
                    <a:pt x="678" y="2868"/>
                  </a:lnTo>
                  <a:lnTo>
                    <a:pt x="642" y="2868"/>
                  </a:lnTo>
                  <a:lnTo>
                    <a:pt x="630" y="2880"/>
                  </a:lnTo>
                  <a:lnTo>
                    <a:pt x="642" y="2886"/>
                  </a:lnTo>
                  <a:lnTo>
                    <a:pt x="648" y="2916"/>
                  </a:lnTo>
                  <a:lnTo>
                    <a:pt x="678" y="2898"/>
                  </a:lnTo>
                  <a:lnTo>
                    <a:pt x="684" y="2910"/>
                  </a:lnTo>
                  <a:lnTo>
                    <a:pt x="684" y="2916"/>
                  </a:lnTo>
                  <a:lnTo>
                    <a:pt x="690" y="2916"/>
                  </a:lnTo>
                  <a:lnTo>
                    <a:pt x="696" y="2910"/>
                  </a:lnTo>
                  <a:lnTo>
                    <a:pt x="702" y="2898"/>
                  </a:lnTo>
                  <a:lnTo>
                    <a:pt x="702" y="2892"/>
                  </a:lnTo>
                  <a:lnTo>
                    <a:pt x="708" y="2880"/>
                  </a:lnTo>
                  <a:lnTo>
                    <a:pt x="714" y="287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38" name="Chad" descr="© INSCALE GmbH, 05.05.2010&#10;http://www.presentationload.com/">
              <a:extLst>
                <a:ext uri="{FF2B5EF4-FFF2-40B4-BE49-F238E27FC236}">
                  <a16:creationId xmlns:a16="http://schemas.microsoft.com/office/drawing/2014/main" id="{F14BB1AC-0FF3-4BEA-8175-327B702CC89C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047335" y="2380335"/>
              <a:ext cx="245560" cy="423865"/>
            </a:xfrm>
            <a:custGeom>
              <a:avLst/>
              <a:gdLst>
                <a:gd name="T0" fmla="*/ 2147483647 w 744"/>
                <a:gd name="T1" fmla="*/ 2147483647 h 1290"/>
                <a:gd name="T2" fmla="*/ 2147483647 w 744"/>
                <a:gd name="T3" fmla="*/ 0 h 1290"/>
                <a:gd name="T4" fmla="*/ 2147483647 w 744"/>
                <a:gd name="T5" fmla="*/ 2147483647 h 1290"/>
                <a:gd name="T6" fmla="*/ 2147483647 w 744"/>
                <a:gd name="T7" fmla="*/ 2147483647 h 1290"/>
                <a:gd name="T8" fmla="*/ 2147483647 w 744"/>
                <a:gd name="T9" fmla="*/ 2147483647 h 1290"/>
                <a:gd name="T10" fmla="*/ 2147483647 w 744"/>
                <a:gd name="T11" fmla="*/ 2147483647 h 1290"/>
                <a:gd name="T12" fmla="*/ 2147483647 w 744"/>
                <a:gd name="T13" fmla="*/ 2147483647 h 1290"/>
                <a:gd name="T14" fmla="*/ 2147483647 w 744"/>
                <a:gd name="T15" fmla="*/ 2147483647 h 1290"/>
                <a:gd name="T16" fmla="*/ 2147483647 w 744"/>
                <a:gd name="T17" fmla="*/ 2147483647 h 1290"/>
                <a:gd name="T18" fmla="*/ 0 w 744"/>
                <a:gd name="T19" fmla="*/ 2147483647 h 1290"/>
                <a:gd name="T20" fmla="*/ 2147483647 w 744"/>
                <a:gd name="T21" fmla="*/ 2147483647 h 1290"/>
                <a:gd name="T22" fmla="*/ 2147483647 w 744"/>
                <a:gd name="T23" fmla="*/ 2147483647 h 1290"/>
                <a:gd name="T24" fmla="*/ 2147483647 w 744"/>
                <a:gd name="T25" fmla="*/ 2147483647 h 1290"/>
                <a:gd name="T26" fmla="*/ 2147483647 w 744"/>
                <a:gd name="T27" fmla="*/ 2147483647 h 1290"/>
                <a:gd name="T28" fmla="*/ 2147483647 w 744"/>
                <a:gd name="T29" fmla="*/ 2147483647 h 1290"/>
                <a:gd name="T30" fmla="*/ 2147483647 w 744"/>
                <a:gd name="T31" fmla="*/ 2147483647 h 1290"/>
                <a:gd name="T32" fmla="*/ 2147483647 w 744"/>
                <a:gd name="T33" fmla="*/ 2147483647 h 1290"/>
                <a:gd name="T34" fmla="*/ 2147483647 w 744"/>
                <a:gd name="T35" fmla="*/ 2147483647 h 1290"/>
                <a:gd name="T36" fmla="*/ 2147483647 w 744"/>
                <a:gd name="T37" fmla="*/ 2147483647 h 1290"/>
                <a:gd name="T38" fmla="*/ 2147483647 w 744"/>
                <a:gd name="T39" fmla="*/ 2147483647 h 1290"/>
                <a:gd name="T40" fmla="*/ 2147483647 w 744"/>
                <a:gd name="T41" fmla="*/ 2147483647 h 1290"/>
                <a:gd name="T42" fmla="*/ 2147483647 w 744"/>
                <a:gd name="T43" fmla="*/ 2147483647 h 1290"/>
                <a:gd name="T44" fmla="*/ 2147483647 w 744"/>
                <a:gd name="T45" fmla="*/ 2147483647 h 1290"/>
                <a:gd name="T46" fmla="*/ 2147483647 w 744"/>
                <a:gd name="T47" fmla="*/ 2147483647 h 1290"/>
                <a:gd name="T48" fmla="*/ 2147483647 w 744"/>
                <a:gd name="T49" fmla="*/ 2147483647 h 1290"/>
                <a:gd name="T50" fmla="*/ 2147483647 w 744"/>
                <a:gd name="T51" fmla="*/ 2147483647 h 1290"/>
                <a:gd name="T52" fmla="*/ 2147483647 w 744"/>
                <a:gd name="T53" fmla="*/ 2147483647 h 1290"/>
                <a:gd name="T54" fmla="*/ 2147483647 w 744"/>
                <a:gd name="T55" fmla="*/ 2147483647 h 1290"/>
                <a:gd name="T56" fmla="*/ 2147483647 w 744"/>
                <a:gd name="T57" fmla="*/ 2147483647 h 1290"/>
                <a:gd name="T58" fmla="*/ 2147483647 w 744"/>
                <a:gd name="T59" fmla="*/ 2147483647 h 1290"/>
                <a:gd name="T60" fmla="*/ 2147483647 w 744"/>
                <a:gd name="T61" fmla="*/ 2147483647 h 1290"/>
                <a:gd name="T62" fmla="*/ 2147483647 w 744"/>
                <a:gd name="T63" fmla="*/ 2147483647 h 1290"/>
                <a:gd name="T64" fmla="*/ 2147483647 w 744"/>
                <a:gd name="T65" fmla="*/ 2147483647 h 1290"/>
                <a:gd name="T66" fmla="*/ 2147483647 w 744"/>
                <a:gd name="T67" fmla="*/ 2147483647 h 1290"/>
                <a:gd name="T68" fmla="*/ 2147483647 w 744"/>
                <a:gd name="T69" fmla="*/ 2147483647 h 1290"/>
                <a:gd name="T70" fmla="*/ 2147483647 w 744"/>
                <a:gd name="T71" fmla="*/ 2147483647 h 1290"/>
                <a:gd name="T72" fmla="*/ 2147483647 w 744"/>
                <a:gd name="T73" fmla="*/ 2147483647 h 1290"/>
                <a:gd name="T74" fmla="*/ 2147483647 w 744"/>
                <a:gd name="T75" fmla="*/ 2147483647 h 1290"/>
                <a:gd name="T76" fmla="*/ 2147483647 w 744"/>
                <a:gd name="T77" fmla="*/ 2147483647 h 1290"/>
                <a:gd name="T78" fmla="*/ 2147483647 w 744"/>
                <a:gd name="T79" fmla="*/ 2147483647 h 1290"/>
                <a:gd name="T80" fmla="*/ 2147483647 w 744"/>
                <a:gd name="T81" fmla="*/ 2147483647 h 1290"/>
                <a:gd name="T82" fmla="*/ 2147483647 w 744"/>
                <a:gd name="T83" fmla="*/ 2147483647 h 1290"/>
                <a:gd name="T84" fmla="*/ 2147483647 w 744"/>
                <a:gd name="T85" fmla="*/ 2147483647 h 1290"/>
                <a:gd name="T86" fmla="*/ 2147483647 w 744"/>
                <a:gd name="T87" fmla="*/ 2147483647 h 1290"/>
                <a:gd name="T88" fmla="*/ 2147483647 w 744"/>
                <a:gd name="T89" fmla="*/ 2147483647 h 1290"/>
                <a:gd name="T90" fmla="*/ 2147483647 w 744"/>
                <a:gd name="T91" fmla="*/ 2147483647 h 1290"/>
                <a:gd name="T92" fmla="*/ 2147483647 w 744"/>
                <a:gd name="T93" fmla="*/ 2147483647 h 129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744"/>
                <a:gd name="T142" fmla="*/ 0 h 1290"/>
                <a:gd name="T143" fmla="*/ 744 w 744"/>
                <a:gd name="T144" fmla="*/ 1290 h 1290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744" h="1290">
                  <a:moveTo>
                    <a:pt x="678" y="624"/>
                  </a:moveTo>
                  <a:lnTo>
                    <a:pt x="720" y="624"/>
                  </a:lnTo>
                  <a:lnTo>
                    <a:pt x="732" y="630"/>
                  </a:lnTo>
                  <a:lnTo>
                    <a:pt x="744" y="630"/>
                  </a:lnTo>
                  <a:lnTo>
                    <a:pt x="738" y="324"/>
                  </a:lnTo>
                  <a:lnTo>
                    <a:pt x="180" y="0"/>
                  </a:lnTo>
                  <a:lnTo>
                    <a:pt x="156" y="12"/>
                  </a:lnTo>
                  <a:lnTo>
                    <a:pt x="144" y="24"/>
                  </a:lnTo>
                  <a:lnTo>
                    <a:pt x="126" y="30"/>
                  </a:lnTo>
                  <a:lnTo>
                    <a:pt x="108" y="42"/>
                  </a:lnTo>
                  <a:lnTo>
                    <a:pt x="126" y="108"/>
                  </a:lnTo>
                  <a:lnTo>
                    <a:pt x="114" y="156"/>
                  </a:lnTo>
                  <a:lnTo>
                    <a:pt x="144" y="192"/>
                  </a:lnTo>
                  <a:lnTo>
                    <a:pt x="150" y="216"/>
                  </a:lnTo>
                  <a:lnTo>
                    <a:pt x="180" y="252"/>
                  </a:lnTo>
                  <a:lnTo>
                    <a:pt x="162" y="288"/>
                  </a:lnTo>
                  <a:lnTo>
                    <a:pt x="144" y="534"/>
                  </a:lnTo>
                  <a:lnTo>
                    <a:pt x="138" y="540"/>
                  </a:lnTo>
                  <a:lnTo>
                    <a:pt x="120" y="564"/>
                  </a:lnTo>
                  <a:lnTo>
                    <a:pt x="96" y="588"/>
                  </a:lnTo>
                  <a:lnTo>
                    <a:pt x="72" y="618"/>
                  </a:lnTo>
                  <a:lnTo>
                    <a:pt x="54" y="636"/>
                  </a:lnTo>
                  <a:lnTo>
                    <a:pt x="48" y="648"/>
                  </a:lnTo>
                  <a:lnTo>
                    <a:pt x="36" y="666"/>
                  </a:lnTo>
                  <a:lnTo>
                    <a:pt x="30" y="678"/>
                  </a:lnTo>
                  <a:lnTo>
                    <a:pt x="24" y="696"/>
                  </a:lnTo>
                  <a:lnTo>
                    <a:pt x="24" y="708"/>
                  </a:lnTo>
                  <a:lnTo>
                    <a:pt x="18" y="714"/>
                  </a:lnTo>
                  <a:lnTo>
                    <a:pt x="18" y="720"/>
                  </a:lnTo>
                  <a:lnTo>
                    <a:pt x="0" y="726"/>
                  </a:lnTo>
                  <a:lnTo>
                    <a:pt x="6" y="786"/>
                  </a:lnTo>
                  <a:lnTo>
                    <a:pt x="18" y="786"/>
                  </a:lnTo>
                  <a:lnTo>
                    <a:pt x="48" y="834"/>
                  </a:lnTo>
                  <a:lnTo>
                    <a:pt x="48" y="846"/>
                  </a:lnTo>
                  <a:lnTo>
                    <a:pt x="48" y="840"/>
                  </a:lnTo>
                  <a:lnTo>
                    <a:pt x="72" y="834"/>
                  </a:lnTo>
                  <a:lnTo>
                    <a:pt x="72" y="852"/>
                  </a:lnTo>
                  <a:lnTo>
                    <a:pt x="78" y="864"/>
                  </a:lnTo>
                  <a:lnTo>
                    <a:pt x="84" y="870"/>
                  </a:lnTo>
                  <a:lnTo>
                    <a:pt x="96" y="870"/>
                  </a:lnTo>
                  <a:lnTo>
                    <a:pt x="102" y="876"/>
                  </a:lnTo>
                  <a:lnTo>
                    <a:pt x="108" y="876"/>
                  </a:lnTo>
                  <a:lnTo>
                    <a:pt x="102" y="912"/>
                  </a:lnTo>
                  <a:lnTo>
                    <a:pt x="114" y="918"/>
                  </a:lnTo>
                  <a:lnTo>
                    <a:pt x="120" y="930"/>
                  </a:lnTo>
                  <a:lnTo>
                    <a:pt x="120" y="966"/>
                  </a:lnTo>
                  <a:lnTo>
                    <a:pt x="114" y="966"/>
                  </a:lnTo>
                  <a:lnTo>
                    <a:pt x="114" y="1002"/>
                  </a:lnTo>
                  <a:lnTo>
                    <a:pt x="120" y="1020"/>
                  </a:lnTo>
                  <a:lnTo>
                    <a:pt x="120" y="1038"/>
                  </a:lnTo>
                  <a:lnTo>
                    <a:pt x="126" y="1050"/>
                  </a:lnTo>
                  <a:lnTo>
                    <a:pt x="138" y="1056"/>
                  </a:lnTo>
                  <a:lnTo>
                    <a:pt x="144" y="1068"/>
                  </a:lnTo>
                  <a:lnTo>
                    <a:pt x="162" y="1086"/>
                  </a:lnTo>
                  <a:lnTo>
                    <a:pt x="66" y="1086"/>
                  </a:lnTo>
                  <a:lnTo>
                    <a:pt x="54" y="1092"/>
                  </a:lnTo>
                  <a:lnTo>
                    <a:pt x="48" y="1098"/>
                  </a:lnTo>
                  <a:lnTo>
                    <a:pt x="48" y="1110"/>
                  </a:lnTo>
                  <a:lnTo>
                    <a:pt x="60" y="1134"/>
                  </a:lnTo>
                  <a:lnTo>
                    <a:pt x="72" y="1146"/>
                  </a:lnTo>
                  <a:lnTo>
                    <a:pt x="78" y="1158"/>
                  </a:lnTo>
                  <a:lnTo>
                    <a:pt x="90" y="1170"/>
                  </a:lnTo>
                  <a:lnTo>
                    <a:pt x="108" y="1182"/>
                  </a:lnTo>
                  <a:lnTo>
                    <a:pt x="120" y="1188"/>
                  </a:lnTo>
                  <a:lnTo>
                    <a:pt x="132" y="1200"/>
                  </a:lnTo>
                  <a:lnTo>
                    <a:pt x="144" y="1224"/>
                  </a:lnTo>
                  <a:lnTo>
                    <a:pt x="144" y="1242"/>
                  </a:lnTo>
                  <a:lnTo>
                    <a:pt x="150" y="1254"/>
                  </a:lnTo>
                  <a:lnTo>
                    <a:pt x="156" y="1272"/>
                  </a:lnTo>
                  <a:lnTo>
                    <a:pt x="156" y="1284"/>
                  </a:lnTo>
                  <a:lnTo>
                    <a:pt x="162" y="1284"/>
                  </a:lnTo>
                  <a:lnTo>
                    <a:pt x="168" y="1290"/>
                  </a:lnTo>
                  <a:lnTo>
                    <a:pt x="186" y="1290"/>
                  </a:lnTo>
                  <a:lnTo>
                    <a:pt x="198" y="1284"/>
                  </a:lnTo>
                  <a:lnTo>
                    <a:pt x="216" y="1266"/>
                  </a:lnTo>
                  <a:lnTo>
                    <a:pt x="228" y="1260"/>
                  </a:lnTo>
                  <a:lnTo>
                    <a:pt x="234" y="1254"/>
                  </a:lnTo>
                  <a:lnTo>
                    <a:pt x="234" y="1278"/>
                  </a:lnTo>
                  <a:lnTo>
                    <a:pt x="240" y="1284"/>
                  </a:lnTo>
                  <a:lnTo>
                    <a:pt x="246" y="1284"/>
                  </a:lnTo>
                  <a:lnTo>
                    <a:pt x="258" y="1278"/>
                  </a:lnTo>
                  <a:lnTo>
                    <a:pt x="270" y="1266"/>
                  </a:lnTo>
                  <a:lnTo>
                    <a:pt x="276" y="1254"/>
                  </a:lnTo>
                  <a:lnTo>
                    <a:pt x="282" y="1248"/>
                  </a:lnTo>
                  <a:lnTo>
                    <a:pt x="372" y="1248"/>
                  </a:lnTo>
                  <a:lnTo>
                    <a:pt x="378" y="1242"/>
                  </a:lnTo>
                  <a:lnTo>
                    <a:pt x="384" y="1230"/>
                  </a:lnTo>
                  <a:lnTo>
                    <a:pt x="390" y="1224"/>
                  </a:lnTo>
                  <a:lnTo>
                    <a:pt x="396" y="1212"/>
                  </a:lnTo>
                  <a:lnTo>
                    <a:pt x="402" y="1206"/>
                  </a:lnTo>
                  <a:lnTo>
                    <a:pt x="402" y="1194"/>
                  </a:lnTo>
                  <a:lnTo>
                    <a:pt x="390" y="1182"/>
                  </a:lnTo>
                  <a:lnTo>
                    <a:pt x="384" y="1182"/>
                  </a:lnTo>
                  <a:lnTo>
                    <a:pt x="402" y="1170"/>
                  </a:lnTo>
                  <a:lnTo>
                    <a:pt x="420" y="1170"/>
                  </a:lnTo>
                  <a:lnTo>
                    <a:pt x="462" y="1164"/>
                  </a:lnTo>
                  <a:lnTo>
                    <a:pt x="510" y="1146"/>
                  </a:lnTo>
                  <a:lnTo>
                    <a:pt x="528" y="1134"/>
                  </a:lnTo>
                  <a:lnTo>
                    <a:pt x="552" y="1110"/>
                  </a:lnTo>
                  <a:lnTo>
                    <a:pt x="552" y="1092"/>
                  </a:lnTo>
                  <a:lnTo>
                    <a:pt x="588" y="1068"/>
                  </a:lnTo>
                  <a:lnTo>
                    <a:pt x="594" y="1038"/>
                  </a:lnTo>
                  <a:lnTo>
                    <a:pt x="648" y="1008"/>
                  </a:lnTo>
                  <a:lnTo>
                    <a:pt x="672" y="1008"/>
                  </a:lnTo>
                  <a:lnTo>
                    <a:pt x="672" y="996"/>
                  </a:lnTo>
                  <a:lnTo>
                    <a:pt x="684" y="996"/>
                  </a:lnTo>
                  <a:lnTo>
                    <a:pt x="684" y="990"/>
                  </a:lnTo>
                  <a:lnTo>
                    <a:pt x="678" y="984"/>
                  </a:lnTo>
                  <a:lnTo>
                    <a:pt x="666" y="966"/>
                  </a:lnTo>
                  <a:lnTo>
                    <a:pt x="654" y="960"/>
                  </a:lnTo>
                  <a:lnTo>
                    <a:pt x="648" y="960"/>
                  </a:lnTo>
                  <a:lnTo>
                    <a:pt x="642" y="936"/>
                  </a:lnTo>
                  <a:lnTo>
                    <a:pt x="660" y="930"/>
                  </a:lnTo>
                  <a:lnTo>
                    <a:pt x="642" y="918"/>
                  </a:lnTo>
                  <a:lnTo>
                    <a:pt x="642" y="876"/>
                  </a:lnTo>
                  <a:lnTo>
                    <a:pt x="636" y="870"/>
                  </a:lnTo>
                  <a:lnTo>
                    <a:pt x="624" y="870"/>
                  </a:lnTo>
                  <a:lnTo>
                    <a:pt x="618" y="876"/>
                  </a:lnTo>
                  <a:lnTo>
                    <a:pt x="606" y="876"/>
                  </a:lnTo>
                  <a:lnTo>
                    <a:pt x="600" y="870"/>
                  </a:lnTo>
                  <a:lnTo>
                    <a:pt x="600" y="852"/>
                  </a:lnTo>
                  <a:lnTo>
                    <a:pt x="606" y="840"/>
                  </a:lnTo>
                  <a:lnTo>
                    <a:pt x="618" y="834"/>
                  </a:lnTo>
                  <a:lnTo>
                    <a:pt x="630" y="822"/>
                  </a:lnTo>
                  <a:lnTo>
                    <a:pt x="630" y="810"/>
                  </a:lnTo>
                  <a:lnTo>
                    <a:pt x="618" y="786"/>
                  </a:lnTo>
                  <a:lnTo>
                    <a:pt x="612" y="780"/>
                  </a:lnTo>
                  <a:lnTo>
                    <a:pt x="630" y="762"/>
                  </a:lnTo>
                  <a:lnTo>
                    <a:pt x="648" y="750"/>
                  </a:lnTo>
                  <a:lnTo>
                    <a:pt x="642" y="732"/>
                  </a:lnTo>
                  <a:lnTo>
                    <a:pt x="636" y="708"/>
                  </a:lnTo>
                  <a:lnTo>
                    <a:pt x="648" y="708"/>
                  </a:lnTo>
                  <a:lnTo>
                    <a:pt x="648" y="690"/>
                  </a:lnTo>
                  <a:lnTo>
                    <a:pt x="660" y="678"/>
                  </a:lnTo>
                  <a:lnTo>
                    <a:pt x="672" y="672"/>
                  </a:lnTo>
                  <a:lnTo>
                    <a:pt x="678" y="666"/>
                  </a:lnTo>
                  <a:lnTo>
                    <a:pt x="678" y="660"/>
                  </a:lnTo>
                  <a:lnTo>
                    <a:pt x="672" y="654"/>
                  </a:lnTo>
                  <a:lnTo>
                    <a:pt x="672" y="642"/>
                  </a:lnTo>
                  <a:lnTo>
                    <a:pt x="666" y="636"/>
                  </a:lnTo>
                  <a:lnTo>
                    <a:pt x="678" y="62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39" name="Central African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76A5C7ED-2433-4A21-A926-69CB03363846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070603" y="2711719"/>
              <a:ext cx="302427" cy="229915"/>
            </a:xfrm>
            <a:custGeom>
              <a:avLst/>
              <a:gdLst>
                <a:gd name="T0" fmla="*/ 2147483647 w 912"/>
                <a:gd name="T1" fmla="*/ 2147483647 h 702"/>
                <a:gd name="T2" fmla="*/ 2147483647 w 912"/>
                <a:gd name="T3" fmla="*/ 2147483647 h 702"/>
                <a:gd name="T4" fmla="*/ 2147483647 w 912"/>
                <a:gd name="T5" fmla="*/ 2147483647 h 702"/>
                <a:gd name="T6" fmla="*/ 2147483647 w 912"/>
                <a:gd name="T7" fmla="*/ 2147483647 h 702"/>
                <a:gd name="T8" fmla="*/ 2147483647 w 912"/>
                <a:gd name="T9" fmla="*/ 2147483647 h 702"/>
                <a:gd name="T10" fmla="*/ 2147483647 w 912"/>
                <a:gd name="T11" fmla="*/ 2147483647 h 702"/>
                <a:gd name="T12" fmla="*/ 2147483647 w 912"/>
                <a:gd name="T13" fmla="*/ 2147483647 h 702"/>
                <a:gd name="T14" fmla="*/ 2147483647 w 912"/>
                <a:gd name="T15" fmla="*/ 2147483647 h 702"/>
                <a:gd name="T16" fmla="*/ 2147483647 w 912"/>
                <a:gd name="T17" fmla="*/ 2147483647 h 702"/>
                <a:gd name="T18" fmla="*/ 2147483647 w 912"/>
                <a:gd name="T19" fmla="*/ 2147483647 h 702"/>
                <a:gd name="T20" fmla="*/ 2147483647 w 912"/>
                <a:gd name="T21" fmla="*/ 2147483647 h 702"/>
                <a:gd name="T22" fmla="*/ 2147483647 w 912"/>
                <a:gd name="T23" fmla="*/ 2147483647 h 702"/>
                <a:gd name="T24" fmla="*/ 2147483647 w 912"/>
                <a:gd name="T25" fmla="*/ 2147483647 h 702"/>
                <a:gd name="T26" fmla="*/ 2147483647 w 912"/>
                <a:gd name="T27" fmla="*/ 2147483647 h 702"/>
                <a:gd name="T28" fmla="*/ 2147483647 w 912"/>
                <a:gd name="T29" fmla="*/ 2147483647 h 702"/>
                <a:gd name="T30" fmla="*/ 2147483647 w 912"/>
                <a:gd name="T31" fmla="*/ 0 h 702"/>
                <a:gd name="T32" fmla="*/ 2147483647 w 912"/>
                <a:gd name="T33" fmla="*/ 2147483647 h 702"/>
                <a:gd name="T34" fmla="*/ 2147483647 w 912"/>
                <a:gd name="T35" fmla="*/ 2147483647 h 702"/>
                <a:gd name="T36" fmla="*/ 2147483647 w 912"/>
                <a:gd name="T37" fmla="*/ 2147483647 h 702"/>
                <a:gd name="T38" fmla="*/ 2147483647 w 912"/>
                <a:gd name="T39" fmla="*/ 2147483647 h 702"/>
                <a:gd name="T40" fmla="*/ 2147483647 w 912"/>
                <a:gd name="T41" fmla="*/ 2147483647 h 702"/>
                <a:gd name="T42" fmla="*/ 2147483647 w 912"/>
                <a:gd name="T43" fmla="*/ 2147483647 h 702"/>
                <a:gd name="T44" fmla="*/ 2147483647 w 912"/>
                <a:gd name="T45" fmla="*/ 2147483647 h 702"/>
                <a:gd name="T46" fmla="*/ 2147483647 w 912"/>
                <a:gd name="T47" fmla="*/ 2147483647 h 702"/>
                <a:gd name="T48" fmla="*/ 2147483647 w 912"/>
                <a:gd name="T49" fmla="*/ 2147483647 h 702"/>
                <a:gd name="T50" fmla="*/ 2147483647 w 912"/>
                <a:gd name="T51" fmla="*/ 2147483647 h 702"/>
                <a:gd name="T52" fmla="*/ 2147483647 w 912"/>
                <a:gd name="T53" fmla="*/ 2147483647 h 702"/>
                <a:gd name="T54" fmla="*/ 2147483647 w 912"/>
                <a:gd name="T55" fmla="*/ 2147483647 h 702"/>
                <a:gd name="T56" fmla="*/ 2147483647 w 912"/>
                <a:gd name="T57" fmla="*/ 2147483647 h 702"/>
                <a:gd name="T58" fmla="*/ 2147483647 w 912"/>
                <a:gd name="T59" fmla="*/ 2147483647 h 702"/>
                <a:gd name="T60" fmla="*/ 0 w 912"/>
                <a:gd name="T61" fmla="*/ 2147483647 h 702"/>
                <a:gd name="T62" fmla="*/ 2147483647 w 912"/>
                <a:gd name="T63" fmla="*/ 2147483647 h 702"/>
                <a:gd name="T64" fmla="*/ 2147483647 w 912"/>
                <a:gd name="T65" fmla="*/ 2147483647 h 702"/>
                <a:gd name="T66" fmla="*/ 2147483647 w 912"/>
                <a:gd name="T67" fmla="*/ 2147483647 h 702"/>
                <a:gd name="T68" fmla="*/ 2147483647 w 912"/>
                <a:gd name="T69" fmla="*/ 2147483647 h 702"/>
                <a:gd name="T70" fmla="*/ 2147483647 w 912"/>
                <a:gd name="T71" fmla="*/ 2147483647 h 702"/>
                <a:gd name="T72" fmla="*/ 2147483647 w 912"/>
                <a:gd name="T73" fmla="*/ 2147483647 h 702"/>
                <a:gd name="T74" fmla="*/ 2147483647 w 912"/>
                <a:gd name="T75" fmla="*/ 2147483647 h 702"/>
                <a:gd name="T76" fmla="*/ 2147483647 w 912"/>
                <a:gd name="T77" fmla="*/ 2147483647 h 702"/>
                <a:gd name="T78" fmla="*/ 2147483647 w 912"/>
                <a:gd name="T79" fmla="*/ 2147483647 h 702"/>
                <a:gd name="T80" fmla="*/ 2147483647 w 912"/>
                <a:gd name="T81" fmla="*/ 2147483647 h 702"/>
                <a:gd name="T82" fmla="*/ 2147483647 w 912"/>
                <a:gd name="T83" fmla="*/ 2147483647 h 702"/>
                <a:gd name="T84" fmla="*/ 2147483647 w 912"/>
                <a:gd name="T85" fmla="*/ 2147483647 h 702"/>
                <a:gd name="T86" fmla="*/ 2147483647 w 912"/>
                <a:gd name="T87" fmla="*/ 2147483647 h 702"/>
                <a:gd name="T88" fmla="*/ 2147483647 w 912"/>
                <a:gd name="T89" fmla="*/ 2147483647 h 702"/>
                <a:gd name="T90" fmla="*/ 2147483647 w 912"/>
                <a:gd name="T91" fmla="*/ 2147483647 h 702"/>
                <a:gd name="T92" fmla="*/ 2147483647 w 912"/>
                <a:gd name="T93" fmla="*/ 2147483647 h 702"/>
                <a:gd name="T94" fmla="*/ 2147483647 w 912"/>
                <a:gd name="T95" fmla="*/ 2147483647 h 702"/>
                <a:gd name="T96" fmla="*/ 2147483647 w 912"/>
                <a:gd name="T97" fmla="*/ 2147483647 h 702"/>
                <a:gd name="T98" fmla="*/ 2147483647 w 912"/>
                <a:gd name="T99" fmla="*/ 2147483647 h 702"/>
                <a:gd name="T100" fmla="*/ 2147483647 w 912"/>
                <a:gd name="T101" fmla="*/ 2147483647 h 702"/>
                <a:gd name="T102" fmla="*/ 2147483647 w 912"/>
                <a:gd name="T103" fmla="*/ 2147483647 h 702"/>
                <a:gd name="T104" fmla="*/ 2147483647 w 912"/>
                <a:gd name="T105" fmla="*/ 2147483647 h 702"/>
                <a:gd name="T106" fmla="*/ 2147483647 w 912"/>
                <a:gd name="T107" fmla="*/ 2147483647 h 702"/>
                <a:gd name="T108" fmla="*/ 2147483647 w 912"/>
                <a:gd name="T109" fmla="*/ 2147483647 h 702"/>
                <a:gd name="T110" fmla="*/ 2147483647 w 912"/>
                <a:gd name="T111" fmla="*/ 2147483647 h 702"/>
                <a:gd name="T112" fmla="*/ 2147483647 w 912"/>
                <a:gd name="T113" fmla="*/ 2147483647 h 702"/>
                <a:gd name="T114" fmla="*/ 2147483647 w 912"/>
                <a:gd name="T115" fmla="*/ 2147483647 h 702"/>
                <a:gd name="T116" fmla="*/ 2147483647 w 912"/>
                <a:gd name="T117" fmla="*/ 2147483647 h 702"/>
                <a:gd name="T118" fmla="*/ 2147483647 w 912"/>
                <a:gd name="T119" fmla="*/ 2147483647 h 702"/>
                <a:gd name="T120" fmla="*/ 2147483647 w 912"/>
                <a:gd name="T121" fmla="*/ 2147483647 h 70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912"/>
                <a:gd name="T184" fmla="*/ 0 h 702"/>
                <a:gd name="T185" fmla="*/ 912 w 912"/>
                <a:gd name="T186" fmla="*/ 702 h 70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912" h="702">
                  <a:moveTo>
                    <a:pt x="906" y="420"/>
                  </a:moveTo>
                  <a:lnTo>
                    <a:pt x="900" y="414"/>
                  </a:lnTo>
                  <a:lnTo>
                    <a:pt x="888" y="408"/>
                  </a:lnTo>
                  <a:lnTo>
                    <a:pt x="882" y="402"/>
                  </a:lnTo>
                  <a:lnTo>
                    <a:pt x="858" y="396"/>
                  </a:lnTo>
                  <a:lnTo>
                    <a:pt x="858" y="378"/>
                  </a:lnTo>
                  <a:lnTo>
                    <a:pt x="846" y="366"/>
                  </a:lnTo>
                  <a:lnTo>
                    <a:pt x="846" y="360"/>
                  </a:lnTo>
                  <a:lnTo>
                    <a:pt x="858" y="360"/>
                  </a:lnTo>
                  <a:lnTo>
                    <a:pt x="858" y="348"/>
                  </a:lnTo>
                  <a:lnTo>
                    <a:pt x="852" y="342"/>
                  </a:lnTo>
                  <a:lnTo>
                    <a:pt x="834" y="342"/>
                  </a:lnTo>
                  <a:lnTo>
                    <a:pt x="834" y="336"/>
                  </a:lnTo>
                  <a:lnTo>
                    <a:pt x="828" y="330"/>
                  </a:lnTo>
                  <a:lnTo>
                    <a:pt x="822" y="318"/>
                  </a:lnTo>
                  <a:lnTo>
                    <a:pt x="810" y="306"/>
                  </a:lnTo>
                  <a:lnTo>
                    <a:pt x="798" y="300"/>
                  </a:lnTo>
                  <a:lnTo>
                    <a:pt x="792" y="300"/>
                  </a:lnTo>
                  <a:lnTo>
                    <a:pt x="780" y="294"/>
                  </a:lnTo>
                  <a:lnTo>
                    <a:pt x="768" y="282"/>
                  </a:lnTo>
                  <a:lnTo>
                    <a:pt x="768" y="276"/>
                  </a:lnTo>
                  <a:lnTo>
                    <a:pt x="774" y="276"/>
                  </a:lnTo>
                  <a:lnTo>
                    <a:pt x="774" y="270"/>
                  </a:lnTo>
                  <a:lnTo>
                    <a:pt x="780" y="270"/>
                  </a:lnTo>
                  <a:lnTo>
                    <a:pt x="780" y="264"/>
                  </a:lnTo>
                  <a:lnTo>
                    <a:pt x="768" y="252"/>
                  </a:lnTo>
                  <a:lnTo>
                    <a:pt x="756" y="246"/>
                  </a:lnTo>
                  <a:lnTo>
                    <a:pt x="750" y="246"/>
                  </a:lnTo>
                  <a:lnTo>
                    <a:pt x="750" y="228"/>
                  </a:lnTo>
                  <a:lnTo>
                    <a:pt x="720" y="228"/>
                  </a:lnTo>
                  <a:lnTo>
                    <a:pt x="696" y="216"/>
                  </a:lnTo>
                  <a:lnTo>
                    <a:pt x="696" y="186"/>
                  </a:lnTo>
                  <a:lnTo>
                    <a:pt x="648" y="180"/>
                  </a:lnTo>
                  <a:lnTo>
                    <a:pt x="654" y="162"/>
                  </a:lnTo>
                  <a:lnTo>
                    <a:pt x="648" y="162"/>
                  </a:lnTo>
                  <a:lnTo>
                    <a:pt x="642" y="156"/>
                  </a:lnTo>
                  <a:lnTo>
                    <a:pt x="642" y="150"/>
                  </a:lnTo>
                  <a:lnTo>
                    <a:pt x="648" y="144"/>
                  </a:lnTo>
                  <a:lnTo>
                    <a:pt x="654" y="132"/>
                  </a:lnTo>
                  <a:lnTo>
                    <a:pt x="660" y="126"/>
                  </a:lnTo>
                  <a:lnTo>
                    <a:pt x="660" y="96"/>
                  </a:lnTo>
                  <a:lnTo>
                    <a:pt x="654" y="84"/>
                  </a:lnTo>
                  <a:lnTo>
                    <a:pt x="648" y="66"/>
                  </a:lnTo>
                  <a:lnTo>
                    <a:pt x="636" y="54"/>
                  </a:lnTo>
                  <a:lnTo>
                    <a:pt x="630" y="42"/>
                  </a:lnTo>
                  <a:lnTo>
                    <a:pt x="600" y="12"/>
                  </a:lnTo>
                  <a:lnTo>
                    <a:pt x="600" y="0"/>
                  </a:lnTo>
                  <a:lnTo>
                    <a:pt x="576" y="0"/>
                  </a:lnTo>
                  <a:lnTo>
                    <a:pt x="522" y="30"/>
                  </a:lnTo>
                  <a:lnTo>
                    <a:pt x="516" y="60"/>
                  </a:lnTo>
                  <a:lnTo>
                    <a:pt x="480" y="84"/>
                  </a:lnTo>
                  <a:lnTo>
                    <a:pt x="480" y="102"/>
                  </a:lnTo>
                  <a:lnTo>
                    <a:pt x="456" y="126"/>
                  </a:lnTo>
                  <a:lnTo>
                    <a:pt x="438" y="138"/>
                  </a:lnTo>
                  <a:lnTo>
                    <a:pt x="390" y="156"/>
                  </a:lnTo>
                  <a:lnTo>
                    <a:pt x="348" y="162"/>
                  </a:lnTo>
                  <a:lnTo>
                    <a:pt x="330" y="162"/>
                  </a:lnTo>
                  <a:lnTo>
                    <a:pt x="312" y="174"/>
                  </a:lnTo>
                  <a:lnTo>
                    <a:pt x="318" y="174"/>
                  </a:lnTo>
                  <a:lnTo>
                    <a:pt x="330" y="186"/>
                  </a:lnTo>
                  <a:lnTo>
                    <a:pt x="330" y="198"/>
                  </a:lnTo>
                  <a:lnTo>
                    <a:pt x="324" y="204"/>
                  </a:lnTo>
                  <a:lnTo>
                    <a:pt x="318" y="216"/>
                  </a:lnTo>
                  <a:lnTo>
                    <a:pt x="312" y="222"/>
                  </a:lnTo>
                  <a:lnTo>
                    <a:pt x="306" y="234"/>
                  </a:lnTo>
                  <a:lnTo>
                    <a:pt x="300" y="240"/>
                  </a:lnTo>
                  <a:lnTo>
                    <a:pt x="210" y="240"/>
                  </a:lnTo>
                  <a:lnTo>
                    <a:pt x="204" y="246"/>
                  </a:lnTo>
                  <a:lnTo>
                    <a:pt x="198" y="258"/>
                  </a:lnTo>
                  <a:lnTo>
                    <a:pt x="186" y="270"/>
                  </a:lnTo>
                  <a:lnTo>
                    <a:pt x="174" y="276"/>
                  </a:lnTo>
                  <a:lnTo>
                    <a:pt x="168" y="276"/>
                  </a:lnTo>
                  <a:lnTo>
                    <a:pt x="162" y="270"/>
                  </a:lnTo>
                  <a:lnTo>
                    <a:pt x="162" y="246"/>
                  </a:lnTo>
                  <a:lnTo>
                    <a:pt x="156" y="252"/>
                  </a:lnTo>
                  <a:lnTo>
                    <a:pt x="144" y="258"/>
                  </a:lnTo>
                  <a:lnTo>
                    <a:pt x="126" y="276"/>
                  </a:lnTo>
                  <a:lnTo>
                    <a:pt x="114" y="282"/>
                  </a:lnTo>
                  <a:lnTo>
                    <a:pt x="96" y="282"/>
                  </a:lnTo>
                  <a:lnTo>
                    <a:pt x="90" y="276"/>
                  </a:lnTo>
                  <a:lnTo>
                    <a:pt x="78" y="276"/>
                  </a:lnTo>
                  <a:lnTo>
                    <a:pt x="66" y="288"/>
                  </a:lnTo>
                  <a:lnTo>
                    <a:pt x="60" y="300"/>
                  </a:lnTo>
                  <a:lnTo>
                    <a:pt x="54" y="306"/>
                  </a:lnTo>
                  <a:lnTo>
                    <a:pt x="54" y="324"/>
                  </a:lnTo>
                  <a:lnTo>
                    <a:pt x="48" y="336"/>
                  </a:lnTo>
                  <a:lnTo>
                    <a:pt x="42" y="336"/>
                  </a:lnTo>
                  <a:lnTo>
                    <a:pt x="36" y="372"/>
                  </a:lnTo>
                  <a:lnTo>
                    <a:pt x="30" y="372"/>
                  </a:lnTo>
                  <a:lnTo>
                    <a:pt x="24" y="378"/>
                  </a:lnTo>
                  <a:lnTo>
                    <a:pt x="12" y="384"/>
                  </a:lnTo>
                  <a:lnTo>
                    <a:pt x="0" y="396"/>
                  </a:lnTo>
                  <a:lnTo>
                    <a:pt x="0" y="402"/>
                  </a:lnTo>
                  <a:lnTo>
                    <a:pt x="12" y="408"/>
                  </a:lnTo>
                  <a:lnTo>
                    <a:pt x="18" y="408"/>
                  </a:lnTo>
                  <a:lnTo>
                    <a:pt x="18" y="444"/>
                  </a:lnTo>
                  <a:lnTo>
                    <a:pt x="6" y="456"/>
                  </a:lnTo>
                  <a:lnTo>
                    <a:pt x="24" y="468"/>
                  </a:lnTo>
                  <a:lnTo>
                    <a:pt x="24" y="516"/>
                  </a:lnTo>
                  <a:lnTo>
                    <a:pt x="30" y="516"/>
                  </a:lnTo>
                  <a:lnTo>
                    <a:pt x="48" y="534"/>
                  </a:lnTo>
                  <a:lnTo>
                    <a:pt x="54" y="534"/>
                  </a:lnTo>
                  <a:lnTo>
                    <a:pt x="54" y="576"/>
                  </a:lnTo>
                  <a:lnTo>
                    <a:pt x="60" y="582"/>
                  </a:lnTo>
                  <a:lnTo>
                    <a:pt x="72" y="606"/>
                  </a:lnTo>
                  <a:lnTo>
                    <a:pt x="84" y="618"/>
                  </a:lnTo>
                  <a:lnTo>
                    <a:pt x="96" y="624"/>
                  </a:lnTo>
                  <a:lnTo>
                    <a:pt x="102" y="636"/>
                  </a:lnTo>
                  <a:lnTo>
                    <a:pt x="114" y="642"/>
                  </a:lnTo>
                  <a:lnTo>
                    <a:pt x="120" y="660"/>
                  </a:lnTo>
                  <a:lnTo>
                    <a:pt x="120" y="690"/>
                  </a:lnTo>
                  <a:lnTo>
                    <a:pt x="132" y="702"/>
                  </a:lnTo>
                  <a:lnTo>
                    <a:pt x="138" y="696"/>
                  </a:lnTo>
                  <a:lnTo>
                    <a:pt x="144" y="684"/>
                  </a:lnTo>
                  <a:lnTo>
                    <a:pt x="150" y="678"/>
                  </a:lnTo>
                  <a:lnTo>
                    <a:pt x="156" y="666"/>
                  </a:lnTo>
                  <a:lnTo>
                    <a:pt x="156" y="642"/>
                  </a:lnTo>
                  <a:lnTo>
                    <a:pt x="144" y="630"/>
                  </a:lnTo>
                  <a:lnTo>
                    <a:pt x="162" y="600"/>
                  </a:lnTo>
                  <a:lnTo>
                    <a:pt x="192" y="600"/>
                  </a:lnTo>
                  <a:lnTo>
                    <a:pt x="210" y="582"/>
                  </a:lnTo>
                  <a:lnTo>
                    <a:pt x="228" y="582"/>
                  </a:lnTo>
                  <a:lnTo>
                    <a:pt x="264" y="600"/>
                  </a:lnTo>
                  <a:lnTo>
                    <a:pt x="276" y="600"/>
                  </a:lnTo>
                  <a:lnTo>
                    <a:pt x="288" y="588"/>
                  </a:lnTo>
                  <a:lnTo>
                    <a:pt x="300" y="570"/>
                  </a:lnTo>
                  <a:lnTo>
                    <a:pt x="300" y="552"/>
                  </a:lnTo>
                  <a:lnTo>
                    <a:pt x="294" y="552"/>
                  </a:lnTo>
                  <a:lnTo>
                    <a:pt x="294" y="540"/>
                  </a:lnTo>
                  <a:lnTo>
                    <a:pt x="306" y="528"/>
                  </a:lnTo>
                  <a:lnTo>
                    <a:pt x="312" y="528"/>
                  </a:lnTo>
                  <a:lnTo>
                    <a:pt x="324" y="516"/>
                  </a:lnTo>
                  <a:lnTo>
                    <a:pt x="330" y="504"/>
                  </a:lnTo>
                  <a:lnTo>
                    <a:pt x="330" y="498"/>
                  </a:lnTo>
                  <a:lnTo>
                    <a:pt x="336" y="486"/>
                  </a:lnTo>
                  <a:lnTo>
                    <a:pt x="336" y="480"/>
                  </a:lnTo>
                  <a:lnTo>
                    <a:pt x="342" y="474"/>
                  </a:lnTo>
                  <a:lnTo>
                    <a:pt x="354" y="468"/>
                  </a:lnTo>
                  <a:lnTo>
                    <a:pt x="366" y="468"/>
                  </a:lnTo>
                  <a:lnTo>
                    <a:pt x="384" y="474"/>
                  </a:lnTo>
                  <a:lnTo>
                    <a:pt x="396" y="474"/>
                  </a:lnTo>
                  <a:lnTo>
                    <a:pt x="408" y="480"/>
                  </a:lnTo>
                  <a:lnTo>
                    <a:pt x="408" y="492"/>
                  </a:lnTo>
                  <a:lnTo>
                    <a:pt x="426" y="492"/>
                  </a:lnTo>
                  <a:lnTo>
                    <a:pt x="432" y="498"/>
                  </a:lnTo>
                  <a:lnTo>
                    <a:pt x="432" y="528"/>
                  </a:lnTo>
                  <a:lnTo>
                    <a:pt x="474" y="528"/>
                  </a:lnTo>
                  <a:lnTo>
                    <a:pt x="480" y="534"/>
                  </a:lnTo>
                  <a:lnTo>
                    <a:pt x="492" y="540"/>
                  </a:lnTo>
                  <a:lnTo>
                    <a:pt x="540" y="540"/>
                  </a:lnTo>
                  <a:lnTo>
                    <a:pt x="552" y="546"/>
                  </a:lnTo>
                  <a:lnTo>
                    <a:pt x="558" y="552"/>
                  </a:lnTo>
                  <a:lnTo>
                    <a:pt x="570" y="558"/>
                  </a:lnTo>
                  <a:lnTo>
                    <a:pt x="576" y="552"/>
                  </a:lnTo>
                  <a:lnTo>
                    <a:pt x="582" y="540"/>
                  </a:lnTo>
                  <a:lnTo>
                    <a:pt x="588" y="534"/>
                  </a:lnTo>
                  <a:lnTo>
                    <a:pt x="588" y="522"/>
                  </a:lnTo>
                  <a:lnTo>
                    <a:pt x="606" y="504"/>
                  </a:lnTo>
                  <a:lnTo>
                    <a:pt x="612" y="492"/>
                  </a:lnTo>
                  <a:lnTo>
                    <a:pt x="636" y="516"/>
                  </a:lnTo>
                  <a:lnTo>
                    <a:pt x="642" y="516"/>
                  </a:lnTo>
                  <a:lnTo>
                    <a:pt x="648" y="510"/>
                  </a:lnTo>
                  <a:lnTo>
                    <a:pt x="660" y="504"/>
                  </a:lnTo>
                  <a:lnTo>
                    <a:pt x="672" y="492"/>
                  </a:lnTo>
                  <a:lnTo>
                    <a:pt x="690" y="492"/>
                  </a:lnTo>
                  <a:lnTo>
                    <a:pt x="714" y="474"/>
                  </a:lnTo>
                  <a:lnTo>
                    <a:pt x="726" y="486"/>
                  </a:lnTo>
                  <a:lnTo>
                    <a:pt x="750" y="486"/>
                  </a:lnTo>
                  <a:lnTo>
                    <a:pt x="756" y="480"/>
                  </a:lnTo>
                  <a:lnTo>
                    <a:pt x="768" y="480"/>
                  </a:lnTo>
                  <a:lnTo>
                    <a:pt x="768" y="468"/>
                  </a:lnTo>
                  <a:lnTo>
                    <a:pt x="786" y="450"/>
                  </a:lnTo>
                  <a:lnTo>
                    <a:pt x="792" y="450"/>
                  </a:lnTo>
                  <a:lnTo>
                    <a:pt x="792" y="456"/>
                  </a:lnTo>
                  <a:lnTo>
                    <a:pt x="804" y="468"/>
                  </a:lnTo>
                  <a:lnTo>
                    <a:pt x="840" y="462"/>
                  </a:lnTo>
                  <a:lnTo>
                    <a:pt x="840" y="468"/>
                  </a:lnTo>
                  <a:lnTo>
                    <a:pt x="852" y="480"/>
                  </a:lnTo>
                  <a:lnTo>
                    <a:pt x="876" y="480"/>
                  </a:lnTo>
                  <a:lnTo>
                    <a:pt x="894" y="474"/>
                  </a:lnTo>
                  <a:lnTo>
                    <a:pt x="912" y="456"/>
                  </a:lnTo>
                  <a:lnTo>
                    <a:pt x="912" y="432"/>
                  </a:lnTo>
                  <a:lnTo>
                    <a:pt x="906" y="42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40" name="Canada" descr="© INSCALE GmbH, 05.05.2010&#10;http://www.presentationload.com/">
              <a:extLst>
                <a:ext uri="{FF2B5EF4-FFF2-40B4-BE49-F238E27FC236}">
                  <a16:creationId xmlns:a16="http://schemas.microsoft.com/office/drawing/2014/main" id="{09E1DCA6-B9FE-428C-99AC-56E349D21B1D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1122596" y="944335"/>
              <a:ext cx="1841696" cy="947915"/>
            </a:xfrm>
            <a:custGeom>
              <a:avLst/>
              <a:gdLst>
                <a:gd name="T0" fmla="*/ 2147483647 w 5574"/>
                <a:gd name="T1" fmla="*/ 2147483647 h 2886"/>
                <a:gd name="T2" fmla="*/ 2147483647 w 5574"/>
                <a:gd name="T3" fmla="*/ 2147483647 h 2886"/>
                <a:gd name="T4" fmla="*/ 2147483647 w 5574"/>
                <a:gd name="T5" fmla="*/ 2147483647 h 2886"/>
                <a:gd name="T6" fmla="*/ 2147483647 w 5574"/>
                <a:gd name="T7" fmla="*/ 2147483647 h 2886"/>
                <a:gd name="T8" fmla="*/ 2147483647 w 5574"/>
                <a:gd name="T9" fmla="*/ 2147483647 h 2886"/>
                <a:gd name="T10" fmla="*/ 2147483647 w 5574"/>
                <a:gd name="T11" fmla="*/ 2147483647 h 2886"/>
                <a:gd name="T12" fmla="*/ 2147483647 w 5574"/>
                <a:gd name="T13" fmla="*/ 2147483647 h 2886"/>
                <a:gd name="T14" fmla="*/ 2147483647 w 5574"/>
                <a:gd name="T15" fmla="*/ 2147483647 h 2886"/>
                <a:gd name="T16" fmla="*/ 2147483647 w 5574"/>
                <a:gd name="T17" fmla="*/ 2147483647 h 2886"/>
                <a:gd name="T18" fmla="*/ 2147483647 w 5574"/>
                <a:gd name="T19" fmla="*/ 2147483647 h 2886"/>
                <a:gd name="T20" fmla="*/ 2147483647 w 5574"/>
                <a:gd name="T21" fmla="*/ 2147483647 h 2886"/>
                <a:gd name="T22" fmla="*/ 2147483647 w 5574"/>
                <a:gd name="T23" fmla="*/ 2147483647 h 2886"/>
                <a:gd name="T24" fmla="*/ 2147483647 w 5574"/>
                <a:gd name="T25" fmla="*/ 2147483647 h 2886"/>
                <a:gd name="T26" fmla="*/ 2147483647 w 5574"/>
                <a:gd name="T27" fmla="*/ 2147483647 h 2886"/>
                <a:gd name="T28" fmla="*/ 2147483647 w 5574"/>
                <a:gd name="T29" fmla="*/ 2147483647 h 2886"/>
                <a:gd name="T30" fmla="*/ 2147483647 w 5574"/>
                <a:gd name="T31" fmla="*/ 2147483647 h 2886"/>
                <a:gd name="T32" fmla="*/ 2147483647 w 5574"/>
                <a:gd name="T33" fmla="*/ 2147483647 h 2886"/>
                <a:gd name="T34" fmla="*/ 2147483647 w 5574"/>
                <a:gd name="T35" fmla="*/ 2147483647 h 2886"/>
                <a:gd name="T36" fmla="*/ 2147483647 w 5574"/>
                <a:gd name="T37" fmla="*/ 2147483647 h 2886"/>
                <a:gd name="T38" fmla="*/ 2147483647 w 5574"/>
                <a:gd name="T39" fmla="*/ 2147483647 h 2886"/>
                <a:gd name="T40" fmla="*/ 2147483647 w 5574"/>
                <a:gd name="T41" fmla="*/ 2147483647 h 2886"/>
                <a:gd name="T42" fmla="*/ 2147483647 w 5574"/>
                <a:gd name="T43" fmla="*/ 2147483647 h 2886"/>
                <a:gd name="T44" fmla="*/ 2147483647 w 5574"/>
                <a:gd name="T45" fmla="*/ 2147483647 h 2886"/>
                <a:gd name="T46" fmla="*/ 2147483647 w 5574"/>
                <a:gd name="T47" fmla="*/ 2147483647 h 2886"/>
                <a:gd name="T48" fmla="*/ 2147483647 w 5574"/>
                <a:gd name="T49" fmla="*/ 2147483647 h 2886"/>
                <a:gd name="T50" fmla="*/ 2147483647 w 5574"/>
                <a:gd name="T51" fmla="*/ 2147483647 h 2886"/>
                <a:gd name="T52" fmla="*/ 2147483647 w 5574"/>
                <a:gd name="T53" fmla="*/ 2147483647 h 2886"/>
                <a:gd name="T54" fmla="*/ 2147483647 w 5574"/>
                <a:gd name="T55" fmla="*/ 2147483647 h 2886"/>
                <a:gd name="T56" fmla="*/ 2147483647 w 5574"/>
                <a:gd name="T57" fmla="*/ 2147483647 h 2886"/>
                <a:gd name="T58" fmla="*/ 2147483647 w 5574"/>
                <a:gd name="T59" fmla="*/ 2147483647 h 2886"/>
                <a:gd name="T60" fmla="*/ 2147483647 w 5574"/>
                <a:gd name="T61" fmla="*/ 2147483647 h 2886"/>
                <a:gd name="T62" fmla="*/ 2147483647 w 5574"/>
                <a:gd name="T63" fmla="*/ 2147483647 h 2886"/>
                <a:gd name="T64" fmla="*/ 2147483647 w 5574"/>
                <a:gd name="T65" fmla="*/ 2147483647 h 2886"/>
                <a:gd name="T66" fmla="*/ 2147483647 w 5574"/>
                <a:gd name="T67" fmla="*/ 2147483647 h 2886"/>
                <a:gd name="T68" fmla="*/ 2147483647 w 5574"/>
                <a:gd name="T69" fmla="*/ 2147483647 h 2886"/>
                <a:gd name="T70" fmla="*/ 2147483647 w 5574"/>
                <a:gd name="T71" fmla="*/ 2147483647 h 2886"/>
                <a:gd name="T72" fmla="*/ 2147483647 w 5574"/>
                <a:gd name="T73" fmla="*/ 2147483647 h 2886"/>
                <a:gd name="T74" fmla="*/ 2147483647 w 5574"/>
                <a:gd name="T75" fmla="*/ 2147483647 h 2886"/>
                <a:gd name="T76" fmla="*/ 2147483647 w 5574"/>
                <a:gd name="T77" fmla="*/ 2147483647 h 2886"/>
                <a:gd name="T78" fmla="*/ 2147483647 w 5574"/>
                <a:gd name="T79" fmla="*/ 2147483647 h 2886"/>
                <a:gd name="T80" fmla="*/ 2147483647 w 5574"/>
                <a:gd name="T81" fmla="*/ 2147483647 h 2886"/>
                <a:gd name="T82" fmla="*/ 2147483647 w 5574"/>
                <a:gd name="T83" fmla="*/ 2147483647 h 2886"/>
                <a:gd name="T84" fmla="*/ 2147483647 w 5574"/>
                <a:gd name="T85" fmla="*/ 2147483647 h 2886"/>
                <a:gd name="T86" fmla="*/ 2147483647 w 5574"/>
                <a:gd name="T87" fmla="*/ 2147483647 h 2886"/>
                <a:gd name="T88" fmla="*/ 2147483647 w 5574"/>
                <a:gd name="T89" fmla="*/ 2147483647 h 2886"/>
                <a:gd name="T90" fmla="*/ 2147483647 w 5574"/>
                <a:gd name="T91" fmla="*/ 2147483647 h 2886"/>
                <a:gd name="T92" fmla="*/ 2147483647 w 5574"/>
                <a:gd name="T93" fmla="*/ 2147483647 h 2886"/>
                <a:gd name="T94" fmla="*/ 2147483647 w 5574"/>
                <a:gd name="T95" fmla="*/ 2147483647 h 2886"/>
                <a:gd name="T96" fmla="*/ 2147483647 w 5574"/>
                <a:gd name="T97" fmla="*/ 2147483647 h 2886"/>
                <a:gd name="T98" fmla="*/ 2147483647 w 5574"/>
                <a:gd name="T99" fmla="*/ 2147483647 h 2886"/>
                <a:gd name="T100" fmla="*/ 2147483647 w 5574"/>
                <a:gd name="T101" fmla="*/ 2147483647 h 2886"/>
                <a:gd name="T102" fmla="*/ 2147483647 w 5574"/>
                <a:gd name="T103" fmla="*/ 2147483647 h 2886"/>
                <a:gd name="T104" fmla="*/ 2147483647 w 5574"/>
                <a:gd name="T105" fmla="*/ 2147483647 h 2886"/>
                <a:gd name="T106" fmla="*/ 2147483647 w 5574"/>
                <a:gd name="T107" fmla="*/ 2147483647 h 2886"/>
                <a:gd name="T108" fmla="*/ 2147483647 w 5574"/>
                <a:gd name="T109" fmla="*/ 2147483647 h 2886"/>
                <a:gd name="T110" fmla="*/ 2147483647 w 5574"/>
                <a:gd name="T111" fmla="*/ 2147483647 h 2886"/>
                <a:gd name="T112" fmla="*/ 2147483647 w 5574"/>
                <a:gd name="T113" fmla="*/ 2147483647 h 2886"/>
                <a:gd name="T114" fmla="*/ 2147483647 w 5574"/>
                <a:gd name="T115" fmla="*/ 2147483647 h 2886"/>
                <a:gd name="T116" fmla="*/ 2147483647 w 5574"/>
                <a:gd name="T117" fmla="*/ 2147483647 h 2886"/>
                <a:gd name="T118" fmla="*/ 2147483647 w 5574"/>
                <a:gd name="T119" fmla="*/ 2147483647 h 2886"/>
                <a:gd name="T120" fmla="*/ 2147483647 w 5574"/>
                <a:gd name="T121" fmla="*/ 2147483647 h 2886"/>
                <a:gd name="T122" fmla="*/ 2147483647 w 5574"/>
                <a:gd name="T123" fmla="*/ 2147483647 h 2886"/>
                <a:gd name="T124" fmla="*/ 2147483647 w 5574"/>
                <a:gd name="T125" fmla="*/ 2147483647 h 288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5574"/>
                <a:gd name="T190" fmla="*/ 0 h 2886"/>
                <a:gd name="T191" fmla="*/ 5574 w 5574"/>
                <a:gd name="T192" fmla="*/ 2886 h 288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5574" h="2886">
                  <a:moveTo>
                    <a:pt x="3114" y="252"/>
                  </a:moveTo>
                  <a:lnTo>
                    <a:pt x="3138" y="252"/>
                  </a:lnTo>
                  <a:lnTo>
                    <a:pt x="3150" y="258"/>
                  </a:lnTo>
                  <a:lnTo>
                    <a:pt x="3168" y="258"/>
                  </a:lnTo>
                  <a:lnTo>
                    <a:pt x="3174" y="252"/>
                  </a:lnTo>
                  <a:lnTo>
                    <a:pt x="3174" y="246"/>
                  </a:lnTo>
                  <a:lnTo>
                    <a:pt x="3168" y="234"/>
                  </a:lnTo>
                  <a:lnTo>
                    <a:pt x="3156" y="228"/>
                  </a:lnTo>
                  <a:lnTo>
                    <a:pt x="3108" y="228"/>
                  </a:lnTo>
                  <a:lnTo>
                    <a:pt x="3066" y="234"/>
                  </a:lnTo>
                  <a:lnTo>
                    <a:pt x="3036" y="246"/>
                  </a:lnTo>
                  <a:lnTo>
                    <a:pt x="3018" y="246"/>
                  </a:lnTo>
                  <a:lnTo>
                    <a:pt x="3060" y="246"/>
                  </a:lnTo>
                  <a:lnTo>
                    <a:pt x="3096" y="252"/>
                  </a:lnTo>
                  <a:lnTo>
                    <a:pt x="3114" y="252"/>
                  </a:lnTo>
                  <a:close/>
                  <a:moveTo>
                    <a:pt x="2988" y="318"/>
                  </a:moveTo>
                  <a:lnTo>
                    <a:pt x="3036" y="318"/>
                  </a:lnTo>
                  <a:lnTo>
                    <a:pt x="3048" y="312"/>
                  </a:lnTo>
                  <a:lnTo>
                    <a:pt x="3060" y="312"/>
                  </a:lnTo>
                  <a:lnTo>
                    <a:pt x="3072" y="300"/>
                  </a:lnTo>
                  <a:lnTo>
                    <a:pt x="3072" y="294"/>
                  </a:lnTo>
                  <a:lnTo>
                    <a:pt x="3066" y="282"/>
                  </a:lnTo>
                  <a:lnTo>
                    <a:pt x="3138" y="270"/>
                  </a:lnTo>
                  <a:lnTo>
                    <a:pt x="3120" y="264"/>
                  </a:lnTo>
                  <a:lnTo>
                    <a:pt x="3054" y="264"/>
                  </a:lnTo>
                  <a:lnTo>
                    <a:pt x="3042" y="276"/>
                  </a:lnTo>
                  <a:lnTo>
                    <a:pt x="3030" y="276"/>
                  </a:lnTo>
                  <a:lnTo>
                    <a:pt x="2994" y="270"/>
                  </a:lnTo>
                  <a:lnTo>
                    <a:pt x="2958" y="270"/>
                  </a:lnTo>
                  <a:lnTo>
                    <a:pt x="2940" y="282"/>
                  </a:lnTo>
                  <a:lnTo>
                    <a:pt x="2940" y="294"/>
                  </a:lnTo>
                  <a:lnTo>
                    <a:pt x="2946" y="300"/>
                  </a:lnTo>
                  <a:lnTo>
                    <a:pt x="2970" y="312"/>
                  </a:lnTo>
                  <a:lnTo>
                    <a:pt x="2976" y="318"/>
                  </a:lnTo>
                  <a:lnTo>
                    <a:pt x="2988" y="318"/>
                  </a:lnTo>
                  <a:close/>
                  <a:moveTo>
                    <a:pt x="2682" y="384"/>
                  </a:moveTo>
                  <a:lnTo>
                    <a:pt x="2628" y="408"/>
                  </a:lnTo>
                  <a:lnTo>
                    <a:pt x="2634" y="408"/>
                  </a:lnTo>
                  <a:lnTo>
                    <a:pt x="2646" y="414"/>
                  </a:lnTo>
                  <a:lnTo>
                    <a:pt x="2652" y="414"/>
                  </a:lnTo>
                  <a:lnTo>
                    <a:pt x="2658" y="420"/>
                  </a:lnTo>
                  <a:lnTo>
                    <a:pt x="2658" y="426"/>
                  </a:lnTo>
                  <a:lnTo>
                    <a:pt x="2622" y="426"/>
                  </a:lnTo>
                  <a:lnTo>
                    <a:pt x="2586" y="432"/>
                  </a:lnTo>
                  <a:lnTo>
                    <a:pt x="2556" y="438"/>
                  </a:lnTo>
                  <a:lnTo>
                    <a:pt x="2544" y="438"/>
                  </a:lnTo>
                  <a:lnTo>
                    <a:pt x="2520" y="456"/>
                  </a:lnTo>
                  <a:lnTo>
                    <a:pt x="2580" y="450"/>
                  </a:lnTo>
                  <a:lnTo>
                    <a:pt x="2586" y="450"/>
                  </a:lnTo>
                  <a:lnTo>
                    <a:pt x="2592" y="456"/>
                  </a:lnTo>
                  <a:lnTo>
                    <a:pt x="2610" y="456"/>
                  </a:lnTo>
                  <a:lnTo>
                    <a:pt x="2628" y="462"/>
                  </a:lnTo>
                  <a:lnTo>
                    <a:pt x="2658" y="462"/>
                  </a:lnTo>
                  <a:lnTo>
                    <a:pt x="2694" y="450"/>
                  </a:lnTo>
                  <a:lnTo>
                    <a:pt x="2730" y="444"/>
                  </a:lnTo>
                  <a:lnTo>
                    <a:pt x="2742" y="438"/>
                  </a:lnTo>
                  <a:lnTo>
                    <a:pt x="2742" y="450"/>
                  </a:lnTo>
                  <a:lnTo>
                    <a:pt x="2760" y="450"/>
                  </a:lnTo>
                  <a:lnTo>
                    <a:pt x="2796" y="444"/>
                  </a:lnTo>
                  <a:lnTo>
                    <a:pt x="2856" y="444"/>
                  </a:lnTo>
                  <a:lnTo>
                    <a:pt x="2850" y="444"/>
                  </a:lnTo>
                  <a:lnTo>
                    <a:pt x="2844" y="450"/>
                  </a:lnTo>
                  <a:lnTo>
                    <a:pt x="2832" y="450"/>
                  </a:lnTo>
                  <a:lnTo>
                    <a:pt x="2790" y="456"/>
                  </a:lnTo>
                  <a:lnTo>
                    <a:pt x="2730" y="468"/>
                  </a:lnTo>
                  <a:lnTo>
                    <a:pt x="2706" y="468"/>
                  </a:lnTo>
                  <a:lnTo>
                    <a:pt x="2688" y="474"/>
                  </a:lnTo>
                  <a:lnTo>
                    <a:pt x="2670" y="474"/>
                  </a:lnTo>
                  <a:lnTo>
                    <a:pt x="2652" y="480"/>
                  </a:lnTo>
                  <a:lnTo>
                    <a:pt x="2646" y="486"/>
                  </a:lnTo>
                  <a:lnTo>
                    <a:pt x="2640" y="486"/>
                  </a:lnTo>
                  <a:lnTo>
                    <a:pt x="2658" y="486"/>
                  </a:lnTo>
                  <a:lnTo>
                    <a:pt x="2694" y="492"/>
                  </a:lnTo>
                  <a:lnTo>
                    <a:pt x="2760" y="498"/>
                  </a:lnTo>
                  <a:lnTo>
                    <a:pt x="2808" y="492"/>
                  </a:lnTo>
                  <a:lnTo>
                    <a:pt x="2850" y="480"/>
                  </a:lnTo>
                  <a:lnTo>
                    <a:pt x="2874" y="474"/>
                  </a:lnTo>
                  <a:lnTo>
                    <a:pt x="2886" y="468"/>
                  </a:lnTo>
                  <a:lnTo>
                    <a:pt x="2958" y="450"/>
                  </a:lnTo>
                  <a:lnTo>
                    <a:pt x="3000" y="450"/>
                  </a:lnTo>
                  <a:lnTo>
                    <a:pt x="3054" y="444"/>
                  </a:lnTo>
                  <a:lnTo>
                    <a:pt x="3096" y="438"/>
                  </a:lnTo>
                  <a:lnTo>
                    <a:pt x="3120" y="432"/>
                  </a:lnTo>
                  <a:lnTo>
                    <a:pt x="3138" y="420"/>
                  </a:lnTo>
                  <a:lnTo>
                    <a:pt x="3156" y="414"/>
                  </a:lnTo>
                  <a:lnTo>
                    <a:pt x="3168" y="408"/>
                  </a:lnTo>
                  <a:lnTo>
                    <a:pt x="3168" y="396"/>
                  </a:lnTo>
                  <a:lnTo>
                    <a:pt x="3156" y="384"/>
                  </a:lnTo>
                  <a:lnTo>
                    <a:pt x="3144" y="378"/>
                  </a:lnTo>
                  <a:lnTo>
                    <a:pt x="3120" y="378"/>
                  </a:lnTo>
                  <a:lnTo>
                    <a:pt x="3114" y="384"/>
                  </a:lnTo>
                  <a:lnTo>
                    <a:pt x="3108" y="384"/>
                  </a:lnTo>
                  <a:lnTo>
                    <a:pt x="3108" y="396"/>
                  </a:lnTo>
                  <a:lnTo>
                    <a:pt x="3072" y="396"/>
                  </a:lnTo>
                  <a:lnTo>
                    <a:pt x="3078" y="390"/>
                  </a:lnTo>
                  <a:lnTo>
                    <a:pt x="3078" y="378"/>
                  </a:lnTo>
                  <a:lnTo>
                    <a:pt x="3102" y="354"/>
                  </a:lnTo>
                  <a:lnTo>
                    <a:pt x="3102" y="342"/>
                  </a:lnTo>
                  <a:lnTo>
                    <a:pt x="3096" y="342"/>
                  </a:lnTo>
                  <a:lnTo>
                    <a:pt x="3054" y="348"/>
                  </a:lnTo>
                  <a:lnTo>
                    <a:pt x="2988" y="372"/>
                  </a:lnTo>
                  <a:lnTo>
                    <a:pt x="2976" y="378"/>
                  </a:lnTo>
                  <a:lnTo>
                    <a:pt x="3024" y="378"/>
                  </a:lnTo>
                  <a:lnTo>
                    <a:pt x="3018" y="408"/>
                  </a:lnTo>
                  <a:lnTo>
                    <a:pt x="2898" y="420"/>
                  </a:lnTo>
                  <a:lnTo>
                    <a:pt x="2898" y="414"/>
                  </a:lnTo>
                  <a:lnTo>
                    <a:pt x="2892" y="408"/>
                  </a:lnTo>
                  <a:lnTo>
                    <a:pt x="2892" y="372"/>
                  </a:lnTo>
                  <a:lnTo>
                    <a:pt x="2886" y="366"/>
                  </a:lnTo>
                  <a:lnTo>
                    <a:pt x="2874" y="366"/>
                  </a:lnTo>
                  <a:lnTo>
                    <a:pt x="2856" y="360"/>
                  </a:lnTo>
                  <a:lnTo>
                    <a:pt x="2814" y="360"/>
                  </a:lnTo>
                  <a:lnTo>
                    <a:pt x="2682" y="384"/>
                  </a:lnTo>
                  <a:close/>
                  <a:moveTo>
                    <a:pt x="2832" y="342"/>
                  </a:moveTo>
                  <a:lnTo>
                    <a:pt x="2844" y="330"/>
                  </a:lnTo>
                  <a:lnTo>
                    <a:pt x="2844" y="318"/>
                  </a:lnTo>
                  <a:lnTo>
                    <a:pt x="2838" y="312"/>
                  </a:lnTo>
                  <a:lnTo>
                    <a:pt x="2814" y="312"/>
                  </a:lnTo>
                  <a:lnTo>
                    <a:pt x="2802" y="318"/>
                  </a:lnTo>
                  <a:lnTo>
                    <a:pt x="2796" y="324"/>
                  </a:lnTo>
                  <a:lnTo>
                    <a:pt x="2796" y="330"/>
                  </a:lnTo>
                  <a:lnTo>
                    <a:pt x="2802" y="336"/>
                  </a:lnTo>
                  <a:lnTo>
                    <a:pt x="2814" y="336"/>
                  </a:lnTo>
                  <a:lnTo>
                    <a:pt x="2820" y="342"/>
                  </a:lnTo>
                  <a:lnTo>
                    <a:pt x="2832" y="342"/>
                  </a:lnTo>
                  <a:close/>
                  <a:moveTo>
                    <a:pt x="3012" y="564"/>
                  </a:moveTo>
                  <a:lnTo>
                    <a:pt x="2988" y="540"/>
                  </a:lnTo>
                  <a:lnTo>
                    <a:pt x="2958" y="540"/>
                  </a:lnTo>
                  <a:lnTo>
                    <a:pt x="2952" y="534"/>
                  </a:lnTo>
                  <a:lnTo>
                    <a:pt x="2946" y="534"/>
                  </a:lnTo>
                  <a:lnTo>
                    <a:pt x="2934" y="528"/>
                  </a:lnTo>
                  <a:lnTo>
                    <a:pt x="2916" y="528"/>
                  </a:lnTo>
                  <a:lnTo>
                    <a:pt x="2898" y="534"/>
                  </a:lnTo>
                  <a:lnTo>
                    <a:pt x="2892" y="540"/>
                  </a:lnTo>
                  <a:lnTo>
                    <a:pt x="2892" y="552"/>
                  </a:lnTo>
                  <a:lnTo>
                    <a:pt x="2928" y="570"/>
                  </a:lnTo>
                  <a:lnTo>
                    <a:pt x="2934" y="576"/>
                  </a:lnTo>
                  <a:lnTo>
                    <a:pt x="2946" y="582"/>
                  </a:lnTo>
                  <a:lnTo>
                    <a:pt x="3012" y="564"/>
                  </a:lnTo>
                  <a:close/>
                  <a:moveTo>
                    <a:pt x="2460" y="414"/>
                  </a:moveTo>
                  <a:lnTo>
                    <a:pt x="2442" y="420"/>
                  </a:lnTo>
                  <a:lnTo>
                    <a:pt x="2430" y="426"/>
                  </a:lnTo>
                  <a:lnTo>
                    <a:pt x="2430" y="438"/>
                  </a:lnTo>
                  <a:lnTo>
                    <a:pt x="2442" y="438"/>
                  </a:lnTo>
                  <a:lnTo>
                    <a:pt x="2472" y="432"/>
                  </a:lnTo>
                  <a:lnTo>
                    <a:pt x="2490" y="426"/>
                  </a:lnTo>
                  <a:lnTo>
                    <a:pt x="2502" y="420"/>
                  </a:lnTo>
                  <a:lnTo>
                    <a:pt x="2502" y="414"/>
                  </a:lnTo>
                  <a:lnTo>
                    <a:pt x="2496" y="408"/>
                  </a:lnTo>
                  <a:lnTo>
                    <a:pt x="2484" y="408"/>
                  </a:lnTo>
                  <a:lnTo>
                    <a:pt x="2460" y="414"/>
                  </a:lnTo>
                  <a:close/>
                  <a:moveTo>
                    <a:pt x="2970" y="858"/>
                  </a:moveTo>
                  <a:lnTo>
                    <a:pt x="2988" y="858"/>
                  </a:lnTo>
                  <a:lnTo>
                    <a:pt x="3006" y="864"/>
                  </a:lnTo>
                  <a:lnTo>
                    <a:pt x="3018" y="870"/>
                  </a:lnTo>
                  <a:lnTo>
                    <a:pt x="3036" y="876"/>
                  </a:lnTo>
                  <a:lnTo>
                    <a:pt x="3060" y="882"/>
                  </a:lnTo>
                  <a:lnTo>
                    <a:pt x="3096" y="882"/>
                  </a:lnTo>
                  <a:lnTo>
                    <a:pt x="3126" y="876"/>
                  </a:lnTo>
                  <a:lnTo>
                    <a:pt x="3138" y="876"/>
                  </a:lnTo>
                  <a:lnTo>
                    <a:pt x="3120" y="810"/>
                  </a:lnTo>
                  <a:lnTo>
                    <a:pt x="3018" y="792"/>
                  </a:lnTo>
                  <a:lnTo>
                    <a:pt x="2988" y="828"/>
                  </a:lnTo>
                  <a:lnTo>
                    <a:pt x="2958" y="828"/>
                  </a:lnTo>
                  <a:lnTo>
                    <a:pt x="2952" y="834"/>
                  </a:lnTo>
                  <a:lnTo>
                    <a:pt x="2952" y="846"/>
                  </a:lnTo>
                  <a:lnTo>
                    <a:pt x="2958" y="852"/>
                  </a:lnTo>
                  <a:lnTo>
                    <a:pt x="2970" y="858"/>
                  </a:lnTo>
                  <a:close/>
                  <a:moveTo>
                    <a:pt x="168" y="2034"/>
                  </a:moveTo>
                  <a:lnTo>
                    <a:pt x="168" y="2040"/>
                  </a:lnTo>
                  <a:lnTo>
                    <a:pt x="174" y="2046"/>
                  </a:lnTo>
                  <a:lnTo>
                    <a:pt x="192" y="2046"/>
                  </a:lnTo>
                  <a:lnTo>
                    <a:pt x="186" y="2070"/>
                  </a:lnTo>
                  <a:lnTo>
                    <a:pt x="216" y="2052"/>
                  </a:lnTo>
                  <a:lnTo>
                    <a:pt x="216" y="2028"/>
                  </a:lnTo>
                  <a:lnTo>
                    <a:pt x="174" y="2028"/>
                  </a:lnTo>
                  <a:lnTo>
                    <a:pt x="168" y="2034"/>
                  </a:lnTo>
                  <a:close/>
                  <a:moveTo>
                    <a:pt x="252" y="2298"/>
                  </a:moveTo>
                  <a:lnTo>
                    <a:pt x="252" y="2292"/>
                  </a:lnTo>
                  <a:lnTo>
                    <a:pt x="246" y="2286"/>
                  </a:lnTo>
                  <a:lnTo>
                    <a:pt x="246" y="2268"/>
                  </a:lnTo>
                  <a:lnTo>
                    <a:pt x="252" y="2256"/>
                  </a:lnTo>
                  <a:lnTo>
                    <a:pt x="252" y="2238"/>
                  </a:lnTo>
                  <a:lnTo>
                    <a:pt x="246" y="2226"/>
                  </a:lnTo>
                  <a:lnTo>
                    <a:pt x="228" y="2226"/>
                  </a:lnTo>
                  <a:lnTo>
                    <a:pt x="216" y="2220"/>
                  </a:lnTo>
                  <a:lnTo>
                    <a:pt x="204" y="2220"/>
                  </a:lnTo>
                  <a:lnTo>
                    <a:pt x="192" y="2214"/>
                  </a:lnTo>
                  <a:lnTo>
                    <a:pt x="186" y="2208"/>
                  </a:lnTo>
                  <a:lnTo>
                    <a:pt x="174" y="2202"/>
                  </a:lnTo>
                  <a:lnTo>
                    <a:pt x="150" y="2178"/>
                  </a:lnTo>
                  <a:lnTo>
                    <a:pt x="138" y="2172"/>
                  </a:lnTo>
                  <a:lnTo>
                    <a:pt x="126" y="2172"/>
                  </a:lnTo>
                  <a:lnTo>
                    <a:pt x="102" y="2184"/>
                  </a:lnTo>
                  <a:lnTo>
                    <a:pt x="96" y="2196"/>
                  </a:lnTo>
                  <a:lnTo>
                    <a:pt x="96" y="2202"/>
                  </a:lnTo>
                  <a:lnTo>
                    <a:pt x="108" y="2208"/>
                  </a:lnTo>
                  <a:lnTo>
                    <a:pt x="114" y="2214"/>
                  </a:lnTo>
                  <a:lnTo>
                    <a:pt x="120" y="2214"/>
                  </a:lnTo>
                  <a:lnTo>
                    <a:pt x="132" y="2202"/>
                  </a:lnTo>
                  <a:lnTo>
                    <a:pt x="144" y="2208"/>
                  </a:lnTo>
                  <a:lnTo>
                    <a:pt x="132" y="2220"/>
                  </a:lnTo>
                  <a:lnTo>
                    <a:pt x="120" y="2220"/>
                  </a:lnTo>
                  <a:lnTo>
                    <a:pt x="114" y="2226"/>
                  </a:lnTo>
                  <a:lnTo>
                    <a:pt x="102" y="2232"/>
                  </a:lnTo>
                  <a:lnTo>
                    <a:pt x="102" y="2244"/>
                  </a:lnTo>
                  <a:lnTo>
                    <a:pt x="108" y="2250"/>
                  </a:lnTo>
                  <a:lnTo>
                    <a:pt x="126" y="2250"/>
                  </a:lnTo>
                  <a:lnTo>
                    <a:pt x="138" y="2244"/>
                  </a:lnTo>
                  <a:lnTo>
                    <a:pt x="132" y="2262"/>
                  </a:lnTo>
                  <a:lnTo>
                    <a:pt x="150" y="2262"/>
                  </a:lnTo>
                  <a:lnTo>
                    <a:pt x="132" y="2280"/>
                  </a:lnTo>
                  <a:lnTo>
                    <a:pt x="168" y="2274"/>
                  </a:lnTo>
                  <a:lnTo>
                    <a:pt x="156" y="2280"/>
                  </a:lnTo>
                  <a:lnTo>
                    <a:pt x="144" y="2292"/>
                  </a:lnTo>
                  <a:lnTo>
                    <a:pt x="138" y="2292"/>
                  </a:lnTo>
                  <a:lnTo>
                    <a:pt x="138" y="2298"/>
                  </a:lnTo>
                  <a:lnTo>
                    <a:pt x="150" y="2298"/>
                  </a:lnTo>
                  <a:lnTo>
                    <a:pt x="162" y="2286"/>
                  </a:lnTo>
                  <a:lnTo>
                    <a:pt x="168" y="2286"/>
                  </a:lnTo>
                  <a:lnTo>
                    <a:pt x="174" y="2292"/>
                  </a:lnTo>
                  <a:lnTo>
                    <a:pt x="174" y="2304"/>
                  </a:lnTo>
                  <a:lnTo>
                    <a:pt x="162" y="2316"/>
                  </a:lnTo>
                  <a:lnTo>
                    <a:pt x="162" y="2328"/>
                  </a:lnTo>
                  <a:lnTo>
                    <a:pt x="210" y="2328"/>
                  </a:lnTo>
                  <a:lnTo>
                    <a:pt x="228" y="2316"/>
                  </a:lnTo>
                  <a:lnTo>
                    <a:pt x="210" y="2340"/>
                  </a:lnTo>
                  <a:lnTo>
                    <a:pt x="192" y="2340"/>
                  </a:lnTo>
                  <a:lnTo>
                    <a:pt x="186" y="2346"/>
                  </a:lnTo>
                  <a:lnTo>
                    <a:pt x="186" y="2352"/>
                  </a:lnTo>
                  <a:lnTo>
                    <a:pt x="210" y="2364"/>
                  </a:lnTo>
                  <a:lnTo>
                    <a:pt x="216" y="2364"/>
                  </a:lnTo>
                  <a:lnTo>
                    <a:pt x="228" y="2370"/>
                  </a:lnTo>
                  <a:lnTo>
                    <a:pt x="234" y="2376"/>
                  </a:lnTo>
                  <a:lnTo>
                    <a:pt x="246" y="2376"/>
                  </a:lnTo>
                  <a:lnTo>
                    <a:pt x="258" y="2382"/>
                  </a:lnTo>
                  <a:lnTo>
                    <a:pt x="270" y="2376"/>
                  </a:lnTo>
                  <a:lnTo>
                    <a:pt x="288" y="2358"/>
                  </a:lnTo>
                  <a:lnTo>
                    <a:pt x="294" y="2346"/>
                  </a:lnTo>
                  <a:lnTo>
                    <a:pt x="294" y="2340"/>
                  </a:lnTo>
                  <a:lnTo>
                    <a:pt x="288" y="2334"/>
                  </a:lnTo>
                  <a:lnTo>
                    <a:pt x="282" y="2322"/>
                  </a:lnTo>
                  <a:lnTo>
                    <a:pt x="270" y="2316"/>
                  </a:lnTo>
                  <a:lnTo>
                    <a:pt x="264" y="2304"/>
                  </a:lnTo>
                  <a:lnTo>
                    <a:pt x="252" y="2298"/>
                  </a:lnTo>
                  <a:close/>
                  <a:moveTo>
                    <a:pt x="2304" y="372"/>
                  </a:moveTo>
                  <a:lnTo>
                    <a:pt x="2316" y="372"/>
                  </a:lnTo>
                  <a:lnTo>
                    <a:pt x="2328" y="366"/>
                  </a:lnTo>
                  <a:lnTo>
                    <a:pt x="2376" y="366"/>
                  </a:lnTo>
                  <a:lnTo>
                    <a:pt x="2388" y="378"/>
                  </a:lnTo>
                  <a:lnTo>
                    <a:pt x="2388" y="390"/>
                  </a:lnTo>
                  <a:lnTo>
                    <a:pt x="2424" y="390"/>
                  </a:lnTo>
                  <a:lnTo>
                    <a:pt x="2442" y="384"/>
                  </a:lnTo>
                  <a:lnTo>
                    <a:pt x="2454" y="384"/>
                  </a:lnTo>
                  <a:lnTo>
                    <a:pt x="2466" y="390"/>
                  </a:lnTo>
                  <a:lnTo>
                    <a:pt x="2472" y="396"/>
                  </a:lnTo>
                  <a:lnTo>
                    <a:pt x="2490" y="396"/>
                  </a:lnTo>
                  <a:lnTo>
                    <a:pt x="2514" y="384"/>
                  </a:lnTo>
                  <a:lnTo>
                    <a:pt x="2520" y="372"/>
                  </a:lnTo>
                  <a:lnTo>
                    <a:pt x="2520" y="354"/>
                  </a:lnTo>
                  <a:lnTo>
                    <a:pt x="2550" y="354"/>
                  </a:lnTo>
                  <a:lnTo>
                    <a:pt x="2616" y="336"/>
                  </a:lnTo>
                  <a:lnTo>
                    <a:pt x="2580" y="366"/>
                  </a:lnTo>
                  <a:lnTo>
                    <a:pt x="2634" y="378"/>
                  </a:lnTo>
                  <a:lnTo>
                    <a:pt x="2688" y="354"/>
                  </a:lnTo>
                  <a:lnTo>
                    <a:pt x="2784" y="312"/>
                  </a:lnTo>
                  <a:lnTo>
                    <a:pt x="2778" y="312"/>
                  </a:lnTo>
                  <a:lnTo>
                    <a:pt x="2772" y="306"/>
                  </a:lnTo>
                  <a:lnTo>
                    <a:pt x="2754" y="300"/>
                  </a:lnTo>
                  <a:lnTo>
                    <a:pt x="2736" y="300"/>
                  </a:lnTo>
                  <a:lnTo>
                    <a:pt x="2724" y="294"/>
                  </a:lnTo>
                  <a:lnTo>
                    <a:pt x="2706" y="288"/>
                  </a:lnTo>
                  <a:lnTo>
                    <a:pt x="2676" y="288"/>
                  </a:lnTo>
                  <a:lnTo>
                    <a:pt x="2646" y="282"/>
                  </a:lnTo>
                  <a:lnTo>
                    <a:pt x="2604" y="282"/>
                  </a:lnTo>
                  <a:lnTo>
                    <a:pt x="2526" y="294"/>
                  </a:lnTo>
                  <a:lnTo>
                    <a:pt x="2526" y="318"/>
                  </a:lnTo>
                  <a:lnTo>
                    <a:pt x="2406" y="324"/>
                  </a:lnTo>
                  <a:lnTo>
                    <a:pt x="2400" y="324"/>
                  </a:lnTo>
                  <a:lnTo>
                    <a:pt x="2394" y="318"/>
                  </a:lnTo>
                  <a:lnTo>
                    <a:pt x="2334" y="318"/>
                  </a:lnTo>
                  <a:lnTo>
                    <a:pt x="2322" y="324"/>
                  </a:lnTo>
                  <a:lnTo>
                    <a:pt x="2310" y="324"/>
                  </a:lnTo>
                  <a:lnTo>
                    <a:pt x="2304" y="330"/>
                  </a:lnTo>
                  <a:lnTo>
                    <a:pt x="2304" y="372"/>
                  </a:lnTo>
                  <a:close/>
                  <a:moveTo>
                    <a:pt x="150" y="1980"/>
                  </a:moveTo>
                  <a:lnTo>
                    <a:pt x="162" y="2004"/>
                  </a:lnTo>
                  <a:lnTo>
                    <a:pt x="174" y="2010"/>
                  </a:lnTo>
                  <a:lnTo>
                    <a:pt x="186" y="1980"/>
                  </a:lnTo>
                  <a:lnTo>
                    <a:pt x="180" y="1974"/>
                  </a:lnTo>
                  <a:lnTo>
                    <a:pt x="174" y="1974"/>
                  </a:lnTo>
                  <a:lnTo>
                    <a:pt x="162" y="1968"/>
                  </a:lnTo>
                  <a:lnTo>
                    <a:pt x="156" y="1968"/>
                  </a:lnTo>
                  <a:lnTo>
                    <a:pt x="150" y="1974"/>
                  </a:lnTo>
                  <a:lnTo>
                    <a:pt x="150" y="1980"/>
                  </a:lnTo>
                  <a:close/>
                  <a:moveTo>
                    <a:pt x="126" y="1932"/>
                  </a:moveTo>
                  <a:lnTo>
                    <a:pt x="120" y="1932"/>
                  </a:lnTo>
                  <a:lnTo>
                    <a:pt x="108" y="1938"/>
                  </a:lnTo>
                  <a:lnTo>
                    <a:pt x="96" y="1938"/>
                  </a:lnTo>
                  <a:lnTo>
                    <a:pt x="84" y="1944"/>
                  </a:lnTo>
                  <a:lnTo>
                    <a:pt x="78" y="1944"/>
                  </a:lnTo>
                  <a:lnTo>
                    <a:pt x="78" y="1950"/>
                  </a:lnTo>
                  <a:lnTo>
                    <a:pt x="72" y="1962"/>
                  </a:lnTo>
                  <a:lnTo>
                    <a:pt x="66" y="1968"/>
                  </a:lnTo>
                  <a:lnTo>
                    <a:pt x="48" y="1968"/>
                  </a:lnTo>
                  <a:lnTo>
                    <a:pt x="42" y="1962"/>
                  </a:lnTo>
                  <a:lnTo>
                    <a:pt x="48" y="1956"/>
                  </a:lnTo>
                  <a:lnTo>
                    <a:pt x="60" y="1956"/>
                  </a:lnTo>
                  <a:lnTo>
                    <a:pt x="66" y="1950"/>
                  </a:lnTo>
                  <a:lnTo>
                    <a:pt x="72" y="1950"/>
                  </a:lnTo>
                  <a:lnTo>
                    <a:pt x="78" y="1944"/>
                  </a:lnTo>
                  <a:lnTo>
                    <a:pt x="84" y="1944"/>
                  </a:lnTo>
                  <a:lnTo>
                    <a:pt x="78" y="1938"/>
                  </a:lnTo>
                  <a:lnTo>
                    <a:pt x="54" y="1938"/>
                  </a:lnTo>
                  <a:lnTo>
                    <a:pt x="48" y="1944"/>
                  </a:lnTo>
                  <a:lnTo>
                    <a:pt x="48" y="1932"/>
                  </a:lnTo>
                  <a:lnTo>
                    <a:pt x="36" y="1932"/>
                  </a:lnTo>
                  <a:lnTo>
                    <a:pt x="24" y="1944"/>
                  </a:lnTo>
                  <a:lnTo>
                    <a:pt x="6" y="1980"/>
                  </a:lnTo>
                  <a:lnTo>
                    <a:pt x="6" y="2004"/>
                  </a:lnTo>
                  <a:lnTo>
                    <a:pt x="12" y="2004"/>
                  </a:lnTo>
                  <a:lnTo>
                    <a:pt x="12" y="2010"/>
                  </a:lnTo>
                  <a:lnTo>
                    <a:pt x="18" y="2016"/>
                  </a:lnTo>
                  <a:lnTo>
                    <a:pt x="0" y="2022"/>
                  </a:lnTo>
                  <a:lnTo>
                    <a:pt x="12" y="2076"/>
                  </a:lnTo>
                  <a:lnTo>
                    <a:pt x="12" y="2082"/>
                  </a:lnTo>
                  <a:lnTo>
                    <a:pt x="6" y="2082"/>
                  </a:lnTo>
                  <a:lnTo>
                    <a:pt x="12" y="2088"/>
                  </a:lnTo>
                  <a:lnTo>
                    <a:pt x="12" y="2094"/>
                  </a:lnTo>
                  <a:lnTo>
                    <a:pt x="30" y="2094"/>
                  </a:lnTo>
                  <a:lnTo>
                    <a:pt x="30" y="2070"/>
                  </a:lnTo>
                  <a:lnTo>
                    <a:pt x="24" y="2058"/>
                  </a:lnTo>
                  <a:lnTo>
                    <a:pt x="24" y="2040"/>
                  </a:lnTo>
                  <a:lnTo>
                    <a:pt x="36" y="2028"/>
                  </a:lnTo>
                  <a:lnTo>
                    <a:pt x="42" y="2028"/>
                  </a:lnTo>
                  <a:lnTo>
                    <a:pt x="48" y="2016"/>
                  </a:lnTo>
                  <a:lnTo>
                    <a:pt x="54" y="2010"/>
                  </a:lnTo>
                  <a:lnTo>
                    <a:pt x="54" y="1986"/>
                  </a:lnTo>
                  <a:lnTo>
                    <a:pt x="84" y="1956"/>
                  </a:lnTo>
                  <a:lnTo>
                    <a:pt x="108" y="1944"/>
                  </a:lnTo>
                  <a:lnTo>
                    <a:pt x="114" y="1944"/>
                  </a:lnTo>
                  <a:lnTo>
                    <a:pt x="126" y="1938"/>
                  </a:lnTo>
                  <a:lnTo>
                    <a:pt x="126" y="1932"/>
                  </a:lnTo>
                  <a:close/>
                  <a:moveTo>
                    <a:pt x="1896" y="678"/>
                  </a:moveTo>
                  <a:lnTo>
                    <a:pt x="1896" y="690"/>
                  </a:lnTo>
                  <a:lnTo>
                    <a:pt x="1884" y="702"/>
                  </a:lnTo>
                  <a:lnTo>
                    <a:pt x="1884" y="714"/>
                  </a:lnTo>
                  <a:lnTo>
                    <a:pt x="1902" y="714"/>
                  </a:lnTo>
                  <a:lnTo>
                    <a:pt x="1926" y="708"/>
                  </a:lnTo>
                  <a:lnTo>
                    <a:pt x="1944" y="708"/>
                  </a:lnTo>
                  <a:lnTo>
                    <a:pt x="1980" y="696"/>
                  </a:lnTo>
                  <a:lnTo>
                    <a:pt x="1986" y="690"/>
                  </a:lnTo>
                  <a:lnTo>
                    <a:pt x="1992" y="690"/>
                  </a:lnTo>
                  <a:lnTo>
                    <a:pt x="2034" y="702"/>
                  </a:lnTo>
                  <a:lnTo>
                    <a:pt x="2112" y="642"/>
                  </a:lnTo>
                  <a:lnTo>
                    <a:pt x="2244" y="600"/>
                  </a:lnTo>
                  <a:lnTo>
                    <a:pt x="2370" y="564"/>
                  </a:lnTo>
                  <a:lnTo>
                    <a:pt x="2466" y="546"/>
                  </a:lnTo>
                  <a:lnTo>
                    <a:pt x="2454" y="540"/>
                  </a:lnTo>
                  <a:lnTo>
                    <a:pt x="2448" y="528"/>
                  </a:lnTo>
                  <a:lnTo>
                    <a:pt x="2436" y="522"/>
                  </a:lnTo>
                  <a:lnTo>
                    <a:pt x="2424" y="510"/>
                  </a:lnTo>
                  <a:lnTo>
                    <a:pt x="2412" y="504"/>
                  </a:lnTo>
                  <a:lnTo>
                    <a:pt x="2400" y="492"/>
                  </a:lnTo>
                  <a:lnTo>
                    <a:pt x="2352" y="492"/>
                  </a:lnTo>
                  <a:lnTo>
                    <a:pt x="2340" y="498"/>
                  </a:lnTo>
                  <a:lnTo>
                    <a:pt x="2328" y="498"/>
                  </a:lnTo>
                  <a:lnTo>
                    <a:pt x="2262" y="504"/>
                  </a:lnTo>
                  <a:lnTo>
                    <a:pt x="2226" y="480"/>
                  </a:lnTo>
                  <a:lnTo>
                    <a:pt x="2142" y="486"/>
                  </a:lnTo>
                  <a:lnTo>
                    <a:pt x="2094" y="504"/>
                  </a:lnTo>
                  <a:lnTo>
                    <a:pt x="2076" y="522"/>
                  </a:lnTo>
                  <a:lnTo>
                    <a:pt x="2064" y="552"/>
                  </a:lnTo>
                  <a:lnTo>
                    <a:pt x="2010" y="564"/>
                  </a:lnTo>
                  <a:lnTo>
                    <a:pt x="1944" y="588"/>
                  </a:lnTo>
                  <a:lnTo>
                    <a:pt x="1962" y="600"/>
                  </a:lnTo>
                  <a:lnTo>
                    <a:pt x="1842" y="654"/>
                  </a:lnTo>
                  <a:lnTo>
                    <a:pt x="1854" y="654"/>
                  </a:lnTo>
                  <a:lnTo>
                    <a:pt x="1890" y="672"/>
                  </a:lnTo>
                  <a:lnTo>
                    <a:pt x="1896" y="678"/>
                  </a:lnTo>
                  <a:close/>
                  <a:moveTo>
                    <a:pt x="198" y="1968"/>
                  </a:moveTo>
                  <a:lnTo>
                    <a:pt x="192" y="1992"/>
                  </a:lnTo>
                  <a:lnTo>
                    <a:pt x="192" y="2010"/>
                  </a:lnTo>
                  <a:lnTo>
                    <a:pt x="216" y="1998"/>
                  </a:lnTo>
                  <a:lnTo>
                    <a:pt x="198" y="1968"/>
                  </a:lnTo>
                  <a:close/>
                  <a:moveTo>
                    <a:pt x="4182" y="600"/>
                  </a:moveTo>
                  <a:lnTo>
                    <a:pt x="4194" y="606"/>
                  </a:lnTo>
                  <a:lnTo>
                    <a:pt x="4206" y="600"/>
                  </a:lnTo>
                  <a:lnTo>
                    <a:pt x="4218" y="600"/>
                  </a:lnTo>
                  <a:lnTo>
                    <a:pt x="4242" y="588"/>
                  </a:lnTo>
                  <a:lnTo>
                    <a:pt x="4308" y="588"/>
                  </a:lnTo>
                  <a:lnTo>
                    <a:pt x="4314" y="594"/>
                  </a:lnTo>
                  <a:lnTo>
                    <a:pt x="4350" y="594"/>
                  </a:lnTo>
                  <a:lnTo>
                    <a:pt x="4356" y="588"/>
                  </a:lnTo>
                  <a:lnTo>
                    <a:pt x="4356" y="582"/>
                  </a:lnTo>
                  <a:lnTo>
                    <a:pt x="4344" y="558"/>
                  </a:lnTo>
                  <a:lnTo>
                    <a:pt x="4338" y="552"/>
                  </a:lnTo>
                  <a:lnTo>
                    <a:pt x="4326" y="546"/>
                  </a:lnTo>
                  <a:lnTo>
                    <a:pt x="4230" y="546"/>
                  </a:lnTo>
                  <a:lnTo>
                    <a:pt x="4224" y="540"/>
                  </a:lnTo>
                  <a:lnTo>
                    <a:pt x="4212" y="540"/>
                  </a:lnTo>
                  <a:lnTo>
                    <a:pt x="4200" y="534"/>
                  </a:lnTo>
                  <a:lnTo>
                    <a:pt x="4188" y="534"/>
                  </a:lnTo>
                  <a:lnTo>
                    <a:pt x="4176" y="540"/>
                  </a:lnTo>
                  <a:lnTo>
                    <a:pt x="4158" y="558"/>
                  </a:lnTo>
                  <a:lnTo>
                    <a:pt x="4158" y="564"/>
                  </a:lnTo>
                  <a:lnTo>
                    <a:pt x="4176" y="576"/>
                  </a:lnTo>
                  <a:lnTo>
                    <a:pt x="4170" y="582"/>
                  </a:lnTo>
                  <a:lnTo>
                    <a:pt x="4170" y="594"/>
                  </a:lnTo>
                  <a:lnTo>
                    <a:pt x="4176" y="594"/>
                  </a:lnTo>
                  <a:lnTo>
                    <a:pt x="4182" y="600"/>
                  </a:lnTo>
                  <a:close/>
                  <a:moveTo>
                    <a:pt x="3708" y="516"/>
                  </a:moveTo>
                  <a:lnTo>
                    <a:pt x="3678" y="516"/>
                  </a:lnTo>
                  <a:lnTo>
                    <a:pt x="3624" y="510"/>
                  </a:lnTo>
                  <a:lnTo>
                    <a:pt x="3564" y="504"/>
                  </a:lnTo>
                  <a:lnTo>
                    <a:pt x="3468" y="504"/>
                  </a:lnTo>
                  <a:lnTo>
                    <a:pt x="3468" y="516"/>
                  </a:lnTo>
                  <a:lnTo>
                    <a:pt x="3462" y="522"/>
                  </a:lnTo>
                  <a:lnTo>
                    <a:pt x="3426" y="540"/>
                  </a:lnTo>
                  <a:lnTo>
                    <a:pt x="3396" y="546"/>
                  </a:lnTo>
                  <a:lnTo>
                    <a:pt x="3378" y="552"/>
                  </a:lnTo>
                  <a:lnTo>
                    <a:pt x="3372" y="552"/>
                  </a:lnTo>
                  <a:lnTo>
                    <a:pt x="3372" y="558"/>
                  </a:lnTo>
                  <a:lnTo>
                    <a:pt x="3384" y="570"/>
                  </a:lnTo>
                  <a:lnTo>
                    <a:pt x="3390" y="582"/>
                  </a:lnTo>
                  <a:lnTo>
                    <a:pt x="3390" y="594"/>
                  </a:lnTo>
                  <a:lnTo>
                    <a:pt x="3372" y="618"/>
                  </a:lnTo>
                  <a:lnTo>
                    <a:pt x="3402" y="636"/>
                  </a:lnTo>
                  <a:lnTo>
                    <a:pt x="3480" y="606"/>
                  </a:lnTo>
                  <a:lnTo>
                    <a:pt x="3474" y="600"/>
                  </a:lnTo>
                  <a:lnTo>
                    <a:pt x="3468" y="600"/>
                  </a:lnTo>
                  <a:lnTo>
                    <a:pt x="3468" y="594"/>
                  </a:lnTo>
                  <a:lnTo>
                    <a:pt x="3474" y="588"/>
                  </a:lnTo>
                  <a:lnTo>
                    <a:pt x="3486" y="582"/>
                  </a:lnTo>
                  <a:lnTo>
                    <a:pt x="3522" y="582"/>
                  </a:lnTo>
                  <a:lnTo>
                    <a:pt x="3546" y="594"/>
                  </a:lnTo>
                  <a:lnTo>
                    <a:pt x="3552" y="600"/>
                  </a:lnTo>
                  <a:lnTo>
                    <a:pt x="3606" y="594"/>
                  </a:lnTo>
                  <a:lnTo>
                    <a:pt x="3600" y="570"/>
                  </a:lnTo>
                  <a:lnTo>
                    <a:pt x="3630" y="570"/>
                  </a:lnTo>
                  <a:lnTo>
                    <a:pt x="3648" y="564"/>
                  </a:lnTo>
                  <a:lnTo>
                    <a:pt x="3666" y="564"/>
                  </a:lnTo>
                  <a:lnTo>
                    <a:pt x="3690" y="552"/>
                  </a:lnTo>
                  <a:lnTo>
                    <a:pt x="3696" y="546"/>
                  </a:lnTo>
                  <a:lnTo>
                    <a:pt x="3702" y="534"/>
                  </a:lnTo>
                  <a:lnTo>
                    <a:pt x="3714" y="522"/>
                  </a:lnTo>
                  <a:lnTo>
                    <a:pt x="3720" y="522"/>
                  </a:lnTo>
                  <a:lnTo>
                    <a:pt x="3714" y="516"/>
                  </a:lnTo>
                  <a:lnTo>
                    <a:pt x="3708" y="516"/>
                  </a:lnTo>
                  <a:close/>
                  <a:moveTo>
                    <a:pt x="3792" y="150"/>
                  </a:moveTo>
                  <a:lnTo>
                    <a:pt x="3738" y="156"/>
                  </a:lnTo>
                  <a:lnTo>
                    <a:pt x="3756" y="180"/>
                  </a:lnTo>
                  <a:lnTo>
                    <a:pt x="3792" y="150"/>
                  </a:lnTo>
                  <a:close/>
                  <a:moveTo>
                    <a:pt x="3612" y="480"/>
                  </a:moveTo>
                  <a:lnTo>
                    <a:pt x="3636" y="468"/>
                  </a:lnTo>
                  <a:lnTo>
                    <a:pt x="3642" y="456"/>
                  </a:lnTo>
                  <a:lnTo>
                    <a:pt x="3654" y="450"/>
                  </a:lnTo>
                  <a:lnTo>
                    <a:pt x="3660" y="438"/>
                  </a:lnTo>
                  <a:lnTo>
                    <a:pt x="3660" y="432"/>
                  </a:lnTo>
                  <a:lnTo>
                    <a:pt x="3654" y="426"/>
                  </a:lnTo>
                  <a:lnTo>
                    <a:pt x="3642" y="426"/>
                  </a:lnTo>
                  <a:lnTo>
                    <a:pt x="3630" y="420"/>
                  </a:lnTo>
                  <a:lnTo>
                    <a:pt x="3588" y="420"/>
                  </a:lnTo>
                  <a:lnTo>
                    <a:pt x="3570" y="426"/>
                  </a:lnTo>
                  <a:lnTo>
                    <a:pt x="3552" y="426"/>
                  </a:lnTo>
                  <a:lnTo>
                    <a:pt x="3534" y="438"/>
                  </a:lnTo>
                  <a:lnTo>
                    <a:pt x="3516" y="444"/>
                  </a:lnTo>
                  <a:lnTo>
                    <a:pt x="3504" y="450"/>
                  </a:lnTo>
                  <a:lnTo>
                    <a:pt x="3504" y="462"/>
                  </a:lnTo>
                  <a:lnTo>
                    <a:pt x="3528" y="468"/>
                  </a:lnTo>
                  <a:lnTo>
                    <a:pt x="3600" y="480"/>
                  </a:lnTo>
                  <a:lnTo>
                    <a:pt x="3612" y="480"/>
                  </a:lnTo>
                  <a:close/>
                  <a:moveTo>
                    <a:pt x="3954" y="180"/>
                  </a:moveTo>
                  <a:lnTo>
                    <a:pt x="3900" y="192"/>
                  </a:lnTo>
                  <a:lnTo>
                    <a:pt x="3936" y="210"/>
                  </a:lnTo>
                  <a:lnTo>
                    <a:pt x="3924" y="216"/>
                  </a:lnTo>
                  <a:lnTo>
                    <a:pt x="3918" y="222"/>
                  </a:lnTo>
                  <a:lnTo>
                    <a:pt x="3918" y="228"/>
                  </a:lnTo>
                  <a:lnTo>
                    <a:pt x="3924" y="234"/>
                  </a:lnTo>
                  <a:lnTo>
                    <a:pt x="3936" y="240"/>
                  </a:lnTo>
                  <a:lnTo>
                    <a:pt x="3966" y="240"/>
                  </a:lnTo>
                  <a:lnTo>
                    <a:pt x="3942" y="252"/>
                  </a:lnTo>
                  <a:lnTo>
                    <a:pt x="3954" y="252"/>
                  </a:lnTo>
                  <a:lnTo>
                    <a:pt x="4002" y="276"/>
                  </a:lnTo>
                  <a:lnTo>
                    <a:pt x="4014" y="276"/>
                  </a:lnTo>
                  <a:lnTo>
                    <a:pt x="4026" y="270"/>
                  </a:lnTo>
                  <a:lnTo>
                    <a:pt x="4032" y="264"/>
                  </a:lnTo>
                  <a:lnTo>
                    <a:pt x="4044" y="258"/>
                  </a:lnTo>
                  <a:lnTo>
                    <a:pt x="4050" y="252"/>
                  </a:lnTo>
                  <a:lnTo>
                    <a:pt x="4074" y="246"/>
                  </a:lnTo>
                  <a:lnTo>
                    <a:pt x="4086" y="258"/>
                  </a:lnTo>
                  <a:lnTo>
                    <a:pt x="4092" y="270"/>
                  </a:lnTo>
                  <a:lnTo>
                    <a:pt x="4098" y="276"/>
                  </a:lnTo>
                  <a:lnTo>
                    <a:pt x="4104" y="270"/>
                  </a:lnTo>
                  <a:lnTo>
                    <a:pt x="4116" y="270"/>
                  </a:lnTo>
                  <a:lnTo>
                    <a:pt x="4128" y="264"/>
                  </a:lnTo>
                  <a:lnTo>
                    <a:pt x="4134" y="258"/>
                  </a:lnTo>
                  <a:lnTo>
                    <a:pt x="4146" y="258"/>
                  </a:lnTo>
                  <a:lnTo>
                    <a:pt x="4152" y="252"/>
                  </a:lnTo>
                  <a:lnTo>
                    <a:pt x="4158" y="252"/>
                  </a:lnTo>
                  <a:lnTo>
                    <a:pt x="4170" y="246"/>
                  </a:lnTo>
                  <a:lnTo>
                    <a:pt x="4176" y="234"/>
                  </a:lnTo>
                  <a:lnTo>
                    <a:pt x="4182" y="228"/>
                  </a:lnTo>
                  <a:lnTo>
                    <a:pt x="4194" y="246"/>
                  </a:lnTo>
                  <a:lnTo>
                    <a:pt x="4218" y="222"/>
                  </a:lnTo>
                  <a:lnTo>
                    <a:pt x="4218" y="216"/>
                  </a:lnTo>
                  <a:lnTo>
                    <a:pt x="4236" y="210"/>
                  </a:lnTo>
                  <a:lnTo>
                    <a:pt x="4326" y="210"/>
                  </a:lnTo>
                  <a:lnTo>
                    <a:pt x="4332" y="204"/>
                  </a:lnTo>
                  <a:lnTo>
                    <a:pt x="4332" y="192"/>
                  </a:lnTo>
                  <a:lnTo>
                    <a:pt x="4266" y="186"/>
                  </a:lnTo>
                  <a:lnTo>
                    <a:pt x="4302" y="174"/>
                  </a:lnTo>
                  <a:lnTo>
                    <a:pt x="4302" y="132"/>
                  </a:lnTo>
                  <a:lnTo>
                    <a:pt x="4278" y="132"/>
                  </a:lnTo>
                  <a:lnTo>
                    <a:pt x="4266" y="138"/>
                  </a:lnTo>
                  <a:lnTo>
                    <a:pt x="4260" y="144"/>
                  </a:lnTo>
                  <a:lnTo>
                    <a:pt x="4248" y="150"/>
                  </a:lnTo>
                  <a:lnTo>
                    <a:pt x="4242" y="126"/>
                  </a:lnTo>
                  <a:lnTo>
                    <a:pt x="4194" y="132"/>
                  </a:lnTo>
                  <a:lnTo>
                    <a:pt x="4194" y="120"/>
                  </a:lnTo>
                  <a:lnTo>
                    <a:pt x="4176" y="84"/>
                  </a:lnTo>
                  <a:lnTo>
                    <a:pt x="4140" y="84"/>
                  </a:lnTo>
                  <a:lnTo>
                    <a:pt x="4122" y="90"/>
                  </a:lnTo>
                  <a:lnTo>
                    <a:pt x="4110" y="96"/>
                  </a:lnTo>
                  <a:lnTo>
                    <a:pt x="4104" y="102"/>
                  </a:lnTo>
                  <a:lnTo>
                    <a:pt x="4098" y="102"/>
                  </a:lnTo>
                  <a:lnTo>
                    <a:pt x="4020" y="108"/>
                  </a:lnTo>
                  <a:lnTo>
                    <a:pt x="4044" y="126"/>
                  </a:lnTo>
                  <a:lnTo>
                    <a:pt x="3996" y="126"/>
                  </a:lnTo>
                  <a:lnTo>
                    <a:pt x="3984" y="132"/>
                  </a:lnTo>
                  <a:lnTo>
                    <a:pt x="3972" y="132"/>
                  </a:lnTo>
                  <a:lnTo>
                    <a:pt x="3966" y="138"/>
                  </a:lnTo>
                  <a:lnTo>
                    <a:pt x="3984" y="156"/>
                  </a:lnTo>
                  <a:lnTo>
                    <a:pt x="3972" y="156"/>
                  </a:lnTo>
                  <a:lnTo>
                    <a:pt x="3936" y="150"/>
                  </a:lnTo>
                  <a:lnTo>
                    <a:pt x="3906" y="156"/>
                  </a:lnTo>
                  <a:lnTo>
                    <a:pt x="3888" y="168"/>
                  </a:lnTo>
                  <a:lnTo>
                    <a:pt x="3888" y="174"/>
                  </a:lnTo>
                  <a:lnTo>
                    <a:pt x="3894" y="180"/>
                  </a:lnTo>
                  <a:lnTo>
                    <a:pt x="3954" y="180"/>
                  </a:lnTo>
                  <a:close/>
                  <a:moveTo>
                    <a:pt x="3972" y="294"/>
                  </a:moveTo>
                  <a:lnTo>
                    <a:pt x="3954" y="300"/>
                  </a:lnTo>
                  <a:lnTo>
                    <a:pt x="3942" y="306"/>
                  </a:lnTo>
                  <a:lnTo>
                    <a:pt x="3936" y="312"/>
                  </a:lnTo>
                  <a:lnTo>
                    <a:pt x="3936" y="318"/>
                  </a:lnTo>
                  <a:lnTo>
                    <a:pt x="3966" y="324"/>
                  </a:lnTo>
                  <a:lnTo>
                    <a:pt x="3972" y="324"/>
                  </a:lnTo>
                  <a:lnTo>
                    <a:pt x="3990" y="306"/>
                  </a:lnTo>
                  <a:lnTo>
                    <a:pt x="3990" y="300"/>
                  </a:lnTo>
                  <a:lnTo>
                    <a:pt x="3984" y="294"/>
                  </a:lnTo>
                  <a:lnTo>
                    <a:pt x="3972" y="294"/>
                  </a:lnTo>
                  <a:close/>
                  <a:moveTo>
                    <a:pt x="3738" y="336"/>
                  </a:moveTo>
                  <a:lnTo>
                    <a:pt x="3726" y="336"/>
                  </a:lnTo>
                  <a:lnTo>
                    <a:pt x="3720" y="330"/>
                  </a:lnTo>
                  <a:lnTo>
                    <a:pt x="3672" y="330"/>
                  </a:lnTo>
                  <a:lnTo>
                    <a:pt x="3636" y="336"/>
                  </a:lnTo>
                  <a:lnTo>
                    <a:pt x="3624" y="342"/>
                  </a:lnTo>
                  <a:lnTo>
                    <a:pt x="3642" y="360"/>
                  </a:lnTo>
                  <a:lnTo>
                    <a:pt x="3654" y="360"/>
                  </a:lnTo>
                  <a:lnTo>
                    <a:pt x="3660" y="378"/>
                  </a:lnTo>
                  <a:lnTo>
                    <a:pt x="3768" y="378"/>
                  </a:lnTo>
                  <a:lnTo>
                    <a:pt x="3768" y="390"/>
                  </a:lnTo>
                  <a:lnTo>
                    <a:pt x="3762" y="396"/>
                  </a:lnTo>
                  <a:lnTo>
                    <a:pt x="3762" y="408"/>
                  </a:lnTo>
                  <a:lnTo>
                    <a:pt x="3708" y="450"/>
                  </a:lnTo>
                  <a:lnTo>
                    <a:pt x="3732" y="456"/>
                  </a:lnTo>
                  <a:lnTo>
                    <a:pt x="3720" y="468"/>
                  </a:lnTo>
                  <a:lnTo>
                    <a:pt x="3714" y="468"/>
                  </a:lnTo>
                  <a:lnTo>
                    <a:pt x="3708" y="474"/>
                  </a:lnTo>
                  <a:lnTo>
                    <a:pt x="3708" y="480"/>
                  </a:lnTo>
                  <a:lnTo>
                    <a:pt x="3726" y="480"/>
                  </a:lnTo>
                  <a:lnTo>
                    <a:pt x="3738" y="474"/>
                  </a:lnTo>
                  <a:lnTo>
                    <a:pt x="3744" y="474"/>
                  </a:lnTo>
                  <a:lnTo>
                    <a:pt x="3756" y="468"/>
                  </a:lnTo>
                  <a:lnTo>
                    <a:pt x="3756" y="480"/>
                  </a:lnTo>
                  <a:lnTo>
                    <a:pt x="3792" y="480"/>
                  </a:lnTo>
                  <a:lnTo>
                    <a:pt x="3810" y="474"/>
                  </a:lnTo>
                  <a:lnTo>
                    <a:pt x="3822" y="468"/>
                  </a:lnTo>
                  <a:lnTo>
                    <a:pt x="3840" y="468"/>
                  </a:lnTo>
                  <a:lnTo>
                    <a:pt x="3846" y="462"/>
                  </a:lnTo>
                  <a:lnTo>
                    <a:pt x="3852" y="462"/>
                  </a:lnTo>
                  <a:lnTo>
                    <a:pt x="3858" y="486"/>
                  </a:lnTo>
                  <a:lnTo>
                    <a:pt x="3924" y="480"/>
                  </a:lnTo>
                  <a:lnTo>
                    <a:pt x="4002" y="498"/>
                  </a:lnTo>
                  <a:lnTo>
                    <a:pt x="4098" y="486"/>
                  </a:lnTo>
                  <a:lnTo>
                    <a:pt x="4128" y="468"/>
                  </a:lnTo>
                  <a:lnTo>
                    <a:pt x="4122" y="474"/>
                  </a:lnTo>
                  <a:lnTo>
                    <a:pt x="4122" y="486"/>
                  </a:lnTo>
                  <a:lnTo>
                    <a:pt x="4260" y="486"/>
                  </a:lnTo>
                  <a:lnTo>
                    <a:pt x="4272" y="468"/>
                  </a:lnTo>
                  <a:lnTo>
                    <a:pt x="4338" y="438"/>
                  </a:lnTo>
                  <a:lnTo>
                    <a:pt x="4320" y="432"/>
                  </a:lnTo>
                  <a:lnTo>
                    <a:pt x="4320" y="420"/>
                  </a:lnTo>
                  <a:lnTo>
                    <a:pt x="4314" y="420"/>
                  </a:lnTo>
                  <a:lnTo>
                    <a:pt x="4308" y="414"/>
                  </a:lnTo>
                  <a:lnTo>
                    <a:pt x="4290" y="414"/>
                  </a:lnTo>
                  <a:lnTo>
                    <a:pt x="4278" y="408"/>
                  </a:lnTo>
                  <a:lnTo>
                    <a:pt x="4260" y="408"/>
                  </a:lnTo>
                  <a:lnTo>
                    <a:pt x="4242" y="402"/>
                  </a:lnTo>
                  <a:lnTo>
                    <a:pt x="4206" y="402"/>
                  </a:lnTo>
                  <a:lnTo>
                    <a:pt x="4164" y="414"/>
                  </a:lnTo>
                  <a:lnTo>
                    <a:pt x="4116" y="420"/>
                  </a:lnTo>
                  <a:lnTo>
                    <a:pt x="4074" y="426"/>
                  </a:lnTo>
                  <a:lnTo>
                    <a:pt x="4038" y="438"/>
                  </a:lnTo>
                  <a:lnTo>
                    <a:pt x="4026" y="438"/>
                  </a:lnTo>
                  <a:lnTo>
                    <a:pt x="4014" y="432"/>
                  </a:lnTo>
                  <a:lnTo>
                    <a:pt x="4008" y="426"/>
                  </a:lnTo>
                  <a:lnTo>
                    <a:pt x="3996" y="420"/>
                  </a:lnTo>
                  <a:lnTo>
                    <a:pt x="3984" y="420"/>
                  </a:lnTo>
                  <a:lnTo>
                    <a:pt x="3972" y="426"/>
                  </a:lnTo>
                  <a:lnTo>
                    <a:pt x="3960" y="426"/>
                  </a:lnTo>
                  <a:lnTo>
                    <a:pt x="3948" y="432"/>
                  </a:lnTo>
                  <a:lnTo>
                    <a:pt x="3942" y="438"/>
                  </a:lnTo>
                  <a:lnTo>
                    <a:pt x="3936" y="438"/>
                  </a:lnTo>
                  <a:lnTo>
                    <a:pt x="3912" y="414"/>
                  </a:lnTo>
                  <a:lnTo>
                    <a:pt x="3894" y="426"/>
                  </a:lnTo>
                  <a:lnTo>
                    <a:pt x="3864" y="420"/>
                  </a:lnTo>
                  <a:lnTo>
                    <a:pt x="3894" y="408"/>
                  </a:lnTo>
                  <a:lnTo>
                    <a:pt x="3876" y="396"/>
                  </a:lnTo>
                  <a:lnTo>
                    <a:pt x="3822" y="408"/>
                  </a:lnTo>
                  <a:lnTo>
                    <a:pt x="3858" y="396"/>
                  </a:lnTo>
                  <a:lnTo>
                    <a:pt x="3858" y="390"/>
                  </a:lnTo>
                  <a:lnTo>
                    <a:pt x="3924" y="384"/>
                  </a:lnTo>
                  <a:lnTo>
                    <a:pt x="3888" y="372"/>
                  </a:lnTo>
                  <a:lnTo>
                    <a:pt x="3870" y="372"/>
                  </a:lnTo>
                  <a:lnTo>
                    <a:pt x="3876" y="366"/>
                  </a:lnTo>
                  <a:lnTo>
                    <a:pt x="3876" y="360"/>
                  </a:lnTo>
                  <a:lnTo>
                    <a:pt x="3870" y="354"/>
                  </a:lnTo>
                  <a:lnTo>
                    <a:pt x="3840" y="354"/>
                  </a:lnTo>
                  <a:lnTo>
                    <a:pt x="3822" y="360"/>
                  </a:lnTo>
                  <a:lnTo>
                    <a:pt x="3804" y="360"/>
                  </a:lnTo>
                  <a:lnTo>
                    <a:pt x="3786" y="366"/>
                  </a:lnTo>
                  <a:lnTo>
                    <a:pt x="3774" y="354"/>
                  </a:lnTo>
                  <a:lnTo>
                    <a:pt x="3762" y="348"/>
                  </a:lnTo>
                  <a:lnTo>
                    <a:pt x="3756" y="342"/>
                  </a:lnTo>
                  <a:lnTo>
                    <a:pt x="3744" y="336"/>
                  </a:lnTo>
                  <a:lnTo>
                    <a:pt x="3738" y="336"/>
                  </a:lnTo>
                  <a:close/>
                  <a:moveTo>
                    <a:pt x="3264" y="420"/>
                  </a:moveTo>
                  <a:lnTo>
                    <a:pt x="3282" y="420"/>
                  </a:lnTo>
                  <a:lnTo>
                    <a:pt x="3300" y="426"/>
                  </a:lnTo>
                  <a:lnTo>
                    <a:pt x="3318" y="426"/>
                  </a:lnTo>
                  <a:lnTo>
                    <a:pt x="3330" y="432"/>
                  </a:lnTo>
                  <a:lnTo>
                    <a:pt x="3342" y="432"/>
                  </a:lnTo>
                  <a:lnTo>
                    <a:pt x="3330" y="444"/>
                  </a:lnTo>
                  <a:lnTo>
                    <a:pt x="3324" y="444"/>
                  </a:lnTo>
                  <a:lnTo>
                    <a:pt x="3324" y="456"/>
                  </a:lnTo>
                  <a:lnTo>
                    <a:pt x="3438" y="456"/>
                  </a:lnTo>
                  <a:lnTo>
                    <a:pt x="3462" y="444"/>
                  </a:lnTo>
                  <a:lnTo>
                    <a:pt x="3462" y="432"/>
                  </a:lnTo>
                  <a:lnTo>
                    <a:pt x="3468" y="426"/>
                  </a:lnTo>
                  <a:lnTo>
                    <a:pt x="3480" y="426"/>
                  </a:lnTo>
                  <a:lnTo>
                    <a:pt x="3492" y="420"/>
                  </a:lnTo>
                  <a:lnTo>
                    <a:pt x="3504" y="420"/>
                  </a:lnTo>
                  <a:lnTo>
                    <a:pt x="3510" y="414"/>
                  </a:lnTo>
                  <a:lnTo>
                    <a:pt x="3510" y="408"/>
                  </a:lnTo>
                  <a:lnTo>
                    <a:pt x="3522" y="396"/>
                  </a:lnTo>
                  <a:lnTo>
                    <a:pt x="3534" y="390"/>
                  </a:lnTo>
                  <a:lnTo>
                    <a:pt x="3540" y="384"/>
                  </a:lnTo>
                  <a:lnTo>
                    <a:pt x="3552" y="378"/>
                  </a:lnTo>
                  <a:lnTo>
                    <a:pt x="3552" y="372"/>
                  </a:lnTo>
                  <a:lnTo>
                    <a:pt x="3546" y="366"/>
                  </a:lnTo>
                  <a:lnTo>
                    <a:pt x="3534" y="360"/>
                  </a:lnTo>
                  <a:lnTo>
                    <a:pt x="3510" y="360"/>
                  </a:lnTo>
                  <a:lnTo>
                    <a:pt x="3504" y="366"/>
                  </a:lnTo>
                  <a:lnTo>
                    <a:pt x="3492" y="366"/>
                  </a:lnTo>
                  <a:lnTo>
                    <a:pt x="3486" y="360"/>
                  </a:lnTo>
                  <a:lnTo>
                    <a:pt x="3474" y="360"/>
                  </a:lnTo>
                  <a:lnTo>
                    <a:pt x="3462" y="354"/>
                  </a:lnTo>
                  <a:lnTo>
                    <a:pt x="3450" y="354"/>
                  </a:lnTo>
                  <a:lnTo>
                    <a:pt x="3432" y="348"/>
                  </a:lnTo>
                  <a:lnTo>
                    <a:pt x="3426" y="354"/>
                  </a:lnTo>
                  <a:lnTo>
                    <a:pt x="3420" y="354"/>
                  </a:lnTo>
                  <a:lnTo>
                    <a:pt x="3414" y="366"/>
                  </a:lnTo>
                  <a:lnTo>
                    <a:pt x="3414" y="396"/>
                  </a:lnTo>
                  <a:lnTo>
                    <a:pt x="3396" y="378"/>
                  </a:lnTo>
                  <a:lnTo>
                    <a:pt x="3384" y="372"/>
                  </a:lnTo>
                  <a:lnTo>
                    <a:pt x="3366" y="372"/>
                  </a:lnTo>
                  <a:lnTo>
                    <a:pt x="3354" y="384"/>
                  </a:lnTo>
                  <a:lnTo>
                    <a:pt x="3348" y="396"/>
                  </a:lnTo>
                  <a:lnTo>
                    <a:pt x="3330" y="414"/>
                  </a:lnTo>
                  <a:lnTo>
                    <a:pt x="3324" y="414"/>
                  </a:lnTo>
                  <a:lnTo>
                    <a:pt x="3300" y="366"/>
                  </a:lnTo>
                  <a:lnTo>
                    <a:pt x="3288" y="360"/>
                  </a:lnTo>
                  <a:lnTo>
                    <a:pt x="3258" y="360"/>
                  </a:lnTo>
                  <a:lnTo>
                    <a:pt x="3246" y="366"/>
                  </a:lnTo>
                  <a:lnTo>
                    <a:pt x="3240" y="372"/>
                  </a:lnTo>
                  <a:lnTo>
                    <a:pt x="3240" y="396"/>
                  </a:lnTo>
                  <a:lnTo>
                    <a:pt x="3246" y="408"/>
                  </a:lnTo>
                  <a:lnTo>
                    <a:pt x="3258" y="414"/>
                  </a:lnTo>
                  <a:lnTo>
                    <a:pt x="3264" y="420"/>
                  </a:lnTo>
                  <a:close/>
                  <a:moveTo>
                    <a:pt x="3720" y="288"/>
                  </a:moveTo>
                  <a:lnTo>
                    <a:pt x="3726" y="288"/>
                  </a:lnTo>
                  <a:lnTo>
                    <a:pt x="3732" y="294"/>
                  </a:lnTo>
                  <a:lnTo>
                    <a:pt x="3738" y="306"/>
                  </a:lnTo>
                  <a:lnTo>
                    <a:pt x="3768" y="306"/>
                  </a:lnTo>
                  <a:lnTo>
                    <a:pt x="3780" y="300"/>
                  </a:lnTo>
                  <a:lnTo>
                    <a:pt x="3834" y="300"/>
                  </a:lnTo>
                  <a:lnTo>
                    <a:pt x="3834" y="294"/>
                  </a:lnTo>
                  <a:lnTo>
                    <a:pt x="3828" y="294"/>
                  </a:lnTo>
                  <a:lnTo>
                    <a:pt x="3822" y="288"/>
                  </a:lnTo>
                  <a:lnTo>
                    <a:pt x="3810" y="288"/>
                  </a:lnTo>
                  <a:lnTo>
                    <a:pt x="3804" y="282"/>
                  </a:lnTo>
                  <a:lnTo>
                    <a:pt x="3792" y="282"/>
                  </a:lnTo>
                  <a:lnTo>
                    <a:pt x="3804" y="270"/>
                  </a:lnTo>
                  <a:lnTo>
                    <a:pt x="3816" y="264"/>
                  </a:lnTo>
                  <a:lnTo>
                    <a:pt x="3822" y="264"/>
                  </a:lnTo>
                  <a:lnTo>
                    <a:pt x="3828" y="258"/>
                  </a:lnTo>
                  <a:lnTo>
                    <a:pt x="3822" y="258"/>
                  </a:lnTo>
                  <a:lnTo>
                    <a:pt x="3810" y="252"/>
                  </a:lnTo>
                  <a:lnTo>
                    <a:pt x="3738" y="228"/>
                  </a:lnTo>
                  <a:lnTo>
                    <a:pt x="3732" y="228"/>
                  </a:lnTo>
                  <a:lnTo>
                    <a:pt x="3726" y="234"/>
                  </a:lnTo>
                  <a:lnTo>
                    <a:pt x="3714" y="240"/>
                  </a:lnTo>
                  <a:lnTo>
                    <a:pt x="3702" y="240"/>
                  </a:lnTo>
                  <a:lnTo>
                    <a:pt x="3690" y="252"/>
                  </a:lnTo>
                  <a:lnTo>
                    <a:pt x="3690" y="258"/>
                  </a:lnTo>
                  <a:lnTo>
                    <a:pt x="3696" y="264"/>
                  </a:lnTo>
                  <a:lnTo>
                    <a:pt x="3702" y="276"/>
                  </a:lnTo>
                  <a:lnTo>
                    <a:pt x="3714" y="282"/>
                  </a:lnTo>
                  <a:lnTo>
                    <a:pt x="3720" y="288"/>
                  </a:lnTo>
                  <a:close/>
                  <a:moveTo>
                    <a:pt x="3288" y="504"/>
                  </a:moveTo>
                  <a:lnTo>
                    <a:pt x="3270" y="504"/>
                  </a:lnTo>
                  <a:lnTo>
                    <a:pt x="3234" y="510"/>
                  </a:lnTo>
                  <a:lnTo>
                    <a:pt x="3186" y="516"/>
                  </a:lnTo>
                  <a:lnTo>
                    <a:pt x="3144" y="528"/>
                  </a:lnTo>
                  <a:lnTo>
                    <a:pt x="3132" y="534"/>
                  </a:lnTo>
                  <a:lnTo>
                    <a:pt x="3126" y="540"/>
                  </a:lnTo>
                  <a:lnTo>
                    <a:pt x="3132" y="540"/>
                  </a:lnTo>
                  <a:lnTo>
                    <a:pt x="3150" y="558"/>
                  </a:lnTo>
                  <a:lnTo>
                    <a:pt x="3156" y="570"/>
                  </a:lnTo>
                  <a:lnTo>
                    <a:pt x="3156" y="576"/>
                  </a:lnTo>
                  <a:lnTo>
                    <a:pt x="3138" y="582"/>
                  </a:lnTo>
                  <a:lnTo>
                    <a:pt x="3120" y="570"/>
                  </a:lnTo>
                  <a:lnTo>
                    <a:pt x="3090" y="564"/>
                  </a:lnTo>
                  <a:lnTo>
                    <a:pt x="3048" y="570"/>
                  </a:lnTo>
                  <a:lnTo>
                    <a:pt x="3066" y="606"/>
                  </a:lnTo>
                  <a:lnTo>
                    <a:pt x="3072" y="612"/>
                  </a:lnTo>
                  <a:lnTo>
                    <a:pt x="3084" y="618"/>
                  </a:lnTo>
                  <a:lnTo>
                    <a:pt x="3102" y="624"/>
                  </a:lnTo>
                  <a:lnTo>
                    <a:pt x="3114" y="630"/>
                  </a:lnTo>
                  <a:lnTo>
                    <a:pt x="3120" y="642"/>
                  </a:lnTo>
                  <a:lnTo>
                    <a:pt x="3120" y="654"/>
                  </a:lnTo>
                  <a:lnTo>
                    <a:pt x="3126" y="666"/>
                  </a:lnTo>
                  <a:lnTo>
                    <a:pt x="3126" y="678"/>
                  </a:lnTo>
                  <a:lnTo>
                    <a:pt x="3144" y="678"/>
                  </a:lnTo>
                  <a:lnTo>
                    <a:pt x="3228" y="666"/>
                  </a:lnTo>
                  <a:lnTo>
                    <a:pt x="3264" y="660"/>
                  </a:lnTo>
                  <a:lnTo>
                    <a:pt x="3276" y="654"/>
                  </a:lnTo>
                  <a:lnTo>
                    <a:pt x="3282" y="642"/>
                  </a:lnTo>
                  <a:lnTo>
                    <a:pt x="3288" y="624"/>
                  </a:lnTo>
                  <a:lnTo>
                    <a:pt x="3300" y="600"/>
                  </a:lnTo>
                  <a:lnTo>
                    <a:pt x="3300" y="588"/>
                  </a:lnTo>
                  <a:lnTo>
                    <a:pt x="3228" y="576"/>
                  </a:lnTo>
                  <a:lnTo>
                    <a:pt x="3240" y="570"/>
                  </a:lnTo>
                  <a:lnTo>
                    <a:pt x="3348" y="534"/>
                  </a:lnTo>
                  <a:lnTo>
                    <a:pt x="3360" y="528"/>
                  </a:lnTo>
                  <a:lnTo>
                    <a:pt x="3354" y="522"/>
                  </a:lnTo>
                  <a:lnTo>
                    <a:pt x="3342" y="516"/>
                  </a:lnTo>
                  <a:lnTo>
                    <a:pt x="3324" y="510"/>
                  </a:lnTo>
                  <a:lnTo>
                    <a:pt x="3312" y="510"/>
                  </a:lnTo>
                  <a:lnTo>
                    <a:pt x="3300" y="504"/>
                  </a:lnTo>
                  <a:lnTo>
                    <a:pt x="3288" y="504"/>
                  </a:lnTo>
                  <a:close/>
                  <a:moveTo>
                    <a:pt x="2898" y="744"/>
                  </a:moveTo>
                  <a:lnTo>
                    <a:pt x="2880" y="738"/>
                  </a:lnTo>
                  <a:lnTo>
                    <a:pt x="2796" y="738"/>
                  </a:lnTo>
                  <a:lnTo>
                    <a:pt x="2874" y="696"/>
                  </a:lnTo>
                  <a:lnTo>
                    <a:pt x="2880" y="684"/>
                  </a:lnTo>
                  <a:lnTo>
                    <a:pt x="2886" y="654"/>
                  </a:lnTo>
                  <a:lnTo>
                    <a:pt x="2898" y="624"/>
                  </a:lnTo>
                  <a:lnTo>
                    <a:pt x="2898" y="588"/>
                  </a:lnTo>
                  <a:lnTo>
                    <a:pt x="2880" y="570"/>
                  </a:lnTo>
                  <a:lnTo>
                    <a:pt x="2850" y="570"/>
                  </a:lnTo>
                  <a:lnTo>
                    <a:pt x="2814" y="576"/>
                  </a:lnTo>
                  <a:lnTo>
                    <a:pt x="2796" y="582"/>
                  </a:lnTo>
                  <a:lnTo>
                    <a:pt x="2784" y="588"/>
                  </a:lnTo>
                  <a:lnTo>
                    <a:pt x="2784" y="594"/>
                  </a:lnTo>
                  <a:lnTo>
                    <a:pt x="2766" y="612"/>
                  </a:lnTo>
                  <a:lnTo>
                    <a:pt x="2760" y="630"/>
                  </a:lnTo>
                  <a:lnTo>
                    <a:pt x="2736" y="654"/>
                  </a:lnTo>
                  <a:lnTo>
                    <a:pt x="2718" y="666"/>
                  </a:lnTo>
                  <a:lnTo>
                    <a:pt x="2706" y="672"/>
                  </a:lnTo>
                  <a:lnTo>
                    <a:pt x="2700" y="672"/>
                  </a:lnTo>
                  <a:lnTo>
                    <a:pt x="2694" y="666"/>
                  </a:lnTo>
                  <a:lnTo>
                    <a:pt x="2694" y="660"/>
                  </a:lnTo>
                  <a:lnTo>
                    <a:pt x="2700" y="654"/>
                  </a:lnTo>
                  <a:lnTo>
                    <a:pt x="2706" y="642"/>
                  </a:lnTo>
                  <a:lnTo>
                    <a:pt x="2712" y="636"/>
                  </a:lnTo>
                  <a:lnTo>
                    <a:pt x="2718" y="624"/>
                  </a:lnTo>
                  <a:lnTo>
                    <a:pt x="2718" y="612"/>
                  </a:lnTo>
                  <a:lnTo>
                    <a:pt x="2724" y="606"/>
                  </a:lnTo>
                  <a:lnTo>
                    <a:pt x="2724" y="600"/>
                  </a:lnTo>
                  <a:lnTo>
                    <a:pt x="2706" y="594"/>
                  </a:lnTo>
                  <a:lnTo>
                    <a:pt x="2676" y="588"/>
                  </a:lnTo>
                  <a:lnTo>
                    <a:pt x="2628" y="588"/>
                  </a:lnTo>
                  <a:lnTo>
                    <a:pt x="2622" y="606"/>
                  </a:lnTo>
                  <a:lnTo>
                    <a:pt x="2610" y="612"/>
                  </a:lnTo>
                  <a:lnTo>
                    <a:pt x="2586" y="618"/>
                  </a:lnTo>
                  <a:lnTo>
                    <a:pt x="2550" y="624"/>
                  </a:lnTo>
                  <a:lnTo>
                    <a:pt x="2508" y="630"/>
                  </a:lnTo>
                  <a:lnTo>
                    <a:pt x="2490" y="630"/>
                  </a:lnTo>
                  <a:lnTo>
                    <a:pt x="2496" y="624"/>
                  </a:lnTo>
                  <a:lnTo>
                    <a:pt x="2508" y="618"/>
                  </a:lnTo>
                  <a:lnTo>
                    <a:pt x="2520" y="618"/>
                  </a:lnTo>
                  <a:lnTo>
                    <a:pt x="2538" y="612"/>
                  </a:lnTo>
                  <a:lnTo>
                    <a:pt x="2550" y="606"/>
                  </a:lnTo>
                  <a:lnTo>
                    <a:pt x="2586" y="594"/>
                  </a:lnTo>
                  <a:lnTo>
                    <a:pt x="2598" y="588"/>
                  </a:lnTo>
                  <a:lnTo>
                    <a:pt x="2604" y="588"/>
                  </a:lnTo>
                  <a:lnTo>
                    <a:pt x="2604" y="582"/>
                  </a:lnTo>
                  <a:lnTo>
                    <a:pt x="2592" y="576"/>
                  </a:lnTo>
                  <a:lnTo>
                    <a:pt x="2556" y="576"/>
                  </a:lnTo>
                  <a:lnTo>
                    <a:pt x="2496" y="594"/>
                  </a:lnTo>
                  <a:lnTo>
                    <a:pt x="2460" y="600"/>
                  </a:lnTo>
                  <a:lnTo>
                    <a:pt x="2466" y="594"/>
                  </a:lnTo>
                  <a:lnTo>
                    <a:pt x="2478" y="588"/>
                  </a:lnTo>
                  <a:lnTo>
                    <a:pt x="2490" y="576"/>
                  </a:lnTo>
                  <a:lnTo>
                    <a:pt x="2502" y="570"/>
                  </a:lnTo>
                  <a:lnTo>
                    <a:pt x="2514" y="558"/>
                  </a:lnTo>
                  <a:lnTo>
                    <a:pt x="2508" y="558"/>
                  </a:lnTo>
                  <a:lnTo>
                    <a:pt x="2508" y="552"/>
                  </a:lnTo>
                  <a:lnTo>
                    <a:pt x="2496" y="552"/>
                  </a:lnTo>
                  <a:lnTo>
                    <a:pt x="2346" y="600"/>
                  </a:lnTo>
                  <a:lnTo>
                    <a:pt x="2328" y="600"/>
                  </a:lnTo>
                  <a:lnTo>
                    <a:pt x="2244" y="624"/>
                  </a:lnTo>
                  <a:lnTo>
                    <a:pt x="2250" y="642"/>
                  </a:lnTo>
                  <a:lnTo>
                    <a:pt x="2190" y="660"/>
                  </a:lnTo>
                  <a:lnTo>
                    <a:pt x="2172" y="678"/>
                  </a:lnTo>
                  <a:lnTo>
                    <a:pt x="2202" y="690"/>
                  </a:lnTo>
                  <a:lnTo>
                    <a:pt x="2208" y="684"/>
                  </a:lnTo>
                  <a:lnTo>
                    <a:pt x="2220" y="678"/>
                  </a:lnTo>
                  <a:lnTo>
                    <a:pt x="2238" y="678"/>
                  </a:lnTo>
                  <a:lnTo>
                    <a:pt x="2244" y="684"/>
                  </a:lnTo>
                  <a:lnTo>
                    <a:pt x="2244" y="690"/>
                  </a:lnTo>
                  <a:lnTo>
                    <a:pt x="2238" y="696"/>
                  </a:lnTo>
                  <a:lnTo>
                    <a:pt x="2226" y="696"/>
                  </a:lnTo>
                  <a:lnTo>
                    <a:pt x="2208" y="702"/>
                  </a:lnTo>
                  <a:lnTo>
                    <a:pt x="2196" y="702"/>
                  </a:lnTo>
                  <a:lnTo>
                    <a:pt x="2160" y="720"/>
                  </a:lnTo>
                  <a:lnTo>
                    <a:pt x="2166" y="732"/>
                  </a:lnTo>
                  <a:lnTo>
                    <a:pt x="2196" y="732"/>
                  </a:lnTo>
                  <a:lnTo>
                    <a:pt x="2238" y="738"/>
                  </a:lnTo>
                  <a:lnTo>
                    <a:pt x="2322" y="738"/>
                  </a:lnTo>
                  <a:lnTo>
                    <a:pt x="2352" y="744"/>
                  </a:lnTo>
                  <a:lnTo>
                    <a:pt x="2352" y="750"/>
                  </a:lnTo>
                  <a:lnTo>
                    <a:pt x="2322" y="762"/>
                  </a:lnTo>
                  <a:lnTo>
                    <a:pt x="2280" y="762"/>
                  </a:lnTo>
                  <a:lnTo>
                    <a:pt x="2172" y="774"/>
                  </a:lnTo>
                  <a:lnTo>
                    <a:pt x="2136" y="774"/>
                  </a:lnTo>
                  <a:lnTo>
                    <a:pt x="2112" y="786"/>
                  </a:lnTo>
                  <a:lnTo>
                    <a:pt x="2106" y="792"/>
                  </a:lnTo>
                  <a:lnTo>
                    <a:pt x="2118" y="804"/>
                  </a:lnTo>
                  <a:lnTo>
                    <a:pt x="2130" y="810"/>
                  </a:lnTo>
                  <a:lnTo>
                    <a:pt x="2148" y="810"/>
                  </a:lnTo>
                  <a:lnTo>
                    <a:pt x="2160" y="816"/>
                  </a:lnTo>
                  <a:lnTo>
                    <a:pt x="2178" y="822"/>
                  </a:lnTo>
                  <a:lnTo>
                    <a:pt x="2190" y="828"/>
                  </a:lnTo>
                  <a:lnTo>
                    <a:pt x="2190" y="834"/>
                  </a:lnTo>
                  <a:lnTo>
                    <a:pt x="2184" y="840"/>
                  </a:lnTo>
                  <a:lnTo>
                    <a:pt x="2172" y="840"/>
                  </a:lnTo>
                  <a:lnTo>
                    <a:pt x="2154" y="858"/>
                  </a:lnTo>
                  <a:lnTo>
                    <a:pt x="2166" y="870"/>
                  </a:lnTo>
                  <a:lnTo>
                    <a:pt x="2322" y="870"/>
                  </a:lnTo>
                  <a:lnTo>
                    <a:pt x="2370" y="864"/>
                  </a:lnTo>
                  <a:lnTo>
                    <a:pt x="2436" y="858"/>
                  </a:lnTo>
                  <a:lnTo>
                    <a:pt x="2508" y="846"/>
                  </a:lnTo>
                  <a:lnTo>
                    <a:pt x="2574" y="840"/>
                  </a:lnTo>
                  <a:lnTo>
                    <a:pt x="2616" y="828"/>
                  </a:lnTo>
                  <a:lnTo>
                    <a:pt x="2652" y="828"/>
                  </a:lnTo>
                  <a:lnTo>
                    <a:pt x="2736" y="864"/>
                  </a:lnTo>
                  <a:lnTo>
                    <a:pt x="2778" y="876"/>
                  </a:lnTo>
                  <a:lnTo>
                    <a:pt x="2796" y="876"/>
                  </a:lnTo>
                  <a:lnTo>
                    <a:pt x="2814" y="870"/>
                  </a:lnTo>
                  <a:lnTo>
                    <a:pt x="2832" y="852"/>
                  </a:lnTo>
                  <a:lnTo>
                    <a:pt x="2838" y="840"/>
                  </a:lnTo>
                  <a:lnTo>
                    <a:pt x="2844" y="834"/>
                  </a:lnTo>
                  <a:lnTo>
                    <a:pt x="2844" y="822"/>
                  </a:lnTo>
                  <a:lnTo>
                    <a:pt x="2766" y="822"/>
                  </a:lnTo>
                  <a:lnTo>
                    <a:pt x="2802" y="798"/>
                  </a:lnTo>
                  <a:lnTo>
                    <a:pt x="2850" y="798"/>
                  </a:lnTo>
                  <a:lnTo>
                    <a:pt x="2898" y="792"/>
                  </a:lnTo>
                  <a:lnTo>
                    <a:pt x="2910" y="786"/>
                  </a:lnTo>
                  <a:lnTo>
                    <a:pt x="2916" y="786"/>
                  </a:lnTo>
                  <a:lnTo>
                    <a:pt x="2922" y="780"/>
                  </a:lnTo>
                  <a:lnTo>
                    <a:pt x="2916" y="768"/>
                  </a:lnTo>
                  <a:lnTo>
                    <a:pt x="2898" y="750"/>
                  </a:lnTo>
                  <a:lnTo>
                    <a:pt x="2898" y="744"/>
                  </a:lnTo>
                  <a:close/>
                  <a:moveTo>
                    <a:pt x="2868" y="882"/>
                  </a:moveTo>
                  <a:lnTo>
                    <a:pt x="2886" y="882"/>
                  </a:lnTo>
                  <a:lnTo>
                    <a:pt x="2904" y="876"/>
                  </a:lnTo>
                  <a:lnTo>
                    <a:pt x="2910" y="870"/>
                  </a:lnTo>
                  <a:lnTo>
                    <a:pt x="2910" y="864"/>
                  </a:lnTo>
                  <a:lnTo>
                    <a:pt x="2904" y="858"/>
                  </a:lnTo>
                  <a:lnTo>
                    <a:pt x="2880" y="858"/>
                  </a:lnTo>
                  <a:lnTo>
                    <a:pt x="2868" y="870"/>
                  </a:lnTo>
                  <a:lnTo>
                    <a:pt x="2868" y="882"/>
                  </a:lnTo>
                  <a:close/>
                  <a:moveTo>
                    <a:pt x="3276" y="330"/>
                  </a:moveTo>
                  <a:lnTo>
                    <a:pt x="3288" y="330"/>
                  </a:lnTo>
                  <a:lnTo>
                    <a:pt x="3294" y="324"/>
                  </a:lnTo>
                  <a:lnTo>
                    <a:pt x="3300" y="312"/>
                  </a:lnTo>
                  <a:lnTo>
                    <a:pt x="3300" y="306"/>
                  </a:lnTo>
                  <a:lnTo>
                    <a:pt x="3294" y="294"/>
                  </a:lnTo>
                  <a:lnTo>
                    <a:pt x="3288" y="288"/>
                  </a:lnTo>
                  <a:lnTo>
                    <a:pt x="3276" y="288"/>
                  </a:lnTo>
                  <a:lnTo>
                    <a:pt x="3270" y="300"/>
                  </a:lnTo>
                  <a:lnTo>
                    <a:pt x="3264" y="306"/>
                  </a:lnTo>
                  <a:lnTo>
                    <a:pt x="3264" y="324"/>
                  </a:lnTo>
                  <a:lnTo>
                    <a:pt x="3270" y="330"/>
                  </a:lnTo>
                  <a:lnTo>
                    <a:pt x="3276" y="330"/>
                  </a:lnTo>
                  <a:close/>
                  <a:moveTo>
                    <a:pt x="3462" y="228"/>
                  </a:moveTo>
                  <a:lnTo>
                    <a:pt x="3450" y="240"/>
                  </a:lnTo>
                  <a:lnTo>
                    <a:pt x="3450" y="252"/>
                  </a:lnTo>
                  <a:lnTo>
                    <a:pt x="3456" y="258"/>
                  </a:lnTo>
                  <a:lnTo>
                    <a:pt x="3528" y="258"/>
                  </a:lnTo>
                  <a:lnTo>
                    <a:pt x="3546" y="276"/>
                  </a:lnTo>
                  <a:lnTo>
                    <a:pt x="3558" y="282"/>
                  </a:lnTo>
                  <a:lnTo>
                    <a:pt x="3588" y="282"/>
                  </a:lnTo>
                  <a:lnTo>
                    <a:pt x="3612" y="270"/>
                  </a:lnTo>
                  <a:lnTo>
                    <a:pt x="3618" y="264"/>
                  </a:lnTo>
                  <a:lnTo>
                    <a:pt x="3606" y="252"/>
                  </a:lnTo>
                  <a:lnTo>
                    <a:pt x="3636" y="246"/>
                  </a:lnTo>
                  <a:lnTo>
                    <a:pt x="3594" y="210"/>
                  </a:lnTo>
                  <a:lnTo>
                    <a:pt x="3552" y="216"/>
                  </a:lnTo>
                  <a:lnTo>
                    <a:pt x="3534" y="198"/>
                  </a:lnTo>
                  <a:lnTo>
                    <a:pt x="3450" y="198"/>
                  </a:lnTo>
                  <a:lnTo>
                    <a:pt x="3438" y="204"/>
                  </a:lnTo>
                  <a:lnTo>
                    <a:pt x="3426" y="204"/>
                  </a:lnTo>
                  <a:lnTo>
                    <a:pt x="3420" y="210"/>
                  </a:lnTo>
                  <a:lnTo>
                    <a:pt x="3438" y="228"/>
                  </a:lnTo>
                  <a:lnTo>
                    <a:pt x="3462" y="228"/>
                  </a:lnTo>
                  <a:close/>
                  <a:moveTo>
                    <a:pt x="3432" y="1302"/>
                  </a:moveTo>
                  <a:lnTo>
                    <a:pt x="3408" y="1326"/>
                  </a:lnTo>
                  <a:lnTo>
                    <a:pt x="3408" y="1344"/>
                  </a:lnTo>
                  <a:lnTo>
                    <a:pt x="3438" y="1344"/>
                  </a:lnTo>
                  <a:lnTo>
                    <a:pt x="3462" y="1332"/>
                  </a:lnTo>
                  <a:lnTo>
                    <a:pt x="3468" y="1332"/>
                  </a:lnTo>
                  <a:lnTo>
                    <a:pt x="3480" y="1326"/>
                  </a:lnTo>
                  <a:lnTo>
                    <a:pt x="3486" y="1326"/>
                  </a:lnTo>
                  <a:lnTo>
                    <a:pt x="3504" y="1308"/>
                  </a:lnTo>
                  <a:lnTo>
                    <a:pt x="3516" y="1290"/>
                  </a:lnTo>
                  <a:lnTo>
                    <a:pt x="3516" y="1266"/>
                  </a:lnTo>
                  <a:lnTo>
                    <a:pt x="3510" y="1260"/>
                  </a:lnTo>
                  <a:lnTo>
                    <a:pt x="3498" y="1260"/>
                  </a:lnTo>
                  <a:lnTo>
                    <a:pt x="3480" y="1266"/>
                  </a:lnTo>
                  <a:lnTo>
                    <a:pt x="3432" y="1302"/>
                  </a:lnTo>
                  <a:close/>
                  <a:moveTo>
                    <a:pt x="4416" y="1392"/>
                  </a:moveTo>
                  <a:lnTo>
                    <a:pt x="4428" y="1380"/>
                  </a:lnTo>
                  <a:lnTo>
                    <a:pt x="4428" y="1374"/>
                  </a:lnTo>
                  <a:lnTo>
                    <a:pt x="4386" y="1374"/>
                  </a:lnTo>
                  <a:lnTo>
                    <a:pt x="4386" y="1380"/>
                  </a:lnTo>
                  <a:lnTo>
                    <a:pt x="4404" y="1398"/>
                  </a:lnTo>
                  <a:lnTo>
                    <a:pt x="4416" y="1392"/>
                  </a:lnTo>
                  <a:close/>
                  <a:moveTo>
                    <a:pt x="3120" y="2034"/>
                  </a:moveTo>
                  <a:lnTo>
                    <a:pt x="3132" y="2034"/>
                  </a:lnTo>
                  <a:lnTo>
                    <a:pt x="3138" y="2028"/>
                  </a:lnTo>
                  <a:lnTo>
                    <a:pt x="3132" y="2022"/>
                  </a:lnTo>
                  <a:lnTo>
                    <a:pt x="3120" y="2016"/>
                  </a:lnTo>
                  <a:lnTo>
                    <a:pt x="3114" y="2010"/>
                  </a:lnTo>
                  <a:lnTo>
                    <a:pt x="3108" y="2010"/>
                  </a:lnTo>
                  <a:lnTo>
                    <a:pt x="3090" y="2016"/>
                  </a:lnTo>
                  <a:lnTo>
                    <a:pt x="3078" y="2022"/>
                  </a:lnTo>
                  <a:lnTo>
                    <a:pt x="3072" y="2022"/>
                  </a:lnTo>
                  <a:lnTo>
                    <a:pt x="3072" y="2028"/>
                  </a:lnTo>
                  <a:lnTo>
                    <a:pt x="3078" y="2034"/>
                  </a:lnTo>
                  <a:lnTo>
                    <a:pt x="3120" y="2034"/>
                  </a:lnTo>
                  <a:close/>
                  <a:moveTo>
                    <a:pt x="4758" y="996"/>
                  </a:moveTo>
                  <a:lnTo>
                    <a:pt x="4746" y="996"/>
                  </a:lnTo>
                  <a:lnTo>
                    <a:pt x="4734" y="984"/>
                  </a:lnTo>
                  <a:lnTo>
                    <a:pt x="4704" y="1008"/>
                  </a:lnTo>
                  <a:lnTo>
                    <a:pt x="4704" y="978"/>
                  </a:lnTo>
                  <a:lnTo>
                    <a:pt x="4662" y="978"/>
                  </a:lnTo>
                  <a:lnTo>
                    <a:pt x="4668" y="978"/>
                  </a:lnTo>
                  <a:lnTo>
                    <a:pt x="4674" y="972"/>
                  </a:lnTo>
                  <a:lnTo>
                    <a:pt x="4686" y="972"/>
                  </a:lnTo>
                  <a:lnTo>
                    <a:pt x="4698" y="966"/>
                  </a:lnTo>
                  <a:lnTo>
                    <a:pt x="4704" y="954"/>
                  </a:lnTo>
                  <a:lnTo>
                    <a:pt x="4704" y="948"/>
                  </a:lnTo>
                  <a:lnTo>
                    <a:pt x="4698" y="942"/>
                  </a:lnTo>
                  <a:lnTo>
                    <a:pt x="4680" y="942"/>
                  </a:lnTo>
                  <a:lnTo>
                    <a:pt x="4668" y="936"/>
                  </a:lnTo>
                  <a:lnTo>
                    <a:pt x="4650" y="936"/>
                  </a:lnTo>
                  <a:lnTo>
                    <a:pt x="4632" y="930"/>
                  </a:lnTo>
                  <a:lnTo>
                    <a:pt x="4620" y="930"/>
                  </a:lnTo>
                  <a:lnTo>
                    <a:pt x="4614" y="918"/>
                  </a:lnTo>
                  <a:lnTo>
                    <a:pt x="4566" y="912"/>
                  </a:lnTo>
                  <a:lnTo>
                    <a:pt x="4500" y="870"/>
                  </a:lnTo>
                  <a:lnTo>
                    <a:pt x="4566" y="864"/>
                  </a:lnTo>
                  <a:lnTo>
                    <a:pt x="4536" y="840"/>
                  </a:lnTo>
                  <a:lnTo>
                    <a:pt x="4542" y="840"/>
                  </a:lnTo>
                  <a:lnTo>
                    <a:pt x="4548" y="834"/>
                  </a:lnTo>
                  <a:lnTo>
                    <a:pt x="4584" y="834"/>
                  </a:lnTo>
                  <a:lnTo>
                    <a:pt x="4596" y="840"/>
                  </a:lnTo>
                  <a:lnTo>
                    <a:pt x="4638" y="840"/>
                  </a:lnTo>
                  <a:lnTo>
                    <a:pt x="4638" y="834"/>
                  </a:lnTo>
                  <a:lnTo>
                    <a:pt x="4632" y="828"/>
                  </a:lnTo>
                  <a:lnTo>
                    <a:pt x="4614" y="822"/>
                  </a:lnTo>
                  <a:lnTo>
                    <a:pt x="4596" y="822"/>
                  </a:lnTo>
                  <a:lnTo>
                    <a:pt x="4578" y="816"/>
                  </a:lnTo>
                  <a:lnTo>
                    <a:pt x="4518" y="816"/>
                  </a:lnTo>
                  <a:lnTo>
                    <a:pt x="4536" y="816"/>
                  </a:lnTo>
                  <a:lnTo>
                    <a:pt x="4620" y="804"/>
                  </a:lnTo>
                  <a:lnTo>
                    <a:pt x="4638" y="798"/>
                  </a:lnTo>
                  <a:lnTo>
                    <a:pt x="4638" y="792"/>
                  </a:lnTo>
                  <a:lnTo>
                    <a:pt x="4632" y="792"/>
                  </a:lnTo>
                  <a:lnTo>
                    <a:pt x="4626" y="786"/>
                  </a:lnTo>
                  <a:lnTo>
                    <a:pt x="4608" y="786"/>
                  </a:lnTo>
                  <a:lnTo>
                    <a:pt x="4500" y="798"/>
                  </a:lnTo>
                  <a:lnTo>
                    <a:pt x="4560" y="762"/>
                  </a:lnTo>
                  <a:lnTo>
                    <a:pt x="4620" y="762"/>
                  </a:lnTo>
                  <a:lnTo>
                    <a:pt x="4626" y="756"/>
                  </a:lnTo>
                  <a:lnTo>
                    <a:pt x="4620" y="750"/>
                  </a:lnTo>
                  <a:lnTo>
                    <a:pt x="4584" y="738"/>
                  </a:lnTo>
                  <a:lnTo>
                    <a:pt x="4572" y="732"/>
                  </a:lnTo>
                  <a:lnTo>
                    <a:pt x="4554" y="732"/>
                  </a:lnTo>
                  <a:lnTo>
                    <a:pt x="4518" y="750"/>
                  </a:lnTo>
                  <a:lnTo>
                    <a:pt x="4500" y="744"/>
                  </a:lnTo>
                  <a:lnTo>
                    <a:pt x="4458" y="774"/>
                  </a:lnTo>
                  <a:lnTo>
                    <a:pt x="4464" y="756"/>
                  </a:lnTo>
                  <a:lnTo>
                    <a:pt x="4440" y="774"/>
                  </a:lnTo>
                  <a:lnTo>
                    <a:pt x="4464" y="744"/>
                  </a:lnTo>
                  <a:lnTo>
                    <a:pt x="4500" y="744"/>
                  </a:lnTo>
                  <a:lnTo>
                    <a:pt x="4506" y="738"/>
                  </a:lnTo>
                  <a:lnTo>
                    <a:pt x="4518" y="714"/>
                  </a:lnTo>
                  <a:lnTo>
                    <a:pt x="4518" y="708"/>
                  </a:lnTo>
                  <a:lnTo>
                    <a:pt x="4512" y="702"/>
                  </a:lnTo>
                  <a:lnTo>
                    <a:pt x="4506" y="708"/>
                  </a:lnTo>
                  <a:lnTo>
                    <a:pt x="4494" y="714"/>
                  </a:lnTo>
                  <a:lnTo>
                    <a:pt x="4488" y="726"/>
                  </a:lnTo>
                  <a:lnTo>
                    <a:pt x="4452" y="726"/>
                  </a:lnTo>
                  <a:lnTo>
                    <a:pt x="4428" y="738"/>
                  </a:lnTo>
                  <a:lnTo>
                    <a:pt x="4452" y="708"/>
                  </a:lnTo>
                  <a:lnTo>
                    <a:pt x="4482" y="708"/>
                  </a:lnTo>
                  <a:lnTo>
                    <a:pt x="4494" y="702"/>
                  </a:lnTo>
                  <a:lnTo>
                    <a:pt x="4500" y="702"/>
                  </a:lnTo>
                  <a:lnTo>
                    <a:pt x="4506" y="696"/>
                  </a:lnTo>
                  <a:lnTo>
                    <a:pt x="4506" y="690"/>
                  </a:lnTo>
                  <a:lnTo>
                    <a:pt x="4500" y="684"/>
                  </a:lnTo>
                  <a:lnTo>
                    <a:pt x="4458" y="684"/>
                  </a:lnTo>
                  <a:lnTo>
                    <a:pt x="4446" y="690"/>
                  </a:lnTo>
                  <a:lnTo>
                    <a:pt x="4428" y="696"/>
                  </a:lnTo>
                  <a:lnTo>
                    <a:pt x="4422" y="702"/>
                  </a:lnTo>
                  <a:lnTo>
                    <a:pt x="4416" y="702"/>
                  </a:lnTo>
                  <a:lnTo>
                    <a:pt x="4404" y="684"/>
                  </a:lnTo>
                  <a:lnTo>
                    <a:pt x="4380" y="702"/>
                  </a:lnTo>
                  <a:lnTo>
                    <a:pt x="4398" y="672"/>
                  </a:lnTo>
                  <a:lnTo>
                    <a:pt x="4344" y="696"/>
                  </a:lnTo>
                  <a:lnTo>
                    <a:pt x="4344" y="672"/>
                  </a:lnTo>
                  <a:lnTo>
                    <a:pt x="4350" y="672"/>
                  </a:lnTo>
                  <a:lnTo>
                    <a:pt x="4356" y="666"/>
                  </a:lnTo>
                  <a:lnTo>
                    <a:pt x="4368" y="666"/>
                  </a:lnTo>
                  <a:lnTo>
                    <a:pt x="4386" y="660"/>
                  </a:lnTo>
                  <a:lnTo>
                    <a:pt x="4392" y="660"/>
                  </a:lnTo>
                  <a:lnTo>
                    <a:pt x="4398" y="654"/>
                  </a:lnTo>
                  <a:lnTo>
                    <a:pt x="4356" y="654"/>
                  </a:lnTo>
                  <a:lnTo>
                    <a:pt x="4338" y="660"/>
                  </a:lnTo>
                  <a:lnTo>
                    <a:pt x="4326" y="660"/>
                  </a:lnTo>
                  <a:lnTo>
                    <a:pt x="4320" y="648"/>
                  </a:lnTo>
                  <a:lnTo>
                    <a:pt x="4332" y="648"/>
                  </a:lnTo>
                  <a:lnTo>
                    <a:pt x="4356" y="636"/>
                  </a:lnTo>
                  <a:lnTo>
                    <a:pt x="4368" y="636"/>
                  </a:lnTo>
                  <a:lnTo>
                    <a:pt x="4380" y="630"/>
                  </a:lnTo>
                  <a:lnTo>
                    <a:pt x="4386" y="624"/>
                  </a:lnTo>
                  <a:lnTo>
                    <a:pt x="4368" y="618"/>
                  </a:lnTo>
                  <a:lnTo>
                    <a:pt x="4326" y="612"/>
                  </a:lnTo>
                  <a:lnTo>
                    <a:pt x="4290" y="612"/>
                  </a:lnTo>
                  <a:lnTo>
                    <a:pt x="4266" y="606"/>
                  </a:lnTo>
                  <a:lnTo>
                    <a:pt x="4236" y="606"/>
                  </a:lnTo>
                  <a:lnTo>
                    <a:pt x="4230" y="612"/>
                  </a:lnTo>
                  <a:lnTo>
                    <a:pt x="4230" y="618"/>
                  </a:lnTo>
                  <a:lnTo>
                    <a:pt x="4236" y="624"/>
                  </a:lnTo>
                  <a:lnTo>
                    <a:pt x="4242" y="636"/>
                  </a:lnTo>
                  <a:lnTo>
                    <a:pt x="4206" y="630"/>
                  </a:lnTo>
                  <a:lnTo>
                    <a:pt x="4212" y="660"/>
                  </a:lnTo>
                  <a:lnTo>
                    <a:pt x="4194" y="636"/>
                  </a:lnTo>
                  <a:lnTo>
                    <a:pt x="4152" y="660"/>
                  </a:lnTo>
                  <a:lnTo>
                    <a:pt x="4158" y="654"/>
                  </a:lnTo>
                  <a:lnTo>
                    <a:pt x="4158" y="636"/>
                  </a:lnTo>
                  <a:lnTo>
                    <a:pt x="4152" y="630"/>
                  </a:lnTo>
                  <a:lnTo>
                    <a:pt x="4140" y="630"/>
                  </a:lnTo>
                  <a:lnTo>
                    <a:pt x="4122" y="636"/>
                  </a:lnTo>
                  <a:lnTo>
                    <a:pt x="4110" y="642"/>
                  </a:lnTo>
                  <a:lnTo>
                    <a:pt x="4098" y="642"/>
                  </a:lnTo>
                  <a:lnTo>
                    <a:pt x="4086" y="648"/>
                  </a:lnTo>
                  <a:lnTo>
                    <a:pt x="4080" y="654"/>
                  </a:lnTo>
                  <a:lnTo>
                    <a:pt x="4074" y="654"/>
                  </a:lnTo>
                  <a:lnTo>
                    <a:pt x="4092" y="618"/>
                  </a:lnTo>
                  <a:lnTo>
                    <a:pt x="4110" y="618"/>
                  </a:lnTo>
                  <a:lnTo>
                    <a:pt x="4122" y="612"/>
                  </a:lnTo>
                  <a:lnTo>
                    <a:pt x="4134" y="612"/>
                  </a:lnTo>
                  <a:lnTo>
                    <a:pt x="4146" y="606"/>
                  </a:lnTo>
                  <a:lnTo>
                    <a:pt x="4152" y="600"/>
                  </a:lnTo>
                  <a:lnTo>
                    <a:pt x="4152" y="594"/>
                  </a:lnTo>
                  <a:lnTo>
                    <a:pt x="4146" y="582"/>
                  </a:lnTo>
                  <a:lnTo>
                    <a:pt x="4134" y="570"/>
                  </a:lnTo>
                  <a:lnTo>
                    <a:pt x="4152" y="552"/>
                  </a:lnTo>
                  <a:lnTo>
                    <a:pt x="4152" y="540"/>
                  </a:lnTo>
                  <a:lnTo>
                    <a:pt x="4050" y="540"/>
                  </a:lnTo>
                  <a:lnTo>
                    <a:pt x="4026" y="558"/>
                  </a:lnTo>
                  <a:lnTo>
                    <a:pt x="3942" y="558"/>
                  </a:lnTo>
                  <a:lnTo>
                    <a:pt x="3948" y="576"/>
                  </a:lnTo>
                  <a:lnTo>
                    <a:pt x="3978" y="588"/>
                  </a:lnTo>
                  <a:lnTo>
                    <a:pt x="3936" y="576"/>
                  </a:lnTo>
                  <a:lnTo>
                    <a:pt x="3948" y="600"/>
                  </a:lnTo>
                  <a:lnTo>
                    <a:pt x="3936" y="594"/>
                  </a:lnTo>
                  <a:lnTo>
                    <a:pt x="3930" y="594"/>
                  </a:lnTo>
                  <a:lnTo>
                    <a:pt x="3918" y="588"/>
                  </a:lnTo>
                  <a:lnTo>
                    <a:pt x="3894" y="588"/>
                  </a:lnTo>
                  <a:lnTo>
                    <a:pt x="3882" y="594"/>
                  </a:lnTo>
                  <a:lnTo>
                    <a:pt x="3876" y="606"/>
                  </a:lnTo>
                  <a:lnTo>
                    <a:pt x="3882" y="612"/>
                  </a:lnTo>
                  <a:lnTo>
                    <a:pt x="3888" y="624"/>
                  </a:lnTo>
                  <a:lnTo>
                    <a:pt x="3894" y="630"/>
                  </a:lnTo>
                  <a:lnTo>
                    <a:pt x="3900" y="660"/>
                  </a:lnTo>
                  <a:lnTo>
                    <a:pt x="3894" y="660"/>
                  </a:lnTo>
                  <a:lnTo>
                    <a:pt x="3888" y="654"/>
                  </a:lnTo>
                  <a:lnTo>
                    <a:pt x="3864" y="642"/>
                  </a:lnTo>
                  <a:lnTo>
                    <a:pt x="3852" y="642"/>
                  </a:lnTo>
                  <a:lnTo>
                    <a:pt x="3828" y="666"/>
                  </a:lnTo>
                  <a:lnTo>
                    <a:pt x="3828" y="678"/>
                  </a:lnTo>
                  <a:lnTo>
                    <a:pt x="3846" y="678"/>
                  </a:lnTo>
                  <a:lnTo>
                    <a:pt x="3858" y="690"/>
                  </a:lnTo>
                  <a:lnTo>
                    <a:pt x="3810" y="714"/>
                  </a:lnTo>
                  <a:lnTo>
                    <a:pt x="3750" y="720"/>
                  </a:lnTo>
                  <a:lnTo>
                    <a:pt x="3762" y="720"/>
                  </a:lnTo>
                  <a:lnTo>
                    <a:pt x="3798" y="702"/>
                  </a:lnTo>
                  <a:lnTo>
                    <a:pt x="3810" y="690"/>
                  </a:lnTo>
                  <a:lnTo>
                    <a:pt x="3810" y="684"/>
                  </a:lnTo>
                  <a:lnTo>
                    <a:pt x="3804" y="684"/>
                  </a:lnTo>
                  <a:lnTo>
                    <a:pt x="3792" y="672"/>
                  </a:lnTo>
                  <a:lnTo>
                    <a:pt x="3786" y="672"/>
                  </a:lnTo>
                  <a:lnTo>
                    <a:pt x="3786" y="660"/>
                  </a:lnTo>
                  <a:lnTo>
                    <a:pt x="3804" y="642"/>
                  </a:lnTo>
                  <a:lnTo>
                    <a:pt x="3816" y="636"/>
                  </a:lnTo>
                  <a:lnTo>
                    <a:pt x="3828" y="636"/>
                  </a:lnTo>
                  <a:lnTo>
                    <a:pt x="3828" y="606"/>
                  </a:lnTo>
                  <a:lnTo>
                    <a:pt x="3840" y="600"/>
                  </a:lnTo>
                  <a:lnTo>
                    <a:pt x="3858" y="582"/>
                  </a:lnTo>
                  <a:lnTo>
                    <a:pt x="3876" y="576"/>
                  </a:lnTo>
                  <a:lnTo>
                    <a:pt x="3882" y="570"/>
                  </a:lnTo>
                  <a:lnTo>
                    <a:pt x="3894" y="564"/>
                  </a:lnTo>
                  <a:lnTo>
                    <a:pt x="3906" y="564"/>
                  </a:lnTo>
                  <a:lnTo>
                    <a:pt x="3918" y="558"/>
                  </a:lnTo>
                  <a:lnTo>
                    <a:pt x="3936" y="552"/>
                  </a:lnTo>
                  <a:lnTo>
                    <a:pt x="3954" y="552"/>
                  </a:lnTo>
                  <a:lnTo>
                    <a:pt x="3966" y="546"/>
                  </a:lnTo>
                  <a:lnTo>
                    <a:pt x="3972" y="540"/>
                  </a:lnTo>
                  <a:lnTo>
                    <a:pt x="3942" y="534"/>
                  </a:lnTo>
                  <a:lnTo>
                    <a:pt x="3852" y="534"/>
                  </a:lnTo>
                  <a:lnTo>
                    <a:pt x="3822" y="540"/>
                  </a:lnTo>
                  <a:lnTo>
                    <a:pt x="3786" y="558"/>
                  </a:lnTo>
                  <a:lnTo>
                    <a:pt x="3744" y="576"/>
                  </a:lnTo>
                  <a:lnTo>
                    <a:pt x="3720" y="594"/>
                  </a:lnTo>
                  <a:lnTo>
                    <a:pt x="3708" y="600"/>
                  </a:lnTo>
                  <a:lnTo>
                    <a:pt x="3702" y="600"/>
                  </a:lnTo>
                  <a:lnTo>
                    <a:pt x="3696" y="606"/>
                  </a:lnTo>
                  <a:lnTo>
                    <a:pt x="3684" y="606"/>
                  </a:lnTo>
                  <a:lnTo>
                    <a:pt x="3660" y="618"/>
                  </a:lnTo>
                  <a:lnTo>
                    <a:pt x="3654" y="618"/>
                  </a:lnTo>
                  <a:lnTo>
                    <a:pt x="3642" y="624"/>
                  </a:lnTo>
                  <a:lnTo>
                    <a:pt x="3630" y="636"/>
                  </a:lnTo>
                  <a:lnTo>
                    <a:pt x="3618" y="642"/>
                  </a:lnTo>
                  <a:lnTo>
                    <a:pt x="3600" y="660"/>
                  </a:lnTo>
                  <a:lnTo>
                    <a:pt x="3588" y="666"/>
                  </a:lnTo>
                  <a:lnTo>
                    <a:pt x="3582" y="678"/>
                  </a:lnTo>
                  <a:lnTo>
                    <a:pt x="3582" y="684"/>
                  </a:lnTo>
                  <a:lnTo>
                    <a:pt x="3588" y="690"/>
                  </a:lnTo>
                  <a:lnTo>
                    <a:pt x="3612" y="690"/>
                  </a:lnTo>
                  <a:lnTo>
                    <a:pt x="3648" y="696"/>
                  </a:lnTo>
                  <a:lnTo>
                    <a:pt x="3672" y="696"/>
                  </a:lnTo>
                  <a:lnTo>
                    <a:pt x="3684" y="708"/>
                  </a:lnTo>
                  <a:lnTo>
                    <a:pt x="3666" y="714"/>
                  </a:lnTo>
                  <a:lnTo>
                    <a:pt x="3594" y="726"/>
                  </a:lnTo>
                  <a:lnTo>
                    <a:pt x="3570" y="732"/>
                  </a:lnTo>
                  <a:lnTo>
                    <a:pt x="3576" y="738"/>
                  </a:lnTo>
                  <a:lnTo>
                    <a:pt x="3594" y="750"/>
                  </a:lnTo>
                  <a:lnTo>
                    <a:pt x="3630" y="762"/>
                  </a:lnTo>
                  <a:lnTo>
                    <a:pt x="3642" y="768"/>
                  </a:lnTo>
                  <a:lnTo>
                    <a:pt x="3648" y="768"/>
                  </a:lnTo>
                  <a:lnTo>
                    <a:pt x="3690" y="750"/>
                  </a:lnTo>
                  <a:lnTo>
                    <a:pt x="3690" y="762"/>
                  </a:lnTo>
                  <a:lnTo>
                    <a:pt x="3702" y="774"/>
                  </a:lnTo>
                  <a:lnTo>
                    <a:pt x="3744" y="774"/>
                  </a:lnTo>
                  <a:lnTo>
                    <a:pt x="3786" y="780"/>
                  </a:lnTo>
                  <a:lnTo>
                    <a:pt x="3834" y="786"/>
                  </a:lnTo>
                  <a:lnTo>
                    <a:pt x="3876" y="792"/>
                  </a:lnTo>
                  <a:lnTo>
                    <a:pt x="3894" y="792"/>
                  </a:lnTo>
                  <a:lnTo>
                    <a:pt x="3900" y="786"/>
                  </a:lnTo>
                  <a:lnTo>
                    <a:pt x="3894" y="780"/>
                  </a:lnTo>
                  <a:lnTo>
                    <a:pt x="3882" y="774"/>
                  </a:lnTo>
                  <a:lnTo>
                    <a:pt x="3876" y="768"/>
                  </a:lnTo>
                  <a:lnTo>
                    <a:pt x="3894" y="768"/>
                  </a:lnTo>
                  <a:lnTo>
                    <a:pt x="3930" y="774"/>
                  </a:lnTo>
                  <a:lnTo>
                    <a:pt x="3966" y="774"/>
                  </a:lnTo>
                  <a:lnTo>
                    <a:pt x="3990" y="780"/>
                  </a:lnTo>
                  <a:lnTo>
                    <a:pt x="4002" y="780"/>
                  </a:lnTo>
                  <a:lnTo>
                    <a:pt x="4020" y="786"/>
                  </a:lnTo>
                  <a:lnTo>
                    <a:pt x="4032" y="792"/>
                  </a:lnTo>
                  <a:lnTo>
                    <a:pt x="4050" y="792"/>
                  </a:lnTo>
                  <a:lnTo>
                    <a:pt x="4062" y="786"/>
                  </a:lnTo>
                  <a:lnTo>
                    <a:pt x="4062" y="774"/>
                  </a:lnTo>
                  <a:lnTo>
                    <a:pt x="4056" y="768"/>
                  </a:lnTo>
                  <a:lnTo>
                    <a:pt x="4050" y="756"/>
                  </a:lnTo>
                  <a:lnTo>
                    <a:pt x="4044" y="750"/>
                  </a:lnTo>
                  <a:lnTo>
                    <a:pt x="4092" y="738"/>
                  </a:lnTo>
                  <a:lnTo>
                    <a:pt x="4092" y="744"/>
                  </a:lnTo>
                  <a:lnTo>
                    <a:pt x="4098" y="750"/>
                  </a:lnTo>
                  <a:lnTo>
                    <a:pt x="4104" y="762"/>
                  </a:lnTo>
                  <a:lnTo>
                    <a:pt x="4104" y="768"/>
                  </a:lnTo>
                  <a:lnTo>
                    <a:pt x="4110" y="774"/>
                  </a:lnTo>
                  <a:lnTo>
                    <a:pt x="4116" y="774"/>
                  </a:lnTo>
                  <a:lnTo>
                    <a:pt x="4122" y="780"/>
                  </a:lnTo>
                  <a:lnTo>
                    <a:pt x="4134" y="786"/>
                  </a:lnTo>
                  <a:lnTo>
                    <a:pt x="4140" y="792"/>
                  </a:lnTo>
                  <a:lnTo>
                    <a:pt x="4170" y="786"/>
                  </a:lnTo>
                  <a:lnTo>
                    <a:pt x="4170" y="792"/>
                  </a:lnTo>
                  <a:lnTo>
                    <a:pt x="4164" y="798"/>
                  </a:lnTo>
                  <a:lnTo>
                    <a:pt x="4164" y="816"/>
                  </a:lnTo>
                  <a:lnTo>
                    <a:pt x="4170" y="816"/>
                  </a:lnTo>
                  <a:lnTo>
                    <a:pt x="4182" y="822"/>
                  </a:lnTo>
                  <a:lnTo>
                    <a:pt x="4200" y="822"/>
                  </a:lnTo>
                  <a:lnTo>
                    <a:pt x="4206" y="828"/>
                  </a:lnTo>
                  <a:lnTo>
                    <a:pt x="4212" y="828"/>
                  </a:lnTo>
                  <a:lnTo>
                    <a:pt x="4194" y="846"/>
                  </a:lnTo>
                  <a:lnTo>
                    <a:pt x="4194" y="858"/>
                  </a:lnTo>
                  <a:lnTo>
                    <a:pt x="4230" y="858"/>
                  </a:lnTo>
                  <a:lnTo>
                    <a:pt x="4224" y="882"/>
                  </a:lnTo>
                  <a:lnTo>
                    <a:pt x="4236" y="882"/>
                  </a:lnTo>
                  <a:lnTo>
                    <a:pt x="4248" y="888"/>
                  </a:lnTo>
                  <a:lnTo>
                    <a:pt x="4254" y="888"/>
                  </a:lnTo>
                  <a:lnTo>
                    <a:pt x="4278" y="900"/>
                  </a:lnTo>
                  <a:lnTo>
                    <a:pt x="4278" y="924"/>
                  </a:lnTo>
                  <a:lnTo>
                    <a:pt x="4266" y="948"/>
                  </a:lnTo>
                  <a:lnTo>
                    <a:pt x="4254" y="966"/>
                  </a:lnTo>
                  <a:lnTo>
                    <a:pt x="4248" y="978"/>
                  </a:lnTo>
                  <a:lnTo>
                    <a:pt x="4236" y="990"/>
                  </a:lnTo>
                  <a:lnTo>
                    <a:pt x="4218" y="996"/>
                  </a:lnTo>
                  <a:lnTo>
                    <a:pt x="4182" y="1014"/>
                  </a:lnTo>
                  <a:lnTo>
                    <a:pt x="4140" y="1026"/>
                  </a:lnTo>
                  <a:lnTo>
                    <a:pt x="4092" y="1050"/>
                  </a:lnTo>
                  <a:lnTo>
                    <a:pt x="4098" y="1056"/>
                  </a:lnTo>
                  <a:lnTo>
                    <a:pt x="4110" y="1062"/>
                  </a:lnTo>
                  <a:lnTo>
                    <a:pt x="4122" y="1074"/>
                  </a:lnTo>
                  <a:lnTo>
                    <a:pt x="4122" y="1080"/>
                  </a:lnTo>
                  <a:lnTo>
                    <a:pt x="4116" y="1086"/>
                  </a:lnTo>
                  <a:lnTo>
                    <a:pt x="4080" y="1098"/>
                  </a:lnTo>
                  <a:lnTo>
                    <a:pt x="4062" y="1098"/>
                  </a:lnTo>
                  <a:lnTo>
                    <a:pt x="3984" y="1110"/>
                  </a:lnTo>
                  <a:lnTo>
                    <a:pt x="3978" y="1128"/>
                  </a:lnTo>
                  <a:lnTo>
                    <a:pt x="3960" y="1110"/>
                  </a:lnTo>
                  <a:lnTo>
                    <a:pt x="3954" y="1110"/>
                  </a:lnTo>
                  <a:lnTo>
                    <a:pt x="3948" y="1104"/>
                  </a:lnTo>
                  <a:lnTo>
                    <a:pt x="3930" y="1104"/>
                  </a:lnTo>
                  <a:lnTo>
                    <a:pt x="3918" y="1098"/>
                  </a:lnTo>
                  <a:lnTo>
                    <a:pt x="3900" y="1098"/>
                  </a:lnTo>
                  <a:lnTo>
                    <a:pt x="3888" y="1104"/>
                  </a:lnTo>
                  <a:lnTo>
                    <a:pt x="3882" y="1110"/>
                  </a:lnTo>
                  <a:lnTo>
                    <a:pt x="3882" y="1122"/>
                  </a:lnTo>
                  <a:lnTo>
                    <a:pt x="3870" y="1122"/>
                  </a:lnTo>
                  <a:lnTo>
                    <a:pt x="3858" y="1128"/>
                  </a:lnTo>
                  <a:lnTo>
                    <a:pt x="3840" y="1134"/>
                  </a:lnTo>
                  <a:lnTo>
                    <a:pt x="3828" y="1140"/>
                  </a:lnTo>
                  <a:lnTo>
                    <a:pt x="3822" y="1146"/>
                  </a:lnTo>
                  <a:lnTo>
                    <a:pt x="3816" y="1158"/>
                  </a:lnTo>
                  <a:lnTo>
                    <a:pt x="3816" y="1170"/>
                  </a:lnTo>
                  <a:lnTo>
                    <a:pt x="3822" y="1182"/>
                  </a:lnTo>
                  <a:lnTo>
                    <a:pt x="3834" y="1188"/>
                  </a:lnTo>
                  <a:lnTo>
                    <a:pt x="3864" y="1188"/>
                  </a:lnTo>
                  <a:lnTo>
                    <a:pt x="3876" y="1182"/>
                  </a:lnTo>
                  <a:lnTo>
                    <a:pt x="3894" y="1182"/>
                  </a:lnTo>
                  <a:lnTo>
                    <a:pt x="3906" y="1176"/>
                  </a:lnTo>
                  <a:lnTo>
                    <a:pt x="3924" y="1170"/>
                  </a:lnTo>
                  <a:lnTo>
                    <a:pt x="3936" y="1164"/>
                  </a:lnTo>
                  <a:lnTo>
                    <a:pt x="3966" y="1164"/>
                  </a:lnTo>
                  <a:lnTo>
                    <a:pt x="3978" y="1176"/>
                  </a:lnTo>
                  <a:lnTo>
                    <a:pt x="3996" y="1176"/>
                  </a:lnTo>
                  <a:lnTo>
                    <a:pt x="4002" y="1170"/>
                  </a:lnTo>
                  <a:lnTo>
                    <a:pt x="4002" y="1152"/>
                  </a:lnTo>
                  <a:lnTo>
                    <a:pt x="4026" y="1128"/>
                  </a:lnTo>
                  <a:lnTo>
                    <a:pt x="4014" y="1140"/>
                  </a:lnTo>
                  <a:lnTo>
                    <a:pt x="4014" y="1146"/>
                  </a:lnTo>
                  <a:lnTo>
                    <a:pt x="4020" y="1152"/>
                  </a:lnTo>
                  <a:lnTo>
                    <a:pt x="4086" y="1152"/>
                  </a:lnTo>
                  <a:lnTo>
                    <a:pt x="4080" y="1158"/>
                  </a:lnTo>
                  <a:lnTo>
                    <a:pt x="4068" y="1164"/>
                  </a:lnTo>
                  <a:lnTo>
                    <a:pt x="4062" y="1170"/>
                  </a:lnTo>
                  <a:lnTo>
                    <a:pt x="4062" y="1176"/>
                  </a:lnTo>
                  <a:lnTo>
                    <a:pt x="4068" y="1182"/>
                  </a:lnTo>
                  <a:lnTo>
                    <a:pt x="4080" y="1182"/>
                  </a:lnTo>
                  <a:lnTo>
                    <a:pt x="4086" y="1188"/>
                  </a:lnTo>
                  <a:lnTo>
                    <a:pt x="4098" y="1188"/>
                  </a:lnTo>
                  <a:lnTo>
                    <a:pt x="4086" y="1200"/>
                  </a:lnTo>
                  <a:lnTo>
                    <a:pt x="4086" y="1206"/>
                  </a:lnTo>
                  <a:lnTo>
                    <a:pt x="4092" y="1212"/>
                  </a:lnTo>
                  <a:lnTo>
                    <a:pt x="4116" y="1224"/>
                  </a:lnTo>
                  <a:lnTo>
                    <a:pt x="4146" y="1224"/>
                  </a:lnTo>
                  <a:lnTo>
                    <a:pt x="4098" y="1242"/>
                  </a:lnTo>
                  <a:lnTo>
                    <a:pt x="4098" y="1248"/>
                  </a:lnTo>
                  <a:lnTo>
                    <a:pt x="4110" y="1260"/>
                  </a:lnTo>
                  <a:lnTo>
                    <a:pt x="4110" y="1266"/>
                  </a:lnTo>
                  <a:lnTo>
                    <a:pt x="4116" y="1272"/>
                  </a:lnTo>
                  <a:lnTo>
                    <a:pt x="4122" y="1266"/>
                  </a:lnTo>
                  <a:lnTo>
                    <a:pt x="4128" y="1266"/>
                  </a:lnTo>
                  <a:lnTo>
                    <a:pt x="4140" y="1260"/>
                  </a:lnTo>
                  <a:lnTo>
                    <a:pt x="4146" y="1272"/>
                  </a:lnTo>
                  <a:lnTo>
                    <a:pt x="4158" y="1284"/>
                  </a:lnTo>
                  <a:lnTo>
                    <a:pt x="4182" y="1284"/>
                  </a:lnTo>
                  <a:lnTo>
                    <a:pt x="4194" y="1290"/>
                  </a:lnTo>
                  <a:lnTo>
                    <a:pt x="4206" y="1290"/>
                  </a:lnTo>
                  <a:lnTo>
                    <a:pt x="4206" y="1308"/>
                  </a:lnTo>
                  <a:lnTo>
                    <a:pt x="4212" y="1314"/>
                  </a:lnTo>
                  <a:lnTo>
                    <a:pt x="4224" y="1320"/>
                  </a:lnTo>
                  <a:lnTo>
                    <a:pt x="4272" y="1320"/>
                  </a:lnTo>
                  <a:lnTo>
                    <a:pt x="4290" y="1326"/>
                  </a:lnTo>
                  <a:lnTo>
                    <a:pt x="4350" y="1356"/>
                  </a:lnTo>
                  <a:lnTo>
                    <a:pt x="4356" y="1362"/>
                  </a:lnTo>
                  <a:lnTo>
                    <a:pt x="4362" y="1362"/>
                  </a:lnTo>
                  <a:lnTo>
                    <a:pt x="4362" y="1356"/>
                  </a:lnTo>
                  <a:lnTo>
                    <a:pt x="4368" y="1350"/>
                  </a:lnTo>
                  <a:lnTo>
                    <a:pt x="4368" y="1320"/>
                  </a:lnTo>
                  <a:lnTo>
                    <a:pt x="4362" y="1308"/>
                  </a:lnTo>
                  <a:lnTo>
                    <a:pt x="4350" y="1296"/>
                  </a:lnTo>
                  <a:lnTo>
                    <a:pt x="4338" y="1290"/>
                  </a:lnTo>
                  <a:lnTo>
                    <a:pt x="4320" y="1272"/>
                  </a:lnTo>
                  <a:lnTo>
                    <a:pt x="4314" y="1272"/>
                  </a:lnTo>
                  <a:lnTo>
                    <a:pt x="4308" y="1260"/>
                  </a:lnTo>
                  <a:lnTo>
                    <a:pt x="4302" y="1254"/>
                  </a:lnTo>
                  <a:lnTo>
                    <a:pt x="4290" y="1230"/>
                  </a:lnTo>
                  <a:lnTo>
                    <a:pt x="4290" y="1224"/>
                  </a:lnTo>
                  <a:lnTo>
                    <a:pt x="4308" y="1224"/>
                  </a:lnTo>
                  <a:lnTo>
                    <a:pt x="4314" y="1230"/>
                  </a:lnTo>
                  <a:lnTo>
                    <a:pt x="4326" y="1236"/>
                  </a:lnTo>
                  <a:lnTo>
                    <a:pt x="4332" y="1242"/>
                  </a:lnTo>
                  <a:lnTo>
                    <a:pt x="4332" y="1212"/>
                  </a:lnTo>
                  <a:lnTo>
                    <a:pt x="4332" y="1218"/>
                  </a:lnTo>
                  <a:lnTo>
                    <a:pt x="4344" y="1230"/>
                  </a:lnTo>
                  <a:lnTo>
                    <a:pt x="4350" y="1242"/>
                  </a:lnTo>
                  <a:lnTo>
                    <a:pt x="4362" y="1254"/>
                  </a:lnTo>
                  <a:lnTo>
                    <a:pt x="4374" y="1254"/>
                  </a:lnTo>
                  <a:lnTo>
                    <a:pt x="4386" y="1248"/>
                  </a:lnTo>
                  <a:lnTo>
                    <a:pt x="4398" y="1248"/>
                  </a:lnTo>
                  <a:lnTo>
                    <a:pt x="4398" y="1272"/>
                  </a:lnTo>
                  <a:lnTo>
                    <a:pt x="4404" y="1278"/>
                  </a:lnTo>
                  <a:lnTo>
                    <a:pt x="4416" y="1278"/>
                  </a:lnTo>
                  <a:lnTo>
                    <a:pt x="4428" y="1290"/>
                  </a:lnTo>
                  <a:lnTo>
                    <a:pt x="4452" y="1272"/>
                  </a:lnTo>
                  <a:lnTo>
                    <a:pt x="4464" y="1284"/>
                  </a:lnTo>
                  <a:lnTo>
                    <a:pt x="4470" y="1284"/>
                  </a:lnTo>
                  <a:lnTo>
                    <a:pt x="4476" y="1278"/>
                  </a:lnTo>
                  <a:lnTo>
                    <a:pt x="4476" y="1260"/>
                  </a:lnTo>
                  <a:lnTo>
                    <a:pt x="4470" y="1254"/>
                  </a:lnTo>
                  <a:lnTo>
                    <a:pt x="4488" y="1212"/>
                  </a:lnTo>
                  <a:lnTo>
                    <a:pt x="4488" y="1236"/>
                  </a:lnTo>
                  <a:lnTo>
                    <a:pt x="4500" y="1248"/>
                  </a:lnTo>
                  <a:lnTo>
                    <a:pt x="4512" y="1236"/>
                  </a:lnTo>
                  <a:lnTo>
                    <a:pt x="4518" y="1218"/>
                  </a:lnTo>
                  <a:lnTo>
                    <a:pt x="4518" y="1206"/>
                  </a:lnTo>
                  <a:lnTo>
                    <a:pt x="4494" y="1182"/>
                  </a:lnTo>
                  <a:lnTo>
                    <a:pt x="4518" y="1176"/>
                  </a:lnTo>
                  <a:lnTo>
                    <a:pt x="4500" y="1164"/>
                  </a:lnTo>
                  <a:lnTo>
                    <a:pt x="4500" y="1146"/>
                  </a:lnTo>
                  <a:lnTo>
                    <a:pt x="4470" y="1146"/>
                  </a:lnTo>
                  <a:lnTo>
                    <a:pt x="4470" y="1134"/>
                  </a:lnTo>
                  <a:lnTo>
                    <a:pt x="4446" y="1134"/>
                  </a:lnTo>
                  <a:lnTo>
                    <a:pt x="4446" y="1080"/>
                  </a:lnTo>
                  <a:lnTo>
                    <a:pt x="4416" y="1086"/>
                  </a:lnTo>
                  <a:lnTo>
                    <a:pt x="4410" y="1080"/>
                  </a:lnTo>
                  <a:lnTo>
                    <a:pt x="4410" y="1056"/>
                  </a:lnTo>
                  <a:lnTo>
                    <a:pt x="4416" y="1050"/>
                  </a:lnTo>
                  <a:lnTo>
                    <a:pt x="4428" y="1050"/>
                  </a:lnTo>
                  <a:lnTo>
                    <a:pt x="4434" y="1056"/>
                  </a:lnTo>
                  <a:lnTo>
                    <a:pt x="4446" y="1062"/>
                  </a:lnTo>
                  <a:lnTo>
                    <a:pt x="4452" y="1068"/>
                  </a:lnTo>
                  <a:lnTo>
                    <a:pt x="4458" y="1068"/>
                  </a:lnTo>
                  <a:lnTo>
                    <a:pt x="4464" y="1062"/>
                  </a:lnTo>
                  <a:lnTo>
                    <a:pt x="4464" y="1026"/>
                  </a:lnTo>
                  <a:lnTo>
                    <a:pt x="4488" y="1032"/>
                  </a:lnTo>
                  <a:lnTo>
                    <a:pt x="4524" y="1014"/>
                  </a:lnTo>
                  <a:lnTo>
                    <a:pt x="4524" y="1026"/>
                  </a:lnTo>
                  <a:lnTo>
                    <a:pt x="4530" y="1038"/>
                  </a:lnTo>
                  <a:lnTo>
                    <a:pt x="4530" y="1044"/>
                  </a:lnTo>
                  <a:lnTo>
                    <a:pt x="4536" y="1050"/>
                  </a:lnTo>
                  <a:lnTo>
                    <a:pt x="4548" y="1044"/>
                  </a:lnTo>
                  <a:lnTo>
                    <a:pt x="4566" y="1044"/>
                  </a:lnTo>
                  <a:lnTo>
                    <a:pt x="4554" y="1062"/>
                  </a:lnTo>
                  <a:lnTo>
                    <a:pt x="4578" y="1062"/>
                  </a:lnTo>
                  <a:lnTo>
                    <a:pt x="4566" y="1092"/>
                  </a:lnTo>
                  <a:lnTo>
                    <a:pt x="4566" y="1098"/>
                  </a:lnTo>
                  <a:lnTo>
                    <a:pt x="4584" y="1116"/>
                  </a:lnTo>
                  <a:lnTo>
                    <a:pt x="4590" y="1128"/>
                  </a:lnTo>
                  <a:lnTo>
                    <a:pt x="4614" y="1140"/>
                  </a:lnTo>
                  <a:lnTo>
                    <a:pt x="4626" y="1134"/>
                  </a:lnTo>
                  <a:lnTo>
                    <a:pt x="4638" y="1122"/>
                  </a:lnTo>
                  <a:lnTo>
                    <a:pt x="4656" y="1086"/>
                  </a:lnTo>
                  <a:lnTo>
                    <a:pt x="4656" y="1080"/>
                  </a:lnTo>
                  <a:lnTo>
                    <a:pt x="4662" y="1068"/>
                  </a:lnTo>
                  <a:lnTo>
                    <a:pt x="4668" y="1074"/>
                  </a:lnTo>
                  <a:lnTo>
                    <a:pt x="4680" y="1080"/>
                  </a:lnTo>
                  <a:lnTo>
                    <a:pt x="4692" y="1080"/>
                  </a:lnTo>
                  <a:lnTo>
                    <a:pt x="4698" y="1086"/>
                  </a:lnTo>
                  <a:lnTo>
                    <a:pt x="4710" y="1080"/>
                  </a:lnTo>
                  <a:lnTo>
                    <a:pt x="4722" y="1068"/>
                  </a:lnTo>
                  <a:lnTo>
                    <a:pt x="4728" y="1056"/>
                  </a:lnTo>
                  <a:lnTo>
                    <a:pt x="4728" y="1038"/>
                  </a:lnTo>
                  <a:lnTo>
                    <a:pt x="4794" y="1038"/>
                  </a:lnTo>
                  <a:lnTo>
                    <a:pt x="4806" y="1026"/>
                  </a:lnTo>
                  <a:lnTo>
                    <a:pt x="4812" y="1014"/>
                  </a:lnTo>
                  <a:lnTo>
                    <a:pt x="4800" y="1002"/>
                  </a:lnTo>
                  <a:lnTo>
                    <a:pt x="4788" y="996"/>
                  </a:lnTo>
                  <a:lnTo>
                    <a:pt x="4758" y="996"/>
                  </a:lnTo>
                  <a:close/>
                  <a:moveTo>
                    <a:pt x="4476" y="1308"/>
                  </a:moveTo>
                  <a:lnTo>
                    <a:pt x="4446" y="1308"/>
                  </a:lnTo>
                  <a:lnTo>
                    <a:pt x="4440" y="1326"/>
                  </a:lnTo>
                  <a:lnTo>
                    <a:pt x="4476" y="1320"/>
                  </a:lnTo>
                  <a:lnTo>
                    <a:pt x="4476" y="1308"/>
                  </a:lnTo>
                  <a:close/>
                  <a:moveTo>
                    <a:pt x="4140" y="1290"/>
                  </a:moveTo>
                  <a:lnTo>
                    <a:pt x="4134" y="1290"/>
                  </a:lnTo>
                  <a:lnTo>
                    <a:pt x="4128" y="1296"/>
                  </a:lnTo>
                  <a:lnTo>
                    <a:pt x="4128" y="1308"/>
                  </a:lnTo>
                  <a:lnTo>
                    <a:pt x="4134" y="1314"/>
                  </a:lnTo>
                  <a:lnTo>
                    <a:pt x="4158" y="1314"/>
                  </a:lnTo>
                  <a:lnTo>
                    <a:pt x="4164" y="1308"/>
                  </a:lnTo>
                  <a:lnTo>
                    <a:pt x="4164" y="1296"/>
                  </a:lnTo>
                  <a:lnTo>
                    <a:pt x="4158" y="1290"/>
                  </a:lnTo>
                  <a:lnTo>
                    <a:pt x="4140" y="1290"/>
                  </a:lnTo>
                  <a:close/>
                  <a:moveTo>
                    <a:pt x="3834" y="1242"/>
                  </a:moveTo>
                  <a:lnTo>
                    <a:pt x="3840" y="1236"/>
                  </a:lnTo>
                  <a:lnTo>
                    <a:pt x="3834" y="1230"/>
                  </a:lnTo>
                  <a:lnTo>
                    <a:pt x="3828" y="1230"/>
                  </a:lnTo>
                  <a:lnTo>
                    <a:pt x="3822" y="1224"/>
                  </a:lnTo>
                  <a:lnTo>
                    <a:pt x="3810" y="1224"/>
                  </a:lnTo>
                  <a:lnTo>
                    <a:pt x="3810" y="1236"/>
                  </a:lnTo>
                  <a:lnTo>
                    <a:pt x="3816" y="1242"/>
                  </a:lnTo>
                  <a:lnTo>
                    <a:pt x="3816" y="1248"/>
                  </a:lnTo>
                  <a:lnTo>
                    <a:pt x="3828" y="1248"/>
                  </a:lnTo>
                  <a:lnTo>
                    <a:pt x="3834" y="1242"/>
                  </a:lnTo>
                  <a:close/>
                  <a:moveTo>
                    <a:pt x="4206" y="1452"/>
                  </a:moveTo>
                  <a:lnTo>
                    <a:pt x="4170" y="1452"/>
                  </a:lnTo>
                  <a:lnTo>
                    <a:pt x="4206" y="1476"/>
                  </a:lnTo>
                  <a:lnTo>
                    <a:pt x="4218" y="1470"/>
                  </a:lnTo>
                  <a:lnTo>
                    <a:pt x="4218" y="1458"/>
                  </a:lnTo>
                  <a:lnTo>
                    <a:pt x="4212" y="1458"/>
                  </a:lnTo>
                  <a:lnTo>
                    <a:pt x="4206" y="1452"/>
                  </a:lnTo>
                  <a:close/>
                  <a:moveTo>
                    <a:pt x="4170" y="870"/>
                  </a:moveTo>
                  <a:lnTo>
                    <a:pt x="4152" y="870"/>
                  </a:lnTo>
                  <a:lnTo>
                    <a:pt x="4152" y="876"/>
                  </a:lnTo>
                  <a:lnTo>
                    <a:pt x="4158" y="882"/>
                  </a:lnTo>
                  <a:lnTo>
                    <a:pt x="4164" y="882"/>
                  </a:lnTo>
                  <a:lnTo>
                    <a:pt x="4170" y="888"/>
                  </a:lnTo>
                  <a:lnTo>
                    <a:pt x="4182" y="882"/>
                  </a:lnTo>
                  <a:lnTo>
                    <a:pt x="4188" y="882"/>
                  </a:lnTo>
                  <a:lnTo>
                    <a:pt x="4194" y="876"/>
                  </a:lnTo>
                  <a:lnTo>
                    <a:pt x="4188" y="870"/>
                  </a:lnTo>
                  <a:lnTo>
                    <a:pt x="4170" y="870"/>
                  </a:lnTo>
                  <a:close/>
                  <a:moveTo>
                    <a:pt x="4170" y="936"/>
                  </a:moveTo>
                  <a:lnTo>
                    <a:pt x="4236" y="936"/>
                  </a:lnTo>
                  <a:lnTo>
                    <a:pt x="4236" y="918"/>
                  </a:lnTo>
                  <a:lnTo>
                    <a:pt x="4188" y="918"/>
                  </a:lnTo>
                  <a:lnTo>
                    <a:pt x="4170" y="936"/>
                  </a:lnTo>
                  <a:close/>
                  <a:moveTo>
                    <a:pt x="5574" y="36"/>
                  </a:moveTo>
                  <a:lnTo>
                    <a:pt x="5490" y="36"/>
                  </a:lnTo>
                  <a:lnTo>
                    <a:pt x="5496" y="24"/>
                  </a:lnTo>
                  <a:lnTo>
                    <a:pt x="5490" y="24"/>
                  </a:lnTo>
                  <a:lnTo>
                    <a:pt x="5484" y="18"/>
                  </a:lnTo>
                  <a:lnTo>
                    <a:pt x="5448" y="18"/>
                  </a:lnTo>
                  <a:lnTo>
                    <a:pt x="5430" y="12"/>
                  </a:lnTo>
                  <a:lnTo>
                    <a:pt x="5400" y="12"/>
                  </a:lnTo>
                  <a:lnTo>
                    <a:pt x="5364" y="18"/>
                  </a:lnTo>
                  <a:lnTo>
                    <a:pt x="5334" y="30"/>
                  </a:lnTo>
                  <a:lnTo>
                    <a:pt x="5304" y="36"/>
                  </a:lnTo>
                  <a:lnTo>
                    <a:pt x="5292" y="36"/>
                  </a:lnTo>
                  <a:lnTo>
                    <a:pt x="5346" y="12"/>
                  </a:lnTo>
                  <a:lnTo>
                    <a:pt x="5274" y="18"/>
                  </a:lnTo>
                  <a:lnTo>
                    <a:pt x="5268" y="18"/>
                  </a:lnTo>
                  <a:lnTo>
                    <a:pt x="5262" y="12"/>
                  </a:lnTo>
                  <a:lnTo>
                    <a:pt x="5250" y="12"/>
                  </a:lnTo>
                  <a:lnTo>
                    <a:pt x="5226" y="0"/>
                  </a:lnTo>
                  <a:lnTo>
                    <a:pt x="5196" y="0"/>
                  </a:lnTo>
                  <a:lnTo>
                    <a:pt x="5190" y="6"/>
                  </a:lnTo>
                  <a:lnTo>
                    <a:pt x="5184" y="18"/>
                  </a:lnTo>
                  <a:lnTo>
                    <a:pt x="5178" y="18"/>
                  </a:lnTo>
                  <a:lnTo>
                    <a:pt x="5172" y="12"/>
                  </a:lnTo>
                  <a:lnTo>
                    <a:pt x="5160" y="6"/>
                  </a:lnTo>
                  <a:lnTo>
                    <a:pt x="5148" y="6"/>
                  </a:lnTo>
                  <a:lnTo>
                    <a:pt x="5136" y="0"/>
                  </a:lnTo>
                  <a:lnTo>
                    <a:pt x="5124" y="0"/>
                  </a:lnTo>
                  <a:lnTo>
                    <a:pt x="5112" y="6"/>
                  </a:lnTo>
                  <a:lnTo>
                    <a:pt x="5106" y="12"/>
                  </a:lnTo>
                  <a:lnTo>
                    <a:pt x="5094" y="18"/>
                  </a:lnTo>
                  <a:lnTo>
                    <a:pt x="5088" y="24"/>
                  </a:lnTo>
                  <a:lnTo>
                    <a:pt x="5046" y="12"/>
                  </a:lnTo>
                  <a:lnTo>
                    <a:pt x="4938" y="6"/>
                  </a:lnTo>
                  <a:lnTo>
                    <a:pt x="4968" y="36"/>
                  </a:lnTo>
                  <a:lnTo>
                    <a:pt x="4902" y="12"/>
                  </a:lnTo>
                  <a:lnTo>
                    <a:pt x="4842" y="24"/>
                  </a:lnTo>
                  <a:lnTo>
                    <a:pt x="4830" y="24"/>
                  </a:lnTo>
                  <a:lnTo>
                    <a:pt x="4812" y="18"/>
                  </a:lnTo>
                  <a:lnTo>
                    <a:pt x="4746" y="18"/>
                  </a:lnTo>
                  <a:lnTo>
                    <a:pt x="4710" y="24"/>
                  </a:lnTo>
                  <a:lnTo>
                    <a:pt x="4686" y="36"/>
                  </a:lnTo>
                  <a:lnTo>
                    <a:pt x="4674" y="36"/>
                  </a:lnTo>
                  <a:lnTo>
                    <a:pt x="4764" y="60"/>
                  </a:lnTo>
                  <a:lnTo>
                    <a:pt x="4674" y="48"/>
                  </a:lnTo>
                  <a:lnTo>
                    <a:pt x="4662" y="48"/>
                  </a:lnTo>
                  <a:lnTo>
                    <a:pt x="4590" y="36"/>
                  </a:lnTo>
                  <a:lnTo>
                    <a:pt x="4542" y="36"/>
                  </a:lnTo>
                  <a:lnTo>
                    <a:pt x="4530" y="48"/>
                  </a:lnTo>
                  <a:lnTo>
                    <a:pt x="4530" y="60"/>
                  </a:lnTo>
                  <a:lnTo>
                    <a:pt x="4512" y="60"/>
                  </a:lnTo>
                  <a:lnTo>
                    <a:pt x="4482" y="54"/>
                  </a:lnTo>
                  <a:lnTo>
                    <a:pt x="4392" y="54"/>
                  </a:lnTo>
                  <a:lnTo>
                    <a:pt x="4350" y="60"/>
                  </a:lnTo>
                  <a:lnTo>
                    <a:pt x="4302" y="66"/>
                  </a:lnTo>
                  <a:lnTo>
                    <a:pt x="4260" y="66"/>
                  </a:lnTo>
                  <a:lnTo>
                    <a:pt x="4242" y="72"/>
                  </a:lnTo>
                  <a:lnTo>
                    <a:pt x="4260" y="72"/>
                  </a:lnTo>
                  <a:lnTo>
                    <a:pt x="4266" y="78"/>
                  </a:lnTo>
                  <a:lnTo>
                    <a:pt x="4278" y="78"/>
                  </a:lnTo>
                  <a:lnTo>
                    <a:pt x="4362" y="84"/>
                  </a:lnTo>
                  <a:lnTo>
                    <a:pt x="4278" y="96"/>
                  </a:lnTo>
                  <a:lnTo>
                    <a:pt x="4284" y="96"/>
                  </a:lnTo>
                  <a:lnTo>
                    <a:pt x="4290" y="102"/>
                  </a:lnTo>
                  <a:lnTo>
                    <a:pt x="4314" y="114"/>
                  </a:lnTo>
                  <a:lnTo>
                    <a:pt x="4338" y="114"/>
                  </a:lnTo>
                  <a:lnTo>
                    <a:pt x="4356" y="108"/>
                  </a:lnTo>
                  <a:lnTo>
                    <a:pt x="4392" y="108"/>
                  </a:lnTo>
                  <a:lnTo>
                    <a:pt x="4398" y="102"/>
                  </a:lnTo>
                  <a:lnTo>
                    <a:pt x="4410" y="102"/>
                  </a:lnTo>
                  <a:lnTo>
                    <a:pt x="4416" y="96"/>
                  </a:lnTo>
                  <a:lnTo>
                    <a:pt x="4440" y="96"/>
                  </a:lnTo>
                  <a:lnTo>
                    <a:pt x="4458" y="90"/>
                  </a:lnTo>
                  <a:lnTo>
                    <a:pt x="4500" y="90"/>
                  </a:lnTo>
                  <a:lnTo>
                    <a:pt x="4518" y="96"/>
                  </a:lnTo>
                  <a:lnTo>
                    <a:pt x="4536" y="96"/>
                  </a:lnTo>
                  <a:lnTo>
                    <a:pt x="4548" y="102"/>
                  </a:lnTo>
                  <a:lnTo>
                    <a:pt x="4560" y="102"/>
                  </a:lnTo>
                  <a:lnTo>
                    <a:pt x="4494" y="102"/>
                  </a:lnTo>
                  <a:lnTo>
                    <a:pt x="4482" y="108"/>
                  </a:lnTo>
                  <a:lnTo>
                    <a:pt x="4458" y="108"/>
                  </a:lnTo>
                  <a:lnTo>
                    <a:pt x="4446" y="114"/>
                  </a:lnTo>
                  <a:lnTo>
                    <a:pt x="4434" y="114"/>
                  </a:lnTo>
                  <a:lnTo>
                    <a:pt x="4422" y="120"/>
                  </a:lnTo>
                  <a:lnTo>
                    <a:pt x="4410" y="120"/>
                  </a:lnTo>
                  <a:lnTo>
                    <a:pt x="4404" y="126"/>
                  </a:lnTo>
                  <a:lnTo>
                    <a:pt x="4398" y="126"/>
                  </a:lnTo>
                  <a:lnTo>
                    <a:pt x="4434" y="126"/>
                  </a:lnTo>
                  <a:lnTo>
                    <a:pt x="4452" y="132"/>
                  </a:lnTo>
                  <a:lnTo>
                    <a:pt x="4488" y="132"/>
                  </a:lnTo>
                  <a:lnTo>
                    <a:pt x="4500" y="126"/>
                  </a:lnTo>
                  <a:lnTo>
                    <a:pt x="4506" y="126"/>
                  </a:lnTo>
                  <a:lnTo>
                    <a:pt x="4512" y="120"/>
                  </a:lnTo>
                  <a:lnTo>
                    <a:pt x="4638" y="120"/>
                  </a:lnTo>
                  <a:lnTo>
                    <a:pt x="4656" y="114"/>
                  </a:lnTo>
                  <a:lnTo>
                    <a:pt x="4680" y="114"/>
                  </a:lnTo>
                  <a:lnTo>
                    <a:pt x="4698" y="108"/>
                  </a:lnTo>
                  <a:lnTo>
                    <a:pt x="4710" y="108"/>
                  </a:lnTo>
                  <a:lnTo>
                    <a:pt x="4722" y="96"/>
                  </a:lnTo>
                  <a:lnTo>
                    <a:pt x="4734" y="96"/>
                  </a:lnTo>
                  <a:lnTo>
                    <a:pt x="4752" y="90"/>
                  </a:lnTo>
                  <a:lnTo>
                    <a:pt x="4770" y="90"/>
                  </a:lnTo>
                  <a:lnTo>
                    <a:pt x="4782" y="84"/>
                  </a:lnTo>
                  <a:lnTo>
                    <a:pt x="4830" y="84"/>
                  </a:lnTo>
                  <a:lnTo>
                    <a:pt x="4746" y="114"/>
                  </a:lnTo>
                  <a:lnTo>
                    <a:pt x="4782" y="114"/>
                  </a:lnTo>
                  <a:lnTo>
                    <a:pt x="4734" y="126"/>
                  </a:lnTo>
                  <a:lnTo>
                    <a:pt x="4716" y="126"/>
                  </a:lnTo>
                  <a:lnTo>
                    <a:pt x="4674" y="132"/>
                  </a:lnTo>
                  <a:lnTo>
                    <a:pt x="4620" y="132"/>
                  </a:lnTo>
                  <a:lnTo>
                    <a:pt x="4566" y="138"/>
                  </a:lnTo>
                  <a:lnTo>
                    <a:pt x="4536" y="138"/>
                  </a:lnTo>
                  <a:lnTo>
                    <a:pt x="4524" y="150"/>
                  </a:lnTo>
                  <a:lnTo>
                    <a:pt x="4524" y="156"/>
                  </a:lnTo>
                  <a:lnTo>
                    <a:pt x="4602" y="174"/>
                  </a:lnTo>
                  <a:lnTo>
                    <a:pt x="4596" y="174"/>
                  </a:lnTo>
                  <a:lnTo>
                    <a:pt x="4590" y="180"/>
                  </a:lnTo>
                  <a:lnTo>
                    <a:pt x="4578" y="180"/>
                  </a:lnTo>
                  <a:lnTo>
                    <a:pt x="4566" y="186"/>
                  </a:lnTo>
                  <a:lnTo>
                    <a:pt x="4542" y="186"/>
                  </a:lnTo>
                  <a:lnTo>
                    <a:pt x="4518" y="174"/>
                  </a:lnTo>
                  <a:lnTo>
                    <a:pt x="4500" y="162"/>
                  </a:lnTo>
                  <a:lnTo>
                    <a:pt x="4476" y="150"/>
                  </a:lnTo>
                  <a:lnTo>
                    <a:pt x="4470" y="144"/>
                  </a:lnTo>
                  <a:lnTo>
                    <a:pt x="4356" y="144"/>
                  </a:lnTo>
                  <a:lnTo>
                    <a:pt x="4350" y="150"/>
                  </a:lnTo>
                  <a:lnTo>
                    <a:pt x="4344" y="162"/>
                  </a:lnTo>
                  <a:lnTo>
                    <a:pt x="4338" y="168"/>
                  </a:lnTo>
                  <a:lnTo>
                    <a:pt x="4368" y="186"/>
                  </a:lnTo>
                  <a:lnTo>
                    <a:pt x="4386" y="204"/>
                  </a:lnTo>
                  <a:lnTo>
                    <a:pt x="4410" y="216"/>
                  </a:lnTo>
                  <a:lnTo>
                    <a:pt x="4458" y="216"/>
                  </a:lnTo>
                  <a:lnTo>
                    <a:pt x="4476" y="210"/>
                  </a:lnTo>
                  <a:lnTo>
                    <a:pt x="4488" y="210"/>
                  </a:lnTo>
                  <a:lnTo>
                    <a:pt x="4476" y="216"/>
                  </a:lnTo>
                  <a:lnTo>
                    <a:pt x="4470" y="228"/>
                  </a:lnTo>
                  <a:lnTo>
                    <a:pt x="4398" y="228"/>
                  </a:lnTo>
                  <a:lnTo>
                    <a:pt x="4380" y="222"/>
                  </a:lnTo>
                  <a:lnTo>
                    <a:pt x="4350" y="222"/>
                  </a:lnTo>
                  <a:lnTo>
                    <a:pt x="4314" y="228"/>
                  </a:lnTo>
                  <a:lnTo>
                    <a:pt x="4272" y="234"/>
                  </a:lnTo>
                  <a:lnTo>
                    <a:pt x="4230" y="234"/>
                  </a:lnTo>
                  <a:lnTo>
                    <a:pt x="4218" y="240"/>
                  </a:lnTo>
                  <a:lnTo>
                    <a:pt x="4200" y="246"/>
                  </a:lnTo>
                  <a:lnTo>
                    <a:pt x="4188" y="258"/>
                  </a:lnTo>
                  <a:lnTo>
                    <a:pt x="4176" y="264"/>
                  </a:lnTo>
                  <a:lnTo>
                    <a:pt x="4170" y="270"/>
                  </a:lnTo>
                  <a:lnTo>
                    <a:pt x="4164" y="270"/>
                  </a:lnTo>
                  <a:lnTo>
                    <a:pt x="4236" y="258"/>
                  </a:lnTo>
                  <a:lnTo>
                    <a:pt x="4236" y="276"/>
                  </a:lnTo>
                  <a:lnTo>
                    <a:pt x="4296" y="258"/>
                  </a:lnTo>
                  <a:lnTo>
                    <a:pt x="4224" y="288"/>
                  </a:lnTo>
                  <a:lnTo>
                    <a:pt x="4230" y="288"/>
                  </a:lnTo>
                  <a:lnTo>
                    <a:pt x="4236" y="294"/>
                  </a:lnTo>
                  <a:lnTo>
                    <a:pt x="4248" y="300"/>
                  </a:lnTo>
                  <a:lnTo>
                    <a:pt x="4278" y="300"/>
                  </a:lnTo>
                  <a:lnTo>
                    <a:pt x="4314" y="288"/>
                  </a:lnTo>
                  <a:lnTo>
                    <a:pt x="4326" y="288"/>
                  </a:lnTo>
                  <a:lnTo>
                    <a:pt x="4344" y="282"/>
                  </a:lnTo>
                  <a:lnTo>
                    <a:pt x="4350" y="276"/>
                  </a:lnTo>
                  <a:lnTo>
                    <a:pt x="4356" y="276"/>
                  </a:lnTo>
                  <a:lnTo>
                    <a:pt x="4254" y="312"/>
                  </a:lnTo>
                  <a:lnTo>
                    <a:pt x="4188" y="312"/>
                  </a:lnTo>
                  <a:lnTo>
                    <a:pt x="4176" y="288"/>
                  </a:lnTo>
                  <a:lnTo>
                    <a:pt x="4164" y="288"/>
                  </a:lnTo>
                  <a:lnTo>
                    <a:pt x="4146" y="282"/>
                  </a:lnTo>
                  <a:lnTo>
                    <a:pt x="4110" y="282"/>
                  </a:lnTo>
                  <a:lnTo>
                    <a:pt x="4104" y="288"/>
                  </a:lnTo>
                  <a:lnTo>
                    <a:pt x="4104" y="300"/>
                  </a:lnTo>
                  <a:lnTo>
                    <a:pt x="4110" y="312"/>
                  </a:lnTo>
                  <a:lnTo>
                    <a:pt x="4110" y="318"/>
                  </a:lnTo>
                  <a:lnTo>
                    <a:pt x="4116" y="324"/>
                  </a:lnTo>
                  <a:lnTo>
                    <a:pt x="4092" y="324"/>
                  </a:lnTo>
                  <a:lnTo>
                    <a:pt x="4074" y="330"/>
                  </a:lnTo>
                  <a:lnTo>
                    <a:pt x="4032" y="330"/>
                  </a:lnTo>
                  <a:lnTo>
                    <a:pt x="4020" y="336"/>
                  </a:lnTo>
                  <a:lnTo>
                    <a:pt x="4002" y="342"/>
                  </a:lnTo>
                  <a:lnTo>
                    <a:pt x="3990" y="348"/>
                  </a:lnTo>
                  <a:lnTo>
                    <a:pt x="3972" y="354"/>
                  </a:lnTo>
                  <a:lnTo>
                    <a:pt x="3936" y="354"/>
                  </a:lnTo>
                  <a:lnTo>
                    <a:pt x="3924" y="360"/>
                  </a:lnTo>
                  <a:lnTo>
                    <a:pt x="3918" y="360"/>
                  </a:lnTo>
                  <a:lnTo>
                    <a:pt x="3924" y="360"/>
                  </a:lnTo>
                  <a:lnTo>
                    <a:pt x="3936" y="366"/>
                  </a:lnTo>
                  <a:lnTo>
                    <a:pt x="3978" y="366"/>
                  </a:lnTo>
                  <a:lnTo>
                    <a:pt x="3990" y="360"/>
                  </a:lnTo>
                  <a:lnTo>
                    <a:pt x="3996" y="354"/>
                  </a:lnTo>
                  <a:lnTo>
                    <a:pt x="3984" y="372"/>
                  </a:lnTo>
                  <a:lnTo>
                    <a:pt x="4020" y="366"/>
                  </a:lnTo>
                  <a:lnTo>
                    <a:pt x="4044" y="354"/>
                  </a:lnTo>
                  <a:lnTo>
                    <a:pt x="4044" y="372"/>
                  </a:lnTo>
                  <a:lnTo>
                    <a:pt x="4074" y="366"/>
                  </a:lnTo>
                  <a:lnTo>
                    <a:pt x="4098" y="366"/>
                  </a:lnTo>
                  <a:lnTo>
                    <a:pt x="4098" y="372"/>
                  </a:lnTo>
                  <a:lnTo>
                    <a:pt x="4104" y="378"/>
                  </a:lnTo>
                  <a:lnTo>
                    <a:pt x="4122" y="378"/>
                  </a:lnTo>
                  <a:lnTo>
                    <a:pt x="4146" y="366"/>
                  </a:lnTo>
                  <a:lnTo>
                    <a:pt x="4152" y="366"/>
                  </a:lnTo>
                  <a:lnTo>
                    <a:pt x="4164" y="360"/>
                  </a:lnTo>
                  <a:lnTo>
                    <a:pt x="4170" y="372"/>
                  </a:lnTo>
                  <a:lnTo>
                    <a:pt x="4200" y="354"/>
                  </a:lnTo>
                  <a:lnTo>
                    <a:pt x="4206" y="360"/>
                  </a:lnTo>
                  <a:lnTo>
                    <a:pt x="4212" y="372"/>
                  </a:lnTo>
                  <a:lnTo>
                    <a:pt x="4224" y="372"/>
                  </a:lnTo>
                  <a:lnTo>
                    <a:pt x="4236" y="366"/>
                  </a:lnTo>
                  <a:lnTo>
                    <a:pt x="4242" y="360"/>
                  </a:lnTo>
                  <a:lnTo>
                    <a:pt x="4248" y="360"/>
                  </a:lnTo>
                  <a:lnTo>
                    <a:pt x="4254" y="366"/>
                  </a:lnTo>
                  <a:lnTo>
                    <a:pt x="4266" y="372"/>
                  </a:lnTo>
                  <a:lnTo>
                    <a:pt x="4284" y="372"/>
                  </a:lnTo>
                  <a:lnTo>
                    <a:pt x="4290" y="366"/>
                  </a:lnTo>
                  <a:lnTo>
                    <a:pt x="4290" y="360"/>
                  </a:lnTo>
                  <a:lnTo>
                    <a:pt x="4284" y="354"/>
                  </a:lnTo>
                  <a:lnTo>
                    <a:pt x="4338" y="372"/>
                  </a:lnTo>
                  <a:lnTo>
                    <a:pt x="4344" y="378"/>
                  </a:lnTo>
                  <a:lnTo>
                    <a:pt x="4350" y="390"/>
                  </a:lnTo>
                  <a:lnTo>
                    <a:pt x="4374" y="390"/>
                  </a:lnTo>
                  <a:lnTo>
                    <a:pt x="4410" y="378"/>
                  </a:lnTo>
                  <a:lnTo>
                    <a:pt x="4440" y="372"/>
                  </a:lnTo>
                  <a:lnTo>
                    <a:pt x="4476" y="372"/>
                  </a:lnTo>
                  <a:lnTo>
                    <a:pt x="4494" y="366"/>
                  </a:lnTo>
                  <a:lnTo>
                    <a:pt x="4506" y="360"/>
                  </a:lnTo>
                  <a:lnTo>
                    <a:pt x="4524" y="342"/>
                  </a:lnTo>
                  <a:lnTo>
                    <a:pt x="4464" y="342"/>
                  </a:lnTo>
                  <a:lnTo>
                    <a:pt x="4470" y="336"/>
                  </a:lnTo>
                  <a:lnTo>
                    <a:pt x="4470" y="330"/>
                  </a:lnTo>
                  <a:lnTo>
                    <a:pt x="4416" y="330"/>
                  </a:lnTo>
                  <a:lnTo>
                    <a:pt x="4362" y="318"/>
                  </a:lnTo>
                  <a:lnTo>
                    <a:pt x="4380" y="300"/>
                  </a:lnTo>
                  <a:lnTo>
                    <a:pt x="4440" y="318"/>
                  </a:lnTo>
                  <a:lnTo>
                    <a:pt x="4452" y="318"/>
                  </a:lnTo>
                  <a:lnTo>
                    <a:pt x="4488" y="312"/>
                  </a:lnTo>
                  <a:lnTo>
                    <a:pt x="4566" y="312"/>
                  </a:lnTo>
                  <a:lnTo>
                    <a:pt x="4578" y="300"/>
                  </a:lnTo>
                  <a:lnTo>
                    <a:pt x="4578" y="288"/>
                  </a:lnTo>
                  <a:lnTo>
                    <a:pt x="4584" y="288"/>
                  </a:lnTo>
                  <a:lnTo>
                    <a:pt x="4590" y="282"/>
                  </a:lnTo>
                  <a:lnTo>
                    <a:pt x="4608" y="282"/>
                  </a:lnTo>
                  <a:lnTo>
                    <a:pt x="4626" y="276"/>
                  </a:lnTo>
                  <a:lnTo>
                    <a:pt x="4662" y="276"/>
                  </a:lnTo>
                  <a:lnTo>
                    <a:pt x="4680" y="270"/>
                  </a:lnTo>
                  <a:lnTo>
                    <a:pt x="4710" y="270"/>
                  </a:lnTo>
                  <a:lnTo>
                    <a:pt x="4722" y="264"/>
                  </a:lnTo>
                  <a:lnTo>
                    <a:pt x="4728" y="264"/>
                  </a:lnTo>
                  <a:lnTo>
                    <a:pt x="4704" y="246"/>
                  </a:lnTo>
                  <a:lnTo>
                    <a:pt x="4746" y="246"/>
                  </a:lnTo>
                  <a:lnTo>
                    <a:pt x="4770" y="240"/>
                  </a:lnTo>
                  <a:lnTo>
                    <a:pt x="4782" y="234"/>
                  </a:lnTo>
                  <a:lnTo>
                    <a:pt x="4776" y="228"/>
                  </a:lnTo>
                  <a:lnTo>
                    <a:pt x="4770" y="228"/>
                  </a:lnTo>
                  <a:lnTo>
                    <a:pt x="4758" y="222"/>
                  </a:lnTo>
                  <a:lnTo>
                    <a:pt x="4746" y="222"/>
                  </a:lnTo>
                  <a:lnTo>
                    <a:pt x="4734" y="216"/>
                  </a:lnTo>
                  <a:lnTo>
                    <a:pt x="4686" y="216"/>
                  </a:lnTo>
                  <a:lnTo>
                    <a:pt x="4674" y="210"/>
                  </a:lnTo>
                  <a:lnTo>
                    <a:pt x="4662" y="210"/>
                  </a:lnTo>
                  <a:lnTo>
                    <a:pt x="4662" y="204"/>
                  </a:lnTo>
                  <a:lnTo>
                    <a:pt x="4674" y="198"/>
                  </a:lnTo>
                  <a:lnTo>
                    <a:pt x="4686" y="198"/>
                  </a:lnTo>
                  <a:lnTo>
                    <a:pt x="4704" y="192"/>
                  </a:lnTo>
                  <a:lnTo>
                    <a:pt x="4716" y="186"/>
                  </a:lnTo>
                  <a:lnTo>
                    <a:pt x="4764" y="186"/>
                  </a:lnTo>
                  <a:lnTo>
                    <a:pt x="4782" y="192"/>
                  </a:lnTo>
                  <a:lnTo>
                    <a:pt x="4860" y="192"/>
                  </a:lnTo>
                  <a:lnTo>
                    <a:pt x="4878" y="186"/>
                  </a:lnTo>
                  <a:lnTo>
                    <a:pt x="4902" y="186"/>
                  </a:lnTo>
                  <a:lnTo>
                    <a:pt x="4896" y="180"/>
                  </a:lnTo>
                  <a:lnTo>
                    <a:pt x="4878" y="180"/>
                  </a:lnTo>
                  <a:lnTo>
                    <a:pt x="4866" y="174"/>
                  </a:lnTo>
                  <a:lnTo>
                    <a:pt x="4872" y="168"/>
                  </a:lnTo>
                  <a:lnTo>
                    <a:pt x="4902" y="162"/>
                  </a:lnTo>
                  <a:lnTo>
                    <a:pt x="4944" y="168"/>
                  </a:lnTo>
                  <a:lnTo>
                    <a:pt x="4974" y="174"/>
                  </a:lnTo>
                  <a:lnTo>
                    <a:pt x="4986" y="174"/>
                  </a:lnTo>
                  <a:lnTo>
                    <a:pt x="4992" y="168"/>
                  </a:lnTo>
                  <a:lnTo>
                    <a:pt x="4992" y="150"/>
                  </a:lnTo>
                  <a:lnTo>
                    <a:pt x="5070" y="156"/>
                  </a:lnTo>
                  <a:lnTo>
                    <a:pt x="5070" y="132"/>
                  </a:lnTo>
                  <a:lnTo>
                    <a:pt x="5082" y="132"/>
                  </a:lnTo>
                  <a:lnTo>
                    <a:pt x="5094" y="138"/>
                  </a:lnTo>
                  <a:lnTo>
                    <a:pt x="5112" y="138"/>
                  </a:lnTo>
                  <a:lnTo>
                    <a:pt x="5136" y="126"/>
                  </a:lnTo>
                  <a:lnTo>
                    <a:pt x="5148" y="126"/>
                  </a:lnTo>
                  <a:lnTo>
                    <a:pt x="5154" y="120"/>
                  </a:lnTo>
                  <a:lnTo>
                    <a:pt x="5172" y="120"/>
                  </a:lnTo>
                  <a:lnTo>
                    <a:pt x="5208" y="114"/>
                  </a:lnTo>
                  <a:lnTo>
                    <a:pt x="5256" y="102"/>
                  </a:lnTo>
                  <a:lnTo>
                    <a:pt x="5298" y="96"/>
                  </a:lnTo>
                  <a:lnTo>
                    <a:pt x="5322" y="90"/>
                  </a:lnTo>
                  <a:lnTo>
                    <a:pt x="5340" y="90"/>
                  </a:lnTo>
                  <a:lnTo>
                    <a:pt x="5346" y="84"/>
                  </a:lnTo>
                  <a:lnTo>
                    <a:pt x="5238" y="84"/>
                  </a:lnTo>
                  <a:lnTo>
                    <a:pt x="5214" y="96"/>
                  </a:lnTo>
                  <a:lnTo>
                    <a:pt x="5142" y="96"/>
                  </a:lnTo>
                  <a:lnTo>
                    <a:pt x="5226" y="90"/>
                  </a:lnTo>
                  <a:lnTo>
                    <a:pt x="5220" y="78"/>
                  </a:lnTo>
                  <a:lnTo>
                    <a:pt x="5268" y="84"/>
                  </a:lnTo>
                  <a:lnTo>
                    <a:pt x="5274" y="78"/>
                  </a:lnTo>
                  <a:lnTo>
                    <a:pt x="5286" y="72"/>
                  </a:lnTo>
                  <a:lnTo>
                    <a:pt x="5358" y="72"/>
                  </a:lnTo>
                  <a:lnTo>
                    <a:pt x="5406" y="66"/>
                  </a:lnTo>
                  <a:lnTo>
                    <a:pt x="5454" y="66"/>
                  </a:lnTo>
                  <a:lnTo>
                    <a:pt x="5484" y="60"/>
                  </a:lnTo>
                  <a:lnTo>
                    <a:pt x="5496" y="60"/>
                  </a:lnTo>
                  <a:lnTo>
                    <a:pt x="5514" y="54"/>
                  </a:lnTo>
                  <a:lnTo>
                    <a:pt x="5532" y="54"/>
                  </a:lnTo>
                  <a:lnTo>
                    <a:pt x="5550" y="48"/>
                  </a:lnTo>
                  <a:lnTo>
                    <a:pt x="5562" y="42"/>
                  </a:lnTo>
                  <a:lnTo>
                    <a:pt x="5574" y="42"/>
                  </a:lnTo>
                  <a:lnTo>
                    <a:pt x="5574" y="36"/>
                  </a:lnTo>
                  <a:close/>
                  <a:moveTo>
                    <a:pt x="4032" y="966"/>
                  </a:moveTo>
                  <a:lnTo>
                    <a:pt x="4086" y="966"/>
                  </a:lnTo>
                  <a:lnTo>
                    <a:pt x="4134" y="942"/>
                  </a:lnTo>
                  <a:lnTo>
                    <a:pt x="4140" y="930"/>
                  </a:lnTo>
                  <a:lnTo>
                    <a:pt x="4134" y="918"/>
                  </a:lnTo>
                  <a:lnTo>
                    <a:pt x="4134" y="912"/>
                  </a:lnTo>
                  <a:lnTo>
                    <a:pt x="4122" y="906"/>
                  </a:lnTo>
                  <a:lnTo>
                    <a:pt x="4074" y="906"/>
                  </a:lnTo>
                  <a:lnTo>
                    <a:pt x="4062" y="912"/>
                  </a:lnTo>
                  <a:lnTo>
                    <a:pt x="4050" y="912"/>
                  </a:lnTo>
                  <a:lnTo>
                    <a:pt x="4026" y="924"/>
                  </a:lnTo>
                  <a:lnTo>
                    <a:pt x="4014" y="936"/>
                  </a:lnTo>
                  <a:lnTo>
                    <a:pt x="4002" y="942"/>
                  </a:lnTo>
                  <a:lnTo>
                    <a:pt x="4002" y="954"/>
                  </a:lnTo>
                  <a:lnTo>
                    <a:pt x="4014" y="960"/>
                  </a:lnTo>
                  <a:lnTo>
                    <a:pt x="4032" y="966"/>
                  </a:lnTo>
                  <a:close/>
                  <a:moveTo>
                    <a:pt x="4014" y="840"/>
                  </a:moveTo>
                  <a:lnTo>
                    <a:pt x="4002" y="840"/>
                  </a:lnTo>
                  <a:lnTo>
                    <a:pt x="3990" y="846"/>
                  </a:lnTo>
                  <a:lnTo>
                    <a:pt x="3984" y="852"/>
                  </a:lnTo>
                  <a:lnTo>
                    <a:pt x="3972" y="852"/>
                  </a:lnTo>
                  <a:lnTo>
                    <a:pt x="3990" y="852"/>
                  </a:lnTo>
                  <a:lnTo>
                    <a:pt x="4008" y="846"/>
                  </a:lnTo>
                  <a:lnTo>
                    <a:pt x="4026" y="846"/>
                  </a:lnTo>
                  <a:lnTo>
                    <a:pt x="4044" y="840"/>
                  </a:lnTo>
                  <a:lnTo>
                    <a:pt x="4050" y="834"/>
                  </a:lnTo>
                  <a:lnTo>
                    <a:pt x="4056" y="834"/>
                  </a:lnTo>
                  <a:lnTo>
                    <a:pt x="4068" y="822"/>
                  </a:lnTo>
                  <a:lnTo>
                    <a:pt x="4050" y="822"/>
                  </a:lnTo>
                  <a:lnTo>
                    <a:pt x="4044" y="828"/>
                  </a:lnTo>
                  <a:lnTo>
                    <a:pt x="4032" y="828"/>
                  </a:lnTo>
                  <a:lnTo>
                    <a:pt x="4020" y="834"/>
                  </a:lnTo>
                  <a:lnTo>
                    <a:pt x="4014" y="840"/>
                  </a:lnTo>
                  <a:close/>
                  <a:moveTo>
                    <a:pt x="4122" y="822"/>
                  </a:moveTo>
                  <a:lnTo>
                    <a:pt x="4104" y="822"/>
                  </a:lnTo>
                  <a:lnTo>
                    <a:pt x="4098" y="828"/>
                  </a:lnTo>
                  <a:lnTo>
                    <a:pt x="4098" y="840"/>
                  </a:lnTo>
                  <a:lnTo>
                    <a:pt x="4104" y="846"/>
                  </a:lnTo>
                  <a:lnTo>
                    <a:pt x="4110" y="840"/>
                  </a:lnTo>
                  <a:lnTo>
                    <a:pt x="4116" y="840"/>
                  </a:lnTo>
                  <a:lnTo>
                    <a:pt x="4128" y="828"/>
                  </a:lnTo>
                  <a:lnTo>
                    <a:pt x="4122" y="822"/>
                  </a:lnTo>
                  <a:close/>
                  <a:moveTo>
                    <a:pt x="3528" y="1062"/>
                  </a:moveTo>
                  <a:lnTo>
                    <a:pt x="3522" y="1062"/>
                  </a:lnTo>
                  <a:lnTo>
                    <a:pt x="3504" y="1080"/>
                  </a:lnTo>
                  <a:lnTo>
                    <a:pt x="3504" y="1086"/>
                  </a:lnTo>
                  <a:lnTo>
                    <a:pt x="3510" y="1092"/>
                  </a:lnTo>
                  <a:lnTo>
                    <a:pt x="3528" y="1092"/>
                  </a:lnTo>
                  <a:lnTo>
                    <a:pt x="3534" y="1086"/>
                  </a:lnTo>
                  <a:lnTo>
                    <a:pt x="3540" y="1074"/>
                  </a:lnTo>
                  <a:lnTo>
                    <a:pt x="3540" y="1068"/>
                  </a:lnTo>
                  <a:lnTo>
                    <a:pt x="3534" y="1062"/>
                  </a:lnTo>
                  <a:lnTo>
                    <a:pt x="3528" y="1062"/>
                  </a:lnTo>
                  <a:close/>
                  <a:moveTo>
                    <a:pt x="3588" y="1062"/>
                  </a:moveTo>
                  <a:lnTo>
                    <a:pt x="3582" y="1062"/>
                  </a:lnTo>
                  <a:lnTo>
                    <a:pt x="3576" y="1068"/>
                  </a:lnTo>
                  <a:lnTo>
                    <a:pt x="3576" y="1080"/>
                  </a:lnTo>
                  <a:lnTo>
                    <a:pt x="3582" y="1086"/>
                  </a:lnTo>
                  <a:lnTo>
                    <a:pt x="3594" y="1086"/>
                  </a:lnTo>
                  <a:lnTo>
                    <a:pt x="3600" y="1080"/>
                  </a:lnTo>
                  <a:lnTo>
                    <a:pt x="3600" y="1068"/>
                  </a:lnTo>
                  <a:lnTo>
                    <a:pt x="3588" y="1062"/>
                  </a:lnTo>
                  <a:close/>
                  <a:moveTo>
                    <a:pt x="3756" y="1242"/>
                  </a:moveTo>
                  <a:lnTo>
                    <a:pt x="3744" y="1248"/>
                  </a:lnTo>
                  <a:lnTo>
                    <a:pt x="3744" y="1260"/>
                  </a:lnTo>
                  <a:lnTo>
                    <a:pt x="3750" y="1266"/>
                  </a:lnTo>
                  <a:lnTo>
                    <a:pt x="3762" y="1272"/>
                  </a:lnTo>
                  <a:lnTo>
                    <a:pt x="3768" y="1272"/>
                  </a:lnTo>
                  <a:lnTo>
                    <a:pt x="3786" y="1254"/>
                  </a:lnTo>
                  <a:lnTo>
                    <a:pt x="3786" y="1242"/>
                  </a:lnTo>
                  <a:lnTo>
                    <a:pt x="3780" y="1236"/>
                  </a:lnTo>
                  <a:lnTo>
                    <a:pt x="3768" y="1236"/>
                  </a:lnTo>
                  <a:lnTo>
                    <a:pt x="3756" y="1242"/>
                  </a:lnTo>
                  <a:close/>
                  <a:moveTo>
                    <a:pt x="3984" y="2532"/>
                  </a:moveTo>
                  <a:lnTo>
                    <a:pt x="3948" y="2520"/>
                  </a:lnTo>
                  <a:lnTo>
                    <a:pt x="3942" y="2514"/>
                  </a:lnTo>
                  <a:lnTo>
                    <a:pt x="3936" y="2514"/>
                  </a:lnTo>
                  <a:lnTo>
                    <a:pt x="3924" y="2526"/>
                  </a:lnTo>
                  <a:lnTo>
                    <a:pt x="3930" y="2532"/>
                  </a:lnTo>
                  <a:lnTo>
                    <a:pt x="3942" y="2538"/>
                  </a:lnTo>
                  <a:lnTo>
                    <a:pt x="3948" y="2544"/>
                  </a:lnTo>
                  <a:lnTo>
                    <a:pt x="3954" y="2544"/>
                  </a:lnTo>
                  <a:lnTo>
                    <a:pt x="3960" y="2550"/>
                  </a:lnTo>
                  <a:lnTo>
                    <a:pt x="3996" y="2550"/>
                  </a:lnTo>
                  <a:lnTo>
                    <a:pt x="4008" y="2556"/>
                  </a:lnTo>
                  <a:lnTo>
                    <a:pt x="4020" y="2556"/>
                  </a:lnTo>
                  <a:lnTo>
                    <a:pt x="4038" y="2538"/>
                  </a:lnTo>
                  <a:lnTo>
                    <a:pt x="4008" y="2538"/>
                  </a:lnTo>
                  <a:lnTo>
                    <a:pt x="3984" y="2532"/>
                  </a:lnTo>
                  <a:close/>
                  <a:moveTo>
                    <a:pt x="4098" y="2280"/>
                  </a:moveTo>
                  <a:lnTo>
                    <a:pt x="4092" y="2280"/>
                  </a:lnTo>
                  <a:lnTo>
                    <a:pt x="4086" y="2274"/>
                  </a:lnTo>
                  <a:lnTo>
                    <a:pt x="4050" y="2274"/>
                  </a:lnTo>
                  <a:lnTo>
                    <a:pt x="4032" y="2268"/>
                  </a:lnTo>
                  <a:lnTo>
                    <a:pt x="3996" y="2268"/>
                  </a:lnTo>
                  <a:lnTo>
                    <a:pt x="4002" y="2274"/>
                  </a:lnTo>
                  <a:lnTo>
                    <a:pt x="4008" y="2274"/>
                  </a:lnTo>
                  <a:lnTo>
                    <a:pt x="4014" y="2280"/>
                  </a:lnTo>
                  <a:lnTo>
                    <a:pt x="4026" y="2286"/>
                  </a:lnTo>
                  <a:lnTo>
                    <a:pt x="4032" y="2286"/>
                  </a:lnTo>
                  <a:lnTo>
                    <a:pt x="4032" y="2304"/>
                  </a:lnTo>
                  <a:lnTo>
                    <a:pt x="4044" y="2304"/>
                  </a:lnTo>
                  <a:lnTo>
                    <a:pt x="4080" y="2310"/>
                  </a:lnTo>
                  <a:lnTo>
                    <a:pt x="4128" y="2316"/>
                  </a:lnTo>
                  <a:lnTo>
                    <a:pt x="4164" y="2316"/>
                  </a:lnTo>
                  <a:lnTo>
                    <a:pt x="4170" y="2310"/>
                  </a:lnTo>
                  <a:lnTo>
                    <a:pt x="4170" y="2304"/>
                  </a:lnTo>
                  <a:lnTo>
                    <a:pt x="4164" y="2304"/>
                  </a:lnTo>
                  <a:lnTo>
                    <a:pt x="4152" y="2292"/>
                  </a:lnTo>
                  <a:lnTo>
                    <a:pt x="4128" y="2286"/>
                  </a:lnTo>
                  <a:lnTo>
                    <a:pt x="4098" y="2280"/>
                  </a:lnTo>
                  <a:close/>
                  <a:moveTo>
                    <a:pt x="4194" y="2550"/>
                  </a:moveTo>
                  <a:lnTo>
                    <a:pt x="4164" y="2550"/>
                  </a:lnTo>
                  <a:lnTo>
                    <a:pt x="4152" y="2556"/>
                  </a:lnTo>
                  <a:lnTo>
                    <a:pt x="4146" y="2562"/>
                  </a:lnTo>
                  <a:lnTo>
                    <a:pt x="4182" y="2526"/>
                  </a:lnTo>
                  <a:lnTo>
                    <a:pt x="4176" y="2520"/>
                  </a:lnTo>
                  <a:lnTo>
                    <a:pt x="4152" y="2520"/>
                  </a:lnTo>
                  <a:lnTo>
                    <a:pt x="4140" y="2526"/>
                  </a:lnTo>
                  <a:lnTo>
                    <a:pt x="4128" y="2538"/>
                  </a:lnTo>
                  <a:lnTo>
                    <a:pt x="4104" y="2574"/>
                  </a:lnTo>
                  <a:lnTo>
                    <a:pt x="4164" y="2568"/>
                  </a:lnTo>
                  <a:lnTo>
                    <a:pt x="4176" y="2568"/>
                  </a:lnTo>
                  <a:lnTo>
                    <a:pt x="4182" y="2562"/>
                  </a:lnTo>
                  <a:lnTo>
                    <a:pt x="4194" y="2562"/>
                  </a:lnTo>
                  <a:lnTo>
                    <a:pt x="4200" y="2556"/>
                  </a:lnTo>
                  <a:lnTo>
                    <a:pt x="4200" y="2550"/>
                  </a:lnTo>
                  <a:lnTo>
                    <a:pt x="4194" y="2550"/>
                  </a:lnTo>
                  <a:close/>
                  <a:moveTo>
                    <a:pt x="4590" y="1962"/>
                  </a:moveTo>
                  <a:lnTo>
                    <a:pt x="4578" y="1974"/>
                  </a:lnTo>
                  <a:lnTo>
                    <a:pt x="4578" y="1980"/>
                  </a:lnTo>
                  <a:lnTo>
                    <a:pt x="4572" y="1986"/>
                  </a:lnTo>
                  <a:lnTo>
                    <a:pt x="4566" y="1986"/>
                  </a:lnTo>
                  <a:lnTo>
                    <a:pt x="4554" y="1974"/>
                  </a:lnTo>
                  <a:lnTo>
                    <a:pt x="4554" y="1962"/>
                  </a:lnTo>
                  <a:lnTo>
                    <a:pt x="4566" y="1962"/>
                  </a:lnTo>
                  <a:lnTo>
                    <a:pt x="4572" y="1956"/>
                  </a:lnTo>
                  <a:lnTo>
                    <a:pt x="4566" y="1932"/>
                  </a:lnTo>
                  <a:lnTo>
                    <a:pt x="4536" y="1926"/>
                  </a:lnTo>
                  <a:lnTo>
                    <a:pt x="4530" y="1926"/>
                  </a:lnTo>
                  <a:lnTo>
                    <a:pt x="4524" y="1932"/>
                  </a:lnTo>
                  <a:lnTo>
                    <a:pt x="4512" y="1938"/>
                  </a:lnTo>
                  <a:lnTo>
                    <a:pt x="4494" y="1944"/>
                  </a:lnTo>
                  <a:lnTo>
                    <a:pt x="4470" y="1956"/>
                  </a:lnTo>
                  <a:lnTo>
                    <a:pt x="4464" y="1962"/>
                  </a:lnTo>
                  <a:lnTo>
                    <a:pt x="4458" y="1962"/>
                  </a:lnTo>
                  <a:lnTo>
                    <a:pt x="4446" y="1968"/>
                  </a:lnTo>
                  <a:lnTo>
                    <a:pt x="4434" y="1968"/>
                  </a:lnTo>
                  <a:lnTo>
                    <a:pt x="4416" y="1974"/>
                  </a:lnTo>
                  <a:lnTo>
                    <a:pt x="4404" y="1974"/>
                  </a:lnTo>
                  <a:lnTo>
                    <a:pt x="4374" y="1998"/>
                  </a:lnTo>
                  <a:lnTo>
                    <a:pt x="4386" y="1974"/>
                  </a:lnTo>
                  <a:lnTo>
                    <a:pt x="4362" y="1956"/>
                  </a:lnTo>
                  <a:lnTo>
                    <a:pt x="4398" y="1968"/>
                  </a:lnTo>
                  <a:lnTo>
                    <a:pt x="4410" y="1956"/>
                  </a:lnTo>
                  <a:lnTo>
                    <a:pt x="4440" y="1950"/>
                  </a:lnTo>
                  <a:lnTo>
                    <a:pt x="4440" y="1932"/>
                  </a:lnTo>
                  <a:lnTo>
                    <a:pt x="4494" y="1932"/>
                  </a:lnTo>
                  <a:lnTo>
                    <a:pt x="4518" y="1920"/>
                  </a:lnTo>
                  <a:lnTo>
                    <a:pt x="4524" y="1914"/>
                  </a:lnTo>
                  <a:lnTo>
                    <a:pt x="4536" y="1908"/>
                  </a:lnTo>
                  <a:lnTo>
                    <a:pt x="4608" y="1908"/>
                  </a:lnTo>
                  <a:lnTo>
                    <a:pt x="4602" y="1902"/>
                  </a:lnTo>
                  <a:lnTo>
                    <a:pt x="4596" y="1902"/>
                  </a:lnTo>
                  <a:lnTo>
                    <a:pt x="4584" y="1896"/>
                  </a:lnTo>
                  <a:lnTo>
                    <a:pt x="4578" y="1890"/>
                  </a:lnTo>
                  <a:lnTo>
                    <a:pt x="4578" y="1866"/>
                  </a:lnTo>
                  <a:lnTo>
                    <a:pt x="4572" y="1866"/>
                  </a:lnTo>
                  <a:lnTo>
                    <a:pt x="4566" y="1872"/>
                  </a:lnTo>
                  <a:lnTo>
                    <a:pt x="4542" y="1872"/>
                  </a:lnTo>
                  <a:lnTo>
                    <a:pt x="4530" y="1878"/>
                  </a:lnTo>
                  <a:lnTo>
                    <a:pt x="4518" y="1878"/>
                  </a:lnTo>
                  <a:lnTo>
                    <a:pt x="4518" y="1866"/>
                  </a:lnTo>
                  <a:lnTo>
                    <a:pt x="4512" y="1860"/>
                  </a:lnTo>
                  <a:lnTo>
                    <a:pt x="4452" y="1878"/>
                  </a:lnTo>
                  <a:lnTo>
                    <a:pt x="4458" y="1848"/>
                  </a:lnTo>
                  <a:lnTo>
                    <a:pt x="4410" y="1860"/>
                  </a:lnTo>
                  <a:lnTo>
                    <a:pt x="4416" y="1854"/>
                  </a:lnTo>
                  <a:lnTo>
                    <a:pt x="4422" y="1842"/>
                  </a:lnTo>
                  <a:lnTo>
                    <a:pt x="4440" y="1824"/>
                  </a:lnTo>
                  <a:lnTo>
                    <a:pt x="4446" y="1812"/>
                  </a:lnTo>
                  <a:lnTo>
                    <a:pt x="4446" y="1800"/>
                  </a:lnTo>
                  <a:lnTo>
                    <a:pt x="4434" y="1800"/>
                  </a:lnTo>
                  <a:lnTo>
                    <a:pt x="4422" y="1794"/>
                  </a:lnTo>
                  <a:lnTo>
                    <a:pt x="4398" y="1794"/>
                  </a:lnTo>
                  <a:lnTo>
                    <a:pt x="4404" y="1770"/>
                  </a:lnTo>
                  <a:lnTo>
                    <a:pt x="4368" y="1770"/>
                  </a:lnTo>
                  <a:lnTo>
                    <a:pt x="4380" y="1752"/>
                  </a:lnTo>
                  <a:lnTo>
                    <a:pt x="4356" y="1728"/>
                  </a:lnTo>
                  <a:lnTo>
                    <a:pt x="4368" y="1728"/>
                  </a:lnTo>
                  <a:lnTo>
                    <a:pt x="4380" y="1734"/>
                  </a:lnTo>
                  <a:lnTo>
                    <a:pt x="4404" y="1734"/>
                  </a:lnTo>
                  <a:lnTo>
                    <a:pt x="4410" y="1728"/>
                  </a:lnTo>
                  <a:lnTo>
                    <a:pt x="4422" y="1722"/>
                  </a:lnTo>
                  <a:lnTo>
                    <a:pt x="4434" y="1710"/>
                  </a:lnTo>
                  <a:lnTo>
                    <a:pt x="4440" y="1710"/>
                  </a:lnTo>
                  <a:lnTo>
                    <a:pt x="4398" y="1686"/>
                  </a:lnTo>
                  <a:lnTo>
                    <a:pt x="4446" y="1656"/>
                  </a:lnTo>
                  <a:lnTo>
                    <a:pt x="4398" y="1632"/>
                  </a:lnTo>
                  <a:lnTo>
                    <a:pt x="4350" y="1638"/>
                  </a:lnTo>
                  <a:lnTo>
                    <a:pt x="4404" y="1614"/>
                  </a:lnTo>
                  <a:lnTo>
                    <a:pt x="4368" y="1608"/>
                  </a:lnTo>
                  <a:lnTo>
                    <a:pt x="4410" y="1584"/>
                  </a:lnTo>
                  <a:lnTo>
                    <a:pt x="4404" y="1560"/>
                  </a:lnTo>
                  <a:lnTo>
                    <a:pt x="4374" y="1560"/>
                  </a:lnTo>
                  <a:lnTo>
                    <a:pt x="4380" y="1554"/>
                  </a:lnTo>
                  <a:lnTo>
                    <a:pt x="4392" y="1530"/>
                  </a:lnTo>
                  <a:lnTo>
                    <a:pt x="4374" y="1494"/>
                  </a:lnTo>
                  <a:lnTo>
                    <a:pt x="4362" y="1494"/>
                  </a:lnTo>
                  <a:lnTo>
                    <a:pt x="4374" y="1470"/>
                  </a:lnTo>
                  <a:lnTo>
                    <a:pt x="4362" y="1476"/>
                  </a:lnTo>
                  <a:lnTo>
                    <a:pt x="4356" y="1482"/>
                  </a:lnTo>
                  <a:lnTo>
                    <a:pt x="4344" y="1488"/>
                  </a:lnTo>
                  <a:lnTo>
                    <a:pt x="4332" y="1500"/>
                  </a:lnTo>
                  <a:lnTo>
                    <a:pt x="4332" y="1518"/>
                  </a:lnTo>
                  <a:lnTo>
                    <a:pt x="4302" y="1506"/>
                  </a:lnTo>
                  <a:lnTo>
                    <a:pt x="4308" y="1542"/>
                  </a:lnTo>
                  <a:lnTo>
                    <a:pt x="4284" y="1542"/>
                  </a:lnTo>
                  <a:lnTo>
                    <a:pt x="4272" y="1560"/>
                  </a:lnTo>
                  <a:lnTo>
                    <a:pt x="4278" y="1572"/>
                  </a:lnTo>
                  <a:lnTo>
                    <a:pt x="4254" y="1572"/>
                  </a:lnTo>
                  <a:lnTo>
                    <a:pt x="4230" y="1614"/>
                  </a:lnTo>
                  <a:lnTo>
                    <a:pt x="4218" y="1614"/>
                  </a:lnTo>
                  <a:lnTo>
                    <a:pt x="4236" y="1578"/>
                  </a:lnTo>
                  <a:lnTo>
                    <a:pt x="4224" y="1566"/>
                  </a:lnTo>
                  <a:lnTo>
                    <a:pt x="4212" y="1566"/>
                  </a:lnTo>
                  <a:lnTo>
                    <a:pt x="4194" y="1584"/>
                  </a:lnTo>
                  <a:lnTo>
                    <a:pt x="4182" y="1590"/>
                  </a:lnTo>
                  <a:lnTo>
                    <a:pt x="4176" y="1596"/>
                  </a:lnTo>
                  <a:lnTo>
                    <a:pt x="4164" y="1602"/>
                  </a:lnTo>
                  <a:lnTo>
                    <a:pt x="4158" y="1608"/>
                  </a:lnTo>
                  <a:lnTo>
                    <a:pt x="4146" y="1614"/>
                  </a:lnTo>
                  <a:lnTo>
                    <a:pt x="4140" y="1620"/>
                  </a:lnTo>
                  <a:lnTo>
                    <a:pt x="4116" y="1632"/>
                  </a:lnTo>
                  <a:lnTo>
                    <a:pt x="4110" y="1638"/>
                  </a:lnTo>
                  <a:lnTo>
                    <a:pt x="4116" y="1614"/>
                  </a:lnTo>
                  <a:lnTo>
                    <a:pt x="4116" y="1596"/>
                  </a:lnTo>
                  <a:lnTo>
                    <a:pt x="4080" y="1632"/>
                  </a:lnTo>
                  <a:lnTo>
                    <a:pt x="4014" y="1644"/>
                  </a:lnTo>
                  <a:lnTo>
                    <a:pt x="4074" y="1626"/>
                  </a:lnTo>
                  <a:lnTo>
                    <a:pt x="4080" y="1620"/>
                  </a:lnTo>
                  <a:lnTo>
                    <a:pt x="4092" y="1596"/>
                  </a:lnTo>
                  <a:lnTo>
                    <a:pt x="4098" y="1590"/>
                  </a:lnTo>
                  <a:lnTo>
                    <a:pt x="4098" y="1578"/>
                  </a:lnTo>
                  <a:lnTo>
                    <a:pt x="4092" y="1572"/>
                  </a:lnTo>
                  <a:lnTo>
                    <a:pt x="4050" y="1572"/>
                  </a:lnTo>
                  <a:lnTo>
                    <a:pt x="4038" y="1578"/>
                  </a:lnTo>
                  <a:lnTo>
                    <a:pt x="4032" y="1578"/>
                  </a:lnTo>
                  <a:lnTo>
                    <a:pt x="4020" y="1584"/>
                  </a:lnTo>
                  <a:lnTo>
                    <a:pt x="4002" y="1584"/>
                  </a:lnTo>
                  <a:lnTo>
                    <a:pt x="4002" y="1578"/>
                  </a:lnTo>
                  <a:lnTo>
                    <a:pt x="4008" y="1572"/>
                  </a:lnTo>
                  <a:lnTo>
                    <a:pt x="4020" y="1566"/>
                  </a:lnTo>
                  <a:lnTo>
                    <a:pt x="4026" y="1560"/>
                  </a:lnTo>
                  <a:lnTo>
                    <a:pt x="4032" y="1560"/>
                  </a:lnTo>
                  <a:lnTo>
                    <a:pt x="4032" y="1572"/>
                  </a:lnTo>
                  <a:lnTo>
                    <a:pt x="4050" y="1560"/>
                  </a:lnTo>
                  <a:lnTo>
                    <a:pt x="4044" y="1536"/>
                  </a:lnTo>
                  <a:lnTo>
                    <a:pt x="4050" y="1530"/>
                  </a:lnTo>
                  <a:lnTo>
                    <a:pt x="4062" y="1524"/>
                  </a:lnTo>
                  <a:lnTo>
                    <a:pt x="4074" y="1512"/>
                  </a:lnTo>
                  <a:lnTo>
                    <a:pt x="4074" y="1506"/>
                  </a:lnTo>
                  <a:lnTo>
                    <a:pt x="4068" y="1500"/>
                  </a:lnTo>
                  <a:lnTo>
                    <a:pt x="4056" y="1494"/>
                  </a:lnTo>
                  <a:lnTo>
                    <a:pt x="4044" y="1494"/>
                  </a:lnTo>
                  <a:lnTo>
                    <a:pt x="4032" y="1488"/>
                  </a:lnTo>
                  <a:lnTo>
                    <a:pt x="4014" y="1488"/>
                  </a:lnTo>
                  <a:lnTo>
                    <a:pt x="4044" y="1488"/>
                  </a:lnTo>
                  <a:lnTo>
                    <a:pt x="4056" y="1482"/>
                  </a:lnTo>
                  <a:lnTo>
                    <a:pt x="4074" y="1482"/>
                  </a:lnTo>
                  <a:lnTo>
                    <a:pt x="4086" y="1470"/>
                  </a:lnTo>
                  <a:lnTo>
                    <a:pt x="4098" y="1446"/>
                  </a:lnTo>
                  <a:lnTo>
                    <a:pt x="4104" y="1440"/>
                  </a:lnTo>
                  <a:lnTo>
                    <a:pt x="4110" y="1440"/>
                  </a:lnTo>
                  <a:lnTo>
                    <a:pt x="4122" y="1434"/>
                  </a:lnTo>
                  <a:lnTo>
                    <a:pt x="4128" y="1434"/>
                  </a:lnTo>
                  <a:lnTo>
                    <a:pt x="4134" y="1428"/>
                  </a:lnTo>
                  <a:lnTo>
                    <a:pt x="4122" y="1416"/>
                  </a:lnTo>
                  <a:lnTo>
                    <a:pt x="4110" y="1422"/>
                  </a:lnTo>
                  <a:lnTo>
                    <a:pt x="4098" y="1434"/>
                  </a:lnTo>
                  <a:lnTo>
                    <a:pt x="4092" y="1404"/>
                  </a:lnTo>
                  <a:lnTo>
                    <a:pt x="4068" y="1404"/>
                  </a:lnTo>
                  <a:lnTo>
                    <a:pt x="4050" y="1410"/>
                  </a:lnTo>
                  <a:lnTo>
                    <a:pt x="4026" y="1410"/>
                  </a:lnTo>
                  <a:lnTo>
                    <a:pt x="4020" y="1404"/>
                  </a:lnTo>
                  <a:lnTo>
                    <a:pt x="4020" y="1386"/>
                  </a:lnTo>
                  <a:lnTo>
                    <a:pt x="4038" y="1368"/>
                  </a:lnTo>
                  <a:lnTo>
                    <a:pt x="4032" y="1362"/>
                  </a:lnTo>
                  <a:lnTo>
                    <a:pt x="4014" y="1362"/>
                  </a:lnTo>
                  <a:lnTo>
                    <a:pt x="4008" y="1368"/>
                  </a:lnTo>
                  <a:lnTo>
                    <a:pt x="4020" y="1344"/>
                  </a:lnTo>
                  <a:lnTo>
                    <a:pt x="3984" y="1350"/>
                  </a:lnTo>
                  <a:lnTo>
                    <a:pt x="3984" y="1326"/>
                  </a:lnTo>
                  <a:lnTo>
                    <a:pt x="3978" y="1314"/>
                  </a:lnTo>
                  <a:lnTo>
                    <a:pt x="3972" y="1308"/>
                  </a:lnTo>
                  <a:lnTo>
                    <a:pt x="3948" y="1308"/>
                  </a:lnTo>
                  <a:lnTo>
                    <a:pt x="3930" y="1314"/>
                  </a:lnTo>
                  <a:lnTo>
                    <a:pt x="3906" y="1326"/>
                  </a:lnTo>
                  <a:lnTo>
                    <a:pt x="3900" y="1332"/>
                  </a:lnTo>
                  <a:lnTo>
                    <a:pt x="3894" y="1332"/>
                  </a:lnTo>
                  <a:lnTo>
                    <a:pt x="3888" y="1326"/>
                  </a:lnTo>
                  <a:lnTo>
                    <a:pt x="3876" y="1320"/>
                  </a:lnTo>
                  <a:lnTo>
                    <a:pt x="3864" y="1320"/>
                  </a:lnTo>
                  <a:lnTo>
                    <a:pt x="3852" y="1326"/>
                  </a:lnTo>
                  <a:lnTo>
                    <a:pt x="3846" y="1326"/>
                  </a:lnTo>
                  <a:lnTo>
                    <a:pt x="3834" y="1332"/>
                  </a:lnTo>
                  <a:lnTo>
                    <a:pt x="3822" y="1326"/>
                  </a:lnTo>
                  <a:lnTo>
                    <a:pt x="3762" y="1302"/>
                  </a:lnTo>
                  <a:lnTo>
                    <a:pt x="3738" y="1302"/>
                  </a:lnTo>
                  <a:lnTo>
                    <a:pt x="3714" y="1314"/>
                  </a:lnTo>
                  <a:lnTo>
                    <a:pt x="3708" y="1326"/>
                  </a:lnTo>
                  <a:lnTo>
                    <a:pt x="3702" y="1326"/>
                  </a:lnTo>
                  <a:lnTo>
                    <a:pt x="3684" y="1344"/>
                  </a:lnTo>
                  <a:lnTo>
                    <a:pt x="3684" y="1350"/>
                  </a:lnTo>
                  <a:lnTo>
                    <a:pt x="3696" y="1356"/>
                  </a:lnTo>
                  <a:lnTo>
                    <a:pt x="3702" y="1362"/>
                  </a:lnTo>
                  <a:lnTo>
                    <a:pt x="3708" y="1374"/>
                  </a:lnTo>
                  <a:lnTo>
                    <a:pt x="3708" y="1380"/>
                  </a:lnTo>
                  <a:lnTo>
                    <a:pt x="3702" y="1386"/>
                  </a:lnTo>
                  <a:lnTo>
                    <a:pt x="3690" y="1392"/>
                  </a:lnTo>
                  <a:lnTo>
                    <a:pt x="3672" y="1410"/>
                  </a:lnTo>
                  <a:lnTo>
                    <a:pt x="3660" y="1416"/>
                  </a:lnTo>
                  <a:lnTo>
                    <a:pt x="3636" y="1422"/>
                  </a:lnTo>
                  <a:lnTo>
                    <a:pt x="3660" y="1440"/>
                  </a:lnTo>
                  <a:lnTo>
                    <a:pt x="3654" y="1446"/>
                  </a:lnTo>
                  <a:lnTo>
                    <a:pt x="3642" y="1446"/>
                  </a:lnTo>
                  <a:lnTo>
                    <a:pt x="3636" y="1452"/>
                  </a:lnTo>
                  <a:lnTo>
                    <a:pt x="3636" y="1470"/>
                  </a:lnTo>
                  <a:lnTo>
                    <a:pt x="3642" y="1482"/>
                  </a:lnTo>
                  <a:lnTo>
                    <a:pt x="3642" y="1488"/>
                  </a:lnTo>
                  <a:lnTo>
                    <a:pt x="3636" y="1500"/>
                  </a:lnTo>
                  <a:lnTo>
                    <a:pt x="3624" y="1506"/>
                  </a:lnTo>
                  <a:lnTo>
                    <a:pt x="3618" y="1512"/>
                  </a:lnTo>
                  <a:lnTo>
                    <a:pt x="3606" y="1512"/>
                  </a:lnTo>
                  <a:lnTo>
                    <a:pt x="3582" y="1524"/>
                  </a:lnTo>
                  <a:lnTo>
                    <a:pt x="3576" y="1536"/>
                  </a:lnTo>
                  <a:lnTo>
                    <a:pt x="3576" y="1548"/>
                  </a:lnTo>
                  <a:lnTo>
                    <a:pt x="3570" y="1548"/>
                  </a:lnTo>
                  <a:lnTo>
                    <a:pt x="3564" y="1554"/>
                  </a:lnTo>
                  <a:lnTo>
                    <a:pt x="3552" y="1554"/>
                  </a:lnTo>
                  <a:lnTo>
                    <a:pt x="3540" y="1560"/>
                  </a:lnTo>
                  <a:lnTo>
                    <a:pt x="3534" y="1566"/>
                  </a:lnTo>
                  <a:lnTo>
                    <a:pt x="3522" y="1572"/>
                  </a:lnTo>
                  <a:lnTo>
                    <a:pt x="3504" y="1590"/>
                  </a:lnTo>
                  <a:lnTo>
                    <a:pt x="3510" y="1596"/>
                  </a:lnTo>
                  <a:lnTo>
                    <a:pt x="3522" y="1602"/>
                  </a:lnTo>
                  <a:lnTo>
                    <a:pt x="3534" y="1614"/>
                  </a:lnTo>
                  <a:lnTo>
                    <a:pt x="3552" y="1620"/>
                  </a:lnTo>
                  <a:lnTo>
                    <a:pt x="3558" y="1632"/>
                  </a:lnTo>
                  <a:lnTo>
                    <a:pt x="3564" y="1638"/>
                  </a:lnTo>
                  <a:lnTo>
                    <a:pt x="3564" y="1662"/>
                  </a:lnTo>
                  <a:lnTo>
                    <a:pt x="3558" y="1698"/>
                  </a:lnTo>
                  <a:lnTo>
                    <a:pt x="3540" y="1746"/>
                  </a:lnTo>
                  <a:lnTo>
                    <a:pt x="3510" y="1776"/>
                  </a:lnTo>
                  <a:lnTo>
                    <a:pt x="3468" y="1800"/>
                  </a:lnTo>
                  <a:lnTo>
                    <a:pt x="3426" y="1830"/>
                  </a:lnTo>
                  <a:lnTo>
                    <a:pt x="3390" y="1854"/>
                  </a:lnTo>
                  <a:lnTo>
                    <a:pt x="3366" y="1860"/>
                  </a:lnTo>
                  <a:lnTo>
                    <a:pt x="3336" y="1860"/>
                  </a:lnTo>
                  <a:lnTo>
                    <a:pt x="3300" y="1866"/>
                  </a:lnTo>
                  <a:lnTo>
                    <a:pt x="3276" y="1872"/>
                  </a:lnTo>
                  <a:lnTo>
                    <a:pt x="3258" y="1878"/>
                  </a:lnTo>
                  <a:lnTo>
                    <a:pt x="3258" y="1902"/>
                  </a:lnTo>
                  <a:lnTo>
                    <a:pt x="3264" y="1914"/>
                  </a:lnTo>
                  <a:lnTo>
                    <a:pt x="3264" y="1926"/>
                  </a:lnTo>
                  <a:lnTo>
                    <a:pt x="3270" y="1938"/>
                  </a:lnTo>
                  <a:lnTo>
                    <a:pt x="3270" y="1950"/>
                  </a:lnTo>
                  <a:lnTo>
                    <a:pt x="3252" y="1968"/>
                  </a:lnTo>
                  <a:lnTo>
                    <a:pt x="3234" y="2004"/>
                  </a:lnTo>
                  <a:lnTo>
                    <a:pt x="3234" y="2076"/>
                  </a:lnTo>
                  <a:lnTo>
                    <a:pt x="3210" y="2088"/>
                  </a:lnTo>
                  <a:lnTo>
                    <a:pt x="3204" y="2094"/>
                  </a:lnTo>
                  <a:lnTo>
                    <a:pt x="3180" y="2106"/>
                  </a:lnTo>
                  <a:lnTo>
                    <a:pt x="3180" y="2142"/>
                  </a:lnTo>
                  <a:lnTo>
                    <a:pt x="3156" y="2166"/>
                  </a:lnTo>
                  <a:lnTo>
                    <a:pt x="3156" y="2154"/>
                  </a:lnTo>
                  <a:lnTo>
                    <a:pt x="3162" y="2148"/>
                  </a:lnTo>
                  <a:lnTo>
                    <a:pt x="3162" y="2142"/>
                  </a:lnTo>
                  <a:lnTo>
                    <a:pt x="3156" y="2130"/>
                  </a:lnTo>
                  <a:lnTo>
                    <a:pt x="3138" y="2130"/>
                  </a:lnTo>
                  <a:lnTo>
                    <a:pt x="3126" y="2136"/>
                  </a:lnTo>
                  <a:lnTo>
                    <a:pt x="3108" y="2154"/>
                  </a:lnTo>
                  <a:lnTo>
                    <a:pt x="3108" y="2166"/>
                  </a:lnTo>
                  <a:lnTo>
                    <a:pt x="3114" y="2178"/>
                  </a:lnTo>
                  <a:lnTo>
                    <a:pt x="3114" y="2190"/>
                  </a:lnTo>
                  <a:lnTo>
                    <a:pt x="3108" y="2196"/>
                  </a:lnTo>
                  <a:lnTo>
                    <a:pt x="3108" y="2178"/>
                  </a:lnTo>
                  <a:lnTo>
                    <a:pt x="3102" y="2166"/>
                  </a:lnTo>
                  <a:lnTo>
                    <a:pt x="3090" y="2154"/>
                  </a:lnTo>
                  <a:lnTo>
                    <a:pt x="3078" y="2154"/>
                  </a:lnTo>
                  <a:lnTo>
                    <a:pt x="3066" y="2160"/>
                  </a:lnTo>
                  <a:lnTo>
                    <a:pt x="3042" y="2160"/>
                  </a:lnTo>
                  <a:lnTo>
                    <a:pt x="3036" y="2166"/>
                  </a:lnTo>
                  <a:lnTo>
                    <a:pt x="3030" y="2166"/>
                  </a:lnTo>
                  <a:lnTo>
                    <a:pt x="3042" y="2160"/>
                  </a:lnTo>
                  <a:lnTo>
                    <a:pt x="3060" y="2142"/>
                  </a:lnTo>
                  <a:lnTo>
                    <a:pt x="3072" y="2136"/>
                  </a:lnTo>
                  <a:lnTo>
                    <a:pt x="3078" y="2124"/>
                  </a:lnTo>
                  <a:lnTo>
                    <a:pt x="3078" y="2118"/>
                  </a:lnTo>
                  <a:lnTo>
                    <a:pt x="3072" y="2106"/>
                  </a:lnTo>
                  <a:lnTo>
                    <a:pt x="3060" y="2100"/>
                  </a:lnTo>
                  <a:lnTo>
                    <a:pt x="3048" y="2088"/>
                  </a:lnTo>
                  <a:lnTo>
                    <a:pt x="3030" y="2088"/>
                  </a:lnTo>
                  <a:lnTo>
                    <a:pt x="3024" y="2082"/>
                  </a:lnTo>
                  <a:lnTo>
                    <a:pt x="3018" y="2082"/>
                  </a:lnTo>
                  <a:lnTo>
                    <a:pt x="3024" y="2082"/>
                  </a:lnTo>
                  <a:lnTo>
                    <a:pt x="3042" y="2064"/>
                  </a:lnTo>
                  <a:lnTo>
                    <a:pt x="3042" y="2058"/>
                  </a:lnTo>
                  <a:lnTo>
                    <a:pt x="3030" y="2034"/>
                  </a:lnTo>
                  <a:lnTo>
                    <a:pt x="3030" y="2028"/>
                  </a:lnTo>
                  <a:lnTo>
                    <a:pt x="3024" y="2016"/>
                  </a:lnTo>
                  <a:lnTo>
                    <a:pt x="3060" y="1992"/>
                  </a:lnTo>
                  <a:lnTo>
                    <a:pt x="3060" y="1968"/>
                  </a:lnTo>
                  <a:lnTo>
                    <a:pt x="3084" y="1956"/>
                  </a:lnTo>
                  <a:lnTo>
                    <a:pt x="3084" y="1914"/>
                  </a:lnTo>
                  <a:lnTo>
                    <a:pt x="3090" y="1914"/>
                  </a:lnTo>
                  <a:lnTo>
                    <a:pt x="3102" y="1902"/>
                  </a:lnTo>
                  <a:lnTo>
                    <a:pt x="3114" y="1896"/>
                  </a:lnTo>
                  <a:lnTo>
                    <a:pt x="3132" y="1878"/>
                  </a:lnTo>
                  <a:lnTo>
                    <a:pt x="3126" y="1866"/>
                  </a:lnTo>
                  <a:lnTo>
                    <a:pt x="3120" y="1860"/>
                  </a:lnTo>
                  <a:lnTo>
                    <a:pt x="3084" y="1848"/>
                  </a:lnTo>
                  <a:lnTo>
                    <a:pt x="2976" y="1848"/>
                  </a:lnTo>
                  <a:lnTo>
                    <a:pt x="2940" y="1860"/>
                  </a:lnTo>
                  <a:lnTo>
                    <a:pt x="2946" y="1848"/>
                  </a:lnTo>
                  <a:lnTo>
                    <a:pt x="2952" y="1842"/>
                  </a:lnTo>
                  <a:lnTo>
                    <a:pt x="2952" y="1830"/>
                  </a:lnTo>
                  <a:lnTo>
                    <a:pt x="2958" y="1824"/>
                  </a:lnTo>
                  <a:lnTo>
                    <a:pt x="2952" y="1818"/>
                  </a:lnTo>
                  <a:lnTo>
                    <a:pt x="2940" y="1812"/>
                  </a:lnTo>
                  <a:lnTo>
                    <a:pt x="2928" y="1812"/>
                  </a:lnTo>
                  <a:lnTo>
                    <a:pt x="2892" y="1800"/>
                  </a:lnTo>
                  <a:lnTo>
                    <a:pt x="2874" y="1800"/>
                  </a:lnTo>
                  <a:lnTo>
                    <a:pt x="2868" y="1794"/>
                  </a:lnTo>
                  <a:lnTo>
                    <a:pt x="2862" y="1794"/>
                  </a:lnTo>
                  <a:lnTo>
                    <a:pt x="2862" y="1770"/>
                  </a:lnTo>
                  <a:lnTo>
                    <a:pt x="2856" y="1752"/>
                  </a:lnTo>
                  <a:lnTo>
                    <a:pt x="2844" y="1740"/>
                  </a:lnTo>
                  <a:lnTo>
                    <a:pt x="2790" y="1722"/>
                  </a:lnTo>
                  <a:lnTo>
                    <a:pt x="2778" y="1722"/>
                  </a:lnTo>
                  <a:lnTo>
                    <a:pt x="2778" y="1716"/>
                  </a:lnTo>
                  <a:lnTo>
                    <a:pt x="2766" y="1704"/>
                  </a:lnTo>
                  <a:lnTo>
                    <a:pt x="2754" y="1704"/>
                  </a:lnTo>
                  <a:lnTo>
                    <a:pt x="2736" y="1698"/>
                  </a:lnTo>
                  <a:lnTo>
                    <a:pt x="2694" y="1698"/>
                  </a:lnTo>
                  <a:lnTo>
                    <a:pt x="2646" y="1704"/>
                  </a:lnTo>
                  <a:lnTo>
                    <a:pt x="2610" y="1716"/>
                  </a:lnTo>
                  <a:lnTo>
                    <a:pt x="2592" y="1716"/>
                  </a:lnTo>
                  <a:lnTo>
                    <a:pt x="2598" y="1716"/>
                  </a:lnTo>
                  <a:lnTo>
                    <a:pt x="2604" y="1710"/>
                  </a:lnTo>
                  <a:lnTo>
                    <a:pt x="2616" y="1710"/>
                  </a:lnTo>
                  <a:lnTo>
                    <a:pt x="2628" y="1704"/>
                  </a:lnTo>
                  <a:lnTo>
                    <a:pt x="2634" y="1692"/>
                  </a:lnTo>
                  <a:lnTo>
                    <a:pt x="2640" y="1686"/>
                  </a:lnTo>
                  <a:lnTo>
                    <a:pt x="2646" y="1662"/>
                  </a:lnTo>
                  <a:lnTo>
                    <a:pt x="2658" y="1632"/>
                  </a:lnTo>
                  <a:lnTo>
                    <a:pt x="2664" y="1602"/>
                  </a:lnTo>
                  <a:lnTo>
                    <a:pt x="2670" y="1590"/>
                  </a:lnTo>
                  <a:lnTo>
                    <a:pt x="2658" y="1590"/>
                  </a:lnTo>
                  <a:lnTo>
                    <a:pt x="2646" y="1584"/>
                  </a:lnTo>
                  <a:lnTo>
                    <a:pt x="2616" y="1584"/>
                  </a:lnTo>
                  <a:lnTo>
                    <a:pt x="2610" y="1590"/>
                  </a:lnTo>
                  <a:lnTo>
                    <a:pt x="2598" y="1596"/>
                  </a:lnTo>
                  <a:lnTo>
                    <a:pt x="2592" y="1602"/>
                  </a:lnTo>
                  <a:lnTo>
                    <a:pt x="2580" y="1608"/>
                  </a:lnTo>
                  <a:lnTo>
                    <a:pt x="2598" y="1578"/>
                  </a:lnTo>
                  <a:lnTo>
                    <a:pt x="2592" y="1560"/>
                  </a:lnTo>
                  <a:lnTo>
                    <a:pt x="2610" y="1542"/>
                  </a:lnTo>
                  <a:lnTo>
                    <a:pt x="2616" y="1530"/>
                  </a:lnTo>
                  <a:lnTo>
                    <a:pt x="2640" y="1506"/>
                  </a:lnTo>
                  <a:lnTo>
                    <a:pt x="2646" y="1494"/>
                  </a:lnTo>
                  <a:lnTo>
                    <a:pt x="2664" y="1476"/>
                  </a:lnTo>
                  <a:lnTo>
                    <a:pt x="2694" y="1452"/>
                  </a:lnTo>
                  <a:lnTo>
                    <a:pt x="2730" y="1428"/>
                  </a:lnTo>
                  <a:lnTo>
                    <a:pt x="2754" y="1410"/>
                  </a:lnTo>
                  <a:lnTo>
                    <a:pt x="2766" y="1404"/>
                  </a:lnTo>
                  <a:lnTo>
                    <a:pt x="2760" y="1392"/>
                  </a:lnTo>
                  <a:lnTo>
                    <a:pt x="2826" y="1368"/>
                  </a:lnTo>
                  <a:lnTo>
                    <a:pt x="2826" y="1350"/>
                  </a:lnTo>
                  <a:lnTo>
                    <a:pt x="2868" y="1344"/>
                  </a:lnTo>
                  <a:lnTo>
                    <a:pt x="2868" y="1326"/>
                  </a:lnTo>
                  <a:lnTo>
                    <a:pt x="2898" y="1320"/>
                  </a:lnTo>
                  <a:lnTo>
                    <a:pt x="2952" y="1284"/>
                  </a:lnTo>
                  <a:lnTo>
                    <a:pt x="3006" y="1284"/>
                  </a:lnTo>
                  <a:lnTo>
                    <a:pt x="3042" y="1278"/>
                  </a:lnTo>
                  <a:lnTo>
                    <a:pt x="3060" y="1266"/>
                  </a:lnTo>
                  <a:lnTo>
                    <a:pt x="3060" y="1254"/>
                  </a:lnTo>
                  <a:lnTo>
                    <a:pt x="3030" y="1224"/>
                  </a:lnTo>
                  <a:lnTo>
                    <a:pt x="2970" y="1230"/>
                  </a:lnTo>
                  <a:lnTo>
                    <a:pt x="2982" y="1218"/>
                  </a:lnTo>
                  <a:lnTo>
                    <a:pt x="2928" y="1194"/>
                  </a:lnTo>
                  <a:lnTo>
                    <a:pt x="2952" y="1188"/>
                  </a:lnTo>
                  <a:lnTo>
                    <a:pt x="3036" y="1212"/>
                  </a:lnTo>
                  <a:lnTo>
                    <a:pt x="3054" y="1230"/>
                  </a:lnTo>
                  <a:lnTo>
                    <a:pt x="3066" y="1236"/>
                  </a:lnTo>
                  <a:lnTo>
                    <a:pt x="3096" y="1236"/>
                  </a:lnTo>
                  <a:lnTo>
                    <a:pt x="3108" y="1230"/>
                  </a:lnTo>
                  <a:lnTo>
                    <a:pt x="3114" y="1218"/>
                  </a:lnTo>
                  <a:lnTo>
                    <a:pt x="3126" y="1206"/>
                  </a:lnTo>
                  <a:lnTo>
                    <a:pt x="3132" y="1194"/>
                  </a:lnTo>
                  <a:lnTo>
                    <a:pt x="3144" y="1188"/>
                  </a:lnTo>
                  <a:lnTo>
                    <a:pt x="3150" y="1182"/>
                  </a:lnTo>
                  <a:lnTo>
                    <a:pt x="3156" y="1182"/>
                  </a:lnTo>
                  <a:lnTo>
                    <a:pt x="3180" y="1194"/>
                  </a:lnTo>
                  <a:lnTo>
                    <a:pt x="3198" y="1200"/>
                  </a:lnTo>
                  <a:lnTo>
                    <a:pt x="3210" y="1200"/>
                  </a:lnTo>
                  <a:lnTo>
                    <a:pt x="3246" y="1182"/>
                  </a:lnTo>
                  <a:lnTo>
                    <a:pt x="3282" y="1170"/>
                  </a:lnTo>
                  <a:lnTo>
                    <a:pt x="3318" y="1152"/>
                  </a:lnTo>
                  <a:lnTo>
                    <a:pt x="3336" y="1146"/>
                  </a:lnTo>
                  <a:lnTo>
                    <a:pt x="3360" y="1134"/>
                  </a:lnTo>
                  <a:lnTo>
                    <a:pt x="3372" y="1122"/>
                  </a:lnTo>
                  <a:lnTo>
                    <a:pt x="3366" y="1116"/>
                  </a:lnTo>
                  <a:lnTo>
                    <a:pt x="3342" y="1110"/>
                  </a:lnTo>
                  <a:lnTo>
                    <a:pt x="3264" y="1110"/>
                  </a:lnTo>
                  <a:lnTo>
                    <a:pt x="3258" y="1086"/>
                  </a:lnTo>
                  <a:lnTo>
                    <a:pt x="3174" y="1056"/>
                  </a:lnTo>
                  <a:lnTo>
                    <a:pt x="3186" y="1056"/>
                  </a:lnTo>
                  <a:lnTo>
                    <a:pt x="3216" y="1050"/>
                  </a:lnTo>
                  <a:lnTo>
                    <a:pt x="3252" y="1050"/>
                  </a:lnTo>
                  <a:lnTo>
                    <a:pt x="3282" y="1056"/>
                  </a:lnTo>
                  <a:lnTo>
                    <a:pt x="3294" y="1062"/>
                  </a:lnTo>
                  <a:lnTo>
                    <a:pt x="3306" y="1074"/>
                  </a:lnTo>
                  <a:lnTo>
                    <a:pt x="3324" y="1086"/>
                  </a:lnTo>
                  <a:lnTo>
                    <a:pt x="3336" y="1098"/>
                  </a:lnTo>
                  <a:lnTo>
                    <a:pt x="3348" y="1104"/>
                  </a:lnTo>
                  <a:lnTo>
                    <a:pt x="3372" y="1098"/>
                  </a:lnTo>
                  <a:lnTo>
                    <a:pt x="3408" y="1080"/>
                  </a:lnTo>
                  <a:lnTo>
                    <a:pt x="3444" y="1068"/>
                  </a:lnTo>
                  <a:lnTo>
                    <a:pt x="3474" y="1050"/>
                  </a:lnTo>
                  <a:lnTo>
                    <a:pt x="3486" y="1044"/>
                  </a:lnTo>
                  <a:lnTo>
                    <a:pt x="3462" y="1032"/>
                  </a:lnTo>
                  <a:lnTo>
                    <a:pt x="3468" y="1026"/>
                  </a:lnTo>
                  <a:lnTo>
                    <a:pt x="3492" y="1014"/>
                  </a:lnTo>
                  <a:lnTo>
                    <a:pt x="3522" y="1014"/>
                  </a:lnTo>
                  <a:lnTo>
                    <a:pt x="3528" y="1020"/>
                  </a:lnTo>
                  <a:lnTo>
                    <a:pt x="3534" y="1032"/>
                  </a:lnTo>
                  <a:lnTo>
                    <a:pt x="3540" y="1038"/>
                  </a:lnTo>
                  <a:lnTo>
                    <a:pt x="3570" y="1050"/>
                  </a:lnTo>
                  <a:lnTo>
                    <a:pt x="3576" y="1026"/>
                  </a:lnTo>
                  <a:lnTo>
                    <a:pt x="3594" y="1044"/>
                  </a:lnTo>
                  <a:lnTo>
                    <a:pt x="3600" y="1038"/>
                  </a:lnTo>
                  <a:lnTo>
                    <a:pt x="3600" y="1026"/>
                  </a:lnTo>
                  <a:lnTo>
                    <a:pt x="3594" y="1014"/>
                  </a:lnTo>
                  <a:lnTo>
                    <a:pt x="3582" y="1002"/>
                  </a:lnTo>
                  <a:lnTo>
                    <a:pt x="3564" y="990"/>
                  </a:lnTo>
                  <a:lnTo>
                    <a:pt x="3606" y="984"/>
                  </a:lnTo>
                  <a:lnTo>
                    <a:pt x="3606" y="990"/>
                  </a:lnTo>
                  <a:lnTo>
                    <a:pt x="3612" y="996"/>
                  </a:lnTo>
                  <a:lnTo>
                    <a:pt x="3612" y="1008"/>
                  </a:lnTo>
                  <a:lnTo>
                    <a:pt x="3624" y="1032"/>
                  </a:lnTo>
                  <a:lnTo>
                    <a:pt x="3630" y="1038"/>
                  </a:lnTo>
                  <a:lnTo>
                    <a:pt x="3636" y="1038"/>
                  </a:lnTo>
                  <a:lnTo>
                    <a:pt x="3654" y="1032"/>
                  </a:lnTo>
                  <a:lnTo>
                    <a:pt x="3690" y="1026"/>
                  </a:lnTo>
                  <a:lnTo>
                    <a:pt x="3732" y="1008"/>
                  </a:lnTo>
                  <a:lnTo>
                    <a:pt x="3768" y="990"/>
                  </a:lnTo>
                  <a:lnTo>
                    <a:pt x="3798" y="972"/>
                  </a:lnTo>
                  <a:lnTo>
                    <a:pt x="3798" y="960"/>
                  </a:lnTo>
                  <a:lnTo>
                    <a:pt x="3786" y="942"/>
                  </a:lnTo>
                  <a:lnTo>
                    <a:pt x="3780" y="930"/>
                  </a:lnTo>
                  <a:lnTo>
                    <a:pt x="3774" y="912"/>
                  </a:lnTo>
                  <a:lnTo>
                    <a:pt x="3774" y="900"/>
                  </a:lnTo>
                  <a:lnTo>
                    <a:pt x="3780" y="894"/>
                  </a:lnTo>
                  <a:lnTo>
                    <a:pt x="3792" y="894"/>
                  </a:lnTo>
                  <a:lnTo>
                    <a:pt x="3804" y="888"/>
                  </a:lnTo>
                  <a:lnTo>
                    <a:pt x="3822" y="888"/>
                  </a:lnTo>
                  <a:lnTo>
                    <a:pt x="3840" y="882"/>
                  </a:lnTo>
                  <a:lnTo>
                    <a:pt x="3858" y="882"/>
                  </a:lnTo>
                  <a:lnTo>
                    <a:pt x="3864" y="876"/>
                  </a:lnTo>
                  <a:lnTo>
                    <a:pt x="3870" y="876"/>
                  </a:lnTo>
                  <a:lnTo>
                    <a:pt x="3870" y="858"/>
                  </a:lnTo>
                  <a:lnTo>
                    <a:pt x="3864" y="846"/>
                  </a:lnTo>
                  <a:lnTo>
                    <a:pt x="3864" y="840"/>
                  </a:lnTo>
                  <a:lnTo>
                    <a:pt x="3858" y="828"/>
                  </a:lnTo>
                  <a:lnTo>
                    <a:pt x="3840" y="804"/>
                  </a:lnTo>
                  <a:lnTo>
                    <a:pt x="3822" y="798"/>
                  </a:lnTo>
                  <a:lnTo>
                    <a:pt x="3786" y="792"/>
                  </a:lnTo>
                  <a:lnTo>
                    <a:pt x="3744" y="792"/>
                  </a:lnTo>
                  <a:lnTo>
                    <a:pt x="3708" y="804"/>
                  </a:lnTo>
                  <a:lnTo>
                    <a:pt x="3690" y="822"/>
                  </a:lnTo>
                  <a:lnTo>
                    <a:pt x="3690" y="840"/>
                  </a:lnTo>
                  <a:lnTo>
                    <a:pt x="3696" y="840"/>
                  </a:lnTo>
                  <a:lnTo>
                    <a:pt x="3702" y="846"/>
                  </a:lnTo>
                  <a:lnTo>
                    <a:pt x="3666" y="870"/>
                  </a:lnTo>
                  <a:lnTo>
                    <a:pt x="3642" y="870"/>
                  </a:lnTo>
                  <a:lnTo>
                    <a:pt x="3576" y="918"/>
                  </a:lnTo>
                  <a:lnTo>
                    <a:pt x="3552" y="930"/>
                  </a:lnTo>
                  <a:lnTo>
                    <a:pt x="3546" y="936"/>
                  </a:lnTo>
                  <a:lnTo>
                    <a:pt x="3540" y="948"/>
                  </a:lnTo>
                  <a:lnTo>
                    <a:pt x="3522" y="966"/>
                  </a:lnTo>
                  <a:lnTo>
                    <a:pt x="3492" y="966"/>
                  </a:lnTo>
                  <a:lnTo>
                    <a:pt x="3456" y="984"/>
                  </a:lnTo>
                  <a:lnTo>
                    <a:pt x="3456" y="972"/>
                  </a:lnTo>
                  <a:lnTo>
                    <a:pt x="3450" y="954"/>
                  </a:lnTo>
                  <a:lnTo>
                    <a:pt x="3450" y="918"/>
                  </a:lnTo>
                  <a:lnTo>
                    <a:pt x="3456" y="912"/>
                  </a:lnTo>
                  <a:lnTo>
                    <a:pt x="3480" y="900"/>
                  </a:lnTo>
                  <a:lnTo>
                    <a:pt x="3498" y="900"/>
                  </a:lnTo>
                  <a:lnTo>
                    <a:pt x="3510" y="894"/>
                  </a:lnTo>
                  <a:lnTo>
                    <a:pt x="3516" y="882"/>
                  </a:lnTo>
                  <a:lnTo>
                    <a:pt x="3516" y="870"/>
                  </a:lnTo>
                  <a:lnTo>
                    <a:pt x="3510" y="852"/>
                  </a:lnTo>
                  <a:lnTo>
                    <a:pt x="3504" y="846"/>
                  </a:lnTo>
                  <a:lnTo>
                    <a:pt x="3498" y="834"/>
                  </a:lnTo>
                  <a:lnTo>
                    <a:pt x="3486" y="834"/>
                  </a:lnTo>
                  <a:lnTo>
                    <a:pt x="3450" y="852"/>
                  </a:lnTo>
                  <a:lnTo>
                    <a:pt x="3432" y="858"/>
                  </a:lnTo>
                  <a:lnTo>
                    <a:pt x="3420" y="864"/>
                  </a:lnTo>
                  <a:lnTo>
                    <a:pt x="3414" y="870"/>
                  </a:lnTo>
                  <a:lnTo>
                    <a:pt x="3408" y="870"/>
                  </a:lnTo>
                  <a:lnTo>
                    <a:pt x="3378" y="900"/>
                  </a:lnTo>
                  <a:lnTo>
                    <a:pt x="3372" y="888"/>
                  </a:lnTo>
                  <a:lnTo>
                    <a:pt x="3396" y="858"/>
                  </a:lnTo>
                  <a:lnTo>
                    <a:pt x="3396" y="840"/>
                  </a:lnTo>
                  <a:lnTo>
                    <a:pt x="3438" y="822"/>
                  </a:lnTo>
                  <a:lnTo>
                    <a:pt x="3402" y="816"/>
                  </a:lnTo>
                  <a:lnTo>
                    <a:pt x="3408" y="804"/>
                  </a:lnTo>
                  <a:lnTo>
                    <a:pt x="3360" y="816"/>
                  </a:lnTo>
                  <a:lnTo>
                    <a:pt x="3336" y="804"/>
                  </a:lnTo>
                  <a:lnTo>
                    <a:pt x="3378" y="792"/>
                  </a:lnTo>
                  <a:lnTo>
                    <a:pt x="3378" y="774"/>
                  </a:lnTo>
                  <a:lnTo>
                    <a:pt x="3390" y="774"/>
                  </a:lnTo>
                  <a:lnTo>
                    <a:pt x="3396" y="780"/>
                  </a:lnTo>
                  <a:lnTo>
                    <a:pt x="3420" y="780"/>
                  </a:lnTo>
                  <a:lnTo>
                    <a:pt x="3426" y="774"/>
                  </a:lnTo>
                  <a:lnTo>
                    <a:pt x="3426" y="762"/>
                  </a:lnTo>
                  <a:lnTo>
                    <a:pt x="3420" y="756"/>
                  </a:lnTo>
                  <a:lnTo>
                    <a:pt x="3408" y="756"/>
                  </a:lnTo>
                  <a:lnTo>
                    <a:pt x="3396" y="744"/>
                  </a:lnTo>
                  <a:lnTo>
                    <a:pt x="3396" y="738"/>
                  </a:lnTo>
                  <a:lnTo>
                    <a:pt x="3420" y="690"/>
                  </a:lnTo>
                  <a:lnTo>
                    <a:pt x="3426" y="684"/>
                  </a:lnTo>
                  <a:lnTo>
                    <a:pt x="3426" y="672"/>
                  </a:lnTo>
                  <a:lnTo>
                    <a:pt x="3420" y="666"/>
                  </a:lnTo>
                  <a:lnTo>
                    <a:pt x="3414" y="666"/>
                  </a:lnTo>
                  <a:lnTo>
                    <a:pt x="3372" y="648"/>
                  </a:lnTo>
                  <a:lnTo>
                    <a:pt x="3348" y="660"/>
                  </a:lnTo>
                  <a:lnTo>
                    <a:pt x="3336" y="660"/>
                  </a:lnTo>
                  <a:lnTo>
                    <a:pt x="3318" y="666"/>
                  </a:lnTo>
                  <a:lnTo>
                    <a:pt x="3312" y="666"/>
                  </a:lnTo>
                  <a:lnTo>
                    <a:pt x="3306" y="672"/>
                  </a:lnTo>
                  <a:lnTo>
                    <a:pt x="3306" y="690"/>
                  </a:lnTo>
                  <a:lnTo>
                    <a:pt x="3240" y="690"/>
                  </a:lnTo>
                  <a:lnTo>
                    <a:pt x="3228" y="696"/>
                  </a:lnTo>
                  <a:lnTo>
                    <a:pt x="3222" y="702"/>
                  </a:lnTo>
                  <a:lnTo>
                    <a:pt x="3210" y="708"/>
                  </a:lnTo>
                  <a:lnTo>
                    <a:pt x="3198" y="720"/>
                  </a:lnTo>
                  <a:lnTo>
                    <a:pt x="3204" y="726"/>
                  </a:lnTo>
                  <a:lnTo>
                    <a:pt x="3216" y="732"/>
                  </a:lnTo>
                  <a:lnTo>
                    <a:pt x="3228" y="732"/>
                  </a:lnTo>
                  <a:lnTo>
                    <a:pt x="3234" y="738"/>
                  </a:lnTo>
                  <a:lnTo>
                    <a:pt x="3228" y="738"/>
                  </a:lnTo>
                  <a:lnTo>
                    <a:pt x="3222" y="744"/>
                  </a:lnTo>
                  <a:lnTo>
                    <a:pt x="3204" y="744"/>
                  </a:lnTo>
                  <a:lnTo>
                    <a:pt x="3180" y="756"/>
                  </a:lnTo>
                  <a:lnTo>
                    <a:pt x="3168" y="768"/>
                  </a:lnTo>
                  <a:lnTo>
                    <a:pt x="3168" y="774"/>
                  </a:lnTo>
                  <a:lnTo>
                    <a:pt x="3174" y="786"/>
                  </a:lnTo>
                  <a:lnTo>
                    <a:pt x="3186" y="798"/>
                  </a:lnTo>
                  <a:lnTo>
                    <a:pt x="3198" y="804"/>
                  </a:lnTo>
                  <a:lnTo>
                    <a:pt x="3204" y="810"/>
                  </a:lnTo>
                  <a:lnTo>
                    <a:pt x="3210" y="810"/>
                  </a:lnTo>
                  <a:lnTo>
                    <a:pt x="3234" y="798"/>
                  </a:lnTo>
                  <a:lnTo>
                    <a:pt x="3234" y="822"/>
                  </a:lnTo>
                  <a:lnTo>
                    <a:pt x="3240" y="828"/>
                  </a:lnTo>
                  <a:lnTo>
                    <a:pt x="3246" y="828"/>
                  </a:lnTo>
                  <a:lnTo>
                    <a:pt x="3258" y="822"/>
                  </a:lnTo>
                  <a:lnTo>
                    <a:pt x="3282" y="822"/>
                  </a:lnTo>
                  <a:lnTo>
                    <a:pt x="3276" y="828"/>
                  </a:lnTo>
                  <a:lnTo>
                    <a:pt x="3252" y="840"/>
                  </a:lnTo>
                  <a:lnTo>
                    <a:pt x="3246" y="840"/>
                  </a:lnTo>
                  <a:lnTo>
                    <a:pt x="3228" y="828"/>
                  </a:lnTo>
                  <a:lnTo>
                    <a:pt x="3222" y="846"/>
                  </a:lnTo>
                  <a:lnTo>
                    <a:pt x="3204" y="846"/>
                  </a:lnTo>
                  <a:lnTo>
                    <a:pt x="3192" y="852"/>
                  </a:lnTo>
                  <a:lnTo>
                    <a:pt x="3186" y="852"/>
                  </a:lnTo>
                  <a:lnTo>
                    <a:pt x="3180" y="858"/>
                  </a:lnTo>
                  <a:lnTo>
                    <a:pt x="3204" y="858"/>
                  </a:lnTo>
                  <a:lnTo>
                    <a:pt x="3228" y="846"/>
                  </a:lnTo>
                  <a:lnTo>
                    <a:pt x="3240" y="846"/>
                  </a:lnTo>
                  <a:lnTo>
                    <a:pt x="3240" y="852"/>
                  </a:lnTo>
                  <a:lnTo>
                    <a:pt x="3228" y="870"/>
                  </a:lnTo>
                  <a:lnTo>
                    <a:pt x="3210" y="882"/>
                  </a:lnTo>
                  <a:lnTo>
                    <a:pt x="3198" y="888"/>
                  </a:lnTo>
                  <a:lnTo>
                    <a:pt x="3180" y="894"/>
                  </a:lnTo>
                  <a:lnTo>
                    <a:pt x="3168" y="900"/>
                  </a:lnTo>
                  <a:lnTo>
                    <a:pt x="3162" y="906"/>
                  </a:lnTo>
                  <a:lnTo>
                    <a:pt x="3138" y="918"/>
                  </a:lnTo>
                  <a:lnTo>
                    <a:pt x="3132" y="924"/>
                  </a:lnTo>
                  <a:lnTo>
                    <a:pt x="3120" y="918"/>
                  </a:lnTo>
                  <a:lnTo>
                    <a:pt x="3114" y="918"/>
                  </a:lnTo>
                  <a:lnTo>
                    <a:pt x="3102" y="912"/>
                  </a:lnTo>
                  <a:lnTo>
                    <a:pt x="3090" y="912"/>
                  </a:lnTo>
                  <a:lnTo>
                    <a:pt x="3072" y="930"/>
                  </a:lnTo>
                  <a:lnTo>
                    <a:pt x="3060" y="936"/>
                  </a:lnTo>
                  <a:lnTo>
                    <a:pt x="3054" y="948"/>
                  </a:lnTo>
                  <a:lnTo>
                    <a:pt x="3054" y="972"/>
                  </a:lnTo>
                  <a:lnTo>
                    <a:pt x="3048" y="978"/>
                  </a:lnTo>
                  <a:lnTo>
                    <a:pt x="3042" y="966"/>
                  </a:lnTo>
                  <a:lnTo>
                    <a:pt x="3030" y="966"/>
                  </a:lnTo>
                  <a:lnTo>
                    <a:pt x="3018" y="960"/>
                  </a:lnTo>
                  <a:lnTo>
                    <a:pt x="3012" y="960"/>
                  </a:lnTo>
                  <a:lnTo>
                    <a:pt x="3006" y="954"/>
                  </a:lnTo>
                  <a:lnTo>
                    <a:pt x="3030" y="930"/>
                  </a:lnTo>
                  <a:lnTo>
                    <a:pt x="3042" y="924"/>
                  </a:lnTo>
                  <a:lnTo>
                    <a:pt x="3060" y="906"/>
                  </a:lnTo>
                  <a:lnTo>
                    <a:pt x="3072" y="900"/>
                  </a:lnTo>
                  <a:lnTo>
                    <a:pt x="3036" y="900"/>
                  </a:lnTo>
                  <a:lnTo>
                    <a:pt x="3030" y="888"/>
                  </a:lnTo>
                  <a:lnTo>
                    <a:pt x="3018" y="882"/>
                  </a:lnTo>
                  <a:lnTo>
                    <a:pt x="2994" y="882"/>
                  </a:lnTo>
                  <a:lnTo>
                    <a:pt x="2988" y="888"/>
                  </a:lnTo>
                  <a:lnTo>
                    <a:pt x="2946" y="888"/>
                  </a:lnTo>
                  <a:lnTo>
                    <a:pt x="2946" y="894"/>
                  </a:lnTo>
                  <a:lnTo>
                    <a:pt x="2940" y="906"/>
                  </a:lnTo>
                  <a:lnTo>
                    <a:pt x="2940" y="918"/>
                  </a:lnTo>
                  <a:lnTo>
                    <a:pt x="2946" y="918"/>
                  </a:lnTo>
                  <a:lnTo>
                    <a:pt x="2952" y="924"/>
                  </a:lnTo>
                  <a:lnTo>
                    <a:pt x="2964" y="924"/>
                  </a:lnTo>
                  <a:lnTo>
                    <a:pt x="2976" y="936"/>
                  </a:lnTo>
                  <a:lnTo>
                    <a:pt x="2982" y="936"/>
                  </a:lnTo>
                  <a:lnTo>
                    <a:pt x="2976" y="942"/>
                  </a:lnTo>
                  <a:lnTo>
                    <a:pt x="2958" y="942"/>
                  </a:lnTo>
                  <a:lnTo>
                    <a:pt x="2952" y="936"/>
                  </a:lnTo>
                  <a:lnTo>
                    <a:pt x="2940" y="930"/>
                  </a:lnTo>
                  <a:lnTo>
                    <a:pt x="2934" y="924"/>
                  </a:lnTo>
                  <a:lnTo>
                    <a:pt x="2916" y="912"/>
                  </a:lnTo>
                  <a:lnTo>
                    <a:pt x="2910" y="942"/>
                  </a:lnTo>
                  <a:lnTo>
                    <a:pt x="2904" y="942"/>
                  </a:lnTo>
                  <a:lnTo>
                    <a:pt x="2898" y="948"/>
                  </a:lnTo>
                  <a:lnTo>
                    <a:pt x="2862" y="948"/>
                  </a:lnTo>
                  <a:lnTo>
                    <a:pt x="2844" y="942"/>
                  </a:lnTo>
                  <a:lnTo>
                    <a:pt x="2826" y="942"/>
                  </a:lnTo>
                  <a:lnTo>
                    <a:pt x="2808" y="936"/>
                  </a:lnTo>
                  <a:lnTo>
                    <a:pt x="2718" y="936"/>
                  </a:lnTo>
                  <a:lnTo>
                    <a:pt x="2706" y="930"/>
                  </a:lnTo>
                  <a:lnTo>
                    <a:pt x="2700" y="918"/>
                  </a:lnTo>
                  <a:lnTo>
                    <a:pt x="2688" y="912"/>
                  </a:lnTo>
                  <a:lnTo>
                    <a:pt x="2628" y="918"/>
                  </a:lnTo>
                  <a:lnTo>
                    <a:pt x="2622" y="912"/>
                  </a:lnTo>
                  <a:lnTo>
                    <a:pt x="2616" y="900"/>
                  </a:lnTo>
                  <a:lnTo>
                    <a:pt x="2604" y="894"/>
                  </a:lnTo>
                  <a:lnTo>
                    <a:pt x="2598" y="894"/>
                  </a:lnTo>
                  <a:lnTo>
                    <a:pt x="2586" y="888"/>
                  </a:lnTo>
                  <a:lnTo>
                    <a:pt x="2568" y="888"/>
                  </a:lnTo>
                  <a:lnTo>
                    <a:pt x="2556" y="894"/>
                  </a:lnTo>
                  <a:lnTo>
                    <a:pt x="2538" y="900"/>
                  </a:lnTo>
                  <a:lnTo>
                    <a:pt x="2532" y="906"/>
                  </a:lnTo>
                  <a:lnTo>
                    <a:pt x="2526" y="906"/>
                  </a:lnTo>
                  <a:lnTo>
                    <a:pt x="2526" y="912"/>
                  </a:lnTo>
                  <a:lnTo>
                    <a:pt x="2484" y="912"/>
                  </a:lnTo>
                  <a:lnTo>
                    <a:pt x="2472" y="906"/>
                  </a:lnTo>
                  <a:lnTo>
                    <a:pt x="2442" y="906"/>
                  </a:lnTo>
                  <a:lnTo>
                    <a:pt x="2430" y="918"/>
                  </a:lnTo>
                  <a:lnTo>
                    <a:pt x="2430" y="930"/>
                  </a:lnTo>
                  <a:lnTo>
                    <a:pt x="2418" y="954"/>
                  </a:lnTo>
                  <a:lnTo>
                    <a:pt x="2412" y="960"/>
                  </a:lnTo>
                  <a:lnTo>
                    <a:pt x="2412" y="966"/>
                  </a:lnTo>
                  <a:lnTo>
                    <a:pt x="2400" y="996"/>
                  </a:lnTo>
                  <a:lnTo>
                    <a:pt x="2364" y="996"/>
                  </a:lnTo>
                  <a:lnTo>
                    <a:pt x="2358" y="1026"/>
                  </a:lnTo>
                  <a:lnTo>
                    <a:pt x="2334" y="978"/>
                  </a:lnTo>
                  <a:lnTo>
                    <a:pt x="2340" y="978"/>
                  </a:lnTo>
                  <a:lnTo>
                    <a:pt x="2352" y="984"/>
                  </a:lnTo>
                  <a:lnTo>
                    <a:pt x="2376" y="984"/>
                  </a:lnTo>
                  <a:lnTo>
                    <a:pt x="2388" y="972"/>
                  </a:lnTo>
                  <a:lnTo>
                    <a:pt x="2358" y="942"/>
                  </a:lnTo>
                  <a:lnTo>
                    <a:pt x="2340" y="942"/>
                  </a:lnTo>
                  <a:lnTo>
                    <a:pt x="2328" y="936"/>
                  </a:lnTo>
                  <a:lnTo>
                    <a:pt x="2316" y="936"/>
                  </a:lnTo>
                  <a:lnTo>
                    <a:pt x="2322" y="918"/>
                  </a:lnTo>
                  <a:lnTo>
                    <a:pt x="2304" y="924"/>
                  </a:lnTo>
                  <a:lnTo>
                    <a:pt x="2262" y="930"/>
                  </a:lnTo>
                  <a:lnTo>
                    <a:pt x="2208" y="936"/>
                  </a:lnTo>
                  <a:lnTo>
                    <a:pt x="2160" y="942"/>
                  </a:lnTo>
                  <a:lnTo>
                    <a:pt x="2112" y="942"/>
                  </a:lnTo>
                  <a:lnTo>
                    <a:pt x="2064" y="936"/>
                  </a:lnTo>
                  <a:lnTo>
                    <a:pt x="2034" y="930"/>
                  </a:lnTo>
                  <a:lnTo>
                    <a:pt x="2028" y="924"/>
                  </a:lnTo>
                  <a:lnTo>
                    <a:pt x="2052" y="918"/>
                  </a:lnTo>
                  <a:lnTo>
                    <a:pt x="2082" y="918"/>
                  </a:lnTo>
                  <a:lnTo>
                    <a:pt x="2118" y="912"/>
                  </a:lnTo>
                  <a:lnTo>
                    <a:pt x="2142" y="900"/>
                  </a:lnTo>
                  <a:lnTo>
                    <a:pt x="2142" y="888"/>
                  </a:lnTo>
                  <a:lnTo>
                    <a:pt x="2112" y="864"/>
                  </a:lnTo>
                  <a:lnTo>
                    <a:pt x="2082" y="852"/>
                  </a:lnTo>
                  <a:lnTo>
                    <a:pt x="2004" y="852"/>
                  </a:lnTo>
                  <a:lnTo>
                    <a:pt x="1968" y="840"/>
                  </a:lnTo>
                  <a:lnTo>
                    <a:pt x="1944" y="834"/>
                  </a:lnTo>
                  <a:lnTo>
                    <a:pt x="1938" y="828"/>
                  </a:lnTo>
                  <a:lnTo>
                    <a:pt x="1908" y="828"/>
                  </a:lnTo>
                  <a:lnTo>
                    <a:pt x="1896" y="822"/>
                  </a:lnTo>
                  <a:lnTo>
                    <a:pt x="1866" y="804"/>
                  </a:lnTo>
                  <a:lnTo>
                    <a:pt x="1836" y="792"/>
                  </a:lnTo>
                  <a:lnTo>
                    <a:pt x="1812" y="786"/>
                  </a:lnTo>
                  <a:lnTo>
                    <a:pt x="1800" y="792"/>
                  </a:lnTo>
                  <a:lnTo>
                    <a:pt x="1782" y="798"/>
                  </a:lnTo>
                  <a:lnTo>
                    <a:pt x="1770" y="804"/>
                  </a:lnTo>
                  <a:lnTo>
                    <a:pt x="1758" y="816"/>
                  </a:lnTo>
                  <a:lnTo>
                    <a:pt x="1734" y="828"/>
                  </a:lnTo>
                  <a:lnTo>
                    <a:pt x="1680" y="828"/>
                  </a:lnTo>
                  <a:lnTo>
                    <a:pt x="1710" y="810"/>
                  </a:lnTo>
                  <a:lnTo>
                    <a:pt x="1710" y="798"/>
                  </a:lnTo>
                  <a:lnTo>
                    <a:pt x="1734" y="768"/>
                  </a:lnTo>
                  <a:lnTo>
                    <a:pt x="1728" y="768"/>
                  </a:lnTo>
                  <a:lnTo>
                    <a:pt x="1722" y="774"/>
                  </a:lnTo>
                  <a:lnTo>
                    <a:pt x="1674" y="798"/>
                  </a:lnTo>
                  <a:lnTo>
                    <a:pt x="1650" y="822"/>
                  </a:lnTo>
                  <a:lnTo>
                    <a:pt x="1638" y="828"/>
                  </a:lnTo>
                  <a:lnTo>
                    <a:pt x="1620" y="834"/>
                  </a:lnTo>
                  <a:lnTo>
                    <a:pt x="1608" y="828"/>
                  </a:lnTo>
                  <a:lnTo>
                    <a:pt x="1602" y="816"/>
                  </a:lnTo>
                  <a:lnTo>
                    <a:pt x="1602" y="798"/>
                  </a:lnTo>
                  <a:lnTo>
                    <a:pt x="1614" y="774"/>
                  </a:lnTo>
                  <a:lnTo>
                    <a:pt x="1614" y="762"/>
                  </a:lnTo>
                  <a:lnTo>
                    <a:pt x="1608" y="750"/>
                  </a:lnTo>
                  <a:lnTo>
                    <a:pt x="1596" y="744"/>
                  </a:lnTo>
                  <a:lnTo>
                    <a:pt x="1590" y="738"/>
                  </a:lnTo>
                  <a:lnTo>
                    <a:pt x="1578" y="738"/>
                  </a:lnTo>
                  <a:lnTo>
                    <a:pt x="1572" y="744"/>
                  </a:lnTo>
                  <a:lnTo>
                    <a:pt x="1572" y="750"/>
                  </a:lnTo>
                  <a:lnTo>
                    <a:pt x="1578" y="762"/>
                  </a:lnTo>
                  <a:lnTo>
                    <a:pt x="1584" y="768"/>
                  </a:lnTo>
                  <a:lnTo>
                    <a:pt x="1542" y="768"/>
                  </a:lnTo>
                  <a:lnTo>
                    <a:pt x="1530" y="774"/>
                  </a:lnTo>
                  <a:lnTo>
                    <a:pt x="1512" y="780"/>
                  </a:lnTo>
                  <a:lnTo>
                    <a:pt x="1494" y="798"/>
                  </a:lnTo>
                  <a:lnTo>
                    <a:pt x="1446" y="798"/>
                  </a:lnTo>
                  <a:lnTo>
                    <a:pt x="1428" y="804"/>
                  </a:lnTo>
                  <a:lnTo>
                    <a:pt x="1416" y="804"/>
                  </a:lnTo>
                  <a:lnTo>
                    <a:pt x="1398" y="810"/>
                  </a:lnTo>
                  <a:lnTo>
                    <a:pt x="1380" y="810"/>
                  </a:lnTo>
                  <a:lnTo>
                    <a:pt x="1374" y="816"/>
                  </a:lnTo>
                  <a:lnTo>
                    <a:pt x="1368" y="816"/>
                  </a:lnTo>
                  <a:lnTo>
                    <a:pt x="1356" y="822"/>
                  </a:lnTo>
                  <a:lnTo>
                    <a:pt x="1350" y="828"/>
                  </a:lnTo>
                  <a:lnTo>
                    <a:pt x="1338" y="834"/>
                  </a:lnTo>
                  <a:lnTo>
                    <a:pt x="1314" y="816"/>
                  </a:lnTo>
                  <a:lnTo>
                    <a:pt x="1302" y="822"/>
                  </a:lnTo>
                  <a:lnTo>
                    <a:pt x="1296" y="828"/>
                  </a:lnTo>
                  <a:lnTo>
                    <a:pt x="1272" y="840"/>
                  </a:lnTo>
                  <a:lnTo>
                    <a:pt x="1260" y="840"/>
                  </a:lnTo>
                  <a:lnTo>
                    <a:pt x="1254" y="846"/>
                  </a:lnTo>
                  <a:lnTo>
                    <a:pt x="1242" y="846"/>
                  </a:lnTo>
                  <a:lnTo>
                    <a:pt x="1230" y="852"/>
                  </a:lnTo>
                  <a:lnTo>
                    <a:pt x="1224" y="858"/>
                  </a:lnTo>
                  <a:lnTo>
                    <a:pt x="1212" y="864"/>
                  </a:lnTo>
                  <a:lnTo>
                    <a:pt x="1176" y="864"/>
                  </a:lnTo>
                  <a:lnTo>
                    <a:pt x="1188" y="858"/>
                  </a:lnTo>
                  <a:lnTo>
                    <a:pt x="1194" y="846"/>
                  </a:lnTo>
                  <a:lnTo>
                    <a:pt x="1212" y="840"/>
                  </a:lnTo>
                  <a:lnTo>
                    <a:pt x="1236" y="828"/>
                  </a:lnTo>
                  <a:lnTo>
                    <a:pt x="1254" y="828"/>
                  </a:lnTo>
                  <a:lnTo>
                    <a:pt x="1266" y="822"/>
                  </a:lnTo>
                  <a:lnTo>
                    <a:pt x="1284" y="816"/>
                  </a:lnTo>
                  <a:lnTo>
                    <a:pt x="1290" y="810"/>
                  </a:lnTo>
                  <a:lnTo>
                    <a:pt x="1362" y="810"/>
                  </a:lnTo>
                  <a:lnTo>
                    <a:pt x="1386" y="798"/>
                  </a:lnTo>
                  <a:lnTo>
                    <a:pt x="1422" y="792"/>
                  </a:lnTo>
                  <a:lnTo>
                    <a:pt x="1458" y="780"/>
                  </a:lnTo>
                  <a:lnTo>
                    <a:pt x="1470" y="780"/>
                  </a:lnTo>
                  <a:lnTo>
                    <a:pt x="1476" y="774"/>
                  </a:lnTo>
                  <a:lnTo>
                    <a:pt x="1482" y="774"/>
                  </a:lnTo>
                  <a:lnTo>
                    <a:pt x="1476" y="768"/>
                  </a:lnTo>
                  <a:lnTo>
                    <a:pt x="1410" y="768"/>
                  </a:lnTo>
                  <a:lnTo>
                    <a:pt x="1398" y="774"/>
                  </a:lnTo>
                  <a:lnTo>
                    <a:pt x="1392" y="774"/>
                  </a:lnTo>
                  <a:lnTo>
                    <a:pt x="1380" y="780"/>
                  </a:lnTo>
                  <a:lnTo>
                    <a:pt x="1374" y="786"/>
                  </a:lnTo>
                  <a:lnTo>
                    <a:pt x="1368" y="786"/>
                  </a:lnTo>
                  <a:lnTo>
                    <a:pt x="1362" y="792"/>
                  </a:lnTo>
                  <a:lnTo>
                    <a:pt x="1278" y="792"/>
                  </a:lnTo>
                  <a:lnTo>
                    <a:pt x="1254" y="804"/>
                  </a:lnTo>
                  <a:lnTo>
                    <a:pt x="1248" y="810"/>
                  </a:lnTo>
                  <a:lnTo>
                    <a:pt x="1236" y="816"/>
                  </a:lnTo>
                  <a:lnTo>
                    <a:pt x="1230" y="822"/>
                  </a:lnTo>
                  <a:lnTo>
                    <a:pt x="1212" y="822"/>
                  </a:lnTo>
                  <a:lnTo>
                    <a:pt x="1158" y="846"/>
                  </a:lnTo>
                  <a:lnTo>
                    <a:pt x="1140" y="846"/>
                  </a:lnTo>
                  <a:lnTo>
                    <a:pt x="1128" y="858"/>
                  </a:lnTo>
                  <a:lnTo>
                    <a:pt x="1122" y="870"/>
                  </a:lnTo>
                  <a:lnTo>
                    <a:pt x="1122" y="876"/>
                  </a:lnTo>
                  <a:lnTo>
                    <a:pt x="1116" y="876"/>
                  </a:lnTo>
                  <a:lnTo>
                    <a:pt x="1110" y="870"/>
                  </a:lnTo>
                  <a:lnTo>
                    <a:pt x="1110" y="846"/>
                  </a:lnTo>
                  <a:lnTo>
                    <a:pt x="1116" y="846"/>
                  </a:lnTo>
                  <a:lnTo>
                    <a:pt x="1152" y="834"/>
                  </a:lnTo>
                  <a:lnTo>
                    <a:pt x="1176" y="822"/>
                  </a:lnTo>
                  <a:lnTo>
                    <a:pt x="1194" y="816"/>
                  </a:lnTo>
                  <a:lnTo>
                    <a:pt x="1188" y="810"/>
                  </a:lnTo>
                  <a:lnTo>
                    <a:pt x="1176" y="810"/>
                  </a:lnTo>
                  <a:lnTo>
                    <a:pt x="1164" y="804"/>
                  </a:lnTo>
                  <a:lnTo>
                    <a:pt x="1140" y="804"/>
                  </a:lnTo>
                  <a:lnTo>
                    <a:pt x="1122" y="822"/>
                  </a:lnTo>
                  <a:lnTo>
                    <a:pt x="1110" y="828"/>
                  </a:lnTo>
                  <a:lnTo>
                    <a:pt x="1092" y="828"/>
                  </a:lnTo>
                  <a:lnTo>
                    <a:pt x="1080" y="834"/>
                  </a:lnTo>
                  <a:lnTo>
                    <a:pt x="1068" y="834"/>
                  </a:lnTo>
                  <a:lnTo>
                    <a:pt x="1068" y="840"/>
                  </a:lnTo>
                  <a:lnTo>
                    <a:pt x="1062" y="846"/>
                  </a:lnTo>
                  <a:lnTo>
                    <a:pt x="1062" y="876"/>
                  </a:lnTo>
                  <a:lnTo>
                    <a:pt x="1038" y="858"/>
                  </a:lnTo>
                  <a:lnTo>
                    <a:pt x="972" y="852"/>
                  </a:lnTo>
                  <a:lnTo>
                    <a:pt x="960" y="846"/>
                  </a:lnTo>
                  <a:lnTo>
                    <a:pt x="948" y="834"/>
                  </a:lnTo>
                  <a:lnTo>
                    <a:pt x="936" y="834"/>
                  </a:lnTo>
                  <a:lnTo>
                    <a:pt x="936" y="828"/>
                  </a:lnTo>
                  <a:lnTo>
                    <a:pt x="942" y="822"/>
                  </a:lnTo>
                  <a:lnTo>
                    <a:pt x="942" y="810"/>
                  </a:lnTo>
                  <a:lnTo>
                    <a:pt x="948" y="804"/>
                  </a:lnTo>
                  <a:lnTo>
                    <a:pt x="834" y="804"/>
                  </a:lnTo>
                  <a:lnTo>
                    <a:pt x="852" y="804"/>
                  </a:lnTo>
                  <a:lnTo>
                    <a:pt x="78" y="1440"/>
                  </a:lnTo>
                  <a:lnTo>
                    <a:pt x="72" y="1446"/>
                  </a:lnTo>
                  <a:lnTo>
                    <a:pt x="60" y="1452"/>
                  </a:lnTo>
                  <a:lnTo>
                    <a:pt x="54" y="1464"/>
                  </a:lnTo>
                  <a:lnTo>
                    <a:pt x="54" y="1476"/>
                  </a:lnTo>
                  <a:lnTo>
                    <a:pt x="108" y="1476"/>
                  </a:lnTo>
                  <a:lnTo>
                    <a:pt x="120" y="1464"/>
                  </a:lnTo>
                  <a:lnTo>
                    <a:pt x="156" y="1464"/>
                  </a:lnTo>
                  <a:lnTo>
                    <a:pt x="132" y="1488"/>
                  </a:lnTo>
                  <a:lnTo>
                    <a:pt x="132" y="1494"/>
                  </a:lnTo>
                  <a:lnTo>
                    <a:pt x="138" y="1506"/>
                  </a:lnTo>
                  <a:lnTo>
                    <a:pt x="138" y="1524"/>
                  </a:lnTo>
                  <a:lnTo>
                    <a:pt x="144" y="1530"/>
                  </a:lnTo>
                  <a:lnTo>
                    <a:pt x="156" y="1536"/>
                  </a:lnTo>
                  <a:lnTo>
                    <a:pt x="162" y="1542"/>
                  </a:lnTo>
                  <a:lnTo>
                    <a:pt x="144" y="1560"/>
                  </a:lnTo>
                  <a:lnTo>
                    <a:pt x="144" y="1572"/>
                  </a:lnTo>
                  <a:lnTo>
                    <a:pt x="150" y="1572"/>
                  </a:lnTo>
                  <a:lnTo>
                    <a:pt x="156" y="1566"/>
                  </a:lnTo>
                  <a:lnTo>
                    <a:pt x="168" y="1560"/>
                  </a:lnTo>
                  <a:lnTo>
                    <a:pt x="174" y="1554"/>
                  </a:lnTo>
                  <a:lnTo>
                    <a:pt x="180" y="1554"/>
                  </a:lnTo>
                  <a:lnTo>
                    <a:pt x="186" y="1548"/>
                  </a:lnTo>
                  <a:lnTo>
                    <a:pt x="198" y="1548"/>
                  </a:lnTo>
                  <a:lnTo>
                    <a:pt x="210" y="1542"/>
                  </a:lnTo>
                  <a:lnTo>
                    <a:pt x="222" y="1542"/>
                  </a:lnTo>
                  <a:lnTo>
                    <a:pt x="234" y="1536"/>
                  </a:lnTo>
                  <a:lnTo>
                    <a:pt x="240" y="1530"/>
                  </a:lnTo>
                  <a:lnTo>
                    <a:pt x="258" y="1530"/>
                  </a:lnTo>
                  <a:lnTo>
                    <a:pt x="258" y="1518"/>
                  </a:lnTo>
                  <a:lnTo>
                    <a:pt x="264" y="1518"/>
                  </a:lnTo>
                  <a:lnTo>
                    <a:pt x="270" y="1512"/>
                  </a:lnTo>
                  <a:lnTo>
                    <a:pt x="282" y="1512"/>
                  </a:lnTo>
                  <a:lnTo>
                    <a:pt x="300" y="1506"/>
                  </a:lnTo>
                  <a:lnTo>
                    <a:pt x="312" y="1506"/>
                  </a:lnTo>
                  <a:lnTo>
                    <a:pt x="330" y="1512"/>
                  </a:lnTo>
                  <a:lnTo>
                    <a:pt x="336" y="1518"/>
                  </a:lnTo>
                  <a:lnTo>
                    <a:pt x="330" y="1524"/>
                  </a:lnTo>
                  <a:lnTo>
                    <a:pt x="324" y="1524"/>
                  </a:lnTo>
                  <a:lnTo>
                    <a:pt x="318" y="1530"/>
                  </a:lnTo>
                  <a:lnTo>
                    <a:pt x="318" y="1560"/>
                  </a:lnTo>
                  <a:lnTo>
                    <a:pt x="306" y="1572"/>
                  </a:lnTo>
                  <a:lnTo>
                    <a:pt x="324" y="1590"/>
                  </a:lnTo>
                  <a:lnTo>
                    <a:pt x="330" y="1602"/>
                  </a:lnTo>
                  <a:lnTo>
                    <a:pt x="330" y="1620"/>
                  </a:lnTo>
                  <a:lnTo>
                    <a:pt x="312" y="1656"/>
                  </a:lnTo>
                  <a:lnTo>
                    <a:pt x="312" y="1698"/>
                  </a:lnTo>
                  <a:lnTo>
                    <a:pt x="306" y="1704"/>
                  </a:lnTo>
                  <a:lnTo>
                    <a:pt x="300" y="1716"/>
                  </a:lnTo>
                  <a:lnTo>
                    <a:pt x="300" y="1728"/>
                  </a:lnTo>
                  <a:lnTo>
                    <a:pt x="294" y="1740"/>
                  </a:lnTo>
                  <a:lnTo>
                    <a:pt x="294" y="1746"/>
                  </a:lnTo>
                  <a:lnTo>
                    <a:pt x="300" y="1752"/>
                  </a:lnTo>
                  <a:lnTo>
                    <a:pt x="312" y="1758"/>
                  </a:lnTo>
                  <a:lnTo>
                    <a:pt x="318" y="1764"/>
                  </a:lnTo>
                  <a:lnTo>
                    <a:pt x="324" y="1764"/>
                  </a:lnTo>
                  <a:lnTo>
                    <a:pt x="330" y="1770"/>
                  </a:lnTo>
                  <a:lnTo>
                    <a:pt x="330" y="1776"/>
                  </a:lnTo>
                  <a:lnTo>
                    <a:pt x="348" y="1776"/>
                  </a:lnTo>
                  <a:lnTo>
                    <a:pt x="354" y="1782"/>
                  </a:lnTo>
                  <a:lnTo>
                    <a:pt x="354" y="1794"/>
                  </a:lnTo>
                  <a:lnTo>
                    <a:pt x="342" y="1800"/>
                  </a:lnTo>
                  <a:lnTo>
                    <a:pt x="330" y="1812"/>
                  </a:lnTo>
                  <a:lnTo>
                    <a:pt x="318" y="1818"/>
                  </a:lnTo>
                  <a:lnTo>
                    <a:pt x="318" y="1830"/>
                  </a:lnTo>
                  <a:lnTo>
                    <a:pt x="312" y="1842"/>
                  </a:lnTo>
                  <a:lnTo>
                    <a:pt x="294" y="1860"/>
                  </a:lnTo>
                  <a:lnTo>
                    <a:pt x="282" y="1866"/>
                  </a:lnTo>
                  <a:lnTo>
                    <a:pt x="270" y="1878"/>
                  </a:lnTo>
                  <a:lnTo>
                    <a:pt x="252" y="1884"/>
                  </a:lnTo>
                  <a:lnTo>
                    <a:pt x="234" y="1896"/>
                  </a:lnTo>
                  <a:lnTo>
                    <a:pt x="228" y="1902"/>
                  </a:lnTo>
                  <a:lnTo>
                    <a:pt x="222" y="1914"/>
                  </a:lnTo>
                  <a:lnTo>
                    <a:pt x="222" y="1926"/>
                  </a:lnTo>
                  <a:lnTo>
                    <a:pt x="216" y="1932"/>
                  </a:lnTo>
                  <a:lnTo>
                    <a:pt x="216" y="1944"/>
                  </a:lnTo>
                  <a:lnTo>
                    <a:pt x="204" y="1956"/>
                  </a:lnTo>
                  <a:lnTo>
                    <a:pt x="210" y="1962"/>
                  </a:lnTo>
                  <a:lnTo>
                    <a:pt x="216" y="1962"/>
                  </a:lnTo>
                  <a:lnTo>
                    <a:pt x="216" y="1974"/>
                  </a:lnTo>
                  <a:lnTo>
                    <a:pt x="228" y="1986"/>
                  </a:lnTo>
                  <a:lnTo>
                    <a:pt x="240" y="1980"/>
                  </a:lnTo>
                  <a:lnTo>
                    <a:pt x="246" y="1968"/>
                  </a:lnTo>
                  <a:lnTo>
                    <a:pt x="258" y="1962"/>
                  </a:lnTo>
                  <a:lnTo>
                    <a:pt x="276" y="1956"/>
                  </a:lnTo>
                  <a:lnTo>
                    <a:pt x="294" y="1938"/>
                  </a:lnTo>
                  <a:lnTo>
                    <a:pt x="306" y="1938"/>
                  </a:lnTo>
                  <a:lnTo>
                    <a:pt x="306" y="1944"/>
                  </a:lnTo>
                  <a:lnTo>
                    <a:pt x="300" y="1950"/>
                  </a:lnTo>
                  <a:lnTo>
                    <a:pt x="288" y="1956"/>
                  </a:lnTo>
                  <a:lnTo>
                    <a:pt x="282" y="1956"/>
                  </a:lnTo>
                  <a:lnTo>
                    <a:pt x="276" y="1962"/>
                  </a:lnTo>
                  <a:lnTo>
                    <a:pt x="276" y="1974"/>
                  </a:lnTo>
                  <a:lnTo>
                    <a:pt x="282" y="1986"/>
                  </a:lnTo>
                  <a:lnTo>
                    <a:pt x="294" y="1998"/>
                  </a:lnTo>
                  <a:lnTo>
                    <a:pt x="252" y="1992"/>
                  </a:lnTo>
                  <a:lnTo>
                    <a:pt x="246" y="1998"/>
                  </a:lnTo>
                  <a:lnTo>
                    <a:pt x="240" y="2010"/>
                  </a:lnTo>
                  <a:lnTo>
                    <a:pt x="234" y="2016"/>
                  </a:lnTo>
                  <a:lnTo>
                    <a:pt x="228" y="2028"/>
                  </a:lnTo>
                  <a:lnTo>
                    <a:pt x="228" y="2034"/>
                  </a:lnTo>
                  <a:lnTo>
                    <a:pt x="234" y="2034"/>
                  </a:lnTo>
                  <a:lnTo>
                    <a:pt x="240" y="2040"/>
                  </a:lnTo>
                  <a:lnTo>
                    <a:pt x="252" y="2040"/>
                  </a:lnTo>
                  <a:lnTo>
                    <a:pt x="258" y="2046"/>
                  </a:lnTo>
                  <a:lnTo>
                    <a:pt x="252" y="2052"/>
                  </a:lnTo>
                  <a:lnTo>
                    <a:pt x="252" y="2058"/>
                  </a:lnTo>
                  <a:lnTo>
                    <a:pt x="246" y="2070"/>
                  </a:lnTo>
                  <a:lnTo>
                    <a:pt x="246" y="2076"/>
                  </a:lnTo>
                  <a:lnTo>
                    <a:pt x="252" y="2070"/>
                  </a:lnTo>
                  <a:lnTo>
                    <a:pt x="288" y="2052"/>
                  </a:lnTo>
                  <a:lnTo>
                    <a:pt x="306" y="2034"/>
                  </a:lnTo>
                  <a:lnTo>
                    <a:pt x="318" y="2028"/>
                  </a:lnTo>
                  <a:lnTo>
                    <a:pt x="318" y="2040"/>
                  </a:lnTo>
                  <a:lnTo>
                    <a:pt x="288" y="2058"/>
                  </a:lnTo>
                  <a:lnTo>
                    <a:pt x="312" y="2064"/>
                  </a:lnTo>
                  <a:lnTo>
                    <a:pt x="312" y="2076"/>
                  </a:lnTo>
                  <a:lnTo>
                    <a:pt x="294" y="2094"/>
                  </a:lnTo>
                  <a:lnTo>
                    <a:pt x="276" y="2076"/>
                  </a:lnTo>
                  <a:lnTo>
                    <a:pt x="270" y="2076"/>
                  </a:lnTo>
                  <a:lnTo>
                    <a:pt x="264" y="2082"/>
                  </a:lnTo>
                  <a:lnTo>
                    <a:pt x="240" y="2094"/>
                  </a:lnTo>
                  <a:lnTo>
                    <a:pt x="228" y="2094"/>
                  </a:lnTo>
                  <a:lnTo>
                    <a:pt x="216" y="2106"/>
                  </a:lnTo>
                  <a:lnTo>
                    <a:pt x="210" y="2118"/>
                  </a:lnTo>
                  <a:lnTo>
                    <a:pt x="204" y="2124"/>
                  </a:lnTo>
                  <a:lnTo>
                    <a:pt x="210" y="2118"/>
                  </a:lnTo>
                  <a:lnTo>
                    <a:pt x="222" y="2118"/>
                  </a:lnTo>
                  <a:lnTo>
                    <a:pt x="228" y="2112"/>
                  </a:lnTo>
                  <a:lnTo>
                    <a:pt x="276" y="2112"/>
                  </a:lnTo>
                  <a:lnTo>
                    <a:pt x="270" y="2112"/>
                  </a:lnTo>
                  <a:lnTo>
                    <a:pt x="264" y="2118"/>
                  </a:lnTo>
                  <a:lnTo>
                    <a:pt x="252" y="2118"/>
                  </a:lnTo>
                  <a:lnTo>
                    <a:pt x="240" y="2124"/>
                  </a:lnTo>
                  <a:lnTo>
                    <a:pt x="228" y="2124"/>
                  </a:lnTo>
                  <a:lnTo>
                    <a:pt x="216" y="2130"/>
                  </a:lnTo>
                  <a:lnTo>
                    <a:pt x="210" y="2130"/>
                  </a:lnTo>
                  <a:lnTo>
                    <a:pt x="210" y="2148"/>
                  </a:lnTo>
                  <a:lnTo>
                    <a:pt x="204" y="2148"/>
                  </a:lnTo>
                  <a:lnTo>
                    <a:pt x="198" y="2142"/>
                  </a:lnTo>
                  <a:lnTo>
                    <a:pt x="174" y="2142"/>
                  </a:lnTo>
                  <a:lnTo>
                    <a:pt x="174" y="2154"/>
                  </a:lnTo>
                  <a:lnTo>
                    <a:pt x="180" y="2166"/>
                  </a:lnTo>
                  <a:lnTo>
                    <a:pt x="192" y="2172"/>
                  </a:lnTo>
                  <a:lnTo>
                    <a:pt x="198" y="2178"/>
                  </a:lnTo>
                  <a:lnTo>
                    <a:pt x="246" y="2160"/>
                  </a:lnTo>
                  <a:lnTo>
                    <a:pt x="264" y="2184"/>
                  </a:lnTo>
                  <a:lnTo>
                    <a:pt x="300" y="2166"/>
                  </a:lnTo>
                  <a:lnTo>
                    <a:pt x="294" y="2172"/>
                  </a:lnTo>
                  <a:lnTo>
                    <a:pt x="288" y="2184"/>
                  </a:lnTo>
                  <a:lnTo>
                    <a:pt x="276" y="2190"/>
                  </a:lnTo>
                  <a:lnTo>
                    <a:pt x="270" y="2196"/>
                  </a:lnTo>
                  <a:lnTo>
                    <a:pt x="264" y="2208"/>
                  </a:lnTo>
                  <a:lnTo>
                    <a:pt x="264" y="2214"/>
                  </a:lnTo>
                  <a:lnTo>
                    <a:pt x="276" y="2214"/>
                  </a:lnTo>
                  <a:lnTo>
                    <a:pt x="282" y="2208"/>
                  </a:lnTo>
                  <a:lnTo>
                    <a:pt x="300" y="2202"/>
                  </a:lnTo>
                  <a:lnTo>
                    <a:pt x="318" y="2184"/>
                  </a:lnTo>
                  <a:lnTo>
                    <a:pt x="330" y="2178"/>
                  </a:lnTo>
                  <a:lnTo>
                    <a:pt x="306" y="2202"/>
                  </a:lnTo>
                  <a:lnTo>
                    <a:pt x="300" y="2214"/>
                  </a:lnTo>
                  <a:lnTo>
                    <a:pt x="294" y="2220"/>
                  </a:lnTo>
                  <a:lnTo>
                    <a:pt x="300" y="2220"/>
                  </a:lnTo>
                  <a:lnTo>
                    <a:pt x="312" y="2214"/>
                  </a:lnTo>
                  <a:lnTo>
                    <a:pt x="324" y="2214"/>
                  </a:lnTo>
                  <a:lnTo>
                    <a:pt x="318" y="2220"/>
                  </a:lnTo>
                  <a:lnTo>
                    <a:pt x="306" y="2226"/>
                  </a:lnTo>
                  <a:lnTo>
                    <a:pt x="300" y="2238"/>
                  </a:lnTo>
                  <a:lnTo>
                    <a:pt x="282" y="2256"/>
                  </a:lnTo>
                  <a:lnTo>
                    <a:pt x="288" y="2262"/>
                  </a:lnTo>
                  <a:lnTo>
                    <a:pt x="294" y="2262"/>
                  </a:lnTo>
                  <a:lnTo>
                    <a:pt x="342" y="2238"/>
                  </a:lnTo>
                  <a:lnTo>
                    <a:pt x="348" y="2232"/>
                  </a:lnTo>
                  <a:lnTo>
                    <a:pt x="324" y="2256"/>
                  </a:lnTo>
                  <a:lnTo>
                    <a:pt x="318" y="2268"/>
                  </a:lnTo>
                  <a:lnTo>
                    <a:pt x="318" y="2274"/>
                  </a:lnTo>
                  <a:lnTo>
                    <a:pt x="330" y="2280"/>
                  </a:lnTo>
                  <a:lnTo>
                    <a:pt x="342" y="2280"/>
                  </a:lnTo>
                  <a:lnTo>
                    <a:pt x="354" y="2292"/>
                  </a:lnTo>
                  <a:lnTo>
                    <a:pt x="354" y="2298"/>
                  </a:lnTo>
                  <a:lnTo>
                    <a:pt x="348" y="2304"/>
                  </a:lnTo>
                  <a:lnTo>
                    <a:pt x="348" y="2340"/>
                  </a:lnTo>
                  <a:lnTo>
                    <a:pt x="2058" y="2340"/>
                  </a:lnTo>
                  <a:lnTo>
                    <a:pt x="2064" y="2328"/>
                  </a:lnTo>
                  <a:lnTo>
                    <a:pt x="2064" y="2322"/>
                  </a:lnTo>
                  <a:lnTo>
                    <a:pt x="2070" y="2310"/>
                  </a:lnTo>
                  <a:lnTo>
                    <a:pt x="2076" y="2304"/>
                  </a:lnTo>
                  <a:lnTo>
                    <a:pt x="2088" y="2298"/>
                  </a:lnTo>
                  <a:lnTo>
                    <a:pt x="2100" y="2310"/>
                  </a:lnTo>
                  <a:lnTo>
                    <a:pt x="2088" y="2322"/>
                  </a:lnTo>
                  <a:lnTo>
                    <a:pt x="2082" y="2334"/>
                  </a:lnTo>
                  <a:lnTo>
                    <a:pt x="2082" y="2346"/>
                  </a:lnTo>
                  <a:lnTo>
                    <a:pt x="2094" y="2352"/>
                  </a:lnTo>
                  <a:lnTo>
                    <a:pt x="2112" y="2358"/>
                  </a:lnTo>
                  <a:lnTo>
                    <a:pt x="2124" y="2358"/>
                  </a:lnTo>
                  <a:lnTo>
                    <a:pt x="2142" y="2376"/>
                  </a:lnTo>
                  <a:lnTo>
                    <a:pt x="2154" y="2376"/>
                  </a:lnTo>
                  <a:lnTo>
                    <a:pt x="2154" y="2370"/>
                  </a:lnTo>
                  <a:lnTo>
                    <a:pt x="2166" y="2358"/>
                  </a:lnTo>
                  <a:lnTo>
                    <a:pt x="2178" y="2358"/>
                  </a:lnTo>
                  <a:lnTo>
                    <a:pt x="2190" y="2364"/>
                  </a:lnTo>
                  <a:lnTo>
                    <a:pt x="2202" y="2376"/>
                  </a:lnTo>
                  <a:lnTo>
                    <a:pt x="2202" y="2382"/>
                  </a:lnTo>
                  <a:lnTo>
                    <a:pt x="2208" y="2388"/>
                  </a:lnTo>
                  <a:lnTo>
                    <a:pt x="2238" y="2388"/>
                  </a:lnTo>
                  <a:lnTo>
                    <a:pt x="2256" y="2406"/>
                  </a:lnTo>
                  <a:lnTo>
                    <a:pt x="2268" y="2406"/>
                  </a:lnTo>
                  <a:lnTo>
                    <a:pt x="2280" y="2394"/>
                  </a:lnTo>
                  <a:lnTo>
                    <a:pt x="2292" y="2388"/>
                  </a:lnTo>
                  <a:lnTo>
                    <a:pt x="2298" y="2382"/>
                  </a:lnTo>
                  <a:lnTo>
                    <a:pt x="2298" y="2400"/>
                  </a:lnTo>
                  <a:lnTo>
                    <a:pt x="2346" y="2394"/>
                  </a:lnTo>
                  <a:lnTo>
                    <a:pt x="2346" y="2400"/>
                  </a:lnTo>
                  <a:lnTo>
                    <a:pt x="2352" y="2400"/>
                  </a:lnTo>
                  <a:lnTo>
                    <a:pt x="2364" y="2406"/>
                  </a:lnTo>
                  <a:lnTo>
                    <a:pt x="2382" y="2406"/>
                  </a:lnTo>
                  <a:lnTo>
                    <a:pt x="2394" y="2394"/>
                  </a:lnTo>
                  <a:lnTo>
                    <a:pt x="2406" y="2388"/>
                  </a:lnTo>
                  <a:lnTo>
                    <a:pt x="2412" y="2376"/>
                  </a:lnTo>
                  <a:lnTo>
                    <a:pt x="2412" y="2370"/>
                  </a:lnTo>
                  <a:lnTo>
                    <a:pt x="2430" y="2370"/>
                  </a:lnTo>
                  <a:lnTo>
                    <a:pt x="2436" y="2376"/>
                  </a:lnTo>
                  <a:lnTo>
                    <a:pt x="2442" y="2376"/>
                  </a:lnTo>
                  <a:lnTo>
                    <a:pt x="2454" y="2364"/>
                  </a:lnTo>
                  <a:lnTo>
                    <a:pt x="2460" y="2352"/>
                  </a:lnTo>
                  <a:lnTo>
                    <a:pt x="2466" y="2346"/>
                  </a:lnTo>
                  <a:lnTo>
                    <a:pt x="2472" y="2346"/>
                  </a:lnTo>
                  <a:lnTo>
                    <a:pt x="2472" y="2352"/>
                  </a:lnTo>
                  <a:lnTo>
                    <a:pt x="2478" y="2358"/>
                  </a:lnTo>
                  <a:lnTo>
                    <a:pt x="2502" y="2352"/>
                  </a:lnTo>
                  <a:lnTo>
                    <a:pt x="2496" y="2346"/>
                  </a:lnTo>
                  <a:lnTo>
                    <a:pt x="2496" y="2334"/>
                  </a:lnTo>
                  <a:lnTo>
                    <a:pt x="2502" y="2328"/>
                  </a:lnTo>
                  <a:lnTo>
                    <a:pt x="2514" y="2322"/>
                  </a:lnTo>
                  <a:lnTo>
                    <a:pt x="2532" y="2340"/>
                  </a:lnTo>
                  <a:lnTo>
                    <a:pt x="2556" y="2340"/>
                  </a:lnTo>
                  <a:lnTo>
                    <a:pt x="2562" y="2346"/>
                  </a:lnTo>
                  <a:lnTo>
                    <a:pt x="2580" y="2346"/>
                  </a:lnTo>
                  <a:lnTo>
                    <a:pt x="2604" y="2358"/>
                  </a:lnTo>
                  <a:lnTo>
                    <a:pt x="2604" y="2370"/>
                  </a:lnTo>
                  <a:lnTo>
                    <a:pt x="2598" y="2382"/>
                  </a:lnTo>
                  <a:lnTo>
                    <a:pt x="2598" y="2388"/>
                  </a:lnTo>
                  <a:lnTo>
                    <a:pt x="2592" y="2400"/>
                  </a:lnTo>
                  <a:lnTo>
                    <a:pt x="2604" y="2412"/>
                  </a:lnTo>
                  <a:lnTo>
                    <a:pt x="2592" y="2436"/>
                  </a:lnTo>
                  <a:lnTo>
                    <a:pt x="2598" y="2436"/>
                  </a:lnTo>
                  <a:lnTo>
                    <a:pt x="2604" y="2430"/>
                  </a:lnTo>
                  <a:lnTo>
                    <a:pt x="2616" y="2424"/>
                  </a:lnTo>
                  <a:lnTo>
                    <a:pt x="2634" y="2418"/>
                  </a:lnTo>
                  <a:lnTo>
                    <a:pt x="2646" y="2412"/>
                  </a:lnTo>
                  <a:lnTo>
                    <a:pt x="2670" y="2412"/>
                  </a:lnTo>
                  <a:lnTo>
                    <a:pt x="2670" y="2424"/>
                  </a:lnTo>
                  <a:lnTo>
                    <a:pt x="2658" y="2430"/>
                  </a:lnTo>
                  <a:lnTo>
                    <a:pt x="2652" y="2436"/>
                  </a:lnTo>
                  <a:lnTo>
                    <a:pt x="2646" y="2436"/>
                  </a:lnTo>
                  <a:lnTo>
                    <a:pt x="2640" y="2442"/>
                  </a:lnTo>
                  <a:lnTo>
                    <a:pt x="2646" y="2448"/>
                  </a:lnTo>
                  <a:lnTo>
                    <a:pt x="2652" y="2448"/>
                  </a:lnTo>
                  <a:lnTo>
                    <a:pt x="2664" y="2460"/>
                  </a:lnTo>
                  <a:lnTo>
                    <a:pt x="2640" y="2484"/>
                  </a:lnTo>
                  <a:lnTo>
                    <a:pt x="2640" y="2490"/>
                  </a:lnTo>
                  <a:lnTo>
                    <a:pt x="2652" y="2490"/>
                  </a:lnTo>
                  <a:lnTo>
                    <a:pt x="2652" y="2502"/>
                  </a:lnTo>
                  <a:lnTo>
                    <a:pt x="2640" y="2514"/>
                  </a:lnTo>
                  <a:lnTo>
                    <a:pt x="2640" y="2526"/>
                  </a:lnTo>
                  <a:lnTo>
                    <a:pt x="2658" y="2526"/>
                  </a:lnTo>
                  <a:lnTo>
                    <a:pt x="2652" y="2544"/>
                  </a:lnTo>
                  <a:lnTo>
                    <a:pt x="2658" y="2544"/>
                  </a:lnTo>
                  <a:lnTo>
                    <a:pt x="2670" y="2550"/>
                  </a:lnTo>
                  <a:lnTo>
                    <a:pt x="2754" y="2550"/>
                  </a:lnTo>
                  <a:lnTo>
                    <a:pt x="2766" y="2556"/>
                  </a:lnTo>
                  <a:lnTo>
                    <a:pt x="2784" y="2568"/>
                  </a:lnTo>
                  <a:lnTo>
                    <a:pt x="2838" y="2568"/>
                  </a:lnTo>
                  <a:lnTo>
                    <a:pt x="2850" y="2574"/>
                  </a:lnTo>
                  <a:lnTo>
                    <a:pt x="2856" y="2580"/>
                  </a:lnTo>
                  <a:lnTo>
                    <a:pt x="2856" y="2610"/>
                  </a:lnTo>
                  <a:lnTo>
                    <a:pt x="2874" y="2610"/>
                  </a:lnTo>
                  <a:lnTo>
                    <a:pt x="2874" y="2628"/>
                  </a:lnTo>
                  <a:lnTo>
                    <a:pt x="2862" y="2640"/>
                  </a:lnTo>
                  <a:lnTo>
                    <a:pt x="2862" y="2652"/>
                  </a:lnTo>
                  <a:lnTo>
                    <a:pt x="2874" y="2664"/>
                  </a:lnTo>
                  <a:lnTo>
                    <a:pt x="2880" y="2664"/>
                  </a:lnTo>
                  <a:lnTo>
                    <a:pt x="2856" y="2658"/>
                  </a:lnTo>
                  <a:lnTo>
                    <a:pt x="2856" y="2670"/>
                  </a:lnTo>
                  <a:lnTo>
                    <a:pt x="2850" y="2676"/>
                  </a:lnTo>
                  <a:lnTo>
                    <a:pt x="2844" y="2688"/>
                  </a:lnTo>
                  <a:lnTo>
                    <a:pt x="2838" y="2694"/>
                  </a:lnTo>
                  <a:lnTo>
                    <a:pt x="2832" y="2688"/>
                  </a:lnTo>
                  <a:lnTo>
                    <a:pt x="2820" y="2682"/>
                  </a:lnTo>
                  <a:lnTo>
                    <a:pt x="2802" y="2670"/>
                  </a:lnTo>
                  <a:lnTo>
                    <a:pt x="2790" y="2664"/>
                  </a:lnTo>
                  <a:lnTo>
                    <a:pt x="2784" y="2652"/>
                  </a:lnTo>
                  <a:lnTo>
                    <a:pt x="2784" y="2628"/>
                  </a:lnTo>
                  <a:lnTo>
                    <a:pt x="2766" y="2622"/>
                  </a:lnTo>
                  <a:lnTo>
                    <a:pt x="2772" y="2640"/>
                  </a:lnTo>
                  <a:lnTo>
                    <a:pt x="2772" y="2646"/>
                  </a:lnTo>
                  <a:lnTo>
                    <a:pt x="2778" y="2652"/>
                  </a:lnTo>
                  <a:lnTo>
                    <a:pt x="2778" y="2664"/>
                  </a:lnTo>
                  <a:lnTo>
                    <a:pt x="2772" y="2676"/>
                  </a:lnTo>
                  <a:lnTo>
                    <a:pt x="2760" y="2688"/>
                  </a:lnTo>
                  <a:lnTo>
                    <a:pt x="2754" y="2700"/>
                  </a:lnTo>
                  <a:lnTo>
                    <a:pt x="2736" y="2706"/>
                  </a:lnTo>
                  <a:lnTo>
                    <a:pt x="2718" y="2724"/>
                  </a:lnTo>
                  <a:lnTo>
                    <a:pt x="2712" y="2742"/>
                  </a:lnTo>
                  <a:lnTo>
                    <a:pt x="2700" y="2760"/>
                  </a:lnTo>
                  <a:lnTo>
                    <a:pt x="2694" y="2778"/>
                  </a:lnTo>
                  <a:lnTo>
                    <a:pt x="2688" y="2784"/>
                  </a:lnTo>
                  <a:lnTo>
                    <a:pt x="2664" y="2796"/>
                  </a:lnTo>
                  <a:lnTo>
                    <a:pt x="2652" y="2796"/>
                  </a:lnTo>
                  <a:lnTo>
                    <a:pt x="2646" y="2790"/>
                  </a:lnTo>
                  <a:lnTo>
                    <a:pt x="2640" y="2802"/>
                  </a:lnTo>
                  <a:lnTo>
                    <a:pt x="2634" y="2808"/>
                  </a:lnTo>
                  <a:lnTo>
                    <a:pt x="2634" y="2832"/>
                  </a:lnTo>
                  <a:lnTo>
                    <a:pt x="2628" y="2838"/>
                  </a:lnTo>
                  <a:lnTo>
                    <a:pt x="2622" y="2838"/>
                  </a:lnTo>
                  <a:lnTo>
                    <a:pt x="2586" y="2856"/>
                  </a:lnTo>
                  <a:lnTo>
                    <a:pt x="2562" y="2880"/>
                  </a:lnTo>
                  <a:lnTo>
                    <a:pt x="2562" y="2886"/>
                  </a:lnTo>
                  <a:lnTo>
                    <a:pt x="2568" y="2886"/>
                  </a:lnTo>
                  <a:lnTo>
                    <a:pt x="2580" y="2880"/>
                  </a:lnTo>
                  <a:lnTo>
                    <a:pt x="2592" y="2880"/>
                  </a:lnTo>
                  <a:lnTo>
                    <a:pt x="2598" y="2886"/>
                  </a:lnTo>
                  <a:lnTo>
                    <a:pt x="2610" y="2880"/>
                  </a:lnTo>
                  <a:lnTo>
                    <a:pt x="2616" y="2868"/>
                  </a:lnTo>
                  <a:lnTo>
                    <a:pt x="2628" y="2862"/>
                  </a:lnTo>
                  <a:lnTo>
                    <a:pt x="2658" y="2862"/>
                  </a:lnTo>
                  <a:lnTo>
                    <a:pt x="2658" y="2856"/>
                  </a:lnTo>
                  <a:lnTo>
                    <a:pt x="2664" y="2844"/>
                  </a:lnTo>
                  <a:lnTo>
                    <a:pt x="2676" y="2838"/>
                  </a:lnTo>
                  <a:lnTo>
                    <a:pt x="2682" y="2832"/>
                  </a:lnTo>
                  <a:lnTo>
                    <a:pt x="2754" y="2832"/>
                  </a:lnTo>
                  <a:lnTo>
                    <a:pt x="2766" y="2838"/>
                  </a:lnTo>
                  <a:lnTo>
                    <a:pt x="2790" y="2820"/>
                  </a:lnTo>
                  <a:lnTo>
                    <a:pt x="2856" y="2820"/>
                  </a:lnTo>
                  <a:lnTo>
                    <a:pt x="2862" y="2814"/>
                  </a:lnTo>
                  <a:lnTo>
                    <a:pt x="2862" y="2790"/>
                  </a:lnTo>
                  <a:lnTo>
                    <a:pt x="2844" y="2796"/>
                  </a:lnTo>
                  <a:lnTo>
                    <a:pt x="2832" y="2796"/>
                  </a:lnTo>
                  <a:lnTo>
                    <a:pt x="2826" y="2790"/>
                  </a:lnTo>
                  <a:lnTo>
                    <a:pt x="2826" y="2784"/>
                  </a:lnTo>
                  <a:lnTo>
                    <a:pt x="2832" y="2772"/>
                  </a:lnTo>
                  <a:lnTo>
                    <a:pt x="2850" y="2754"/>
                  </a:lnTo>
                  <a:lnTo>
                    <a:pt x="2868" y="2742"/>
                  </a:lnTo>
                  <a:lnTo>
                    <a:pt x="2880" y="2736"/>
                  </a:lnTo>
                  <a:lnTo>
                    <a:pt x="2910" y="2736"/>
                  </a:lnTo>
                  <a:lnTo>
                    <a:pt x="2928" y="2730"/>
                  </a:lnTo>
                  <a:lnTo>
                    <a:pt x="2952" y="2730"/>
                  </a:lnTo>
                  <a:lnTo>
                    <a:pt x="2964" y="2724"/>
                  </a:lnTo>
                  <a:lnTo>
                    <a:pt x="2970" y="2724"/>
                  </a:lnTo>
                  <a:lnTo>
                    <a:pt x="2976" y="2718"/>
                  </a:lnTo>
                  <a:lnTo>
                    <a:pt x="2982" y="2718"/>
                  </a:lnTo>
                  <a:lnTo>
                    <a:pt x="2994" y="2724"/>
                  </a:lnTo>
                  <a:lnTo>
                    <a:pt x="3000" y="2724"/>
                  </a:lnTo>
                  <a:lnTo>
                    <a:pt x="3012" y="2730"/>
                  </a:lnTo>
                  <a:lnTo>
                    <a:pt x="3018" y="2736"/>
                  </a:lnTo>
                  <a:lnTo>
                    <a:pt x="3024" y="2736"/>
                  </a:lnTo>
                  <a:lnTo>
                    <a:pt x="3030" y="2730"/>
                  </a:lnTo>
                  <a:lnTo>
                    <a:pt x="3030" y="2712"/>
                  </a:lnTo>
                  <a:lnTo>
                    <a:pt x="3036" y="2706"/>
                  </a:lnTo>
                  <a:lnTo>
                    <a:pt x="3048" y="2700"/>
                  </a:lnTo>
                  <a:lnTo>
                    <a:pt x="3060" y="2700"/>
                  </a:lnTo>
                  <a:lnTo>
                    <a:pt x="3066" y="2706"/>
                  </a:lnTo>
                  <a:lnTo>
                    <a:pt x="3072" y="2706"/>
                  </a:lnTo>
                  <a:lnTo>
                    <a:pt x="3072" y="2700"/>
                  </a:lnTo>
                  <a:lnTo>
                    <a:pt x="3102" y="2700"/>
                  </a:lnTo>
                  <a:lnTo>
                    <a:pt x="3114" y="2688"/>
                  </a:lnTo>
                  <a:lnTo>
                    <a:pt x="3126" y="2682"/>
                  </a:lnTo>
                  <a:lnTo>
                    <a:pt x="3150" y="2658"/>
                  </a:lnTo>
                  <a:lnTo>
                    <a:pt x="3162" y="2652"/>
                  </a:lnTo>
                  <a:lnTo>
                    <a:pt x="3174" y="2640"/>
                  </a:lnTo>
                  <a:lnTo>
                    <a:pt x="3408" y="2640"/>
                  </a:lnTo>
                  <a:lnTo>
                    <a:pt x="3408" y="2634"/>
                  </a:lnTo>
                  <a:lnTo>
                    <a:pt x="3420" y="2622"/>
                  </a:lnTo>
                  <a:lnTo>
                    <a:pt x="3438" y="2622"/>
                  </a:lnTo>
                  <a:lnTo>
                    <a:pt x="3450" y="2616"/>
                  </a:lnTo>
                  <a:lnTo>
                    <a:pt x="3456" y="2616"/>
                  </a:lnTo>
                  <a:lnTo>
                    <a:pt x="3456" y="2610"/>
                  </a:lnTo>
                  <a:lnTo>
                    <a:pt x="3468" y="2598"/>
                  </a:lnTo>
                  <a:lnTo>
                    <a:pt x="3480" y="2592"/>
                  </a:lnTo>
                  <a:lnTo>
                    <a:pt x="3486" y="2586"/>
                  </a:lnTo>
                  <a:lnTo>
                    <a:pt x="3498" y="2586"/>
                  </a:lnTo>
                  <a:lnTo>
                    <a:pt x="3504" y="2592"/>
                  </a:lnTo>
                  <a:lnTo>
                    <a:pt x="3510" y="2592"/>
                  </a:lnTo>
                  <a:lnTo>
                    <a:pt x="3510" y="2568"/>
                  </a:lnTo>
                  <a:lnTo>
                    <a:pt x="3516" y="2556"/>
                  </a:lnTo>
                  <a:lnTo>
                    <a:pt x="3528" y="2544"/>
                  </a:lnTo>
                  <a:lnTo>
                    <a:pt x="3534" y="2544"/>
                  </a:lnTo>
                  <a:lnTo>
                    <a:pt x="3546" y="2532"/>
                  </a:lnTo>
                  <a:lnTo>
                    <a:pt x="3546" y="2508"/>
                  </a:lnTo>
                  <a:lnTo>
                    <a:pt x="3588" y="2484"/>
                  </a:lnTo>
                  <a:lnTo>
                    <a:pt x="3594" y="2472"/>
                  </a:lnTo>
                  <a:lnTo>
                    <a:pt x="3618" y="2448"/>
                  </a:lnTo>
                  <a:lnTo>
                    <a:pt x="3630" y="2448"/>
                  </a:lnTo>
                  <a:lnTo>
                    <a:pt x="3636" y="2454"/>
                  </a:lnTo>
                  <a:lnTo>
                    <a:pt x="3636" y="2460"/>
                  </a:lnTo>
                  <a:lnTo>
                    <a:pt x="3642" y="2466"/>
                  </a:lnTo>
                  <a:lnTo>
                    <a:pt x="3654" y="2466"/>
                  </a:lnTo>
                  <a:lnTo>
                    <a:pt x="3666" y="2460"/>
                  </a:lnTo>
                  <a:lnTo>
                    <a:pt x="3702" y="2460"/>
                  </a:lnTo>
                  <a:lnTo>
                    <a:pt x="3708" y="2466"/>
                  </a:lnTo>
                  <a:lnTo>
                    <a:pt x="3708" y="2472"/>
                  </a:lnTo>
                  <a:lnTo>
                    <a:pt x="3702" y="2496"/>
                  </a:lnTo>
                  <a:lnTo>
                    <a:pt x="3690" y="2520"/>
                  </a:lnTo>
                  <a:lnTo>
                    <a:pt x="3678" y="2550"/>
                  </a:lnTo>
                  <a:lnTo>
                    <a:pt x="3666" y="2574"/>
                  </a:lnTo>
                  <a:lnTo>
                    <a:pt x="3666" y="2586"/>
                  </a:lnTo>
                  <a:lnTo>
                    <a:pt x="3672" y="2592"/>
                  </a:lnTo>
                  <a:lnTo>
                    <a:pt x="3678" y="2592"/>
                  </a:lnTo>
                  <a:lnTo>
                    <a:pt x="3684" y="2598"/>
                  </a:lnTo>
                  <a:lnTo>
                    <a:pt x="3672" y="2610"/>
                  </a:lnTo>
                  <a:lnTo>
                    <a:pt x="3666" y="2622"/>
                  </a:lnTo>
                  <a:lnTo>
                    <a:pt x="3666" y="2628"/>
                  </a:lnTo>
                  <a:lnTo>
                    <a:pt x="3690" y="2628"/>
                  </a:lnTo>
                  <a:lnTo>
                    <a:pt x="3690" y="2634"/>
                  </a:lnTo>
                  <a:lnTo>
                    <a:pt x="3696" y="2640"/>
                  </a:lnTo>
                  <a:lnTo>
                    <a:pt x="3714" y="2640"/>
                  </a:lnTo>
                  <a:lnTo>
                    <a:pt x="3750" y="2622"/>
                  </a:lnTo>
                  <a:lnTo>
                    <a:pt x="3768" y="2604"/>
                  </a:lnTo>
                  <a:lnTo>
                    <a:pt x="3780" y="2622"/>
                  </a:lnTo>
                  <a:lnTo>
                    <a:pt x="3786" y="2622"/>
                  </a:lnTo>
                  <a:lnTo>
                    <a:pt x="3792" y="2616"/>
                  </a:lnTo>
                  <a:lnTo>
                    <a:pt x="3816" y="2604"/>
                  </a:lnTo>
                  <a:lnTo>
                    <a:pt x="3828" y="2604"/>
                  </a:lnTo>
                  <a:lnTo>
                    <a:pt x="3840" y="2592"/>
                  </a:lnTo>
                  <a:lnTo>
                    <a:pt x="3852" y="2592"/>
                  </a:lnTo>
                  <a:lnTo>
                    <a:pt x="3864" y="2580"/>
                  </a:lnTo>
                  <a:lnTo>
                    <a:pt x="3870" y="2580"/>
                  </a:lnTo>
                  <a:lnTo>
                    <a:pt x="3888" y="2586"/>
                  </a:lnTo>
                  <a:lnTo>
                    <a:pt x="3846" y="2616"/>
                  </a:lnTo>
                  <a:lnTo>
                    <a:pt x="3936" y="2610"/>
                  </a:lnTo>
                  <a:lnTo>
                    <a:pt x="3918" y="2610"/>
                  </a:lnTo>
                  <a:lnTo>
                    <a:pt x="3906" y="2616"/>
                  </a:lnTo>
                  <a:lnTo>
                    <a:pt x="3894" y="2616"/>
                  </a:lnTo>
                  <a:lnTo>
                    <a:pt x="3888" y="2622"/>
                  </a:lnTo>
                  <a:lnTo>
                    <a:pt x="3888" y="2634"/>
                  </a:lnTo>
                  <a:lnTo>
                    <a:pt x="3882" y="2640"/>
                  </a:lnTo>
                  <a:lnTo>
                    <a:pt x="3876" y="2640"/>
                  </a:lnTo>
                  <a:lnTo>
                    <a:pt x="3870" y="2634"/>
                  </a:lnTo>
                  <a:lnTo>
                    <a:pt x="3864" y="2634"/>
                  </a:lnTo>
                  <a:lnTo>
                    <a:pt x="3852" y="2628"/>
                  </a:lnTo>
                  <a:lnTo>
                    <a:pt x="3846" y="2628"/>
                  </a:lnTo>
                  <a:lnTo>
                    <a:pt x="3828" y="2634"/>
                  </a:lnTo>
                  <a:lnTo>
                    <a:pt x="3738" y="2688"/>
                  </a:lnTo>
                  <a:lnTo>
                    <a:pt x="3726" y="2700"/>
                  </a:lnTo>
                  <a:lnTo>
                    <a:pt x="3720" y="2712"/>
                  </a:lnTo>
                  <a:lnTo>
                    <a:pt x="3720" y="2748"/>
                  </a:lnTo>
                  <a:lnTo>
                    <a:pt x="3726" y="2748"/>
                  </a:lnTo>
                  <a:lnTo>
                    <a:pt x="3732" y="2742"/>
                  </a:lnTo>
                  <a:lnTo>
                    <a:pt x="3738" y="2742"/>
                  </a:lnTo>
                  <a:lnTo>
                    <a:pt x="3738" y="2754"/>
                  </a:lnTo>
                  <a:lnTo>
                    <a:pt x="3744" y="2760"/>
                  </a:lnTo>
                  <a:lnTo>
                    <a:pt x="3756" y="2760"/>
                  </a:lnTo>
                  <a:lnTo>
                    <a:pt x="3762" y="2754"/>
                  </a:lnTo>
                  <a:lnTo>
                    <a:pt x="3768" y="2742"/>
                  </a:lnTo>
                  <a:lnTo>
                    <a:pt x="3774" y="2736"/>
                  </a:lnTo>
                  <a:lnTo>
                    <a:pt x="3786" y="2736"/>
                  </a:lnTo>
                  <a:lnTo>
                    <a:pt x="3804" y="2730"/>
                  </a:lnTo>
                  <a:lnTo>
                    <a:pt x="3816" y="2724"/>
                  </a:lnTo>
                  <a:lnTo>
                    <a:pt x="3834" y="2718"/>
                  </a:lnTo>
                  <a:lnTo>
                    <a:pt x="3846" y="2706"/>
                  </a:lnTo>
                  <a:lnTo>
                    <a:pt x="3852" y="2694"/>
                  </a:lnTo>
                  <a:lnTo>
                    <a:pt x="3870" y="2676"/>
                  </a:lnTo>
                  <a:lnTo>
                    <a:pt x="3876" y="2664"/>
                  </a:lnTo>
                  <a:lnTo>
                    <a:pt x="3876" y="2670"/>
                  </a:lnTo>
                  <a:lnTo>
                    <a:pt x="3882" y="2682"/>
                  </a:lnTo>
                  <a:lnTo>
                    <a:pt x="3888" y="2688"/>
                  </a:lnTo>
                  <a:lnTo>
                    <a:pt x="3894" y="2688"/>
                  </a:lnTo>
                  <a:lnTo>
                    <a:pt x="3930" y="2676"/>
                  </a:lnTo>
                  <a:lnTo>
                    <a:pt x="3954" y="2664"/>
                  </a:lnTo>
                  <a:lnTo>
                    <a:pt x="3972" y="2658"/>
                  </a:lnTo>
                  <a:lnTo>
                    <a:pt x="3984" y="2652"/>
                  </a:lnTo>
                  <a:lnTo>
                    <a:pt x="4008" y="2646"/>
                  </a:lnTo>
                  <a:lnTo>
                    <a:pt x="4068" y="2634"/>
                  </a:lnTo>
                  <a:lnTo>
                    <a:pt x="4080" y="2628"/>
                  </a:lnTo>
                  <a:lnTo>
                    <a:pt x="4068" y="2616"/>
                  </a:lnTo>
                  <a:lnTo>
                    <a:pt x="4074" y="2598"/>
                  </a:lnTo>
                  <a:lnTo>
                    <a:pt x="4038" y="2604"/>
                  </a:lnTo>
                  <a:lnTo>
                    <a:pt x="4038" y="2580"/>
                  </a:lnTo>
                  <a:lnTo>
                    <a:pt x="4026" y="2586"/>
                  </a:lnTo>
                  <a:lnTo>
                    <a:pt x="4020" y="2586"/>
                  </a:lnTo>
                  <a:lnTo>
                    <a:pt x="4008" y="2592"/>
                  </a:lnTo>
                  <a:lnTo>
                    <a:pt x="4002" y="2598"/>
                  </a:lnTo>
                  <a:lnTo>
                    <a:pt x="3990" y="2598"/>
                  </a:lnTo>
                  <a:lnTo>
                    <a:pt x="3990" y="2580"/>
                  </a:lnTo>
                  <a:lnTo>
                    <a:pt x="3930" y="2580"/>
                  </a:lnTo>
                  <a:lnTo>
                    <a:pt x="3924" y="2574"/>
                  </a:lnTo>
                  <a:lnTo>
                    <a:pt x="3924" y="2568"/>
                  </a:lnTo>
                  <a:lnTo>
                    <a:pt x="3918" y="2562"/>
                  </a:lnTo>
                  <a:lnTo>
                    <a:pt x="3918" y="2556"/>
                  </a:lnTo>
                  <a:lnTo>
                    <a:pt x="3930" y="2556"/>
                  </a:lnTo>
                  <a:lnTo>
                    <a:pt x="3918" y="2544"/>
                  </a:lnTo>
                  <a:lnTo>
                    <a:pt x="3888" y="2544"/>
                  </a:lnTo>
                  <a:lnTo>
                    <a:pt x="3882" y="2532"/>
                  </a:lnTo>
                  <a:lnTo>
                    <a:pt x="3882" y="2526"/>
                  </a:lnTo>
                  <a:lnTo>
                    <a:pt x="3876" y="2514"/>
                  </a:lnTo>
                  <a:lnTo>
                    <a:pt x="3876" y="2502"/>
                  </a:lnTo>
                  <a:lnTo>
                    <a:pt x="3894" y="2484"/>
                  </a:lnTo>
                  <a:lnTo>
                    <a:pt x="3870" y="2484"/>
                  </a:lnTo>
                  <a:lnTo>
                    <a:pt x="3876" y="2478"/>
                  </a:lnTo>
                  <a:lnTo>
                    <a:pt x="3888" y="2472"/>
                  </a:lnTo>
                  <a:lnTo>
                    <a:pt x="3894" y="2460"/>
                  </a:lnTo>
                  <a:lnTo>
                    <a:pt x="3906" y="2454"/>
                  </a:lnTo>
                  <a:lnTo>
                    <a:pt x="3918" y="2442"/>
                  </a:lnTo>
                  <a:lnTo>
                    <a:pt x="3924" y="2430"/>
                  </a:lnTo>
                  <a:lnTo>
                    <a:pt x="3936" y="2424"/>
                  </a:lnTo>
                  <a:lnTo>
                    <a:pt x="3942" y="2412"/>
                  </a:lnTo>
                  <a:lnTo>
                    <a:pt x="3948" y="2406"/>
                  </a:lnTo>
                  <a:lnTo>
                    <a:pt x="3936" y="2400"/>
                  </a:lnTo>
                  <a:lnTo>
                    <a:pt x="3912" y="2430"/>
                  </a:lnTo>
                  <a:lnTo>
                    <a:pt x="3894" y="2418"/>
                  </a:lnTo>
                  <a:lnTo>
                    <a:pt x="3864" y="2436"/>
                  </a:lnTo>
                  <a:lnTo>
                    <a:pt x="3858" y="2418"/>
                  </a:lnTo>
                  <a:lnTo>
                    <a:pt x="3828" y="2406"/>
                  </a:lnTo>
                  <a:lnTo>
                    <a:pt x="3810" y="2412"/>
                  </a:lnTo>
                  <a:lnTo>
                    <a:pt x="3864" y="2394"/>
                  </a:lnTo>
                  <a:lnTo>
                    <a:pt x="3870" y="2400"/>
                  </a:lnTo>
                  <a:lnTo>
                    <a:pt x="3882" y="2406"/>
                  </a:lnTo>
                  <a:lnTo>
                    <a:pt x="3900" y="2406"/>
                  </a:lnTo>
                  <a:lnTo>
                    <a:pt x="3918" y="2388"/>
                  </a:lnTo>
                  <a:lnTo>
                    <a:pt x="3930" y="2382"/>
                  </a:lnTo>
                  <a:lnTo>
                    <a:pt x="3936" y="2376"/>
                  </a:lnTo>
                  <a:lnTo>
                    <a:pt x="3978" y="2376"/>
                  </a:lnTo>
                  <a:lnTo>
                    <a:pt x="3978" y="2364"/>
                  </a:lnTo>
                  <a:lnTo>
                    <a:pt x="3972" y="2358"/>
                  </a:lnTo>
                  <a:lnTo>
                    <a:pt x="3966" y="2346"/>
                  </a:lnTo>
                  <a:lnTo>
                    <a:pt x="3990" y="2346"/>
                  </a:lnTo>
                  <a:lnTo>
                    <a:pt x="3978" y="2334"/>
                  </a:lnTo>
                  <a:lnTo>
                    <a:pt x="3972" y="2322"/>
                  </a:lnTo>
                  <a:lnTo>
                    <a:pt x="3960" y="2316"/>
                  </a:lnTo>
                  <a:lnTo>
                    <a:pt x="3942" y="2310"/>
                  </a:lnTo>
                  <a:lnTo>
                    <a:pt x="3918" y="2310"/>
                  </a:lnTo>
                  <a:lnTo>
                    <a:pt x="3852" y="2316"/>
                  </a:lnTo>
                  <a:lnTo>
                    <a:pt x="3792" y="2334"/>
                  </a:lnTo>
                  <a:lnTo>
                    <a:pt x="3744" y="2352"/>
                  </a:lnTo>
                  <a:lnTo>
                    <a:pt x="3684" y="2376"/>
                  </a:lnTo>
                  <a:lnTo>
                    <a:pt x="3660" y="2388"/>
                  </a:lnTo>
                  <a:lnTo>
                    <a:pt x="3642" y="2400"/>
                  </a:lnTo>
                  <a:lnTo>
                    <a:pt x="3624" y="2418"/>
                  </a:lnTo>
                  <a:lnTo>
                    <a:pt x="3606" y="2430"/>
                  </a:lnTo>
                  <a:lnTo>
                    <a:pt x="3594" y="2442"/>
                  </a:lnTo>
                  <a:lnTo>
                    <a:pt x="3576" y="2454"/>
                  </a:lnTo>
                  <a:lnTo>
                    <a:pt x="3564" y="2466"/>
                  </a:lnTo>
                  <a:lnTo>
                    <a:pt x="3528" y="2484"/>
                  </a:lnTo>
                  <a:lnTo>
                    <a:pt x="3516" y="2484"/>
                  </a:lnTo>
                  <a:lnTo>
                    <a:pt x="3498" y="2490"/>
                  </a:lnTo>
                  <a:lnTo>
                    <a:pt x="3486" y="2490"/>
                  </a:lnTo>
                  <a:lnTo>
                    <a:pt x="3492" y="2490"/>
                  </a:lnTo>
                  <a:lnTo>
                    <a:pt x="3498" y="2484"/>
                  </a:lnTo>
                  <a:lnTo>
                    <a:pt x="3510" y="2478"/>
                  </a:lnTo>
                  <a:lnTo>
                    <a:pt x="3522" y="2466"/>
                  </a:lnTo>
                  <a:lnTo>
                    <a:pt x="3540" y="2460"/>
                  </a:lnTo>
                  <a:lnTo>
                    <a:pt x="3552" y="2448"/>
                  </a:lnTo>
                  <a:lnTo>
                    <a:pt x="3576" y="2436"/>
                  </a:lnTo>
                  <a:lnTo>
                    <a:pt x="3600" y="2412"/>
                  </a:lnTo>
                  <a:lnTo>
                    <a:pt x="3606" y="2400"/>
                  </a:lnTo>
                  <a:lnTo>
                    <a:pt x="3582" y="2388"/>
                  </a:lnTo>
                  <a:lnTo>
                    <a:pt x="3588" y="2388"/>
                  </a:lnTo>
                  <a:lnTo>
                    <a:pt x="3594" y="2394"/>
                  </a:lnTo>
                  <a:lnTo>
                    <a:pt x="3624" y="2394"/>
                  </a:lnTo>
                  <a:lnTo>
                    <a:pt x="3642" y="2382"/>
                  </a:lnTo>
                  <a:lnTo>
                    <a:pt x="3702" y="2334"/>
                  </a:lnTo>
                  <a:lnTo>
                    <a:pt x="3750" y="2310"/>
                  </a:lnTo>
                  <a:lnTo>
                    <a:pt x="3768" y="2304"/>
                  </a:lnTo>
                  <a:lnTo>
                    <a:pt x="3804" y="2304"/>
                  </a:lnTo>
                  <a:lnTo>
                    <a:pt x="3852" y="2256"/>
                  </a:lnTo>
                  <a:lnTo>
                    <a:pt x="3870" y="2244"/>
                  </a:lnTo>
                  <a:lnTo>
                    <a:pt x="3888" y="2238"/>
                  </a:lnTo>
                  <a:lnTo>
                    <a:pt x="3936" y="2232"/>
                  </a:lnTo>
                  <a:lnTo>
                    <a:pt x="3990" y="2232"/>
                  </a:lnTo>
                  <a:lnTo>
                    <a:pt x="4044" y="2226"/>
                  </a:lnTo>
                  <a:lnTo>
                    <a:pt x="4074" y="2226"/>
                  </a:lnTo>
                  <a:lnTo>
                    <a:pt x="4104" y="2232"/>
                  </a:lnTo>
                  <a:lnTo>
                    <a:pt x="4176" y="2244"/>
                  </a:lnTo>
                  <a:lnTo>
                    <a:pt x="4200" y="2250"/>
                  </a:lnTo>
                  <a:lnTo>
                    <a:pt x="4212" y="2244"/>
                  </a:lnTo>
                  <a:lnTo>
                    <a:pt x="4248" y="2232"/>
                  </a:lnTo>
                  <a:lnTo>
                    <a:pt x="4260" y="2226"/>
                  </a:lnTo>
                  <a:lnTo>
                    <a:pt x="4278" y="2226"/>
                  </a:lnTo>
                  <a:lnTo>
                    <a:pt x="4296" y="2220"/>
                  </a:lnTo>
                  <a:lnTo>
                    <a:pt x="4320" y="2214"/>
                  </a:lnTo>
                  <a:lnTo>
                    <a:pt x="4338" y="2208"/>
                  </a:lnTo>
                  <a:lnTo>
                    <a:pt x="4374" y="2172"/>
                  </a:lnTo>
                  <a:lnTo>
                    <a:pt x="4392" y="2166"/>
                  </a:lnTo>
                  <a:lnTo>
                    <a:pt x="4404" y="2154"/>
                  </a:lnTo>
                  <a:lnTo>
                    <a:pt x="4410" y="2154"/>
                  </a:lnTo>
                  <a:lnTo>
                    <a:pt x="4422" y="2148"/>
                  </a:lnTo>
                  <a:lnTo>
                    <a:pt x="4452" y="2148"/>
                  </a:lnTo>
                  <a:lnTo>
                    <a:pt x="4458" y="2142"/>
                  </a:lnTo>
                  <a:lnTo>
                    <a:pt x="4470" y="2136"/>
                  </a:lnTo>
                  <a:lnTo>
                    <a:pt x="4476" y="2130"/>
                  </a:lnTo>
                  <a:lnTo>
                    <a:pt x="4494" y="2130"/>
                  </a:lnTo>
                  <a:lnTo>
                    <a:pt x="4500" y="2136"/>
                  </a:lnTo>
                  <a:lnTo>
                    <a:pt x="4518" y="2136"/>
                  </a:lnTo>
                  <a:lnTo>
                    <a:pt x="4530" y="2130"/>
                  </a:lnTo>
                  <a:lnTo>
                    <a:pt x="4536" y="2130"/>
                  </a:lnTo>
                  <a:lnTo>
                    <a:pt x="4542" y="2124"/>
                  </a:lnTo>
                  <a:lnTo>
                    <a:pt x="4596" y="2106"/>
                  </a:lnTo>
                  <a:lnTo>
                    <a:pt x="4620" y="2094"/>
                  </a:lnTo>
                  <a:lnTo>
                    <a:pt x="4620" y="2088"/>
                  </a:lnTo>
                  <a:lnTo>
                    <a:pt x="4614" y="2076"/>
                  </a:lnTo>
                  <a:lnTo>
                    <a:pt x="4602" y="2070"/>
                  </a:lnTo>
                  <a:lnTo>
                    <a:pt x="4584" y="2052"/>
                  </a:lnTo>
                  <a:lnTo>
                    <a:pt x="4578" y="2052"/>
                  </a:lnTo>
                  <a:lnTo>
                    <a:pt x="4602" y="2052"/>
                  </a:lnTo>
                  <a:lnTo>
                    <a:pt x="4614" y="2046"/>
                  </a:lnTo>
                  <a:lnTo>
                    <a:pt x="4614" y="2028"/>
                  </a:lnTo>
                  <a:lnTo>
                    <a:pt x="4608" y="2022"/>
                  </a:lnTo>
                  <a:lnTo>
                    <a:pt x="4608" y="2010"/>
                  </a:lnTo>
                  <a:lnTo>
                    <a:pt x="4632" y="2010"/>
                  </a:lnTo>
                  <a:lnTo>
                    <a:pt x="4644" y="1998"/>
                  </a:lnTo>
                  <a:lnTo>
                    <a:pt x="4644" y="1992"/>
                  </a:lnTo>
                  <a:lnTo>
                    <a:pt x="4632" y="1980"/>
                  </a:lnTo>
                  <a:lnTo>
                    <a:pt x="4626" y="1968"/>
                  </a:lnTo>
                  <a:lnTo>
                    <a:pt x="4608" y="1962"/>
                  </a:lnTo>
                  <a:lnTo>
                    <a:pt x="4602" y="1956"/>
                  </a:lnTo>
                  <a:lnTo>
                    <a:pt x="4590" y="196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41" name="Cameroon" descr="© INSCALE GmbH, 05.05.2010&#10;http://www.presentationload.com/">
              <a:extLst>
                <a:ext uri="{FF2B5EF4-FFF2-40B4-BE49-F238E27FC236}">
                  <a16:creationId xmlns:a16="http://schemas.microsoft.com/office/drawing/2014/main" id="{B938468E-FEE1-4189-8106-708947E9F5A5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933604" y="2653921"/>
              <a:ext cx="180939" cy="304413"/>
            </a:xfrm>
            <a:custGeom>
              <a:avLst/>
              <a:gdLst>
                <a:gd name="T0" fmla="*/ 2147483647 w 546"/>
                <a:gd name="T1" fmla="*/ 0 h 924"/>
                <a:gd name="T2" fmla="*/ 2147483647 w 546"/>
                <a:gd name="T3" fmla="*/ 2147483647 h 924"/>
                <a:gd name="T4" fmla="*/ 2147483647 w 546"/>
                <a:gd name="T5" fmla="*/ 2147483647 h 924"/>
                <a:gd name="T6" fmla="*/ 2147483647 w 546"/>
                <a:gd name="T7" fmla="*/ 2147483647 h 924"/>
                <a:gd name="T8" fmla="*/ 2147483647 w 546"/>
                <a:gd name="T9" fmla="*/ 2147483647 h 924"/>
                <a:gd name="T10" fmla="*/ 2147483647 w 546"/>
                <a:gd name="T11" fmla="*/ 2147483647 h 924"/>
                <a:gd name="T12" fmla="*/ 2147483647 w 546"/>
                <a:gd name="T13" fmla="*/ 2147483647 h 924"/>
                <a:gd name="T14" fmla="*/ 2147483647 w 546"/>
                <a:gd name="T15" fmla="*/ 2147483647 h 924"/>
                <a:gd name="T16" fmla="*/ 2147483647 w 546"/>
                <a:gd name="T17" fmla="*/ 2147483647 h 924"/>
                <a:gd name="T18" fmla="*/ 2147483647 w 546"/>
                <a:gd name="T19" fmla="*/ 2147483647 h 924"/>
                <a:gd name="T20" fmla="*/ 2147483647 w 546"/>
                <a:gd name="T21" fmla="*/ 2147483647 h 924"/>
                <a:gd name="T22" fmla="*/ 2147483647 w 546"/>
                <a:gd name="T23" fmla="*/ 2147483647 h 924"/>
                <a:gd name="T24" fmla="*/ 2147483647 w 546"/>
                <a:gd name="T25" fmla="*/ 2147483647 h 924"/>
                <a:gd name="T26" fmla="*/ 2147483647 w 546"/>
                <a:gd name="T27" fmla="*/ 2147483647 h 924"/>
                <a:gd name="T28" fmla="*/ 2147483647 w 546"/>
                <a:gd name="T29" fmla="*/ 2147483647 h 924"/>
                <a:gd name="T30" fmla="*/ 2147483647 w 546"/>
                <a:gd name="T31" fmla="*/ 2147483647 h 924"/>
                <a:gd name="T32" fmla="*/ 2147483647 w 546"/>
                <a:gd name="T33" fmla="*/ 2147483647 h 924"/>
                <a:gd name="T34" fmla="*/ 2147483647 w 546"/>
                <a:gd name="T35" fmla="*/ 2147483647 h 924"/>
                <a:gd name="T36" fmla="*/ 2147483647 w 546"/>
                <a:gd name="T37" fmla="*/ 2147483647 h 924"/>
                <a:gd name="T38" fmla="*/ 2147483647 w 546"/>
                <a:gd name="T39" fmla="*/ 2147483647 h 924"/>
                <a:gd name="T40" fmla="*/ 2147483647 w 546"/>
                <a:gd name="T41" fmla="*/ 2147483647 h 924"/>
                <a:gd name="T42" fmla="*/ 2147483647 w 546"/>
                <a:gd name="T43" fmla="*/ 2147483647 h 924"/>
                <a:gd name="T44" fmla="*/ 2147483647 w 546"/>
                <a:gd name="T45" fmla="*/ 2147483647 h 924"/>
                <a:gd name="T46" fmla="*/ 2147483647 w 546"/>
                <a:gd name="T47" fmla="*/ 2147483647 h 924"/>
                <a:gd name="T48" fmla="*/ 2147483647 w 546"/>
                <a:gd name="T49" fmla="*/ 2147483647 h 924"/>
                <a:gd name="T50" fmla="*/ 2147483647 w 546"/>
                <a:gd name="T51" fmla="*/ 2147483647 h 924"/>
                <a:gd name="T52" fmla="*/ 2147483647 w 546"/>
                <a:gd name="T53" fmla="*/ 2147483647 h 924"/>
                <a:gd name="T54" fmla="*/ 2147483647 w 546"/>
                <a:gd name="T55" fmla="*/ 2147483647 h 924"/>
                <a:gd name="T56" fmla="*/ 2147483647 w 546"/>
                <a:gd name="T57" fmla="*/ 2147483647 h 924"/>
                <a:gd name="T58" fmla="*/ 2147483647 w 546"/>
                <a:gd name="T59" fmla="*/ 2147483647 h 924"/>
                <a:gd name="T60" fmla="*/ 2147483647 w 546"/>
                <a:gd name="T61" fmla="*/ 2147483647 h 924"/>
                <a:gd name="T62" fmla="*/ 2147483647 w 546"/>
                <a:gd name="T63" fmla="*/ 2147483647 h 924"/>
                <a:gd name="T64" fmla="*/ 2147483647 w 546"/>
                <a:gd name="T65" fmla="*/ 2147483647 h 924"/>
                <a:gd name="T66" fmla="*/ 2147483647 w 546"/>
                <a:gd name="T67" fmla="*/ 2147483647 h 924"/>
                <a:gd name="T68" fmla="*/ 2147483647 w 546"/>
                <a:gd name="T69" fmla="*/ 2147483647 h 924"/>
                <a:gd name="T70" fmla="*/ 2147483647 w 546"/>
                <a:gd name="T71" fmla="*/ 2147483647 h 924"/>
                <a:gd name="T72" fmla="*/ 2147483647 w 546"/>
                <a:gd name="T73" fmla="*/ 2147483647 h 924"/>
                <a:gd name="T74" fmla="*/ 2147483647 w 546"/>
                <a:gd name="T75" fmla="*/ 2147483647 h 924"/>
                <a:gd name="T76" fmla="*/ 2147483647 w 546"/>
                <a:gd name="T77" fmla="*/ 2147483647 h 924"/>
                <a:gd name="T78" fmla="*/ 2147483647 w 546"/>
                <a:gd name="T79" fmla="*/ 2147483647 h 924"/>
                <a:gd name="T80" fmla="*/ 2147483647 w 546"/>
                <a:gd name="T81" fmla="*/ 2147483647 h 924"/>
                <a:gd name="T82" fmla="*/ 2147483647 w 546"/>
                <a:gd name="T83" fmla="*/ 2147483647 h 924"/>
                <a:gd name="T84" fmla="*/ 2147483647 w 546"/>
                <a:gd name="T85" fmla="*/ 2147483647 h 924"/>
                <a:gd name="T86" fmla="*/ 2147483647 w 546"/>
                <a:gd name="T87" fmla="*/ 2147483647 h 924"/>
                <a:gd name="T88" fmla="*/ 2147483647 w 546"/>
                <a:gd name="T89" fmla="*/ 2147483647 h 924"/>
                <a:gd name="T90" fmla="*/ 2147483647 w 546"/>
                <a:gd name="T91" fmla="*/ 2147483647 h 924"/>
                <a:gd name="T92" fmla="*/ 2147483647 w 546"/>
                <a:gd name="T93" fmla="*/ 2147483647 h 924"/>
                <a:gd name="T94" fmla="*/ 2147483647 w 546"/>
                <a:gd name="T95" fmla="*/ 2147483647 h 924"/>
                <a:gd name="T96" fmla="*/ 2147483647 w 546"/>
                <a:gd name="T97" fmla="*/ 2147483647 h 924"/>
                <a:gd name="T98" fmla="*/ 2147483647 w 546"/>
                <a:gd name="T99" fmla="*/ 2147483647 h 924"/>
                <a:gd name="T100" fmla="*/ 2147483647 w 546"/>
                <a:gd name="T101" fmla="*/ 2147483647 h 924"/>
                <a:gd name="T102" fmla="*/ 2147483647 w 546"/>
                <a:gd name="T103" fmla="*/ 2147483647 h 924"/>
                <a:gd name="T104" fmla="*/ 2147483647 w 546"/>
                <a:gd name="T105" fmla="*/ 2147483647 h 924"/>
                <a:gd name="T106" fmla="*/ 2147483647 w 546"/>
                <a:gd name="T107" fmla="*/ 2147483647 h 924"/>
                <a:gd name="T108" fmla="*/ 2147483647 w 546"/>
                <a:gd name="T109" fmla="*/ 2147483647 h 924"/>
                <a:gd name="T110" fmla="*/ 2147483647 w 546"/>
                <a:gd name="T111" fmla="*/ 2147483647 h 92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6"/>
                <a:gd name="T169" fmla="*/ 0 h 924"/>
                <a:gd name="T170" fmla="*/ 546 w 546"/>
                <a:gd name="T171" fmla="*/ 924 h 92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6" h="924">
                  <a:moveTo>
                    <a:pt x="420" y="30"/>
                  </a:moveTo>
                  <a:lnTo>
                    <a:pt x="414" y="18"/>
                  </a:lnTo>
                  <a:lnTo>
                    <a:pt x="414" y="0"/>
                  </a:lnTo>
                  <a:lnTo>
                    <a:pt x="390" y="6"/>
                  </a:lnTo>
                  <a:lnTo>
                    <a:pt x="390" y="54"/>
                  </a:lnTo>
                  <a:lnTo>
                    <a:pt x="396" y="60"/>
                  </a:lnTo>
                  <a:lnTo>
                    <a:pt x="396" y="66"/>
                  </a:lnTo>
                  <a:lnTo>
                    <a:pt x="426" y="66"/>
                  </a:lnTo>
                  <a:lnTo>
                    <a:pt x="426" y="96"/>
                  </a:lnTo>
                  <a:lnTo>
                    <a:pt x="420" y="102"/>
                  </a:lnTo>
                  <a:lnTo>
                    <a:pt x="420" y="108"/>
                  </a:lnTo>
                  <a:lnTo>
                    <a:pt x="426" y="114"/>
                  </a:lnTo>
                  <a:lnTo>
                    <a:pt x="426" y="126"/>
                  </a:lnTo>
                  <a:lnTo>
                    <a:pt x="408" y="144"/>
                  </a:lnTo>
                  <a:lnTo>
                    <a:pt x="396" y="150"/>
                  </a:lnTo>
                  <a:lnTo>
                    <a:pt x="384" y="150"/>
                  </a:lnTo>
                  <a:lnTo>
                    <a:pt x="384" y="156"/>
                  </a:lnTo>
                  <a:lnTo>
                    <a:pt x="378" y="162"/>
                  </a:lnTo>
                  <a:lnTo>
                    <a:pt x="378" y="168"/>
                  </a:lnTo>
                  <a:lnTo>
                    <a:pt x="372" y="174"/>
                  </a:lnTo>
                  <a:lnTo>
                    <a:pt x="372" y="180"/>
                  </a:lnTo>
                  <a:lnTo>
                    <a:pt x="360" y="192"/>
                  </a:lnTo>
                  <a:lnTo>
                    <a:pt x="354" y="204"/>
                  </a:lnTo>
                  <a:lnTo>
                    <a:pt x="348" y="234"/>
                  </a:lnTo>
                  <a:lnTo>
                    <a:pt x="342" y="240"/>
                  </a:lnTo>
                  <a:lnTo>
                    <a:pt x="342" y="270"/>
                  </a:lnTo>
                  <a:lnTo>
                    <a:pt x="336" y="288"/>
                  </a:lnTo>
                  <a:lnTo>
                    <a:pt x="330" y="294"/>
                  </a:lnTo>
                  <a:lnTo>
                    <a:pt x="312" y="294"/>
                  </a:lnTo>
                  <a:lnTo>
                    <a:pt x="312" y="324"/>
                  </a:lnTo>
                  <a:lnTo>
                    <a:pt x="306" y="342"/>
                  </a:lnTo>
                  <a:lnTo>
                    <a:pt x="306" y="354"/>
                  </a:lnTo>
                  <a:lnTo>
                    <a:pt x="300" y="360"/>
                  </a:lnTo>
                  <a:lnTo>
                    <a:pt x="288" y="366"/>
                  </a:lnTo>
                  <a:lnTo>
                    <a:pt x="282" y="372"/>
                  </a:lnTo>
                  <a:lnTo>
                    <a:pt x="270" y="378"/>
                  </a:lnTo>
                  <a:lnTo>
                    <a:pt x="258" y="426"/>
                  </a:lnTo>
                  <a:lnTo>
                    <a:pt x="234" y="456"/>
                  </a:lnTo>
                  <a:lnTo>
                    <a:pt x="234" y="486"/>
                  </a:lnTo>
                  <a:lnTo>
                    <a:pt x="228" y="492"/>
                  </a:lnTo>
                  <a:lnTo>
                    <a:pt x="216" y="498"/>
                  </a:lnTo>
                  <a:lnTo>
                    <a:pt x="210" y="510"/>
                  </a:lnTo>
                  <a:lnTo>
                    <a:pt x="210" y="522"/>
                  </a:lnTo>
                  <a:lnTo>
                    <a:pt x="192" y="540"/>
                  </a:lnTo>
                  <a:lnTo>
                    <a:pt x="186" y="540"/>
                  </a:lnTo>
                  <a:lnTo>
                    <a:pt x="180" y="534"/>
                  </a:lnTo>
                  <a:lnTo>
                    <a:pt x="174" y="522"/>
                  </a:lnTo>
                  <a:lnTo>
                    <a:pt x="174" y="516"/>
                  </a:lnTo>
                  <a:lnTo>
                    <a:pt x="168" y="504"/>
                  </a:lnTo>
                  <a:lnTo>
                    <a:pt x="156" y="492"/>
                  </a:lnTo>
                  <a:lnTo>
                    <a:pt x="150" y="480"/>
                  </a:lnTo>
                  <a:lnTo>
                    <a:pt x="138" y="480"/>
                  </a:lnTo>
                  <a:lnTo>
                    <a:pt x="144" y="486"/>
                  </a:lnTo>
                  <a:lnTo>
                    <a:pt x="144" y="498"/>
                  </a:lnTo>
                  <a:lnTo>
                    <a:pt x="138" y="504"/>
                  </a:lnTo>
                  <a:lnTo>
                    <a:pt x="132" y="504"/>
                  </a:lnTo>
                  <a:lnTo>
                    <a:pt x="120" y="498"/>
                  </a:lnTo>
                  <a:lnTo>
                    <a:pt x="114" y="492"/>
                  </a:lnTo>
                  <a:lnTo>
                    <a:pt x="108" y="492"/>
                  </a:lnTo>
                  <a:lnTo>
                    <a:pt x="102" y="498"/>
                  </a:lnTo>
                  <a:lnTo>
                    <a:pt x="90" y="522"/>
                  </a:lnTo>
                  <a:lnTo>
                    <a:pt x="84" y="528"/>
                  </a:lnTo>
                  <a:lnTo>
                    <a:pt x="84" y="534"/>
                  </a:lnTo>
                  <a:lnTo>
                    <a:pt x="18" y="588"/>
                  </a:lnTo>
                  <a:lnTo>
                    <a:pt x="18" y="642"/>
                  </a:lnTo>
                  <a:lnTo>
                    <a:pt x="12" y="654"/>
                  </a:lnTo>
                  <a:lnTo>
                    <a:pt x="12" y="666"/>
                  </a:lnTo>
                  <a:lnTo>
                    <a:pt x="6" y="672"/>
                  </a:lnTo>
                  <a:lnTo>
                    <a:pt x="6" y="678"/>
                  </a:lnTo>
                  <a:lnTo>
                    <a:pt x="0" y="690"/>
                  </a:lnTo>
                  <a:lnTo>
                    <a:pt x="24" y="684"/>
                  </a:lnTo>
                  <a:lnTo>
                    <a:pt x="24" y="708"/>
                  </a:lnTo>
                  <a:lnTo>
                    <a:pt x="36" y="732"/>
                  </a:lnTo>
                  <a:lnTo>
                    <a:pt x="60" y="744"/>
                  </a:lnTo>
                  <a:lnTo>
                    <a:pt x="66" y="750"/>
                  </a:lnTo>
                  <a:lnTo>
                    <a:pt x="84" y="726"/>
                  </a:lnTo>
                  <a:lnTo>
                    <a:pt x="66" y="756"/>
                  </a:lnTo>
                  <a:lnTo>
                    <a:pt x="84" y="786"/>
                  </a:lnTo>
                  <a:lnTo>
                    <a:pt x="102" y="792"/>
                  </a:lnTo>
                  <a:lnTo>
                    <a:pt x="102" y="840"/>
                  </a:lnTo>
                  <a:lnTo>
                    <a:pt x="90" y="840"/>
                  </a:lnTo>
                  <a:lnTo>
                    <a:pt x="90" y="870"/>
                  </a:lnTo>
                  <a:lnTo>
                    <a:pt x="102" y="882"/>
                  </a:lnTo>
                  <a:lnTo>
                    <a:pt x="198" y="882"/>
                  </a:lnTo>
                  <a:lnTo>
                    <a:pt x="216" y="864"/>
                  </a:lnTo>
                  <a:lnTo>
                    <a:pt x="228" y="882"/>
                  </a:lnTo>
                  <a:lnTo>
                    <a:pt x="258" y="882"/>
                  </a:lnTo>
                  <a:lnTo>
                    <a:pt x="270" y="870"/>
                  </a:lnTo>
                  <a:lnTo>
                    <a:pt x="276" y="870"/>
                  </a:lnTo>
                  <a:lnTo>
                    <a:pt x="288" y="876"/>
                  </a:lnTo>
                  <a:lnTo>
                    <a:pt x="294" y="876"/>
                  </a:lnTo>
                  <a:lnTo>
                    <a:pt x="342" y="870"/>
                  </a:lnTo>
                  <a:lnTo>
                    <a:pt x="342" y="888"/>
                  </a:lnTo>
                  <a:lnTo>
                    <a:pt x="372" y="888"/>
                  </a:lnTo>
                  <a:lnTo>
                    <a:pt x="390" y="882"/>
                  </a:lnTo>
                  <a:lnTo>
                    <a:pt x="438" y="882"/>
                  </a:lnTo>
                  <a:lnTo>
                    <a:pt x="450" y="888"/>
                  </a:lnTo>
                  <a:lnTo>
                    <a:pt x="456" y="894"/>
                  </a:lnTo>
                  <a:lnTo>
                    <a:pt x="468" y="894"/>
                  </a:lnTo>
                  <a:lnTo>
                    <a:pt x="474" y="900"/>
                  </a:lnTo>
                  <a:lnTo>
                    <a:pt x="510" y="900"/>
                  </a:lnTo>
                  <a:lnTo>
                    <a:pt x="534" y="924"/>
                  </a:lnTo>
                  <a:lnTo>
                    <a:pt x="540" y="882"/>
                  </a:lnTo>
                  <a:lnTo>
                    <a:pt x="546" y="876"/>
                  </a:lnTo>
                  <a:lnTo>
                    <a:pt x="534" y="864"/>
                  </a:lnTo>
                  <a:lnTo>
                    <a:pt x="534" y="834"/>
                  </a:lnTo>
                  <a:lnTo>
                    <a:pt x="528" y="816"/>
                  </a:lnTo>
                  <a:lnTo>
                    <a:pt x="516" y="810"/>
                  </a:lnTo>
                  <a:lnTo>
                    <a:pt x="510" y="798"/>
                  </a:lnTo>
                  <a:lnTo>
                    <a:pt x="498" y="792"/>
                  </a:lnTo>
                  <a:lnTo>
                    <a:pt x="486" y="780"/>
                  </a:lnTo>
                  <a:lnTo>
                    <a:pt x="474" y="756"/>
                  </a:lnTo>
                  <a:lnTo>
                    <a:pt x="468" y="750"/>
                  </a:lnTo>
                  <a:lnTo>
                    <a:pt x="468" y="708"/>
                  </a:lnTo>
                  <a:lnTo>
                    <a:pt x="462" y="708"/>
                  </a:lnTo>
                  <a:lnTo>
                    <a:pt x="444" y="690"/>
                  </a:lnTo>
                  <a:lnTo>
                    <a:pt x="438" y="690"/>
                  </a:lnTo>
                  <a:lnTo>
                    <a:pt x="438" y="642"/>
                  </a:lnTo>
                  <a:lnTo>
                    <a:pt x="420" y="630"/>
                  </a:lnTo>
                  <a:lnTo>
                    <a:pt x="432" y="618"/>
                  </a:lnTo>
                  <a:lnTo>
                    <a:pt x="432" y="582"/>
                  </a:lnTo>
                  <a:lnTo>
                    <a:pt x="426" y="582"/>
                  </a:lnTo>
                  <a:lnTo>
                    <a:pt x="414" y="576"/>
                  </a:lnTo>
                  <a:lnTo>
                    <a:pt x="414" y="570"/>
                  </a:lnTo>
                  <a:lnTo>
                    <a:pt x="426" y="558"/>
                  </a:lnTo>
                  <a:lnTo>
                    <a:pt x="438" y="552"/>
                  </a:lnTo>
                  <a:lnTo>
                    <a:pt x="444" y="546"/>
                  </a:lnTo>
                  <a:lnTo>
                    <a:pt x="450" y="546"/>
                  </a:lnTo>
                  <a:lnTo>
                    <a:pt x="456" y="510"/>
                  </a:lnTo>
                  <a:lnTo>
                    <a:pt x="462" y="510"/>
                  </a:lnTo>
                  <a:lnTo>
                    <a:pt x="468" y="498"/>
                  </a:lnTo>
                  <a:lnTo>
                    <a:pt x="468" y="480"/>
                  </a:lnTo>
                  <a:lnTo>
                    <a:pt x="474" y="474"/>
                  </a:lnTo>
                  <a:lnTo>
                    <a:pt x="480" y="462"/>
                  </a:lnTo>
                  <a:lnTo>
                    <a:pt x="492" y="450"/>
                  </a:lnTo>
                  <a:lnTo>
                    <a:pt x="498" y="450"/>
                  </a:lnTo>
                  <a:lnTo>
                    <a:pt x="498" y="438"/>
                  </a:lnTo>
                  <a:lnTo>
                    <a:pt x="492" y="420"/>
                  </a:lnTo>
                  <a:lnTo>
                    <a:pt x="486" y="408"/>
                  </a:lnTo>
                  <a:lnTo>
                    <a:pt x="486" y="390"/>
                  </a:lnTo>
                  <a:lnTo>
                    <a:pt x="474" y="366"/>
                  </a:lnTo>
                  <a:lnTo>
                    <a:pt x="462" y="354"/>
                  </a:lnTo>
                  <a:lnTo>
                    <a:pt x="450" y="348"/>
                  </a:lnTo>
                  <a:lnTo>
                    <a:pt x="432" y="336"/>
                  </a:lnTo>
                  <a:lnTo>
                    <a:pt x="420" y="324"/>
                  </a:lnTo>
                  <a:lnTo>
                    <a:pt x="414" y="312"/>
                  </a:lnTo>
                  <a:lnTo>
                    <a:pt x="402" y="300"/>
                  </a:lnTo>
                  <a:lnTo>
                    <a:pt x="390" y="276"/>
                  </a:lnTo>
                  <a:lnTo>
                    <a:pt x="390" y="264"/>
                  </a:lnTo>
                  <a:lnTo>
                    <a:pt x="396" y="258"/>
                  </a:lnTo>
                  <a:lnTo>
                    <a:pt x="408" y="252"/>
                  </a:lnTo>
                  <a:lnTo>
                    <a:pt x="504" y="252"/>
                  </a:lnTo>
                  <a:lnTo>
                    <a:pt x="486" y="234"/>
                  </a:lnTo>
                  <a:lnTo>
                    <a:pt x="480" y="222"/>
                  </a:lnTo>
                  <a:lnTo>
                    <a:pt x="468" y="216"/>
                  </a:lnTo>
                  <a:lnTo>
                    <a:pt x="462" y="204"/>
                  </a:lnTo>
                  <a:lnTo>
                    <a:pt x="462" y="186"/>
                  </a:lnTo>
                  <a:lnTo>
                    <a:pt x="456" y="168"/>
                  </a:lnTo>
                  <a:lnTo>
                    <a:pt x="456" y="132"/>
                  </a:lnTo>
                  <a:lnTo>
                    <a:pt x="462" y="132"/>
                  </a:lnTo>
                  <a:lnTo>
                    <a:pt x="462" y="96"/>
                  </a:lnTo>
                  <a:lnTo>
                    <a:pt x="456" y="84"/>
                  </a:lnTo>
                  <a:lnTo>
                    <a:pt x="444" y="78"/>
                  </a:lnTo>
                  <a:lnTo>
                    <a:pt x="450" y="42"/>
                  </a:lnTo>
                  <a:lnTo>
                    <a:pt x="444" y="42"/>
                  </a:lnTo>
                  <a:lnTo>
                    <a:pt x="438" y="36"/>
                  </a:lnTo>
                  <a:lnTo>
                    <a:pt x="426" y="36"/>
                  </a:lnTo>
                  <a:lnTo>
                    <a:pt x="420" y="3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42" name="Cambodia" descr="© INSCALE GmbH, 05.05.2010&#10;http://www.presentationload.com/">
              <a:extLst>
                <a:ext uri="{FF2B5EF4-FFF2-40B4-BE49-F238E27FC236}">
                  <a16:creationId xmlns:a16="http://schemas.microsoft.com/office/drawing/2014/main" id="{E7F53F31-43D5-401F-8B69-C6071BDFE6BF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6125543" y="2616671"/>
              <a:ext cx="125364" cy="110462"/>
            </a:xfrm>
            <a:custGeom>
              <a:avLst/>
              <a:gdLst>
                <a:gd name="T0" fmla="*/ 2147483647 w 378"/>
                <a:gd name="T1" fmla="*/ 2147483647 h 336"/>
                <a:gd name="T2" fmla="*/ 2147483647 w 378"/>
                <a:gd name="T3" fmla="*/ 2147483647 h 336"/>
                <a:gd name="T4" fmla="*/ 2147483647 w 378"/>
                <a:gd name="T5" fmla="*/ 2147483647 h 336"/>
                <a:gd name="T6" fmla="*/ 2147483647 w 378"/>
                <a:gd name="T7" fmla="*/ 2147483647 h 336"/>
                <a:gd name="T8" fmla="*/ 2147483647 w 378"/>
                <a:gd name="T9" fmla="*/ 2147483647 h 336"/>
                <a:gd name="T10" fmla="*/ 2147483647 w 378"/>
                <a:gd name="T11" fmla="*/ 2147483647 h 336"/>
                <a:gd name="T12" fmla="*/ 2147483647 w 378"/>
                <a:gd name="T13" fmla="*/ 2147483647 h 336"/>
                <a:gd name="T14" fmla="*/ 2147483647 w 378"/>
                <a:gd name="T15" fmla="*/ 2147483647 h 336"/>
                <a:gd name="T16" fmla="*/ 2147483647 w 378"/>
                <a:gd name="T17" fmla="*/ 2147483647 h 336"/>
                <a:gd name="T18" fmla="*/ 2147483647 w 378"/>
                <a:gd name="T19" fmla="*/ 2147483647 h 336"/>
                <a:gd name="T20" fmla="*/ 2147483647 w 378"/>
                <a:gd name="T21" fmla="*/ 2147483647 h 336"/>
                <a:gd name="T22" fmla="*/ 2147483647 w 378"/>
                <a:gd name="T23" fmla="*/ 2147483647 h 336"/>
                <a:gd name="T24" fmla="*/ 2147483647 w 378"/>
                <a:gd name="T25" fmla="*/ 2147483647 h 336"/>
                <a:gd name="T26" fmla="*/ 2147483647 w 378"/>
                <a:gd name="T27" fmla="*/ 2147483647 h 336"/>
                <a:gd name="T28" fmla="*/ 0 w 378"/>
                <a:gd name="T29" fmla="*/ 2147483647 h 336"/>
                <a:gd name="T30" fmla="*/ 2147483647 w 378"/>
                <a:gd name="T31" fmla="*/ 2147483647 h 336"/>
                <a:gd name="T32" fmla="*/ 2147483647 w 378"/>
                <a:gd name="T33" fmla="*/ 2147483647 h 336"/>
                <a:gd name="T34" fmla="*/ 2147483647 w 378"/>
                <a:gd name="T35" fmla="*/ 2147483647 h 336"/>
                <a:gd name="T36" fmla="*/ 2147483647 w 378"/>
                <a:gd name="T37" fmla="*/ 2147483647 h 336"/>
                <a:gd name="T38" fmla="*/ 2147483647 w 378"/>
                <a:gd name="T39" fmla="*/ 2147483647 h 336"/>
                <a:gd name="T40" fmla="*/ 2147483647 w 378"/>
                <a:gd name="T41" fmla="*/ 2147483647 h 336"/>
                <a:gd name="T42" fmla="*/ 2147483647 w 378"/>
                <a:gd name="T43" fmla="*/ 2147483647 h 336"/>
                <a:gd name="T44" fmla="*/ 2147483647 w 378"/>
                <a:gd name="T45" fmla="*/ 2147483647 h 336"/>
                <a:gd name="T46" fmla="*/ 2147483647 w 378"/>
                <a:gd name="T47" fmla="*/ 2147483647 h 336"/>
                <a:gd name="T48" fmla="*/ 2147483647 w 378"/>
                <a:gd name="T49" fmla="*/ 2147483647 h 336"/>
                <a:gd name="T50" fmla="*/ 2147483647 w 378"/>
                <a:gd name="T51" fmla="*/ 2147483647 h 336"/>
                <a:gd name="T52" fmla="*/ 2147483647 w 378"/>
                <a:gd name="T53" fmla="*/ 2147483647 h 336"/>
                <a:gd name="T54" fmla="*/ 2147483647 w 378"/>
                <a:gd name="T55" fmla="*/ 2147483647 h 336"/>
                <a:gd name="T56" fmla="*/ 2147483647 w 378"/>
                <a:gd name="T57" fmla="*/ 2147483647 h 336"/>
                <a:gd name="T58" fmla="*/ 2147483647 w 378"/>
                <a:gd name="T59" fmla="*/ 2147483647 h 336"/>
                <a:gd name="T60" fmla="*/ 2147483647 w 378"/>
                <a:gd name="T61" fmla="*/ 2147483647 h 336"/>
                <a:gd name="T62" fmla="*/ 2147483647 w 378"/>
                <a:gd name="T63" fmla="*/ 2147483647 h 336"/>
                <a:gd name="T64" fmla="*/ 2147483647 w 378"/>
                <a:gd name="T65" fmla="*/ 2147483647 h 336"/>
                <a:gd name="T66" fmla="*/ 2147483647 w 378"/>
                <a:gd name="T67" fmla="*/ 2147483647 h 336"/>
                <a:gd name="T68" fmla="*/ 2147483647 w 378"/>
                <a:gd name="T69" fmla="*/ 2147483647 h 336"/>
                <a:gd name="T70" fmla="*/ 2147483647 w 378"/>
                <a:gd name="T71" fmla="*/ 2147483647 h 336"/>
                <a:gd name="T72" fmla="*/ 2147483647 w 378"/>
                <a:gd name="T73" fmla="*/ 2147483647 h 336"/>
                <a:gd name="T74" fmla="*/ 2147483647 w 378"/>
                <a:gd name="T75" fmla="*/ 2147483647 h 336"/>
                <a:gd name="T76" fmla="*/ 2147483647 w 378"/>
                <a:gd name="T77" fmla="*/ 2147483647 h 336"/>
                <a:gd name="T78" fmla="*/ 2147483647 w 378"/>
                <a:gd name="T79" fmla="*/ 2147483647 h 336"/>
                <a:gd name="T80" fmla="*/ 2147483647 w 378"/>
                <a:gd name="T81" fmla="*/ 2147483647 h 336"/>
                <a:gd name="T82" fmla="*/ 2147483647 w 378"/>
                <a:gd name="T83" fmla="*/ 2147483647 h 336"/>
                <a:gd name="T84" fmla="*/ 2147483647 w 378"/>
                <a:gd name="T85" fmla="*/ 2147483647 h 336"/>
                <a:gd name="T86" fmla="*/ 2147483647 w 378"/>
                <a:gd name="T87" fmla="*/ 2147483647 h 336"/>
                <a:gd name="T88" fmla="*/ 2147483647 w 378"/>
                <a:gd name="T89" fmla="*/ 2147483647 h 336"/>
                <a:gd name="T90" fmla="*/ 2147483647 w 378"/>
                <a:gd name="T91" fmla="*/ 2147483647 h 336"/>
                <a:gd name="T92" fmla="*/ 2147483647 w 378"/>
                <a:gd name="T93" fmla="*/ 2147483647 h 336"/>
                <a:gd name="T94" fmla="*/ 2147483647 w 378"/>
                <a:gd name="T95" fmla="*/ 0 h 3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378"/>
                <a:gd name="T145" fmla="*/ 0 h 336"/>
                <a:gd name="T146" fmla="*/ 378 w 378"/>
                <a:gd name="T147" fmla="*/ 336 h 3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378" h="336">
                  <a:moveTo>
                    <a:pt x="324" y="0"/>
                  </a:moveTo>
                  <a:lnTo>
                    <a:pt x="312" y="12"/>
                  </a:lnTo>
                  <a:lnTo>
                    <a:pt x="276" y="0"/>
                  </a:lnTo>
                  <a:lnTo>
                    <a:pt x="264" y="12"/>
                  </a:lnTo>
                  <a:lnTo>
                    <a:pt x="246" y="24"/>
                  </a:lnTo>
                  <a:lnTo>
                    <a:pt x="258" y="36"/>
                  </a:lnTo>
                  <a:lnTo>
                    <a:pt x="258" y="48"/>
                  </a:lnTo>
                  <a:lnTo>
                    <a:pt x="252" y="54"/>
                  </a:lnTo>
                  <a:lnTo>
                    <a:pt x="240" y="54"/>
                  </a:lnTo>
                  <a:lnTo>
                    <a:pt x="228" y="42"/>
                  </a:lnTo>
                  <a:lnTo>
                    <a:pt x="228" y="36"/>
                  </a:lnTo>
                  <a:lnTo>
                    <a:pt x="222" y="36"/>
                  </a:lnTo>
                  <a:lnTo>
                    <a:pt x="216" y="30"/>
                  </a:lnTo>
                  <a:lnTo>
                    <a:pt x="192" y="30"/>
                  </a:lnTo>
                  <a:lnTo>
                    <a:pt x="192" y="18"/>
                  </a:lnTo>
                  <a:lnTo>
                    <a:pt x="186" y="18"/>
                  </a:lnTo>
                  <a:lnTo>
                    <a:pt x="186" y="24"/>
                  </a:lnTo>
                  <a:lnTo>
                    <a:pt x="180" y="18"/>
                  </a:lnTo>
                  <a:lnTo>
                    <a:pt x="168" y="12"/>
                  </a:lnTo>
                  <a:lnTo>
                    <a:pt x="138" y="12"/>
                  </a:lnTo>
                  <a:lnTo>
                    <a:pt x="126" y="18"/>
                  </a:lnTo>
                  <a:lnTo>
                    <a:pt x="114" y="18"/>
                  </a:lnTo>
                  <a:lnTo>
                    <a:pt x="108" y="12"/>
                  </a:lnTo>
                  <a:lnTo>
                    <a:pt x="72" y="12"/>
                  </a:lnTo>
                  <a:lnTo>
                    <a:pt x="54" y="18"/>
                  </a:lnTo>
                  <a:lnTo>
                    <a:pt x="42" y="24"/>
                  </a:lnTo>
                  <a:lnTo>
                    <a:pt x="36" y="30"/>
                  </a:lnTo>
                  <a:lnTo>
                    <a:pt x="30" y="42"/>
                  </a:lnTo>
                  <a:lnTo>
                    <a:pt x="30" y="48"/>
                  </a:lnTo>
                  <a:lnTo>
                    <a:pt x="0" y="78"/>
                  </a:lnTo>
                  <a:lnTo>
                    <a:pt x="6" y="114"/>
                  </a:lnTo>
                  <a:lnTo>
                    <a:pt x="18" y="126"/>
                  </a:lnTo>
                  <a:lnTo>
                    <a:pt x="18" y="156"/>
                  </a:lnTo>
                  <a:lnTo>
                    <a:pt x="30" y="168"/>
                  </a:lnTo>
                  <a:lnTo>
                    <a:pt x="30" y="198"/>
                  </a:lnTo>
                  <a:lnTo>
                    <a:pt x="42" y="210"/>
                  </a:lnTo>
                  <a:lnTo>
                    <a:pt x="48" y="222"/>
                  </a:lnTo>
                  <a:lnTo>
                    <a:pt x="54" y="228"/>
                  </a:lnTo>
                  <a:lnTo>
                    <a:pt x="54" y="234"/>
                  </a:lnTo>
                  <a:lnTo>
                    <a:pt x="42" y="246"/>
                  </a:lnTo>
                  <a:lnTo>
                    <a:pt x="54" y="270"/>
                  </a:lnTo>
                  <a:lnTo>
                    <a:pt x="60" y="276"/>
                  </a:lnTo>
                  <a:lnTo>
                    <a:pt x="72" y="282"/>
                  </a:lnTo>
                  <a:lnTo>
                    <a:pt x="78" y="282"/>
                  </a:lnTo>
                  <a:lnTo>
                    <a:pt x="90" y="270"/>
                  </a:lnTo>
                  <a:lnTo>
                    <a:pt x="90" y="264"/>
                  </a:lnTo>
                  <a:lnTo>
                    <a:pt x="90" y="288"/>
                  </a:lnTo>
                  <a:lnTo>
                    <a:pt x="96" y="300"/>
                  </a:lnTo>
                  <a:lnTo>
                    <a:pt x="102" y="306"/>
                  </a:lnTo>
                  <a:lnTo>
                    <a:pt x="114" y="306"/>
                  </a:lnTo>
                  <a:lnTo>
                    <a:pt x="120" y="300"/>
                  </a:lnTo>
                  <a:lnTo>
                    <a:pt x="132" y="300"/>
                  </a:lnTo>
                  <a:lnTo>
                    <a:pt x="138" y="306"/>
                  </a:lnTo>
                  <a:lnTo>
                    <a:pt x="138" y="312"/>
                  </a:lnTo>
                  <a:lnTo>
                    <a:pt x="150" y="336"/>
                  </a:lnTo>
                  <a:lnTo>
                    <a:pt x="168" y="336"/>
                  </a:lnTo>
                  <a:lnTo>
                    <a:pt x="180" y="324"/>
                  </a:lnTo>
                  <a:lnTo>
                    <a:pt x="192" y="318"/>
                  </a:lnTo>
                  <a:lnTo>
                    <a:pt x="210" y="318"/>
                  </a:lnTo>
                  <a:lnTo>
                    <a:pt x="222" y="312"/>
                  </a:lnTo>
                  <a:lnTo>
                    <a:pt x="222" y="306"/>
                  </a:lnTo>
                  <a:lnTo>
                    <a:pt x="216" y="300"/>
                  </a:lnTo>
                  <a:lnTo>
                    <a:pt x="210" y="300"/>
                  </a:lnTo>
                  <a:lnTo>
                    <a:pt x="204" y="294"/>
                  </a:lnTo>
                  <a:lnTo>
                    <a:pt x="240" y="294"/>
                  </a:lnTo>
                  <a:lnTo>
                    <a:pt x="240" y="288"/>
                  </a:lnTo>
                  <a:lnTo>
                    <a:pt x="246" y="282"/>
                  </a:lnTo>
                  <a:lnTo>
                    <a:pt x="258" y="282"/>
                  </a:lnTo>
                  <a:lnTo>
                    <a:pt x="270" y="288"/>
                  </a:lnTo>
                  <a:lnTo>
                    <a:pt x="276" y="294"/>
                  </a:lnTo>
                  <a:lnTo>
                    <a:pt x="288" y="300"/>
                  </a:lnTo>
                  <a:lnTo>
                    <a:pt x="294" y="306"/>
                  </a:lnTo>
                  <a:lnTo>
                    <a:pt x="294" y="294"/>
                  </a:lnTo>
                  <a:lnTo>
                    <a:pt x="276" y="276"/>
                  </a:lnTo>
                  <a:lnTo>
                    <a:pt x="264" y="252"/>
                  </a:lnTo>
                  <a:lnTo>
                    <a:pt x="264" y="228"/>
                  </a:lnTo>
                  <a:lnTo>
                    <a:pt x="306" y="228"/>
                  </a:lnTo>
                  <a:lnTo>
                    <a:pt x="306" y="204"/>
                  </a:lnTo>
                  <a:lnTo>
                    <a:pt x="336" y="204"/>
                  </a:lnTo>
                  <a:lnTo>
                    <a:pt x="336" y="186"/>
                  </a:lnTo>
                  <a:lnTo>
                    <a:pt x="342" y="180"/>
                  </a:lnTo>
                  <a:lnTo>
                    <a:pt x="360" y="180"/>
                  </a:lnTo>
                  <a:lnTo>
                    <a:pt x="372" y="186"/>
                  </a:lnTo>
                  <a:lnTo>
                    <a:pt x="372" y="156"/>
                  </a:lnTo>
                  <a:lnTo>
                    <a:pt x="366" y="150"/>
                  </a:lnTo>
                  <a:lnTo>
                    <a:pt x="366" y="120"/>
                  </a:lnTo>
                  <a:lnTo>
                    <a:pt x="360" y="114"/>
                  </a:lnTo>
                  <a:lnTo>
                    <a:pt x="360" y="102"/>
                  </a:lnTo>
                  <a:lnTo>
                    <a:pt x="366" y="102"/>
                  </a:lnTo>
                  <a:lnTo>
                    <a:pt x="378" y="90"/>
                  </a:lnTo>
                  <a:lnTo>
                    <a:pt x="378" y="84"/>
                  </a:lnTo>
                  <a:lnTo>
                    <a:pt x="366" y="60"/>
                  </a:lnTo>
                  <a:lnTo>
                    <a:pt x="354" y="48"/>
                  </a:lnTo>
                  <a:lnTo>
                    <a:pt x="348" y="48"/>
                  </a:lnTo>
                  <a:lnTo>
                    <a:pt x="348" y="6"/>
                  </a:lnTo>
                  <a:lnTo>
                    <a:pt x="324" y="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43" name="Brazil" descr="© INSCALE GmbH, 05.05.2010&#10;http://www.presentationload.com/">
              <a:extLst>
                <a:ext uri="{FF2B5EF4-FFF2-40B4-BE49-F238E27FC236}">
                  <a16:creationId xmlns:a16="http://schemas.microsoft.com/office/drawing/2014/main" id="{DE3F6CE3-E441-4756-8763-072BBC29ADE4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1996269" y="2862002"/>
              <a:ext cx="920201" cy="1033973"/>
            </a:xfrm>
            <a:custGeom>
              <a:avLst/>
              <a:gdLst>
                <a:gd name="T0" fmla="*/ 2147483647 w 2784"/>
                <a:gd name="T1" fmla="*/ 2147483647 h 3150"/>
                <a:gd name="T2" fmla="*/ 2147483647 w 2784"/>
                <a:gd name="T3" fmla="*/ 2147483647 h 3150"/>
                <a:gd name="T4" fmla="*/ 2147483647 w 2784"/>
                <a:gd name="T5" fmla="*/ 2147483647 h 3150"/>
                <a:gd name="T6" fmla="*/ 2147483647 w 2784"/>
                <a:gd name="T7" fmla="*/ 2147483647 h 3150"/>
                <a:gd name="T8" fmla="*/ 2147483647 w 2784"/>
                <a:gd name="T9" fmla="*/ 2147483647 h 3150"/>
                <a:gd name="T10" fmla="*/ 2147483647 w 2784"/>
                <a:gd name="T11" fmla="*/ 2147483647 h 3150"/>
                <a:gd name="T12" fmla="*/ 2147483647 w 2784"/>
                <a:gd name="T13" fmla="*/ 2147483647 h 3150"/>
                <a:gd name="T14" fmla="*/ 2147483647 w 2784"/>
                <a:gd name="T15" fmla="*/ 2147483647 h 3150"/>
                <a:gd name="T16" fmla="*/ 2147483647 w 2784"/>
                <a:gd name="T17" fmla="*/ 2147483647 h 3150"/>
                <a:gd name="T18" fmla="*/ 2147483647 w 2784"/>
                <a:gd name="T19" fmla="*/ 2147483647 h 3150"/>
                <a:gd name="T20" fmla="*/ 2147483647 w 2784"/>
                <a:gd name="T21" fmla="*/ 2147483647 h 3150"/>
                <a:gd name="T22" fmla="*/ 2147483647 w 2784"/>
                <a:gd name="T23" fmla="*/ 2147483647 h 3150"/>
                <a:gd name="T24" fmla="*/ 2147483647 w 2784"/>
                <a:gd name="T25" fmla="*/ 2147483647 h 3150"/>
                <a:gd name="T26" fmla="*/ 2147483647 w 2784"/>
                <a:gd name="T27" fmla="*/ 2147483647 h 3150"/>
                <a:gd name="T28" fmla="*/ 2147483647 w 2784"/>
                <a:gd name="T29" fmla="*/ 2147483647 h 3150"/>
                <a:gd name="T30" fmla="*/ 2147483647 w 2784"/>
                <a:gd name="T31" fmla="*/ 2147483647 h 3150"/>
                <a:gd name="T32" fmla="*/ 2147483647 w 2784"/>
                <a:gd name="T33" fmla="*/ 2147483647 h 3150"/>
                <a:gd name="T34" fmla="*/ 2147483647 w 2784"/>
                <a:gd name="T35" fmla="*/ 2147483647 h 3150"/>
                <a:gd name="T36" fmla="*/ 2147483647 w 2784"/>
                <a:gd name="T37" fmla="*/ 2147483647 h 3150"/>
                <a:gd name="T38" fmla="*/ 2147483647 w 2784"/>
                <a:gd name="T39" fmla="*/ 2147483647 h 3150"/>
                <a:gd name="T40" fmla="*/ 2147483647 w 2784"/>
                <a:gd name="T41" fmla="*/ 2147483647 h 3150"/>
                <a:gd name="T42" fmla="*/ 2147483647 w 2784"/>
                <a:gd name="T43" fmla="*/ 2147483647 h 3150"/>
                <a:gd name="T44" fmla="*/ 2147483647 w 2784"/>
                <a:gd name="T45" fmla="*/ 2147483647 h 3150"/>
                <a:gd name="T46" fmla="*/ 2147483647 w 2784"/>
                <a:gd name="T47" fmla="*/ 2147483647 h 3150"/>
                <a:gd name="T48" fmla="*/ 2147483647 w 2784"/>
                <a:gd name="T49" fmla="*/ 2147483647 h 3150"/>
                <a:gd name="T50" fmla="*/ 2147483647 w 2784"/>
                <a:gd name="T51" fmla="*/ 2147483647 h 3150"/>
                <a:gd name="T52" fmla="*/ 2147483647 w 2784"/>
                <a:gd name="T53" fmla="*/ 2147483647 h 3150"/>
                <a:gd name="T54" fmla="*/ 2147483647 w 2784"/>
                <a:gd name="T55" fmla="*/ 2147483647 h 3150"/>
                <a:gd name="T56" fmla="*/ 2147483647 w 2784"/>
                <a:gd name="T57" fmla="*/ 2147483647 h 3150"/>
                <a:gd name="T58" fmla="*/ 2147483647 w 2784"/>
                <a:gd name="T59" fmla="*/ 2147483647 h 3150"/>
                <a:gd name="T60" fmla="*/ 2147483647 w 2784"/>
                <a:gd name="T61" fmla="*/ 2147483647 h 3150"/>
                <a:gd name="T62" fmla="*/ 2147483647 w 2784"/>
                <a:gd name="T63" fmla="*/ 2147483647 h 3150"/>
                <a:gd name="T64" fmla="*/ 2147483647 w 2784"/>
                <a:gd name="T65" fmla="*/ 2147483647 h 3150"/>
                <a:gd name="T66" fmla="*/ 2147483647 w 2784"/>
                <a:gd name="T67" fmla="*/ 2147483647 h 3150"/>
                <a:gd name="T68" fmla="*/ 2147483647 w 2784"/>
                <a:gd name="T69" fmla="*/ 2147483647 h 3150"/>
                <a:gd name="T70" fmla="*/ 2147483647 w 2784"/>
                <a:gd name="T71" fmla="*/ 2147483647 h 3150"/>
                <a:gd name="T72" fmla="*/ 2147483647 w 2784"/>
                <a:gd name="T73" fmla="*/ 2147483647 h 3150"/>
                <a:gd name="T74" fmla="*/ 2147483647 w 2784"/>
                <a:gd name="T75" fmla="*/ 2147483647 h 3150"/>
                <a:gd name="T76" fmla="*/ 2147483647 w 2784"/>
                <a:gd name="T77" fmla="*/ 2147483647 h 3150"/>
                <a:gd name="T78" fmla="*/ 2147483647 w 2784"/>
                <a:gd name="T79" fmla="*/ 2147483647 h 3150"/>
                <a:gd name="T80" fmla="*/ 2147483647 w 2784"/>
                <a:gd name="T81" fmla="*/ 2147483647 h 3150"/>
                <a:gd name="T82" fmla="*/ 2147483647 w 2784"/>
                <a:gd name="T83" fmla="*/ 2147483647 h 3150"/>
                <a:gd name="T84" fmla="*/ 2147483647 w 2784"/>
                <a:gd name="T85" fmla="*/ 2147483647 h 3150"/>
                <a:gd name="T86" fmla="*/ 2147483647 w 2784"/>
                <a:gd name="T87" fmla="*/ 2147483647 h 3150"/>
                <a:gd name="T88" fmla="*/ 2147483647 w 2784"/>
                <a:gd name="T89" fmla="*/ 2147483647 h 3150"/>
                <a:gd name="T90" fmla="*/ 2147483647 w 2784"/>
                <a:gd name="T91" fmla="*/ 2147483647 h 3150"/>
                <a:gd name="T92" fmla="*/ 2147483647 w 2784"/>
                <a:gd name="T93" fmla="*/ 2147483647 h 3150"/>
                <a:gd name="T94" fmla="*/ 2147483647 w 2784"/>
                <a:gd name="T95" fmla="*/ 2147483647 h 3150"/>
                <a:gd name="T96" fmla="*/ 2147483647 w 2784"/>
                <a:gd name="T97" fmla="*/ 2147483647 h 3150"/>
                <a:gd name="T98" fmla="*/ 2147483647 w 2784"/>
                <a:gd name="T99" fmla="*/ 2147483647 h 3150"/>
                <a:gd name="T100" fmla="*/ 2147483647 w 2784"/>
                <a:gd name="T101" fmla="*/ 2147483647 h 3150"/>
                <a:gd name="T102" fmla="*/ 2147483647 w 2784"/>
                <a:gd name="T103" fmla="*/ 2147483647 h 3150"/>
                <a:gd name="T104" fmla="*/ 2147483647 w 2784"/>
                <a:gd name="T105" fmla="*/ 2147483647 h 3150"/>
                <a:gd name="T106" fmla="*/ 2147483647 w 2784"/>
                <a:gd name="T107" fmla="*/ 2147483647 h 3150"/>
                <a:gd name="T108" fmla="*/ 2147483647 w 2784"/>
                <a:gd name="T109" fmla="*/ 2147483647 h 3150"/>
                <a:gd name="T110" fmla="*/ 2147483647 w 2784"/>
                <a:gd name="T111" fmla="*/ 2147483647 h 3150"/>
                <a:gd name="T112" fmla="*/ 2147483647 w 2784"/>
                <a:gd name="T113" fmla="*/ 2147483647 h 3150"/>
                <a:gd name="T114" fmla="*/ 2147483647 w 2784"/>
                <a:gd name="T115" fmla="*/ 2147483647 h 3150"/>
                <a:gd name="T116" fmla="*/ 2147483647 w 2784"/>
                <a:gd name="T117" fmla="*/ 2147483647 h 3150"/>
                <a:gd name="T118" fmla="*/ 2147483647 w 2784"/>
                <a:gd name="T119" fmla="*/ 2147483647 h 315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784"/>
                <a:gd name="T181" fmla="*/ 0 h 3150"/>
                <a:gd name="T182" fmla="*/ 2784 w 2784"/>
                <a:gd name="T183" fmla="*/ 3150 h 315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784" h="3150">
                  <a:moveTo>
                    <a:pt x="1716" y="450"/>
                  </a:moveTo>
                  <a:lnTo>
                    <a:pt x="1710" y="450"/>
                  </a:lnTo>
                  <a:lnTo>
                    <a:pt x="1698" y="444"/>
                  </a:lnTo>
                  <a:lnTo>
                    <a:pt x="1680" y="444"/>
                  </a:lnTo>
                  <a:lnTo>
                    <a:pt x="1662" y="438"/>
                  </a:lnTo>
                  <a:lnTo>
                    <a:pt x="1650" y="438"/>
                  </a:lnTo>
                  <a:lnTo>
                    <a:pt x="1644" y="444"/>
                  </a:lnTo>
                  <a:lnTo>
                    <a:pt x="1644" y="450"/>
                  </a:lnTo>
                  <a:lnTo>
                    <a:pt x="1650" y="462"/>
                  </a:lnTo>
                  <a:lnTo>
                    <a:pt x="1650" y="468"/>
                  </a:lnTo>
                  <a:lnTo>
                    <a:pt x="1656" y="480"/>
                  </a:lnTo>
                  <a:lnTo>
                    <a:pt x="1638" y="480"/>
                  </a:lnTo>
                  <a:lnTo>
                    <a:pt x="1638" y="504"/>
                  </a:lnTo>
                  <a:lnTo>
                    <a:pt x="1656" y="516"/>
                  </a:lnTo>
                  <a:lnTo>
                    <a:pt x="1644" y="528"/>
                  </a:lnTo>
                  <a:lnTo>
                    <a:pt x="1644" y="540"/>
                  </a:lnTo>
                  <a:lnTo>
                    <a:pt x="1656" y="564"/>
                  </a:lnTo>
                  <a:lnTo>
                    <a:pt x="1668" y="570"/>
                  </a:lnTo>
                  <a:lnTo>
                    <a:pt x="1674" y="576"/>
                  </a:lnTo>
                  <a:lnTo>
                    <a:pt x="1686" y="576"/>
                  </a:lnTo>
                  <a:lnTo>
                    <a:pt x="1698" y="570"/>
                  </a:lnTo>
                  <a:lnTo>
                    <a:pt x="1710" y="570"/>
                  </a:lnTo>
                  <a:lnTo>
                    <a:pt x="1716" y="564"/>
                  </a:lnTo>
                  <a:lnTo>
                    <a:pt x="1716" y="558"/>
                  </a:lnTo>
                  <a:lnTo>
                    <a:pt x="1728" y="558"/>
                  </a:lnTo>
                  <a:lnTo>
                    <a:pt x="1740" y="552"/>
                  </a:lnTo>
                  <a:lnTo>
                    <a:pt x="1758" y="552"/>
                  </a:lnTo>
                  <a:lnTo>
                    <a:pt x="1770" y="546"/>
                  </a:lnTo>
                  <a:lnTo>
                    <a:pt x="1776" y="534"/>
                  </a:lnTo>
                  <a:lnTo>
                    <a:pt x="1788" y="492"/>
                  </a:lnTo>
                  <a:lnTo>
                    <a:pt x="1794" y="480"/>
                  </a:lnTo>
                  <a:lnTo>
                    <a:pt x="1794" y="474"/>
                  </a:lnTo>
                  <a:lnTo>
                    <a:pt x="1800" y="462"/>
                  </a:lnTo>
                  <a:lnTo>
                    <a:pt x="1800" y="444"/>
                  </a:lnTo>
                  <a:lnTo>
                    <a:pt x="1794" y="438"/>
                  </a:lnTo>
                  <a:lnTo>
                    <a:pt x="1752" y="438"/>
                  </a:lnTo>
                  <a:lnTo>
                    <a:pt x="1740" y="444"/>
                  </a:lnTo>
                  <a:lnTo>
                    <a:pt x="1734" y="444"/>
                  </a:lnTo>
                  <a:lnTo>
                    <a:pt x="1722" y="450"/>
                  </a:lnTo>
                  <a:lnTo>
                    <a:pt x="1716" y="450"/>
                  </a:lnTo>
                  <a:close/>
                  <a:moveTo>
                    <a:pt x="1716" y="438"/>
                  </a:moveTo>
                  <a:lnTo>
                    <a:pt x="1740" y="432"/>
                  </a:lnTo>
                  <a:lnTo>
                    <a:pt x="1722" y="414"/>
                  </a:lnTo>
                  <a:lnTo>
                    <a:pt x="1698" y="438"/>
                  </a:lnTo>
                  <a:lnTo>
                    <a:pt x="1716" y="438"/>
                  </a:lnTo>
                  <a:close/>
                  <a:moveTo>
                    <a:pt x="1686" y="408"/>
                  </a:moveTo>
                  <a:lnTo>
                    <a:pt x="1662" y="408"/>
                  </a:lnTo>
                  <a:lnTo>
                    <a:pt x="1662" y="426"/>
                  </a:lnTo>
                  <a:lnTo>
                    <a:pt x="1698" y="426"/>
                  </a:lnTo>
                  <a:lnTo>
                    <a:pt x="1716" y="402"/>
                  </a:lnTo>
                  <a:lnTo>
                    <a:pt x="1698" y="384"/>
                  </a:lnTo>
                  <a:lnTo>
                    <a:pt x="1686" y="408"/>
                  </a:lnTo>
                  <a:close/>
                  <a:moveTo>
                    <a:pt x="1572" y="492"/>
                  </a:moveTo>
                  <a:lnTo>
                    <a:pt x="1572" y="510"/>
                  </a:lnTo>
                  <a:lnTo>
                    <a:pt x="1554" y="546"/>
                  </a:lnTo>
                  <a:lnTo>
                    <a:pt x="1584" y="528"/>
                  </a:lnTo>
                  <a:lnTo>
                    <a:pt x="1590" y="516"/>
                  </a:lnTo>
                  <a:lnTo>
                    <a:pt x="1596" y="510"/>
                  </a:lnTo>
                  <a:lnTo>
                    <a:pt x="1608" y="486"/>
                  </a:lnTo>
                  <a:lnTo>
                    <a:pt x="1608" y="480"/>
                  </a:lnTo>
                  <a:lnTo>
                    <a:pt x="1602" y="474"/>
                  </a:lnTo>
                  <a:lnTo>
                    <a:pt x="1596" y="474"/>
                  </a:lnTo>
                  <a:lnTo>
                    <a:pt x="1584" y="480"/>
                  </a:lnTo>
                  <a:lnTo>
                    <a:pt x="1572" y="492"/>
                  </a:lnTo>
                  <a:close/>
                  <a:moveTo>
                    <a:pt x="1632" y="426"/>
                  </a:moveTo>
                  <a:lnTo>
                    <a:pt x="1608" y="450"/>
                  </a:lnTo>
                  <a:lnTo>
                    <a:pt x="1626" y="456"/>
                  </a:lnTo>
                  <a:lnTo>
                    <a:pt x="1644" y="432"/>
                  </a:lnTo>
                  <a:lnTo>
                    <a:pt x="1632" y="426"/>
                  </a:lnTo>
                  <a:close/>
                  <a:moveTo>
                    <a:pt x="2778" y="1002"/>
                  </a:moveTo>
                  <a:lnTo>
                    <a:pt x="2778" y="984"/>
                  </a:lnTo>
                  <a:lnTo>
                    <a:pt x="2772" y="972"/>
                  </a:lnTo>
                  <a:lnTo>
                    <a:pt x="2760" y="954"/>
                  </a:lnTo>
                  <a:lnTo>
                    <a:pt x="2754" y="936"/>
                  </a:lnTo>
                  <a:lnTo>
                    <a:pt x="2754" y="870"/>
                  </a:lnTo>
                  <a:lnTo>
                    <a:pt x="2724" y="840"/>
                  </a:lnTo>
                  <a:lnTo>
                    <a:pt x="2694" y="834"/>
                  </a:lnTo>
                  <a:lnTo>
                    <a:pt x="2646" y="840"/>
                  </a:lnTo>
                  <a:lnTo>
                    <a:pt x="2628" y="822"/>
                  </a:lnTo>
                  <a:lnTo>
                    <a:pt x="2610" y="822"/>
                  </a:lnTo>
                  <a:lnTo>
                    <a:pt x="2592" y="798"/>
                  </a:lnTo>
                  <a:lnTo>
                    <a:pt x="2568" y="798"/>
                  </a:lnTo>
                  <a:lnTo>
                    <a:pt x="2538" y="768"/>
                  </a:lnTo>
                  <a:lnTo>
                    <a:pt x="2526" y="750"/>
                  </a:lnTo>
                  <a:lnTo>
                    <a:pt x="2490" y="714"/>
                  </a:lnTo>
                  <a:lnTo>
                    <a:pt x="2418" y="666"/>
                  </a:lnTo>
                  <a:lnTo>
                    <a:pt x="2394" y="660"/>
                  </a:lnTo>
                  <a:lnTo>
                    <a:pt x="2316" y="660"/>
                  </a:lnTo>
                  <a:lnTo>
                    <a:pt x="2316" y="672"/>
                  </a:lnTo>
                  <a:lnTo>
                    <a:pt x="2310" y="672"/>
                  </a:lnTo>
                  <a:lnTo>
                    <a:pt x="2298" y="660"/>
                  </a:lnTo>
                  <a:lnTo>
                    <a:pt x="2286" y="654"/>
                  </a:lnTo>
                  <a:lnTo>
                    <a:pt x="2274" y="654"/>
                  </a:lnTo>
                  <a:lnTo>
                    <a:pt x="2262" y="648"/>
                  </a:lnTo>
                  <a:lnTo>
                    <a:pt x="2232" y="648"/>
                  </a:lnTo>
                  <a:lnTo>
                    <a:pt x="2226" y="642"/>
                  </a:lnTo>
                  <a:lnTo>
                    <a:pt x="2214" y="636"/>
                  </a:lnTo>
                  <a:lnTo>
                    <a:pt x="2196" y="630"/>
                  </a:lnTo>
                  <a:lnTo>
                    <a:pt x="2184" y="624"/>
                  </a:lnTo>
                  <a:lnTo>
                    <a:pt x="2166" y="618"/>
                  </a:lnTo>
                  <a:lnTo>
                    <a:pt x="2154" y="618"/>
                  </a:lnTo>
                  <a:lnTo>
                    <a:pt x="2142" y="624"/>
                  </a:lnTo>
                  <a:lnTo>
                    <a:pt x="2112" y="654"/>
                  </a:lnTo>
                  <a:lnTo>
                    <a:pt x="2106" y="666"/>
                  </a:lnTo>
                  <a:lnTo>
                    <a:pt x="2088" y="642"/>
                  </a:lnTo>
                  <a:lnTo>
                    <a:pt x="2088" y="678"/>
                  </a:lnTo>
                  <a:lnTo>
                    <a:pt x="2058" y="702"/>
                  </a:lnTo>
                  <a:lnTo>
                    <a:pt x="2076" y="636"/>
                  </a:lnTo>
                  <a:lnTo>
                    <a:pt x="2082" y="636"/>
                  </a:lnTo>
                  <a:lnTo>
                    <a:pt x="2094" y="624"/>
                  </a:lnTo>
                  <a:lnTo>
                    <a:pt x="2094" y="606"/>
                  </a:lnTo>
                  <a:lnTo>
                    <a:pt x="2088" y="600"/>
                  </a:lnTo>
                  <a:lnTo>
                    <a:pt x="2082" y="600"/>
                  </a:lnTo>
                  <a:lnTo>
                    <a:pt x="2064" y="618"/>
                  </a:lnTo>
                  <a:lnTo>
                    <a:pt x="2076" y="582"/>
                  </a:lnTo>
                  <a:lnTo>
                    <a:pt x="2070" y="582"/>
                  </a:lnTo>
                  <a:lnTo>
                    <a:pt x="2064" y="576"/>
                  </a:lnTo>
                  <a:lnTo>
                    <a:pt x="2064" y="570"/>
                  </a:lnTo>
                  <a:lnTo>
                    <a:pt x="2040" y="546"/>
                  </a:lnTo>
                  <a:lnTo>
                    <a:pt x="2034" y="546"/>
                  </a:lnTo>
                  <a:lnTo>
                    <a:pt x="2022" y="564"/>
                  </a:lnTo>
                  <a:lnTo>
                    <a:pt x="2016" y="552"/>
                  </a:lnTo>
                  <a:lnTo>
                    <a:pt x="2004" y="546"/>
                  </a:lnTo>
                  <a:lnTo>
                    <a:pt x="1998" y="534"/>
                  </a:lnTo>
                  <a:lnTo>
                    <a:pt x="1986" y="528"/>
                  </a:lnTo>
                  <a:lnTo>
                    <a:pt x="1980" y="522"/>
                  </a:lnTo>
                  <a:lnTo>
                    <a:pt x="1968" y="516"/>
                  </a:lnTo>
                  <a:lnTo>
                    <a:pt x="1944" y="516"/>
                  </a:lnTo>
                  <a:lnTo>
                    <a:pt x="1932" y="510"/>
                  </a:lnTo>
                  <a:lnTo>
                    <a:pt x="1926" y="510"/>
                  </a:lnTo>
                  <a:lnTo>
                    <a:pt x="1914" y="498"/>
                  </a:lnTo>
                  <a:lnTo>
                    <a:pt x="1902" y="492"/>
                  </a:lnTo>
                  <a:lnTo>
                    <a:pt x="1896" y="480"/>
                  </a:lnTo>
                  <a:lnTo>
                    <a:pt x="1884" y="474"/>
                  </a:lnTo>
                  <a:lnTo>
                    <a:pt x="1878" y="486"/>
                  </a:lnTo>
                  <a:lnTo>
                    <a:pt x="1824" y="486"/>
                  </a:lnTo>
                  <a:lnTo>
                    <a:pt x="1812" y="498"/>
                  </a:lnTo>
                  <a:lnTo>
                    <a:pt x="1806" y="510"/>
                  </a:lnTo>
                  <a:lnTo>
                    <a:pt x="1806" y="522"/>
                  </a:lnTo>
                  <a:lnTo>
                    <a:pt x="1800" y="528"/>
                  </a:lnTo>
                  <a:lnTo>
                    <a:pt x="1800" y="534"/>
                  </a:lnTo>
                  <a:lnTo>
                    <a:pt x="1812" y="552"/>
                  </a:lnTo>
                  <a:lnTo>
                    <a:pt x="1776" y="552"/>
                  </a:lnTo>
                  <a:lnTo>
                    <a:pt x="1770" y="564"/>
                  </a:lnTo>
                  <a:lnTo>
                    <a:pt x="1758" y="576"/>
                  </a:lnTo>
                  <a:lnTo>
                    <a:pt x="1752" y="588"/>
                  </a:lnTo>
                  <a:lnTo>
                    <a:pt x="1752" y="594"/>
                  </a:lnTo>
                  <a:lnTo>
                    <a:pt x="1746" y="600"/>
                  </a:lnTo>
                  <a:lnTo>
                    <a:pt x="1746" y="612"/>
                  </a:lnTo>
                  <a:lnTo>
                    <a:pt x="1740" y="624"/>
                  </a:lnTo>
                  <a:lnTo>
                    <a:pt x="1728" y="636"/>
                  </a:lnTo>
                  <a:lnTo>
                    <a:pt x="1722" y="636"/>
                  </a:lnTo>
                  <a:lnTo>
                    <a:pt x="1728" y="630"/>
                  </a:lnTo>
                  <a:lnTo>
                    <a:pt x="1728" y="618"/>
                  </a:lnTo>
                  <a:lnTo>
                    <a:pt x="1734" y="606"/>
                  </a:lnTo>
                  <a:lnTo>
                    <a:pt x="1734" y="600"/>
                  </a:lnTo>
                  <a:lnTo>
                    <a:pt x="1740" y="588"/>
                  </a:lnTo>
                  <a:lnTo>
                    <a:pt x="1740" y="582"/>
                  </a:lnTo>
                  <a:lnTo>
                    <a:pt x="1734" y="576"/>
                  </a:lnTo>
                  <a:lnTo>
                    <a:pt x="1728" y="576"/>
                  </a:lnTo>
                  <a:lnTo>
                    <a:pt x="1722" y="582"/>
                  </a:lnTo>
                  <a:lnTo>
                    <a:pt x="1716" y="582"/>
                  </a:lnTo>
                  <a:lnTo>
                    <a:pt x="1704" y="594"/>
                  </a:lnTo>
                  <a:lnTo>
                    <a:pt x="1692" y="588"/>
                  </a:lnTo>
                  <a:lnTo>
                    <a:pt x="1656" y="588"/>
                  </a:lnTo>
                  <a:lnTo>
                    <a:pt x="1644" y="582"/>
                  </a:lnTo>
                  <a:lnTo>
                    <a:pt x="1632" y="570"/>
                  </a:lnTo>
                  <a:lnTo>
                    <a:pt x="1632" y="522"/>
                  </a:lnTo>
                  <a:lnTo>
                    <a:pt x="1626" y="516"/>
                  </a:lnTo>
                  <a:lnTo>
                    <a:pt x="1626" y="504"/>
                  </a:lnTo>
                  <a:lnTo>
                    <a:pt x="1620" y="504"/>
                  </a:lnTo>
                  <a:lnTo>
                    <a:pt x="1614" y="510"/>
                  </a:lnTo>
                  <a:lnTo>
                    <a:pt x="1602" y="516"/>
                  </a:lnTo>
                  <a:lnTo>
                    <a:pt x="1596" y="522"/>
                  </a:lnTo>
                  <a:lnTo>
                    <a:pt x="1590" y="534"/>
                  </a:lnTo>
                  <a:lnTo>
                    <a:pt x="1584" y="540"/>
                  </a:lnTo>
                  <a:lnTo>
                    <a:pt x="1560" y="552"/>
                  </a:lnTo>
                  <a:lnTo>
                    <a:pt x="1554" y="558"/>
                  </a:lnTo>
                  <a:lnTo>
                    <a:pt x="1512" y="558"/>
                  </a:lnTo>
                  <a:lnTo>
                    <a:pt x="1500" y="552"/>
                  </a:lnTo>
                  <a:lnTo>
                    <a:pt x="1542" y="540"/>
                  </a:lnTo>
                  <a:lnTo>
                    <a:pt x="1548" y="528"/>
                  </a:lnTo>
                  <a:lnTo>
                    <a:pt x="1566" y="510"/>
                  </a:lnTo>
                  <a:lnTo>
                    <a:pt x="1566" y="492"/>
                  </a:lnTo>
                  <a:lnTo>
                    <a:pt x="1572" y="486"/>
                  </a:lnTo>
                  <a:lnTo>
                    <a:pt x="1590" y="450"/>
                  </a:lnTo>
                  <a:lnTo>
                    <a:pt x="1626" y="414"/>
                  </a:lnTo>
                  <a:lnTo>
                    <a:pt x="1638" y="408"/>
                  </a:lnTo>
                  <a:lnTo>
                    <a:pt x="1656" y="390"/>
                  </a:lnTo>
                  <a:lnTo>
                    <a:pt x="1656" y="378"/>
                  </a:lnTo>
                  <a:lnTo>
                    <a:pt x="1662" y="366"/>
                  </a:lnTo>
                  <a:lnTo>
                    <a:pt x="1674" y="354"/>
                  </a:lnTo>
                  <a:lnTo>
                    <a:pt x="1686" y="348"/>
                  </a:lnTo>
                  <a:lnTo>
                    <a:pt x="1692" y="342"/>
                  </a:lnTo>
                  <a:lnTo>
                    <a:pt x="1704" y="336"/>
                  </a:lnTo>
                  <a:lnTo>
                    <a:pt x="1680" y="330"/>
                  </a:lnTo>
                  <a:lnTo>
                    <a:pt x="1698" y="312"/>
                  </a:lnTo>
                  <a:lnTo>
                    <a:pt x="1698" y="294"/>
                  </a:lnTo>
                  <a:lnTo>
                    <a:pt x="1692" y="288"/>
                  </a:lnTo>
                  <a:lnTo>
                    <a:pt x="1680" y="282"/>
                  </a:lnTo>
                  <a:lnTo>
                    <a:pt x="1662" y="282"/>
                  </a:lnTo>
                  <a:lnTo>
                    <a:pt x="1650" y="276"/>
                  </a:lnTo>
                  <a:lnTo>
                    <a:pt x="1644" y="270"/>
                  </a:lnTo>
                  <a:lnTo>
                    <a:pt x="1638" y="252"/>
                  </a:lnTo>
                  <a:lnTo>
                    <a:pt x="1632" y="216"/>
                  </a:lnTo>
                  <a:lnTo>
                    <a:pt x="1626" y="168"/>
                  </a:lnTo>
                  <a:lnTo>
                    <a:pt x="1620" y="138"/>
                  </a:lnTo>
                  <a:lnTo>
                    <a:pt x="1614" y="114"/>
                  </a:lnTo>
                  <a:lnTo>
                    <a:pt x="1608" y="96"/>
                  </a:lnTo>
                  <a:lnTo>
                    <a:pt x="1602" y="84"/>
                  </a:lnTo>
                  <a:lnTo>
                    <a:pt x="1590" y="78"/>
                  </a:lnTo>
                  <a:lnTo>
                    <a:pt x="1584" y="78"/>
                  </a:lnTo>
                  <a:lnTo>
                    <a:pt x="1584" y="90"/>
                  </a:lnTo>
                  <a:lnTo>
                    <a:pt x="1590" y="96"/>
                  </a:lnTo>
                  <a:lnTo>
                    <a:pt x="1590" y="108"/>
                  </a:lnTo>
                  <a:lnTo>
                    <a:pt x="1572" y="108"/>
                  </a:lnTo>
                  <a:lnTo>
                    <a:pt x="1572" y="102"/>
                  </a:lnTo>
                  <a:lnTo>
                    <a:pt x="1566" y="108"/>
                  </a:lnTo>
                  <a:lnTo>
                    <a:pt x="1560" y="120"/>
                  </a:lnTo>
                  <a:lnTo>
                    <a:pt x="1560" y="126"/>
                  </a:lnTo>
                  <a:lnTo>
                    <a:pt x="1554" y="132"/>
                  </a:lnTo>
                  <a:lnTo>
                    <a:pt x="1548" y="144"/>
                  </a:lnTo>
                  <a:lnTo>
                    <a:pt x="1536" y="156"/>
                  </a:lnTo>
                  <a:lnTo>
                    <a:pt x="1518" y="192"/>
                  </a:lnTo>
                  <a:lnTo>
                    <a:pt x="1518" y="210"/>
                  </a:lnTo>
                  <a:lnTo>
                    <a:pt x="1494" y="246"/>
                  </a:lnTo>
                  <a:lnTo>
                    <a:pt x="1488" y="246"/>
                  </a:lnTo>
                  <a:lnTo>
                    <a:pt x="1482" y="252"/>
                  </a:lnTo>
                  <a:lnTo>
                    <a:pt x="1464" y="252"/>
                  </a:lnTo>
                  <a:lnTo>
                    <a:pt x="1452" y="240"/>
                  </a:lnTo>
                  <a:lnTo>
                    <a:pt x="1446" y="246"/>
                  </a:lnTo>
                  <a:lnTo>
                    <a:pt x="1434" y="246"/>
                  </a:lnTo>
                  <a:lnTo>
                    <a:pt x="1428" y="240"/>
                  </a:lnTo>
                  <a:lnTo>
                    <a:pt x="1416" y="240"/>
                  </a:lnTo>
                  <a:lnTo>
                    <a:pt x="1410" y="246"/>
                  </a:lnTo>
                  <a:lnTo>
                    <a:pt x="1410" y="252"/>
                  </a:lnTo>
                  <a:lnTo>
                    <a:pt x="1404" y="258"/>
                  </a:lnTo>
                  <a:lnTo>
                    <a:pt x="1380" y="258"/>
                  </a:lnTo>
                  <a:lnTo>
                    <a:pt x="1368" y="246"/>
                  </a:lnTo>
                  <a:lnTo>
                    <a:pt x="1368" y="240"/>
                  </a:lnTo>
                  <a:lnTo>
                    <a:pt x="1350" y="234"/>
                  </a:lnTo>
                  <a:lnTo>
                    <a:pt x="1344" y="228"/>
                  </a:lnTo>
                  <a:lnTo>
                    <a:pt x="1338" y="216"/>
                  </a:lnTo>
                  <a:lnTo>
                    <a:pt x="1332" y="216"/>
                  </a:lnTo>
                  <a:lnTo>
                    <a:pt x="1320" y="222"/>
                  </a:lnTo>
                  <a:lnTo>
                    <a:pt x="1314" y="228"/>
                  </a:lnTo>
                  <a:lnTo>
                    <a:pt x="1302" y="234"/>
                  </a:lnTo>
                  <a:lnTo>
                    <a:pt x="1278" y="234"/>
                  </a:lnTo>
                  <a:lnTo>
                    <a:pt x="1278" y="222"/>
                  </a:lnTo>
                  <a:lnTo>
                    <a:pt x="1272" y="222"/>
                  </a:lnTo>
                  <a:lnTo>
                    <a:pt x="1260" y="228"/>
                  </a:lnTo>
                  <a:lnTo>
                    <a:pt x="1260" y="252"/>
                  </a:lnTo>
                  <a:lnTo>
                    <a:pt x="1272" y="264"/>
                  </a:lnTo>
                  <a:lnTo>
                    <a:pt x="1272" y="270"/>
                  </a:lnTo>
                  <a:lnTo>
                    <a:pt x="1278" y="276"/>
                  </a:lnTo>
                  <a:lnTo>
                    <a:pt x="1272" y="282"/>
                  </a:lnTo>
                  <a:lnTo>
                    <a:pt x="1254" y="282"/>
                  </a:lnTo>
                  <a:lnTo>
                    <a:pt x="1230" y="270"/>
                  </a:lnTo>
                  <a:lnTo>
                    <a:pt x="1224" y="270"/>
                  </a:lnTo>
                  <a:lnTo>
                    <a:pt x="1212" y="264"/>
                  </a:lnTo>
                  <a:lnTo>
                    <a:pt x="1212" y="270"/>
                  </a:lnTo>
                  <a:lnTo>
                    <a:pt x="1206" y="276"/>
                  </a:lnTo>
                  <a:lnTo>
                    <a:pt x="1200" y="276"/>
                  </a:lnTo>
                  <a:lnTo>
                    <a:pt x="1188" y="264"/>
                  </a:lnTo>
                  <a:lnTo>
                    <a:pt x="1176" y="264"/>
                  </a:lnTo>
                  <a:lnTo>
                    <a:pt x="1158" y="282"/>
                  </a:lnTo>
                  <a:lnTo>
                    <a:pt x="1158" y="288"/>
                  </a:lnTo>
                  <a:lnTo>
                    <a:pt x="1128" y="288"/>
                  </a:lnTo>
                  <a:lnTo>
                    <a:pt x="1122" y="300"/>
                  </a:lnTo>
                  <a:lnTo>
                    <a:pt x="1104" y="300"/>
                  </a:lnTo>
                  <a:lnTo>
                    <a:pt x="1092" y="312"/>
                  </a:lnTo>
                  <a:lnTo>
                    <a:pt x="1092" y="324"/>
                  </a:lnTo>
                  <a:lnTo>
                    <a:pt x="1086" y="330"/>
                  </a:lnTo>
                  <a:lnTo>
                    <a:pt x="1050" y="330"/>
                  </a:lnTo>
                  <a:lnTo>
                    <a:pt x="1044" y="318"/>
                  </a:lnTo>
                  <a:lnTo>
                    <a:pt x="1032" y="318"/>
                  </a:lnTo>
                  <a:lnTo>
                    <a:pt x="1002" y="282"/>
                  </a:lnTo>
                  <a:lnTo>
                    <a:pt x="1002" y="252"/>
                  </a:lnTo>
                  <a:lnTo>
                    <a:pt x="978" y="228"/>
                  </a:lnTo>
                  <a:lnTo>
                    <a:pt x="972" y="216"/>
                  </a:lnTo>
                  <a:lnTo>
                    <a:pt x="972" y="210"/>
                  </a:lnTo>
                  <a:lnTo>
                    <a:pt x="978" y="198"/>
                  </a:lnTo>
                  <a:lnTo>
                    <a:pt x="978" y="192"/>
                  </a:lnTo>
                  <a:lnTo>
                    <a:pt x="984" y="180"/>
                  </a:lnTo>
                  <a:lnTo>
                    <a:pt x="996" y="138"/>
                  </a:lnTo>
                  <a:lnTo>
                    <a:pt x="1008" y="126"/>
                  </a:lnTo>
                  <a:lnTo>
                    <a:pt x="1014" y="114"/>
                  </a:lnTo>
                  <a:lnTo>
                    <a:pt x="1014" y="102"/>
                  </a:lnTo>
                  <a:lnTo>
                    <a:pt x="1008" y="102"/>
                  </a:lnTo>
                  <a:lnTo>
                    <a:pt x="1002" y="96"/>
                  </a:lnTo>
                  <a:lnTo>
                    <a:pt x="1002" y="66"/>
                  </a:lnTo>
                  <a:lnTo>
                    <a:pt x="996" y="66"/>
                  </a:lnTo>
                  <a:lnTo>
                    <a:pt x="984" y="72"/>
                  </a:lnTo>
                  <a:lnTo>
                    <a:pt x="978" y="72"/>
                  </a:lnTo>
                  <a:lnTo>
                    <a:pt x="972" y="66"/>
                  </a:lnTo>
                  <a:lnTo>
                    <a:pt x="972" y="60"/>
                  </a:lnTo>
                  <a:lnTo>
                    <a:pt x="978" y="54"/>
                  </a:lnTo>
                  <a:lnTo>
                    <a:pt x="984" y="42"/>
                  </a:lnTo>
                  <a:lnTo>
                    <a:pt x="984" y="24"/>
                  </a:lnTo>
                  <a:lnTo>
                    <a:pt x="978" y="12"/>
                  </a:lnTo>
                  <a:lnTo>
                    <a:pt x="966" y="0"/>
                  </a:lnTo>
                  <a:lnTo>
                    <a:pt x="960" y="12"/>
                  </a:lnTo>
                  <a:lnTo>
                    <a:pt x="936" y="6"/>
                  </a:lnTo>
                  <a:lnTo>
                    <a:pt x="936" y="42"/>
                  </a:lnTo>
                  <a:lnTo>
                    <a:pt x="930" y="48"/>
                  </a:lnTo>
                  <a:lnTo>
                    <a:pt x="918" y="48"/>
                  </a:lnTo>
                  <a:lnTo>
                    <a:pt x="918" y="60"/>
                  </a:lnTo>
                  <a:lnTo>
                    <a:pt x="894" y="60"/>
                  </a:lnTo>
                  <a:lnTo>
                    <a:pt x="882" y="66"/>
                  </a:lnTo>
                  <a:lnTo>
                    <a:pt x="858" y="90"/>
                  </a:lnTo>
                  <a:lnTo>
                    <a:pt x="846" y="96"/>
                  </a:lnTo>
                  <a:lnTo>
                    <a:pt x="828" y="96"/>
                  </a:lnTo>
                  <a:lnTo>
                    <a:pt x="822" y="90"/>
                  </a:lnTo>
                  <a:lnTo>
                    <a:pt x="804" y="90"/>
                  </a:lnTo>
                  <a:lnTo>
                    <a:pt x="798" y="96"/>
                  </a:lnTo>
                  <a:lnTo>
                    <a:pt x="798" y="108"/>
                  </a:lnTo>
                  <a:lnTo>
                    <a:pt x="792" y="120"/>
                  </a:lnTo>
                  <a:lnTo>
                    <a:pt x="792" y="138"/>
                  </a:lnTo>
                  <a:lnTo>
                    <a:pt x="786" y="144"/>
                  </a:lnTo>
                  <a:lnTo>
                    <a:pt x="774" y="138"/>
                  </a:lnTo>
                  <a:lnTo>
                    <a:pt x="762" y="126"/>
                  </a:lnTo>
                  <a:lnTo>
                    <a:pt x="756" y="114"/>
                  </a:lnTo>
                  <a:lnTo>
                    <a:pt x="750" y="108"/>
                  </a:lnTo>
                  <a:lnTo>
                    <a:pt x="738" y="108"/>
                  </a:lnTo>
                  <a:lnTo>
                    <a:pt x="732" y="114"/>
                  </a:lnTo>
                  <a:lnTo>
                    <a:pt x="720" y="108"/>
                  </a:lnTo>
                  <a:lnTo>
                    <a:pt x="708" y="114"/>
                  </a:lnTo>
                  <a:lnTo>
                    <a:pt x="696" y="114"/>
                  </a:lnTo>
                  <a:lnTo>
                    <a:pt x="696" y="96"/>
                  </a:lnTo>
                  <a:lnTo>
                    <a:pt x="690" y="90"/>
                  </a:lnTo>
                  <a:lnTo>
                    <a:pt x="648" y="90"/>
                  </a:lnTo>
                  <a:lnTo>
                    <a:pt x="648" y="84"/>
                  </a:lnTo>
                  <a:lnTo>
                    <a:pt x="642" y="78"/>
                  </a:lnTo>
                  <a:lnTo>
                    <a:pt x="642" y="108"/>
                  </a:lnTo>
                  <a:lnTo>
                    <a:pt x="660" y="126"/>
                  </a:lnTo>
                  <a:lnTo>
                    <a:pt x="672" y="132"/>
                  </a:lnTo>
                  <a:lnTo>
                    <a:pt x="678" y="138"/>
                  </a:lnTo>
                  <a:lnTo>
                    <a:pt x="678" y="168"/>
                  </a:lnTo>
                  <a:lnTo>
                    <a:pt x="672" y="174"/>
                  </a:lnTo>
                  <a:lnTo>
                    <a:pt x="684" y="186"/>
                  </a:lnTo>
                  <a:lnTo>
                    <a:pt x="690" y="198"/>
                  </a:lnTo>
                  <a:lnTo>
                    <a:pt x="690" y="228"/>
                  </a:lnTo>
                  <a:lnTo>
                    <a:pt x="738" y="234"/>
                  </a:lnTo>
                  <a:lnTo>
                    <a:pt x="744" y="240"/>
                  </a:lnTo>
                  <a:lnTo>
                    <a:pt x="744" y="246"/>
                  </a:lnTo>
                  <a:lnTo>
                    <a:pt x="738" y="258"/>
                  </a:lnTo>
                  <a:lnTo>
                    <a:pt x="732" y="264"/>
                  </a:lnTo>
                  <a:lnTo>
                    <a:pt x="690" y="264"/>
                  </a:lnTo>
                  <a:lnTo>
                    <a:pt x="690" y="294"/>
                  </a:lnTo>
                  <a:lnTo>
                    <a:pt x="684" y="306"/>
                  </a:lnTo>
                  <a:lnTo>
                    <a:pt x="648" y="324"/>
                  </a:lnTo>
                  <a:lnTo>
                    <a:pt x="642" y="330"/>
                  </a:lnTo>
                  <a:lnTo>
                    <a:pt x="624" y="330"/>
                  </a:lnTo>
                  <a:lnTo>
                    <a:pt x="612" y="342"/>
                  </a:lnTo>
                  <a:lnTo>
                    <a:pt x="600" y="366"/>
                  </a:lnTo>
                  <a:lnTo>
                    <a:pt x="588" y="378"/>
                  </a:lnTo>
                  <a:lnTo>
                    <a:pt x="582" y="378"/>
                  </a:lnTo>
                  <a:lnTo>
                    <a:pt x="582" y="354"/>
                  </a:lnTo>
                  <a:lnTo>
                    <a:pt x="576" y="348"/>
                  </a:lnTo>
                  <a:lnTo>
                    <a:pt x="570" y="354"/>
                  </a:lnTo>
                  <a:lnTo>
                    <a:pt x="558" y="360"/>
                  </a:lnTo>
                  <a:lnTo>
                    <a:pt x="552" y="366"/>
                  </a:lnTo>
                  <a:lnTo>
                    <a:pt x="540" y="372"/>
                  </a:lnTo>
                  <a:lnTo>
                    <a:pt x="534" y="372"/>
                  </a:lnTo>
                  <a:lnTo>
                    <a:pt x="522" y="366"/>
                  </a:lnTo>
                  <a:lnTo>
                    <a:pt x="516" y="366"/>
                  </a:lnTo>
                  <a:lnTo>
                    <a:pt x="504" y="354"/>
                  </a:lnTo>
                  <a:lnTo>
                    <a:pt x="504" y="348"/>
                  </a:lnTo>
                  <a:lnTo>
                    <a:pt x="498" y="336"/>
                  </a:lnTo>
                  <a:lnTo>
                    <a:pt x="492" y="330"/>
                  </a:lnTo>
                  <a:lnTo>
                    <a:pt x="468" y="330"/>
                  </a:lnTo>
                  <a:lnTo>
                    <a:pt x="468" y="300"/>
                  </a:lnTo>
                  <a:lnTo>
                    <a:pt x="462" y="288"/>
                  </a:lnTo>
                  <a:lnTo>
                    <a:pt x="462" y="276"/>
                  </a:lnTo>
                  <a:lnTo>
                    <a:pt x="456" y="270"/>
                  </a:lnTo>
                  <a:lnTo>
                    <a:pt x="456" y="258"/>
                  </a:lnTo>
                  <a:lnTo>
                    <a:pt x="450" y="258"/>
                  </a:lnTo>
                  <a:lnTo>
                    <a:pt x="420" y="288"/>
                  </a:lnTo>
                  <a:lnTo>
                    <a:pt x="396" y="264"/>
                  </a:lnTo>
                  <a:lnTo>
                    <a:pt x="390" y="264"/>
                  </a:lnTo>
                  <a:lnTo>
                    <a:pt x="384" y="270"/>
                  </a:lnTo>
                  <a:lnTo>
                    <a:pt x="384" y="288"/>
                  </a:lnTo>
                  <a:lnTo>
                    <a:pt x="318" y="294"/>
                  </a:lnTo>
                  <a:lnTo>
                    <a:pt x="306" y="282"/>
                  </a:lnTo>
                  <a:lnTo>
                    <a:pt x="288" y="282"/>
                  </a:lnTo>
                  <a:lnTo>
                    <a:pt x="282" y="288"/>
                  </a:lnTo>
                  <a:lnTo>
                    <a:pt x="276" y="300"/>
                  </a:lnTo>
                  <a:lnTo>
                    <a:pt x="276" y="312"/>
                  </a:lnTo>
                  <a:lnTo>
                    <a:pt x="282" y="324"/>
                  </a:lnTo>
                  <a:lnTo>
                    <a:pt x="282" y="336"/>
                  </a:lnTo>
                  <a:lnTo>
                    <a:pt x="306" y="348"/>
                  </a:lnTo>
                  <a:lnTo>
                    <a:pt x="318" y="342"/>
                  </a:lnTo>
                  <a:lnTo>
                    <a:pt x="330" y="354"/>
                  </a:lnTo>
                  <a:lnTo>
                    <a:pt x="330" y="360"/>
                  </a:lnTo>
                  <a:lnTo>
                    <a:pt x="336" y="366"/>
                  </a:lnTo>
                  <a:lnTo>
                    <a:pt x="336" y="372"/>
                  </a:lnTo>
                  <a:lnTo>
                    <a:pt x="330" y="378"/>
                  </a:lnTo>
                  <a:lnTo>
                    <a:pt x="300" y="378"/>
                  </a:lnTo>
                  <a:lnTo>
                    <a:pt x="294" y="372"/>
                  </a:lnTo>
                  <a:lnTo>
                    <a:pt x="264" y="378"/>
                  </a:lnTo>
                  <a:lnTo>
                    <a:pt x="258" y="444"/>
                  </a:lnTo>
                  <a:lnTo>
                    <a:pt x="264" y="444"/>
                  </a:lnTo>
                  <a:lnTo>
                    <a:pt x="276" y="456"/>
                  </a:lnTo>
                  <a:lnTo>
                    <a:pt x="288" y="462"/>
                  </a:lnTo>
                  <a:lnTo>
                    <a:pt x="294" y="468"/>
                  </a:lnTo>
                  <a:lnTo>
                    <a:pt x="294" y="492"/>
                  </a:lnTo>
                  <a:lnTo>
                    <a:pt x="300" y="498"/>
                  </a:lnTo>
                  <a:lnTo>
                    <a:pt x="300" y="504"/>
                  </a:lnTo>
                  <a:lnTo>
                    <a:pt x="312" y="516"/>
                  </a:lnTo>
                  <a:lnTo>
                    <a:pt x="318" y="528"/>
                  </a:lnTo>
                  <a:lnTo>
                    <a:pt x="318" y="540"/>
                  </a:lnTo>
                  <a:lnTo>
                    <a:pt x="312" y="552"/>
                  </a:lnTo>
                  <a:lnTo>
                    <a:pt x="300" y="564"/>
                  </a:lnTo>
                  <a:lnTo>
                    <a:pt x="306" y="612"/>
                  </a:lnTo>
                  <a:lnTo>
                    <a:pt x="288" y="660"/>
                  </a:lnTo>
                  <a:lnTo>
                    <a:pt x="282" y="732"/>
                  </a:lnTo>
                  <a:lnTo>
                    <a:pt x="282" y="762"/>
                  </a:lnTo>
                  <a:lnTo>
                    <a:pt x="276" y="774"/>
                  </a:lnTo>
                  <a:lnTo>
                    <a:pt x="270" y="780"/>
                  </a:lnTo>
                  <a:lnTo>
                    <a:pt x="252" y="780"/>
                  </a:lnTo>
                  <a:lnTo>
                    <a:pt x="252" y="774"/>
                  </a:lnTo>
                  <a:lnTo>
                    <a:pt x="240" y="762"/>
                  </a:lnTo>
                  <a:lnTo>
                    <a:pt x="222" y="762"/>
                  </a:lnTo>
                  <a:lnTo>
                    <a:pt x="216" y="768"/>
                  </a:lnTo>
                  <a:lnTo>
                    <a:pt x="210" y="780"/>
                  </a:lnTo>
                  <a:lnTo>
                    <a:pt x="204" y="786"/>
                  </a:lnTo>
                  <a:lnTo>
                    <a:pt x="174" y="780"/>
                  </a:lnTo>
                  <a:lnTo>
                    <a:pt x="168" y="792"/>
                  </a:lnTo>
                  <a:lnTo>
                    <a:pt x="138" y="792"/>
                  </a:lnTo>
                  <a:lnTo>
                    <a:pt x="126" y="798"/>
                  </a:lnTo>
                  <a:lnTo>
                    <a:pt x="120" y="804"/>
                  </a:lnTo>
                  <a:lnTo>
                    <a:pt x="108" y="810"/>
                  </a:lnTo>
                  <a:lnTo>
                    <a:pt x="96" y="822"/>
                  </a:lnTo>
                  <a:lnTo>
                    <a:pt x="96" y="828"/>
                  </a:lnTo>
                  <a:lnTo>
                    <a:pt x="90" y="834"/>
                  </a:lnTo>
                  <a:lnTo>
                    <a:pt x="90" y="840"/>
                  </a:lnTo>
                  <a:lnTo>
                    <a:pt x="66" y="840"/>
                  </a:lnTo>
                  <a:lnTo>
                    <a:pt x="66" y="894"/>
                  </a:lnTo>
                  <a:lnTo>
                    <a:pt x="48" y="912"/>
                  </a:lnTo>
                  <a:lnTo>
                    <a:pt x="48" y="924"/>
                  </a:lnTo>
                  <a:lnTo>
                    <a:pt x="54" y="930"/>
                  </a:lnTo>
                  <a:lnTo>
                    <a:pt x="54" y="948"/>
                  </a:lnTo>
                  <a:lnTo>
                    <a:pt x="60" y="954"/>
                  </a:lnTo>
                  <a:lnTo>
                    <a:pt x="54" y="954"/>
                  </a:lnTo>
                  <a:lnTo>
                    <a:pt x="48" y="948"/>
                  </a:lnTo>
                  <a:lnTo>
                    <a:pt x="18" y="978"/>
                  </a:lnTo>
                  <a:lnTo>
                    <a:pt x="12" y="990"/>
                  </a:lnTo>
                  <a:lnTo>
                    <a:pt x="12" y="1014"/>
                  </a:lnTo>
                  <a:lnTo>
                    <a:pt x="18" y="1020"/>
                  </a:lnTo>
                  <a:lnTo>
                    <a:pt x="6" y="1026"/>
                  </a:lnTo>
                  <a:lnTo>
                    <a:pt x="0" y="1032"/>
                  </a:lnTo>
                  <a:lnTo>
                    <a:pt x="0" y="1044"/>
                  </a:lnTo>
                  <a:lnTo>
                    <a:pt x="6" y="1050"/>
                  </a:lnTo>
                  <a:lnTo>
                    <a:pt x="18" y="1056"/>
                  </a:lnTo>
                  <a:lnTo>
                    <a:pt x="24" y="1080"/>
                  </a:lnTo>
                  <a:lnTo>
                    <a:pt x="24" y="1086"/>
                  </a:lnTo>
                  <a:lnTo>
                    <a:pt x="30" y="1092"/>
                  </a:lnTo>
                  <a:lnTo>
                    <a:pt x="42" y="1116"/>
                  </a:lnTo>
                  <a:lnTo>
                    <a:pt x="54" y="1128"/>
                  </a:lnTo>
                  <a:lnTo>
                    <a:pt x="66" y="1134"/>
                  </a:lnTo>
                  <a:lnTo>
                    <a:pt x="90" y="1158"/>
                  </a:lnTo>
                  <a:lnTo>
                    <a:pt x="84" y="1164"/>
                  </a:lnTo>
                  <a:lnTo>
                    <a:pt x="78" y="1176"/>
                  </a:lnTo>
                  <a:lnTo>
                    <a:pt x="66" y="1182"/>
                  </a:lnTo>
                  <a:lnTo>
                    <a:pt x="60" y="1188"/>
                  </a:lnTo>
                  <a:lnTo>
                    <a:pt x="102" y="1188"/>
                  </a:lnTo>
                  <a:lnTo>
                    <a:pt x="114" y="1194"/>
                  </a:lnTo>
                  <a:lnTo>
                    <a:pt x="120" y="1194"/>
                  </a:lnTo>
                  <a:lnTo>
                    <a:pt x="126" y="1200"/>
                  </a:lnTo>
                  <a:lnTo>
                    <a:pt x="126" y="1212"/>
                  </a:lnTo>
                  <a:lnTo>
                    <a:pt x="132" y="1224"/>
                  </a:lnTo>
                  <a:lnTo>
                    <a:pt x="138" y="1230"/>
                  </a:lnTo>
                  <a:lnTo>
                    <a:pt x="138" y="1236"/>
                  </a:lnTo>
                  <a:lnTo>
                    <a:pt x="198" y="1230"/>
                  </a:lnTo>
                  <a:lnTo>
                    <a:pt x="252" y="1182"/>
                  </a:lnTo>
                  <a:lnTo>
                    <a:pt x="252" y="1194"/>
                  </a:lnTo>
                  <a:lnTo>
                    <a:pt x="258" y="1206"/>
                  </a:lnTo>
                  <a:lnTo>
                    <a:pt x="258" y="1224"/>
                  </a:lnTo>
                  <a:lnTo>
                    <a:pt x="252" y="1230"/>
                  </a:lnTo>
                  <a:lnTo>
                    <a:pt x="252" y="1242"/>
                  </a:lnTo>
                  <a:lnTo>
                    <a:pt x="246" y="1254"/>
                  </a:lnTo>
                  <a:lnTo>
                    <a:pt x="246" y="1266"/>
                  </a:lnTo>
                  <a:lnTo>
                    <a:pt x="252" y="1284"/>
                  </a:lnTo>
                  <a:lnTo>
                    <a:pt x="252" y="1314"/>
                  </a:lnTo>
                  <a:lnTo>
                    <a:pt x="264" y="1308"/>
                  </a:lnTo>
                  <a:lnTo>
                    <a:pt x="264" y="1314"/>
                  </a:lnTo>
                  <a:lnTo>
                    <a:pt x="270" y="1320"/>
                  </a:lnTo>
                  <a:lnTo>
                    <a:pt x="282" y="1320"/>
                  </a:lnTo>
                  <a:lnTo>
                    <a:pt x="282" y="1314"/>
                  </a:lnTo>
                  <a:lnTo>
                    <a:pt x="288" y="1314"/>
                  </a:lnTo>
                  <a:lnTo>
                    <a:pt x="294" y="1308"/>
                  </a:lnTo>
                  <a:lnTo>
                    <a:pt x="324" y="1308"/>
                  </a:lnTo>
                  <a:lnTo>
                    <a:pt x="336" y="1314"/>
                  </a:lnTo>
                  <a:lnTo>
                    <a:pt x="366" y="1314"/>
                  </a:lnTo>
                  <a:lnTo>
                    <a:pt x="372" y="1320"/>
                  </a:lnTo>
                  <a:lnTo>
                    <a:pt x="372" y="1326"/>
                  </a:lnTo>
                  <a:lnTo>
                    <a:pt x="390" y="1326"/>
                  </a:lnTo>
                  <a:lnTo>
                    <a:pt x="414" y="1314"/>
                  </a:lnTo>
                  <a:lnTo>
                    <a:pt x="420" y="1308"/>
                  </a:lnTo>
                  <a:lnTo>
                    <a:pt x="432" y="1290"/>
                  </a:lnTo>
                  <a:lnTo>
                    <a:pt x="468" y="1290"/>
                  </a:lnTo>
                  <a:lnTo>
                    <a:pt x="474" y="1260"/>
                  </a:lnTo>
                  <a:lnTo>
                    <a:pt x="510" y="1260"/>
                  </a:lnTo>
                  <a:lnTo>
                    <a:pt x="510" y="1254"/>
                  </a:lnTo>
                  <a:lnTo>
                    <a:pt x="516" y="1248"/>
                  </a:lnTo>
                  <a:lnTo>
                    <a:pt x="522" y="1236"/>
                  </a:lnTo>
                  <a:lnTo>
                    <a:pt x="528" y="1230"/>
                  </a:lnTo>
                  <a:lnTo>
                    <a:pt x="540" y="1224"/>
                  </a:lnTo>
                  <a:lnTo>
                    <a:pt x="576" y="1224"/>
                  </a:lnTo>
                  <a:lnTo>
                    <a:pt x="588" y="1212"/>
                  </a:lnTo>
                  <a:lnTo>
                    <a:pt x="600" y="1224"/>
                  </a:lnTo>
                  <a:lnTo>
                    <a:pt x="606" y="1224"/>
                  </a:lnTo>
                  <a:lnTo>
                    <a:pt x="606" y="1218"/>
                  </a:lnTo>
                  <a:lnTo>
                    <a:pt x="618" y="1212"/>
                  </a:lnTo>
                  <a:lnTo>
                    <a:pt x="630" y="1212"/>
                  </a:lnTo>
                  <a:lnTo>
                    <a:pt x="630" y="1242"/>
                  </a:lnTo>
                  <a:lnTo>
                    <a:pt x="624" y="1248"/>
                  </a:lnTo>
                  <a:lnTo>
                    <a:pt x="624" y="1254"/>
                  </a:lnTo>
                  <a:lnTo>
                    <a:pt x="618" y="1260"/>
                  </a:lnTo>
                  <a:lnTo>
                    <a:pt x="618" y="1290"/>
                  </a:lnTo>
                  <a:lnTo>
                    <a:pt x="624" y="1296"/>
                  </a:lnTo>
                  <a:lnTo>
                    <a:pt x="630" y="1308"/>
                  </a:lnTo>
                  <a:lnTo>
                    <a:pt x="630" y="1326"/>
                  </a:lnTo>
                  <a:lnTo>
                    <a:pt x="624" y="1332"/>
                  </a:lnTo>
                  <a:lnTo>
                    <a:pt x="624" y="1344"/>
                  </a:lnTo>
                  <a:lnTo>
                    <a:pt x="636" y="1356"/>
                  </a:lnTo>
                  <a:lnTo>
                    <a:pt x="648" y="1362"/>
                  </a:lnTo>
                  <a:lnTo>
                    <a:pt x="654" y="1368"/>
                  </a:lnTo>
                  <a:lnTo>
                    <a:pt x="660" y="1398"/>
                  </a:lnTo>
                  <a:lnTo>
                    <a:pt x="684" y="1398"/>
                  </a:lnTo>
                  <a:lnTo>
                    <a:pt x="690" y="1404"/>
                  </a:lnTo>
                  <a:lnTo>
                    <a:pt x="690" y="1410"/>
                  </a:lnTo>
                  <a:lnTo>
                    <a:pt x="696" y="1422"/>
                  </a:lnTo>
                  <a:lnTo>
                    <a:pt x="696" y="1428"/>
                  </a:lnTo>
                  <a:lnTo>
                    <a:pt x="702" y="1434"/>
                  </a:lnTo>
                  <a:lnTo>
                    <a:pt x="714" y="1440"/>
                  </a:lnTo>
                  <a:lnTo>
                    <a:pt x="744" y="1440"/>
                  </a:lnTo>
                  <a:lnTo>
                    <a:pt x="750" y="1434"/>
                  </a:lnTo>
                  <a:lnTo>
                    <a:pt x="756" y="1446"/>
                  </a:lnTo>
                  <a:lnTo>
                    <a:pt x="768" y="1452"/>
                  </a:lnTo>
                  <a:lnTo>
                    <a:pt x="780" y="1452"/>
                  </a:lnTo>
                  <a:lnTo>
                    <a:pt x="786" y="1446"/>
                  </a:lnTo>
                  <a:lnTo>
                    <a:pt x="798" y="1446"/>
                  </a:lnTo>
                  <a:lnTo>
                    <a:pt x="798" y="1452"/>
                  </a:lnTo>
                  <a:lnTo>
                    <a:pt x="804" y="1464"/>
                  </a:lnTo>
                  <a:lnTo>
                    <a:pt x="816" y="1470"/>
                  </a:lnTo>
                  <a:lnTo>
                    <a:pt x="828" y="1482"/>
                  </a:lnTo>
                  <a:lnTo>
                    <a:pt x="840" y="1488"/>
                  </a:lnTo>
                  <a:lnTo>
                    <a:pt x="864" y="1488"/>
                  </a:lnTo>
                  <a:lnTo>
                    <a:pt x="864" y="1494"/>
                  </a:lnTo>
                  <a:lnTo>
                    <a:pt x="876" y="1506"/>
                  </a:lnTo>
                  <a:lnTo>
                    <a:pt x="888" y="1512"/>
                  </a:lnTo>
                  <a:lnTo>
                    <a:pt x="894" y="1518"/>
                  </a:lnTo>
                  <a:lnTo>
                    <a:pt x="954" y="1518"/>
                  </a:lnTo>
                  <a:lnTo>
                    <a:pt x="978" y="1530"/>
                  </a:lnTo>
                  <a:lnTo>
                    <a:pt x="984" y="1542"/>
                  </a:lnTo>
                  <a:lnTo>
                    <a:pt x="990" y="1548"/>
                  </a:lnTo>
                  <a:lnTo>
                    <a:pt x="990" y="1578"/>
                  </a:lnTo>
                  <a:lnTo>
                    <a:pt x="996" y="1590"/>
                  </a:lnTo>
                  <a:lnTo>
                    <a:pt x="1002" y="1596"/>
                  </a:lnTo>
                  <a:lnTo>
                    <a:pt x="1008" y="1608"/>
                  </a:lnTo>
                  <a:lnTo>
                    <a:pt x="1008" y="1638"/>
                  </a:lnTo>
                  <a:lnTo>
                    <a:pt x="990" y="1638"/>
                  </a:lnTo>
                  <a:lnTo>
                    <a:pt x="990" y="1644"/>
                  </a:lnTo>
                  <a:lnTo>
                    <a:pt x="996" y="1650"/>
                  </a:lnTo>
                  <a:lnTo>
                    <a:pt x="1002" y="1662"/>
                  </a:lnTo>
                  <a:lnTo>
                    <a:pt x="1014" y="1668"/>
                  </a:lnTo>
                  <a:lnTo>
                    <a:pt x="1020" y="1674"/>
                  </a:lnTo>
                  <a:lnTo>
                    <a:pt x="1014" y="1686"/>
                  </a:lnTo>
                  <a:lnTo>
                    <a:pt x="1014" y="1728"/>
                  </a:lnTo>
                  <a:lnTo>
                    <a:pt x="1020" y="1734"/>
                  </a:lnTo>
                  <a:lnTo>
                    <a:pt x="1050" y="1740"/>
                  </a:lnTo>
                  <a:lnTo>
                    <a:pt x="1098" y="1746"/>
                  </a:lnTo>
                  <a:lnTo>
                    <a:pt x="1158" y="1746"/>
                  </a:lnTo>
                  <a:lnTo>
                    <a:pt x="1158" y="1752"/>
                  </a:lnTo>
                  <a:lnTo>
                    <a:pt x="1152" y="1758"/>
                  </a:lnTo>
                  <a:lnTo>
                    <a:pt x="1152" y="1770"/>
                  </a:lnTo>
                  <a:lnTo>
                    <a:pt x="1146" y="1788"/>
                  </a:lnTo>
                  <a:lnTo>
                    <a:pt x="1146" y="1800"/>
                  </a:lnTo>
                  <a:lnTo>
                    <a:pt x="1152" y="1812"/>
                  </a:lnTo>
                  <a:lnTo>
                    <a:pt x="1164" y="1818"/>
                  </a:lnTo>
                  <a:lnTo>
                    <a:pt x="1170" y="1824"/>
                  </a:lnTo>
                  <a:lnTo>
                    <a:pt x="1194" y="1836"/>
                  </a:lnTo>
                  <a:lnTo>
                    <a:pt x="1206" y="1848"/>
                  </a:lnTo>
                  <a:lnTo>
                    <a:pt x="1212" y="1860"/>
                  </a:lnTo>
                  <a:lnTo>
                    <a:pt x="1224" y="1896"/>
                  </a:lnTo>
                  <a:lnTo>
                    <a:pt x="1224" y="1908"/>
                  </a:lnTo>
                  <a:lnTo>
                    <a:pt x="1218" y="1920"/>
                  </a:lnTo>
                  <a:lnTo>
                    <a:pt x="1218" y="1944"/>
                  </a:lnTo>
                  <a:lnTo>
                    <a:pt x="1212" y="1950"/>
                  </a:lnTo>
                  <a:lnTo>
                    <a:pt x="1212" y="1956"/>
                  </a:lnTo>
                  <a:lnTo>
                    <a:pt x="1218" y="1968"/>
                  </a:lnTo>
                  <a:lnTo>
                    <a:pt x="1212" y="1980"/>
                  </a:lnTo>
                  <a:lnTo>
                    <a:pt x="1206" y="1986"/>
                  </a:lnTo>
                  <a:lnTo>
                    <a:pt x="1200" y="1998"/>
                  </a:lnTo>
                  <a:lnTo>
                    <a:pt x="1200" y="2022"/>
                  </a:lnTo>
                  <a:lnTo>
                    <a:pt x="1206" y="2028"/>
                  </a:lnTo>
                  <a:lnTo>
                    <a:pt x="1218" y="2034"/>
                  </a:lnTo>
                  <a:lnTo>
                    <a:pt x="1212" y="2040"/>
                  </a:lnTo>
                  <a:lnTo>
                    <a:pt x="1200" y="2046"/>
                  </a:lnTo>
                  <a:lnTo>
                    <a:pt x="1194" y="2052"/>
                  </a:lnTo>
                  <a:lnTo>
                    <a:pt x="1194" y="2064"/>
                  </a:lnTo>
                  <a:lnTo>
                    <a:pt x="1200" y="2070"/>
                  </a:lnTo>
                  <a:lnTo>
                    <a:pt x="1212" y="2076"/>
                  </a:lnTo>
                  <a:lnTo>
                    <a:pt x="1212" y="2112"/>
                  </a:lnTo>
                  <a:lnTo>
                    <a:pt x="1224" y="2112"/>
                  </a:lnTo>
                  <a:lnTo>
                    <a:pt x="1224" y="2130"/>
                  </a:lnTo>
                  <a:lnTo>
                    <a:pt x="1218" y="2142"/>
                  </a:lnTo>
                  <a:lnTo>
                    <a:pt x="1218" y="2184"/>
                  </a:lnTo>
                  <a:lnTo>
                    <a:pt x="1224" y="2196"/>
                  </a:lnTo>
                  <a:lnTo>
                    <a:pt x="1230" y="2202"/>
                  </a:lnTo>
                  <a:lnTo>
                    <a:pt x="1266" y="2214"/>
                  </a:lnTo>
                  <a:lnTo>
                    <a:pt x="1308" y="2220"/>
                  </a:lnTo>
                  <a:lnTo>
                    <a:pt x="1380" y="2220"/>
                  </a:lnTo>
                  <a:lnTo>
                    <a:pt x="1392" y="2226"/>
                  </a:lnTo>
                  <a:lnTo>
                    <a:pt x="1398" y="2232"/>
                  </a:lnTo>
                  <a:lnTo>
                    <a:pt x="1398" y="2256"/>
                  </a:lnTo>
                  <a:lnTo>
                    <a:pt x="1404" y="2274"/>
                  </a:lnTo>
                  <a:lnTo>
                    <a:pt x="1404" y="2298"/>
                  </a:lnTo>
                  <a:lnTo>
                    <a:pt x="1410" y="2316"/>
                  </a:lnTo>
                  <a:lnTo>
                    <a:pt x="1410" y="2334"/>
                  </a:lnTo>
                  <a:lnTo>
                    <a:pt x="1422" y="2358"/>
                  </a:lnTo>
                  <a:lnTo>
                    <a:pt x="1434" y="2364"/>
                  </a:lnTo>
                  <a:lnTo>
                    <a:pt x="1446" y="2364"/>
                  </a:lnTo>
                  <a:lnTo>
                    <a:pt x="1464" y="2346"/>
                  </a:lnTo>
                  <a:lnTo>
                    <a:pt x="1476" y="2346"/>
                  </a:lnTo>
                  <a:lnTo>
                    <a:pt x="1488" y="2352"/>
                  </a:lnTo>
                  <a:lnTo>
                    <a:pt x="1500" y="2364"/>
                  </a:lnTo>
                  <a:lnTo>
                    <a:pt x="1506" y="2376"/>
                  </a:lnTo>
                  <a:lnTo>
                    <a:pt x="1506" y="2394"/>
                  </a:lnTo>
                  <a:lnTo>
                    <a:pt x="1500" y="2412"/>
                  </a:lnTo>
                  <a:lnTo>
                    <a:pt x="1500" y="2442"/>
                  </a:lnTo>
                  <a:lnTo>
                    <a:pt x="1494" y="2448"/>
                  </a:lnTo>
                  <a:lnTo>
                    <a:pt x="1494" y="2454"/>
                  </a:lnTo>
                  <a:lnTo>
                    <a:pt x="1488" y="2466"/>
                  </a:lnTo>
                  <a:lnTo>
                    <a:pt x="1488" y="2478"/>
                  </a:lnTo>
                  <a:lnTo>
                    <a:pt x="1494" y="2496"/>
                  </a:lnTo>
                  <a:lnTo>
                    <a:pt x="1506" y="2490"/>
                  </a:lnTo>
                  <a:lnTo>
                    <a:pt x="1512" y="2484"/>
                  </a:lnTo>
                  <a:lnTo>
                    <a:pt x="1530" y="2484"/>
                  </a:lnTo>
                  <a:lnTo>
                    <a:pt x="1536" y="2490"/>
                  </a:lnTo>
                  <a:lnTo>
                    <a:pt x="1548" y="2514"/>
                  </a:lnTo>
                  <a:lnTo>
                    <a:pt x="1548" y="2526"/>
                  </a:lnTo>
                  <a:lnTo>
                    <a:pt x="1554" y="2526"/>
                  </a:lnTo>
                  <a:lnTo>
                    <a:pt x="1560" y="2532"/>
                  </a:lnTo>
                  <a:lnTo>
                    <a:pt x="1560" y="2562"/>
                  </a:lnTo>
                  <a:lnTo>
                    <a:pt x="1566" y="2580"/>
                  </a:lnTo>
                  <a:lnTo>
                    <a:pt x="1566" y="2616"/>
                  </a:lnTo>
                  <a:lnTo>
                    <a:pt x="1512" y="2634"/>
                  </a:lnTo>
                  <a:lnTo>
                    <a:pt x="1506" y="2640"/>
                  </a:lnTo>
                  <a:lnTo>
                    <a:pt x="1500" y="2652"/>
                  </a:lnTo>
                  <a:lnTo>
                    <a:pt x="1500" y="2670"/>
                  </a:lnTo>
                  <a:lnTo>
                    <a:pt x="1464" y="2670"/>
                  </a:lnTo>
                  <a:lnTo>
                    <a:pt x="1464" y="2688"/>
                  </a:lnTo>
                  <a:lnTo>
                    <a:pt x="1458" y="2694"/>
                  </a:lnTo>
                  <a:lnTo>
                    <a:pt x="1452" y="2718"/>
                  </a:lnTo>
                  <a:lnTo>
                    <a:pt x="1428" y="2724"/>
                  </a:lnTo>
                  <a:lnTo>
                    <a:pt x="1428" y="2736"/>
                  </a:lnTo>
                  <a:lnTo>
                    <a:pt x="1422" y="2748"/>
                  </a:lnTo>
                  <a:lnTo>
                    <a:pt x="1422" y="2760"/>
                  </a:lnTo>
                  <a:lnTo>
                    <a:pt x="1404" y="2778"/>
                  </a:lnTo>
                  <a:lnTo>
                    <a:pt x="1392" y="2778"/>
                  </a:lnTo>
                  <a:lnTo>
                    <a:pt x="1392" y="2802"/>
                  </a:lnTo>
                  <a:lnTo>
                    <a:pt x="1386" y="2808"/>
                  </a:lnTo>
                  <a:lnTo>
                    <a:pt x="1380" y="2820"/>
                  </a:lnTo>
                  <a:lnTo>
                    <a:pt x="1374" y="2826"/>
                  </a:lnTo>
                  <a:lnTo>
                    <a:pt x="1356" y="2826"/>
                  </a:lnTo>
                  <a:lnTo>
                    <a:pt x="1350" y="2832"/>
                  </a:lnTo>
                  <a:lnTo>
                    <a:pt x="1350" y="2844"/>
                  </a:lnTo>
                  <a:lnTo>
                    <a:pt x="1344" y="2856"/>
                  </a:lnTo>
                  <a:lnTo>
                    <a:pt x="1344" y="2868"/>
                  </a:lnTo>
                  <a:lnTo>
                    <a:pt x="1368" y="2868"/>
                  </a:lnTo>
                  <a:lnTo>
                    <a:pt x="1374" y="2862"/>
                  </a:lnTo>
                  <a:lnTo>
                    <a:pt x="1386" y="2856"/>
                  </a:lnTo>
                  <a:lnTo>
                    <a:pt x="1398" y="2856"/>
                  </a:lnTo>
                  <a:lnTo>
                    <a:pt x="1404" y="2862"/>
                  </a:lnTo>
                  <a:lnTo>
                    <a:pt x="1428" y="2874"/>
                  </a:lnTo>
                  <a:lnTo>
                    <a:pt x="1434" y="2886"/>
                  </a:lnTo>
                  <a:lnTo>
                    <a:pt x="1446" y="2892"/>
                  </a:lnTo>
                  <a:lnTo>
                    <a:pt x="1452" y="2898"/>
                  </a:lnTo>
                  <a:lnTo>
                    <a:pt x="1458" y="2910"/>
                  </a:lnTo>
                  <a:lnTo>
                    <a:pt x="1470" y="2922"/>
                  </a:lnTo>
                  <a:lnTo>
                    <a:pt x="1470" y="2934"/>
                  </a:lnTo>
                  <a:lnTo>
                    <a:pt x="1482" y="2934"/>
                  </a:lnTo>
                  <a:lnTo>
                    <a:pt x="1482" y="2928"/>
                  </a:lnTo>
                  <a:lnTo>
                    <a:pt x="1494" y="2916"/>
                  </a:lnTo>
                  <a:lnTo>
                    <a:pt x="1500" y="2916"/>
                  </a:lnTo>
                  <a:lnTo>
                    <a:pt x="1512" y="2922"/>
                  </a:lnTo>
                  <a:lnTo>
                    <a:pt x="1518" y="2934"/>
                  </a:lnTo>
                  <a:lnTo>
                    <a:pt x="1536" y="2952"/>
                  </a:lnTo>
                  <a:lnTo>
                    <a:pt x="1554" y="2952"/>
                  </a:lnTo>
                  <a:lnTo>
                    <a:pt x="1572" y="2970"/>
                  </a:lnTo>
                  <a:lnTo>
                    <a:pt x="1578" y="2970"/>
                  </a:lnTo>
                  <a:lnTo>
                    <a:pt x="1578" y="2982"/>
                  </a:lnTo>
                  <a:lnTo>
                    <a:pt x="1584" y="2988"/>
                  </a:lnTo>
                  <a:lnTo>
                    <a:pt x="1596" y="2994"/>
                  </a:lnTo>
                  <a:lnTo>
                    <a:pt x="1614" y="3000"/>
                  </a:lnTo>
                  <a:lnTo>
                    <a:pt x="1626" y="3000"/>
                  </a:lnTo>
                  <a:lnTo>
                    <a:pt x="1632" y="3012"/>
                  </a:lnTo>
                  <a:lnTo>
                    <a:pt x="1638" y="3018"/>
                  </a:lnTo>
                  <a:lnTo>
                    <a:pt x="1644" y="3030"/>
                  </a:lnTo>
                  <a:lnTo>
                    <a:pt x="1662" y="3048"/>
                  </a:lnTo>
                  <a:lnTo>
                    <a:pt x="1668" y="3048"/>
                  </a:lnTo>
                  <a:lnTo>
                    <a:pt x="1680" y="3054"/>
                  </a:lnTo>
                  <a:lnTo>
                    <a:pt x="1686" y="3054"/>
                  </a:lnTo>
                  <a:lnTo>
                    <a:pt x="1686" y="3066"/>
                  </a:lnTo>
                  <a:lnTo>
                    <a:pt x="1674" y="3090"/>
                  </a:lnTo>
                  <a:lnTo>
                    <a:pt x="1668" y="3096"/>
                  </a:lnTo>
                  <a:lnTo>
                    <a:pt x="1668" y="3120"/>
                  </a:lnTo>
                  <a:lnTo>
                    <a:pt x="1674" y="3120"/>
                  </a:lnTo>
                  <a:lnTo>
                    <a:pt x="1674" y="3150"/>
                  </a:lnTo>
                  <a:lnTo>
                    <a:pt x="1692" y="3150"/>
                  </a:lnTo>
                  <a:lnTo>
                    <a:pt x="1692" y="3144"/>
                  </a:lnTo>
                  <a:lnTo>
                    <a:pt x="1698" y="3132"/>
                  </a:lnTo>
                  <a:lnTo>
                    <a:pt x="1710" y="3126"/>
                  </a:lnTo>
                  <a:lnTo>
                    <a:pt x="1716" y="3114"/>
                  </a:lnTo>
                  <a:lnTo>
                    <a:pt x="1728" y="3102"/>
                  </a:lnTo>
                  <a:lnTo>
                    <a:pt x="1734" y="3090"/>
                  </a:lnTo>
                  <a:lnTo>
                    <a:pt x="1734" y="3060"/>
                  </a:lnTo>
                  <a:lnTo>
                    <a:pt x="1728" y="3054"/>
                  </a:lnTo>
                  <a:lnTo>
                    <a:pt x="1728" y="3048"/>
                  </a:lnTo>
                  <a:lnTo>
                    <a:pt x="1746" y="3018"/>
                  </a:lnTo>
                  <a:lnTo>
                    <a:pt x="1734" y="3012"/>
                  </a:lnTo>
                  <a:lnTo>
                    <a:pt x="1728" y="3000"/>
                  </a:lnTo>
                  <a:lnTo>
                    <a:pt x="1728" y="2988"/>
                  </a:lnTo>
                  <a:lnTo>
                    <a:pt x="1740" y="2976"/>
                  </a:lnTo>
                  <a:lnTo>
                    <a:pt x="1746" y="2976"/>
                  </a:lnTo>
                  <a:lnTo>
                    <a:pt x="1746" y="2952"/>
                  </a:lnTo>
                  <a:lnTo>
                    <a:pt x="1764" y="2952"/>
                  </a:lnTo>
                  <a:lnTo>
                    <a:pt x="1776" y="2940"/>
                  </a:lnTo>
                  <a:lnTo>
                    <a:pt x="1776" y="2904"/>
                  </a:lnTo>
                  <a:lnTo>
                    <a:pt x="1782" y="2898"/>
                  </a:lnTo>
                  <a:lnTo>
                    <a:pt x="1788" y="2886"/>
                  </a:lnTo>
                  <a:lnTo>
                    <a:pt x="1800" y="2874"/>
                  </a:lnTo>
                  <a:lnTo>
                    <a:pt x="1812" y="2868"/>
                  </a:lnTo>
                  <a:lnTo>
                    <a:pt x="1818" y="2862"/>
                  </a:lnTo>
                  <a:lnTo>
                    <a:pt x="1824" y="2862"/>
                  </a:lnTo>
                  <a:lnTo>
                    <a:pt x="1824" y="2898"/>
                  </a:lnTo>
                  <a:lnTo>
                    <a:pt x="1818" y="2904"/>
                  </a:lnTo>
                  <a:lnTo>
                    <a:pt x="1818" y="2910"/>
                  </a:lnTo>
                  <a:lnTo>
                    <a:pt x="1812" y="2916"/>
                  </a:lnTo>
                  <a:lnTo>
                    <a:pt x="1812" y="2934"/>
                  </a:lnTo>
                  <a:lnTo>
                    <a:pt x="1800" y="2940"/>
                  </a:lnTo>
                  <a:lnTo>
                    <a:pt x="1800" y="2952"/>
                  </a:lnTo>
                  <a:lnTo>
                    <a:pt x="1776" y="2982"/>
                  </a:lnTo>
                  <a:lnTo>
                    <a:pt x="1746" y="3006"/>
                  </a:lnTo>
                  <a:lnTo>
                    <a:pt x="1752" y="3012"/>
                  </a:lnTo>
                  <a:lnTo>
                    <a:pt x="1770" y="3012"/>
                  </a:lnTo>
                  <a:lnTo>
                    <a:pt x="1770" y="2994"/>
                  </a:lnTo>
                  <a:lnTo>
                    <a:pt x="1776" y="2988"/>
                  </a:lnTo>
                  <a:lnTo>
                    <a:pt x="1788" y="2988"/>
                  </a:lnTo>
                  <a:lnTo>
                    <a:pt x="1794" y="2982"/>
                  </a:lnTo>
                  <a:lnTo>
                    <a:pt x="1800" y="2982"/>
                  </a:lnTo>
                  <a:lnTo>
                    <a:pt x="1812" y="2964"/>
                  </a:lnTo>
                  <a:lnTo>
                    <a:pt x="1824" y="2940"/>
                  </a:lnTo>
                  <a:lnTo>
                    <a:pt x="1848" y="2880"/>
                  </a:lnTo>
                  <a:lnTo>
                    <a:pt x="1860" y="2832"/>
                  </a:lnTo>
                  <a:lnTo>
                    <a:pt x="1872" y="2808"/>
                  </a:lnTo>
                  <a:lnTo>
                    <a:pt x="1878" y="2790"/>
                  </a:lnTo>
                  <a:lnTo>
                    <a:pt x="1884" y="2778"/>
                  </a:lnTo>
                  <a:lnTo>
                    <a:pt x="1896" y="2772"/>
                  </a:lnTo>
                  <a:lnTo>
                    <a:pt x="1902" y="2760"/>
                  </a:lnTo>
                  <a:lnTo>
                    <a:pt x="1926" y="2736"/>
                  </a:lnTo>
                  <a:lnTo>
                    <a:pt x="1926" y="2724"/>
                  </a:lnTo>
                  <a:lnTo>
                    <a:pt x="1920" y="2718"/>
                  </a:lnTo>
                  <a:lnTo>
                    <a:pt x="1938" y="2706"/>
                  </a:lnTo>
                  <a:lnTo>
                    <a:pt x="1932" y="2670"/>
                  </a:lnTo>
                  <a:lnTo>
                    <a:pt x="1938" y="2646"/>
                  </a:lnTo>
                  <a:lnTo>
                    <a:pt x="1926" y="2640"/>
                  </a:lnTo>
                  <a:lnTo>
                    <a:pt x="1932" y="2634"/>
                  </a:lnTo>
                  <a:lnTo>
                    <a:pt x="1938" y="2622"/>
                  </a:lnTo>
                  <a:lnTo>
                    <a:pt x="1938" y="2610"/>
                  </a:lnTo>
                  <a:lnTo>
                    <a:pt x="1932" y="2604"/>
                  </a:lnTo>
                  <a:lnTo>
                    <a:pt x="1920" y="2598"/>
                  </a:lnTo>
                  <a:lnTo>
                    <a:pt x="1914" y="2592"/>
                  </a:lnTo>
                  <a:lnTo>
                    <a:pt x="1914" y="2556"/>
                  </a:lnTo>
                  <a:lnTo>
                    <a:pt x="1896" y="2544"/>
                  </a:lnTo>
                  <a:lnTo>
                    <a:pt x="1920" y="2544"/>
                  </a:lnTo>
                  <a:lnTo>
                    <a:pt x="1914" y="2520"/>
                  </a:lnTo>
                  <a:lnTo>
                    <a:pt x="1902" y="2508"/>
                  </a:lnTo>
                  <a:lnTo>
                    <a:pt x="1908" y="2508"/>
                  </a:lnTo>
                  <a:lnTo>
                    <a:pt x="1920" y="2502"/>
                  </a:lnTo>
                  <a:lnTo>
                    <a:pt x="1920" y="2490"/>
                  </a:lnTo>
                  <a:lnTo>
                    <a:pt x="1914" y="2490"/>
                  </a:lnTo>
                  <a:lnTo>
                    <a:pt x="1902" y="2484"/>
                  </a:lnTo>
                  <a:lnTo>
                    <a:pt x="1896" y="2478"/>
                  </a:lnTo>
                  <a:lnTo>
                    <a:pt x="1920" y="2460"/>
                  </a:lnTo>
                  <a:lnTo>
                    <a:pt x="1932" y="2472"/>
                  </a:lnTo>
                  <a:lnTo>
                    <a:pt x="1944" y="2478"/>
                  </a:lnTo>
                  <a:lnTo>
                    <a:pt x="1950" y="2478"/>
                  </a:lnTo>
                  <a:lnTo>
                    <a:pt x="1950" y="2448"/>
                  </a:lnTo>
                  <a:lnTo>
                    <a:pt x="1962" y="2424"/>
                  </a:lnTo>
                  <a:lnTo>
                    <a:pt x="1974" y="2418"/>
                  </a:lnTo>
                  <a:lnTo>
                    <a:pt x="1980" y="2418"/>
                  </a:lnTo>
                  <a:lnTo>
                    <a:pt x="2004" y="2406"/>
                  </a:lnTo>
                  <a:lnTo>
                    <a:pt x="2010" y="2394"/>
                  </a:lnTo>
                  <a:lnTo>
                    <a:pt x="2010" y="2382"/>
                  </a:lnTo>
                  <a:lnTo>
                    <a:pt x="2016" y="2376"/>
                  </a:lnTo>
                  <a:lnTo>
                    <a:pt x="2028" y="2376"/>
                  </a:lnTo>
                  <a:lnTo>
                    <a:pt x="2034" y="2370"/>
                  </a:lnTo>
                  <a:lnTo>
                    <a:pt x="2046" y="2370"/>
                  </a:lnTo>
                  <a:lnTo>
                    <a:pt x="2046" y="2358"/>
                  </a:lnTo>
                  <a:lnTo>
                    <a:pt x="2070" y="2358"/>
                  </a:lnTo>
                  <a:lnTo>
                    <a:pt x="2070" y="2340"/>
                  </a:lnTo>
                  <a:lnTo>
                    <a:pt x="2118" y="2340"/>
                  </a:lnTo>
                  <a:lnTo>
                    <a:pt x="2124" y="2358"/>
                  </a:lnTo>
                  <a:lnTo>
                    <a:pt x="2136" y="2352"/>
                  </a:lnTo>
                  <a:lnTo>
                    <a:pt x="2118" y="2334"/>
                  </a:lnTo>
                  <a:lnTo>
                    <a:pt x="2136" y="2316"/>
                  </a:lnTo>
                  <a:lnTo>
                    <a:pt x="2142" y="2316"/>
                  </a:lnTo>
                  <a:lnTo>
                    <a:pt x="2154" y="2310"/>
                  </a:lnTo>
                  <a:lnTo>
                    <a:pt x="2178" y="2310"/>
                  </a:lnTo>
                  <a:lnTo>
                    <a:pt x="2160" y="2292"/>
                  </a:lnTo>
                  <a:lnTo>
                    <a:pt x="2172" y="2286"/>
                  </a:lnTo>
                  <a:lnTo>
                    <a:pt x="2178" y="2280"/>
                  </a:lnTo>
                  <a:lnTo>
                    <a:pt x="2190" y="2280"/>
                  </a:lnTo>
                  <a:lnTo>
                    <a:pt x="2190" y="2304"/>
                  </a:lnTo>
                  <a:lnTo>
                    <a:pt x="2196" y="2304"/>
                  </a:lnTo>
                  <a:lnTo>
                    <a:pt x="2196" y="2298"/>
                  </a:lnTo>
                  <a:lnTo>
                    <a:pt x="2202" y="2286"/>
                  </a:lnTo>
                  <a:lnTo>
                    <a:pt x="2208" y="2280"/>
                  </a:lnTo>
                  <a:lnTo>
                    <a:pt x="2244" y="2286"/>
                  </a:lnTo>
                  <a:lnTo>
                    <a:pt x="2244" y="2280"/>
                  </a:lnTo>
                  <a:lnTo>
                    <a:pt x="2250" y="2274"/>
                  </a:lnTo>
                  <a:lnTo>
                    <a:pt x="2250" y="2268"/>
                  </a:lnTo>
                  <a:lnTo>
                    <a:pt x="2256" y="2262"/>
                  </a:lnTo>
                  <a:lnTo>
                    <a:pt x="2268" y="2256"/>
                  </a:lnTo>
                  <a:lnTo>
                    <a:pt x="2274" y="2256"/>
                  </a:lnTo>
                  <a:lnTo>
                    <a:pt x="2280" y="2262"/>
                  </a:lnTo>
                  <a:lnTo>
                    <a:pt x="2280" y="2286"/>
                  </a:lnTo>
                  <a:lnTo>
                    <a:pt x="2346" y="2280"/>
                  </a:lnTo>
                  <a:lnTo>
                    <a:pt x="2352" y="2262"/>
                  </a:lnTo>
                  <a:lnTo>
                    <a:pt x="2346" y="2250"/>
                  </a:lnTo>
                  <a:lnTo>
                    <a:pt x="2352" y="2244"/>
                  </a:lnTo>
                  <a:lnTo>
                    <a:pt x="2358" y="2232"/>
                  </a:lnTo>
                  <a:lnTo>
                    <a:pt x="2370" y="2220"/>
                  </a:lnTo>
                  <a:lnTo>
                    <a:pt x="2406" y="2202"/>
                  </a:lnTo>
                  <a:lnTo>
                    <a:pt x="2418" y="2202"/>
                  </a:lnTo>
                  <a:lnTo>
                    <a:pt x="2412" y="2190"/>
                  </a:lnTo>
                  <a:lnTo>
                    <a:pt x="2412" y="2112"/>
                  </a:lnTo>
                  <a:lnTo>
                    <a:pt x="2442" y="2082"/>
                  </a:lnTo>
                  <a:lnTo>
                    <a:pt x="2442" y="2058"/>
                  </a:lnTo>
                  <a:lnTo>
                    <a:pt x="2460" y="2052"/>
                  </a:lnTo>
                  <a:lnTo>
                    <a:pt x="2460" y="2022"/>
                  </a:lnTo>
                  <a:lnTo>
                    <a:pt x="2466" y="2022"/>
                  </a:lnTo>
                  <a:lnTo>
                    <a:pt x="2472" y="2016"/>
                  </a:lnTo>
                  <a:lnTo>
                    <a:pt x="2478" y="2016"/>
                  </a:lnTo>
                  <a:lnTo>
                    <a:pt x="2478" y="2010"/>
                  </a:lnTo>
                  <a:lnTo>
                    <a:pt x="2484" y="2004"/>
                  </a:lnTo>
                  <a:lnTo>
                    <a:pt x="2484" y="1956"/>
                  </a:lnTo>
                  <a:lnTo>
                    <a:pt x="2478" y="1944"/>
                  </a:lnTo>
                  <a:lnTo>
                    <a:pt x="2478" y="1926"/>
                  </a:lnTo>
                  <a:lnTo>
                    <a:pt x="2472" y="1908"/>
                  </a:lnTo>
                  <a:lnTo>
                    <a:pt x="2484" y="1884"/>
                  </a:lnTo>
                  <a:lnTo>
                    <a:pt x="2514" y="1854"/>
                  </a:lnTo>
                  <a:lnTo>
                    <a:pt x="2514" y="1848"/>
                  </a:lnTo>
                  <a:lnTo>
                    <a:pt x="2508" y="1836"/>
                  </a:lnTo>
                  <a:lnTo>
                    <a:pt x="2508" y="1830"/>
                  </a:lnTo>
                  <a:lnTo>
                    <a:pt x="2502" y="1818"/>
                  </a:lnTo>
                  <a:lnTo>
                    <a:pt x="2508" y="1764"/>
                  </a:lnTo>
                  <a:lnTo>
                    <a:pt x="2508" y="1758"/>
                  </a:lnTo>
                  <a:lnTo>
                    <a:pt x="2514" y="1752"/>
                  </a:lnTo>
                  <a:lnTo>
                    <a:pt x="2514" y="1722"/>
                  </a:lnTo>
                  <a:lnTo>
                    <a:pt x="2520" y="1710"/>
                  </a:lnTo>
                  <a:lnTo>
                    <a:pt x="2520" y="1680"/>
                  </a:lnTo>
                  <a:lnTo>
                    <a:pt x="2508" y="1644"/>
                  </a:lnTo>
                  <a:lnTo>
                    <a:pt x="2502" y="1608"/>
                  </a:lnTo>
                  <a:lnTo>
                    <a:pt x="2502" y="1596"/>
                  </a:lnTo>
                  <a:lnTo>
                    <a:pt x="2508" y="1560"/>
                  </a:lnTo>
                  <a:lnTo>
                    <a:pt x="2508" y="1548"/>
                  </a:lnTo>
                  <a:lnTo>
                    <a:pt x="2502" y="1536"/>
                  </a:lnTo>
                  <a:lnTo>
                    <a:pt x="2502" y="1500"/>
                  </a:lnTo>
                  <a:lnTo>
                    <a:pt x="2508" y="1488"/>
                  </a:lnTo>
                  <a:lnTo>
                    <a:pt x="2520" y="1476"/>
                  </a:lnTo>
                  <a:lnTo>
                    <a:pt x="2508" y="1458"/>
                  </a:lnTo>
                  <a:lnTo>
                    <a:pt x="2520" y="1446"/>
                  </a:lnTo>
                  <a:lnTo>
                    <a:pt x="2532" y="1446"/>
                  </a:lnTo>
                  <a:lnTo>
                    <a:pt x="2532" y="1452"/>
                  </a:lnTo>
                  <a:lnTo>
                    <a:pt x="2538" y="1464"/>
                  </a:lnTo>
                  <a:lnTo>
                    <a:pt x="2544" y="1470"/>
                  </a:lnTo>
                  <a:lnTo>
                    <a:pt x="2556" y="1464"/>
                  </a:lnTo>
                  <a:lnTo>
                    <a:pt x="2562" y="1452"/>
                  </a:lnTo>
                  <a:lnTo>
                    <a:pt x="2574" y="1446"/>
                  </a:lnTo>
                  <a:lnTo>
                    <a:pt x="2580" y="1434"/>
                  </a:lnTo>
                  <a:lnTo>
                    <a:pt x="2586" y="1428"/>
                  </a:lnTo>
                  <a:lnTo>
                    <a:pt x="2592" y="1416"/>
                  </a:lnTo>
                  <a:lnTo>
                    <a:pt x="2592" y="1404"/>
                  </a:lnTo>
                  <a:lnTo>
                    <a:pt x="2598" y="1386"/>
                  </a:lnTo>
                  <a:lnTo>
                    <a:pt x="2598" y="1374"/>
                  </a:lnTo>
                  <a:lnTo>
                    <a:pt x="2604" y="1356"/>
                  </a:lnTo>
                  <a:lnTo>
                    <a:pt x="2604" y="1344"/>
                  </a:lnTo>
                  <a:lnTo>
                    <a:pt x="2610" y="1338"/>
                  </a:lnTo>
                  <a:lnTo>
                    <a:pt x="2616" y="1338"/>
                  </a:lnTo>
                  <a:lnTo>
                    <a:pt x="2628" y="1326"/>
                  </a:lnTo>
                  <a:lnTo>
                    <a:pt x="2634" y="1314"/>
                  </a:lnTo>
                  <a:lnTo>
                    <a:pt x="2640" y="1308"/>
                  </a:lnTo>
                  <a:lnTo>
                    <a:pt x="2640" y="1296"/>
                  </a:lnTo>
                  <a:lnTo>
                    <a:pt x="2652" y="1290"/>
                  </a:lnTo>
                  <a:lnTo>
                    <a:pt x="2658" y="1284"/>
                  </a:lnTo>
                  <a:lnTo>
                    <a:pt x="2670" y="1284"/>
                  </a:lnTo>
                  <a:lnTo>
                    <a:pt x="2682" y="1272"/>
                  </a:lnTo>
                  <a:lnTo>
                    <a:pt x="2682" y="1254"/>
                  </a:lnTo>
                  <a:lnTo>
                    <a:pt x="2688" y="1254"/>
                  </a:lnTo>
                  <a:lnTo>
                    <a:pt x="2724" y="1218"/>
                  </a:lnTo>
                  <a:lnTo>
                    <a:pt x="2736" y="1188"/>
                  </a:lnTo>
                  <a:lnTo>
                    <a:pt x="2754" y="1158"/>
                  </a:lnTo>
                  <a:lnTo>
                    <a:pt x="2760" y="1134"/>
                  </a:lnTo>
                  <a:lnTo>
                    <a:pt x="2766" y="1122"/>
                  </a:lnTo>
                  <a:lnTo>
                    <a:pt x="2772" y="1116"/>
                  </a:lnTo>
                  <a:lnTo>
                    <a:pt x="2778" y="1104"/>
                  </a:lnTo>
                  <a:lnTo>
                    <a:pt x="2784" y="1098"/>
                  </a:lnTo>
                  <a:lnTo>
                    <a:pt x="2784" y="1080"/>
                  </a:lnTo>
                  <a:lnTo>
                    <a:pt x="2778" y="1068"/>
                  </a:lnTo>
                  <a:lnTo>
                    <a:pt x="2778" y="100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44" name="Burundi" descr="© INSCALE GmbH, 05.05.2010&#10;http://www.presentationload.com/">
              <a:extLst>
                <a:ext uri="{FF2B5EF4-FFF2-40B4-BE49-F238E27FC236}">
                  <a16:creationId xmlns:a16="http://schemas.microsoft.com/office/drawing/2014/main" id="{60E32410-D969-44E4-89D5-DE5EB6F49217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414383" y="3066225"/>
              <a:ext cx="43943" cy="55232"/>
            </a:xfrm>
            <a:custGeom>
              <a:avLst/>
              <a:gdLst>
                <a:gd name="T0" fmla="*/ 2147483647 w 132"/>
                <a:gd name="T1" fmla="*/ 2147483647 h 168"/>
                <a:gd name="T2" fmla="*/ 2147483647 w 132"/>
                <a:gd name="T3" fmla="*/ 2147483647 h 168"/>
                <a:gd name="T4" fmla="*/ 2147483647 w 132"/>
                <a:gd name="T5" fmla="*/ 2147483647 h 168"/>
                <a:gd name="T6" fmla="*/ 2147483647 w 132"/>
                <a:gd name="T7" fmla="*/ 2147483647 h 168"/>
                <a:gd name="T8" fmla="*/ 2147483647 w 132"/>
                <a:gd name="T9" fmla="*/ 2147483647 h 168"/>
                <a:gd name="T10" fmla="*/ 2147483647 w 132"/>
                <a:gd name="T11" fmla="*/ 2147483647 h 168"/>
                <a:gd name="T12" fmla="*/ 2147483647 w 132"/>
                <a:gd name="T13" fmla="*/ 2147483647 h 168"/>
                <a:gd name="T14" fmla="*/ 2147483647 w 132"/>
                <a:gd name="T15" fmla="*/ 2147483647 h 168"/>
                <a:gd name="T16" fmla="*/ 2147483647 w 132"/>
                <a:gd name="T17" fmla="*/ 2147483647 h 168"/>
                <a:gd name="T18" fmla="*/ 2147483647 w 132"/>
                <a:gd name="T19" fmla="*/ 2147483647 h 168"/>
                <a:gd name="T20" fmla="*/ 2147483647 w 132"/>
                <a:gd name="T21" fmla="*/ 2147483647 h 168"/>
                <a:gd name="T22" fmla="*/ 2147483647 w 132"/>
                <a:gd name="T23" fmla="*/ 2147483647 h 168"/>
                <a:gd name="T24" fmla="*/ 2147483647 w 132"/>
                <a:gd name="T25" fmla="*/ 2147483647 h 168"/>
                <a:gd name="T26" fmla="*/ 2147483647 w 132"/>
                <a:gd name="T27" fmla="*/ 2147483647 h 168"/>
                <a:gd name="T28" fmla="*/ 2147483647 w 132"/>
                <a:gd name="T29" fmla="*/ 2147483647 h 168"/>
                <a:gd name="T30" fmla="*/ 2147483647 w 132"/>
                <a:gd name="T31" fmla="*/ 2147483647 h 168"/>
                <a:gd name="T32" fmla="*/ 2147483647 w 132"/>
                <a:gd name="T33" fmla="*/ 2147483647 h 168"/>
                <a:gd name="T34" fmla="*/ 2147483647 w 132"/>
                <a:gd name="T35" fmla="*/ 2147483647 h 168"/>
                <a:gd name="T36" fmla="*/ 2147483647 w 132"/>
                <a:gd name="T37" fmla="*/ 2147483647 h 168"/>
                <a:gd name="T38" fmla="*/ 2147483647 w 132"/>
                <a:gd name="T39" fmla="*/ 2147483647 h 168"/>
                <a:gd name="T40" fmla="*/ 2147483647 w 132"/>
                <a:gd name="T41" fmla="*/ 2147483647 h 168"/>
                <a:gd name="T42" fmla="*/ 2147483647 w 132"/>
                <a:gd name="T43" fmla="*/ 2147483647 h 168"/>
                <a:gd name="T44" fmla="*/ 2147483647 w 132"/>
                <a:gd name="T45" fmla="*/ 2147483647 h 168"/>
                <a:gd name="T46" fmla="*/ 2147483647 w 132"/>
                <a:gd name="T47" fmla="*/ 0 h 168"/>
                <a:gd name="T48" fmla="*/ 2147483647 w 132"/>
                <a:gd name="T49" fmla="*/ 0 h 168"/>
                <a:gd name="T50" fmla="*/ 2147483647 w 132"/>
                <a:gd name="T51" fmla="*/ 0 h 168"/>
                <a:gd name="T52" fmla="*/ 2147483647 w 132"/>
                <a:gd name="T53" fmla="*/ 2147483647 h 168"/>
                <a:gd name="T54" fmla="*/ 2147483647 w 132"/>
                <a:gd name="T55" fmla="*/ 2147483647 h 168"/>
                <a:gd name="T56" fmla="*/ 2147483647 w 132"/>
                <a:gd name="T57" fmla="*/ 2147483647 h 168"/>
                <a:gd name="T58" fmla="*/ 2147483647 w 132"/>
                <a:gd name="T59" fmla="*/ 2147483647 h 168"/>
                <a:gd name="T60" fmla="*/ 2147483647 w 132"/>
                <a:gd name="T61" fmla="*/ 2147483647 h 168"/>
                <a:gd name="T62" fmla="*/ 2147483647 w 132"/>
                <a:gd name="T63" fmla="*/ 2147483647 h 168"/>
                <a:gd name="T64" fmla="*/ 0 w 132"/>
                <a:gd name="T65" fmla="*/ 2147483647 h 168"/>
                <a:gd name="T66" fmla="*/ 2147483647 w 132"/>
                <a:gd name="T67" fmla="*/ 2147483647 h 168"/>
                <a:gd name="T68" fmla="*/ 2147483647 w 132"/>
                <a:gd name="T69" fmla="*/ 2147483647 h 168"/>
                <a:gd name="T70" fmla="*/ 2147483647 w 132"/>
                <a:gd name="T71" fmla="*/ 2147483647 h 168"/>
                <a:gd name="T72" fmla="*/ 2147483647 w 132"/>
                <a:gd name="T73" fmla="*/ 2147483647 h 168"/>
                <a:gd name="T74" fmla="*/ 2147483647 w 132"/>
                <a:gd name="T75" fmla="*/ 2147483647 h 16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2"/>
                <a:gd name="T115" fmla="*/ 0 h 168"/>
                <a:gd name="T116" fmla="*/ 132 w 132"/>
                <a:gd name="T117" fmla="*/ 168 h 16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2" h="168">
                  <a:moveTo>
                    <a:pt x="36" y="72"/>
                  </a:moveTo>
                  <a:lnTo>
                    <a:pt x="36" y="96"/>
                  </a:lnTo>
                  <a:lnTo>
                    <a:pt x="30" y="102"/>
                  </a:lnTo>
                  <a:lnTo>
                    <a:pt x="30" y="138"/>
                  </a:lnTo>
                  <a:lnTo>
                    <a:pt x="36" y="156"/>
                  </a:lnTo>
                  <a:lnTo>
                    <a:pt x="42" y="168"/>
                  </a:lnTo>
                  <a:lnTo>
                    <a:pt x="54" y="168"/>
                  </a:lnTo>
                  <a:lnTo>
                    <a:pt x="60" y="162"/>
                  </a:lnTo>
                  <a:lnTo>
                    <a:pt x="72" y="156"/>
                  </a:lnTo>
                  <a:lnTo>
                    <a:pt x="84" y="144"/>
                  </a:lnTo>
                  <a:lnTo>
                    <a:pt x="90" y="132"/>
                  </a:lnTo>
                  <a:lnTo>
                    <a:pt x="90" y="114"/>
                  </a:lnTo>
                  <a:lnTo>
                    <a:pt x="96" y="102"/>
                  </a:lnTo>
                  <a:lnTo>
                    <a:pt x="114" y="84"/>
                  </a:lnTo>
                  <a:lnTo>
                    <a:pt x="126" y="84"/>
                  </a:lnTo>
                  <a:lnTo>
                    <a:pt x="120" y="72"/>
                  </a:lnTo>
                  <a:lnTo>
                    <a:pt x="132" y="66"/>
                  </a:lnTo>
                  <a:lnTo>
                    <a:pt x="132" y="48"/>
                  </a:lnTo>
                  <a:lnTo>
                    <a:pt x="114" y="48"/>
                  </a:lnTo>
                  <a:lnTo>
                    <a:pt x="108" y="42"/>
                  </a:lnTo>
                  <a:lnTo>
                    <a:pt x="102" y="42"/>
                  </a:lnTo>
                  <a:lnTo>
                    <a:pt x="102" y="24"/>
                  </a:lnTo>
                  <a:lnTo>
                    <a:pt x="108" y="12"/>
                  </a:lnTo>
                  <a:lnTo>
                    <a:pt x="108" y="0"/>
                  </a:lnTo>
                  <a:lnTo>
                    <a:pt x="120" y="0"/>
                  </a:lnTo>
                  <a:lnTo>
                    <a:pt x="66" y="0"/>
                  </a:lnTo>
                  <a:lnTo>
                    <a:pt x="60" y="24"/>
                  </a:lnTo>
                  <a:lnTo>
                    <a:pt x="48" y="30"/>
                  </a:lnTo>
                  <a:lnTo>
                    <a:pt x="42" y="36"/>
                  </a:lnTo>
                  <a:lnTo>
                    <a:pt x="30" y="36"/>
                  </a:lnTo>
                  <a:lnTo>
                    <a:pt x="24" y="30"/>
                  </a:lnTo>
                  <a:lnTo>
                    <a:pt x="18" y="18"/>
                  </a:lnTo>
                  <a:lnTo>
                    <a:pt x="0" y="18"/>
                  </a:lnTo>
                  <a:lnTo>
                    <a:pt x="12" y="48"/>
                  </a:lnTo>
                  <a:lnTo>
                    <a:pt x="18" y="54"/>
                  </a:lnTo>
                  <a:lnTo>
                    <a:pt x="30" y="60"/>
                  </a:lnTo>
                  <a:lnTo>
                    <a:pt x="36" y="66"/>
                  </a:lnTo>
                  <a:lnTo>
                    <a:pt x="36" y="7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45" name="Bulgaria" descr="© INSCALE GmbH, 05.05.2010&#10;http://www.presentationload.com/">
              <a:extLst>
                <a:ext uri="{FF2B5EF4-FFF2-40B4-BE49-F238E27FC236}">
                  <a16:creationId xmlns:a16="http://schemas.microsoft.com/office/drawing/2014/main" id="{51ABC601-1F0B-469D-80B2-6362BCB8E1A0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232152" y="1834447"/>
              <a:ext cx="130534" cy="74498"/>
            </a:xfrm>
            <a:custGeom>
              <a:avLst/>
              <a:gdLst>
                <a:gd name="T0" fmla="*/ 2147483647 w 396"/>
                <a:gd name="T1" fmla="*/ 2147483647 h 228"/>
                <a:gd name="T2" fmla="*/ 2147483647 w 396"/>
                <a:gd name="T3" fmla="*/ 2147483647 h 228"/>
                <a:gd name="T4" fmla="*/ 2147483647 w 396"/>
                <a:gd name="T5" fmla="*/ 2147483647 h 228"/>
                <a:gd name="T6" fmla="*/ 2147483647 w 396"/>
                <a:gd name="T7" fmla="*/ 2147483647 h 228"/>
                <a:gd name="T8" fmla="*/ 2147483647 w 396"/>
                <a:gd name="T9" fmla="*/ 2147483647 h 228"/>
                <a:gd name="T10" fmla="*/ 2147483647 w 396"/>
                <a:gd name="T11" fmla="*/ 2147483647 h 228"/>
                <a:gd name="T12" fmla="*/ 2147483647 w 396"/>
                <a:gd name="T13" fmla="*/ 2147483647 h 228"/>
                <a:gd name="T14" fmla="*/ 2147483647 w 396"/>
                <a:gd name="T15" fmla="*/ 0 h 228"/>
                <a:gd name="T16" fmla="*/ 2147483647 w 396"/>
                <a:gd name="T17" fmla="*/ 2147483647 h 228"/>
                <a:gd name="T18" fmla="*/ 2147483647 w 396"/>
                <a:gd name="T19" fmla="*/ 2147483647 h 228"/>
                <a:gd name="T20" fmla="*/ 2147483647 w 396"/>
                <a:gd name="T21" fmla="*/ 2147483647 h 228"/>
                <a:gd name="T22" fmla="*/ 2147483647 w 396"/>
                <a:gd name="T23" fmla="*/ 2147483647 h 228"/>
                <a:gd name="T24" fmla="*/ 2147483647 w 396"/>
                <a:gd name="T25" fmla="*/ 2147483647 h 228"/>
                <a:gd name="T26" fmla="*/ 2147483647 w 396"/>
                <a:gd name="T27" fmla="*/ 2147483647 h 228"/>
                <a:gd name="T28" fmla="*/ 2147483647 w 396"/>
                <a:gd name="T29" fmla="*/ 2147483647 h 228"/>
                <a:gd name="T30" fmla="*/ 2147483647 w 396"/>
                <a:gd name="T31" fmla="*/ 2147483647 h 228"/>
                <a:gd name="T32" fmla="*/ 2147483647 w 396"/>
                <a:gd name="T33" fmla="*/ 2147483647 h 228"/>
                <a:gd name="T34" fmla="*/ 2147483647 w 396"/>
                <a:gd name="T35" fmla="*/ 2147483647 h 228"/>
                <a:gd name="T36" fmla="*/ 2147483647 w 396"/>
                <a:gd name="T37" fmla="*/ 2147483647 h 228"/>
                <a:gd name="T38" fmla="*/ 2147483647 w 396"/>
                <a:gd name="T39" fmla="*/ 2147483647 h 228"/>
                <a:gd name="T40" fmla="*/ 2147483647 w 396"/>
                <a:gd name="T41" fmla="*/ 2147483647 h 228"/>
                <a:gd name="T42" fmla="*/ 2147483647 w 396"/>
                <a:gd name="T43" fmla="*/ 0 h 228"/>
                <a:gd name="T44" fmla="*/ 0 w 396"/>
                <a:gd name="T45" fmla="*/ 2147483647 h 228"/>
                <a:gd name="T46" fmla="*/ 2147483647 w 396"/>
                <a:gd name="T47" fmla="*/ 2147483647 h 228"/>
                <a:gd name="T48" fmla="*/ 2147483647 w 396"/>
                <a:gd name="T49" fmla="*/ 2147483647 h 228"/>
                <a:gd name="T50" fmla="*/ 2147483647 w 396"/>
                <a:gd name="T51" fmla="*/ 2147483647 h 228"/>
                <a:gd name="T52" fmla="*/ 2147483647 w 396"/>
                <a:gd name="T53" fmla="*/ 2147483647 h 228"/>
                <a:gd name="T54" fmla="*/ 2147483647 w 396"/>
                <a:gd name="T55" fmla="*/ 2147483647 h 228"/>
                <a:gd name="T56" fmla="*/ 0 w 396"/>
                <a:gd name="T57" fmla="*/ 2147483647 h 228"/>
                <a:gd name="T58" fmla="*/ 2147483647 w 396"/>
                <a:gd name="T59" fmla="*/ 2147483647 h 228"/>
                <a:gd name="T60" fmla="*/ 2147483647 w 396"/>
                <a:gd name="T61" fmla="*/ 2147483647 h 228"/>
                <a:gd name="T62" fmla="*/ 2147483647 w 396"/>
                <a:gd name="T63" fmla="*/ 2147483647 h 228"/>
                <a:gd name="T64" fmla="*/ 2147483647 w 396"/>
                <a:gd name="T65" fmla="*/ 2147483647 h 228"/>
                <a:gd name="T66" fmla="*/ 2147483647 w 396"/>
                <a:gd name="T67" fmla="*/ 2147483647 h 228"/>
                <a:gd name="T68" fmla="*/ 2147483647 w 396"/>
                <a:gd name="T69" fmla="*/ 2147483647 h 228"/>
                <a:gd name="T70" fmla="*/ 2147483647 w 396"/>
                <a:gd name="T71" fmla="*/ 2147483647 h 228"/>
                <a:gd name="T72" fmla="*/ 2147483647 w 396"/>
                <a:gd name="T73" fmla="*/ 2147483647 h 228"/>
                <a:gd name="T74" fmla="*/ 2147483647 w 396"/>
                <a:gd name="T75" fmla="*/ 2147483647 h 228"/>
                <a:gd name="T76" fmla="*/ 2147483647 w 396"/>
                <a:gd name="T77" fmla="*/ 2147483647 h 228"/>
                <a:gd name="T78" fmla="*/ 2147483647 w 396"/>
                <a:gd name="T79" fmla="*/ 2147483647 h 228"/>
                <a:gd name="T80" fmla="*/ 2147483647 w 396"/>
                <a:gd name="T81" fmla="*/ 2147483647 h 228"/>
                <a:gd name="T82" fmla="*/ 2147483647 w 396"/>
                <a:gd name="T83" fmla="*/ 2147483647 h 228"/>
                <a:gd name="T84" fmla="*/ 2147483647 w 396"/>
                <a:gd name="T85" fmla="*/ 2147483647 h 228"/>
                <a:gd name="T86" fmla="*/ 2147483647 w 396"/>
                <a:gd name="T87" fmla="*/ 2147483647 h 228"/>
                <a:gd name="T88" fmla="*/ 2147483647 w 396"/>
                <a:gd name="T89" fmla="*/ 2147483647 h 228"/>
                <a:gd name="T90" fmla="*/ 2147483647 w 396"/>
                <a:gd name="T91" fmla="*/ 2147483647 h 228"/>
                <a:gd name="T92" fmla="*/ 2147483647 w 396"/>
                <a:gd name="T93" fmla="*/ 2147483647 h 22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96"/>
                <a:gd name="T142" fmla="*/ 0 h 228"/>
                <a:gd name="T143" fmla="*/ 396 w 396"/>
                <a:gd name="T144" fmla="*/ 228 h 228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96" h="228">
                  <a:moveTo>
                    <a:pt x="372" y="168"/>
                  </a:moveTo>
                  <a:lnTo>
                    <a:pt x="336" y="126"/>
                  </a:lnTo>
                  <a:lnTo>
                    <a:pt x="354" y="108"/>
                  </a:lnTo>
                  <a:lnTo>
                    <a:pt x="354" y="78"/>
                  </a:lnTo>
                  <a:lnTo>
                    <a:pt x="360" y="72"/>
                  </a:lnTo>
                  <a:lnTo>
                    <a:pt x="372" y="66"/>
                  </a:lnTo>
                  <a:lnTo>
                    <a:pt x="396" y="66"/>
                  </a:lnTo>
                  <a:lnTo>
                    <a:pt x="396" y="48"/>
                  </a:lnTo>
                  <a:lnTo>
                    <a:pt x="390" y="36"/>
                  </a:lnTo>
                  <a:lnTo>
                    <a:pt x="372" y="36"/>
                  </a:lnTo>
                  <a:lnTo>
                    <a:pt x="348" y="12"/>
                  </a:lnTo>
                  <a:lnTo>
                    <a:pt x="324" y="12"/>
                  </a:lnTo>
                  <a:lnTo>
                    <a:pt x="312" y="6"/>
                  </a:lnTo>
                  <a:lnTo>
                    <a:pt x="300" y="6"/>
                  </a:lnTo>
                  <a:lnTo>
                    <a:pt x="288" y="0"/>
                  </a:lnTo>
                  <a:lnTo>
                    <a:pt x="282" y="0"/>
                  </a:lnTo>
                  <a:lnTo>
                    <a:pt x="282" y="12"/>
                  </a:lnTo>
                  <a:lnTo>
                    <a:pt x="252" y="6"/>
                  </a:lnTo>
                  <a:lnTo>
                    <a:pt x="252" y="12"/>
                  </a:lnTo>
                  <a:lnTo>
                    <a:pt x="246" y="12"/>
                  </a:lnTo>
                  <a:lnTo>
                    <a:pt x="234" y="18"/>
                  </a:lnTo>
                  <a:lnTo>
                    <a:pt x="228" y="18"/>
                  </a:lnTo>
                  <a:lnTo>
                    <a:pt x="222" y="24"/>
                  </a:lnTo>
                  <a:lnTo>
                    <a:pt x="222" y="36"/>
                  </a:lnTo>
                  <a:lnTo>
                    <a:pt x="216" y="42"/>
                  </a:lnTo>
                  <a:lnTo>
                    <a:pt x="198" y="42"/>
                  </a:lnTo>
                  <a:lnTo>
                    <a:pt x="186" y="36"/>
                  </a:lnTo>
                  <a:lnTo>
                    <a:pt x="180" y="30"/>
                  </a:lnTo>
                  <a:lnTo>
                    <a:pt x="156" y="30"/>
                  </a:lnTo>
                  <a:lnTo>
                    <a:pt x="138" y="24"/>
                  </a:lnTo>
                  <a:lnTo>
                    <a:pt x="138" y="30"/>
                  </a:lnTo>
                  <a:lnTo>
                    <a:pt x="132" y="36"/>
                  </a:lnTo>
                  <a:lnTo>
                    <a:pt x="108" y="36"/>
                  </a:lnTo>
                  <a:lnTo>
                    <a:pt x="102" y="30"/>
                  </a:lnTo>
                  <a:lnTo>
                    <a:pt x="90" y="30"/>
                  </a:lnTo>
                  <a:lnTo>
                    <a:pt x="66" y="18"/>
                  </a:lnTo>
                  <a:lnTo>
                    <a:pt x="54" y="30"/>
                  </a:lnTo>
                  <a:lnTo>
                    <a:pt x="36" y="30"/>
                  </a:lnTo>
                  <a:lnTo>
                    <a:pt x="30" y="24"/>
                  </a:lnTo>
                  <a:lnTo>
                    <a:pt x="36" y="18"/>
                  </a:lnTo>
                  <a:lnTo>
                    <a:pt x="36" y="12"/>
                  </a:lnTo>
                  <a:lnTo>
                    <a:pt x="42" y="6"/>
                  </a:lnTo>
                  <a:lnTo>
                    <a:pt x="36" y="0"/>
                  </a:lnTo>
                  <a:lnTo>
                    <a:pt x="12" y="0"/>
                  </a:lnTo>
                  <a:lnTo>
                    <a:pt x="12" y="12"/>
                  </a:lnTo>
                  <a:lnTo>
                    <a:pt x="0" y="24"/>
                  </a:lnTo>
                  <a:lnTo>
                    <a:pt x="0" y="42"/>
                  </a:lnTo>
                  <a:lnTo>
                    <a:pt x="18" y="48"/>
                  </a:lnTo>
                  <a:lnTo>
                    <a:pt x="12" y="60"/>
                  </a:lnTo>
                  <a:lnTo>
                    <a:pt x="30" y="66"/>
                  </a:lnTo>
                  <a:lnTo>
                    <a:pt x="36" y="72"/>
                  </a:lnTo>
                  <a:lnTo>
                    <a:pt x="36" y="96"/>
                  </a:lnTo>
                  <a:lnTo>
                    <a:pt x="30" y="102"/>
                  </a:lnTo>
                  <a:lnTo>
                    <a:pt x="6" y="102"/>
                  </a:lnTo>
                  <a:lnTo>
                    <a:pt x="6" y="108"/>
                  </a:lnTo>
                  <a:lnTo>
                    <a:pt x="12" y="114"/>
                  </a:lnTo>
                  <a:lnTo>
                    <a:pt x="12" y="138"/>
                  </a:lnTo>
                  <a:lnTo>
                    <a:pt x="0" y="138"/>
                  </a:lnTo>
                  <a:lnTo>
                    <a:pt x="12" y="156"/>
                  </a:lnTo>
                  <a:lnTo>
                    <a:pt x="18" y="156"/>
                  </a:lnTo>
                  <a:lnTo>
                    <a:pt x="18" y="168"/>
                  </a:lnTo>
                  <a:lnTo>
                    <a:pt x="36" y="180"/>
                  </a:lnTo>
                  <a:lnTo>
                    <a:pt x="42" y="186"/>
                  </a:lnTo>
                  <a:lnTo>
                    <a:pt x="48" y="198"/>
                  </a:lnTo>
                  <a:lnTo>
                    <a:pt x="48" y="210"/>
                  </a:lnTo>
                  <a:lnTo>
                    <a:pt x="42" y="222"/>
                  </a:lnTo>
                  <a:lnTo>
                    <a:pt x="48" y="222"/>
                  </a:lnTo>
                  <a:lnTo>
                    <a:pt x="54" y="228"/>
                  </a:lnTo>
                  <a:lnTo>
                    <a:pt x="66" y="228"/>
                  </a:lnTo>
                  <a:lnTo>
                    <a:pt x="78" y="222"/>
                  </a:lnTo>
                  <a:lnTo>
                    <a:pt x="84" y="216"/>
                  </a:lnTo>
                  <a:lnTo>
                    <a:pt x="108" y="222"/>
                  </a:lnTo>
                  <a:lnTo>
                    <a:pt x="114" y="204"/>
                  </a:lnTo>
                  <a:lnTo>
                    <a:pt x="144" y="198"/>
                  </a:lnTo>
                  <a:lnTo>
                    <a:pt x="144" y="204"/>
                  </a:lnTo>
                  <a:lnTo>
                    <a:pt x="162" y="222"/>
                  </a:lnTo>
                  <a:lnTo>
                    <a:pt x="174" y="222"/>
                  </a:lnTo>
                  <a:lnTo>
                    <a:pt x="180" y="216"/>
                  </a:lnTo>
                  <a:lnTo>
                    <a:pt x="192" y="228"/>
                  </a:lnTo>
                  <a:lnTo>
                    <a:pt x="204" y="228"/>
                  </a:lnTo>
                  <a:lnTo>
                    <a:pt x="216" y="216"/>
                  </a:lnTo>
                  <a:lnTo>
                    <a:pt x="228" y="228"/>
                  </a:lnTo>
                  <a:lnTo>
                    <a:pt x="246" y="228"/>
                  </a:lnTo>
                  <a:lnTo>
                    <a:pt x="252" y="222"/>
                  </a:lnTo>
                  <a:lnTo>
                    <a:pt x="252" y="204"/>
                  </a:lnTo>
                  <a:lnTo>
                    <a:pt x="246" y="198"/>
                  </a:lnTo>
                  <a:lnTo>
                    <a:pt x="264" y="192"/>
                  </a:lnTo>
                  <a:lnTo>
                    <a:pt x="282" y="168"/>
                  </a:lnTo>
                  <a:lnTo>
                    <a:pt x="312" y="174"/>
                  </a:lnTo>
                  <a:lnTo>
                    <a:pt x="324" y="156"/>
                  </a:lnTo>
                  <a:lnTo>
                    <a:pt x="336" y="174"/>
                  </a:lnTo>
                  <a:lnTo>
                    <a:pt x="348" y="174"/>
                  </a:lnTo>
                  <a:lnTo>
                    <a:pt x="360" y="180"/>
                  </a:lnTo>
                  <a:lnTo>
                    <a:pt x="372" y="180"/>
                  </a:lnTo>
                  <a:lnTo>
                    <a:pt x="372" y="16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46" name="Burkina Faso" descr="© INSCALE GmbH, 05.05.2010&#10;http://www.presentationload.com/">
              <a:extLst>
                <a:ext uri="{FF2B5EF4-FFF2-40B4-BE49-F238E27FC236}">
                  <a16:creationId xmlns:a16="http://schemas.microsoft.com/office/drawing/2014/main" id="{121CC77F-8BB1-4183-A848-5D755599C9B7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602744" y="2603827"/>
              <a:ext cx="188693" cy="147710"/>
            </a:xfrm>
            <a:custGeom>
              <a:avLst/>
              <a:gdLst>
                <a:gd name="T0" fmla="*/ 2147483647 w 570"/>
                <a:gd name="T1" fmla="*/ 2147483647 h 450"/>
                <a:gd name="T2" fmla="*/ 2147483647 w 570"/>
                <a:gd name="T3" fmla="*/ 2147483647 h 450"/>
                <a:gd name="T4" fmla="*/ 2147483647 w 570"/>
                <a:gd name="T5" fmla="*/ 2147483647 h 450"/>
                <a:gd name="T6" fmla="*/ 2147483647 w 570"/>
                <a:gd name="T7" fmla="*/ 2147483647 h 450"/>
                <a:gd name="T8" fmla="*/ 2147483647 w 570"/>
                <a:gd name="T9" fmla="*/ 2147483647 h 450"/>
                <a:gd name="T10" fmla="*/ 2147483647 w 570"/>
                <a:gd name="T11" fmla="*/ 2147483647 h 450"/>
                <a:gd name="T12" fmla="*/ 2147483647 w 570"/>
                <a:gd name="T13" fmla="*/ 2147483647 h 450"/>
                <a:gd name="T14" fmla="*/ 2147483647 w 570"/>
                <a:gd name="T15" fmla="*/ 2147483647 h 450"/>
                <a:gd name="T16" fmla="*/ 2147483647 w 570"/>
                <a:gd name="T17" fmla="*/ 2147483647 h 450"/>
                <a:gd name="T18" fmla="*/ 2147483647 w 570"/>
                <a:gd name="T19" fmla="*/ 2147483647 h 450"/>
                <a:gd name="T20" fmla="*/ 2147483647 w 570"/>
                <a:gd name="T21" fmla="*/ 2147483647 h 450"/>
                <a:gd name="T22" fmla="*/ 2147483647 w 570"/>
                <a:gd name="T23" fmla="*/ 2147483647 h 450"/>
                <a:gd name="T24" fmla="*/ 2147483647 w 570"/>
                <a:gd name="T25" fmla="*/ 2147483647 h 450"/>
                <a:gd name="T26" fmla="*/ 2147483647 w 570"/>
                <a:gd name="T27" fmla="*/ 2147483647 h 450"/>
                <a:gd name="T28" fmla="*/ 2147483647 w 570"/>
                <a:gd name="T29" fmla="*/ 2147483647 h 450"/>
                <a:gd name="T30" fmla="*/ 2147483647 w 570"/>
                <a:gd name="T31" fmla="*/ 2147483647 h 450"/>
                <a:gd name="T32" fmla="*/ 2147483647 w 570"/>
                <a:gd name="T33" fmla="*/ 2147483647 h 450"/>
                <a:gd name="T34" fmla="*/ 2147483647 w 570"/>
                <a:gd name="T35" fmla="*/ 2147483647 h 450"/>
                <a:gd name="T36" fmla="*/ 2147483647 w 570"/>
                <a:gd name="T37" fmla="*/ 2147483647 h 450"/>
                <a:gd name="T38" fmla="*/ 2147483647 w 570"/>
                <a:gd name="T39" fmla="*/ 2147483647 h 450"/>
                <a:gd name="T40" fmla="*/ 2147483647 w 570"/>
                <a:gd name="T41" fmla="*/ 2147483647 h 450"/>
                <a:gd name="T42" fmla="*/ 2147483647 w 570"/>
                <a:gd name="T43" fmla="*/ 2147483647 h 450"/>
                <a:gd name="T44" fmla="*/ 2147483647 w 570"/>
                <a:gd name="T45" fmla="*/ 2147483647 h 450"/>
                <a:gd name="T46" fmla="*/ 2147483647 w 570"/>
                <a:gd name="T47" fmla="*/ 2147483647 h 450"/>
                <a:gd name="T48" fmla="*/ 2147483647 w 570"/>
                <a:gd name="T49" fmla="*/ 2147483647 h 450"/>
                <a:gd name="T50" fmla="*/ 2147483647 w 570"/>
                <a:gd name="T51" fmla="*/ 2147483647 h 450"/>
                <a:gd name="T52" fmla="*/ 2147483647 w 570"/>
                <a:gd name="T53" fmla="*/ 2147483647 h 450"/>
                <a:gd name="T54" fmla="*/ 2147483647 w 570"/>
                <a:gd name="T55" fmla="*/ 2147483647 h 450"/>
                <a:gd name="T56" fmla="*/ 2147483647 w 570"/>
                <a:gd name="T57" fmla="*/ 2147483647 h 450"/>
                <a:gd name="T58" fmla="*/ 2147483647 w 570"/>
                <a:gd name="T59" fmla="*/ 2147483647 h 450"/>
                <a:gd name="T60" fmla="*/ 2147483647 w 570"/>
                <a:gd name="T61" fmla="*/ 2147483647 h 450"/>
                <a:gd name="T62" fmla="*/ 2147483647 w 570"/>
                <a:gd name="T63" fmla="*/ 2147483647 h 450"/>
                <a:gd name="T64" fmla="*/ 2147483647 w 570"/>
                <a:gd name="T65" fmla="*/ 2147483647 h 450"/>
                <a:gd name="T66" fmla="*/ 2147483647 w 570"/>
                <a:gd name="T67" fmla="*/ 0 h 450"/>
                <a:gd name="T68" fmla="*/ 2147483647 w 570"/>
                <a:gd name="T69" fmla="*/ 2147483647 h 450"/>
                <a:gd name="T70" fmla="*/ 2147483647 w 570"/>
                <a:gd name="T71" fmla="*/ 2147483647 h 450"/>
                <a:gd name="T72" fmla="*/ 2147483647 w 570"/>
                <a:gd name="T73" fmla="*/ 2147483647 h 450"/>
                <a:gd name="T74" fmla="*/ 2147483647 w 570"/>
                <a:gd name="T75" fmla="*/ 2147483647 h 450"/>
                <a:gd name="T76" fmla="*/ 2147483647 w 570"/>
                <a:gd name="T77" fmla="*/ 2147483647 h 450"/>
                <a:gd name="T78" fmla="*/ 2147483647 w 570"/>
                <a:gd name="T79" fmla="*/ 2147483647 h 450"/>
                <a:gd name="T80" fmla="*/ 2147483647 w 570"/>
                <a:gd name="T81" fmla="*/ 2147483647 h 450"/>
                <a:gd name="T82" fmla="*/ 2147483647 w 570"/>
                <a:gd name="T83" fmla="*/ 2147483647 h 450"/>
                <a:gd name="T84" fmla="*/ 2147483647 w 570"/>
                <a:gd name="T85" fmla="*/ 2147483647 h 450"/>
                <a:gd name="T86" fmla="*/ 2147483647 w 570"/>
                <a:gd name="T87" fmla="*/ 2147483647 h 450"/>
                <a:gd name="T88" fmla="*/ 2147483647 w 570"/>
                <a:gd name="T89" fmla="*/ 2147483647 h 450"/>
                <a:gd name="T90" fmla="*/ 2147483647 w 570"/>
                <a:gd name="T91" fmla="*/ 2147483647 h 450"/>
                <a:gd name="T92" fmla="*/ 2147483647 w 570"/>
                <a:gd name="T93" fmla="*/ 2147483647 h 450"/>
                <a:gd name="T94" fmla="*/ 2147483647 w 570"/>
                <a:gd name="T95" fmla="*/ 2147483647 h 450"/>
                <a:gd name="T96" fmla="*/ 2147483647 w 570"/>
                <a:gd name="T97" fmla="*/ 2147483647 h 450"/>
                <a:gd name="T98" fmla="*/ 2147483647 w 570"/>
                <a:gd name="T99" fmla="*/ 2147483647 h 450"/>
                <a:gd name="T100" fmla="*/ 2147483647 w 570"/>
                <a:gd name="T101" fmla="*/ 2147483647 h 450"/>
                <a:gd name="T102" fmla="*/ 2147483647 w 570"/>
                <a:gd name="T103" fmla="*/ 2147483647 h 45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70"/>
                <a:gd name="T157" fmla="*/ 0 h 450"/>
                <a:gd name="T158" fmla="*/ 570 w 570"/>
                <a:gd name="T159" fmla="*/ 450 h 45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70" h="450">
                  <a:moveTo>
                    <a:pt x="0" y="312"/>
                  </a:moveTo>
                  <a:lnTo>
                    <a:pt x="6" y="366"/>
                  </a:lnTo>
                  <a:lnTo>
                    <a:pt x="6" y="390"/>
                  </a:lnTo>
                  <a:lnTo>
                    <a:pt x="30" y="384"/>
                  </a:lnTo>
                  <a:lnTo>
                    <a:pt x="30" y="390"/>
                  </a:lnTo>
                  <a:lnTo>
                    <a:pt x="36" y="396"/>
                  </a:lnTo>
                  <a:lnTo>
                    <a:pt x="36" y="408"/>
                  </a:lnTo>
                  <a:lnTo>
                    <a:pt x="42" y="420"/>
                  </a:lnTo>
                  <a:lnTo>
                    <a:pt x="54" y="426"/>
                  </a:lnTo>
                  <a:lnTo>
                    <a:pt x="60" y="432"/>
                  </a:lnTo>
                  <a:lnTo>
                    <a:pt x="72" y="432"/>
                  </a:lnTo>
                  <a:lnTo>
                    <a:pt x="78" y="438"/>
                  </a:lnTo>
                  <a:lnTo>
                    <a:pt x="90" y="438"/>
                  </a:lnTo>
                  <a:lnTo>
                    <a:pt x="96" y="432"/>
                  </a:lnTo>
                  <a:lnTo>
                    <a:pt x="96" y="426"/>
                  </a:lnTo>
                  <a:lnTo>
                    <a:pt x="120" y="414"/>
                  </a:lnTo>
                  <a:lnTo>
                    <a:pt x="150" y="414"/>
                  </a:lnTo>
                  <a:lnTo>
                    <a:pt x="168" y="420"/>
                  </a:lnTo>
                  <a:lnTo>
                    <a:pt x="186" y="438"/>
                  </a:lnTo>
                  <a:lnTo>
                    <a:pt x="186" y="450"/>
                  </a:lnTo>
                  <a:lnTo>
                    <a:pt x="204" y="444"/>
                  </a:lnTo>
                  <a:lnTo>
                    <a:pt x="198" y="450"/>
                  </a:lnTo>
                  <a:lnTo>
                    <a:pt x="198" y="396"/>
                  </a:lnTo>
                  <a:lnTo>
                    <a:pt x="192" y="366"/>
                  </a:lnTo>
                  <a:lnTo>
                    <a:pt x="186" y="366"/>
                  </a:lnTo>
                  <a:lnTo>
                    <a:pt x="186" y="348"/>
                  </a:lnTo>
                  <a:lnTo>
                    <a:pt x="192" y="336"/>
                  </a:lnTo>
                  <a:lnTo>
                    <a:pt x="198" y="330"/>
                  </a:lnTo>
                  <a:lnTo>
                    <a:pt x="354" y="330"/>
                  </a:lnTo>
                  <a:lnTo>
                    <a:pt x="378" y="318"/>
                  </a:lnTo>
                  <a:lnTo>
                    <a:pt x="396" y="324"/>
                  </a:lnTo>
                  <a:lnTo>
                    <a:pt x="414" y="324"/>
                  </a:lnTo>
                  <a:lnTo>
                    <a:pt x="438" y="330"/>
                  </a:lnTo>
                  <a:lnTo>
                    <a:pt x="456" y="330"/>
                  </a:lnTo>
                  <a:lnTo>
                    <a:pt x="462" y="318"/>
                  </a:lnTo>
                  <a:lnTo>
                    <a:pt x="474" y="318"/>
                  </a:lnTo>
                  <a:lnTo>
                    <a:pt x="480" y="306"/>
                  </a:lnTo>
                  <a:lnTo>
                    <a:pt x="498" y="288"/>
                  </a:lnTo>
                  <a:lnTo>
                    <a:pt x="528" y="288"/>
                  </a:lnTo>
                  <a:lnTo>
                    <a:pt x="534" y="294"/>
                  </a:lnTo>
                  <a:lnTo>
                    <a:pt x="534" y="282"/>
                  </a:lnTo>
                  <a:lnTo>
                    <a:pt x="540" y="282"/>
                  </a:lnTo>
                  <a:lnTo>
                    <a:pt x="546" y="276"/>
                  </a:lnTo>
                  <a:lnTo>
                    <a:pt x="558" y="276"/>
                  </a:lnTo>
                  <a:lnTo>
                    <a:pt x="564" y="258"/>
                  </a:lnTo>
                  <a:lnTo>
                    <a:pt x="570" y="252"/>
                  </a:lnTo>
                  <a:lnTo>
                    <a:pt x="564" y="252"/>
                  </a:lnTo>
                  <a:lnTo>
                    <a:pt x="540" y="216"/>
                  </a:lnTo>
                  <a:lnTo>
                    <a:pt x="564" y="210"/>
                  </a:lnTo>
                  <a:lnTo>
                    <a:pt x="558" y="198"/>
                  </a:lnTo>
                  <a:lnTo>
                    <a:pt x="546" y="186"/>
                  </a:lnTo>
                  <a:lnTo>
                    <a:pt x="534" y="186"/>
                  </a:lnTo>
                  <a:lnTo>
                    <a:pt x="522" y="198"/>
                  </a:lnTo>
                  <a:lnTo>
                    <a:pt x="504" y="198"/>
                  </a:lnTo>
                  <a:lnTo>
                    <a:pt x="498" y="186"/>
                  </a:lnTo>
                  <a:lnTo>
                    <a:pt x="486" y="180"/>
                  </a:lnTo>
                  <a:lnTo>
                    <a:pt x="462" y="156"/>
                  </a:lnTo>
                  <a:lnTo>
                    <a:pt x="462" y="150"/>
                  </a:lnTo>
                  <a:lnTo>
                    <a:pt x="480" y="132"/>
                  </a:lnTo>
                  <a:lnTo>
                    <a:pt x="468" y="132"/>
                  </a:lnTo>
                  <a:lnTo>
                    <a:pt x="468" y="114"/>
                  </a:lnTo>
                  <a:lnTo>
                    <a:pt x="444" y="114"/>
                  </a:lnTo>
                  <a:lnTo>
                    <a:pt x="432" y="108"/>
                  </a:lnTo>
                  <a:lnTo>
                    <a:pt x="420" y="84"/>
                  </a:lnTo>
                  <a:lnTo>
                    <a:pt x="420" y="60"/>
                  </a:lnTo>
                  <a:lnTo>
                    <a:pt x="414" y="48"/>
                  </a:lnTo>
                  <a:lnTo>
                    <a:pt x="414" y="12"/>
                  </a:lnTo>
                  <a:lnTo>
                    <a:pt x="390" y="0"/>
                  </a:lnTo>
                  <a:lnTo>
                    <a:pt x="342" y="0"/>
                  </a:lnTo>
                  <a:lnTo>
                    <a:pt x="324" y="18"/>
                  </a:lnTo>
                  <a:lnTo>
                    <a:pt x="300" y="18"/>
                  </a:lnTo>
                  <a:lnTo>
                    <a:pt x="282" y="42"/>
                  </a:lnTo>
                  <a:lnTo>
                    <a:pt x="258" y="42"/>
                  </a:lnTo>
                  <a:lnTo>
                    <a:pt x="258" y="60"/>
                  </a:lnTo>
                  <a:lnTo>
                    <a:pt x="252" y="66"/>
                  </a:lnTo>
                  <a:lnTo>
                    <a:pt x="252" y="72"/>
                  </a:lnTo>
                  <a:lnTo>
                    <a:pt x="240" y="72"/>
                  </a:lnTo>
                  <a:lnTo>
                    <a:pt x="228" y="60"/>
                  </a:lnTo>
                  <a:lnTo>
                    <a:pt x="222" y="60"/>
                  </a:lnTo>
                  <a:lnTo>
                    <a:pt x="216" y="66"/>
                  </a:lnTo>
                  <a:lnTo>
                    <a:pt x="210" y="78"/>
                  </a:lnTo>
                  <a:lnTo>
                    <a:pt x="198" y="84"/>
                  </a:lnTo>
                  <a:lnTo>
                    <a:pt x="192" y="96"/>
                  </a:lnTo>
                  <a:lnTo>
                    <a:pt x="186" y="102"/>
                  </a:lnTo>
                  <a:lnTo>
                    <a:pt x="186" y="108"/>
                  </a:lnTo>
                  <a:lnTo>
                    <a:pt x="168" y="108"/>
                  </a:lnTo>
                  <a:lnTo>
                    <a:pt x="168" y="144"/>
                  </a:lnTo>
                  <a:lnTo>
                    <a:pt x="144" y="150"/>
                  </a:lnTo>
                  <a:lnTo>
                    <a:pt x="114" y="120"/>
                  </a:lnTo>
                  <a:lnTo>
                    <a:pt x="96" y="150"/>
                  </a:lnTo>
                  <a:lnTo>
                    <a:pt x="102" y="156"/>
                  </a:lnTo>
                  <a:lnTo>
                    <a:pt x="102" y="186"/>
                  </a:lnTo>
                  <a:lnTo>
                    <a:pt x="84" y="186"/>
                  </a:lnTo>
                  <a:lnTo>
                    <a:pt x="84" y="216"/>
                  </a:lnTo>
                  <a:lnTo>
                    <a:pt x="78" y="222"/>
                  </a:lnTo>
                  <a:lnTo>
                    <a:pt x="72" y="222"/>
                  </a:lnTo>
                  <a:lnTo>
                    <a:pt x="78" y="228"/>
                  </a:lnTo>
                  <a:lnTo>
                    <a:pt x="78" y="240"/>
                  </a:lnTo>
                  <a:lnTo>
                    <a:pt x="42" y="240"/>
                  </a:lnTo>
                  <a:lnTo>
                    <a:pt x="36" y="246"/>
                  </a:lnTo>
                  <a:lnTo>
                    <a:pt x="30" y="246"/>
                  </a:lnTo>
                  <a:lnTo>
                    <a:pt x="12" y="258"/>
                  </a:lnTo>
                  <a:lnTo>
                    <a:pt x="36" y="288"/>
                  </a:lnTo>
                  <a:lnTo>
                    <a:pt x="24" y="312"/>
                  </a:lnTo>
                  <a:lnTo>
                    <a:pt x="0" y="31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47" name="Brunei" descr="© INSCALE GmbH, 05.05.2010&#10;http://www.presentationload.com/">
              <a:extLst>
                <a:ext uri="{FF2B5EF4-FFF2-40B4-BE49-F238E27FC236}">
                  <a16:creationId xmlns:a16="http://schemas.microsoft.com/office/drawing/2014/main" id="{62B207D9-5871-4F0A-AE77-E532CE2FEA3E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6417625" y="2856028"/>
              <a:ext cx="37104" cy="34794"/>
            </a:xfrm>
            <a:custGeom>
              <a:avLst/>
              <a:gdLst/>
              <a:ahLst/>
              <a:cxnLst/>
              <a:rect l="l" t="t" r="r" b="b"/>
              <a:pathLst>
                <a:path w="37104" h="35043">
                  <a:moveTo>
                    <a:pt x="17188" y="0"/>
                  </a:moveTo>
                  <a:lnTo>
                    <a:pt x="19166" y="0"/>
                  </a:lnTo>
                  <a:lnTo>
                    <a:pt x="25100" y="1985"/>
                  </a:lnTo>
                  <a:lnTo>
                    <a:pt x="29056" y="1985"/>
                  </a:lnTo>
                  <a:lnTo>
                    <a:pt x="33506" y="3473"/>
                  </a:lnTo>
                  <a:cubicBezTo>
                    <a:pt x="36384" y="5627"/>
                    <a:pt x="37104" y="8809"/>
                    <a:pt x="37104" y="12160"/>
                  </a:cubicBezTo>
                  <a:cubicBezTo>
                    <a:pt x="37104" y="24798"/>
                    <a:pt x="26859" y="35043"/>
                    <a:pt x="14221" y="35043"/>
                  </a:cubicBezTo>
                  <a:lnTo>
                    <a:pt x="0" y="29153"/>
                  </a:lnTo>
                  <a:lnTo>
                    <a:pt x="11254" y="17861"/>
                  </a:lnTo>
                  <a:lnTo>
                    <a:pt x="11254" y="9923"/>
                  </a:lnTo>
                  <a:lnTo>
                    <a:pt x="13232" y="5954"/>
                  </a:lnTo>
                  <a:lnTo>
                    <a:pt x="13232" y="1985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48" name="Bosnia and Herzegovina" descr="© INSCALE GmbH, 05.05.2010&#10;http://www.presentationload.com/">
              <a:extLst>
                <a:ext uri="{FF2B5EF4-FFF2-40B4-BE49-F238E27FC236}">
                  <a16:creationId xmlns:a16="http://schemas.microsoft.com/office/drawing/2014/main" id="{9F2ACAB8-6A7B-4806-A1E7-CF94DD615024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084816" y="1804908"/>
              <a:ext cx="87885" cy="77067"/>
            </a:xfrm>
            <a:custGeom>
              <a:avLst/>
              <a:gdLst>
                <a:gd name="T0" fmla="*/ 2147483647 w 264"/>
                <a:gd name="T1" fmla="*/ 2147483647 h 234"/>
                <a:gd name="T2" fmla="*/ 2147483647 w 264"/>
                <a:gd name="T3" fmla="*/ 2147483647 h 234"/>
                <a:gd name="T4" fmla="*/ 2147483647 w 264"/>
                <a:gd name="T5" fmla="*/ 2147483647 h 234"/>
                <a:gd name="T6" fmla="*/ 2147483647 w 264"/>
                <a:gd name="T7" fmla="*/ 2147483647 h 234"/>
                <a:gd name="T8" fmla="*/ 2147483647 w 264"/>
                <a:gd name="T9" fmla="*/ 2147483647 h 234"/>
                <a:gd name="T10" fmla="*/ 2147483647 w 264"/>
                <a:gd name="T11" fmla="*/ 2147483647 h 234"/>
                <a:gd name="T12" fmla="*/ 2147483647 w 264"/>
                <a:gd name="T13" fmla="*/ 2147483647 h 234"/>
                <a:gd name="T14" fmla="*/ 2147483647 w 264"/>
                <a:gd name="T15" fmla="*/ 2147483647 h 234"/>
                <a:gd name="T16" fmla="*/ 2147483647 w 264"/>
                <a:gd name="T17" fmla="*/ 2147483647 h 234"/>
                <a:gd name="T18" fmla="*/ 2147483647 w 264"/>
                <a:gd name="T19" fmla="*/ 2147483647 h 234"/>
                <a:gd name="T20" fmla="*/ 2147483647 w 264"/>
                <a:gd name="T21" fmla="*/ 2147483647 h 234"/>
                <a:gd name="T22" fmla="*/ 2147483647 w 264"/>
                <a:gd name="T23" fmla="*/ 2147483647 h 234"/>
                <a:gd name="T24" fmla="*/ 2147483647 w 264"/>
                <a:gd name="T25" fmla="*/ 2147483647 h 234"/>
                <a:gd name="T26" fmla="*/ 2147483647 w 264"/>
                <a:gd name="T27" fmla="*/ 2147483647 h 234"/>
                <a:gd name="T28" fmla="*/ 2147483647 w 264"/>
                <a:gd name="T29" fmla="*/ 2147483647 h 234"/>
                <a:gd name="T30" fmla="*/ 2147483647 w 264"/>
                <a:gd name="T31" fmla="*/ 2147483647 h 234"/>
                <a:gd name="T32" fmla="*/ 2147483647 w 264"/>
                <a:gd name="T33" fmla="*/ 2147483647 h 234"/>
                <a:gd name="T34" fmla="*/ 2147483647 w 264"/>
                <a:gd name="T35" fmla="*/ 2147483647 h 234"/>
                <a:gd name="T36" fmla="*/ 2147483647 w 264"/>
                <a:gd name="T37" fmla="*/ 2147483647 h 234"/>
                <a:gd name="T38" fmla="*/ 2147483647 w 264"/>
                <a:gd name="T39" fmla="*/ 0 h 234"/>
                <a:gd name="T40" fmla="*/ 2147483647 w 264"/>
                <a:gd name="T41" fmla="*/ 0 h 234"/>
                <a:gd name="T42" fmla="*/ 2147483647 w 264"/>
                <a:gd name="T43" fmla="*/ 2147483647 h 234"/>
                <a:gd name="T44" fmla="*/ 0 w 264"/>
                <a:gd name="T45" fmla="*/ 2147483647 h 234"/>
                <a:gd name="T46" fmla="*/ 2147483647 w 264"/>
                <a:gd name="T47" fmla="*/ 2147483647 h 234"/>
                <a:gd name="T48" fmla="*/ 2147483647 w 264"/>
                <a:gd name="T49" fmla="*/ 2147483647 h 234"/>
                <a:gd name="T50" fmla="*/ 2147483647 w 264"/>
                <a:gd name="T51" fmla="*/ 2147483647 h 234"/>
                <a:gd name="T52" fmla="*/ 2147483647 w 264"/>
                <a:gd name="T53" fmla="*/ 2147483647 h 234"/>
                <a:gd name="T54" fmla="*/ 2147483647 w 264"/>
                <a:gd name="T55" fmla="*/ 2147483647 h 234"/>
                <a:gd name="T56" fmla="*/ 2147483647 w 264"/>
                <a:gd name="T57" fmla="*/ 2147483647 h 234"/>
                <a:gd name="T58" fmla="*/ 2147483647 w 264"/>
                <a:gd name="T59" fmla="*/ 2147483647 h 234"/>
                <a:gd name="T60" fmla="*/ 2147483647 w 264"/>
                <a:gd name="T61" fmla="*/ 2147483647 h 234"/>
                <a:gd name="T62" fmla="*/ 2147483647 w 264"/>
                <a:gd name="T63" fmla="*/ 2147483647 h 234"/>
                <a:gd name="T64" fmla="*/ 2147483647 w 264"/>
                <a:gd name="T65" fmla="*/ 2147483647 h 234"/>
                <a:gd name="T66" fmla="*/ 2147483647 w 264"/>
                <a:gd name="T67" fmla="*/ 2147483647 h 234"/>
                <a:gd name="T68" fmla="*/ 2147483647 w 264"/>
                <a:gd name="T69" fmla="*/ 2147483647 h 234"/>
                <a:gd name="T70" fmla="*/ 2147483647 w 264"/>
                <a:gd name="T71" fmla="*/ 2147483647 h 234"/>
                <a:gd name="T72" fmla="*/ 2147483647 w 264"/>
                <a:gd name="T73" fmla="*/ 2147483647 h 234"/>
                <a:gd name="T74" fmla="*/ 2147483647 w 264"/>
                <a:gd name="T75" fmla="*/ 2147483647 h 234"/>
                <a:gd name="T76" fmla="*/ 2147483647 w 264"/>
                <a:gd name="T77" fmla="*/ 2147483647 h 234"/>
                <a:gd name="T78" fmla="*/ 2147483647 w 264"/>
                <a:gd name="T79" fmla="*/ 2147483647 h 234"/>
                <a:gd name="T80" fmla="*/ 2147483647 w 264"/>
                <a:gd name="T81" fmla="*/ 2147483647 h 234"/>
                <a:gd name="T82" fmla="*/ 2147483647 w 264"/>
                <a:gd name="T83" fmla="*/ 2147483647 h 234"/>
                <a:gd name="T84" fmla="*/ 2147483647 w 264"/>
                <a:gd name="T85" fmla="*/ 2147483647 h 234"/>
                <a:gd name="T86" fmla="*/ 2147483647 w 264"/>
                <a:gd name="T87" fmla="*/ 2147483647 h 234"/>
                <a:gd name="T88" fmla="*/ 2147483647 w 264"/>
                <a:gd name="T89" fmla="*/ 2147483647 h 234"/>
                <a:gd name="T90" fmla="*/ 2147483647 w 264"/>
                <a:gd name="T91" fmla="*/ 2147483647 h 234"/>
                <a:gd name="T92" fmla="*/ 2147483647 w 264"/>
                <a:gd name="T93" fmla="*/ 2147483647 h 234"/>
                <a:gd name="T94" fmla="*/ 2147483647 w 264"/>
                <a:gd name="T95" fmla="*/ 2147483647 h 234"/>
                <a:gd name="T96" fmla="*/ 2147483647 w 264"/>
                <a:gd name="T97" fmla="*/ 2147483647 h 234"/>
                <a:gd name="T98" fmla="*/ 2147483647 w 264"/>
                <a:gd name="T99" fmla="*/ 2147483647 h 234"/>
                <a:gd name="T100" fmla="*/ 2147483647 w 264"/>
                <a:gd name="T101" fmla="*/ 2147483647 h 234"/>
                <a:gd name="T102" fmla="*/ 2147483647 w 264"/>
                <a:gd name="T103" fmla="*/ 2147483647 h 234"/>
                <a:gd name="T104" fmla="*/ 2147483647 w 264"/>
                <a:gd name="T105" fmla="*/ 2147483647 h 234"/>
                <a:gd name="T106" fmla="*/ 2147483647 w 264"/>
                <a:gd name="T107" fmla="*/ 2147483647 h 234"/>
                <a:gd name="T108" fmla="*/ 2147483647 w 264"/>
                <a:gd name="T109" fmla="*/ 2147483647 h 234"/>
                <a:gd name="T110" fmla="*/ 2147483647 w 264"/>
                <a:gd name="T111" fmla="*/ 2147483647 h 234"/>
                <a:gd name="T112" fmla="*/ 2147483647 w 264"/>
                <a:gd name="T113" fmla="*/ 2147483647 h 234"/>
                <a:gd name="T114" fmla="*/ 2147483647 w 264"/>
                <a:gd name="T115" fmla="*/ 2147483647 h 234"/>
                <a:gd name="T116" fmla="*/ 2147483647 w 264"/>
                <a:gd name="T117" fmla="*/ 2147483647 h 234"/>
                <a:gd name="T118" fmla="*/ 2147483647 w 264"/>
                <a:gd name="T119" fmla="*/ 2147483647 h 234"/>
                <a:gd name="T120" fmla="*/ 2147483647 w 264"/>
                <a:gd name="T121" fmla="*/ 2147483647 h 234"/>
                <a:gd name="T122" fmla="*/ 2147483647 w 264"/>
                <a:gd name="T123" fmla="*/ 2147483647 h 234"/>
                <a:gd name="T124" fmla="*/ 2147483647 w 264"/>
                <a:gd name="T125" fmla="*/ 2147483647 h 23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64"/>
                <a:gd name="T190" fmla="*/ 0 h 234"/>
                <a:gd name="T191" fmla="*/ 264 w 264"/>
                <a:gd name="T192" fmla="*/ 234 h 23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64" h="234">
                  <a:moveTo>
                    <a:pt x="246" y="78"/>
                  </a:moveTo>
                  <a:lnTo>
                    <a:pt x="228" y="78"/>
                  </a:lnTo>
                  <a:lnTo>
                    <a:pt x="228" y="60"/>
                  </a:lnTo>
                  <a:lnTo>
                    <a:pt x="246" y="42"/>
                  </a:lnTo>
                  <a:lnTo>
                    <a:pt x="246" y="30"/>
                  </a:lnTo>
                  <a:lnTo>
                    <a:pt x="234" y="30"/>
                  </a:lnTo>
                  <a:lnTo>
                    <a:pt x="222" y="36"/>
                  </a:lnTo>
                  <a:lnTo>
                    <a:pt x="216" y="36"/>
                  </a:lnTo>
                  <a:lnTo>
                    <a:pt x="216" y="30"/>
                  </a:lnTo>
                  <a:lnTo>
                    <a:pt x="204" y="30"/>
                  </a:lnTo>
                  <a:lnTo>
                    <a:pt x="192" y="12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120" y="6"/>
                  </a:lnTo>
                  <a:lnTo>
                    <a:pt x="108" y="12"/>
                  </a:lnTo>
                  <a:lnTo>
                    <a:pt x="90" y="6"/>
                  </a:lnTo>
                  <a:lnTo>
                    <a:pt x="66" y="6"/>
                  </a:lnTo>
                  <a:lnTo>
                    <a:pt x="42" y="12"/>
                  </a:lnTo>
                  <a:lnTo>
                    <a:pt x="30" y="6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8" y="24"/>
                  </a:lnTo>
                  <a:lnTo>
                    <a:pt x="0" y="30"/>
                  </a:lnTo>
                  <a:lnTo>
                    <a:pt x="12" y="42"/>
                  </a:lnTo>
                  <a:lnTo>
                    <a:pt x="30" y="48"/>
                  </a:lnTo>
                  <a:lnTo>
                    <a:pt x="30" y="60"/>
                  </a:lnTo>
                  <a:lnTo>
                    <a:pt x="36" y="60"/>
                  </a:lnTo>
                  <a:lnTo>
                    <a:pt x="42" y="66"/>
                  </a:lnTo>
                  <a:lnTo>
                    <a:pt x="42" y="84"/>
                  </a:lnTo>
                  <a:lnTo>
                    <a:pt x="60" y="90"/>
                  </a:lnTo>
                  <a:lnTo>
                    <a:pt x="72" y="120"/>
                  </a:lnTo>
                  <a:lnTo>
                    <a:pt x="84" y="132"/>
                  </a:lnTo>
                  <a:lnTo>
                    <a:pt x="96" y="138"/>
                  </a:lnTo>
                  <a:lnTo>
                    <a:pt x="114" y="150"/>
                  </a:lnTo>
                  <a:lnTo>
                    <a:pt x="126" y="156"/>
                  </a:lnTo>
                  <a:lnTo>
                    <a:pt x="132" y="168"/>
                  </a:lnTo>
                  <a:lnTo>
                    <a:pt x="132" y="174"/>
                  </a:lnTo>
                  <a:lnTo>
                    <a:pt x="126" y="180"/>
                  </a:lnTo>
                  <a:lnTo>
                    <a:pt x="138" y="180"/>
                  </a:lnTo>
                  <a:lnTo>
                    <a:pt x="156" y="198"/>
                  </a:lnTo>
                  <a:lnTo>
                    <a:pt x="162" y="210"/>
                  </a:lnTo>
                  <a:lnTo>
                    <a:pt x="174" y="216"/>
                  </a:lnTo>
                  <a:lnTo>
                    <a:pt x="192" y="234"/>
                  </a:lnTo>
                  <a:lnTo>
                    <a:pt x="210" y="204"/>
                  </a:lnTo>
                  <a:lnTo>
                    <a:pt x="198" y="198"/>
                  </a:lnTo>
                  <a:lnTo>
                    <a:pt x="192" y="198"/>
                  </a:lnTo>
                  <a:lnTo>
                    <a:pt x="186" y="192"/>
                  </a:lnTo>
                  <a:lnTo>
                    <a:pt x="186" y="186"/>
                  </a:lnTo>
                  <a:lnTo>
                    <a:pt x="192" y="180"/>
                  </a:lnTo>
                  <a:lnTo>
                    <a:pt x="198" y="180"/>
                  </a:lnTo>
                  <a:lnTo>
                    <a:pt x="204" y="168"/>
                  </a:lnTo>
                  <a:lnTo>
                    <a:pt x="204" y="162"/>
                  </a:lnTo>
                  <a:lnTo>
                    <a:pt x="210" y="156"/>
                  </a:lnTo>
                  <a:lnTo>
                    <a:pt x="228" y="156"/>
                  </a:lnTo>
                  <a:lnTo>
                    <a:pt x="228" y="132"/>
                  </a:lnTo>
                  <a:lnTo>
                    <a:pt x="258" y="132"/>
                  </a:lnTo>
                  <a:lnTo>
                    <a:pt x="258" y="126"/>
                  </a:lnTo>
                  <a:lnTo>
                    <a:pt x="252" y="114"/>
                  </a:lnTo>
                  <a:lnTo>
                    <a:pt x="240" y="102"/>
                  </a:lnTo>
                  <a:lnTo>
                    <a:pt x="264" y="96"/>
                  </a:lnTo>
                  <a:lnTo>
                    <a:pt x="258" y="84"/>
                  </a:lnTo>
                  <a:lnTo>
                    <a:pt x="252" y="78"/>
                  </a:lnTo>
                  <a:lnTo>
                    <a:pt x="246" y="7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49" name="Botswana" descr="© INSCALE GmbH, 05.05.2010&#10;http://www.presentationload.com/">
              <a:extLst>
                <a:ext uri="{FF2B5EF4-FFF2-40B4-BE49-F238E27FC236}">
                  <a16:creationId xmlns:a16="http://schemas.microsoft.com/office/drawing/2014/main" id="{E74E5732-EACB-437E-A802-85C4614FEF3F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195965" y="3472108"/>
              <a:ext cx="214542" cy="240190"/>
            </a:xfrm>
            <a:custGeom>
              <a:avLst/>
              <a:gdLst>
                <a:gd name="T0" fmla="*/ 2147483647 w 648"/>
                <a:gd name="T1" fmla="*/ 2147483647 h 732"/>
                <a:gd name="T2" fmla="*/ 2147483647 w 648"/>
                <a:gd name="T3" fmla="*/ 2147483647 h 732"/>
                <a:gd name="T4" fmla="*/ 2147483647 w 648"/>
                <a:gd name="T5" fmla="*/ 2147483647 h 732"/>
                <a:gd name="T6" fmla="*/ 2147483647 w 648"/>
                <a:gd name="T7" fmla="*/ 2147483647 h 732"/>
                <a:gd name="T8" fmla="*/ 2147483647 w 648"/>
                <a:gd name="T9" fmla="*/ 2147483647 h 732"/>
                <a:gd name="T10" fmla="*/ 2147483647 w 648"/>
                <a:gd name="T11" fmla="*/ 2147483647 h 732"/>
                <a:gd name="T12" fmla="*/ 2147483647 w 648"/>
                <a:gd name="T13" fmla="*/ 2147483647 h 732"/>
                <a:gd name="T14" fmla="*/ 2147483647 w 648"/>
                <a:gd name="T15" fmla="*/ 2147483647 h 732"/>
                <a:gd name="T16" fmla="*/ 2147483647 w 648"/>
                <a:gd name="T17" fmla="*/ 2147483647 h 732"/>
                <a:gd name="T18" fmla="*/ 2147483647 w 648"/>
                <a:gd name="T19" fmla="*/ 2147483647 h 732"/>
                <a:gd name="T20" fmla="*/ 2147483647 w 648"/>
                <a:gd name="T21" fmla="*/ 2147483647 h 732"/>
                <a:gd name="T22" fmla="*/ 2147483647 w 648"/>
                <a:gd name="T23" fmla="*/ 2147483647 h 732"/>
                <a:gd name="T24" fmla="*/ 2147483647 w 648"/>
                <a:gd name="T25" fmla="*/ 2147483647 h 732"/>
                <a:gd name="T26" fmla="*/ 2147483647 w 648"/>
                <a:gd name="T27" fmla="*/ 2147483647 h 732"/>
                <a:gd name="T28" fmla="*/ 2147483647 w 648"/>
                <a:gd name="T29" fmla="*/ 2147483647 h 732"/>
                <a:gd name="T30" fmla="*/ 2147483647 w 648"/>
                <a:gd name="T31" fmla="*/ 2147483647 h 732"/>
                <a:gd name="T32" fmla="*/ 2147483647 w 648"/>
                <a:gd name="T33" fmla="*/ 2147483647 h 732"/>
                <a:gd name="T34" fmla="*/ 2147483647 w 648"/>
                <a:gd name="T35" fmla="*/ 2147483647 h 732"/>
                <a:gd name="T36" fmla="*/ 2147483647 w 648"/>
                <a:gd name="T37" fmla="*/ 2147483647 h 732"/>
                <a:gd name="T38" fmla="*/ 2147483647 w 648"/>
                <a:gd name="T39" fmla="*/ 2147483647 h 732"/>
                <a:gd name="T40" fmla="*/ 2147483647 w 648"/>
                <a:gd name="T41" fmla="*/ 2147483647 h 732"/>
                <a:gd name="T42" fmla="*/ 2147483647 w 648"/>
                <a:gd name="T43" fmla="*/ 2147483647 h 732"/>
                <a:gd name="T44" fmla="*/ 2147483647 w 648"/>
                <a:gd name="T45" fmla="*/ 2147483647 h 732"/>
                <a:gd name="T46" fmla="*/ 2147483647 w 648"/>
                <a:gd name="T47" fmla="*/ 2147483647 h 732"/>
                <a:gd name="T48" fmla="*/ 2147483647 w 648"/>
                <a:gd name="T49" fmla="*/ 2147483647 h 732"/>
                <a:gd name="T50" fmla="*/ 2147483647 w 648"/>
                <a:gd name="T51" fmla="*/ 2147483647 h 732"/>
                <a:gd name="T52" fmla="*/ 2147483647 w 648"/>
                <a:gd name="T53" fmla="*/ 2147483647 h 732"/>
                <a:gd name="T54" fmla="*/ 2147483647 w 648"/>
                <a:gd name="T55" fmla="*/ 2147483647 h 732"/>
                <a:gd name="T56" fmla="*/ 2147483647 w 648"/>
                <a:gd name="T57" fmla="*/ 2147483647 h 732"/>
                <a:gd name="T58" fmla="*/ 2147483647 w 648"/>
                <a:gd name="T59" fmla="*/ 2147483647 h 732"/>
                <a:gd name="T60" fmla="*/ 2147483647 w 648"/>
                <a:gd name="T61" fmla="*/ 2147483647 h 732"/>
                <a:gd name="T62" fmla="*/ 2147483647 w 648"/>
                <a:gd name="T63" fmla="*/ 2147483647 h 732"/>
                <a:gd name="T64" fmla="*/ 2147483647 w 648"/>
                <a:gd name="T65" fmla="*/ 2147483647 h 732"/>
                <a:gd name="T66" fmla="*/ 2147483647 w 648"/>
                <a:gd name="T67" fmla="*/ 2147483647 h 732"/>
                <a:gd name="T68" fmla="*/ 2147483647 w 648"/>
                <a:gd name="T69" fmla="*/ 2147483647 h 732"/>
                <a:gd name="T70" fmla="*/ 2147483647 w 648"/>
                <a:gd name="T71" fmla="*/ 2147483647 h 732"/>
                <a:gd name="T72" fmla="*/ 2147483647 w 648"/>
                <a:gd name="T73" fmla="*/ 2147483647 h 732"/>
                <a:gd name="T74" fmla="*/ 2147483647 w 648"/>
                <a:gd name="T75" fmla="*/ 2147483647 h 732"/>
                <a:gd name="T76" fmla="*/ 2147483647 w 648"/>
                <a:gd name="T77" fmla="*/ 2147483647 h 732"/>
                <a:gd name="T78" fmla="*/ 2147483647 w 648"/>
                <a:gd name="T79" fmla="*/ 2147483647 h 732"/>
                <a:gd name="T80" fmla="*/ 2147483647 w 648"/>
                <a:gd name="T81" fmla="*/ 2147483647 h 732"/>
                <a:gd name="T82" fmla="*/ 2147483647 w 648"/>
                <a:gd name="T83" fmla="*/ 2147483647 h 732"/>
                <a:gd name="T84" fmla="*/ 2147483647 w 648"/>
                <a:gd name="T85" fmla="*/ 2147483647 h 732"/>
                <a:gd name="T86" fmla="*/ 2147483647 w 648"/>
                <a:gd name="T87" fmla="*/ 2147483647 h 732"/>
                <a:gd name="T88" fmla="*/ 2147483647 w 648"/>
                <a:gd name="T89" fmla="*/ 2147483647 h 732"/>
                <a:gd name="T90" fmla="*/ 2147483647 w 648"/>
                <a:gd name="T91" fmla="*/ 2147483647 h 732"/>
                <a:gd name="T92" fmla="*/ 2147483647 w 648"/>
                <a:gd name="T93" fmla="*/ 2147483647 h 732"/>
                <a:gd name="T94" fmla="*/ 2147483647 w 648"/>
                <a:gd name="T95" fmla="*/ 0 h 732"/>
                <a:gd name="T96" fmla="*/ 2147483647 w 648"/>
                <a:gd name="T97" fmla="*/ 2147483647 h 732"/>
                <a:gd name="T98" fmla="*/ 2147483647 w 648"/>
                <a:gd name="T99" fmla="*/ 2147483647 h 732"/>
                <a:gd name="T100" fmla="*/ 2147483647 w 648"/>
                <a:gd name="T101" fmla="*/ 2147483647 h 732"/>
                <a:gd name="T102" fmla="*/ 2147483647 w 648"/>
                <a:gd name="T103" fmla="*/ 2147483647 h 732"/>
                <a:gd name="T104" fmla="*/ 2147483647 w 648"/>
                <a:gd name="T105" fmla="*/ 2147483647 h 732"/>
                <a:gd name="T106" fmla="*/ 2147483647 w 648"/>
                <a:gd name="T107" fmla="*/ 2147483647 h 732"/>
                <a:gd name="T108" fmla="*/ 2147483647 w 648"/>
                <a:gd name="T109" fmla="*/ 2147483647 h 732"/>
                <a:gd name="T110" fmla="*/ 2147483647 w 648"/>
                <a:gd name="T111" fmla="*/ 2147483647 h 732"/>
                <a:gd name="T112" fmla="*/ 2147483647 w 648"/>
                <a:gd name="T113" fmla="*/ 2147483647 h 732"/>
                <a:gd name="T114" fmla="*/ 0 w 648"/>
                <a:gd name="T115" fmla="*/ 2147483647 h 73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48"/>
                <a:gd name="T175" fmla="*/ 0 h 732"/>
                <a:gd name="T176" fmla="*/ 648 w 648"/>
                <a:gd name="T177" fmla="*/ 732 h 732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48" h="732">
                  <a:moveTo>
                    <a:pt x="0" y="570"/>
                  </a:moveTo>
                  <a:lnTo>
                    <a:pt x="12" y="576"/>
                  </a:lnTo>
                  <a:lnTo>
                    <a:pt x="18" y="582"/>
                  </a:lnTo>
                  <a:lnTo>
                    <a:pt x="30" y="588"/>
                  </a:lnTo>
                  <a:lnTo>
                    <a:pt x="36" y="594"/>
                  </a:lnTo>
                  <a:lnTo>
                    <a:pt x="42" y="612"/>
                  </a:lnTo>
                  <a:lnTo>
                    <a:pt x="48" y="624"/>
                  </a:lnTo>
                  <a:lnTo>
                    <a:pt x="48" y="642"/>
                  </a:lnTo>
                  <a:lnTo>
                    <a:pt x="54" y="648"/>
                  </a:lnTo>
                  <a:lnTo>
                    <a:pt x="54" y="672"/>
                  </a:lnTo>
                  <a:lnTo>
                    <a:pt x="48" y="684"/>
                  </a:lnTo>
                  <a:lnTo>
                    <a:pt x="48" y="690"/>
                  </a:lnTo>
                  <a:lnTo>
                    <a:pt x="42" y="702"/>
                  </a:lnTo>
                  <a:lnTo>
                    <a:pt x="42" y="732"/>
                  </a:lnTo>
                  <a:lnTo>
                    <a:pt x="120" y="732"/>
                  </a:lnTo>
                  <a:lnTo>
                    <a:pt x="120" y="714"/>
                  </a:lnTo>
                  <a:lnTo>
                    <a:pt x="144" y="714"/>
                  </a:lnTo>
                  <a:lnTo>
                    <a:pt x="144" y="708"/>
                  </a:lnTo>
                  <a:lnTo>
                    <a:pt x="150" y="702"/>
                  </a:lnTo>
                  <a:lnTo>
                    <a:pt x="156" y="690"/>
                  </a:lnTo>
                  <a:lnTo>
                    <a:pt x="162" y="684"/>
                  </a:lnTo>
                  <a:lnTo>
                    <a:pt x="168" y="684"/>
                  </a:lnTo>
                  <a:lnTo>
                    <a:pt x="174" y="678"/>
                  </a:lnTo>
                  <a:lnTo>
                    <a:pt x="186" y="678"/>
                  </a:lnTo>
                  <a:lnTo>
                    <a:pt x="186" y="654"/>
                  </a:lnTo>
                  <a:lnTo>
                    <a:pt x="192" y="642"/>
                  </a:lnTo>
                  <a:lnTo>
                    <a:pt x="192" y="630"/>
                  </a:lnTo>
                  <a:lnTo>
                    <a:pt x="198" y="618"/>
                  </a:lnTo>
                  <a:lnTo>
                    <a:pt x="204" y="612"/>
                  </a:lnTo>
                  <a:lnTo>
                    <a:pt x="216" y="606"/>
                  </a:lnTo>
                  <a:lnTo>
                    <a:pt x="228" y="606"/>
                  </a:lnTo>
                  <a:lnTo>
                    <a:pt x="240" y="612"/>
                  </a:lnTo>
                  <a:lnTo>
                    <a:pt x="246" y="618"/>
                  </a:lnTo>
                  <a:lnTo>
                    <a:pt x="258" y="624"/>
                  </a:lnTo>
                  <a:lnTo>
                    <a:pt x="270" y="636"/>
                  </a:lnTo>
                  <a:lnTo>
                    <a:pt x="300" y="636"/>
                  </a:lnTo>
                  <a:lnTo>
                    <a:pt x="306" y="642"/>
                  </a:lnTo>
                  <a:lnTo>
                    <a:pt x="318" y="648"/>
                  </a:lnTo>
                  <a:lnTo>
                    <a:pt x="324" y="654"/>
                  </a:lnTo>
                  <a:lnTo>
                    <a:pt x="336" y="654"/>
                  </a:lnTo>
                  <a:lnTo>
                    <a:pt x="348" y="648"/>
                  </a:lnTo>
                  <a:lnTo>
                    <a:pt x="354" y="642"/>
                  </a:lnTo>
                  <a:lnTo>
                    <a:pt x="360" y="648"/>
                  </a:lnTo>
                  <a:lnTo>
                    <a:pt x="372" y="648"/>
                  </a:lnTo>
                  <a:lnTo>
                    <a:pt x="384" y="642"/>
                  </a:lnTo>
                  <a:lnTo>
                    <a:pt x="390" y="636"/>
                  </a:lnTo>
                  <a:lnTo>
                    <a:pt x="396" y="624"/>
                  </a:lnTo>
                  <a:lnTo>
                    <a:pt x="402" y="606"/>
                  </a:lnTo>
                  <a:lnTo>
                    <a:pt x="408" y="594"/>
                  </a:lnTo>
                  <a:lnTo>
                    <a:pt x="408" y="582"/>
                  </a:lnTo>
                  <a:lnTo>
                    <a:pt x="426" y="564"/>
                  </a:lnTo>
                  <a:lnTo>
                    <a:pt x="444" y="558"/>
                  </a:lnTo>
                  <a:lnTo>
                    <a:pt x="456" y="552"/>
                  </a:lnTo>
                  <a:lnTo>
                    <a:pt x="462" y="546"/>
                  </a:lnTo>
                  <a:lnTo>
                    <a:pt x="468" y="534"/>
                  </a:lnTo>
                  <a:lnTo>
                    <a:pt x="480" y="528"/>
                  </a:lnTo>
                  <a:lnTo>
                    <a:pt x="480" y="492"/>
                  </a:lnTo>
                  <a:lnTo>
                    <a:pt x="492" y="468"/>
                  </a:lnTo>
                  <a:lnTo>
                    <a:pt x="504" y="462"/>
                  </a:lnTo>
                  <a:lnTo>
                    <a:pt x="510" y="462"/>
                  </a:lnTo>
                  <a:lnTo>
                    <a:pt x="522" y="456"/>
                  </a:lnTo>
                  <a:lnTo>
                    <a:pt x="564" y="414"/>
                  </a:lnTo>
                  <a:lnTo>
                    <a:pt x="576" y="390"/>
                  </a:lnTo>
                  <a:lnTo>
                    <a:pt x="582" y="384"/>
                  </a:lnTo>
                  <a:lnTo>
                    <a:pt x="594" y="384"/>
                  </a:lnTo>
                  <a:lnTo>
                    <a:pt x="606" y="378"/>
                  </a:lnTo>
                  <a:lnTo>
                    <a:pt x="618" y="378"/>
                  </a:lnTo>
                  <a:lnTo>
                    <a:pt x="630" y="354"/>
                  </a:lnTo>
                  <a:lnTo>
                    <a:pt x="648" y="354"/>
                  </a:lnTo>
                  <a:lnTo>
                    <a:pt x="648" y="348"/>
                  </a:lnTo>
                  <a:lnTo>
                    <a:pt x="642" y="336"/>
                  </a:lnTo>
                  <a:lnTo>
                    <a:pt x="624" y="318"/>
                  </a:lnTo>
                  <a:lnTo>
                    <a:pt x="606" y="312"/>
                  </a:lnTo>
                  <a:lnTo>
                    <a:pt x="594" y="312"/>
                  </a:lnTo>
                  <a:lnTo>
                    <a:pt x="576" y="306"/>
                  </a:lnTo>
                  <a:lnTo>
                    <a:pt x="564" y="306"/>
                  </a:lnTo>
                  <a:lnTo>
                    <a:pt x="564" y="276"/>
                  </a:lnTo>
                  <a:lnTo>
                    <a:pt x="546" y="276"/>
                  </a:lnTo>
                  <a:lnTo>
                    <a:pt x="546" y="246"/>
                  </a:lnTo>
                  <a:lnTo>
                    <a:pt x="552" y="240"/>
                  </a:lnTo>
                  <a:lnTo>
                    <a:pt x="546" y="216"/>
                  </a:lnTo>
                  <a:lnTo>
                    <a:pt x="516" y="216"/>
                  </a:lnTo>
                  <a:lnTo>
                    <a:pt x="516" y="186"/>
                  </a:lnTo>
                  <a:lnTo>
                    <a:pt x="510" y="180"/>
                  </a:lnTo>
                  <a:lnTo>
                    <a:pt x="480" y="180"/>
                  </a:lnTo>
                  <a:lnTo>
                    <a:pt x="462" y="162"/>
                  </a:lnTo>
                  <a:lnTo>
                    <a:pt x="450" y="156"/>
                  </a:lnTo>
                  <a:lnTo>
                    <a:pt x="432" y="120"/>
                  </a:lnTo>
                  <a:lnTo>
                    <a:pt x="432" y="96"/>
                  </a:lnTo>
                  <a:lnTo>
                    <a:pt x="426" y="90"/>
                  </a:lnTo>
                  <a:lnTo>
                    <a:pt x="414" y="66"/>
                  </a:lnTo>
                  <a:lnTo>
                    <a:pt x="408" y="60"/>
                  </a:lnTo>
                  <a:lnTo>
                    <a:pt x="396" y="60"/>
                  </a:lnTo>
                  <a:lnTo>
                    <a:pt x="396" y="30"/>
                  </a:lnTo>
                  <a:lnTo>
                    <a:pt x="384" y="18"/>
                  </a:lnTo>
                  <a:lnTo>
                    <a:pt x="378" y="0"/>
                  </a:lnTo>
                  <a:lnTo>
                    <a:pt x="342" y="6"/>
                  </a:lnTo>
                  <a:lnTo>
                    <a:pt x="330" y="18"/>
                  </a:lnTo>
                  <a:lnTo>
                    <a:pt x="306" y="18"/>
                  </a:lnTo>
                  <a:lnTo>
                    <a:pt x="264" y="60"/>
                  </a:lnTo>
                  <a:lnTo>
                    <a:pt x="258" y="60"/>
                  </a:lnTo>
                  <a:lnTo>
                    <a:pt x="258" y="42"/>
                  </a:lnTo>
                  <a:lnTo>
                    <a:pt x="252" y="42"/>
                  </a:lnTo>
                  <a:lnTo>
                    <a:pt x="252" y="24"/>
                  </a:lnTo>
                  <a:lnTo>
                    <a:pt x="246" y="18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168" y="36"/>
                  </a:lnTo>
                  <a:lnTo>
                    <a:pt x="132" y="36"/>
                  </a:lnTo>
                  <a:lnTo>
                    <a:pt x="114" y="42"/>
                  </a:lnTo>
                  <a:lnTo>
                    <a:pt x="78" y="42"/>
                  </a:lnTo>
                  <a:lnTo>
                    <a:pt x="78" y="216"/>
                  </a:lnTo>
                  <a:lnTo>
                    <a:pt x="72" y="222"/>
                  </a:lnTo>
                  <a:lnTo>
                    <a:pt x="78" y="348"/>
                  </a:lnTo>
                  <a:lnTo>
                    <a:pt x="6" y="348"/>
                  </a:lnTo>
                  <a:lnTo>
                    <a:pt x="0" y="57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50" name="Bolivia" descr="© INSCALE GmbH, 05.05.2010&#10;http://www.presentationload.com/">
              <a:extLst>
                <a:ext uri="{FF2B5EF4-FFF2-40B4-BE49-F238E27FC236}">
                  <a16:creationId xmlns:a16="http://schemas.microsoft.com/office/drawing/2014/main" id="{5F535BC5-E500-4B9A-81B3-756118633E85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106126" y="3258890"/>
              <a:ext cx="294673" cy="348083"/>
            </a:xfrm>
            <a:custGeom>
              <a:avLst/>
              <a:gdLst>
                <a:gd name="T0" fmla="*/ 2147483647 w 894"/>
                <a:gd name="T1" fmla="*/ 2147483647 h 1056"/>
                <a:gd name="T2" fmla="*/ 2147483647 w 894"/>
                <a:gd name="T3" fmla="*/ 2147483647 h 1056"/>
                <a:gd name="T4" fmla="*/ 2147483647 w 894"/>
                <a:gd name="T5" fmla="*/ 2147483647 h 1056"/>
                <a:gd name="T6" fmla="*/ 2147483647 w 894"/>
                <a:gd name="T7" fmla="*/ 2147483647 h 1056"/>
                <a:gd name="T8" fmla="*/ 2147483647 w 894"/>
                <a:gd name="T9" fmla="*/ 2147483647 h 1056"/>
                <a:gd name="T10" fmla="*/ 2147483647 w 894"/>
                <a:gd name="T11" fmla="*/ 2147483647 h 1056"/>
                <a:gd name="T12" fmla="*/ 2147483647 w 894"/>
                <a:gd name="T13" fmla="*/ 2147483647 h 1056"/>
                <a:gd name="T14" fmla="*/ 2147483647 w 894"/>
                <a:gd name="T15" fmla="*/ 2147483647 h 1056"/>
                <a:gd name="T16" fmla="*/ 2147483647 w 894"/>
                <a:gd name="T17" fmla="*/ 2147483647 h 1056"/>
                <a:gd name="T18" fmla="*/ 2147483647 w 894"/>
                <a:gd name="T19" fmla="*/ 2147483647 h 1056"/>
                <a:gd name="T20" fmla="*/ 2147483647 w 894"/>
                <a:gd name="T21" fmla="*/ 2147483647 h 1056"/>
                <a:gd name="T22" fmla="*/ 2147483647 w 894"/>
                <a:gd name="T23" fmla="*/ 2147483647 h 1056"/>
                <a:gd name="T24" fmla="*/ 2147483647 w 894"/>
                <a:gd name="T25" fmla="*/ 2147483647 h 1056"/>
                <a:gd name="T26" fmla="*/ 2147483647 w 894"/>
                <a:gd name="T27" fmla="*/ 2147483647 h 1056"/>
                <a:gd name="T28" fmla="*/ 2147483647 w 894"/>
                <a:gd name="T29" fmla="*/ 2147483647 h 1056"/>
                <a:gd name="T30" fmla="*/ 2147483647 w 894"/>
                <a:gd name="T31" fmla="*/ 2147483647 h 1056"/>
                <a:gd name="T32" fmla="*/ 2147483647 w 894"/>
                <a:gd name="T33" fmla="*/ 2147483647 h 1056"/>
                <a:gd name="T34" fmla="*/ 2147483647 w 894"/>
                <a:gd name="T35" fmla="*/ 2147483647 h 1056"/>
                <a:gd name="T36" fmla="*/ 2147483647 w 894"/>
                <a:gd name="T37" fmla="*/ 2147483647 h 1056"/>
                <a:gd name="T38" fmla="*/ 2147483647 w 894"/>
                <a:gd name="T39" fmla="*/ 2147483647 h 1056"/>
                <a:gd name="T40" fmla="*/ 2147483647 w 894"/>
                <a:gd name="T41" fmla="*/ 2147483647 h 1056"/>
                <a:gd name="T42" fmla="*/ 2147483647 w 894"/>
                <a:gd name="T43" fmla="*/ 2147483647 h 1056"/>
                <a:gd name="T44" fmla="*/ 2147483647 w 894"/>
                <a:gd name="T45" fmla="*/ 2147483647 h 1056"/>
                <a:gd name="T46" fmla="*/ 2147483647 w 894"/>
                <a:gd name="T47" fmla="*/ 2147483647 h 1056"/>
                <a:gd name="T48" fmla="*/ 0 w 894"/>
                <a:gd name="T49" fmla="*/ 2147483647 h 1056"/>
                <a:gd name="T50" fmla="*/ 2147483647 w 894"/>
                <a:gd name="T51" fmla="*/ 2147483647 h 1056"/>
                <a:gd name="T52" fmla="*/ 2147483647 w 894"/>
                <a:gd name="T53" fmla="*/ 2147483647 h 1056"/>
                <a:gd name="T54" fmla="*/ 2147483647 w 894"/>
                <a:gd name="T55" fmla="*/ 2147483647 h 1056"/>
                <a:gd name="T56" fmla="*/ 2147483647 w 894"/>
                <a:gd name="T57" fmla="*/ 2147483647 h 1056"/>
                <a:gd name="T58" fmla="*/ 2147483647 w 894"/>
                <a:gd name="T59" fmla="*/ 2147483647 h 1056"/>
                <a:gd name="T60" fmla="*/ 2147483647 w 894"/>
                <a:gd name="T61" fmla="*/ 2147483647 h 1056"/>
                <a:gd name="T62" fmla="*/ 2147483647 w 894"/>
                <a:gd name="T63" fmla="*/ 2147483647 h 1056"/>
                <a:gd name="T64" fmla="*/ 2147483647 w 894"/>
                <a:gd name="T65" fmla="*/ 2147483647 h 1056"/>
                <a:gd name="T66" fmla="*/ 2147483647 w 894"/>
                <a:gd name="T67" fmla="*/ 2147483647 h 1056"/>
                <a:gd name="T68" fmla="*/ 2147483647 w 894"/>
                <a:gd name="T69" fmla="*/ 2147483647 h 1056"/>
                <a:gd name="T70" fmla="*/ 2147483647 w 894"/>
                <a:gd name="T71" fmla="*/ 2147483647 h 1056"/>
                <a:gd name="T72" fmla="*/ 2147483647 w 894"/>
                <a:gd name="T73" fmla="*/ 2147483647 h 1056"/>
                <a:gd name="T74" fmla="*/ 2147483647 w 894"/>
                <a:gd name="T75" fmla="*/ 2147483647 h 1056"/>
                <a:gd name="T76" fmla="*/ 2147483647 w 894"/>
                <a:gd name="T77" fmla="*/ 2147483647 h 1056"/>
                <a:gd name="T78" fmla="*/ 2147483647 w 894"/>
                <a:gd name="T79" fmla="*/ 2147483647 h 1056"/>
                <a:gd name="T80" fmla="*/ 2147483647 w 894"/>
                <a:gd name="T81" fmla="*/ 2147483647 h 1056"/>
                <a:gd name="T82" fmla="*/ 2147483647 w 894"/>
                <a:gd name="T83" fmla="*/ 2147483647 h 1056"/>
                <a:gd name="T84" fmla="*/ 2147483647 w 894"/>
                <a:gd name="T85" fmla="*/ 2147483647 h 1056"/>
                <a:gd name="T86" fmla="*/ 2147483647 w 894"/>
                <a:gd name="T87" fmla="*/ 2147483647 h 1056"/>
                <a:gd name="T88" fmla="*/ 2147483647 w 894"/>
                <a:gd name="T89" fmla="*/ 2147483647 h 1056"/>
                <a:gd name="T90" fmla="*/ 2147483647 w 894"/>
                <a:gd name="T91" fmla="*/ 2147483647 h 1056"/>
                <a:gd name="T92" fmla="*/ 2147483647 w 894"/>
                <a:gd name="T93" fmla="*/ 2147483647 h 1056"/>
                <a:gd name="T94" fmla="*/ 2147483647 w 894"/>
                <a:gd name="T95" fmla="*/ 2147483647 h 1056"/>
                <a:gd name="T96" fmla="*/ 2147483647 w 894"/>
                <a:gd name="T97" fmla="*/ 2147483647 h 1056"/>
                <a:gd name="T98" fmla="*/ 2147483647 w 894"/>
                <a:gd name="T99" fmla="*/ 2147483647 h 1056"/>
                <a:gd name="T100" fmla="*/ 2147483647 w 894"/>
                <a:gd name="T101" fmla="*/ 2147483647 h 105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94"/>
                <a:gd name="T154" fmla="*/ 0 h 1056"/>
                <a:gd name="T155" fmla="*/ 894 w 894"/>
                <a:gd name="T156" fmla="*/ 1056 h 105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94" h="1056">
                  <a:moveTo>
                    <a:pt x="882" y="744"/>
                  </a:moveTo>
                  <a:lnTo>
                    <a:pt x="882" y="738"/>
                  </a:lnTo>
                  <a:lnTo>
                    <a:pt x="888" y="732"/>
                  </a:lnTo>
                  <a:lnTo>
                    <a:pt x="888" y="708"/>
                  </a:lnTo>
                  <a:lnTo>
                    <a:pt x="894" y="696"/>
                  </a:lnTo>
                  <a:lnTo>
                    <a:pt x="894" y="684"/>
                  </a:lnTo>
                  <a:lnTo>
                    <a:pt x="882" y="648"/>
                  </a:lnTo>
                  <a:lnTo>
                    <a:pt x="876" y="636"/>
                  </a:lnTo>
                  <a:lnTo>
                    <a:pt x="864" y="624"/>
                  </a:lnTo>
                  <a:lnTo>
                    <a:pt x="840" y="612"/>
                  </a:lnTo>
                  <a:lnTo>
                    <a:pt x="834" y="606"/>
                  </a:lnTo>
                  <a:lnTo>
                    <a:pt x="822" y="600"/>
                  </a:lnTo>
                  <a:lnTo>
                    <a:pt x="816" y="588"/>
                  </a:lnTo>
                  <a:lnTo>
                    <a:pt x="816" y="576"/>
                  </a:lnTo>
                  <a:lnTo>
                    <a:pt x="822" y="558"/>
                  </a:lnTo>
                  <a:lnTo>
                    <a:pt x="822" y="546"/>
                  </a:lnTo>
                  <a:lnTo>
                    <a:pt x="828" y="540"/>
                  </a:lnTo>
                  <a:lnTo>
                    <a:pt x="828" y="534"/>
                  </a:lnTo>
                  <a:lnTo>
                    <a:pt x="768" y="534"/>
                  </a:lnTo>
                  <a:lnTo>
                    <a:pt x="720" y="528"/>
                  </a:lnTo>
                  <a:lnTo>
                    <a:pt x="690" y="522"/>
                  </a:lnTo>
                  <a:lnTo>
                    <a:pt x="684" y="516"/>
                  </a:lnTo>
                  <a:lnTo>
                    <a:pt x="684" y="474"/>
                  </a:lnTo>
                  <a:lnTo>
                    <a:pt x="690" y="462"/>
                  </a:lnTo>
                  <a:lnTo>
                    <a:pt x="684" y="456"/>
                  </a:lnTo>
                  <a:lnTo>
                    <a:pt x="672" y="450"/>
                  </a:lnTo>
                  <a:lnTo>
                    <a:pt x="666" y="438"/>
                  </a:lnTo>
                  <a:lnTo>
                    <a:pt x="660" y="432"/>
                  </a:lnTo>
                  <a:lnTo>
                    <a:pt x="660" y="426"/>
                  </a:lnTo>
                  <a:lnTo>
                    <a:pt x="678" y="426"/>
                  </a:lnTo>
                  <a:lnTo>
                    <a:pt x="678" y="396"/>
                  </a:lnTo>
                  <a:lnTo>
                    <a:pt x="672" y="384"/>
                  </a:lnTo>
                  <a:lnTo>
                    <a:pt x="666" y="378"/>
                  </a:lnTo>
                  <a:lnTo>
                    <a:pt x="660" y="366"/>
                  </a:lnTo>
                  <a:lnTo>
                    <a:pt x="660" y="336"/>
                  </a:lnTo>
                  <a:lnTo>
                    <a:pt x="654" y="330"/>
                  </a:lnTo>
                  <a:lnTo>
                    <a:pt x="648" y="318"/>
                  </a:lnTo>
                  <a:lnTo>
                    <a:pt x="624" y="306"/>
                  </a:lnTo>
                  <a:lnTo>
                    <a:pt x="564" y="306"/>
                  </a:lnTo>
                  <a:lnTo>
                    <a:pt x="558" y="300"/>
                  </a:lnTo>
                  <a:lnTo>
                    <a:pt x="546" y="294"/>
                  </a:lnTo>
                  <a:lnTo>
                    <a:pt x="534" y="282"/>
                  </a:lnTo>
                  <a:lnTo>
                    <a:pt x="534" y="276"/>
                  </a:lnTo>
                  <a:lnTo>
                    <a:pt x="510" y="276"/>
                  </a:lnTo>
                  <a:lnTo>
                    <a:pt x="498" y="270"/>
                  </a:lnTo>
                  <a:lnTo>
                    <a:pt x="486" y="258"/>
                  </a:lnTo>
                  <a:lnTo>
                    <a:pt x="474" y="252"/>
                  </a:lnTo>
                  <a:lnTo>
                    <a:pt x="468" y="240"/>
                  </a:lnTo>
                  <a:lnTo>
                    <a:pt x="468" y="234"/>
                  </a:lnTo>
                  <a:lnTo>
                    <a:pt x="456" y="234"/>
                  </a:lnTo>
                  <a:lnTo>
                    <a:pt x="450" y="240"/>
                  </a:lnTo>
                  <a:lnTo>
                    <a:pt x="438" y="240"/>
                  </a:lnTo>
                  <a:lnTo>
                    <a:pt x="426" y="234"/>
                  </a:lnTo>
                  <a:lnTo>
                    <a:pt x="420" y="222"/>
                  </a:lnTo>
                  <a:lnTo>
                    <a:pt x="414" y="228"/>
                  </a:lnTo>
                  <a:lnTo>
                    <a:pt x="384" y="228"/>
                  </a:lnTo>
                  <a:lnTo>
                    <a:pt x="372" y="222"/>
                  </a:lnTo>
                  <a:lnTo>
                    <a:pt x="366" y="216"/>
                  </a:lnTo>
                  <a:lnTo>
                    <a:pt x="366" y="210"/>
                  </a:lnTo>
                  <a:lnTo>
                    <a:pt x="360" y="198"/>
                  </a:lnTo>
                  <a:lnTo>
                    <a:pt x="360" y="192"/>
                  </a:lnTo>
                  <a:lnTo>
                    <a:pt x="354" y="186"/>
                  </a:lnTo>
                  <a:lnTo>
                    <a:pt x="330" y="186"/>
                  </a:lnTo>
                  <a:lnTo>
                    <a:pt x="324" y="156"/>
                  </a:lnTo>
                  <a:lnTo>
                    <a:pt x="318" y="150"/>
                  </a:lnTo>
                  <a:lnTo>
                    <a:pt x="306" y="144"/>
                  </a:lnTo>
                  <a:lnTo>
                    <a:pt x="294" y="132"/>
                  </a:lnTo>
                  <a:lnTo>
                    <a:pt x="294" y="120"/>
                  </a:lnTo>
                  <a:lnTo>
                    <a:pt x="300" y="114"/>
                  </a:lnTo>
                  <a:lnTo>
                    <a:pt x="300" y="96"/>
                  </a:lnTo>
                  <a:lnTo>
                    <a:pt x="294" y="84"/>
                  </a:lnTo>
                  <a:lnTo>
                    <a:pt x="288" y="78"/>
                  </a:lnTo>
                  <a:lnTo>
                    <a:pt x="288" y="48"/>
                  </a:lnTo>
                  <a:lnTo>
                    <a:pt x="294" y="42"/>
                  </a:lnTo>
                  <a:lnTo>
                    <a:pt x="294" y="36"/>
                  </a:lnTo>
                  <a:lnTo>
                    <a:pt x="300" y="30"/>
                  </a:lnTo>
                  <a:lnTo>
                    <a:pt x="300" y="0"/>
                  </a:lnTo>
                  <a:lnTo>
                    <a:pt x="288" y="0"/>
                  </a:lnTo>
                  <a:lnTo>
                    <a:pt x="276" y="6"/>
                  </a:lnTo>
                  <a:lnTo>
                    <a:pt x="276" y="12"/>
                  </a:lnTo>
                  <a:lnTo>
                    <a:pt x="270" y="12"/>
                  </a:lnTo>
                  <a:lnTo>
                    <a:pt x="258" y="0"/>
                  </a:lnTo>
                  <a:lnTo>
                    <a:pt x="246" y="12"/>
                  </a:lnTo>
                  <a:lnTo>
                    <a:pt x="210" y="12"/>
                  </a:lnTo>
                  <a:lnTo>
                    <a:pt x="198" y="18"/>
                  </a:lnTo>
                  <a:lnTo>
                    <a:pt x="192" y="24"/>
                  </a:lnTo>
                  <a:lnTo>
                    <a:pt x="186" y="36"/>
                  </a:lnTo>
                  <a:lnTo>
                    <a:pt x="180" y="42"/>
                  </a:lnTo>
                  <a:lnTo>
                    <a:pt x="180" y="48"/>
                  </a:lnTo>
                  <a:lnTo>
                    <a:pt x="144" y="48"/>
                  </a:lnTo>
                  <a:lnTo>
                    <a:pt x="138" y="78"/>
                  </a:lnTo>
                  <a:lnTo>
                    <a:pt x="102" y="78"/>
                  </a:lnTo>
                  <a:lnTo>
                    <a:pt x="90" y="96"/>
                  </a:lnTo>
                  <a:lnTo>
                    <a:pt x="84" y="102"/>
                  </a:lnTo>
                  <a:lnTo>
                    <a:pt x="60" y="114"/>
                  </a:lnTo>
                  <a:lnTo>
                    <a:pt x="42" y="114"/>
                  </a:lnTo>
                  <a:lnTo>
                    <a:pt x="42" y="108"/>
                  </a:lnTo>
                  <a:lnTo>
                    <a:pt x="36" y="102"/>
                  </a:lnTo>
                  <a:lnTo>
                    <a:pt x="12" y="102"/>
                  </a:lnTo>
                  <a:lnTo>
                    <a:pt x="0" y="96"/>
                  </a:lnTo>
                  <a:lnTo>
                    <a:pt x="0" y="114"/>
                  </a:lnTo>
                  <a:lnTo>
                    <a:pt x="6" y="132"/>
                  </a:lnTo>
                  <a:lnTo>
                    <a:pt x="18" y="144"/>
                  </a:lnTo>
                  <a:lnTo>
                    <a:pt x="30" y="162"/>
                  </a:lnTo>
                  <a:lnTo>
                    <a:pt x="42" y="174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66" y="228"/>
                  </a:lnTo>
                  <a:lnTo>
                    <a:pt x="60" y="234"/>
                  </a:lnTo>
                  <a:lnTo>
                    <a:pt x="54" y="246"/>
                  </a:lnTo>
                  <a:lnTo>
                    <a:pt x="48" y="252"/>
                  </a:lnTo>
                  <a:lnTo>
                    <a:pt x="60" y="300"/>
                  </a:lnTo>
                  <a:lnTo>
                    <a:pt x="42" y="330"/>
                  </a:lnTo>
                  <a:lnTo>
                    <a:pt x="48" y="330"/>
                  </a:lnTo>
                  <a:lnTo>
                    <a:pt x="60" y="342"/>
                  </a:lnTo>
                  <a:lnTo>
                    <a:pt x="66" y="354"/>
                  </a:lnTo>
                  <a:lnTo>
                    <a:pt x="66" y="360"/>
                  </a:lnTo>
                  <a:lnTo>
                    <a:pt x="60" y="372"/>
                  </a:lnTo>
                  <a:lnTo>
                    <a:pt x="48" y="384"/>
                  </a:lnTo>
                  <a:lnTo>
                    <a:pt x="36" y="408"/>
                  </a:lnTo>
                  <a:lnTo>
                    <a:pt x="42" y="426"/>
                  </a:lnTo>
                  <a:lnTo>
                    <a:pt x="48" y="438"/>
                  </a:lnTo>
                  <a:lnTo>
                    <a:pt x="54" y="444"/>
                  </a:lnTo>
                  <a:lnTo>
                    <a:pt x="54" y="450"/>
                  </a:lnTo>
                  <a:lnTo>
                    <a:pt x="42" y="468"/>
                  </a:lnTo>
                  <a:lnTo>
                    <a:pt x="54" y="480"/>
                  </a:lnTo>
                  <a:lnTo>
                    <a:pt x="78" y="498"/>
                  </a:lnTo>
                  <a:lnTo>
                    <a:pt x="78" y="516"/>
                  </a:lnTo>
                  <a:lnTo>
                    <a:pt x="102" y="528"/>
                  </a:lnTo>
                  <a:lnTo>
                    <a:pt x="90" y="558"/>
                  </a:lnTo>
                  <a:lnTo>
                    <a:pt x="78" y="546"/>
                  </a:lnTo>
                  <a:lnTo>
                    <a:pt x="78" y="558"/>
                  </a:lnTo>
                  <a:lnTo>
                    <a:pt x="66" y="582"/>
                  </a:lnTo>
                  <a:lnTo>
                    <a:pt x="54" y="588"/>
                  </a:lnTo>
                  <a:lnTo>
                    <a:pt x="36" y="606"/>
                  </a:lnTo>
                  <a:lnTo>
                    <a:pt x="48" y="630"/>
                  </a:lnTo>
                  <a:lnTo>
                    <a:pt x="42" y="636"/>
                  </a:lnTo>
                  <a:lnTo>
                    <a:pt x="60" y="666"/>
                  </a:lnTo>
                  <a:lnTo>
                    <a:pt x="84" y="666"/>
                  </a:lnTo>
                  <a:lnTo>
                    <a:pt x="96" y="744"/>
                  </a:lnTo>
                  <a:lnTo>
                    <a:pt x="108" y="750"/>
                  </a:lnTo>
                  <a:lnTo>
                    <a:pt x="114" y="750"/>
                  </a:lnTo>
                  <a:lnTo>
                    <a:pt x="138" y="762"/>
                  </a:lnTo>
                  <a:lnTo>
                    <a:pt x="144" y="774"/>
                  </a:lnTo>
                  <a:lnTo>
                    <a:pt x="144" y="780"/>
                  </a:lnTo>
                  <a:lnTo>
                    <a:pt x="138" y="792"/>
                  </a:lnTo>
                  <a:lnTo>
                    <a:pt x="126" y="804"/>
                  </a:lnTo>
                  <a:lnTo>
                    <a:pt x="144" y="822"/>
                  </a:lnTo>
                  <a:lnTo>
                    <a:pt x="138" y="828"/>
                  </a:lnTo>
                  <a:lnTo>
                    <a:pt x="132" y="840"/>
                  </a:lnTo>
                  <a:lnTo>
                    <a:pt x="126" y="846"/>
                  </a:lnTo>
                  <a:lnTo>
                    <a:pt x="126" y="858"/>
                  </a:lnTo>
                  <a:lnTo>
                    <a:pt x="132" y="870"/>
                  </a:lnTo>
                  <a:lnTo>
                    <a:pt x="138" y="876"/>
                  </a:lnTo>
                  <a:lnTo>
                    <a:pt x="138" y="900"/>
                  </a:lnTo>
                  <a:lnTo>
                    <a:pt x="144" y="900"/>
                  </a:lnTo>
                  <a:lnTo>
                    <a:pt x="150" y="906"/>
                  </a:lnTo>
                  <a:lnTo>
                    <a:pt x="162" y="912"/>
                  </a:lnTo>
                  <a:lnTo>
                    <a:pt x="168" y="918"/>
                  </a:lnTo>
                  <a:lnTo>
                    <a:pt x="180" y="924"/>
                  </a:lnTo>
                  <a:lnTo>
                    <a:pt x="186" y="930"/>
                  </a:lnTo>
                  <a:lnTo>
                    <a:pt x="186" y="996"/>
                  </a:lnTo>
                  <a:lnTo>
                    <a:pt x="210" y="1020"/>
                  </a:lnTo>
                  <a:lnTo>
                    <a:pt x="210" y="1044"/>
                  </a:lnTo>
                  <a:lnTo>
                    <a:pt x="216" y="1056"/>
                  </a:lnTo>
                  <a:lnTo>
                    <a:pt x="270" y="1056"/>
                  </a:lnTo>
                  <a:lnTo>
                    <a:pt x="270" y="1026"/>
                  </a:lnTo>
                  <a:lnTo>
                    <a:pt x="282" y="1026"/>
                  </a:lnTo>
                  <a:lnTo>
                    <a:pt x="282" y="1008"/>
                  </a:lnTo>
                  <a:lnTo>
                    <a:pt x="306" y="1002"/>
                  </a:lnTo>
                  <a:lnTo>
                    <a:pt x="318" y="978"/>
                  </a:lnTo>
                  <a:lnTo>
                    <a:pt x="324" y="984"/>
                  </a:lnTo>
                  <a:lnTo>
                    <a:pt x="348" y="996"/>
                  </a:lnTo>
                  <a:lnTo>
                    <a:pt x="360" y="996"/>
                  </a:lnTo>
                  <a:lnTo>
                    <a:pt x="378" y="1002"/>
                  </a:lnTo>
                  <a:lnTo>
                    <a:pt x="432" y="1002"/>
                  </a:lnTo>
                  <a:lnTo>
                    <a:pt x="462" y="1050"/>
                  </a:lnTo>
                  <a:lnTo>
                    <a:pt x="474" y="996"/>
                  </a:lnTo>
                  <a:lnTo>
                    <a:pt x="546" y="990"/>
                  </a:lnTo>
                  <a:lnTo>
                    <a:pt x="582" y="1014"/>
                  </a:lnTo>
                  <a:lnTo>
                    <a:pt x="582" y="996"/>
                  </a:lnTo>
                  <a:lnTo>
                    <a:pt x="594" y="924"/>
                  </a:lnTo>
                  <a:lnTo>
                    <a:pt x="594" y="900"/>
                  </a:lnTo>
                  <a:lnTo>
                    <a:pt x="588" y="894"/>
                  </a:lnTo>
                  <a:lnTo>
                    <a:pt x="588" y="888"/>
                  </a:lnTo>
                  <a:lnTo>
                    <a:pt x="576" y="864"/>
                  </a:lnTo>
                  <a:lnTo>
                    <a:pt x="576" y="852"/>
                  </a:lnTo>
                  <a:lnTo>
                    <a:pt x="582" y="846"/>
                  </a:lnTo>
                  <a:lnTo>
                    <a:pt x="594" y="840"/>
                  </a:lnTo>
                  <a:lnTo>
                    <a:pt x="606" y="828"/>
                  </a:lnTo>
                  <a:lnTo>
                    <a:pt x="612" y="798"/>
                  </a:lnTo>
                  <a:lnTo>
                    <a:pt x="714" y="780"/>
                  </a:lnTo>
                  <a:lnTo>
                    <a:pt x="792" y="768"/>
                  </a:lnTo>
                  <a:lnTo>
                    <a:pt x="846" y="810"/>
                  </a:lnTo>
                  <a:lnTo>
                    <a:pt x="864" y="846"/>
                  </a:lnTo>
                  <a:lnTo>
                    <a:pt x="864" y="840"/>
                  </a:lnTo>
                  <a:lnTo>
                    <a:pt x="870" y="834"/>
                  </a:lnTo>
                  <a:lnTo>
                    <a:pt x="882" y="828"/>
                  </a:lnTo>
                  <a:lnTo>
                    <a:pt x="888" y="822"/>
                  </a:lnTo>
                  <a:lnTo>
                    <a:pt x="876" y="816"/>
                  </a:lnTo>
                  <a:lnTo>
                    <a:pt x="870" y="810"/>
                  </a:lnTo>
                  <a:lnTo>
                    <a:pt x="870" y="786"/>
                  </a:lnTo>
                  <a:lnTo>
                    <a:pt x="876" y="774"/>
                  </a:lnTo>
                  <a:lnTo>
                    <a:pt x="882" y="768"/>
                  </a:lnTo>
                  <a:lnTo>
                    <a:pt x="888" y="756"/>
                  </a:lnTo>
                  <a:lnTo>
                    <a:pt x="882" y="74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51" name="Bhutan" descr="© INSCALE GmbH, 05.05.2010&#10;http://www.presentationload.com/">
              <a:extLst>
                <a:ext uri="{FF2B5EF4-FFF2-40B4-BE49-F238E27FC236}">
                  <a16:creationId xmlns:a16="http://schemas.microsoft.com/office/drawing/2014/main" id="{67EBF85F-8656-4E78-9704-676D56AE5E12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5762375" y="2251891"/>
              <a:ext cx="77545" cy="43671"/>
            </a:xfrm>
            <a:custGeom>
              <a:avLst/>
              <a:gdLst>
                <a:gd name="T0" fmla="*/ 2147483647 w 234"/>
                <a:gd name="T1" fmla="*/ 2147483647 h 132"/>
                <a:gd name="T2" fmla="*/ 2147483647 w 234"/>
                <a:gd name="T3" fmla="*/ 2147483647 h 132"/>
                <a:gd name="T4" fmla="*/ 2147483647 w 234"/>
                <a:gd name="T5" fmla="*/ 2147483647 h 132"/>
                <a:gd name="T6" fmla="*/ 2147483647 w 234"/>
                <a:gd name="T7" fmla="*/ 2147483647 h 132"/>
                <a:gd name="T8" fmla="*/ 2147483647 w 234"/>
                <a:gd name="T9" fmla="*/ 2147483647 h 132"/>
                <a:gd name="T10" fmla="*/ 2147483647 w 234"/>
                <a:gd name="T11" fmla="*/ 2147483647 h 132"/>
                <a:gd name="T12" fmla="*/ 2147483647 w 234"/>
                <a:gd name="T13" fmla="*/ 2147483647 h 132"/>
                <a:gd name="T14" fmla="*/ 2147483647 w 234"/>
                <a:gd name="T15" fmla="*/ 2147483647 h 132"/>
                <a:gd name="T16" fmla="*/ 2147483647 w 234"/>
                <a:gd name="T17" fmla="*/ 2147483647 h 132"/>
                <a:gd name="T18" fmla="*/ 2147483647 w 234"/>
                <a:gd name="T19" fmla="*/ 2147483647 h 132"/>
                <a:gd name="T20" fmla="*/ 2147483647 w 234"/>
                <a:gd name="T21" fmla="*/ 2147483647 h 132"/>
                <a:gd name="T22" fmla="*/ 2147483647 w 234"/>
                <a:gd name="T23" fmla="*/ 2147483647 h 132"/>
                <a:gd name="T24" fmla="*/ 2147483647 w 234"/>
                <a:gd name="T25" fmla="*/ 2147483647 h 132"/>
                <a:gd name="T26" fmla="*/ 2147483647 w 234"/>
                <a:gd name="T27" fmla="*/ 2147483647 h 132"/>
                <a:gd name="T28" fmla="*/ 2147483647 w 234"/>
                <a:gd name="T29" fmla="*/ 2147483647 h 132"/>
                <a:gd name="T30" fmla="*/ 2147483647 w 234"/>
                <a:gd name="T31" fmla="*/ 2147483647 h 132"/>
                <a:gd name="T32" fmla="*/ 2147483647 w 234"/>
                <a:gd name="T33" fmla="*/ 2147483647 h 132"/>
                <a:gd name="T34" fmla="*/ 2147483647 w 234"/>
                <a:gd name="T35" fmla="*/ 2147483647 h 132"/>
                <a:gd name="T36" fmla="*/ 2147483647 w 234"/>
                <a:gd name="T37" fmla="*/ 2147483647 h 132"/>
                <a:gd name="T38" fmla="*/ 2147483647 w 234"/>
                <a:gd name="T39" fmla="*/ 2147483647 h 132"/>
                <a:gd name="T40" fmla="*/ 2147483647 w 234"/>
                <a:gd name="T41" fmla="*/ 2147483647 h 132"/>
                <a:gd name="T42" fmla="*/ 2147483647 w 234"/>
                <a:gd name="T43" fmla="*/ 2147483647 h 132"/>
                <a:gd name="T44" fmla="*/ 2147483647 w 234"/>
                <a:gd name="T45" fmla="*/ 2147483647 h 132"/>
                <a:gd name="T46" fmla="*/ 2147483647 w 234"/>
                <a:gd name="T47" fmla="*/ 2147483647 h 132"/>
                <a:gd name="T48" fmla="*/ 2147483647 w 234"/>
                <a:gd name="T49" fmla="*/ 2147483647 h 132"/>
                <a:gd name="T50" fmla="*/ 2147483647 w 234"/>
                <a:gd name="T51" fmla="*/ 2147483647 h 132"/>
                <a:gd name="T52" fmla="*/ 2147483647 w 234"/>
                <a:gd name="T53" fmla="*/ 2147483647 h 132"/>
                <a:gd name="T54" fmla="*/ 2147483647 w 234"/>
                <a:gd name="T55" fmla="*/ 2147483647 h 132"/>
                <a:gd name="T56" fmla="*/ 2147483647 w 234"/>
                <a:gd name="T57" fmla="*/ 2147483647 h 132"/>
                <a:gd name="T58" fmla="*/ 2147483647 w 234"/>
                <a:gd name="T59" fmla="*/ 0 h 132"/>
                <a:gd name="T60" fmla="*/ 2147483647 w 234"/>
                <a:gd name="T61" fmla="*/ 0 h 132"/>
                <a:gd name="T62" fmla="*/ 2147483647 w 234"/>
                <a:gd name="T63" fmla="*/ 2147483647 h 132"/>
                <a:gd name="T64" fmla="*/ 2147483647 w 234"/>
                <a:gd name="T65" fmla="*/ 2147483647 h 132"/>
                <a:gd name="T66" fmla="*/ 2147483647 w 234"/>
                <a:gd name="T67" fmla="*/ 2147483647 h 132"/>
                <a:gd name="T68" fmla="*/ 2147483647 w 234"/>
                <a:gd name="T69" fmla="*/ 2147483647 h 132"/>
                <a:gd name="T70" fmla="*/ 2147483647 w 234"/>
                <a:gd name="T71" fmla="*/ 2147483647 h 132"/>
                <a:gd name="T72" fmla="*/ 2147483647 w 234"/>
                <a:gd name="T73" fmla="*/ 2147483647 h 132"/>
                <a:gd name="T74" fmla="*/ 2147483647 w 234"/>
                <a:gd name="T75" fmla="*/ 2147483647 h 132"/>
                <a:gd name="T76" fmla="*/ 0 w 234"/>
                <a:gd name="T77" fmla="*/ 2147483647 h 132"/>
                <a:gd name="T78" fmla="*/ 0 w 234"/>
                <a:gd name="T79" fmla="*/ 2147483647 h 132"/>
                <a:gd name="T80" fmla="*/ 2147483647 w 234"/>
                <a:gd name="T81" fmla="*/ 2147483647 h 132"/>
                <a:gd name="T82" fmla="*/ 2147483647 w 234"/>
                <a:gd name="T83" fmla="*/ 2147483647 h 132"/>
                <a:gd name="T84" fmla="*/ 2147483647 w 234"/>
                <a:gd name="T85" fmla="*/ 2147483647 h 132"/>
                <a:gd name="T86" fmla="*/ 2147483647 w 234"/>
                <a:gd name="T87" fmla="*/ 2147483647 h 132"/>
                <a:gd name="T88" fmla="*/ 2147483647 w 234"/>
                <a:gd name="T89" fmla="*/ 2147483647 h 132"/>
                <a:gd name="T90" fmla="*/ 2147483647 w 234"/>
                <a:gd name="T91" fmla="*/ 2147483647 h 132"/>
                <a:gd name="T92" fmla="*/ 2147483647 w 234"/>
                <a:gd name="T93" fmla="*/ 2147483647 h 13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234"/>
                <a:gd name="T142" fmla="*/ 0 h 132"/>
                <a:gd name="T143" fmla="*/ 234 w 234"/>
                <a:gd name="T144" fmla="*/ 132 h 13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234" h="132">
                  <a:moveTo>
                    <a:pt x="78" y="132"/>
                  </a:moveTo>
                  <a:lnTo>
                    <a:pt x="90" y="132"/>
                  </a:lnTo>
                  <a:lnTo>
                    <a:pt x="102" y="126"/>
                  </a:lnTo>
                  <a:lnTo>
                    <a:pt x="108" y="120"/>
                  </a:lnTo>
                  <a:lnTo>
                    <a:pt x="126" y="120"/>
                  </a:lnTo>
                  <a:lnTo>
                    <a:pt x="138" y="126"/>
                  </a:lnTo>
                  <a:lnTo>
                    <a:pt x="168" y="126"/>
                  </a:lnTo>
                  <a:lnTo>
                    <a:pt x="180" y="120"/>
                  </a:lnTo>
                  <a:lnTo>
                    <a:pt x="192" y="120"/>
                  </a:lnTo>
                  <a:lnTo>
                    <a:pt x="198" y="126"/>
                  </a:lnTo>
                  <a:lnTo>
                    <a:pt x="210" y="126"/>
                  </a:lnTo>
                  <a:lnTo>
                    <a:pt x="234" y="114"/>
                  </a:lnTo>
                  <a:lnTo>
                    <a:pt x="234" y="108"/>
                  </a:lnTo>
                  <a:lnTo>
                    <a:pt x="222" y="96"/>
                  </a:lnTo>
                  <a:lnTo>
                    <a:pt x="222" y="72"/>
                  </a:lnTo>
                  <a:lnTo>
                    <a:pt x="198" y="72"/>
                  </a:lnTo>
                  <a:lnTo>
                    <a:pt x="192" y="66"/>
                  </a:lnTo>
                  <a:lnTo>
                    <a:pt x="192" y="42"/>
                  </a:lnTo>
                  <a:lnTo>
                    <a:pt x="186" y="30"/>
                  </a:lnTo>
                  <a:lnTo>
                    <a:pt x="174" y="18"/>
                  </a:lnTo>
                  <a:lnTo>
                    <a:pt x="162" y="12"/>
                  </a:lnTo>
                  <a:lnTo>
                    <a:pt x="150" y="12"/>
                  </a:lnTo>
                  <a:lnTo>
                    <a:pt x="138" y="18"/>
                  </a:lnTo>
                  <a:lnTo>
                    <a:pt x="126" y="18"/>
                  </a:lnTo>
                  <a:lnTo>
                    <a:pt x="114" y="24"/>
                  </a:lnTo>
                  <a:lnTo>
                    <a:pt x="108" y="30"/>
                  </a:lnTo>
                  <a:lnTo>
                    <a:pt x="102" y="30"/>
                  </a:lnTo>
                  <a:lnTo>
                    <a:pt x="102" y="6"/>
                  </a:lnTo>
                  <a:lnTo>
                    <a:pt x="78" y="6"/>
                  </a:lnTo>
                  <a:lnTo>
                    <a:pt x="66" y="0"/>
                  </a:lnTo>
                  <a:lnTo>
                    <a:pt x="54" y="0"/>
                  </a:lnTo>
                  <a:lnTo>
                    <a:pt x="48" y="12"/>
                  </a:lnTo>
                  <a:lnTo>
                    <a:pt x="36" y="24"/>
                  </a:lnTo>
                  <a:lnTo>
                    <a:pt x="30" y="36"/>
                  </a:lnTo>
                  <a:lnTo>
                    <a:pt x="18" y="54"/>
                  </a:lnTo>
                  <a:lnTo>
                    <a:pt x="12" y="66"/>
                  </a:lnTo>
                  <a:lnTo>
                    <a:pt x="6" y="72"/>
                  </a:lnTo>
                  <a:lnTo>
                    <a:pt x="6" y="78"/>
                  </a:lnTo>
                  <a:lnTo>
                    <a:pt x="0" y="78"/>
                  </a:lnTo>
                  <a:lnTo>
                    <a:pt x="0" y="90"/>
                  </a:lnTo>
                  <a:lnTo>
                    <a:pt x="18" y="108"/>
                  </a:lnTo>
                  <a:lnTo>
                    <a:pt x="42" y="120"/>
                  </a:lnTo>
                  <a:lnTo>
                    <a:pt x="54" y="120"/>
                  </a:lnTo>
                  <a:lnTo>
                    <a:pt x="54" y="114"/>
                  </a:lnTo>
                  <a:lnTo>
                    <a:pt x="54" y="120"/>
                  </a:lnTo>
                  <a:lnTo>
                    <a:pt x="66" y="132"/>
                  </a:lnTo>
                  <a:lnTo>
                    <a:pt x="78" y="13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52" name="Benin" descr="© INSCALE GmbH, 05.05.2010&#10;http://www.presentationload.com/">
              <a:extLst>
                <a:ext uri="{FF2B5EF4-FFF2-40B4-BE49-F238E27FC236}">
                  <a16:creationId xmlns:a16="http://schemas.microsoft.com/office/drawing/2014/main" id="{2D6B27EA-0B9A-445B-A444-F561662F2B07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751371" y="2674469"/>
              <a:ext cx="73668" cy="163125"/>
            </a:xfrm>
            <a:custGeom>
              <a:avLst/>
              <a:gdLst>
                <a:gd name="T0" fmla="*/ 2147483647 w 222"/>
                <a:gd name="T1" fmla="*/ 2147483647 h 498"/>
                <a:gd name="T2" fmla="*/ 2147483647 w 222"/>
                <a:gd name="T3" fmla="*/ 2147483647 h 498"/>
                <a:gd name="T4" fmla="*/ 2147483647 w 222"/>
                <a:gd name="T5" fmla="*/ 2147483647 h 498"/>
                <a:gd name="T6" fmla="*/ 2147483647 w 222"/>
                <a:gd name="T7" fmla="*/ 2147483647 h 498"/>
                <a:gd name="T8" fmla="*/ 2147483647 w 222"/>
                <a:gd name="T9" fmla="*/ 2147483647 h 498"/>
                <a:gd name="T10" fmla="*/ 2147483647 w 222"/>
                <a:gd name="T11" fmla="*/ 2147483647 h 498"/>
                <a:gd name="T12" fmla="*/ 2147483647 w 222"/>
                <a:gd name="T13" fmla="*/ 2147483647 h 498"/>
                <a:gd name="T14" fmla="*/ 2147483647 w 222"/>
                <a:gd name="T15" fmla="*/ 2147483647 h 498"/>
                <a:gd name="T16" fmla="*/ 2147483647 w 222"/>
                <a:gd name="T17" fmla="*/ 2147483647 h 498"/>
                <a:gd name="T18" fmla="*/ 2147483647 w 222"/>
                <a:gd name="T19" fmla="*/ 2147483647 h 498"/>
                <a:gd name="T20" fmla="*/ 2147483647 w 222"/>
                <a:gd name="T21" fmla="*/ 2147483647 h 498"/>
                <a:gd name="T22" fmla="*/ 2147483647 w 222"/>
                <a:gd name="T23" fmla="*/ 2147483647 h 498"/>
                <a:gd name="T24" fmla="*/ 2147483647 w 222"/>
                <a:gd name="T25" fmla="*/ 2147483647 h 498"/>
                <a:gd name="T26" fmla="*/ 2147483647 w 222"/>
                <a:gd name="T27" fmla="*/ 2147483647 h 498"/>
                <a:gd name="T28" fmla="*/ 2147483647 w 222"/>
                <a:gd name="T29" fmla="*/ 2147483647 h 498"/>
                <a:gd name="T30" fmla="*/ 2147483647 w 222"/>
                <a:gd name="T31" fmla="*/ 2147483647 h 498"/>
                <a:gd name="T32" fmla="*/ 2147483647 w 222"/>
                <a:gd name="T33" fmla="*/ 2147483647 h 498"/>
                <a:gd name="T34" fmla="*/ 2147483647 w 222"/>
                <a:gd name="T35" fmla="*/ 2147483647 h 498"/>
                <a:gd name="T36" fmla="*/ 2147483647 w 222"/>
                <a:gd name="T37" fmla="*/ 2147483647 h 498"/>
                <a:gd name="T38" fmla="*/ 2147483647 w 222"/>
                <a:gd name="T39" fmla="*/ 2147483647 h 498"/>
                <a:gd name="T40" fmla="*/ 2147483647 w 222"/>
                <a:gd name="T41" fmla="*/ 2147483647 h 498"/>
                <a:gd name="T42" fmla="*/ 2147483647 w 222"/>
                <a:gd name="T43" fmla="*/ 2147483647 h 498"/>
                <a:gd name="T44" fmla="*/ 2147483647 w 222"/>
                <a:gd name="T45" fmla="*/ 2147483647 h 498"/>
                <a:gd name="T46" fmla="*/ 0 w 222"/>
                <a:gd name="T47" fmla="*/ 2147483647 h 498"/>
                <a:gd name="T48" fmla="*/ 2147483647 w 222"/>
                <a:gd name="T49" fmla="*/ 2147483647 h 498"/>
                <a:gd name="T50" fmla="*/ 2147483647 w 222"/>
                <a:gd name="T51" fmla="*/ 2147483647 h 498"/>
                <a:gd name="T52" fmla="*/ 2147483647 w 222"/>
                <a:gd name="T53" fmla="*/ 2147483647 h 498"/>
                <a:gd name="T54" fmla="*/ 2147483647 w 222"/>
                <a:gd name="T55" fmla="*/ 2147483647 h 498"/>
                <a:gd name="T56" fmla="*/ 2147483647 w 222"/>
                <a:gd name="T57" fmla="*/ 2147483647 h 498"/>
                <a:gd name="T58" fmla="*/ 2147483647 w 222"/>
                <a:gd name="T59" fmla="*/ 2147483647 h 498"/>
                <a:gd name="T60" fmla="*/ 2147483647 w 222"/>
                <a:gd name="T61" fmla="*/ 2147483647 h 498"/>
                <a:gd name="T62" fmla="*/ 2147483647 w 222"/>
                <a:gd name="T63" fmla="*/ 2147483647 h 498"/>
                <a:gd name="T64" fmla="*/ 2147483647 w 222"/>
                <a:gd name="T65" fmla="*/ 2147483647 h 498"/>
                <a:gd name="T66" fmla="*/ 2147483647 w 222"/>
                <a:gd name="T67" fmla="*/ 2147483647 h 498"/>
                <a:gd name="T68" fmla="*/ 2147483647 w 222"/>
                <a:gd name="T69" fmla="*/ 2147483647 h 4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22"/>
                <a:gd name="T106" fmla="*/ 0 h 498"/>
                <a:gd name="T107" fmla="*/ 222 w 222"/>
                <a:gd name="T108" fmla="*/ 498 h 4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22" h="498">
                  <a:moveTo>
                    <a:pt x="138" y="372"/>
                  </a:moveTo>
                  <a:lnTo>
                    <a:pt x="144" y="342"/>
                  </a:lnTo>
                  <a:lnTo>
                    <a:pt x="138" y="306"/>
                  </a:lnTo>
                  <a:lnTo>
                    <a:pt x="144" y="276"/>
                  </a:lnTo>
                  <a:lnTo>
                    <a:pt x="162" y="276"/>
                  </a:lnTo>
                  <a:lnTo>
                    <a:pt x="174" y="252"/>
                  </a:lnTo>
                  <a:lnTo>
                    <a:pt x="174" y="222"/>
                  </a:lnTo>
                  <a:lnTo>
                    <a:pt x="180" y="216"/>
                  </a:lnTo>
                  <a:lnTo>
                    <a:pt x="186" y="204"/>
                  </a:lnTo>
                  <a:lnTo>
                    <a:pt x="198" y="198"/>
                  </a:lnTo>
                  <a:lnTo>
                    <a:pt x="198" y="156"/>
                  </a:lnTo>
                  <a:lnTo>
                    <a:pt x="210" y="150"/>
                  </a:lnTo>
                  <a:lnTo>
                    <a:pt x="216" y="150"/>
                  </a:lnTo>
                  <a:lnTo>
                    <a:pt x="222" y="144"/>
                  </a:lnTo>
                  <a:lnTo>
                    <a:pt x="222" y="132"/>
                  </a:lnTo>
                  <a:lnTo>
                    <a:pt x="216" y="126"/>
                  </a:lnTo>
                  <a:lnTo>
                    <a:pt x="216" y="114"/>
                  </a:lnTo>
                  <a:lnTo>
                    <a:pt x="210" y="102"/>
                  </a:lnTo>
                  <a:lnTo>
                    <a:pt x="204" y="96"/>
                  </a:lnTo>
                  <a:lnTo>
                    <a:pt x="192" y="72"/>
                  </a:lnTo>
                  <a:lnTo>
                    <a:pt x="198" y="66"/>
                  </a:lnTo>
                  <a:lnTo>
                    <a:pt x="198" y="60"/>
                  </a:lnTo>
                  <a:lnTo>
                    <a:pt x="204" y="48"/>
                  </a:lnTo>
                  <a:lnTo>
                    <a:pt x="198" y="42"/>
                  </a:lnTo>
                  <a:lnTo>
                    <a:pt x="186" y="36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30"/>
                  </a:lnTo>
                  <a:lnTo>
                    <a:pt x="162" y="24"/>
                  </a:lnTo>
                  <a:lnTo>
                    <a:pt x="156" y="12"/>
                  </a:lnTo>
                  <a:lnTo>
                    <a:pt x="144" y="0"/>
                  </a:lnTo>
                  <a:lnTo>
                    <a:pt x="114" y="12"/>
                  </a:lnTo>
                  <a:lnTo>
                    <a:pt x="114" y="36"/>
                  </a:lnTo>
                  <a:lnTo>
                    <a:pt x="120" y="36"/>
                  </a:lnTo>
                  <a:lnTo>
                    <a:pt x="114" y="42"/>
                  </a:lnTo>
                  <a:lnTo>
                    <a:pt x="108" y="60"/>
                  </a:lnTo>
                  <a:lnTo>
                    <a:pt x="96" y="60"/>
                  </a:lnTo>
                  <a:lnTo>
                    <a:pt x="90" y="66"/>
                  </a:lnTo>
                  <a:lnTo>
                    <a:pt x="84" y="66"/>
                  </a:lnTo>
                  <a:lnTo>
                    <a:pt x="84" y="78"/>
                  </a:lnTo>
                  <a:lnTo>
                    <a:pt x="78" y="72"/>
                  </a:lnTo>
                  <a:lnTo>
                    <a:pt x="48" y="72"/>
                  </a:lnTo>
                  <a:lnTo>
                    <a:pt x="30" y="90"/>
                  </a:lnTo>
                  <a:lnTo>
                    <a:pt x="24" y="102"/>
                  </a:lnTo>
                  <a:lnTo>
                    <a:pt x="12" y="102"/>
                  </a:lnTo>
                  <a:lnTo>
                    <a:pt x="6" y="114"/>
                  </a:lnTo>
                  <a:lnTo>
                    <a:pt x="0" y="132"/>
                  </a:lnTo>
                  <a:lnTo>
                    <a:pt x="0" y="162"/>
                  </a:lnTo>
                  <a:lnTo>
                    <a:pt x="12" y="168"/>
                  </a:lnTo>
                  <a:lnTo>
                    <a:pt x="42" y="198"/>
                  </a:lnTo>
                  <a:lnTo>
                    <a:pt x="42" y="240"/>
                  </a:lnTo>
                  <a:lnTo>
                    <a:pt x="54" y="252"/>
                  </a:lnTo>
                  <a:lnTo>
                    <a:pt x="60" y="264"/>
                  </a:lnTo>
                  <a:lnTo>
                    <a:pt x="60" y="294"/>
                  </a:lnTo>
                  <a:lnTo>
                    <a:pt x="66" y="306"/>
                  </a:lnTo>
                  <a:lnTo>
                    <a:pt x="54" y="318"/>
                  </a:lnTo>
                  <a:lnTo>
                    <a:pt x="54" y="378"/>
                  </a:lnTo>
                  <a:lnTo>
                    <a:pt x="66" y="390"/>
                  </a:lnTo>
                  <a:lnTo>
                    <a:pt x="54" y="396"/>
                  </a:lnTo>
                  <a:lnTo>
                    <a:pt x="60" y="462"/>
                  </a:lnTo>
                  <a:lnTo>
                    <a:pt x="60" y="468"/>
                  </a:lnTo>
                  <a:lnTo>
                    <a:pt x="72" y="480"/>
                  </a:lnTo>
                  <a:lnTo>
                    <a:pt x="72" y="492"/>
                  </a:lnTo>
                  <a:lnTo>
                    <a:pt x="84" y="492"/>
                  </a:lnTo>
                  <a:lnTo>
                    <a:pt x="96" y="498"/>
                  </a:lnTo>
                  <a:lnTo>
                    <a:pt x="108" y="498"/>
                  </a:lnTo>
                  <a:lnTo>
                    <a:pt x="120" y="474"/>
                  </a:lnTo>
                  <a:lnTo>
                    <a:pt x="126" y="480"/>
                  </a:lnTo>
                  <a:lnTo>
                    <a:pt x="138" y="486"/>
                  </a:lnTo>
                  <a:lnTo>
                    <a:pt x="138" y="37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53" name="Belgium" descr="© INSCALE GmbH, 05.05.2010&#10;http://www.presentationload.com/">
              <a:extLst>
                <a:ext uri="{FF2B5EF4-FFF2-40B4-BE49-F238E27FC236}">
                  <a16:creationId xmlns:a16="http://schemas.microsoft.com/office/drawing/2014/main" id="{33F732E5-9451-4939-A2AE-C7F653DBA1EC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821162" y="1646920"/>
              <a:ext cx="73668" cy="50094"/>
            </a:xfrm>
            <a:custGeom>
              <a:avLst/>
              <a:gdLst>
                <a:gd name="T0" fmla="*/ 0 w 222"/>
                <a:gd name="T1" fmla="*/ 2147483647 h 150"/>
                <a:gd name="T2" fmla="*/ 2147483647 w 222"/>
                <a:gd name="T3" fmla="*/ 2147483647 h 150"/>
                <a:gd name="T4" fmla="*/ 2147483647 w 222"/>
                <a:gd name="T5" fmla="*/ 2147483647 h 150"/>
                <a:gd name="T6" fmla="*/ 2147483647 w 222"/>
                <a:gd name="T7" fmla="*/ 2147483647 h 150"/>
                <a:gd name="T8" fmla="*/ 2147483647 w 222"/>
                <a:gd name="T9" fmla="*/ 2147483647 h 150"/>
                <a:gd name="T10" fmla="*/ 2147483647 w 222"/>
                <a:gd name="T11" fmla="*/ 2147483647 h 150"/>
                <a:gd name="T12" fmla="*/ 2147483647 w 222"/>
                <a:gd name="T13" fmla="*/ 2147483647 h 150"/>
                <a:gd name="T14" fmla="*/ 2147483647 w 222"/>
                <a:gd name="T15" fmla="*/ 2147483647 h 150"/>
                <a:gd name="T16" fmla="*/ 2147483647 w 222"/>
                <a:gd name="T17" fmla="*/ 2147483647 h 150"/>
                <a:gd name="T18" fmla="*/ 2147483647 w 222"/>
                <a:gd name="T19" fmla="*/ 2147483647 h 150"/>
                <a:gd name="T20" fmla="*/ 2147483647 w 222"/>
                <a:gd name="T21" fmla="*/ 2147483647 h 150"/>
                <a:gd name="T22" fmla="*/ 2147483647 w 222"/>
                <a:gd name="T23" fmla="*/ 2147483647 h 150"/>
                <a:gd name="T24" fmla="*/ 2147483647 w 222"/>
                <a:gd name="T25" fmla="*/ 2147483647 h 150"/>
                <a:gd name="T26" fmla="*/ 2147483647 w 222"/>
                <a:gd name="T27" fmla="*/ 2147483647 h 150"/>
                <a:gd name="T28" fmla="*/ 2147483647 w 222"/>
                <a:gd name="T29" fmla="*/ 2147483647 h 150"/>
                <a:gd name="T30" fmla="*/ 2147483647 w 222"/>
                <a:gd name="T31" fmla="*/ 2147483647 h 150"/>
                <a:gd name="T32" fmla="*/ 2147483647 w 222"/>
                <a:gd name="T33" fmla="*/ 2147483647 h 150"/>
                <a:gd name="T34" fmla="*/ 2147483647 w 222"/>
                <a:gd name="T35" fmla="*/ 2147483647 h 150"/>
                <a:gd name="T36" fmla="*/ 2147483647 w 222"/>
                <a:gd name="T37" fmla="*/ 2147483647 h 150"/>
                <a:gd name="T38" fmla="*/ 2147483647 w 222"/>
                <a:gd name="T39" fmla="*/ 2147483647 h 150"/>
                <a:gd name="T40" fmla="*/ 2147483647 w 222"/>
                <a:gd name="T41" fmla="*/ 2147483647 h 150"/>
                <a:gd name="T42" fmla="*/ 2147483647 w 222"/>
                <a:gd name="T43" fmla="*/ 2147483647 h 150"/>
                <a:gd name="T44" fmla="*/ 2147483647 w 222"/>
                <a:gd name="T45" fmla="*/ 2147483647 h 150"/>
                <a:gd name="T46" fmla="*/ 2147483647 w 222"/>
                <a:gd name="T47" fmla="*/ 2147483647 h 150"/>
                <a:gd name="T48" fmla="*/ 2147483647 w 222"/>
                <a:gd name="T49" fmla="*/ 2147483647 h 150"/>
                <a:gd name="T50" fmla="*/ 2147483647 w 222"/>
                <a:gd name="T51" fmla="*/ 2147483647 h 150"/>
                <a:gd name="T52" fmla="*/ 2147483647 w 222"/>
                <a:gd name="T53" fmla="*/ 2147483647 h 150"/>
                <a:gd name="T54" fmla="*/ 2147483647 w 222"/>
                <a:gd name="T55" fmla="*/ 2147483647 h 150"/>
                <a:gd name="T56" fmla="*/ 2147483647 w 222"/>
                <a:gd name="T57" fmla="*/ 2147483647 h 150"/>
                <a:gd name="T58" fmla="*/ 2147483647 w 222"/>
                <a:gd name="T59" fmla="*/ 2147483647 h 150"/>
                <a:gd name="T60" fmla="*/ 2147483647 w 222"/>
                <a:gd name="T61" fmla="*/ 2147483647 h 150"/>
                <a:gd name="T62" fmla="*/ 2147483647 w 222"/>
                <a:gd name="T63" fmla="*/ 2147483647 h 150"/>
                <a:gd name="T64" fmla="*/ 2147483647 w 222"/>
                <a:gd name="T65" fmla="*/ 2147483647 h 150"/>
                <a:gd name="T66" fmla="*/ 2147483647 w 222"/>
                <a:gd name="T67" fmla="*/ 2147483647 h 150"/>
                <a:gd name="T68" fmla="*/ 2147483647 w 222"/>
                <a:gd name="T69" fmla="*/ 2147483647 h 150"/>
                <a:gd name="T70" fmla="*/ 2147483647 w 222"/>
                <a:gd name="T71" fmla="*/ 2147483647 h 150"/>
                <a:gd name="T72" fmla="*/ 2147483647 w 222"/>
                <a:gd name="T73" fmla="*/ 2147483647 h 150"/>
                <a:gd name="T74" fmla="*/ 2147483647 w 222"/>
                <a:gd name="T75" fmla="*/ 2147483647 h 150"/>
                <a:gd name="T76" fmla="*/ 2147483647 w 222"/>
                <a:gd name="T77" fmla="*/ 2147483647 h 150"/>
                <a:gd name="T78" fmla="*/ 2147483647 w 222"/>
                <a:gd name="T79" fmla="*/ 2147483647 h 150"/>
                <a:gd name="T80" fmla="*/ 2147483647 w 222"/>
                <a:gd name="T81" fmla="*/ 0 h 150"/>
                <a:gd name="T82" fmla="*/ 2147483647 w 222"/>
                <a:gd name="T83" fmla="*/ 0 h 150"/>
                <a:gd name="T84" fmla="*/ 2147483647 w 222"/>
                <a:gd name="T85" fmla="*/ 2147483647 h 150"/>
                <a:gd name="T86" fmla="*/ 2147483647 w 222"/>
                <a:gd name="T87" fmla="*/ 0 h 150"/>
                <a:gd name="T88" fmla="*/ 2147483647 w 222"/>
                <a:gd name="T89" fmla="*/ 2147483647 h 150"/>
                <a:gd name="T90" fmla="*/ 2147483647 w 222"/>
                <a:gd name="T91" fmla="*/ 2147483647 h 150"/>
                <a:gd name="T92" fmla="*/ 2147483647 w 222"/>
                <a:gd name="T93" fmla="*/ 2147483647 h 150"/>
                <a:gd name="T94" fmla="*/ 2147483647 w 222"/>
                <a:gd name="T95" fmla="*/ 2147483647 h 150"/>
                <a:gd name="T96" fmla="*/ 2147483647 w 222"/>
                <a:gd name="T97" fmla="*/ 2147483647 h 150"/>
                <a:gd name="T98" fmla="*/ 2147483647 w 222"/>
                <a:gd name="T99" fmla="*/ 2147483647 h 150"/>
                <a:gd name="T100" fmla="*/ 2147483647 w 222"/>
                <a:gd name="T101" fmla="*/ 2147483647 h 150"/>
                <a:gd name="T102" fmla="*/ 0 w 222"/>
                <a:gd name="T103" fmla="*/ 2147483647 h 150"/>
                <a:gd name="T104" fmla="*/ 0 w 222"/>
                <a:gd name="T105" fmla="*/ 2147483647 h 15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22"/>
                <a:gd name="T160" fmla="*/ 0 h 150"/>
                <a:gd name="T161" fmla="*/ 222 w 222"/>
                <a:gd name="T162" fmla="*/ 150 h 15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22" h="150">
                  <a:moveTo>
                    <a:pt x="0" y="42"/>
                  </a:moveTo>
                  <a:lnTo>
                    <a:pt x="6" y="60"/>
                  </a:lnTo>
                  <a:lnTo>
                    <a:pt x="30" y="66"/>
                  </a:lnTo>
                  <a:lnTo>
                    <a:pt x="42" y="78"/>
                  </a:lnTo>
                  <a:lnTo>
                    <a:pt x="66" y="78"/>
                  </a:lnTo>
                  <a:lnTo>
                    <a:pt x="78" y="84"/>
                  </a:lnTo>
                  <a:lnTo>
                    <a:pt x="84" y="90"/>
                  </a:lnTo>
                  <a:lnTo>
                    <a:pt x="84" y="114"/>
                  </a:lnTo>
                  <a:lnTo>
                    <a:pt x="108" y="114"/>
                  </a:lnTo>
                  <a:lnTo>
                    <a:pt x="120" y="102"/>
                  </a:lnTo>
                  <a:lnTo>
                    <a:pt x="120" y="126"/>
                  </a:lnTo>
                  <a:lnTo>
                    <a:pt x="132" y="126"/>
                  </a:lnTo>
                  <a:lnTo>
                    <a:pt x="144" y="132"/>
                  </a:lnTo>
                  <a:lnTo>
                    <a:pt x="150" y="132"/>
                  </a:lnTo>
                  <a:lnTo>
                    <a:pt x="162" y="144"/>
                  </a:lnTo>
                  <a:lnTo>
                    <a:pt x="180" y="144"/>
                  </a:lnTo>
                  <a:lnTo>
                    <a:pt x="192" y="150"/>
                  </a:lnTo>
                  <a:lnTo>
                    <a:pt x="192" y="144"/>
                  </a:lnTo>
                  <a:lnTo>
                    <a:pt x="186" y="132"/>
                  </a:lnTo>
                  <a:lnTo>
                    <a:pt x="174" y="120"/>
                  </a:lnTo>
                  <a:lnTo>
                    <a:pt x="174" y="114"/>
                  </a:lnTo>
                  <a:lnTo>
                    <a:pt x="180" y="114"/>
                  </a:lnTo>
                  <a:lnTo>
                    <a:pt x="192" y="108"/>
                  </a:lnTo>
                  <a:lnTo>
                    <a:pt x="198" y="102"/>
                  </a:lnTo>
                  <a:lnTo>
                    <a:pt x="204" y="102"/>
                  </a:lnTo>
                  <a:lnTo>
                    <a:pt x="204" y="96"/>
                  </a:lnTo>
                  <a:lnTo>
                    <a:pt x="210" y="90"/>
                  </a:lnTo>
                  <a:lnTo>
                    <a:pt x="222" y="90"/>
                  </a:lnTo>
                  <a:lnTo>
                    <a:pt x="216" y="84"/>
                  </a:lnTo>
                  <a:lnTo>
                    <a:pt x="216" y="66"/>
                  </a:lnTo>
                  <a:lnTo>
                    <a:pt x="204" y="54"/>
                  </a:lnTo>
                  <a:lnTo>
                    <a:pt x="180" y="54"/>
                  </a:lnTo>
                  <a:lnTo>
                    <a:pt x="180" y="42"/>
                  </a:lnTo>
                  <a:lnTo>
                    <a:pt x="186" y="36"/>
                  </a:lnTo>
                  <a:lnTo>
                    <a:pt x="186" y="18"/>
                  </a:lnTo>
                  <a:lnTo>
                    <a:pt x="180" y="12"/>
                  </a:lnTo>
                  <a:lnTo>
                    <a:pt x="174" y="12"/>
                  </a:lnTo>
                  <a:lnTo>
                    <a:pt x="162" y="18"/>
                  </a:lnTo>
                  <a:lnTo>
                    <a:pt x="150" y="18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108" y="0"/>
                  </a:lnTo>
                  <a:lnTo>
                    <a:pt x="108" y="6"/>
                  </a:lnTo>
                  <a:lnTo>
                    <a:pt x="96" y="0"/>
                  </a:lnTo>
                  <a:lnTo>
                    <a:pt x="96" y="12"/>
                  </a:lnTo>
                  <a:lnTo>
                    <a:pt x="78" y="6"/>
                  </a:lnTo>
                  <a:lnTo>
                    <a:pt x="72" y="18"/>
                  </a:lnTo>
                  <a:lnTo>
                    <a:pt x="66" y="12"/>
                  </a:lnTo>
                  <a:lnTo>
                    <a:pt x="42" y="12"/>
                  </a:lnTo>
                  <a:lnTo>
                    <a:pt x="36" y="6"/>
                  </a:lnTo>
                  <a:lnTo>
                    <a:pt x="24" y="6"/>
                  </a:lnTo>
                  <a:lnTo>
                    <a:pt x="0" y="24"/>
                  </a:lnTo>
                  <a:lnTo>
                    <a:pt x="0" y="4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54" name="Belize" descr="© INSCALE GmbH, 05.05.2010&#10;http://www.presentationload.com/">
              <a:extLst>
                <a:ext uri="{FF2B5EF4-FFF2-40B4-BE49-F238E27FC236}">
                  <a16:creationId xmlns:a16="http://schemas.microsoft.com/office/drawing/2014/main" id="{0452E1F2-A86D-430D-B31D-37FCFD26CB1E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657658" y="2512630"/>
              <a:ext cx="36187" cy="69360"/>
            </a:xfrm>
            <a:custGeom>
              <a:avLst/>
              <a:gdLst>
                <a:gd name="T0" fmla="*/ 2147483647 w 108"/>
                <a:gd name="T1" fmla="*/ 2147483647 h 210"/>
                <a:gd name="T2" fmla="*/ 2147483647 w 108"/>
                <a:gd name="T3" fmla="*/ 2147483647 h 210"/>
                <a:gd name="T4" fmla="*/ 2147483647 w 108"/>
                <a:gd name="T5" fmla="*/ 2147483647 h 210"/>
                <a:gd name="T6" fmla="*/ 2147483647 w 108"/>
                <a:gd name="T7" fmla="*/ 2147483647 h 210"/>
                <a:gd name="T8" fmla="*/ 2147483647 w 108"/>
                <a:gd name="T9" fmla="*/ 2147483647 h 210"/>
                <a:gd name="T10" fmla="*/ 2147483647 w 108"/>
                <a:gd name="T11" fmla="*/ 0 h 210"/>
                <a:gd name="T12" fmla="*/ 2147483647 w 108"/>
                <a:gd name="T13" fmla="*/ 2147483647 h 210"/>
                <a:gd name="T14" fmla="*/ 2147483647 w 108"/>
                <a:gd name="T15" fmla="*/ 2147483647 h 210"/>
                <a:gd name="T16" fmla="*/ 2147483647 w 108"/>
                <a:gd name="T17" fmla="*/ 2147483647 h 210"/>
                <a:gd name="T18" fmla="*/ 2147483647 w 108"/>
                <a:gd name="T19" fmla="*/ 2147483647 h 210"/>
                <a:gd name="T20" fmla="*/ 2147483647 w 108"/>
                <a:gd name="T21" fmla="*/ 2147483647 h 210"/>
                <a:gd name="T22" fmla="*/ 2147483647 w 108"/>
                <a:gd name="T23" fmla="*/ 2147483647 h 210"/>
                <a:gd name="T24" fmla="*/ 2147483647 w 108"/>
                <a:gd name="T25" fmla="*/ 2147483647 h 210"/>
                <a:gd name="T26" fmla="*/ 2147483647 w 108"/>
                <a:gd name="T27" fmla="*/ 2147483647 h 210"/>
                <a:gd name="T28" fmla="*/ 2147483647 w 108"/>
                <a:gd name="T29" fmla="*/ 2147483647 h 210"/>
                <a:gd name="T30" fmla="*/ 2147483647 w 108"/>
                <a:gd name="T31" fmla="*/ 2147483647 h 210"/>
                <a:gd name="T32" fmla="*/ 2147483647 w 108"/>
                <a:gd name="T33" fmla="*/ 2147483647 h 210"/>
                <a:gd name="T34" fmla="*/ 2147483647 w 108"/>
                <a:gd name="T35" fmla="*/ 2147483647 h 210"/>
                <a:gd name="T36" fmla="*/ 0 w 108"/>
                <a:gd name="T37" fmla="*/ 2147483647 h 210"/>
                <a:gd name="T38" fmla="*/ 2147483647 w 108"/>
                <a:gd name="T39" fmla="*/ 2147483647 h 210"/>
                <a:gd name="T40" fmla="*/ 2147483647 w 108"/>
                <a:gd name="T41" fmla="*/ 2147483647 h 210"/>
                <a:gd name="T42" fmla="*/ 2147483647 w 108"/>
                <a:gd name="T43" fmla="*/ 2147483647 h 210"/>
                <a:gd name="T44" fmla="*/ 2147483647 w 108"/>
                <a:gd name="T45" fmla="*/ 2147483647 h 210"/>
                <a:gd name="T46" fmla="*/ 2147483647 w 108"/>
                <a:gd name="T47" fmla="*/ 2147483647 h 210"/>
                <a:gd name="T48" fmla="*/ 2147483647 w 108"/>
                <a:gd name="T49" fmla="*/ 2147483647 h 210"/>
                <a:gd name="T50" fmla="*/ 2147483647 w 108"/>
                <a:gd name="T51" fmla="*/ 2147483647 h 210"/>
                <a:gd name="T52" fmla="*/ 2147483647 w 108"/>
                <a:gd name="T53" fmla="*/ 2147483647 h 210"/>
                <a:gd name="T54" fmla="*/ 2147483647 w 108"/>
                <a:gd name="T55" fmla="*/ 2147483647 h 21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08"/>
                <a:gd name="T85" fmla="*/ 0 h 210"/>
                <a:gd name="T86" fmla="*/ 108 w 108"/>
                <a:gd name="T87" fmla="*/ 210 h 210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08" h="210">
                  <a:moveTo>
                    <a:pt x="108" y="30"/>
                  </a:moveTo>
                  <a:lnTo>
                    <a:pt x="108" y="24"/>
                  </a:lnTo>
                  <a:lnTo>
                    <a:pt x="102" y="24"/>
                  </a:lnTo>
                  <a:lnTo>
                    <a:pt x="90" y="18"/>
                  </a:lnTo>
                  <a:lnTo>
                    <a:pt x="84" y="12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2" y="12"/>
                  </a:lnTo>
                  <a:lnTo>
                    <a:pt x="72" y="24"/>
                  </a:lnTo>
                  <a:lnTo>
                    <a:pt x="66" y="36"/>
                  </a:lnTo>
                  <a:lnTo>
                    <a:pt x="54" y="42"/>
                  </a:lnTo>
                  <a:lnTo>
                    <a:pt x="48" y="48"/>
                  </a:lnTo>
                  <a:lnTo>
                    <a:pt x="42" y="48"/>
                  </a:lnTo>
                  <a:lnTo>
                    <a:pt x="42" y="42"/>
                  </a:lnTo>
                  <a:lnTo>
                    <a:pt x="36" y="36"/>
                  </a:lnTo>
                  <a:lnTo>
                    <a:pt x="30" y="36"/>
                  </a:lnTo>
                  <a:lnTo>
                    <a:pt x="30" y="42"/>
                  </a:lnTo>
                  <a:lnTo>
                    <a:pt x="24" y="54"/>
                  </a:lnTo>
                  <a:lnTo>
                    <a:pt x="0" y="210"/>
                  </a:lnTo>
                  <a:lnTo>
                    <a:pt x="30" y="210"/>
                  </a:lnTo>
                  <a:lnTo>
                    <a:pt x="42" y="168"/>
                  </a:lnTo>
                  <a:lnTo>
                    <a:pt x="60" y="174"/>
                  </a:lnTo>
                  <a:lnTo>
                    <a:pt x="84" y="150"/>
                  </a:lnTo>
                  <a:lnTo>
                    <a:pt x="84" y="90"/>
                  </a:lnTo>
                  <a:lnTo>
                    <a:pt x="90" y="78"/>
                  </a:lnTo>
                  <a:lnTo>
                    <a:pt x="96" y="60"/>
                  </a:lnTo>
                  <a:lnTo>
                    <a:pt x="108" y="36"/>
                  </a:lnTo>
                  <a:lnTo>
                    <a:pt x="108" y="3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55" name="Belarus" descr="© INSCALE GmbH, 05.05.2010&#10;http://www.presentationload.com/">
              <a:extLst>
                <a:ext uri="{FF2B5EF4-FFF2-40B4-BE49-F238E27FC236}">
                  <a16:creationId xmlns:a16="http://schemas.microsoft.com/office/drawing/2014/main" id="{95F21F6A-B83A-4AC8-878B-942E44D1D2A5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233444" y="1527468"/>
              <a:ext cx="188693" cy="122022"/>
            </a:xfrm>
            <a:custGeom>
              <a:avLst/>
              <a:gdLst>
                <a:gd name="T0" fmla="*/ 2147483647 w 570"/>
                <a:gd name="T1" fmla="*/ 2147483647 h 372"/>
                <a:gd name="T2" fmla="*/ 2147483647 w 570"/>
                <a:gd name="T3" fmla="*/ 2147483647 h 372"/>
                <a:gd name="T4" fmla="*/ 2147483647 w 570"/>
                <a:gd name="T5" fmla="*/ 2147483647 h 372"/>
                <a:gd name="T6" fmla="*/ 2147483647 w 570"/>
                <a:gd name="T7" fmla="*/ 2147483647 h 372"/>
                <a:gd name="T8" fmla="*/ 2147483647 w 570"/>
                <a:gd name="T9" fmla="*/ 2147483647 h 372"/>
                <a:gd name="T10" fmla="*/ 2147483647 w 570"/>
                <a:gd name="T11" fmla="*/ 2147483647 h 372"/>
                <a:gd name="T12" fmla="*/ 2147483647 w 570"/>
                <a:gd name="T13" fmla="*/ 2147483647 h 372"/>
                <a:gd name="T14" fmla="*/ 2147483647 w 570"/>
                <a:gd name="T15" fmla="*/ 2147483647 h 372"/>
                <a:gd name="T16" fmla="*/ 2147483647 w 570"/>
                <a:gd name="T17" fmla="*/ 2147483647 h 372"/>
                <a:gd name="T18" fmla="*/ 2147483647 w 570"/>
                <a:gd name="T19" fmla="*/ 2147483647 h 372"/>
                <a:gd name="T20" fmla="*/ 2147483647 w 570"/>
                <a:gd name="T21" fmla="*/ 2147483647 h 372"/>
                <a:gd name="T22" fmla="*/ 2147483647 w 570"/>
                <a:gd name="T23" fmla="*/ 2147483647 h 372"/>
                <a:gd name="T24" fmla="*/ 2147483647 w 570"/>
                <a:gd name="T25" fmla="*/ 2147483647 h 372"/>
                <a:gd name="T26" fmla="*/ 2147483647 w 570"/>
                <a:gd name="T27" fmla="*/ 2147483647 h 372"/>
                <a:gd name="T28" fmla="*/ 2147483647 w 570"/>
                <a:gd name="T29" fmla="*/ 2147483647 h 372"/>
                <a:gd name="T30" fmla="*/ 2147483647 w 570"/>
                <a:gd name="T31" fmla="*/ 2147483647 h 372"/>
                <a:gd name="T32" fmla="*/ 2147483647 w 570"/>
                <a:gd name="T33" fmla="*/ 2147483647 h 372"/>
                <a:gd name="T34" fmla="*/ 2147483647 w 570"/>
                <a:gd name="T35" fmla="*/ 2147483647 h 372"/>
                <a:gd name="T36" fmla="*/ 2147483647 w 570"/>
                <a:gd name="T37" fmla="*/ 2147483647 h 372"/>
                <a:gd name="T38" fmla="*/ 2147483647 w 570"/>
                <a:gd name="T39" fmla="*/ 2147483647 h 372"/>
                <a:gd name="T40" fmla="*/ 2147483647 w 570"/>
                <a:gd name="T41" fmla="*/ 2147483647 h 372"/>
                <a:gd name="T42" fmla="*/ 2147483647 w 570"/>
                <a:gd name="T43" fmla="*/ 2147483647 h 372"/>
                <a:gd name="T44" fmla="*/ 2147483647 w 570"/>
                <a:gd name="T45" fmla="*/ 2147483647 h 372"/>
                <a:gd name="T46" fmla="*/ 2147483647 w 570"/>
                <a:gd name="T47" fmla="*/ 2147483647 h 372"/>
                <a:gd name="T48" fmla="*/ 2147483647 w 570"/>
                <a:gd name="T49" fmla="*/ 2147483647 h 372"/>
                <a:gd name="T50" fmla="*/ 2147483647 w 570"/>
                <a:gd name="T51" fmla="*/ 2147483647 h 372"/>
                <a:gd name="T52" fmla="*/ 2147483647 w 570"/>
                <a:gd name="T53" fmla="*/ 2147483647 h 372"/>
                <a:gd name="T54" fmla="*/ 2147483647 w 570"/>
                <a:gd name="T55" fmla="*/ 2147483647 h 372"/>
                <a:gd name="T56" fmla="*/ 2147483647 w 570"/>
                <a:gd name="T57" fmla="*/ 0 h 372"/>
                <a:gd name="T58" fmla="*/ 2147483647 w 570"/>
                <a:gd name="T59" fmla="*/ 2147483647 h 372"/>
                <a:gd name="T60" fmla="*/ 2147483647 w 570"/>
                <a:gd name="T61" fmla="*/ 2147483647 h 372"/>
                <a:gd name="T62" fmla="*/ 2147483647 w 570"/>
                <a:gd name="T63" fmla="*/ 2147483647 h 372"/>
                <a:gd name="T64" fmla="*/ 2147483647 w 570"/>
                <a:gd name="T65" fmla="*/ 2147483647 h 372"/>
                <a:gd name="T66" fmla="*/ 2147483647 w 570"/>
                <a:gd name="T67" fmla="*/ 2147483647 h 372"/>
                <a:gd name="T68" fmla="*/ 2147483647 w 570"/>
                <a:gd name="T69" fmla="*/ 2147483647 h 372"/>
                <a:gd name="T70" fmla="*/ 2147483647 w 570"/>
                <a:gd name="T71" fmla="*/ 2147483647 h 372"/>
                <a:gd name="T72" fmla="*/ 2147483647 w 570"/>
                <a:gd name="T73" fmla="*/ 2147483647 h 372"/>
                <a:gd name="T74" fmla="*/ 2147483647 w 570"/>
                <a:gd name="T75" fmla="*/ 2147483647 h 372"/>
                <a:gd name="T76" fmla="*/ 2147483647 w 570"/>
                <a:gd name="T77" fmla="*/ 2147483647 h 372"/>
                <a:gd name="T78" fmla="*/ 2147483647 w 570"/>
                <a:gd name="T79" fmla="*/ 2147483647 h 372"/>
                <a:gd name="T80" fmla="*/ 2147483647 w 570"/>
                <a:gd name="T81" fmla="*/ 2147483647 h 372"/>
                <a:gd name="T82" fmla="*/ 2147483647 w 570"/>
                <a:gd name="T83" fmla="*/ 2147483647 h 372"/>
                <a:gd name="T84" fmla="*/ 2147483647 w 570"/>
                <a:gd name="T85" fmla="*/ 2147483647 h 372"/>
                <a:gd name="T86" fmla="*/ 2147483647 w 570"/>
                <a:gd name="T87" fmla="*/ 2147483647 h 372"/>
                <a:gd name="T88" fmla="*/ 2147483647 w 570"/>
                <a:gd name="T89" fmla="*/ 2147483647 h 372"/>
                <a:gd name="T90" fmla="*/ 2147483647 w 570"/>
                <a:gd name="T91" fmla="*/ 2147483647 h 372"/>
                <a:gd name="T92" fmla="*/ 2147483647 w 570"/>
                <a:gd name="T93" fmla="*/ 2147483647 h 372"/>
                <a:gd name="T94" fmla="*/ 2147483647 w 570"/>
                <a:gd name="T95" fmla="*/ 2147483647 h 372"/>
                <a:gd name="T96" fmla="*/ 2147483647 w 570"/>
                <a:gd name="T97" fmla="*/ 2147483647 h 37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70"/>
                <a:gd name="T148" fmla="*/ 0 h 372"/>
                <a:gd name="T149" fmla="*/ 570 w 570"/>
                <a:gd name="T150" fmla="*/ 372 h 37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70" h="372">
                  <a:moveTo>
                    <a:pt x="24" y="312"/>
                  </a:moveTo>
                  <a:lnTo>
                    <a:pt x="24" y="342"/>
                  </a:lnTo>
                  <a:lnTo>
                    <a:pt x="30" y="354"/>
                  </a:lnTo>
                  <a:lnTo>
                    <a:pt x="36" y="360"/>
                  </a:lnTo>
                  <a:lnTo>
                    <a:pt x="48" y="360"/>
                  </a:lnTo>
                  <a:lnTo>
                    <a:pt x="60" y="354"/>
                  </a:lnTo>
                  <a:lnTo>
                    <a:pt x="72" y="342"/>
                  </a:lnTo>
                  <a:lnTo>
                    <a:pt x="72" y="336"/>
                  </a:lnTo>
                  <a:lnTo>
                    <a:pt x="108" y="336"/>
                  </a:lnTo>
                  <a:lnTo>
                    <a:pt x="120" y="330"/>
                  </a:lnTo>
                  <a:lnTo>
                    <a:pt x="126" y="324"/>
                  </a:lnTo>
                  <a:lnTo>
                    <a:pt x="174" y="324"/>
                  </a:lnTo>
                  <a:lnTo>
                    <a:pt x="174" y="330"/>
                  </a:lnTo>
                  <a:lnTo>
                    <a:pt x="180" y="336"/>
                  </a:lnTo>
                  <a:lnTo>
                    <a:pt x="216" y="336"/>
                  </a:lnTo>
                  <a:lnTo>
                    <a:pt x="240" y="342"/>
                  </a:lnTo>
                  <a:lnTo>
                    <a:pt x="258" y="354"/>
                  </a:lnTo>
                  <a:lnTo>
                    <a:pt x="264" y="348"/>
                  </a:lnTo>
                  <a:lnTo>
                    <a:pt x="282" y="360"/>
                  </a:lnTo>
                  <a:lnTo>
                    <a:pt x="294" y="348"/>
                  </a:lnTo>
                  <a:lnTo>
                    <a:pt x="300" y="360"/>
                  </a:lnTo>
                  <a:lnTo>
                    <a:pt x="318" y="354"/>
                  </a:lnTo>
                  <a:lnTo>
                    <a:pt x="324" y="360"/>
                  </a:lnTo>
                  <a:lnTo>
                    <a:pt x="336" y="354"/>
                  </a:lnTo>
                  <a:lnTo>
                    <a:pt x="348" y="366"/>
                  </a:lnTo>
                  <a:lnTo>
                    <a:pt x="348" y="360"/>
                  </a:lnTo>
                  <a:lnTo>
                    <a:pt x="354" y="354"/>
                  </a:lnTo>
                  <a:lnTo>
                    <a:pt x="372" y="354"/>
                  </a:lnTo>
                  <a:lnTo>
                    <a:pt x="378" y="360"/>
                  </a:lnTo>
                  <a:lnTo>
                    <a:pt x="378" y="372"/>
                  </a:lnTo>
                  <a:lnTo>
                    <a:pt x="384" y="372"/>
                  </a:lnTo>
                  <a:lnTo>
                    <a:pt x="396" y="366"/>
                  </a:lnTo>
                  <a:lnTo>
                    <a:pt x="420" y="366"/>
                  </a:lnTo>
                  <a:lnTo>
                    <a:pt x="426" y="372"/>
                  </a:lnTo>
                  <a:lnTo>
                    <a:pt x="444" y="372"/>
                  </a:lnTo>
                  <a:lnTo>
                    <a:pt x="450" y="366"/>
                  </a:lnTo>
                  <a:lnTo>
                    <a:pt x="450" y="354"/>
                  </a:lnTo>
                  <a:lnTo>
                    <a:pt x="444" y="348"/>
                  </a:lnTo>
                  <a:lnTo>
                    <a:pt x="450" y="336"/>
                  </a:lnTo>
                  <a:lnTo>
                    <a:pt x="456" y="330"/>
                  </a:lnTo>
                  <a:lnTo>
                    <a:pt x="468" y="324"/>
                  </a:lnTo>
                  <a:lnTo>
                    <a:pt x="474" y="312"/>
                  </a:lnTo>
                  <a:lnTo>
                    <a:pt x="498" y="312"/>
                  </a:lnTo>
                  <a:lnTo>
                    <a:pt x="516" y="318"/>
                  </a:lnTo>
                  <a:lnTo>
                    <a:pt x="516" y="300"/>
                  </a:lnTo>
                  <a:lnTo>
                    <a:pt x="510" y="288"/>
                  </a:lnTo>
                  <a:lnTo>
                    <a:pt x="504" y="282"/>
                  </a:lnTo>
                  <a:lnTo>
                    <a:pt x="504" y="264"/>
                  </a:lnTo>
                  <a:lnTo>
                    <a:pt x="480" y="240"/>
                  </a:lnTo>
                  <a:lnTo>
                    <a:pt x="480" y="234"/>
                  </a:lnTo>
                  <a:lnTo>
                    <a:pt x="486" y="228"/>
                  </a:lnTo>
                  <a:lnTo>
                    <a:pt x="510" y="228"/>
                  </a:lnTo>
                  <a:lnTo>
                    <a:pt x="510" y="234"/>
                  </a:lnTo>
                  <a:lnTo>
                    <a:pt x="516" y="234"/>
                  </a:lnTo>
                  <a:lnTo>
                    <a:pt x="522" y="240"/>
                  </a:lnTo>
                  <a:lnTo>
                    <a:pt x="528" y="240"/>
                  </a:lnTo>
                  <a:lnTo>
                    <a:pt x="552" y="228"/>
                  </a:lnTo>
                  <a:lnTo>
                    <a:pt x="558" y="216"/>
                  </a:lnTo>
                  <a:lnTo>
                    <a:pt x="570" y="210"/>
                  </a:lnTo>
                  <a:lnTo>
                    <a:pt x="546" y="198"/>
                  </a:lnTo>
                  <a:lnTo>
                    <a:pt x="552" y="192"/>
                  </a:lnTo>
                  <a:lnTo>
                    <a:pt x="552" y="186"/>
                  </a:lnTo>
                  <a:lnTo>
                    <a:pt x="546" y="186"/>
                  </a:lnTo>
                  <a:lnTo>
                    <a:pt x="540" y="180"/>
                  </a:lnTo>
                  <a:lnTo>
                    <a:pt x="504" y="180"/>
                  </a:lnTo>
                  <a:lnTo>
                    <a:pt x="504" y="156"/>
                  </a:lnTo>
                  <a:lnTo>
                    <a:pt x="474" y="144"/>
                  </a:lnTo>
                  <a:lnTo>
                    <a:pt x="474" y="132"/>
                  </a:lnTo>
                  <a:lnTo>
                    <a:pt x="456" y="114"/>
                  </a:lnTo>
                  <a:lnTo>
                    <a:pt x="444" y="108"/>
                  </a:lnTo>
                  <a:lnTo>
                    <a:pt x="438" y="102"/>
                  </a:lnTo>
                  <a:lnTo>
                    <a:pt x="444" y="84"/>
                  </a:lnTo>
                  <a:lnTo>
                    <a:pt x="432" y="66"/>
                  </a:lnTo>
                  <a:lnTo>
                    <a:pt x="438" y="60"/>
                  </a:lnTo>
                  <a:lnTo>
                    <a:pt x="438" y="48"/>
                  </a:lnTo>
                  <a:lnTo>
                    <a:pt x="432" y="42"/>
                  </a:lnTo>
                  <a:lnTo>
                    <a:pt x="396" y="24"/>
                  </a:lnTo>
                  <a:lnTo>
                    <a:pt x="390" y="18"/>
                  </a:lnTo>
                  <a:lnTo>
                    <a:pt x="384" y="18"/>
                  </a:lnTo>
                  <a:lnTo>
                    <a:pt x="354" y="36"/>
                  </a:lnTo>
                  <a:lnTo>
                    <a:pt x="348" y="18"/>
                  </a:lnTo>
                  <a:lnTo>
                    <a:pt x="312" y="12"/>
                  </a:lnTo>
                  <a:lnTo>
                    <a:pt x="300" y="18"/>
                  </a:lnTo>
                  <a:lnTo>
                    <a:pt x="300" y="12"/>
                  </a:lnTo>
                  <a:lnTo>
                    <a:pt x="294" y="6"/>
                  </a:lnTo>
                  <a:lnTo>
                    <a:pt x="276" y="6"/>
                  </a:lnTo>
                  <a:lnTo>
                    <a:pt x="270" y="0"/>
                  </a:lnTo>
                  <a:lnTo>
                    <a:pt x="258" y="0"/>
                  </a:lnTo>
                  <a:lnTo>
                    <a:pt x="252" y="6"/>
                  </a:lnTo>
                  <a:lnTo>
                    <a:pt x="246" y="18"/>
                  </a:lnTo>
                  <a:lnTo>
                    <a:pt x="240" y="24"/>
                  </a:lnTo>
                  <a:lnTo>
                    <a:pt x="234" y="24"/>
                  </a:lnTo>
                  <a:lnTo>
                    <a:pt x="228" y="30"/>
                  </a:lnTo>
                  <a:lnTo>
                    <a:pt x="222" y="24"/>
                  </a:lnTo>
                  <a:lnTo>
                    <a:pt x="198" y="24"/>
                  </a:lnTo>
                  <a:lnTo>
                    <a:pt x="192" y="30"/>
                  </a:lnTo>
                  <a:lnTo>
                    <a:pt x="180" y="36"/>
                  </a:lnTo>
                  <a:lnTo>
                    <a:pt x="174" y="42"/>
                  </a:lnTo>
                  <a:lnTo>
                    <a:pt x="174" y="54"/>
                  </a:lnTo>
                  <a:lnTo>
                    <a:pt x="192" y="72"/>
                  </a:lnTo>
                  <a:lnTo>
                    <a:pt x="186" y="78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56" y="72"/>
                  </a:lnTo>
                  <a:lnTo>
                    <a:pt x="162" y="90"/>
                  </a:lnTo>
                  <a:lnTo>
                    <a:pt x="144" y="90"/>
                  </a:lnTo>
                  <a:lnTo>
                    <a:pt x="138" y="96"/>
                  </a:lnTo>
                  <a:lnTo>
                    <a:pt x="138" y="102"/>
                  </a:lnTo>
                  <a:lnTo>
                    <a:pt x="144" y="114"/>
                  </a:lnTo>
                  <a:lnTo>
                    <a:pt x="144" y="120"/>
                  </a:lnTo>
                  <a:lnTo>
                    <a:pt x="132" y="120"/>
                  </a:lnTo>
                  <a:lnTo>
                    <a:pt x="132" y="126"/>
                  </a:lnTo>
                  <a:lnTo>
                    <a:pt x="138" y="132"/>
                  </a:lnTo>
                  <a:lnTo>
                    <a:pt x="138" y="144"/>
                  </a:lnTo>
                  <a:lnTo>
                    <a:pt x="144" y="150"/>
                  </a:lnTo>
                  <a:lnTo>
                    <a:pt x="144" y="156"/>
                  </a:lnTo>
                  <a:lnTo>
                    <a:pt x="132" y="156"/>
                  </a:lnTo>
                  <a:lnTo>
                    <a:pt x="138" y="150"/>
                  </a:lnTo>
                  <a:lnTo>
                    <a:pt x="138" y="144"/>
                  </a:lnTo>
                  <a:lnTo>
                    <a:pt x="120" y="144"/>
                  </a:lnTo>
                  <a:lnTo>
                    <a:pt x="108" y="150"/>
                  </a:lnTo>
                  <a:lnTo>
                    <a:pt x="102" y="156"/>
                  </a:lnTo>
                  <a:lnTo>
                    <a:pt x="96" y="168"/>
                  </a:lnTo>
                  <a:lnTo>
                    <a:pt x="84" y="156"/>
                  </a:lnTo>
                  <a:lnTo>
                    <a:pt x="84" y="174"/>
                  </a:lnTo>
                  <a:lnTo>
                    <a:pt x="54" y="174"/>
                  </a:lnTo>
                  <a:lnTo>
                    <a:pt x="54" y="168"/>
                  </a:lnTo>
                  <a:lnTo>
                    <a:pt x="48" y="162"/>
                  </a:lnTo>
                  <a:lnTo>
                    <a:pt x="42" y="162"/>
                  </a:lnTo>
                  <a:lnTo>
                    <a:pt x="30" y="168"/>
                  </a:lnTo>
                  <a:lnTo>
                    <a:pt x="18" y="168"/>
                  </a:lnTo>
                  <a:lnTo>
                    <a:pt x="12" y="174"/>
                  </a:lnTo>
                  <a:lnTo>
                    <a:pt x="6" y="174"/>
                  </a:lnTo>
                  <a:lnTo>
                    <a:pt x="12" y="186"/>
                  </a:lnTo>
                  <a:lnTo>
                    <a:pt x="18" y="192"/>
                  </a:lnTo>
                  <a:lnTo>
                    <a:pt x="18" y="204"/>
                  </a:lnTo>
                  <a:lnTo>
                    <a:pt x="24" y="210"/>
                  </a:lnTo>
                  <a:lnTo>
                    <a:pt x="36" y="234"/>
                  </a:lnTo>
                  <a:lnTo>
                    <a:pt x="42" y="240"/>
                  </a:lnTo>
                  <a:lnTo>
                    <a:pt x="42" y="246"/>
                  </a:lnTo>
                  <a:lnTo>
                    <a:pt x="36" y="252"/>
                  </a:lnTo>
                  <a:lnTo>
                    <a:pt x="36" y="264"/>
                  </a:lnTo>
                  <a:lnTo>
                    <a:pt x="12" y="270"/>
                  </a:lnTo>
                  <a:lnTo>
                    <a:pt x="12" y="288"/>
                  </a:lnTo>
                  <a:lnTo>
                    <a:pt x="0" y="288"/>
                  </a:lnTo>
                  <a:lnTo>
                    <a:pt x="0" y="294"/>
                  </a:lnTo>
                  <a:lnTo>
                    <a:pt x="6" y="300"/>
                  </a:lnTo>
                  <a:lnTo>
                    <a:pt x="12" y="300"/>
                  </a:lnTo>
                  <a:lnTo>
                    <a:pt x="24" y="31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56" name="Bangladesh" descr="© INSCALE GmbH, 05.05.2010&#10;http://www.presentationload.com/">
              <a:extLst>
                <a:ext uri="{FF2B5EF4-FFF2-40B4-BE49-F238E27FC236}">
                  <a16:creationId xmlns:a16="http://schemas.microsoft.com/office/drawing/2014/main" id="{B11F98E5-369F-4856-AD9B-5EE73A80BCB8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5752034" y="2299415"/>
              <a:ext cx="124073" cy="140005"/>
            </a:xfrm>
            <a:custGeom>
              <a:avLst/>
              <a:gdLst>
                <a:gd name="T0" fmla="*/ 2147483647 w 372"/>
                <a:gd name="T1" fmla="*/ 2147483647 h 426"/>
                <a:gd name="T2" fmla="*/ 2147483647 w 372"/>
                <a:gd name="T3" fmla="*/ 2147483647 h 426"/>
                <a:gd name="T4" fmla="*/ 2147483647 w 372"/>
                <a:gd name="T5" fmla="*/ 2147483647 h 426"/>
                <a:gd name="T6" fmla="*/ 2147483647 w 372"/>
                <a:gd name="T7" fmla="*/ 2147483647 h 426"/>
                <a:gd name="T8" fmla="*/ 2147483647 w 372"/>
                <a:gd name="T9" fmla="*/ 2147483647 h 426"/>
                <a:gd name="T10" fmla="*/ 2147483647 w 372"/>
                <a:gd name="T11" fmla="*/ 2147483647 h 426"/>
                <a:gd name="T12" fmla="*/ 2147483647 w 372"/>
                <a:gd name="T13" fmla="*/ 2147483647 h 426"/>
                <a:gd name="T14" fmla="*/ 2147483647 w 372"/>
                <a:gd name="T15" fmla="*/ 2147483647 h 426"/>
                <a:gd name="T16" fmla="*/ 2147483647 w 372"/>
                <a:gd name="T17" fmla="*/ 2147483647 h 426"/>
                <a:gd name="T18" fmla="*/ 2147483647 w 372"/>
                <a:gd name="T19" fmla="*/ 2147483647 h 426"/>
                <a:gd name="T20" fmla="*/ 2147483647 w 372"/>
                <a:gd name="T21" fmla="*/ 2147483647 h 426"/>
                <a:gd name="T22" fmla="*/ 2147483647 w 372"/>
                <a:gd name="T23" fmla="*/ 2147483647 h 426"/>
                <a:gd name="T24" fmla="*/ 2147483647 w 372"/>
                <a:gd name="T25" fmla="*/ 2147483647 h 426"/>
                <a:gd name="T26" fmla="*/ 2147483647 w 372"/>
                <a:gd name="T27" fmla="*/ 2147483647 h 426"/>
                <a:gd name="T28" fmla="*/ 2147483647 w 372"/>
                <a:gd name="T29" fmla="*/ 2147483647 h 426"/>
                <a:gd name="T30" fmla="*/ 2147483647 w 372"/>
                <a:gd name="T31" fmla="*/ 2147483647 h 426"/>
                <a:gd name="T32" fmla="*/ 2147483647 w 372"/>
                <a:gd name="T33" fmla="*/ 2147483647 h 426"/>
                <a:gd name="T34" fmla="*/ 2147483647 w 372"/>
                <a:gd name="T35" fmla="*/ 2147483647 h 426"/>
                <a:gd name="T36" fmla="*/ 2147483647 w 372"/>
                <a:gd name="T37" fmla="*/ 2147483647 h 426"/>
                <a:gd name="T38" fmla="*/ 2147483647 w 372"/>
                <a:gd name="T39" fmla="*/ 2147483647 h 426"/>
                <a:gd name="T40" fmla="*/ 2147483647 w 372"/>
                <a:gd name="T41" fmla="*/ 2147483647 h 426"/>
                <a:gd name="T42" fmla="*/ 2147483647 w 372"/>
                <a:gd name="T43" fmla="*/ 2147483647 h 426"/>
                <a:gd name="T44" fmla="*/ 2147483647 w 372"/>
                <a:gd name="T45" fmla="*/ 2147483647 h 426"/>
                <a:gd name="T46" fmla="*/ 2147483647 w 372"/>
                <a:gd name="T47" fmla="*/ 2147483647 h 426"/>
                <a:gd name="T48" fmla="*/ 2147483647 w 372"/>
                <a:gd name="T49" fmla="*/ 2147483647 h 426"/>
                <a:gd name="T50" fmla="*/ 2147483647 w 372"/>
                <a:gd name="T51" fmla="*/ 2147483647 h 426"/>
                <a:gd name="T52" fmla="*/ 2147483647 w 372"/>
                <a:gd name="T53" fmla="*/ 2147483647 h 426"/>
                <a:gd name="T54" fmla="*/ 2147483647 w 372"/>
                <a:gd name="T55" fmla="*/ 2147483647 h 426"/>
                <a:gd name="T56" fmla="*/ 2147483647 w 372"/>
                <a:gd name="T57" fmla="*/ 2147483647 h 426"/>
                <a:gd name="T58" fmla="*/ 2147483647 w 372"/>
                <a:gd name="T59" fmla="*/ 2147483647 h 426"/>
                <a:gd name="T60" fmla="*/ 2147483647 w 372"/>
                <a:gd name="T61" fmla="*/ 2147483647 h 426"/>
                <a:gd name="T62" fmla="*/ 2147483647 w 372"/>
                <a:gd name="T63" fmla="*/ 2147483647 h 426"/>
                <a:gd name="T64" fmla="*/ 2147483647 w 372"/>
                <a:gd name="T65" fmla="*/ 2147483647 h 426"/>
                <a:gd name="T66" fmla="*/ 2147483647 w 372"/>
                <a:gd name="T67" fmla="*/ 2147483647 h 426"/>
                <a:gd name="T68" fmla="*/ 2147483647 w 372"/>
                <a:gd name="T69" fmla="*/ 2147483647 h 426"/>
                <a:gd name="T70" fmla="*/ 2147483647 w 372"/>
                <a:gd name="T71" fmla="*/ 2147483647 h 426"/>
                <a:gd name="T72" fmla="*/ 2147483647 w 372"/>
                <a:gd name="T73" fmla="*/ 2147483647 h 426"/>
                <a:gd name="T74" fmla="*/ 2147483647 w 372"/>
                <a:gd name="T75" fmla="*/ 2147483647 h 426"/>
                <a:gd name="T76" fmla="*/ 2147483647 w 372"/>
                <a:gd name="T77" fmla="*/ 2147483647 h 426"/>
                <a:gd name="T78" fmla="*/ 2147483647 w 372"/>
                <a:gd name="T79" fmla="*/ 2147483647 h 426"/>
                <a:gd name="T80" fmla="*/ 2147483647 w 372"/>
                <a:gd name="T81" fmla="*/ 2147483647 h 426"/>
                <a:gd name="T82" fmla="*/ 2147483647 w 372"/>
                <a:gd name="T83" fmla="*/ 2147483647 h 426"/>
                <a:gd name="T84" fmla="*/ 2147483647 w 372"/>
                <a:gd name="T85" fmla="*/ 0 h 426"/>
                <a:gd name="T86" fmla="*/ 2147483647 w 372"/>
                <a:gd name="T87" fmla="*/ 2147483647 h 426"/>
                <a:gd name="T88" fmla="*/ 0 w 372"/>
                <a:gd name="T89" fmla="*/ 2147483647 h 426"/>
                <a:gd name="T90" fmla="*/ 2147483647 w 372"/>
                <a:gd name="T91" fmla="*/ 2147483647 h 426"/>
                <a:gd name="T92" fmla="*/ 2147483647 w 372"/>
                <a:gd name="T93" fmla="*/ 2147483647 h 426"/>
                <a:gd name="T94" fmla="*/ 2147483647 w 372"/>
                <a:gd name="T95" fmla="*/ 2147483647 h 426"/>
                <a:gd name="T96" fmla="*/ 2147483647 w 372"/>
                <a:gd name="T97" fmla="*/ 2147483647 h 426"/>
                <a:gd name="T98" fmla="*/ 2147483647 w 372"/>
                <a:gd name="T99" fmla="*/ 2147483647 h 426"/>
                <a:gd name="T100" fmla="*/ 2147483647 w 372"/>
                <a:gd name="T101" fmla="*/ 2147483647 h 426"/>
                <a:gd name="T102" fmla="*/ 2147483647 w 372"/>
                <a:gd name="T103" fmla="*/ 2147483647 h 426"/>
                <a:gd name="T104" fmla="*/ 2147483647 w 372"/>
                <a:gd name="T105" fmla="*/ 2147483647 h 426"/>
                <a:gd name="T106" fmla="*/ 2147483647 w 372"/>
                <a:gd name="T107" fmla="*/ 2147483647 h 426"/>
                <a:gd name="T108" fmla="*/ 2147483647 w 372"/>
                <a:gd name="T109" fmla="*/ 2147483647 h 426"/>
                <a:gd name="T110" fmla="*/ 2147483647 w 372"/>
                <a:gd name="T111" fmla="*/ 2147483647 h 426"/>
                <a:gd name="T112" fmla="*/ 2147483647 w 372"/>
                <a:gd name="T113" fmla="*/ 2147483647 h 426"/>
                <a:gd name="T114" fmla="*/ 2147483647 w 372"/>
                <a:gd name="T115" fmla="*/ 2147483647 h 42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72"/>
                <a:gd name="T175" fmla="*/ 0 h 426"/>
                <a:gd name="T176" fmla="*/ 372 w 372"/>
                <a:gd name="T177" fmla="*/ 426 h 42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72" h="426">
                  <a:moveTo>
                    <a:pt x="132" y="414"/>
                  </a:moveTo>
                  <a:lnTo>
                    <a:pt x="138" y="354"/>
                  </a:lnTo>
                  <a:lnTo>
                    <a:pt x="144" y="354"/>
                  </a:lnTo>
                  <a:lnTo>
                    <a:pt x="150" y="360"/>
                  </a:lnTo>
                  <a:lnTo>
                    <a:pt x="162" y="360"/>
                  </a:lnTo>
                  <a:lnTo>
                    <a:pt x="174" y="366"/>
                  </a:lnTo>
                  <a:lnTo>
                    <a:pt x="192" y="372"/>
                  </a:lnTo>
                  <a:lnTo>
                    <a:pt x="216" y="372"/>
                  </a:lnTo>
                  <a:lnTo>
                    <a:pt x="210" y="366"/>
                  </a:lnTo>
                  <a:lnTo>
                    <a:pt x="210" y="348"/>
                  </a:lnTo>
                  <a:lnTo>
                    <a:pt x="204" y="342"/>
                  </a:lnTo>
                  <a:lnTo>
                    <a:pt x="222" y="342"/>
                  </a:lnTo>
                  <a:lnTo>
                    <a:pt x="258" y="360"/>
                  </a:lnTo>
                  <a:lnTo>
                    <a:pt x="270" y="360"/>
                  </a:lnTo>
                  <a:lnTo>
                    <a:pt x="282" y="348"/>
                  </a:lnTo>
                  <a:lnTo>
                    <a:pt x="282" y="336"/>
                  </a:lnTo>
                  <a:lnTo>
                    <a:pt x="270" y="300"/>
                  </a:lnTo>
                  <a:lnTo>
                    <a:pt x="318" y="354"/>
                  </a:lnTo>
                  <a:lnTo>
                    <a:pt x="318" y="360"/>
                  </a:lnTo>
                  <a:lnTo>
                    <a:pt x="312" y="366"/>
                  </a:lnTo>
                  <a:lnTo>
                    <a:pt x="312" y="390"/>
                  </a:lnTo>
                  <a:lnTo>
                    <a:pt x="306" y="402"/>
                  </a:lnTo>
                  <a:lnTo>
                    <a:pt x="306" y="414"/>
                  </a:lnTo>
                  <a:lnTo>
                    <a:pt x="312" y="420"/>
                  </a:lnTo>
                  <a:lnTo>
                    <a:pt x="324" y="420"/>
                  </a:lnTo>
                  <a:lnTo>
                    <a:pt x="330" y="426"/>
                  </a:lnTo>
                  <a:lnTo>
                    <a:pt x="336" y="414"/>
                  </a:lnTo>
                  <a:lnTo>
                    <a:pt x="336" y="408"/>
                  </a:lnTo>
                  <a:lnTo>
                    <a:pt x="372" y="414"/>
                  </a:lnTo>
                  <a:lnTo>
                    <a:pt x="360" y="354"/>
                  </a:lnTo>
                  <a:lnTo>
                    <a:pt x="360" y="348"/>
                  </a:lnTo>
                  <a:lnTo>
                    <a:pt x="354" y="342"/>
                  </a:lnTo>
                  <a:lnTo>
                    <a:pt x="348" y="330"/>
                  </a:lnTo>
                  <a:lnTo>
                    <a:pt x="342" y="312"/>
                  </a:lnTo>
                  <a:lnTo>
                    <a:pt x="336" y="300"/>
                  </a:lnTo>
                  <a:lnTo>
                    <a:pt x="336" y="288"/>
                  </a:lnTo>
                  <a:lnTo>
                    <a:pt x="330" y="276"/>
                  </a:lnTo>
                  <a:lnTo>
                    <a:pt x="330" y="270"/>
                  </a:lnTo>
                  <a:lnTo>
                    <a:pt x="324" y="258"/>
                  </a:lnTo>
                  <a:lnTo>
                    <a:pt x="324" y="240"/>
                  </a:lnTo>
                  <a:lnTo>
                    <a:pt x="318" y="234"/>
                  </a:lnTo>
                  <a:lnTo>
                    <a:pt x="306" y="228"/>
                  </a:lnTo>
                  <a:lnTo>
                    <a:pt x="288" y="228"/>
                  </a:lnTo>
                  <a:lnTo>
                    <a:pt x="288" y="252"/>
                  </a:lnTo>
                  <a:lnTo>
                    <a:pt x="282" y="288"/>
                  </a:lnTo>
                  <a:lnTo>
                    <a:pt x="264" y="264"/>
                  </a:lnTo>
                  <a:lnTo>
                    <a:pt x="258" y="264"/>
                  </a:lnTo>
                  <a:lnTo>
                    <a:pt x="240" y="246"/>
                  </a:lnTo>
                  <a:lnTo>
                    <a:pt x="234" y="234"/>
                  </a:lnTo>
                  <a:lnTo>
                    <a:pt x="234" y="216"/>
                  </a:lnTo>
                  <a:lnTo>
                    <a:pt x="240" y="204"/>
                  </a:lnTo>
                  <a:lnTo>
                    <a:pt x="252" y="192"/>
                  </a:lnTo>
                  <a:lnTo>
                    <a:pt x="258" y="192"/>
                  </a:lnTo>
                  <a:lnTo>
                    <a:pt x="270" y="186"/>
                  </a:lnTo>
                  <a:lnTo>
                    <a:pt x="276" y="186"/>
                  </a:lnTo>
                  <a:lnTo>
                    <a:pt x="282" y="180"/>
                  </a:lnTo>
                  <a:lnTo>
                    <a:pt x="288" y="168"/>
                  </a:lnTo>
                  <a:lnTo>
                    <a:pt x="294" y="150"/>
                  </a:lnTo>
                  <a:lnTo>
                    <a:pt x="294" y="138"/>
                  </a:lnTo>
                  <a:lnTo>
                    <a:pt x="300" y="138"/>
                  </a:lnTo>
                  <a:lnTo>
                    <a:pt x="306" y="132"/>
                  </a:lnTo>
                  <a:lnTo>
                    <a:pt x="306" y="126"/>
                  </a:lnTo>
                  <a:lnTo>
                    <a:pt x="282" y="102"/>
                  </a:lnTo>
                  <a:lnTo>
                    <a:pt x="276" y="102"/>
                  </a:lnTo>
                  <a:lnTo>
                    <a:pt x="228" y="114"/>
                  </a:lnTo>
                  <a:lnTo>
                    <a:pt x="210" y="114"/>
                  </a:lnTo>
                  <a:lnTo>
                    <a:pt x="198" y="108"/>
                  </a:lnTo>
                  <a:lnTo>
                    <a:pt x="138" y="108"/>
                  </a:lnTo>
                  <a:lnTo>
                    <a:pt x="132" y="102"/>
                  </a:lnTo>
                  <a:lnTo>
                    <a:pt x="126" y="102"/>
                  </a:lnTo>
                  <a:lnTo>
                    <a:pt x="126" y="66"/>
                  </a:lnTo>
                  <a:lnTo>
                    <a:pt x="120" y="66"/>
                  </a:lnTo>
                  <a:lnTo>
                    <a:pt x="120" y="36"/>
                  </a:lnTo>
                  <a:lnTo>
                    <a:pt x="114" y="30"/>
                  </a:lnTo>
                  <a:lnTo>
                    <a:pt x="108" y="30"/>
                  </a:lnTo>
                  <a:lnTo>
                    <a:pt x="102" y="24"/>
                  </a:lnTo>
                  <a:lnTo>
                    <a:pt x="96" y="42"/>
                  </a:lnTo>
                  <a:lnTo>
                    <a:pt x="90" y="36"/>
                  </a:lnTo>
                  <a:lnTo>
                    <a:pt x="78" y="36"/>
                  </a:lnTo>
                  <a:lnTo>
                    <a:pt x="72" y="30"/>
                  </a:lnTo>
                  <a:lnTo>
                    <a:pt x="66" y="18"/>
                  </a:lnTo>
                  <a:lnTo>
                    <a:pt x="66" y="12"/>
                  </a:lnTo>
                  <a:lnTo>
                    <a:pt x="60" y="0"/>
                  </a:lnTo>
                  <a:lnTo>
                    <a:pt x="42" y="6"/>
                  </a:lnTo>
                  <a:lnTo>
                    <a:pt x="48" y="12"/>
                  </a:lnTo>
                  <a:lnTo>
                    <a:pt x="24" y="0"/>
                  </a:lnTo>
                  <a:lnTo>
                    <a:pt x="6" y="0"/>
                  </a:lnTo>
                  <a:lnTo>
                    <a:pt x="18" y="18"/>
                  </a:lnTo>
                  <a:lnTo>
                    <a:pt x="6" y="30"/>
                  </a:lnTo>
                  <a:lnTo>
                    <a:pt x="0" y="42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8" y="66"/>
                  </a:lnTo>
                  <a:lnTo>
                    <a:pt x="30" y="78"/>
                  </a:lnTo>
                  <a:lnTo>
                    <a:pt x="36" y="78"/>
                  </a:lnTo>
                  <a:lnTo>
                    <a:pt x="66" y="96"/>
                  </a:lnTo>
                  <a:lnTo>
                    <a:pt x="66" y="108"/>
                  </a:lnTo>
                  <a:lnTo>
                    <a:pt x="30" y="108"/>
                  </a:lnTo>
                  <a:lnTo>
                    <a:pt x="30" y="138"/>
                  </a:lnTo>
                  <a:lnTo>
                    <a:pt x="24" y="138"/>
                  </a:lnTo>
                  <a:lnTo>
                    <a:pt x="12" y="150"/>
                  </a:lnTo>
                  <a:lnTo>
                    <a:pt x="24" y="162"/>
                  </a:lnTo>
                  <a:lnTo>
                    <a:pt x="36" y="168"/>
                  </a:lnTo>
                  <a:lnTo>
                    <a:pt x="54" y="168"/>
                  </a:lnTo>
                  <a:lnTo>
                    <a:pt x="66" y="174"/>
                  </a:lnTo>
                  <a:lnTo>
                    <a:pt x="72" y="180"/>
                  </a:lnTo>
                  <a:lnTo>
                    <a:pt x="72" y="186"/>
                  </a:lnTo>
                  <a:lnTo>
                    <a:pt x="66" y="204"/>
                  </a:lnTo>
                  <a:lnTo>
                    <a:pt x="60" y="210"/>
                  </a:lnTo>
                  <a:lnTo>
                    <a:pt x="54" y="222"/>
                  </a:lnTo>
                  <a:lnTo>
                    <a:pt x="66" y="252"/>
                  </a:lnTo>
                  <a:lnTo>
                    <a:pt x="96" y="276"/>
                  </a:lnTo>
                  <a:lnTo>
                    <a:pt x="96" y="306"/>
                  </a:lnTo>
                  <a:lnTo>
                    <a:pt x="114" y="348"/>
                  </a:lnTo>
                  <a:lnTo>
                    <a:pt x="108" y="378"/>
                  </a:lnTo>
                  <a:lnTo>
                    <a:pt x="132" y="41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57" name="Bahrain" descr="© INSCALE GmbH, 05.05.2010&#10;http://www.presentationload.com/">
              <a:extLst>
                <a:ext uri="{FF2B5EF4-FFF2-40B4-BE49-F238E27FC236}">
                  <a16:creationId xmlns:a16="http://schemas.microsoft.com/office/drawing/2014/main" id="{4B12D180-22BC-4F69-85A4-8ADFAE5A9C13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896453" y="2304552"/>
              <a:ext cx="9047" cy="17982"/>
            </a:xfrm>
            <a:custGeom>
              <a:avLst/>
              <a:gdLst>
                <a:gd name="T0" fmla="*/ 2147483647 w 15"/>
                <a:gd name="T1" fmla="*/ 0 h 28"/>
                <a:gd name="T2" fmla="*/ 2147483647 w 15"/>
                <a:gd name="T3" fmla="*/ 2147483647 h 28"/>
                <a:gd name="T4" fmla="*/ 2147483647 w 15"/>
                <a:gd name="T5" fmla="*/ 2147483647 h 28"/>
                <a:gd name="T6" fmla="*/ 2032697641 w 15"/>
                <a:gd name="T7" fmla="*/ 2147483647 h 28"/>
                <a:gd name="T8" fmla="*/ 813299296 w 15"/>
                <a:gd name="T9" fmla="*/ 2147483647 h 28"/>
                <a:gd name="T10" fmla="*/ 2147483647 w 15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"/>
                <a:gd name="T19" fmla="*/ 0 h 28"/>
                <a:gd name="T20" fmla="*/ 15 w 15"/>
                <a:gd name="T21" fmla="*/ 28 h 2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" h="28">
                  <a:moveTo>
                    <a:pt x="9" y="0"/>
                  </a:moveTo>
                  <a:cubicBezTo>
                    <a:pt x="14" y="0"/>
                    <a:pt x="15" y="10"/>
                    <a:pt x="14" y="14"/>
                  </a:cubicBezTo>
                  <a:cubicBezTo>
                    <a:pt x="13" y="18"/>
                    <a:pt x="15" y="28"/>
                    <a:pt x="9" y="28"/>
                  </a:cubicBezTo>
                  <a:cubicBezTo>
                    <a:pt x="4" y="27"/>
                    <a:pt x="5" y="21"/>
                    <a:pt x="5" y="18"/>
                  </a:cubicBezTo>
                  <a:cubicBezTo>
                    <a:pt x="5" y="14"/>
                    <a:pt x="0" y="14"/>
                    <a:pt x="2" y="8"/>
                  </a:cubicBez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58" name="Azerbaijan" descr="© INSCALE GmbH, 05.05.2010&#10;http://www.presentationload.com/">
              <a:extLst>
                <a:ext uri="{FF2B5EF4-FFF2-40B4-BE49-F238E27FC236}">
                  <a16:creationId xmlns:a16="http://schemas.microsoft.com/office/drawing/2014/main" id="{2AA930EB-CBBC-4781-842A-02A1151BDBFB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4723269" y="1893533"/>
              <a:ext cx="118902" cy="95048"/>
            </a:xfrm>
            <a:custGeom>
              <a:avLst/>
              <a:gdLst>
                <a:gd name="T0" fmla="*/ 2147483647 w 360"/>
                <a:gd name="T1" fmla="*/ 2147483647 h 288"/>
                <a:gd name="T2" fmla="*/ 2147483647 w 360"/>
                <a:gd name="T3" fmla="*/ 2147483647 h 288"/>
                <a:gd name="T4" fmla="*/ 2147483647 w 360"/>
                <a:gd name="T5" fmla="*/ 2147483647 h 288"/>
                <a:gd name="T6" fmla="*/ 2147483647 w 360"/>
                <a:gd name="T7" fmla="*/ 2147483647 h 288"/>
                <a:gd name="T8" fmla="*/ 2147483647 w 360"/>
                <a:gd name="T9" fmla="*/ 2147483647 h 288"/>
                <a:gd name="T10" fmla="*/ 2147483647 w 360"/>
                <a:gd name="T11" fmla="*/ 2147483647 h 288"/>
                <a:gd name="T12" fmla="*/ 2147483647 w 360"/>
                <a:gd name="T13" fmla="*/ 2147483647 h 288"/>
                <a:gd name="T14" fmla="*/ 2147483647 w 360"/>
                <a:gd name="T15" fmla="*/ 2147483647 h 288"/>
                <a:gd name="T16" fmla="*/ 2147483647 w 360"/>
                <a:gd name="T17" fmla="*/ 2147483647 h 288"/>
                <a:gd name="T18" fmla="*/ 2147483647 w 360"/>
                <a:gd name="T19" fmla="*/ 2147483647 h 288"/>
                <a:gd name="T20" fmla="*/ 2147483647 w 360"/>
                <a:gd name="T21" fmla="*/ 2147483647 h 288"/>
                <a:gd name="T22" fmla="*/ 2147483647 w 360"/>
                <a:gd name="T23" fmla="*/ 2147483647 h 288"/>
                <a:gd name="T24" fmla="*/ 2147483647 w 360"/>
                <a:gd name="T25" fmla="*/ 2147483647 h 288"/>
                <a:gd name="T26" fmla="*/ 2147483647 w 360"/>
                <a:gd name="T27" fmla="*/ 0 h 288"/>
                <a:gd name="T28" fmla="*/ 2147483647 w 360"/>
                <a:gd name="T29" fmla="*/ 2147483647 h 288"/>
                <a:gd name="T30" fmla="*/ 2147483647 w 360"/>
                <a:gd name="T31" fmla="*/ 2147483647 h 288"/>
                <a:gd name="T32" fmla="*/ 2147483647 w 360"/>
                <a:gd name="T33" fmla="*/ 2147483647 h 288"/>
                <a:gd name="T34" fmla="*/ 2147483647 w 360"/>
                <a:gd name="T35" fmla="*/ 2147483647 h 288"/>
                <a:gd name="T36" fmla="*/ 2147483647 w 360"/>
                <a:gd name="T37" fmla="*/ 2147483647 h 288"/>
                <a:gd name="T38" fmla="*/ 2147483647 w 360"/>
                <a:gd name="T39" fmla="*/ 0 h 288"/>
                <a:gd name="T40" fmla="*/ 2147483647 w 360"/>
                <a:gd name="T41" fmla="*/ 2147483647 h 288"/>
                <a:gd name="T42" fmla="*/ 2147483647 w 360"/>
                <a:gd name="T43" fmla="*/ 2147483647 h 288"/>
                <a:gd name="T44" fmla="*/ 2147483647 w 360"/>
                <a:gd name="T45" fmla="*/ 2147483647 h 288"/>
                <a:gd name="T46" fmla="*/ 2147483647 w 360"/>
                <a:gd name="T47" fmla="*/ 2147483647 h 288"/>
                <a:gd name="T48" fmla="*/ 2147483647 w 360"/>
                <a:gd name="T49" fmla="*/ 2147483647 h 288"/>
                <a:gd name="T50" fmla="*/ 2147483647 w 360"/>
                <a:gd name="T51" fmla="*/ 2147483647 h 288"/>
                <a:gd name="T52" fmla="*/ 2147483647 w 360"/>
                <a:gd name="T53" fmla="*/ 2147483647 h 288"/>
                <a:gd name="T54" fmla="*/ 0 w 360"/>
                <a:gd name="T55" fmla="*/ 2147483647 h 288"/>
                <a:gd name="T56" fmla="*/ 2147483647 w 360"/>
                <a:gd name="T57" fmla="*/ 2147483647 h 288"/>
                <a:gd name="T58" fmla="*/ 2147483647 w 360"/>
                <a:gd name="T59" fmla="*/ 2147483647 h 288"/>
                <a:gd name="T60" fmla="*/ 2147483647 w 360"/>
                <a:gd name="T61" fmla="*/ 2147483647 h 288"/>
                <a:gd name="T62" fmla="*/ 2147483647 w 360"/>
                <a:gd name="T63" fmla="*/ 2147483647 h 288"/>
                <a:gd name="T64" fmla="*/ 2147483647 w 360"/>
                <a:gd name="T65" fmla="*/ 2147483647 h 288"/>
                <a:gd name="T66" fmla="*/ 2147483647 w 360"/>
                <a:gd name="T67" fmla="*/ 2147483647 h 288"/>
                <a:gd name="T68" fmla="*/ 2147483647 w 360"/>
                <a:gd name="T69" fmla="*/ 2147483647 h 288"/>
                <a:gd name="T70" fmla="*/ 2147483647 w 360"/>
                <a:gd name="T71" fmla="*/ 2147483647 h 288"/>
                <a:gd name="T72" fmla="*/ 2147483647 w 360"/>
                <a:gd name="T73" fmla="*/ 2147483647 h 288"/>
                <a:gd name="T74" fmla="*/ 2147483647 w 360"/>
                <a:gd name="T75" fmla="*/ 2147483647 h 288"/>
                <a:gd name="T76" fmla="*/ 2147483647 w 360"/>
                <a:gd name="T77" fmla="*/ 2147483647 h 288"/>
                <a:gd name="T78" fmla="*/ 2147483647 w 360"/>
                <a:gd name="T79" fmla="*/ 2147483647 h 288"/>
                <a:gd name="T80" fmla="*/ 2147483647 w 360"/>
                <a:gd name="T81" fmla="*/ 2147483647 h 288"/>
                <a:gd name="T82" fmla="*/ 2147483647 w 360"/>
                <a:gd name="T83" fmla="*/ 2147483647 h 288"/>
                <a:gd name="T84" fmla="*/ 2147483647 w 360"/>
                <a:gd name="T85" fmla="*/ 2147483647 h 288"/>
                <a:gd name="T86" fmla="*/ 2147483647 w 360"/>
                <a:gd name="T87" fmla="*/ 2147483647 h 288"/>
                <a:gd name="T88" fmla="*/ 2147483647 w 360"/>
                <a:gd name="T89" fmla="*/ 2147483647 h 288"/>
                <a:gd name="T90" fmla="*/ 2147483647 w 360"/>
                <a:gd name="T91" fmla="*/ 2147483647 h 288"/>
                <a:gd name="T92" fmla="*/ 2147483647 w 360"/>
                <a:gd name="T93" fmla="*/ 2147483647 h 288"/>
                <a:gd name="T94" fmla="*/ 2147483647 w 360"/>
                <a:gd name="T95" fmla="*/ 2147483647 h 288"/>
                <a:gd name="T96" fmla="*/ 2147483647 w 360"/>
                <a:gd name="T97" fmla="*/ 2147483647 h 288"/>
                <a:gd name="T98" fmla="*/ 2147483647 w 360"/>
                <a:gd name="T99" fmla="*/ 2147483647 h 288"/>
                <a:gd name="T100" fmla="*/ 2147483647 w 360"/>
                <a:gd name="T101" fmla="*/ 2147483647 h 288"/>
                <a:gd name="T102" fmla="*/ 2147483647 w 360"/>
                <a:gd name="T103" fmla="*/ 2147483647 h 288"/>
                <a:gd name="T104" fmla="*/ 2147483647 w 360"/>
                <a:gd name="T105" fmla="*/ 2147483647 h 288"/>
                <a:gd name="T106" fmla="*/ 2147483647 w 360"/>
                <a:gd name="T107" fmla="*/ 2147483647 h 288"/>
                <a:gd name="T108" fmla="*/ 2147483647 w 360"/>
                <a:gd name="T109" fmla="*/ 2147483647 h 288"/>
                <a:gd name="T110" fmla="*/ 2147483647 w 360"/>
                <a:gd name="T111" fmla="*/ 2147483647 h 288"/>
                <a:gd name="T112" fmla="*/ 2147483647 w 360"/>
                <a:gd name="T113" fmla="*/ 2147483647 h 288"/>
                <a:gd name="T114" fmla="*/ 2147483647 w 360"/>
                <a:gd name="T115" fmla="*/ 2147483647 h 288"/>
                <a:gd name="T116" fmla="*/ 2147483647 w 360"/>
                <a:gd name="T117" fmla="*/ 2147483647 h 288"/>
                <a:gd name="T118" fmla="*/ 2147483647 w 360"/>
                <a:gd name="T119" fmla="*/ 2147483647 h 288"/>
                <a:gd name="T120" fmla="*/ 2147483647 w 360"/>
                <a:gd name="T121" fmla="*/ 2147483647 h 28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60"/>
                <a:gd name="T184" fmla="*/ 0 h 288"/>
                <a:gd name="T185" fmla="*/ 360 w 360"/>
                <a:gd name="T186" fmla="*/ 288 h 28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60" h="288">
                  <a:moveTo>
                    <a:pt x="66" y="186"/>
                  </a:moveTo>
                  <a:lnTo>
                    <a:pt x="36" y="186"/>
                  </a:lnTo>
                  <a:lnTo>
                    <a:pt x="24" y="174"/>
                  </a:lnTo>
                  <a:lnTo>
                    <a:pt x="6" y="174"/>
                  </a:lnTo>
                  <a:lnTo>
                    <a:pt x="12" y="186"/>
                  </a:lnTo>
                  <a:lnTo>
                    <a:pt x="12" y="192"/>
                  </a:lnTo>
                  <a:lnTo>
                    <a:pt x="18" y="204"/>
                  </a:lnTo>
                  <a:lnTo>
                    <a:pt x="36" y="222"/>
                  </a:lnTo>
                  <a:lnTo>
                    <a:pt x="48" y="228"/>
                  </a:lnTo>
                  <a:lnTo>
                    <a:pt x="84" y="240"/>
                  </a:lnTo>
                  <a:lnTo>
                    <a:pt x="90" y="240"/>
                  </a:lnTo>
                  <a:lnTo>
                    <a:pt x="84" y="234"/>
                  </a:lnTo>
                  <a:lnTo>
                    <a:pt x="84" y="222"/>
                  </a:lnTo>
                  <a:lnTo>
                    <a:pt x="78" y="216"/>
                  </a:lnTo>
                  <a:lnTo>
                    <a:pt x="78" y="204"/>
                  </a:lnTo>
                  <a:lnTo>
                    <a:pt x="72" y="198"/>
                  </a:lnTo>
                  <a:lnTo>
                    <a:pt x="72" y="186"/>
                  </a:lnTo>
                  <a:lnTo>
                    <a:pt x="66" y="186"/>
                  </a:lnTo>
                  <a:close/>
                  <a:moveTo>
                    <a:pt x="354" y="108"/>
                  </a:moveTo>
                  <a:lnTo>
                    <a:pt x="348" y="102"/>
                  </a:lnTo>
                  <a:lnTo>
                    <a:pt x="330" y="102"/>
                  </a:lnTo>
                  <a:lnTo>
                    <a:pt x="318" y="108"/>
                  </a:lnTo>
                  <a:lnTo>
                    <a:pt x="306" y="108"/>
                  </a:lnTo>
                  <a:lnTo>
                    <a:pt x="288" y="90"/>
                  </a:lnTo>
                  <a:lnTo>
                    <a:pt x="288" y="84"/>
                  </a:lnTo>
                  <a:lnTo>
                    <a:pt x="264" y="54"/>
                  </a:lnTo>
                  <a:lnTo>
                    <a:pt x="264" y="42"/>
                  </a:lnTo>
                  <a:lnTo>
                    <a:pt x="216" y="0"/>
                  </a:lnTo>
                  <a:lnTo>
                    <a:pt x="216" y="30"/>
                  </a:lnTo>
                  <a:lnTo>
                    <a:pt x="210" y="36"/>
                  </a:lnTo>
                  <a:lnTo>
                    <a:pt x="192" y="36"/>
                  </a:lnTo>
                  <a:lnTo>
                    <a:pt x="192" y="48"/>
                  </a:lnTo>
                  <a:lnTo>
                    <a:pt x="186" y="54"/>
                  </a:lnTo>
                  <a:lnTo>
                    <a:pt x="162" y="54"/>
                  </a:lnTo>
                  <a:lnTo>
                    <a:pt x="156" y="48"/>
                  </a:lnTo>
                  <a:lnTo>
                    <a:pt x="144" y="42"/>
                  </a:lnTo>
                  <a:lnTo>
                    <a:pt x="138" y="30"/>
                  </a:lnTo>
                  <a:lnTo>
                    <a:pt x="120" y="12"/>
                  </a:lnTo>
                  <a:lnTo>
                    <a:pt x="84" y="0"/>
                  </a:lnTo>
                  <a:lnTo>
                    <a:pt x="72" y="0"/>
                  </a:lnTo>
                  <a:lnTo>
                    <a:pt x="60" y="12"/>
                  </a:lnTo>
                  <a:lnTo>
                    <a:pt x="78" y="30"/>
                  </a:lnTo>
                  <a:lnTo>
                    <a:pt x="84" y="30"/>
                  </a:lnTo>
                  <a:lnTo>
                    <a:pt x="90" y="36"/>
                  </a:lnTo>
                  <a:lnTo>
                    <a:pt x="96" y="48"/>
                  </a:lnTo>
                  <a:lnTo>
                    <a:pt x="102" y="54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84" y="54"/>
                  </a:lnTo>
                  <a:lnTo>
                    <a:pt x="72" y="54"/>
                  </a:lnTo>
                  <a:lnTo>
                    <a:pt x="60" y="60"/>
                  </a:lnTo>
                  <a:lnTo>
                    <a:pt x="42" y="42"/>
                  </a:lnTo>
                  <a:lnTo>
                    <a:pt x="42" y="36"/>
                  </a:lnTo>
                  <a:lnTo>
                    <a:pt x="36" y="30"/>
                  </a:lnTo>
                  <a:lnTo>
                    <a:pt x="12" y="30"/>
                  </a:lnTo>
                  <a:lnTo>
                    <a:pt x="0" y="42"/>
                  </a:lnTo>
                  <a:lnTo>
                    <a:pt x="0" y="48"/>
                  </a:lnTo>
                  <a:lnTo>
                    <a:pt x="6" y="48"/>
                  </a:lnTo>
                  <a:lnTo>
                    <a:pt x="12" y="54"/>
                  </a:lnTo>
                  <a:lnTo>
                    <a:pt x="12" y="66"/>
                  </a:lnTo>
                  <a:lnTo>
                    <a:pt x="30" y="66"/>
                  </a:lnTo>
                  <a:lnTo>
                    <a:pt x="36" y="72"/>
                  </a:lnTo>
                  <a:lnTo>
                    <a:pt x="36" y="96"/>
                  </a:lnTo>
                  <a:lnTo>
                    <a:pt x="30" y="102"/>
                  </a:lnTo>
                  <a:lnTo>
                    <a:pt x="36" y="102"/>
                  </a:lnTo>
                  <a:lnTo>
                    <a:pt x="42" y="108"/>
                  </a:lnTo>
                  <a:lnTo>
                    <a:pt x="66" y="120"/>
                  </a:lnTo>
                  <a:lnTo>
                    <a:pt x="72" y="126"/>
                  </a:lnTo>
                  <a:lnTo>
                    <a:pt x="72" y="132"/>
                  </a:lnTo>
                  <a:lnTo>
                    <a:pt x="54" y="150"/>
                  </a:lnTo>
                  <a:lnTo>
                    <a:pt x="42" y="150"/>
                  </a:lnTo>
                  <a:lnTo>
                    <a:pt x="72" y="162"/>
                  </a:lnTo>
                  <a:lnTo>
                    <a:pt x="84" y="180"/>
                  </a:lnTo>
                  <a:lnTo>
                    <a:pt x="114" y="186"/>
                  </a:lnTo>
                  <a:lnTo>
                    <a:pt x="114" y="198"/>
                  </a:lnTo>
                  <a:lnTo>
                    <a:pt x="120" y="210"/>
                  </a:lnTo>
                  <a:lnTo>
                    <a:pt x="120" y="240"/>
                  </a:lnTo>
                  <a:lnTo>
                    <a:pt x="132" y="240"/>
                  </a:lnTo>
                  <a:lnTo>
                    <a:pt x="138" y="228"/>
                  </a:lnTo>
                  <a:lnTo>
                    <a:pt x="144" y="222"/>
                  </a:lnTo>
                  <a:lnTo>
                    <a:pt x="144" y="216"/>
                  </a:lnTo>
                  <a:lnTo>
                    <a:pt x="156" y="204"/>
                  </a:lnTo>
                  <a:lnTo>
                    <a:pt x="174" y="192"/>
                  </a:lnTo>
                  <a:lnTo>
                    <a:pt x="186" y="186"/>
                  </a:lnTo>
                  <a:lnTo>
                    <a:pt x="198" y="174"/>
                  </a:lnTo>
                  <a:lnTo>
                    <a:pt x="210" y="168"/>
                  </a:lnTo>
                  <a:lnTo>
                    <a:pt x="222" y="168"/>
                  </a:lnTo>
                  <a:lnTo>
                    <a:pt x="228" y="180"/>
                  </a:lnTo>
                  <a:lnTo>
                    <a:pt x="234" y="186"/>
                  </a:lnTo>
                  <a:lnTo>
                    <a:pt x="234" y="204"/>
                  </a:lnTo>
                  <a:lnTo>
                    <a:pt x="228" y="210"/>
                  </a:lnTo>
                  <a:lnTo>
                    <a:pt x="228" y="222"/>
                  </a:lnTo>
                  <a:lnTo>
                    <a:pt x="234" y="222"/>
                  </a:lnTo>
                  <a:lnTo>
                    <a:pt x="240" y="228"/>
                  </a:lnTo>
                  <a:lnTo>
                    <a:pt x="240" y="234"/>
                  </a:lnTo>
                  <a:lnTo>
                    <a:pt x="234" y="240"/>
                  </a:lnTo>
                  <a:lnTo>
                    <a:pt x="222" y="240"/>
                  </a:lnTo>
                  <a:lnTo>
                    <a:pt x="222" y="246"/>
                  </a:lnTo>
                  <a:lnTo>
                    <a:pt x="234" y="258"/>
                  </a:lnTo>
                  <a:lnTo>
                    <a:pt x="246" y="264"/>
                  </a:lnTo>
                  <a:lnTo>
                    <a:pt x="252" y="270"/>
                  </a:lnTo>
                  <a:lnTo>
                    <a:pt x="258" y="270"/>
                  </a:lnTo>
                  <a:lnTo>
                    <a:pt x="264" y="276"/>
                  </a:lnTo>
                  <a:lnTo>
                    <a:pt x="264" y="282"/>
                  </a:lnTo>
                  <a:lnTo>
                    <a:pt x="282" y="282"/>
                  </a:lnTo>
                  <a:lnTo>
                    <a:pt x="282" y="288"/>
                  </a:lnTo>
                  <a:lnTo>
                    <a:pt x="288" y="282"/>
                  </a:lnTo>
                  <a:lnTo>
                    <a:pt x="288" y="258"/>
                  </a:lnTo>
                  <a:lnTo>
                    <a:pt x="282" y="252"/>
                  </a:lnTo>
                  <a:lnTo>
                    <a:pt x="276" y="252"/>
                  </a:lnTo>
                  <a:lnTo>
                    <a:pt x="270" y="246"/>
                  </a:lnTo>
                  <a:lnTo>
                    <a:pt x="288" y="240"/>
                  </a:lnTo>
                  <a:lnTo>
                    <a:pt x="288" y="210"/>
                  </a:lnTo>
                  <a:lnTo>
                    <a:pt x="300" y="222"/>
                  </a:lnTo>
                  <a:lnTo>
                    <a:pt x="306" y="222"/>
                  </a:lnTo>
                  <a:lnTo>
                    <a:pt x="318" y="210"/>
                  </a:lnTo>
                  <a:lnTo>
                    <a:pt x="300" y="192"/>
                  </a:lnTo>
                  <a:lnTo>
                    <a:pt x="300" y="138"/>
                  </a:lnTo>
                  <a:lnTo>
                    <a:pt x="318" y="138"/>
                  </a:lnTo>
                  <a:lnTo>
                    <a:pt x="330" y="126"/>
                  </a:lnTo>
                  <a:lnTo>
                    <a:pt x="360" y="132"/>
                  </a:lnTo>
                  <a:lnTo>
                    <a:pt x="360" y="120"/>
                  </a:lnTo>
                  <a:lnTo>
                    <a:pt x="354" y="10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59" name="Austria" descr="© INSCALE GmbH, 05.05.2010&#10;http://www.presentationload.com/">
              <a:extLst>
                <a:ext uri="{FF2B5EF4-FFF2-40B4-BE49-F238E27FC236}">
                  <a16:creationId xmlns:a16="http://schemas.microsoft.com/office/drawing/2014/main" id="{B372D14C-60BD-4286-9E98-9635B4FF1475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959451" y="1708574"/>
              <a:ext cx="151212" cy="66790"/>
            </a:xfrm>
            <a:custGeom>
              <a:avLst/>
              <a:gdLst>
                <a:gd name="T0" fmla="*/ 2147483647 w 456"/>
                <a:gd name="T1" fmla="*/ 2147483647 h 204"/>
                <a:gd name="T2" fmla="*/ 2147483647 w 456"/>
                <a:gd name="T3" fmla="*/ 2147483647 h 204"/>
                <a:gd name="T4" fmla="*/ 2147483647 w 456"/>
                <a:gd name="T5" fmla="*/ 2147483647 h 204"/>
                <a:gd name="T6" fmla="*/ 2147483647 w 456"/>
                <a:gd name="T7" fmla="*/ 2147483647 h 204"/>
                <a:gd name="T8" fmla="*/ 2147483647 w 456"/>
                <a:gd name="T9" fmla="*/ 2147483647 h 204"/>
                <a:gd name="T10" fmla="*/ 2147483647 w 456"/>
                <a:gd name="T11" fmla="*/ 2147483647 h 204"/>
                <a:gd name="T12" fmla="*/ 2147483647 w 456"/>
                <a:gd name="T13" fmla="*/ 2147483647 h 204"/>
                <a:gd name="T14" fmla="*/ 2147483647 w 456"/>
                <a:gd name="T15" fmla="*/ 0 h 204"/>
                <a:gd name="T16" fmla="*/ 2147483647 w 456"/>
                <a:gd name="T17" fmla="*/ 2147483647 h 204"/>
                <a:gd name="T18" fmla="*/ 2147483647 w 456"/>
                <a:gd name="T19" fmla="*/ 2147483647 h 204"/>
                <a:gd name="T20" fmla="*/ 2147483647 w 456"/>
                <a:gd name="T21" fmla="*/ 2147483647 h 204"/>
                <a:gd name="T22" fmla="*/ 2147483647 w 456"/>
                <a:gd name="T23" fmla="*/ 2147483647 h 204"/>
                <a:gd name="T24" fmla="*/ 2147483647 w 456"/>
                <a:gd name="T25" fmla="*/ 2147483647 h 204"/>
                <a:gd name="T26" fmla="*/ 2147483647 w 456"/>
                <a:gd name="T27" fmla="*/ 2147483647 h 204"/>
                <a:gd name="T28" fmla="*/ 2147483647 w 456"/>
                <a:gd name="T29" fmla="*/ 2147483647 h 204"/>
                <a:gd name="T30" fmla="*/ 2147483647 w 456"/>
                <a:gd name="T31" fmla="*/ 2147483647 h 204"/>
                <a:gd name="T32" fmla="*/ 2147483647 w 456"/>
                <a:gd name="T33" fmla="*/ 2147483647 h 204"/>
                <a:gd name="T34" fmla="*/ 2147483647 w 456"/>
                <a:gd name="T35" fmla="*/ 2147483647 h 204"/>
                <a:gd name="T36" fmla="*/ 2147483647 w 456"/>
                <a:gd name="T37" fmla="*/ 2147483647 h 204"/>
                <a:gd name="T38" fmla="*/ 2147483647 w 456"/>
                <a:gd name="T39" fmla="*/ 2147483647 h 204"/>
                <a:gd name="T40" fmla="*/ 2147483647 w 456"/>
                <a:gd name="T41" fmla="*/ 2147483647 h 204"/>
                <a:gd name="T42" fmla="*/ 2147483647 w 456"/>
                <a:gd name="T43" fmla="*/ 2147483647 h 204"/>
                <a:gd name="T44" fmla="*/ 2147483647 w 456"/>
                <a:gd name="T45" fmla="*/ 2147483647 h 204"/>
                <a:gd name="T46" fmla="*/ 2147483647 w 456"/>
                <a:gd name="T47" fmla="*/ 2147483647 h 204"/>
                <a:gd name="T48" fmla="*/ 2147483647 w 456"/>
                <a:gd name="T49" fmla="*/ 2147483647 h 204"/>
                <a:gd name="T50" fmla="*/ 2147483647 w 456"/>
                <a:gd name="T51" fmla="*/ 2147483647 h 204"/>
                <a:gd name="T52" fmla="*/ 2147483647 w 456"/>
                <a:gd name="T53" fmla="*/ 2147483647 h 204"/>
                <a:gd name="T54" fmla="*/ 0 w 456"/>
                <a:gd name="T55" fmla="*/ 2147483647 h 204"/>
                <a:gd name="T56" fmla="*/ 2147483647 w 456"/>
                <a:gd name="T57" fmla="*/ 2147483647 h 204"/>
                <a:gd name="T58" fmla="*/ 2147483647 w 456"/>
                <a:gd name="T59" fmla="*/ 2147483647 h 204"/>
                <a:gd name="T60" fmla="*/ 2147483647 w 456"/>
                <a:gd name="T61" fmla="*/ 2147483647 h 204"/>
                <a:gd name="T62" fmla="*/ 2147483647 w 456"/>
                <a:gd name="T63" fmla="*/ 2147483647 h 204"/>
                <a:gd name="T64" fmla="*/ 2147483647 w 456"/>
                <a:gd name="T65" fmla="*/ 2147483647 h 204"/>
                <a:gd name="T66" fmla="*/ 2147483647 w 456"/>
                <a:gd name="T67" fmla="*/ 2147483647 h 204"/>
                <a:gd name="T68" fmla="*/ 2147483647 w 456"/>
                <a:gd name="T69" fmla="*/ 2147483647 h 204"/>
                <a:gd name="T70" fmla="*/ 2147483647 w 456"/>
                <a:gd name="T71" fmla="*/ 2147483647 h 204"/>
                <a:gd name="T72" fmla="*/ 2147483647 w 456"/>
                <a:gd name="T73" fmla="*/ 2147483647 h 204"/>
                <a:gd name="T74" fmla="*/ 2147483647 w 456"/>
                <a:gd name="T75" fmla="*/ 2147483647 h 204"/>
                <a:gd name="T76" fmla="*/ 2147483647 w 456"/>
                <a:gd name="T77" fmla="*/ 2147483647 h 204"/>
                <a:gd name="T78" fmla="*/ 2147483647 w 456"/>
                <a:gd name="T79" fmla="*/ 2147483647 h 204"/>
                <a:gd name="T80" fmla="*/ 2147483647 w 456"/>
                <a:gd name="T81" fmla="*/ 2147483647 h 204"/>
                <a:gd name="T82" fmla="*/ 2147483647 w 456"/>
                <a:gd name="T83" fmla="*/ 2147483647 h 204"/>
                <a:gd name="T84" fmla="*/ 2147483647 w 456"/>
                <a:gd name="T85" fmla="*/ 2147483647 h 204"/>
                <a:gd name="T86" fmla="*/ 2147483647 w 456"/>
                <a:gd name="T87" fmla="*/ 2147483647 h 204"/>
                <a:gd name="T88" fmla="*/ 2147483647 w 456"/>
                <a:gd name="T89" fmla="*/ 2147483647 h 204"/>
                <a:gd name="T90" fmla="*/ 2147483647 w 456"/>
                <a:gd name="T91" fmla="*/ 2147483647 h 20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56"/>
                <a:gd name="T139" fmla="*/ 0 h 204"/>
                <a:gd name="T140" fmla="*/ 456 w 456"/>
                <a:gd name="T141" fmla="*/ 204 h 20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56" h="204">
                  <a:moveTo>
                    <a:pt x="456" y="102"/>
                  </a:moveTo>
                  <a:lnTo>
                    <a:pt x="456" y="60"/>
                  </a:lnTo>
                  <a:lnTo>
                    <a:pt x="450" y="60"/>
                  </a:lnTo>
                  <a:lnTo>
                    <a:pt x="450" y="48"/>
                  </a:lnTo>
                  <a:lnTo>
                    <a:pt x="456" y="24"/>
                  </a:lnTo>
                  <a:lnTo>
                    <a:pt x="444" y="18"/>
                  </a:lnTo>
                  <a:lnTo>
                    <a:pt x="438" y="18"/>
                  </a:lnTo>
                  <a:lnTo>
                    <a:pt x="432" y="12"/>
                  </a:lnTo>
                  <a:lnTo>
                    <a:pt x="420" y="12"/>
                  </a:lnTo>
                  <a:lnTo>
                    <a:pt x="414" y="18"/>
                  </a:lnTo>
                  <a:lnTo>
                    <a:pt x="402" y="24"/>
                  </a:lnTo>
                  <a:lnTo>
                    <a:pt x="390" y="12"/>
                  </a:lnTo>
                  <a:lnTo>
                    <a:pt x="378" y="18"/>
                  </a:lnTo>
                  <a:lnTo>
                    <a:pt x="366" y="6"/>
                  </a:lnTo>
                  <a:lnTo>
                    <a:pt x="354" y="0"/>
                  </a:lnTo>
                  <a:lnTo>
                    <a:pt x="336" y="0"/>
                  </a:lnTo>
                  <a:lnTo>
                    <a:pt x="330" y="6"/>
                  </a:lnTo>
                  <a:lnTo>
                    <a:pt x="324" y="18"/>
                  </a:lnTo>
                  <a:lnTo>
                    <a:pt x="318" y="18"/>
                  </a:lnTo>
                  <a:lnTo>
                    <a:pt x="318" y="36"/>
                  </a:lnTo>
                  <a:lnTo>
                    <a:pt x="306" y="30"/>
                  </a:lnTo>
                  <a:lnTo>
                    <a:pt x="300" y="30"/>
                  </a:lnTo>
                  <a:lnTo>
                    <a:pt x="288" y="36"/>
                  </a:lnTo>
                  <a:lnTo>
                    <a:pt x="276" y="36"/>
                  </a:lnTo>
                  <a:lnTo>
                    <a:pt x="258" y="18"/>
                  </a:lnTo>
                  <a:lnTo>
                    <a:pt x="252" y="36"/>
                  </a:lnTo>
                  <a:lnTo>
                    <a:pt x="234" y="36"/>
                  </a:lnTo>
                  <a:lnTo>
                    <a:pt x="240" y="48"/>
                  </a:lnTo>
                  <a:lnTo>
                    <a:pt x="240" y="66"/>
                  </a:lnTo>
                  <a:lnTo>
                    <a:pt x="234" y="66"/>
                  </a:lnTo>
                  <a:lnTo>
                    <a:pt x="228" y="60"/>
                  </a:lnTo>
                  <a:lnTo>
                    <a:pt x="210" y="60"/>
                  </a:lnTo>
                  <a:lnTo>
                    <a:pt x="204" y="66"/>
                  </a:lnTo>
                  <a:lnTo>
                    <a:pt x="204" y="72"/>
                  </a:lnTo>
                  <a:lnTo>
                    <a:pt x="198" y="78"/>
                  </a:lnTo>
                  <a:lnTo>
                    <a:pt x="198" y="84"/>
                  </a:lnTo>
                  <a:lnTo>
                    <a:pt x="210" y="84"/>
                  </a:lnTo>
                  <a:lnTo>
                    <a:pt x="210" y="126"/>
                  </a:lnTo>
                  <a:lnTo>
                    <a:pt x="204" y="126"/>
                  </a:lnTo>
                  <a:lnTo>
                    <a:pt x="192" y="114"/>
                  </a:lnTo>
                  <a:lnTo>
                    <a:pt x="174" y="108"/>
                  </a:lnTo>
                  <a:lnTo>
                    <a:pt x="162" y="102"/>
                  </a:lnTo>
                  <a:lnTo>
                    <a:pt x="144" y="114"/>
                  </a:lnTo>
                  <a:lnTo>
                    <a:pt x="126" y="114"/>
                  </a:lnTo>
                  <a:lnTo>
                    <a:pt x="108" y="126"/>
                  </a:lnTo>
                  <a:lnTo>
                    <a:pt x="102" y="132"/>
                  </a:lnTo>
                  <a:lnTo>
                    <a:pt x="84" y="132"/>
                  </a:lnTo>
                  <a:lnTo>
                    <a:pt x="66" y="114"/>
                  </a:lnTo>
                  <a:lnTo>
                    <a:pt x="48" y="114"/>
                  </a:lnTo>
                  <a:lnTo>
                    <a:pt x="48" y="126"/>
                  </a:lnTo>
                  <a:lnTo>
                    <a:pt x="42" y="132"/>
                  </a:lnTo>
                  <a:lnTo>
                    <a:pt x="30" y="132"/>
                  </a:lnTo>
                  <a:lnTo>
                    <a:pt x="30" y="126"/>
                  </a:lnTo>
                  <a:lnTo>
                    <a:pt x="24" y="120"/>
                  </a:lnTo>
                  <a:lnTo>
                    <a:pt x="0" y="120"/>
                  </a:lnTo>
                  <a:lnTo>
                    <a:pt x="0" y="156"/>
                  </a:lnTo>
                  <a:lnTo>
                    <a:pt x="18" y="156"/>
                  </a:lnTo>
                  <a:lnTo>
                    <a:pt x="18" y="174"/>
                  </a:lnTo>
                  <a:lnTo>
                    <a:pt x="24" y="174"/>
                  </a:lnTo>
                  <a:lnTo>
                    <a:pt x="42" y="156"/>
                  </a:lnTo>
                  <a:lnTo>
                    <a:pt x="48" y="156"/>
                  </a:lnTo>
                  <a:lnTo>
                    <a:pt x="60" y="168"/>
                  </a:lnTo>
                  <a:lnTo>
                    <a:pt x="60" y="174"/>
                  </a:lnTo>
                  <a:lnTo>
                    <a:pt x="72" y="174"/>
                  </a:lnTo>
                  <a:lnTo>
                    <a:pt x="84" y="180"/>
                  </a:lnTo>
                  <a:lnTo>
                    <a:pt x="96" y="162"/>
                  </a:lnTo>
                  <a:lnTo>
                    <a:pt x="138" y="162"/>
                  </a:lnTo>
                  <a:lnTo>
                    <a:pt x="138" y="156"/>
                  </a:lnTo>
                  <a:lnTo>
                    <a:pt x="144" y="150"/>
                  </a:lnTo>
                  <a:lnTo>
                    <a:pt x="162" y="150"/>
                  </a:lnTo>
                  <a:lnTo>
                    <a:pt x="168" y="156"/>
                  </a:lnTo>
                  <a:lnTo>
                    <a:pt x="168" y="174"/>
                  </a:lnTo>
                  <a:lnTo>
                    <a:pt x="180" y="174"/>
                  </a:lnTo>
                  <a:lnTo>
                    <a:pt x="186" y="192"/>
                  </a:lnTo>
                  <a:lnTo>
                    <a:pt x="240" y="192"/>
                  </a:lnTo>
                  <a:lnTo>
                    <a:pt x="240" y="204"/>
                  </a:lnTo>
                  <a:lnTo>
                    <a:pt x="258" y="204"/>
                  </a:lnTo>
                  <a:lnTo>
                    <a:pt x="264" y="198"/>
                  </a:lnTo>
                  <a:lnTo>
                    <a:pt x="282" y="198"/>
                  </a:lnTo>
                  <a:lnTo>
                    <a:pt x="288" y="204"/>
                  </a:lnTo>
                  <a:lnTo>
                    <a:pt x="318" y="204"/>
                  </a:lnTo>
                  <a:lnTo>
                    <a:pt x="318" y="192"/>
                  </a:lnTo>
                  <a:lnTo>
                    <a:pt x="366" y="192"/>
                  </a:lnTo>
                  <a:lnTo>
                    <a:pt x="378" y="186"/>
                  </a:lnTo>
                  <a:lnTo>
                    <a:pt x="402" y="192"/>
                  </a:lnTo>
                  <a:lnTo>
                    <a:pt x="414" y="156"/>
                  </a:lnTo>
                  <a:lnTo>
                    <a:pt x="432" y="156"/>
                  </a:lnTo>
                  <a:lnTo>
                    <a:pt x="432" y="132"/>
                  </a:lnTo>
                  <a:lnTo>
                    <a:pt x="444" y="114"/>
                  </a:lnTo>
                  <a:lnTo>
                    <a:pt x="432" y="114"/>
                  </a:lnTo>
                  <a:lnTo>
                    <a:pt x="438" y="102"/>
                  </a:lnTo>
                  <a:lnTo>
                    <a:pt x="456" y="102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60" name="Australia" descr="© INSCALE GmbH, 05.05.2010&#10;http://www.presentationload.com/">
              <a:extLst>
                <a:ext uri="{FF2B5EF4-FFF2-40B4-BE49-F238E27FC236}">
                  <a16:creationId xmlns:a16="http://schemas.microsoft.com/office/drawing/2014/main" id="{3270F33B-418A-4486-8F15-D46CFAD9B2F0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6292264" y="3283294"/>
              <a:ext cx="938296" cy="874702"/>
            </a:xfrm>
            <a:custGeom>
              <a:avLst/>
              <a:gdLst>
                <a:gd name="T0" fmla="*/ 2147483647 w 2838"/>
                <a:gd name="T1" fmla="*/ 2147483647 h 2664"/>
                <a:gd name="T2" fmla="*/ 2147483647 w 2838"/>
                <a:gd name="T3" fmla="*/ 2147483647 h 2664"/>
                <a:gd name="T4" fmla="*/ 2147483647 w 2838"/>
                <a:gd name="T5" fmla="*/ 2147483647 h 2664"/>
                <a:gd name="T6" fmla="*/ 2147483647 w 2838"/>
                <a:gd name="T7" fmla="*/ 2147483647 h 2664"/>
                <a:gd name="T8" fmla="*/ 2147483647 w 2838"/>
                <a:gd name="T9" fmla="*/ 2147483647 h 2664"/>
                <a:gd name="T10" fmla="*/ 2147483647 w 2838"/>
                <a:gd name="T11" fmla="*/ 2147483647 h 2664"/>
                <a:gd name="T12" fmla="*/ 2147483647 w 2838"/>
                <a:gd name="T13" fmla="*/ 2147483647 h 2664"/>
                <a:gd name="T14" fmla="*/ 2147483647 w 2838"/>
                <a:gd name="T15" fmla="*/ 2147483647 h 2664"/>
                <a:gd name="T16" fmla="*/ 2147483647 w 2838"/>
                <a:gd name="T17" fmla="*/ 2147483647 h 2664"/>
                <a:gd name="T18" fmla="*/ 2147483647 w 2838"/>
                <a:gd name="T19" fmla="*/ 2147483647 h 2664"/>
                <a:gd name="T20" fmla="*/ 2147483647 w 2838"/>
                <a:gd name="T21" fmla="*/ 2147483647 h 2664"/>
                <a:gd name="T22" fmla="*/ 2147483647 w 2838"/>
                <a:gd name="T23" fmla="*/ 2147483647 h 2664"/>
                <a:gd name="T24" fmla="*/ 2147483647 w 2838"/>
                <a:gd name="T25" fmla="*/ 2147483647 h 2664"/>
                <a:gd name="T26" fmla="*/ 2147483647 w 2838"/>
                <a:gd name="T27" fmla="*/ 2147483647 h 2664"/>
                <a:gd name="T28" fmla="*/ 2147483647 w 2838"/>
                <a:gd name="T29" fmla="*/ 2147483647 h 2664"/>
                <a:gd name="T30" fmla="*/ 2147483647 w 2838"/>
                <a:gd name="T31" fmla="*/ 2147483647 h 2664"/>
                <a:gd name="T32" fmla="*/ 2147483647 w 2838"/>
                <a:gd name="T33" fmla="*/ 2147483647 h 2664"/>
                <a:gd name="T34" fmla="*/ 2147483647 w 2838"/>
                <a:gd name="T35" fmla="*/ 2147483647 h 2664"/>
                <a:gd name="T36" fmla="*/ 2147483647 w 2838"/>
                <a:gd name="T37" fmla="*/ 2147483647 h 2664"/>
                <a:gd name="T38" fmla="*/ 2147483647 w 2838"/>
                <a:gd name="T39" fmla="*/ 2147483647 h 2664"/>
                <a:gd name="T40" fmla="*/ 2147483647 w 2838"/>
                <a:gd name="T41" fmla="*/ 2147483647 h 2664"/>
                <a:gd name="T42" fmla="*/ 2147483647 w 2838"/>
                <a:gd name="T43" fmla="*/ 2147483647 h 2664"/>
                <a:gd name="T44" fmla="*/ 2147483647 w 2838"/>
                <a:gd name="T45" fmla="*/ 2147483647 h 2664"/>
                <a:gd name="T46" fmla="*/ 2147483647 w 2838"/>
                <a:gd name="T47" fmla="*/ 2147483647 h 2664"/>
                <a:gd name="T48" fmla="*/ 2147483647 w 2838"/>
                <a:gd name="T49" fmla="*/ 2147483647 h 2664"/>
                <a:gd name="T50" fmla="*/ 2147483647 w 2838"/>
                <a:gd name="T51" fmla="*/ 2147483647 h 2664"/>
                <a:gd name="T52" fmla="*/ 2147483647 w 2838"/>
                <a:gd name="T53" fmla="*/ 2147483647 h 2664"/>
                <a:gd name="T54" fmla="*/ 2147483647 w 2838"/>
                <a:gd name="T55" fmla="*/ 2147483647 h 2664"/>
                <a:gd name="T56" fmla="*/ 2147483647 w 2838"/>
                <a:gd name="T57" fmla="*/ 2147483647 h 2664"/>
                <a:gd name="T58" fmla="*/ 2147483647 w 2838"/>
                <a:gd name="T59" fmla="*/ 2147483647 h 2664"/>
                <a:gd name="T60" fmla="*/ 2147483647 w 2838"/>
                <a:gd name="T61" fmla="*/ 2147483647 h 2664"/>
                <a:gd name="T62" fmla="*/ 2147483647 w 2838"/>
                <a:gd name="T63" fmla="*/ 2147483647 h 2664"/>
                <a:gd name="T64" fmla="*/ 2147483647 w 2838"/>
                <a:gd name="T65" fmla="*/ 2147483647 h 2664"/>
                <a:gd name="T66" fmla="*/ 2147483647 w 2838"/>
                <a:gd name="T67" fmla="*/ 2147483647 h 2664"/>
                <a:gd name="T68" fmla="*/ 2147483647 w 2838"/>
                <a:gd name="T69" fmla="*/ 2147483647 h 2664"/>
                <a:gd name="T70" fmla="*/ 2147483647 w 2838"/>
                <a:gd name="T71" fmla="*/ 2147483647 h 2664"/>
                <a:gd name="T72" fmla="*/ 2147483647 w 2838"/>
                <a:gd name="T73" fmla="*/ 2147483647 h 2664"/>
                <a:gd name="T74" fmla="*/ 2147483647 w 2838"/>
                <a:gd name="T75" fmla="*/ 2147483647 h 2664"/>
                <a:gd name="T76" fmla="*/ 2147483647 w 2838"/>
                <a:gd name="T77" fmla="*/ 2147483647 h 2664"/>
                <a:gd name="T78" fmla="*/ 2147483647 w 2838"/>
                <a:gd name="T79" fmla="*/ 2147483647 h 2664"/>
                <a:gd name="T80" fmla="*/ 2147483647 w 2838"/>
                <a:gd name="T81" fmla="*/ 2147483647 h 2664"/>
                <a:gd name="T82" fmla="*/ 2147483647 w 2838"/>
                <a:gd name="T83" fmla="*/ 2147483647 h 2664"/>
                <a:gd name="T84" fmla="*/ 2147483647 w 2838"/>
                <a:gd name="T85" fmla="*/ 2147483647 h 2664"/>
                <a:gd name="T86" fmla="*/ 2147483647 w 2838"/>
                <a:gd name="T87" fmla="*/ 2147483647 h 2664"/>
                <a:gd name="T88" fmla="*/ 2147483647 w 2838"/>
                <a:gd name="T89" fmla="*/ 2147483647 h 2664"/>
                <a:gd name="T90" fmla="*/ 2147483647 w 2838"/>
                <a:gd name="T91" fmla="*/ 2147483647 h 2664"/>
                <a:gd name="T92" fmla="*/ 2147483647 w 2838"/>
                <a:gd name="T93" fmla="*/ 2147483647 h 2664"/>
                <a:gd name="T94" fmla="*/ 2147483647 w 2838"/>
                <a:gd name="T95" fmla="*/ 2147483647 h 2664"/>
                <a:gd name="T96" fmla="*/ 2147483647 w 2838"/>
                <a:gd name="T97" fmla="*/ 2147483647 h 2664"/>
                <a:gd name="T98" fmla="*/ 2147483647 w 2838"/>
                <a:gd name="T99" fmla="*/ 2147483647 h 2664"/>
                <a:gd name="T100" fmla="*/ 2147483647 w 2838"/>
                <a:gd name="T101" fmla="*/ 2147483647 h 2664"/>
                <a:gd name="T102" fmla="*/ 2147483647 w 2838"/>
                <a:gd name="T103" fmla="*/ 2147483647 h 2664"/>
                <a:gd name="T104" fmla="*/ 2147483647 w 2838"/>
                <a:gd name="T105" fmla="*/ 2147483647 h 2664"/>
                <a:gd name="T106" fmla="*/ 2147483647 w 2838"/>
                <a:gd name="T107" fmla="*/ 2147483647 h 2664"/>
                <a:gd name="T108" fmla="*/ 2147483647 w 2838"/>
                <a:gd name="T109" fmla="*/ 2147483647 h 2664"/>
                <a:gd name="T110" fmla="*/ 2147483647 w 2838"/>
                <a:gd name="T111" fmla="*/ 2147483647 h 2664"/>
                <a:gd name="T112" fmla="*/ 2147483647 w 2838"/>
                <a:gd name="T113" fmla="*/ 2147483647 h 2664"/>
                <a:gd name="T114" fmla="*/ 2147483647 w 2838"/>
                <a:gd name="T115" fmla="*/ 2147483647 h 2664"/>
                <a:gd name="T116" fmla="*/ 2147483647 w 2838"/>
                <a:gd name="T117" fmla="*/ 2147483647 h 26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838"/>
                <a:gd name="T178" fmla="*/ 0 h 2664"/>
                <a:gd name="T179" fmla="*/ 2838 w 2838"/>
                <a:gd name="T180" fmla="*/ 2664 h 26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838" h="2664">
                  <a:moveTo>
                    <a:pt x="1530" y="66"/>
                  </a:moveTo>
                  <a:lnTo>
                    <a:pt x="1524" y="60"/>
                  </a:lnTo>
                  <a:lnTo>
                    <a:pt x="1518" y="60"/>
                  </a:lnTo>
                  <a:lnTo>
                    <a:pt x="1506" y="66"/>
                  </a:lnTo>
                  <a:lnTo>
                    <a:pt x="1500" y="72"/>
                  </a:lnTo>
                  <a:lnTo>
                    <a:pt x="1494" y="84"/>
                  </a:lnTo>
                  <a:lnTo>
                    <a:pt x="1494" y="102"/>
                  </a:lnTo>
                  <a:lnTo>
                    <a:pt x="1506" y="102"/>
                  </a:lnTo>
                  <a:lnTo>
                    <a:pt x="1512" y="90"/>
                  </a:lnTo>
                  <a:lnTo>
                    <a:pt x="1524" y="78"/>
                  </a:lnTo>
                  <a:lnTo>
                    <a:pt x="1530" y="66"/>
                  </a:lnTo>
                  <a:close/>
                  <a:moveTo>
                    <a:pt x="1476" y="2016"/>
                  </a:moveTo>
                  <a:lnTo>
                    <a:pt x="1464" y="2016"/>
                  </a:lnTo>
                  <a:lnTo>
                    <a:pt x="1440" y="2028"/>
                  </a:lnTo>
                  <a:lnTo>
                    <a:pt x="1440" y="2034"/>
                  </a:lnTo>
                  <a:lnTo>
                    <a:pt x="1452" y="2046"/>
                  </a:lnTo>
                  <a:lnTo>
                    <a:pt x="1452" y="2052"/>
                  </a:lnTo>
                  <a:lnTo>
                    <a:pt x="1470" y="2052"/>
                  </a:lnTo>
                  <a:lnTo>
                    <a:pt x="1482" y="2046"/>
                  </a:lnTo>
                  <a:lnTo>
                    <a:pt x="1488" y="2040"/>
                  </a:lnTo>
                  <a:lnTo>
                    <a:pt x="1506" y="2040"/>
                  </a:lnTo>
                  <a:lnTo>
                    <a:pt x="1512" y="2034"/>
                  </a:lnTo>
                  <a:lnTo>
                    <a:pt x="1530" y="2034"/>
                  </a:lnTo>
                  <a:lnTo>
                    <a:pt x="1536" y="2028"/>
                  </a:lnTo>
                  <a:lnTo>
                    <a:pt x="1512" y="2028"/>
                  </a:lnTo>
                  <a:lnTo>
                    <a:pt x="1500" y="2016"/>
                  </a:lnTo>
                  <a:lnTo>
                    <a:pt x="1476" y="2016"/>
                  </a:lnTo>
                  <a:close/>
                  <a:moveTo>
                    <a:pt x="2802" y="1164"/>
                  </a:moveTo>
                  <a:lnTo>
                    <a:pt x="2802" y="1134"/>
                  </a:lnTo>
                  <a:lnTo>
                    <a:pt x="2796" y="1116"/>
                  </a:lnTo>
                  <a:lnTo>
                    <a:pt x="2796" y="1092"/>
                  </a:lnTo>
                  <a:lnTo>
                    <a:pt x="2790" y="1086"/>
                  </a:lnTo>
                  <a:lnTo>
                    <a:pt x="2778" y="1086"/>
                  </a:lnTo>
                  <a:lnTo>
                    <a:pt x="2772" y="1080"/>
                  </a:lnTo>
                  <a:lnTo>
                    <a:pt x="2760" y="1080"/>
                  </a:lnTo>
                  <a:lnTo>
                    <a:pt x="2760" y="1062"/>
                  </a:lnTo>
                  <a:lnTo>
                    <a:pt x="2742" y="1050"/>
                  </a:lnTo>
                  <a:lnTo>
                    <a:pt x="2742" y="1014"/>
                  </a:lnTo>
                  <a:lnTo>
                    <a:pt x="2736" y="1008"/>
                  </a:lnTo>
                  <a:lnTo>
                    <a:pt x="2724" y="1002"/>
                  </a:lnTo>
                  <a:lnTo>
                    <a:pt x="2718" y="996"/>
                  </a:lnTo>
                  <a:lnTo>
                    <a:pt x="2706" y="996"/>
                  </a:lnTo>
                  <a:lnTo>
                    <a:pt x="2712" y="996"/>
                  </a:lnTo>
                  <a:lnTo>
                    <a:pt x="2718" y="990"/>
                  </a:lnTo>
                  <a:lnTo>
                    <a:pt x="2730" y="990"/>
                  </a:lnTo>
                  <a:lnTo>
                    <a:pt x="2742" y="984"/>
                  </a:lnTo>
                  <a:lnTo>
                    <a:pt x="2760" y="966"/>
                  </a:lnTo>
                  <a:lnTo>
                    <a:pt x="2754" y="954"/>
                  </a:lnTo>
                  <a:lnTo>
                    <a:pt x="2736" y="936"/>
                  </a:lnTo>
                  <a:lnTo>
                    <a:pt x="2730" y="936"/>
                  </a:lnTo>
                  <a:lnTo>
                    <a:pt x="2730" y="930"/>
                  </a:lnTo>
                  <a:lnTo>
                    <a:pt x="2712" y="912"/>
                  </a:lnTo>
                  <a:lnTo>
                    <a:pt x="2700" y="906"/>
                  </a:lnTo>
                  <a:lnTo>
                    <a:pt x="2694" y="912"/>
                  </a:lnTo>
                  <a:lnTo>
                    <a:pt x="2694" y="936"/>
                  </a:lnTo>
                  <a:lnTo>
                    <a:pt x="2670" y="930"/>
                  </a:lnTo>
                  <a:lnTo>
                    <a:pt x="2670" y="924"/>
                  </a:lnTo>
                  <a:lnTo>
                    <a:pt x="2676" y="918"/>
                  </a:lnTo>
                  <a:lnTo>
                    <a:pt x="2676" y="906"/>
                  </a:lnTo>
                  <a:lnTo>
                    <a:pt x="2682" y="894"/>
                  </a:lnTo>
                  <a:lnTo>
                    <a:pt x="2688" y="876"/>
                  </a:lnTo>
                  <a:lnTo>
                    <a:pt x="2688" y="858"/>
                  </a:lnTo>
                  <a:lnTo>
                    <a:pt x="2682" y="852"/>
                  </a:lnTo>
                  <a:lnTo>
                    <a:pt x="2676" y="840"/>
                  </a:lnTo>
                  <a:lnTo>
                    <a:pt x="2670" y="840"/>
                  </a:lnTo>
                  <a:lnTo>
                    <a:pt x="2652" y="822"/>
                  </a:lnTo>
                  <a:lnTo>
                    <a:pt x="2652" y="816"/>
                  </a:lnTo>
                  <a:lnTo>
                    <a:pt x="2658" y="804"/>
                  </a:lnTo>
                  <a:lnTo>
                    <a:pt x="2658" y="792"/>
                  </a:lnTo>
                  <a:lnTo>
                    <a:pt x="2664" y="774"/>
                  </a:lnTo>
                  <a:lnTo>
                    <a:pt x="2664" y="762"/>
                  </a:lnTo>
                  <a:lnTo>
                    <a:pt x="2652" y="750"/>
                  </a:lnTo>
                  <a:lnTo>
                    <a:pt x="2628" y="732"/>
                  </a:lnTo>
                  <a:lnTo>
                    <a:pt x="2598" y="720"/>
                  </a:lnTo>
                  <a:lnTo>
                    <a:pt x="2580" y="708"/>
                  </a:lnTo>
                  <a:lnTo>
                    <a:pt x="2568" y="702"/>
                  </a:lnTo>
                  <a:lnTo>
                    <a:pt x="2556" y="708"/>
                  </a:lnTo>
                  <a:lnTo>
                    <a:pt x="2550" y="696"/>
                  </a:lnTo>
                  <a:lnTo>
                    <a:pt x="2538" y="684"/>
                  </a:lnTo>
                  <a:lnTo>
                    <a:pt x="2532" y="672"/>
                  </a:lnTo>
                  <a:lnTo>
                    <a:pt x="2520" y="660"/>
                  </a:lnTo>
                  <a:lnTo>
                    <a:pt x="2514" y="642"/>
                  </a:lnTo>
                  <a:lnTo>
                    <a:pt x="2514" y="594"/>
                  </a:lnTo>
                  <a:lnTo>
                    <a:pt x="2520" y="576"/>
                  </a:lnTo>
                  <a:lnTo>
                    <a:pt x="2526" y="564"/>
                  </a:lnTo>
                  <a:lnTo>
                    <a:pt x="2526" y="546"/>
                  </a:lnTo>
                  <a:lnTo>
                    <a:pt x="2520" y="504"/>
                  </a:lnTo>
                  <a:lnTo>
                    <a:pt x="2502" y="462"/>
                  </a:lnTo>
                  <a:lnTo>
                    <a:pt x="2490" y="426"/>
                  </a:lnTo>
                  <a:lnTo>
                    <a:pt x="2490" y="402"/>
                  </a:lnTo>
                  <a:lnTo>
                    <a:pt x="2496" y="390"/>
                  </a:lnTo>
                  <a:lnTo>
                    <a:pt x="2502" y="384"/>
                  </a:lnTo>
                  <a:lnTo>
                    <a:pt x="2502" y="324"/>
                  </a:lnTo>
                  <a:lnTo>
                    <a:pt x="2496" y="312"/>
                  </a:lnTo>
                  <a:lnTo>
                    <a:pt x="2496" y="300"/>
                  </a:lnTo>
                  <a:lnTo>
                    <a:pt x="2472" y="294"/>
                  </a:lnTo>
                  <a:lnTo>
                    <a:pt x="2460" y="288"/>
                  </a:lnTo>
                  <a:lnTo>
                    <a:pt x="2454" y="276"/>
                  </a:lnTo>
                  <a:lnTo>
                    <a:pt x="2442" y="270"/>
                  </a:lnTo>
                  <a:lnTo>
                    <a:pt x="2424" y="270"/>
                  </a:lnTo>
                  <a:lnTo>
                    <a:pt x="2418" y="282"/>
                  </a:lnTo>
                  <a:lnTo>
                    <a:pt x="2412" y="288"/>
                  </a:lnTo>
                  <a:lnTo>
                    <a:pt x="2412" y="282"/>
                  </a:lnTo>
                  <a:lnTo>
                    <a:pt x="2406" y="276"/>
                  </a:lnTo>
                  <a:lnTo>
                    <a:pt x="2400" y="264"/>
                  </a:lnTo>
                  <a:lnTo>
                    <a:pt x="2400" y="228"/>
                  </a:lnTo>
                  <a:lnTo>
                    <a:pt x="2406" y="216"/>
                  </a:lnTo>
                  <a:lnTo>
                    <a:pt x="2406" y="204"/>
                  </a:lnTo>
                  <a:lnTo>
                    <a:pt x="2388" y="180"/>
                  </a:lnTo>
                  <a:lnTo>
                    <a:pt x="2394" y="96"/>
                  </a:lnTo>
                  <a:lnTo>
                    <a:pt x="2382" y="90"/>
                  </a:lnTo>
                  <a:lnTo>
                    <a:pt x="2364" y="72"/>
                  </a:lnTo>
                  <a:lnTo>
                    <a:pt x="2364" y="66"/>
                  </a:lnTo>
                  <a:lnTo>
                    <a:pt x="2370" y="48"/>
                  </a:lnTo>
                  <a:lnTo>
                    <a:pt x="2370" y="24"/>
                  </a:lnTo>
                  <a:lnTo>
                    <a:pt x="2364" y="18"/>
                  </a:lnTo>
                  <a:lnTo>
                    <a:pt x="2346" y="18"/>
                  </a:lnTo>
                  <a:lnTo>
                    <a:pt x="2346" y="0"/>
                  </a:lnTo>
                  <a:lnTo>
                    <a:pt x="2316" y="12"/>
                  </a:lnTo>
                  <a:lnTo>
                    <a:pt x="2310" y="30"/>
                  </a:lnTo>
                  <a:lnTo>
                    <a:pt x="2298" y="36"/>
                  </a:lnTo>
                  <a:lnTo>
                    <a:pt x="2292" y="42"/>
                  </a:lnTo>
                  <a:lnTo>
                    <a:pt x="2280" y="48"/>
                  </a:lnTo>
                  <a:lnTo>
                    <a:pt x="2280" y="66"/>
                  </a:lnTo>
                  <a:lnTo>
                    <a:pt x="2286" y="78"/>
                  </a:lnTo>
                  <a:lnTo>
                    <a:pt x="2286" y="90"/>
                  </a:lnTo>
                  <a:lnTo>
                    <a:pt x="2292" y="102"/>
                  </a:lnTo>
                  <a:lnTo>
                    <a:pt x="2292" y="114"/>
                  </a:lnTo>
                  <a:lnTo>
                    <a:pt x="2286" y="126"/>
                  </a:lnTo>
                  <a:lnTo>
                    <a:pt x="2274" y="138"/>
                  </a:lnTo>
                  <a:lnTo>
                    <a:pt x="2268" y="150"/>
                  </a:lnTo>
                  <a:lnTo>
                    <a:pt x="2238" y="180"/>
                  </a:lnTo>
                  <a:lnTo>
                    <a:pt x="2256" y="192"/>
                  </a:lnTo>
                  <a:lnTo>
                    <a:pt x="2256" y="198"/>
                  </a:lnTo>
                  <a:lnTo>
                    <a:pt x="2250" y="204"/>
                  </a:lnTo>
                  <a:lnTo>
                    <a:pt x="2238" y="228"/>
                  </a:lnTo>
                  <a:lnTo>
                    <a:pt x="2232" y="234"/>
                  </a:lnTo>
                  <a:lnTo>
                    <a:pt x="2232" y="264"/>
                  </a:lnTo>
                  <a:lnTo>
                    <a:pt x="2238" y="276"/>
                  </a:lnTo>
                  <a:lnTo>
                    <a:pt x="2238" y="288"/>
                  </a:lnTo>
                  <a:lnTo>
                    <a:pt x="2232" y="300"/>
                  </a:lnTo>
                  <a:lnTo>
                    <a:pt x="2214" y="408"/>
                  </a:lnTo>
                  <a:lnTo>
                    <a:pt x="2208" y="432"/>
                  </a:lnTo>
                  <a:lnTo>
                    <a:pt x="2202" y="438"/>
                  </a:lnTo>
                  <a:lnTo>
                    <a:pt x="2190" y="462"/>
                  </a:lnTo>
                  <a:lnTo>
                    <a:pt x="2178" y="474"/>
                  </a:lnTo>
                  <a:lnTo>
                    <a:pt x="2172" y="486"/>
                  </a:lnTo>
                  <a:lnTo>
                    <a:pt x="2166" y="492"/>
                  </a:lnTo>
                  <a:lnTo>
                    <a:pt x="2166" y="516"/>
                  </a:lnTo>
                  <a:lnTo>
                    <a:pt x="2160" y="534"/>
                  </a:lnTo>
                  <a:lnTo>
                    <a:pt x="2154" y="546"/>
                  </a:lnTo>
                  <a:lnTo>
                    <a:pt x="2142" y="552"/>
                  </a:lnTo>
                  <a:lnTo>
                    <a:pt x="2088" y="570"/>
                  </a:lnTo>
                  <a:lnTo>
                    <a:pt x="2076" y="570"/>
                  </a:lnTo>
                  <a:lnTo>
                    <a:pt x="2064" y="576"/>
                  </a:lnTo>
                  <a:lnTo>
                    <a:pt x="2058" y="576"/>
                  </a:lnTo>
                  <a:lnTo>
                    <a:pt x="2058" y="570"/>
                  </a:lnTo>
                  <a:lnTo>
                    <a:pt x="2052" y="564"/>
                  </a:lnTo>
                  <a:lnTo>
                    <a:pt x="2028" y="516"/>
                  </a:lnTo>
                  <a:lnTo>
                    <a:pt x="2022" y="510"/>
                  </a:lnTo>
                  <a:lnTo>
                    <a:pt x="1998" y="492"/>
                  </a:lnTo>
                  <a:lnTo>
                    <a:pt x="1956" y="474"/>
                  </a:lnTo>
                  <a:lnTo>
                    <a:pt x="1920" y="462"/>
                  </a:lnTo>
                  <a:lnTo>
                    <a:pt x="1908" y="456"/>
                  </a:lnTo>
                  <a:lnTo>
                    <a:pt x="1896" y="438"/>
                  </a:lnTo>
                  <a:lnTo>
                    <a:pt x="1884" y="426"/>
                  </a:lnTo>
                  <a:lnTo>
                    <a:pt x="1872" y="402"/>
                  </a:lnTo>
                  <a:lnTo>
                    <a:pt x="1866" y="396"/>
                  </a:lnTo>
                  <a:lnTo>
                    <a:pt x="1830" y="396"/>
                  </a:lnTo>
                  <a:lnTo>
                    <a:pt x="1806" y="348"/>
                  </a:lnTo>
                  <a:lnTo>
                    <a:pt x="1824" y="330"/>
                  </a:lnTo>
                  <a:lnTo>
                    <a:pt x="1824" y="306"/>
                  </a:lnTo>
                  <a:lnTo>
                    <a:pt x="1830" y="294"/>
                  </a:lnTo>
                  <a:lnTo>
                    <a:pt x="1836" y="288"/>
                  </a:lnTo>
                  <a:lnTo>
                    <a:pt x="1848" y="282"/>
                  </a:lnTo>
                  <a:lnTo>
                    <a:pt x="1854" y="276"/>
                  </a:lnTo>
                  <a:lnTo>
                    <a:pt x="1848" y="228"/>
                  </a:lnTo>
                  <a:lnTo>
                    <a:pt x="1866" y="210"/>
                  </a:lnTo>
                  <a:lnTo>
                    <a:pt x="1872" y="216"/>
                  </a:lnTo>
                  <a:lnTo>
                    <a:pt x="1884" y="216"/>
                  </a:lnTo>
                  <a:lnTo>
                    <a:pt x="1890" y="222"/>
                  </a:lnTo>
                  <a:lnTo>
                    <a:pt x="1896" y="222"/>
                  </a:lnTo>
                  <a:lnTo>
                    <a:pt x="1902" y="216"/>
                  </a:lnTo>
                  <a:lnTo>
                    <a:pt x="1908" y="204"/>
                  </a:lnTo>
                  <a:lnTo>
                    <a:pt x="1908" y="180"/>
                  </a:lnTo>
                  <a:lnTo>
                    <a:pt x="1944" y="144"/>
                  </a:lnTo>
                  <a:lnTo>
                    <a:pt x="1938" y="132"/>
                  </a:lnTo>
                  <a:lnTo>
                    <a:pt x="1914" y="108"/>
                  </a:lnTo>
                  <a:lnTo>
                    <a:pt x="1890" y="108"/>
                  </a:lnTo>
                  <a:lnTo>
                    <a:pt x="1872" y="114"/>
                  </a:lnTo>
                  <a:lnTo>
                    <a:pt x="1848" y="126"/>
                  </a:lnTo>
                  <a:lnTo>
                    <a:pt x="1842" y="138"/>
                  </a:lnTo>
                  <a:lnTo>
                    <a:pt x="1842" y="120"/>
                  </a:lnTo>
                  <a:lnTo>
                    <a:pt x="1812" y="126"/>
                  </a:lnTo>
                  <a:lnTo>
                    <a:pt x="1794" y="138"/>
                  </a:lnTo>
                  <a:lnTo>
                    <a:pt x="1788" y="120"/>
                  </a:lnTo>
                  <a:lnTo>
                    <a:pt x="1752" y="114"/>
                  </a:lnTo>
                  <a:lnTo>
                    <a:pt x="1746" y="108"/>
                  </a:lnTo>
                  <a:lnTo>
                    <a:pt x="1734" y="102"/>
                  </a:lnTo>
                  <a:lnTo>
                    <a:pt x="1728" y="96"/>
                  </a:lnTo>
                  <a:lnTo>
                    <a:pt x="1716" y="90"/>
                  </a:lnTo>
                  <a:lnTo>
                    <a:pt x="1674" y="90"/>
                  </a:lnTo>
                  <a:lnTo>
                    <a:pt x="1662" y="84"/>
                  </a:lnTo>
                  <a:lnTo>
                    <a:pt x="1650" y="84"/>
                  </a:lnTo>
                  <a:lnTo>
                    <a:pt x="1650" y="78"/>
                  </a:lnTo>
                  <a:lnTo>
                    <a:pt x="1644" y="72"/>
                  </a:lnTo>
                  <a:lnTo>
                    <a:pt x="1632" y="48"/>
                  </a:lnTo>
                  <a:lnTo>
                    <a:pt x="1626" y="42"/>
                  </a:lnTo>
                  <a:lnTo>
                    <a:pt x="1620" y="42"/>
                  </a:lnTo>
                  <a:lnTo>
                    <a:pt x="1620" y="54"/>
                  </a:lnTo>
                  <a:lnTo>
                    <a:pt x="1614" y="60"/>
                  </a:lnTo>
                  <a:lnTo>
                    <a:pt x="1602" y="54"/>
                  </a:lnTo>
                  <a:lnTo>
                    <a:pt x="1596" y="54"/>
                  </a:lnTo>
                  <a:lnTo>
                    <a:pt x="1584" y="48"/>
                  </a:lnTo>
                  <a:lnTo>
                    <a:pt x="1566" y="48"/>
                  </a:lnTo>
                  <a:lnTo>
                    <a:pt x="1566" y="60"/>
                  </a:lnTo>
                  <a:lnTo>
                    <a:pt x="1572" y="66"/>
                  </a:lnTo>
                  <a:lnTo>
                    <a:pt x="1554" y="66"/>
                  </a:lnTo>
                  <a:lnTo>
                    <a:pt x="1548" y="72"/>
                  </a:lnTo>
                  <a:lnTo>
                    <a:pt x="1548" y="78"/>
                  </a:lnTo>
                  <a:lnTo>
                    <a:pt x="1554" y="84"/>
                  </a:lnTo>
                  <a:lnTo>
                    <a:pt x="1566" y="84"/>
                  </a:lnTo>
                  <a:lnTo>
                    <a:pt x="1590" y="96"/>
                  </a:lnTo>
                  <a:lnTo>
                    <a:pt x="1596" y="96"/>
                  </a:lnTo>
                  <a:lnTo>
                    <a:pt x="1608" y="90"/>
                  </a:lnTo>
                  <a:lnTo>
                    <a:pt x="1614" y="84"/>
                  </a:lnTo>
                  <a:lnTo>
                    <a:pt x="1644" y="102"/>
                  </a:lnTo>
                  <a:lnTo>
                    <a:pt x="1638" y="102"/>
                  </a:lnTo>
                  <a:lnTo>
                    <a:pt x="1632" y="108"/>
                  </a:lnTo>
                  <a:lnTo>
                    <a:pt x="1596" y="126"/>
                  </a:lnTo>
                  <a:lnTo>
                    <a:pt x="1572" y="126"/>
                  </a:lnTo>
                  <a:lnTo>
                    <a:pt x="1554" y="132"/>
                  </a:lnTo>
                  <a:lnTo>
                    <a:pt x="1512" y="132"/>
                  </a:lnTo>
                  <a:lnTo>
                    <a:pt x="1500" y="138"/>
                  </a:lnTo>
                  <a:lnTo>
                    <a:pt x="1482" y="144"/>
                  </a:lnTo>
                  <a:lnTo>
                    <a:pt x="1470" y="156"/>
                  </a:lnTo>
                  <a:lnTo>
                    <a:pt x="1452" y="162"/>
                  </a:lnTo>
                  <a:lnTo>
                    <a:pt x="1440" y="168"/>
                  </a:lnTo>
                  <a:lnTo>
                    <a:pt x="1434" y="174"/>
                  </a:lnTo>
                  <a:lnTo>
                    <a:pt x="1428" y="174"/>
                  </a:lnTo>
                  <a:lnTo>
                    <a:pt x="1428" y="186"/>
                  </a:lnTo>
                  <a:lnTo>
                    <a:pt x="1422" y="204"/>
                  </a:lnTo>
                  <a:lnTo>
                    <a:pt x="1422" y="228"/>
                  </a:lnTo>
                  <a:lnTo>
                    <a:pt x="1428" y="234"/>
                  </a:lnTo>
                  <a:lnTo>
                    <a:pt x="1440" y="240"/>
                  </a:lnTo>
                  <a:lnTo>
                    <a:pt x="1446" y="246"/>
                  </a:lnTo>
                  <a:lnTo>
                    <a:pt x="1452" y="246"/>
                  </a:lnTo>
                  <a:lnTo>
                    <a:pt x="1398" y="246"/>
                  </a:lnTo>
                  <a:lnTo>
                    <a:pt x="1368" y="282"/>
                  </a:lnTo>
                  <a:lnTo>
                    <a:pt x="1368" y="312"/>
                  </a:lnTo>
                  <a:lnTo>
                    <a:pt x="1362" y="324"/>
                  </a:lnTo>
                  <a:lnTo>
                    <a:pt x="1362" y="330"/>
                  </a:lnTo>
                  <a:lnTo>
                    <a:pt x="1368" y="336"/>
                  </a:lnTo>
                  <a:lnTo>
                    <a:pt x="1380" y="336"/>
                  </a:lnTo>
                  <a:lnTo>
                    <a:pt x="1404" y="348"/>
                  </a:lnTo>
                  <a:lnTo>
                    <a:pt x="1410" y="354"/>
                  </a:lnTo>
                  <a:lnTo>
                    <a:pt x="1410" y="390"/>
                  </a:lnTo>
                  <a:lnTo>
                    <a:pt x="1386" y="366"/>
                  </a:lnTo>
                  <a:lnTo>
                    <a:pt x="1356" y="366"/>
                  </a:lnTo>
                  <a:lnTo>
                    <a:pt x="1344" y="390"/>
                  </a:lnTo>
                  <a:lnTo>
                    <a:pt x="1308" y="354"/>
                  </a:lnTo>
                  <a:lnTo>
                    <a:pt x="1302" y="384"/>
                  </a:lnTo>
                  <a:lnTo>
                    <a:pt x="1278" y="396"/>
                  </a:lnTo>
                  <a:lnTo>
                    <a:pt x="1284" y="420"/>
                  </a:lnTo>
                  <a:lnTo>
                    <a:pt x="1254" y="414"/>
                  </a:lnTo>
                  <a:lnTo>
                    <a:pt x="1284" y="354"/>
                  </a:lnTo>
                  <a:lnTo>
                    <a:pt x="1278" y="348"/>
                  </a:lnTo>
                  <a:lnTo>
                    <a:pt x="1272" y="336"/>
                  </a:lnTo>
                  <a:lnTo>
                    <a:pt x="1272" y="324"/>
                  </a:lnTo>
                  <a:lnTo>
                    <a:pt x="1266" y="318"/>
                  </a:lnTo>
                  <a:lnTo>
                    <a:pt x="1254" y="312"/>
                  </a:lnTo>
                  <a:lnTo>
                    <a:pt x="1236" y="312"/>
                  </a:lnTo>
                  <a:lnTo>
                    <a:pt x="1224" y="282"/>
                  </a:lnTo>
                  <a:lnTo>
                    <a:pt x="1224" y="276"/>
                  </a:lnTo>
                  <a:lnTo>
                    <a:pt x="1230" y="270"/>
                  </a:lnTo>
                  <a:lnTo>
                    <a:pt x="1230" y="258"/>
                  </a:lnTo>
                  <a:lnTo>
                    <a:pt x="1224" y="246"/>
                  </a:lnTo>
                  <a:lnTo>
                    <a:pt x="1218" y="240"/>
                  </a:lnTo>
                  <a:lnTo>
                    <a:pt x="1206" y="234"/>
                  </a:lnTo>
                  <a:lnTo>
                    <a:pt x="1194" y="240"/>
                  </a:lnTo>
                  <a:lnTo>
                    <a:pt x="1188" y="246"/>
                  </a:lnTo>
                  <a:lnTo>
                    <a:pt x="1176" y="252"/>
                  </a:lnTo>
                  <a:lnTo>
                    <a:pt x="1176" y="264"/>
                  </a:lnTo>
                  <a:lnTo>
                    <a:pt x="1182" y="270"/>
                  </a:lnTo>
                  <a:lnTo>
                    <a:pt x="1182" y="282"/>
                  </a:lnTo>
                  <a:lnTo>
                    <a:pt x="1146" y="276"/>
                  </a:lnTo>
                  <a:lnTo>
                    <a:pt x="1152" y="306"/>
                  </a:lnTo>
                  <a:lnTo>
                    <a:pt x="1134" y="300"/>
                  </a:lnTo>
                  <a:lnTo>
                    <a:pt x="1116" y="306"/>
                  </a:lnTo>
                  <a:lnTo>
                    <a:pt x="1122" y="312"/>
                  </a:lnTo>
                  <a:lnTo>
                    <a:pt x="1122" y="330"/>
                  </a:lnTo>
                  <a:lnTo>
                    <a:pt x="1116" y="342"/>
                  </a:lnTo>
                  <a:lnTo>
                    <a:pt x="1110" y="348"/>
                  </a:lnTo>
                  <a:lnTo>
                    <a:pt x="1098" y="354"/>
                  </a:lnTo>
                  <a:lnTo>
                    <a:pt x="1092" y="360"/>
                  </a:lnTo>
                  <a:lnTo>
                    <a:pt x="1104" y="324"/>
                  </a:lnTo>
                  <a:lnTo>
                    <a:pt x="1080" y="348"/>
                  </a:lnTo>
                  <a:lnTo>
                    <a:pt x="1062" y="348"/>
                  </a:lnTo>
                  <a:lnTo>
                    <a:pt x="1056" y="360"/>
                  </a:lnTo>
                  <a:lnTo>
                    <a:pt x="1050" y="366"/>
                  </a:lnTo>
                  <a:lnTo>
                    <a:pt x="1050" y="378"/>
                  </a:lnTo>
                  <a:lnTo>
                    <a:pt x="1056" y="390"/>
                  </a:lnTo>
                  <a:lnTo>
                    <a:pt x="1056" y="396"/>
                  </a:lnTo>
                  <a:lnTo>
                    <a:pt x="1062" y="408"/>
                  </a:lnTo>
                  <a:lnTo>
                    <a:pt x="1014" y="384"/>
                  </a:lnTo>
                  <a:lnTo>
                    <a:pt x="1008" y="420"/>
                  </a:lnTo>
                  <a:lnTo>
                    <a:pt x="996" y="426"/>
                  </a:lnTo>
                  <a:lnTo>
                    <a:pt x="1008" y="450"/>
                  </a:lnTo>
                  <a:lnTo>
                    <a:pt x="1032" y="450"/>
                  </a:lnTo>
                  <a:lnTo>
                    <a:pt x="1026" y="468"/>
                  </a:lnTo>
                  <a:lnTo>
                    <a:pt x="954" y="474"/>
                  </a:lnTo>
                  <a:lnTo>
                    <a:pt x="948" y="468"/>
                  </a:lnTo>
                  <a:lnTo>
                    <a:pt x="936" y="462"/>
                  </a:lnTo>
                  <a:lnTo>
                    <a:pt x="930" y="462"/>
                  </a:lnTo>
                  <a:lnTo>
                    <a:pt x="918" y="468"/>
                  </a:lnTo>
                  <a:lnTo>
                    <a:pt x="912" y="474"/>
                  </a:lnTo>
                  <a:lnTo>
                    <a:pt x="918" y="486"/>
                  </a:lnTo>
                  <a:lnTo>
                    <a:pt x="918" y="492"/>
                  </a:lnTo>
                  <a:lnTo>
                    <a:pt x="924" y="504"/>
                  </a:lnTo>
                  <a:lnTo>
                    <a:pt x="930" y="510"/>
                  </a:lnTo>
                  <a:lnTo>
                    <a:pt x="930" y="540"/>
                  </a:lnTo>
                  <a:lnTo>
                    <a:pt x="924" y="564"/>
                  </a:lnTo>
                  <a:lnTo>
                    <a:pt x="930" y="600"/>
                  </a:lnTo>
                  <a:lnTo>
                    <a:pt x="912" y="600"/>
                  </a:lnTo>
                  <a:lnTo>
                    <a:pt x="906" y="522"/>
                  </a:lnTo>
                  <a:lnTo>
                    <a:pt x="888" y="510"/>
                  </a:lnTo>
                  <a:lnTo>
                    <a:pt x="888" y="480"/>
                  </a:lnTo>
                  <a:lnTo>
                    <a:pt x="870" y="480"/>
                  </a:lnTo>
                  <a:lnTo>
                    <a:pt x="852" y="504"/>
                  </a:lnTo>
                  <a:lnTo>
                    <a:pt x="822" y="534"/>
                  </a:lnTo>
                  <a:lnTo>
                    <a:pt x="804" y="546"/>
                  </a:lnTo>
                  <a:lnTo>
                    <a:pt x="792" y="558"/>
                  </a:lnTo>
                  <a:lnTo>
                    <a:pt x="786" y="570"/>
                  </a:lnTo>
                  <a:lnTo>
                    <a:pt x="786" y="600"/>
                  </a:lnTo>
                  <a:lnTo>
                    <a:pt x="792" y="606"/>
                  </a:lnTo>
                  <a:lnTo>
                    <a:pt x="792" y="618"/>
                  </a:lnTo>
                  <a:lnTo>
                    <a:pt x="798" y="618"/>
                  </a:lnTo>
                  <a:lnTo>
                    <a:pt x="816" y="636"/>
                  </a:lnTo>
                  <a:lnTo>
                    <a:pt x="810" y="648"/>
                  </a:lnTo>
                  <a:lnTo>
                    <a:pt x="792" y="654"/>
                  </a:lnTo>
                  <a:lnTo>
                    <a:pt x="774" y="666"/>
                  </a:lnTo>
                  <a:lnTo>
                    <a:pt x="750" y="678"/>
                  </a:lnTo>
                  <a:lnTo>
                    <a:pt x="750" y="696"/>
                  </a:lnTo>
                  <a:lnTo>
                    <a:pt x="720" y="726"/>
                  </a:lnTo>
                  <a:lnTo>
                    <a:pt x="702" y="732"/>
                  </a:lnTo>
                  <a:lnTo>
                    <a:pt x="690" y="744"/>
                  </a:lnTo>
                  <a:lnTo>
                    <a:pt x="666" y="756"/>
                  </a:lnTo>
                  <a:lnTo>
                    <a:pt x="630" y="762"/>
                  </a:lnTo>
                  <a:lnTo>
                    <a:pt x="600" y="768"/>
                  </a:lnTo>
                  <a:lnTo>
                    <a:pt x="588" y="768"/>
                  </a:lnTo>
                  <a:lnTo>
                    <a:pt x="534" y="762"/>
                  </a:lnTo>
                  <a:lnTo>
                    <a:pt x="492" y="780"/>
                  </a:lnTo>
                  <a:lnTo>
                    <a:pt x="438" y="786"/>
                  </a:lnTo>
                  <a:lnTo>
                    <a:pt x="432" y="798"/>
                  </a:lnTo>
                  <a:lnTo>
                    <a:pt x="414" y="798"/>
                  </a:lnTo>
                  <a:lnTo>
                    <a:pt x="402" y="804"/>
                  </a:lnTo>
                  <a:lnTo>
                    <a:pt x="396" y="810"/>
                  </a:lnTo>
                  <a:lnTo>
                    <a:pt x="384" y="816"/>
                  </a:lnTo>
                  <a:lnTo>
                    <a:pt x="372" y="828"/>
                  </a:lnTo>
                  <a:lnTo>
                    <a:pt x="342" y="828"/>
                  </a:lnTo>
                  <a:lnTo>
                    <a:pt x="324" y="834"/>
                  </a:lnTo>
                  <a:lnTo>
                    <a:pt x="312" y="840"/>
                  </a:lnTo>
                  <a:lnTo>
                    <a:pt x="306" y="852"/>
                  </a:lnTo>
                  <a:lnTo>
                    <a:pt x="294" y="858"/>
                  </a:lnTo>
                  <a:lnTo>
                    <a:pt x="288" y="870"/>
                  </a:lnTo>
                  <a:lnTo>
                    <a:pt x="282" y="876"/>
                  </a:lnTo>
                  <a:lnTo>
                    <a:pt x="282" y="882"/>
                  </a:lnTo>
                  <a:lnTo>
                    <a:pt x="276" y="882"/>
                  </a:lnTo>
                  <a:lnTo>
                    <a:pt x="270" y="888"/>
                  </a:lnTo>
                  <a:lnTo>
                    <a:pt x="252" y="888"/>
                  </a:lnTo>
                  <a:lnTo>
                    <a:pt x="240" y="894"/>
                  </a:lnTo>
                  <a:lnTo>
                    <a:pt x="228" y="894"/>
                  </a:lnTo>
                  <a:lnTo>
                    <a:pt x="216" y="900"/>
                  </a:lnTo>
                  <a:lnTo>
                    <a:pt x="210" y="906"/>
                  </a:lnTo>
                  <a:lnTo>
                    <a:pt x="198" y="912"/>
                  </a:lnTo>
                  <a:lnTo>
                    <a:pt x="192" y="930"/>
                  </a:lnTo>
                  <a:lnTo>
                    <a:pt x="150" y="972"/>
                  </a:lnTo>
                  <a:lnTo>
                    <a:pt x="150" y="978"/>
                  </a:lnTo>
                  <a:lnTo>
                    <a:pt x="162" y="912"/>
                  </a:lnTo>
                  <a:lnTo>
                    <a:pt x="144" y="918"/>
                  </a:lnTo>
                  <a:lnTo>
                    <a:pt x="120" y="978"/>
                  </a:lnTo>
                  <a:lnTo>
                    <a:pt x="90" y="1038"/>
                  </a:lnTo>
                  <a:lnTo>
                    <a:pt x="90" y="1056"/>
                  </a:lnTo>
                  <a:lnTo>
                    <a:pt x="96" y="1062"/>
                  </a:lnTo>
                  <a:lnTo>
                    <a:pt x="108" y="1068"/>
                  </a:lnTo>
                  <a:lnTo>
                    <a:pt x="114" y="1068"/>
                  </a:lnTo>
                  <a:lnTo>
                    <a:pt x="108" y="1080"/>
                  </a:lnTo>
                  <a:lnTo>
                    <a:pt x="96" y="1086"/>
                  </a:lnTo>
                  <a:lnTo>
                    <a:pt x="90" y="1098"/>
                  </a:lnTo>
                  <a:lnTo>
                    <a:pt x="66" y="1122"/>
                  </a:lnTo>
                  <a:lnTo>
                    <a:pt x="66" y="1134"/>
                  </a:lnTo>
                  <a:lnTo>
                    <a:pt x="72" y="1152"/>
                  </a:lnTo>
                  <a:lnTo>
                    <a:pt x="72" y="1164"/>
                  </a:lnTo>
                  <a:lnTo>
                    <a:pt x="84" y="1188"/>
                  </a:lnTo>
                  <a:lnTo>
                    <a:pt x="84" y="1200"/>
                  </a:lnTo>
                  <a:lnTo>
                    <a:pt x="102" y="1236"/>
                  </a:lnTo>
                  <a:lnTo>
                    <a:pt x="108" y="1254"/>
                  </a:lnTo>
                  <a:lnTo>
                    <a:pt x="114" y="1266"/>
                  </a:lnTo>
                  <a:lnTo>
                    <a:pt x="114" y="1278"/>
                  </a:lnTo>
                  <a:lnTo>
                    <a:pt x="108" y="1278"/>
                  </a:lnTo>
                  <a:lnTo>
                    <a:pt x="96" y="1266"/>
                  </a:lnTo>
                  <a:lnTo>
                    <a:pt x="90" y="1254"/>
                  </a:lnTo>
                  <a:lnTo>
                    <a:pt x="72" y="1236"/>
                  </a:lnTo>
                  <a:lnTo>
                    <a:pt x="66" y="1224"/>
                  </a:lnTo>
                  <a:lnTo>
                    <a:pt x="48" y="1218"/>
                  </a:lnTo>
                  <a:lnTo>
                    <a:pt x="66" y="1266"/>
                  </a:lnTo>
                  <a:lnTo>
                    <a:pt x="30" y="1236"/>
                  </a:lnTo>
                  <a:lnTo>
                    <a:pt x="30" y="1290"/>
                  </a:lnTo>
                  <a:lnTo>
                    <a:pt x="60" y="1350"/>
                  </a:lnTo>
                  <a:lnTo>
                    <a:pt x="66" y="1356"/>
                  </a:lnTo>
                  <a:lnTo>
                    <a:pt x="66" y="1368"/>
                  </a:lnTo>
                  <a:lnTo>
                    <a:pt x="60" y="1374"/>
                  </a:lnTo>
                  <a:lnTo>
                    <a:pt x="54" y="1386"/>
                  </a:lnTo>
                  <a:lnTo>
                    <a:pt x="54" y="1398"/>
                  </a:lnTo>
                  <a:lnTo>
                    <a:pt x="48" y="1410"/>
                  </a:lnTo>
                  <a:lnTo>
                    <a:pt x="54" y="1416"/>
                  </a:lnTo>
                  <a:lnTo>
                    <a:pt x="60" y="1428"/>
                  </a:lnTo>
                  <a:lnTo>
                    <a:pt x="78" y="1446"/>
                  </a:lnTo>
                  <a:lnTo>
                    <a:pt x="84" y="1458"/>
                  </a:lnTo>
                  <a:lnTo>
                    <a:pt x="90" y="1464"/>
                  </a:lnTo>
                  <a:lnTo>
                    <a:pt x="96" y="1476"/>
                  </a:lnTo>
                  <a:lnTo>
                    <a:pt x="96" y="1506"/>
                  </a:lnTo>
                  <a:lnTo>
                    <a:pt x="90" y="1518"/>
                  </a:lnTo>
                  <a:lnTo>
                    <a:pt x="84" y="1524"/>
                  </a:lnTo>
                  <a:lnTo>
                    <a:pt x="90" y="1542"/>
                  </a:lnTo>
                  <a:lnTo>
                    <a:pt x="90" y="1554"/>
                  </a:lnTo>
                  <a:lnTo>
                    <a:pt x="96" y="1572"/>
                  </a:lnTo>
                  <a:lnTo>
                    <a:pt x="96" y="1590"/>
                  </a:lnTo>
                  <a:lnTo>
                    <a:pt x="102" y="1596"/>
                  </a:lnTo>
                  <a:lnTo>
                    <a:pt x="102" y="1602"/>
                  </a:lnTo>
                  <a:lnTo>
                    <a:pt x="96" y="1602"/>
                  </a:lnTo>
                  <a:lnTo>
                    <a:pt x="78" y="1620"/>
                  </a:lnTo>
                  <a:lnTo>
                    <a:pt x="84" y="1626"/>
                  </a:lnTo>
                  <a:lnTo>
                    <a:pt x="84" y="1638"/>
                  </a:lnTo>
                  <a:lnTo>
                    <a:pt x="90" y="1650"/>
                  </a:lnTo>
                  <a:lnTo>
                    <a:pt x="90" y="1662"/>
                  </a:lnTo>
                  <a:lnTo>
                    <a:pt x="96" y="1668"/>
                  </a:lnTo>
                  <a:lnTo>
                    <a:pt x="96" y="1674"/>
                  </a:lnTo>
                  <a:lnTo>
                    <a:pt x="102" y="1674"/>
                  </a:lnTo>
                  <a:lnTo>
                    <a:pt x="108" y="1680"/>
                  </a:lnTo>
                  <a:lnTo>
                    <a:pt x="126" y="1716"/>
                  </a:lnTo>
                  <a:lnTo>
                    <a:pt x="126" y="1728"/>
                  </a:lnTo>
                  <a:lnTo>
                    <a:pt x="108" y="1764"/>
                  </a:lnTo>
                  <a:lnTo>
                    <a:pt x="90" y="1782"/>
                  </a:lnTo>
                  <a:lnTo>
                    <a:pt x="90" y="1824"/>
                  </a:lnTo>
                  <a:lnTo>
                    <a:pt x="84" y="1842"/>
                  </a:lnTo>
                  <a:lnTo>
                    <a:pt x="60" y="1866"/>
                  </a:lnTo>
                  <a:lnTo>
                    <a:pt x="42" y="1866"/>
                  </a:lnTo>
                  <a:lnTo>
                    <a:pt x="30" y="1872"/>
                  </a:lnTo>
                  <a:lnTo>
                    <a:pt x="18" y="1866"/>
                  </a:lnTo>
                  <a:lnTo>
                    <a:pt x="6" y="1866"/>
                  </a:lnTo>
                  <a:lnTo>
                    <a:pt x="0" y="1920"/>
                  </a:lnTo>
                  <a:lnTo>
                    <a:pt x="12" y="1920"/>
                  </a:lnTo>
                  <a:lnTo>
                    <a:pt x="24" y="1926"/>
                  </a:lnTo>
                  <a:lnTo>
                    <a:pt x="42" y="1926"/>
                  </a:lnTo>
                  <a:lnTo>
                    <a:pt x="54" y="1932"/>
                  </a:lnTo>
                  <a:lnTo>
                    <a:pt x="72" y="1950"/>
                  </a:lnTo>
                  <a:lnTo>
                    <a:pt x="78" y="1962"/>
                  </a:lnTo>
                  <a:lnTo>
                    <a:pt x="108" y="1956"/>
                  </a:lnTo>
                  <a:lnTo>
                    <a:pt x="114" y="1968"/>
                  </a:lnTo>
                  <a:lnTo>
                    <a:pt x="138" y="1980"/>
                  </a:lnTo>
                  <a:lnTo>
                    <a:pt x="174" y="1980"/>
                  </a:lnTo>
                  <a:lnTo>
                    <a:pt x="210" y="1968"/>
                  </a:lnTo>
                  <a:lnTo>
                    <a:pt x="234" y="1968"/>
                  </a:lnTo>
                  <a:lnTo>
                    <a:pt x="234" y="1950"/>
                  </a:lnTo>
                  <a:lnTo>
                    <a:pt x="228" y="1944"/>
                  </a:lnTo>
                  <a:lnTo>
                    <a:pt x="264" y="1950"/>
                  </a:lnTo>
                  <a:lnTo>
                    <a:pt x="276" y="1932"/>
                  </a:lnTo>
                  <a:lnTo>
                    <a:pt x="318" y="1926"/>
                  </a:lnTo>
                  <a:lnTo>
                    <a:pt x="354" y="1890"/>
                  </a:lnTo>
                  <a:lnTo>
                    <a:pt x="366" y="1884"/>
                  </a:lnTo>
                  <a:lnTo>
                    <a:pt x="372" y="1884"/>
                  </a:lnTo>
                  <a:lnTo>
                    <a:pt x="420" y="1908"/>
                  </a:lnTo>
                  <a:lnTo>
                    <a:pt x="426" y="1902"/>
                  </a:lnTo>
                  <a:lnTo>
                    <a:pt x="474" y="1878"/>
                  </a:lnTo>
                  <a:lnTo>
                    <a:pt x="480" y="1872"/>
                  </a:lnTo>
                  <a:lnTo>
                    <a:pt x="486" y="1872"/>
                  </a:lnTo>
                  <a:lnTo>
                    <a:pt x="498" y="1878"/>
                  </a:lnTo>
                  <a:lnTo>
                    <a:pt x="504" y="1884"/>
                  </a:lnTo>
                  <a:lnTo>
                    <a:pt x="516" y="1884"/>
                  </a:lnTo>
                  <a:lnTo>
                    <a:pt x="528" y="1890"/>
                  </a:lnTo>
                  <a:lnTo>
                    <a:pt x="534" y="1890"/>
                  </a:lnTo>
                  <a:lnTo>
                    <a:pt x="552" y="1884"/>
                  </a:lnTo>
                  <a:lnTo>
                    <a:pt x="576" y="1872"/>
                  </a:lnTo>
                  <a:lnTo>
                    <a:pt x="582" y="1872"/>
                  </a:lnTo>
                  <a:lnTo>
                    <a:pt x="594" y="1878"/>
                  </a:lnTo>
                  <a:lnTo>
                    <a:pt x="606" y="1878"/>
                  </a:lnTo>
                  <a:lnTo>
                    <a:pt x="624" y="1884"/>
                  </a:lnTo>
                  <a:lnTo>
                    <a:pt x="636" y="1884"/>
                  </a:lnTo>
                  <a:lnTo>
                    <a:pt x="648" y="1878"/>
                  </a:lnTo>
                  <a:lnTo>
                    <a:pt x="654" y="1872"/>
                  </a:lnTo>
                  <a:lnTo>
                    <a:pt x="654" y="1848"/>
                  </a:lnTo>
                  <a:lnTo>
                    <a:pt x="666" y="1848"/>
                  </a:lnTo>
                  <a:lnTo>
                    <a:pt x="672" y="1842"/>
                  </a:lnTo>
                  <a:lnTo>
                    <a:pt x="678" y="1842"/>
                  </a:lnTo>
                  <a:lnTo>
                    <a:pt x="684" y="1836"/>
                  </a:lnTo>
                  <a:lnTo>
                    <a:pt x="690" y="1824"/>
                  </a:lnTo>
                  <a:lnTo>
                    <a:pt x="702" y="1788"/>
                  </a:lnTo>
                  <a:lnTo>
                    <a:pt x="714" y="1776"/>
                  </a:lnTo>
                  <a:lnTo>
                    <a:pt x="726" y="1770"/>
                  </a:lnTo>
                  <a:lnTo>
                    <a:pt x="744" y="1764"/>
                  </a:lnTo>
                  <a:lnTo>
                    <a:pt x="756" y="1764"/>
                  </a:lnTo>
                  <a:lnTo>
                    <a:pt x="774" y="1770"/>
                  </a:lnTo>
                  <a:lnTo>
                    <a:pt x="798" y="1770"/>
                  </a:lnTo>
                  <a:lnTo>
                    <a:pt x="822" y="1758"/>
                  </a:lnTo>
                  <a:lnTo>
                    <a:pt x="840" y="1752"/>
                  </a:lnTo>
                  <a:lnTo>
                    <a:pt x="858" y="1740"/>
                  </a:lnTo>
                  <a:lnTo>
                    <a:pt x="876" y="1734"/>
                  </a:lnTo>
                  <a:lnTo>
                    <a:pt x="912" y="1734"/>
                  </a:lnTo>
                  <a:lnTo>
                    <a:pt x="918" y="1740"/>
                  </a:lnTo>
                  <a:lnTo>
                    <a:pt x="930" y="1740"/>
                  </a:lnTo>
                  <a:lnTo>
                    <a:pt x="942" y="1746"/>
                  </a:lnTo>
                  <a:lnTo>
                    <a:pt x="972" y="1740"/>
                  </a:lnTo>
                  <a:lnTo>
                    <a:pt x="1044" y="1704"/>
                  </a:lnTo>
                  <a:lnTo>
                    <a:pt x="1074" y="1692"/>
                  </a:lnTo>
                  <a:lnTo>
                    <a:pt x="1098" y="1686"/>
                  </a:lnTo>
                  <a:lnTo>
                    <a:pt x="1140" y="1680"/>
                  </a:lnTo>
                  <a:lnTo>
                    <a:pt x="1176" y="1674"/>
                  </a:lnTo>
                  <a:lnTo>
                    <a:pt x="1224" y="1674"/>
                  </a:lnTo>
                  <a:lnTo>
                    <a:pt x="1236" y="1662"/>
                  </a:lnTo>
                  <a:lnTo>
                    <a:pt x="1254" y="1680"/>
                  </a:lnTo>
                  <a:lnTo>
                    <a:pt x="1266" y="1686"/>
                  </a:lnTo>
                  <a:lnTo>
                    <a:pt x="1278" y="1698"/>
                  </a:lnTo>
                  <a:lnTo>
                    <a:pt x="1302" y="1710"/>
                  </a:lnTo>
                  <a:lnTo>
                    <a:pt x="1320" y="1716"/>
                  </a:lnTo>
                  <a:lnTo>
                    <a:pt x="1332" y="1716"/>
                  </a:lnTo>
                  <a:lnTo>
                    <a:pt x="1338" y="1710"/>
                  </a:lnTo>
                  <a:lnTo>
                    <a:pt x="1338" y="1716"/>
                  </a:lnTo>
                  <a:lnTo>
                    <a:pt x="1344" y="1722"/>
                  </a:lnTo>
                  <a:lnTo>
                    <a:pt x="1350" y="1734"/>
                  </a:lnTo>
                  <a:lnTo>
                    <a:pt x="1356" y="1740"/>
                  </a:lnTo>
                  <a:lnTo>
                    <a:pt x="1374" y="1740"/>
                  </a:lnTo>
                  <a:lnTo>
                    <a:pt x="1380" y="1734"/>
                  </a:lnTo>
                  <a:lnTo>
                    <a:pt x="1380" y="1752"/>
                  </a:lnTo>
                  <a:lnTo>
                    <a:pt x="1392" y="1752"/>
                  </a:lnTo>
                  <a:lnTo>
                    <a:pt x="1398" y="1758"/>
                  </a:lnTo>
                  <a:lnTo>
                    <a:pt x="1398" y="1770"/>
                  </a:lnTo>
                  <a:lnTo>
                    <a:pt x="1386" y="1794"/>
                  </a:lnTo>
                  <a:lnTo>
                    <a:pt x="1380" y="1800"/>
                  </a:lnTo>
                  <a:lnTo>
                    <a:pt x="1374" y="1812"/>
                  </a:lnTo>
                  <a:lnTo>
                    <a:pt x="1392" y="1842"/>
                  </a:lnTo>
                  <a:lnTo>
                    <a:pt x="1410" y="1830"/>
                  </a:lnTo>
                  <a:lnTo>
                    <a:pt x="1428" y="1866"/>
                  </a:lnTo>
                  <a:lnTo>
                    <a:pt x="1428" y="1872"/>
                  </a:lnTo>
                  <a:lnTo>
                    <a:pt x="1434" y="1878"/>
                  </a:lnTo>
                  <a:lnTo>
                    <a:pt x="1434" y="1902"/>
                  </a:lnTo>
                  <a:lnTo>
                    <a:pt x="1440" y="1914"/>
                  </a:lnTo>
                  <a:lnTo>
                    <a:pt x="1440" y="1926"/>
                  </a:lnTo>
                  <a:lnTo>
                    <a:pt x="1422" y="1926"/>
                  </a:lnTo>
                  <a:lnTo>
                    <a:pt x="1410" y="1920"/>
                  </a:lnTo>
                  <a:lnTo>
                    <a:pt x="1404" y="1920"/>
                  </a:lnTo>
                  <a:lnTo>
                    <a:pt x="1410" y="1956"/>
                  </a:lnTo>
                  <a:lnTo>
                    <a:pt x="1446" y="1956"/>
                  </a:lnTo>
                  <a:lnTo>
                    <a:pt x="1452" y="1962"/>
                  </a:lnTo>
                  <a:lnTo>
                    <a:pt x="1452" y="1968"/>
                  </a:lnTo>
                  <a:lnTo>
                    <a:pt x="1470" y="1968"/>
                  </a:lnTo>
                  <a:lnTo>
                    <a:pt x="1470" y="1956"/>
                  </a:lnTo>
                  <a:lnTo>
                    <a:pt x="1464" y="1938"/>
                  </a:lnTo>
                  <a:lnTo>
                    <a:pt x="1464" y="1926"/>
                  </a:lnTo>
                  <a:lnTo>
                    <a:pt x="1470" y="1914"/>
                  </a:lnTo>
                  <a:lnTo>
                    <a:pt x="1476" y="1908"/>
                  </a:lnTo>
                  <a:lnTo>
                    <a:pt x="1500" y="1896"/>
                  </a:lnTo>
                  <a:lnTo>
                    <a:pt x="1512" y="1896"/>
                  </a:lnTo>
                  <a:lnTo>
                    <a:pt x="1518" y="1890"/>
                  </a:lnTo>
                  <a:lnTo>
                    <a:pt x="1530" y="1884"/>
                  </a:lnTo>
                  <a:lnTo>
                    <a:pt x="1542" y="1872"/>
                  </a:lnTo>
                  <a:lnTo>
                    <a:pt x="1548" y="1860"/>
                  </a:lnTo>
                  <a:lnTo>
                    <a:pt x="1566" y="1842"/>
                  </a:lnTo>
                  <a:lnTo>
                    <a:pt x="1566" y="1836"/>
                  </a:lnTo>
                  <a:lnTo>
                    <a:pt x="1590" y="1842"/>
                  </a:lnTo>
                  <a:lnTo>
                    <a:pt x="1608" y="1788"/>
                  </a:lnTo>
                  <a:lnTo>
                    <a:pt x="1638" y="1788"/>
                  </a:lnTo>
                  <a:lnTo>
                    <a:pt x="1650" y="1782"/>
                  </a:lnTo>
                  <a:lnTo>
                    <a:pt x="1662" y="1770"/>
                  </a:lnTo>
                  <a:lnTo>
                    <a:pt x="1668" y="1752"/>
                  </a:lnTo>
                  <a:lnTo>
                    <a:pt x="1668" y="1740"/>
                  </a:lnTo>
                  <a:lnTo>
                    <a:pt x="1668" y="1746"/>
                  </a:lnTo>
                  <a:lnTo>
                    <a:pt x="1674" y="1752"/>
                  </a:lnTo>
                  <a:lnTo>
                    <a:pt x="1674" y="1764"/>
                  </a:lnTo>
                  <a:lnTo>
                    <a:pt x="1680" y="1776"/>
                  </a:lnTo>
                  <a:lnTo>
                    <a:pt x="1680" y="1782"/>
                  </a:lnTo>
                  <a:lnTo>
                    <a:pt x="1668" y="1794"/>
                  </a:lnTo>
                  <a:lnTo>
                    <a:pt x="1662" y="1806"/>
                  </a:lnTo>
                  <a:lnTo>
                    <a:pt x="1650" y="1812"/>
                  </a:lnTo>
                  <a:lnTo>
                    <a:pt x="1644" y="1818"/>
                  </a:lnTo>
                  <a:lnTo>
                    <a:pt x="1620" y="1818"/>
                  </a:lnTo>
                  <a:lnTo>
                    <a:pt x="1614" y="1830"/>
                  </a:lnTo>
                  <a:lnTo>
                    <a:pt x="1632" y="1866"/>
                  </a:lnTo>
                  <a:lnTo>
                    <a:pt x="1620" y="1866"/>
                  </a:lnTo>
                  <a:lnTo>
                    <a:pt x="1614" y="1872"/>
                  </a:lnTo>
                  <a:lnTo>
                    <a:pt x="1602" y="1878"/>
                  </a:lnTo>
                  <a:lnTo>
                    <a:pt x="1566" y="1914"/>
                  </a:lnTo>
                  <a:lnTo>
                    <a:pt x="1566" y="1926"/>
                  </a:lnTo>
                  <a:lnTo>
                    <a:pt x="1560" y="1932"/>
                  </a:lnTo>
                  <a:lnTo>
                    <a:pt x="1554" y="1944"/>
                  </a:lnTo>
                  <a:lnTo>
                    <a:pt x="1542" y="1956"/>
                  </a:lnTo>
                  <a:lnTo>
                    <a:pt x="1518" y="1968"/>
                  </a:lnTo>
                  <a:lnTo>
                    <a:pt x="1512" y="1974"/>
                  </a:lnTo>
                  <a:lnTo>
                    <a:pt x="1512" y="1980"/>
                  </a:lnTo>
                  <a:lnTo>
                    <a:pt x="1518" y="1986"/>
                  </a:lnTo>
                  <a:lnTo>
                    <a:pt x="1548" y="1986"/>
                  </a:lnTo>
                  <a:lnTo>
                    <a:pt x="1560" y="1980"/>
                  </a:lnTo>
                  <a:lnTo>
                    <a:pt x="1572" y="1980"/>
                  </a:lnTo>
                  <a:lnTo>
                    <a:pt x="1584" y="1968"/>
                  </a:lnTo>
                  <a:lnTo>
                    <a:pt x="1602" y="1932"/>
                  </a:lnTo>
                  <a:lnTo>
                    <a:pt x="1608" y="1926"/>
                  </a:lnTo>
                  <a:lnTo>
                    <a:pt x="1614" y="1914"/>
                  </a:lnTo>
                  <a:lnTo>
                    <a:pt x="1626" y="1908"/>
                  </a:lnTo>
                  <a:lnTo>
                    <a:pt x="1632" y="1902"/>
                  </a:lnTo>
                  <a:lnTo>
                    <a:pt x="1632" y="1920"/>
                  </a:lnTo>
                  <a:lnTo>
                    <a:pt x="1638" y="1932"/>
                  </a:lnTo>
                  <a:lnTo>
                    <a:pt x="1638" y="1956"/>
                  </a:lnTo>
                  <a:lnTo>
                    <a:pt x="1626" y="1968"/>
                  </a:lnTo>
                  <a:lnTo>
                    <a:pt x="1614" y="1974"/>
                  </a:lnTo>
                  <a:lnTo>
                    <a:pt x="1602" y="1986"/>
                  </a:lnTo>
                  <a:lnTo>
                    <a:pt x="1602" y="2004"/>
                  </a:lnTo>
                  <a:lnTo>
                    <a:pt x="1608" y="2010"/>
                  </a:lnTo>
                  <a:lnTo>
                    <a:pt x="1614" y="2010"/>
                  </a:lnTo>
                  <a:lnTo>
                    <a:pt x="1632" y="2016"/>
                  </a:lnTo>
                  <a:lnTo>
                    <a:pt x="1662" y="2016"/>
                  </a:lnTo>
                  <a:lnTo>
                    <a:pt x="1668" y="2028"/>
                  </a:lnTo>
                  <a:lnTo>
                    <a:pt x="1644" y="2052"/>
                  </a:lnTo>
                  <a:lnTo>
                    <a:pt x="1644" y="2058"/>
                  </a:lnTo>
                  <a:lnTo>
                    <a:pt x="1650" y="2064"/>
                  </a:lnTo>
                  <a:lnTo>
                    <a:pt x="1668" y="2100"/>
                  </a:lnTo>
                  <a:lnTo>
                    <a:pt x="1674" y="2106"/>
                  </a:lnTo>
                  <a:lnTo>
                    <a:pt x="1674" y="2118"/>
                  </a:lnTo>
                  <a:lnTo>
                    <a:pt x="1626" y="2166"/>
                  </a:lnTo>
                  <a:lnTo>
                    <a:pt x="1626" y="2178"/>
                  </a:lnTo>
                  <a:lnTo>
                    <a:pt x="1638" y="2190"/>
                  </a:lnTo>
                  <a:lnTo>
                    <a:pt x="1644" y="2202"/>
                  </a:lnTo>
                  <a:lnTo>
                    <a:pt x="1668" y="2214"/>
                  </a:lnTo>
                  <a:lnTo>
                    <a:pt x="1680" y="2226"/>
                  </a:lnTo>
                  <a:lnTo>
                    <a:pt x="1692" y="2232"/>
                  </a:lnTo>
                  <a:lnTo>
                    <a:pt x="1716" y="2256"/>
                  </a:lnTo>
                  <a:lnTo>
                    <a:pt x="1728" y="2262"/>
                  </a:lnTo>
                  <a:lnTo>
                    <a:pt x="1800" y="2262"/>
                  </a:lnTo>
                  <a:lnTo>
                    <a:pt x="1824" y="2286"/>
                  </a:lnTo>
                  <a:lnTo>
                    <a:pt x="1842" y="2292"/>
                  </a:lnTo>
                  <a:lnTo>
                    <a:pt x="1872" y="2286"/>
                  </a:lnTo>
                  <a:lnTo>
                    <a:pt x="1902" y="2274"/>
                  </a:lnTo>
                  <a:lnTo>
                    <a:pt x="1932" y="2256"/>
                  </a:lnTo>
                  <a:lnTo>
                    <a:pt x="1944" y="2250"/>
                  </a:lnTo>
                  <a:lnTo>
                    <a:pt x="1944" y="2226"/>
                  </a:lnTo>
                  <a:lnTo>
                    <a:pt x="1956" y="2214"/>
                  </a:lnTo>
                  <a:lnTo>
                    <a:pt x="1962" y="2214"/>
                  </a:lnTo>
                  <a:lnTo>
                    <a:pt x="1974" y="2226"/>
                  </a:lnTo>
                  <a:lnTo>
                    <a:pt x="1974" y="2256"/>
                  </a:lnTo>
                  <a:lnTo>
                    <a:pt x="1992" y="2256"/>
                  </a:lnTo>
                  <a:lnTo>
                    <a:pt x="1980" y="2280"/>
                  </a:lnTo>
                  <a:lnTo>
                    <a:pt x="1998" y="2280"/>
                  </a:lnTo>
                  <a:lnTo>
                    <a:pt x="1998" y="2292"/>
                  </a:lnTo>
                  <a:lnTo>
                    <a:pt x="2004" y="2298"/>
                  </a:lnTo>
                  <a:lnTo>
                    <a:pt x="2010" y="2310"/>
                  </a:lnTo>
                  <a:lnTo>
                    <a:pt x="2016" y="2316"/>
                  </a:lnTo>
                  <a:lnTo>
                    <a:pt x="2028" y="2316"/>
                  </a:lnTo>
                  <a:lnTo>
                    <a:pt x="2040" y="2304"/>
                  </a:lnTo>
                  <a:lnTo>
                    <a:pt x="2046" y="2304"/>
                  </a:lnTo>
                  <a:lnTo>
                    <a:pt x="2052" y="2298"/>
                  </a:lnTo>
                  <a:lnTo>
                    <a:pt x="2070" y="2292"/>
                  </a:lnTo>
                  <a:lnTo>
                    <a:pt x="2082" y="2286"/>
                  </a:lnTo>
                  <a:lnTo>
                    <a:pt x="2088" y="2280"/>
                  </a:lnTo>
                  <a:lnTo>
                    <a:pt x="2100" y="2274"/>
                  </a:lnTo>
                  <a:lnTo>
                    <a:pt x="2124" y="2250"/>
                  </a:lnTo>
                  <a:lnTo>
                    <a:pt x="2136" y="2244"/>
                  </a:lnTo>
                  <a:lnTo>
                    <a:pt x="2148" y="2232"/>
                  </a:lnTo>
                  <a:lnTo>
                    <a:pt x="2160" y="2226"/>
                  </a:lnTo>
                  <a:lnTo>
                    <a:pt x="2154" y="2214"/>
                  </a:lnTo>
                  <a:lnTo>
                    <a:pt x="2190" y="2202"/>
                  </a:lnTo>
                  <a:lnTo>
                    <a:pt x="2202" y="2214"/>
                  </a:lnTo>
                  <a:lnTo>
                    <a:pt x="2220" y="2214"/>
                  </a:lnTo>
                  <a:lnTo>
                    <a:pt x="2256" y="2208"/>
                  </a:lnTo>
                  <a:lnTo>
                    <a:pt x="2298" y="2196"/>
                  </a:lnTo>
                  <a:lnTo>
                    <a:pt x="2316" y="2178"/>
                  </a:lnTo>
                  <a:lnTo>
                    <a:pt x="2328" y="2148"/>
                  </a:lnTo>
                  <a:lnTo>
                    <a:pt x="2334" y="2118"/>
                  </a:lnTo>
                  <a:lnTo>
                    <a:pt x="2340" y="2100"/>
                  </a:lnTo>
                  <a:lnTo>
                    <a:pt x="2346" y="2088"/>
                  </a:lnTo>
                  <a:lnTo>
                    <a:pt x="2376" y="2058"/>
                  </a:lnTo>
                  <a:lnTo>
                    <a:pt x="2382" y="2058"/>
                  </a:lnTo>
                  <a:lnTo>
                    <a:pt x="2382" y="2034"/>
                  </a:lnTo>
                  <a:lnTo>
                    <a:pt x="2388" y="2034"/>
                  </a:lnTo>
                  <a:lnTo>
                    <a:pt x="2394" y="2028"/>
                  </a:lnTo>
                  <a:lnTo>
                    <a:pt x="2406" y="2022"/>
                  </a:lnTo>
                  <a:lnTo>
                    <a:pt x="2418" y="2010"/>
                  </a:lnTo>
                  <a:lnTo>
                    <a:pt x="2424" y="1998"/>
                  </a:lnTo>
                  <a:lnTo>
                    <a:pt x="2442" y="1980"/>
                  </a:lnTo>
                  <a:lnTo>
                    <a:pt x="2442" y="1956"/>
                  </a:lnTo>
                  <a:lnTo>
                    <a:pt x="2448" y="1944"/>
                  </a:lnTo>
                  <a:lnTo>
                    <a:pt x="2454" y="1926"/>
                  </a:lnTo>
                  <a:lnTo>
                    <a:pt x="2460" y="1914"/>
                  </a:lnTo>
                  <a:lnTo>
                    <a:pt x="2490" y="1884"/>
                  </a:lnTo>
                  <a:lnTo>
                    <a:pt x="2502" y="1866"/>
                  </a:lnTo>
                  <a:lnTo>
                    <a:pt x="2526" y="1842"/>
                  </a:lnTo>
                  <a:lnTo>
                    <a:pt x="2538" y="1836"/>
                  </a:lnTo>
                  <a:lnTo>
                    <a:pt x="2550" y="1824"/>
                  </a:lnTo>
                  <a:lnTo>
                    <a:pt x="2556" y="1812"/>
                  </a:lnTo>
                  <a:lnTo>
                    <a:pt x="2556" y="1800"/>
                  </a:lnTo>
                  <a:lnTo>
                    <a:pt x="2562" y="1788"/>
                  </a:lnTo>
                  <a:lnTo>
                    <a:pt x="2562" y="1782"/>
                  </a:lnTo>
                  <a:lnTo>
                    <a:pt x="2586" y="1782"/>
                  </a:lnTo>
                  <a:lnTo>
                    <a:pt x="2610" y="1770"/>
                  </a:lnTo>
                  <a:lnTo>
                    <a:pt x="2622" y="1752"/>
                  </a:lnTo>
                  <a:lnTo>
                    <a:pt x="2646" y="1728"/>
                  </a:lnTo>
                  <a:lnTo>
                    <a:pt x="2670" y="1698"/>
                  </a:lnTo>
                  <a:lnTo>
                    <a:pt x="2688" y="1674"/>
                  </a:lnTo>
                  <a:lnTo>
                    <a:pt x="2700" y="1662"/>
                  </a:lnTo>
                  <a:lnTo>
                    <a:pt x="2700" y="1656"/>
                  </a:lnTo>
                  <a:lnTo>
                    <a:pt x="2706" y="1638"/>
                  </a:lnTo>
                  <a:lnTo>
                    <a:pt x="2706" y="1614"/>
                  </a:lnTo>
                  <a:lnTo>
                    <a:pt x="2712" y="1596"/>
                  </a:lnTo>
                  <a:lnTo>
                    <a:pt x="2718" y="1590"/>
                  </a:lnTo>
                  <a:lnTo>
                    <a:pt x="2730" y="1572"/>
                  </a:lnTo>
                  <a:lnTo>
                    <a:pt x="2754" y="1542"/>
                  </a:lnTo>
                  <a:lnTo>
                    <a:pt x="2772" y="1494"/>
                  </a:lnTo>
                  <a:lnTo>
                    <a:pt x="2796" y="1458"/>
                  </a:lnTo>
                  <a:lnTo>
                    <a:pt x="2808" y="1428"/>
                  </a:lnTo>
                  <a:lnTo>
                    <a:pt x="2814" y="1416"/>
                  </a:lnTo>
                  <a:lnTo>
                    <a:pt x="2814" y="1386"/>
                  </a:lnTo>
                  <a:lnTo>
                    <a:pt x="2802" y="1362"/>
                  </a:lnTo>
                  <a:lnTo>
                    <a:pt x="2820" y="1308"/>
                  </a:lnTo>
                  <a:lnTo>
                    <a:pt x="2832" y="1290"/>
                  </a:lnTo>
                  <a:lnTo>
                    <a:pt x="2838" y="1266"/>
                  </a:lnTo>
                  <a:lnTo>
                    <a:pt x="2838" y="1224"/>
                  </a:lnTo>
                  <a:lnTo>
                    <a:pt x="2832" y="1194"/>
                  </a:lnTo>
                  <a:lnTo>
                    <a:pt x="2832" y="1176"/>
                  </a:lnTo>
                  <a:lnTo>
                    <a:pt x="2802" y="1164"/>
                  </a:lnTo>
                  <a:close/>
                  <a:moveTo>
                    <a:pt x="2016" y="2436"/>
                  </a:moveTo>
                  <a:lnTo>
                    <a:pt x="2022" y="2442"/>
                  </a:lnTo>
                  <a:lnTo>
                    <a:pt x="2028" y="2442"/>
                  </a:lnTo>
                  <a:lnTo>
                    <a:pt x="2040" y="2436"/>
                  </a:lnTo>
                  <a:lnTo>
                    <a:pt x="2046" y="2430"/>
                  </a:lnTo>
                  <a:lnTo>
                    <a:pt x="2034" y="2418"/>
                  </a:lnTo>
                  <a:lnTo>
                    <a:pt x="2016" y="2436"/>
                  </a:lnTo>
                  <a:close/>
                  <a:moveTo>
                    <a:pt x="1992" y="2454"/>
                  </a:moveTo>
                  <a:lnTo>
                    <a:pt x="1974" y="2454"/>
                  </a:lnTo>
                  <a:lnTo>
                    <a:pt x="1962" y="2466"/>
                  </a:lnTo>
                  <a:lnTo>
                    <a:pt x="1962" y="2472"/>
                  </a:lnTo>
                  <a:lnTo>
                    <a:pt x="1962" y="2460"/>
                  </a:lnTo>
                  <a:lnTo>
                    <a:pt x="1938" y="2460"/>
                  </a:lnTo>
                  <a:lnTo>
                    <a:pt x="1926" y="2466"/>
                  </a:lnTo>
                  <a:lnTo>
                    <a:pt x="1914" y="2466"/>
                  </a:lnTo>
                  <a:lnTo>
                    <a:pt x="1908" y="2478"/>
                  </a:lnTo>
                  <a:lnTo>
                    <a:pt x="1890" y="2460"/>
                  </a:lnTo>
                  <a:lnTo>
                    <a:pt x="1854" y="2460"/>
                  </a:lnTo>
                  <a:lnTo>
                    <a:pt x="1830" y="2430"/>
                  </a:lnTo>
                  <a:lnTo>
                    <a:pt x="1824" y="2436"/>
                  </a:lnTo>
                  <a:lnTo>
                    <a:pt x="1818" y="2436"/>
                  </a:lnTo>
                  <a:lnTo>
                    <a:pt x="1812" y="2442"/>
                  </a:lnTo>
                  <a:lnTo>
                    <a:pt x="1806" y="2442"/>
                  </a:lnTo>
                  <a:lnTo>
                    <a:pt x="1776" y="2412"/>
                  </a:lnTo>
                  <a:lnTo>
                    <a:pt x="1776" y="2424"/>
                  </a:lnTo>
                  <a:lnTo>
                    <a:pt x="1782" y="2448"/>
                  </a:lnTo>
                  <a:lnTo>
                    <a:pt x="1782" y="2472"/>
                  </a:lnTo>
                  <a:lnTo>
                    <a:pt x="1776" y="2478"/>
                  </a:lnTo>
                  <a:lnTo>
                    <a:pt x="1776" y="2484"/>
                  </a:lnTo>
                  <a:lnTo>
                    <a:pt x="1770" y="2490"/>
                  </a:lnTo>
                  <a:lnTo>
                    <a:pt x="1770" y="2502"/>
                  </a:lnTo>
                  <a:lnTo>
                    <a:pt x="1776" y="2514"/>
                  </a:lnTo>
                  <a:lnTo>
                    <a:pt x="1776" y="2532"/>
                  </a:lnTo>
                  <a:lnTo>
                    <a:pt x="1764" y="2538"/>
                  </a:lnTo>
                  <a:lnTo>
                    <a:pt x="1758" y="2544"/>
                  </a:lnTo>
                  <a:lnTo>
                    <a:pt x="1752" y="2544"/>
                  </a:lnTo>
                  <a:lnTo>
                    <a:pt x="1740" y="2532"/>
                  </a:lnTo>
                  <a:lnTo>
                    <a:pt x="1740" y="2538"/>
                  </a:lnTo>
                  <a:lnTo>
                    <a:pt x="1734" y="2544"/>
                  </a:lnTo>
                  <a:lnTo>
                    <a:pt x="1734" y="2556"/>
                  </a:lnTo>
                  <a:lnTo>
                    <a:pt x="1728" y="2574"/>
                  </a:lnTo>
                  <a:lnTo>
                    <a:pt x="1728" y="2586"/>
                  </a:lnTo>
                  <a:lnTo>
                    <a:pt x="1740" y="2610"/>
                  </a:lnTo>
                  <a:lnTo>
                    <a:pt x="1740" y="2616"/>
                  </a:lnTo>
                  <a:lnTo>
                    <a:pt x="1746" y="2628"/>
                  </a:lnTo>
                  <a:lnTo>
                    <a:pt x="1770" y="2628"/>
                  </a:lnTo>
                  <a:lnTo>
                    <a:pt x="1752" y="2640"/>
                  </a:lnTo>
                  <a:lnTo>
                    <a:pt x="1758" y="2664"/>
                  </a:lnTo>
                  <a:lnTo>
                    <a:pt x="1770" y="2658"/>
                  </a:lnTo>
                  <a:lnTo>
                    <a:pt x="1776" y="2658"/>
                  </a:lnTo>
                  <a:lnTo>
                    <a:pt x="1782" y="2652"/>
                  </a:lnTo>
                  <a:lnTo>
                    <a:pt x="1794" y="2652"/>
                  </a:lnTo>
                  <a:lnTo>
                    <a:pt x="1800" y="2658"/>
                  </a:lnTo>
                  <a:lnTo>
                    <a:pt x="1818" y="2658"/>
                  </a:lnTo>
                  <a:lnTo>
                    <a:pt x="1830" y="2652"/>
                  </a:lnTo>
                  <a:lnTo>
                    <a:pt x="1836" y="2646"/>
                  </a:lnTo>
                  <a:lnTo>
                    <a:pt x="1842" y="2634"/>
                  </a:lnTo>
                  <a:lnTo>
                    <a:pt x="1854" y="2634"/>
                  </a:lnTo>
                  <a:lnTo>
                    <a:pt x="1860" y="2640"/>
                  </a:lnTo>
                  <a:lnTo>
                    <a:pt x="1860" y="2646"/>
                  </a:lnTo>
                  <a:lnTo>
                    <a:pt x="1848" y="2658"/>
                  </a:lnTo>
                  <a:lnTo>
                    <a:pt x="1866" y="2664"/>
                  </a:lnTo>
                  <a:lnTo>
                    <a:pt x="1884" y="2646"/>
                  </a:lnTo>
                  <a:lnTo>
                    <a:pt x="1890" y="2634"/>
                  </a:lnTo>
                  <a:lnTo>
                    <a:pt x="1902" y="2628"/>
                  </a:lnTo>
                  <a:lnTo>
                    <a:pt x="1908" y="2616"/>
                  </a:lnTo>
                  <a:lnTo>
                    <a:pt x="1920" y="2604"/>
                  </a:lnTo>
                  <a:lnTo>
                    <a:pt x="1914" y="2604"/>
                  </a:lnTo>
                  <a:lnTo>
                    <a:pt x="1902" y="2592"/>
                  </a:lnTo>
                  <a:lnTo>
                    <a:pt x="1920" y="2562"/>
                  </a:lnTo>
                  <a:lnTo>
                    <a:pt x="1950" y="2562"/>
                  </a:lnTo>
                  <a:lnTo>
                    <a:pt x="1962" y="2538"/>
                  </a:lnTo>
                  <a:lnTo>
                    <a:pt x="1962" y="2514"/>
                  </a:lnTo>
                  <a:lnTo>
                    <a:pt x="1968" y="2502"/>
                  </a:lnTo>
                  <a:lnTo>
                    <a:pt x="1980" y="2496"/>
                  </a:lnTo>
                  <a:lnTo>
                    <a:pt x="1986" y="2484"/>
                  </a:lnTo>
                  <a:lnTo>
                    <a:pt x="1992" y="2478"/>
                  </a:lnTo>
                  <a:lnTo>
                    <a:pt x="1998" y="2466"/>
                  </a:lnTo>
                  <a:lnTo>
                    <a:pt x="1998" y="2460"/>
                  </a:lnTo>
                  <a:lnTo>
                    <a:pt x="1992" y="2454"/>
                  </a:lnTo>
                  <a:close/>
                  <a:moveTo>
                    <a:pt x="1902" y="246"/>
                  </a:moveTo>
                  <a:lnTo>
                    <a:pt x="1890" y="258"/>
                  </a:lnTo>
                  <a:lnTo>
                    <a:pt x="1890" y="270"/>
                  </a:lnTo>
                  <a:lnTo>
                    <a:pt x="1884" y="282"/>
                  </a:lnTo>
                  <a:lnTo>
                    <a:pt x="1884" y="294"/>
                  </a:lnTo>
                  <a:lnTo>
                    <a:pt x="1896" y="300"/>
                  </a:lnTo>
                  <a:lnTo>
                    <a:pt x="1920" y="300"/>
                  </a:lnTo>
                  <a:lnTo>
                    <a:pt x="1926" y="294"/>
                  </a:lnTo>
                  <a:lnTo>
                    <a:pt x="1932" y="294"/>
                  </a:lnTo>
                  <a:lnTo>
                    <a:pt x="1926" y="282"/>
                  </a:lnTo>
                  <a:lnTo>
                    <a:pt x="1932" y="252"/>
                  </a:lnTo>
                  <a:lnTo>
                    <a:pt x="1920" y="252"/>
                  </a:lnTo>
                  <a:lnTo>
                    <a:pt x="1908" y="246"/>
                  </a:lnTo>
                  <a:lnTo>
                    <a:pt x="1902" y="246"/>
                  </a:lnTo>
                  <a:close/>
                  <a:moveTo>
                    <a:pt x="1770" y="2334"/>
                  </a:moveTo>
                  <a:lnTo>
                    <a:pt x="1758" y="2376"/>
                  </a:lnTo>
                  <a:lnTo>
                    <a:pt x="1812" y="2328"/>
                  </a:lnTo>
                  <a:lnTo>
                    <a:pt x="1770" y="2334"/>
                  </a:lnTo>
                  <a:close/>
                  <a:moveTo>
                    <a:pt x="2034" y="2400"/>
                  </a:moveTo>
                  <a:lnTo>
                    <a:pt x="2016" y="2358"/>
                  </a:lnTo>
                  <a:lnTo>
                    <a:pt x="1998" y="2376"/>
                  </a:lnTo>
                  <a:lnTo>
                    <a:pt x="1998" y="2394"/>
                  </a:lnTo>
                  <a:lnTo>
                    <a:pt x="2010" y="2406"/>
                  </a:lnTo>
                  <a:lnTo>
                    <a:pt x="2028" y="2406"/>
                  </a:lnTo>
                  <a:lnTo>
                    <a:pt x="2034" y="240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61" name="Armenia" descr="© INSCALE GmbH, 05.05.2010&#10;http://www.presentationload.com/">
              <a:extLst>
                <a:ext uri="{FF2B5EF4-FFF2-40B4-BE49-F238E27FC236}">
                  <a16:creationId xmlns:a16="http://schemas.microsoft.com/office/drawing/2014/main" id="{8FFF5034-D525-4EAA-AA94-C292C96FDB8D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689666" y="1907659"/>
              <a:ext cx="73668" cy="69360"/>
            </a:xfrm>
            <a:custGeom>
              <a:avLst/>
              <a:gdLst>
                <a:gd name="T0" fmla="*/ 2147483647 w 222"/>
                <a:gd name="T1" fmla="*/ 2147483647 h 210"/>
                <a:gd name="T2" fmla="*/ 2147483647 w 222"/>
                <a:gd name="T3" fmla="*/ 2147483647 h 210"/>
                <a:gd name="T4" fmla="*/ 2147483647 w 222"/>
                <a:gd name="T5" fmla="*/ 2147483647 h 210"/>
                <a:gd name="T6" fmla="*/ 2147483647 w 222"/>
                <a:gd name="T7" fmla="*/ 2147483647 h 210"/>
                <a:gd name="T8" fmla="*/ 2147483647 w 222"/>
                <a:gd name="T9" fmla="*/ 2147483647 h 210"/>
                <a:gd name="T10" fmla="*/ 2147483647 w 222"/>
                <a:gd name="T11" fmla="*/ 2147483647 h 210"/>
                <a:gd name="T12" fmla="*/ 2147483647 w 222"/>
                <a:gd name="T13" fmla="*/ 2147483647 h 210"/>
                <a:gd name="T14" fmla="*/ 2147483647 w 222"/>
                <a:gd name="T15" fmla="*/ 2147483647 h 210"/>
                <a:gd name="T16" fmla="*/ 2147483647 w 222"/>
                <a:gd name="T17" fmla="*/ 2147483647 h 210"/>
                <a:gd name="T18" fmla="*/ 2147483647 w 222"/>
                <a:gd name="T19" fmla="*/ 2147483647 h 210"/>
                <a:gd name="T20" fmla="*/ 2147483647 w 222"/>
                <a:gd name="T21" fmla="*/ 2147483647 h 210"/>
                <a:gd name="T22" fmla="*/ 2147483647 w 222"/>
                <a:gd name="T23" fmla="*/ 2147483647 h 210"/>
                <a:gd name="T24" fmla="*/ 2147483647 w 222"/>
                <a:gd name="T25" fmla="*/ 2147483647 h 210"/>
                <a:gd name="T26" fmla="*/ 2147483647 w 222"/>
                <a:gd name="T27" fmla="*/ 2147483647 h 210"/>
                <a:gd name="T28" fmla="*/ 2147483647 w 222"/>
                <a:gd name="T29" fmla="*/ 2147483647 h 210"/>
                <a:gd name="T30" fmla="*/ 2147483647 w 222"/>
                <a:gd name="T31" fmla="*/ 2147483647 h 210"/>
                <a:gd name="T32" fmla="*/ 2147483647 w 222"/>
                <a:gd name="T33" fmla="*/ 2147483647 h 210"/>
                <a:gd name="T34" fmla="*/ 2147483647 w 222"/>
                <a:gd name="T35" fmla="*/ 2147483647 h 210"/>
                <a:gd name="T36" fmla="*/ 2147483647 w 222"/>
                <a:gd name="T37" fmla="*/ 2147483647 h 210"/>
                <a:gd name="T38" fmla="*/ 2147483647 w 222"/>
                <a:gd name="T39" fmla="*/ 0 h 210"/>
                <a:gd name="T40" fmla="*/ 2147483647 w 222"/>
                <a:gd name="T41" fmla="*/ 0 h 210"/>
                <a:gd name="T42" fmla="*/ 2147483647 w 222"/>
                <a:gd name="T43" fmla="*/ 2147483647 h 210"/>
                <a:gd name="T44" fmla="*/ 2147483647 w 222"/>
                <a:gd name="T45" fmla="*/ 2147483647 h 210"/>
                <a:gd name="T46" fmla="*/ 2147483647 w 222"/>
                <a:gd name="T47" fmla="*/ 2147483647 h 210"/>
                <a:gd name="T48" fmla="*/ 0 w 222"/>
                <a:gd name="T49" fmla="*/ 2147483647 h 210"/>
                <a:gd name="T50" fmla="*/ 2147483647 w 222"/>
                <a:gd name="T51" fmla="*/ 2147483647 h 210"/>
                <a:gd name="T52" fmla="*/ 2147483647 w 222"/>
                <a:gd name="T53" fmla="*/ 2147483647 h 210"/>
                <a:gd name="T54" fmla="*/ 2147483647 w 222"/>
                <a:gd name="T55" fmla="*/ 2147483647 h 210"/>
                <a:gd name="T56" fmla="*/ 2147483647 w 222"/>
                <a:gd name="T57" fmla="*/ 2147483647 h 210"/>
                <a:gd name="T58" fmla="*/ 2147483647 w 222"/>
                <a:gd name="T59" fmla="*/ 2147483647 h 210"/>
                <a:gd name="T60" fmla="*/ 2147483647 w 222"/>
                <a:gd name="T61" fmla="*/ 2147483647 h 210"/>
                <a:gd name="T62" fmla="*/ 2147483647 w 222"/>
                <a:gd name="T63" fmla="*/ 2147483647 h 210"/>
                <a:gd name="T64" fmla="*/ 2147483647 w 222"/>
                <a:gd name="T65" fmla="*/ 2147483647 h 210"/>
                <a:gd name="T66" fmla="*/ 2147483647 w 222"/>
                <a:gd name="T67" fmla="*/ 2147483647 h 210"/>
                <a:gd name="T68" fmla="*/ 2147483647 w 222"/>
                <a:gd name="T69" fmla="*/ 2147483647 h 210"/>
                <a:gd name="T70" fmla="*/ 2147483647 w 222"/>
                <a:gd name="T71" fmla="*/ 2147483647 h 210"/>
                <a:gd name="T72" fmla="*/ 2147483647 w 222"/>
                <a:gd name="T73" fmla="*/ 2147483647 h 210"/>
                <a:gd name="T74" fmla="*/ 2147483647 w 222"/>
                <a:gd name="T75" fmla="*/ 2147483647 h 210"/>
                <a:gd name="T76" fmla="*/ 2147483647 w 222"/>
                <a:gd name="T77" fmla="*/ 2147483647 h 210"/>
                <a:gd name="T78" fmla="*/ 2147483647 w 222"/>
                <a:gd name="T79" fmla="*/ 2147483647 h 210"/>
                <a:gd name="T80" fmla="*/ 2147483647 w 222"/>
                <a:gd name="T81" fmla="*/ 2147483647 h 210"/>
                <a:gd name="T82" fmla="*/ 2147483647 w 222"/>
                <a:gd name="T83" fmla="*/ 2147483647 h 210"/>
                <a:gd name="T84" fmla="*/ 2147483647 w 222"/>
                <a:gd name="T85" fmla="*/ 2147483647 h 210"/>
                <a:gd name="T86" fmla="*/ 2147483647 w 222"/>
                <a:gd name="T87" fmla="*/ 2147483647 h 210"/>
                <a:gd name="T88" fmla="*/ 2147483647 w 222"/>
                <a:gd name="T89" fmla="*/ 2147483647 h 210"/>
                <a:gd name="T90" fmla="*/ 2147483647 w 222"/>
                <a:gd name="T91" fmla="*/ 2147483647 h 210"/>
                <a:gd name="T92" fmla="*/ 2147483647 w 222"/>
                <a:gd name="T93" fmla="*/ 2147483647 h 210"/>
                <a:gd name="T94" fmla="*/ 2147483647 w 222"/>
                <a:gd name="T95" fmla="*/ 2147483647 h 210"/>
                <a:gd name="T96" fmla="*/ 2147483647 w 222"/>
                <a:gd name="T97" fmla="*/ 2147483647 h 210"/>
                <a:gd name="T98" fmla="*/ 2147483647 w 222"/>
                <a:gd name="T99" fmla="*/ 2147483647 h 210"/>
                <a:gd name="T100" fmla="*/ 2147483647 w 222"/>
                <a:gd name="T101" fmla="*/ 2147483647 h 210"/>
                <a:gd name="T102" fmla="*/ 2147483647 w 222"/>
                <a:gd name="T103" fmla="*/ 2147483647 h 210"/>
                <a:gd name="T104" fmla="*/ 2147483647 w 222"/>
                <a:gd name="T105" fmla="*/ 2147483647 h 210"/>
                <a:gd name="T106" fmla="*/ 2147483647 w 222"/>
                <a:gd name="T107" fmla="*/ 2147483647 h 21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22"/>
                <a:gd name="T163" fmla="*/ 0 h 210"/>
                <a:gd name="T164" fmla="*/ 222 w 222"/>
                <a:gd name="T165" fmla="*/ 210 h 21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22" h="210">
                  <a:moveTo>
                    <a:pt x="222" y="168"/>
                  </a:moveTo>
                  <a:lnTo>
                    <a:pt x="216" y="156"/>
                  </a:lnTo>
                  <a:lnTo>
                    <a:pt x="216" y="144"/>
                  </a:lnTo>
                  <a:lnTo>
                    <a:pt x="186" y="138"/>
                  </a:lnTo>
                  <a:lnTo>
                    <a:pt x="174" y="120"/>
                  </a:lnTo>
                  <a:lnTo>
                    <a:pt x="144" y="108"/>
                  </a:lnTo>
                  <a:lnTo>
                    <a:pt x="156" y="108"/>
                  </a:lnTo>
                  <a:lnTo>
                    <a:pt x="174" y="90"/>
                  </a:lnTo>
                  <a:lnTo>
                    <a:pt x="174" y="84"/>
                  </a:lnTo>
                  <a:lnTo>
                    <a:pt x="168" y="78"/>
                  </a:lnTo>
                  <a:lnTo>
                    <a:pt x="144" y="66"/>
                  </a:lnTo>
                  <a:lnTo>
                    <a:pt x="138" y="60"/>
                  </a:lnTo>
                  <a:lnTo>
                    <a:pt x="132" y="60"/>
                  </a:lnTo>
                  <a:lnTo>
                    <a:pt x="138" y="54"/>
                  </a:lnTo>
                  <a:lnTo>
                    <a:pt x="138" y="30"/>
                  </a:lnTo>
                  <a:lnTo>
                    <a:pt x="132" y="24"/>
                  </a:lnTo>
                  <a:lnTo>
                    <a:pt x="114" y="24"/>
                  </a:lnTo>
                  <a:lnTo>
                    <a:pt x="114" y="12"/>
                  </a:lnTo>
                  <a:lnTo>
                    <a:pt x="102" y="6"/>
                  </a:lnTo>
                  <a:lnTo>
                    <a:pt x="96" y="0"/>
                  </a:lnTo>
                  <a:lnTo>
                    <a:pt x="84" y="0"/>
                  </a:lnTo>
                  <a:lnTo>
                    <a:pt x="84" y="18"/>
                  </a:lnTo>
                  <a:lnTo>
                    <a:pt x="30" y="12"/>
                  </a:lnTo>
                  <a:lnTo>
                    <a:pt x="24" y="18"/>
                  </a:lnTo>
                  <a:lnTo>
                    <a:pt x="0" y="24"/>
                  </a:lnTo>
                  <a:lnTo>
                    <a:pt x="6" y="30"/>
                  </a:lnTo>
                  <a:lnTo>
                    <a:pt x="6" y="42"/>
                  </a:lnTo>
                  <a:lnTo>
                    <a:pt x="18" y="78"/>
                  </a:lnTo>
                  <a:lnTo>
                    <a:pt x="18" y="90"/>
                  </a:lnTo>
                  <a:lnTo>
                    <a:pt x="24" y="102"/>
                  </a:lnTo>
                  <a:lnTo>
                    <a:pt x="30" y="108"/>
                  </a:lnTo>
                  <a:lnTo>
                    <a:pt x="42" y="114"/>
                  </a:lnTo>
                  <a:lnTo>
                    <a:pt x="54" y="114"/>
                  </a:lnTo>
                  <a:lnTo>
                    <a:pt x="66" y="108"/>
                  </a:lnTo>
                  <a:lnTo>
                    <a:pt x="72" y="108"/>
                  </a:lnTo>
                  <a:lnTo>
                    <a:pt x="72" y="114"/>
                  </a:lnTo>
                  <a:lnTo>
                    <a:pt x="78" y="120"/>
                  </a:lnTo>
                  <a:lnTo>
                    <a:pt x="78" y="132"/>
                  </a:lnTo>
                  <a:lnTo>
                    <a:pt x="84" y="144"/>
                  </a:lnTo>
                  <a:lnTo>
                    <a:pt x="84" y="150"/>
                  </a:lnTo>
                  <a:lnTo>
                    <a:pt x="90" y="156"/>
                  </a:lnTo>
                  <a:lnTo>
                    <a:pt x="108" y="132"/>
                  </a:lnTo>
                  <a:lnTo>
                    <a:pt x="126" y="132"/>
                  </a:lnTo>
                  <a:lnTo>
                    <a:pt x="138" y="144"/>
                  </a:lnTo>
                  <a:lnTo>
                    <a:pt x="174" y="144"/>
                  </a:lnTo>
                  <a:lnTo>
                    <a:pt x="174" y="156"/>
                  </a:lnTo>
                  <a:lnTo>
                    <a:pt x="180" y="162"/>
                  </a:lnTo>
                  <a:lnTo>
                    <a:pt x="180" y="174"/>
                  </a:lnTo>
                  <a:lnTo>
                    <a:pt x="186" y="186"/>
                  </a:lnTo>
                  <a:lnTo>
                    <a:pt x="186" y="198"/>
                  </a:lnTo>
                  <a:lnTo>
                    <a:pt x="192" y="204"/>
                  </a:lnTo>
                  <a:lnTo>
                    <a:pt x="192" y="210"/>
                  </a:lnTo>
                  <a:lnTo>
                    <a:pt x="222" y="210"/>
                  </a:lnTo>
                  <a:lnTo>
                    <a:pt x="222" y="16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62" name="Argentina" descr="© INSCALE GmbH, 05.05.2010&#10;http://www.presentationload.com/">
              <a:extLst>
                <a:ext uri="{FF2B5EF4-FFF2-40B4-BE49-F238E27FC236}">
                  <a16:creationId xmlns:a16="http://schemas.microsoft.com/office/drawing/2014/main" id="{4BF96723-4B17-4D32-BA2F-F90954558BED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2153945" y="3581284"/>
              <a:ext cx="360585" cy="801490"/>
            </a:xfrm>
            <a:custGeom>
              <a:avLst/>
              <a:gdLst>
                <a:gd name="T0" fmla="*/ 2147483647 w 1092"/>
                <a:gd name="T1" fmla="*/ 2147483647 h 2442"/>
                <a:gd name="T2" fmla="*/ 2147483647 w 1092"/>
                <a:gd name="T3" fmla="*/ 2147483647 h 2442"/>
                <a:gd name="T4" fmla="*/ 2147483647 w 1092"/>
                <a:gd name="T5" fmla="*/ 2147483647 h 2442"/>
                <a:gd name="T6" fmla="*/ 2147483647 w 1092"/>
                <a:gd name="T7" fmla="*/ 2147483647 h 2442"/>
                <a:gd name="T8" fmla="*/ 2147483647 w 1092"/>
                <a:gd name="T9" fmla="*/ 2147483647 h 2442"/>
                <a:gd name="T10" fmla="*/ 2147483647 w 1092"/>
                <a:gd name="T11" fmla="*/ 2147483647 h 2442"/>
                <a:gd name="T12" fmla="*/ 2147483647 w 1092"/>
                <a:gd name="T13" fmla="*/ 2147483647 h 2442"/>
                <a:gd name="T14" fmla="*/ 2147483647 w 1092"/>
                <a:gd name="T15" fmla="*/ 2147483647 h 2442"/>
                <a:gd name="T16" fmla="*/ 2147483647 w 1092"/>
                <a:gd name="T17" fmla="*/ 2147483647 h 2442"/>
                <a:gd name="T18" fmla="*/ 2147483647 w 1092"/>
                <a:gd name="T19" fmla="*/ 2147483647 h 2442"/>
                <a:gd name="T20" fmla="*/ 2147483647 w 1092"/>
                <a:gd name="T21" fmla="*/ 0 h 2442"/>
                <a:gd name="T22" fmla="*/ 2147483647 w 1092"/>
                <a:gd name="T23" fmla="*/ 2147483647 h 2442"/>
                <a:gd name="T24" fmla="*/ 2147483647 w 1092"/>
                <a:gd name="T25" fmla="*/ 2147483647 h 2442"/>
                <a:gd name="T26" fmla="*/ 2147483647 w 1092"/>
                <a:gd name="T27" fmla="*/ 2147483647 h 2442"/>
                <a:gd name="T28" fmla="*/ 2147483647 w 1092"/>
                <a:gd name="T29" fmla="*/ 2147483647 h 2442"/>
                <a:gd name="T30" fmla="*/ 2147483647 w 1092"/>
                <a:gd name="T31" fmla="*/ 2147483647 h 2442"/>
                <a:gd name="T32" fmla="*/ 2147483647 w 1092"/>
                <a:gd name="T33" fmla="*/ 2147483647 h 2442"/>
                <a:gd name="T34" fmla="*/ 2147483647 w 1092"/>
                <a:gd name="T35" fmla="*/ 2147483647 h 2442"/>
                <a:gd name="T36" fmla="*/ 2147483647 w 1092"/>
                <a:gd name="T37" fmla="*/ 2147483647 h 2442"/>
                <a:gd name="T38" fmla="*/ 2147483647 w 1092"/>
                <a:gd name="T39" fmla="*/ 2147483647 h 2442"/>
                <a:gd name="T40" fmla="*/ 2147483647 w 1092"/>
                <a:gd name="T41" fmla="*/ 2147483647 h 2442"/>
                <a:gd name="T42" fmla="*/ 2147483647 w 1092"/>
                <a:gd name="T43" fmla="*/ 2147483647 h 2442"/>
                <a:gd name="T44" fmla="*/ 2147483647 w 1092"/>
                <a:gd name="T45" fmla="*/ 2147483647 h 2442"/>
                <a:gd name="T46" fmla="*/ 2147483647 w 1092"/>
                <a:gd name="T47" fmla="*/ 2147483647 h 2442"/>
                <a:gd name="T48" fmla="*/ 2147483647 w 1092"/>
                <a:gd name="T49" fmla="*/ 2147483647 h 2442"/>
                <a:gd name="T50" fmla="*/ 2147483647 w 1092"/>
                <a:gd name="T51" fmla="*/ 2147483647 h 2442"/>
                <a:gd name="T52" fmla="*/ 2147483647 w 1092"/>
                <a:gd name="T53" fmla="*/ 2147483647 h 2442"/>
                <a:gd name="T54" fmla="*/ 2147483647 w 1092"/>
                <a:gd name="T55" fmla="*/ 2147483647 h 2442"/>
                <a:gd name="T56" fmla="*/ 2147483647 w 1092"/>
                <a:gd name="T57" fmla="*/ 2147483647 h 2442"/>
                <a:gd name="T58" fmla="*/ 2147483647 w 1092"/>
                <a:gd name="T59" fmla="*/ 2147483647 h 2442"/>
                <a:gd name="T60" fmla="*/ 2147483647 w 1092"/>
                <a:gd name="T61" fmla="*/ 2147483647 h 2442"/>
                <a:gd name="T62" fmla="*/ 2147483647 w 1092"/>
                <a:gd name="T63" fmla="*/ 2147483647 h 2442"/>
                <a:gd name="T64" fmla="*/ 2147483647 w 1092"/>
                <a:gd name="T65" fmla="*/ 2147483647 h 2442"/>
                <a:gd name="T66" fmla="*/ 2147483647 w 1092"/>
                <a:gd name="T67" fmla="*/ 2147483647 h 2442"/>
                <a:gd name="T68" fmla="*/ 2147483647 w 1092"/>
                <a:gd name="T69" fmla="*/ 2147483647 h 2442"/>
                <a:gd name="T70" fmla="*/ 2147483647 w 1092"/>
                <a:gd name="T71" fmla="*/ 2147483647 h 2442"/>
                <a:gd name="T72" fmla="*/ 2147483647 w 1092"/>
                <a:gd name="T73" fmla="*/ 2147483647 h 2442"/>
                <a:gd name="T74" fmla="*/ 2147483647 w 1092"/>
                <a:gd name="T75" fmla="*/ 2147483647 h 2442"/>
                <a:gd name="T76" fmla="*/ 2147483647 w 1092"/>
                <a:gd name="T77" fmla="*/ 2147483647 h 2442"/>
                <a:gd name="T78" fmla="*/ 2147483647 w 1092"/>
                <a:gd name="T79" fmla="*/ 2147483647 h 2442"/>
                <a:gd name="T80" fmla="*/ 2147483647 w 1092"/>
                <a:gd name="T81" fmla="*/ 2147483647 h 2442"/>
                <a:gd name="T82" fmla="*/ 2147483647 w 1092"/>
                <a:gd name="T83" fmla="*/ 2147483647 h 2442"/>
                <a:gd name="T84" fmla="*/ 2147483647 w 1092"/>
                <a:gd name="T85" fmla="*/ 2147483647 h 2442"/>
                <a:gd name="T86" fmla="*/ 2147483647 w 1092"/>
                <a:gd name="T87" fmla="*/ 2147483647 h 2442"/>
                <a:gd name="T88" fmla="*/ 2147483647 w 1092"/>
                <a:gd name="T89" fmla="*/ 2147483647 h 2442"/>
                <a:gd name="T90" fmla="*/ 2147483647 w 1092"/>
                <a:gd name="T91" fmla="*/ 2147483647 h 2442"/>
                <a:gd name="T92" fmla="*/ 2147483647 w 1092"/>
                <a:gd name="T93" fmla="*/ 2147483647 h 2442"/>
                <a:gd name="T94" fmla="*/ 2147483647 w 1092"/>
                <a:gd name="T95" fmla="*/ 2147483647 h 2442"/>
                <a:gd name="T96" fmla="*/ 2147483647 w 1092"/>
                <a:gd name="T97" fmla="*/ 2147483647 h 2442"/>
                <a:gd name="T98" fmla="*/ 2147483647 w 1092"/>
                <a:gd name="T99" fmla="*/ 2147483647 h 2442"/>
                <a:gd name="T100" fmla="*/ 2147483647 w 1092"/>
                <a:gd name="T101" fmla="*/ 2147483647 h 2442"/>
                <a:gd name="T102" fmla="*/ 2147483647 w 1092"/>
                <a:gd name="T103" fmla="*/ 2147483647 h 2442"/>
                <a:gd name="T104" fmla="*/ 2147483647 w 1092"/>
                <a:gd name="T105" fmla="*/ 2147483647 h 2442"/>
                <a:gd name="T106" fmla="*/ 2147483647 w 1092"/>
                <a:gd name="T107" fmla="*/ 2147483647 h 2442"/>
                <a:gd name="T108" fmla="*/ 2147483647 w 1092"/>
                <a:gd name="T109" fmla="*/ 2147483647 h 2442"/>
                <a:gd name="T110" fmla="*/ 2147483647 w 1092"/>
                <a:gd name="T111" fmla="*/ 2147483647 h 2442"/>
                <a:gd name="T112" fmla="*/ 2147483647 w 1092"/>
                <a:gd name="T113" fmla="*/ 2147483647 h 244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92"/>
                <a:gd name="T172" fmla="*/ 0 h 2442"/>
                <a:gd name="T173" fmla="*/ 1092 w 1092"/>
                <a:gd name="T174" fmla="*/ 2442 h 244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92" h="2442">
                  <a:moveTo>
                    <a:pt x="954" y="534"/>
                  </a:moveTo>
                  <a:lnTo>
                    <a:pt x="978" y="528"/>
                  </a:lnTo>
                  <a:lnTo>
                    <a:pt x="984" y="504"/>
                  </a:lnTo>
                  <a:lnTo>
                    <a:pt x="990" y="498"/>
                  </a:lnTo>
                  <a:lnTo>
                    <a:pt x="990" y="480"/>
                  </a:lnTo>
                  <a:lnTo>
                    <a:pt x="1026" y="480"/>
                  </a:lnTo>
                  <a:lnTo>
                    <a:pt x="1026" y="462"/>
                  </a:lnTo>
                  <a:lnTo>
                    <a:pt x="1032" y="450"/>
                  </a:lnTo>
                  <a:lnTo>
                    <a:pt x="1038" y="444"/>
                  </a:lnTo>
                  <a:lnTo>
                    <a:pt x="1092" y="426"/>
                  </a:lnTo>
                  <a:lnTo>
                    <a:pt x="1092" y="390"/>
                  </a:lnTo>
                  <a:lnTo>
                    <a:pt x="1086" y="372"/>
                  </a:lnTo>
                  <a:lnTo>
                    <a:pt x="1086" y="342"/>
                  </a:lnTo>
                  <a:lnTo>
                    <a:pt x="1080" y="336"/>
                  </a:lnTo>
                  <a:lnTo>
                    <a:pt x="1074" y="336"/>
                  </a:lnTo>
                  <a:lnTo>
                    <a:pt x="1074" y="324"/>
                  </a:lnTo>
                  <a:lnTo>
                    <a:pt x="1062" y="300"/>
                  </a:lnTo>
                  <a:lnTo>
                    <a:pt x="1056" y="294"/>
                  </a:lnTo>
                  <a:lnTo>
                    <a:pt x="1038" y="294"/>
                  </a:lnTo>
                  <a:lnTo>
                    <a:pt x="1032" y="300"/>
                  </a:lnTo>
                  <a:lnTo>
                    <a:pt x="1020" y="306"/>
                  </a:lnTo>
                  <a:lnTo>
                    <a:pt x="1020" y="384"/>
                  </a:lnTo>
                  <a:lnTo>
                    <a:pt x="1008" y="390"/>
                  </a:lnTo>
                  <a:lnTo>
                    <a:pt x="1002" y="402"/>
                  </a:lnTo>
                  <a:lnTo>
                    <a:pt x="990" y="408"/>
                  </a:lnTo>
                  <a:lnTo>
                    <a:pt x="984" y="414"/>
                  </a:lnTo>
                  <a:lnTo>
                    <a:pt x="978" y="414"/>
                  </a:lnTo>
                  <a:lnTo>
                    <a:pt x="966" y="426"/>
                  </a:lnTo>
                  <a:lnTo>
                    <a:pt x="954" y="450"/>
                  </a:lnTo>
                  <a:lnTo>
                    <a:pt x="948" y="456"/>
                  </a:lnTo>
                  <a:lnTo>
                    <a:pt x="948" y="450"/>
                  </a:lnTo>
                  <a:lnTo>
                    <a:pt x="942" y="444"/>
                  </a:lnTo>
                  <a:lnTo>
                    <a:pt x="930" y="444"/>
                  </a:lnTo>
                  <a:lnTo>
                    <a:pt x="924" y="450"/>
                  </a:lnTo>
                  <a:lnTo>
                    <a:pt x="924" y="468"/>
                  </a:lnTo>
                  <a:lnTo>
                    <a:pt x="912" y="450"/>
                  </a:lnTo>
                  <a:lnTo>
                    <a:pt x="852" y="450"/>
                  </a:lnTo>
                  <a:lnTo>
                    <a:pt x="834" y="444"/>
                  </a:lnTo>
                  <a:lnTo>
                    <a:pt x="822" y="438"/>
                  </a:lnTo>
                  <a:lnTo>
                    <a:pt x="816" y="432"/>
                  </a:lnTo>
                  <a:lnTo>
                    <a:pt x="804" y="426"/>
                  </a:lnTo>
                  <a:lnTo>
                    <a:pt x="798" y="426"/>
                  </a:lnTo>
                  <a:lnTo>
                    <a:pt x="786" y="432"/>
                  </a:lnTo>
                  <a:lnTo>
                    <a:pt x="762" y="432"/>
                  </a:lnTo>
                  <a:lnTo>
                    <a:pt x="756" y="426"/>
                  </a:lnTo>
                  <a:lnTo>
                    <a:pt x="756" y="414"/>
                  </a:lnTo>
                  <a:lnTo>
                    <a:pt x="762" y="402"/>
                  </a:lnTo>
                  <a:lnTo>
                    <a:pt x="768" y="396"/>
                  </a:lnTo>
                  <a:lnTo>
                    <a:pt x="774" y="384"/>
                  </a:lnTo>
                  <a:lnTo>
                    <a:pt x="780" y="378"/>
                  </a:lnTo>
                  <a:lnTo>
                    <a:pt x="780" y="342"/>
                  </a:lnTo>
                  <a:lnTo>
                    <a:pt x="798" y="342"/>
                  </a:lnTo>
                  <a:lnTo>
                    <a:pt x="804" y="336"/>
                  </a:lnTo>
                  <a:lnTo>
                    <a:pt x="804" y="330"/>
                  </a:lnTo>
                  <a:lnTo>
                    <a:pt x="798" y="318"/>
                  </a:lnTo>
                  <a:lnTo>
                    <a:pt x="792" y="312"/>
                  </a:lnTo>
                  <a:lnTo>
                    <a:pt x="798" y="300"/>
                  </a:lnTo>
                  <a:lnTo>
                    <a:pt x="804" y="294"/>
                  </a:lnTo>
                  <a:lnTo>
                    <a:pt x="804" y="282"/>
                  </a:lnTo>
                  <a:lnTo>
                    <a:pt x="810" y="276"/>
                  </a:lnTo>
                  <a:lnTo>
                    <a:pt x="804" y="270"/>
                  </a:lnTo>
                  <a:lnTo>
                    <a:pt x="792" y="264"/>
                  </a:lnTo>
                  <a:lnTo>
                    <a:pt x="774" y="258"/>
                  </a:lnTo>
                  <a:lnTo>
                    <a:pt x="762" y="252"/>
                  </a:lnTo>
                  <a:lnTo>
                    <a:pt x="750" y="252"/>
                  </a:lnTo>
                  <a:lnTo>
                    <a:pt x="744" y="246"/>
                  </a:lnTo>
                  <a:lnTo>
                    <a:pt x="708" y="228"/>
                  </a:lnTo>
                  <a:lnTo>
                    <a:pt x="690" y="216"/>
                  </a:lnTo>
                  <a:lnTo>
                    <a:pt x="678" y="210"/>
                  </a:lnTo>
                  <a:lnTo>
                    <a:pt x="672" y="204"/>
                  </a:lnTo>
                  <a:lnTo>
                    <a:pt x="666" y="204"/>
                  </a:lnTo>
                  <a:lnTo>
                    <a:pt x="660" y="198"/>
                  </a:lnTo>
                  <a:lnTo>
                    <a:pt x="648" y="192"/>
                  </a:lnTo>
                  <a:lnTo>
                    <a:pt x="642" y="186"/>
                  </a:lnTo>
                  <a:lnTo>
                    <a:pt x="630" y="180"/>
                  </a:lnTo>
                  <a:lnTo>
                    <a:pt x="600" y="180"/>
                  </a:lnTo>
                  <a:lnTo>
                    <a:pt x="564" y="162"/>
                  </a:lnTo>
                  <a:lnTo>
                    <a:pt x="558" y="156"/>
                  </a:lnTo>
                  <a:lnTo>
                    <a:pt x="552" y="156"/>
                  </a:lnTo>
                  <a:lnTo>
                    <a:pt x="546" y="138"/>
                  </a:lnTo>
                  <a:lnTo>
                    <a:pt x="534" y="132"/>
                  </a:lnTo>
                  <a:lnTo>
                    <a:pt x="516" y="114"/>
                  </a:lnTo>
                  <a:lnTo>
                    <a:pt x="492" y="102"/>
                  </a:lnTo>
                  <a:lnTo>
                    <a:pt x="486" y="96"/>
                  </a:lnTo>
                  <a:lnTo>
                    <a:pt x="480" y="84"/>
                  </a:lnTo>
                  <a:lnTo>
                    <a:pt x="468" y="78"/>
                  </a:lnTo>
                  <a:lnTo>
                    <a:pt x="462" y="66"/>
                  </a:lnTo>
                  <a:lnTo>
                    <a:pt x="456" y="60"/>
                  </a:lnTo>
                  <a:lnTo>
                    <a:pt x="456" y="54"/>
                  </a:lnTo>
                  <a:lnTo>
                    <a:pt x="438" y="36"/>
                  </a:lnTo>
                  <a:lnTo>
                    <a:pt x="402" y="12"/>
                  </a:lnTo>
                  <a:lnTo>
                    <a:pt x="330" y="18"/>
                  </a:lnTo>
                  <a:lnTo>
                    <a:pt x="318" y="72"/>
                  </a:lnTo>
                  <a:lnTo>
                    <a:pt x="288" y="24"/>
                  </a:lnTo>
                  <a:lnTo>
                    <a:pt x="234" y="24"/>
                  </a:lnTo>
                  <a:lnTo>
                    <a:pt x="216" y="18"/>
                  </a:lnTo>
                  <a:lnTo>
                    <a:pt x="204" y="18"/>
                  </a:lnTo>
                  <a:lnTo>
                    <a:pt x="180" y="6"/>
                  </a:lnTo>
                  <a:lnTo>
                    <a:pt x="174" y="0"/>
                  </a:lnTo>
                  <a:lnTo>
                    <a:pt x="162" y="24"/>
                  </a:lnTo>
                  <a:lnTo>
                    <a:pt x="138" y="30"/>
                  </a:lnTo>
                  <a:lnTo>
                    <a:pt x="138" y="48"/>
                  </a:lnTo>
                  <a:lnTo>
                    <a:pt x="126" y="48"/>
                  </a:lnTo>
                  <a:lnTo>
                    <a:pt x="126" y="78"/>
                  </a:lnTo>
                  <a:lnTo>
                    <a:pt x="114" y="78"/>
                  </a:lnTo>
                  <a:lnTo>
                    <a:pt x="126" y="96"/>
                  </a:lnTo>
                  <a:lnTo>
                    <a:pt x="114" y="180"/>
                  </a:lnTo>
                  <a:lnTo>
                    <a:pt x="108" y="180"/>
                  </a:lnTo>
                  <a:lnTo>
                    <a:pt x="102" y="186"/>
                  </a:lnTo>
                  <a:lnTo>
                    <a:pt x="90" y="192"/>
                  </a:lnTo>
                  <a:lnTo>
                    <a:pt x="72" y="198"/>
                  </a:lnTo>
                  <a:lnTo>
                    <a:pt x="60" y="210"/>
                  </a:lnTo>
                  <a:lnTo>
                    <a:pt x="48" y="216"/>
                  </a:lnTo>
                  <a:lnTo>
                    <a:pt x="42" y="228"/>
                  </a:lnTo>
                  <a:lnTo>
                    <a:pt x="36" y="234"/>
                  </a:lnTo>
                  <a:lnTo>
                    <a:pt x="36" y="240"/>
                  </a:lnTo>
                  <a:lnTo>
                    <a:pt x="42" y="246"/>
                  </a:lnTo>
                  <a:lnTo>
                    <a:pt x="54" y="252"/>
                  </a:lnTo>
                  <a:lnTo>
                    <a:pt x="66" y="252"/>
                  </a:lnTo>
                  <a:lnTo>
                    <a:pt x="66" y="258"/>
                  </a:lnTo>
                  <a:lnTo>
                    <a:pt x="42" y="282"/>
                  </a:lnTo>
                  <a:lnTo>
                    <a:pt x="42" y="300"/>
                  </a:lnTo>
                  <a:lnTo>
                    <a:pt x="48" y="306"/>
                  </a:lnTo>
                  <a:lnTo>
                    <a:pt x="60" y="312"/>
                  </a:lnTo>
                  <a:lnTo>
                    <a:pt x="72" y="324"/>
                  </a:lnTo>
                  <a:lnTo>
                    <a:pt x="78" y="336"/>
                  </a:lnTo>
                  <a:lnTo>
                    <a:pt x="72" y="342"/>
                  </a:lnTo>
                  <a:lnTo>
                    <a:pt x="66" y="354"/>
                  </a:lnTo>
                  <a:lnTo>
                    <a:pt x="54" y="366"/>
                  </a:lnTo>
                  <a:lnTo>
                    <a:pt x="48" y="366"/>
                  </a:lnTo>
                  <a:lnTo>
                    <a:pt x="54" y="366"/>
                  </a:lnTo>
                  <a:lnTo>
                    <a:pt x="60" y="372"/>
                  </a:lnTo>
                  <a:lnTo>
                    <a:pt x="84" y="384"/>
                  </a:lnTo>
                  <a:lnTo>
                    <a:pt x="90" y="396"/>
                  </a:lnTo>
                  <a:lnTo>
                    <a:pt x="90" y="408"/>
                  </a:lnTo>
                  <a:lnTo>
                    <a:pt x="78" y="414"/>
                  </a:lnTo>
                  <a:lnTo>
                    <a:pt x="72" y="420"/>
                  </a:lnTo>
                  <a:lnTo>
                    <a:pt x="54" y="420"/>
                  </a:lnTo>
                  <a:lnTo>
                    <a:pt x="54" y="432"/>
                  </a:lnTo>
                  <a:lnTo>
                    <a:pt x="48" y="450"/>
                  </a:lnTo>
                  <a:lnTo>
                    <a:pt x="48" y="462"/>
                  </a:lnTo>
                  <a:lnTo>
                    <a:pt x="42" y="474"/>
                  </a:lnTo>
                  <a:lnTo>
                    <a:pt x="42" y="486"/>
                  </a:lnTo>
                  <a:lnTo>
                    <a:pt x="30" y="498"/>
                  </a:lnTo>
                  <a:lnTo>
                    <a:pt x="24" y="510"/>
                  </a:lnTo>
                  <a:lnTo>
                    <a:pt x="18" y="516"/>
                  </a:lnTo>
                  <a:lnTo>
                    <a:pt x="18" y="582"/>
                  </a:lnTo>
                  <a:lnTo>
                    <a:pt x="6" y="594"/>
                  </a:lnTo>
                  <a:lnTo>
                    <a:pt x="6" y="606"/>
                  </a:lnTo>
                  <a:lnTo>
                    <a:pt x="18" y="630"/>
                  </a:lnTo>
                  <a:lnTo>
                    <a:pt x="30" y="666"/>
                  </a:lnTo>
                  <a:lnTo>
                    <a:pt x="36" y="678"/>
                  </a:lnTo>
                  <a:lnTo>
                    <a:pt x="36" y="684"/>
                  </a:lnTo>
                  <a:lnTo>
                    <a:pt x="12" y="684"/>
                  </a:lnTo>
                  <a:lnTo>
                    <a:pt x="18" y="738"/>
                  </a:lnTo>
                  <a:lnTo>
                    <a:pt x="6" y="744"/>
                  </a:lnTo>
                  <a:lnTo>
                    <a:pt x="0" y="744"/>
                  </a:lnTo>
                  <a:lnTo>
                    <a:pt x="0" y="768"/>
                  </a:lnTo>
                  <a:lnTo>
                    <a:pt x="6" y="774"/>
                  </a:lnTo>
                  <a:lnTo>
                    <a:pt x="6" y="780"/>
                  </a:lnTo>
                  <a:lnTo>
                    <a:pt x="18" y="786"/>
                  </a:lnTo>
                  <a:lnTo>
                    <a:pt x="36" y="804"/>
                  </a:lnTo>
                  <a:lnTo>
                    <a:pt x="36" y="816"/>
                  </a:lnTo>
                  <a:lnTo>
                    <a:pt x="30" y="822"/>
                  </a:lnTo>
                  <a:lnTo>
                    <a:pt x="30" y="828"/>
                  </a:lnTo>
                  <a:lnTo>
                    <a:pt x="48" y="846"/>
                  </a:lnTo>
                  <a:lnTo>
                    <a:pt x="60" y="876"/>
                  </a:lnTo>
                  <a:lnTo>
                    <a:pt x="66" y="888"/>
                  </a:lnTo>
                  <a:lnTo>
                    <a:pt x="60" y="894"/>
                  </a:lnTo>
                  <a:lnTo>
                    <a:pt x="60" y="906"/>
                  </a:lnTo>
                  <a:lnTo>
                    <a:pt x="72" y="918"/>
                  </a:lnTo>
                  <a:lnTo>
                    <a:pt x="96" y="918"/>
                  </a:lnTo>
                  <a:lnTo>
                    <a:pt x="102" y="960"/>
                  </a:lnTo>
                  <a:lnTo>
                    <a:pt x="108" y="972"/>
                  </a:lnTo>
                  <a:lnTo>
                    <a:pt x="114" y="978"/>
                  </a:lnTo>
                  <a:lnTo>
                    <a:pt x="120" y="990"/>
                  </a:lnTo>
                  <a:lnTo>
                    <a:pt x="120" y="996"/>
                  </a:lnTo>
                  <a:lnTo>
                    <a:pt x="102" y="1014"/>
                  </a:lnTo>
                  <a:lnTo>
                    <a:pt x="102" y="1038"/>
                  </a:lnTo>
                  <a:lnTo>
                    <a:pt x="96" y="1056"/>
                  </a:lnTo>
                  <a:lnTo>
                    <a:pt x="96" y="1086"/>
                  </a:lnTo>
                  <a:lnTo>
                    <a:pt x="84" y="1086"/>
                  </a:lnTo>
                  <a:lnTo>
                    <a:pt x="90" y="1092"/>
                  </a:lnTo>
                  <a:lnTo>
                    <a:pt x="96" y="1104"/>
                  </a:lnTo>
                  <a:lnTo>
                    <a:pt x="102" y="1110"/>
                  </a:lnTo>
                  <a:lnTo>
                    <a:pt x="108" y="1122"/>
                  </a:lnTo>
                  <a:lnTo>
                    <a:pt x="114" y="1128"/>
                  </a:lnTo>
                  <a:lnTo>
                    <a:pt x="114" y="1140"/>
                  </a:lnTo>
                  <a:lnTo>
                    <a:pt x="108" y="1152"/>
                  </a:lnTo>
                  <a:lnTo>
                    <a:pt x="108" y="1158"/>
                  </a:lnTo>
                  <a:lnTo>
                    <a:pt x="102" y="1176"/>
                  </a:lnTo>
                  <a:lnTo>
                    <a:pt x="78" y="1182"/>
                  </a:lnTo>
                  <a:lnTo>
                    <a:pt x="78" y="1188"/>
                  </a:lnTo>
                  <a:lnTo>
                    <a:pt x="84" y="1194"/>
                  </a:lnTo>
                  <a:lnTo>
                    <a:pt x="84" y="1206"/>
                  </a:lnTo>
                  <a:lnTo>
                    <a:pt x="90" y="1224"/>
                  </a:lnTo>
                  <a:lnTo>
                    <a:pt x="96" y="1236"/>
                  </a:lnTo>
                  <a:lnTo>
                    <a:pt x="96" y="1284"/>
                  </a:lnTo>
                  <a:lnTo>
                    <a:pt x="126" y="1308"/>
                  </a:lnTo>
                  <a:lnTo>
                    <a:pt x="126" y="1326"/>
                  </a:lnTo>
                  <a:lnTo>
                    <a:pt x="132" y="1326"/>
                  </a:lnTo>
                  <a:lnTo>
                    <a:pt x="150" y="1344"/>
                  </a:lnTo>
                  <a:lnTo>
                    <a:pt x="150" y="1350"/>
                  </a:lnTo>
                  <a:lnTo>
                    <a:pt x="144" y="1362"/>
                  </a:lnTo>
                  <a:lnTo>
                    <a:pt x="132" y="1368"/>
                  </a:lnTo>
                  <a:lnTo>
                    <a:pt x="126" y="1374"/>
                  </a:lnTo>
                  <a:lnTo>
                    <a:pt x="120" y="1374"/>
                  </a:lnTo>
                  <a:lnTo>
                    <a:pt x="132" y="1416"/>
                  </a:lnTo>
                  <a:lnTo>
                    <a:pt x="114" y="1428"/>
                  </a:lnTo>
                  <a:lnTo>
                    <a:pt x="132" y="1446"/>
                  </a:lnTo>
                  <a:lnTo>
                    <a:pt x="132" y="1452"/>
                  </a:lnTo>
                  <a:lnTo>
                    <a:pt x="126" y="1464"/>
                  </a:lnTo>
                  <a:lnTo>
                    <a:pt x="126" y="1470"/>
                  </a:lnTo>
                  <a:lnTo>
                    <a:pt x="144" y="1482"/>
                  </a:lnTo>
                  <a:lnTo>
                    <a:pt x="144" y="1494"/>
                  </a:lnTo>
                  <a:lnTo>
                    <a:pt x="138" y="1500"/>
                  </a:lnTo>
                  <a:lnTo>
                    <a:pt x="138" y="1530"/>
                  </a:lnTo>
                  <a:lnTo>
                    <a:pt x="144" y="1536"/>
                  </a:lnTo>
                  <a:lnTo>
                    <a:pt x="150" y="1548"/>
                  </a:lnTo>
                  <a:lnTo>
                    <a:pt x="150" y="1572"/>
                  </a:lnTo>
                  <a:lnTo>
                    <a:pt x="156" y="1584"/>
                  </a:lnTo>
                  <a:lnTo>
                    <a:pt x="174" y="1602"/>
                  </a:lnTo>
                  <a:lnTo>
                    <a:pt x="186" y="1608"/>
                  </a:lnTo>
                  <a:lnTo>
                    <a:pt x="198" y="1620"/>
                  </a:lnTo>
                  <a:lnTo>
                    <a:pt x="192" y="1620"/>
                  </a:lnTo>
                  <a:lnTo>
                    <a:pt x="180" y="1626"/>
                  </a:lnTo>
                  <a:lnTo>
                    <a:pt x="174" y="1632"/>
                  </a:lnTo>
                  <a:lnTo>
                    <a:pt x="174" y="1644"/>
                  </a:lnTo>
                  <a:lnTo>
                    <a:pt x="180" y="1656"/>
                  </a:lnTo>
                  <a:lnTo>
                    <a:pt x="180" y="1674"/>
                  </a:lnTo>
                  <a:lnTo>
                    <a:pt x="186" y="1686"/>
                  </a:lnTo>
                  <a:lnTo>
                    <a:pt x="186" y="1698"/>
                  </a:lnTo>
                  <a:lnTo>
                    <a:pt x="192" y="1704"/>
                  </a:lnTo>
                  <a:lnTo>
                    <a:pt x="216" y="1716"/>
                  </a:lnTo>
                  <a:lnTo>
                    <a:pt x="210" y="1746"/>
                  </a:lnTo>
                  <a:lnTo>
                    <a:pt x="216" y="1746"/>
                  </a:lnTo>
                  <a:lnTo>
                    <a:pt x="228" y="1752"/>
                  </a:lnTo>
                  <a:lnTo>
                    <a:pt x="234" y="1758"/>
                  </a:lnTo>
                  <a:lnTo>
                    <a:pt x="234" y="1764"/>
                  </a:lnTo>
                  <a:lnTo>
                    <a:pt x="240" y="1776"/>
                  </a:lnTo>
                  <a:lnTo>
                    <a:pt x="240" y="1806"/>
                  </a:lnTo>
                  <a:lnTo>
                    <a:pt x="252" y="1818"/>
                  </a:lnTo>
                  <a:lnTo>
                    <a:pt x="282" y="1818"/>
                  </a:lnTo>
                  <a:lnTo>
                    <a:pt x="294" y="1824"/>
                  </a:lnTo>
                  <a:lnTo>
                    <a:pt x="294" y="1830"/>
                  </a:lnTo>
                  <a:lnTo>
                    <a:pt x="288" y="1836"/>
                  </a:lnTo>
                  <a:lnTo>
                    <a:pt x="276" y="1836"/>
                  </a:lnTo>
                  <a:lnTo>
                    <a:pt x="264" y="1842"/>
                  </a:lnTo>
                  <a:lnTo>
                    <a:pt x="246" y="1842"/>
                  </a:lnTo>
                  <a:lnTo>
                    <a:pt x="252" y="1848"/>
                  </a:lnTo>
                  <a:lnTo>
                    <a:pt x="258" y="1848"/>
                  </a:lnTo>
                  <a:lnTo>
                    <a:pt x="270" y="1854"/>
                  </a:lnTo>
                  <a:lnTo>
                    <a:pt x="276" y="1860"/>
                  </a:lnTo>
                  <a:lnTo>
                    <a:pt x="288" y="1860"/>
                  </a:lnTo>
                  <a:lnTo>
                    <a:pt x="312" y="1884"/>
                  </a:lnTo>
                  <a:lnTo>
                    <a:pt x="306" y="1890"/>
                  </a:lnTo>
                  <a:lnTo>
                    <a:pt x="300" y="1902"/>
                  </a:lnTo>
                  <a:lnTo>
                    <a:pt x="288" y="1914"/>
                  </a:lnTo>
                  <a:lnTo>
                    <a:pt x="312" y="1932"/>
                  </a:lnTo>
                  <a:lnTo>
                    <a:pt x="306" y="1956"/>
                  </a:lnTo>
                  <a:lnTo>
                    <a:pt x="330" y="1980"/>
                  </a:lnTo>
                  <a:lnTo>
                    <a:pt x="324" y="2016"/>
                  </a:lnTo>
                  <a:lnTo>
                    <a:pt x="336" y="2040"/>
                  </a:lnTo>
                  <a:lnTo>
                    <a:pt x="324" y="2046"/>
                  </a:lnTo>
                  <a:lnTo>
                    <a:pt x="318" y="2088"/>
                  </a:lnTo>
                  <a:lnTo>
                    <a:pt x="324" y="2088"/>
                  </a:lnTo>
                  <a:lnTo>
                    <a:pt x="348" y="2112"/>
                  </a:lnTo>
                  <a:lnTo>
                    <a:pt x="348" y="2118"/>
                  </a:lnTo>
                  <a:lnTo>
                    <a:pt x="342" y="2118"/>
                  </a:lnTo>
                  <a:lnTo>
                    <a:pt x="330" y="2124"/>
                  </a:lnTo>
                  <a:lnTo>
                    <a:pt x="324" y="2130"/>
                  </a:lnTo>
                  <a:lnTo>
                    <a:pt x="348" y="2154"/>
                  </a:lnTo>
                  <a:lnTo>
                    <a:pt x="348" y="2160"/>
                  </a:lnTo>
                  <a:lnTo>
                    <a:pt x="342" y="2166"/>
                  </a:lnTo>
                  <a:lnTo>
                    <a:pt x="336" y="2166"/>
                  </a:lnTo>
                  <a:lnTo>
                    <a:pt x="330" y="2172"/>
                  </a:lnTo>
                  <a:lnTo>
                    <a:pt x="324" y="2172"/>
                  </a:lnTo>
                  <a:lnTo>
                    <a:pt x="324" y="2196"/>
                  </a:lnTo>
                  <a:lnTo>
                    <a:pt x="312" y="2202"/>
                  </a:lnTo>
                  <a:lnTo>
                    <a:pt x="312" y="2214"/>
                  </a:lnTo>
                  <a:lnTo>
                    <a:pt x="318" y="2226"/>
                  </a:lnTo>
                  <a:lnTo>
                    <a:pt x="324" y="2232"/>
                  </a:lnTo>
                  <a:lnTo>
                    <a:pt x="324" y="2268"/>
                  </a:lnTo>
                  <a:lnTo>
                    <a:pt x="354" y="2274"/>
                  </a:lnTo>
                  <a:lnTo>
                    <a:pt x="354" y="2280"/>
                  </a:lnTo>
                  <a:lnTo>
                    <a:pt x="360" y="2286"/>
                  </a:lnTo>
                  <a:lnTo>
                    <a:pt x="360" y="2298"/>
                  </a:lnTo>
                  <a:lnTo>
                    <a:pt x="366" y="2304"/>
                  </a:lnTo>
                  <a:lnTo>
                    <a:pt x="378" y="2310"/>
                  </a:lnTo>
                  <a:lnTo>
                    <a:pt x="384" y="2310"/>
                  </a:lnTo>
                  <a:lnTo>
                    <a:pt x="396" y="2298"/>
                  </a:lnTo>
                  <a:lnTo>
                    <a:pt x="414" y="2298"/>
                  </a:lnTo>
                  <a:lnTo>
                    <a:pt x="426" y="2304"/>
                  </a:lnTo>
                  <a:lnTo>
                    <a:pt x="438" y="2316"/>
                  </a:lnTo>
                  <a:lnTo>
                    <a:pt x="438" y="2340"/>
                  </a:lnTo>
                  <a:lnTo>
                    <a:pt x="456" y="2364"/>
                  </a:lnTo>
                  <a:lnTo>
                    <a:pt x="468" y="2382"/>
                  </a:lnTo>
                  <a:lnTo>
                    <a:pt x="504" y="2400"/>
                  </a:lnTo>
                  <a:lnTo>
                    <a:pt x="522" y="2418"/>
                  </a:lnTo>
                  <a:lnTo>
                    <a:pt x="534" y="2418"/>
                  </a:lnTo>
                  <a:lnTo>
                    <a:pt x="546" y="2412"/>
                  </a:lnTo>
                  <a:lnTo>
                    <a:pt x="642" y="2412"/>
                  </a:lnTo>
                  <a:lnTo>
                    <a:pt x="666" y="2430"/>
                  </a:lnTo>
                  <a:lnTo>
                    <a:pt x="660" y="2442"/>
                  </a:lnTo>
                  <a:lnTo>
                    <a:pt x="666" y="2424"/>
                  </a:lnTo>
                  <a:lnTo>
                    <a:pt x="672" y="2418"/>
                  </a:lnTo>
                  <a:lnTo>
                    <a:pt x="684" y="2418"/>
                  </a:lnTo>
                  <a:lnTo>
                    <a:pt x="690" y="2424"/>
                  </a:lnTo>
                  <a:lnTo>
                    <a:pt x="702" y="2424"/>
                  </a:lnTo>
                  <a:lnTo>
                    <a:pt x="714" y="2430"/>
                  </a:lnTo>
                  <a:lnTo>
                    <a:pt x="720" y="2436"/>
                  </a:lnTo>
                  <a:lnTo>
                    <a:pt x="678" y="2382"/>
                  </a:lnTo>
                  <a:lnTo>
                    <a:pt x="660" y="2382"/>
                  </a:lnTo>
                  <a:lnTo>
                    <a:pt x="666" y="2370"/>
                  </a:lnTo>
                  <a:lnTo>
                    <a:pt x="630" y="2340"/>
                  </a:lnTo>
                  <a:lnTo>
                    <a:pt x="630" y="2310"/>
                  </a:lnTo>
                  <a:lnTo>
                    <a:pt x="618" y="2298"/>
                  </a:lnTo>
                  <a:lnTo>
                    <a:pt x="624" y="2286"/>
                  </a:lnTo>
                  <a:lnTo>
                    <a:pt x="630" y="2286"/>
                  </a:lnTo>
                  <a:lnTo>
                    <a:pt x="642" y="2274"/>
                  </a:lnTo>
                  <a:lnTo>
                    <a:pt x="642" y="2268"/>
                  </a:lnTo>
                  <a:lnTo>
                    <a:pt x="636" y="2268"/>
                  </a:lnTo>
                  <a:lnTo>
                    <a:pt x="624" y="2262"/>
                  </a:lnTo>
                  <a:lnTo>
                    <a:pt x="606" y="2262"/>
                  </a:lnTo>
                  <a:lnTo>
                    <a:pt x="618" y="2250"/>
                  </a:lnTo>
                  <a:lnTo>
                    <a:pt x="618" y="2232"/>
                  </a:lnTo>
                  <a:lnTo>
                    <a:pt x="636" y="2256"/>
                  </a:lnTo>
                  <a:lnTo>
                    <a:pt x="648" y="2262"/>
                  </a:lnTo>
                  <a:lnTo>
                    <a:pt x="666" y="2262"/>
                  </a:lnTo>
                  <a:lnTo>
                    <a:pt x="672" y="2256"/>
                  </a:lnTo>
                  <a:lnTo>
                    <a:pt x="678" y="2244"/>
                  </a:lnTo>
                  <a:lnTo>
                    <a:pt x="678" y="2226"/>
                  </a:lnTo>
                  <a:lnTo>
                    <a:pt x="672" y="2208"/>
                  </a:lnTo>
                  <a:lnTo>
                    <a:pt x="666" y="2196"/>
                  </a:lnTo>
                  <a:lnTo>
                    <a:pt x="666" y="2178"/>
                  </a:lnTo>
                  <a:lnTo>
                    <a:pt x="678" y="2154"/>
                  </a:lnTo>
                  <a:lnTo>
                    <a:pt x="690" y="2142"/>
                  </a:lnTo>
                  <a:lnTo>
                    <a:pt x="708" y="2130"/>
                  </a:lnTo>
                  <a:lnTo>
                    <a:pt x="738" y="2100"/>
                  </a:lnTo>
                  <a:lnTo>
                    <a:pt x="726" y="2088"/>
                  </a:lnTo>
                  <a:lnTo>
                    <a:pt x="702" y="2088"/>
                  </a:lnTo>
                  <a:lnTo>
                    <a:pt x="726" y="2082"/>
                  </a:lnTo>
                  <a:lnTo>
                    <a:pt x="726" y="2064"/>
                  </a:lnTo>
                  <a:lnTo>
                    <a:pt x="714" y="2040"/>
                  </a:lnTo>
                  <a:lnTo>
                    <a:pt x="708" y="2034"/>
                  </a:lnTo>
                  <a:lnTo>
                    <a:pt x="696" y="2028"/>
                  </a:lnTo>
                  <a:lnTo>
                    <a:pt x="690" y="2028"/>
                  </a:lnTo>
                  <a:lnTo>
                    <a:pt x="684" y="2034"/>
                  </a:lnTo>
                  <a:lnTo>
                    <a:pt x="672" y="2016"/>
                  </a:lnTo>
                  <a:lnTo>
                    <a:pt x="642" y="2016"/>
                  </a:lnTo>
                  <a:lnTo>
                    <a:pt x="636" y="2010"/>
                  </a:lnTo>
                  <a:lnTo>
                    <a:pt x="624" y="2004"/>
                  </a:lnTo>
                  <a:lnTo>
                    <a:pt x="606" y="1992"/>
                  </a:lnTo>
                  <a:lnTo>
                    <a:pt x="582" y="1968"/>
                  </a:lnTo>
                  <a:lnTo>
                    <a:pt x="570" y="1950"/>
                  </a:lnTo>
                  <a:lnTo>
                    <a:pt x="564" y="1938"/>
                  </a:lnTo>
                  <a:lnTo>
                    <a:pt x="564" y="1926"/>
                  </a:lnTo>
                  <a:lnTo>
                    <a:pt x="570" y="1914"/>
                  </a:lnTo>
                  <a:lnTo>
                    <a:pt x="570" y="1908"/>
                  </a:lnTo>
                  <a:lnTo>
                    <a:pt x="576" y="1908"/>
                  </a:lnTo>
                  <a:lnTo>
                    <a:pt x="582" y="1902"/>
                  </a:lnTo>
                  <a:lnTo>
                    <a:pt x="594" y="1878"/>
                  </a:lnTo>
                  <a:lnTo>
                    <a:pt x="606" y="1878"/>
                  </a:lnTo>
                  <a:lnTo>
                    <a:pt x="612" y="1860"/>
                  </a:lnTo>
                  <a:lnTo>
                    <a:pt x="666" y="1860"/>
                  </a:lnTo>
                  <a:lnTo>
                    <a:pt x="654" y="1848"/>
                  </a:lnTo>
                  <a:lnTo>
                    <a:pt x="654" y="1824"/>
                  </a:lnTo>
                  <a:lnTo>
                    <a:pt x="666" y="1824"/>
                  </a:lnTo>
                  <a:lnTo>
                    <a:pt x="666" y="1794"/>
                  </a:lnTo>
                  <a:lnTo>
                    <a:pt x="660" y="1788"/>
                  </a:lnTo>
                  <a:lnTo>
                    <a:pt x="654" y="1776"/>
                  </a:lnTo>
                  <a:lnTo>
                    <a:pt x="642" y="1764"/>
                  </a:lnTo>
                  <a:lnTo>
                    <a:pt x="642" y="1746"/>
                  </a:lnTo>
                  <a:lnTo>
                    <a:pt x="648" y="1728"/>
                  </a:lnTo>
                  <a:lnTo>
                    <a:pt x="654" y="1716"/>
                  </a:lnTo>
                  <a:lnTo>
                    <a:pt x="666" y="1710"/>
                  </a:lnTo>
                  <a:lnTo>
                    <a:pt x="672" y="1704"/>
                  </a:lnTo>
                  <a:lnTo>
                    <a:pt x="684" y="1704"/>
                  </a:lnTo>
                  <a:lnTo>
                    <a:pt x="684" y="1692"/>
                  </a:lnTo>
                  <a:lnTo>
                    <a:pt x="660" y="1692"/>
                  </a:lnTo>
                  <a:lnTo>
                    <a:pt x="648" y="1686"/>
                  </a:lnTo>
                  <a:lnTo>
                    <a:pt x="642" y="1680"/>
                  </a:lnTo>
                  <a:lnTo>
                    <a:pt x="642" y="1674"/>
                  </a:lnTo>
                  <a:lnTo>
                    <a:pt x="654" y="1668"/>
                  </a:lnTo>
                  <a:lnTo>
                    <a:pt x="666" y="1668"/>
                  </a:lnTo>
                  <a:lnTo>
                    <a:pt x="702" y="1686"/>
                  </a:lnTo>
                  <a:lnTo>
                    <a:pt x="708" y="1692"/>
                  </a:lnTo>
                  <a:lnTo>
                    <a:pt x="714" y="1692"/>
                  </a:lnTo>
                  <a:lnTo>
                    <a:pt x="720" y="1686"/>
                  </a:lnTo>
                  <a:lnTo>
                    <a:pt x="732" y="1680"/>
                  </a:lnTo>
                  <a:lnTo>
                    <a:pt x="732" y="1656"/>
                  </a:lnTo>
                  <a:lnTo>
                    <a:pt x="726" y="1644"/>
                  </a:lnTo>
                  <a:lnTo>
                    <a:pt x="708" y="1626"/>
                  </a:lnTo>
                  <a:lnTo>
                    <a:pt x="696" y="1626"/>
                  </a:lnTo>
                  <a:lnTo>
                    <a:pt x="690" y="1632"/>
                  </a:lnTo>
                  <a:lnTo>
                    <a:pt x="690" y="1650"/>
                  </a:lnTo>
                  <a:lnTo>
                    <a:pt x="684" y="1656"/>
                  </a:lnTo>
                  <a:lnTo>
                    <a:pt x="666" y="1656"/>
                  </a:lnTo>
                  <a:lnTo>
                    <a:pt x="654" y="1650"/>
                  </a:lnTo>
                  <a:lnTo>
                    <a:pt x="648" y="1644"/>
                  </a:lnTo>
                  <a:lnTo>
                    <a:pt x="648" y="1638"/>
                  </a:lnTo>
                  <a:lnTo>
                    <a:pt x="612" y="1638"/>
                  </a:lnTo>
                  <a:lnTo>
                    <a:pt x="606" y="1632"/>
                  </a:lnTo>
                  <a:lnTo>
                    <a:pt x="606" y="1572"/>
                  </a:lnTo>
                  <a:lnTo>
                    <a:pt x="600" y="1566"/>
                  </a:lnTo>
                  <a:lnTo>
                    <a:pt x="594" y="1554"/>
                  </a:lnTo>
                  <a:lnTo>
                    <a:pt x="588" y="1536"/>
                  </a:lnTo>
                  <a:lnTo>
                    <a:pt x="588" y="1524"/>
                  </a:lnTo>
                  <a:lnTo>
                    <a:pt x="594" y="1518"/>
                  </a:lnTo>
                  <a:lnTo>
                    <a:pt x="600" y="1518"/>
                  </a:lnTo>
                  <a:lnTo>
                    <a:pt x="606" y="1524"/>
                  </a:lnTo>
                  <a:lnTo>
                    <a:pt x="618" y="1524"/>
                  </a:lnTo>
                  <a:lnTo>
                    <a:pt x="624" y="1530"/>
                  </a:lnTo>
                  <a:lnTo>
                    <a:pt x="636" y="1536"/>
                  </a:lnTo>
                  <a:lnTo>
                    <a:pt x="672" y="1548"/>
                  </a:lnTo>
                  <a:lnTo>
                    <a:pt x="690" y="1560"/>
                  </a:lnTo>
                  <a:lnTo>
                    <a:pt x="708" y="1560"/>
                  </a:lnTo>
                  <a:lnTo>
                    <a:pt x="726" y="1554"/>
                  </a:lnTo>
                  <a:lnTo>
                    <a:pt x="738" y="1542"/>
                  </a:lnTo>
                  <a:lnTo>
                    <a:pt x="750" y="1536"/>
                  </a:lnTo>
                  <a:lnTo>
                    <a:pt x="768" y="1530"/>
                  </a:lnTo>
                  <a:lnTo>
                    <a:pt x="774" y="1524"/>
                  </a:lnTo>
                  <a:lnTo>
                    <a:pt x="774" y="1512"/>
                  </a:lnTo>
                  <a:lnTo>
                    <a:pt x="762" y="1506"/>
                  </a:lnTo>
                  <a:lnTo>
                    <a:pt x="750" y="1494"/>
                  </a:lnTo>
                  <a:lnTo>
                    <a:pt x="738" y="1488"/>
                  </a:lnTo>
                  <a:lnTo>
                    <a:pt x="738" y="1464"/>
                  </a:lnTo>
                  <a:lnTo>
                    <a:pt x="744" y="1452"/>
                  </a:lnTo>
                  <a:lnTo>
                    <a:pt x="750" y="1446"/>
                  </a:lnTo>
                  <a:lnTo>
                    <a:pt x="750" y="1434"/>
                  </a:lnTo>
                  <a:lnTo>
                    <a:pt x="756" y="1422"/>
                  </a:lnTo>
                  <a:lnTo>
                    <a:pt x="744" y="1410"/>
                  </a:lnTo>
                  <a:lnTo>
                    <a:pt x="726" y="1410"/>
                  </a:lnTo>
                  <a:lnTo>
                    <a:pt x="720" y="1386"/>
                  </a:lnTo>
                  <a:lnTo>
                    <a:pt x="714" y="1380"/>
                  </a:lnTo>
                  <a:lnTo>
                    <a:pt x="714" y="1368"/>
                  </a:lnTo>
                  <a:lnTo>
                    <a:pt x="720" y="1362"/>
                  </a:lnTo>
                  <a:lnTo>
                    <a:pt x="726" y="1362"/>
                  </a:lnTo>
                  <a:lnTo>
                    <a:pt x="732" y="1374"/>
                  </a:lnTo>
                  <a:lnTo>
                    <a:pt x="738" y="1380"/>
                  </a:lnTo>
                  <a:lnTo>
                    <a:pt x="738" y="1386"/>
                  </a:lnTo>
                  <a:lnTo>
                    <a:pt x="744" y="1398"/>
                  </a:lnTo>
                  <a:lnTo>
                    <a:pt x="756" y="1398"/>
                  </a:lnTo>
                  <a:lnTo>
                    <a:pt x="750" y="1380"/>
                  </a:lnTo>
                  <a:lnTo>
                    <a:pt x="828" y="1386"/>
                  </a:lnTo>
                  <a:lnTo>
                    <a:pt x="834" y="1380"/>
                  </a:lnTo>
                  <a:lnTo>
                    <a:pt x="840" y="1380"/>
                  </a:lnTo>
                  <a:lnTo>
                    <a:pt x="846" y="1374"/>
                  </a:lnTo>
                  <a:lnTo>
                    <a:pt x="864" y="1368"/>
                  </a:lnTo>
                  <a:lnTo>
                    <a:pt x="894" y="1362"/>
                  </a:lnTo>
                  <a:lnTo>
                    <a:pt x="930" y="1350"/>
                  </a:lnTo>
                  <a:lnTo>
                    <a:pt x="972" y="1338"/>
                  </a:lnTo>
                  <a:lnTo>
                    <a:pt x="1002" y="1326"/>
                  </a:lnTo>
                  <a:lnTo>
                    <a:pt x="1014" y="1320"/>
                  </a:lnTo>
                  <a:lnTo>
                    <a:pt x="1014" y="1284"/>
                  </a:lnTo>
                  <a:lnTo>
                    <a:pt x="1032" y="1272"/>
                  </a:lnTo>
                  <a:lnTo>
                    <a:pt x="1044" y="1218"/>
                  </a:lnTo>
                  <a:lnTo>
                    <a:pt x="1038" y="1194"/>
                  </a:lnTo>
                  <a:lnTo>
                    <a:pt x="1038" y="1170"/>
                  </a:lnTo>
                  <a:lnTo>
                    <a:pt x="1032" y="1170"/>
                  </a:lnTo>
                  <a:lnTo>
                    <a:pt x="1026" y="1164"/>
                  </a:lnTo>
                  <a:lnTo>
                    <a:pt x="1002" y="1152"/>
                  </a:lnTo>
                  <a:lnTo>
                    <a:pt x="990" y="1152"/>
                  </a:lnTo>
                  <a:lnTo>
                    <a:pt x="984" y="1146"/>
                  </a:lnTo>
                  <a:lnTo>
                    <a:pt x="978" y="1146"/>
                  </a:lnTo>
                  <a:lnTo>
                    <a:pt x="972" y="1140"/>
                  </a:lnTo>
                  <a:lnTo>
                    <a:pt x="990" y="1122"/>
                  </a:lnTo>
                  <a:lnTo>
                    <a:pt x="990" y="1092"/>
                  </a:lnTo>
                  <a:lnTo>
                    <a:pt x="984" y="1080"/>
                  </a:lnTo>
                  <a:lnTo>
                    <a:pt x="978" y="1074"/>
                  </a:lnTo>
                  <a:lnTo>
                    <a:pt x="954" y="1062"/>
                  </a:lnTo>
                  <a:lnTo>
                    <a:pt x="918" y="1050"/>
                  </a:lnTo>
                  <a:lnTo>
                    <a:pt x="906" y="1044"/>
                  </a:lnTo>
                  <a:lnTo>
                    <a:pt x="888" y="1032"/>
                  </a:lnTo>
                  <a:lnTo>
                    <a:pt x="876" y="1020"/>
                  </a:lnTo>
                  <a:lnTo>
                    <a:pt x="876" y="1002"/>
                  </a:lnTo>
                  <a:lnTo>
                    <a:pt x="882" y="990"/>
                  </a:lnTo>
                  <a:lnTo>
                    <a:pt x="888" y="990"/>
                  </a:lnTo>
                  <a:lnTo>
                    <a:pt x="888" y="984"/>
                  </a:lnTo>
                  <a:lnTo>
                    <a:pt x="858" y="948"/>
                  </a:lnTo>
                  <a:lnTo>
                    <a:pt x="858" y="900"/>
                  </a:lnTo>
                  <a:lnTo>
                    <a:pt x="882" y="900"/>
                  </a:lnTo>
                  <a:lnTo>
                    <a:pt x="888" y="894"/>
                  </a:lnTo>
                  <a:lnTo>
                    <a:pt x="894" y="894"/>
                  </a:lnTo>
                  <a:lnTo>
                    <a:pt x="894" y="888"/>
                  </a:lnTo>
                  <a:lnTo>
                    <a:pt x="888" y="876"/>
                  </a:lnTo>
                  <a:lnTo>
                    <a:pt x="876" y="870"/>
                  </a:lnTo>
                  <a:lnTo>
                    <a:pt x="870" y="858"/>
                  </a:lnTo>
                  <a:lnTo>
                    <a:pt x="864" y="852"/>
                  </a:lnTo>
                  <a:lnTo>
                    <a:pt x="876" y="834"/>
                  </a:lnTo>
                  <a:lnTo>
                    <a:pt x="864" y="822"/>
                  </a:lnTo>
                  <a:lnTo>
                    <a:pt x="858" y="810"/>
                  </a:lnTo>
                  <a:lnTo>
                    <a:pt x="852" y="804"/>
                  </a:lnTo>
                  <a:lnTo>
                    <a:pt x="864" y="792"/>
                  </a:lnTo>
                  <a:lnTo>
                    <a:pt x="882" y="792"/>
                  </a:lnTo>
                  <a:lnTo>
                    <a:pt x="858" y="774"/>
                  </a:lnTo>
                  <a:lnTo>
                    <a:pt x="858" y="738"/>
                  </a:lnTo>
                  <a:lnTo>
                    <a:pt x="882" y="726"/>
                  </a:lnTo>
                  <a:lnTo>
                    <a:pt x="876" y="726"/>
                  </a:lnTo>
                  <a:lnTo>
                    <a:pt x="852" y="702"/>
                  </a:lnTo>
                  <a:lnTo>
                    <a:pt x="852" y="696"/>
                  </a:lnTo>
                  <a:lnTo>
                    <a:pt x="870" y="678"/>
                  </a:lnTo>
                  <a:lnTo>
                    <a:pt x="870" y="666"/>
                  </a:lnTo>
                  <a:lnTo>
                    <a:pt x="876" y="654"/>
                  </a:lnTo>
                  <a:lnTo>
                    <a:pt x="876" y="642"/>
                  </a:lnTo>
                  <a:lnTo>
                    <a:pt x="882" y="636"/>
                  </a:lnTo>
                  <a:lnTo>
                    <a:pt x="900" y="636"/>
                  </a:lnTo>
                  <a:lnTo>
                    <a:pt x="906" y="630"/>
                  </a:lnTo>
                  <a:lnTo>
                    <a:pt x="912" y="618"/>
                  </a:lnTo>
                  <a:lnTo>
                    <a:pt x="918" y="612"/>
                  </a:lnTo>
                  <a:lnTo>
                    <a:pt x="918" y="588"/>
                  </a:lnTo>
                  <a:lnTo>
                    <a:pt x="930" y="588"/>
                  </a:lnTo>
                  <a:lnTo>
                    <a:pt x="948" y="570"/>
                  </a:lnTo>
                  <a:lnTo>
                    <a:pt x="948" y="558"/>
                  </a:lnTo>
                  <a:lnTo>
                    <a:pt x="954" y="546"/>
                  </a:lnTo>
                  <a:lnTo>
                    <a:pt x="954" y="534"/>
                  </a:lnTo>
                  <a:close/>
                  <a:moveTo>
                    <a:pt x="930" y="1020"/>
                  </a:moveTo>
                  <a:lnTo>
                    <a:pt x="942" y="1020"/>
                  </a:lnTo>
                  <a:lnTo>
                    <a:pt x="930" y="1014"/>
                  </a:lnTo>
                  <a:lnTo>
                    <a:pt x="930" y="102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63" name="Angola" descr="© INSCALE GmbH, 05.05.2010&#10;http://www.presentationload.com/">
              <a:extLst>
                <a:ext uri="{FF2B5EF4-FFF2-40B4-BE49-F238E27FC236}">
                  <a16:creationId xmlns:a16="http://schemas.microsoft.com/office/drawing/2014/main" id="{66DBC3B8-239C-48B3-B155-4FEFAED114B4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4005979" y="3115030"/>
              <a:ext cx="293379" cy="363497"/>
            </a:xfrm>
            <a:custGeom>
              <a:avLst/>
              <a:gdLst>
                <a:gd name="T0" fmla="*/ 2147483647 w 888"/>
                <a:gd name="T1" fmla="*/ 2147483647 h 1104"/>
                <a:gd name="T2" fmla="*/ 2147483647 w 888"/>
                <a:gd name="T3" fmla="*/ 2147483647 h 1104"/>
                <a:gd name="T4" fmla="*/ 2147483647 w 888"/>
                <a:gd name="T5" fmla="*/ 2147483647 h 1104"/>
                <a:gd name="T6" fmla="*/ 2147483647 w 888"/>
                <a:gd name="T7" fmla="*/ 0 h 1104"/>
                <a:gd name="T8" fmla="*/ 2147483647 w 888"/>
                <a:gd name="T9" fmla="*/ 2147483647 h 1104"/>
                <a:gd name="T10" fmla="*/ 2147483647 w 888"/>
                <a:gd name="T11" fmla="*/ 2147483647 h 1104"/>
                <a:gd name="T12" fmla="*/ 2147483647 w 888"/>
                <a:gd name="T13" fmla="*/ 2147483647 h 1104"/>
                <a:gd name="T14" fmla="*/ 2147483647 w 888"/>
                <a:gd name="T15" fmla="*/ 2147483647 h 1104"/>
                <a:gd name="T16" fmla="*/ 2147483647 w 888"/>
                <a:gd name="T17" fmla="*/ 2147483647 h 1104"/>
                <a:gd name="T18" fmla="*/ 2147483647 w 888"/>
                <a:gd name="T19" fmla="*/ 2147483647 h 1104"/>
                <a:gd name="T20" fmla="*/ 2147483647 w 888"/>
                <a:gd name="T21" fmla="*/ 2147483647 h 1104"/>
                <a:gd name="T22" fmla="*/ 2147483647 w 888"/>
                <a:gd name="T23" fmla="*/ 2147483647 h 1104"/>
                <a:gd name="T24" fmla="*/ 2147483647 w 888"/>
                <a:gd name="T25" fmla="*/ 2147483647 h 1104"/>
                <a:gd name="T26" fmla="*/ 2147483647 w 888"/>
                <a:gd name="T27" fmla="*/ 2147483647 h 1104"/>
                <a:gd name="T28" fmla="*/ 2147483647 w 888"/>
                <a:gd name="T29" fmla="*/ 2147483647 h 1104"/>
                <a:gd name="T30" fmla="*/ 2147483647 w 888"/>
                <a:gd name="T31" fmla="*/ 2147483647 h 1104"/>
                <a:gd name="T32" fmla="*/ 2147483647 w 888"/>
                <a:gd name="T33" fmla="*/ 2147483647 h 1104"/>
                <a:gd name="T34" fmla="*/ 2147483647 w 888"/>
                <a:gd name="T35" fmla="*/ 2147483647 h 1104"/>
                <a:gd name="T36" fmla="*/ 2147483647 w 888"/>
                <a:gd name="T37" fmla="*/ 2147483647 h 1104"/>
                <a:gd name="T38" fmla="*/ 2147483647 w 888"/>
                <a:gd name="T39" fmla="*/ 2147483647 h 1104"/>
                <a:gd name="T40" fmla="*/ 2147483647 w 888"/>
                <a:gd name="T41" fmla="*/ 2147483647 h 1104"/>
                <a:gd name="T42" fmla="*/ 2147483647 w 888"/>
                <a:gd name="T43" fmla="*/ 2147483647 h 1104"/>
                <a:gd name="T44" fmla="*/ 2147483647 w 888"/>
                <a:gd name="T45" fmla="*/ 2147483647 h 1104"/>
                <a:gd name="T46" fmla="*/ 2147483647 w 888"/>
                <a:gd name="T47" fmla="*/ 2147483647 h 1104"/>
                <a:gd name="T48" fmla="*/ 2147483647 w 888"/>
                <a:gd name="T49" fmla="*/ 2147483647 h 1104"/>
                <a:gd name="T50" fmla="*/ 2147483647 w 888"/>
                <a:gd name="T51" fmla="*/ 2147483647 h 1104"/>
                <a:gd name="T52" fmla="*/ 2147483647 w 888"/>
                <a:gd name="T53" fmla="*/ 2147483647 h 1104"/>
                <a:gd name="T54" fmla="*/ 2147483647 w 888"/>
                <a:gd name="T55" fmla="*/ 2147483647 h 1104"/>
                <a:gd name="T56" fmla="*/ 2147483647 w 888"/>
                <a:gd name="T57" fmla="*/ 2147483647 h 1104"/>
                <a:gd name="T58" fmla="*/ 2147483647 w 888"/>
                <a:gd name="T59" fmla="*/ 2147483647 h 1104"/>
                <a:gd name="T60" fmla="*/ 2147483647 w 888"/>
                <a:gd name="T61" fmla="*/ 2147483647 h 1104"/>
                <a:gd name="T62" fmla="*/ 2147483647 w 888"/>
                <a:gd name="T63" fmla="*/ 2147483647 h 1104"/>
                <a:gd name="T64" fmla="*/ 2147483647 w 888"/>
                <a:gd name="T65" fmla="*/ 2147483647 h 1104"/>
                <a:gd name="T66" fmla="*/ 2147483647 w 888"/>
                <a:gd name="T67" fmla="*/ 2147483647 h 1104"/>
                <a:gd name="T68" fmla="*/ 2147483647 w 888"/>
                <a:gd name="T69" fmla="*/ 2147483647 h 1104"/>
                <a:gd name="T70" fmla="*/ 2147483647 w 888"/>
                <a:gd name="T71" fmla="*/ 2147483647 h 1104"/>
                <a:gd name="T72" fmla="*/ 2147483647 w 888"/>
                <a:gd name="T73" fmla="*/ 2147483647 h 1104"/>
                <a:gd name="T74" fmla="*/ 0 w 888"/>
                <a:gd name="T75" fmla="*/ 2147483647 h 1104"/>
                <a:gd name="T76" fmla="*/ 2147483647 w 888"/>
                <a:gd name="T77" fmla="*/ 2147483647 h 1104"/>
                <a:gd name="T78" fmla="*/ 2147483647 w 888"/>
                <a:gd name="T79" fmla="*/ 2147483647 h 1104"/>
                <a:gd name="T80" fmla="*/ 2147483647 w 888"/>
                <a:gd name="T81" fmla="*/ 2147483647 h 1104"/>
                <a:gd name="T82" fmla="*/ 2147483647 w 888"/>
                <a:gd name="T83" fmla="*/ 2147483647 h 1104"/>
                <a:gd name="T84" fmla="*/ 2147483647 w 888"/>
                <a:gd name="T85" fmla="*/ 2147483647 h 1104"/>
                <a:gd name="T86" fmla="*/ 2147483647 w 888"/>
                <a:gd name="T87" fmla="*/ 2147483647 h 1104"/>
                <a:gd name="T88" fmla="*/ 2147483647 w 888"/>
                <a:gd name="T89" fmla="*/ 2147483647 h 1104"/>
                <a:gd name="T90" fmla="*/ 2147483647 w 888"/>
                <a:gd name="T91" fmla="*/ 2147483647 h 1104"/>
                <a:gd name="T92" fmla="*/ 2147483647 w 888"/>
                <a:gd name="T93" fmla="*/ 2147483647 h 1104"/>
                <a:gd name="T94" fmla="*/ 2147483647 w 888"/>
                <a:gd name="T95" fmla="*/ 2147483647 h 110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888"/>
                <a:gd name="T145" fmla="*/ 0 h 1104"/>
                <a:gd name="T146" fmla="*/ 888 w 888"/>
                <a:gd name="T147" fmla="*/ 1104 h 110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888" h="1104">
                  <a:moveTo>
                    <a:pt x="42" y="114"/>
                  </a:moveTo>
                  <a:lnTo>
                    <a:pt x="42" y="120"/>
                  </a:lnTo>
                  <a:lnTo>
                    <a:pt x="48" y="120"/>
                  </a:lnTo>
                  <a:lnTo>
                    <a:pt x="54" y="114"/>
                  </a:lnTo>
                  <a:lnTo>
                    <a:pt x="66" y="108"/>
                  </a:lnTo>
                  <a:lnTo>
                    <a:pt x="72" y="102"/>
                  </a:lnTo>
                  <a:lnTo>
                    <a:pt x="72" y="96"/>
                  </a:lnTo>
                  <a:lnTo>
                    <a:pt x="66" y="84"/>
                  </a:lnTo>
                  <a:lnTo>
                    <a:pt x="66" y="78"/>
                  </a:lnTo>
                  <a:lnTo>
                    <a:pt x="60" y="66"/>
                  </a:lnTo>
                  <a:lnTo>
                    <a:pt x="96" y="36"/>
                  </a:lnTo>
                  <a:lnTo>
                    <a:pt x="102" y="24"/>
                  </a:lnTo>
                  <a:lnTo>
                    <a:pt x="102" y="18"/>
                  </a:lnTo>
                  <a:lnTo>
                    <a:pt x="96" y="12"/>
                  </a:lnTo>
                  <a:lnTo>
                    <a:pt x="96" y="6"/>
                  </a:lnTo>
                  <a:lnTo>
                    <a:pt x="90" y="0"/>
                  </a:lnTo>
                  <a:lnTo>
                    <a:pt x="84" y="6"/>
                  </a:lnTo>
                  <a:lnTo>
                    <a:pt x="72" y="12"/>
                  </a:lnTo>
                  <a:lnTo>
                    <a:pt x="66" y="18"/>
                  </a:lnTo>
                  <a:lnTo>
                    <a:pt x="54" y="24"/>
                  </a:lnTo>
                  <a:lnTo>
                    <a:pt x="54" y="42"/>
                  </a:lnTo>
                  <a:lnTo>
                    <a:pt x="36" y="42"/>
                  </a:lnTo>
                  <a:lnTo>
                    <a:pt x="36" y="60"/>
                  </a:lnTo>
                  <a:lnTo>
                    <a:pt x="42" y="114"/>
                  </a:lnTo>
                  <a:close/>
                  <a:moveTo>
                    <a:pt x="876" y="546"/>
                  </a:moveTo>
                  <a:lnTo>
                    <a:pt x="852" y="546"/>
                  </a:lnTo>
                  <a:lnTo>
                    <a:pt x="840" y="534"/>
                  </a:lnTo>
                  <a:lnTo>
                    <a:pt x="828" y="534"/>
                  </a:lnTo>
                  <a:lnTo>
                    <a:pt x="828" y="546"/>
                  </a:lnTo>
                  <a:lnTo>
                    <a:pt x="804" y="552"/>
                  </a:lnTo>
                  <a:lnTo>
                    <a:pt x="774" y="546"/>
                  </a:lnTo>
                  <a:lnTo>
                    <a:pt x="768" y="564"/>
                  </a:lnTo>
                  <a:lnTo>
                    <a:pt x="762" y="558"/>
                  </a:lnTo>
                  <a:lnTo>
                    <a:pt x="756" y="558"/>
                  </a:lnTo>
                  <a:lnTo>
                    <a:pt x="750" y="552"/>
                  </a:lnTo>
                  <a:lnTo>
                    <a:pt x="750" y="528"/>
                  </a:lnTo>
                  <a:lnTo>
                    <a:pt x="756" y="522"/>
                  </a:lnTo>
                  <a:lnTo>
                    <a:pt x="756" y="510"/>
                  </a:lnTo>
                  <a:lnTo>
                    <a:pt x="762" y="498"/>
                  </a:lnTo>
                  <a:lnTo>
                    <a:pt x="762" y="480"/>
                  </a:lnTo>
                  <a:lnTo>
                    <a:pt x="756" y="474"/>
                  </a:lnTo>
                  <a:lnTo>
                    <a:pt x="744" y="450"/>
                  </a:lnTo>
                  <a:lnTo>
                    <a:pt x="732" y="432"/>
                  </a:lnTo>
                  <a:lnTo>
                    <a:pt x="726" y="414"/>
                  </a:lnTo>
                  <a:lnTo>
                    <a:pt x="726" y="402"/>
                  </a:lnTo>
                  <a:lnTo>
                    <a:pt x="732" y="396"/>
                  </a:lnTo>
                  <a:lnTo>
                    <a:pt x="732" y="384"/>
                  </a:lnTo>
                  <a:lnTo>
                    <a:pt x="726" y="360"/>
                  </a:lnTo>
                  <a:lnTo>
                    <a:pt x="732" y="354"/>
                  </a:lnTo>
                  <a:lnTo>
                    <a:pt x="738" y="342"/>
                  </a:lnTo>
                  <a:lnTo>
                    <a:pt x="738" y="330"/>
                  </a:lnTo>
                  <a:lnTo>
                    <a:pt x="732" y="318"/>
                  </a:lnTo>
                  <a:lnTo>
                    <a:pt x="720" y="306"/>
                  </a:lnTo>
                  <a:lnTo>
                    <a:pt x="714" y="288"/>
                  </a:lnTo>
                  <a:lnTo>
                    <a:pt x="726" y="270"/>
                  </a:lnTo>
                  <a:lnTo>
                    <a:pt x="726" y="246"/>
                  </a:lnTo>
                  <a:lnTo>
                    <a:pt x="636" y="246"/>
                  </a:lnTo>
                  <a:lnTo>
                    <a:pt x="636" y="222"/>
                  </a:lnTo>
                  <a:lnTo>
                    <a:pt x="624" y="216"/>
                  </a:lnTo>
                  <a:lnTo>
                    <a:pt x="612" y="216"/>
                  </a:lnTo>
                  <a:lnTo>
                    <a:pt x="612" y="222"/>
                  </a:lnTo>
                  <a:lnTo>
                    <a:pt x="564" y="222"/>
                  </a:lnTo>
                  <a:lnTo>
                    <a:pt x="558" y="228"/>
                  </a:lnTo>
                  <a:lnTo>
                    <a:pt x="558" y="234"/>
                  </a:lnTo>
                  <a:lnTo>
                    <a:pt x="564" y="240"/>
                  </a:lnTo>
                  <a:lnTo>
                    <a:pt x="570" y="252"/>
                  </a:lnTo>
                  <a:lnTo>
                    <a:pt x="570" y="264"/>
                  </a:lnTo>
                  <a:lnTo>
                    <a:pt x="558" y="264"/>
                  </a:lnTo>
                  <a:lnTo>
                    <a:pt x="558" y="270"/>
                  </a:lnTo>
                  <a:lnTo>
                    <a:pt x="552" y="276"/>
                  </a:lnTo>
                  <a:lnTo>
                    <a:pt x="552" y="294"/>
                  </a:lnTo>
                  <a:lnTo>
                    <a:pt x="510" y="300"/>
                  </a:lnTo>
                  <a:lnTo>
                    <a:pt x="504" y="294"/>
                  </a:lnTo>
                  <a:lnTo>
                    <a:pt x="492" y="300"/>
                  </a:lnTo>
                  <a:lnTo>
                    <a:pt x="468" y="300"/>
                  </a:lnTo>
                  <a:lnTo>
                    <a:pt x="462" y="312"/>
                  </a:lnTo>
                  <a:lnTo>
                    <a:pt x="450" y="306"/>
                  </a:lnTo>
                  <a:lnTo>
                    <a:pt x="420" y="306"/>
                  </a:lnTo>
                  <a:lnTo>
                    <a:pt x="408" y="282"/>
                  </a:lnTo>
                  <a:lnTo>
                    <a:pt x="402" y="276"/>
                  </a:lnTo>
                  <a:lnTo>
                    <a:pt x="402" y="264"/>
                  </a:lnTo>
                  <a:lnTo>
                    <a:pt x="390" y="252"/>
                  </a:lnTo>
                  <a:lnTo>
                    <a:pt x="384" y="252"/>
                  </a:lnTo>
                  <a:lnTo>
                    <a:pt x="378" y="246"/>
                  </a:lnTo>
                  <a:lnTo>
                    <a:pt x="378" y="240"/>
                  </a:lnTo>
                  <a:lnTo>
                    <a:pt x="384" y="234"/>
                  </a:lnTo>
                  <a:lnTo>
                    <a:pt x="384" y="210"/>
                  </a:lnTo>
                  <a:lnTo>
                    <a:pt x="366" y="192"/>
                  </a:lnTo>
                  <a:lnTo>
                    <a:pt x="366" y="150"/>
                  </a:lnTo>
                  <a:lnTo>
                    <a:pt x="354" y="138"/>
                  </a:lnTo>
                  <a:lnTo>
                    <a:pt x="348" y="126"/>
                  </a:lnTo>
                  <a:lnTo>
                    <a:pt x="342" y="120"/>
                  </a:lnTo>
                  <a:lnTo>
                    <a:pt x="324" y="120"/>
                  </a:lnTo>
                  <a:lnTo>
                    <a:pt x="318" y="126"/>
                  </a:lnTo>
                  <a:lnTo>
                    <a:pt x="294" y="126"/>
                  </a:lnTo>
                  <a:lnTo>
                    <a:pt x="276" y="132"/>
                  </a:lnTo>
                  <a:lnTo>
                    <a:pt x="246" y="132"/>
                  </a:lnTo>
                  <a:lnTo>
                    <a:pt x="234" y="126"/>
                  </a:lnTo>
                  <a:lnTo>
                    <a:pt x="222" y="126"/>
                  </a:lnTo>
                  <a:lnTo>
                    <a:pt x="210" y="132"/>
                  </a:lnTo>
                  <a:lnTo>
                    <a:pt x="180" y="132"/>
                  </a:lnTo>
                  <a:lnTo>
                    <a:pt x="168" y="126"/>
                  </a:lnTo>
                  <a:lnTo>
                    <a:pt x="144" y="132"/>
                  </a:lnTo>
                  <a:lnTo>
                    <a:pt x="132" y="126"/>
                  </a:lnTo>
                  <a:lnTo>
                    <a:pt x="126" y="132"/>
                  </a:lnTo>
                  <a:lnTo>
                    <a:pt x="102" y="126"/>
                  </a:lnTo>
                  <a:lnTo>
                    <a:pt x="54" y="150"/>
                  </a:lnTo>
                  <a:lnTo>
                    <a:pt x="48" y="156"/>
                  </a:lnTo>
                  <a:lnTo>
                    <a:pt x="54" y="168"/>
                  </a:lnTo>
                  <a:lnTo>
                    <a:pt x="60" y="174"/>
                  </a:lnTo>
                  <a:lnTo>
                    <a:pt x="66" y="186"/>
                  </a:lnTo>
                  <a:lnTo>
                    <a:pt x="90" y="210"/>
                  </a:lnTo>
                  <a:lnTo>
                    <a:pt x="84" y="234"/>
                  </a:lnTo>
                  <a:lnTo>
                    <a:pt x="90" y="246"/>
                  </a:lnTo>
                  <a:lnTo>
                    <a:pt x="108" y="270"/>
                  </a:lnTo>
                  <a:lnTo>
                    <a:pt x="120" y="300"/>
                  </a:lnTo>
                  <a:lnTo>
                    <a:pt x="126" y="330"/>
                  </a:lnTo>
                  <a:lnTo>
                    <a:pt x="120" y="354"/>
                  </a:lnTo>
                  <a:lnTo>
                    <a:pt x="108" y="378"/>
                  </a:lnTo>
                  <a:lnTo>
                    <a:pt x="102" y="384"/>
                  </a:lnTo>
                  <a:lnTo>
                    <a:pt x="102" y="408"/>
                  </a:lnTo>
                  <a:lnTo>
                    <a:pt x="114" y="408"/>
                  </a:lnTo>
                  <a:lnTo>
                    <a:pt x="114" y="438"/>
                  </a:lnTo>
                  <a:lnTo>
                    <a:pt x="126" y="474"/>
                  </a:lnTo>
                  <a:lnTo>
                    <a:pt x="150" y="510"/>
                  </a:lnTo>
                  <a:lnTo>
                    <a:pt x="162" y="552"/>
                  </a:lnTo>
                  <a:lnTo>
                    <a:pt x="162" y="582"/>
                  </a:lnTo>
                  <a:lnTo>
                    <a:pt x="156" y="594"/>
                  </a:lnTo>
                  <a:lnTo>
                    <a:pt x="150" y="612"/>
                  </a:lnTo>
                  <a:lnTo>
                    <a:pt x="144" y="618"/>
                  </a:lnTo>
                  <a:lnTo>
                    <a:pt x="138" y="630"/>
                  </a:lnTo>
                  <a:lnTo>
                    <a:pt x="144" y="642"/>
                  </a:lnTo>
                  <a:lnTo>
                    <a:pt x="144" y="660"/>
                  </a:lnTo>
                  <a:lnTo>
                    <a:pt x="138" y="666"/>
                  </a:lnTo>
                  <a:lnTo>
                    <a:pt x="126" y="672"/>
                  </a:lnTo>
                  <a:lnTo>
                    <a:pt x="108" y="672"/>
                  </a:lnTo>
                  <a:lnTo>
                    <a:pt x="96" y="690"/>
                  </a:lnTo>
                  <a:lnTo>
                    <a:pt x="102" y="714"/>
                  </a:lnTo>
                  <a:lnTo>
                    <a:pt x="78" y="714"/>
                  </a:lnTo>
                  <a:lnTo>
                    <a:pt x="66" y="720"/>
                  </a:lnTo>
                  <a:lnTo>
                    <a:pt x="66" y="750"/>
                  </a:lnTo>
                  <a:lnTo>
                    <a:pt x="60" y="762"/>
                  </a:lnTo>
                  <a:lnTo>
                    <a:pt x="60" y="774"/>
                  </a:lnTo>
                  <a:lnTo>
                    <a:pt x="48" y="786"/>
                  </a:lnTo>
                  <a:lnTo>
                    <a:pt x="48" y="858"/>
                  </a:lnTo>
                  <a:lnTo>
                    <a:pt x="36" y="864"/>
                  </a:lnTo>
                  <a:lnTo>
                    <a:pt x="30" y="870"/>
                  </a:lnTo>
                  <a:lnTo>
                    <a:pt x="30" y="912"/>
                  </a:lnTo>
                  <a:lnTo>
                    <a:pt x="6" y="930"/>
                  </a:lnTo>
                  <a:lnTo>
                    <a:pt x="6" y="966"/>
                  </a:lnTo>
                  <a:lnTo>
                    <a:pt x="18" y="984"/>
                  </a:lnTo>
                  <a:lnTo>
                    <a:pt x="0" y="1002"/>
                  </a:lnTo>
                  <a:lnTo>
                    <a:pt x="0" y="1044"/>
                  </a:lnTo>
                  <a:lnTo>
                    <a:pt x="18" y="1044"/>
                  </a:lnTo>
                  <a:lnTo>
                    <a:pt x="36" y="1038"/>
                  </a:lnTo>
                  <a:lnTo>
                    <a:pt x="42" y="1044"/>
                  </a:lnTo>
                  <a:lnTo>
                    <a:pt x="72" y="1044"/>
                  </a:lnTo>
                  <a:lnTo>
                    <a:pt x="90" y="1026"/>
                  </a:lnTo>
                  <a:lnTo>
                    <a:pt x="90" y="1020"/>
                  </a:lnTo>
                  <a:lnTo>
                    <a:pt x="120" y="1020"/>
                  </a:lnTo>
                  <a:lnTo>
                    <a:pt x="126" y="1026"/>
                  </a:lnTo>
                  <a:lnTo>
                    <a:pt x="132" y="1038"/>
                  </a:lnTo>
                  <a:lnTo>
                    <a:pt x="156" y="1050"/>
                  </a:lnTo>
                  <a:lnTo>
                    <a:pt x="168" y="1050"/>
                  </a:lnTo>
                  <a:lnTo>
                    <a:pt x="174" y="1056"/>
                  </a:lnTo>
                  <a:lnTo>
                    <a:pt x="480" y="1056"/>
                  </a:lnTo>
                  <a:lnTo>
                    <a:pt x="480" y="1062"/>
                  </a:lnTo>
                  <a:lnTo>
                    <a:pt x="504" y="1086"/>
                  </a:lnTo>
                  <a:lnTo>
                    <a:pt x="540" y="1086"/>
                  </a:lnTo>
                  <a:lnTo>
                    <a:pt x="546" y="1098"/>
                  </a:lnTo>
                  <a:lnTo>
                    <a:pt x="618" y="1092"/>
                  </a:lnTo>
                  <a:lnTo>
                    <a:pt x="624" y="1104"/>
                  </a:lnTo>
                  <a:lnTo>
                    <a:pt x="696" y="1104"/>
                  </a:lnTo>
                  <a:lnTo>
                    <a:pt x="732" y="1098"/>
                  </a:lnTo>
                  <a:lnTo>
                    <a:pt x="780" y="1092"/>
                  </a:lnTo>
                  <a:lnTo>
                    <a:pt x="816" y="1080"/>
                  </a:lnTo>
                  <a:lnTo>
                    <a:pt x="828" y="1074"/>
                  </a:lnTo>
                  <a:lnTo>
                    <a:pt x="738" y="984"/>
                  </a:lnTo>
                  <a:lnTo>
                    <a:pt x="738" y="966"/>
                  </a:lnTo>
                  <a:lnTo>
                    <a:pt x="732" y="954"/>
                  </a:lnTo>
                  <a:lnTo>
                    <a:pt x="732" y="702"/>
                  </a:lnTo>
                  <a:lnTo>
                    <a:pt x="858" y="708"/>
                  </a:lnTo>
                  <a:lnTo>
                    <a:pt x="864" y="708"/>
                  </a:lnTo>
                  <a:lnTo>
                    <a:pt x="876" y="696"/>
                  </a:lnTo>
                  <a:lnTo>
                    <a:pt x="876" y="672"/>
                  </a:lnTo>
                  <a:lnTo>
                    <a:pt x="870" y="666"/>
                  </a:lnTo>
                  <a:lnTo>
                    <a:pt x="870" y="660"/>
                  </a:lnTo>
                  <a:lnTo>
                    <a:pt x="888" y="654"/>
                  </a:lnTo>
                  <a:lnTo>
                    <a:pt x="876" y="642"/>
                  </a:lnTo>
                  <a:lnTo>
                    <a:pt x="876" y="588"/>
                  </a:lnTo>
                  <a:lnTo>
                    <a:pt x="882" y="588"/>
                  </a:lnTo>
                  <a:lnTo>
                    <a:pt x="888" y="582"/>
                  </a:lnTo>
                  <a:lnTo>
                    <a:pt x="888" y="564"/>
                  </a:lnTo>
                  <a:lnTo>
                    <a:pt x="876" y="552"/>
                  </a:lnTo>
                  <a:lnTo>
                    <a:pt x="876" y="546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64" name="Andorra" descr="© INSCALE GmbH, 05.05.2010&#10;http://www.presentationload.com/">
              <a:extLst>
                <a:ext uri="{FF2B5EF4-FFF2-40B4-BE49-F238E27FC236}">
                  <a16:creationId xmlns:a16="http://schemas.microsoft.com/office/drawing/2014/main" id="{BEE8146D-75D8-427B-B3F0-918C9B454D64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783682" y="1874262"/>
              <a:ext cx="10339" cy="5138"/>
            </a:xfrm>
            <a:custGeom>
              <a:avLst/>
              <a:gdLst>
                <a:gd name="T0" fmla="*/ 2147483647 w 30"/>
                <a:gd name="T1" fmla="*/ 2147483647 h 18"/>
                <a:gd name="T2" fmla="*/ 2147483647 w 30"/>
                <a:gd name="T3" fmla="*/ 2147483647 h 18"/>
                <a:gd name="T4" fmla="*/ 2147483647 w 30"/>
                <a:gd name="T5" fmla="*/ 2147483647 h 18"/>
                <a:gd name="T6" fmla="*/ 2147483647 w 30"/>
                <a:gd name="T7" fmla="*/ 0 h 18"/>
                <a:gd name="T8" fmla="*/ 0 w 30"/>
                <a:gd name="T9" fmla="*/ 0 h 18"/>
                <a:gd name="T10" fmla="*/ 2147483647 w 30"/>
                <a:gd name="T11" fmla="*/ 2147483647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0"/>
                <a:gd name="T19" fmla="*/ 0 h 18"/>
                <a:gd name="T20" fmla="*/ 30 w 30"/>
                <a:gd name="T21" fmla="*/ 18 h 1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0" h="18">
                  <a:moveTo>
                    <a:pt x="6" y="18"/>
                  </a:moveTo>
                  <a:lnTo>
                    <a:pt x="18" y="12"/>
                  </a:lnTo>
                  <a:lnTo>
                    <a:pt x="30" y="12"/>
                  </a:lnTo>
                  <a:lnTo>
                    <a:pt x="30" y="0"/>
                  </a:lnTo>
                  <a:lnTo>
                    <a:pt x="0" y="0"/>
                  </a:lnTo>
                  <a:lnTo>
                    <a:pt x="6" y="1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65" name="Albania" descr="© INSCALE GmbH, 05.05.2010&#10;http://www.presentationload.com/">
              <a:extLst>
                <a:ext uri="{FF2B5EF4-FFF2-40B4-BE49-F238E27FC236}">
                  <a16:creationId xmlns:a16="http://schemas.microsoft.com/office/drawing/2014/main" id="{49D7C6F2-2343-425A-BA2D-51F4C2326C31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159773" y="1874263"/>
              <a:ext cx="47820" cy="80920"/>
            </a:xfrm>
            <a:custGeom>
              <a:avLst/>
              <a:gdLst>
                <a:gd name="T0" fmla="*/ 2147483647 w 144"/>
                <a:gd name="T1" fmla="*/ 2147483647 h 246"/>
                <a:gd name="T2" fmla="*/ 2147483647 w 144"/>
                <a:gd name="T3" fmla="*/ 2147483647 h 246"/>
                <a:gd name="T4" fmla="*/ 2147483647 w 144"/>
                <a:gd name="T5" fmla="*/ 2147483647 h 246"/>
                <a:gd name="T6" fmla="*/ 2147483647 w 144"/>
                <a:gd name="T7" fmla="*/ 2147483647 h 246"/>
                <a:gd name="T8" fmla="*/ 2147483647 w 144"/>
                <a:gd name="T9" fmla="*/ 2147483647 h 246"/>
                <a:gd name="T10" fmla="*/ 2147483647 w 144"/>
                <a:gd name="T11" fmla="*/ 2147483647 h 246"/>
                <a:gd name="T12" fmla="*/ 2147483647 w 144"/>
                <a:gd name="T13" fmla="*/ 2147483647 h 246"/>
                <a:gd name="T14" fmla="*/ 2147483647 w 144"/>
                <a:gd name="T15" fmla="*/ 2147483647 h 246"/>
                <a:gd name="T16" fmla="*/ 2147483647 w 144"/>
                <a:gd name="T17" fmla="*/ 2147483647 h 246"/>
                <a:gd name="T18" fmla="*/ 2147483647 w 144"/>
                <a:gd name="T19" fmla="*/ 2147483647 h 246"/>
                <a:gd name="T20" fmla="*/ 2147483647 w 144"/>
                <a:gd name="T21" fmla="*/ 2147483647 h 246"/>
                <a:gd name="T22" fmla="*/ 2147483647 w 144"/>
                <a:gd name="T23" fmla="*/ 2147483647 h 246"/>
                <a:gd name="T24" fmla="*/ 2147483647 w 144"/>
                <a:gd name="T25" fmla="*/ 2147483647 h 246"/>
                <a:gd name="T26" fmla="*/ 2147483647 w 144"/>
                <a:gd name="T27" fmla="*/ 2147483647 h 246"/>
                <a:gd name="T28" fmla="*/ 2147483647 w 144"/>
                <a:gd name="T29" fmla="*/ 2147483647 h 246"/>
                <a:gd name="T30" fmla="*/ 2147483647 w 144"/>
                <a:gd name="T31" fmla="*/ 2147483647 h 246"/>
                <a:gd name="T32" fmla="*/ 2147483647 w 144"/>
                <a:gd name="T33" fmla="*/ 2147483647 h 246"/>
                <a:gd name="T34" fmla="*/ 2147483647 w 144"/>
                <a:gd name="T35" fmla="*/ 2147483647 h 246"/>
                <a:gd name="T36" fmla="*/ 2147483647 w 144"/>
                <a:gd name="T37" fmla="*/ 2147483647 h 246"/>
                <a:gd name="T38" fmla="*/ 2147483647 w 144"/>
                <a:gd name="T39" fmla="*/ 0 h 246"/>
                <a:gd name="T40" fmla="*/ 2147483647 w 144"/>
                <a:gd name="T41" fmla="*/ 2147483647 h 246"/>
                <a:gd name="T42" fmla="*/ 2147483647 w 144"/>
                <a:gd name="T43" fmla="*/ 2147483647 h 246"/>
                <a:gd name="T44" fmla="*/ 0 w 144"/>
                <a:gd name="T45" fmla="*/ 2147483647 h 246"/>
                <a:gd name="T46" fmla="*/ 2147483647 w 144"/>
                <a:gd name="T47" fmla="*/ 2147483647 h 246"/>
                <a:gd name="T48" fmla="*/ 2147483647 w 144"/>
                <a:gd name="T49" fmla="*/ 2147483647 h 246"/>
                <a:gd name="T50" fmla="*/ 2147483647 w 144"/>
                <a:gd name="T51" fmla="*/ 2147483647 h 246"/>
                <a:gd name="T52" fmla="*/ 2147483647 w 144"/>
                <a:gd name="T53" fmla="*/ 2147483647 h 246"/>
                <a:gd name="T54" fmla="*/ 2147483647 w 144"/>
                <a:gd name="T55" fmla="*/ 2147483647 h 246"/>
                <a:gd name="T56" fmla="*/ 2147483647 w 144"/>
                <a:gd name="T57" fmla="*/ 2147483647 h 246"/>
                <a:gd name="T58" fmla="*/ 2147483647 w 144"/>
                <a:gd name="T59" fmla="*/ 2147483647 h 246"/>
                <a:gd name="T60" fmla="*/ 2147483647 w 144"/>
                <a:gd name="T61" fmla="*/ 2147483647 h 246"/>
                <a:gd name="T62" fmla="*/ 2147483647 w 144"/>
                <a:gd name="T63" fmla="*/ 2147483647 h 246"/>
                <a:gd name="T64" fmla="*/ 2147483647 w 144"/>
                <a:gd name="T65" fmla="*/ 2147483647 h 246"/>
                <a:gd name="T66" fmla="*/ 2147483647 w 144"/>
                <a:gd name="T67" fmla="*/ 2147483647 h 246"/>
                <a:gd name="T68" fmla="*/ 2147483647 w 144"/>
                <a:gd name="T69" fmla="*/ 2147483647 h 246"/>
                <a:gd name="T70" fmla="*/ 2147483647 w 144"/>
                <a:gd name="T71" fmla="*/ 2147483647 h 246"/>
                <a:gd name="T72" fmla="*/ 2147483647 w 144"/>
                <a:gd name="T73" fmla="*/ 2147483647 h 246"/>
                <a:gd name="T74" fmla="*/ 2147483647 w 144"/>
                <a:gd name="T75" fmla="*/ 2147483647 h 246"/>
                <a:gd name="T76" fmla="*/ 2147483647 w 144"/>
                <a:gd name="T77" fmla="*/ 2147483647 h 246"/>
                <a:gd name="T78" fmla="*/ 2147483647 w 144"/>
                <a:gd name="T79" fmla="*/ 2147483647 h 246"/>
                <a:gd name="T80" fmla="*/ 2147483647 w 144"/>
                <a:gd name="T81" fmla="*/ 2147483647 h 246"/>
                <a:gd name="T82" fmla="*/ 2147483647 w 144"/>
                <a:gd name="T83" fmla="*/ 2147483647 h 246"/>
                <a:gd name="T84" fmla="*/ 2147483647 w 144"/>
                <a:gd name="T85" fmla="*/ 2147483647 h 246"/>
                <a:gd name="T86" fmla="*/ 2147483647 w 144"/>
                <a:gd name="T87" fmla="*/ 2147483647 h 246"/>
                <a:gd name="T88" fmla="*/ 2147483647 w 144"/>
                <a:gd name="T89" fmla="*/ 2147483647 h 24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44"/>
                <a:gd name="T136" fmla="*/ 0 h 246"/>
                <a:gd name="T137" fmla="*/ 144 w 144"/>
                <a:gd name="T138" fmla="*/ 246 h 24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44" h="246">
                  <a:moveTo>
                    <a:pt x="96" y="210"/>
                  </a:moveTo>
                  <a:lnTo>
                    <a:pt x="96" y="204"/>
                  </a:lnTo>
                  <a:lnTo>
                    <a:pt x="108" y="204"/>
                  </a:lnTo>
                  <a:lnTo>
                    <a:pt x="120" y="198"/>
                  </a:lnTo>
                  <a:lnTo>
                    <a:pt x="120" y="174"/>
                  </a:lnTo>
                  <a:lnTo>
                    <a:pt x="138" y="174"/>
                  </a:lnTo>
                  <a:lnTo>
                    <a:pt x="144" y="168"/>
                  </a:lnTo>
                  <a:lnTo>
                    <a:pt x="144" y="138"/>
                  </a:lnTo>
                  <a:lnTo>
                    <a:pt x="120" y="144"/>
                  </a:lnTo>
                  <a:lnTo>
                    <a:pt x="120" y="126"/>
                  </a:lnTo>
                  <a:lnTo>
                    <a:pt x="114" y="126"/>
                  </a:lnTo>
                  <a:lnTo>
                    <a:pt x="108" y="120"/>
                  </a:lnTo>
                  <a:lnTo>
                    <a:pt x="108" y="96"/>
                  </a:lnTo>
                  <a:lnTo>
                    <a:pt x="102" y="84"/>
                  </a:lnTo>
                  <a:lnTo>
                    <a:pt x="102" y="42"/>
                  </a:lnTo>
                  <a:lnTo>
                    <a:pt x="96" y="24"/>
                  </a:lnTo>
                  <a:lnTo>
                    <a:pt x="84" y="24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36" y="0"/>
                  </a:lnTo>
                  <a:lnTo>
                    <a:pt x="36" y="18"/>
                  </a:lnTo>
                  <a:lnTo>
                    <a:pt x="24" y="24"/>
                  </a:lnTo>
                  <a:lnTo>
                    <a:pt x="0" y="24"/>
                  </a:lnTo>
                  <a:lnTo>
                    <a:pt x="18" y="36"/>
                  </a:lnTo>
                  <a:lnTo>
                    <a:pt x="24" y="30"/>
                  </a:lnTo>
                  <a:lnTo>
                    <a:pt x="30" y="48"/>
                  </a:lnTo>
                  <a:lnTo>
                    <a:pt x="18" y="60"/>
                  </a:lnTo>
                  <a:lnTo>
                    <a:pt x="24" y="66"/>
                  </a:lnTo>
                  <a:lnTo>
                    <a:pt x="48" y="66"/>
                  </a:lnTo>
                  <a:lnTo>
                    <a:pt x="48" y="84"/>
                  </a:lnTo>
                  <a:lnTo>
                    <a:pt x="42" y="96"/>
                  </a:lnTo>
                  <a:lnTo>
                    <a:pt x="42" y="114"/>
                  </a:lnTo>
                  <a:lnTo>
                    <a:pt x="36" y="132"/>
                  </a:lnTo>
                  <a:lnTo>
                    <a:pt x="36" y="156"/>
                  </a:lnTo>
                  <a:lnTo>
                    <a:pt x="24" y="180"/>
                  </a:lnTo>
                  <a:lnTo>
                    <a:pt x="24" y="186"/>
                  </a:lnTo>
                  <a:lnTo>
                    <a:pt x="42" y="204"/>
                  </a:lnTo>
                  <a:lnTo>
                    <a:pt x="54" y="210"/>
                  </a:lnTo>
                  <a:lnTo>
                    <a:pt x="60" y="216"/>
                  </a:lnTo>
                  <a:lnTo>
                    <a:pt x="60" y="234"/>
                  </a:lnTo>
                  <a:lnTo>
                    <a:pt x="66" y="240"/>
                  </a:lnTo>
                  <a:lnTo>
                    <a:pt x="84" y="240"/>
                  </a:lnTo>
                  <a:lnTo>
                    <a:pt x="90" y="246"/>
                  </a:lnTo>
                  <a:lnTo>
                    <a:pt x="96" y="246"/>
                  </a:lnTo>
                  <a:lnTo>
                    <a:pt x="96" y="210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66" name="Algeria" descr="© INSCALE GmbH, 05.05.2010&#10;http://www.presentationload.com/">
              <a:extLst>
                <a:ext uri="{FF2B5EF4-FFF2-40B4-BE49-F238E27FC236}">
                  <a16:creationId xmlns:a16="http://schemas.microsoft.com/office/drawing/2014/main" id="{510085C5-7888-4819-B8B9-F48569E2AF75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525199" y="2018119"/>
              <a:ext cx="488533" cy="480381"/>
            </a:xfrm>
            <a:custGeom>
              <a:avLst/>
              <a:gdLst>
                <a:gd name="T0" fmla="*/ 2147483647 w 1476"/>
                <a:gd name="T1" fmla="*/ 2147483647 h 1464"/>
                <a:gd name="T2" fmla="*/ 2147483647 w 1476"/>
                <a:gd name="T3" fmla="*/ 2147483647 h 1464"/>
                <a:gd name="T4" fmla="*/ 2147483647 w 1476"/>
                <a:gd name="T5" fmla="*/ 2147483647 h 1464"/>
                <a:gd name="T6" fmla="*/ 2147483647 w 1476"/>
                <a:gd name="T7" fmla="*/ 2147483647 h 1464"/>
                <a:gd name="T8" fmla="*/ 2147483647 w 1476"/>
                <a:gd name="T9" fmla="*/ 2147483647 h 1464"/>
                <a:gd name="T10" fmla="*/ 2147483647 w 1476"/>
                <a:gd name="T11" fmla="*/ 2147483647 h 1464"/>
                <a:gd name="T12" fmla="*/ 2147483647 w 1476"/>
                <a:gd name="T13" fmla="*/ 2147483647 h 1464"/>
                <a:gd name="T14" fmla="*/ 2147483647 w 1476"/>
                <a:gd name="T15" fmla="*/ 2147483647 h 1464"/>
                <a:gd name="T16" fmla="*/ 2147483647 w 1476"/>
                <a:gd name="T17" fmla="*/ 2147483647 h 1464"/>
                <a:gd name="T18" fmla="*/ 2147483647 w 1476"/>
                <a:gd name="T19" fmla="*/ 2147483647 h 1464"/>
                <a:gd name="T20" fmla="*/ 2147483647 w 1476"/>
                <a:gd name="T21" fmla="*/ 2147483647 h 1464"/>
                <a:gd name="T22" fmla="*/ 2147483647 w 1476"/>
                <a:gd name="T23" fmla="*/ 2147483647 h 1464"/>
                <a:gd name="T24" fmla="*/ 2147483647 w 1476"/>
                <a:gd name="T25" fmla="*/ 2147483647 h 1464"/>
                <a:gd name="T26" fmla="*/ 2147483647 w 1476"/>
                <a:gd name="T27" fmla="*/ 2147483647 h 1464"/>
                <a:gd name="T28" fmla="*/ 2147483647 w 1476"/>
                <a:gd name="T29" fmla="*/ 2147483647 h 1464"/>
                <a:gd name="T30" fmla="*/ 2147483647 w 1476"/>
                <a:gd name="T31" fmla="*/ 2147483647 h 1464"/>
                <a:gd name="T32" fmla="*/ 2147483647 w 1476"/>
                <a:gd name="T33" fmla="*/ 2147483647 h 1464"/>
                <a:gd name="T34" fmla="*/ 2147483647 w 1476"/>
                <a:gd name="T35" fmla="*/ 2147483647 h 1464"/>
                <a:gd name="T36" fmla="*/ 2147483647 w 1476"/>
                <a:gd name="T37" fmla="*/ 2147483647 h 1464"/>
                <a:gd name="T38" fmla="*/ 2147483647 w 1476"/>
                <a:gd name="T39" fmla="*/ 2147483647 h 1464"/>
                <a:gd name="T40" fmla="*/ 2147483647 w 1476"/>
                <a:gd name="T41" fmla="*/ 2147483647 h 1464"/>
                <a:gd name="T42" fmla="*/ 2147483647 w 1476"/>
                <a:gd name="T43" fmla="*/ 2147483647 h 1464"/>
                <a:gd name="T44" fmla="*/ 2147483647 w 1476"/>
                <a:gd name="T45" fmla="*/ 2147483647 h 1464"/>
                <a:gd name="T46" fmla="*/ 2147483647 w 1476"/>
                <a:gd name="T47" fmla="*/ 2147483647 h 1464"/>
                <a:gd name="T48" fmla="*/ 2147483647 w 1476"/>
                <a:gd name="T49" fmla="*/ 2147483647 h 1464"/>
                <a:gd name="T50" fmla="*/ 2147483647 w 1476"/>
                <a:gd name="T51" fmla="*/ 2147483647 h 1464"/>
                <a:gd name="T52" fmla="*/ 2147483647 w 1476"/>
                <a:gd name="T53" fmla="*/ 2147483647 h 1464"/>
                <a:gd name="T54" fmla="*/ 2147483647 w 1476"/>
                <a:gd name="T55" fmla="*/ 2147483647 h 1464"/>
                <a:gd name="T56" fmla="*/ 2147483647 w 1476"/>
                <a:gd name="T57" fmla="*/ 2147483647 h 1464"/>
                <a:gd name="T58" fmla="*/ 2147483647 w 1476"/>
                <a:gd name="T59" fmla="*/ 2147483647 h 1464"/>
                <a:gd name="T60" fmla="*/ 2147483647 w 1476"/>
                <a:gd name="T61" fmla="*/ 2147483647 h 1464"/>
                <a:gd name="T62" fmla="*/ 2147483647 w 1476"/>
                <a:gd name="T63" fmla="*/ 2147483647 h 1464"/>
                <a:gd name="T64" fmla="*/ 2147483647 w 1476"/>
                <a:gd name="T65" fmla="*/ 2147483647 h 1464"/>
                <a:gd name="T66" fmla="*/ 2147483647 w 1476"/>
                <a:gd name="T67" fmla="*/ 2147483647 h 1464"/>
                <a:gd name="T68" fmla="*/ 2147483647 w 1476"/>
                <a:gd name="T69" fmla="*/ 2147483647 h 1464"/>
                <a:gd name="T70" fmla="*/ 2147483647 w 1476"/>
                <a:gd name="T71" fmla="*/ 2147483647 h 1464"/>
                <a:gd name="T72" fmla="*/ 2147483647 w 1476"/>
                <a:gd name="T73" fmla="*/ 2147483647 h 1464"/>
                <a:gd name="T74" fmla="*/ 2147483647 w 1476"/>
                <a:gd name="T75" fmla="*/ 2147483647 h 1464"/>
                <a:gd name="T76" fmla="*/ 2147483647 w 1476"/>
                <a:gd name="T77" fmla="*/ 2147483647 h 1464"/>
                <a:gd name="T78" fmla="*/ 2147483647 w 1476"/>
                <a:gd name="T79" fmla="*/ 2147483647 h 1464"/>
                <a:gd name="T80" fmla="*/ 2147483647 w 1476"/>
                <a:gd name="T81" fmla="*/ 2147483647 h 1464"/>
                <a:gd name="T82" fmla="*/ 2147483647 w 1476"/>
                <a:gd name="T83" fmla="*/ 2147483647 h 1464"/>
                <a:gd name="T84" fmla="*/ 2147483647 w 1476"/>
                <a:gd name="T85" fmla="*/ 2147483647 h 1464"/>
                <a:gd name="T86" fmla="*/ 2147483647 w 1476"/>
                <a:gd name="T87" fmla="*/ 2147483647 h 1464"/>
                <a:gd name="T88" fmla="*/ 2147483647 w 1476"/>
                <a:gd name="T89" fmla="*/ 2147483647 h 1464"/>
                <a:gd name="T90" fmla="*/ 2147483647 w 1476"/>
                <a:gd name="T91" fmla="*/ 2147483647 h 1464"/>
                <a:gd name="T92" fmla="*/ 2147483647 w 1476"/>
                <a:gd name="T93" fmla="*/ 2147483647 h 1464"/>
                <a:gd name="T94" fmla="*/ 2147483647 w 1476"/>
                <a:gd name="T95" fmla="*/ 2147483647 h 1464"/>
                <a:gd name="T96" fmla="*/ 2147483647 w 1476"/>
                <a:gd name="T97" fmla="*/ 2147483647 h 1464"/>
                <a:gd name="T98" fmla="*/ 2147483647 w 1476"/>
                <a:gd name="T99" fmla="*/ 2147483647 h 1464"/>
                <a:gd name="T100" fmla="*/ 2147483647 w 1476"/>
                <a:gd name="T101" fmla="*/ 2147483647 h 1464"/>
                <a:gd name="T102" fmla="*/ 2147483647 w 1476"/>
                <a:gd name="T103" fmla="*/ 2147483647 h 1464"/>
                <a:gd name="T104" fmla="*/ 2147483647 w 1476"/>
                <a:gd name="T105" fmla="*/ 2147483647 h 146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476"/>
                <a:gd name="T160" fmla="*/ 0 h 1464"/>
                <a:gd name="T161" fmla="*/ 1476 w 1476"/>
                <a:gd name="T162" fmla="*/ 1464 h 146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476" h="1464">
                  <a:moveTo>
                    <a:pt x="360" y="534"/>
                  </a:moveTo>
                  <a:lnTo>
                    <a:pt x="318" y="534"/>
                  </a:lnTo>
                  <a:lnTo>
                    <a:pt x="312" y="546"/>
                  </a:lnTo>
                  <a:lnTo>
                    <a:pt x="306" y="552"/>
                  </a:lnTo>
                  <a:lnTo>
                    <a:pt x="294" y="576"/>
                  </a:lnTo>
                  <a:lnTo>
                    <a:pt x="282" y="588"/>
                  </a:lnTo>
                  <a:lnTo>
                    <a:pt x="258" y="588"/>
                  </a:lnTo>
                  <a:lnTo>
                    <a:pt x="246" y="582"/>
                  </a:lnTo>
                  <a:lnTo>
                    <a:pt x="234" y="582"/>
                  </a:lnTo>
                  <a:lnTo>
                    <a:pt x="228" y="594"/>
                  </a:lnTo>
                  <a:lnTo>
                    <a:pt x="204" y="600"/>
                  </a:lnTo>
                  <a:lnTo>
                    <a:pt x="204" y="606"/>
                  </a:lnTo>
                  <a:lnTo>
                    <a:pt x="198" y="618"/>
                  </a:lnTo>
                  <a:lnTo>
                    <a:pt x="186" y="618"/>
                  </a:lnTo>
                  <a:lnTo>
                    <a:pt x="180" y="612"/>
                  </a:lnTo>
                  <a:lnTo>
                    <a:pt x="168" y="606"/>
                  </a:lnTo>
                  <a:lnTo>
                    <a:pt x="138" y="624"/>
                  </a:lnTo>
                  <a:lnTo>
                    <a:pt x="120" y="624"/>
                  </a:lnTo>
                  <a:lnTo>
                    <a:pt x="120" y="630"/>
                  </a:lnTo>
                  <a:lnTo>
                    <a:pt x="90" y="660"/>
                  </a:lnTo>
                  <a:lnTo>
                    <a:pt x="78" y="666"/>
                  </a:lnTo>
                  <a:lnTo>
                    <a:pt x="72" y="672"/>
                  </a:lnTo>
                  <a:lnTo>
                    <a:pt x="60" y="678"/>
                  </a:lnTo>
                  <a:lnTo>
                    <a:pt x="54" y="708"/>
                  </a:lnTo>
                  <a:lnTo>
                    <a:pt x="54" y="768"/>
                  </a:lnTo>
                  <a:lnTo>
                    <a:pt x="0" y="768"/>
                  </a:lnTo>
                  <a:lnTo>
                    <a:pt x="54" y="768"/>
                  </a:lnTo>
                  <a:lnTo>
                    <a:pt x="54" y="804"/>
                  </a:lnTo>
                  <a:lnTo>
                    <a:pt x="312" y="984"/>
                  </a:lnTo>
                  <a:lnTo>
                    <a:pt x="720" y="1296"/>
                  </a:lnTo>
                  <a:lnTo>
                    <a:pt x="720" y="1320"/>
                  </a:lnTo>
                  <a:lnTo>
                    <a:pt x="744" y="1320"/>
                  </a:lnTo>
                  <a:lnTo>
                    <a:pt x="750" y="1326"/>
                  </a:lnTo>
                  <a:lnTo>
                    <a:pt x="750" y="1344"/>
                  </a:lnTo>
                  <a:lnTo>
                    <a:pt x="762" y="1356"/>
                  </a:lnTo>
                  <a:lnTo>
                    <a:pt x="798" y="1356"/>
                  </a:lnTo>
                  <a:lnTo>
                    <a:pt x="804" y="1386"/>
                  </a:lnTo>
                  <a:lnTo>
                    <a:pt x="810" y="1386"/>
                  </a:lnTo>
                  <a:lnTo>
                    <a:pt x="816" y="1380"/>
                  </a:lnTo>
                  <a:lnTo>
                    <a:pt x="846" y="1380"/>
                  </a:lnTo>
                  <a:lnTo>
                    <a:pt x="858" y="1386"/>
                  </a:lnTo>
                  <a:lnTo>
                    <a:pt x="870" y="1410"/>
                  </a:lnTo>
                  <a:lnTo>
                    <a:pt x="870" y="1428"/>
                  </a:lnTo>
                  <a:lnTo>
                    <a:pt x="852" y="1446"/>
                  </a:lnTo>
                  <a:lnTo>
                    <a:pt x="852" y="1452"/>
                  </a:lnTo>
                  <a:lnTo>
                    <a:pt x="858" y="1458"/>
                  </a:lnTo>
                  <a:lnTo>
                    <a:pt x="870" y="1464"/>
                  </a:lnTo>
                  <a:lnTo>
                    <a:pt x="900" y="1464"/>
                  </a:lnTo>
                  <a:lnTo>
                    <a:pt x="906" y="1458"/>
                  </a:lnTo>
                  <a:lnTo>
                    <a:pt x="924" y="1458"/>
                  </a:lnTo>
                  <a:lnTo>
                    <a:pt x="954" y="1452"/>
                  </a:lnTo>
                  <a:lnTo>
                    <a:pt x="984" y="1440"/>
                  </a:lnTo>
                  <a:lnTo>
                    <a:pt x="1020" y="1434"/>
                  </a:lnTo>
                  <a:lnTo>
                    <a:pt x="1038" y="1434"/>
                  </a:lnTo>
                  <a:lnTo>
                    <a:pt x="1062" y="1416"/>
                  </a:lnTo>
                  <a:lnTo>
                    <a:pt x="1098" y="1386"/>
                  </a:lnTo>
                  <a:lnTo>
                    <a:pt x="1128" y="1350"/>
                  </a:lnTo>
                  <a:lnTo>
                    <a:pt x="1158" y="1326"/>
                  </a:lnTo>
                  <a:lnTo>
                    <a:pt x="1182" y="1314"/>
                  </a:lnTo>
                  <a:lnTo>
                    <a:pt x="1224" y="1284"/>
                  </a:lnTo>
                  <a:lnTo>
                    <a:pt x="1272" y="1248"/>
                  </a:lnTo>
                  <a:lnTo>
                    <a:pt x="1332" y="1206"/>
                  </a:lnTo>
                  <a:lnTo>
                    <a:pt x="1386" y="1170"/>
                  </a:lnTo>
                  <a:lnTo>
                    <a:pt x="1434" y="1134"/>
                  </a:lnTo>
                  <a:lnTo>
                    <a:pt x="1464" y="1110"/>
                  </a:lnTo>
                  <a:lnTo>
                    <a:pt x="1476" y="1104"/>
                  </a:lnTo>
                  <a:lnTo>
                    <a:pt x="1476" y="1098"/>
                  </a:lnTo>
                  <a:lnTo>
                    <a:pt x="1470" y="1092"/>
                  </a:lnTo>
                  <a:lnTo>
                    <a:pt x="1464" y="1080"/>
                  </a:lnTo>
                  <a:lnTo>
                    <a:pt x="1458" y="1062"/>
                  </a:lnTo>
                  <a:lnTo>
                    <a:pt x="1452" y="1050"/>
                  </a:lnTo>
                  <a:lnTo>
                    <a:pt x="1452" y="1044"/>
                  </a:lnTo>
                  <a:lnTo>
                    <a:pt x="1440" y="1032"/>
                  </a:lnTo>
                  <a:lnTo>
                    <a:pt x="1428" y="1032"/>
                  </a:lnTo>
                  <a:lnTo>
                    <a:pt x="1392" y="1014"/>
                  </a:lnTo>
                  <a:lnTo>
                    <a:pt x="1386" y="1014"/>
                  </a:lnTo>
                  <a:lnTo>
                    <a:pt x="1362" y="1026"/>
                  </a:lnTo>
                  <a:lnTo>
                    <a:pt x="1338" y="1002"/>
                  </a:lnTo>
                  <a:lnTo>
                    <a:pt x="1338" y="960"/>
                  </a:lnTo>
                  <a:lnTo>
                    <a:pt x="1332" y="954"/>
                  </a:lnTo>
                  <a:lnTo>
                    <a:pt x="1326" y="942"/>
                  </a:lnTo>
                  <a:lnTo>
                    <a:pt x="1314" y="930"/>
                  </a:lnTo>
                  <a:lnTo>
                    <a:pt x="1308" y="912"/>
                  </a:lnTo>
                  <a:lnTo>
                    <a:pt x="1296" y="900"/>
                  </a:lnTo>
                  <a:lnTo>
                    <a:pt x="1290" y="888"/>
                  </a:lnTo>
                  <a:lnTo>
                    <a:pt x="1290" y="882"/>
                  </a:lnTo>
                  <a:lnTo>
                    <a:pt x="1296" y="876"/>
                  </a:lnTo>
                  <a:lnTo>
                    <a:pt x="1308" y="876"/>
                  </a:lnTo>
                  <a:lnTo>
                    <a:pt x="1320" y="870"/>
                  </a:lnTo>
                  <a:lnTo>
                    <a:pt x="1326" y="864"/>
                  </a:lnTo>
                  <a:lnTo>
                    <a:pt x="1332" y="852"/>
                  </a:lnTo>
                  <a:lnTo>
                    <a:pt x="1332" y="840"/>
                  </a:lnTo>
                  <a:lnTo>
                    <a:pt x="1326" y="834"/>
                  </a:lnTo>
                  <a:lnTo>
                    <a:pt x="1326" y="828"/>
                  </a:lnTo>
                  <a:lnTo>
                    <a:pt x="1320" y="774"/>
                  </a:lnTo>
                  <a:lnTo>
                    <a:pt x="1332" y="750"/>
                  </a:lnTo>
                  <a:lnTo>
                    <a:pt x="1326" y="732"/>
                  </a:lnTo>
                  <a:lnTo>
                    <a:pt x="1326" y="726"/>
                  </a:lnTo>
                  <a:lnTo>
                    <a:pt x="1332" y="720"/>
                  </a:lnTo>
                  <a:lnTo>
                    <a:pt x="1332" y="690"/>
                  </a:lnTo>
                  <a:lnTo>
                    <a:pt x="1338" y="678"/>
                  </a:lnTo>
                  <a:lnTo>
                    <a:pt x="1338" y="672"/>
                  </a:lnTo>
                  <a:lnTo>
                    <a:pt x="1326" y="648"/>
                  </a:lnTo>
                  <a:lnTo>
                    <a:pt x="1302" y="588"/>
                  </a:lnTo>
                  <a:lnTo>
                    <a:pt x="1290" y="570"/>
                  </a:lnTo>
                  <a:lnTo>
                    <a:pt x="1296" y="564"/>
                  </a:lnTo>
                  <a:lnTo>
                    <a:pt x="1308" y="558"/>
                  </a:lnTo>
                  <a:lnTo>
                    <a:pt x="1296" y="528"/>
                  </a:lnTo>
                  <a:lnTo>
                    <a:pt x="1284" y="480"/>
                  </a:lnTo>
                  <a:lnTo>
                    <a:pt x="1278" y="438"/>
                  </a:lnTo>
                  <a:lnTo>
                    <a:pt x="1272" y="414"/>
                  </a:lnTo>
                  <a:lnTo>
                    <a:pt x="1266" y="408"/>
                  </a:lnTo>
                  <a:lnTo>
                    <a:pt x="1260" y="396"/>
                  </a:lnTo>
                  <a:lnTo>
                    <a:pt x="1236" y="384"/>
                  </a:lnTo>
                  <a:lnTo>
                    <a:pt x="1230" y="378"/>
                  </a:lnTo>
                  <a:lnTo>
                    <a:pt x="1224" y="378"/>
                  </a:lnTo>
                  <a:lnTo>
                    <a:pt x="1224" y="336"/>
                  </a:lnTo>
                  <a:lnTo>
                    <a:pt x="1212" y="324"/>
                  </a:lnTo>
                  <a:lnTo>
                    <a:pt x="1194" y="318"/>
                  </a:lnTo>
                  <a:lnTo>
                    <a:pt x="1182" y="318"/>
                  </a:lnTo>
                  <a:lnTo>
                    <a:pt x="1182" y="288"/>
                  </a:lnTo>
                  <a:lnTo>
                    <a:pt x="1170" y="288"/>
                  </a:lnTo>
                  <a:lnTo>
                    <a:pt x="1170" y="246"/>
                  </a:lnTo>
                  <a:lnTo>
                    <a:pt x="1194" y="222"/>
                  </a:lnTo>
                  <a:lnTo>
                    <a:pt x="1218" y="204"/>
                  </a:lnTo>
                  <a:lnTo>
                    <a:pt x="1218" y="198"/>
                  </a:lnTo>
                  <a:lnTo>
                    <a:pt x="1224" y="192"/>
                  </a:lnTo>
                  <a:lnTo>
                    <a:pt x="1224" y="180"/>
                  </a:lnTo>
                  <a:lnTo>
                    <a:pt x="1230" y="168"/>
                  </a:lnTo>
                  <a:lnTo>
                    <a:pt x="1230" y="126"/>
                  </a:lnTo>
                  <a:lnTo>
                    <a:pt x="1224" y="114"/>
                  </a:lnTo>
                  <a:lnTo>
                    <a:pt x="1224" y="78"/>
                  </a:lnTo>
                  <a:lnTo>
                    <a:pt x="1230" y="66"/>
                  </a:lnTo>
                  <a:lnTo>
                    <a:pt x="1230" y="54"/>
                  </a:lnTo>
                  <a:lnTo>
                    <a:pt x="1212" y="48"/>
                  </a:lnTo>
                  <a:lnTo>
                    <a:pt x="1254" y="30"/>
                  </a:lnTo>
                  <a:lnTo>
                    <a:pt x="1254" y="18"/>
                  </a:lnTo>
                  <a:lnTo>
                    <a:pt x="1242" y="18"/>
                  </a:lnTo>
                  <a:lnTo>
                    <a:pt x="1236" y="12"/>
                  </a:lnTo>
                  <a:lnTo>
                    <a:pt x="1224" y="12"/>
                  </a:lnTo>
                  <a:lnTo>
                    <a:pt x="1206" y="24"/>
                  </a:lnTo>
                  <a:lnTo>
                    <a:pt x="1170" y="6"/>
                  </a:lnTo>
                  <a:lnTo>
                    <a:pt x="1152" y="6"/>
                  </a:lnTo>
                  <a:lnTo>
                    <a:pt x="1152" y="18"/>
                  </a:lnTo>
                  <a:lnTo>
                    <a:pt x="1116" y="18"/>
                  </a:lnTo>
                  <a:lnTo>
                    <a:pt x="1092" y="0"/>
                  </a:lnTo>
                  <a:lnTo>
                    <a:pt x="1086" y="30"/>
                  </a:lnTo>
                  <a:lnTo>
                    <a:pt x="1056" y="18"/>
                  </a:lnTo>
                  <a:lnTo>
                    <a:pt x="1026" y="42"/>
                  </a:lnTo>
                  <a:lnTo>
                    <a:pt x="1002" y="30"/>
                  </a:lnTo>
                  <a:lnTo>
                    <a:pt x="984" y="30"/>
                  </a:lnTo>
                  <a:lnTo>
                    <a:pt x="966" y="24"/>
                  </a:lnTo>
                  <a:lnTo>
                    <a:pt x="948" y="24"/>
                  </a:lnTo>
                  <a:lnTo>
                    <a:pt x="924" y="30"/>
                  </a:lnTo>
                  <a:lnTo>
                    <a:pt x="906" y="30"/>
                  </a:lnTo>
                  <a:lnTo>
                    <a:pt x="900" y="36"/>
                  </a:lnTo>
                  <a:lnTo>
                    <a:pt x="888" y="36"/>
                  </a:lnTo>
                  <a:lnTo>
                    <a:pt x="876" y="42"/>
                  </a:lnTo>
                  <a:lnTo>
                    <a:pt x="816" y="42"/>
                  </a:lnTo>
                  <a:lnTo>
                    <a:pt x="810" y="48"/>
                  </a:lnTo>
                  <a:lnTo>
                    <a:pt x="750" y="48"/>
                  </a:lnTo>
                  <a:lnTo>
                    <a:pt x="744" y="54"/>
                  </a:lnTo>
                  <a:lnTo>
                    <a:pt x="726" y="54"/>
                  </a:lnTo>
                  <a:lnTo>
                    <a:pt x="714" y="60"/>
                  </a:lnTo>
                  <a:lnTo>
                    <a:pt x="696" y="66"/>
                  </a:lnTo>
                  <a:lnTo>
                    <a:pt x="684" y="78"/>
                  </a:lnTo>
                  <a:lnTo>
                    <a:pt x="678" y="90"/>
                  </a:lnTo>
                  <a:lnTo>
                    <a:pt x="666" y="102"/>
                  </a:lnTo>
                  <a:lnTo>
                    <a:pt x="666" y="108"/>
                  </a:lnTo>
                  <a:lnTo>
                    <a:pt x="636" y="108"/>
                  </a:lnTo>
                  <a:lnTo>
                    <a:pt x="624" y="114"/>
                  </a:lnTo>
                  <a:lnTo>
                    <a:pt x="606" y="114"/>
                  </a:lnTo>
                  <a:lnTo>
                    <a:pt x="594" y="120"/>
                  </a:lnTo>
                  <a:lnTo>
                    <a:pt x="588" y="126"/>
                  </a:lnTo>
                  <a:lnTo>
                    <a:pt x="588" y="132"/>
                  </a:lnTo>
                  <a:lnTo>
                    <a:pt x="558" y="162"/>
                  </a:lnTo>
                  <a:lnTo>
                    <a:pt x="546" y="168"/>
                  </a:lnTo>
                  <a:lnTo>
                    <a:pt x="522" y="168"/>
                  </a:lnTo>
                  <a:lnTo>
                    <a:pt x="528" y="174"/>
                  </a:lnTo>
                  <a:lnTo>
                    <a:pt x="534" y="186"/>
                  </a:lnTo>
                  <a:lnTo>
                    <a:pt x="546" y="192"/>
                  </a:lnTo>
                  <a:lnTo>
                    <a:pt x="540" y="198"/>
                  </a:lnTo>
                  <a:lnTo>
                    <a:pt x="540" y="210"/>
                  </a:lnTo>
                  <a:lnTo>
                    <a:pt x="552" y="210"/>
                  </a:lnTo>
                  <a:lnTo>
                    <a:pt x="546" y="276"/>
                  </a:lnTo>
                  <a:lnTo>
                    <a:pt x="558" y="294"/>
                  </a:lnTo>
                  <a:lnTo>
                    <a:pt x="546" y="324"/>
                  </a:lnTo>
                  <a:lnTo>
                    <a:pt x="564" y="324"/>
                  </a:lnTo>
                  <a:lnTo>
                    <a:pt x="564" y="354"/>
                  </a:lnTo>
                  <a:lnTo>
                    <a:pt x="588" y="372"/>
                  </a:lnTo>
                  <a:lnTo>
                    <a:pt x="570" y="390"/>
                  </a:lnTo>
                  <a:lnTo>
                    <a:pt x="570" y="402"/>
                  </a:lnTo>
                  <a:lnTo>
                    <a:pt x="516" y="408"/>
                  </a:lnTo>
                  <a:lnTo>
                    <a:pt x="504" y="402"/>
                  </a:lnTo>
                  <a:lnTo>
                    <a:pt x="486" y="402"/>
                  </a:lnTo>
                  <a:lnTo>
                    <a:pt x="486" y="408"/>
                  </a:lnTo>
                  <a:lnTo>
                    <a:pt x="480" y="414"/>
                  </a:lnTo>
                  <a:lnTo>
                    <a:pt x="474" y="408"/>
                  </a:lnTo>
                  <a:lnTo>
                    <a:pt x="462" y="408"/>
                  </a:lnTo>
                  <a:lnTo>
                    <a:pt x="462" y="414"/>
                  </a:lnTo>
                  <a:lnTo>
                    <a:pt x="456" y="420"/>
                  </a:lnTo>
                  <a:lnTo>
                    <a:pt x="456" y="432"/>
                  </a:lnTo>
                  <a:lnTo>
                    <a:pt x="432" y="432"/>
                  </a:lnTo>
                  <a:lnTo>
                    <a:pt x="420" y="438"/>
                  </a:lnTo>
                  <a:lnTo>
                    <a:pt x="396" y="438"/>
                  </a:lnTo>
                  <a:lnTo>
                    <a:pt x="390" y="444"/>
                  </a:lnTo>
                  <a:lnTo>
                    <a:pt x="390" y="456"/>
                  </a:lnTo>
                  <a:lnTo>
                    <a:pt x="396" y="462"/>
                  </a:lnTo>
                  <a:lnTo>
                    <a:pt x="402" y="474"/>
                  </a:lnTo>
                  <a:lnTo>
                    <a:pt x="414" y="492"/>
                  </a:lnTo>
                  <a:lnTo>
                    <a:pt x="390" y="504"/>
                  </a:lnTo>
                  <a:lnTo>
                    <a:pt x="390" y="510"/>
                  </a:lnTo>
                  <a:lnTo>
                    <a:pt x="378" y="522"/>
                  </a:lnTo>
                  <a:lnTo>
                    <a:pt x="366" y="528"/>
                  </a:lnTo>
                  <a:lnTo>
                    <a:pt x="360" y="534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67" name="Afghan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11038648-34AE-4C40-BD27-219CAD0C21F9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5090316" y="1982154"/>
              <a:ext cx="299842" cy="242760"/>
            </a:xfrm>
            <a:custGeom>
              <a:avLst/>
              <a:gdLst>
                <a:gd name="T0" fmla="*/ 2147483647 w 906"/>
                <a:gd name="T1" fmla="*/ 2147483647 h 738"/>
                <a:gd name="T2" fmla="*/ 2147483647 w 906"/>
                <a:gd name="T3" fmla="*/ 2147483647 h 738"/>
                <a:gd name="T4" fmla="*/ 2147483647 w 906"/>
                <a:gd name="T5" fmla="*/ 2147483647 h 738"/>
                <a:gd name="T6" fmla="*/ 2147483647 w 906"/>
                <a:gd name="T7" fmla="*/ 2147483647 h 738"/>
                <a:gd name="T8" fmla="*/ 2147483647 w 906"/>
                <a:gd name="T9" fmla="*/ 2147483647 h 738"/>
                <a:gd name="T10" fmla="*/ 2147483647 w 906"/>
                <a:gd name="T11" fmla="*/ 0 h 738"/>
                <a:gd name="T12" fmla="*/ 2147483647 w 906"/>
                <a:gd name="T13" fmla="*/ 2147483647 h 738"/>
                <a:gd name="T14" fmla="*/ 2147483647 w 906"/>
                <a:gd name="T15" fmla="*/ 2147483647 h 738"/>
                <a:gd name="T16" fmla="*/ 2147483647 w 906"/>
                <a:gd name="T17" fmla="*/ 2147483647 h 738"/>
                <a:gd name="T18" fmla="*/ 2147483647 w 906"/>
                <a:gd name="T19" fmla="*/ 2147483647 h 738"/>
                <a:gd name="T20" fmla="*/ 2147483647 w 906"/>
                <a:gd name="T21" fmla="*/ 2147483647 h 738"/>
                <a:gd name="T22" fmla="*/ 2147483647 w 906"/>
                <a:gd name="T23" fmla="*/ 2147483647 h 738"/>
                <a:gd name="T24" fmla="*/ 2147483647 w 906"/>
                <a:gd name="T25" fmla="*/ 2147483647 h 738"/>
                <a:gd name="T26" fmla="*/ 2147483647 w 906"/>
                <a:gd name="T27" fmla="*/ 2147483647 h 738"/>
                <a:gd name="T28" fmla="*/ 2147483647 w 906"/>
                <a:gd name="T29" fmla="*/ 2147483647 h 738"/>
                <a:gd name="T30" fmla="*/ 2147483647 w 906"/>
                <a:gd name="T31" fmla="*/ 2147483647 h 738"/>
                <a:gd name="T32" fmla="*/ 2147483647 w 906"/>
                <a:gd name="T33" fmla="*/ 2147483647 h 738"/>
                <a:gd name="T34" fmla="*/ 2147483647 w 906"/>
                <a:gd name="T35" fmla="*/ 2147483647 h 738"/>
                <a:gd name="T36" fmla="*/ 2147483647 w 906"/>
                <a:gd name="T37" fmla="*/ 2147483647 h 738"/>
                <a:gd name="T38" fmla="*/ 2147483647 w 906"/>
                <a:gd name="T39" fmla="*/ 2147483647 h 738"/>
                <a:gd name="T40" fmla="*/ 2147483647 w 906"/>
                <a:gd name="T41" fmla="*/ 2147483647 h 738"/>
                <a:gd name="T42" fmla="*/ 2147483647 w 906"/>
                <a:gd name="T43" fmla="*/ 2147483647 h 738"/>
                <a:gd name="T44" fmla="*/ 2147483647 w 906"/>
                <a:gd name="T45" fmla="*/ 2147483647 h 738"/>
                <a:gd name="T46" fmla="*/ 0 w 906"/>
                <a:gd name="T47" fmla="*/ 2147483647 h 738"/>
                <a:gd name="T48" fmla="*/ 2147483647 w 906"/>
                <a:gd name="T49" fmla="*/ 2147483647 h 738"/>
                <a:gd name="T50" fmla="*/ 2147483647 w 906"/>
                <a:gd name="T51" fmla="*/ 2147483647 h 738"/>
                <a:gd name="T52" fmla="*/ 2147483647 w 906"/>
                <a:gd name="T53" fmla="*/ 2147483647 h 738"/>
                <a:gd name="T54" fmla="*/ 2147483647 w 906"/>
                <a:gd name="T55" fmla="*/ 2147483647 h 738"/>
                <a:gd name="T56" fmla="*/ 2147483647 w 906"/>
                <a:gd name="T57" fmla="*/ 2147483647 h 738"/>
                <a:gd name="T58" fmla="*/ 2147483647 w 906"/>
                <a:gd name="T59" fmla="*/ 2147483647 h 738"/>
                <a:gd name="T60" fmla="*/ 2147483647 w 906"/>
                <a:gd name="T61" fmla="*/ 2147483647 h 738"/>
                <a:gd name="T62" fmla="*/ 2147483647 w 906"/>
                <a:gd name="T63" fmla="*/ 2147483647 h 738"/>
                <a:gd name="T64" fmla="*/ 2147483647 w 906"/>
                <a:gd name="T65" fmla="*/ 2147483647 h 738"/>
                <a:gd name="T66" fmla="*/ 2147483647 w 906"/>
                <a:gd name="T67" fmla="*/ 2147483647 h 738"/>
                <a:gd name="T68" fmla="*/ 2147483647 w 906"/>
                <a:gd name="T69" fmla="*/ 2147483647 h 738"/>
                <a:gd name="T70" fmla="*/ 2147483647 w 906"/>
                <a:gd name="T71" fmla="*/ 2147483647 h 738"/>
                <a:gd name="T72" fmla="*/ 2147483647 w 906"/>
                <a:gd name="T73" fmla="*/ 2147483647 h 738"/>
                <a:gd name="T74" fmla="*/ 2147483647 w 906"/>
                <a:gd name="T75" fmla="*/ 2147483647 h 738"/>
                <a:gd name="T76" fmla="*/ 2147483647 w 906"/>
                <a:gd name="T77" fmla="*/ 2147483647 h 738"/>
                <a:gd name="T78" fmla="*/ 2147483647 w 906"/>
                <a:gd name="T79" fmla="*/ 2147483647 h 738"/>
                <a:gd name="T80" fmla="*/ 2147483647 w 906"/>
                <a:gd name="T81" fmla="*/ 2147483647 h 738"/>
                <a:gd name="T82" fmla="*/ 2147483647 w 906"/>
                <a:gd name="T83" fmla="*/ 2147483647 h 738"/>
                <a:gd name="T84" fmla="*/ 2147483647 w 906"/>
                <a:gd name="T85" fmla="*/ 2147483647 h 738"/>
                <a:gd name="T86" fmla="*/ 2147483647 w 906"/>
                <a:gd name="T87" fmla="*/ 2147483647 h 738"/>
                <a:gd name="T88" fmla="*/ 2147483647 w 906"/>
                <a:gd name="T89" fmla="*/ 2147483647 h 738"/>
                <a:gd name="T90" fmla="*/ 2147483647 w 906"/>
                <a:gd name="T91" fmla="*/ 2147483647 h 738"/>
                <a:gd name="T92" fmla="*/ 2147483647 w 906"/>
                <a:gd name="T93" fmla="*/ 2147483647 h 738"/>
                <a:gd name="T94" fmla="*/ 2147483647 w 906"/>
                <a:gd name="T95" fmla="*/ 2147483647 h 738"/>
                <a:gd name="T96" fmla="*/ 2147483647 w 906"/>
                <a:gd name="T97" fmla="*/ 2147483647 h 738"/>
                <a:gd name="T98" fmla="*/ 2147483647 w 906"/>
                <a:gd name="T99" fmla="*/ 2147483647 h 738"/>
                <a:gd name="T100" fmla="*/ 2147483647 w 906"/>
                <a:gd name="T101" fmla="*/ 2147483647 h 738"/>
                <a:gd name="T102" fmla="*/ 2147483647 w 906"/>
                <a:gd name="T103" fmla="*/ 2147483647 h 738"/>
                <a:gd name="T104" fmla="*/ 2147483647 w 906"/>
                <a:gd name="T105" fmla="*/ 2147483647 h 738"/>
                <a:gd name="T106" fmla="*/ 2147483647 w 906"/>
                <a:gd name="T107" fmla="*/ 2147483647 h 738"/>
                <a:gd name="T108" fmla="*/ 2147483647 w 906"/>
                <a:gd name="T109" fmla="*/ 2147483647 h 73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906"/>
                <a:gd name="T166" fmla="*/ 0 h 738"/>
                <a:gd name="T167" fmla="*/ 906 w 906"/>
                <a:gd name="T168" fmla="*/ 738 h 73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906" h="738">
                  <a:moveTo>
                    <a:pt x="894" y="108"/>
                  </a:moveTo>
                  <a:lnTo>
                    <a:pt x="894" y="96"/>
                  </a:lnTo>
                  <a:lnTo>
                    <a:pt x="906" y="96"/>
                  </a:lnTo>
                  <a:lnTo>
                    <a:pt x="900" y="90"/>
                  </a:lnTo>
                  <a:lnTo>
                    <a:pt x="876" y="90"/>
                  </a:lnTo>
                  <a:lnTo>
                    <a:pt x="840" y="102"/>
                  </a:lnTo>
                  <a:lnTo>
                    <a:pt x="840" y="84"/>
                  </a:lnTo>
                  <a:lnTo>
                    <a:pt x="816" y="84"/>
                  </a:lnTo>
                  <a:lnTo>
                    <a:pt x="792" y="96"/>
                  </a:lnTo>
                  <a:lnTo>
                    <a:pt x="786" y="102"/>
                  </a:lnTo>
                  <a:lnTo>
                    <a:pt x="780" y="114"/>
                  </a:lnTo>
                  <a:lnTo>
                    <a:pt x="774" y="120"/>
                  </a:lnTo>
                  <a:lnTo>
                    <a:pt x="756" y="120"/>
                  </a:lnTo>
                  <a:lnTo>
                    <a:pt x="750" y="126"/>
                  </a:lnTo>
                  <a:lnTo>
                    <a:pt x="744" y="138"/>
                  </a:lnTo>
                  <a:lnTo>
                    <a:pt x="732" y="144"/>
                  </a:lnTo>
                  <a:lnTo>
                    <a:pt x="726" y="150"/>
                  </a:lnTo>
                  <a:lnTo>
                    <a:pt x="720" y="150"/>
                  </a:lnTo>
                  <a:lnTo>
                    <a:pt x="690" y="120"/>
                  </a:lnTo>
                  <a:lnTo>
                    <a:pt x="690" y="114"/>
                  </a:lnTo>
                  <a:lnTo>
                    <a:pt x="678" y="48"/>
                  </a:lnTo>
                  <a:lnTo>
                    <a:pt x="660" y="48"/>
                  </a:lnTo>
                  <a:lnTo>
                    <a:pt x="660" y="18"/>
                  </a:lnTo>
                  <a:lnTo>
                    <a:pt x="642" y="0"/>
                  </a:lnTo>
                  <a:lnTo>
                    <a:pt x="624" y="0"/>
                  </a:lnTo>
                  <a:lnTo>
                    <a:pt x="618" y="6"/>
                  </a:lnTo>
                  <a:lnTo>
                    <a:pt x="618" y="30"/>
                  </a:lnTo>
                  <a:lnTo>
                    <a:pt x="612" y="36"/>
                  </a:lnTo>
                  <a:lnTo>
                    <a:pt x="606" y="36"/>
                  </a:lnTo>
                  <a:lnTo>
                    <a:pt x="594" y="48"/>
                  </a:lnTo>
                  <a:lnTo>
                    <a:pt x="594" y="54"/>
                  </a:lnTo>
                  <a:lnTo>
                    <a:pt x="600" y="60"/>
                  </a:lnTo>
                  <a:lnTo>
                    <a:pt x="606" y="60"/>
                  </a:lnTo>
                  <a:lnTo>
                    <a:pt x="600" y="84"/>
                  </a:lnTo>
                  <a:lnTo>
                    <a:pt x="588" y="72"/>
                  </a:lnTo>
                  <a:lnTo>
                    <a:pt x="570" y="72"/>
                  </a:lnTo>
                  <a:lnTo>
                    <a:pt x="558" y="78"/>
                  </a:lnTo>
                  <a:lnTo>
                    <a:pt x="546" y="90"/>
                  </a:lnTo>
                  <a:lnTo>
                    <a:pt x="546" y="120"/>
                  </a:lnTo>
                  <a:lnTo>
                    <a:pt x="540" y="120"/>
                  </a:lnTo>
                  <a:lnTo>
                    <a:pt x="534" y="114"/>
                  </a:lnTo>
                  <a:lnTo>
                    <a:pt x="528" y="102"/>
                  </a:lnTo>
                  <a:lnTo>
                    <a:pt x="522" y="96"/>
                  </a:lnTo>
                  <a:lnTo>
                    <a:pt x="510" y="96"/>
                  </a:lnTo>
                  <a:lnTo>
                    <a:pt x="504" y="102"/>
                  </a:lnTo>
                  <a:lnTo>
                    <a:pt x="492" y="108"/>
                  </a:lnTo>
                  <a:lnTo>
                    <a:pt x="474" y="126"/>
                  </a:lnTo>
                  <a:lnTo>
                    <a:pt x="468" y="126"/>
                  </a:lnTo>
                  <a:lnTo>
                    <a:pt x="456" y="114"/>
                  </a:lnTo>
                  <a:lnTo>
                    <a:pt x="444" y="108"/>
                  </a:lnTo>
                  <a:lnTo>
                    <a:pt x="438" y="102"/>
                  </a:lnTo>
                  <a:lnTo>
                    <a:pt x="426" y="102"/>
                  </a:lnTo>
                  <a:lnTo>
                    <a:pt x="414" y="108"/>
                  </a:lnTo>
                  <a:lnTo>
                    <a:pt x="396" y="84"/>
                  </a:lnTo>
                  <a:lnTo>
                    <a:pt x="384" y="96"/>
                  </a:lnTo>
                  <a:lnTo>
                    <a:pt x="342" y="96"/>
                  </a:lnTo>
                  <a:lnTo>
                    <a:pt x="330" y="90"/>
                  </a:lnTo>
                  <a:lnTo>
                    <a:pt x="324" y="84"/>
                  </a:lnTo>
                  <a:lnTo>
                    <a:pt x="312" y="78"/>
                  </a:lnTo>
                  <a:lnTo>
                    <a:pt x="300" y="78"/>
                  </a:lnTo>
                  <a:lnTo>
                    <a:pt x="300" y="102"/>
                  </a:lnTo>
                  <a:lnTo>
                    <a:pt x="264" y="102"/>
                  </a:lnTo>
                  <a:lnTo>
                    <a:pt x="252" y="108"/>
                  </a:lnTo>
                  <a:lnTo>
                    <a:pt x="246" y="120"/>
                  </a:lnTo>
                  <a:lnTo>
                    <a:pt x="246" y="180"/>
                  </a:lnTo>
                  <a:lnTo>
                    <a:pt x="234" y="180"/>
                  </a:lnTo>
                  <a:lnTo>
                    <a:pt x="222" y="186"/>
                  </a:lnTo>
                  <a:lnTo>
                    <a:pt x="216" y="198"/>
                  </a:lnTo>
                  <a:lnTo>
                    <a:pt x="180" y="216"/>
                  </a:lnTo>
                  <a:lnTo>
                    <a:pt x="168" y="216"/>
                  </a:lnTo>
                  <a:lnTo>
                    <a:pt x="168" y="228"/>
                  </a:lnTo>
                  <a:lnTo>
                    <a:pt x="156" y="252"/>
                  </a:lnTo>
                  <a:lnTo>
                    <a:pt x="150" y="258"/>
                  </a:lnTo>
                  <a:lnTo>
                    <a:pt x="138" y="264"/>
                  </a:lnTo>
                  <a:lnTo>
                    <a:pt x="114" y="264"/>
                  </a:lnTo>
                  <a:lnTo>
                    <a:pt x="90" y="240"/>
                  </a:lnTo>
                  <a:lnTo>
                    <a:pt x="84" y="240"/>
                  </a:lnTo>
                  <a:lnTo>
                    <a:pt x="78" y="246"/>
                  </a:lnTo>
                  <a:lnTo>
                    <a:pt x="66" y="246"/>
                  </a:lnTo>
                  <a:lnTo>
                    <a:pt x="60" y="240"/>
                  </a:lnTo>
                  <a:lnTo>
                    <a:pt x="48" y="240"/>
                  </a:lnTo>
                  <a:lnTo>
                    <a:pt x="42" y="234"/>
                  </a:lnTo>
                  <a:lnTo>
                    <a:pt x="36" y="240"/>
                  </a:lnTo>
                  <a:lnTo>
                    <a:pt x="30" y="252"/>
                  </a:lnTo>
                  <a:lnTo>
                    <a:pt x="30" y="258"/>
                  </a:lnTo>
                  <a:lnTo>
                    <a:pt x="36" y="270"/>
                  </a:lnTo>
                  <a:lnTo>
                    <a:pt x="36" y="294"/>
                  </a:lnTo>
                  <a:lnTo>
                    <a:pt x="42" y="300"/>
                  </a:lnTo>
                  <a:lnTo>
                    <a:pt x="42" y="306"/>
                  </a:lnTo>
                  <a:lnTo>
                    <a:pt x="18" y="312"/>
                  </a:lnTo>
                  <a:lnTo>
                    <a:pt x="30" y="330"/>
                  </a:lnTo>
                  <a:lnTo>
                    <a:pt x="24" y="330"/>
                  </a:lnTo>
                  <a:lnTo>
                    <a:pt x="18" y="336"/>
                  </a:lnTo>
                  <a:lnTo>
                    <a:pt x="6" y="342"/>
                  </a:lnTo>
                  <a:lnTo>
                    <a:pt x="0" y="348"/>
                  </a:lnTo>
                  <a:lnTo>
                    <a:pt x="0" y="354"/>
                  </a:lnTo>
                  <a:lnTo>
                    <a:pt x="12" y="366"/>
                  </a:lnTo>
                  <a:lnTo>
                    <a:pt x="12" y="396"/>
                  </a:lnTo>
                  <a:lnTo>
                    <a:pt x="36" y="396"/>
                  </a:lnTo>
                  <a:lnTo>
                    <a:pt x="42" y="402"/>
                  </a:lnTo>
                  <a:lnTo>
                    <a:pt x="42" y="408"/>
                  </a:lnTo>
                  <a:lnTo>
                    <a:pt x="24" y="426"/>
                  </a:lnTo>
                  <a:lnTo>
                    <a:pt x="18" y="438"/>
                  </a:lnTo>
                  <a:lnTo>
                    <a:pt x="30" y="462"/>
                  </a:lnTo>
                  <a:lnTo>
                    <a:pt x="42" y="480"/>
                  </a:lnTo>
                  <a:lnTo>
                    <a:pt x="54" y="504"/>
                  </a:lnTo>
                  <a:lnTo>
                    <a:pt x="60" y="510"/>
                  </a:lnTo>
                  <a:lnTo>
                    <a:pt x="60" y="564"/>
                  </a:lnTo>
                  <a:lnTo>
                    <a:pt x="66" y="570"/>
                  </a:lnTo>
                  <a:lnTo>
                    <a:pt x="72" y="570"/>
                  </a:lnTo>
                  <a:lnTo>
                    <a:pt x="84" y="576"/>
                  </a:lnTo>
                  <a:lnTo>
                    <a:pt x="120" y="576"/>
                  </a:lnTo>
                  <a:lnTo>
                    <a:pt x="126" y="582"/>
                  </a:lnTo>
                  <a:lnTo>
                    <a:pt x="138" y="606"/>
                  </a:lnTo>
                  <a:lnTo>
                    <a:pt x="114" y="654"/>
                  </a:lnTo>
                  <a:lnTo>
                    <a:pt x="108" y="660"/>
                  </a:lnTo>
                  <a:lnTo>
                    <a:pt x="102" y="672"/>
                  </a:lnTo>
                  <a:lnTo>
                    <a:pt x="84" y="690"/>
                  </a:lnTo>
                  <a:lnTo>
                    <a:pt x="84" y="702"/>
                  </a:lnTo>
                  <a:lnTo>
                    <a:pt x="120" y="702"/>
                  </a:lnTo>
                  <a:lnTo>
                    <a:pt x="132" y="708"/>
                  </a:lnTo>
                  <a:lnTo>
                    <a:pt x="150" y="720"/>
                  </a:lnTo>
                  <a:lnTo>
                    <a:pt x="168" y="726"/>
                  </a:lnTo>
                  <a:lnTo>
                    <a:pt x="192" y="738"/>
                  </a:lnTo>
                  <a:lnTo>
                    <a:pt x="210" y="738"/>
                  </a:lnTo>
                  <a:lnTo>
                    <a:pt x="228" y="732"/>
                  </a:lnTo>
                  <a:lnTo>
                    <a:pt x="234" y="732"/>
                  </a:lnTo>
                  <a:lnTo>
                    <a:pt x="240" y="726"/>
                  </a:lnTo>
                  <a:lnTo>
                    <a:pt x="294" y="726"/>
                  </a:lnTo>
                  <a:lnTo>
                    <a:pt x="294" y="732"/>
                  </a:lnTo>
                  <a:lnTo>
                    <a:pt x="318" y="732"/>
                  </a:lnTo>
                  <a:lnTo>
                    <a:pt x="324" y="726"/>
                  </a:lnTo>
                  <a:lnTo>
                    <a:pt x="348" y="726"/>
                  </a:lnTo>
                  <a:lnTo>
                    <a:pt x="366" y="720"/>
                  </a:lnTo>
                  <a:lnTo>
                    <a:pt x="396" y="720"/>
                  </a:lnTo>
                  <a:lnTo>
                    <a:pt x="444" y="696"/>
                  </a:lnTo>
                  <a:lnTo>
                    <a:pt x="450" y="696"/>
                  </a:lnTo>
                  <a:lnTo>
                    <a:pt x="456" y="690"/>
                  </a:lnTo>
                  <a:lnTo>
                    <a:pt x="456" y="660"/>
                  </a:lnTo>
                  <a:lnTo>
                    <a:pt x="450" y="654"/>
                  </a:lnTo>
                  <a:lnTo>
                    <a:pt x="450" y="636"/>
                  </a:lnTo>
                  <a:lnTo>
                    <a:pt x="444" y="624"/>
                  </a:lnTo>
                  <a:lnTo>
                    <a:pt x="444" y="606"/>
                  </a:lnTo>
                  <a:lnTo>
                    <a:pt x="450" y="594"/>
                  </a:lnTo>
                  <a:lnTo>
                    <a:pt x="462" y="588"/>
                  </a:lnTo>
                  <a:lnTo>
                    <a:pt x="468" y="576"/>
                  </a:lnTo>
                  <a:lnTo>
                    <a:pt x="486" y="576"/>
                  </a:lnTo>
                  <a:lnTo>
                    <a:pt x="486" y="588"/>
                  </a:lnTo>
                  <a:lnTo>
                    <a:pt x="528" y="588"/>
                  </a:lnTo>
                  <a:lnTo>
                    <a:pt x="534" y="582"/>
                  </a:lnTo>
                  <a:lnTo>
                    <a:pt x="534" y="576"/>
                  </a:lnTo>
                  <a:lnTo>
                    <a:pt x="528" y="570"/>
                  </a:lnTo>
                  <a:lnTo>
                    <a:pt x="522" y="570"/>
                  </a:lnTo>
                  <a:lnTo>
                    <a:pt x="522" y="564"/>
                  </a:lnTo>
                  <a:lnTo>
                    <a:pt x="528" y="558"/>
                  </a:lnTo>
                  <a:lnTo>
                    <a:pt x="534" y="558"/>
                  </a:lnTo>
                  <a:lnTo>
                    <a:pt x="546" y="552"/>
                  </a:lnTo>
                  <a:lnTo>
                    <a:pt x="552" y="546"/>
                  </a:lnTo>
                  <a:lnTo>
                    <a:pt x="564" y="540"/>
                  </a:lnTo>
                  <a:lnTo>
                    <a:pt x="594" y="540"/>
                  </a:lnTo>
                  <a:lnTo>
                    <a:pt x="594" y="552"/>
                  </a:lnTo>
                  <a:lnTo>
                    <a:pt x="600" y="558"/>
                  </a:lnTo>
                  <a:lnTo>
                    <a:pt x="612" y="558"/>
                  </a:lnTo>
                  <a:lnTo>
                    <a:pt x="624" y="552"/>
                  </a:lnTo>
                  <a:lnTo>
                    <a:pt x="630" y="540"/>
                  </a:lnTo>
                  <a:lnTo>
                    <a:pt x="636" y="534"/>
                  </a:lnTo>
                  <a:lnTo>
                    <a:pt x="636" y="528"/>
                  </a:lnTo>
                  <a:lnTo>
                    <a:pt x="630" y="522"/>
                  </a:lnTo>
                  <a:lnTo>
                    <a:pt x="630" y="510"/>
                  </a:lnTo>
                  <a:lnTo>
                    <a:pt x="624" y="498"/>
                  </a:lnTo>
                  <a:lnTo>
                    <a:pt x="624" y="480"/>
                  </a:lnTo>
                  <a:lnTo>
                    <a:pt x="630" y="474"/>
                  </a:lnTo>
                  <a:lnTo>
                    <a:pt x="636" y="474"/>
                  </a:lnTo>
                  <a:lnTo>
                    <a:pt x="636" y="438"/>
                  </a:lnTo>
                  <a:lnTo>
                    <a:pt x="642" y="432"/>
                  </a:lnTo>
                  <a:lnTo>
                    <a:pt x="660" y="432"/>
                  </a:lnTo>
                  <a:lnTo>
                    <a:pt x="690" y="414"/>
                  </a:lnTo>
                  <a:lnTo>
                    <a:pt x="684" y="414"/>
                  </a:lnTo>
                  <a:lnTo>
                    <a:pt x="672" y="408"/>
                  </a:lnTo>
                  <a:lnTo>
                    <a:pt x="672" y="402"/>
                  </a:lnTo>
                  <a:lnTo>
                    <a:pt x="666" y="396"/>
                  </a:lnTo>
                  <a:lnTo>
                    <a:pt x="666" y="390"/>
                  </a:lnTo>
                  <a:lnTo>
                    <a:pt x="654" y="384"/>
                  </a:lnTo>
                  <a:lnTo>
                    <a:pt x="642" y="372"/>
                  </a:lnTo>
                  <a:lnTo>
                    <a:pt x="642" y="360"/>
                  </a:lnTo>
                  <a:lnTo>
                    <a:pt x="660" y="360"/>
                  </a:lnTo>
                  <a:lnTo>
                    <a:pt x="666" y="366"/>
                  </a:lnTo>
                  <a:lnTo>
                    <a:pt x="684" y="372"/>
                  </a:lnTo>
                  <a:lnTo>
                    <a:pt x="690" y="372"/>
                  </a:lnTo>
                  <a:lnTo>
                    <a:pt x="696" y="366"/>
                  </a:lnTo>
                  <a:lnTo>
                    <a:pt x="714" y="366"/>
                  </a:lnTo>
                  <a:lnTo>
                    <a:pt x="714" y="336"/>
                  </a:lnTo>
                  <a:lnTo>
                    <a:pt x="708" y="330"/>
                  </a:lnTo>
                  <a:lnTo>
                    <a:pt x="708" y="318"/>
                  </a:lnTo>
                  <a:lnTo>
                    <a:pt x="714" y="306"/>
                  </a:lnTo>
                  <a:lnTo>
                    <a:pt x="738" y="282"/>
                  </a:lnTo>
                  <a:lnTo>
                    <a:pt x="738" y="276"/>
                  </a:lnTo>
                  <a:lnTo>
                    <a:pt x="732" y="264"/>
                  </a:lnTo>
                  <a:lnTo>
                    <a:pt x="726" y="258"/>
                  </a:lnTo>
                  <a:lnTo>
                    <a:pt x="726" y="228"/>
                  </a:lnTo>
                  <a:lnTo>
                    <a:pt x="696" y="198"/>
                  </a:lnTo>
                  <a:lnTo>
                    <a:pt x="696" y="192"/>
                  </a:lnTo>
                  <a:lnTo>
                    <a:pt x="702" y="186"/>
                  </a:lnTo>
                  <a:lnTo>
                    <a:pt x="708" y="174"/>
                  </a:lnTo>
                  <a:lnTo>
                    <a:pt x="714" y="168"/>
                  </a:lnTo>
                  <a:lnTo>
                    <a:pt x="738" y="156"/>
                  </a:lnTo>
                  <a:lnTo>
                    <a:pt x="744" y="150"/>
                  </a:lnTo>
                  <a:lnTo>
                    <a:pt x="768" y="138"/>
                  </a:lnTo>
                  <a:lnTo>
                    <a:pt x="774" y="138"/>
                  </a:lnTo>
                  <a:lnTo>
                    <a:pt x="780" y="132"/>
                  </a:lnTo>
                  <a:lnTo>
                    <a:pt x="822" y="132"/>
                  </a:lnTo>
                  <a:lnTo>
                    <a:pt x="828" y="126"/>
                  </a:lnTo>
                  <a:lnTo>
                    <a:pt x="852" y="126"/>
                  </a:lnTo>
                  <a:lnTo>
                    <a:pt x="864" y="132"/>
                  </a:lnTo>
                  <a:lnTo>
                    <a:pt x="876" y="132"/>
                  </a:lnTo>
                  <a:lnTo>
                    <a:pt x="882" y="126"/>
                  </a:lnTo>
                  <a:lnTo>
                    <a:pt x="894" y="126"/>
                  </a:lnTo>
                  <a:lnTo>
                    <a:pt x="900" y="120"/>
                  </a:lnTo>
                  <a:lnTo>
                    <a:pt x="894" y="114"/>
                  </a:lnTo>
                  <a:lnTo>
                    <a:pt x="894" y="108"/>
                  </a:lnTo>
                  <a:close/>
                </a:path>
              </a:pathLst>
            </a:custGeom>
            <a:grpFill/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</p:grpSp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GB" noProof="0" dirty="0"/>
              <a:t>Title / key message of the slide</a:t>
            </a:r>
          </a:p>
        </p:txBody>
      </p:sp>
      <p:sp>
        <p:nvSpPr>
          <p:cNvPr id="182" name="FRQ_Logo">
            <a:extLst>
              <a:ext uri="{FF2B5EF4-FFF2-40B4-BE49-F238E27FC236}">
                <a16:creationId xmlns:a16="http://schemas.microsoft.com/office/drawing/2014/main" id="{4DA84B43-D00D-4443-AC06-B1A8E104193A}"/>
              </a:ext>
            </a:extLst>
          </p:cNvPr>
          <p:cNvSpPr>
            <a:spLocks noChangeAspect="1"/>
          </p:cNvSpPr>
          <p:nvPr userDrawn="1"/>
        </p:nvSpPr>
        <p:spPr>
          <a:xfrm>
            <a:off x="7653773" y="4833046"/>
            <a:ext cx="1058818" cy="184740"/>
          </a:xfrm>
          <a:custGeom>
            <a:avLst/>
            <a:gdLst/>
            <a:ahLst/>
            <a:cxnLst/>
            <a:rect l="l" t="t" r="r" b="b"/>
            <a:pathLst>
              <a:path w="7337697" h="1272363">
                <a:moveTo>
                  <a:pt x="2716345" y="1190847"/>
                </a:moveTo>
                <a:lnTo>
                  <a:pt x="2922093" y="1190847"/>
                </a:lnTo>
                <a:lnTo>
                  <a:pt x="2784437" y="1272363"/>
                </a:lnTo>
                <a:lnTo>
                  <a:pt x="2767791" y="1272363"/>
                </a:lnTo>
                <a:close/>
                <a:moveTo>
                  <a:pt x="6349715" y="996069"/>
                </a:moveTo>
                <a:lnTo>
                  <a:pt x="6675164" y="996069"/>
                </a:lnTo>
                <a:lnTo>
                  <a:pt x="6675164" y="1137337"/>
                </a:lnTo>
                <a:lnTo>
                  <a:pt x="6349715" y="1137337"/>
                </a:lnTo>
                <a:close/>
                <a:moveTo>
                  <a:pt x="5776176" y="996069"/>
                </a:moveTo>
                <a:lnTo>
                  <a:pt x="6101618" y="996069"/>
                </a:lnTo>
                <a:lnTo>
                  <a:pt x="6101618" y="1137337"/>
                </a:lnTo>
                <a:lnTo>
                  <a:pt x="5776176" y="1137337"/>
                </a:lnTo>
                <a:close/>
                <a:moveTo>
                  <a:pt x="5200758" y="996069"/>
                </a:moveTo>
                <a:lnTo>
                  <a:pt x="5553174" y="996069"/>
                </a:lnTo>
                <a:lnTo>
                  <a:pt x="5553174" y="1137337"/>
                </a:lnTo>
                <a:lnTo>
                  <a:pt x="5259505" y="1137337"/>
                </a:lnTo>
                <a:close/>
                <a:moveTo>
                  <a:pt x="4709215" y="996069"/>
                </a:moveTo>
                <a:lnTo>
                  <a:pt x="5002679" y="996069"/>
                </a:lnTo>
                <a:lnTo>
                  <a:pt x="5002679" y="1137337"/>
                </a:lnTo>
                <a:lnTo>
                  <a:pt x="4709215" y="1137337"/>
                </a:lnTo>
                <a:close/>
                <a:moveTo>
                  <a:pt x="4020058" y="996069"/>
                </a:moveTo>
                <a:lnTo>
                  <a:pt x="4602020" y="996069"/>
                </a:lnTo>
                <a:lnTo>
                  <a:pt x="4602020" y="1137337"/>
                </a:lnTo>
                <a:lnTo>
                  <a:pt x="4020058" y="1137337"/>
                </a:lnTo>
                <a:close/>
                <a:moveTo>
                  <a:pt x="3174710" y="996069"/>
                </a:moveTo>
                <a:lnTo>
                  <a:pt x="3880010" y="996069"/>
                </a:lnTo>
                <a:cubicBezTo>
                  <a:pt x="3820003" y="1081537"/>
                  <a:pt x="3720293" y="1137337"/>
                  <a:pt x="3607462" y="1137337"/>
                </a:cubicBezTo>
                <a:lnTo>
                  <a:pt x="3447250" y="1137337"/>
                </a:lnTo>
                <a:cubicBezTo>
                  <a:pt x="3334427" y="1137337"/>
                  <a:pt x="3234709" y="1081537"/>
                  <a:pt x="3174710" y="996069"/>
                </a:cubicBezTo>
                <a:close/>
                <a:moveTo>
                  <a:pt x="2253225" y="996069"/>
                </a:moveTo>
                <a:lnTo>
                  <a:pt x="2902944" y="996069"/>
                </a:lnTo>
                <a:cubicBezTo>
                  <a:pt x="2901657" y="998515"/>
                  <a:pt x="2900095" y="1000777"/>
                  <a:pt x="2898533" y="1003025"/>
                </a:cubicBezTo>
                <a:lnTo>
                  <a:pt x="3011229" y="1137337"/>
                </a:lnTo>
                <a:lnTo>
                  <a:pt x="2394281" y="1137337"/>
                </a:lnTo>
                <a:cubicBezTo>
                  <a:pt x="2340651" y="1103535"/>
                  <a:pt x="2292718" y="1055319"/>
                  <a:pt x="2253225" y="996069"/>
                </a:cubicBezTo>
                <a:close/>
                <a:moveTo>
                  <a:pt x="1484095" y="996069"/>
                </a:moveTo>
                <a:lnTo>
                  <a:pt x="2063233" y="996069"/>
                </a:lnTo>
                <a:lnTo>
                  <a:pt x="2063233" y="1137337"/>
                </a:lnTo>
                <a:lnTo>
                  <a:pt x="1484095" y="1137337"/>
                </a:lnTo>
                <a:close/>
                <a:moveTo>
                  <a:pt x="1102018" y="996069"/>
                </a:moveTo>
                <a:lnTo>
                  <a:pt x="1399525" y="996069"/>
                </a:lnTo>
                <a:lnTo>
                  <a:pt x="1467101" y="1137337"/>
                </a:lnTo>
                <a:lnTo>
                  <a:pt x="1164392" y="1137337"/>
                </a:lnTo>
                <a:close/>
                <a:moveTo>
                  <a:pt x="641090" y="996069"/>
                </a:moveTo>
                <a:lnTo>
                  <a:pt x="952975" y="996069"/>
                </a:lnTo>
                <a:lnTo>
                  <a:pt x="952975" y="1137337"/>
                </a:lnTo>
                <a:lnTo>
                  <a:pt x="641090" y="1137337"/>
                </a:lnTo>
                <a:close/>
                <a:moveTo>
                  <a:pt x="0" y="996069"/>
                </a:moveTo>
                <a:lnTo>
                  <a:pt x="326361" y="996069"/>
                </a:lnTo>
                <a:lnTo>
                  <a:pt x="326361" y="1137337"/>
                </a:lnTo>
                <a:lnTo>
                  <a:pt x="321512" y="1137337"/>
                </a:lnTo>
                <a:lnTo>
                  <a:pt x="4849" y="1137337"/>
                </a:lnTo>
                <a:lnTo>
                  <a:pt x="0" y="1137337"/>
                </a:lnTo>
                <a:close/>
                <a:moveTo>
                  <a:pt x="6719915" y="996069"/>
                </a:moveTo>
                <a:lnTo>
                  <a:pt x="7252753" y="996069"/>
                </a:lnTo>
                <a:cubicBezTo>
                  <a:pt x="7215211" y="1043317"/>
                  <a:pt x="7165836" y="1080844"/>
                  <a:pt x="7109273" y="1105337"/>
                </a:cubicBezTo>
                <a:cubicBezTo>
                  <a:pt x="7046906" y="1127172"/>
                  <a:pt x="6976120" y="1140348"/>
                  <a:pt x="6897064" y="1137337"/>
                </a:cubicBezTo>
                <a:cubicBezTo>
                  <a:pt x="6834329" y="1134941"/>
                  <a:pt x="6775030" y="1119927"/>
                  <a:pt x="6719915" y="1096063"/>
                </a:cubicBezTo>
                <a:close/>
                <a:moveTo>
                  <a:pt x="2173137" y="830811"/>
                </a:moveTo>
                <a:lnTo>
                  <a:pt x="2519157" y="830811"/>
                </a:lnTo>
                <a:cubicBezTo>
                  <a:pt x="2536977" y="849514"/>
                  <a:pt x="2557059" y="859863"/>
                  <a:pt x="2578237" y="859863"/>
                </a:cubicBezTo>
                <a:cubicBezTo>
                  <a:pt x="2599421" y="859863"/>
                  <a:pt x="2619504" y="849514"/>
                  <a:pt x="2637324" y="830811"/>
                </a:cubicBezTo>
                <a:lnTo>
                  <a:pt x="2982855" y="830811"/>
                </a:lnTo>
                <a:cubicBezTo>
                  <a:pt x="2970110" y="870911"/>
                  <a:pt x="2953916" y="908552"/>
                  <a:pt x="2934725" y="943125"/>
                </a:cubicBezTo>
                <a:lnTo>
                  <a:pt x="2221169" y="943125"/>
                </a:lnTo>
                <a:cubicBezTo>
                  <a:pt x="2202366" y="908389"/>
                  <a:pt x="2186236" y="870756"/>
                  <a:pt x="2173137" y="830811"/>
                </a:cubicBezTo>
                <a:close/>
                <a:moveTo>
                  <a:pt x="6719915" y="830811"/>
                </a:moveTo>
                <a:lnTo>
                  <a:pt x="6819838" y="830811"/>
                </a:lnTo>
                <a:lnTo>
                  <a:pt x="6837022" y="845591"/>
                </a:lnTo>
                <a:cubicBezTo>
                  <a:pt x="6856214" y="867893"/>
                  <a:pt x="6884799" y="881783"/>
                  <a:pt x="6916644" y="881783"/>
                </a:cubicBezTo>
                <a:cubicBezTo>
                  <a:pt x="6955168" y="881783"/>
                  <a:pt x="6988921" y="861453"/>
                  <a:pt x="7007307" y="830811"/>
                </a:cubicBezTo>
                <a:lnTo>
                  <a:pt x="7330918" y="830811"/>
                </a:lnTo>
                <a:cubicBezTo>
                  <a:pt x="7323524" y="871053"/>
                  <a:pt x="7309352" y="909004"/>
                  <a:pt x="7288937" y="943125"/>
                </a:cubicBezTo>
                <a:lnTo>
                  <a:pt x="6719915" y="943125"/>
                </a:lnTo>
                <a:close/>
                <a:moveTo>
                  <a:pt x="6349715" y="830804"/>
                </a:moveTo>
                <a:lnTo>
                  <a:pt x="6675164" y="830804"/>
                </a:lnTo>
                <a:lnTo>
                  <a:pt x="6675164" y="943125"/>
                </a:lnTo>
                <a:lnTo>
                  <a:pt x="6349715" y="943125"/>
                </a:lnTo>
                <a:close/>
                <a:moveTo>
                  <a:pt x="5776176" y="830804"/>
                </a:moveTo>
                <a:lnTo>
                  <a:pt x="6101618" y="830804"/>
                </a:lnTo>
                <a:lnTo>
                  <a:pt x="6101618" y="943125"/>
                </a:lnTo>
                <a:lnTo>
                  <a:pt x="5776176" y="943125"/>
                </a:lnTo>
                <a:close/>
                <a:moveTo>
                  <a:pt x="5132036" y="830804"/>
                </a:moveTo>
                <a:lnTo>
                  <a:pt x="5553174" y="830804"/>
                </a:lnTo>
                <a:lnTo>
                  <a:pt x="5553174" y="943125"/>
                </a:lnTo>
                <a:lnTo>
                  <a:pt x="5178746" y="943125"/>
                </a:lnTo>
                <a:close/>
                <a:moveTo>
                  <a:pt x="4709215" y="830804"/>
                </a:moveTo>
                <a:lnTo>
                  <a:pt x="5002679" y="830804"/>
                </a:lnTo>
                <a:lnTo>
                  <a:pt x="5002679" y="943125"/>
                </a:lnTo>
                <a:lnTo>
                  <a:pt x="4709215" y="943125"/>
                </a:lnTo>
                <a:close/>
                <a:moveTo>
                  <a:pt x="4020058" y="830804"/>
                </a:moveTo>
                <a:lnTo>
                  <a:pt x="4334927" y="830804"/>
                </a:lnTo>
                <a:lnTo>
                  <a:pt x="4334927" y="871972"/>
                </a:lnTo>
                <a:lnTo>
                  <a:pt x="4602020" y="871972"/>
                </a:lnTo>
                <a:lnTo>
                  <a:pt x="4602020" y="943125"/>
                </a:lnTo>
                <a:lnTo>
                  <a:pt x="4020058" y="943125"/>
                </a:lnTo>
                <a:close/>
                <a:moveTo>
                  <a:pt x="3115665" y="830804"/>
                </a:moveTo>
                <a:lnTo>
                  <a:pt x="3446904" y="830804"/>
                </a:lnTo>
                <a:cubicBezTo>
                  <a:pt x="3461875" y="859771"/>
                  <a:pt x="3492313" y="879373"/>
                  <a:pt x="3527360" y="879373"/>
                </a:cubicBezTo>
                <a:cubicBezTo>
                  <a:pt x="3562406" y="879373"/>
                  <a:pt x="3592837" y="859771"/>
                  <a:pt x="3607808" y="830804"/>
                </a:cubicBezTo>
                <a:lnTo>
                  <a:pt x="3939054" y="830804"/>
                </a:lnTo>
                <a:cubicBezTo>
                  <a:pt x="3936495" y="870678"/>
                  <a:pt x="3926486" y="908566"/>
                  <a:pt x="3910348" y="943125"/>
                </a:cubicBezTo>
                <a:lnTo>
                  <a:pt x="3144371" y="943125"/>
                </a:lnTo>
                <a:cubicBezTo>
                  <a:pt x="3128226" y="908566"/>
                  <a:pt x="3118217" y="870678"/>
                  <a:pt x="3115665" y="830804"/>
                </a:cubicBezTo>
                <a:close/>
                <a:moveTo>
                  <a:pt x="1484095" y="830804"/>
                </a:moveTo>
                <a:lnTo>
                  <a:pt x="1797436" y="830804"/>
                </a:lnTo>
                <a:lnTo>
                  <a:pt x="1797436" y="871972"/>
                </a:lnTo>
                <a:lnTo>
                  <a:pt x="2063233" y="871972"/>
                </a:lnTo>
                <a:lnTo>
                  <a:pt x="2063233" y="943125"/>
                </a:lnTo>
                <a:lnTo>
                  <a:pt x="1484095" y="943125"/>
                </a:lnTo>
                <a:close/>
                <a:moveTo>
                  <a:pt x="1029062" y="830804"/>
                </a:moveTo>
                <a:lnTo>
                  <a:pt x="1320468" y="830804"/>
                </a:lnTo>
                <a:lnTo>
                  <a:pt x="1374205" y="943125"/>
                </a:lnTo>
                <a:lnTo>
                  <a:pt x="1078649" y="943125"/>
                </a:lnTo>
                <a:close/>
                <a:moveTo>
                  <a:pt x="641090" y="830804"/>
                </a:moveTo>
                <a:lnTo>
                  <a:pt x="952975" y="830804"/>
                </a:lnTo>
                <a:lnTo>
                  <a:pt x="952975" y="943125"/>
                </a:lnTo>
                <a:lnTo>
                  <a:pt x="641090" y="943125"/>
                </a:lnTo>
                <a:close/>
                <a:moveTo>
                  <a:pt x="0" y="830804"/>
                </a:moveTo>
                <a:lnTo>
                  <a:pt x="326361" y="830804"/>
                </a:lnTo>
                <a:lnTo>
                  <a:pt x="326361" y="943125"/>
                </a:lnTo>
                <a:lnTo>
                  <a:pt x="0" y="943125"/>
                </a:lnTo>
                <a:close/>
                <a:moveTo>
                  <a:pt x="6719915" y="744863"/>
                </a:moveTo>
                <a:lnTo>
                  <a:pt x="6758284" y="777859"/>
                </a:lnTo>
                <a:lnTo>
                  <a:pt x="6719915" y="777859"/>
                </a:lnTo>
                <a:close/>
                <a:moveTo>
                  <a:pt x="0" y="693897"/>
                </a:moveTo>
                <a:lnTo>
                  <a:pt x="565721" y="693897"/>
                </a:lnTo>
                <a:lnTo>
                  <a:pt x="565721" y="708381"/>
                </a:lnTo>
                <a:lnTo>
                  <a:pt x="560872" y="708381"/>
                </a:lnTo>
                <a:lnTo>
                  <a:pt x="326361" y="708381"/>
                </a:lnTo>
                <a:lnTo>
                  <a:pt x="326361" y="777866"/>
                </a:lnTo>
                <a:lnTo>
                  <a:pt x="0" y="777866"/>
                </a:lnTo>
                <a:close/>
                <a:moveTo>
                  <a:pt x="6982609" y="693890"/>
                </a:moveTo>
                <a:lnTo>
                  <a:pt x="7330834" y="693890"/>
                </a:lnTo>
                <a:cubicBezTo>
                  <a:pt x="7335577" y="715711"/>
                  <a:pt x="7337697" y="738310"/>
                  <a:pt x="7337697" y="761403"/>
                </a:cubicBezTo>
                <a:lnTo>
                  <a:pt x="7337068" y="777859"/>
                </a:lnTo>
                <a:lnTo>
                  <a:pt x="7022950" y="777859"/>
                </a:lnTo>
                <a:cubicBezTo>
                  <a:pt x="7023141" y="777223"/>
                  <a:pt x="7023141" y="776587"/>
                  <a:pt x="7023141" y="775944"/>
                </a:cubicBezTo>
                <a:cubicBezTo>
                  <a:pt x="7023141" y="742480"/>
                  <a:pt x="7007519" y="712643"/>
                  <a:pt x="6982609" y="693890"/>
                </a:cubicBezTo>
                <a:close/>
                <a:moveTo>
                  <a:pt x="6349715" y="693890"/>
                </a:moveTo>
                <a:lnTo>
                  <a:pt x="6675164" y="693890"/>
                </a:lnTo>
                <a:lnTo>
                  <a:pt x="6675164" y="777859"/>
                </a:lnTo>
                <a:lnTo>
                  <a:pt x="6349715" y="777859"/>
                </a:lnTo>
                <a:close/>
                <a:moveTo>
                  <a:pt x="5776176" y="693890"/>
                </a:moveTo>
                <a:lnTo>
                  <a:pt x="6101618" y="693890"/>
                </a:lnTo>
                <a:lnTo>
                  <a:pt x="6101618" y="777859"/>
                </a:lnTo>
                <a:lnTo>
                  <a:pt x="5776176" y="777859"/>
                </a:lnTo>
                <a:close/>
                <a:moveTo>
                  <a:pt x="5075097" y="693890"/>
                </a:moveTo>
                <a:lnTo>
                  <a:pt x="5553174" y="693890"/>
                </a:lnTo>
                <a:lnTo>
                  <a:pt x="5553174" y="777859"/>
                </a:lnTo>
                <a:lnTo>
                  <a:pt x="5110017" y="777859"/>
                </a:lnTo>
                <a:close/>
                <a:moveTo>
                  <a:pt x="4709215" y="693890"/>
                </a:moveTo>
                <a:lnTo>
                  <a:pt x="5002679" y="693890"/>
                </a:lnTo>
                <a:lnTo>
                  <a:pt x="5002679" y="777859"/>
                </a:lnTo>
                <a:lnTo>
                  <a:pt x="4709215" y="777859"/>
                </a:lnTo>
                <a:close/>
                <a:moveTo>
                  <a:pt x="4020058" y="693890"/>
                </a:moveTo>
                <a:lnTo>
                  <a:pt x="4334927" y="693890"/>
                </a:lnTo>
                <a:lnTo>
                  <a:pt x="4334927" y="777859"/>
                </a:lnTo>
                <a:lnTo>
                  <a:pt x="4020058" y="777859"/>
                </a:lnTo>
                <a:close/>
                <a:moveTo>
                  <a:pt x="3618772" y="693890"/>
                </a:moveTo>
                <a:lnTo>
                  <a:pt x="3940284" y="693890"/>
                </a:lnTo>
                <a:lnTo>
                  <a:pt x="3940284" y="777859"/>
                </a:lnTo>
                <a:lnTo>
                  <a:pt x="3618772" y="777859"/>
                </a:lnTo>
                <a:close/>
                <a:moveTo>
                  <a:pt x="3114435" y="693890"/>
                </a:moveTo>
                <a:lnTo>
                  <a:pt x="3435940" y="693890"/>
                </a:lnTo>
                <a:lnTo>
                  <a:pt x="3435940" y="777859"/>
                </a:lnTo>
                <a:lnTo>
                  <a:pt x="3114435" y="777859"/>
                </a:lnTo>
                <a:close/>
                <a:moveTo>
                  <a:pt x="2701889" y="693890"/>
                </a:moveTo>
                <a:lnTo>
                  <a:pt x="3015442" y="693890"/>
                </a:lnTo>
                <a:cubicBezTo>
                  <a:pt x="3011314" y="722702"/>
                  <a:pt x="3005723" y="750786"/>
                  <a:pt x="2998300" y="777859"/>
                </a:cubicBezTo>
                <a:lnTo>
                  <a:pt x="2673169" y="777859"/>
                </a:lnTo>
                <a:cubicBezTo>
                  <a:pt x="2685143" y="753988"/>
                  <a:pt x="2695061" y="725629"/>
                  <a:pt x="2701889" y="693890"/>
                </a:cubicBezTo>
                <a:close/>
                <a:moveTo>
                  <a:pt x="2141265" y="693890"/>
                </a:moveTo>
                <a:lnTo>
                  <a:pt x="2454591" y="693890"/>
                </a:lnTo>
                <a:cubicBezTo>
                  <a:pt x="2461412" y="725629"/>
                  <a:pt x="2471337" y="753988"/>
                  <a:pt x="2483311" y="777859"/>
                </a:cubicBezTo>
                <a:lnTo>
                  <a:pt x="2157904" y="777859"/>
                </a:lnTo>
                <a:cubicBezTo>
                  <a:pt x="2150737" y="750751"/>
                  <a:pt x="2145159" y="722702"/>
                  <a:pt x="2141265" y="693890"/>
                </a:cubicBezTo>
                <a:close/>
                <a:moveTo>
                  <a:pt x="1484095" y="693890"/>
                </a:moveTo>
                <a:lnTo>
                  <a:pt x="1797436" y="693890"/>
                </a:lnTo>
                <a:lnTo>
                  <a:pt x="1797436" y="777859"/>
                </a:lnTo>
                <a:lnTo>
                  <a:pt x="1484095" y="777859"/>
                </a:lnTo>
                <a:close/>
                <a:moveTo>
                  <a:pt x="968618" y="693890"/>
                </a:moveTo>
                <a:lnTo>
                  <a:pt x="1260561" y="693890"/>
                </a:lnTo>
                <a:cubicBezTo>
                  <a:pt x="1259565" y="694993"/>
                  <a:pt x="1258427" y="695919"/>
                  <a:pt x="1257274" y="696845"/>
                </a:cubicBezTo>
                <a:lnTo>
                  <a:pt x="1256384" y="696845"/>
                </a:lnTo>
                <a:lnTo>
                  <a:pt x="1256652" y="697403"/>
                </a:lnTo>
                <a:cubicBezTo>
                  <a:pt x="1256419" y="697651"/>
                  <a:pt x="1256157" y="697863"/>
                  <a:pt x="1255896" y="698075"/>
                </a:cubicBezTo>
                <a:lnTo>
                  <a:pt x="1256970" y="698075"/>
                </a:lnTo>
                <a:lnTo>
                  <a:pt x="1295141" y="777859"/>
                </a:lnTo>
                <a:lnTo>
                  <a:pt x="1005686" y="777859"/>
                </a:lnTo>
                <a:close/>
                <a:moveTo>
                  <a:pt x="641090" y="693890"/>
                </a:moveTo>
                <a:lnTo>
                  <a:pt x="952975" y="693890"/>
                </a:lnTo>
                <a:lnTo>
                  <a:pt x="952975" y="777859"/>
                </a:lnTo>
                <a:lnTo>
                  <a:pt x="641090" y="777859"/>
                </a:lnTo>
                <a:close/>
                <a:moveTo>
                  <a:pt x="6835121" y="566025"/>
                </a:moveTo>
                <a:lnTo>
                  <a:pt x="7281162" y="566025"/>
                </a:lnTo>
                <a:cubicBezTo>
                  <a:pt x="7296317" y="589147"/>
                  <a:pt x="7308390" y="614290"/>
                  <a:pt x="7317007" y="640946"/>
                </a:cubicBezTo>
                <a:lnTo>
                  <a:pt x="6920871" y="640946"/>
                </a:lnTo>
                <a:lnTo>
                  <a:pt x="6867078" y="594681"/>
                </a:lnTo>
                <a:lnTo>
                  <a:pt x="6867078" y="593331"/>
                </a:lnTo>
                <a:close/>
                <a:moveTo>
                  <a:pt x="6349715" y="566025"/>
                </a:moveTo>
                <a:lnTo>
                  <a:pt x="6675164" y="566025"/>
                </a:lnTo>
                <a:lnTo>
                  <a:pt x="6675164" y="640946"/>
                </a:lnTo>
                <a:lnTo>
                  <a:pt x="6349715" y="640946"/>
                </a:lnTo>
                <a:close/>
                <a:moveTo>
                  <a:pt x="5776176" y="566025"/>
                </a:moveTo>
                <a:lnTo>
                  <a:pt x="6101618" y="566025"/>
                </a:lnTo>
                <a:lnTo>
                  <a:pt x="6101618" y="640946"/>
                </a:lnTo>
                <a:lnTo>
                  <a:pt x="5776176" y="640946"/>
                </a:lnTo>
                <a:close/>
                <a:moveTo>
                  <a:pt x="5021927" y="566025"/>
                </a:moveTo>
                <a:lnTo>
                  <a:pt x="5553174" y="566025"/>
                </a:lnTo>
                <a:lnTo>
                  <a:pt x="5553174" y="640946"/>
                </a:lnTo>
                <a:lnTo>
                  <a:pt x="5053086" y="640946"/>
                </a:lnTo>
                <a:close/>
                <a:moveTo>
                  <a:pt x="4709215" y="566025"/>
                </a:moveTo>
                <a:lnTo>
                  <a:pt x="5002679" y="566025"/>
                </a:lnTo>
                <a:lnTo>
                  <a:pt x="5002679" y="640946"/>
                </a:lnTo>
                <a:lnTo>
                  <a:pt x="4709215" y="640946"/>
                </a:lnTo>
                <a:close/>
                <a:moveTo>
                  <a:pt x="4667874" y="566025"/>
                </a:moveTo>
                <a:lnTo>
                  <a:pt x="4668058" y="566025"/>
                </a:lnTo>
                <a:lnTo>
                  <a:pt x="4668058" y="576161"/>
                </a:lnTo>
                <a:cubicBezTo>
                  <a:pt x="4667781" y="574055"/>
                  <a:pt x="4667774" y="571948"/>
                  <a:pt x="4667774" y="569835"/>
                </a:cubicBezTo>
                <a:close/>
                <a:moveTo>
                  <a:pt x="4020058" y="566025"/>
                </a:moveTo>
                <a:lnTo>
                  <a:pt x="4587920" y="566025"/>
                </a:lnTo>
                <a:lnTo>
                  <a:pt x="4587920" y="637426"/>
                </a:lnTo>
                <a:lnTo>
                  <a:pt x="4334927" y="637426"/>
                </a:lnTo>
                <a:lnTo>
                  <a:pt x="4334927" y="640946"/>
                </a:lnTo>
                <a:lnTo>
                  <a:pt x="4020058" y="640946"/>
                </a:lnTo>
                <a:close/>
                <a:moveTo>
                  <a:pt x="3618772" y="566025"/>
                </a:moveTo>
                <a:lnTo>
                  <a:pt x="3940284" y="566025"/>
                </a:lnTo>
                <a:lnTo>
                  <a:pt x="3940284" y="640946"/>
                </a:lnTo>
                <a:lnTo>
                  <a:pt x="3618772" y="640946"/>
                </a:lnTo>
                <a:close/>
                <a:moveTo>
                  <a:pt x="3114435" y="566025"/>
                </a:moveTo>
                <a:lnTo>
                  <a:pt x="3435940" y="566025"/>
                </a:lnTo>
                <a:lnTo>
                  <a:pt x="3435940" y="640946"/>
                </a:lnTo>
                <a:lnTo>
                  <a:pt x="3114435" y="640946"/>
                </a:lnTo>
                <a:close/>
                <a:moveTo>
                  <a:pt x="2717886" y="566025"/>
                </a:moveTo>
                <a:lnTo>
                  <a:pt x="3024214" y="566025"/>
                </a:lnTo>
                <a:cubicBezTo>
                  <a:pt x="3024313" y="567297"/>
                  <a:pt x="3024313" y="568563"/>
                  <a:pt x="3024313" y="569835"/>
                </a:cubicBezTo>
                <a:cubicBezTo>
                  <a:pt x="3024313" y="593890"/>
                  <a:pt x="3023338" y="617626"/>
                  <a:pt x="3021175" y="640946"/>
                </a:cubicBezTo>
                <a:lnTo>
                  <a:pt x="2711778" y="640946"/>
                </a:lnTo>
                <a:cubicBezTo>
                  <a:pt x="2715793" y="617146"/>
                  <a:pt x="2717836" y="592009"/>
                  <a:pt x="2717886" y="566025"/>
                </a:cubicBezTo>
                <a:close/>
                <a:moveTo>
                  <a:pt x="2132266" y="566025"/>
                </a:moveTo>
                <a:lnTo>
                  <a:pt x="2438595" y="566025"/>
                </a:lnTo>
                <a:cubicBezTo>
                  <a:pt x="2438644" y="592009"/>
                  <a:pt x="2440687" y="617146"/>
                  <a:pt x="2444702" y="640946"/>
                </a:cubicBezTo>
                <a:lnTo>
                  <a:pt x="2135348" y="640946"/>
                </a:lnTo>
                <a:cubicBezTo>
                  <a:pt x="2133143" y="617626"/>
                  <a:pt x="2132167" y="593890"/>
                  <a:pt x="2132167" y="569835"/>
                </a:cubicBezTo>
                <a:close/>
                <a:moveTo>
                  <a:pt x="2128766" y="566025"/>
                </a:moveTo>
                <a:lnTo>
                  <a:pt x="2128950" y="566025"/>
                </a:lnTo>
                <a:lnTo>
                  <a:pt x="2128950" y="576161"/>
                </a:lnTo>
                <a:cubicBezTo>
                  <a:pt x="2128674" y="574055"/>
                  <a:pt x="2128667" y="571948"/>
                  <a:pt x="2128667" y="569835"/>
                </a:cubicBezTo>
                <a:close/>
                <a:moveTo>
                  <a:pt x="1484095" y="566025"/>
                </a:moveTo>
                <a:lnTo>
                  <a:pt x="2049201" y="566025"/>
                </a:lnTo>
                <a:lnTo>
                  <a:pt x="2049201" y="637426"/>
                </a:lnTo>
                <a:lnTo>
                  <a:pt x="1797436" y="637426"/>
                </a:lnTo>
                <a:lnTo>
                  <a:pt x="1797436" y="640946"/>
                </a:lnTo>
                <a:lnTo>
                  <a:pt x="1484095" y="640946"/>
                </a:lnTo>
                <a:close/>
                <a:moveTo>
                  <a:pt x="641090" y="566025"/>
                </a:moveTo>
                <a:lnTo>
                  <a:pt x="1365150" y="566025"/>
                </a:lnTo>
                <a:cubicBezTo>
                  <a:pt x="1351302" y="593133"/>
                  <a:pt x="1334139" y="618262"/>
                  <a:pt x="1314142" y="640946"/>
                </a:cubicBezTo>
                <a:lnTo>
                  <a:pt x="641090" y="640946"/>
                </a:lnTo>
                <a:close/>
                <a:moveTo>
                  <a:pt x="0" y="566025"/>
                </a:moveTo>
                <a:lnTo>
                  <a:pt x="565721" y="566025"/>
                </a:lnTo>
                <a:lnTo>
                  <a:pt x="565721" y="640946"/>
                </a:lnTo>
                <a:lnTo>
                  <a:pt x="0" y="640946"/>
                </a:lnTo>
                <a:close/>
                <a:moveTo>
                  <a:pt x="6756545" y="457464"/>
                </a:moveTo>
                <a:lnTo>
                  <a:pt x="7182151" y="457464"/>
                </a:lnTo>
                <a:lnTo>
                  <a:pt x="7182858" y="458037"/>
                </a:lnTo>
                <a:lnTo>
                  <a:pt x="7180292" y="458037"/>
                </a:lnTo>
                <a:cubicBezTo>
                  <a:pt x="7202805" y="474090"/>
                  <a:pt x="7223460" y="492511"/>
                  <a:pt x="7241676" y="513080"/>
                </a:cubicBezTo>
                <a:lnTo>
                  <a:pt x="6789754" y="513080"/>
                </a:lnTo>
                <a:cubicBezTo>
                  <a:pt x="6776719" y="495854"/>
                  <a:pt x="6765614" y="477207"/>
                  <a:pt x="6756545" y="457464"/>
                </a:cubicBezTo>
                <a:close/>
                <a:moveTo>
                  <a:pt x="6349715" y="457464"/>
                </a:moveTo>
                <a:lnTo>
                  <a:pt x="6675164" y="457464"/>
                </a:lnTo>
                <a:lnTo>
                  <a:pt x="6675164" y="513080"/>
                </a:lnTo>
                <a:lnTo>
                  <a:pt x="6349715" y="513080"/>
                </a:lnTo>
                <a:close/>
                <a:moveTo>
                  <a:pt x="5776176" y="457464"/>
                </a:moveTo>
                <a:lnTo>
                  <a:pt x="6101618" y="457464"/>
                </a:lnTo>
                <a:lnTo>
                  <a:pt x="6101618" y="513080"/>
                </a:lnTo>
                <a:lnTo>
                  <a:pt x="5776176" y="513080"/>
                </a:lnTo>
                <a:close/>
                <a:moveTo>
                  <a:pt x="5257250" y="457464"/>
                </a:moveTo>
                <a:lnTo>
                  <a:pt x="5553174" y="457464"/>
                </a:lnTo>
                <a:lnTo>
                  <a:pt x="5553174" y="513080"/>
                </a:lnTo>
                <a:lnTo>
                  <a:pt x="5257250" y="513080"/>
                </a:lnTo>
                <a:close/>
                <a:moveTo>
                  <a:pt x="4709215" y="457464"/>
                </a:moveTo>
                <a:lnTo>
                  <a:pt x="5227173" y="457464"/>
                </a:lnTo>
                <a:lnTo>
                  <a:pt x="5252917" y="513080"/>
                </a:lnTo>
                <a:lnTo>
                  <a:pt x="4709215" y="513080"/>
                </a:lnTo>
                <a:close/>
                <a:moveTo>
                  <a:pt x="4020058" y="457464"/>
                </a:moveTo>
                <a:lnTo>
                  <a:pt x="4334927" y="457464"/>
                </a:lnTo>
                <a:lnTo>
                  <a:pt x="4334927" y="460928"/>
                </a:lnTo>
                <a:lnTo>
                  <a:pt x="4587920" y="460928"/>
                </a:lnTo>
                <a:lnTo>
                  <a:pt x="4587920" y="513080"/>
                </a:lnTo>
                <a:lnTo>
                  <a:pt x="4020058" y="513080"/>
                </a:lnTo>
                <a:close/>
                <a:moveTo>
                  <a:pt x="3618772" y="457464"/>
                </a:moveTo>
                <a:lnTo>
                  <a:pt x="3940284" y="457464"/>
                </a:lnTo>
                <a:lnTo>
                  <a:pt x="3940284" y="513080"/>
                </a:lnTo>
                <a:lnTo>
                  <a:pt x="3618772" y="513080"/>
                </a:lnTo>
                <a:close/>
                <a:moveTo>
                  <a:pt x="3114435" y="457464"/>
                </a:moveTo>
                <a:lnTo>
                  <a:pt x="3435940" y="457464"/>
                </a:lnTo>
                <a:lnTo>
                  <a:pt x="3435940" y="513080"/>
                </a:lnTo>
                <a:lnTo>
                  <a:pt x="3114435" y="513080"/>
                </a:lnTo>
                <a:close/>
                <a:moveTo>
                  <a:pt x="2711460" y="457464"/>
                </a:moveTo>
                <a:lnTo>
                  <a:pt x="3016785" y="457464"/>
                </a:lnTo>
                <a:cubicBezTo>
                  <a:pt x="3019464" y="475708"/>
                  <a:pt x="3021274" y="494264"/>
                  <a:pt x="3022292" y="513080"/>
                </a:cubicBezTo>
                <a:lnTo>
                  <a:pt x="2716896" y="513080"/>
                </a:lnTo>
                <a:cubicBezTo>
                  <a:pt x="2716550" y="493889"/>
                  <a:pt x="2714712" y="475277"/>
                  <a:pt x="2711460" y="457464"/>
                </a:cubicBezTo>
                <a:close/>
                <a:moveTo>
                  <a:pt x="2139695" y="457464"/>
                </a:moveTo>
                <a:lnTo>
                  <a:pt x="2445020" y="457464"/>
                </a:lnTo>
                <a:cubicBezTo>
                  <a:pt x="2441769" y="475277"/>
                  <a:pt x="2439924" y="493889"/>
                  <a:pt x="2439577" y="513080"/>
                </a:cubicBezTo>
                <a:lnTo>
                  <a:pt x="2134189" y="513080"/>
                </a:lnTo>
                <a:cubicBezTo>
                  <a:pt x="2135207" y="494264"/>
                  <a:pt x="2137016" y="475708"/>
                  <a:pt x="2139695" y="457464"/>
                </a:cubicBezTo>
                <a:close/>
                <a:moveTo>
                  <a:pt x="1484095" y="457464"/>
                </a:moveTo>
                <a:lnTo>
                  <a:pt x="1797436" y="457464"/>
                </a:lnTo>
                <a:lnTo>
                  <a:pt x="1797436" y="460928"/>
                </a:lnTo>
                <a:lnTo>
                  <a:pt x="2049201" y="460928"/>
                </a:lnTo>
                <a:lnTo>
                  <a:pt x="2049201" y="513080"/>
                </a:lnTo>
                <a:lnTo>
                  <a:pt x="1484095" y="513080"/>
                </a:lnTo>
                <a:close/>
                <a:moveTo>
                  <a:pt x="1108069" y="457464"/>
                </a:moveTo>
                <a:lnTo>
                  <a:pt x="1405088" y="457464"/>
                </a:lnTo>
                <a:cubicBezTo>
                  <a:pt x="1401362" y="476578"/>
                  <a:pt x="1395983" y="495140"/>
                  <a:pt x="1389261" y="513080"/>
                </a:cubicBezTo>
                <a:lnTo>
                  <a:pt x="1035049" y="513080"/>
                </a:lnTo>
                <a:cubicBezTo>
                  <a:pt x="1065352" y="503410"/>
                  <a:pt x="1090920" y="483441"/>
                  <a:pt x="1108069" y="457464"/>
                </a:cubicBezTo>
                <a:close/>
                <a:moveTo>
                  <a:pt x="641090" y="457464"/>
                </a:moveTo>
                <a:lnTo>
                  <a:pt x="953766" y="457464"/>
                </a:lnTo>
                <a:lnTo>
                  <a:pt x="953766" y="513080"/>
                </a:lnTo>
                <a:lnTo>
                  <a:pt x="641090" y="513080"/>
                </a:lnTo>
                <a:close/>
                <a:moveTo>
                  <a:pt x="0" y="457464"/>
                </a:moveTo>
                <a:lnTo>
                  <a:pt x="565721" y="457464"/>
                </a:lnTo>
                <a:lnTo>
                  <a:pt x="565721" y="513080"/>
                </a:lnTo>
                <a:lnTo>
                  <a:pt x="0" y="513080"/>
                </a:lnTo>
                <a:close/>
                <a:moveTo>
                  <a:pt x="6726468" y="363974"/>
                </a:moveTo>
                <a:lnTo>
                  <a:pt x="7067984" y="363974"/>
                </a:lnTo>
                <a:cubicBezTo>
                  <a:pt x="7070607" y="367140"/>
                  <a:pt x="7073887" y="369523"/>
                  <a:pt x="7077308" y="371714"/>
                </a:cubicBezTo>
                <a:lnTo>
                  <a:pt x="7117416" y="404513"/>
                </a:lnTo>
                <a:lnTo>
                  <a:pt x="6736209" y="404513"/>
                </a:lnTo>
                <a:cubicBezTo>
                  <a:pt x="6731614" y="391450"/>
                  <a:pt x="6728334" y="377899"/>
                  <a:pt x="6726468" y="363974"/>
                </a:cubicBezTo>
                <a:close/>
                <a:moveTo>
                  <a:pt x="6349715" y="363974"/>
                </a:moveTo>
                <a:lnTo>
                  <a:pt x="6675164" y="363974"/>
                </a:lnTo>
                <a:lnTo>
                  <a:pt x="6675164" y="404513"/>
                </a:lnTo>
                <a:lnTo>
                  <a:pt x="6349715" y="404513"/>
                </a:lnTo>
                <a:close/>
                <a:moveTo>
                  <a:pt x="5776176" y="363974"/>
                </a:moveTo>
                <a:lnTo>
                  <a:pt x="6101618" y="363974"/>
                </a:lnTo>
                <a:lnTo>
                  <a:pt x="6101618" y="404513"/>
                </a:lnTo>
                <a:lnTo>
                  <a:pt x="5776176" y="404513"/>
                </a:lnTo>
                <a:close/>
                <a:moveTo>
                  <a:pt x="5257250" y="363974"/>
                </a:moveTo>
                <a:lnTo>
                  <a:pt x="5553174" y="363974"/>
                </a:lnTo>
                <a:lnTo>
                  <a:pt x="5553174" y="404513"/>
                </a:lnTo>
                <a:lnTo>
                  <a:pt x="5257250" y="404513"/>
                </a:lnTo>
                <a:close/>
                <a:moveTo>
                  <a:pt x="4709215" y="363974"/>
                </a:moveTo>
                <a:lnTo>
                  <a:pt x="5183906" y="363974"/>
                </a:lnTo>
                <a:lnTo>
                  <a:pt x="5202666" y="404513"/>
                </a:lnTo>
                <a:lnTo>
                  <a:pt x="4709215" y="404513"/>
                </a:lnTo>
                <a:close/>
                <a:moveTo>
                  <a:pt x="4020058" y="363974"/>
                </a:moveTo>
                <a:lnTo>
                  <a:pt x="4334927" y="363974"/>
                </a:lnTo>
                <a:lnTo>
                  <a:pt x="4334927" y="404513"/>
                </a:lnTo>
                <a:lnTo>
                  <a:pt x="4020058" y="404513"/>
                </a:lnTo>
                <a:close/>
                <a:moveTo>
                  <a:pt x="3618772" y="363974"/>
                </a:moveTo>
                <a:lnTo>
                  <a:pt x="3940284" y="363974"/>
                </a:lnTo>
                <a:lnTo>
                  <a:pt x="3940284" y="404513"/>
                </a:lnTo>
                <a:lnTo>
                  <a:pt x="3618772" y="404513"/>
                </a:lnTo>
                <a:close/>
                <a:moveTo>
                  <a:pt x="3114435" y="363974"/>
                </a:moveTo>
                <a:lnTo>
                  <a:pt x="3435940" y="363974"/>
                </a:lnTo>
                <a:lnTo>
                  <a:pt x="3435940" y="404513"/>
                </a:lnTo>
                <a:lnTo>
                  <a:pt x="3114435" y="404513"/>
                </a:lnTo>
                <a:close/>
                <a:moveTo>
                  <a:pt x="2690127" y="363974"/>
                </a:moveTo>
                <a:lnTo>
                  <a:pt x="2999106" y="363974"/>
                </a:lnTo>
                <a:cubicBezTo>
                  <a:pt x="3002732" y="377220"/>
                  <a:pt x="3005758" y="390750"/>
                  <a:pt x="3008161" y="404513"/>
                </a:cubicBezTo>
                <a:lnTo>
                  <a:pt x="2701338" y="404513"/>
                </a:lnTo>
                <a:cubicBezTo>
                  <a:pt x="2698602" y="390170"/>
                  <a:pt x="2694672" y="376662"/>
                  <a:pt x="2690127" y="363974"/>
                </a:cubicBezTo>
                <a:close/>
                <a:moveTo>
                  <a:pt x="2157374" y="363974"/>
                </a:moveTo>
                <a:lnTo>
                  <a:pt x="2466353" y="363974"/>
                </a:lnTo>
                <a:cubicBezTo>
                  <a:pt x="2461808" y="376662"/>
                  <a:pt x="2457878" y="390170"/>
                  <a:pt x="2455142" y="404513"/>
                </a:cubicBezTo>
                <a:lnTo>
                  <a:pt x="2148326" y="404513"/>
                </a:lnTo>
                <a:cubicBezTo>
                  <a:pt x="2150722" y="390750"/>
                  <a:pt x="2153748" y="377220"/>
                  <a:pt x="2157374" y="363974"/>
                </a:cubicBezTo>
                <a:close/>
                <a:moveTo>
                  <a:pt x="1484095" y="363974"/>
                </a:moveTo>
                <a:lnTo>
                  <a:pt x="1797436" y="363974"/>
                </a:lnTo>
                <a:lnTo>
                  <a:pt x="1797436" y="404513"/>
                </a:lnTo>
                <a:lnTo>
                  <a:pt x="1484095" y="404513"/>
                </a:lnTo>
                <a:close/>
                <a:moveTo>
                  <a:pt x="1130314" y="363974"/>
                </a:moveTo>
                <a:lnTo>
                  <a:pt x="1414659" y="363974"/>
                </a:lnTo>
                <a:cubicBezTo>
                  <a:pt x="1414821" y="365614"/>
                  <a:pt x="1414828" y="367254"/>
                  <a:pt x="1414828" y="368901"/>
                </a:cubicBezTo>
                <a:lnTo>
                  <a:pt x="1412771" y="404513"/>
                </a:lnTo>
                <a:lnTo>
                  <a:pt x="1129282" y="404513"/>
                </a:lnTo>
                <a:cubicBezTo>
                  <a:pt x="1131077" y="396320"/>
                  <a:pt x="1131855" y="387830"/>
                  <a:pt x="1131855" y="379157"/>
                </a:cubicBezTo>
                <a:close/>
                <a:moveTo>
                  <a:pt x="641090" y="363974"/>
                </a:moveTo>
                <a:lnTo>
                  <a:pt x="953766" y="363974"/>
                </a:lnTo>
                <a:lnTo>
                  <a:pt x="953766" y="404513"/>
                </a:lnTo>
                <a:lnTo>
                  <a:pt x="641090" y="404513"/>
                </a:lnTo>
                <a:close/>
                <a:moveTo>
                  <a:pt x="0" y="363974"/>
                </a:moveTo>
                <a:lnTo>
                  <a:pt x="326170" y="363974"/>
                </a:lnTo>
                <a:lnTo>
                  <a:pt x="326170" y="404513"/>
                </a:lnTo>
                <a:lnTo>
                  <a:pt x="0" y="404513"/>
                </a:lnTo>
                <a:close/>
                <a:moveTo>
                  <a:pt x="0" y="284062"/>
                </a:moveTo>
                <a:lnTo>
                  <a:pt x="326170" y="284062"/>
                </a:lnTo>
                <a:lnTo>
                  <a:pt x="326170" y="311029"/>
                </a:lnTo>
                <a:lnTo>
                  <a:pt x="0" y="311029"/>
                </a:lnTo>
                <a:close/>
                <a:moveTo>
                  <a:pt x="7297165" y="284055"/>
                </a:moveTo>
                <a:lnTo>
                  <a:pt x="7297434" y="284055"/>
                </a:lnTo>
                <a:lnTo>
                  <a:pt x="7297434" y="284288"/>
                </a:lnTo>
                <a:close/>
                <a:moveTo>
                  <a:pt x="6720749" y="284055"/>
                </a:moveTo>
                <a:lnTo>
                  <a:pt x="7028873" y="284055"/>
                </a:lnTo>
                <a:cubicBezTo>
                  <a:pt x="7028895" y="293400"/>
                  <a:pt x="7030195" y="302455"/>
                  <a:pt x="7032690" y="311029"/>
                </a:cubicBezTo>
                <a:lnTo>
                  <a:pt x="6720693" y="311029"/>
                </a:lnTo>
                <a:cubicBezTo>
                  <a:pt x="6719993" y="306724"/>
                  <a:pt x="6719915" y="302391"/>
                  <a:pt x="6719915" y="298037"/>
                </a:cubicBezTo>
                <a:close/>
                <a:moveTo>
                  <a:pt x="6349715" y="284055"/>
                </a:moveTo>
                <a:lnTo>
                  <a:pt x="6675164" y="284055"/>
                </a:lnTo>
                <a:lnTo>
                  <a:pt x="6675164" y="311029"/>
                </a:lnTo>
                <a:lnTo>
                  <a:pt x="6349715" y="311029"/>
                </a:lnTo>
                <a:close/>
                <a:moveTo>
                  <a:pt x="5776176" y="284055"/>
                </a:moveTo>
                <a:lnTo>
                  <a:pt x="6101618" y="284055"/>
                </a:lnTo>
                <a:lnTo>
                  <a:pt x="6101618" y="311029"/>
                </a:lnTo>
                <a:lnTo>
                  <a:pt x="5776176" y="311029"/>
                </a:lnTo>
                <a:close/>
                <a:moveTo>
                  <a:pt x="5257250" y="284055"/>
                </a:moveTo>
                <a:lnTo>
                  <a:pt x="5553174" y="284055"/>
                </a:lnTo>
                <a:lnTo>
                  <a:pt x="5553174" y="311029"/>
                </a:lnTo>
                <a:lnTo>
                  <a:pt x="5257250" y="311029"/>
                </a:lnTo>
                <a:close/>
                <a:moveTo>
                  <a:pt x="4709215" y="284055"/>
                </a:moveTo>
                <a:lnTo>
                  <a:pt x="5146922" y="284055"/>
                </a:lnTo>
                <a:lnTo>
                  <a:pt x="5159406" y="311029"/>
                </a:lnTo>
                <a:lnTo>
                  <a:pt x="4709215" y="311029"/>
                </a:lnTo>
                <a:close/>
                <a:moveTo>
                  <a:pt x="4020058" y="284055"/>
                </a:moveTo>
                <a:lnTo>
                  <a:pt x="4334927" y="284055"/>
                </a:lnTo>
                <a:lnTo>
                  <a:pt x="4334927" y="311029"/>
                </a:lnTo>
                <a:lnTo>
                  <a:pt x="4020058" y="311029"/>
                </a:lnTo>
                <a:close/>
                <a:moveTo>
                  <a:pt x="3618772" y="284055"/>
                </a:moveTo>
                <a:lnTo>
                  <a:pt x="3940284" y="284055"/>
                </a:lnTo>
                <a:lnTo>
                  <a:pt x="3940284" y="311029"/>
                </a:lnTo>
                <a:lnTo>
                  <a:pt x="3618772" y="311029"/>
                </a:lnTo>
                <a:close/>
                <a:moveTo>
                  <a:pt x="3114435" y="284055"/>
                </a:moveTo>
                <a:lnTo>
                  <a:pt x="3435940" y="284055"/>
                </a:lnTo>
                <a:lnTo>
                  <a:pt x="3435940" y="311029"/>
                </a:lnTo>
                <a:lnTo>
                  <a:pt x="3114435" y="311029"/>
                </a:lnTo>
                <a:close/>
                <a:moveTo>
                  <a:pt x="2649553" y="284055"/>
                </a:moveTo>
                <a:lnTo>
                  <a:pt x="2974451" y="284055"/>
                </a:lnTo>
                <a:cubicBezTo>
                  <a:pt x="2978020" y="292834"/>
                  <a:pt x="2981166" y="301840"/>
                  <a:pt x="2983965" y="311029"/>
                </a:cubicBezTo>
                <a:lnTo>
                  <a:pt x="2667253" y="311029"/>
                </a:lnTo>
                <a:cubicBezTo>
                  <a:pt x="2661767" y="301041"/>
                  <a:pt x="2655907" y="291972"/>
                  <a:pt x="2649553" y="284055"/>
                </a:cubicBezTo>
                <a:close/>
                <a:moveTo>
                  <a:pt x="2182030" y="284055"/>
                </a:moveTo>
                <a:lnTo>
                  <a:pt x="2506921" y="284055"/>
                </a:lnTo>
                <a:cubicBezTo>
                  <a:pt x="2500566" y="291972"/>
                  <a:pt x="2494713" y="301041"/>
                  <a:pt x="2489228" y="311029"/>
                </a:cubicBezTo>
                <a:lnTo>
                  <a:pt x="2172515" y="311029"/>
                </a:lnTo>
                <a:cubicBezTo>
                  <a:pt x="2175314" y="301840"/>
                  <a:pt x="2178460" y="292834"/>
                  <a:pt x="2182030" y="284055"/>
                </a:cubicBezTo>
                <a:close/>
                <a:moveTo>
                  <a:pt x="1484095" y="284055"/>
                </a:moveTo>
                <a:lnTo>
                  <a:pt x="1797436" y="284055"/>
                </a:lnTo>
                <a:lnTo>
                  <a:pt x="1797436" y="311029"/>
                </a:lnTo>
                <a:lnTo>
                  <a:pt x="1484095" y="311029"/>
                </a:lnTo>
                <a:close/>
                <a:moveTo>
                  <a:pt x="1094475" y="284055"/>
                </a:moveTo>
                <a:lnTo>
                  <a:pt x="1406183" y="284055"/>
                </a:lnTo>
                <a:cubicBezTo>
                  <a:pt x="1408078" y="292940"/>
                  <a:pt x="1409619" y="301932"/>
                  <a:pt x="1410849" y="311029"/>
                </a:cubicBezTo>
                <a:lnTo>
                  <a:pt x="1113632" y="311029"/>
                </a:lnTo>
                <a:cubicBezTo>
                  <a:pt x="1108818" y="300956"/>
                  <a:pt x="1102308" y="291908"/>
                  <a:pt x="1094475" y="284055"/>
                </a:cubicBezTo>
                <a:close/>
                <a:moveTo>
                  <a:pt x="641090" y="284055"/>
                </a:moveTo>
                <a:lnTo>
                  <a:pt x="953766" y="284055"/>
                </a:lnTo>
                <a:lnTo>
                  <a:pt x="953766" y="311029"/>
                </a:lnTo>
                <a:lnTo>
                  <a:pt x="641090" y="311029"/>
                </a:lnTo>
                <a:close/>
                <a:moveTo>
                  <a:pt x="7265038" y="281609"/>
                </a:moveTo>
                <a:lnTo>
                  <a:pt x="7296254" y="281609"/>
                </a:lnTo>
                <a:lnTo>
                  <a:pt x="7296254" y="313708"/>
                </a:lnTo>
                <a:lnTo>
                  <a:pt x="7277090" y="313708"/>
                </a:lnTo>
                <a:close/>
                <a:moveTo>
                  <a:pt x="7209386" y="208215"/>
                </a:moveTo>
                <a:lnTo>
                  <a:pt x="7297434" y="208215"/>
                </a:lnTo>
                <a:lnTo>
                  <a:pt x="7297434" y="226254"/>
                </a:lnTo>
                <a:lnTo>
                  <a:pt x="7297434" y="231111"/>
                </a:lnTo>
                <a:lnTo>
                  <a:pt x="7235611" y="231111"/>
                </a:lnTo>
                <a:lnTo>
                  <a:pt x="7214497" y="212958"/>
                </a:lnTo>
                <a:close/>
                <a:moveTo>
                  <a:pt x="6731119" y="208215"/>
                </a:moveTo>
                <a:lnTo>
                  <a:pt x="7060082" y="208215"/>
                </a:lnTo>
                <a:cubicBezTo>
                  <a:pt x="7053296" y="214923"/>
                  <a:pt x="7047429" y="222550"/>
                  <a:pt x="7043081" y="231111"/>
                </a:cubicBezTo>
                <a:lnTo>
                  <a:pt x="6726645" y="231111"/>
                </a:lnTo>
                <a:cubicBezTo>
                  <a:pt x="6727429" y="223300"/>
                  <a:pt x="6729083" y="215694"/>
                  <a:pt x="6731119" y="208215"/>
                </a:cubicBezTo>
                <a:close/>
                <a:moveTo>
                  <a:pt x="6349715" y="208215"/>
                </a:moveTo>
                <a:lnTo>
                  <a:pt x="6675164" y="208215"/>
                </a:lnTo>
                <a:lnTo>
                  <a:pt x="6675164" y="231111"/>
                </a:lnTo>
                <a:lnTo>
                  <a:pt x="6349715" y="231111"/>
                </a:lnTo>
                <a:close/>
                <a:moveTo>
                  <a:pt x="5605002" y="208215"/>
                </a:moveTo>
                <a:lnTo>
                  <a:pt x="5605559" y="208215"/>
                </a:lnTo>
                <a:lnTo>
                  <a:pt x="5610734" y="208215"/>
                </a:lnTo>
                <a:lnTo>
                  <a:pt x="6286422" y="208215"/>
                </a:lnTo>
                <a:lnTo>
                  <a:pt x="6286422" y="231111"/>
                </a:lnTo>
                <a:lnTo>
                  <a:pt x="5610734" y="231111"/>
                </a:lnTo>
                <a:lnTo>
                  <a:pt x="5605559" y="231111"/>
                </a:lnTo>
                <a:lnTo>
                  <a:pt x="5605002" y="231111"/>
                </a:lnTo>
                <a:close/>
                <a:moveTo>
                  <a:pt x="5257250" y="208215"/>
                </a:moveTo>
                <a:lnTo>
                  <a:pt x="5553174" y="208215"/>
                </a:lnTo>
                <a:lnTo>
                  <a:pt x="5553174" y="231111"/>
                </a:lnTo>
                <a:lnTo>
                  <a:pt x="5257250" y="231111"/>
                </a:lnTo>
                <a:close/>
                <a:moveTo>
                  <a:pt x="4709215" y="208215"/>
                </a:moveTo>
                <a:lnTo>
                  <a:pt x="5111819" y="208215"/>
                </a:lnTo>
                <a:lnTo>
                  <a:pt x="5122415" y="231111"/>
                </a:lnTo>
                <a:lnTo>
                  <a:pt x="4709215" y="231111"/>
                </a:lnTo>
                <a:close/>
                <a:moveTo>
                  <a:pt x="4020058" y="208215"/>
                </a:moveTo>
                <a:lnTo>
                  <a:pt x="4602020" y="208215"/>
                </a:lnTo>
                <a:lnTo>
                  <a:pt x="4602020" y="231111"/>
                </a:lnTo>
                <a:lnTo>
                  <a:pt x="4020058" y="231111"/>
                </a:lnTo>
                <a:close/>
                <a:moveTo>
                  <a:pt x="3618772" y="208215"/>
                </a:moveTo>
                <a:lnTo>
                  <a:pt x="3940284" y="208215"/>
                </a:lnTo>
                <a:lnTo>
                  <a:pt x="3940284" y="231111"/>
                </a:lnTo>
                <a:lnTo>
                  <a:pt x="3618772" y="231111"/>
                </a:lnTo>
                <a:close/>
                <a:moveTo>
                  <a:pt x="3114435" y="208215"/>
                </a:moveTo>
                <a:lnTo>
                  <a:pt x="3435940" y="208215"/>
                </a:lnTo>
                <a:lnTo>
                  <a:pt x="3435940" y="231111"/>
                </a:lnTo>
                <a:lnTo>
                  <a:pt x="3114435" y="231111"/>
                </a:lnTo>
                <a:close/>
                <a:moveTo>
                  <a:pt x="2215224" y="208215"/>
                </a:moveTo>
                <a:lnTo>
                  <a:pt x="2941256" y="208215"/>
                </a:lnTo>
                <a:cubicBezTo>
                  <a:pt x="2945377" y="215609"/>
                  <a:pt x="2949116" y="223264"/>
                  <a:pt x="2952580" y="231111"/>
                </a:cubicBezTo>
                <a:lnTo>
                  <a:pt x="2203900" y="231111"/>
                </a:lnTo>
                <a:cubicBezTo>
                  <a:pt x="2207364" y="223264"/>
                  <a:pt x="2211103" y="215609"/>
                  <a:pt x="2215224" y="208215"/>
                </a:cubicBezTo>
                <a:close/>
                <a:moveTo>
                  <a:pt x="1484095" y="208215"/>
                </a:moveTo>
                <a:lnTo>
                  <a:pt x="2063233" y="208215"/>
                </a:lnTo>
                <a:lnTo>
                  <a:pt x="2063233" y="231111"/>
                </a:lnTo>
                <a:lnTo>
                  <a:pt x="1484095" y="231111"/>
                </a:lnTo>
                <a:close/>
                <a:moveTo>
                  <a:pt x="641090" y="208215"/>
                </a:moveTo>
                <a:lnTo>
                  <a:pt x="1382793" y="208215"/>
                </a:lnTo>
                <a:cubicBezTo>
                  <a:pt x="1386094" y="215680"/>
                  <a:pt x="1388999" y="223321"/>
                  <a:pt x="1391579" y="231111"/>
                </a:cubicBezTo>
                <a:lnTo>
                  <a:pt x="641090" y="231111"/>
                </a:lnTo>
                <a:close/>
                <a:moveTo>
                  <a:pt x="0" y="208215"/>
                </a:moveTo>
                <a:lnTo>
                  <a:pt x="565721" y="208215"/>
                </a:lnTo>
                <a:lnTo>
                  <a:pt x="565721" y="231111"/>
                </a:lnTo>
                <a:lnTo>
                  <a:pt x="0" y="231111"/>
                </a:lnTo>
                <a:close/>
                <a:moveTo>
                  <a:pt x="6759684" y="131463"/>
                </a:moveTo>
                <a:lnTo>
                  <a:pt x="7297434" y="131463"/>
                </a:lnTo>
                <a:lnTo>
                  <a:pt x="7297434" y="155264"/>
                </a:lnTo>
                <a:lnTo>
                  <a:pt x="6749243" y="155264"/>
                </a:lnTo>
                <a:close/>
                <a:moveTo>
                  <a:pt x="6349715" y="131463"/>
                </a:moveTo>
                <a:lnTo>
                  <a:pt x="6675164" y="131463"/>
                </a:lnTo>
                <a:lnTo>
                  <a:pt x="6675164" y="155264"/>
                </a:lnTo>
                <a:lnTo>
                  <a:pt x="6349715" y="155264"/>
                </a:lnTo>
                <a:close/>
                <a:moveTo>
                  <a:pt x="5605002" y="131463"/>
                </a:moveTo>
                <a:lnTo>
                  <a:pt x="5605559" y="131463"/>
                </a:lnTo>
                <a:lnTo>
                  <a:pt x="5610734" y="131463"/>
                </a:lnTo>
                <a:lnTo>
                  <a:pt x="6286422" y="131463"/>
                </a:lnTo>
                <a:lnTo>
                  <a:pt x="6286422" y="155264"/>
                </a:lnTo>
                <a:lnTo>
                  <a:pt x="5610734" y="155264"/>
                </a:lnTo>
                <a:lnTo>
                  <a:pt x="5605559" y="155264"/>
                </a:lnTo>
                <a:lnTo>
                  <a:pt x="5605002" y="155264"/>
                </a:lnTo>
                <a:close/>
                <a:moveTo>
                  <a:pt x="5257250" y="131463"/>
                </a:moveTo>
                <a:lnTo>
                  <a:pt x="5553174" y="131463"/>
                </a:lnTo>
                <a:lnTo>
                  <a:pt x="5553174" y="155264"/>
                </a:lnTo>
                <a:lnTo>
                  <a:pt x="5257250" y="155264"/>
                </a:lnTo>
                <a:close/>
                <a:moveTo>
                  <a:pt x="4709215" y="131463"/>
                </a:moveTo>
                <a:lnTo>
                  <a:pt x="5076299" y="131463"/>
                </a:lnTo>
                <a:lnTo>
                  <a:pt x="5087312" y="155264"/>
                </a:lnTo>
                <a:lnTo>
                  <a:pt x="4709215" y="155264"/>
                </a:lnTo>
                <a:close/>
                <a:moveTo>
                  <a:pt x="4020058" y="131463"/>
                </a:moveTo>
                <a:lnTo>
                  <a:pt x="4602020" y="131463"/>
                </a:lnTo>
                <a:lnTo>
                  <a:pt x="4602020" y="155264"/>
                </a:lnTo>
                <a:lnTo>
                  <a:pt x="4020058" y="155264"/>
                </a:lnTo>
                <a:close/>
                <a:moveTo>
                  <a:pt x="3618772" y="131463"/>
                </a:moveTo>
                <a:lnTo>
                  <a:pt x="3940284" y="131463"/>
                </a:lnTo>
                <a:lnTo>
                  <a:pt x="3940284" y="155264"/>
                </a:lnTo>
                <a:lnTo>
                  <a:pt x="3618772" y="155264"/>
                </a:lnTo>
                <a:close/>
                <a:moveTo>
                  <a:pt x="3114435" y="131463"/>
                </a:moveTo>
                <a:lnTo>
                  <a:pt x="3435940" y="131463"/>
                </a:lnTo>
                <a:lnTo>
                  <a:pt x="3435940" y="155264"/>
                </a:lnTo>
                <a:lnTo>
                  <a:pt x="3114435" y="155264"/>
                </a:lnTo>
                <a:close/>
                <a:moveTo>
                  <a:pt x="2261482" y="131463"/>
                </a:moveTo>
                <a:lnTo>
                  <a:pt x="2894999" y="131463"/>
                </a:lnTo>
                <a:cubicBezTo>
                  <a:pt x="2900717" y="139105"/>
                  <a:pt x="2906089" y="147085"/>
                  <a:pt x="2911313" y="155264"/>
                </a:cubicBezTo>
                <a:lnTo>
                  <a:pt x="2245167" y="155264"/>
                </a:lnTo>
                <a:cubicBezTo>
                  <a:pt x="2250391" y="147085"/>
                  <a:pt x="2255763" y="139105"/>
                  <a:pt x="2261482" y="131463"/>
                </a:cubicBezTo>
                <a:close/>
                <a:moveTo>
                  <a:pt x="1484095" y="131463"/>
                </a:moveTo>
                <a:lnTo>
                  <a:pt x="2063233" y="131463"/>
                </a:lnTo>
                <a:lnTo>
                  <a:pt x="2063233" y="155264"/>
                </a:lnTo>
                <a:lnTo>
                  <a:pt x="1484095" y="155264"/>
                </a:lnTo>
                <a:close/>
                <a:moveTo>
                  <a:pt x="641090" y="131463"/>
                </a:moveTo>
                <a:lnTo>
                  <a:pt x="1340275" y="131463"/>
                </a:lnTo>
                <a:cubicBezTo>
                  <a:pt x="1346432" y="138829"/>
                  <a:pt x="1351585" y="146894"/>
                  <a:pt x="1356243" y="155264"/>
                </a:cubicBezTo>
                <a:lnTo>
                  <a:pt x="641090" y="155264"/>
                </a:lnTo>
                <a:close/>
                <a:moveTo>
                  <a:pt x="0" y="131463"/>
                </a:moveTo>
                <a:lnTo>
                  <a:pt x="565721" y="131463"/>
                </a:lnTo>
                <a:lnTo>
                  <a:pt x="565721" y="155264"/>
                </a:lnTo>
                <a:lnTo>
                  <a:pt x="0" y="155264"/>
                </a:lnTo>
                <a:close/>
                <a:moveTo>
                  <a:pt x="6805100" y="62402"/>
                </a:moveTo>
                <a:lnTo>
                  <a:pt x="7297434" y="62402"/>
                </a:lnTo>
                <a:lnTo>
                  <a:pt x="7297434" y="78512"/>
                </a:lnTo>
                <a:lnTo>
                  <a:pt x="6793090" y="78512"/>
                </a:lnTo>
                <a:close/>
                <a:moveTo>
                  <a:pt x="6349715" y="62402"/>
                </a:moveTo>
                <a:lnTo>
                  <a:pt x="6675164" y="62402"/>
                </a:lnTo>
                <a:lnTo>
                  <a:pt x="6675164" y="78512"/>
                </a:lnTo>
                <a:lnTo>
                  <a:pt x="6349715" y="78512"/>
                </a:lnTo>
                <a:close/>
                <a:moveTo>
                  <a:pt x="5605002" y="62402"/>
                </a:moveTo>
                <a:lnTo>
                  <a:pt x="5605559" y="62402"/>
                </a:lnTo>
                <a:lnTo>
                  <a:pt x="5610734" y="62402"/>
                </a:lnTo>
                <a:lnTo>
                  <a:pt x="6286422" y="62402"/>
                </a:lnTo>
                <a:lnTo>
                  <a:pt x="6286422" y="78512"/>
                </a:lnTo>
                <a:lnTo>
                  <a:pt x="5610734" y="78512"/>
                </a:lnTo>
                <a:lnTo>
                  <a:pt x="5605559" y="78512"/>
                </a:lnTo>
                <a:lnTo>
                  <a:pt x="5605002" y="78512"/>
                </a:lnTo>
                <a:close/>
                <a:moveTo>
                  <a:pt x="5257250" y="62402"/>
                </a:moveTo>
                <a:lnTo>
                  <a:pt x="5553174" y="62402"/>
                </a:lnTo>
                <a:lnTo>
                  <a:pt x="5553174" y="78512"/>
                </a:lnTo>
                <a:lnTo>
                  <a:pt x="5257250" y="78512"/>
                </a:lnTo>
                <a:close/>
                <a:moveTo>
                  <a:pt x="4709215" y="62402"/>
                </a:moveTo>
                <a:lnTo>
                  <a:pt x="5044335" y="62402"/>
                </a:lnTo>
                <a:lnTo>
                  <a:pt x="5051792" y="78512"/>
                </a:lnTo>
                <a:lnTo>
                  <a:pt x="4709215" y="78512"/>
                </a:lnTo>
                <a:close/>
                <a:moveTo>
                  <a:pt x="4020058" y="62402"/>
                </a:moveTo>
                <a:lnTo>
                  <a:pt x="4602020" y="62402"/>
                </a:lnTo>
                <a:lnTo>
                  <a:pt x="4602020" y="78512"/>
                </a:lnTo>
                <a:lnTo>
                  <a:pt x="4020058" y="78512"/>
                </a:lnTo>
                <a:close/>
                <a:moveTo>
                  <a:pt x="3618772" y="62402"/>
                </a:moveTo>
                <a:lnTo>
                  <a:pt x="3940284" y="62402"/>
                </a:lnTo>
                <a:lnTo>
                  <a:pt x="3940284" y="78512"/>
                </a:lnTo>
                <a:lnTo>
                  <a:pt x="3618772" y="78512"/>
                </a:lnTo>
                <a:close/>
                <a:moveTo>
                  <a:pt x="3114435" y="62402"/>
                </a:moveTo>
                <a:lnTo>
                  <a:pt x="3435940" y="62402"/>
                </a:lnTo>
                <a:lnTo>
                  <a:pt x="3435940" y="78512"/>
                </a:lnTo>
                <a:lnTo>
                  <a:pt x="3114435" y="78512"/>
                </a:lnTo>
                <a:close/>
                <a:moveTo>
                  <a:pt x="2319537" y="62402"/>
                </a:moveTo>
                <a:lnTo>
                  <a:pt x="2836943" y="62402"/>
                </a:lnTo>
                <a:cubicBezTo>
                  <a:pt x="2842273" y="67464"/>
                  <a:pt x="2847398" y="72808"/>
                  <a:pt x="2852191" y="78512"/>
                </a:cubicBezTo>
                <a:lnTo>
                  <a:pt x="2304290" y="78512"/>
                </a:lnTo>
                <a:cubicBezTo>
                  <a:pt x="2309082" y="72808"/>
                  <a:pt x="2314207" y="67464"/>
                  <a:pt x="2319537" y="62402"/>
                </a:cubicBezTo>
                <a:close/>
                <a:moveTo>
                  <a:pt x="1484095" y="62402"/>
                </a:moveTo>
                <a:lnTo>
                  <a:pt x="2063233" y="62402"/>
                </a:lnTo>
                <a:lnTo>
                  <a:pt x="2063233" y="78512"/>
                </a:lnTo>
                <a:lnTo>
                  <a:pt x="1484095" y="78512"/>
                </a:lnTo>
                <a:close/>
                <a:moveTo>
                  <a:pt x="641090" y="62402"/>
                </a:moveTo>
                <a:lnTo>
                  <a:pt x="1281824" y="62402"/>
                </a:lnTo>
                <a:cubicBezTo>
                  <a:pt x="1287443" y="67322"/>
                  <a:pt x="1292745" y="72581"/>
                  <a:pt x="1297333" y="78512"/>
                </a:cubicBezTo>
                <a:lnTo>
                  <a:pt x="641090" y="78512"/>
                </a:lnTo>
                <a:close/>
                <a:moveTo>
                  <a:pt x="0" y="62402"/>
                </a:moveTo>
                <a:lnTo>
                  <a:pt x="565721" y="62402"/>
                </a:lnTo>
                <a:lnTo>
                  <a:pt x="565721" y="78512"/>
                </a:lnTo>
                <a:lnTo>
                  <a:pt x="0" y="78512"/>
                </a:lnTo>
                <a:close/>
                <a:moveTo>
                  <a:pt x="6897049" y="0"/>
                </a:moveTo>
                <a:lnTo>
                  <a:pt x="6935531" y="0"/>
                </a:lnTo>
                <a:cubicBezTo>
                  <a:pt x="6947824" y="0"/>
                  <a:pt x="6959989" y="551"/>
                  <a:pt x="6971992" y="1831"/>
                </a:cubicBezTo>
                <a:lnTo>
                  <a:pt x="6971992" y="0"/>
                </a:lnTo>
                <a:lnTo>
                  <a:pt x="7297434" y="0"/>
                </a:lnTo>
                <a:lnTo>
                  <a:pt x="7297434" y="9458"/>
                </a:lnTo>
                <a:lnTo>
                  <a:pt x="6859218" y="9458"/>
                </a:lnTo>
                <a:cubicBezTo>
                  <a:pt x="6861621" y="6956"/>
                  <a:pt x="6864336" y="4828"/>
                  <a:pt x="6867078" y="2736"/>
                </a:cubicBezTo>
                <a:lnTo>
                  <a:pt x="6867078" y="1732"/>
                </a:lnTo>
                <a:close/>
                <a:moveTo>
                  <a:pt x="6349715" y="0"/>
                </a:moveTo>
                <a:lnTo>
                  <a:pt x="6675164" y="0"/>
                </a:lnTo>
                <a:lnTo>
                  <a:pt x="6675164" y="9458"/>
                </a:lnTo>
                <a:lnTo>
                  <a:pt x="6349715" y="9458"/>
                </a:lnTo>
                <a:close/>
                <a:moveTo>
                  <a:pt x="5605002" y="0"/>
                </a:moveTo>
                <a:lnTo>
                  <a:pt x="5605559" y="0"/>
                </a:lnTo>
                <a:lnTo>
                  <a:pt x="5610734" y="0"/>
                </a:lnTo>
                <a:lnTo>
                  <a:pt x="6286422" y="0"/>
                </a:lnTo>
                <a:lnTo>
                  <a:pt x="6286422" y="9458"/>
                </a:lnTo>
                <a:lnTo>
                  <a:pt x="5610734" y="9458"/>
                </a:lnTo>
                <a:lnTo>
                  <a:pt x="5605559" y="9458"/>
                </a:lnTo>
                <a:lnTo>
                  <a:pt x="5605002" y="9458"/>
                </a:lnTo>
                <a:close/>
                <a:moveTo>
                  <a:pt x="5257250" y="0"/>
                </a:moveTo>
                <a:lnTo>
                  <a:pt x="5553174" y="0"/>
                </a:lnTo>
                <a:lnTo>
                  <a:pt x="5553174" y="9458"/>
                </a:lnTo>
                <a:lnTo>
                  <a:pt x="5257250" y="9458"/>
                </a:lnTo>
                <a:close/>
                <a:moveTo>
                  <a:pt x="4709215" y="0"/>
                </a:moveTo>
                <a:lnTo>
                  <a:pt x="5015452" y="0"/>
                </a:lnTo>
                <a:lnTo>
                  <a:pt x="5019835" y="9458"/>
                </a:lnTo>
                <a:lnTo>
                  <a:pt x="4709215" y="9458"/>
                </a:lnTo>
                <a:close/>
                <a:moveTo>
                  <a:pt x="4020058" y="0"/>
                </a:moveTo>
                <a:lnTo>
                  <a:pt x="4602020" y="0"/>
                </a:lnTo>
                <a:lnTo>
                  <a:pt x="4602020" y="9458"/>
                </a:lnTo>
                <a:lnTo>
                  <a:pt x="4020058" y="9458"/>
                </a:lnTo>
                <a:close/>
                <a:moveTo>
                  <a:pt x="3618772" y="0"/>
                </a:moveTo>
                <a:lnTo>
                  <a:pt x="3940284" y="0"/>
                </a:lnTo>
                <a:lnTo>
                  <a:pt x="3940284" y="9458"/>
                </a:lnTo>
                <a:lnTo>
                  <a:pt x="3618772" y="9458"/>
                </a:lnTo>
                <a:close/>
                <a:moveTo>
                  <a:pt x="3114435" y="0"/>
                </a:moveTo>
                <a:lnTo>
                  <a:pt x="3435940" y="0"/>
                </a:lnTo>
                <a:lnTo>
                  <a:pt x="3435940" y="9458"/>
                </a:lnTo>
                <a:lnTo>
                  <a:pt x="3114435" y="9458"/>
                </a:lnTo>
                <a:close/>
                <a:moveTo>
                  <a:pt x="2397738" y="0"/>
                </a:moveTo>
                <a:lnTo>
                  <a:pt x="2758743" y="0"/>
                </a:lnTo>
                <a:lnTo>
                  <a:pt x="2772732" y="9458"/>
                </a:lnTo>
                <a:lnTo>
                  <a:pt x="2383749" y="9458"/>
                </a:lnTo>
                <a:close/>
                <a:moveTo>
                  <a:pt x="1484095" y="0"/>
                </a:moveTo>
                <a:lnTo>
                  <a:pt x="2063233" y="0"/>
                </a:lnTo>
                <a:lnTo>
                  <a:pt x="2063233" y="9458"/>
                </a:lnTo>
                <a:lnTo>
                  <a:pt x="1484095" y="9458"/>
                </a:lnTo>
                <a:close/>
                <a:moveTo>
                  <a:pt x="641090" y="0"/>
                </a:moveTo>
                <a:lnTo>
                  <a:pt x="1196639" y="0"/>
                </a:lnTo>
                <a:lnTo>
                  <a:pt x="1211413" y="9458"/>
                </a:lnTo>
                <a:lnTo>
                  <a:pt x="641090" y="9458"/>
                </a:lnTo>
                <a:close/>
                <a:moveTo>
                  <a:pt x="0" y="0"/>
                </a:moveTo>
                <a:lnTo>
                  <a:pt x="565721" y="0"/>
                </a:lnTo>
                <a:lnTo>
                  <a:pt x="565721" y="9458"/>
                </a:lnTo>
                <a:lnTo>
                  <a:pt x="0" y="945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90000" bIns="90000" rtlCol="0" anchor="t" anchorCtr="0"/>
          <a:lstStyle/>
          <a:p>
            <a:pPr algn="ctr" defTabSz="457200"/>
            <a:endParaRPr lang="en-GB" sz="1800" noProof="0" dirty="0">
              <a:solidFill>
                <a:srgbClr val="F0A51E"/>
              </a:solidFill>
            </a:endParaRPr>
          </a:p>
        </p:txBody>
      </p:sp>
      <p:sp>
        <p:nvSpPr>
          <p:cNvPr id="370" name="Freihandform: Form 369">
            <a:extLst>
              <a:ext uri="{FF2B5EF4-FFF2-40B4-BE49-F238E27FC236}">
                <a16:creationId xmlns:a16="http://schemas.microsoft.com/office/drawing/2014/main" id="{D8190562-EB0B-4902-AD8B-8D35C9060738}"/>
              </a:ext>
            </a:extLst>
          </p:cNvPr>
          <p:cNvSpPr/>
          <p:nvPr userDrawn="1"/>
        </p:nvSpPr>
        <p:spPr>
          <a:xfrm>
            <a:off x="0" y="669753"/>
            <a:ext cx="9144000" cy="3967384"/>
          </a:xfrm>
          <a:custGeom>
            <a:avLst/>
            <a:gdLst>
              <a:gd name="connsiteX0" fmla="*/ 6715658 w 9144000"/>
              <a:gd name="connsiteY0" fmla="*/ 462798 h 3967384"/>
              <a:gd name="connsiteX1" fmla="*/ 5575873 w 9144000"/>
              <a:gd name="connsiteY1" fmla="*/ 1602583 h 3967384"/>
              <a:gd name="connsiteX2" fmla="*/ 6715658 w 9144000"/>
              <a:gd name="connsiteY2" fmla="*/ 2742368 h 3967384"/>
              <a:gd name="connsiteX3" fmla="*/ 6832195 w 9144000"/>
              <a:gd name="connsiteY3" fmla="*/ 2736483 h 3967384"/>
              <a:gd name="connsiteX4" fmla="*/ 6899012 w 9144000"/>
              <a:gd name="connsiteY4" fmla="*/ 2726286 h 3967384"/>
              <a:gd name="connsiteX5" fmla="*/ 6852320 w 9144000"/>
              <a:gd name="connsiteY5" fmla="*/ 2812309 h 3967384"/>
              <a:gd name="connsiteX6" fmla="*/ 6793666 w 9144000"/>
              <a:gd name="connsiteY6" fmla="*/ 3102831 h 3967384"/>
              <a:gd name="connsiteX7" fmla="*/ 7540038 w 9144000"/>
              <a:gd name="connsiteY7" fmla="*/ 3849203 h 3967384"/>
              <a:gd name="connsiteX8" fmla="*/ 8286410 w 9144000"/>
              <a:gd name="connsiteY8" fmla="*/ 3102831 h 3967384"/>
              <a:gd name="connsiteX9" fmla="*/ 7616350 w 9144000"/>
              <a:gd name="connsiteY9" fmla="*/ 2360313 h 3967384"/>
              <a:gd name="connsiteX10" fmla="*/ 7563591 w 9144000"/>
              <a:gd name="connsiteY10" fmla="*/ 2357648 h 3967384"/>
              <a:gd name="connsiteX11" fmla="*/ 7660786 w 9144000"/>
              <a:gd name="connsiteY11" fmla="*/ 2239848 h 3967384"/>
              <a:gd name="connsiteX12" fmla="*/ 7855443 w 9144000"/>
              <a:gd name="connsiteY12" fmla="*/ 1602583 h 3967384"/>
              <a:gd name="connsiteX13" fmla="*/ 6715658 w 9144000"/>
              <a:gd name="connsiteY13" fmla="*/ 462798 h 3967384"/>
              <a:gd name="connsiteX14" fmla="*/ 0 w 9144000"/>
              <a:gd name="connsiteY14" fmla="*/ 0 h 3967384"/>
              <a:gd name="connsiteX15" fmla="*/ 9144000 w 9144000"/>
              <a:gd name="connsiteY15" fmla="*/ 0 h 3967384"/>
              <a:gd name="connsiteX16" fmla="*/ 9144000 w 9144000"/>
              <a:gd name="connsiteY16" fmla="*/ 3967384 h 3967384"/>
              <a:gd name="connsiteX17" fmla="*/ 0 w 9144000"/>
              <a:gd name="connsiteY17" fmla="*/ 3967384 h 3967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9144000" h="3967384">
                <a:moveTo>
                  <a:pt x="6715658" y="462798"/>
                </a:moveTo>
                <a:cubicBezTo>
                  <a:pt x="6086172" y="462798"/>
                  <a:pt x="5575873" y="973097"/>
                  <a:pt x="5575873" y="1602583"/>
                </a:cubicBezTo>
                <a:cubicBezTo>
                  <a:pt x="5575873" y="2232069"/>
                  <a:pt x="6086172" y="2742368"/>
                  <a:pt x="6715658" y="2742368"/>
                </a:cubicBezTo>
                <a:cubicBezTo>
                  <a:pt x="6755001" y="2742368"/>
                  <a:pt x="6793878" y="2740375"/>
                  <a:pt x="6832195" y="2736483"/>
                </a:cubicBezTo>
                <a:lnTo>
                  <a:pt x="6899012" y="2726286"/>
                </a:lnTo>
                <a:lnTo>
                  <a:pt x="6852320" y="2812309"/>
                </a:lnTo>
                <a:cubicBezTo>
                  <a:pt x="6814551" y="2901604"/>
                  <a:pt x="6793666" y="2999779"/>
                  <a:pt x="6793666" y="3102831"/>
                </a:cubicBezTo>
                <a:cubicBezTo>
                  <a:pt x="6793666" y="3515041"/>
                  <a:pt x="7127828" y="3849203"/>
                  <a:pt x="7540038" y="3849203"/>
                </a:cubicBezTo>
                <a:cubicBezTo>
                  <a:pt x="7952248" y="3849203"/>
                  <a:pt x="8286410" y="3515041"/>
                  <a:pt x="8286410" y="3102831"/>
                </a:cubicBezTo>
                <a:cubicBezTo>
                  <a:pt x="8286410" y="2716384"/>
                  <a:pt x="7992713" y="2398534"/>
                  <a:pt x="7616350" y="2360313"/>
                </a:cubicBezTo>
                <a:lnTo>
                  <a:pt x="7563591" y="2357648"/>
                </a:lnTo>
                <a:lnTo>
                  <a:pt x="7660786" y="2239848"/>
                </a:lnTo>
                <a:cubicBezTo>
                  <a:pt x="7783682" y="2057937"/>
                  <a:pt x="7855443" y="1838640"/>
                  <a:pt x="7855443" y="1602583"/>
                </a:cubicBezTo>
                <a:cubicBezTo>
                  <a:pt x="7855443" y="973097"/>
                  <a:pt x="7345144" y="462798"/>
                  <a:pt x="6715658" y="462798"/>
                </a:cubicBezTo>
                <a:close/>
                <a:moveTo>
                  <a:pt x="0" y="0"/>
                </a:moveTo>
                <a:lnTo>
                  <a:pt x="9144000" y="0"/>
                </a:lnTo>
                <a:lnTo>
                  <a:pt x="9144000" y="3967384"/>
                </a:lnTo>
                <a:lnTo>
                  <a:pt x="0" y="3967384"/>
                </a:lnTo>
                <a:close/>
              </a:path>
            </a:pathLst>
          </a:custGeom>
          <a:solidFill>
            <a:schemeClr val="bg1">
              <a:alpha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tIns="90000" bIns="90000" rtlCol="0" anchor="ctr" anchorCtr="0">
            <a:noAutofit/>
          </a:bodyPr>
          <a:lstStyle/>
          <a:p>
            <a:pPr algn="ctr" fontAlgn="auto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</a:pPr>
            <a:endParaRPr lang="en-US" sz="14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42057382"/>
      </p:ext>
    </p:extLst>
  </p:cSld>
  <p:clrMapOvr>
    <a:masterClrMapping/>
  </p:clrMapOvr>
  <p:transition spd="slow">
    <p:fade/>
  </p:transition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World Map | EMEA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6CB9AE1F-FE80-42DA-BD42-172B248C016A}"/>
              </a:ext>
            </a:extLst>
          </p:cNvPr>
          <p:cNvGrpSpPr/>
          <p:nvPr userDrawn="1"/>
        </p:nvGrpSpPr>
        <p:grpSpPr>
          <a:xfrm>
            <a:off x="727890" y="652421"/>
            <a:ext cx="5126346" cy="3889660"/>
            <a:chOff x="727890" y="652421"/>
            <a:chExt cx="5126346" cy="3889660"/>
          </a:xfrm>
        </p:grpSpPr>
        <p:sp>
          <p:nvSpPr>
            <p:cNvPr id="261" name="Zimbabwe" descr="© INSCALE GmbH, 05.05.2010&#10;http://www.presentationload.com/">
              <a:extLst>
                <a:ext uri="{FF2B5EF4-FFF2-40B4-BE49-F238E27FC236}">
                  <a16:creationId xmlns:a16="http://schemas.microsoft.com/office/drawing/2014/main" id="{1EE47844-E920-41DF-8A52-812E239A4CBB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901891" y="3569661"/>
              <a:ext cx="215583" cy="215584"/>
            </a:xfrm>
            <a:custGeom>
              <a:avLst/>
              <a:gdLst>
                <a:gd name="T0" fmla="*/ 2147483647 w 552"/>
                <a:gd name="T1" fmla="*/ 2147483647 h 552"/>
                <a:gd name="T2" fmla="*/ 2147483647 w 552"/>
                <a:gd name="T3" fmla="*/ 2147483647 h 552"/>
                <a:gd name="T4" fmla="*/ 2147483647 w 552"/>
                <a:gd name="T5" fmla="*/ 2147483647 h 552"/>
                <a:gd name="T6" fmla="*/ 2147483647 w 552"/>
                <a:gd name="T7" fmla="*/ 2147483647 h 552"/>
                <a:gd name="T8" fmla="*/ 2147483647 w 552"/>
                <a:gd name="T9" fmla="*/ 2147483647 h 552"/>
                <a:gd name="T10" fmla="*/ 2147483647 w 552"/>
                <a:gd name="T11" fmla="*/ 2147483647 h 552"/>
                <a:gd name="T12" fmla="*/ 2147483647 w 552"/>
                <a:gd name="T13" fmla="*/ 2147483647 h 552"/>
                <a:gd name="T14" fmla="*/ 2147483647 w 552"/>
                <a:gd name="T15" fmla="*/ 2147483647 h 552"/>
                <a:gd name="T16" fmla="*/ 2147483647 w 552"/>
                <a:gd name="T17" fmla="*/ 2147483647 h 552"/>
                <a:gd name="T18" fmla="*/ 2147483647 w 552"/>
                <a:gd name="T19" fmla="*/ 2147483647 h 552"/>
                <a:gd name="T20" fmla="*/ 2147483647 w 552"/>
                <a:gd name="T21" fmla="*/ 2147483647 h 552"/>
                <a:gd name="T22" fmla="*/ 2147483647 w 552"/>
                <a:gd name="T23" fmla="*/ 2147483647 h 552"/>
                <a:gd name="T24" fmla="*/ 2147483647 w 552"/>
                <a:gd name="T25" fmla="*/ 2147483647 h 552"/>
                <a:gd name="T26" fmla="*/ 2147483647 w 552"/>
                <a:gd name="T27" fmla="*/ 2147483647 h 552"/>
                <a:gd name="T28" fmla="*/ 2147483647 w 552"/>
                <a:gd name="T29" fmla="*/ 2147483647 h 552"/>
                <a:gd name="T30" fmla="*/ 2147483647 w 552"/>
                <a:gd name="T31" fmla="*/ 2147483647 h 552"/>
                <a:gd name="T32" fmla="*/ 2147483647 w 552"/>
                <a:gd name="T33" fmla="*/ 2147483647 h 552"/>
                <a:gd name="T34" fmla="*/ 2147483647 w 552"/>
                <a:gd name="T35" fmla="*/ 2147483647 h 552"/>
                <a:gd name="T36" fmla="*/ 2147483647 w 552"/>
                <a:gd name="T37" fmla="*/ 2147483647 h 552"/>
                <a:gd name="T38" fmla="*/ 2147483647 w 552"/>
                <a:gd name="T39" fmla="*/ 2147483647 h 552"/>
                <a:gd name="T40" fmla="*/ 2147483647 w 552"/>
                <a:gd name="T41" fmla="*/ 2147483647 h 552"/>
                <a:gd name="T42" fmla="*/ 2147483647 w 552"/>
                <a:gd name="T43" fmla="*/ 2147483647 h 552"/>
                <a:gd name="T44" fmla="*/ 2147483647 w 552"/>
                <a:gd name="T45" fmla="*/ 2147483647 h 552"/>
                <a:gd name="T46" fmla="*/ 2147483647 w 552"/>
                <a:gd name="T47" fmla="*/ 2147483647 h 552"/>
                <a:gd name="T48" fmla="*/ 2147483647 w 552"/>
                <a:gd name="T49" fmla="*/ 2147483647 h 552"/>
                <a:gd name="T50" fmla="*/ 2147483647 w 552"/>
                <a:gd name="T51" fmla="*/ 2147483647 h 552"/>
                <a:gd name="T52" fmla="*/ 2147483647 w 552"/>
                <a:gd name="T53" fmla="*/ 2147483647 h 552"/>
                <a:gd name="T54" fmla="*/ 2147483647 w 552"/>
                <a:gd name="T55" fmla="*/ 2147483647 h 552"/>
                <a:gd name="T56" fmla="*/ 2147483647 w 552"/>
                <a:gd name="T57" fmla="*/ 2147483647 h 552"/>
                <a:gd name="T58" fmla="*/ 2147483647 w 552"/>
                <a:gd name="T59" fmla="*/ 2147483647 h 552"/>
                <a:gd name="T60" fmla="*/ 2147483647 w 552"/>
                <a:gd name="T61" fmla="*/ 2147483647 h 552"/>
                <a:gd name="T62" fmla="*/ 2147483647 w 552"/>
                <a:gd name="T63" fmla="*/ 2147483647 h 552"/>
                <a:gd name="T64" fmla="*/ 2147483647 w 552"/>
                <a:gd name="T65" fmla="*/ 2147483647 h 552"/>
                <a:gd name="T66" fmla="*/ 2147483647 w 552"/>
                <a:gd name="T67" fmla="*/ 2147483647 h 552"/>
                <a:gd name="T68" fmla="*/ 2147483647 w 552"/>
                <a:gd name="T69" fmla="*/ 2147483647 h 552"/>
                <a:gd name="T70" fmla="*/ 2147483647 w 552"/>
                <a:gd name="T71" fmla="*/ 2147483647 h 552"/>
                <a:gd name="T72" fmla="*/ 2147483647 w 552"/>
                <a:gd name="T73" fmla="*/ 2147483647 h 552"/>
                <a:gd name="T74" fmla="*/ 2147483647 w 552"/>
                <a:gd name="T75" fmla="*/ 0 h 552"/>
                <a:gd name="T76" fmla="*/ 2147483647 w 552"/>
                <a:gd name="T77" fmla="*/ 2147483647 h 552"/>
                <a:gd name="T78" fmla="*/ 2147483647 w 552"/>
                <a:gd name="T79" fmla="*/ 2147483647 h 552"/>
                <a:gd name="T80" fmla="*/ 2147483647 w 552"/>
                <a:gd name="T81" fmla="*/ 2147483647 h 552"/>
                <a:gd name="T82" fmla="*/ 2147483647 w 552"/>
                <a:gd name="T83" fmla="*/ 2147483647 h 552"/>
                <a:gd name="T84" fmla="*/ 2147483647 w 552"/>
                <a:gd name="T85" fmla="*/ 2147483647 h 552"/>
                <a:gd name="T86" fmla="*/ 2147483647 w 552"/>
                <a:gd name="T87" fmla="*/ 2147483647 h 552"/>
                <a:gd name="T88" fmla="*/ 2147483647 w 552"/>
                <a:gd name="T89" fmla="*/ 2147483647 h 552"/>
                <a:gd name="T90" fmla="*/ 2147483647 w 552"/>
                <a:gd name="T91" fmla="*/ 2147483647 h 552"/>
                <a:gd name="T92" fmla="*/ 2147483647 w 552"/>
                <a:gd name="T93" fmla="*/ 2147483647 h 552"/>
                <a:gd name="T94" fmla="*/ 2147483647 w 552"/>
                <a:gd name="T95" fmla="*/ 2147483647 h 552"/>
                <a:gd name="T96" fmla="*/ 2147483647 w 552"/>
                <a:gd name="T97" fmla="*/ 2147483647 h 552"/>
                <a:gd name="T98" fmla="*/ 2147483647 w 552"/>
                <a:gd name="T99" fmla="*/ 2147483647 h 552"/>
                <a:gd name="T100" fmla="*/ 2147483647 w 552"/>
                <a:gd name="T101" fmla="*/ 2147483647 h 552"/>
                <a:gd name="T102" fmla="*/ 2147483647 w 552"/>
                <a:gd name="T103" fmla="*/ 2147483647 h 55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52"/>
                <a:gd name="T157" fmla="*/ 0 h 552"/>
                <a:gd name="T158" fmla="*/ 552 w 552"/>
                <a:gd name="T159" fmla="*/ 552 h 55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52" h="552">
                  <a:moveTo>
                    <a:pt x="18" y="204"/>
                  </a:moveTo>
                  <a:lnTo>
                    <a:pt x="18" y="234"/>
                  </a:lnTo>
                  <a:lnTo>
                    <a:pt x="30" y="234"/>
                  </a:lnTo>
                  <a:lnTo>
                    <a:pt x="36" y="240"/>
                  </a:lnTo>
                  <a:lnTo>
                    <a:pt x="48" y="264"/>
                  </a:lnTo>
                  <a:lnTo>
                    <a:pt x="54" y="270"/>
                  </a:lnTo>
                  <a:lnTo>
                    <a:pt x="54" y="294"/>
                  </a:lnTo>
                  <a:lnTo>
                    <a:pt x="72" y="330"/>
                  </a:lnTo>
                  <a:lnTo>
                    <a:pt x="84" y="336"/>
                  </a:lnTo>
                  <a:lnTo>
                    <a:pt x="102" y="354"/>
                  </a:lnTo>
                  <a:lnTo>
                    <a:pt x="132" y="354"/>
                  </a:lnTo>
                  <a:lnTo>
                    <a:pt x="138" y="360"/>
                  </a:lnTo>
                  <a:lnTo>
                    <a:pt x="138" y="390"/>
                  </a:lnTo>
                  <a:lnTo>
                    <a:pt x="168" y="390"/>
                  </a:lnTo>
                  <a:lnTo>
                    <a:pt x="174" y="414"/>
                  </a:lnTo>
                  <a:lnTo>
                    <a:pt x="168" y="420"/>
                  </a:lnTo>
                  <a:lnTo>
                    <a:pt x="168" y="450"/>
                  </a:lnTo>
                  <a:lnTo>
                    <a:pt x="186" y="450"/>
                  </a:lnTo>
                  <a:lnTo>
                    <a:pt x="186" y="480"/>
                  </a:lnTo>
                  <a:lnTo>
                    <a:pt x="198" y="480"/>
                  </a:lnTo>
                  <a:lnTo>
                    <a:pt x="216" y="486"/>
                  </a:lnTo>
                  <a:lnTo>
                    <a:pt x="228" y="486"/>
                  </a:lnTo>
                  <a:lnTo>
                    <a:pt x="246" y="492"/>
                  </a:lnTo>
                  <a:lnTo>
                    <a:pt x="264" y="510"/>
                  </a:lnTo>
                  <a:lnTo>
                    <a:pt x="270" y="522"/>
                  </a:lnTo>
                  <a:lnTo>
                    <a:pt x="270" y="528"/>
                  </a:lnTo>
                  <a:lnTo>
                    <a:pt x="252" y="528"/>
                  </a:lnTo>
                  <a:lnTo>
                    <a:pt x="312" y="528"/>
                  </a:lnTo>
                  <a:lnTo>
                    <a:pt x="324" y="534"/>
                  </a:lnTo>
                  <a:lnTo>
                    <a:pt x="330" y="534"/>
                  </a:lnTo>
                  <a:lnTo>
                    <a:pt x="342" y="540"/>
                  </a:lnTo>
                  <a:lnTo>
                    <a:pt x="402" y="540"/>
                  </a:lnTo>
                  <a:lnTo>
                    <a:pt x="420" y="552"/>
                  </a:lnTo>
                  <a:lnTo>
                    <a:pt x="486" y="468"/>
                  </a:lnTo>
                  <a:lnTo>
                    <a:pt x="504" y="462"/>
                  </a:lnTo>
                  <a:lnTo>
                    <a:pt x="492" y="444"/>
                  </a:lnTo>
                  <a:lnTo>
                    <a:pt x="504" y="432"/>
                  </a:lnTo>
                  <a:lnTo>
                    <a:pt x="504" y="402"/>
                  </a:lnTo>
                  <a:lnTo>
                    <a:pt x="516" y="396"/>
                  </a:lnTo>
                  <a:lnTo>
                    <a:pt x="528" y="384"/>
                  </a:lnTo>
                  <a:lnTo>
                    <a:pt x="528" y="372"/>
                  </a:lnTo>
                  <a:lnTo>
                    <a:pt x="540" y="360"/>
                  </a:lnTo>
                  <a:lnTo>
                    <a:pt x="546" y="348"/>
                  </a:lnTo>
                  <a:lnTo>
                    <a:pt x="546" y="342"/>
                  </a:lnTo>
                  <a:lnTo>
                    <a:pt x="522" y="318"/>
                  </a:lnTo>
                  <a:lnTo>
                    <a:pt x="522" y="306"/>
                  </a:lnTo>
                  <a:lnTo>
                    <a:pt x="540" y="288"/>
                  </a:lnTo>
                  <a:lnTo>
                    <a:pt x="522" y="264"/>
                  </a:lnTo>
                  <a:lnTo>
                    <a:pt x="540" y="252"/>
                  </a:lnTo>
                  <a:lnTo>
                    <a:pt x="540" y="240"/>
                  </a:lnTo>
                  <a:lnTo>
                    <a:pt x="546" y="240"/>
                  </a:lnTo>
                  <a:lnTo>
                    <a:pt x="546" y="234"/>
                  </a:lnTo>
                  <a:lnTo>
                    <a:pt x="552" y="228"/>
                  </a:lnTo>
                  <a:lnTo>
                    <a:pt x="552" y="216"/>
                  </a:lnTo>
                  <a:lnTo>
                    <a:pt x="540" y="192"/>
                  </a:lnTo>
                  <a:lnTo>
                    <a:pt x="540" y="180"/>
                  </a:lnTo>
                  <a:lnTo>
                    <a:pt x="546" y="174"/>
                  </a:lnTo>
                  <a:lnTo>
                    <a:pt x="546" y="168"/>
                  </a:lnTo>
                  <a:lnTo>
                    <a:pt x="552" y="162"/>
                  </a:lnTo>
                  <a:lnTo>
                    <a:pt x="540" y="150"/>
                  </a:lnTo>
                  <a:lnTo>
                    <a:pt x="552" y="138"/>
                  </a:lnTo>
                  <a:lnTo>
                    <a:pt x="540" y="120"/>
                  </a:lnTo>
                  <a:lnTo>
                    <a:pt x="546" y="114"/>
                  </a:lnTo>
                  <a:lnTo>
                    <a:pt x="552" y="102"/>
                  </a:lnTo>
                  <a:lnTo>
                    <a:pt x="552" y="96"/>
                  </a:lnTo>
                  <a:lnTo>
                    <a:pt x="540" y="84"/>
                  </a:lnTo>
                  <a:lnTo>
                    <a:pt x="528" y="84"/>
                  </a:lnTo>
                  <a:lnTo>
                    <a:pt x="510" y="66"/>
                  </a:lnTo>
                  <a:lnTo>
                    <a:pt x="498" y="66"/>
                  </a:lnTo>
                  <a:lnTo>
                    <a:pt x="486" y="72"/>
                  </a:lnTo>
                  <a:lnTo>
                    <a:pt x="480" y="72"/>
                  </a:lnTo>
                  <a:lnTo>
                    <a:pt x="462" y="48"/>
                  </a:lnTo>
                  <a:lnTo>
                    <a:pt x="444" y="48"/>
                  </a:lnTo>
                  <a:lnTo>
                    <a:pt x="432" y="30"/>
                  </a:lnTo>
                  <a:lnTo>
                    <a:pt x="372" y="30"/>
                  </a:lnTo>
                  <a:lnTo>
                    <a:pt x="366" y="0"/>
                  </a:lnTo>
                  <a:lnTo>
                    <a:pt x="330" y="0"/>
                  </a:lnTo>
                  <a:lnTo>
                    <a:pt x="294" y="12"/>
                  </a:lnTo>
                  <a:lnTo>
                    <a:pt x="282" y="24"/>
                  </a:lnTo>
                  <a:lnTo>
                    <a:pt x="258" y="36"/>
                  </a:lnTo>
                  <a:lnTo>
                    <a:pt x="258" y="72"/>
                  </a:lnTo>
                  <a:lnTo>
                    <a:pt x="252" y="78"/>
                  </a:lnTo>
                  <a:lnTo>
                    <a:pt x="240" y="78"/>
                  </a:lnTo>
                  <a:lnTo>
                    <a:pt x="228" y="84"/>
                  </a:lnTo>
                  <a:lnTo>
                    <a:pt x="210" y="90"/>
                  </a:lnTo>
                  <a:lnTo>
                    <a:pt x="198" y="96"/>
                  </a:lnTo>
                  <a:lnTo>
                    <a:pt x="192" y="102"/>
                  </a:lnTo>
                  <a:lnTo>
                    <a:pt x="180" y="126"/>
                  </a:lnTo>
                  <a:lnTo>
                    <a:pt x="174" y="132"/>
                  </a:lnTo>
                  <a:lnTo>
                    <a:pt x="174" y="138"/>
                  </a:lnTo>
                  <a:lnTo>
                    <a:pt x="168" y="144"/>
                  </a:lnTo>
                  <a:lnTo>
                    <a:pt x="162" y="156"/>
                  </a:lnTo>
                  <a:lnTo>
                    <a:pt x="132" y="186"/>
                  </a:lnTo>
                  <a:lnTo>
                    <a:pt x="108" y="198"/>
                  </a:lnTo>
                  <a:lnTo>
                    <a:pt x="90" y="198"/>
                  </a:lnTo>
                  <a:lnTo>
                    <a:pt x="90" y="192"/>
                  </a:lnTo>
                  <a:lnTo>
                    <a:pt x="78" y="180"/>
                  </a:lnTo>
                  <a:lnTo>
                    <a:pt x="66" y="180"/>
                  </a:lnTo>
                  <a:lnTo>
                    <a:pt x="66" y="192"/>
                  </a:lnTo>
                  <a:lnTo>
                    <a:pt x="54" y="192"/>
                  </a:lnTo>
                  <a:lnTo>
                    <a:pt x="42" y="180"/>
                  </a:lnTo>
                  <a:lnTo>
                    <a:pt x="42" y="174"/>
                  </a:lnTo>
                  <a:lnTo>
                    <a:pt x="0" y="174"/>
                  </a:lnTo>
                  <a:lnTo>
                    <a:pt x="6" y="192"/>
                  </a:lnTo>
                  <a:lnTo>
                    <a:pt x="18" y="204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62" name="Yemen" descr="© INSCALE GmbH, 05.05.2010&#10;http://www.presentationload.com/">
              <a:extLst>
                <a:ext uri="{FF2B5EF4-FFF2-40B4-BE49-F238E27FC236}">
                  <a16:creationId xmlns:a16="http://schemas.microsoft.com/office/drawing/2014/main" id="{C313BDB3-FAD6-40D9-BC71-EA353D5BBA7E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381980" y="2477988"/>
              <a:ext cx="285914" cy="195706"/>
            </a:xfrm>
            <a:custGeom>
              <a:avLst/>
              <a:gdLst>
                <a:gd name="T0" fmla="*/ 2147483647 w 732"/>
                <a:gd name="T1" fmla="*/ 2147483647 h 498"/>
                <a:gd name="T2" fmla="*/ 2147483647 w 732"/>
                <a:gd name="T3" fmla="*/ 2147483647 h 498"/>
                <a:gd name="T4" fmla="*/ 2147483647 w 732"/>
                <a:gd name="T5" fmla="*/ 2147483647 h 498"/>
                <a:gd name="T6" fmla="*/ 2147483647 w 732"/>
                <a:gd name="T7" fmla="*/ 2147483647 h 498"/>
                <a:gd name="T8" fmla="*/ 2147483647 w 732"/>
                <a:gd name="T9" fmla="*/ 2147483647 h 498"/>
                <a:gd name="T10" fmla="*/ 2147483647 w 732"/>
                <a:gd name="T11" fmla="*/ 2147483647 h 498"/>
                <a:gd name="T12" fmla="*/ 2147483647 w 732"/>
                <a:gd name="T13" fmla="*/ 2147483647 h 498"/>
                <a:gd name="T14" fmla="*/ 2147483647 w 732"/>
                <a:gd name="T15" fmla="*/ 2147483647 h 498"/>
                <a:gd name="T16" fmla="*/ 2147483647 w 732"/>
                <a:gd name="T17" fmla="*/ 2147483647 h 498"/>
                <a:gd name="T18" fmla="*/ 2147483647 w 732"/>
                <a:gd name="T19" fmla="*/ 2147483647 h 498"/>
                <a:gd name="T20" fmla="*/ 2147483647 w 732"/>
                <a:gd name="T21" fmla="*/ 2147483647 h 498"/>
                <a:gd name="T22" fmla="*/ 2147483647 w 732"/>
                <a:gd name="T23" fmla="*/ 2147483647 h 498"/>
                <a:gd name="T24" fmla="*/ 2147483647 w 732"/>
                <a:gd name="T25" fmla="*/ 2147483647 h 498"/>
                <a:gd name="T26" fmla="*/ 2147483647 w 732"/>
                <a:gd name="T27" fmla="*/ 2147483647 h 498"/>
                <a:gd name="T28" fmla="*/ 2147483647 w 732"/>
                <a:gd name="T29" fmla="*/ 2147483647 h 498"/>
                <a:gd name="T30" fmla="*/ 0 w 732"/>
                <a:gd name="T31" fmla="*/ 2147483647 h 498"/>
                <a:gd name="T32" fmla="*/ 2147483647 w 732"/>
                <a:gd name="T33" fmla="*/ 2147483647 h 498"/>
                <a:gd name="T34" fmla="*/ 2147483647 w 732"/>
                <a:gd name="T35" fmla="*/ 2147483647 h 498"/>
                <a:gd name="T36" fmla="*/ 2147483647 w 732"/>
                <a:gd name="T37" fmla="*/ 2147483647 h 498"/>
                <a:gd name="T38" fmla="*/ 2147483647 w 732"/>
                <a:gd name="T39" fmla="*/ 2147483647 h 498"/>
                <a:gd name="T40" fmla="*/ 2147483647 w 732"/>
                <a:gd name="T41" fmla="*/ 2147483647 h 498"/>
                <a:gd name="T42" fmla="*/ 2147483647 w 732"/>
                <a:gd name="T43" fmla="*/ 2147483647 h 498"/>
                <a:gd name="T44" fmla="*/ 2147483647 w 732"/>
                <a:gd name="T45" fmla="*/ 2147483647 h 498"/>
                <a:gd name="T46" fmla="*/ 2147483647 w 732"/>
                <a:gd name="T47" fmla="*/ 2147483647 h 498"/>
                <a:gd name="T48" fmla="*/ 2147483647 w 732"/>
                <a:gd name="T49" fmla="*/ 2147483647 h 498"/>
                <a:gd name="T50" fmla="*/ 2147483647 w 732"/>
                <a:gd name="T51" fmla="*/ 2147483647 h 498"/>
                <a:gd name="T52" fmla="*/ 2147483647 w 732"/>
                <a:gd name="T53" fmla="*/ 2147483647 h 498"/>
                <a:gd name="T54" fmla="*/ 2147483647 w 732"/>
                <a:gd name="T55" fmla="*/ 2147483647 h 498"/>
                <a:gd name="T56" fmla="*/ 2147483647 w 732"/>
                <a:gd name="T57" fmla="*/ 2147483647 h 498"/>
                <a:gd name="T58" fmla="*/ 2147483647 w 732"/>
                <a:gd name="T59" fmla="*/ 2147483647 h 498"/>
                <a:gd name="T60" fmla="*/ 2147483647 w 732"/>
                <a:gd name="T61" fmla="*/ 2147483647 h 498"/>
                <a:gd name="T62" fmla="*/ 2147483647 w 732"/>
                <a:gd name="T63" fmla="*/ 2147483647 h 498"/>
                <a:gd name="T64" fmla="*/ 2147483647 w 732"/>
                <a:gd name="T65" fmla="*/ 2147483647 h 498"/>
                <a:gd name="T66" fmla="*/ 2147483647 w 732"/>
                <a:gd name="T67" fmla="*/ 2147483647 h 498"/>
                <a:gd name="T68" fmla="*/ 2147483647 w 732"/>
                <a:gd name="T69" fmla="*/ 2147483647 h 498"/>
                <a:gd name="T70" fmla="*/ 2147483647 w 732"/>
                <a:gd name="T71" fmla="*/ 2147483647 h 498"/>
                <a:gd name="T72" fmla="*/ 2147483647 w 732"/>
                <a:gd name="T73" fmla="*/ 2147483647 h 498"/>
                <a:gd name="T74" fmla="*/ 2147483647 w 732"/>
                <a:gd name="T75" fmla="*/ 2147483647 h 498"/>
                <a:gd name="T76" fmla="*/ 2147483647 w 732"/>
                <a:gd name="T77" fmla="*/ 0 h 498"/>
                <a:gd name="T78" fmla="*/ 2147483647 w 732"/>
                <a:gd name="T79" fmla="*/ 2147483647 h 498"/>
                <a:gd name="T80" fmla="*/ 2147483647 w 732"/>
                <a:gd name="T81" fmla="*/ 2147483647 h 49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732"/>
                <a:gd name="T124" fmla="*/ 0 h 498"/>
                <a:gd name="T125" fmla="*/ 732 w 732"/>
                <a:gd name="T126" fmla="*/ 498 h 49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732" h="498">
                  <a:moveTo>
                    <a:pt x="468" y="24"/>
                  </a:moveTo>
                  <a:lnTo>
                    <a:pt x="450" y="30"/>
                  </a:lnTo>
                  <a:lnTo>
                    <a:pt x="420" y="36"/>
                  </a:lnTo>
                  <a:lnTo>
                    <a:pt x="390" y="54"/>
                  </a:lnTo>
                  <a:lnTo>
                    <a:pt x="372" y="72"/>
                  </a:lnTo>
                  <a:lnTo>
                    <a:pt x="366" y="84"/>
                  </a:lnTo>
                  <a:lnTo>
                    <a:pt x="354" y="96"/>
                  </a:lnTo>
                  <a:lnTo>
                    <a:pt x="348" y="108"/>
                  </a:lnTo>
                  <a:lnTo>
                    <a:pt x="342" y="114"/>
                  </a:lnTo>
                  <a:lnTo>
                    <a:pt x="336" y="126"/>
                  </a:lnTo>
                  <a:lnTo>
                    <a:pt x="336" y="144"/>
                  </a:lnTo>
                  <a:lnTo>
                    <a:pt x="330" y="150"/>
                  </a:lnTo>
                  <a:lnTo>
                    <a:pt x="324" y="162"/>
                  </a:lnTo>
                  <a:lnTo>
                    <a:pt x="312" y="162"/>
                  </a:lnTo>
                  <a:lnTo>
                    <a:pt x="300" y="156"/>
                  </a:lnTo>
                  <a:lnTo>
                    <a:pt x="294" y="144"/>
                  </a:lnTo>
                  <a:lnTo>
                    <a:pt x="288" y="138"/>
                  </a:lnTo>
                  <a:lnTo>
                    <a:pt x="210" y="138"/>
                  </a:lnTo>
                  <a:lnTo>
                    <a:pt x="204" y="132"/>
                  </a:lnTo>
                  <a:lnTo>
                    <a:pt x="192" y="126"/>
                  </a:lnTo>
                  <a:lnTo>
                    <a:pt x="102" y="126"/>
                  </a:lnTo>
                  <a:lnTo>
                    <a:pt x="96" y="132"/>
                  </a:lnTo>
                  <a:lnTo>
                    <a:pt x="72" y="138"/>
                  </a:lnTo>
                  <a:lnTo>
                    <a:pt x="54" y="120"/>
                  </a:lnTo>
                  <a:lnTo>
                    <a:pt x="48" y="120"/>
                  </a:lnTo>
                  <a:lnTo>
                    <a:pt x="42" y="126"/>
                  </a:lnTo>
                  <a:lnTo>
                    <a:pt x="36" y="138"/>
                  </a:lnTo>
                  <a:lnTo>
                    <a:pt x="36" y="186"/>
                  </a:lnTo>
                  <a:lnTo>
                    <a:pt x="30" y="192"/>
                  </a:lnTo>
                  <a:lnTo>
                    <a:pt x="24" y="204"/>
                  </a:lnTo>
                  <a:lnTo>
                    <a:pt x="12" y="216"/>
                  </a:lnTo>
                  <a:lnTo>
                    <a:pt x="0" y="252"/>
                  </a:lnTo>
                  <a:lnTo>
                    <a:pt x="0" y="258"/>
                  </a:lnTo>
                  <a:lnTo>
                    <a:pt x="18" y="276"/>
                  </a:lnTo>
                  <a:lnTo>
                    <a:pt x="24" y="288"/>
                  </a:lnTo>
                  <a:lnTo>
                    <a:pt x="36" y="294"/>
                  </a:lnTo>
                  <a:lnTo>
                    <a:pt x="24" y="408"/>
                  </a:lnTo>
                  <a:lnTo>
                    <a:pt x="54" y="444"/>
                  </a:lnTo>
                  <a:lnTo>
                    <a:pt x="54" y="456"/>
                  </a:lnTo>
                  <a:lnTo>
                    <a:pt x="60" y="468"/>
                  </a:lnTo>
                  <a:lnTo>
                    <a:pt x="78" y="486"/>
                  </a:lnTo>
                  <a:lnTo>
                    <a:pt x="90" y="492"/>
                  </a:lnTo>
                  <a:lnTo>
                    <a:pt x="114" y="498"/>
                  </a:lnTo>
                  <a:lnTo>
                    <a:pt x="132" y="498"/>
                  </a:lnTo>
                  <a:lnTo>
                    <a:pt x="150" y="492"/>
                  </a:lnTo>
                  <a:lnTo>
                    <a:pt x="162" y="486"/>
                  </a:lnTo>
                  <a:lnTo>
                    <a:pt x="168" y="480"/>
                  </a:lnTo>
                  <a:lnTo>
                    <a:pt x="186" y="444"/>
                  </a:lnTo>
                  <a:lnTo>
                    <a:pt x="198" y="432"/>
                  </a:lnTo>
                  <a:lnTo>
                    <a:pt x="210" y="432"/>
                  </a:lnTo>
                  <a:lnTo>
                    <a:pt x="228" y="438"/>
                  </a:lnTo>
                  <a:lnTo>
                    <a:pt x="270" y="438"/>
                  </a:lnTo>
                  <a:lnTo>
                    <a:pt x="324" y="432"/>
                  </a:lnTo>
                  <a:lnTo>
                    <a:pt x="366" y="426"/>
                  </a:lnTo>
                  <a:lnTo>
                    <a:pt x="390" y="414"/>
                  </a:lnTo>
                  <a:lnTo>
                    <a:pt x="402" y="402"/>
                  </a:lnTo>
                  <a:lnTo>
                    <a:pt x="414" y="384"/>
                  </a:lnTo>
                  <a:lnTo>
                    <a:pt x="426" y="372"/>
                  </a:lnTo>
                  <a:lnTo>
                    <a:pt x="450" y="360"/>
                  </a:lnTo>
                  <a:lnTo>
                    <a:pt x="462" y="348"/>
                  </a:lnTo>
                  <a:lnTo>
                    <a:pt x="474" y="342"/>
                  </a:lnTo>
                  <a:lnTo>
                    <a:pt x="486" y="330"/>
                  </a:lnTo>
                  <a:lnTo>
                    <a:pt x="504" y="324"/>
                  </a:lnTo>
                  <a:lnTo>
                    <a:pt x="528" y="312"/>
                  </a:lnTo>
                  <a:lnTo>
                    <a:pt x="546" y="306"/>
                  </a:lnTo>
                  <a:lnTo>
                    <a:pt x="558" y="294"/>
                  </a:lnTo>
                  <a:lnTo>
                    <a:pt x="594" y="276"/>
                  </a:lnTo>
                  <a:lnTo>
                    <a:pt x="666" y="276"/>
                  </a:lnTo>
                  <a:lnTo>
                    <a:pt x="666" y="270"/>
                  </a:lnTo>
                  <a:lnTo>
                    <a:pt x="672" y="264"/>
                  </a:lnTo>
                  <a:lnTo>
                    <a:pt x="684" y="240"/>
                  </a:lnTo>
                  <a:lnTo>
                    <a:pt x="690" y="222"/>
                  </a:lnTo>
                  <a:lnTo>
                    <a:pt x="702" y="210"/>
                  </a:lnTo>
                  <a:lnTo>
                    <a:pt x="708" y="198"/>
                  </a:lnTo>
                  <a:lnTo>
                    <a:pt x="720" y="192"/>
                  </a:lnTo>
                  <a:lnTo>
                    <a:pt x="720" y="186"/>
                  </a:lnTo>
                  <a:lnTo>
                    <a:pt x="732" y="186"/>
                  </a:lnTo>
                  <a:lnTo>
                    <a:pt x="648" y="0"/>
                  </a:lnTo>
                  <a:lnTo>
                    <a:pt x="630" y="0"/>
                  </a:lnTo>
                  <a:lnTo>
                    <a:pt x="588" y="6"/>
                  </a:lnTo>
                  <a:lnTo>
                    <a:pt x="540" y="18"/>
                  </a:lnTo>
                  <a:lnTo>
                    <a:pt x="492" y="24"/>
                  </a:lnTo>
                  <a:lnTo>
                    <a:pt x="468" y="24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63" name="Vietnam" descr="© INSCALE GmbH, 05.05.2010&#10;http://www.presentationload.com/">
              <a:extLst>
                <a:ext uri="{FF2B5EF4-FFF2-40B4-BE49-F238E27FC236}">
                  <a16:creationId xmlns:a16="http://schemas.microsoft.com/office/drawing/2014/main" id="{27D2097D-580E-450B-AAA7-F68BDEC32DED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996556" y="2340384"/>
              <a:ext cx="236988" cy="466332"/>
            </a:xfrm>
            <a:custGeom>
              <a:avLst/>
              <a:gdLst>
                <a:gd name="T0" fmla="*/ 2147483647 w 606"/>
                <a:gd name="T1" fmla="*/ 2147483647 h 1194"/>
                <a:gd name="T2" fmla="*/ 2147483647 w 606"/>
                <a:gd name="T3" fmla="*/ 2147483647 h 1194"/>
                <a:gd name="T4" fmla="*/ 2147483647 w 606"/>
                <a:gd name="T5" fmla="*/ 2147483647 h 1194"/>
                <a:gd name="T6" fmla="*/ 2147483647 w 606"/>
                <a:gd name="T7" fmla="*/ 2147483647 h 1194"/>
                <a:gd name="T8" fmla="*/ 2147483647 w 606"/>
                <a:gd name="T9" fmla="*/ 2147483647 h 1194"/>
                <a:gd name="T10" fmla="*/ 2147483647 w 606"/>
                <a:gd name="T11" fmla="*/ 2147483647 h 1194"/>
                <a:gd name="T12" fmla="*/ 2147483647 w 606"/>
                <a:gd name="T13" fmla="*/ 2147483647 h 1194"/>
                <a:gd name="T14" fmla="*/ 2147483647 w 606"/>
                <a:gd name="T15" fmla="*/ 2147483647 h 1194"/>
                <a:gd name="T16" fmla="*/ 2147483647 w 606"/>
                <a:gd name="T17" fmla="*/ 2147483647 h 1194"/>
                <a:gd name="T18" fmla="*/ 2147483647 w 606"/>
                <a:gd name="T19" fmla="*/ 2147483647 h 1194"/>
                <a:gd name="T20" fmla="*/ 2147483647 w 606"/>
                <a:gd name="T21" fmla="*/ 2147483647 h 1194"/>
                <a:gd name="T22" fmla="*/ 2147483647 w 606"/>
                <a:gd name="T23" fmla="*/ 2147483647 h 1194"/>
                <a:gd name="T24" fmla="*/ 2147483647 w 606"/>
                <a:gd name="T25" fmla="*/ 2147483647 h 1194"/>
                <a:gd name="T26" fmla="*/ 2147483647 w 606"/>
                <a:gd name="T27" fmla="*/ 2147483647 h 1194"/>
                <a:gd name="T28" fmla="*/ 2147483647 w 606"/>
                <a:gd name="T29" fmla="*/ 2147483647 h 1194"/>
                <a:gd name="T30" fmla="*/ 2147483647 w 606"/>
                <a:gd name="T31" fmla="*/ 2147483647 h 1194"/>
                <a:gd name="T32" fmla="*/ 2147483647 w 606"/>
                <a:gd name="T33" fmla="*/ 2147483647 h 1194"/>
                <a:gd name="T34" fmla="*/ 2147483647 w 606"/>
                <a:gd name="T35" fmla="*/ 2147483647 h 1194"/>
                <a:gd name="T36" fmla="*/ 2147483647 w 606"/>
                <a:gd name="T37" fmla="*/ 2147483647 h 1194"/>
                <a:gd name="T38" fmla="*/ 2147483647 w 606"/>
                <a:gd name="T39" fmla="*/ 2147483647 h 1194"/>
                <a:gd name="T40" fmla="*/ 2147483647 w 606"/>
                <a:gd name="T41" fmla="*/ 2147483647 h 1194"/>
                <a:gd name="T42" fmla="*/ 2147483647 w 606"/>
                <a:gd name="T43" fmla="*/ 2147483647 h 1194"/>
                <a:gd name="T44" fmla="*/ 2147483647 w 606"/>
                <a:gd name="T45" fmla="*/ 2147483647 h 1194"/>
                <a:gd name="T46" fmla="*/ 2147483647 w 606"/>
                <a:gd name="T47" fmla="*/ 2147483647 h 1194"/>
                <a:gd name="T48" fmla="*/ 2147483647 w 606"/>
                <a:gd name="T49" fmla="*/ 2147483647 h 1194"/>
                <a:gd name="T50" fmla="*/ 2147483647 w 606"/>
                <a:gd name="T51" fmla="*/ 2147483647 h 1194"/>
                <a:gd name="T52" fmla="*/ 2147483647 w 606"/>
                <a:gd name="T53" fmla="*/ 2147483647 h 1194"/>
                <a:gd name="T54" fmla="*/ 2147483647 w 606"/>
                <a:gd name="T55" fmla="*/ 2147483647 h 1194"/>
                <a:gd name="T56" fmla="*/ 2147483647 w 606"/>
                <a:gd name="T57" fmla="*/ 2147483647 h 1194"/>
                <a:gd name="T58" fmla="*/ 2147483647 w 606"/>
                <a:gd name="T59" fmla="*/ 2147483647 h 1194"/>
                <a:gd name="T60" fmla="*/ 2147483647 w 606"/>
                <a:gd name="T61" fmla="*/ 2147483647 h 1194"/>
                <a:gd name="T62" fmla="*/ 2147483647 w 606"/>
                <a:gd name="T63" fmla="*/ 2147483647 h 1194"/>
                <a:gd name="T64" fmla="*/ 2147483647 w 606"/>
                <a:gd name="T65" fmla="*/ 2147483647 h 1194"/>
                <a:gd name="T66" fmla="*/ 2147483647 w 606"/>
                <a:gd name="T67" fmla="*/ 2147483647 h 1194"/>
                <a:gd name="T68" fmla="*/ 2147483647 w 606"/>
                <a:gd name="T69" fmla="*/ 2147483647 h 1194"/>
                <a:gd name="T70" fmla="*/ 2147483647 w 606"/>
                <a:gd name="T71" fmla="*/ 2147483647 h 1194"/>
                <a:gd name="T72" fmla="*/ 2147483647 w 606"/>
                <a:gd name="T73" fmla="*/ 2147483647 h 1194"/>
                <a:gd name="T74" fmla="*/ 2147483647 w 606"/>
                <a:gd name="T75" fmla="*/ 2147483647 h 1194"/>
                <a:gd name="T76" fmla="*/ 2147483647 w 606"/>
                <a:gd name="T77" fmla="*/ 2147483647 h 1194"/>
                <a:gd name="T78" fmla="*/ 2147483647 w 606"/>
                <a:gd name="T79" fmla="*/ 2147483647 h 1194"/>
                <a:gd name="T80" fmla="*/ 2147483647 w 606"/>
                <a:gd name="T81" fmla="*/ 2147483647 h 1194"/>
                <a:gd name="T82" fmla="*/ 2147483647 w 606"/>
                <a:gd name="T83" fmla="*/ 2147483647 h 1194"/>
                <a:gd name="T84" fmla="*/ 2147483647 w 606"/>
                <a:gd name="T85" fmla="*/ 2147483647 h 1194"/>
                <a:gd name="T86" fmla="*/ 2147483647 w 606"/>
                <a:gd name="T87" fmla="*/ 2147483647 h 1194"/>
                <a:gd name="T88" fmla="*/ 2147483647 w 606"/>
                <a:gd name="T89" fmla="*/ 2147483647 h 1194"/>
                <a:gd name="T90" fmla="*/ 2147483647 w 606"/>
                <a:gd name="T91" fmla="*/ 2147483647 h 1194"/>
                <a:gd name="T92" fmla="*/ 2147483647 w 606"/>
                <a:gd name="T93" fmla="*/ 2147483647 h 1194"/>
                <a:gd name="T94" fmla="*/ 2147483647 w 606"/>
                <a:gd name="T95" fmla="*/ 2147483647 h 1194"/>
                <a:gd name="T96" fmla="*/ 2147483647 w 606"/>
                <a:gd name="T97" fmla="*/ 2147483647 h 1194"/>
                <a:gd name="T98" fmla="*/ 2147483647 w 606"/>
                <a:gd name="T99" fmla="*/ 2147483647 h 1194"/>
                <a:gd name="T100" fmla="*/ 2147483647 w 606"/>
                <a:gd name="T101" fmla="*/ 2147483647 h 1194"/>
                <a:gd name="T102" fmla="*/ 2147483647 w 606"/>
                <a:gd name="T103" fmla="*/ 2147483647 h 1194"/>
                <a:gd name="T104" fmla="*/ 2147483647 w 606"/>
                <a:gd name="T105" fmla="*/ 2147483647 h 1194"/>
                <a:gd name="T106" fmla="*/ 2147483647 w 606"/>
                <a:gd name="T107" fmla="*/ 2147483647 h 1194"/>
                <a:gd name="T108" fmla="*/ 2147483647 w 606"/>
                <a:gd name="T109" fmla="*/ 2147483647 h 1194"/>
                <a:gd name="T110" fmla="*/ 2147483647 w 606"/>
                <a:gd name="T111" fmla="*/ 2147483647 h 1194"/>
                <a:gd name="T112" fmla="*/ 2147483647 w 606"/>
                <a:gd name="T113" fmla="*/ 2147483647 h 1194"/>
                <a:gd name="T114" fmla="*/ 2147483647 w 606"/>
                <a:gd name="T115" fmla="*/ 2147483647 h 1194"/>
                <a:gd name="T116" fmla="*/ 2147483647 w 606"/>
                <a:gd name="T117" fmla="*/ 2147483647 h 1194"/>
                <a:gd name="T118" fmla="*/ 2147483647 w 606"/>
                <a:gd name="T119" fmla="*/ 2147483647 h 1194"/>
                <a:gd name="T120" fmla="*/ 2147483647 w 606"/>
                <a:gd name="T121" fmla="*/ 2147483647 h 1194"/>
                <a:gd name="T122" fmla="*/ 2147483647 w 606"/>
                <a:gd name="T123" fmla="*/ 2147483647 h 119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606"/>
                <a:gd name="T187" fmla="*/ 0 h 1194"/>
                <a:gd name="T188" fmla="*/ 606 w 606"/>
                <a:gd name="T189" fmla="*/ 1194 h 119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606" h="1194">
                  <a:moveTo>
                    <a:pt x="6" y="48"/>
                  </a:moveTo>
                  <a:lnTo>
                    <a:pt x="0" y="60"/>
                  </a:lnTo>
                  <a:lnTo>
                    <a:pt x="0" y="72"/>
                  </a:lnTo>
                  <a:lnTo>
                    <a:pt x="12" y="96"/>
                  </a:lnTo>
                  <a:lnTo>
                    <a:pt x="18" y="102"/>
                  </a:lnTo>
                  <a:lnTo>
                    <a:pt x="24" y="114"/>
                  </a:lnTo>
                  <a:lnTo>
                    <a:pt x="36" y="120"/>
                  </a:lnTo>
                  <a:lnTo>
                    <a:pt x="42" y="132"/>
                  </a:lnTo>
                  <a:lnTo>
                    <a:pt x="48" y="126"/>
                  </a:lnTo>
                  <a:lnTo>
                    <a:pt x="54" y="126"/>
                  </a:lnTo>
                  <a:lnTo>
                    <a:pt x="54" y="156"/>
                  </a:lnTo>
                  <a:lnTo>
                    <a:pt x="66" y="180"/>
                  </a:lnTo>
                  <a:lnTo>
                    <a:pt x="84" y="198"/>
                  </a:lnTo>
                  <a:lnTo>
                    <a:pt x="90" y="210"/>
                  </a:lnTo>
                  <a:lnTo>
                    <a:pt x="108" y="210"/>
                  </a:lnTo>
                  <a:lnTo>
                    <a:pt x="108" y="216"/>
                  </a:lnTo>
                  <a:lnTo>
                    <a:pt x="120" y="228"/>
                  </a:lnTo>
                  <a:lnTo>
                    <a:pt x="126" y="222"/>
                  </a:lnTo>
                  <a:lnTo>
                    <a:pt x="132" y="210"/>
                  </a:lnTo>
                  <a:lnTo>
                    <a:pt x="132" y="204"/>
                  </a:lnTo>
                  <a:lnTo>
                    <a:pt x="138" y="192"/>
                  </a:lnTo>
                  <a:lnTo>
                    <a:pt x="150" y="192"/>
                  </a:lnTo>
                  <a:lnTo>
                    <a:pt x="162" y="198"/>
                  </a:lnTo>
                  <a:lnTo>
                    <a:pt x="186" y="222"/>
                  </a:lnTo>
                  <a:lnTo>
                    <a:pt x="180" y="222"/>
                  </a:lnTo>
                  <a:lnTo>
                    <a:pt x="174" y="228"/>
                  </a:lnTo>
                  <a:lnTo>
                    <a:pt x="174" y="234"/>
                  </a:lnTo>
                  <a:lnTo>
                    <a:pt x="198" y="246"/>
                  </a:lnTo>
                  <a:lnTo>
                    <a:pt x="216" y="252"/>
                  </a:lnTo>
                  <a:lnTo>
                    <a:pt x="228" y="258"/>
                  </a:lnTo>
                  <a:lnTo>
                    <a:pt x="228" y="270"/>
                  </a:lnTo>
                  <a:lnTo>
                    <a:pt x="222" y="282"/>
                  </a:lnTo>
                  <a:lnTo>
                    <a:pt x="210" y="288"/>
                  </a:lnTo>
                  <a:lnTo>
                    <a:pt x="204" y="300"/>
                  </a:lnTo>
                  <a:lnTo>
                    <a:pt x="198" y="306"/>
                  </a:lnTo>
                  <a:lnTo>
                    <a:pt x="180" y="306"/>
                  </a:lnTo>
                  <a:lnTo>
                    <a:pt x="174" y="300"/>
                  </a:lnTo>
                  <a:lnTo>
                    <a:pt x="150" y="300"/>
                  </a:lnTo>
                  <a:lnTo>
                    <a:pt x="156" y="306"/>
                  </a:lnTo>
                  <a:lnTo>
                    <a:pt x="156" y="324"/>
                  </a:lnTo>
                  <a:lnTo>
                    <a:pt x="168" y="330"/>
                  </a:lnTo>
                  <a:lnTo>
                    <a:pt x="174" y="336"/>
                  </a:lnTo>
                  <a:lnTo>
                    <a:pt x="210" y="354"/>
                  </a:lnTo>
                  <a:lnTo>
                    <a:pt x="222" y="366"/>
                  </a:lnTo>
                  <a:lnTo>
                    <a:pt x="234" y="372"/>
                  </a:lnTo>
                  <a:lnTo>
                    <a:pt x="240" y="378"/>
                  </a:lnTo>
                  <a:lnTo>
                    <a:pt x="252" y="378"/>
                  </a:lnTo>
                  <a:lnTo>
                    <a:pt x="252" y="408"/>
                  </a:lnTo>
                  <a:lnTo>
                    <a:pt x="258" y="414"/>
                  </a:lnTo>
                  <a:lnTo>
                    <a:pt x="270" y="414"/>
                  </a:lnTo>
                  <a:lnTo>
                    <a:pt x="282" y="420"/>
                  </a:lnTo>
                  <a:lnTo>
                    <a:pt x="288" y="426"/>
                  </a:lnTo>
                  <a:lnTo>
                    <a:pt x="294" y="426"/>
                  </a:lnTo>
                  <a:lnTo>
                    <a:pt x="294" y="450"/>
                  </a:lnTo>
                  <a:lnTo>
                    <a:pt x="306" y="474"/>
                  </a:lnTo>
                  <a:lnTo>
                    <a:pt x="324" y="486"/>
                  </a:lnTo>
                  <a:lnTo>
                    <a:pt x="342" y="504"/>
                  </a:lnTo>
                  <a:lnTo>
                    <a:pt x="348" y="522"/>
                  </a:lnTo>
                  <a:lnTo>
                    <a:pt x="366" y="522"/>
                  </a:lnTo>
                  <a:lnTo>
                    <a:pt x="366" y="528"/>
                  </a:lnTo>
                  <a:lnTo>
                    <a:pt x="372" y="534"/>
                  </a:lnTo>
                  <a:lnTo>
                    <a:pt x="384" y="558"/>
                  </a:lnTo>
                  <a:lnTo>
                    <a:pt x="396" y="570"/>
                  </a:lnTo>
                  <a:lnTo>
                    <a:pt x="408" y="570"/>
                  </a:lnTo>
                  <a:lnTo>
                    <a:pt x="414" y="576"/>
                  </a:lnTo>
                  <a:lnTo>
                    <a:pt x="426" y="582"/>
                  </a:lnTo>
                  <a:lnTo>
                    <a:pt x="432" y="588"/>
                  </a:lnTo>
                  <a:lnTo>
                    <a:pt x="432" y="600"/>
                  </a:lnTo>
                  <a:lnTo>
                    <a:pt x="426" y="606"/>
                  </a:lnTo>
                  <a:lnTo>
                    <a:pt x="420" y="606"/>
                  </a:lnTo>
                  <a:lnTo>
                    <a:pt x="414" y="612"/>
                  </a:lnTo>
                  <a:lnTo>
                    <a:pt x="408" y="612"/>
                  </a:lnTo>
                  <a:lnTo>
                    <a:pt x="432" y="636"/>
                  </a:lnTo>
                  <a:lnTo>
                    <a:pt x="456" y="648"/>
                  </a:lnTo>
                  <a:lnTo>
                    <a:pt x="462" y="654"/>
                  </a:lnTo>
                  <a:lnTo>
                    <a:pt x="468" y="654"/>
                  </a:lnTo>
                  <a:lnTo>
                    <a:pt x="450" y="690"/>
                  </a:lnTo>
                  <a:lnTo>
                    <a:pt x="456" y="690"/>
                  </a:lnTo>
                  <a:lnTo>
                    <a:pt x="468" y="702"/>
                  </a:lnTo>
                  <a:lnTo>
                    <a:pt x="468" y="708"/>
                  </a:lnTo>
                  <a:lnTo>
                    <a:pt x="456" y="720"/>
                  </a:lnTo>
                  <a:lnTo>
                    <a:pt x="450" y="720"/>
                  </a:lnTo>
                  <a:lnTo>
                    <a:pt x="450" y="762"/>
                  </a:lnTo>
                  <a:lnTo>
                    <a:pt x="456" y="762"/>
                  </a:lnTo>
                  <a:lnTo>
                    <a:pt x="468" y="774"/>
                  </a:lnTo>
                  <a:lnTo>
                    <a:pt x="480" y="798"/>
                  </a:lnTo>
                  <a:lnTo>
                    <a:pt x="480" y="804"/>
                  </a:lnTo>
                  <a:lnTo>
                    <a:pt x="468" y="816"/>
                  </a:lnTo>
                  <a:lnTo>
                    <a:pt x="462" y="816"/>
                  </a:lnTo>
                  <a:lnTo>
                    <a:pt x="462" y="828"/>
                  </a:lnTo>
                  <a:lnTo>
                    <a:pt x="468" y="834"/>
                  </a:lnTo>
                  <a:lnTo>
                    <a:pt x="468" y="864"/>
                  </a:lnTo>
                  <a:lnTo>
                    <a:pt x="474" y="870"/>
                  </a:lnTo>
                  <a:lnTo>
                    <a:pt x="474" y="900"/>
                  </a:lnTo>
                  <a:lnTo>
                    <a:pt x="462" y="894"/>
                  </a:lnTo>
                  <a:lnTo>
                    <a:pt x="444" y="894"/>
                  </a:lnTo>
                  <a:lnTo>
                    <a:pt x="438" y="900"/>
                  </a:lnTo>
                  <a:lnTo>
                    <a:pt x="438" y="918"/>
                  </a:lnTo>
                  <a:lnTo>
                    <a:pt x="408" y="918"/>
                  </a:lnTo>
                  <a:lnTo>
                    <a:pt x="408" y="942"/>
                  </a:lnTo>
                  <a:lnTo>
                    <a:pt x="366" y="942"/>
                  </a:lnTo>
                  <a:lnTo>
                    <a:pt x="366" y="966"/>
                  </a:lnTo>
                  <a:lnTo>
                    <a:pt x="378" y="990"/>
                  </a:lnTo>
                  <a:lnTo>
                    <a:pt x="396" y="1008"/>
                  </a:lnTo>
                  <a:lnTo>
                    <a:pt x="396" y="1020"/>
                  </a:lnTo>
                  <a:lnTo>
                    <a:pt x="390" y="1014"/>
                  </a:lnTo>
                  <a:lnTo>
                    <a:pt x="378" y="1008"/>
                  </a:lnTo>
                  <a:lnTo>
                    <a:pt x="372" y="1002"/>
                  </a:lnTo>
                  <a:lnTo>
                    <a:pt x="360" y="996"/>
                  </a:lnTo>
                  <a:lnTo>
                    <a:pt x="348" y="996"/>
                  </a:lnTo>
                  <a:lnTo>
                    <a:pt x="342" y="1002"/>
                  </a:lnTo>
                  <a:lnTo>
                    <a:pt x="342" y="1008"/>
                  </a:lnTo>
                  <a:lnTo>
                    <a:pt x="306" y="1008"/>
                  </a:lnTo>
                  <a:lnTo>
                    <a:pt x="312" y="1014"/>
                  </a:lnTo>
                  <a:lnTo>
                    <a:pt x="318" y="1014"/>
                  </a:lnTo>
                  <a:lnTo>
                    <a:pt x="324" y="1020"/>
                  </a:lnTo>
                  <a:lnTo>
                    <a:pt x="324" y="1026"/>
                  </a:lnTo>
                  <a:lnTo>
                    <a:pt x="312" y="1032"/>
                  </a:lnTo>
                  <a:lnTo>
                    <a:pt x="294" y="1032"/>
                  </a:lnTo>
                  <a:lnTo>
                    <a:pt x="276" y="1038"/>
                  </a:lnTo>
                  <a:lnTo>
                    <a:pt x="270" y="1050"/>
                  </a:lnTo>
                  <a:lnTo>
                    <a:pt x="270" y="1056"/>
                  </a:lnTo>
                  <a:lnTo>
                    <a:pt x="288" y="1074"/>
                  </a:lnTo>
                  <a:lnTo>
                    <a:pt x="300" y="1080"/>
                  </a:lnTo>
                  <a:lnTo>
                    <a:pt x="306" y="1086"/>
                  </a:lnTo>
                  <a:lnTo>
                    <a:pt x="312" y="1086"/>
                  </a:lnTo>
                  <a:lnTo>
                    <a:pt x="294" y="1104"/>
                  </a:lnTo>
                  <a:lnTo>
                    <a:pt x="294" y="1110"/>
                  </a:lnTo>
                  <a:lnTo>
                    <a:pt x="300" y="1116"/>
                  </a:lnTo>
                  <a:lnTo>
                    <a:pt x="300" y="1128"/>
                  </a:lnTo>
                  <a:lnTo>
                    <a:pt x="306" y="1140"/>
                  </a:lnTo>
                  <a:lnTo>
                    <a:pt x="306" y="1152"/>
                  </a:lnTo>
                  <a:lnTo>
                    <a:pt x="312" y="1158"/>
                  </a:lnTo>
                  <a:lnTo>
                    <a:pt x="294" y="1176"/>
                  </a:lnTo>
                  <a:lnTo>
                    <a:pt x="294" y="1188"/>
                  </a:lnTo>
                  <a:lnTo>
                    <a:pt x="306" y="1194"/>
                  </a:lnTo>
                  <a:lnTo>
                    <a:pt x="318" y="1194"/>
                  </a:lnTo>
                  <a:lnTo>
                    <a:pt x="330" y="1188"/>
                  </a:lnTo>
                  <a:lnTo>
                    <a:pt x="354" y="1164"/>
                  </a:lnTo>
                  <a:lnTo>
                    <a:pt x="366" y="1158"/>
                  </a:lnTo>
                  <a:lnTo>
                    <a:pt x="378" y="1158"/>
                  </a:lnTo>
                  <a:lnTo>
                    <a:pt x="384" y="1134"/>
                  </a:lnTo>
                  <a:lnTo>
                    <a:pt x="384" y="1110"/>
                  </a:lnTo>
                  <a:lnTo>
                    <a:pt x="396" y="1110"/>
                  </a:lnTo>
                  <a:lnTo>
                    <a:pt x="402" y="1116"/>
                  </a:lnTo>
                  <a:lnTo>
                    <a:pt x="414" y="1116"/>
                  </a:lnTo>
                  <a:lnTo>
                    <a:pt x="426" y="1104"/>
                  </a:lnTo>
                  <a:lnTo>
                    <a:pt x="426" y="1092"/>
                  </a:lnTo>
                  <a:lnTo>
                    <a:pt x="420" y="1086"/>
                  </a:lnTo>
                  <a:lnTo>
                    <a:pt x="414" y="1074"/>
                  </a:lnTo>
                  <a:lnTo>
                    <a:pt x="408" y="1068"/>
                  </a:lnTo>
                  <a:lnTo>
                    <a:pt x="408" y="1062"/>
                  </a:lnTo>
                  <a:lnTo>
                    <a:pt x="414" y="1056"/>
                  </a:lnTo>
                  <a:lnTo>
                    <a:pt x="426" y="1056"/>
                  </a:lnTo>
                  <a:lnTo>
                    <a:pt x="438" y="1050"/>
                  </a:lnTo>
                  <a:lnTo>
                    <a:pt x="444" y="1044"/>
                  </a:lnTo>
                  <a:lnTo>
                    <a:pt x="450" y="1044"/>
                  </a:lnTo>
                  <a:lnTo>
                    <a:pt x="456" y="1050"/>
                  </a:lnTo>
                  <a:lnTo>
                    <a:pt x="468" y="1050"/>
                  </a:lnTo>
                  <a:lnTo>
                    <a:pt x="480" y="1044"/>
                  </a:lnTo>
                  <a:lnTo>
                    <a:pt x="498" y="1038"/>
                  </a:lnTo>
                  <a:lnTo>
                    <a:pt x="546" y="1014"/>
                  </a:lnTo>
                  <a:lnTo>
                    <a:pt x="582" y="978"/>
                  </a:lnTo>
                  <a:lnTo>
                    <a:pt x="588" y="960"/>
                  </a:lnTo>
                  <a:lnTo>
                    <a:pt x="594" y="936"/>
                  </a:lnTo>
                  <a:lnTo>
                    <a:pt x="606" y="876"/>
                  </a:lnTo>
                  <a:lnTo>
                    <a:pt x="606" y="846"/>
                  </a:lnTo>
                  <a:lnTo>
                    <a:pt x="600" y="834"/>
                  </a:lnTo>
                  <a:lnTo>
                    <a:pt x="576" y="810"/>
                  </a:lnTo>
                  <a:lnTo>
                    <a:pt x="594" y="804"/>
                  </a:lnTo>
                  <a:lnTo>
                    <a:pt x="594" y="774"/>
                  </a:lnTo>
                  <a:lnTo>
                    <a:pt x="588" y="756"/>
                  </a:lnTo>
                  <a:lnTo>
                    <a:pt x="588" y="744"/>
                  </a:lnTo>
                  <a:lnTo>
                    <a:pt x="570" y="708"/>
                  </a:lnTo>
                  <a:lnTo>
                    <a:pt x="564" y="690"/>
                  </a:lnTo>
                  <a:lnTo>
                    <a:pt x="558" y="684"/>
                  </a:lnTo>
                  <a:lnTo>
                    <a:pt x="552" y="672"/>
                  </a:lnTo>
                  <a:lnTo>
                    <a:pt x="558" y="666"/>
                  </a:lnTo>
                  <a:lnTo>
                    <a:pt x="558" y="642"/>
                  </a:lnTo>
                  <a:lnTo>
                    <a:pt x="522" y="606"/>
                  </a:lnTo>
                  <a:lnTo>
                    <a:pt x="486" y="576"/>
                  </a:lnTo>
                  <a:lnTo>
                    <a:pt x="456" y="552"/>
                  </a:lnTo>
                  <a:lnTo>
                    <a:pt x="432" y="534"/>
                  </a:lnTo>
                  <a:lnTo>
                    <a:pt x="420" y="528"/>
                  </a:lnTo>
                  <a:lnTo>
                    <a:pt x="402" y="516"/>
                  </a:lnTo>
                  <a:lnTo>
                    <a:pt x="390" y="510"/>
                  </a:lnTo>
                  <a:lnTo>
                    <a:pt x="384" y="504"/>
                  </a:lnTo>
                  <a:lnTo>
                    <a:pt x="384" y="468"/>
                  </a:lnTo>
                  <a:lnTo>
                    <a:pt x="336" y="420"/>
                  </a:lnTo>
                  <a:lnTo>
                    <a:pt x="306" y="384"/>
                  </a:lnTo>
                  <a:lnTo>
                    <a:pt x="288" y="354"/>
                  </a:lnTo>
                  <a:lnTo>
                    <a:pt x="282" y="336"/>
                  </a:lnTo>
                  <a:lnTo>
                    <a:pt x="282" y="318"/>
                  </a:lnTo>
                  <a:lnTo>
                    <a:pt x="276" y="306"/>
                  </a:lnTo>
                  <a:lnTo>
                    <a:pt x="276" y="282"/>
                  </a:lnTo>
                  <a:lnTo>
                    <a:pt x="282" y="276"/>
                  </a:lnTo>
                  <a:lnTo>
                    <a:pt x="294" y="252"/>
                  </a:lnTo>
                  <a:lnTo>
                    <a:pt x="294" y="240"/>
                  </a:lnTo>
                  <a:lnTo>
                    <a:pt x="300" y="240"/>
                  </a:lnTo>
                  <a:lnTo>
                    <a:pt x="312" y="228"/>
                  </a:lnTo>
                  <a:lnTo>
                    <a:pt x="324" y="222"/>
                  </a:lnTo>
                  <a:lnTo>
                    <a:pt x="336" y="210"/>
                  </a:lnTo>
                  <a:lnTo>
                    <a:pt x="336" y="204"/>
                  </a:lnTo>
                  <a:lnTo>
                    <a:pt x="342" y="198"/>
                  </a:lnTo>
                  <a:lnTo>
                    <a:pt x="372" y="198"/>
                  </a:lnTo>
                  <a:lnTo>
                    <a:pt x="384" y="186"/>
                  </a:lnTo>
                  <a:lnTo>
                    <a:pt x="390" y="174"/>
                  </a:lnTo>
                  <a:lnTo>
                    <a:pt x="390" y="156"/>
                  </a:lnTo>
                  <a:lnTo>
                    <a:pt x="396" y="144"/>
                  </a:lnTo>
                  <a:lnTo>
                    <a:pt x="390" y="144"/>
                  </a:lnTo>
                  <a:lnTo>
                    <a:pt x="384" y="138"/>
                  </a:lnTo>
                  <a:lnTo>
                    <a:pt x="354" y="138"/>
                  </a:lnTo>
                  <a:lnTo>
                    <a:pt x="342" y="132"/>
                  </a:lnTo>
                  <a:lnTo>
                    <a:pt x="336" y="120"/>
                  </a:lnTo>
                  <a:lnTo>
                    <a:pt x="330" y="114"/>
                  </a:lnTo>
                  <a:lnTo>
                    <a:pt x="312" y="114"/>
                  </a:lnTo>
                  <a:lnTo>
                    <a:pt x="312" y="96"/>
                  </a:lnTo>
                  <a:lnTo>
                    <a:pt x="300" y="90"/>
                  </a:lnTo>
                  <a:lnTo>
                    <a:pt x="294" y="72"/>
                  </a:lnTo>
                  <a:lnTo>
                    <a:pt x="312" y="54"/>
                  </a:lnTo>
                  <a:lnTo>
                    <a:pt x="312" y="48"/>
                  </a:lnTo>
                  <a:lnTo>
                    <a:pt x="306" y="42"/>
                  </a:lnTo>
                  <a:lnTo>
                    <a:pt x="276" y="42"/>
                  </a:lnTo>
                  <a:lnTo>
                    <a:pt x="264" y="30"/>
                  </a:lnTo>
                  <a:lnTo>
                    <a:pt x="234" y="36"/>
                  </a:lnTo>
                  <a:lnTo>
                    <a:pt x="204" y="0"/>
                  </a:lnTo>
                  <a:lnTo>
                    <a:pt x="198" y="0"/>
                  </a:lnTo>
                  <a:lnTo>
                    <a:pt x="192" y="6"/>
                  </a:lnTo>
                  <a:lnTo>
                    <a:pt x="180" y="12"/>
                  </a:lnTo>
                  <a:lnTo>
                    <a:pt x="174" y="18"/>
                  </a:lnTo>
                  <a:lnTo>
                    <a:pt x="174" y="30"/>
                  </a:lnTo>
                  <a:lnTo>
                    <a:pt x="168" y="42"/>
                  </a:lnTo>
                  <a:lnTo>
                    <a:pt x="168" y="48"/>
                  </a:lnTo>
                  <a:lnTo>
                    <a:pt x="150" y="48"/>
                  </a:lnTo>
                  <a:lnTo>
                    <a:pt x="144" y="54"/>
                  </a:lnTo>
                  <a:lnTo>
                    <a:pt x="138" y="48"/>
                  </a:lnTo>
                  <a:lnTo>
                    <a:pt x="120" y="48"/>
                  </a:lnTo>
                  <a:lnTo>
                    <a:pt x="132" y="60"/>
                  </a:lnTo>
                  <a:lnTo>
                    <a:pt x="132" y="72"/>
                  </a:lnTo>
                  <a:lnTo>
                    <a:pt x="114" y="72"/>
                  </a:lnTo>
                  <a:lnTo>
                    <a:pt x="108" y="66"/>
                  </a:lnTo>
                  <a:lnTo>
                    <a:pt x="96" y="48"/>
                  </a:lnTo>
                  <a:lnTo>
                    <a:pt x="90" y="48"/>
                  </a:lnTo>
                  <a:lnTo>
                    <a:pt x="90" y="66"/>
                  </a:lnTo>
                  <a:lnTo>
                    <a:pt x="72" y="48"/>
                  </a:lnTo>
                  <a:lnTo>
                    <a:pt x="66" y="54"/>
                  </a:lnTo>
                  <a:lnTo>
                    <a:pt x="60" y="66"/>
                  </a:lnTo>
                  <a:lnTo>
                    <a:pt x="54" y="72"/>
                  </a:lnTo>
                  <a:lnTo>
                    <a:pt x="42" y="72"/>
                  </a:lnTo>
                  <a:lnTo>
                    <a:pt x="18" y="48"/>
                  </a:lnTo>
                  <a:lnTo>
                    <a:pt x="6" y="48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4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66" name="United Kingdom" descr="© INSCALE GmbH, 05.05.2010&#10;http://www.presentationload.com/">
              <a:extLst>
                <a:ext uri="{FF2B5EF4-FFF2-40B4-BE49-F238E27FC236}">
                  <a16:creationId xmlns:a16="http://schemas.microsoft.com/office/drawing/2014/main" id="{1C758E87-3E0E-4D18-8705-B7E5245F44AA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1060963" y="1187555"/>
              <a:ext cx="226286" cy="322610"/>
            </a:xfrm>
            <a:custGeom>
              <a:avLst/>
              <a:gdLst>
                <a:gd name="T0" fmla="*/ 2147483647 w 576"/>
                <a:gd name="T1" fmla="*/ 2147483647 h 822"/>
                <a:gd name="T2" fmla="*/ 2147483647 w 576"/>
                <a:gd name="T3" fmla="*/ 2147483647 h 822"/>
                <a:gd name="T4" fmla="*/ 2147483647 w 576"/>
                <a:gd name="T5" fmla="*/ 2147483647 h 822"/>
                <a:gd name="T6" fmla="*/ 2147483647 w 576"/>
                <a:gd name="T7" fmla="*/ 2147483647 h 822"/>
                <a:gd name="T8" fmla="*/ 2147483647 w 576"/>
                <a:gd name="T9" fmla="*/ 2147483647 h 822"/>
                <a:gd name="T10" fmla="*/ 2147483647 w 576"/>
                <a:gd name="T11" fmla="*/ 2147483647 h 822"/>
                <a:gd name="T12" fmla="*/ 2147483647 w 576"/>
                <a:gd name="T13" fmla="*/ 2147483647 h 822"/>
                <a:gd name="T14" fmla="*/ 2147483647 w 576"/>
                <a:gd name="T15" fmla="*/ 0 h 822"/>
                <a:gd name="T16" fmla="*/ 2147483647 w 576"/>
                <a:gd name="T17" fmla="*/ 0 h 822"/>
                <a:gd name="T18" fmla="*/ 2147483647 w 576"/>
                <a:gd name="T19" fmla="*/ 2147483647 h 822"/>
                <a:gd name="T20" fmla="*/ 2147483647 w 576"/>
                <a:gd name="T21" fmla="*/ 2147483647 h 822"/>
                <a:gd name="T22" fmla="*/ 2147483647 w 576"/>
                <a:gd name="T23" fmla="*/ 2147483647 h 822"/>
                <a:gd name="T24" fmla="*/ 2147483647 w 576"/>
                <a:gd name="T25" fmla="*/ 2147483647 h 822"/>
                <a:gd name="T26" fmla="*/ 2147483647 w 576"/>
                <a:gd name="T27" fmla="*/ 2147483647 h 822"/>
                <a:gd name="T28" fmla="*/ 2147483647 w 576"/>
                <a:gd name="T29" fmla="*/ 2147483647 h 822"/>
                <a:gd name="T30" fmla="*/ 2147483647 w 576"/>
                <a:gd name="T31" fmla="*/ 2147483647 h 822"/>
                <a:gd name="T32" fmla="*/ 2147483647 w 576"/>
                <a:gd name="T33" fmla="*/ 2147483647 h 822"/>
                <a:gd name="T34" fmla="*/ 2147483647 w 576"/>
                <a:gd name="T35" fmla="*/ 2147483647 h 822"/>
                <a:gd name="T36" fmla="*/ 2147483647 w 576"/>
                <a:gd name="T37" fmla="*/ 2147483647 h 822"/>
                <a:gd name="T38" fmla="*/ 2147483647 w 576"/>
                <a:gd name="T39" fmla="*/ 2147483647 h 822"/>
                <a:gd name="T40" fmla="*/ 2147483647 w 576"/>
                <a:gd name="T41" fmla="*/ 2147483647 h 822"/>
                <a:gd name="T42" fmla="*/ 2147483647 w 576"/>
                <a:gd name="T43" fmla="*/ 2147483647 h 822"/>
                <a:gd name="T44" fmla="*/ 2147483647 w 576"/>
                <a:gd name="T45" fmla="*/ 2147483647 h 822"/>
                <a:gd name="T46" fmla="*/ 2147483647 w 576"/>
                <a:gd name="T47" fmla="*/ 2147483647 h 822"/>
                <a:gd name="T48" fmla="*/ 2147483647 w 576"/>
                <a:gd name="T49" fmla="*/ 2147483647 h 822"/>
                <a:gd name="T50" fmla="*/ 2147483647 w 576"/>
                <a:gd name="T51" fmla="*/ 2147483647 h 822"/>
                <a:gd name="T52" fmla="*/ 2147483647 w 576"/>
                <a:gd name="T53" fmla="*/ 2147483647 h 822"/>
                <a:gd name="T54" fmla="*/ 2147483647 w 576"/>
                <a:gd name="T55" fmla="*/ 2147483647 h 822"/>
                <a:gd name="T56" fmla="*/ 2147483647 w 576"/>
                <a:gd name="T57" fmla="*/ 2147483647 h 822"/>
                <a:gd name="T58" fmla="*/ 2147483647 w 576"/>
                <a:gd name="T59" fmla="*/ 2147483647 h 822"/>
                <a:gd name="T60" fmla="*/ 2147483647 w 576"/>
                <a:gd name="T61" fmla="*/ 2147483647 h 822"/>
                <a:gd name="T62" fmla="*/ 2147483647 w 576"/>
                <a:gd name="T63" fmla="*/ 2147483647 h 822"/>
                <a:gd name="T64" fmla="*/ 2147483647 w 576"/>
                <a:gd name="T65" fmla="*/ 2147483647 h 822"/>
                <a:gd name="T66" fmla="*/ 2147483647 w 576"/>
                <a:gd name="T67" fmla="*/ 2147483647 h 822"/>
                <a:gd name="T68" fmla="*/ 2147483647 w 576"/>
                <a:gd name="T69" fmla="*/ 2147483647 h 822"/>
                <a:gd name="T70" fmla="*/ 2147483647 w 576"/>
                <a:gd name="T71" fmla="*/ 2147483647 h 822"/>
                <a:gd name="T72" fmla="*/ 2147483647 w 576"/>
                <a:gd name="T73" fmla="*/ 2147483647 h 822"/>
                <a:gd name="T74" fmla="*/ 2147483647 w 576"/>
                <a:gd name="T75" fmla="*/ 2147483647 h 822"/>
                <a:gd name="T76" fmla="*/ 2147483647 w 576"/>
                <a:gd name="T77" fmla="*/ 2147483647 h 822"/>
                <a:gd name="T78" fmla="*/ 2147483647 w 576"/>
                <a:gd name="T79" fmla="*/ 2147483647 h 822"/>
                <a:gd name="T80" fmla="*/ 2147483647 w 576"/>
                <a:gd name="T81" fmla="*/ 2147483647 h 822"/>
                <a:gd name="T82" fmla="*/ 2147483647 w 576"/>
                <a:gd name="T83" fmla="*/ 2147483647 h 822"/>
                <a:gd name="T84" fmla="*/ 2147483647 w 576"/>
                <a:gd name="T85" fmla="*/ 2147483647 h 822"/>
                <a:gd name="T86" fmla="*/ 2147483647 w 576"/>
                <a:gd name="T87" fmla="*/ 2147483647 h 822"/>
                <a:gd name="T88" fmla="*/ 2147483647 w 576"/>
                <a:gd name="T89" fmla="*/ 2147483647 h 822"/>
                <a:gd name="T90" fmla="*/ 2147483647 w 576"/>
                <a:gd name="T91" fmla="*/ 2147483647 h 822"/>
                <a:gd name="T92" fmla="*/ 2147483647 w 576"/>
                <a:gd name="T93" fmla="*/ 2147483647 h 822"/>
                <a:gd name="T94" fmla="*/ 2147483647 w 576"/>
                <a:gd name="T95" fmla="*/ 2147483647 h 822"/>
                <a:gd name="T96" fmla="*/ 2147483647 w 576"/>
                <a:gd name="T97" fmla="*/ 2147483647 h 822"/>
                <a:gd name="T98" fmla="*/ 2147483647 w 576"/>
                <a:gd name="T99" fmla="*/ 2147483647 h 822"/>
                <a:gd name="T100" fmla="*/ 2147483647 w 576"/>
                <a:gd name="T101" fmla="*/ 2147483647 h 822"/>
                <a:gd name="T102" fmla="*/ 2147483647 w 576"/>
                <a:gd name="T103" fmla="*/ 2147483647 h 822"/>
                <a:gd name="T104" fmla="*/ 2147483647 w 576"/>
                <a:gd name="T105" fmla="*/ 2147483647 h 822"/>
                <a:gd name="T106" fmla="*/ 2147483647 w 576"/>
                <a:gd name="T107" fmla="*/ 2147483647 h 822"/>
                <a:gd name="T108" fmla="*/ 2147483647 w 576"/>
                <a:gd name="T109" fmla="*/ 2147483647 h 822"/>
                <a:gd name="T110" fmla="*/ 2147483647 w 576"/>
                <a:gd name="T111" fmla="*/ 2147483647 h 822"/>
                <a:gd name="T112" fmla="*/ 2147483647 w 576"/>
                <a:gd name="T113" fmla="*/ 2147483647 h 822"/>
                <a:gd name="T114" fmla="*/ 2147483647 w 576"/>
                <a:gd name="T115" fmla="*/ 2147483647 h 822"/>
                <a:gd name="T116" fmla="*/ 2147483647 w 576"/>
                <a:gd name="T117" fmla="*/ 2147483647 h 822"/>
                <a:gd name="T118" fmla="*/ 2147483647 w 576"/>
                <a:gd name="T119" fmla="*/ 2147483647 h 822"/>
                <a:gd name="T120" fmla="*/ 2147483647 w 576"/>
                <a:gd name="T121" fmla="*/ 2147483647 h 822"/>
                <a:gd name="T122" fmla="*/ 2147483647 w 576"/>
                <a:gd name="T123" fmla="*/ 2147483647 h 82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576"/>
                <a:gd name="T187" fmla="*/ 0 h 822"/>
                <a:gd name="T188" fmla="*/ 576 w 576"/>
                <a:gd name="T189" fmla="*/ 822 h 82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576" h="822">
                  <a:moveTo>
                    <a:pt x="162" y="378"/>
                  </a:moveTo>
                  <a:lnTo>
                    <a:pt x="156" y="378"/>
                  </a:lnTo>
                  <a:lnTo>
                    <a:pt x="150" y="384"/>
                  </a:lnTo>
                  <a:lnTo>
                    <a:pt x="150" y="396"/>
                  </a:lnTo>
                  <a:lnTo>
                    <a:pt x="144" y="414"/>
                  </a:lnTo>
                  <a:lnTo>
                    <a:pt x="156" y="402"/>
                  </a:lnTo>
                  <a:lnTo>
                    <a:pt x="162" y="390"/>
                  </a:lnTo>
                  <a:lnTo>
                    <a:pt x="162" y="378"/>
                  </a:lnTo>
                  <a:close/>
                  <a:moveTo>
                    <a:pt x="132" y="312"/>
                  </a:moveTo>
                  <a:lnTo>
                    <a:pt x="126" y="312"/>
                  </a:lnTo>
                  <a:lnTo>
                    <a:pt x="126" y="336"/>
                  </a:lnTo>
                  <a:lnTo>
                    <a:pt x="132" y="336"/>
                  </a:lnTo>
                  <a:lnTo>
                    <a:pt x="138" y="330"/>
                  </a:lnTo>
                  <a:lnTo>
                    <a:pt x="150" y="330"/>
                  </a:lnTo>
                  <a:lnTo>
                    <a:pt x="144" y="318"/>
                  </a:lnTo>
                  <a:lnTo>
                    <a:pt x="138" y="312"/>
                  </a:lnTo>
                  <a:lnTo>
                    <a:pt x="132" y="312"/>
                  </a:lnTo>
                  <a:close/>
                  <a:moveTo>
                    <a:pt x="114" y="390"/>
                  </a:moveTo>
                  <a:lnTo>
                    <a:pt x="126" y="390"/>
                  </a:lnTo>
                  <a:lnTo>
                    <a:pt x="138" y="384"/>
                  </a:lnTo>
                  <a:lnTo>
                    <a:pt x="138" y="372"/>
                  </a:lnTo>
                  <a:lnTo>
                    <a:pt x="132" y="366"/>
                  </a:lnTo>
                  <a:lnTo>
                    <a:pt x="120" y="366"/>
                  </a:lnTo>
                  <a:lnTo>
                    <a:pt x="114" y="372"/>
                  </a:lnTo>
                  <a:lnTo>
                    <a:pt x="108" y="384"/>
                  </a:lnTo>
                  <a:lnTo>
                    <a:pt x="108" y="390"/>
                  </a:lnTo>
                  <a:lnTo>
                    <a:pt x="114" y="390"/>
                  </a:lnTo>
                  <a:close/>
                  <a:moveTo>
                    <a:pt x="330" y="120"/>
                  </a:moveTo>
                  <a:lnTo>
                    <a:pt x="324" y="120"/>
                  </a:lnTo>
                  <a:lnTo>
                    <a:pt x="318" y="126"/>
                  </a:lnTo>
                  <a:lnTo>
                    <a:pt x="318" y="138"/>
                  </a:lnTo>
                  <a:lnTo>
                    <a:pt x="330" y="138"/>
                  </a:lnTo>
                  <a:lnTo>
                    <a:pt x="336" y="126"/>
                  </a:lnTo>
                  <a:lnTo>
                    <a:pt x="330" y="120"/>
                  </a:lnTo>
                  <a:close/>
                  <a:moveTo>
                    <a:pt x="138" y="258"/>
                  </a:moveTo>
                  <a:lnTo>
                    <a:pt x="138" y="234"/>
                  </a:lnTo>
                  <a:lnTo>
                    <a:pt x="126" y="234"/>
                  </a:lnTo>
                  <a:lnTo>
                    <a:pt x="120" y="240"/>
                  </a:lnTo>
                  <a:lnTo>
                    <a:pt x="120" y="246"/>
                  </a:lnTo>
                  <a:lnTo>
                    <a:pt x="126" y="252"/>
                  </a:lnTo>
                  <a:lnTo>
                    <a:pt x="108" y="252"/>
                  </a:lnTo>
                  <a:lnTo>
                    <a:pt x="108" y="258"/>
                  </a:lnTo>
                  <a:lnTo>
                    <a:pt x="114" y="264"/>
                  </a:lnTo>
                  <a:lnTo>
                    <a:pt x="120" y="264"/>
                  </a:lnTo>
                  <a:lnTo>
                    <a:pt x="126" y="270"/>
                  </a:lnTo>
                  <a:lnTo>
                    <a:pt x="150" y="270"/>
                  </a:lnTo>
                  <a:lnTo>
                    <a:pt x="138" y="258"/>
                  </a:lnTo>
                  <a:close/>
                  <a:moveTo>
                    <a:pt x="474" y="0"/>
                  </a:moveTo>
                  <a:lnTo>
                    <a:pt x="468" y="0"/>
                  </a:lnTo>
                  <a:lnTo>
                    <a:pt x="456" y="12"/>
                  </a:lnTo>
                  <a:lnTo>
                    <a:pt x="474" y="12"/>
                  </a:lnTo>
                  <a:lnTo>
                    <a:pt x="474" y="6"/>
                  </a:lnTo>
                  <a:lnTo>
                    <a:pt x="480" y="0"/>
                  </a:lnTo>
                  <a:lnTo>
                    <a:pt x="474" y="0"/>
                  </a:lnTo>
                  <a:close/>
                  <a:moveTo>
                    <a:pt x="432" y="48"/>
                  </a:moveTo>
                  <a:lnTo>
                    <a:pt x="432" y="66"/>
                  </a:lnTo>
                  <a:lnTo>
                    <a:pt x="438" y="66"/>
                  </a:lnTo>
                  <a:lnTo>
                    <a:pt x="444" y="60"/>
                  </a:lnTo>
                  <a:lnTo>
                    <a:pt x="450" y="48"/>
                  </a:lnTo>
                  <a:lnTo>
                    <a:pt x="450" y="24"/>
                  </a:lnTo>
                  <a:lnTo>
                    <a:pt x="438" y="12"/>
                  </a:lnTo>
                  <a:lnTo>
                    <a:pt x="432" y="24"/>
                  </a:lnTo>
                  <a:lnTo>
                    <a:pt x="426" y="30"/>
                  </a:lnTo>
                  <a:lnTo>
                    <a:pt x="420" y="30"/>
                  </a:lnTo>
                  <a:lnTo>
                    <a:pt x="420" y="42"/>
                  </a:lnTo>
                  <a:lnTo>
                    <a:pt x="426" y="42"/>
                  </a:lnTo>
                  <a:lnTo>
                    <a:pt x="432" y="48"/>
                  </a:lnTo>
                  <a:close/>
                  <a:moveTo>
                    <a:pt x="342" y="138"/>
                  </a:moveTo>
                  <a:lnTo>
                    <a:pt x="342" y="150"/>
                  </a:lnTo>
                  <a:lnTo>
                    <a:pt x="354" y="138"/>
                  </a:lnTo>
                  <a:lnTo>
                    <a:pt x="342" y="138"/>
                  </a:lnTo>
                  <a:close/>
                  <a:moveTo>
                    <a:pt x="192" y="402"/>
                  </a:moveTo>
                  <a:lnTo>
                    <a:pt x="192" y="390"/>
                  </a:lnTo>
                  <a:lnTo>
                    <a:pt x="186" y="384"/>
                  </a:lnTo>
                  <a:lnTo>
                    <a:pt x="186" y="378"/>
                  </a:lnTo>
                  <a:lnTo>
                    <a:pt x="174" y="390"/>
                  </a:lnTo>
                  <a:lnTo>
                    <a:pt x="174" y="396"/>
                  </a:lnTo>
                  <a:lnTo>
                    <a:pt x="180" y="402"/>
                  </a:lnTo>
                  <a:lnTo>
                    <a:pt x="192" y="402"/>
                  </a:lnTo>
                  <a:close/>
                  <a:moveTo>
                    <a:pt x="504" y="588"/>
                  </a:moveTo>
                  <a:lnTo>
                    <a:pt x="498" y="594"/>
                  </a:lnTo>
                  <a:lnTo>
                    <a:pt x="498" y="600"/>
                  </a:lnTo>
                  <a:lnTo>
                    <a:pt x="480" y="600"/>
                  </a:lnTo>
                  <a:lnTo>
                    <a:pt x="480" y="588"/>
                  </a:lnTo>
                  <a:lnTo>
                    <a:pt x="486" y="576"/>
                  </a:lnTo>
                  <a:lnTo>
                    <a:pt x="498" y="564"/>
                  </a:lnTo>
                  <a:lnTo>
                    <a:pt x="492" y="558"/>
                  </a:lnTo>
                  <a:lnTo>
                    <a:pt x="456" y="540"/>
                  </a:lnTo>
                  <a:lnTo>
                    <a:pt x="450" y="540"/>
                  </a:lnTo>
                  <a:lnTo>
                    <a:pt x="444" y="534"/>
                  </a:lnTo>
                  <a:lnTo>
                    <a:pt x="450" y="534"/>
                  </a:lnTo>
                  <a:lnTo>
                    <a:pt x="456" y="528"/>
                  </a:lnTo>
                  <a:lnTo>
                    <a:pt x="480" y="528"/>
                  </a:lnTo>
                  <a:lnTo>
                    <a:pt x="468" y="516"/>
                  </a:lnTo>
                  <a:lnTo>
                    <a:pt x="468" y="510"/>
                  </a:lnTo>
                  <a:lnTo>
                    <a:pt x="456" y="498"/>
                  </a:lnTo>
                  <a:lnTo>
                    <a:pt x="450" y="486"/>
                  </a:lnTo>
                  <a:lnTo>
                    <a:pt x="432" y="468"/>
                  </a:lnTo>
                  <a:lnTo>
                    <a:pt x="420" y="468"/>
                  </a:lnTo>
                  <a:lnTo>
                    <a:pt x="414" y="456"/>
                  </a:lnTo>
                  <a:lnTo>
                    <a:pt x="402" y="450"/>
                  </a:lnTo>
                  <a:lnTo>
                    <a:pt x="390" y="438"/>
                  </a:lnTo>
                  <a:lnTo>
                    <a:pt x="390" y="414"/>
                  </a:lnTo>
                  <a:lnTo>
                    <a:pt x="396" y="402"/>
                  </a:lnTo>
                  <a:lnTo>
                    <a:pt x="396" y="390"/>
                  </a:lnTo>
                  <a:lnTo>
                    <a:pt x="384" y="390"/>
                  </a:lnTo>
                  <a:lnTo>
                    <a:pt x="378" y="384"/>
                  </a:lnTo>
                  <a:lnTo>
                    <a:pt x="372" y="372"/>
                  </a:lnTo>
                  <a:lnTo>
                    <a:pt x="360" y="360"/>
                  </a:lnTo>
                  <a:lnTo>
                    <a:pt x="342" y="354"/>
                  </a:lnTo>
                  <a:lnTo>
                    <a:pt x="324" y="354"/>
                  </a:lnTo>
                  <a:lnTo>
                    <a:pt x="306" y="360"/>
                  </a:lnTo>
                  <a:lnTo>
                    <a:pt x="294" y="366"/>
                  </a:lnTo>
                  <a:lnTo>
                    <a:pt x="288" y="366"/>
                  </a:lnTo>
                  <a:lnTo>
                    <a:pt x="270" y="348"/>
                  </a:lnTo>
                  <a:lnTo>
                    <a:pt x="282" y="348"/>
                  </a:lnTo>
                  <a:lnTo>
                    <a:pt x="294" y="354"/>
                  </a:lnTo>
                  <a:lnTo>
                    <a:pt x="306" y="354"/>
                  </a:lnTo>
                  <a:lnTo>
                    <a:pt x="330" y="342"/>
                  </a:lnTo>
                  <a:lnTo>
                    <a:pt x="336" y="336"/>
                  </a:lnTo>
                  <a:lnTo>
                    <a:pt x="330" y="336"/>
                  </a:lnTo>
                  <a:lnTo>
                    <a:pt x="324" y="330"/>
                  </a:lnTo>
                  <a:lnTo>
                    <a:pt x="306" y="330"/>
                  </a:lnTo>
                  <a:lnTo>
                    <a:pt x="330" y="324"/>
                  </a:lnTo>
                  <a:lnTo>
                    <a:pt x="336" y="318"/>
                  </a:lnTo>
                  <a:lnTo>
                    <a:pt x="348" y="312"/>
                  </a:lnTo>
                  <a:lnTo>
                    <a:pt x="360" y="300"/>
                  </a:lnTo>
                  <a:lnTo>
                    <a:pt x="360" y="288"/>
                  </a:lnTo>
                  <a:lnTo>
                    <a:pt x="366" y="276"/>
                  </a:lnTo>
                  <a:lnTo>
                    <a:pt x="372" y="270"/>
                  </a:lnTo>
                  <a:lnTo>
                    <a:pt x="378" y="258"/>
                  </a:lnTo>
                  <a:lnTo>
                    <a:pt x="384" y="252"/>
                  </a:lnTo>
                  <a:lnTo>
                    <a:pt x="396" y="246"/>
                  </a:lnTo>
                  <a:lnTo>
                    <a:pt x="402" y="246"/>
                  </a:lnTo>
                  <a:lnTo>
                    <a:pt x="402" y="240"/>
                  </a:lnTo>
                  <a:lnTo>
                    <a:pt x="396" y="234"/>
                  </a:lnTo>
                  <a:lnTo>
                    <a:pt x="318" y="234"/>
                  </a:lnTo>
                  <a:lnTo>
                    <a:pt x="318" y="228"/>
                  </a:lnTo>
                  <a:lnTo>
                    <a:pt x="288" y="228"/>
                  </a:lnTo>
                  <a:lnTo>
                    <a:pt x="276" y="234"/>
                  </a:lnTo>
                  <a:lnTo>
                    <a:pt x="264" y="234"/>
                  </a:lnTo>
                  <a:lnTo>
                    <a:pt x="258" y="240"/>
                  </a:lnTo>
                  <a:lnTo>
                    <a:pt x="252" y="240"/>
                  </a:lnTo>
                  <a:lnTo>
                    <a:pt x="264" y="228"/>
                  </a:lnTo>
                  <a:lnTo>
                    <a:pt x="252" y="216"/>
                  </a:lnTo>
                  <a:lnTo>
                    <a:pt x="270" y="210"/>
                  </a:lnTo>
                  <a:lnTo>
                    <a:pt x="300" y="192"/>
                  </a:lnTo>
                  <a:lnTo>
                    <a:pt x="312" y="186"/>
                  </a:lnTo>
                  <a:lnTo>
                    <a:pt x="324" y="162"/>
                  </a:lnTo>
                  <a:lnTo>
                    <a:pt x="318" y="156"/>
                  </a:lnTo>
                  <a:lnTo>
                    <a:pt x="288" y="156"/>
                  </a:lnTo>
                  <a:lnTo>
                    <a:pt x="276" y="162"/>
                  </a:lnTo>
                  <a:lnTo>
                    <a:pt x="258" y="168"/>
                  </a:lnTo>
                  <a:lnTo>
                    <a:pt x="240" y="168"/>
                  </a:lnTo>
                  <a:lnTo>
                    <a:pt x="228" y="162"/>
                  </a:lnTo>
                  <a:lnTo>
                    <a:pt x="216" y="162"/>
                  </a:lnTo>
                  <a:lnTo>
                    <a:pt x="210" y="168"/>
                  </a:lnTo>
                  <a:lnTo>
                    <a:pt x="210" y="174"/>
                  </a:lnTo>
                  <a:lnTo>
                    <a:pt x="216" y="180"/>
                  </a:lnTo>
                  <a:lnTo>
                    <a:pt x="204" y="180"/>
                  </a:lnTo>
                  <a:lnTo>
                    <a:pt x="192" y="192"/>
                  </a:lnTo>
                  <a:lnTo>
                    <a:pt x="192" y="210"/>
                  </a:lnTo>
                  <a:lnTo>
                    <a:pt x="198" y="216"/>
                  </a:lnTo>
                  <a:lnTo>
                    <a:pt x="156" y="222"/>
                  </a:lnTo>
                  <a:lnTo>
                    <a:pt x="156" y="234"/>
                  </a:lnTo>
                  <a:lnTo>
                    <a:pt x="168" y="240"/>
                  </a:lnTo>
                  <a:lnTo>
                    <a:pt x="180" y="264"/>
                  </a:lnTo>
                  <a:lnTo>
                    <a:pt x="162" y="282"/>
                  </a:lnTo>
                  <a:lnTo>
                    <a:pt x="162" y="294"/>
                  </a:lnTo>
                  <a:lnTo>
                    <a:pt x="144" y="300"/>
                  </a:lnTo>
                  <a:lnTo>
                    <a:pt x="156" y="312"/>
                  </a:lnTo>
                  <a:lnTo>
                    <a:pt x="168" y="312"/>
                  </a:lnTo>
                  <a:lnTo>
                    <a:pt x="180" y="306"/>
                  </a:lnTo>
                  <a:lnTo>
                    <a:pt x="186" y="300"/>
                  </a:lnTo>
                  <a:lnTo>
                    <a:pt x="186" y="318"/>
                  </a:lnTo>
                  <a:lnTo>
                    <a:pt x="180" y="318"/>
                  </a:lnTo>
                  <a:lnTo>
                    <a:pt x="168" y="330"/>
                  </a:lnTo>
                  <a:lnTo>
                    <a:pt x="156" y="336"/>
                  </a:lnTo>
                  <a:lnTo>
                    <a:pt x="156" y="360"/>
                  </a:lnTo>
                  <a:lnTo>
                    <a:pt x="162" y="372"/>
                  </a:lnTo>
                  <a:lnTo>
                    <a:pt x="168" y="366"/>
                  </a:lnTo>
                  <a:lnTo>
                    <a:pt x="198" y="366"/>
                  </a:lnTo>
                  <a:lnTo>
                    <a:pt x="210" y="360"/>
                  </a:lnTo>
                  <a:lnTo>
                    <a:pt x="216" y="354"/>
                  </a:lnTo>
                  <a:lnTo>
                    <a:pt x="198" y="372"/>
                  </a:lnTo>
                  <a:lnTo>
                    <a:pt x="210" y="402"/>
                  </a:lnTo>
                  <a:lnTo>
                    <a:pt x="204" y="408"/>
                  </a:lnTo>
                  <a:lnTo>
                    <a:pt x="198" y="420"/>
                  </a:lnTo>
                  <a:lnTo>
                    <a:pt x="186" y="426"/>
                  </a:lnTo>
                  <a:lnTo>
                    <a:pt x="180" y="438"/>
                  </a:lnTo>
                  <a:lnTo>
                    <a:pt x="180" y="450"/>
                  </a:lnTo>
                  <a:lnTo>
                    <a:pt x="186" y="456"/>
                  </a:lnTo>
                  <a:lnTo>
                    <a:pt x="204" y="456"/>
                  </a:lnTo>
                  <a:lnTo>
                    <a:pt x="216" y="450"/>
                  </a:lnTo>
                  <a:lnTo>
                    <a:pt x="240" y="450"/>
                  </a:lnTo>
                  <a:lnTo>
                    <a:pt x="252" y="444"/>
                  </a:lnTo>
                  <a:lnTo>
                    <a:pt x="258" y="438"/>
                  </a:lnTo>
                  <a:lnTo>
                    <a:pt x="270" y="432"/>
                  </a:lnTo>
                  <a:lnTo>
                    <a:pt x="300" y="438"/>
                  </a:lnTo>
                  <a:lnTo>
                    <a:pt x="288" y="444"/>
                  </a:lnTo>
                  <a:lnTo>
                    <a:pt x="264" y="468"/>
                  </a:lnTo>
                  <a:lnTo>
                    <a:pt x="264" y="474"/>
                  </a:lnTo>
                  <a:lnTo>
                    <a:pt x="282" y="492"/>
                  </a:lnTo>
                  <a:lnTo>
                    <a:pt x="294" y="492"/>
                  </a:lnTo>
                  <a:lnTo>
                    <a:pt x="300" y="498"/>
                  </a:lnTo>
                  <a:lnTo>
                    <a:pt x="306" y="498"/>
                  </a:lnTo>
                  <a:lnTo>
                    <a:pt x="312" y="516"/>
                  </a:lnTo>
                  <a:lnTo>
                    <a:pt x="294" y="534"/>
                  </a:lnTo>
                  <a:lnTo>
                    <a:pt x="294" y="564"/>
                  </a:lnTo>
                  <a:lnTo>
                    <a:pt x="222" y="564"/>
                  </a:lnTo>
                  <a:lnTo>
                    <a:pt x="216" y="558"/>
                  </a:lnTo>
                  <a:lnTo>
                    <a:pt x="198" y="558"/>
                  </a:lnTo>
                  <a:lnTo>
                    <a:pt x="192" y="564"/>
                  </a:lnTo>
                  <a:lnTo>
                    <a:pt x="210" y="582"/>
                  </a:lnTo>
                  <a:lnTo>
                    <a:pt x="186" y="600"/>
                  </a:lnTo>
                  <a:lnTo>
                    <a:pt x="228" y="594"/>
                  </a:lnTo>
                  <a:lnTo>
                    <a:pt x="228" y="618"/>
                  </a:lnTo>
                  <a:lnTo>
                    <a:pt x="216" y="642"/>
                  </a:lnTo>
                  <a:lnTo>
                    <a:pt x="210" y="648"/>
                  </a:lnTo>
                  <a:lnTo>
                    <a:pt x="198" y="654"/>
                  </a:lnTo>
                  <a:lnTo>
                    <a:pt x="180" y="660"/>
                  </a:lnTo>
                  <a:lnTo>
                    <a:pt x="168" y="666"/>
                  </a:lnTo>
                  <a:lnTo>
                    <a:pt x="162" y="666"/>
                  </a:lnTo>
                  <a:lnTo>
                    <a:pt x="162" y="690"/>
                  </a:lnTo>
                  <a:lnTo>
                    <a:pt x="168" y="696"/>
                  </a:lnTo>
                  <a:lnTo>
                    <a:pt x="174" y="696"/>
                  </a:lnTo>
                  <a:lnTo>
                    <a:pt x="180" y="690"/>
                  </a:lnTo>
                  <a:lnTo>
                    <a:pt x="192" y="684"/>
                  </a:lnTo>
                  <a:lnTo>
                    <a:pt x="198" y="678"/>
                  </a:lnTo>
                  <a:lnTo>
                    <a:pt x="204" y="684"/>
                  </a:lnTo>
                  <a:lnTo>
                    <a:pt x="204" y="690"/>
                  </a:lnTo>
                  <a:lnTo>
                    <a:pt x="210" y="696"/>
                  </a:lnTo>
                  <a:lnTo>
                    <a:pt x="234" y="696"/>
                  </a:lnTo>
                  <a:lnTo>
                    <a:pt x="240" y="702"/>
                  </a:lnTo>
                  <a:lnTo>
                    <a:pt x="252" y="708"/>
                  </a:lnTo>
                  <a:lnTo>
                    <a:pt x="258" y="708"/>
                  </a:lnTo>
                  <a:lnTo>
                    <a:pt x="276" y="702"/>
                  </a:lnTo>
                  <a:lnTo>
                    <a:pt x="288" y="696"/>
                  </a:lnTo>
                  <a:lnTo>
                    <a:pt x="294" y="690"/>
                  </a:lnTo>
                  <a:lnTo>
                    <a:pt x="318" y="690"/>
                  </a:lnTo>
                  <a:lnTo>
                    <a:pt x="312" y="696"/>
                  </a:lnTo>
                  <a:lnTo>
                    <a:pt x="300" y="702"/>
                  </a:lnTo>
                  <a:lnTo>
                    <a:pt x="294" y="714"/>
                  </a:lnTo>
                  <a:lnTo>
                    <a:pt x="282" y="720"/>
                  </a:lnTo>
                  <a:lnTo>
                    <a:pt x="276" y="726"/>
                  </a:lnTo>
                  <a:lnTo>
                    <a:pt x="210" y="726"/>
                  </a:lnTo>
                  <a:lnTo>
                    <a:pt x="210" y="738"/>
                  </a:lnTo>
                  <a:lnTo>
                    <a:pt x="198" y="738"/>
                  </a:lnTo>
                  <a:lnTo>
                    <a:pt x="186" y="744"/>
                  </a:lnTo>
                  <a:lnTo>
                    <a:pt x="180" y="750"/>
                  </a:lnTo>
                  <a:lnTo>
                    <a:pt x="180" y="768"/>
                  </a:lnTo>
                  <a:lnTo>
                    <a:pt x="174" y="774"/>
                  </a:lnTo>
                  <a:lnTo>
                    <a:pt x="144" y="774"/>
                  </a:lnTo>
                  <a:lnTo>
                    <a:pt x="144" y="780"/>
                  </a:lnTo>
                  <a:lnTo>
                    <a:pt x="138" y="786"/>
                  </a:lnTo>
                  <a:lnTo>
                    <a:pt x="138" y="792"/>
                  </a:lnTo>
                  <a:lnTo>
                    <a:pt x="126" y="804"/>
                  </a:lnTo>
                  <a:lnTo>
                    <a:pt x="114" y="810"/>
                  </a:lnTo>
                  <a:lnTo>
                    <a:pt x="108" y="810"/>
                  </a:lnTo>
                  <a:lnTo>
                    <a:pt x="108" y="816"/>
                  </a:lnTo>
                  <a:lnTo>
                    <a:pt x="114" y="816"/>
                  </a:lnTo>
                  <a:lnTo>
                    <a:pt x="120" y="822"/>
                  </a:lnTo>
                  <a:lnTo>
                    <a:pt x="150" y="822"/>
                  </a:lnTo>
                  <a:lnTo>
                    <a:pt x="156" y="810"/>
                  </a:lnTo>
                  <a:lnTo>
                    <a:pt x="174" y="792"/>
                  </a:lnTo>
                  <a:lnTo>
                    <a:pt x="210" y="792"/>
                  </a:lnTo>
                  <a:lnTo>
                    <a:pt x="216" y="798"/>
                  </a:lnTo>
                  <a:lnTo>
                    <a:pt x="228" y="804"/>
                  </a:lnTo>
                  <a:lnTo>
                    <a:pt x="240" y="804"/>
                  </a:lnTo>
                  <a:lnTo>
                    <a:pt x="246" y="792"/>
                  </a:lnTo>
                  <a:lnTo>
                    <a:pt x="252" y="786"/>
                  </a:lnTo>
                  <a:lnTo>
                    <a:pt x="258" y="774"/>
                  </a:lnTo>
                  <a:lnTo>
                    <a:pt x="270" y="762"/>
                  </a:lnTo>
                  <a:lnTo>
                    <a:pt x="288" y="762"/>
                  </a:lnTo>
                  <a:lnTo>
                    <a:pt x="300" y="774"/>
                  </a:lnTo>
                  <a:lnTo>
                    <a:pt x="330" y="774"/>
                  </a:lnTo>
                  <a:lnTo>
                    <a:pt x="354" y="762"/>
                  </a:lnTo>
                  <a:lnTo>
                    <a:pt x="360" y="762"/>
                  </a:lnTo>
                  <a:lnTo>
                    <a:pt x="366" y="768"/>
                  </a:lnTo>
                  <a:lnTo>
                    <a:pt x="378" y="768"/>
                  </a:lnTo>
                  <a:lnTo>
                    <a:pt x="390" y="774"/>
                  </a:lnTo>
                  <a:lnTo>
                    <a:pt x="396" y="774"/>
                  </a:lnTo>
                  <a:lnTo>
                    <a:pt x="396" y="768"/>
                  </a:lnTo>
                  <a:lnTo>
                    <a:pt x="390" y="762"/>
                  </a:lnTo>
                  <a:lnTo>
                    <a:pt x="390" y="750"/>
                  </a:lnTo>
                  <a:lnTo>
                    <a:pt x="396" y="750"/>
                  </a:lnTo>
                  <a:lnTo>
                    <a:pt x="408" y="756"/>
                  </a:lnTo>
                  <a:lnTo>
                    <a:pt x="414" y="762"/>
                  </a:lnTo>
                  <a:lnTo>
                    <a:pt x="426" y="756"/>
                  </a:lnTo>
                  <a:lnTo>
                    <a:pt x="498" y="756"/>
                  </a:lnTo>
                  <a:lnTo>
                    <a:pt x="522" y="750"/>
                  </a:lnTo>
                  <a:lnTo>
                    <a:pt x="534" y="744"/>
                  </a:lnTo>
                  <a:lnTo>
                    <a:pt x="540" y="732"/>
                  </a:lnTo>
                  <a:lnTo>
                    <a:pt x="546" y="726"/>
                  </a:lnTo>
                  <a:lnTo>
                    <a:pt x="552" y="714"/>
                  </a:lnTo>
                  <a:lnTo>
                    <a:pt x="498" y="708"/>
                  </a:lnTo>
                  <a:lnTo>
                    <a:pt x="522" y="702"/>
                  </a:lnTo>
                  <a:lnTo>
                    <a:pt x="516" y="684"/>
                  </a:lnTo>
                  <a:lnTo>
                    <a:pt x="528" y="672"/>
                  </a:lnTo>
                  <a:lnTo>
                    <a:pt x="540" y="666"/>
                  </a:lnTo>
                  <a:lnTo>
                    <a:pt x="546" y="666"/>
                  </a:lnTo>
                  <a:lnTo>
                    <a:pt x="558" y="660"/>
                  </a:lnTo>
                  <a:lnTo>
                    <a:pt x="564" y="654"/>
                  </a:lnTo>
                  <a:lnTo>
                    <a:pt x="576" y="618"/>
                  </a:lnTo>
                  <a:lnTo>
                    <a:pt x="570" y="606"/>
                  </a:lnTo>
                  <a:lnTo>
                    <a:pt x="564" y="600"/>
                  </a:lnTo>
                  <a:lnTo>
                    <a:pt x="552" y="594"/>
                  </a:lnTo>
                  <a:lnTo>
                    <a:pt x="540" y="594"/>
                  </a:lnTo>
                  <a:lnTo>
                    <a:pt x="528" y="588"/>
                  </a:lnTo>
                  <a:lnTo>
                    <a:pt x="504" y="588"/>
                  </a:lnTo>
                  <a:close/>
                  <a:moveTo>
                    <a:pt x="222" y="486"/>
                  </a:moveTo>
                  <a:lnTo>
                    <a:pt x="216" y="480"/>
                  </a:lnTo>
                  <a:lnTo>
                    <a:pt x="204" y="480"/>
                  </a:lnTo>
                  <a:lnTo>
                    <a:pt x="204" y="486"/>
                  </a:lnTo>
                  <a:lnTo>
                    <a:pt x="198" y="498"/>
                  </a:lnTo>
                  <a:lnTo>
                    <a:pt x="192" y="504"/>
                  </a:lnTo>
                  <a:lnTo>
                    <a:pt x="210" y="504"/>
                  </a:lnTo>
                  <a:lnTo>
                    <a:pt x="222" y="492"/>
                  </a:lnTo>
                  <a:lnTo>
                    <a:pt x="222" y="486"/>
                  </a:lnTo>
                  <a:close/>
                  <a:moveTo>
                    <a:pt x="126" y="504"/>
                  </a:moveTo>
                  <a:lnTo>
                    <a:pt x="132" y="498"/>
                  </a:lnTo>
                  <a:lnTo>
                    <a:pt x="132" y="492"/>
                  </a:lnTo>
                  <a:lnTo>
                    <a:pt x="144" y="492"/>
                  </a:lnTo>
                  <a:lnTo>
                    <a:pt x="150" y="480"/>
                  </a:lnTo>
                  <a:lnTo>
                    <a:pt x="156" y="474"/>
                  </a:lnTo>
                  <a:lnTo>
                    <a:pt x="156" y="462"/>
                  </a:lnTo>
                  <a:lnTo>
                    <a:pt x="138" y="444"/>
                  </a:lnTo>
                  <a:lnTo>
                    <a:pt x="138" y="432"/>
                  </a:lnTo>
                  <a:lnTo>
                    <a:pt x="132" y="438"/>
                  </a:lnTo>
                  <a:lnTo>
                    <a:pt x="126" y="426"/>
                  </a:lnTo>
                  <a:lnTo>
                    <a:pt x="120" y="420"/>
                  </a:lnTo>
                  <a:lnTo>
                    <a:pt x="78" y="420"/>
                  </a:lnTo>
                  <a:lnTo>
                    <a:pt x="72" y="426"/>
                  </a:lnTo>
                  <a:lnTo>
                    <a:pt x="30" y="450"/>
                  </a:lnTo>
                  <a:lnTo>
                    <a:pt x="30" y="462"/>
                  </a:lnTo>
                  <a:lnTo>
                    <a:pt x="24" y="462"/>
                  </a:lnTo>
                  <a:lnTo>
                    <a:pt x="18" y="468"/>
                  </a:lnTo>
                  <a:lnTo>
                    <a:pt x="12" y="468"/>
                  </a:lnTo>
                  <a:lnTo>
                    <a:pt x="0" y="480"/>
                  </a:lnTo>
                  <a:lnTo>
                    <a:pt x="6" y="486"/>
                  </a:lnTo>
                  <a:lnTo>
                    <a:pt x="30" y="498"/>
                  </a:lnTo>
                  <a:lnTo>
                    <a:pt x="42" y="498"/>
                  </a:lnTo>
                  <a:lnTo>
                    <a:pt x="66" y="474"/>
                  </a:lnTo>
                  <a:lnTo>
                    <a:pt x="84" y="498"/>
                  </a:lnTo>
                  <a:lnTo>
                    <a:pt x="120" y="504"/>
                  </a:lnTo>
                  <a:lnTo>
                    <a:pt x="126" y="504"/>
                  </a:lnTo>
                  <a:close/>
                  <a:moveTo>
                    <a:pt x="78" y="228"/>
                  </a:moveTo>
                  <a:lnTo>
                    <a:pt x="72" y="228"/>
                  </a:lnTo>
                  <a:lnTo>
                    <a:pt x="66" y="234"/>
                  </a:lnTo>
                  <a:lnTo>
                    <a:pt x="66" y="240"/>
                  </a:lnTo>
                  <a:lnTo>
                    <a:pt x="84" y="240"/>
                  </a:lnTo>
                  <a:lnTo>
                    <a:pt x="84" y="228"/>
                  </a:lnTo>
                  <a:lnTo>
                    <a:pt x="78" y="228"/>
                  </a:lnTo>
                  <a:close/>
                  <a:moveTo>
                    <a:pt x="108" y="210"/>
                  </a:moveTo>
                  <a:lnTo>
                    <a:pt x="126" y="210"/>
                  </a:lnTo>
                  <a:lnTo>
                    <a:pt x="132" y="204"/>
                  </a:lnTo>
                  <a:lnTo>
                    <a:pt x="132" y="198"/>
                  </a:lnTo>
                  <a:lnTo>
                    <a:pt x="138" y="186"/>
                  </a:lnTo>
                  <a:lnTo>
                    <a:pt x="150" y="174"/>
                  </a:lnTo>
                  <a:lnTo>
                    <a:pt x="150" y="168"/>
                  </a:lnTo>
                  <a:lnTo>
                    <a:pt x="138" y="174"/>
                  </a:lnTo>
                  <a:lnTo>
                    <a:pt x="132" y="174"/>
                  </a:lnTo>
                  <a:lnTo>
                    <a:pt x="114" y="192"/>
                  </a:lnTo>
                  <a:lnTo>
                    <a:pt x="108" y="186"/>
                  </a:lnTo>
                  <a:lnTo>
                    <a:pt x="96" y="186"/>
                  </a:lnTo>
                  <a:lnTo>
                    <a:pt x="90" y="192"/>
                  </a:lnTo>
                  <a:lnTo>
                    <a:pt x="90" y="210"/>
                  </a:lnTo>
                  <a:lnTo>
                    <a:pt x="96" y="216"/>
                  </a:lnTo>
                  <a:lnTo>
                    <a:pt x="96" y="228"/>
                  </a:lnTo>
                  <a:lnTo>
                    <a:pt x="108" y="210"/>
                  </a:lnTo>
                  <a:close/>
                  <a:moveTo>
                    <a:pt x="72" y="252"/>
                  </a:moveTo>
                  <a:lnTo>
                    <a:pt x="60" y="282"/>
                  </a:lnTo>
                  <a:lnTo>
                    <a:pt x="78" y="258"/>
                  </a:lnTo>
                  <a:lnTo>
                    <a:pt x="72" y="252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67" name="United Arab Emirates" descr="© INSCALE GmbH, 05.05.2010&#10;http://www.presentationload.com/">
              <a:extLst>
                <a:ext uri="{FF2B5EF4-FFF2-40B4-BE49-F238E27FC236}">
                  <a16:creationId xmlns:a16="http://schemas.microsoft.com/office/drawing/2014/main" id="{830D934E-A420-4043-8A79-4CFE86DF0517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612852" y="2241001"/>
              <a:ext cx="131490" cy="125375"/>
            </a:xfrm>
            <a:custGeom>
              <a:avLst/>
              <a:gdLst>
                <a:gd name="T0" fmla="*/ 2147483647 w 336"/>
                <a:gd name="T1" fmla="*/ 2147483647 h 318"/>
                <a:gd name="T2" fmla="*/ 2147483647 w 336"/>
                <a:gd name="T3" fmla="*/ 2147483647 h 318"/>
                <a:gd name="T4" fmla="*/ 2147483647 w 336"/>
                <a:gd name="T5" fmla="*/ 2147483647 h 318"/>
                <a:gd name="T6" fmla="*/ 2147483647 w 336"/>
                <a:gd name="T7" fmla="*/ 2147483647 h 318"/>
                <a:gd name="T8" fmla="*/ 2147483647 w 336"/>
                <a:gd name="T9" fmla="*/ 2147483647 h 318"/>
                <a:gd name="T10" fmla="*/ 2147483647 w 336"/>
                <a:gd name="T11" fmla="*/ 0 h 318"/>
                <a:gd name="T12" fmla="*/ 2147483647 w 336"/>
                <a:gd name="T13" fmla="*/ 2147483647 h 318"/>
                <a:gd name="T14" fmla="*/ 2147483647 w 336"/>
                <a:gd name="T15" fmla="*/ 2147483647 h 318"/>
                <a:gd name="T16" fmla="*/ 2147483647 w 336"/>
                <a:gd name="T17" fmla="*/ 2147483647 h 318"/>
                <a:gd name="T18" fmla="*/ 2147483647 w 336"/>
                <a:gd name="T19" fmla="*/ 2147483647 h 318"/>
                <a:gd name="T20" fmla="*/ 2147483647 w 336"/>
                <a:gd name="T21" fmla="*/ 2147483647 h 318"/>
                <a:gd name="T22" fmla="*/ 2147483647 w 336"/>
                <a:gd name="T23" fmla="*/ 2147483647 h 318"/>
                <a:gd name="T24" fmla="*/ 2147483647 w 336"/>
                <a:gd name="T25" fmla="*/ 2147483647 h 318"/>
                <a:gd name="T26" fmla="*/ 2147483647 w 336"/>
                <a:gd name="T27" fmla="*/ 2147483647 h 318"/>
                <a:gd name="T28" fmla="*/ 2147483647 w 336"/>
                <a:gd name="T29" fmla="*/ 2147483647 h 318"/>
                <a:gd name="T30" fmla="*/ 2147483647 w 336"/>
                <a:gd name="T31" fmla="*/ 2147483647 h 318"/>
                <a:gd name="T32" fmla="*/ 2147483647 w 336"/>
                <a:gd name="T33" fmla="*/ 2147483647 h 318"/>
                <a:gd name="T34" fmla="*/ 2147483647 w 336"/>
                <a:gd name="T35" fmla="*/ 2147483647 h 318"/>
                <a:gd name="T36" fmla="*/ 0 w 336"/>
                <a:gd name="T37" fmla="*/ 2147483647 h 318"/>
                <a:gd name="T38" fmla="*/ 2147483647 w 336"/>
                <a:gd name="T39" fmla="*/ 2147483647 h 318"/>
                <a:gd name="T40" fmla="*/ 2147483647 w 336"/>
                <a:gd name="T41" fmla="*/ 2147483647 h 318"/>
                <a:gd name="T42" fmla="*/ 2147483647 w 336"/>
                <a:gd name="T43" fmla="*/ 2147483647 h 318"/>
                <a:gd name="T44" fmla="*/ 2147483647 w 336"/>
                <a:gd name="T45" fmla="*/ 2147483647 h 318"/>
                <a:gd name="T46" fmla="*/ 2147483647 w 336"/>
                <a:gd name="T47" fmla="*/ 2147483647 h 318"/>
                <a:gd name="T48" fmla="*/ 2147483647 w 336"/>
                <a:gd name="T49" fmla="*/ 2147483647 h 318"/>
                <a:gd name="T50" fmla="*/ 2147483647 w 336"/>
                <a:gd name="T51" fmla="*/ 2147483647 h 318"/>
                <a:gd name="T52" fmla="*/ 2147483647 w 336"/>
                <a:gd name="T53" fmla="*/ 2147483647 h 318"/>
                <a:gd name="T54" fmla="*/ 2147483647 w 336"/>
                <a:gd name="T55" fmla="*/ 2147483647 h 318"/>
                <a:gd name="T56" fmla="*/ 2147483647 w 336"/>
                <a:gd name="T57" fmla="*/ 2147483647 h 318"/>
                <a:gd name="T58" fmla="*/ 2147483647 w 336"/>
                <a:gd name="T59" fmla="*/ 2147483647 h 318"/>
                <a:gd name="T60" fmla="*/ 2147483647 w 336"/>
                <a:gd name="T61" fmla="*/ 2147483647 h 318"/>
                <a:gd name="T62" fmla="*/ 2147483647 w 336"/>
                <a:gd name="T63" fmla="*/ 2147483647 h 318"/>
                <a:gd name="T64" fmla="*/ 2147483647 w 336"/>
                <a:gd name="T65" fmla="*/ 2147483647 h 318"/>
                <a:gd name="T66" fmla="*/ 2147483647 w 336"/>
                <a:gd name="T67" fmla="*/ 2147483647 h 318"/>
                <a:gd name="T68" fmla="*/ 2147483647 w 336"/>
                <a:gd name="T69" fmla="*/ 2147483647 h 31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36"/>
                <a:gd name="T106" fmla="*/ 0 h 318"/>
                <a:gd name="T107" fmla="*/ 336 w 336"/>
                <a:gd name="T108" fmla="*/ 318 h 31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36" h="318">
                  <a:moveTo>
                    <a:pt x="300" y="120"/>
                  </a:moveTo>
                  <a:lnTo>
                    <a:pt x="306" y="120"/>
                  </a:lnTo>
                  <a:lnTo>
                    <a:pt x="306" y="126"/>
                  </a:lnTo>
                  <a:lnTo>
                    <a:pt x="312" y="138"/>
                  </a:lnTo>
                  <a:lnTo>
                    <a:pt x="336" y="132"/>
                  </a:lnTo>
                  <a:lnTo>
                    <a:pt x="330" y="120"/>
                  </a:lnTo>
                  <a:lnTo>
                    <a:pt x="324" y="102"/>
                  </a:lnTo>
                  <a:lnTo>
                    <a:pt x="324" y="60"/>
                  </a:lnTo>
                  <a:lnTo>
                    <a:pt x="330" y="42"/>
                  </a:lnTo>
                  <a:lnTo>
                    <a:pt x="330" y="6"/>
                  </a:lnTo>
                  <a:lnTo>
                    <a:pt x="324" y="0"/>
                  </a:lnTo>
                  <a:lnTo>
                    <a:pt x="318" y="0"/>
                  </a:lnTo>
                  <a:lnTo>
                    <a:pt x="312" y="6"/>
                  </a:lnTo>
                  <a:lnTo>
                    <a:pt x="306" y="18"/>
                  </a:lnTo>
                  <a:lnTo>
                    <a:pt x="300" y="36"/>
                  </a:lnTo>
                  <a:lnTo>
                    <a:pt x="288" y="60"/>
                  </a:lnTo>
                  <a:lnTo>
                    <a:pt x="282" y="66"/>
                  </a:lnTo>
                  <a:lnTo>
                    <a:pt x="282" y="72"/>
                  </a:lnTo>
                  <a:lnTo>
                    <a:pt x="276" y="72"/>
                  </a:lnTo>
                  <a:lnTo>
                    <a:pt x="264" y="78"/>
                  </a:lnTo>
                  <a:lnTo>
                    <a:pt x="234" y="108"/>
                  </a:lnTo>
                  <a:lnTo>
                    <a:pt x="228" y="120"/>
                  </a:lnTo>
                  <a:lnTo>
                    <a:pt x="216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8" y="168"/>
                  </a:lnTo>
                  <a:lnTo>
                    <a:pt x="192" y="180"/>
                  </a:lnTo>
                  <a:lnTo>
                    <a:pt x="192" y="186"/>
                  </a:lnTo>
                  <a:lnTo>
                    <a:pt x="186" y="192"/>
                  </a:lnTo>
                  <a:lnTo>
                    <a:pt x="150" y="192"/>
                  </a:lnTo>
                  <a:lnTo>
                    <a:pt x="132" y="186"/>
                  </a:lnTo>
                  <a:lnTo>
                    <a:pt x="90" y="186"/>
                  </a:lnTo>
                  <a:lnTo>
                    <a:pt x="72" y="192"/>
                  </a:lnTo>
                  <a:lnTo>
                    <a:pt x="48" y="204"/>
                  </a:lnTo>
                  <a:lnTo>
                    <a:pt x="24" y="204"/>
                  </a:lnTo>
                  <a:lnTo>
                    <a:pt x="12" y="192"/>
                  </a:lnTo>
                  <a:lnTo>
                    <a:pt x="0" y="186"/>
                  </a:lnTo>
                  <a:lnTo>
                    <a:pt x="0" y="198"/>
                  </a:lnTo>
                  <a:lnTo>
                    <a:pt x="18" y="216"/>
                  </a:lnTo>
                  <a:lnTo>
                    <a:pt x="30" y="240"/>
                  </a:lnTo>
                  <a:lnTo>
                    <a:pt x="54" y="264"/>
                  </a:lnTo>
                  <a:lnTo>
                    <a:pt x="60" y="276"/>
                  </a:lnTo>
                  <a:lnTo>
                    <a:pt x="72" y="282"/>
                  </a:lnTo>
                  <a:lnTo>
                    <a:pt x="78" y="294"/>
                  </a:lnTo>
                  <a:lnTo>
                    <a:pt x="96" y="294"/>
                  </a:lnTo>
                  <a:lnTo>
                    <a:pt x="132" y="300"/>
                  </a:lnTo>
                  <a:lnTo>
                    <a:pt x="228" y="312"/>
                  </a:lnTo>
                  <a:lnTo>
                    <a:pt x="270" y="318"/>
                  </a:lnTo>
                  <a:lnTo>
                    <a:pt x="264" y="306"/>
                  </a:lnTo>
                  <a:lnTo>
                    <a:pt x="258" y="300"/>
                  </a:lnTo>
                  <a:lnTo>
                    <a:pt x="252" y="288"/>
                  </a:lnTo>
                  <a:lnTo>
                    <a:pt x="252" y="276"/>
                  </a:lnTo>
                  <a:lnTo>
                    <a:pt x="258" y="270"/>
                  </a:lnTo>
                  <a:lnTo>
                    <a:pt x="264" y="258"/>
                  </a:lnTo>
                  <a:lnTo>
                    <a:pt x="270" y="252"/>
                  </a:lnTo>
                  <a:lnTo>
                    <a:pt x="276" y="240"/>
                  </a:lnTo>
                  <a:lnTo>
                    <a:pt x="276" y="228"/>
                  </a:lnTo>
                  <a:lnTo>
                    <a:pt x="282" y="216"/>
                  </a:lnTo>
                  <a:lnTo>
                    <a:pt x="282" y="204"/>
                  </a:lnTo>
                  <a:lnTo>
                    <a:pt x="288" y="198"/>
                  </a:lnTo>
                  <a:lnTo>
                    <a:pt x="288" y="192"/>
                  </a:lnTo>
                  <a:lnTo>
                    <a:pt x="300" y="192"/>
                  </a:lnTo>
                  <a:lnTo>
                    <a:pt x="300" y="198"/>
                  </a:lnTo>
                  <a:lnTo>
                    <a:pt x="306" y="198"/>
                  </a:lnTo>
                  <a:lnTo>
                    <a:pt x="306" y="192"/>
                  </a:lnTo>
                  <a:lnTo>
                    <a:pt x="288" y="174"/>
                  </a:lnTo>
                  <a:lnTo>
                    <a:pt x="288" y="144"/>
                  </a:lnTo>
                  <a:lnTo>
                    <a:pt x="294" y="132"/>
                  </a:lnTo>
                  <a:lnTo>
                    <a:pt x="294" y="126"/>
                  </a:lnTo>
                  <a:lnTo>
                    <a:pt x="300" y="120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68" name="Ukraine" descr="© INSCALE GmbH, 05.05.2010&#10;http://www.presentationload.com/">
              <a:extLst>
                <a:ext uri="{FF2B5EF4-FFF2-40B4-BE49-F238E27FC236}">
                  <a16:creationId xmlns:a16="http://schemas.microsoft.com/office/drawing/2014/main" id="{AE7D0B5B-6EDF-4726-B534-724A8F7B5489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781102" y="1436771"/>
              <a:ext cx="437283" cy="244632"/>
            </a:xfrm>
            <a:custGeom>
              <a:avLst/>
              <a:gdLst>
                <a:gd name="T0" fmla="*/ 2147483647 w 1116"/>
                <a:gd name="T1" fmla="*/ 2147483647 h 624"/>
                <a:gd name="T2" fmla="*/ 2147483647 w 1116"/>
                <a:gd name="T3" fmla="*/ 2147483647 h 624"/>
                <a:gd name="T4" fmla="*/ 2147483647 w 1116"/>
                <a:gd name="T5" fmla="*/ 2147483647 h 624"/>
                <a:gd name="T6" fmla="*/ 2147483647 w 1116"/>
                <a:gd name="T7" fmla="*/ 2147483647 h 624"/>
                <a:gd name="T8" fmla="*/ 2147483647 w 1116"/>
                <a:gd name="T9" fmla="*/ 2147483647 h 624"/>
                <a:gd name="T10" fmla="*/ 2147483647 w 1116"/>
                <a:gd name="T11" fmla="*/ 2147483647 h 624"/>
                <a:gd name="T12" fmla="*/ 2147483647 w 1116"/>
                <a:gd name="T13" fmla="*/ 2147483647 h 624"/>
                <a:gd name="T14" fmla="*/ 2147483647 w 1116"/>
                <a:gd name="T15" fmla="*/ 2147483647 h 624"/>
                <a:gd name="T16" fmla="*/ 2147483647 w 1116"/>
                <a:gd name="T17" fmla="*/ 2147483647 h 624"/>
                <a:gd name="T18" fmla="*/ 2147483647 w 1116"/>
                <a:gd name="T19" fmla="*/ 2147483647 h 624"/>
                <a:gd name="T20" fmla="*/ 2147483647 w 1116"/>
                <a:gd name="T21" fmla="*/ 2147483647 h 624"/>
                <a:gd name="T22" fmla="*/ 2147483647 w 1116"/>
                <a:gd name="T23" fmla="*/ 2147483647 h 624"/>
                <a:gd name="T24" fmla="*/ 2147483647 w 1116"/>
                <a:gd name="T25" fmla="*/ 2147483647 h 624"/>
                <a:gd name="T26" fmla="*/ 2147483647 w 1116"/>
                <a:gd name="T27" fmla="*/ 2147483647 h 624"/>
                <a:gd name="T28" fmla="*/ 2147483647 w 1116"/>
                <a:gd name="T29" fmla="*/ 2147483647 h 624"/>
                <a:gd name="T30" fmla="*/ 2147483647 w 1116"/>
                <a:gd name="T31" fmla="*/ 2147483647 h 624"/>
                <a:gd name="T32" fmla="*/ 2147483647 w 1116"/>
                <a:gd name="T33" fmla="*/ 2147483647 h 624"/>
                <a:gd name="T34" fmla="*/ 2147483647 w 1116"/>
                <a:gd name="T35" fmla="*/ 2147483647 h 624"/>
                <a:gd name="T36" fmla="*/ 2147483647 w 1116"/>
                <a:gd name="T37" fmla="*/ 2147483647 h 624"/>
                <a:gd name="T38" fmla="*/ 2147483647 w 1116"/>
                <a:gd name="T39" fmla="*/ 2147483647 h 624"/>
                <a:gd name="T40" fmla="*/ 2147483647 w 1116"/>
                <a:gd name="T41" fmla="*/ 2147483647 h 624"/>
                <a:gd name="T42" fmla="*/ 2147483647 w 1116"/>
                <a:gd name="T43" fmla="*/ 2147483647 h 624"/>
                <a:gd name="T44" fmla="*/ 2147483647 w 1116"/>
                <a:gd name="T45" fmla="*/ 2147483647 h 624"/>
                <a:gd name="T46" fmla="*/ 2147483647 w 1116"/>
                <a:gd name="T47" fmla="*/ 2147483647 h 624"/>
                <a:gd name="T48" fmla="*/ 2147483647 w 1116"/>
                <a:gd name="T49" fmla="*/ 2147483647 h 624"/>
                <a:gd name="T50" fmla="*/ 2147483647 w 1116"/>
                <a:gd name="T51" fmla="*/ 2147483647 h 624"/>
                <a:gd name="T52" fmla="*/ 2147483647 w 1116"/>
                <a:gd name="T53" fmla="*/ 2147483647 h 624"/>
                <a:gd name="T54" fmla="*/ 2147483647 w 1116"/>
                <a:gd name="T55" fmla="*/ 2147483647 h 624"/>
                <a:gd name="T56" fmla="*/ 2147483647 w 1116"/>
                <a:gd name="T57" fmla="*/ 2147483647 h 624"/>
                <a:gd name="T58" fmla="*/ 2147483647 w 1116"/>
                <a:gd name="T59" fmla="*/ 2147483647 h 624"/>
                <a:gd name="T60" fmla="*/ 2147483647 w 1116"/>
                <a:gd name="T61" fmla="*/ 2147483647 h 624"/>
                <a:gd name="T62" fmla="*/ 2147483647 w 1116"/>
                <a:gd name="T63" fmla="*/ 2147483647 h 624"/>
                <a:gd name="T64" fmla="*/ 2147483647 w 1116"/>
                <a:gd name="T65" fmla="*/ 2147483647 h 624"/>
                <a:gd name="T66" fmla="*/ 2147483647 w 1116"/>
                <a:gd name="T67" fmla="*/ 2147483647 h 624"/>
                <a:gd name="T68" fmla="*/ 2147483647 w 1116"/>
                <a:gd name="T69" fmla="*/ 2147483647 h 624"/>
                <a:gd name="T70" fmla="*/ 2147483647 w 1116"/>
                <a:gd name="T71" fmla="*/ 2147483647 h 624"/>
                <a:gd name="T72" fmla="*/ 2147483647 w 1116"/>
                <a:gd name="T73" fmla="*/ 2147483647 h 624"/>
                <a:gd name="T74" fmla="*/ 2147483647 w 1116"/>
                <a:gd name="T75" fmla="*/ 2147483647 h 624"/>
                <a:gd name="T76" fmla="*/ 2147483647 w 1116"/>
                <a:gd name="T77" fmla="*/ 2147483647 h 624"/>
                <a:gd name="T78" fmla="*/ 2147483647 w 1116"/>
                <a:gd name="T79" fmla="*/ 2147483647 h 624"/>
                <a:gd name="T80" fmla="*/ 2147483647 w 1116"/>
                <a:gd name="T81" fmla="*/ 2147483647 h 624"/>
                <a:gd name="T82" fmla="*/ 2147483647 w 1116"/>
                <a:gd name="T83" fmla="*/ 2147483647 h 624"/>
                <a:gd name="T84" fmla="*/ 2147483647 w 1116"/>
                <a:gd name="T85" fmla="*/ 2147483647 h 624"/>
                <a:gd name="T86" fmla="*/ 2147483647 w 1116"/>
                <a:gd name="T87" fmla="*/ 2147483647 h 624"/>
                <a:gd name="T88" fmla="*/ 2147483647 w 1116"/>
                <a:gd name="T89" fmla="*/ 0 h 624"/>
                <a:gd name="T90" fmla="*/ 2147483647 w 1116"/>
                <a:gd name="T91" fmla="*/ 2147483647 h 624"/>
                <a:gd name="T92" fmla="*/ 2147483647 w 1116"/>
                <a:gd name="T93" fmla="*/ 2147483647 h 624"/>
                <a:gd name="T94" fmla="*/ 2147483647 w 1116"/>
                <a:gd name="T95" fmla="*/ 2147483647 h 624"/>
                <a:gd name="T96" fmla="*/ 2147483647 w 1116"/>
                <a:gd name="T97" fmla="*/ 2147483647 h 624"/>
                <a:gd name="T98" fmla="*/ 2147483647 w 1116"/>
                <a:gd name="T99" fmla="*/ 2147483647 h 624"/>
                <a:gd name="T100" fmla="*/ 2147483647 w 1116"/>
                <a:gd name="T101" fmla="*/ 2147483647 h 624"/>
                <a:gd name="T102" fmla="*/ 2147483647 w 1116"/>
                <a:gd name="T103" fmla="*/ 2147483647 h 624"/>
                <a:gd name="T104" fmla="*/ 2147483647 w 1116"/>
                <a:gd name="T105" fmla="*/ 2147483647 h 624"/>
                <a:gd name="T106" fmla="*/ 2147483647 w 1116"/>
                <a:gd name="T107" fmla="*/ 2147483647 h 624"/>
                <a:gd name="T108" fmla="*/ 2147483647 w 1116"/>
                <a:gd name="T109" fmla="*/ 2147483647 h 624"/>
                <a:gd name="T110" fmla="*/ 2147483647 w 1116"/>
                <a:gd name="T111" fmla="*/ 2147483647 h 624"/>
                <a:gd name="T112" fmla="*/ 2147483647 w 1116"/>
                <a:gd name="T113" fmla="*/ 2147483647 h 624"/>
                <a:gd name="T114" fmla="*/ 2147483647 w 1116"/>
                <a:gd name="T115" fmla="*/ 2147483647 h 624"/>
                <a:gd name="T116" fmla="*/ 2147483647 w 1116"/>
                <a:gd name="T117" fmla="*/ 2147483647 h 6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16"/>
                <a:gd name="T178" fmla="*/ 0 h 624"/>
                <a:gd name="T179" fmla="*/ 1116 w 1116"/>
                <a:gd name="T180" fmla="*/ 624 h 6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16" h="624">
                  <a:moveTo>
                    <a:pt x="24" y="324"/>
                  </a:moveTo>
                  <a:lnTo>
                    <a:pt x="30" y="324"/>
                  </a:lnTo>
                  <a:lnTo>
                    <a:pt x="36" y="330"/>
                  </a:lnTo>
                  <a:lnTo>
                    <a:pt x="48" y="330"/>
                  </a:lnTo>
                  <a:lnTo>
                    <a:pt x="54" y="336"/>
                  </a:lnTo>
                  <a:lnTo>
                    <a:pt x="78" y="336"/>
                  </a:lnTo>
                  <a:lnTo>
                    <a:pt x="84" y="342"/>
                  </a:lnTo>
                  <a:lnTo>
                    <a:pt x="108" y="342"/>
                  </a:lnTo>
                  <a:lnTo>
                    <a:pt x="114" y="348"/>
                  </a:lnTo>
                  <a:lnTo>
                    <a:pt x="126" y="342"/>
                  </a:lnTo>
                  <a:lnTo>
                    <a:pt x="132" y="342"/>
                  </a:lnTo>
                  <a:lnTo>
                    <a:pt x="144" y="336"/>
                  </a:lnTo>
                  <a:lnTo>
                    <a:pt x="150" y="336"/>
                  </a:lnTo>
                  <a:lnTo>
                    <a:pt x="174" y="360"/>
                  </a:lnTo>
                  <a:lnTo>
                    <a:pt x="186" y="360"/>
                  </a:lnTo>
                  <a:lnTo>
                    <a:pt x="198" y="348"/>
                  </a:lnTo>
                  <a:lnTo>
                    <a:pt x="198" y="342"/>
                  </a:lnTo>
                  <a:lnTo>
                    <a:pt x="222" y="348"/>
                  </a:lnTo>
                  <a:lnTo>
                    <a:pt x="228" y="336"/>
                  </a:lnTo>
                  <a:lnTo>
                    <a:pt x="234" y="342"/>
                  </a:lnTo>
                  <a:lnTo>
                    <a:pt x="252" y="342"/>
                  </a:lnTo>
                  <a:lnTo>
                    <a:pt x="258" y="336"/>
                  </a:lnTo>
                  <a:lnTo>
                    <a:pt x="258" y="330"/>
                  </a:lnTo>
                  <a:lnTo>
                    <a:pt x="270" y="318"/>
                  </a:lnTo>
                  <a:lnTo>
                    <a:pt x="282" y="318"/>
                  </a:lnTo>
                  <a:lnTo>
                    <a:pt x="288" y="306"/>
                  </a:lnTo>
                  <a:lnTo>
                    <a:pt x="294" y="306"/>
                  </a:lnTo>
                  <a:lnTo>
                    <a:pt x="306" y="312"/>
                  </a:lnTo>
                  <a:lnTo>
                    <a:pt x="318" y="312"/>
                  </a:lnTo>
                  <a:lnTo>
                    <a:pt x="318" y="306"/>
                  </a:lnTo>
                  <a:lnTo>
                    <a:pt x="324" y="306"/>
                  </a:lnTo>
                  <a:lnTo>
                    <a:pt x="336" y="300"/>
                  </a:lnTo>
                  <a:lnTo>
                    <a:pt x="342" y="300"/>
                  </a:lnTo>
                  <a:lnTo>
                    <a:pt x="354" y="312"/>
                  </a:lnTo>
                  <a:lnTo>
                    <a:pt x="360" y="312"/>
                  </a:lnTo>
                  <a:lnTo>
                    <a:pt x="360" y="318"/>
                  </a:lnTo>
                  <a:lnTo>
                    <a:pt x="402" y="318"/>
                  </a:lnTo>
                  <a:lnTo>
                    <a:pt x="408" y="324"/>
                  </a:lnTo>
                  <a:lnTo>
                    <a:pt x="408" y="336"/>
                  </a:lnTo>
                  <a:lnTo>
                    <a:pt x="426" y="336"/>
                  </a:lnTo>
                  <a:lnTo>
                    <a:pt x="438" y="342"/>
                  </a:lnTo>
                  <a:lnTo>
                    <a:pt x="444" y="348"/>
                  </a:lnTo>
                  <a:lnTo>
                    <a:pt x="450" y="360"/>
                  </a:lnTo>
                  <a:lnTo>
                    <a:pt x="444" y="366"/>
                  </a:lnTo>
                  <a:lnTo>
                    <a:pt x="444" y="390"/>
                  </a:lnTo>
                  <a:lnTo>
                    <a:pt x="456" y="384"/>
                  </a:lnTo>
                  <a:lnTo>
                    <a:pt x="462" y="384"/>
                  </a:lnTo>
                  <a:lnTo>
                    <a:pt x="468" y="390"/>
                  </a:lnTo>
                  <a:lnTo>
                    <a:pt x="462" y="396"/>
                  </a:lnTo>
                  <a:lnTo>
                    <a:pt x="462" y="414"/>
                  </a:lnTo>
                  <a:lnTo>
                    <a:pt x="474" y="414"/>
                  </a:lnTo>
                  <a:lnTo>
                    <a:pt x="480" y="420"/>
                  </a:lnTo>
                  <a:lnTo>
                    <a:pt x="492" y="420"/>
                  </a:lnTo>
                  <a:lnTo>
                    <a:pt x="498" y="426"/>
                  </a:lnTo>
                  <a:lnTo>
                    <a:pt x="498" y="456"/>
                  </a:lnTo>
                  <a:lnTo>
                    <a:pt x="492" y="456"/>
                  </a:lnTo>
                  <a:lnTo>
                    <a:pt x="480" y="462"/>
                  </a:lnTo>
                  <a:lnTo>
                    <a:pt x="462" y="462"/>
                  </a:lnTo>
                  <a:lnTo>
                    <a:pt x="456" y="456"/>
                  </a:lnTo>
                  <a:lnTo>
                    <a:pt x="438" y="456"/>
                  </a:lnTo>
                  <a:lnTo>
                    <a:pt x="432" y="462"/>
                  </a:lnTo>
                  <a:lnTo>
                    <a:pt x="432" y="468"/>
                  </a:lnTo>
                  <a:lnTo>
                    <a:pt x="438" y="468"/>
                  </a:lnTo>
                  <a:lnTo>
                    <a:pt x="450" y="474"/>
                  </a:lnTo>
                  <a:lnTo>
                    <a:pt x="456" y="480"/>
                  </a:lnTo>
                  <a:lnTo>
                    <a:pt x="438" y="492"/>
                  </a:lnTo>
                  <a:lnTo>
                    <a:pt x="432" y="498"/>
                  </a:lnTo>
                  <a:lnTo>
                    <a:pt x="420" y="504"/>
                  </a:lnTo>
                  <a:lnTo>
                    <a:pt x="414" y="504"/>
                  </a:lnTo>
                  <a:lnTo>
                    <a:pt x="414" y="516"/>
                  </a:lnTo>
                  <a:lnTo>
                    <a:pt x="420" y="522"/>
                  </a:lnTo>
                  <a:lnTo>
                    <a:pt x="420" y="534"/>
                  </a:lnTo>
                  <a:lnTo>
                    <a:pt x="396" y="540"/>
                  </a:lnTo>
                  <a:lnTo>
                    <a:pt x="390" y="528"/>
                  </a:lnTo>
                  <a:lnTo>
                    <a:pt x="390" y="516"/>
                  </a:lnTo>
                  <a:lnTo>
                    <a:pt x="390" y="528"/>
                  </a:lnTo>
                  <a:lnTo>
                    <a:pt x="396" y="540"/>
                  </a:lnTo>
                  <a:lnTo>
                    <a:pt x="396" y="546"/>
                  </a:lnTo>
                  <a:lnTo>
                    <a:pt x="408" y="552"/>
                  </a:lnTo>
                  <a:lnTo>
                    <a:pt x="438" y="552"/>
                  </a:lnTo>
                  <a:lnTo>
                    <a:pt x="444" y="546"/>
                  </a:lnTo>
                  <a:lnTo>
                    <a:pt x="450" y="546"/>
                  </a:lnTo>
                  <a:lnTo>
                    <a:pt x="456" y="540"/>
                  </a:lnTo>
                  <a:lnTo>
                    <a:pt x="474" y="540"/>
                  </a:lnTo>
                  <a:lnTo>
                    <a:pt x="480" y="534"/>
                  </a:lnTo>
                  <a:lnTo>
                    <a:pt x="486" y="534"/>
                  </a:lnTo>
                  <a:lnTo>
                    <a:pt x="480" y="528"/>
                  </a:lnTo>
                  <a:lnTo>
                    <a:pt x="486" y="528"/>
                  </a:lnTo>
                  <a:lnTo>
                    <a:pt x="492" y="522"/>
                  </a:lnTo>
                  <a:lnTo>
                    <a:pt x="510" y="516"/>
                  </a:lnTo>
                  <a:lnTo>
                    <a:pt x="522" y="510"/>
                  </a:lnTo>
                  <a:lnTo>
                    <a:pt x="528" y="504"/>
                  </a:lnTo>
                  <a:lnTo>
                    <a:pt x="534" y="492"/>
                  </a:lnTo>
                  <a:lnTo>
                    <a:pt x="540" y="486"/>
                  </a:lnTo>
                  <a:lnTo>
                    <a:pt x="546" y="474"/>
                  </a:lnTo>
                  <a:lnTo>
                    <a:pt x="552" y="468"/>
                  </a:lnTo>
                  <a:lnTo>
                    <a:pt x="552" y="462"/>
                  </a:lnTo>
                  <a:lnTo>
                    <a:pt x="582" y="450"/>
                  </a:lnTo>
                  <a:lnTo>
                    <a:pt x="600" y="438"/>
                  </a:lnTo>
                  <a:lnTo>
                    <a:pt x="612" y="444"/>
                  </a:lnTo>
                  <a:lnTo>
                    <a:pt x="624" y="444"/>
                  </a:lnTo>
                  <a:lnTo>
                    <a:pt x="636" y="450"/>
                  </a:lnTo>
                  <a:lnTo>
                    <a:pt x="654" y="450"/>
                  </a:lnTo>
                  <a:lnTo>
                    <a:pt x="666" y="438"/>
                  </a:lnTo>
                  <a:lnTo>
                    <a:pt x="648" y="462"/>
                  </a:lnTo>
                  <a:lnTo>
                    <a:pt x="624" y="462"/>
                  </a:lnTo>
                  <a:lnTo>
                    <a:pt x="630" y="468"/>
                  </a:lnTo>
                  <a:lnTo>
                    <a:pt x="642" y="474"/>
                  </a:lnTo>
                  <a:lnTo>
                    <a:pt x="654" y="486"/>
                  </a:lnTo>
                  <a:lnTo>
                    <a:pt x="726" y="486"/>
                  </a:lnTo>
                  <a:lnTo>
                    <a:pt x="738" y="504"/>
                  </a:lnTo>
                  <a:lnTo>
                    <a:pt x="726" y="510"/>
                  </a:lnTo>
                  <a:lnTo>
                    <a:pt x="720" y="516"/>
                  </a:lnTo>
                  <a:lnTo>
                    <a:pt x="684" y="534"/>
                  </a:lnTo>
                  <a:lnTo>
                    <a:pt x="678" y="540"/>
                  </a:lnTo>
                  <a:lnTo>
                    <a:pt x="678" y="546"/>
                  </a:lnTo>
                  <a:lnTo>
                    <a:pt x="684" y="546"/>
                  </a:lnTo>
                  <a:lnTo>
                    <a:pt x="690" y="552"/>
                  </a:lnTo>
                  <a:lnTo>
                    <a:pt x="720" y="552"/>
                  </a:lnTo>
                  <a:lnTo>
                    <a:pt x="732" y="558"/>
                  </a:lnTo>
                  <a:lnTo>
                    <a:pt x="744" y="570"/>
                  </a:lnTo>
                  <a:lnTo>
                    <a:pt x="744" y="594"/>
                  </a:lnTo>
                  <a:lnTo>
                    <a:pt x="738" y="606"/>
                  </a:lnTo>
                  <a:lnTo>
                    <a:pt x="738" y="618"/>
                  </a:lnTo>
                  <a:lnTo>
                    <a:pt x="756" y="618"/>
                  </a:lnTo>
                  <a:lnTo>
                    <a:pt x="768" y="624"/>
                  </a:lnTo>
                  <a:lnTo>
                    <a:pt x="780" y="624"/>
                  </a:lnTo>
                  <a:lnTo>
                    <a:pt x="780" y="618"/>
                  </a:lnTo>
                  <a:lnTo>
                    <a:pt x="792" y="606"/>
                  </a:lnTo>
                  <a:lnTo>
                    <a:pt x="804" y="600"/>
                  </a:lnTo>
                  <a:lnTo>
                    <a:pt x="810" y="594"/>
                  </a:lnTo>
                  <a:lnTo>
                    <a:pt x="840" y="594"/>
                  </a:lnTo>
                  <a:lnTo>
                    <a:pt x="858" y="576"/>
                  </a:lnTo>
                  <a:lnTo>
                    <a:pt x="858" y="570"/>
                  </a:lnTo>
                  <a:lnTo>
                    <a:pt x="864" y="564"/>
                  </a:lnTo>
                  <a:lnTo>
                    <a:pt x="870" y="564"/>
                  </a:lnTo>
                  <a:lnTo>
                    <a:pt x="882" y="576"/>
                  </a:lnTo>
                  <a:lnTo>
                    <a:pt x="918" y="570"/>
                  </a:lnTo>
                  <a:lnTo>
                    <a:pt x="918" y="552"/>
                  </a:lnTo>
                  <a:lnTo>
                    <a:pt x="930" y="540"/>
                  </a:lnTo>
                  <a:lnTo>
                    <a:pt x="900" y="540"/>
                  </a:lnTo>
                  <a:lnTo>
                    <a:pt x="894" y="546"/>
                  </a:lnTo>
                  <a:lnTo>
                    <a:pt x="882" y="552"/>
                  </a:lnTo>
                  <a:lnTo>
                    <a:pt x="852" y="552"/>
                  </a:lnTo>
                  <a:lnTo>
                    <a:pt x="846" y="546"/>
                  </a:lnTo>
                  <a:lnTo>
                    <a:pt x="834" y="540"/>
                  </a:lnTo>
                  <a:lnTo>
                    <a:pt x="828" y="534"/>
                  </a:lnTo>
                  <a:lnTo>
                    <a:pt x="828" y="522"/>
                  </a:lnTo>
                  <a:lnTo>
                    <a:pt x="822" y="516"/>
                  </a:lnTo>
                  <a:lnTo>
                    <a:pt x="810" y="516"/>
                  </a:lnTo>
                  <a:lnTo>
                    <a:pt x="786" y="498"/>
                  </a:lnTo>
                  <a:lnTo>
                    <a:pt x="750" y="492"/>
                  </a:lnTo>
                  <a:lnTo>
                    <a:pt x="744" y="480"/>
                  </a:lnTo>
                  <a:lnTo>
                    <a:pt x="810" y="480"/>
                  </a:lnTo>
                  <a:lnTo>
                    <a:pt x="822" y="474"/>
                  </a:lnTo>
                  <a:lnTo>
                    <a:pt x="834" y="462"/>
                  </a:lnTo>
                  <a:lnTo>
                    <a:pt x="846" y="468"/>
                  </a:lnTo>
                  <a:lnTo>
                    <a:pt x="852" y="462"/>
                  </a:lnTo>
                  <a:lnTo>
                    <a:pt x="864" y="456"/>
                  </a:lnTo>
                  <a:lnTo>
                    <a:pt x="870" y="450"/>
                  </a:lnTo>
                  <a:lnTo>
                    <a:pt x="882" y="444"/>
                  </a:lnTo>
                  <a:lnTo>
                    <a:pt x="906" y="444"/>
                  </a:lnTo>
                  <a:lnTo>
                    <a:pt x="918" y="438"/>
                  </a:lnTo>
                  <a:lnTo>
                    <a:pt x="930" y="438"/>
                  </a:lnTo>
                  <a:lnTo>
                    <a:pt x="978" y="408"/>
                  </a:lnTo>
                  <a:lnTo>
                    <a:pt x="1014" y="408"/>
                  </a:lnTo>
                  <a:lnTo>
                    <a:pt x="1014" y="372"/>
                  </a:lnTo>
                  <a:lnTo>
                    <a:pt x="1032" y="372"/>
                  </a:lnTo>
                  <a:lnTo>
                    <a:pt x="1038" y="366"/>
                  </a:lnTo>
                  <a:lnTo>
                    <a:pt x="1038" y="360"/>
                  </a:lnTo>
                  <a:lnTo>
                    <a:pt x="1050" y="348"/>
                  </a:lnTo>
                  <a:lnTo>
                    <a:pt x="1080" y="348"/>
                  </a:lnTo>
                  <a:lnTo>
                    <a:pt x="1092" y="342"/>
                  </a:lnTo>
                  <a:lnTo>
                    <a:pt x="1104" y="342"/>
                  </a:lnTo>
                  <a:lnTo>
                    <a:pt x="1116" y="330"/>
                  </a:lnTo>
                  <a:lnTo>
                    <a:pt x="1116" y="324"/>
                  </a:lnTo>
                  <a:lnTo>
                    <a:pt x="1110" y="312"/>
                  </a:lnTo>
                  <a:lnTo>
                    <a:pt x="1110" y="300"/>
                  </a:lnTo>
                  <a:lnTo>
                    <a:pt x="1098" y="294"/>
                  </a:lnTo>
                  <a:lnTo>
                    <a:pt x="1086" y="282"/>
                  </a:lnTo>
                  <a:lnTo>
                    <a:pt x="1092" y="276"/>
                  </a:lnTo>
                  <a:lnTo>
                    <a:pt x="1110" y="276"/>
                  </a:lnTo>
                  <a:lnTo>
                    <a:pt x="1116" y="270"/>
                  </a:lnTo>
                  <a:lnTo>
                    <a:pt x="1110" y="264"/>
                  </a:lnTo>
                  <a:lnTo>
                    <a:pt x="1104" y="264"/>
                  </a:lnTo>
                  <a:lnTo>
                    <a:pt x="1098" y="258"/>
                  </a:lnTo>
                  <a:lnTo>
                    <a:pt x="1092" y="258"/>
                  </a:lnTo>
                  <a:lnTo>
                    <a:pt x="1110" y="246"/>
                  </a:lnTo>
                  <a:lnTo>
                    <a:pt x="1110" y="222"/>
                  </a:lnTo>
                  <a:lnTo>
                    <a:pt x="1104" y="216"/>
                  </a:lnTo>
                  <a:lnTo>
                    <a:pt x="1080" y="216"/>
                  </a:lnTo>
                  <a:lnTo>
                    <a:pt x="1062" y="204"/>
                  </a:lnTo>
                  <a:lnTo>
                    <a:pt x="1056" y="198"/>
                  </a:lnTo>
                  <a:lnTo>
                    <a:pt x="1056" y="192"/>
                  </a:lnTo>
                  <a:lnTo>
                    <a:pt x="1014" y="192"/>
                  </a:lnTo>
                  <a:lnTo>
                    <a:pt x="1002" y="186"/>
                  </a:lnTo>
                  <a:lnTo>
                    <a:pt x="996" y="180"/>
                  </a:lnTo>
                  <a:lnTo>
                    <a:pt x="978" y="180"/>
                  </a:lnTo>
                  <a:lnTo>
                    <a:pt x="966" y="186"/>
                  </a:lnTo>
                  <a:lnTo>
                    <a:pt x="942" y="162"/>
                  </a:lnTo>
                  <a:lnTo>
                    <a:pt x="936" y="150"/>
                  </a:lnTo>
                  <a:lnTo>
                    <a:pt x="924" y="150"/>
                  </a:lnTo>
                  <a:lnTo>
                    <a:pt x="918" y="156"/>
                  </a:lnTo>
                  <a:lnTo>
                    <a:pt x="918" y="162"/>
                  </a:lnTo>
                  <a:lnTo>
                    <a:pt x="912" y="156"/>
                  </a:lnTo>
                  <a:lnTo>
                    <a:pt x="864" y="156"/>
                  </a:lnTo>
                  <a:lnTo>
                    <a:pt x="858" y="150"/>
                  </a:lnTo>
                  <a:lnTo>
                    <a:pt x="846" y="150"/>
                  </a:lnTo>
                  <a:lnTo>
                    <a:pt x="840" y="144"/>
                  </a:lnTo>
                  <a:lnTo>
                    <a:pt x="816" y="150"/>
                  </a:lnTo>
                  <a:lnTo>
                    <a:pt x="810" y="150"/>
                  </a:lnTo>
                  <a:lnTo>
                    <a:pt x="798" y="102"/>
                  </a:lnTo>
                  <a:lnTo>
                    <a:pt x="756" y="84"/>
                  </a:lnTo>
                  <a:lnTo>
                    <a:pt x="720" y="84"/>
                  </a:lnTo>
                  <a:lnTo>
                    <a:pt x="720" y="66"/>
                  </a:lnTo>
                  <a:lnTo>
                    <a:pt x="714" y="48"/>
                  </a:lnTo>
                  <a:lnTo>
                    <a:pt x="720" y="48"/>
                  </a:lnTo>
                  <a:lnTo>
                    <a:pt x="726" y="42"/>
                  </a:lnTo>
                  <a:lnTo>
                    <a:pt x="726" y="30"/>
                  </a:lnTo>
                  <a:lnTo>
                    <a:pt x="720" y="30"/>
                  </a:lnTo>
                  <a:lnTo>
                    <a:pt x="708" y="24"/>
                  </a:lnTo>
                  <a:lnTo>
                    <a:pt x="702" y="18"/>
                  </a:lnTo>
                  <a:lnTo>
                    <a:pt x="696" y="18"/>
                  </a:lnTo>
                  <a:lnTo>
                    <a:pt x="690" y="0"/>
                  </a:lnTo>
                  <a:lnTo>
                    <a:pt x="642" y="0"/>
                  </a:lnTo>
                  <a:lnTo>
                    <a:pt x="630" y="6"/>
                  </a:lnTo>
                  <a:lnTo>
                    <a:pt x="600" y="6"/>
                  </a:lnTo>
                  <a:lnTo>
                    <a:pt x="600" y="18"/>
                  </a:lnTo>
                  <a:lnTo>
                    <a:pt x="594" y="24"/>
                  </a:lnTo>
                  <a:lnTo>
                    <a:pt x="558" y="24"/>
                  </a:lnTo>
                  <a:lnTo>
                    <a:pt x="546" y="18"/>
                  </a:lnTo>
                  <a:lnTo>
                    <a:pt x="516" y="18"/>
                  </a:lnTo>
                  <a:lnTo>
                    <a:pt x="510" y="30"/>
                  </a:lnTo>
                  <a:lnTo>
                    <a:pt x="498" y="36"/>
                  </a:lnTo>
                  <a:lnTo>
                    <a:pt x="492" y="42"/>
                  </a:lnTo>
                  <a:lnTo>
                    <a:pt x="486" y="54"/>
                  </a:lnTo>
                  <a:lnTo>
                    <a:pt x="492" y="60"/>
                  </a:lnTo>
                  <a:lnTo>
                    <a:pt x="492" y="72"/>
                  </a:lnTo>
                  <a:lnTo>
                    <a:pt x="486" y="78"/>
                  </a:lnTo>
                  <a:lnTo>
                    <a:pt x="468" y="78"/>
                  </a:lnTo>
                  <a:lnTo>
                    <a:pt x="462" y="72"/>
                  </a:lnTo>
                  <a:lnTo>
                    <a:pt x="438" y="72"/>
                  </a:lnTo>
                  <a:lnTo>
                    <a:pt x="426" y="78"/>
                  </a:lnTo>
                  <a:lnTo>
                    <a:pt x="420" y="78"/>
                  </a:lnTo>
                  <a:lnTo>
                    <a:pt x="420" y="66"/>
                  </a:lnTo>
                  <a:lnTo>
                    <a:pt x="414" y="60"/>
                  </a:lnTo>
                  <a:lnTo>
                    <a:pt x="396" y="60"/>
                  </a:lnTo>
                  <a:lnTo>
                    <a:pt x="390" y="66"/>
                  </a:lnTo>
                  <a:lnTo>
                    <a:pt x="390" y="72"/>
                  </a:lnTo>
                  <a:lnTo>
                    <a:pt x="378" y="60"/>
                  </a:lnTo>
                  <a:lnTo>
                    <a:pt x="366" y="66"/>
                  </a:lnTo>
                  <a:lnTo>
                    <a:pt x="360" y="60"/>
                  </a:lnTo>
                  <a:lnTo>
                    <a:pt x="342" y="66"/>
                  </a:lnTo>
                  <a:lnTo>
                    <a:pt x="336" y="54"/>
                  </a:lnTo>
                  <a:lnTo>
                    <a:pt x="324" y="66"/>
                  </a:lnTo>
                  <a:lnTo>
                    <a:pt x="306" y="54"/>
                  </a:lnTo>
                  <a:lnTo>
                    <a:pt x="300" y="60"/>
                  </a:lnTo>
                  <a:lnTo>
                    <a:pt x="282" y="48"/>
                  </a:lnTo>
                  <a:lnTo>
                    <a:pt x="258" y="42"/>
                  </a:lnTo>
                  <a:lnTo>
                    <a:pt x="222" y="42"/>
                  </a:lnTo>
                  <a:lnTo>
                    <a:pt x="216" y="36"/>
                  </a:lnTo>
                  <a:lnTo>
                    <a:pt x="216" y="30"/>
                  </a:lnTo>
                  <a:lnTo>
                    <a:pt x="168" y="30"/>
                  </a:lnTo>
                  <a:lnTo>
                    <a:pt x="162" y="36"/>
                  </a:lnTo>
                  <a:lnTo>
                    <a:pt x="150" y="42"/>
                  </a:lnTo>
                  <a:lnTo>
                    <a:pt x="114" y="42"/>
                  </a:lnTo>
                  <a:lnTo>
                    <a:pt x="114" y="48"/>
                  </a:lnTo>
                  <a:lnTo>
                    <a:pt x="96" y="66"/>
                  </a:lnTo>
                  <a:lnTo>
                    <a:pt x="78" y="66"/>
                  </a:lnTo>
                  <a:lnTo>
                    <a:pt x="66" y="60"/>
                  </a:lnTo>
                  <a:lnTo>
                    <a:pt x="72" y="78"/>
                  </a:lnTo>
                  <a:lnTo>
                    <a:pt x="90" y="96"/>
                  </a:lnTo>
                  <a:lnTo>
                    <a:pt x="90" y="102"/>
                  </a:lnTo>
                  <a:lnTo>
                    <a:pt x="102" y="108"/>
                  </a:lnTo>
                  <a:lnTo>
                    <a:pt x="108" y="114"/>
                  </a:lnTo>
                  <a:lnTo>
                    <a:pt x="102" y="126"/>
                  </a:lnTo>
                  <a:lnTo>
                    <a:pt x="108" y="132"/>
                  </a:lnTo>
                  <a:lnTo>
                    <a:pt x="108" y="138"/>
                  </a:lnTo>
                  <a:lnTo>
                    <a:pt x="114" y="144"/>
                  </a:lnTo>
                  <a:lnTo>
                    <a:pt x="108" y="150"/>
                  </a:lnTo>
                  <a:lnTo>
                    <a:pt x="102" y="150"/>
                  </a:lnTo>
                  <a:lnTo>
                    <a:pt x="96" y="156"/>
                  </a:lnTo>
                  <a:lnTo>
                    <a:pt x="84" y="156"/>
                  </a:lnTo>
                  <a:lnTo>
                    <a:pt x="30" y="204"/>
                  </a:lnTo>
                  <a:lnTo>
                    <a:pt x="30" y="246"/>
                  </a:lnTo>
                  <a:lnTo>
                    <a:pt x="42" y="258"/>
                  </a:lnTo>
                  <a:lnTo>
                    <a:pt x="18" y="258"/>
                  </a:lnTo>
                  <a:lnTo>
                    <a:pt x="18" y="270"/>
                  </a:lnTo>
                  <a:lnTo>
                    <a:pt x="12" y="276"/>
                  </a:lnTo>
                  <a:lnTo>
                    <a:pt x="12" y="282"/>
                  </a:lnTo>
                  <a:lnTo>
                    <a:pt x="6" y="288"/>
                  </a:lnTo>
                  <a:lnTo>
                    <a:pt x="0" y="288"/>
                  </a:lnTo>
                  <a:lnTo>
                    <a:pt x="0" y="306"/>
                  </a:lnTo>
                  <a:lnTo>
                    <a:pt x="6" y="306"/>
                  </a:lnTo>
                  <a:lnTo>
                    <a:pt x="24" y="324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69" name="Zambia" descr="© INSCALE GmbH, 05.05.2010&#10;http://www.presentationload.com/">
              <a:extLst>
                <a:ext uri="{FF2B5EF4-FFF2-40B4-BE49-F238E27FC236}">
                  <a16:creationId xmlns:a16="http://schemas.microsoft.com/office/drawing/2014/main" id="{E4071EE9-1095-49BB-BED1-165EFD0C5B19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814737" y="3334203"/>
              <a:ext cx="325667" cy="311907"/>
            </a:xfrm>
            <a:custGeom>
              <a:avLst/>
              <a:gdLst>
                <a:gd name="T0" fmla="*/ 2147483647 w 834"/>
                <a:gd name="T1" fmla="*/ 2147483647 h 798"/>
                <a:gd name="T2" fmla="*/ 2147483647 w 834"/>
                <a:gd name="T3" fmla="*/ 2147483647 h 798"/>
                <a:gd name="T4" fmla="*/ 2147483647 w 834"/>
                <a:gd name="T5" fmla="*/ 2147483647 h 798"/>
                <a:gd name="T6" fmla="*/ 2147483647 w 834"/>
                <a:gd name="T7" fmla="*/ 2147483647 h 798"/>
                <a:gd name="T8" fmla="*/ 2147483647 w 834"/>
                <a:gd name="T9" fmla="*/ 2147483647 h 798"/>
                <a:gd name="T10" fmla="*/ 2147483647 w 834"/>
                <a:gd name="T11" fmla="*/ 2147483647 h 798"/>
                <a:gd name="T12" fmla="*/ 2147483647 w 834"/>
                <a:gd name="T13" fmla="*/ 2147483647 h 798"/>
                <a:gd name="T14" fmla="*/ 2147483647 w 834"/>
                <a:gd name="T15" fmla="*/ 2147483647 h 798"/>
                <a:gd name="T16" fmla="*/ 2147483647 w 834"/>
                <a:gd name="T17" fmla="*/ 2147483647 h 798"/>
                <a:gd name="T18" fmla="*/ 2147483647 w 834"/>
                <a:gd name="T19" fmla="*/ 2147483647 h 798"/>
                <a:gd name="T20" fmla="*/ 2147483647 w 834"/>
                <a:gd name="T21" fmla="*/ 2147483647 h 798"/>
                <a:gd name="T22" fmla="*/ 2147483647 w 834"/>
                <a:gd name="T23" fmla="*/ 2147483647 h 798"/>
                <a:gd name="T24" fmla="*/ 2147483647 w 834"/>
                <a:gd name="T25" fmla="*/ 2147483647 h 798"/>
                <a:gd name="T26" fmla="*/ 2147483647 w 834"/>
                <a:gd name="T27" fmla="*/ 2147483647 h 798"/>
                <a:gd name="T28" fmla="*/ 2147483647 w 834"/>
                <a:gd name="T29" fmla="*/ 2147483647 h 798"/>
                <a:gd name="T30" fmla="*/ 2147483647 w 834"/>
                <a:gd name="T31" fmla="*/ 2147483647 h 798"/>
                <a:gd name="T32" fmla="*/ 2147483647 w 834"/>
                <a:gd name="T33" fmla="*/ 2147483647 h 798"/>
                <a:gd name="T34" fmla="*/ 2147483647 w 834"/>
                <a:gd name="T35" fmla="*/ 2147483647 h 798"/>
                <a:gd name="T36" fmla="*/ 2147483647 w 834"/>
                <a:gd name="T37" fmla="*/ 2147483647 h 798"/>
                <a:gd name="T38" fmla="*/ 2147483647 w 834"/>
                <a:gd name="T39" fmla="*/ 2147483647 h 798"/>
                <a:gd name="T40" fmla="*/ 2147483647 w 834"/>
                <a:gd name="T41" fmla="*/ 2147483647 h 798"/>
                <a:gd name="T42" fmla="*/ 2147483647 w 834"/>
                <a:gd name="T43" fmla="*/ 2147483647 h 798"/>
                <a:gd name="T44" fmla="*/ 2147483647 w 834"/>
                <a:gd name="T45" fmla="*/ 2147483647 h 798"/>
                <a:gd name="T46" fmla="*/ 2147483647 w 834"/>
                <a:gd name="T47" fmla="*/ 2147483647 h 798"/>
                <a:gd name="T48" fmla="*/ 2147483647 w 834"/>
                <a:gd name="T49" fmla="*/ 2147483647 h 798"/>
                <a:gd name="T50" fmla="*/ 2147483647 w 834"/>
                <a:gd name="T51" fmla="*/ 2147483647 h 798"/>
                <a:gd name="T52" fmla="*/ 2147483647 w 834"/>
                <a:gd name="T53" fmla="*/ 2147483647 h 798"/>
                <a:gd name="T54" fmla="*/ 2147483647 w 834"/>
                <a:gd name="T55" fmla="*/ 2147483647 h 798"/>
                <a:gd name="T56" fmla="*/ 2147483647 w 834"/>
                <a:gd name="T57" fmla="*/ 2147483647 h 798"/>
                <a:gd name="T58" fmla="*/ 2147483647 w 834"/>
                <a:gd name="T59" fmla="*/ 2147483647 h 798"/>
                <a:gd name="T60" fmla="*/ 2147483647 w 834"/>
                <a:gd name="T61" fmla="*/ 2147483647 h 798"/>
                <a:gd name="T62" fmla="*/ 2147483647 w 834"/>
                <a:gd name="T63" fmla="*/ 2147483647 h 798"/>
                <a:gd name="T64" fmla="*/ 2147483647 w 834"/>
                <a:gd name="T65" fmla="*/ 2147483647 h 798"/>
                <a:gd name="T66" fmla="*/ 2147483647 w 834"/>
                <a:gd name="T67" fmla="*/ 2147483647 h 798"/>
                <a:gd name="T68" fmla="*/ 2147483647 w 834"/>
                <a:gd name="T69" fmla="*/ 2147483647 h 798"/>
                <a:gd name="T70" fmla="*/ 2147483647 w 834"/>
                <a:gd name="T71" fmla="*/ 2147483647 h 798"/>
                <a:gd name="T72" fmla="*/ 2147483647 w 834"/>
                <a:gd name="T73" fmla="*/ 2147483647 h 798"/>
                <a:gd name="T74" fmla="*/ 2147483647 w 834"/>
                <a:gd name="T75" fmla="*/ 2147483647 h 798"/>
                <a:gd name="T76" fmla="*/ 2147483647 w 834"/>
                <a:gd name="T77" fmla="*/ 2147483647 h 798"/>
                <a:gd name="T78" fmla="*/ 2147483647 w 834"/>
                <a:gd name="T79" fmla="*/ 2147483647 h 798"/>
                <a:gd name="T80" fmla="*/ 2147483647 w 834"/>
                <a:gd name="T81" fmla="*/ 2147483647 h 798"/>
                <a:gd name="T82" fmla="*/ 2147483647 w 834"/>
                <a:gd name="T83" fmla="*/ 2147483647 h 798"/>
                <a:gd name="T84" fmla="*/ 2147483647 w 834"/>
                <a:gd name="T85" fmla="*/ 2147483647 h 798"/>
                <a:gd name="T86" fmla="*/ 2147483647 w 834"/>
                <a:gd name="T87" fmla="*/ 2147483647 h 798"/>
                <a:gd name="T88" fmla="*/ 2147483647 w 834"/>
                <a:gd name="T89" fmla="*/ 2147483647 h 798"/>
                <a:gd name="T90" fmla="*/ 2147483647 w 834"/>
                <a:gd name="T91" fmla="*/ 2147483647 h 798"/>
                <a:gd name="T92" fmla="*/ 2147483647 w 834"/>
                <a:gd name="T93" fmla="*/ 2147483647 h 798"/>
                <a:gd name="T94" fmla="*/ 2147483647 w 834"/>
                <a:gd name="T95" fmla="*/ 2147483647 h 798"/>
                <a:gd name="T96" fmla="*/ 2147483647 w 834"/>
                <a:gd name="T97" fmla="*/ 2147483647 h 798"/>
                <a:gd name="T98" fmla="*/ 2147483647 w 834"/>
                <a:gd name="T99" fmla="*/ 2147483647 h 798"/>
                <a:gd name="T100" fmla="*/ 2147483647 w 834"/>
                <a:gd name="T101" fmla="*/ 2147483647 h 798"/>
                <a:gd name="T102" fmla="*/ 2147483647 w 834"/>
                <a:gd name="T103" fmla="*/ 2147483647 h 79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834"/>
                <a:gd name="T157" fmla="*/ 0 h 798"/>
                <a:gd name="T158" fmla="*/ 834 w 834"/>
                <a:gd name="T159" fmla="*/ 798 h 79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834" h="798">
                  <a:moveTo>
                    <a:pt x="822" y="186"/>
                  </a:moveTo>
                  <a:lnTo>
                    <a:pt x="822" y="162"/>
                  </a:lnTo>
                  <a:lnTo>
                    <a:pt x="816" y="168"/>
                  </a:lnTo>
                  <a:lnTo>
                    <a:pt x="810" y="168"/>
                  </a:lnTo>
                  <a:lnTo>
                    <a:pt x="810" y="126"/>
                  </a:lnTo>
                  <a:lnTo>
                    <a:pt x="798" y="114"/>
                  </a:lnTo>
                  <a:lnTo>
                    <a:pt x="786" y="114"/>
                  </a:lnTo>
                  <a:lnTo>
                    <a:pt x="786" y="102"/>
                  </a:lnTo>
                  <a:lnTo>
                    <a:pt x="768" y="90"/>
                  </a:lnTo>
                  <a:lnTo>
                    <a:pt x="750" y="90"/>
                  </a:lnTo>
                  <a:lnTo>
                    <a:pt x="750" y="72"/>
                  </a:lnTo>
                  <a:lnTo>
                    <a:pt x="738" y="78"/>
                  </a:lnTo>
                  <a:lnTo>
                    <a:pt x="726" y="78"/>
                  </a:lnTo>
                  <a:lnTo>
                    <a:pt x="708" y="60"/>
                  </a:lnTo>
                  <a:lnTo>
                    <a:pt x="690" y="60"/>
                  </a:lnTo>
                  <a:lnTo>
                    <a:pt x="684" y="54"/>
                  </a:lnTo>
                  <a:lnTo>
                    <a:pt x="684" y="36"/>
                  </a:lnTo>
                  <a:lnTo>
                    <a:pt x="672" y="42"/>
                  </a:lnTo>
                  <a:lnTo>
                    <a:pt x="654" y="42"/>
                  </a:lnTo>
                  <a:lnTo>
                    <a:pt x="648" y="54"/>
                  </a:lnTo>
                  <a:lnTo>
                    <a:pt x="642" y="60"/>
                  </a:lnTo>
                  <a:lnTo>
                    <a:pt x="636" y="60"/>
                  </a:lnTo>
                  <a:lnTo>
                    <a:pt x="624" y="48"/>
                  </a:lnTo>
                  <a:lnTo>
                    <a:pt x="624" y="36"/>
                  </a:lnTo>
                  <a:lnTo>
                    <a:pt x="618" y="30"/>
                  </a:lnTo>
                  <a:lnTo>
                    <a:pt x="606" y="30"/>
                  </a:lnTo>
                  <a:lnTo>
                    <a:pt x="600" y="24"/>
                  </a:lnTo>
                  <a:lnTo>
                    <a:pt x="594" y="24"/>
                  </a:lnTo>
                  <a:lnTo>
                    <a:pt x="594" y="6"/>
                  </a:lnTo>
                  <a:lnTo>
                    <a:pt x="600" y="0"/>
                  </a:lnTo>
                  <a:lnTo>
                    <a:pt x="576" y="12"/>
                  </a:lnTo>
                  <a:lnTo>
                    <a:pt x="558" y="12"/>
                  </a:lnTo>
                  <a:lnTo>
                    <a:pt x="546" y="18"/>
                  </a:lnTo>
                  <a:lnTo>
                    <a:pt x="528" y="18"/>
                  </a:lnTo>
                  <a:lnTo>
                    <a:pt x="510" y="24"/>
                  </a:lnTo>
                  <a:lnTo>
                    <a:pt x="498" y="24"/>
                  </a:lnTo>
                  <a:lnTo>
                    <a:pt x="498" y="54"/>
                  </a:lnTo>
                  <a:lnTo>
                    <a:pt x="480" y="72"/>
                  </a:lnTo>
                  <a:lnTo>
                    <a:pt x="468" y="78"/>
                  </a:lnTo>
                  <a:lnTo>
                    <a:pt x="462" y="84"/>
                  </a:lnTo>
                  <a:lnTo>
                    <a:pt x="456" y="84"/>
                  </a:lnTo>
                  <a:lnTo>
                    <a:pt x="468" y="96"/>
                  </a:lnTo>
                  <a:lnTo>
                    <a:pt x="468" y="102"/>
                  </a:lnTo>
                  <a:lnTo>
                    <a:pt x="474" y="108"/>
                  </a:lnTo>
                  <a:lnTo>
                    <a:pt x="474" y="114"/>
                  </a:lnTo>
                  <a:lnTo>
                    <a:pt x="480" y="120"/>
                  </a:lnTo>
                  <a:lnTo>
                    <a:pt x="480" y="144"/>
                  </a:lnTo>
                  <a:lnTo>
                    <a:pt x="486" y="162"/>
                  </a:lnTo>
                  <a:lnTo>
                    <a:pt x="486" y="216"/>
                  </a:lnTo>
                  <a:lnTo>
                    <a:pt x="474" y="228"/>
                  </a:lnTo>
                  <a:lnTo>
                    <a:pt x="468" y="240"/>
                  </a:lnTo>
                  <a:lnTo>
                    <a:pt x="462" y="258"/>
                  </a:lnTo>
                  <a:lnTo>
                    <a:pt x="456" y="270"/>
                  </a:lnTo>
                  <a:lnTo>
                    <a:pt x="456" y="294"/>
                  </a:lnTo>
                  <a:lnTo>
                    <a:pt x="468" y="306"/>
                  </a:lnTo>
                  <a:lnTo>
                    <a:pt x="474" y="306"/>
                  </a:lnTo>
                  <a:lnTo>
                    <a:pt x="474" y="312"/>
                  </a:lnTo>
                  <a:lnTo>
                    <a:pt x="480" y="312"/>
                  </a:lnTo>
                  <a:lnTo>
                    <a:pt x="510" y="342"/>
                  </a:lnTo>
                  <a:lnTo>
                    <a:pt x="522" y="348"/>
                  </a:lnTo>
                  <a:lnTo>
                    <a:pt x="528" y="348"/>
                  </a:lnTo>
                  <a:lnTo>
                    <a:pt x="534" y="342"/>
                  </a:lnTo>
                  <a:lnTo>
                    <a:pt x="534" y="324"/>
                  </a:lnTo>
                  <a:lnTo>
                    <a:pt x="558" y="324"/>
                  </a:lnTo>
                  <a:lnTo>
                    <a:pt x="558" y="372"/>
                  </a:lnTo>
                  <a:lnTo>
                    <a:pt x="552" y="408"/>
                  </a:lnTo>
                  <a:lnTo>
                    <a:pt x="546" y="426"/>
                  </a:lnTo>
                  <a:lnTo>
                    <a:pt x="540" y="426"/>
                  </a:lnTo>
                  <a:lnTo>
                    <a:pt x="540" y="420"/>
                  </a:lnTo>
                  <a:lnTo>
                    <a:pt x="534" y="408"/>
                  </a:lnTo>
                  <a:lnTo>
                    <a:pt x="516" y="420"/>
                  </a:lnTo>
                  <a:lnTo>
                    <a:pt x="498" y="420"/>
                  </a:lnTo>
                  <a:lnTo>
                    <a:pt x="498" y="408"/>
                  </a:lnTo>
                  <a:lnTo>
                    <a:pt x="492" y="396"/>
                  </a:lnTo>
                  <a:lnTo>
                    <a:pt x="492" y="384"/>
                  </a:lnTo>
                  <a:lnTo>
                    <a:pt x="480" y="372"/>
                  </a:lnTo>
                  <a:lnTo>
                    <a:pt x="468" y="372"/>
                  </a:lnTo>
                  <a:lnTo>
                    <a:pt x="462" y="360"/>
                  </a:lnTo>
                  <a:lnTo>
                    <a:pt x="462" y="354"/>
                  </a:lnTo>
                  <a:lnTo>
                    <a:pt x="456" y="342"/>
                  </a:lnTo>
                  <a:lnTo>
                    <a:pt x="450" y="336"/>
                  </a:lnTo>
                  <a:lnTo>
                    <a:pt x="444" y="336"/>
                  </a:lnTo>
                  <a:lnTo>
                    <a:pt x="438" y="342"/>
                  </a:lnTo>
                  <a:lnTo>
                    <a:pt x="426" y="342"/>
                  </a:lnTo>
                  <a:lnTo>
                    <a:pt x="426" y="330"/>
                  </a:lnTo>
                  <a:lnTo>
                    <a:pt x="420" y="324"/>
                  </a:lnTo>
                  <a:lnTo>
                    <a:pt x="390" y="324"/>
                  </a:lnTo>
                  <a:lnTo>
                    <a:pt x="390" y="312"/>
                  </a:lnTo>
                  <a:lnTo>
                    <a:pt x="396" y="312"/>
                  </a:lnTo>
                  <a:lnTo>
                    <a:pt x="396" y="300"/>
                  </a:lnTo>
                  <a:lnTo>
                    <a:pt x="384" y="300"/>
                  </a:lnTo>
                  <a:lnTo>
                    <a:pt x="378" y="294"/>
                  </a:lnTo>
                  <a:lnTo>
                    <a:pt x="378" y="282"/>
                  </a:lnTo>
                  <a:lnTo>
                    <a:pt x="366" y="270"/>
                  </a:lnTo>
                  <a:lnTo>
                    <a:pt x="360" y="270"/>
                  </a:lnTo>
                  <a:lnTo>
                    <a:pt x="354" y="276"/>
                  </a:lnTo>
                  <a:lnTo>
                    <a:pt x="354" y="294"/>
                  </a:lnTo>
                  <a:lnTo>
                    <a:pt x="348" y="300"/>
                  </a:lnTo>
                  <a:lnTo>
                    <a:pt x="348" y="306"/>
                  </a:lnTo>
                  <a:lnTo>
                    <a:pt x="330" y="306"/>
                  </a:lnTo>
                  <a:lnTo>
                    <a:pt x="300" y="300"/>
                  </a:lnTo>
                  <a:lnTo>
                    <a:pt x="264" y="294"/>
                  </a:lnTo>
                  <a:lnTo>
                    <a:pt x="246" y="282"/>
                  </a:lnTo>
                  <a:lnTo>
                    <a:pt x="240" y="276"/>
                  </a:lnTo>
                  <a:lnTo>
                    <a:pt x="234" y="264"/>
                  </a:lnTo>
                  <a:lnTo>
                    <a:pt x="234" y="246"/>
                  </a:lnTo>
                  <a:lnTo>
                    <a:pt x="192" y="252"/>
                  </a:lnTo>
                  <a:lnTo>
                    <a:pt x="198" y="258"/>
                  </a:lnTo>
                  <a:lnTo>
                    <a:pt x="198" y="264"/>
                  </a:lnTo>
                  <a:lnTo>
                    <a:pt x="180" y="264"/>
                  </a:lnTo>
                  <a:lnTo>
                    <a:pt x="174" y="258"/>
                  </a:lnTo>
                  <a:lnTo>
                    <a:pt x="174" y="228"/>
                  </a:lnTo>
                  <a:lnTo>
                    <a:pt x="156" y="228"/>
                  </a:lnTo>
                  <a:lnTo>
                    <a:pt x="150" y="216"/>
                  </a:lnTo>
                  <a:lnTo>
                    <a:pt x="144" y="234"/>
                  </a:lnTo>
                  <a:lnTo>
                    <a:pt x="144" y="240"/>
                  </a:lnTo>
                  <a:lnTo>
                    <a:pt x="156" y="252"/>
                  </a:lnTo>
                  <a:lnTo>
                    <a:pt x="156" y="270"/>
                  </a:lnTo>
                  <a:lnTo>
                    <a:pt x="150" y="276"/>
                  </a:lnTo>
                  <a:lnTo>
                    <a:pt x="144" y="276"/>
                  </a:lnTo>
                  <a:lnTo>
                    <a:pt x="144" y="330"/>
                  </a:lnTo>
                  <a:lnTo>
                    <a:pt x="156" y="342"/>
                  </a:lnTo>
                  <a:lnTo>
                    <a:pt x="138" y="348"/>
                  </a:lnTo>
                  <a:lnTo>
                    <a:pt x="138" y="354"/>
                  </a:lnTo>
                  <a:lnTo>
                    <a:pt x="144" y="360"/>
                  </a:lnTo>
                  <a:lnTo>
                    <a:pt x="144" y="384"/>
                  </a:lnTo>
                  <a:lnTo>
                    <a:pt x="132" y="396"/>
                  </a:lnTo>
                  <a:lnTo>
                    <a:pt x="126" y="396"/>
                  </a:lnTo>
                  <a:lnTo>
                    <a:pt x="0" y="390"/>
                  </a:lnTo>
                  <a:lnTo>
                    <a:pt x="0" y="642"/>
                  </a:lnTo>
                  <a:lnTo>
                    <a:pt x="6" y="654"/>
                  </a:lnTo>
                  <a:lnTo>
                    <a:pt x="6" y="672"/>
                  </a:lnTo>
                  <a:lnTo>
                    <a:pt x="96" y="762"/>
                  </a:lnTo>
                  <a:lnTo>
                    <a:pt x="114" y="768"/>
                  </a:lnTo>
                  <a:lnTo>
                    <a:pt x="138" y="756"/>
                  </a:lnTo>
                  <a:lnTo>
                    <a:pt x="144" y="756"/>
                  </a:lnTo>
                  <a:lnTo>
                    <a:pt x="150" y="750"/>
                  </a:lnTo>
                  <a:lnTo>
                    <a:pt x="168" y="750"/>
                  </a:lnTo>
                  <a:lnTo>
                    <a:pt x="174" y="756"/>
                  </a:lnTo>
                  <a:lnTo>
                    <a:pt x="174" y="762"/>
                  </a:lnTo>
                  <a:lnTo>
                    <a:pt x="204" y="756"/>
                  </a:lnTo>
                  <a:lnTo>
                    <a:pt x="222" y="774"/>
                  </a:lnTo>
                  <a:lnTo>
                    <a:pt x="264" y="774"/>
                  </a:lnTo>
                  <a:lnTo>
                    <a:pt x="264" y="780"/>
                  </a:lnTo>
                  <a:lnTo>
                    <a:pt x="276" y="792"/>
                  </a:lnTo>
                  <a:lnTo>
                    <a:pt x="288" y="792"/>
                  </a:lnTo>
                  <a:lnTo>
                    <a:pt x="288" y="780"/>
                  </a:lnTo>
                  <a:lnTo>
                    <a:pt x="300" y="780"/>
                  </a:lnTo>
                  <a:lnTo>
                    <a:pt x="312" y="792"/>
                  </a:lnTo>
                  <a:lnTo>
                    <a:pt x="312" y="798"/>
                  </a:lnTo>
                  <a:lnTo>
                    <a:pt x="330" y="798"/>
                  </a:lnTo>
                  <a:lnTo>
                    <a:pt x="354" y="786"/>
                  </a:lnTo>
                  <a:lnTo>
                    <a:pt x="384" y="756"/>
                  </a:lnTo>
                  <a:lnTo>
                    <a:pt x="390" y="744"/>
                  </a:lnTo>
                  <a:lnTo>
                    <a:pt x="396" y="738"/>
                  </a:lnTo>
                  <a:lnTo>
                    <a:pt x="396" y="732"/>
                  </a:lnTo>
                  <a:lnTo>
                    <a:pt x="402" y="726"/>
                  </a:lnTo>
                  <a:lnTo>
                    <a:pt x="414" y="702"/>
                  </a:lnTo>
                  <a:lnTo>
                    <a:pt x="420" y="696"/>
                  </a:lnTo>
                  <a:lnTo>
                    <a:pt x="432" y="690"/>
                  </a:lnTo>
                  <a:lnTo>
                    <a:pt x="450" y="684"/>
                  </a:lnTo>
                  <a:lnTo>
                    <a:pt x="462" y="678"/>
                  </a:lnTo>
                  <a:lnTo>
                    <a:pt x="474" y="678"/>
                  </a:lnTo>
                  <a:lnTo>
                    <a:pt x="480" y="672"/>
                  </a:lnTo>
                  <a:lnTo>
                    <a:pt x="480" y="636"/>
                  </a:lnTo>
                  <a:lnTo>
                    <a:pt x="504" y="624"/>
                  </a:lnTo>
                  <a:lnTo>
                    <a:pt x="516" y="612"/>
                  </a:lnTo>
                  <a:lnTo>
                    <a:pt x="552" y="600"/>
                  </a:lnTo>
                  <a:lnTo>
                    <a:pt x="588" y="600"/>
                  </a:lnTo>
                  <a:lnTo>
                    <a:pt x="588" y="576"/>
                  </a:lnTo>
                  <a:lnTo>
                    <a:pt x="570" y="558"/>
                  </a:lnTo>
                  <a:lnTo>
                    <a:pt x="582" y="546"/>
                  </a:lnTo>
                  <a:lnTo>
                    <a:pt x="612" y="546"/>
                  </a:lnTo>
                  <a:lnTo>
                    <a:pt x="630" y="528"/>
                  </a:lnTo>
                  <a:lnTo>
                    <a:pt x="642" y="528"/>
                  </a:lnTo>
                  <a:lnTo>
                    <a:pt x="654" y="522"/>
                  </a:lnTo>
                  <a:lnTo>
                    <a:pt x="672" y="522"/>
                  </a:lnTo>
                  <a:lnTo>
                    <a:pt x="690" y="516"/>
                  </a:lnTo>
                  <a:lnTo>
                    <a:pt x="702" y="510"/>
                  </a:lnTo>
                  <a:lnTo>
                    <a:pt x="708" y="510"/>
                  </a:lnTo>
                  <a:lnTo>
                    <a:pt x="732" y="498"/>
                  </a:lnTo>
                  <a:lnTo>
                    <a:pt x="750" y="486"/>
                  </a:lnTo>
                  <a:lnTo>
                    <a:pt x="762" y="480"/>
                  </a:lnTo>
                  <a:lnTo>
                    <a:pt x="780" y="474"/>
                  </a:lnTo>
                  <a:lnTo>
                    <a:pt x="786" y="468"/>
                  </a:lnTo>
                  <a:lnTo>
                    <a:pt x="792" y="468"/>
                  </a:lnTo>
                  <a:lnTo>
                    <a:pt x="780" y="462"/>
                  </a:lnTo>
                  <a:lnTo>
                    <a:pt x="768" y="450"/>
                  </a:lnTo>
                  <a:lnTo>
                    <a:pt x="756" y="444"/>
                  </a:lnTo>
                  <a:lnTo>
                    <a:pt x="756" y="438"/>
                  </a:lnTo>
                  <a:lnTo>
                    <a:pt x="762" y="432"/>
                  </a:lnTo>
                  <a:lnTo>
                    <a:pt x="768" y="420"/>
                  </a:lnTo>
                  <a:lnTo>
                    <a:pt x="774" y="414"/>
                  </a:lnTo>
                  <a:lnTo>
                    <a:pt x="780" y="402"/>
                  </a:lnTo>
                  <a:lnTo>
                    <a:pt x="774" y="366"/>
                  </a:lnTo>
                  <a:lnTo>
                    <a:pt x="780" y="366"/>
                  </a:lnTo>
                  <a:lnTo>
                    <a:pt x="786" y="360"/>
                  </a:lnTo>
                  <a:lnTo>
                    <a:pt x="798" y="354"/>
                  </a:lnTo>
                  <a:lnTo>
                    <a:pt x="816" y="336"/>
                  </a:lnTo>
                  <a:lnTo>
                    <a:pt x="816" y="330"/>
                  </a:lnTo>
                  <a:lnTo>
                    <a:pt x="804" y="330"/>
                  </a:lnTo>
                  <a:lnTo>
                    <a:pt x="804" y="258"/>
                  </a:lnTo>
                  <a:lnTo>
                    <a:pt x="810" y="240"/>
                  </a:lnTo>
                  <a:lnTo>
                    <a:pt x="798" y="234"/>
                  </a:lnTo>
                  <a:lnTo>
                    <a:pt x="798" y="216"/>
                  </a:lnTo>
                  <a:lnTo>
                    <a:pt x="804" y="216"/>
                  </a:lnTo>
                  <a:lnTo>
                    <a:pt x="810" y="210"/>
                  </a:lnTo>
                  <a:lnTo>
                    <a:pt x="834" y="198"/>
                  </a:lnTo>
                  <a:lnTo>
                    <a:pt x="834" y="186"/>
                  </a:lnTo>
                  <a:lnTo>
                    <a:pt x="822" y="186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70" name="Western Sahara" descr="© INSCALE GmbH, 05.05.2010&#10;http://www.presentationload.com/">
              <a:extLst>
                <a:ext uri="{FF2B5EF4-FFF2-40B4-BE49-F238E27FC236}">
                  <a16:creationId xmlns:a16="http://schemas.microsoft.com/office/drawing/2014/main" id="{D38821EE-254B-47FA-8FA3-A4FDC07E4A0A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747527" y="2205834"/>
              <a:ext cx="233930" cy="200294"/>
            </a:xfrm>
            <a:custGeom>
              <a:avLst/>
              <a:gdLst>
                <a:gd name="T0" fmla="*/ 2147483647 w 600"/>
                <a:gd name="T1" fmla="*/ 0 h 510"/>
                <a:gd name="T2" fmla="*/ 2147483647 w 600"/>
                <a:gd name="T3" fmla="*/ 0 h 510"/>
                <a:gd name="T4" fmla="*/ 2147483647 w 600"/>
                <a:gd name="T5" fmla="*/ 2147483647 h 510"/>
                <a:gd name="T6" fmla="*/ 2147483647 w 600"/>
                <a:gd name="T7" fmla="*/ 2147483647 h 510"/>
                <a:gd name="T8" fmla="*/ 2147483647 w 600"/>
                <a:gd name="T9" fmla="*/ 2147483647 h 510"/>
                <a:gd name="T10" fmla="*/ 2147483647 w 600"/>
                <a:gd name="T11" fmla="*/ 2147483647 h 510"/>
                <a:gd name="T12" fmla="*/ 2147483647 w 600"/>
                <a:gd name="T13" fmla="*/ 2147483647 h 510"/>
                <a:gd name="T14" fmla="*/ 2147483647 w 600"/>
                <a:gd name="T15" fmla="*/ 2147483647 h 510"/>
                <a:gd name="T16" fmla="*/ 2147483647 w 600"/>
                <a:gd name="T17" fmla="*/ 2147483647 h 510"/>
                <a:gd name="T18" fmla="*/ 2147483647 w 600"/>
                <a:gd name="T19" fmla="*/ 2147483647 h 510"/>
                <a:gd name="T20" fmla="*/ 2147483647 w 600"/>
                <a:gd name="T21" fmla="*/ 2147483647 h 510"/>
                <a:gd name="T22" fmla="*/ 2147483647 w 600"/>
                <a:gd name="T23" fmla="*/ 2147483647 h 510"/>
                <a:gd name="T24" fmla="*/ 2147483647 w 600"/>
                <a:gd name="T25" fmla="*/ 2147483647 h 510"/>
                <a:gd name="T26" fmla="*/ 2147483647 w 600"/>
                <a:gd name="T27" fmla="*/ 2147483647 h 510"/>
                <a:gd name="T28" fmla="*/ 2147483647 w 600"/>
                <a:gd name="T29" fmla="*/ 2147483647 h 510"/>
                <a:gd name="T30" fmla="*/ 2147483647 w 600"/>
                <a:gd name="T31" fmla="*/ 2147483647 h 510"/>
                <a:gd name="T32" fmla="*/ 2147483647 w 600"/>
                <a:gd name="T33" fmla="*/ 2147483647 h 510"/>
                <a:gd name="T34" fmla="*/ 2147483647 w 600"/>
                <a:gd name="T35" fmla="*/ 2147483647 h 510"/>
                <a:gd name="T36" fmla="*/ 2147483647 w 600"/>
                <a:gd name="T37" fmla="*/ 2147483647 h 510"/>
                <a:gd name="T38" fmla="*/ 2147483647 w 600"/>
                <a:gd name="T39" fmla="*/ 2147483647 h 510"/>
                <a:gd name="T40" fmla="*/ 2147483647 w 600"/>
                <a:gd name="T41" fmla="*/ 2147483647 h 510"/>
                <a:gd name="T42" fmla="*/ 2147483647 w 600"/>
                <a:gd name="T43" fmla="*/ 2147483647 h 510"/>
                <a:gd name="T44" fmla="*/ 2147483647 w 600"/>
                <a:gd name="T45" fmla="*/ 2147483647 h 510"/>
                <a:gd name="T46" fmla="*/ 2147483647 w 600"/>
                <a:gd name="T47" fmla="*/ 2147483647 h 510"/>
                <a:gd name="T48" fmla="*/ 2147483647 w 600"/>
                <a:gd name="T49" fmla="*/ 2147483647 h 510"/>
                <a:gd name="T50" fmla="*/ 2147483647 w 600"/>
                <a:gd name="T51" fmla="*/ 2147483647 h 510"/>
                <a:gd name="T52" fmla="*/ 2147483647 w 600"/>
                <a:gd name="T53" fmla="*/ 2147483647 h 510"/>
                <a:gd name="T54" fmla="*/ 2147483647 w 600"/>
                <a:gd name="T55" fmla="*/ 2147483647 h 510"/>
                <a:gd name="T56" fmla="*/ 2147483647 w 600"/>
                <a:gd name="T57" fmla="*/ 2147483647 h 510"/>
                <a:gd name="T58" fmla="*/ 2147483647 w 600"/>
                <a:gd name="T59" fmla="*/ 2147483647 h 510"/>
                <a:gd name="T60" fmla="*/ 2147483647 w 600"/>
                <a:gd name="T61" fmla="*/ 2147483647 h 510"/>
                <a:gd name="T62" fmla="*/ 2147483647 w 600"/>
                <a:gd name="T63" fmla="*/ 2147483647 h 510"/>
                <a:gd name="T64" fmla="*/ 2147483647 w 600"/>
                <a:gd name="T65" fmla="*/ 2147483647 h 510"/>
                <a:gd name="T66" fmla="*/ 2147483647 w 600"/>
                <a:gd name="T67" fmla="*/ 2147483647 h 510"/>
                <a:gd name="T68" fmla="*/ 2147483647 w 600"/>
                <a:gd name="T69" fmla="*/ 2147483647 h 510"/>
                <a:gd name="T70" fmla="*/ 2147483647 w 600"/>
                <a:gd name="T71" fmla="*/ 2147483647 h 510"/>
                <a:gd name="T72" fmla="*/ 2147483647 w 600"/>
                <a:gd name="T73" fmla="*/ 2147483647 h 510"/>
                <a:gd name="T74" fmla="*/ 2147483647 w 600"/>
                <a:gd name="T75" fmla="*/ 2147483647 h 510"/>
                <a:gd name="T76" fmla="*/ 2147483647 w 600"/>
                <a:gd name="T77" fmla="*/ 2147483647 h 510"/>
                <a:gd name="T78" fmla="*/ 0 w 600"/>
                <a:gd name="T79" fmla="*/ 2147483647 h 510"/>
                <a:gd name="T80" fmla="*/ 0 w 600"/>
                <a:gd name="T81" fmla="*/ 2147483647 h 510"/>
                <a:gd name="T82" fmla="*/ 2147483647 w 600"/>
                <a:gd name="T83" fmla="*/ 2147483647 h 510"/>
                <a:gd name="T84" fmla="*/ 2147483647 w 600"/>
                <a:gd name="T85" fmla="*/ 2147483647 h 510"/>
                <a:gd name="T86" fmla="*/ 2147483647 w 600"/>
                <a:gd name="T87" fmla="*/ 2147483647 h 510"/>
                <a:gd name="T88" fmla="*/ 2147483647 w 600"/>
                <a:gd name="T89" fmla="*/ 2147483647 h 510"/>
                <a:gd name="T90" fmla="*/ 2147483647 w 600"/>
                <a:gd name="T91" fmla="*/ 2147483647 h 510"/>
                <a:gd name="T92" fmla="*/ 2147483647 w 600"/>
                <a:gd name="T93" fmla="*/ 2147483647 h 510"/>
                <a:gd name="T94" fmla="*/ 2147483647 w 600"/>
                <a:gd name="T95" fmla="*/ 2147483647 h 510"/>
                <a:gd name="T96" fmla="*/ 2147483647 w 600"/>
                <a:gd name="T97" fmla="*/ 2147483647 h 510"/>
                <a:gd name="T98" fmla="*/ 2147483647 w 600"/>
                <a:gd name="T99" fmla="*/ 2147483647 h 510"/>
                <a:gd name="T100" fmla="*/ 2147483647 w 600"/>
                <a:gd name="T101" fmla="*/ 2147483647 h 510"/>
                <a:gd name="T102" fmla="*/ 2147483647 w 600"/>
                <a:gd name="T103" fmla="*/ 2147483647 h 510"/>
                <a:gd name="T104" fmla="*/ 2147483647 w 600"/>
                <a:gd name="T105" fmla="*/ 2147483647 h 510"/>
                <a:gd name="T106" fmla="*/ 2147483647 w 600"/>
                <a:gd name="T107" fmla="*/ 2147483647 h 510"/>
                <a:gd name="T108" fmla="*/ 2147483647 w 600"/>
                <a:gd name="T109" fmla="*/ 2147483647 h 510"/>
                <a:gd name="T110" fmla="*/ 2147483647 w 600"/>
                <a:gd name="T111" fmla="*/ 2147483647 h 510"/>
                <a:gd name="T112" fmla="*/ 2147483647 w 600"/>
                <a:gd name="T113" fmla="*/ 0 h 510"/>
                <a:gd name="T114" fmla="*/ 2147483647 w 600"/>
                <a:gd name="T115" fmla="*/ 0 h 51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00"/>
                <a:gd name="T175" fmla="*/ 0 h 510"/>
                <a:gd name="T176" fmla="*/ 600 w 600"/>
                <a:gd name="T177" fmla="*/ 510 h 51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00" h="510">
                  <a:moveTo>
                    <a:pt x="546" y="0"/>
                  </a:moveTo>
                  <a:lnTo>
                    <a:pt x="288" y="0"/>
                  </a:lnTo>
                  <a:lnTo>
                    <a:pt x="282" y="6"/>
                  </a:lnTo>
                  <a:lnTo>
                    <a:pt x="270" y="30"/>
                  </a:lnTo>
                  <a:lnTo>
                    <a:pt x="270" y="42"/>
                  </a:lnTo>
                  <a:lnTo>
                    <a:pt x="264" y="54"/>
                  </a:lnTo>
                  <a:lnTo>
                    <a:pt x="264" y="66"/>
                  </a:lnTo>
                  <a:lnTo>
                    <a:pt x="234" y="96"/>
                  </a:lnTo>
                  <a:lnTo>
                    <a:pt x="198" y="96"/>
                  </a:lnTo>
                  <a:lnTo>
                    <a:pt x="186" y="108"/>
                  </a:lnTo>
                  <a:lnTo>
                    <a:pt x="186" y="144"/>
                  </a:lnTo>
                  <a:lnTo>
                    <a:pt x="156" y="174"/>
                  </a:lnTo>
                  <a:lnTo>
                    <a:pt x="156" y="186"/>
                  </a:lnTo>
                  <a:lnTo>
                    <a:pt x="168" y="210"/>
                  </a:lnTo>
                  <a:lnTo>
                    <a:pt x="168" y="222"/>
                  </a:lnTo>
                  <a:lnTo>
                    <a:pt x="156" y="246"/>
                  </a:lnTo>
                  <a:lnTo>
                    <a:pt x="144" y="252"/>
                  </a:lnTo>
                  <a:lnTo>
                    <a:pt x="138" y="252"/>
                  </a:lnTo>
                  <a:lnTo>
                    <a:pt x="132" y="258"/>
                  </a:lnTo>
                  <a:lnTo>
                    <a:pt x="126" y="270"/>
                  </a:lnTo>
                  <a:lnTo>
                    <a:pt x="114" y="282"/>
                  </a:lnTo>
                  <a:lnTo>
                    <a:pt x="102" y="288"/>
                  </a:lnTo>
                  <a:lnTo>
                    <a:pt x="96" y="294"/>
                  </a:lnTo>
                  <a:lnTo>
                    <a:pt x="84" y="300"/>
                  </a:lnTo>
                  <a:lnTo>
                    <a:pt x="78" y="306"/>
                  </a:lnTo>
                  <a:lnTo>
                    <a:pt x="78" y="318"/>
                  </a:lnTo>
                  <a:lnTo>
                    <a:pt x="90" y="324"/>
                  </a:lnTo>
                  <a:lnTo>
                    <a:pt x="78" y="330"/>
                  </a:lnTo>
                  <a:lnTo>
                    <a:pt x="60" y="366"/>
                  </a:lnTo>
                  <a:lnTo>
                    <a:pt x="60" y="384"/>
                  </a:lnTo>
                  <a:lnTo>
                    <a:pt x="48" y="384"/>
                  </a:lnTo>
                  <a:lnTo>
                    <a:pt x="48" y="390"/>
                  </a:lnTo>
                  <a:lnTo>
                    <a:pt x="54" y="396"/>
                  </a:lnTo>
                  <a:lnTo>
                    <a:pt x="54" y="408"/>
                  </a:lnTo>
                  <a:lnTo>
                    <a:pt x="48" y="420"/>
                  </a:lnTo>
                  <a:lnTo>
                    <a:pt x="36" y="426"/>
                  </a:lnTo>
                  <a:lnTo>
                    <a:pt x="24" y="426"/>
                  </a:lnTo>
                  <a:lnTo>
                    <a:pt x="18" y="432"/>
                  </a:lnTo>
                  <a:lnTo>
                    <a:pt x="6" y="456"/>
                  </a:lnTo>
                  <a:lnTo>
                    <a:pt x="0" y="462"/>
                  </a:lnTo>
                  <a:lnTo>
                    <a:pt x="0" y="510"/>
                  </a:lnTo>
                  <a:lnTo>
                    <a:pt x="276" y="510"/>
                  </a:lnTo>
                  <a:lnTo>
                    <a:pt x="282" y="408"/>
                  </a:lnTo>
                  <a:lnTo>
                    <a:pt x="276" y="396"/>
                  </a:lnTo>
                  <a:lnTo>
                    <a:pt x="276" y="378"/>
                  </a:lnTo>
                  <a:lnTo>
                    <a:pt x="282" y="366"/>
                  </a:lnTo>
                  <a:lnTo>
                    <a:pt x="306" y="354"/>
                  </a:lnTo>
                  <a:lnTo>
                    <a:pt x="336" y="354"/>
                  </a:lnTo>
                  <a:lnTo>
                    <a:pt x="348" y="348"/>
                  </a:lnTo>
                  <a:lnTo>
                    <a:pt x="354" y="342"/>
                  </a:lnTo>
                  <a:lnTo>
                    <a:pt x="354" y="150"/>
                  </a:lnTo>
                  <a:lnTo>
                    <a:pt x="366" y="144"/>
                  </a:lnTo>
                  <a:lnTo>
                    <a:pt x="366" y="132"/>
                  </a:lnTo>
                  <a:lnTo>
                    <a:pt x="588" y="126"/>
                  </a:lnTo>
                  <a:lnTo>
                    <a:pt x="588" y="90"/>
                  </a:lnTo>
                  <a:lnTo>
                    <a:pt x="594" y="84"/>
                  </a:lnTo>
                  <a:lnTo>
                    <a:pt x="600" y="0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71" name="West Bank" descr="© INSCALE GmbH, 05.05.2010&#10;http://www.presentationload.com/">
              <a:extLst>
                <a:ext uri="{FF2B5EF4-FFF2-40B4-BE49-F238E27FC236}">
                  <a16:creationId xmlns:a16="http://schemas.microsoft.com/office/drawing/2014/main" id="{577E83DF-3100-4C7A-8CD3-CCAD13C8B35B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148050" y="2054468"/>
              <a:ext cx="16818" cy="36695"/>
            </a:xfrm>
            <a:custGeom>
              <a:avLst/>
              <a:gdLst>
                <a:gd name="T0" fmla="*/ 2147483647 w 42"/>
                <a:gd name="T1" fmla="*/ 2147483647 h 96"/>
                <a:gd name="T2" fmla="*/ 2147483647 w 42"/>
                <a:gd name="T3" fmla="*/ 2147483647 h 96"/>
                <a:gd name="T4" fmla="*/ 2147483647 w 42"/>
                <a:gd name="T5" fmla="*/ 2147483647 h 96"/>
                <a:gd name="T6" fmla="*/ 2147483647 w 42"/>
                <a:gd name="T7" fmla="*/ 0 h 96"/>
                <a:gd name="T8" fmla="*/ 2147483647 w 42"/>
                <a:gd name="T9" fmla="*/ 0 h 96"/>
                <a:gd name="T10" fmla="*/ 0 w 42"/>
                <a:gd name="T11" fmla="*/ 2147483647 h 96"/>
                <a:gd name="T12" fmla="*/ 0 w 42"/>
                <a:gd name="T13" fmla="*/ 2147483647 h 96"/>
                <a:gd name="T14" fmla="*/ 2147483647 w 42"/>
                <a:gd name="T15" fmla="*/ 2147483647 h 96"/>
                <a:gd name="T16" fmla="*/ 2147483647 w 42"/>
                <a:gd name="T17" fmla="*/ 2147483647 h 96"/>
                <a:gd name="T18" fmla="*/ 2147483647 w 42"/>
                <a:gd name="T19" fmla="*/ 2147483647 h 96"/>
                <a:gd name="T20" fmla="*/ 2147483647 w 42"/>
                <a:gd name="T21" fmla="*/ 2147483647 h 96"/>
                <a:gd name="T22" fmla="*/ 2147483647 w 42"/>
                <a:gd name="T23" fmla="*/ 2147483647 h 9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42"/>
                <a:gd name="T37" fmla="*/ 0 h 96"/>
                <a:gd name="T38" fmla="*/ 42 w 42"/>
                <a:gd name="T39" fmla="*/ 96 h 9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42" h="96">
                  <a:moveTo>
                    <a:pt x="24" y="78"/>
                  </a:moveTo>
                  <a:lnTo>
                    <a:pt x="30" y="84"/>
                  </a:lnTo>
                  <a:lnTo>
                    <a:pt x="42" y="72"/>
                  </a:lnTo>
                  <a:lnTo>
                    <a:pt x="36" y="0"/>
                  </a:lnTo>
                  <a:lnTo>
                    <a:pt x="18" y="0"/>
                  </a:lnTo>
                  <a:lnTo>
                    <a:pt x="0" y="18"/>
                  </a:lnTo>
                  <a:lnTo>
                    <a:pt x="0" y="90"/>
                  </a:lnTo>
                  <a:lnTo>
                    <a:pt x="6" y="96"/>
                  </a:lnTo>
                  <a:lnTo>
                    <a:pt x="12" y="90"/>
                  </a:lnTo>
                  <a:lnTo>
                    <a:pt x="18" y="90"/>
                  </a:lnTo>
                  <a:lnTo>
                    <a:pt x="18" y="84"/>
                  </a:lnTo>
                  <a:lnTo>
                    <a:pt x="24" y="78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73" name="Uzbe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4CEDAA35-8F7C-467E-94CD-D60C8F9FCD28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632729" y="1646238"/>
              <a:ext cx="463274" cy="259923"/>
            </a:xfrm>
            <a:custGeom>
              <a:avLst/>
              <a:gdLst>
                <a:gd name="T0" fmla="*/ 2147483647 w 1182"/>
                <a:gd name="T1" fmla="*/ 2147483647 h 666"/>
                <a:gd name="T2" fmla="*/ 2147483647 w 1182"/>
                <a:gd name="T3" fmla="*/ 2147483647 h 666"/>
                <a:gd name="T4" fmla="*/ 2147483647 w 1182"/>
                <a:gd name="T5" fmla="*/ 2147483647 h 666"/>
                <a:gd name="T6" fmla="*/ 2147483647 w 1182"/>
                <a:gd name="T7" fmla="*/ 2147483647 h 666"/>
                <a:gd name="T8" fmla="*/ 2147483647 w 1182"/>
                <a:gd name="T9" fmla="*/ 2147483647 h 666"/>
                <a:gd name="T10" fmla="*/ 2147483647 w 1182"/>
                <a:gd name="T11" fmla="*/ 2147483647 h 666"/>
                <a:gd name="T12" fmla="*/ 2147483647 w 1182"/>
                <a:gd name="T13" fmla="*/ 2147483647 h 666"/>
                <a:gd name="T14" fmla="*/ 2147483647 w 1182"/>
                <a:gd name="T15" fmla="*/ 2147483647 h 666"/>
                <a:gd name="T16" fmla="*/ 2147483647 w 1182"/>
                <a:gd name="T17" fmla="*/ 2147483647 h 666"/>
                <a:gd name="T18" fmla="*/ 2147483647 w 1182"/>
                <a:gd name="T19" fmla="*/ 2147483647 h 666"/>
                <a:gd name="T20" fmla="*/ 2147483647 w 1182"/>
                <a:gd name="T21" fmla="*/ 2147483647 h 666"/>
                <a:gd name="T22" fmla="*/ 2147483647 w 1182"/>
                <a:gd name="T23" fmla="*/ 2147483647 h 666"/>
                <a:gd name="T24" fmla="*/ 2147483647 w 1182"/>
                <a:gd name="T25" fmla="*/ 2147483647 h 666"/>
                <a:gd name="T26" fmla="*/ 2147483647 w 1182"/>
                <a:gd name="T27" fmla="*/ 2147483647 h 666"/>
                <a:gd name="T28" fmla="*/ 2147483647 w 1182"/>
                <a:gd name="T29" fmla="*/ 2147483647 h 666"/>
                <a:gd name="T30" fmla="*/ 2147483647 w 1182"/>
                <a:gd name="T31" fmla="*/ 2147483647 h 666"/>
                <a:gd name="T32" fmla="*/ 2147483647 w 1182"/>
                <a:gd name="T33" fmla="*/ 2147483647 h 666"/>
                <a:gd name="T34" fmla="*/ 2147483647 w 1182"/>
                <a:gd name="T35" fmla="*/ 2147483647 h 666"/>
                <a:gd name="T36" fmla="*/ 2147483647 w 1182"/>
                <a:gd name="T37" fmla="*/ 2147483647 h 666"/>
                <a:gd name="T38" fmla="*/ 2147483647 w 1182"/>
                <a:gd name="T39" fmla="*/ 2147483647 h 666"/>
                <a:gd name="T40" fmla="*/ 2147483647 w 1182"/>
                <a:gd name="T41" fmla="*/ 2147483647 h 666"/>
                <a:gd name="T42" fmla="*/ 2147483647 w 1182"/>
                <a:gd name="T43" fmla="*/ 2147483647 h 666"/>
                <a:gd name="T44" fmla="*/ 2147483647 w 1182"/>
                <a:gd name="T45" fmla="*/ 2147483647 h 666"/>
                <a:gd name="T46" fmla="*/ 2147483647 w 1182"/>
                <a:gd name="T47" fmla="*/ 2147483647 h 666"/>
                <a:gd name="T48" fmla="*/ 2147483647 w 1182"/>
                <a:gd name="T49" fmla="*/ 2147483647 h 666"/>
                <a:gd name="T50" fmla="*/ 2147483647 w 1182"/>
                <a:gd name="T51" fmla="*/ 2147483647 h 666"/>
                <a:gd name="T52" fmla="*/ 2147483647 w 1182"/>
                <a:gd name="T53" fmla="*/ 2147483647 h 666"/>
                <a:gd name="T54" fmla="*/ 2147483647 w 1182"/>
                <a:gd name="T55" fmla="*/ 2147483647 h 666"/>
                <a:gd name="T56" fmla="*/ 2147483647 w 1182"/>
                <a:gd name="T57" fmla="*/ 2147483647 h 666"/>
                <a:gd name="T58" fmla="*/ 2147483647 w 1182"/>
                <a:gd name="T59" fmla="*/ 2147483647 h 666"/>
                <a:gd name="T60" fmla="*/ 2147483647 w 1182"/>
                <a:gd name="T61" fmla="*/ 2147483647 h 666"/>
                <a:gd name="T62" fmla="*/ 2147483647 w 1182"/>
                <a:gd name="T63" fmla="*/ 2147483647 h 666"/>
                <a:gd name="T64" fmla="*/ 2147483647 w 1182"/>
                <a:gd name="T65" fmla="*/ 2147483647 h 666"/>
                <a:gd name="T66" fmla="*/ 2147483647 w 1182"/>
                <a:gd name="T67" fmla="*/ 2147483647 h 666"/>
                <a:gd name="T68" fmla="*/ 2147483647 w 1182"/>
                <a:gd name="T69" fmla="*/ 2147483647 h 666"/>
                <a:gd name="T70" fmla="*/ 2147483647 w 1182"/>
                <a:gd name="T71" fmla="*/ 2147483647 h 666"/>
                <a:gd name="T72" fmla="*/ 2147483647 w 1182"/>
                <a:gd name="T73" fmla="*/ 2147483647 h 666"/>
                <a:gd name="T74" fmla="*/ 2147483647 w 1182"/>
                <a:gd name="T75" fmla="*/ 2147483647 h 666"/>
                <a:gd name="T76" fmla="*/ 2147483647 w 1182"/>
                <a:gd name="T77" fmla="*/ 2147483647 h 666"/>
                <a:gd name="T78" fmla="*/ 2147483647 w 1182"/>
                <a:gd name="T79" fmla="*/ 2147483647 h 666"/>
                <a:gd name="T80" fmla="*/ 2147483647 w 1182"/>
                <a:gd name="T81" fmla="*/ 2147483647 h 666"/>
                <a:gd name="T82" fmla="*/ 2147483647 w 1182"/>
                <a:gd name="T83" fmla="*/ 2147483647 h 666"/>
                <a:gd name="T84" fmla="*/ 2147483647 w 1182"/>
                <a:gd name="T85" fmla="*/ 2147483647 h 666"/>
                <a:gd name="T86" fmla="*/ 2147483647 w 1182"/>
                <a:gd name="T87" fmla="*/ 2147483647 h 666"/>
                <a:gd name="T88" fmla="*/ 2147483647 w 1182"/>
                <a:gd name="T89" fmla="*/ 2147483647 h 666"/>
                <a:gd name="T90" fmla="*/ 2147483647 w 1182"/>
                <a:gd name="T91" fmla="*/ 2147483647 h 666"/>
                <a:gd name="T92" fmla="*/ 2147483647 w 1182"/>
                <a:gd name="T93" fmla="*/ 2147483647 h 666"/>
                <a:gd name="T94" fmla="*/ 2147483647 w 1182"/>
                <a:gd name="T95" fmla="*/ 2147483647 h 666"/>
                <a:gd name="T96" fmla="*/ 2147483647 w 1182"/>
                <a:gd name="T97" fmla="*/ 2147483647 h 666"/>
                <a:gd name="T98" fmla="*/ 2147483647 w 1182"/>
                <a:gd name="T99" fmla="*/ 2147483647 h 666"/>
                <a:gd name="T100" fmla="*/ 2147483647 w 1182"/>
                <a:gd name="T101" fmla="*/ 2147483647 h 666"/>
                <a:gd name="T102" fmla="*/ 2147483647 w 1182"/>
                <a:gd name="T103" fmla="*/ 2147483647 h 666"/>
                <a:gd name="T104" fmla="*/ 2147483647 w 1182"/>
                <a:gd name="T105" fmla="*/ 2147483647 h 666"/>
                <a:gd name="T106" fmla="*/ 2147483647 w 1182"/>
                <a:gd name="T107" fmla="*/ 2147483647 h 666"/>
                <a:gd name="T108" fmla="*/ 2147483647 w 1182"/>
                <a:gd name="T109" fmla="*/ 2147483647 h 666"/>
                <a:gd name="T110" fmla="*/ 2147483647 w 1182"/>
                <a:gd name="T111" fmla="*/ 2147483647 h 666"/>
                <a:gd name="T112" fmla="*/ 2147483647 w 1182"/>
                <a:gd name="T113" fmla="*/ 2147483647 h 666"/>
                <a:gd name="T114" fmla="*/ 2147483647 w 1182"/>
                <a:gd name="T115" fmla="*/ 2147483647 h 66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182"/>
                <a:gd name="T175" fmla="*/ 0 h 666"/>
                <a:gd name="T176" fmla="*/ 1182 w 1182"/>
                <a:gd name="T177" fmla="*/ 666 h 66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182" h="666">
                  <a:moveTo>
                    <a:pt x="1152" y="372"/>
                  </a:moveTo>
                  <a:lnTo>
                    <a:pt x="1146" y="360"/>
                  </a:lnTo>
                  <a:lnTo>
                    <a:pt x="1122" y="360"/>
                  </a:lnTo>
                  <a:lnTo>
                    <a:pt x="1116" y="342"/>
                  </a:lnTo>
                  <a:lnTo>
                    <a:pt x="1098" y="342"/>
                  </a:lnTo>
                  <a:lnTo>
                    <a:pt x="1080" y="318"/>
                  </a:lnTo>
                  <a:lnTo>
                    <a:pt x="1080" y="330"/>
                  </a:lnTo>
                  <a:lnTo>
                    <a:pt x="1068" y="330"/>
                  </a:lnTo>
                  <a:lnTo>
                    <a:pt x="1068" y="342"/>
                  </a:lnTo>
                  <a:lnTo>
                    <a:pt x="1032" y="342"/>
                  </a:lnTo>
                  <a:lnTo>
                    <a:pt x="1020" y="330"/>
                  </a:lnTo>
                  <a:lnTo>
                    <a:pt x="990" y="318"/>
                  </a:lnTo>
                  <a:lnTo>
                    <a:pt x="1038" y="270"/>
                  </a:lnTo>
                  <a:lnTo>
                    <a:pt x="1038" y="264"/>
                  </a:lnTo>
                  <a:lnTo>
                    <a:pt x="1032" y="264"/>
                  </a:lnTo>
                  <a:lnTo>
                    <a:pt x="1032" y="258"/>
                  </a:lnTo>
                  <a:lnTo>
                    <a:pt x="1002" y="276"/>
                  </a:lnTo>
                  <a:lnTo>
                    <a:pt x="978" y="276"/>
                  </a:lnTo>
                  <a:lnTo>
                    <a:pt x="966" y="300"/>
                  </a:lnTo>
                  <a:lnTo>
                    <a:pt x="960" y="300"/>
                  </a:lnTo>
                  <a:lnTo>
                    <a:pt x="954" y="306"/>
                  </a:lnTo>
                  <a:lnTo>
                    <a:pt x="942" y="306"/>
                  </a:lnTo>
                  <a:lnTo>
                    <a:pt x="930" y="312"/>
                  </a:lnTo>
                  <a:lnTo>
                    <a:pt x="918" y="324"/>
                  </a:lnTo>
                  <a:lnTo>
                    <a:pt x="918" y="342"/>
                  </a:lnTo>
                  <a:lnTo>
                    <a:pt x="912" y="342"/>
                  </a:lnTo>
                  <a:lnTo>
                    <a:pt x="906" y="348"/>
                  </a:lnTo>
                  <a:lnTo>
                    <a:pt x="894" y="354"/>
                  </a:lnTo>
                  <a:lnTo>
                    <a:pt x="882" y="366"/>
                  </a:lnTo>
                  <a:lnTo>
                    <a:pt x="882" y="378"/>
                  </a:lnTo>
                  <a:lnTo>
                    <a:pt x="888" y="384"/>
                  </a:lnTo>
                  <a:lnTo>
                    <a:pt x="888" y="396"/>
                  </a:lnTo>
                  <a:lnTo>
                    <a:pt x="882" y="390"/>
                  </a:lnTo>
                  <a:lnTo>
                    <a:pt x="870" y="390"/>
                  </a:lnTo>
                  <a:lnTo>
                    <a:pt x="858" y="384"/>
                  </a:lnTo>
                  <a:lnTo>
                    <a:pt x="852" y="384"/>
                  </a:lnTo>
                  <a:lnTo>
                    <a:pt x="852" y="372"/>
                  </a:lnTo>
                  <a:lnTo>
                    <a:pt x="858" y="366"/>
                  </a:lnTo>
                  <a:lnTo>
                    <a:pt x="858" y="348"/>
                  </a:lnTo>
                  <a:lnTo>
                    <a:pt x="840" y="342"/>
                  </a:lnTo>
                  <a:lnTo>
                    <a:pt x="762" y="342"/>
                  </a:lnTo>
                  <a:lnTo>
                    <a:pt x="732" y="282"/>
                  </a:lnTo>
                  <a:lnTo>
                    <a:pt x="726" y="276"/>
                  </a:lnTo>
                  <a:lnTo>
                    <a:pt x="714" y="276"/>
                  </a:lnTo>
                  <a:lnTo>
                    <a:pt x="708" y="282"/>
                  </a:lnTo>
                  <a:lnTo>
                    <a:pt x="702" y="282"/>
                  </a:lnTo>
                  <a:lnTo>
                    <a:pt x="696" y="276"/>
                  </a:lnTo>
                  <a:lnTo>
                    <a:pt x="696" y="234"/>
                  </a:lnTo>
                  <a:lnTo>
                    <a:pt x="690" y="216"/>
                  </a:lnTo>
                  <a:lnTo>
                    <a:pt x="690" y="204"/>
                  </a:lnTo>
                  <a:lnTo>
                    <a:pt x="660" y="204"/>
                  </a:lnTo>
                  <a:lnTo>
                    <a:pt x="654" y="192"/>
                  </a:lnTo>
                  <a:lnTo>
                    <a:pt x="642" y="186"/>
                  </a:lnTo>
                  <a:lnTo>
                    <a:pt x="636" y="168"/>
                  </a:lnTo>
                  <a:lnTo>
                    <a:pt x="618" y="150"/>
                  </a:lnTo>
                  <a:lnTo>
                    <a:pt x="612" y="138"/>
                  </a:lnTo>
                  <a:lnTo>
                    <a:pt x="600" y="138"/>
                  </a:lnTo>
                  <a:lnTo>
                    <a:pt x="576" y="150"/>
                  </a:lnTo>
                  <a:lnTo>
                    <a:pt x="570" y="156"/>
                  </a:lnTo>
                  <a:lnTo>
                    <a:pt x="552" y="156"/>
                  </a:lnTo>
                  <a:lnTo>
                    <a:pt x="534" y="150"/>
                  </a:lnTo>
                  <a:lnTo>
                    <a:pt x="474" y="150"/>
                  </a:lnTo>
                  <a:lnTo>
                    <a:pt x="456" y="156"/>
                  </a:lnTo>
                  <a:lnTo>
                    <a:pt x="420" y="156"/>
                  </a:lnTo>
                  <a:lnTo>
                    <a:pt x="414" y="162"/>
                  </a:lnTo>
                  <a:lnTo>
                    <a:pt x="408" y="162"/>
                  </a:lnTo>
                  <a:lnTo>
                    <a:pt x="330" y="90"/>
                  </a:lnTo>
                  <a:lnTo>
                    <a:pt x="264" y="54"/>
                  </a:lnTo>
                  <a:lnTo>
                    <a:pt x="270" y="66"/>
                  </a:lnTo>
                  <a:lnTo>
                    <a:pt x="270" y="90"/>
                  </a:lnTo>
                  <a:lnTo>
                    <a:pt x="264" y="102"/>
                  </a:lnTo>
                  <a:lnTo>
                    <a:pt x="258" y="108"/>
                  </a:lnTo>
                  <a:lnTo>
                    <a:pt x="240" y="108"/>
                  </a:lnTo>
                  <a:lnTo>
                    <a:pt x="228" y="102"/>
                  </a:lnTo>
                  <a:lnTo>
                    <a:pt x="222" y="96"/>
                  </a:lnTo>
                  <a:lnTo>
                    <a:pt x="222" y="78"/>
                  </a:lnTo>
                  <a:lnTo>
                    <a:pt x="210" y="54"/>
                  </a:lnTo>
                  <a:lnTo>
                    <a:pt x="216" y="36"/>
                  </a:lnTo>
                  <a:lnTo>
                    <a:pt x="162" y="12"/>
                  </a:lnTo>
                  <a:lnTo>
                    <a:pt x="156" y="30"/>
                  </a:lnTo>
                  <a:lnTo>
                    <a:pt x="168" y="36"/>
                  </a:lnTo>
                  <a:lnTo>
                    <a:pt x="174" y="48"/>
                  </a:lnTo>
                  <a:lnTo>
                    <a:pt x="174" y="72"/>
                  </a:lnTo>
                  <a:lnTo>
                    <a:pt x="168" y="78"/>
                  </a:lnTo>
                  <a:lnTo>
                    <a:pt x="156" y="84"/>
                  </a:lnTo>
                  <a:lnTo>
                    <a:pt x="150" y="84"/>
                  </a:lnTo>
                  <a:lnTo>
                    <a:pt x="144" y="78"/>
                  </a:lnTo>
                  <a:lnTo>
                    <a:pt x="144" y="60"/>
                  </a:lnTo>
                  <a:lnTo>
                    <a:pt x="132" y="48"/>
                  </a:lnTo>
                  <a:lnTo>
                    <a:pt x="132" y="42"/>
                  </a:lnTo>
                  <a:lnTo>
                    <a:pt x="144" y="30"/>
                  </a:lnTo>
                  <a:lnTo>
                    <a:pt x="150" y="6"/>
                  </a:lnTo>
                  <a:lnTo>
                    <a:pt x="144" y="0"/>
                  </a:lnTo>
                  <a:lnTo>
                    <a:pt x="0" y="42"/>
                  </a:lnTo>
                  <a:lnTo>
                    <a:pt x="48" y="324"/>
                  </a:lnTo>
                  <a:lnTo>
                    <a:pt x="60" y="324"/>
                  </a:lnTo>
                  <a:lnTo>
                    <a:pt x="72" y="336"/>
                  </a:lnTo>
                  <a:lnTo>
                    <a:pt x="138" y="336"/>
                  </a:lnTo>
                  <a:lnTo>
                    <a:pt x="132" y="324"/>
                  </a:lnTo>
                  <a:lnTo>
                    <a:pt x="120" y="318"/>
                  </a:lnTo>
                  <a:lnTo>
                    <a:pt x="114" y="300"/>
                  </a:lnTo>
                  <a:lnTo>
                    <a:pt x="114" y="288"/>
                  </a:lnTo>
                  <a:lnTo>
                    <a:pt x="132" y="270"/>
                  </a:lnTo>
                  <a:lnTo>
                    <a:pt x="144" y="264"/>
                  </a:lnTo>
                  <a:lnTo>
                    <a:pt x="156" y="264"/>
                  </a:lnTo>
                  <a:lnTo>
                    <a:pt x="162" y="258"/>
                  </a:lnTo>
                  <a:lnTo>
                    <a:pt x="168" y="258"/>
                  </a:lnTo>
                  <a:lnTo>
                    <a:pt x="168" y="246"/>
                  </a:lnTo>
                  <a:lnTo>
                    <a:pt x="174" y="240"/>
                  </a:lnTo>
                  <a:lnTo>
                    <a:pt x="180" y="240"/>
                  </a:lnTo>
                  <a:lnTo>
                    <a:pt x="186" y="246"/>
                  </a:lnTo>
                  <a:lnTo>
                    <a:pt x="198" y="246"/>
                  </a:lnTo>
                  <a:lnTo>
                    <a:pt x="204" y="252"/>
                  </a:lnTo>
                  <a:lnTo>
                    <a:pt x="174" y="222"/>
                  </a:lnTo>
                  <a:lnTo>
                    <a:pt x="204" y="228"/>
                  </a:lnTo>
                  <a:lnTo>
                    <a:pt x="210" y="216"/>
                  </a:lnTo>
                  <a:lnTo>
                    <a:pt x="228" y="240"/>
                  </a:lnTo>
                  <a:lnTo>
                    <a:pt x="252" y="240"/>
                  </a:lnTo>
                  <a:lnTo>
                    <a:pt x="252" y="252"/>
                  </a:lnTo>
                  <a:lnTo>
                    <a:pt x="264" y="258"/>
                  </a:lnTo>
                  <a:lnTo>
                    <a:pt x="300" y="258"/>
                  </a:lnTo>
                  <a:lnTo>
                    <a:pt x="306" y="264"/>
                  </a:lnTo>
                  <a:lnTo>
                    <a:pt x="312" y="276"/>
                  </a:lnTo>
                  <a:lnTo>
                    <a:pt x="312" y="288"/>
                  </a:lnTo>
                  <a:lnTo>
                    <a:pt x="324" y="294"/>
                  </a:lnTo>
                  <a:lnTo>
                    <a:pt x="312" y="306"/>
                  </a:lnTo>
                  <a:lnTo>
                    <a:pt x="312" y="318"/>
                  </a:lnTo>
                  <a:lnTo>
                    <a:pt x="330" y="336"/>
                  </a:lnTo>
                  <a:lnTo>
                    <a:pt x="360" y="336"/>
                  </a:lnTo>
                  <a:lnTo>
                    <a:pt x="414" y="342"/>
                  </a:lnTo>
                  <a:lnTo>
                    <a:pt x="414" y="336"/>
                  </a:lnTo>
                  <a:lnTo>
                    <a:pt x="450" y="354"/>
                  </a:lnTo>
                  <a:lnTo>
                    <a:pt x="468" y="384"/>
                  </a:lnTo>
                  <a:lnTo>
                    <a:pt x="486" y="402"/>
                  </a:lnTo>
                  <a:lnTo>
                    <a:pt x="486" y="408"/>
                  </a:lnTo>
                  <a:lnTo>
                    <a:pt x="492" y="414"/>
                  </a:lnTo>
                  <a:lnTo>
                    <a:pt x="510" y="450"/>
                  </a:lnTo>
                  <a:lnTo>
                    <a:pt x="522" y="462"/>
                  </a:lnTo>
                  <a:lnTo>
                    <a:pt x="534" y="468"/>
                  </a:lnTo>
                  <a:lnTo>
                    <a:pt x="552" y="468"/>
                  </a:lnTo>
                  <a:lnTo>
                    <a:pt x="564" y="474"/>
                  </a:lnTo>
                  <a:lnTo>
                    <a:pt x="570" y="474"/>
                  </a:lnTo>
                  <a:lnTo>
                    <a:pt x="582" y="486"/>
                  </a:lnTo>
                  <a:lnTo>
                    <a:pt x="588" y="498"/>
                  </a:lnTo>
                  <a:lnTo>
                    <a:pt x="594" y="504"/>
                  </a:lnTo>
                  <a:lnTo>
                    <a:pt x="624" y="522"/>
                  </a:lnTo>
                  <a:lnTo>
                    <a:pt x="648" y="522"/>
                  </a:lnTo>
                  <a:lnTo>
                    <a:pt x="666" y="534"/>
                  </a:lnTo>
                  <a:lnTo>
                    <a:pt x="690" y="546"/>
                  </a:lnTo>
                  <a:lnTo>
                    <a:pt x="696" y="552"/>
                  </a:lnTo>
                  <a:lnTo>
                    <a:pt x="708" y="558"/>
                  </a:lnTo>
                  <a:lnTo>
                    <a:pt x="720" y="570"/>
                  </a:lnTo>
                  <a:lnTo>
                    <a:pt x="732" y="570"/>
                  </a:lnTo>
                  <a:lnTo>
                    <a:pt x="744" y="582"/>
                  </a:lnTo>
                  <a:lnTo>
                    <a:pt x="750" y="582"/>
                  </a:lnTo>
                  <a:lnTo>
                    <a:pt x="774" y="576"/>
                  </a:lnTo>
                  <a:lnTo>
                    <a:pt x="822" y="606"/>
                  </a:lnTo>
                  <a:lnTo>
                    <a:pt x="816" y="612"/>
                  </a:lnTo>
                  <a:lnTo>
                    <a:pt x="816" y="630"/>
                  </a:lnTo>
                  <a:lnTo>
                    <a:pt x="828" y="642"/>
                  </a:lnTo>
                  <a:lnTo>
                    <a:pt x="828" y="654"/>
                  </a:lnTo>
                  <a:lnTo>
                    <a:pt x="840" y="654"/>
                  </a:lnTo>
                  <a:lnTo>
                    <a:pt x="852" y="642"/>
                  </a:lnTo>
                  <a:lnTo>
                    <a:pt x="870" y="666"/>
                  </a:lnTo>
                  <a:lnTo>
                    <a:pt x="882" y="660"/>
                  </a:lnTo>
                  <a:lnTo>
                    <a:pt x="894" y="660"/>
                  </a:lnTo>
                  <a:lnTo>
                    <a:pt x="900" y="666"/>
                  </a:lnTo>
                  <a:lnTo>
                    <a:pt x="906" y="666"/>
                  </a:lnTo>
                  <a:lnTo>
                    <a:pt x="900" y="666"/>
                  </a:lnTo>
                  <a:lnTo>
                    <a:pt x="900" y="642"/>
                  </a:lnTo>
                  <a:lnTo>
                    <a:pt x="906" y="636"/>
                  </a:lnTo>
                  <a:lnTo>
                    <a:pt x="912" y="624"/>
                  </a:lnTo>
                  <a:lnTo>
                    <a:pt x="924" y="618"/>
                  </a:lnTo>
                  <a:lnTo>
                    <a:pt x="930" y="606"/>
                  </a:lnTo>
                  <a:lnTo>
                    <a:pt x="930" y="588"/>
                  </a:lnTo>
                  <a:lnTo>
                    <a:pt x="918" y="576"/>
                  </a:lnTo>
                  <a:lnTo>
                    <a:pt x="906" y="570"/>
                  </a:lnTo>
                  <a:lnTo>
                    <a:pt x="900" y="564"/>
                  </a:lnTo>
                  <a:lnTo>
                    <a:pt x="900" y="546"/>
                  </a:lnTo>
                  <a:lnTo>
                    <a:pt x="906" y="540"/>
                  </a:lnTo>
                  <a:lnTo>
                    <a:pt x="906" y="534"/>
                  </a:lnTo>
                  <a:lnTo>
                    <a:pt x="894" y="522"/>
                  </a:lnTo>
                  <a:lnTo>
                    <a:pt x="882" y="522"/>
                  </a:lnTo>
                  <a:lnTo>
                    <a:pt x="876" y="516"/>
                  </a:lnTo>
                  <a:lnTo>
                    <a:pt x="870" y="516"/>
                  </a:lnTo>
                  <a:lnTo>
                    <a:pt x="858" y="504"/>
                  </a:lnTo>
                  <a:lnTo>
                    <a:pt x="840" y="504"/>
                  </a:lnTo>
                  <a:lnTo>
                    <a:pt x="840" y="486"/>
                  </a:lnTo>
                  <a:lnTo>
                    <a:pt x="846" y="480"/>
                  </a:lnTo>
                  <a:lnTo>
                    <a:pt x="894" y="480"/>
                  </a:lnTo>
                  <a:lnTo>
                    <a:pt x="918" y="468"/>
                  </a:lnTo>
                  <a:lnTo>
                    <a:pt x="918" y="456"/>
                  </a:lnTo>
                  <a:lnTo>
                    <a:pt x="912" y="456"/>
                  </a:lnTo>
                  <a:lnTo>
                    <a:pt x="930" y="444"/>
                  </a:lnTo>
                  <a:lnTo>
                    <a:pt x="906" y="420"/>
                  </a:lnTo>
                  <a:lnTo>
                    <a:pt x="948" y="420"/>
                  </a:lnTo>
                  <a:lnTo>
                    <a:pt x="948" y="414"/>
                  </a:lnTo>
                  <a:lnTo>
                    <a:pt x="936" y="402"/>
                  </a:lnTo>
                  <a:lnTo>
                    <a:pt x="936" y="390"/>
                  </a:lnTo>
                  <a:lnTo>
                    <a:pt x="942" y="384"/>
                  </a:lnTo>
                  <a:lnTo>
                    <a:pt x="942" y="372"/>
                  </a:lnTo>
                  <a:lnTo>
                    <a:pt x="954" y="372"/>
                  </a:lnTo>
                  <a:lnTo>
                    <a:pt x="972" y="390"/>
                  </a:lnTo>
                  <a:lnTo>
                    <a:pt x="978" y="390"/>
                  </a:lnTo>
                  <a:lnTo>
                    <a:pt x="984" y="378"/>
                  </a:lnTo>
                  <a:lnTo>
                    <a:pt x="996" y="372"/>
                  </a:lnTo>
                  <a:lnTo>
                    <a:pt x="1002" y="360"/>
                  </a:lnTo>
                  <a:lnTo>
                    <a:pt x="1020" y="360"/>
                  </a:lnTo>
                  <a:lnTo>
                    <a:pt x="1032" y="366"/>
                  </a:lnTo>
                  <a:lnTo>
                    <a:pt x="1038" y="372"/>
                  </a:lnTo>
                  <a:lnTo>
                    <a:pt x="1014" y="408"/>
                  </a:lnTo>
                  <a:lnTo>
                    <a:pt x="1026" y="408"/>
                  </a:lnTo>
                  <a:lnTo>
                    <a:pt x="1032" y="414"/>
                  </a:lnTo>
                  <a:lnTo>
                    <a:pt x="1044" y="414"/>
                  </a:lnTo>
                  <a:lnTo>
                    <a:pt x="1050" y="420"/>
                  </a:lnTo>
                  <a:lnTo>
                    <a:pt x="1056" y="420"/>
                  </a:lnTo>
                  <a:lnTo>
                    <a:pt x="1068" y="414"/>
                  </a:lnTo>
                  <a:lnTo>
                    <a:pt x="1086" y="414"/>
                  </a:lnTo>
                  <a:lnTo>
                    <a:pt x="1092" y="420"/>
                  </a:lnTo>
                  <a:lnTo>
                    <a:pt x="1098" y="420"/>
                  </a:lnTo>
                  <a:lnTo>
                    <a:pt x="1104" y="426"/>
                  </a:lnTo>
                  <a:lnTo>
                    <a:pt x="1110" y="426"/>
                  </a:lnTo>
                  <a:lnTo>
                    <a:pt x="1128" y="408"/>
                  </a:lnTo>
                  <a:lnTo>
                    <a:pt x="1146" y="402"/>
                  </a:lnTo>
                  <a:lnTo>
                    <a:pt x="1146" y="396"/>
                  </a:lnTo>
                  <a:lnTo>
                    <a:pt x="1158" y="396"/>
                  </a:lnTo>
                  <a:lnTo>
                    <a:pt x="1170" y="390"/>
                  </a:lnTo>
                  <a:lnTo>
                    <a:pt x="1182" y="378"/>
                  </a:lnTo>
                  <a:lnTo>
                    <a:pt x="1182" y="366"/>
                  </a:lnTo>
                  <a:lnTo>
                    <a:pt x="1170" y="366"/>
                  </a:lnTo>
                  <a:lnTo>
                    <a:pt x="1158" y="372"/>
                  </a:lnTo>
                  <a:lnTo>
                    <a:pt x="1152" y="372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4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75" name="Uganda" descr="© INSCALE GmbH, 05.05.2010&#10;http://www.presentationload.com/">
              <a:extLst>
                <a:ext uri="{FF2B5EF4-FFF2-40B4-BE49-F238E27FC236}">
                  <a16:creationId xmlns:a16="http://schemas.microsoft.com/office/drawing/2014/main" id="{6FB4CAE8-8F7A-421C-9493-E587A68ED426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2030322" y="2945848"/>
              <a:ext cx="152897" cy="180416"/>
            </a:xfrm>
            <a:custGeom>
              <a:avLst/>
              <a:gdLst>
                <a:gd name="T0" fmla="*/ 2147483647 w 390"/>
                <a:gd name="T1" fmla="*/ 2147483647 h 462"/>
                <a:gd name="T2" fmla="*/ 2147483647 w 390"/>
                <a:gd name="T3" fmla="*/ 2147483647 h 462"/>
                <a:gd name="T4" fmla="*/ 2147483647 w 390"/>
                <a:gd name="T5" fmla="*/ 2147483647 h 462"/>
                <a:gd name="T6" fmla="*/ 2147483647 w 390"/>
                <a:gd name="T7" fmla="*/ 2147483647 h 462"/>
                <a:gd name="T8" fmla="*/ 2147483647 w 390"/>
                <a:gd name="T9" fmla="*/ 2147483647 h 462"/>
                <a:gd name="T10" fmla="*/ 2147483647 w 390"/>
                <a:gd name="T11" fmla="*/ 2147483647 h 462"/>
                <a:gd name="T12" fmla="*/ 2147483647 w 390"/>
                <a:gd name="T13" fmla="*/ 2147483647 h 462"/>
                <a:gd name="T14" fmla="*/ 2147483647 w 390"/>
                <a:gd name="T15" fmla="*/ 2147483647 h 462"/>
                <a:gd name="T16" fmla="*/ 2147483647 w 390"/>
                <a:gd name="T17" fmla="*/ 2147483647 h 462"/>
                <a:gd name="T18" fmla="*/ 2147483647 w 390"/>
                <a:gd name="T19" fmla="*/ 2147483647 h 462"/>
                <a:gd name="T20" fmla="*/ 2147483647 w 390"/>
                <a:gd name="T21" fmla="*/ 2147483647 h 462"/>
                <a:gd name="T22" fmla="*/ 2147483647 w 390"/>
                <a:gd name="T23" fmla="*/ 2147483647 h 462"/>
                <a:gd name="T24" fmla="*/ 2147483647 w 390"/>
                <a:gd name="T25" fmla="*/ 0 h 462"/>
                <a:gd name="T26" fmla="*/ 2147483647 w 390"/>
                <a:gd name="T27" fmla="*/ 2147483647 h 462"/>
                <a:gd name="T28" fmla="*/ 2147483647 w 390"/>
                <a:gd name="T29" fmla="*/ 2147483647 h 462"/>
                <a:gd name="T30" fmla="*/ 2147483647 w 390"/>
                <a:gd name="T31" fmla="*/ 2147483647 h 462"/>
                <a:gd name="T32" fmla="*/ 2147483647 w 390"/>
                <a:gd name="T33" fmla="*/ 2147483647 h 462"/>
                <a:gd name="T34" fmla="*/ 2147483647 w 390"/>
                <a:gd name="T35" fmla="*/ 2147483647 h 462"/>
                <a:gd name="T36" fmla="*/ 2147483647 w 390"/>
                <a:gd name="T37" fmla="*/ 2147483647 h 462"/>
                <a:gd name="T38" fmla="*/ 2147483647 w 390"/>
                <a:gd name="T39" fmla="*/ 2147483647 h 462"/>
                <a:gd name="T40" fmla="*/ 2147483647 w 390"/>
                <a:gd name="T41" fmla="*/ 2147483647 h 462"/>
                <a:gd name="T42" fmla="*/ 2147483647 w 390"/>
                <a:gd name="T43" fmla="*/ 2147483647 h 462"/>
                <a:gd name="T44" fmla="*/ 2147483647 w 390"/>
                <a:gd name="T45" fmla="*/ 2147483647 h 462"/>
                <a:gd name="T46" fmla="*/ 2147483647 w 390"/>
                <a:gd name="T47" fmla="*/ 2147483647 h 462"/>
                <a:gd name="T48" fmla="*/ 2147483647 w 390"/>
                <a:gd name="T49" fmla="*/ 2147483647 h 462"/>
                <a:gd name="T50" fmla="*/ 2147483647 w 390"/>
                <a:gd name="T51" fmla="*/ 2147483647 h 462"/>
                <a:gd name="T52" fmla="*/ 2147483647 w 390"/>
                <a:gd name="T53" fmla="*/ 2147483647 h 462"/>
                <a:gd name="T54" fmla="*/ 2147483647 w 390"/>
                <a:gd name="T55" fmla="*/ 2147483647 h 462"/>
                <a:gd name="T56" fmla="*/ 2147483647 w 390"/>
                <a:gd name="T57" fmla="*/ 2147483647 h 462"/>
                <a:gd name="T58" fmla="*/ 2147483647 w 390"/>
                <a:gd name="T59" fmla="*/ 2147483647 h 462"/>
                <a:gd name="T60" fmla="*/ 2147483647 w 390"/>
                <a:gd name="T61" fmla="*/ 2147483647 h 462"/>
                <a:gd name="T62" fmla="*/ 2147483647 w 390"/>
                <a:gd name="T63" fmla="*/ 2147483647 h 462"/>
                <a:gd name="T64" fmla="*/ 2147483647 w 390"/>
                <a:gd name="T65" fmla="*/ 2147483647 h 462"/>
                <a:gd name="T66" fmla="*/ 2147483647 w 390"/>
                <a:gd name="T67" fmla="*/ 2147483647 h 462"/>
                <a:gd name="T68" fmla="*/ 2147483647 w 390"/>
                <a:gd name="T69" fmla="*/ 2147483647 h 462"/>
                <a:gd name="T70" fmla="*/ 2147483647 w 390"/>
                <a:gd name="T71" fmla="*/ 2147483647 h 462"/>
                <a:gd name="T72" fmla="*/ 2147483647 w 390"/>
                <a:gd name="T73" fmla="*/ 2147483647 h 462"/>
                <a:gd name="T74" fmla="*/ 2147483647 w 390"/>
                <a:gd name="T75" fmla="*/ 2147483647 h 462"/>
                <a:gd name="T76" fmla="*/ 2147483647 w 390"/>
                <a:gd name="T77" fmla="*/ 2147483647 h 462"/>
                <a:gd name="T78" fmla="*/ 2147483647 w 390"/>
                <a:gd name="T79" fmla="*/ 2147483647 h 462"/>
                <a:gd name="T80" fmla="*/ 2147483647 w 390"/>
                <a:gd name="T81" fmla="*/ 2147483647 h 462"/>
                <a:gd name="T82" fmla="*/ 2147483647 w 390"/>
                <a:gd name="T83" fmla="*/ 2147483647 h 462"/>
                <a:gd name="T84" fmla="*/ 2147483647 w 390"/>
                <a:gd name="T85" fmla="*/ 2147483647 h 462"/>
                <a:gd name="T86" fmla="*/ 2147483647 w 390"/>
                <a:gd name="T87" fmla="*/ 2147483647 h 462"/>
                <a:gd name="T88" fmla="*/ 2147483647 w 390"/>
                <a:gd name="T89" fmla="*/ 2147483647 h 462"/>
                <a:gd name="T90" fmla="*/ 2147483647 w 390"/>
                <a:gd name="T91" fmla="*/ 2147483647 h 462"/>
                <a:gd name="T92" fmla="*/ 2147483647 w 390"/>
                <a:gd name="T93" fmla="*/ 2147483647 h 462"/>
                <a:gd name="T94" fmla="*/ 2147483647 w 390"/>
                <a:gd name="T95" fmla="*/ 2147483647 h 462"/>
                <a:gd name="T96" fmla="*/ 2147483647 w 390"/>
                <a:gd name="T97" fmla="*/ 2147483647 h 462"/>
                <a:gd name="T98" fmla="*/ 2147483647 w 390"/>
                <a:gd name="T99" fmla="*/ 2147483647 h 462"/>
                <a:gd name="T100" fmla="*/ 2147483647 w 390"/>
                <a:gd name="T101" fmla="*/ 2147483647 h 462"/>
                <a:gd name="T102" fmla="*/ 2147483647 w 390"/>
                <a:gd name="T103" fmla="*/ 2147483647 h 462"/>
                <a:gd name="T104" fmla="*/ 2147483647 w 390"/>
                <a:gd name="T105" fmla="*/ 2147483647 h 462"/>
                <a:gd name="T106" fmla="*/ 2147483647 w 390"/>
                <a:gd name="T107" fmla="*/ 2147483647 h 46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390"/>
                <a:gd name="T163" fmla="*/ 0 h 462"/>
                <a:gd name="T164" fmla="*/ 390 w 390"/>
                <a:gd name="T165" fmla="*/ 462 h 46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390" h="462">
                  <a:moveTo>
                    <a:pt x="306" y="426"/>
                  </a:moveTo>
                  <a:lnTo>
                    <a:pt x="318" y="426"/>
                  </a:lnTo>
                  <a:lnTo>
                    <a:pt x="318" y="420"/>
                  </a:lnTo>
                  <a:lnTo>
                    <a:pt x="306" y="420"/>
                  </a:lnTo>
                  <a:lnTo>
                    <a:pt x="306" y="426"/>
                  </a:lnTo>
                  <a:close/>
                  <a:moveTo>
                    <a:pt x="390" y="192"/>
                  </a:moveTo>
                  <a:lnTo>
                    <a:pt x="384" y="180"/>
                  </a:lnTo>
                  <a:lnTo>
                    <a:pt x="378" y="174"/>
                  </a:lnTo>
                  <a:lnTo>
                    <a:pt x="366" y="150"/>
                  </a:lnTo>
                  <a:lnTo>
                    <a:pt x="366" y="144"/>
                  </a:lnTo>
                  <a:lnTo>
                    <a:pt x="372" y="138"/>
                  </a:lnTo>
                  <a:lnTo>
                    <a:pt x="378" y="138"/>
                  </a:lnTo>
                  <a:lnTo>
                    <a:pt x="384" y="132"/>
                  </a:lnTo>
                  <a:lnTo>
                    <a:pt x="348" y="90"/>
                  </a:lnTo>
                  <a:lnTo>
                    <a:pt x="354" y="84"/>
                  </a:lnTo>
                  <a:lnTo>
                    <a:pt x="336" y="66"/>
                  </a:lnTo>
                  <a:lnTo>
                    <a:pt x="336" y="60"/>
                  </a:lnTo>
                  <a:lnTo>
                    <a:pt x="342" y="54"/>
                  </a:lnTo>
                  <a:lnTo>
                    <a:pt x="342" y="42"/>
                  </a:lnTo>
                  <a:lnTo>
                    <a:pt x="336" y="42"/>
                  </a:lnTo>
                  <a:lnTo>
                    <a:pt x="336" y="48"/>
                  </a:lnTo>
                  <a:lnTo>
                    <a:pt x="330" y="42"/>
                  </a:lnTo>
                  <a:lnTo>
                    <a:pt x="324" y="42"/>
                  </a:lnTo>
                  <a:lnTo>
                    <a:pt x="324" y="18"/>
                  </a:lnTo>
                  <a:lnTo>
                    <a:pt x="318" y="6"/>
                  </a:lnTo>
                  <a:lnTo>
                    <a:pt x="312" y="0"/>
                  </a:lnTo>
                  <a:lnTo>
                    <a:pt x="300" y="0"/>
                  </a:lnTo>
                  <a:lnTo>
                    <a:pt x="300" y="6"/>
                  </a:lnTo>
                  <a:lnTo>
                    <a:pt x="294" y="12"/>
                  </a:lnTo>
                  <a:lnTo>
                    <a:pt x="294" y="18"/>
                  </a:lnTo>
                  <a:lnTo>
                    <a:pt x="276" y="36"/>
                  </a:lnTo>
                  <a:lnTo>
                    <a:pt x="252" y="36"/>
                  </a:lnTo>
                  <a:lnTo>
                    <a:pt x="246" y="30"/>
                  </a:lnTo>
                  <a:lnTo>
                    <a:pt x="246" y="24"/>
                  </a:lnTo>
                  <a:lnTo>
                    <a:pt x="234" y="24"/>
                  </a:lnTo>
                  <a:lnTo>
                    <a:pt x="222" y="36"/>
                  </a:lnTo>
                  <a:lnTo>
                    <a:pt x="198" y="36"/>
                  </a:lnTo>
                  <a:lnTo>
                    <a:pt x="180" y="60"/>
                  </a:lnTo>
                  <a:lnTo>
                    <a:pt x="156" y="30"/>
                  </a:lnTo>
                  <a:lnTo>
                    <a:pt x="150" y="30"/>
                  </a:lnTo>
                  <a:lnTo>
                    <a:pt x="144" y="36"/>
                  </a:lnTo>
                  <a:lnTo>
                    <a:pt x="144" y="42"/>
                  </a:lnTo>
                  <a:lnTo>
                    <a:pt x="132" y="42"/>
                  </a:lnTo>
                  <a:lnTo>
                    <a:pt x="120" y="36"/>
                  </a:lnTo>
                  <a:lnTo>
                    <a:pt x="114" y="30"/>
                  </a:lnTo>
                  <a:lnTo>
                    <a:pt x="102" y="30"/>
                  </a:lnTo>
                  <a:lnTo>
                    <a:pt x="84" y="48"/>
                  </a:lnTo>
                  <a:lnTo>
                    <a:pt x="90" y="72"/>
                  </a:lnTo>
                  <a:lnTo>
                    <a:pt x="72" y="90"/>
                  </a:lnTo>
                  <a:lnTo>
                    <a:pt x="84" y="96"/>
                  </a:lnTo>
                  <a:lnTo>
                    <a:pt x="90" y="102"/>
                  </a:lnTo>
                  <a:lnTo>
                    <a:pt x="90" y="108"/>
                  </a:lnTo>
                  <a:lnTo>
                    <a:pt x="84" y="114"/>
                  </a:lnTo>
                  <a:lnTo>
                    <a:pt x="78" y="126"/>
                  </a:lnTo>
                  <a:lnTo>
                    <a:pt x="78" y="138"/>
                  </a:lnTo>
                  <a:lnTo>
                    <a:pt x="84" y="144"/>
                  </a:lnTo>
                  <a:lnTo>
                    <a:pt x="96" y="144"/>
                  </a:lnTo>
                  <a:lnTo>
                    <a:pt x="108" y="150"/>
                  </a:lnTo>
                  <a:lnTo>
                    <a:pt x="114" y="156"/>
                  </a:lnTo>
                  <a:lnTo>
                    <a:pt x="114" y="168"/>
                  </a:lnTo>
                  <a:lnTo>
                    <a:pt x="108" y="180"/>
                  </a:lnTo>
                  <a:lnTo>
                    <a:pt x="96" y="192"/>
                  </a:lnTo>
                  <a:lnTo>
                    <a:pt x="84" y="216"/>
                  </a:lnTo>
                  <a:lnTo>
                    <a:pt x="72" y="222"/>
                  </a:lnTo>
                  <a:lnTo>
                    <a:pt x="66" y="234"/>
                  </a:lnTo>
                  <a:lnTo>
                    <a:pt x="42" y="246"/>
                  </a:lnTo>
                  <a:lnTo>
                    <a:pt x="42" y="258"/>
                  </a:lnTo>
                  <a:lnTo>
                    <a:pt x="24" y="270"/>
                  </a:lnTo>
                  <a:lnTo>
                    <a:pt x="6" y="342"/>
                  </a:lnTo>
                  <a:lnTo>
                    <a:pt x="6" y="372"/>
                  </a:lnTo>
                  <a:lnTo>
                    <a:pt x="0" y="450"/>
                  </a:lnTo>
                  <a:lnTo>
                    <a:pt x="12" y="450"/>
                  </a:lnTo>
                  <a:lnTo>
                    <a:pt x="24" y="462"/>
                  </a:lnTo>
                  <a:lnTo>
                    <a:pt x="30" y="462"/>
                  </a:lnTo>
                  <a:lnTo>
                    <a:pt x="42" y="438"/>
                  </a:lnTo>
                  <a:lnTo>
                    <a:pt x="48" y="432"/>
                  </a:lnTo>
                  <a:lnTo>
                    <a:pt x="48" y="426"/>
                  </a:lnTo>
                  <a:lnTo>
                    <a:pt x="72" y="420"/>
                  </a:lnTo>
                  <a:lnTo>
                    <a:pt x="162" y="426"/>
                  </a:lnTo>
                  <a:lnTo>
                    <a:pt x="162" y="414"/>
                  </a:lnTo>
                  <a:lnTo>
                    <a:pt x="156" y="408"/>
                  </a:lnTo>
                  <a:lnTo>
                    <a:pt x="150" y="396"/>
                  </a:lnTo>
                  <a:lnTo>
                    <a:pt x="162" y="372"/>
                  </a:lnTo>
                  <a:lnTo>
                    <a:pt x="168" y="366"/>
                  </a:lnTo>
                  <a:lnTo>
                    <a:pt x="168" y="342"/>
                  </a:lnTo>
                  <a:lnTo>
                    <a:pt x="174" y="336"/>
                  </a:lnTo>
                  <a:lnTo>
                    <a:pt x="186" y="330"/>
                  </a:lnTo>
                  <a:lnTo>
                    <a:pt x="204" y="324"/>
                  </a:lnTo>
                  <a:lnTo>
                    <a:pt x="240" y="324"/>
                  </a:lnTo>
                  <a:lnTo>
                    <a:pt x="252" y="312"/>
                  </a:lnTo>
                  <a:lnTo>
                    <a:pt x="258" y="300"/>
                  </a:lnTo>
                  <a:lnTo>
                    <a:pt x="264" y="300"/>
                  </a:lnTo>
                  <a:lnTo>
                    <a:pt x="264" y="306"/>
                  </a:lnTo>
                  <a:lnTo>
                    <a:pt x="270" y="312"/>
                  </a:lnTo>
                  <a:lnTo>
                    <a:pt x="270" y="330"/>
                  </a:lnTo>
                  <a:lnTo>
                    <a:pt x="276" y="324"/>
                  </a:lnTo>
                  <a:lnTo>
                    <a:pt x="312" y="324"/>
                  </a:lnTo>
                  <a:lnTo>
                    <a:pt x="312" y="330"/>
                  </a:lnTo>
                  <a:lnTo>
                    <a:pt x="312" y="318"/>
                  </a:lnTo>
                  <a:lnTo>
                    <a:pt x="318" y="306"/>
                  </a:lnTo>
                  <a:lnTo>
                    <a:pt x="324" y="300"/>
                  </a:lnTo>
                  <a:lnTo>
                    <a:pt x="330" y="282"/>
                  </a:lnTo>
                  <a:lnTo>
                    <a:pt x="348" y="270"/>
                  </a:lnTo>
                  <a:lnTo>
                    <a:pt x="348" y="246"/>
                  </a:lnTo>
                  <a:lnTo>
                    <a:pt x="354" y="240"/>
                  </a:lnTo>
                  <a:lnTo>
                    <a:pt x="372" y="240"/>
                  </a:lnTo>
                  <a:lnTo>
                    <a:pt x="378" y="216"/>
                  </a:lnTo>
                  <a:lnTo>
                    <a:pt x="390" y="204"/>
                  </a:lnTo>
                  <a:lnTo>
                    <a:pt x="390" y="192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76" name="Tunisia" descr="© INSCALE GmbH, 05.05.2010&#10;http://www.presentationload.com/">
              <a:extLst>
                <a:ext uri="{FF2B5EF4-FFF2-40B4-BE49-F238E27FC236}">
                  <a16:creationId xmlns:a16="http://schemas.microsoft.com/office/drawing/2014/main" id="{EB37D439-786E-487D-A3AD-BA8697FA96A5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418741" y="1901575"/>
              <a:ext cx="107027" cy="223227"/>
            </a:xfrm>
            <a:custGeom>
              <a:avLst/>
              <a:gdLst>
                <a:gd name="T0" fmla="*/ 2147483647 w 276"/>
                <a:gd name="T1" fmla="*/ 2147483647 h 570"/>
                <a:gd name="T2" fmla="*/ 2147483647 w 276"/>
                <a:gd name="T3" fmla="*/ 2147483647 h 570"/>
                <a:gd name="T4" fmla="*/ 2147483647 w 276"/>
                <a:gd name="T5" fmla="*/ 2147483647 h 570"/>
                <a:gd name="T6" fmla="*/ 2147483647 w 276"/>
                <a:gd name="T7" fmla="*/ 2147483647 h 570"/>
                <a:gd name="T8" fmla="*/ 2147483647 w 276"/>
                <a:gd name="T9" fmla="*/ 2147483647 h 570"/>
                <a:gd name="T10" fmla="*/ 2147483647 w 276"/>
                <a:gd name="T11" fmla="*/ 2147483647 h 570"/>
                <a:gd name="T12" fmla="*/ 0 w 276"/>
                <a:gd name="T13" fmla="*/ 2147483647 h 570"/>
                <a:gd name="T14" fmla="*/ 2147483647 w 276"/>
                <a:gd name="T15" fmla="*/ 2147483647 h 570"/>
                <a:gd name="T16" fmla="*/ 2147483647 w 276"/>
                <a:gd name="T17" fmla="*/ 2147483647 h 570"/>
                <a:gd name="T18" fmla="*/ 2147483647 w 276"/>
                <a:gd name="T19" fmla="*/ 2147483647 h 570"/>
                <a:gd name="T20" fmla="*/ 2147483647 w 276"/>
                <a:gd name="T21" fmla="*/ 2147483647 h 570"/>
                <a:gd name="T22" fmla="*/ 2147483647 w 276"/>
                <a:gd name="T23" fmla="*/ 2147483647 h 570"/>
                <a:gd name="T24" fmla="*/ 2147483647 w 276"/>
                <a:gd name="T25" fmla="*/ 2147483647 h 570"/>
                <a:gd name="T26" fmla="*/ 2147483647 w 276"/>
                <a:gd name="T27" fmla="*/ 2147483647 h 570"/>
                <a:gd name="T28" fmla="*/ 2147483647 w 276"/>
                <a:gd name="T29" fmla="*/ 2147483647 h 570"/>
                <a:gd name="T30" fmla="*/ 2147483647 w 276"/>
                <a:gd name="T31" fmla="*/ 2147483647 h 570"/>
                <a:gd name="T32" fmla="*/ 2147483647 w 276"/>
                <a:gd name="T33" fmla="*/ 2147483647 h 570"/>
                <a:gd name="T34" fmla="*/ 2147483647 w 276"/>
                <a:gd name="T35" fmla="*/ 2147483647 h 570"/>
                <a:gd name="T36" fmla="*/ 2147483647 w 276"/>
                <a:gd name="T37" fmla="*/ 2147483647 h 570"/>
                <a:gd name="T38" fmla="*/ 2147483647 w 276"/>
                <a:gd name="T39" fmla="*/ 2147483647 h 570"/>
                <a:gd name="T40" fmla="*/ 2147483647 w 276"/>
                <a:gd name="T41" fmla="*/ 2147483647 h 570"/>
                <a:gd name="T42" fmla="*/ 2147483647 w 276"/>
                <a:gd name="T43" fmla="*/ 2147483647 h 570"/>
                <a:gd name="T44" fmla="*/ 2147483647 w 276"/>
                <a:gd name="T45" fmla="*/ 2147483647 h 570"/>
                <a:gd name="T46" fmla="*/ 2147483647 w 276"/>
                <a:gd name="T47" fmla="*/ 2147483647 h 570"/>
                <a:gd name="T48" fmla="*/ 2147483647 w 276"/>
                <a:gd name="T49" fmla="*/ 2147483647 h 570"/>
                <a:gd name="T50" fmla="*/ 2147483647 w 276"/>
                <a:gd name="T51" fmla="*/ 2147483647 h 570"/>
                <a:gd name="T52" fmla="*/ 2147483647 w 276"/>
                <a:gd name="T53" fmla="*/ 2147483647 h 570"/>
                <a:gd name="T54" fmla="*/ 2147483647 w 276"/>
                <a:gd name="T55" fmla="*/ 2147483647 h 570"/>
                <a:gd name="T56" fmla="*/ 2147483647 w 276"/>
                <a:gd name="T57" fmla="*/ 2147483647 h 570"/>
                <a:gd name="T58" fmla="*/ 2147483647 w 276"/>
                <a:gd name="T59" fmla="*/ 2147483647 h 570"/>
                <a:gd name="T60" fmla="*/ 2147483647 w 276"/>
                <a:gd name="T61" fmla="*/ 2147483647 h 570"/>
                <a:gd name="T62" fmla="*/ 2147483647 w 276"/>
                <a:gd name="T63" fmla="*/ 2147483647 h 570"/>
                <a:gd name="T64" fmla="*/ 2147483647 w 276"/>
                <a:gd name="T65" fmla="*/ 2147483647 h 570"/>
                <a:gd name="T66" fmla="*/ 2147483647 w 276"/>
                <a:gd name="T67" fmla="*/ 2147483647 h 570"/>
                <a:gd name="T68" fmla="*/ 2147483647 w 276"/>
                <a:gd name="T69" fmla="*/ 2147483647 h 570"/>
                <a:gd name="T70" fmla="*/ 2147483647 w 276"/>
                <a:gd name="T71" fmla="*/ 2147483647 h 570"/>
                <a:gd name="T72" fmla="*/ 2147483647 w 276"/>
                <a:gd name="T73" fmla="*/ 2147483647 h 570"/>
                <a:gd name="T74" fmla="*/ 2147483647 w 276"/>
                <a:gd name="T75" fmla="*/ 2147483647 h 570"/>
                <a:gd name="T76" fmla="*/ 2147483647 w 276"/>
                <a:gd name="T77" fmla="*/ 2147483647 h 570"/>
                <a:gd name="T78" fmla="*/ 2147483647 w 276"/>
                <a:gd name="T79" fmla="*/ 2147483647 h 570"/>
                <a:gd name="T80" fmla="*/ 2147483647 w 276"/>
                <a:gd name="T81" fmla="*/ 2147483647 h 570"/>
                <a:gd name="T82" fmla="*/ 2147483647 w 276"/>
                <a:gd name="T83" fmla="*/ 2147483647 h 570"/>
                <a:gd name="T84" fmla="*/ 2147483647 w 276"/>
                <a:gd name="T85" fmla="*/ 2147483647 h 570"/>
                <a:gd name="T86" fmla="*/ 2147483647 w 276"/>
                <a:gd name="T87" fmla="*/ 2147483647 h 570"/>
                <a:gd name="T88" fmla="*/ 2147483647 w 276"/>
                <a:gd name="T89" fmla="*/ 0 h 570"/>
                <a:gd name="T90" fmla="*/ 2147483647 w 276"/>
                <a:gd name="T91" fmla="*/ 2147483647 h 570"/>
                <a:gd name="T92" fmla="*/ 2147483647 w 276"/>
                <a:gd name="T93" fmla="*/ 2147483647 h 570"/>
                <a:gd name="T94" fmla="*/ 2147483647 w 276"/>
                <a:gd name="T95" fmla="*/ 2147483647 h 57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76"/>
                <a:gd name="T145" fmla="*/ 0 h 570"/>
                <a:gd name="T146" fmla="*/ 276 w 276"/>
                <a:gd name="T147" fmla="*/ 570 h 57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76" h="570">
                  <a:moveTo>
                    <a:pt x="42" y="60"/>
                  </a:moveTo>
                  <a:lnTo>
                    <a:pt x="60" y="66"/>
                  </a:lnTo>
                  <a:lnTo>
                    <a:pt x="60" y="78"/>
                  </a:lnTo>
                  <a:lnTo>
                    <a:pt x="54" y="90"/>
                  </a:lnTo>
                  <a:lnTo>
                    <a:pt x="54" y="126"/>
                  </a:lnTo>
                  <a:lnTo>
                    <a:pt x="60" y="138"/>
                  </a:lnTo>
                  <a:lnTo>
                    <a:pt x="60" y="180"/>
                  </a:lnTo>
                  <a:lnTo>
                    <a:pt x="54" y="192"/>
                  </a:lnTo>
                  <a:lnTo>
                    <a:pt x="54" y="204"/>
                  </a:lnTo>
                  <a:lnTo>
                    <a:pt x="48" y="210"/>
                  </a:lnTo>
                  <a:lnTo>
                    <a:pt x="48" y="216"/>
                  </a:lnTo>
                  <a:lnTo>
                    <a:pt x="24" y="234"/>
                  </a:lnTo>
                  <a:lnTo>
                    <a:pt x="0" y="258"/>
                  </a:lnTo>
                  <a:lnTo>
                    <a:pt x="0" y="300"/>
                  </a:lnTo>
                  <a:lnTo>
                    <a:pt x="12" y="300"/>
                  </a:lnTo>
                  <a:lnTo>
                    <a:pt x="12" y="330"/>
                  </a:lnTo>
                  <a:lnTo>
                    <a:pt x="24" y="330"/>
                  </a:lnTo>
                  <a:lnTo>
                    <a:pt x="42" y="336"/>
                  </a:lnTo>
                  <a:lnTo>
                    <a:pt x="54" y="348"/>
                  </a:lnTo>
                  <a:lnTo>
                    <a:pt x="54" y="390"/>
                  </a:lnTo>
                  <a:lnTo>
                    <a:pt x="60" y="390"/>
                  </a:lnTo>
                  <a:lnTo>
                    <a:pt x="66" y="396"/>
                  </a:lnTo>
                  <a:lnTo>
                    <a:pt x="90" y="408"/>
                  </a:lnTo>
                  <a:lnTo>
                    <a:pt x="96" y="420"/>
                  </a:lnTo>
                  <a:lnTo>
                    <a:pt x="102" y="426"/>
                  </a:lnTo>
                  <a:lnTo>
                    <a:pt x="108" y="450"/>
                  </a:lnTo>
                  <a:lnTo>
                    <a:pt x="114" y="492"/>
                  </a:lnTo>
                  <a:lnTo>
                    <a:pt x="126" y="540"/>
                  </a:lnTo>
                  <a:lnTo>
                    <a:pt x="138" y="570"/>
                  </a:lnTo>
                  <a:lnTo>
                    <a:pt x="144" y="564"/>
                  </a:lnTo>
                  <a:lnTo>
                    <a:pt x="156" y="564"/>
                  </a:lnTo>
                  <a:lnTo>
                    <a:pt x="186" y="534"/>
                  </a:lnTo>
                  <a:lnTo>
                    <a:pt x="186" y="510"/>
                  </a:lnTo>
                  <a:lnTo>
                    <a:pt x="174" y="486"/>
                  </a:lnTo>
                  <a:lnTo>
                    <a:pt x="174" y="468"/>
                  </a:lnTo>
                  <a:lnTo>
                    <a:pt x="192" y="450"/>
                  </a:lnTo>
                  <a:lnTo>
                    <a:pt x="198" y="450"/>
                  </a:lnTo>
                  <a:lnTo>
                    <a:pt x="204" y="438"/>
                  </a:lnTo>
                  <a:lnTo>
                    <a:pt x="210" y="432"/>
                  </a:lnTo>
                  <a:lnTo>
                    <a:pt x="216" y="420"/>
                  </a:lnTo>
                  <a:lnTo>
                    <a:pt x="222" y="414"/>
                  </a:lnTo>
                  <a:lnTo>
                    <a:pt x="234" y="408"/>
                  </a:lnTo>
                  <a:lnTo>
                    <a:pt x="246" y="408"/>
                  </a:lnTo>
                  <a:lnTo>
                    <a:pt x="270" y="396"/>
                  </a:lnTo>
                  <a:lnTo>
                    <a:pt x="276" y="390"/>
                  </a:lnTo>
                  <a:lnTo>
                    <a:pt x="276" y="384"/>
                  </a:lnTo>
                  <a:lnTo>
                    <a:pt x="264" y="372"/>
                  </a:lnTo>
                  <a:lnTo>
                    <a:pt x="258" y="372"/>
                  </a:lnTo>
                  <a:lnTo>
                    <a:pt x="264" y="330"/>
                  </a:lnTo>
                  <a:lnTo>
                    <a:pt x="252" y="330"/>
                  </a:lnTo>
                  <a:lnTo>
                    <a:pt x="240" y="300"/>
                  </a:lnTo>
                  <a:lnTo>
                    <a:pt x="228" y="294"/>
                  </a:lnTo>
                  <a:lnTo>
                    <a:pt x="222" y="306"/>
                  </a:lnTo>
                  <a:lnTo>
                    <a:pt x="216" y="294"/>
                  </a:lnTo>
                  <a:lnTo>
                    <a:pt x="198" y="294"/>
                  </a:lnTo>
                  <a:lnTo>
                    <a:pt x="186" y="288"/>
                  </a:lnTo>
                  <a:lnTo>
                    <a:pt x="180" y="282"/>
                  </a:lnTo>
                  <a:lnTo>
                    <a:pt x="168" y="276"/>
                  </a:lnTo>
                  <a:lnTo>
                    <a:pt x="168" y="246"/>
                  </a:lnTo>
                  <a:lnTo>
                    <a:pt x="174" y="240"/>
                  </a:lnTo>
                  <a:lnTo>
                    <a:pt x="180" y="240"/>
                  </a:lnTo>
                  <a:lnTo>
                    <a:pt x="234" y="186"/>
                  </a:lnTo>
                  <a:lnTo>
                    <a:pt x="240" y="174"/>
                  </a:lnTo>
                  <a:lnTo>
                    <a:pt x="240" y="156"/>
                  </a:lnTo>
                  <a:lnTo>
                    <a:pt x="234" y="144"/>
                  </a:lnTo>
                  <a:lnTo>
                    <a:pt x="216" y="126"/>
                  </a:lnTo>
                  <a:lnTo>
                    <a:pt x="204" y="120"/>
                  </a:lnTo>
                  <a:lnTo>
                    <a:pt x="198" y="120"/>
                  </a:lnTo>
                  <a:lnTo>
                    <a:pt x="198" y="102"/>
                  </a:lnTo>
                  <a:lnTo>
                    <a:pt x="204" y="90"/>
                  </a:lnTo>
                  <a:lnTo>
                    <a:pt x="204" y="78"/>
                  </a:lnTo>
                  <a:lnTo>
                    <a:pt x="210" y="72"/>
                  </a:lnTo>
                  <a:lnTo>
                    <a:pt x="222" y="66"/>
                  </a:lnTo>
                  <a:lnTo>
                    <a:pt x="228" y="60"/>
                  </a:lnTo>
                  <a:lnTo>
                    <a:pt x="234" y="48"/>
                  </a:lnTo>
                  <a:lnTo>
                    <a:pt x="234" y="36"/>
                  </a:lnTo>
                  <a:lnTo>
                    <a:pt x="240" y="30"/>
                  </a:lnTo>
                  <a:lnTo>
                    <a:pt x="240" y="18"/>
                  </a:lnTo>
                  <a:lnTo>
                    <a:pt x="228" y="18"/>
                  </a:lnTo>
                  <a:lnTo>
                    <a:pt x="222" y="30"/>
                  </a:lnTo>
                  <a:lnTo>
                    <a:pt x="210" y="36"/>
                  </a:lnTo>
                  <a:lnTo>
                    <a:pt x="204" y="48"/>
                  </a:lnTo>
                  <a:lnTo>
                    <a:pt x="192" y="60"/>
                  </a:lnTo>
                  <a:lnTo>
                    <a:pt x="186" y="60"/>
                  </a:lnTo>
                  <a:lnTo>
                    <a:pt x="174" y="54"/>
                  </a:lnTo>
                  <a:lnTo>
                    <a:pt x="162" y="42"/>
                  </a:lnTo>
                  <a:lnTo>
                    <a:pt x="174" y="30"/>
                  </a:lnTo>
                  <a:lnTo>
                    <a:pt x="174" y="24"/>
                  </a:lnTo>
                  <a:lnTo>
                    <a:pt x="180" y="12"/>
                  </a:lnTo>
                  <a:lnTo>
                    <a:pt x="168" y="0"/>
                  </a:lnTo>
                  <a:lnTo>
                    <a:pt x="138" y="0"/>
                  </a:lnTo>
                  <a:lnTo>
                    <a:pt x="126" y="6"/>
                  </a:lnTo>
                  <a:lnTo>
                    <a:pt x="108" y="12"/>
                  </a:lnTo>
                  <a:lnTo>
                    <a:pt x="96" y="18"/>
                  </a:lnTo>
                  <a:lnTo>
                    <a:pt x="84" y="30"/>
                  </a:lnTo>
                  <a:lnTo>
                    <a:pt x="84" y="42"/>
                  </a:lnTo>
                  <a:lnTo>
                    <a:pt x="42" y="60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77" name="Thailand" descr="© INSCALE GmbH, 05.05.2010&#10;http://www.presentationload.com/">
              <a:extLst>
                <a:ext uri="{FF2B5EF4-FFF2-40B4-BE49-F238E27FC236}">
                  <a16:creationId xmlns:a16="http://schemas.microsoft.com/office/drawing/2014/main" id="{15E415E6-6680-48F9-8138-6572F26F2CFD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881885" y="2433646"/>
              <a:ext cx="241576" cy="464801"/>
            </a:xfrm>
            <a:custGeom>
              <a:avLst/>
              <a:gdLst>
                <a:gd name="T0" fmla="*/ 2147483647 w 618"/>
                <a:gd name="T1" fmla="*/ 2147483647 h 1188"/>
                <a:gd name="T2" fmla="*/ 2147483647 w 618"/>
                <a:gd name="T3" fmla="*/ 2147483647 h 1188"/>
                <a:gd name="T4" fmla="*/ 2147483647 w 618"/>
                <a:gd name="T5" fmla="*/ 2147483647 h 1188"/>
                <a:gd name="T6" fmla="*/ 2147483647 w 618"/>
                <a:gd name="T7" fmla="*/ 2147483647 h 1188"/>
                <a:gd name="T8" fmla="*/ 2147483647 w 618"/>
                <a:gd name="T9" fmla="*/ 2147483647 h 1188"/>
                <a:gd name="T10" fmla="*/ 2147483647 w 618"/>
                <a:gd name="T11" fmla="*/ 2147483647 h 1188"/>
                <a:gd name="T12" fmla="*/ 2147483647 w 618"/>
                <a:gd name="T13" fmla="*/ 2147483647 h 1188"/>
                <a:gd name="T14" fmla="*/ 2147483647 w 618"/>
                <a:gd name="T15" fmla="*/ 2147483647 h 1188"/>
                <a:gd name="T16" fmla="*/ 2147483647 w 618"/>
                <a:gd name="T17" fmla="*/ 2147483647 h 1188"/>
                <a:gd name="T18" fmla="*/ 2147483647 w 618"/>
                <a:gd name="T19" fmla="*/ 2147483647 h 1188"/>
                <a:gd name="T20" fmla="*/ 2147483647 w 618"/>
                <a:gd name="T21" fmla="*/ 2147483647 h 1188"/>
                <a:gd name="T22" fmla="*/ 2147483647 w 618"/>
                <a:gd name="T23" fmla="*/ 2147483647 h 1188"/>
                <a:gd name="T24" fmla="*/ 2147483647 w 618"/>
                <a:gd name="T25" fmla="*/ 0 h 1188"/>
                <a:gd name="T26" fmla="*/ 2147483647 w 618"/>
                <a:gd name="T27" fmla="*/ 2147483647 h 1188"/>
                <a:gd name="T28" fmla="*/ 2147483647 w 618"/>
                <a:gd name="T29" fmla="*/ 2147483647 h 1188"/>
                <a:gd name="T30" fmla="*/ 2147483647 w 618"/>
                <a:gd name="T31" fmla="*/ 2147483647 h 1188"/>
                <a:gd name="T32" fmla="*/ 0 w 618"/>
                <a:gd name="T33" fmla="*/ 2147483647 h 1188"/>
                <a:gd name="T34" fmla="*/ 2147483647 w 618"/>
                <a:gd name="T35" fmla="*/ 2147483647 h 1188"/>
                <a:gd name="T36" fmla="*/ 2147483647 w 618"/>
                <a:gd name="T37" fmla="*/ 2147483647 h 1188"/>
                <a:gd name="T38" fmla="*/ 2147483647 w 618"/>
                <a:gd name="T39" fmla="*/ 2147483647 h 1188"/>
                <a:gd name="T40" fmla="*/ 2147483647 w 618"/>
                <a:gd name="T41" fmla="*/ 2147483647 h 1188"/>
                <a:gd name="T42" fmla="*/ 2147483647 w 618"/>
                <a:gd name="T43" fmla="*/ 2147483647 h 1188"/>
                <a:gd name="T44" fmla="*/ 2147483647 w 618"/>
                <a:gd name="T45" fmla="*/ 2147483647 h 1188"/>
                <a:gd name="T46" fmla="*/ 2147483647 w 618"/>
                <a:gd name="T47" fmla="*/ 2147483647 h 1188"/>
                <a:gd name="T48" fmla="*/ 2147483647 w 618"/>
                <a:gd name="T49" fmla="*/ 2147483647 h 1188"/>
                <a:gd name="T50" fmla="*/ 2147483647 w 618"/>
                <a:gd name="T51" fmla="*/ 2147483647 h 1188"/>
                <a:gd name="T52" fmla="*/ 2147483647 w 618"/>
                <a:gd name="T53" fmla="*/ 2147483647 h 1188"/>
                <a:gd name="T54" fmla="*/ 2147483647 w 618"/>
                <a:gd name="T55" fmla="*/ 2147483647 h 1188"/>
                <a:gd name="T56" fmla="*/ 2147483647 w 618"/>
                <a:gd name="T57" fmla="*/ 2147483647 h 1188"/>
                <a:gd name="T58" fmla="*/ 2147483647 w 618"/>
                <a:gd name="T59" fmla="*/ 2147483647 h 1188"/>
                <a:gd name="T60" fmla="*/ 2147483647 w 618"/>
                <a:gd name="T61" fmla="*/ 2147483647 h 1188"/>
                <a:gd name="T62" fmla="*/ 2147483647 w 618"/>
                <a:gd name="T63" fmla="*/ 2147483647 h 1188"/>
                <a:gd name="T64" fmla="*/ 2147483647 w 618"/>
                <a:gd name="T65" fmla="*/ 2147483647 h 1188"/>
                <a:gd name="T66" fmla="*/ 2147483647 w 618"/>
                <a:gd name="T67" fmla="*/ 2147483647 h 1188"/>
                <a:gd name="T68" fmla="*/ 2147483647 w 618"/>
                <a:gd name="T69" fmla="*/ 2147483647 h 1188"/>
                <a:gd name="T70" fmla="*/ 2147483647 w 618"/>
                <a:gd name="T71" fmla="*/ 2147483647 h 1188"/>
                <a:gd name="T72" fmla="*/ 2147483647 w 618"/>
                <a:gd name="T73" fmla="*/ 2147483647 h 1188"/>
                <a:gd name="T74" fmla="*/ 2147483647 w 618"/>
                <a:gd name="T75" fmla="*/ 2147483647 h 1188"/>
                <a:gd name="T76" fmla="*/ 2147483647 w 618"/>
                <a:gd name="T77" fmla="*/ 2147483647 h 1188"/>
                <a:gd name="T78" fmla="*/ 2147483647 w 618"/>
                <a:gd name="T79" fmla="*/ 2147483647 h 1188"/>
                <a:gd name="T80" fmla="*/ 2147483647 w 618"/>
                <a:gd name="T81" fmla="*/ 2147483647 h 1188"/>
                <a:gd name="T82" fmla="*/ 2147483647 w 618"/>
                <a:gd name="T83" fmla="*/ 2147483647 h 1188"/>
                <a:gd name="T84" fmla="*/ 2147483647 w 618"/>
                <a:gd name="T85" fmla="*/ 2147483647 h 1188"/>
                <a:gd name="T86" fmla="*/ 2147483647 w 618"/>
                <a:gd name="T87" fmla="*/ 2147483647 h 1188"/>
                <a:gd name="T88" fmla="*/ 2147483647 w 618"/>
                <a:gd name="T89" fmla="*/ 2147483647 h 1188"/>
                <a:gd name="T90" fmla="*/ 2147483647 w 618"/>
                <a:gd name="T91" fmla="*/ 2147483647 h 1188"/>
                <a:gd name="T92" fmla="*/ 2147483647 w 618"/>
                <a:gd name="T93" fmla="*/ 2147483647 h 1188"/>
                <a:gd name="T94" fmla="*/ 2147483647 w 618"/>
                <a:gd name="T95" fmla="*/ 2147483647 h 1188"/>
                <a:gd name="T96" fmla="*/ 2147483647 w 618"/>
                <a:gd name="T97" fmla="*/ 2147483647 h 1188"/>
                <a:gd name="T98" fmla="*/ 2147483647 w 618"/>
                <a:gd name="T99" fmla="*/ 2147483647 h 1188"/>
                <a:gd name="T100" fmla="*/ 2147483647 w 618"/>
                <a:gd name="T101" fmla="*/ 2147483647 h 1188"/>
                <a:gd name="T102" fmla="*/ 2147483647 w 618"/>
                <a:gd name="T103" fmla="*/ 2147483647 h 1188"/>
                <a:gd name="T104" fmla="*/ 2147483647 w 618"/>
                <a:gd name="T105" fmla="*/ 2147483647 h 1188"/>
                <a:gd name="T106" fmla="*/ 2147483647 w 618"/>
                <a:gd name="T107" fmla="*/ 2147483647 h 1188"/>
                <a:gd name="T108" fmla="*/ 2147483647 w 618"/>
                <a:gd name="T109" fmla="*/ 2147483647 h 1188"/>
                <a:gd name="T110" fmla="*/ 2147483647 w 618"/>
                <a:gd name="T111" fmla="*/ 2147483647 h 1188"/>
                <a:gd name="T112" fmla="*/ 2147483647 w 618"/>
                <a:gd name="T113" fmla="*/ 2147483647 h 1188"/>
                <a:gd name="T114" fmla="*/ 2147483647 w 618"/>
                <a:gd name="T115" fmla="*/ 2147483647 h 1188"/>
                <a:gd name="T116" fmla="*/ 2147483647 w 618"/>
                <a:gd name="T117" fmla="*/ 2147483647 h 118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18"/>
                <a:gd name="T178" fmla="*/ 0 h 1188"/>
                <a:gd name="T179" fmla="*/ 618 w 618"/>
                <a:gd name="T180" fmla="*/ 1188 h 118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18" h="1188">
                  <a:moveTo>
                    <a:pt x="588" y="426"/>
                  </a:moveTo>
                  <a:lnTo>
                    <a:pt x="588" y="420"/>
                  </a:lnTo>
                  <a:lnTo>
                    <a:pt x="594" y="414"/>
                  </a:lnTo>
                  <a:lnTo>
                    <a:pt x="606" y="390"/>
                  </a:lnTo>
                  <a:lnTo>
                    <a:pt x="594" y="378"/>
                  </a:lnTo>
                  <a:lnTo>
                    <a:pt x="594" y="372"/>
                  </a:lnTo>
                  <a:lnTo>
                    <a:pt x="588" y="378"/>
                  </a:lnTo>
                  <a:lnTo>
                    <a:pt x="588" y="366"/>
                  </a:lnTo>
                  <a:lnTo>
                    <a:pt x="582" y="360"/>
                  </a:lnTo>
                  <a:lnTo>
                    <a:pt x="582" y="354"/>
                  </a:lnTo>
                  <a:lnTo>
                    <a:pt x="546" y="318"/>
                  </a:lnTo>
                  <a:lnTo>
                    <a:pt x="534" y="294"/>
                  </a:lnTo>
                  <a:lnTo>
                    <a:pt x="534" y="282"/>
                  </a:lnTo>
                  <a:lnTo>
                    <a:pt x="528" y="240"/>
                  </a:lnTo>
                  <a:lnTo>
                    <a:pt x="510" y="222"/>
                  </a:lnTo>
                  <a:lnTo>
                    <a:pt x="498" y="216"/>
                  </a:lnTo>
                  <a:lnTo>
                    <a:pt x="480" y="204"/>
                  </a:lnTo>
                  <a:lnTo>
                    <a:pt x="468" y="192"/>
                  </a:lnTo>
                  <a:lnTo>
                    <a:pt x="468" y="180"/>
                  </a:lnTo>
                  <a:lnTo>
                    <a:pt x="462" y="174"/>
                  </a:lnTo>
                  <a:lnTo>
                    <a:pt x="438" y="174"/>
                  </a:lnTo>
                  <a:lnTo>
                    <a:pt x="426" y="168"/>
                  </a:lnTo>
                  <a:lnTo>
                    <a:pt x="420" y="162"/>
                  </a:lnTo>
                  <a:lnTo>
                    <a:pt x="402" y="162"/>
                  </a:lnTo>
                  <a:lnTo>
                    <a:pt x="396" y="168"/>
                  </a:lnTo>
                  <a:lnTo>
                    <a:pt x="396" y="180"/>
                  </a:lnTo>
                  <a:lnTo>
                    <a:pt x="378" y="198"/>
                  </a:lnTo>
                  <a:lnTo>
                    <a:pt x="360" y="198"/>
                  </a:lnTo>
                  <a:lnTo>
                    <a:pt x="336" y="186"/>
                  </a:lnTo>
                  <a:lnTo>
                    <a:pt x="330" y="180"/>
                  </a:lnTo>
                  <a:lnTo>
                    <a:pt x="318" y="180"/>
                  </a:lnTo>
                  <a:lnTo>
                    <a:pt x="312" y="186"/>
                  </a:lnTo>
                  <a:lnTo>
                    <a:pt x="306" y="198"/>
                  </a:lnTo>
                  <a:lnTo>
                    <a:pt x="294" y="210"/>
                  </a:lnTo>
                  <a:lnTo>
                    <a:pt x="294" y="216"/>
                  </a:lnTo>
                  <a:lnTo>
                    <a:pt x="288" y="222"/>
                  </a:lnTo>
                  <a:lnTo>
                    <a:pt x="264" y="234"/>
                  </a:lnTo>
                  <a:lnTo>
                    <a:pt x="246" y="234"/>
                  </a:lnTo>
                  <a:lnTo>
                    <a:pt x="246" y="222"/>
                  </a:lnTo>
                  <a:lnTo>
                    <a:pt x="270" y="174"/>
                  </a:lnTo>
                  <a:lnTo>
                    <a:pt x="270" y="162"/>
                  </a:lnTo>
                  <a:lnTo>
                    <a:pt x="264" y="156"/>
                  </a:lnTo>
                  <a:lnTo>
                    <a:pt x="252" y="156"/>
                  </a:lnTo>
                  <a:lnTo>
                    <a:pt x="264" y="144"/>
                  </a:lnTo>
                  <a:lnTo>
                    <a:pt x="270" y="132"/>
                  </a:lnTo>
                  <a:lnTo>
                    <a:pt x="270" y="120"/>
                  </a:lnTo>
                  <a:lnTo>
                    <a:pt x="264" y="108"/>
                  </a:lnTo>
                  <a:lnTo>
                    <a:pt x="258" y="102"/>
                  </a:lnTo>
                  <a:lnTo>
                    <a:pt x="264" y="96"/>
                  </a:lnTo>
                  <a:lnTo>
                    <a:pt x="264" y="66"/>
                  </a:lnTo>
                  <a:lnTo>
                    <a:pt x="252" y="60"/>
                  </a:lnTo>
                  <a:lnTo>
                    <a:pt x="246" y="60"/>
                  </a:lnTo>
                  <a:lnTo>
                    <a:pt x="240" y="66"/>
                  </a:lnTo>
                  <a:lnTo>
                    <a:pt x="228" y="66"/>
                  </a:lnTo>
                  <a:lnTo>
                    <a:pt x="228" y="78"/>
                  </a:lnTo>
                  <a:lnTo>
                    <a:pt x="210" y="78"/>
                  </a:lnTo>
                  <a:lnTo>
                    <a:pt x="204" y="72"/>
                  </a:lnTo>
                  <a:lnTo>
                    <a:pt x="198" y="60"/>
                  </a:lnTo>
                  <a:lnTo>
                    <a:pt x="198" y="36"/>
                  </a:lnTo>
                  <a:lnTo>
                    <a:pt x="204" y="30"/>
                  </a:lnTo>
                  <a:lnTo>
                    <a:pt x="204" y="18"/>
                  </a:lnTo>
                  <a:lnTo>
                    <a:pt x="198" y="12"/>
                  </a:lnTo>
                  <a:lnTo>
                    <a:pt x="186" y="12"/>
                  </a:lnTo>
                  <a:lnTo>
                    <a:pt x="174" y="6"/>
                  </a:lnTo>
                  <a:lnTo>
                    <a:pt x="168" y="0"/>
                  </a:lnTo>
                  <a:lnTo>
                    <a:pt x="138" y="0"/>
                  </a:lnTo>
                  <a:lnTo>
                    <a:pt x="132" y="6"/>
                  </a:lnTo>
                  <a:lnTo>
                    <a:pt x="126" y="6"/>
                  </a:lnTo>
                  <a:lnTo>
                    <a:pt x="120" y="30"/>
                  </a:lnTo>
                  <a:lnTo>
                    <a:pt x="96" y="30"/>
                  </a:lnTo>
                  <a:lnTo>
                    <a:pt x="96" y="36"/>
                  </a:lnTo>
                  <a:lnTo>
                    <a:pt x="90" y="42"/>
                  </a:lnTo>
                  <a:lnTo>
                    <a:pt x="84" y="54"/>
                  </a:lnTo>
                  <a:lnTo>
                    <a:pt x="78" y="60"/>
                  </a:lnTo>
                  <a:lnTo>
                    <a:pt x="66" y="60"/>
                  </a:lnTo>
                  <a:lnTo>
                    <a:pt x="54" y="54"/>
                  </a:lnTo>
                  <a:lnTo>
                    <a:pt x="24" y="54"/>
                  </a:lnTo>
                  <a:lnTo>
                    <a:pt x="24" y="102"/>
                  </a:lnTo>
                  <a:lnTo>
                    <a:pt x="18" y="108"/>
                  </a:lnTo>
                  <a:lnTo>
                    <a:pt x="12" y="108"/>
                  </a:lnTo>
                  <a:lnTo>
                    <a:pt x="6" y="114"/>
                  </a:lnTo>
                  <a:lnTo>
                    <a:pt x="6" y="120"/>
                  </a:lnTo>
                  <a:lnTo>
                    <a:pt x="24" y="138"/>
                  </a:lnTo>
                  <a:lnTo>
                    <a:pt x="24" y="156"/>
                  </a:lnTo>
                  <a:lnTo>
                    <a:pt x="0" y="156"/>
                  </a:lnTo>
                  <a:lnTo>
                    <a:pt x="0" y="162"/>
                  </a:lnTo>
                  <a:lnTo>
                    <a:pt x="24" y="186"/>
                  </a:lnTo>
                  <a:lnTo>
                    <a:pt x="36" y="192"/>
                  </a:lnTo>
                  <a:lnTo>
                    <a:pt x="30" y="216"/>
                  </a:lnTo>
                  <a:lnTo>
                    <a:pt x="36" y="216"/>
                  </a:lnTo>
                  <a:lnTo>
                    <a:pt x="36" y="222"/>
                  </a:lnTo>
                  <a:lnTo>
                    <a:pt x="42" y="234"/>
                  </a:lnTo>
                  <a:lnTo>
                    <a:pt x="60" y="252"/>
                  </a:lnTo>
                  <a:lnTo>
                    <a:pt x="72" y="258"/>
                  </a:lnTo>
                  <a:lnTo>
                    <a:pt x="84" y="270"/>
                  </a:lnTo>
                  <a:lnTo>
                    <a:pt x="96" y="276"/>
                  </a:lnTo>
                  <a:lnTo>
                    <a:pt x="102" y="282"/>
                  </a:lnTo>
                  <a:lnTo>
                    <a:pt x="102" y="288"/>
                  </a:lnTo>
                  <a:lnTo>
                    <a:pt x="96" y="288"/>
                  </a:lnTo>
                  <a:lnTo>
                    <a:pt x="96" y="306"/>
                  </a:lnTo>
                  <a:lnTo>
                    <a:pt x="102" y="318"/>
                  </a:lnTo>
                  <a:lnTo>
                    <a:pt x="108" y="324"/>
                  </a:lnTo>
                  <a:lnTo>
                    <a:pt x="114" y="324"/>
                  </a:lnTo>
                  <a:lnTo>
                    <a:pt x="120" y="318"/>
                  </a:lnTo>
                  <a:lnTo>
                    <a:pt x="126" y="324"/>
                  </a:lnTo>
                  <a:lnTo>
                    <a:pt x="126" y="342"/>
                  </a:lnTo>
                  <a:lnTo>
                    <a:pt x="120" y="348"/>
                  </a:lnTo>
                  <a:lnTo>
                    <a:pt x="108" y="348"/>
                  </a:lnTo>
                  <a:lnTo>
                    <a:pt x="114" y="360"/>
                  </a:lnTo>
                  <a:lnTo>
                    <a:pt x="114" y="384"/>
                  </a:lnTo>
                  <a:lnTo>
                    <a:pt x="108" y="396"/>
                  </a:lnTo>
                  <a:lnTo>
                    <a:pt x="102" y="402"/>
                  </a:lnTo>
                  <a:lnTo>
                    <a:pt x="84" y="438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96" y="456"/>
                  </a:lnTo>
                  <a:lnTo>
                    <a:pt x="102" y="468"/>
                  </a:lnTo>
                  <a:lnTo>
                    <a:pt x="108" y="474"/>
                  </a:lnTo>
                  <a:lnTo>
                    <a:pt x="114" y="486"/>
                  </a:lnTo>
                  <a:lnTo>
                    <a:pt x="156" y="528"/>
                  </a:lnTo>
                  <a:lnTo>
                    <a:pt x="162" y="540"/>
                  </a:lnTo>
                  <a:lnTo>
                    <a:pt x="162" y="570"/>
                  </a:lnTo>
                  <a:lnTo>
                    <a:pt x="168" y="588"/>
                  </a:lnTo>
                  <a:lnTo>
                    <a:pt x="168" y="612"/>
                  </a:lnTo>
                  <a:lnTo>
                    <a:pt x="192" y="636"/>
                  </a:lnTo>
                  <a:lnTo>
                    <a:pt x="192" y="660"/>
                  </a:lnTo>
                  <a:lnTo>
                    <a:pt x="198" y="672"/>
                  </a:lnTo>
                  <a:lnTo>
                    <a:pt x="198" y="702"/>
                  </a:lnTo>
                  <a:lnTo>
                    <a:pt x="192" y="714"/>
                  </a:lnTo>
                  <a:lnTo>
                    <a:pt x="192" y="732"/>
                  </a:lnTo>
                  <a:lnTo>
                    <a:pt x="174" y="768"/>
                  </a:lnTo>
                  <a:lnTo>
                    <a:pt x="156" y="786"/>
                  </a:lnTo>
                  <a:lnTo>
                    <a:pt x="156" y="798"/>
                  </a:lnTo>
                  <a:lnTo>
                    <a:pt x="162" y="804"/>
                  </a:lnTo>
                  <a:lnTo>
                    <a:pt x="162" y="816"/>
                  </a:lnTo>
                  <a:lnTo>
                    <a:pt x="156" y="828"/>
                  </a:lnTo>
                  <a:lnTo>
                    <a:pt x="150" y="834"/>
                  </a:lnTo>
                  <a:lnTo>
                    <a:pt x="144" y="846"/>
                  </a:lnTo>
                  <a:lnTo>
                    <a:pt x="144" y="852"/>
                  </a:lnTo>
                  <a:lnTo>
                    <a:pt x="138" y="858"/>
                  </a:lnTo>
                  <a:lnTo>
                    <a:pt x="132" y="876"/>
                  </a:lnTo>
                  <a:lnTo>
                    <a:pt x="126" y="888"/>
                  </a:lnTo>
                  <a:lnTo>
                    <a:pt x="126" y="906"/>
                  </a:lnTo>
                  <a:lnTo>
                    <a:pt x="120" y="918"/>
                  </a:lnTo>
                  <a:lnTo>
                    <a:pt x="120" y="966"/>
                  </a:lnTo>
                  <a:lnTo>
                    <a:pt x="126" y="978"/>
                  </a:lnTo>
                  <a:lnTo>
                    <a:pt x="126" y="1008"/>
                  </a:lnTo>
                  <a:lnTo>
                    <a:pt x="132" y="1014"/>
                  </a:lnTo>
                  <a:lnTo>
                    <a:pt x="132" y="1020"/>
                  </a:lnTo>
                  <a:lnTo>
                    <a:pt x="138" y="1020"/>
                  </a:lnTo>
                  <a:lnTo>
                    <a:pt x="138" y="1002"/>
                  </a:lnTo>
                  <a:lnTo>
                    <a:pt x="144" y="990"/>
                  </a:lnTo>
                  <a:lnTo>
                    <a:pt x="144" y="978"/>
                  </a:lnTo>
                  <a:lnTo>
                    <a:pt x="150" y="972"/>
                  </a:lnTo>
                  <a:lnTo>
                    <a:pt x="150" y="996"/>
                  </a:lnTo>
                  <a:lnTo>
                    <a:pt x="162" y="996"/>
                  </a:lnTo>
                  <a:lnTo>
                    <a:pt x="186" y="1020"/>
                  </a:lnTo>
                  <a:lnTo>
                    <a:pt x="192" y="1032"/>
                  </a:lnTo>
                  <a:lnTo>
                    <a:pt x="198" y="1038"/>
                  </a:lnTo>
                  <a:lnTo>
                    <a:pt x="198" y="1044"/>
                  </a:lnTo>
                  <a:lnTo>
                    <a:pt x="228" y="1074"/>
                  </a:lnTo>
                  <a:lnTo>
                    <a:pt x="228" y="1098"/>
                  </a:lnTo>
                  <a:lnTo>
                    <a:pt x="234" y="1110"/>
                  </a:lnTo>
                  <a:lnTo>
                    <a:pt x="246" y="1128"/>
                  </a:lnTo>
                  <a:lnTo>
                    <a:pt x="264" y="1146"/>
                  </a:lnTo>
                  <a:lnTo>
                    <a:pt x="270" y="1140"/>
                  </a:lnTo>
                  <a:lnTo>
                    <a:pt x="276" y="1128"/>
                  </a:lnTo>
                  <a:lnTo>
                    <a:pt x="270" y="1122"/>
                  </a:lnTo>
                  <a:lnTo>
                    <a:pt x="270" y="1110"/>
                  </a:lnTo>
                  <a:lnTo>
                    <a:pt x="276" y="1104"/>
                  </a:lnTo>
                  <a:lnTo>
                    <a:pt x="288" y="1104"/>
                  </a:lnTo>
                  <a:lnTo>
                    <a:pt x="294" y="1116"/>
                  </a:lnTo>
                  <a:lnTo>
                    <a:pt x="294" y="1122"/>
                  </a:lnTo>
                  <a:lnTo>
                    <a:pt x="312" y="1122"/>
                  </a:lnTo>
                  <a:lnTo>
                    <a:pt x="324" y="1128"/>
                  </a:lnTo>
                  <a:lnTo>
                    <a:pt x="330" y="1134"/>
                  </a:lnTo>
                  <a:lnTo>
                    <a:pt x="330" y="1146"/>
                  </a:lnTo>
                  <a:lnTo>
                    <a:pt x="342" y="1146"/>
                  </a:lnTo>
                  <a:lnTo>
                    <a:pt x="342" y="1158"/>
                  </a:lnTo>
                  <a:lnTo>
                    <a:pt x="330" y="1170"/>
                  </a:lnTo>
                  <a:lnTo>
                    <a:pt x="330" y="1176"/>
                  </a:lnTo>
                  <a:lnTo>
                    <a:pt x="336" y="1182"/>
                  </a:lnTo>
                  <a:lnTo>
                    <a:pt x="354" y="1182"/>
                  </a:lnTo>
                  <a:lnTo>
                    <a:pt x="354" y="1176"/>
                  </a:lnTo>
                  <a:lnTo>
                    <a:pt x="366" y="1176"/>
                  </a:lnTo>
                  <a:lnTo>
                    <a:pt x="372" y="1170"/>
                  </a:lnTo>
                  <a:lnTo>
                    <a:pt x="378" y="1170"/>
                  </a:lnTo>
                  <a:lnTo>
                    <a:pt x="396" y="1188"/>
                  </a:lnTo>
                  <a:lnTo>
                    <a:pt x="402" y="1182"/>
                  </a:lnTo>
                  <a:lnTo>
                    <a:pt x="402" y="1176"/>
                  </a:lnTo>
                  <a:lnTo>
                    <a:pt x="408" y="1164"/>
                  </a:lnTo>
                  <a:lnTo>
                    <a:pt x="414" y="1158"/>
                  </a:lnTo>
                  <a:lnTo>
                    <a:pt x="420" y="1146"/>
                  </a:lnTo>
                  <a:lnTo>
                    <a:pt x="396" y="1134"/>
                  </a:lnTo>
                  <a:lnTo>
                    <a:pt x="390" y="1128"/>
                  </a:lnTo>
                  <a:lnTo>
                    <a:pt x="390" y="1116"/>
                  </a:lnTo>
                  <a:lnTo>
                    <a:pt x="384" y="1104"/>
                  </a:lnTo>
                  <a:lnTo>
                    <a:pt x="384" y="1092"/>
                  </a:lnTo>
                  <a:lnTo>
                    <a:pt x="378" y="1080"/>
                  </a:lnTo>
                  <a:lnTo>
                    <a:pt x="372" y="1074"/>
                  </a:lnTo>
                  <a:lnTo>
                    <a:pt x="354" y="1074"/>
                  </a:lnTo>
                  <a:lnTo>
                    <a:pt x="342" y="1080"/>
                  </a:lnTo>
                  <a:lnTo>
                    <a:pt x="336" y="1086"/>
                  </a:lnTo>
                  <a:lnTo>
                    <a:pt x="318" y="1086"/>
                  </a:lnTo>
                  <a:lnTo>
                    <a:pt x="312" y="1080"/>
                  </a:lnTo>
                  <a:lnTo>
                    <a:pt x="306" y="1068"/>
                  </a:lnTo>
                  <a:lnTo>
                    <a:pt x="306" y="1056"/>
                  </a:lnTo>
                  <a:lnTo>
                    <a:pt x="294" y="1032"/>
                  </a:lnTo>
                  <a:lnTo>
                    <a:pt x="288" y="1032"/>
                  </a:lnTo>
                  <a:lnTo>
                    <a:pt x="288" y="1050"/>
                  </a:lnTo>
                  <a:lnTo>
                    <a:pt x="282" y="1056"/>
                  </a:lnTo>
                  <a:lnTo>
                    <a:pt x="276" y="1056"/>
                  </a:lnTo>
                  <a:lnTo>
                    <a:pt x="270" y="1044"/>
                  </a:lnTo>
                  <a:lnTo>
                    <a:pt x="264" y="1038"/>
                  </a:lnTo>
                  <a:lnTo>
                    <a:pt x="258" y="1026"/>
                  </a:lnTo>
                  <a:lnTo>
                    <a:pt x="258" y="1014"/>
                  </a:lnTo>
                  <a:lnTo>
                    <a:pt x="270" y="1002"/>
                  </a:lnTo>
                  <a:lnTo>
                    <a:pt x="270" y="1008"/>
                  </a:lnTo>
                  <a:lnTo>
                    <a:pt x="276" y="1008"/>
                  </a:lnTo>
                  <a:lnTo>
                    <a:pt x="276" y="1014"/>
                  </a:lnTo>
                  <a:lnTo>
                    <a:pt x="282" y="1014"/>
                  </a:lnTo>
                  <a:lnTo>
                    <a:pt x="288" y="1008"/>
                  </a:lnTo>
                  <a:lnTo>
                    <a:pt x="282" y="1002"/>
                  </a:lnTo>
                  <a:lnTo>
                    <a:pt x="282" y="990"/>
                  </a:lnTo>
                  <a:lnTo>
                    <a:pt x="276" y="978"/>
                  </a:lnTo>
                  <a:lnTo>
                    <a:pt x="270" y="972"/>
                  </a:lnTo>
                  <a:lnTo>
                    <a:pt x="270" y="960"/>
                  </a:lnTo>
                  <a:lnTo>
                    <a:pt x="258" y="948"/>
                  </a:lnTo>
                  <a:lnTo>
                    <a:pt x="246" y="948"/>
                  </a:lnTo>
                  <a:lnTo>
                    <a:pt x="246" y="894"/>
                  </a:lnTo>
                  <a:lnTo>
                    <a:pt x="192" y="906"/>
                  </a:lnTo>
                  <a:lnTo>
                    <a:pt x="192" y="864"/>
                  </a:lnTo>
                  <a:lnTo>
                    <a:pt x="186" y="828"/>
                  </a:lnTo>
                  <a:lnTo>
                    <a:pt x="186" y="804"/>
                  </a:lnTo>
                  <a:lnTo>
                    <a:pt x="180" y="792"/>
                  </a:lnTo>
                  <a:lnTo>
                    <a:pt x="174" y="786"/>
                  </a:lnTo>
                  <a:lnTo>
                    <a:pt x="180" y="786"/>
                  </a:lnTo>
                  <a:lnTo>
                    <a:pt x="192" y="774"/>
                  </a:lnTo>
                  <a:lnTo>
                    <a:pt x="198" y="762"/>
                  </a:lnTo>
                  <a:lnTo>
                    <a:pt x="204" y="744"/>
                  </a:lnTo>
                  <a:lnTo>
                    <a:pt x="204" y="678"/>
                  </a:lnTo>
                  <a:lnTo>
                    <a:pt x="210" y="678"/>
                  </a:lnTo>
                  <a:lnTo>
                    <a:pt x="216" y="672"/>
                  </a:lnTo>
                  <a:lnTo>
                    <a:pt x="222" y="660"/>
                  </a:lnTo>
                  <a:lnTo>
                    <a:pt x="228" y="654"/>
                  </a:lnTo>
                  <a:lnTo>
                    <a:pt x="228" y="612"/>
                  </a:lnTo>
                  <a:lnTo>
                    <a:pt x="222" y="600"/>
                  </a:lnTo>
                  <a:lnTo>
                    <a:pt x="222" y="594"/>
                  </a:lnTo>
                  <a:lnTo>
                    <a:pt x="216" y="588"/>
                  </a:lnTo>
                  <a:lnTo>
                    <a:pt x="222" y="558"/>
                  </a:lnTo>
                  <a:lnTo>
                    <a:pt x="234" y="558"/>
                  </a:lnTo>
                  <a:lnTo>
                    <a:pt x="234" y="552"/>
                  </a:lnTo>
                  <a:lnTo>
                    <a:pt x="240" y="546"/>
                  </a:lnTo>
                  <a:lnTo>
                    <a:pt x="264" y="546"/>
                  </a:lnTo>
                  <a:lnTo>
                    <a:pt x="270" y="552"/>
                  </a:lnTo>
                  <a:lnTo>
                    <a:pt x="294" y="564"/>
                  </a:lnTo>
                  <a:lnTo>
                    <a:pt x="300" y="570"/>
                  </a:lnTo>
                  <a:lnTo>
                    <a:pt x="288" y="576"/>
                  </a:lnTo>
                  <a:lnTo>
                    <a:pt x="288" y="588"/>
                  </a:lnTo>
                  <a:lnTo>
                    <a:pt x="282" y="594"/>
                  </a:lnTo>
                  <a:lnTo>
                    <a:pt x="282" y="612"/>
                  </a:lnTo>
                  <a:lnTo>
                    <a:pt x="288" y="624"/>
                  </a:lnTo>
                  <a:lnTo>
                    <a:pt x="306" y="624"/>
                  </a:lnTo>
                  <a:lnTo>
                    <a:pt x="330" y="612"/>
                  </a:lnTo>
                  <a:lnTo>
                    <a:pt x="342" y="612"/>
                  </a:lnTo>
                  <a:lnTo>
                    <a:pt x="354" y="606"/>
                  </a:lnTo>
                  <a:lnTo>
                    <a:pt x="360" y="600"/>
                  </a:lnTo>
                  <a:lnTo>
                    <a:pt x="366" y="600"/>
                  </a:lnTo>
                  <a:lnTo>
                    <a:pt x="396" y="684"/>
                  </a:lnTo>
                  <a:lnTo>
                    <a:pt x="402" y="678"/>
                  </a:lnTo>
                  <a:lnTo>
                    <a:pt x="414" y="672"/>
                  </a:lnTo>
                  <a:lnTo>
                    <a:pt x="426" y="672"/>
                  </a:lnTo>
                  <a:lnTo>
                    <a:pt x="426" y="642"/>
                  </a:lnTo>
                  <a:lnTo>
                    <a:pt x="414" y="630"/>
                  </a:lnTo>
                  <a:lnTo>
                    <a:pt x="414" y="600"/>
                  </a:lnTo>
                  <a:lnTo>
                    <a:pt x="402" y="588"/>
                  </a:lnTo>
                  <a:lnTo>
                    <a:pt x="396" y="552"/>
                  </a:lnTo>
                  <a:lnTo>
                    <a:pt x="426" y="522"/>
                  </a:lnTo>
                  <a:lnTo>
                    <a:pt x="426" y="516"/>
                  </a:lnTo>
                  <a:lnTo>
                    <a:pt x="432" y="504"/>
                  </a:lnTo>
                  <a:lnTo>
                    <a:pt x="438" y="498"/>
                  </a:lnTo>
                  <a:lnTo>
                    <a:pt x="450" y="492"/>
                  </a:lnTo>
                  <a:lnTo>
                    <a:pt x="468" y="486"/>
                  </a:lnTo>
                  <a:lnTo>
                    <a:pt x="504" y="486"/>
                  </a:lnTo>
                  <a:lnTo>
                    <a:pt x="510" y="492"/>
                  </a:lnTo>
                  <a:lnTo>
                    <a:pt x="522" y="492"/>
                  </a:lnTo>
                  <a:lnTo>
                    <a:pt x="534" y="486"/>
                  </a:lnTo>
                  <a:lnTo>
                    <a:pt x="564" y="486"/>
                  </a:lnTo>
                  <a:lnTo>
                    <a:pt x="576" y="492"/>
                  </a:lnTo>
                  <a:lnTo>
                    <a:pt x="582" y="498"/>
                  </a:lnTo>
                  <a:lnTo>
                    <a:pt x="588" y="498"/>
                  </a:lnTo>
                  <a:lnTo>
                    <a:pt x="594" y="492"/>
                  </a:lnTo>
                  <a:lnTo>
                    <a:pt x="600" y="480"/>
                  </a:lnTo>
                  <a:lnTo>
                    <a:pt x="618" y="462"/>
                  </a:lnTo>
                  <a:lnTo>
                    <a:pt x="618" y="450"/>
                  </a:lnTo>
                  <a:lnTo>
                    <a:pt x="612" y="444"/>
                  </a:lnTo>
                  <a:lnTo>
                    <a:pt x="600" y="438"/>
                  </a:lnTo>
                  <a:lnTo>
                    <a:pt x="588" y="426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4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78" name="Taiwan" descr="© INSCALE GmbH, 05.05.2010&#10;http://www.presentationload.com/">
              <a:extLst>
                <a:ext uri="{FF2B5EF4-FFF2-40B4-BE49-F238E27FC236}">
                  <a16:creationId xmlns:a16="http://schemas.microsoft.com/office/drawing/2014/main" id="{EB672777-DC89-42DB-BA8D-1F5F3B7739A2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472060" y="2279226"/>
              <a:ext cx="47399" cy="105499"/>
            </a:xfrm>
            <a:custGeom>
              <a:avLst/>
              <a:gdLst>
                <a:gd name="T0" fmla="*/ 2147483647 w 120"/>
                <a:gd name="T1" fmla="*/ 2147483647 h 270"/>
                <a:gd name="T2" fmla="*/ 2147483647 w 120"/>
                <a:gd name="T3" fmla="*/ 2147483647 h 270"/>
                <a:gd name="T4" fmla="*/ 2147483647 w 120"/>
                <a:gd name="T5" fmla="*/ 2147483647 h 270"/>
                <a:gd name="T6" fmla="*/ 2147483647 w 120"/>
                <a:gd name="T7" fmla="*/ 2147483647 h 270"/>
                <a:gd name="T8" fmla="*/ 2147483647 w 120"/>
                <a:gd name="T9" fmla="*/ 2147483647 h 270"/>
                <a:gd name="T10" fmla="*/ 2147483647 w 120"/>
                <a:gd name="T11" fmla="*/ 2147483647 h 270"/>
                <a:gd name="T12" fmla="*/ 2147483647 w 120"/>
                <a:gd name="T13" fmla="*/ 2147483647 h 270"/>
                <a:gd name="T14" fmla="*/ 2147483647 w 120"/>
                <a:gd name="T15" fmla="*/ 2147483647 h 270"/>
                <a:gd name="T16" fmla="*/ 2147483647 w 120"/>
                <a:gd name="T17" fmla="*/ 2147483647 h 270"/>
                <a:gd name="T18" fmla="*/ 2147483647 w 120"/>
                <a:gd name="T19" fmla="*/ 2147483647 h 270"/>
                <a:gd name="T20" fmla="*/ 2147483647 w 120"/>
                <a:gd name="T21" fmla="*/ 0 h 270"/>
                <a:gd name="T22" fmla="*/ 2147483647 w 120"/>
                <a:gd name="T23" fmla="*/ 2147483647 h 270"/>
                <a:gd name="T24" fmla="*/ 2147483647 w 120"/>
                <a:gd name="T25" fmla="*/ 2147483647 h 270"/>
                <a:gd name="T26" fmla="*/ 2147483647 w 120"/>
                <a:gd name="T27" fmla="*/ 2147483647 h 270"/>
                <a:gd name="T28" fmla="*/ 2147483647 w 120"/>
                <a:gd name="T29" fmla="*/ 2147483647 h 270"/>
                <a:gd name="T30" fmla="*/ 0 w 120"/>
                <a:gd name="T31" fmla="*/ 2147483647 h 270"/>
                <a:gd name="T32" fmla="*/ 0 w 120"/>
                <a:gd name="T33" fmla="*/ 2147483647 h 270"/>
                <a:gd name="T34" fmla="*/ 2147483647 w 120"/>
                <a:gd name="T35" fmla="*/ 2147483647 h 270"/>
                <a:gd name="T36" fmla="*/ 2147483647 w 120"/>
                <a:gd name="T37" fmla="*/ 2147483647 h 270"/>
                <a:gd name="T38" fmla="*/ 2147483647 w 120"/>
                <a:gd name="T39" fmla="*/ 2147483647 h 270"/>
                <a:gd name="T40" fmla="*/ 2147483647 w 120"/>
                <a:gd name="T41" fmla="*/ 2147483647 h 270"/>
                <a:gd name="T42" fmla="*/ 2147483647 w 120"/>
                <a:gd name="T43" fmla="*/ 2147483647 h 270"/>
                <a:gd name="T44" fmla="*/ 2147483647 w 120"/>
                <a:gd name="T45" fmla="*/ 2147483647 h 270"/>
                <a:gd name="T46" fmla="*/ 2147483647 w 120"/>
                <a:gd name="T47" fmla="*/ 2147483647 h 270"/>
                <a:gd name="T48" fmla="*/ 2147483647 w 120"/>
                <a:gd name="T49" fmla="*/ 2147483647 h 270"/>
                <a:gd name="T50" fmla="*/ 2147483647 w 120"/>
                <a:gd name="T51" fmla="*/ 2147483647 h 27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20"/>
                <a:gd name="T79" fmla="*/ 0 h 270"/>
                <a:gd name="T80" fmla="*/ 120 w 120"/>
                <a:gd name="T81" fmla="*/ 270 h 27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20" h="270">
                  <a:moveTo>
                    <a:pt x="84" y="270"/>
                  </a:moveTo>
                  <a:lnTo>
                    <a:pt x="84" y="222"/>
                  </a:lnTo>
                  <a:lnTo>
                    <a:pt x="90" y="216"/>
                  </a:lnTo>
                  <a:lnTo>
                    <a:pt x="102" y="192"/>
                  </a:lnTo>
                  <a:lnTo>
                    <a:pt x="102" y="102"/>
                  </a:lnTo>
                  <a:lnTo>
                    <a:pt x="108" y="96"/>
                  </a:lnTo>
                  <a:lnTo>
                    <a:pt x="114" y="84"/>
                  </a:lnTo>
                  <a:lnTo>
                    <a:pt x="114" y="54"/>
                  </a:lnTo>
                  <a:lnTo>
                    <a:pt x="120" y="36"/>
                  </a:lnTo>
                  <a:lnTo>
                    <a:pt x="120" y="24"/>
                  </a:lnTo>
                  <a:lnTo>
                    <a:pt x="72" y="0"/>
                  </a:lnTo>
                  <a:lnTo>
                    <a:pt x="48" y="30"/>
                  </a:lnTo>
                  <a:lnTo>
                    <a:pt x="42" y="42"/>
                  </a:lnTo>
                  <a:lnTo>
                    <a:pt x="30" y="78"/>
                  </a:lnTo>
                  <a:lnTo>
                    <a:pt x="12" y="114"/>
                  </a:lnTo>
                  <a:lnTo>
                    <a:pt x="0" y="150"/>
                  </a:lnTo>
                  <a:lnTo>
                    <a:pt x="0" y="168"/>
                  </a:lnTo>
                  <a:lnTo>
                    <a:pt x="6" y="180"/>
                  </a:lnTo>
                  <a:lnTo>
                    <a:pt x="18" y="192"/>
                  </a:lnTo>
                  <a:lnTo>
                    <a:pt x="24" y="204"/>
                  </a:lnTo>
                  <a:lnTo>
                    <a:pt x="36" y="210"/>
                  </a:lnTo>
                  <a:lnTo>
                    <a:pt x="42" y="222"/>
                  </a:lnTo>
                  <a:lnTo>
                    <a:pt x="42" y="228"/>
                  </a:lnTo>
                  <a:lnTo>
                    <a:pt x="48" y="234"/>
                  </a:lnTo>
                  <a:lnTo>
                    <a:pt x="60" y="258"/>
                  </a:lnTo>
                  <a:lnTo>
                    <a:pt x="84" y="270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4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79" name="Turkmen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44805F29-AF5A-46C8-B7A2-BE5120D4F622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562396" y="1730332"/>
              <a:ext cx="394469" cy="236987"/>
            </a:xfrm>
            <a:custGeom>
              <a:avLst/>
              <a:gdLst>
                <a:gd name="T0" fmla="*/ 2147483647 w 1008"/>
                <a:gd name="T1" fmla="*/ 2147483647 h 606"/>
                <a:gd name="T2" fmla="*/ 2147483647 w 1008"/>
                <a:gd name="T3" fmla="*/ 2147483647 h 606"/>
                <a:gd name="T4" fmla="*/ 2147483647 w 1008"/>
                <a:gd name="T5" fmla="*/ 2147483647 h 606"/>
                <a:gd name="T6" fmla="*/ 2147483647 w 1008"/>
                <a:gd name="T7" fmla="*/ 2147483647 h 606"/>
                <a:gd name="T8" fmla="*/ 2147483647 w 1008"/>
                <a:gd name="T9" fmla="*/ 2147483647 h 606"/>
                <a:gd name="T10" fmla="*/ 2147483647 w 1008"/>
                <a:gd name="T11" fmla="*/ 2147483647 h 606"/>
                <a:gd name="T12" fmla="*/ 2147483647 w 1008"/>
                <a:gd name="T13" fmla="*/ 2147483647 h 606"/>
                <a:gd name="T14" fmla="*/ 2147483647 w 1008"/>
                <a:gd name="T15" fmla="*/ 2147483647 h 606"/>
                <a:gd name="T16" fmla="*/ 2147483647 w 1008"/>
                <a:gd name="T17" fmla="*/ 2147483647 h 606"/>
                <a:gd name="T18" fmla="*/ 2147483647 w 1008"/>
                <a:gd name="T19" fmla="*/ 2147483647 h 606"/>
                <a:gd name="T20" fmla="*/ 2147483647 w 1008"/>
                <a:gd name="T21" fmla="*/ 2147483647 h 606"/>
                <a:gd name="T22" fmla="*/ 2147483647 w 1008"/>
                <a:gd name="T23" fmla="*/ 2147483647 h 606"/>
                <a:gd name="T24" fmla="*/ 2147483647 w 1008"/>
                <a:gd name="T25" fmla="*/ 2147483647 h 606"/>
                <a:gd name="T26" fmla="*/ 2147483647 w 1008"/>
                <a:gd name="T27" fmla="*/ 2147483647 h 606"/>
                <a:gd name="T28" fmla="*/ 2147483647 w 1008"/>
                <a:gd name="T29" fmla="*/ 2147483647 h 606"/>
                <a:gd name="T30" fmla="*/ 2147483647 w 1008"/>
                <a:gd name="T31" fmla="*/ 2147483647 h 606"/>
                <a:gd name="T32" fmla="*/ 2147483647 w 1008"/>
                <a:gd name="T33" fmla="*/ 2147483647 h 606"/>
                <a:gd name="T34" fmla="*/ 2147483647 w 1008"/>
                <a:gd name="T35" fmla="*/ 2147483647 h 606"/>
                <a:gd name="T36" fmla="*/ 2147483647 w 1008"/>
                <a:gd name="T37" fmla="*/ 2147483647 h 606"/>
                <a:gd name="T38" fmla="*/ 2147483647 w 1008"/>
                <a:gd name="T39" fmla="*/ 2147483647 h 606"/>
                <a:gd name="T40" fmla="*/ 2147483647 w 1008"/>
                <a:gd name="T41" fmla="*/ 2147483647 h 606"/>
                <a:gd name="T42" fmla="*/ 2147483647 w 1008"/>
                <a:gd name="T43" fmla="*/ 2147483647 h 606"/>
                <a:gd name="T44" fmla="*/ 2147483647 w 1008"/>
                <a:gd name="T45" fmla="*/ 2147483647 h 606"/>
                <a:gd name="T46" fmla="*/ 2147483647 w 1008"/>
                <a:gd name="T47" fmla="*/ 2147483647 h 606"/>
                <a:gd name="T48" fmla="*/ 2147483647 w 1008"/>
                <a:gd name="T49" fmla="*/ 2147483647 h 606"/>
                <a:gd name="T50" fmla="*/ 2147483647 w 1008"/>
                <a:gd name="T51" fmla="*/ 2147483647 h 606"/>
                <a:gd name="T52" fmla="*/ 2147483647 w 1008"/>
                <a:gd name="T53" fmla="*/ 2147483647 h 606"/>
                <a:gd name="T54" fmla="*/ 2147483647 w 1008"/>
                <a:gd name="T55" fmla="*/ 2147483647 h 606"/>
                <a:gd name="T56" fmla="*/ 2147483647 w 1008"/>
                <a:gd name="T57" fmla="*/ 2147483647 h 606"/>
                <a:gd name="T58" fmla="*/ 2147483647 w 1008"/>
                <a:gd name="T59" fmla="*/ 2147483647 h 606"/>
                <a:gd name="T60" fmla="*/ 2147483647 w 1008"/>
                <a:gd name="T61" fmla="*/ 2147483647 h 606"/>
                <a:gd name="T62" fmla="*/ 2147483647 w 1008"/>
                <a:gd name="T63" fmla="*/ 2147483647 h 606"/>
                <a:gd name="T64" fmla="*/ 2147483647 w 1008"/>
                <a:gd name="T65" fmla="*/ 2147483647 h 606"/>
                <a:gd name="T66" fmla="*/ 2147483647 w 1008"/>
                <a:gd name="T67" fmla="*/ 2147483647 h 606"/>
                <a:gd name="T68" fmla="*/ 2147483647 w 1008"/>
                <a:gd name="T69" fmla="*/ 2147483647 h 606"/>
                <a:gd name="T70" fmla="*/ 2147483647 w 1008"/>
                <a:gd name="T71" fmla="*/ 2147483647 h 606"/>
                <a:gd name="T72" fmla="*/ 2147483647 w 1008"/>
                <a:gd name="T73" fmla="*/ 2147483647 h 606"/>
                <a:gd name="T74" fmla="*/ 2147483647 w 1008"/>
                <a:gd name="T75" fmla="*/ 2147483647 h 606"/>
                <a:gd name="T76" fmla="*/ 2147483647 w 1008"/>
                <a:gd name="T77" fmla="*/ 2147483647 h 606"/>
                <a:gd name="T78" fmla="*/ 2147483647 w 1008"/>
                <a:gd name="T79" fmla="*/ 2147483647 h 606"/>
                <a:gd name="T80" fmla="*/ 2147483647 w 1008"/>
                <a:gd name="T81" fmla="*/ 2147483647 h 606"/>
                <a:gd name="T82" fmla="*/ 2147483647 w 1008"/>
                <a:gd name="T83" fmla="*/ 2147483647 h 606"/>
                <a:gd name="T84" fmla="*/ 2147483647 w 1008"/>
                <a:gd name="T85" fmla="*/ 2147483647 h 606"/>
                <a:gd name="T86" fmla="*/ 2147483647 w 1008"/>
                <a:gd name="T87" fmla="*/ 2147483647 h 606"/>
                <a:gd name="T88" fmla="*/ 2147483647 w 1008"/>
                <a:gd name="T89" fmla="*/ 2147483647 h 606"/>
                <a:gd name="T90" fmla="*/ 2147483647 w 1008"/>
                <a:gd name="T91" fmla="*/ 2147483647 h 606"/>
                <a:gd name="T92" fmla="*/ 2147483647 w 1008"/>
                <a:gd name="T93" fmla="*/ 2147483647 h 606"/>
                <a:gd name="T94" fmla="*/ 2147483647 w 1008"/>
                <a:gd name="T95" fmla="*/ 2147483647 h 606"/>
                <a:gd name="T96" fmla="*/ 2147483647 w 1008"/>
                <a:gd name="T97" fmla="*/ 2147483647 h 606"/>
                <a:gd name="T98" fmla="*/ 2147483647 w 1008"/>
                <a:gd name="T99" fmla="*/ 2147483647 h 606"/>
                <a:gd name="T100" fmla="*/ 2147483647 w 1008"/>
                <a:gd name="T101" fmla="*/ 2147483647 h 606"/>
                <a:gd name="T102" fmla="*/ 2147483647 w 1008"/>
                <a:gd name="T103" fmla="*/ 2147483647 h 606"/>
                <a:gd name="T104" fmla="*/ 0 w 1008"/>
                <a:gd name="T105" fmla="*/ 2147483647 h 606"/>
                <a:gd name="T106" fmla="*/ 2147483647 w 1008"/>
                <a:gd name="T107" fmla="*/ 2147483647 h 606"/>
                <a:gd name="T108" fmla="*/ 2147483647 w 1008"/>
                <a:gd name="T109" fmla="*/ 2147483647 h 60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008"/>
                <a:gd name="T166" fmla="*/ 0 h 606"/>
                <a:gd name="T167" fmla="*/ 1008 w 1008"/>
                <a:gd name="T168" fmla="*/ 606 h 60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008" h="606">
                  <a:moveTo>
                    <a:pt x="48" y="150"/>
                  </a:moveTo>
                  <a:lnTo>
                    <a:pt x="48" y="156"/>
                  </a:lnTo>
                  <a:lnTo>
                    <a:pt x="42" y="162"/>
                  </a:lnTo>
                  <a:lnTo>
                    <a:pt x="36" y="174"/>
                  </a:lnTo>
                  <a:lnTo>
                    <a:pt x="36" y="186"/>
                  </a:lnTo>
                  <a:lnTo>
                    <a:pt x="42" y="198"/>
                  </a:lnTo>
                  <a:lnTo>
                    <a:pt x="48" y="204"/>
                  </a:lnTo>
                  <a:lnTo>
                    <a:pt x="54" y="216"/>
                  </a:lnTo>
                  <a:lnTo>
                    <a:pt x="60" y="222"/>
                  </a:lnTo>
                  <a:lnTo>
                    <a:pt x="60" y="228"/>
                  </a:lnTo>
                  <a:lnTo>
                    <a:pt x="90" y="222"/>
                  </a:lnTo>
                  <a:lnTo>
                    <a:pt x="90" y="246"/>
                  </a:lnTo>
                  <a:lnTo>
                    <a:pt x="114" y="258"/>
                  </a:lnTo>
                  <a:lnTo>
                    <a:pt x="90" y="258"/>
                  </a:lnTo>
                  <a:lnTo>
                    <a:pt x="78" y="264"/>
                  </a:lnTo>
                  <a:lnTo>
                    <a:pt x="72" y="264"/>
                  </a:lnTo>
                  <a:lnTo>
                    <a:pt x="72" y="270"/>
                  </a:lnTo>
                  <a:lnTo>
                    <a:pt x="78" y="276"/>
                  </a:lnTo>
                  <a:lnTo>
                    <a:pt x="90" y="276"/>
                  </a:lnTo>
                  <a:lnTo>
                    <a:pt x="96" y="282"/>
                  </a:lnTo>
                  <a:lnTo>
                    <a:pt x="114" y="282"/>
                  </a:lnTo>
                  <a:lnTo>
                    <a:pt x="120" y="288"/>
                  </a:lnTo>
                  <a:lnTo>
                    <a:pt x="126" y="300"/>
                  </a:lnTo>
                  <a:lnTo>
                    <a:pt x="132" y="306"/>
                  </a:lnTo>
                  <a:lnTo>
                    <a:pt x="138" y="354"/>
                  </a:lnTo>
                  <a:lnTo>
                    <a:pt x="150" y="360"/>
                  </a:lnTo>
                  <a:lnTo>
                    <a:pt x="150" y="372"/>
                  </a:lnTo>
                  <a:lnTo>
                    <a:pt x="144" y="378"/>
                  </a:lnTo>
                  <a:lnTo>
                    <a:pt x="144" y="402"/>
                  </a:lnTo>
                  <a:lnTo>
                    <a:pt x="150" y="414"/>
                  </a:lnTo>
                  <a:lnTo>
                    <a:pt x="150" y="426"/>
                  </a:lnTo>
                  <a:lnTo>
                    <a:pt x="156" y="432"/>
                  </a:lnTo>
                  <a:lnTo>
                    <a:pt x="156" y="438"/>
                  </a:lnTo>
                  <a:lnTo>
                    <a:pt x="186" y="438"/>
                  </a:lnTo>
                  <a:lnTo>
                    <a:pt x="198" y="426"/>
                  </a:lnTo>
                  <a:lnTo>
                    <a:pt x="210" y="420"/>
                  </a:lnTo>
                  <a:lnTo>
                    <a:pt x="210" y="408"/>
                  </a:lnTo>
                  <a:lnTo>
                    <a:pt x="216" y="402"/>
                  </a:lnTo>
                  <a:lnTo>
                    <a:pt x="228" y="396"/>
                  </a:lnTo>
                  <a:lnTo>
                    <a:pt x="246" y="378"/>
                  </a:lnTo>
                  <a:lnTo>
                    <a:pt x="258" y="372"/>
                  </a:lnTo>
                  <a:lnTo>
                    <a:pt x="294" y="372"/>
                  </a:lnTo>
                  <a:lnTo>
                    <a:pt x="306" y="378"/>
                  </a:lnTo>
                  <a:lnTo>
                    <a:pt x="312" y="372"/>
                  </a:lnTo>
                  <a:lnTo>
                    <a:pt x="312" y="366"/>
                  </a:lnTo>
                  <a:lnTo>
                    <a:pt x="372" y="366"/>
                  </a:lnTo>
                  <a:lnTo>
                    <a:pt x="384" y="378"/>
                  </a:lnTo>
                  <a:lnTo>
                    <a:pt x="384" y="390"/>
                  </a:lnTo>
                  <a:lnTo>
                    <a:pt x="414" y="390"/>
                  </a:lnTo>
                  <a:lnTo>
                    <a:pt x="420" y="396"/>
                  </a:lnTo>
                  <a:lnTo>
                    <a:pt x="432" y="402"/>
                  </a:lnTo>
                  <a:lnTo>
                    <a:pt x="438" y="408"/>
                  </a:lnTo>
                  <a:lnTo>
                    <a:pt x="450" y="414"/>
                  </a:lnTo>
                  <a:lnTo>
                    <a:pt x="450" y="408"/>
                  </a:lnTo>
                  <a:lnTo>
                    <a:pt x="468" y="408"/>
                  </a:lnTo>
                  <a:lnTo>
                    <a:pt x="480" y="414"/>
                  </a:lnTo>
                  <a:lnTo>
                    <a:pt x="498" y="414"/>
                  </a:lnTo>
                  <a:lnTo>
                    <a:pt x="510" y="420"/>
                  </a:lnTo>
                  <a:lnTo>
                    <a:pt x="516" y="420"/>
                  </a:lnTo>
                  <a:lnTo>
                    <a:pt x="522" y="426"/>
                  </a:lnTo>
                  <a:lnTo>
                    <a:pt x="522" y="432"/>
                  </a:lnTo>
                  <a:lnTo>
                    <a:pt x="528" y="444"/>
                  </a:lnTo>
                  <a:lnTo>
                    <a:pt x="534" y="450"/>
                  </a:lnTo>
                  <a:lnTo>
                    <a:pt x="540" y="450"/>
                  </a:lnTo>
                  <a:lnTo>
                    <a:pt x="546" y="456"/>
                  </a:lnTo>
                  <a:lnTo>
                    <a:pt x="558" y="456"/>
                  </a:lnTo>
                  <a:lnTo>
                    <a:pt x="570" y="468"/>
                  </a:lnTo>
                  <a:lnTo>
                    <a:pt x="582" y="474"/>
                  </a:lnTo>
                  <a:lnTo>
                    <a:pt x="588" y="486"/>
                  </a:lnTo>
                  <a:lnTo>
                    <a:pt x="594" y="492"/>
                  </a:lnTo>
                  <a:lnTo>
                    <a:pt x="660" y="486"/>
                  </a:lnTo>
                  <a:lnTo>
                    <a:pt x="660" y="522"/>
                  </a:lnTo>
                  <a:lnTo>
                    <a:pt x="672" y="522"/>
                  </a:lnTo>
                  <a:lnTo>
                    <a:pt x="666" y="546"/>
                  </a:lnTo>
                  <a:lnTo>
                    <a:pt x="678" y="576"/>
                  </a:lnTo>
                  <a:lnTo>
                    <a:pt x="684" y="582"/>
                  </a:lnTo>
                  <a:lnTo>
                    <a:pt x="696" y="582"/>
                  </a:lnTo>
                  <a:lnTo>
                    <a:pt x="702" y="588"/>
                  </a:lnTo>
                  <a:lnTo>
                    <a:pt x="714" y="588"/>
                  </a:lnTo>
                  <a:lnTo>
                    <a:pt x="720" y="582"/>
                  </a:lnTo>
                  <a:lnTo>
                    <a:pt x="726" y="582"/>
                  </a:lnTo>
                  <a:lnTo>
                    <a:pt x="750" y="606"/>
                  </a:lnTo>
                  <a:lnTo>
                    <a:pt x="774" y="606"/>
                  </a:lnTo>
                  <a:lnTo>
                    <a:pt x="786" y="600"/>
                  </a:lnTo>
                  <a:lnTo>
                    <a:pt x="792" y="594"/>
                  </a:lnTo>
                  <a:lnTo>
                    <a:pt x="804" y="570"/>
                  </a:lnTo>
                  <a:lnTo>
                    <a:pt x="804" y="558"/>
                  </a:lnTo>
                  <a:lnTo>
                    <a:pt x="816" y="558"/>
                  </a:lnTo>
                  <a:lnTo>
                    <a:pt x="852" y="540"/>
                  </a:lnTo>
                  <a:lnTo>
                    <a:pt x="858" y="528"/>
                  </a:lnTo>
                  <a:lnTo>
                    <a:pt x="870" y="522"/>
                  </a:lnTo>
                  <a:lnTo>
                    <a:pt x="882" y="522"/>
                  </a:lnTo>
                  <a:lnTo>
                    <a:pt x="882" y="462"/>
                  </a:lnTo>
                  <a:lnTo>
                    <a:pt x="888" y="450"/>
                  </a:lnTo>
                  <a:lnTo>
                    <a:pt x="900" y="444"/>
                  </a:lnTo>
                  <a:lnTo>
                    <a:pt x="936" y="444"/>
                  </a:lnTo>
                  <a:lnTo>
                    <a:pt x="936" y="420"/>
                  </a:lnTo>
                  <a:lnTo>
                    <a:pt x="948" y="420"/>
                  </a:lnTo>
                  <a:lnTo>
                    <a:pt x="960" y="426"/>
                  </a:lnTo>
                  <a:lnTo>
                    <a:pt x="966" y="432"/>
                  </a:lnTo>
                  <a:lnTo>
                    <a:pt x="978" y="438"/>
                  </a:lnTo>
                  <a:lnTo>
                    <a:pt x="1008" y="438"/>
                  </a:lnTo>
                  <a:lnTo>
                    <a:pt x="1008" y="426"/>
                  </a:lnTo>
                  <a:lnTo>
                    <a:pt x="996" y="414"/>
                  </a:lnTo>
                  <a:lnTo>
                    <a:pt x="996" y="396"/>
                  </a:lnTo>
                  <a:lnTo>
                    <a:pt x="1002" y="390"/>
                  </a:lnTo>
                  <a:lnTo>
                    <a:pt x="954" y="360"/>
                  </a:lnTo>
                  <a:lnTo>
                    <a:pt x="930" y="366"/>
                  </a:lnTo>
                  <a:lnTo>
                    <a:pt x="924" y="366"/>
                  </a:lnTo>
                  <a:lnTo>
                    <a:pt x="912" y="354"/>
                  </a:lnTo>
                  <a:lnTo>
                    <a:pt x="900" y="354"/>
                  </a:lnTo>
                  <a:lnTo>
                    <a:pt x="888" y="342"/>
                  </a:lnTo>
                  <a:lnTo>
                    <a:pt x="876" y="336"/>
                  </a:lnTo>
                  <a:lnTo>
                    <a:pt x="870" y="330"/>
                  </a:lnTo>
                  <a:lnTo>
                    <a:pt x="846" y="318"/>
                  </a:lnTo>
                  <a:lnTo>
                    <a:pt x="828" y="306"/>
                  </a:lnTo>
                  <a:lnTo>
                    <a:pt x="804" y="306"/>
                  </a:lnTo>
                  <a:lnTo>
                    <a:pt x="774" y="288"/>
                  </a:lnTo>
                  <a:lnTo>
                    <a:pt x="768" y="282"/>
                  </a:lnTo>
                  <a:lnTo>
                    <a:pt x="762" y="270"/>
                  </a:lnTo>
                  <a:lnTo>
                    <a:pt x="750" y="258"/>
                  </a:lnTo>
                  <a:lnTo>
                    <a:pt x="744" y="258"/>
                  </a:lnTo>
                  <a:lnTo>
                    <a:pt x="732" y="252"/>
                  </a:lnTo>
                  <a:lnTo>
                    <a:pt x="714" y="252"/>
                  </a:lnTo>
                  <a:lnTo>
                    <a:pt x="702" y="246"/>
                  </a:lnTo>
                  <a:lnTo>
                    <a:pt x="690" y="234"/>
                  </a:lnTo>
                  <a:lnTo>
                    <a:pt x="672" y="198"/>
                  </a:lnTo>
                  <a:lnTo>
                    <a:pt x="666" y="192"/>
                  </a:lnTo>
                  <a:lnTo>
                    <a:pt x="666" y="186"/>
                  </a:lnTo>
                  <a:lnTo>
                    <a:pt x="648" y="168"/>
                  </a:lnTo>
                  <a:lnTo>
                    <a:pt x="630" y="138"/>
                  </a:lnTo>
                  <a:lnTo>
                    <a:pt x="594" y="120"/>
                  </a:lnTo>
                  <a:lnTo>
                    <a:pt x="594" y="126"/>
                  </a:lnTo>
                  <a:lnTo>
                    <a:pt x="540" y="120"/>
                  </a:lnTo>
                  <a:lnTo>
                    <a:pt x="510" y="120"/>
                  </a:lnTo>
                  <a:lnTo>
                    <a:pt x="492" y="102"/>
                  </a:lnTo>
                  <a:lnTo>
                    <a:pt x="492" y="90"/>
                  </a:lnTo>
                  <a:lnTo>
                    <a:pt x="504" y="78"/>
                  </a:lnTo>
                  <a:lnTo>
                    <a:pt x="492" y="72"/>
                  </a:lnTo>
                  <a:lnTo>
                    <a:pt x="492" y="60"/>
                  </a:lnTo>
                  <a:lnTo>
                    <a:pt x="486" y="48"/>
                  </a:lnTo>
                  <a:lnTo>
                    <a:pt x="480" y="42"/>
                  </a:lnTo>
                  <a:lnTo>
                    <a:pt x="444" y="42"/>
                  </a:lnTo>
                  <a:lnTo>
                    <a:pt x="432" y="36"/>
                  </a:lnTo>
                  <a:lnTo>
                    <a:pt x="432" y="24"/>
                  </a:lnTo>
                  <a:lnTo>
                    <a:pt x="408" y="24"/>
                  </a:lnTo>
                  <a:lnTo>
                    <a:pt x="390" y="0"/>
                  </a:lnTo>
                  <a:lnTo>
                    <a:pt x="384" y="12"/>
                  </a:lnTo>
                  <a:lnTo>
                    <a:pt x="354" y="6"/>
                  </a:lnTo>
                  <a:lnTo>
                    <a:pt x="384" y="36"/>
                  </a:lnTo>
                  <a:lnTo>
                    <a:pt x="378" y="30"/>
                  </a:lnTo>
                  <a:lnTo>
                    <a:pt x="366" y="30"/>
                  </a:lnTo>
                  <a:lnTo>
                    <a:pt x="360" y="24"/>
                  </a:lnTo>
                  <a:lnTo>
                    <a:pt x="354" y="24"/>
                  </a:lnTo>
                  <a:lnTo>
                    <a:pt x="348" y="30"/>
                  </a:lnTo>
                  <a:lnTo>
                    <a:pt x="348" y="42"/>
                  </a:lnTo>
                  <a:lnTo>
                    <a:pt x="342" y="42"/>
                  </a:lnTo>
                  <a:lnTo>
                    <a:pt x="336" y="48"/>
                  </a:lnTo>
                  <a:lnTo>
                    <a:pt x="324" y="48"/>
                  </a:lnTo>
                  <a:lnTo>
                    <a:pt x="312" y="54"/>
                  </a:lnTo>
                  <a:lnTo>
                    <a:pt x="294" y="72"/>
                  </a:lnTo>
                  <a:lnTo>
                    <a:pt x="294" y="84"/>
                  </a:lnTo>
                  <a:lnTo>
                    <a:pt x="300" y="102"/>
                  </a:lnTo>
                  <a:lnTo>
                    <a:pt x="312" y="108"/>
                  </a:lnTo>
                  <a:lnTo>
                    <a:pt x="318" y="120"/>
                  </a:lnTo>
                  <a:lnTo>
                    <a:pt x="252" y="120"/>
                  </a:lnTo>
                  <a:lnTo>
                    <a:pt x="240" y="108"/>
                  </a:lnTo>
                  <a:lnTo>
                    <a:pt x="228" y="108"/>
                  </a:lnTo>
                  <a:lnTo>
                    <a:pt x="228" y="114"/>
                  </a:lnTo>
                  <a:lnTo>
                    <a:pt x="216" y="126"/>
                  </a:lnTo>
                  <a:lnTo>
                    <a:pt x="210" y="120"/>
                  </a:lnTo>
                  <a:lnTo>
                    <a:pt x="198" y="114"/>
                  </a:lnTo>
                  <a:lnTo>
                    <a:pt x="174" y="90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56" y="60"/>
                  </a:lnTo>
                  <a:lnTo>
                    <a:pt x="144" y="54"/>
                  </a:lnTo>
                  <a:lnTo>
                    <a:pt x="132" y="42"/>
                  </a:lnTo>
                  <a:lnTo>
                    <a:pt x="120" y="42"/>
                  </a:lnTo>
                  <a:lnTo>
                    <a:pt x="96" y="30"/>
                  </a:lnTo>
                  <a:lnTo>
                    <a:pt x="78" y="30"/>
                  </a:lnTo>
                  <a:lnTo>
                    <a:pt x="72" y="36"/>
                  </a:lnTo>
                  <a:lnTo>
                    <a:pt x="72" y="48"/>
                  </a:lnTo>
                  <a:lnTo>
                    <a:pt x="84" y="54"/>
                  </a:lnTo>
                  <a:lnTo>
                    <a:pt x="90" y="54"/>
                  </a:lnTo>
                  <a:lnTo>
                    <a:pt x="90" y="66"/>
                  </a:lnTo>
                  <a:lnTo>
                    <a:pt x="96" y="66"/>
                  </a:lnTo>
                  <a:lnTo>
                    <a:pt x="96" y="72"/>
                  </a:lnTo>
                  <a:lnTo>
                    <a:pt x="102" y="84"/>
                  </a:lnTo>
                  <a:lnTo>
                    <a:pt x="114" y="90"/>
                  </a:lnTo>
                  <a:lnTo>
                    <a:pt x="126" y="102"/>
                  </a:lnTo>
                  <a:lnTo>
                    <a:pt x="138" y="108"/>
                  </a:lnTo>
                  <a:lnTo>
                    <a:pt x="150" y="120"/>
                  </a:lnTo>
                  <a:lnTo>
                    <a:pt x="162" y="126"/>
                  </a:lnTo>
                  <a:lnTo>
                    <a:pt x="162" y="150"/>
                  </a:lnTo>
                  <a:lnTo>
                    <a:pt x="156" y="156"/>
                  </a:lnTo>
                  <a:lnTo>
                    <a:pt x="144" y="156"/>
                  </a:lnTo>
                  <a:lnTo>
                    <a:pt x="132" y="150"/>
                  </a:lnTo>
                  <a:lnTo>
                    <a:pt x="120" y="138"/>
                  </a:lnTo>
                  <a:lnTo>
                    <a:pt x="120" y="162"/>
                  </a:lnTo>
                  <a:lnTo>
                    <a:pt x="78" y="162"/>
                  </a:lnTo>
                  <a:lnTo>
                    <a:pt x="66" y="144"/>
                  </a:lnTo>
                  <a:lnTo>
                    <a:pt x="60" y="150"/>
                  </a:lnTo>
                  <a:lnTo>
                    <a:pt x="48" y="138"/>
                  </a:lnTo>
                  <a:lnTo>
                    <a:pt x="42" y="126"/>
                  </a:lnTo>
                  <a:lnTo>
                    <a:pt x="36" y="120"/>
                  </a:lnTo>
                  <a:lnTo>
                    <a:pt x="36" y="102"/>
                  </a:lnTo>
                  <a:lnTo>
                    <a:pt x="30" y="96"/>
                  </a:lnTo>
                  <a:lnTo>
                    <a:pt x="30" y="84"/>
                  </a:lnTo>
                  <a:lnTo>
                    <a:pt x="24" y="78"/>
                  </a:lnTo>
                  <a:lnTo>
                    <a:pt x="0" y="78"/>
                  </a:lnTo>
                  <a:lnTo>
                    <a:pt x="0" y="84"/>
                  </a:lnTo>
                  <a:lnTo>
                    <a:pt x="6" y="90"/>
                  </a:lnTo>
                  <a:lnTo>
                    <a:pt x="12" y="102"/>
                  </a:lnTo>
                  <a:lnTo>
                    <a:pt x="18" y="108"/>
                  </a:lnTo>
                  <a:lnTo>
                    <a:pt x="24" y="120"/>
                  </a:lnTo>
                  <a:lnTo>
                    <a:pt x="36" y="126"/>
                  </a:lnTo>
                  <a:lnTo>
                    <a:pt x="42" y="138"/>
                  </a:lnTo>
                  <a:lnTo>
                    <a:pt x="48" y="144"/>
                  </a:lnTo>
                  <a:lnTo>
                    <a:pt x="48" y="150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4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80" name="Turkey" descr="© INSCALE GmbH, 05.05.2010&#10;http://www.presentationload.com/">
              <a:extLst>
                <a:ext uri="{FF2B5EF4-FFF2-40B4-BE49-F238E27FC236}">
                  <a16:creationId xmlns:a16="http://schemas.microsoft.com/office/drawing/2014/main" id="{600F4617-C253-4E9C-9CDC-55142BD10BF2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1871302" y="1748678"/>
              <a:ext cx="519842" cy="198764"/>
            </a:xfrm>
            <a:custGeom>
              <a:avLst/>
              <a:gdLst>
                <a:gd name="T0" fmla="*/ 2147483647 w 1332"/>
                <a:gd name="T1" fmla="*/ 2147483647 h 510"/>
                <a:gd name="T2" fmla="*/ 2147483647 w 1332"/>
                <a:gd name="T3" fmla="*/ 2147483647 h 510"/>
                <a:gd name="T4" fmla="*/ 2147483647 w 1332"/>
                <a:gd name="T5" fmla="*/ 2147483647 h 510"/>
                <a:gd name="T6" fmla="*/ 2147483647 w 1332"/>
                <a:gd name="T7" fmla="*/ 2147483647 h 510"/>
                <a:gd name="T8" fmla="*/ 2147483647 w 1332"/>
                <a:gd name="T9" fmla="*/ 2147483647 h 510"/>
                <a:gd name="T10" fmla="*/ 2147483647 w 1332"/>
                <a:gd name="T11" fmla="*/ 2147483647 h 510"/>
                <a:gd name="T12" fmla="*/ 2147483647 w 1332"/>
                <a:gd name="T13" fmla="*/ 2147483647 h 510"/>
                <a:gd name="T14" fmla="*/ 2147483647 w 1332"/>
                <a:gd name="T15" fmla="*/ 2147483647 h 510"/>
                <a:gd name="T16" fmla="*/ 2147483647 w 1332"/>
                <a:gd name="T17" fmla="*/ 2147483647 h 510"/>
                <a:gd name="T18" fmla="*/ 2147483647 w 1332"/>
                <a:gd name="T19" fmla="*/ 2147483647 h 510"/>
                <a:gd name="T20" fmla="*/ 2147483647 w 1332"/>
                <a:gd name="T21" fmla="*/ 2147483647 h 510"/>
                <a:gd name="T22" fmla="*/ 2147483647 w 1332"/>
                <a:gd name="T23" fmla="*/ 2147483647 h 510"/>
                <a:gd name="T24" fmla="*/ 2147483647 w 1332"/>
                <a:gd name="T25" fmla="*/ 2147483647 h 510"/>
                <a:gd name="T26" fmla="*/ 2147483647 w 1332"/>
                <a:gd name="T27" fmla="*/ 2147483647 h 510"/>
                <a:gd name="T28" fmla="*/ 2147483647 w 1332"/>
                <a:gd name="T29" fmla="*/ 2147483647 h 510"/>
                <a:gd name="T30" fmla="*/ 2147483647 w 1332"/>
                <a:gd name="T31" fmla="*/ 2147483647 h 510"/>
                <a:gd name="T32" fmla="*/ 2147483647 w 1332"/>
                <a:gd name="T33" fmla="*/ 2147483647 h 510"/>
                <a:gd name="T34" fmla="*/ 2147483647 w 1332"/>
                <a:gd name="T35" fmla="*/ 2147483647 h 510"/>
                <a:gd name="T36" fmla="*/ 2147483647 w 1332"/>
                <a:gd name="T37" fmla="*/ 2147483647 h 510"/>
                <a:gd name="T38" fmla="*/ 2147483647 w 1332"/>
                <a:gd name="T39" fmla="*/ 2147483647 h 510"/>
                <a:gd name="T40" fmla="*/ 2147483647 w 1332"/>
                <a:gd name="T41" fmla="*/ 2147483647 h 510"/>
                <a:gd name="T42" fmla="*/ 2147483647 w 1332"/>
                <a:gd name="T43" fmla="*/ 2147483647 h 510"/>
                <a:gd name="T44" fmla="*/ 2147483647 w 1332"/>
                <a:gd name="T45" fmla="*/ 2147483647 h 510"/>
                <a:gd name="T46" fmla="*/ 2147483647 w 1332"/>
                <a:gd name="T47" fmla="*/ 2147483647 h 510"/>
                <a:gd name="T48" fmla="*/ 2147483647 w 1332"/>
                <a:gd name="T49" fmla="*/ 2147483647 h 510"/>
                <a:gd name="T50" fmla="*/ 2147483647 w 1332"/>
                <a:gd name="T51" fmla="*/ 2147483647 h 510"/>
                <a:gd name="T52" fmla="*/ 2147483647 w 1332"/>
                <a:gd name="T53" fmla="*/ 2147483647 h 510"/>
                <a:gd name="T54" fmla="*/ 2147483647 w 1332"/>
                <a:gd name="T55" fmla="*/ 2147483647 h 510"/>
                <a:gd name="T56" fmla="*/ 2147483647 w 1332"/>
                <a:gd name="T57" fmla="*/ 2147483647 h 510"/>
                <a:gd name="T58" fmla="*/ 2147483647 w 1332"/>
                <a:gd name="T59" fmla="*/ 2147483647 h 510"/>
                <a:gd name="T60" fmla="*/ 2147483647 w 1332"/>
                <a:gd name="T61" fmla="*/ 2147483647 h 510"/>
                <a:gd name="T62" fmla="*/ 2147483647 w 1332"/>
                <a:gd name="T63" fmla="*/ 2147483647 h 510"/>
                <a:gd name="T64" fmla="*/ 2147483647 w 1332"/>
                <a:gd name="T65" fmla="*/ 2147483647 h 510"/>
                <a:gd name="T66" fmla="*/ 2147483647 w 1332"/>
                <a:gd name="T67" fmla="*/ 2147483647 h 510"/>
                <a:gd name="T68" fmla="*/ 2147483647 w 1332"/>
                <a:gd name="T69" fmla="*/ 2147483647 h 510"/>
                <a:gd name="T70" fmla="*/ 2147483647 w 1332"/>
                <a:gd name="T71" fmla="*/ 2147483647 h 510"/>
                <a:gd name="T72" fmla="*/ 2147483647 w 1332"/>
                <a:gd name="T73" fmla="*/ 2147483647 h 510"/>
                <a:gd name="T74" fmla="*/ 2147483647 w 1332"/>
                <a:gd name="T75" fmla="*/ 2147483647 h 510"/>
                <a:gd name="T76" fmla="*/ 2147483647 w 1332"/>
                <a:gd name="T77" fmla="*/ 2147483647 h 510"/>
                <a:gd name="T78" fmla="*/ 2147483647 w 1332"/>
                <a:gd name="T79" fmla="*/ 2147483647 h 510"/>
                <a:gd name="T80" fmla="*/ 2147483647 w 1332"/>
                <a:gd name="T81" fmla="*/ 2147483647 h 510"/>
                <a:gd name="T82" fmla="*/ 2147483647 w 1332"/>
                <a:gd name="T83" fmla="*/ 2147483647 h 510"/>
                <a:gd name="T84" fmla="*/ 2147483647 w 1332"/>
                <a:gd name="T85" fmla="*/ 2147483647 h 510"/>
                <a:gd name="T86" fmla="*/ 2147483647 w 1332"/>
                <a:gd name="T87" fmla="*/ 2147483647 h 510"/>
                <a:gd name="T88" fmla="*/ 2147483647 w 1332"/>
                <a:gd name="T89" fmla="*/ 2147483647 h 510"/>
                <a:gd name="T90" fmla="*/ 2147483647 w 1332"/>
                <a:gd name="T91" fmla="*/ 2147483647 h 510"/>
                <a:gd name="T92" fmla="*/ 2147483647 w 1332"/>
                <a:gd name="T93" fmla="*/ 2147483647 h 510"/>
                <a:gd name="T94" fmla="*/ 2147483647 w 1332"/>
                <a:gd name="T95" fmla="*/ 2147483647 h 510"/>
                <a:gd name="T96" fmla="*/ 2147483647 w 1332"/>
                <a:gd name="T97" fmla="*/ 2147483647 h 510"/>
                <a:gd name="T98" fmla="*/ 2147483647 w 1332"/>
                <a:gd name="T99" fmla="*/ 2147483647 h 510"/>
                <a:gd name="T100" fmla="*/ 2147483647 w 1332"/>
                <a:gd name="T101" fmla="*/ 2147483647 h 510"/>
                <a:gd name="T102" fmla="*/ 2147483647 w 1332"/>
                <a:gd name="T103" fmla="*/ 2147483647 h 510"/>
                <a:gd name="T104" fmla="*/ 2147483647 w 1332"/>
                <a:gd name="T105" fmla="*/ 2147483647 h 510"/>
                <a:gd name="T106" fmla="*/ 2147483647 w 1332"/>
                <a:gd name="T107" fmla="*/ 2147483647 h 510"/>
                <a:gd name="T108" fmla="*/ 2147483647 w 1332"/>
                <a:gd name="T109" fmla="*/ 2147483647 h 510"/>
                <a:gd name="T110" fmla="*/ 2147483647 w 1332"/>
                <a:gd name="T111" fmla="*/ 2147483647 h 510"/>
                <a:gd name="T112" fmla="*/ 2147483647 w 1332"/>
                <a:gd name="T113" fmla="*/ 2147483647 h 510"/>
                <a:gd name="T114" fmla="*/ 2147483647 w 1332"/>
                <a:gd name="T115" fmla="*/ 2147483647 h 51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332"/>
                <a:gd name="T175" fmla="*/ 0 h 510"/>
                <a:gd name="T176" fmla="*/ 1332 w 1332"/>
                <a:gd name="T177" fmla="*/ 510 h 51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332" h="510">
                  <a:moveTo>
                    <a:pt x="6" y="192"/>
                  </a:moveTo>
                  <a:lnTo>
                    <a:pt x="24" y="186"/>
                  </a:lnTo>
                  <a:lnTo>
                    <a:pt x="30" y="174"/>
                  </a:lnTo>
                  <a:lnTo>
                    <a:pt x="0" y="174"/>
                  </a:lnTo>
                  <a:lnTo>
                    <a:pt x="6" y="192"/>
                  </a:lnTo>
                  <a:close/>
                  <a:moveTo>
                    <a:pt x="42" y="162"/>
                  </a:moveTo>
                  <a:lnTo>
                    <a:pt x="42" y="168"/>
                  </a:lnTo>
                  <a:lnTo>
                    <a:pt x="48" y="174"/>
                  </a:lnTo>
                  <a:lnTo>
                    <a:pt x="60" y="174"/>
                  </a:lnTo>
                  <a:lnTo>
                    <a:pt x="60" y="162"/>
                  </a:lnTo>
                  <a:lnTo>
                    <a:pt x="54" y="156"/>
                  </a:lnTo>
                  <a:lnTo>
                    <a:pt x="54" y="150"/>
                  </a:lnTo>
                  <a:lnTo>
                    <a:pt x="48" y="150"/>
                  </a:lnTo>
                  <a:lnTo>
                    <a:pt x="48" y="156"/>
                  </a:lnTo>
                  <a:lnTo>
                    <a:pt x="42" y="162"/>
                  </a:lnTo>
                  <a:close/>
                  <a:moveTo>
                    <a:pt x="96" y="138"/>
                  </a:moveTo>
                  <a:lnTo>
                    <a:pt x="66" y="138"/>
                  </a:lnTo>
                  <a:lnTo>
                    <a:pt x="66" y="174"/>
                  </a:lnTo>
                  <a:lnTo>
                    <a:pt x="78" y="150"/>
                  </a:lnTo>
                  <a:lnTo>
                    <a:pt x="96" y="138"/>
                  </a:lnTo>
                  <a:close/>
                  <a:moveTo>
                    <a:pt x="1332" y="402"/>
                  </a:moveTo>
                  <a:lnTo>
                    <a:pt x="1332" y="390"/>
                  </a:lnTo>
                  <a:lnTo>
                    <a:pt x="1308" y="384"/>
                  </a:lnTo>
                  <a:lnTo>
                    <a:pt x="1308" y="354"/>
                  </a:lnTo>
                  <a:lnTo>
                    <a:pt x="1272" y="336"/>
                  </a:lnTo>
                  <a:lnTo>
                    <a:pt x="1278" y="330"/>
                  </a:lnTo>
                  <a:lnTo>
                    <a:pt x="1284" y="318"/>
                  </a:lnTo>
                  <a:lnTo>
                    <a:pt x="1284" y="312"/>
                  </a:lnTo>
                  <a:lnTo>
                    <a:pt x="1290" y="306"/>
                  </a:lnTo>
                  <a:lnTo>
                    <a:pt x="1284" y="306"/>
                  </a:lnTo>
                  <a:lnTo>
                    <a:pt x="1278" y="300"/>
                  </a:lnTo>
                  <a:lnTo>
                    <a:pt x="1278" y="288"/>
                  </a:lnTo>
                  <a:lnTo>
                    <a:pt x="1266" y="276"/>
                  </a:lnTo>
                  <a:lnTo>
                    <a:pt x="1266" y="246"/>
                  </a:lnTo>
                  <a:lnTo>
                    <a:pt x="1248" y="222"/>
                  </a:lnTo>
                  <a:lnTo>
                    <a:pt x="1272" y="222"/>
                  </a:lnTo>
                  <a:lnTo>
                    <a:pt x="1272" y="216"/>
                  </a:lnTo>
                  <a:lnTo>
                    <a:pt x="1278" y="210"/>
                  </a:lnTo>
                  <a:lnTo>
                    <a:pt x="1272" y="198"/>
                  </a:lnTo>
                  <a:lnTo>
                    <a:pt x="1272" y="186"/>
                  </a:lnTo>
                  <a:lnTo>
                    <a:pt x="1266" y="180"/>
                  </a:lnTo>
                  <a:lnTo>
                    <a:pt x="1266" y="174"/>
                  </a:lnTo>
                  <a:lnTo>
                    <a:pt x="1260" y="174"/>
                  </a:lnTo>
                  <a:lnTo>
                    <a:pt x="1248" y="180"/>
                  </a:lnTo>
                  <a:lnTo>
                    <a:pt x="1236" y="180"/>
                  </a:lnTo>
                  <a:lnTo>
                    <a:pt x="1224" y="174"/>
                  </a:lnTo>
                  <a:lnTo>
                    <a:pt x="1218" y="168"/>
                  </a:lnTo>
                  <a:lnTo>
                    <a:pt x="1212" y="156"/>
                  </a:lnTo>
                  <a:lnTo>
                    <a:pt x="1212" y="144"/>
                  </a:lnTo>
                  <a:lnTo>
                    <a:pt x="1200" y="108"/>
                  </a:lnTo>
                  <a:lnTo>
                    <a:pt x="1194" y="96"/>
                  </a:lnTo>
                  <a:lnTo>
                    <a:pt x="1194" y="84"/>
                  </a:lnTo>
                  <a:lnTo>
                    <a:pt x="1188" y="78"/>
                  </a:lnTo>
                  <a:lnTo>
                    <a:pt x="1164" y="78"/>
                  </a:lnTo>
                  <a:lnTo>
                    <a:pt x="1164" y="72"/>
                  </a:lnTo>
                  <a:lnTo>
                    <a:pt x="1158" y="60"/>
                  </a:lnTo>
                  <a:lnTo>
                    <a:pt x="1152" y="54"/>
                  </a:lnTo>
                  <a:lnTo>
                    <a:pt x="1140" y="48"/>
                  </a:lnTo>
                  <a:lnTo>
                    <a:pt x="1128" y="48"/>
                  </a:lnTo>
                  <a:lnTo>
                    <a:pt x="1116" y="54"/>
                  </a:lnTo>
                  <a:lnTo>
                    <a:pt x="1110" y="60"/>
                  </a:lnTo>
                  <a:lnTo>
                    <a:pt x="1074" y="54"/>
                  </a:lnTo>
                  <a:lnTo>
                    <a:pt x="1062" y="66"/>
                  </a:lnTo>
                  <a:lnTo>
                    <a:pt x="1026" y="90"/>
                  </a:lnTo>
                  <a:lnTo>
                    <a:pt x="1014" y="96"/>
                  </a:lnTo>
                  <a:lnTo>
                    <a:pt x="930" y="96"/>
                  </a:lnTo>
                  <a:lnTo>
                    <a:pt x="876" y="108"/>
                  </a:lnTo>
                  <a:lnTo>
                    <a:pt x="810" y="84"/>
                  </a:lnTo>
                  <a:lnTo>
                    <a:pt x="786" y="96"/>
                  </a:lnTo>
                  <a:lnTo>
                    <a:pt x="786" y="90"/>
                  </a:lnTo>
                  <a:lnTo>
                    <a:pt x="780" y="84"/>
                  </a:lnTo>
                  <a:lnTo>
                    <a:pt x="774" y="72"/>
                  </a:lnTo>
                  <a:lnTo>
                    <a:pt x="768" y="66"/>
                  </a:lnTo>
                  <a:lnTo>
                    <a:pt x="756" y="66"/>
                  </a:lnTo>
                  <a:lnTo>
                    <a:pt x="744" y="72"/>
                  </a:lnTo>
                  <a:lnTo>
                    <a:pt x="738" y="78"/>
                  </a:lnTo>
                  <a:lnTo>
                    <a:pt x="708" y="60"/>
                  </a:lnTo>
                  <a:lnTo>
                    <a:pt x="708" y="36"/>
                  </a:lnTo>
                  <a:lnTo>
                    <a:pt x="660" y="48"/>
                  </a:lnTo>
                  <a:lnTo>
                    <a:pt x="636" y="30"/>
                  </a:lnTo>
                  <a:lnTo>
                    <a:pt x="630" y="12"/>
                  </a:lnTo>
                  <a:lnTo>
                    <a:pt x="624" y="12"/>
                  </a:lnTo>
                  <a:lnTo>
                    <a:pt x="618" y="18"/>
                  </a:lnTo>
                  <a:lnTo>
                    <a:pt x="600" y="18"/>
                  </a:lnTo>
                  <a:lnTo>
                    <a:pt x="588" y="24"/>
                  </a:lnTo>
                  <a:lnTo>
                    <a:pt x="558" y="24"/>
                  </a:lnTo>
                  <a:lnTo>
                    <a:pt x="534" y="18"/>
                  </a:lnTo>
                  <a:lnTo>
                    <a:pt x="504" y="18"/>
                  </a:lnTo>
                  <a:lnTo>
                    <a:pt x="492" y="24"/>
                  </a:lnTo>
                  <a:lnTo>
                    <a:pt x="456" y="36"/>
                  </a:lnTo>
                  <a:lnTo>
                    <a:pt x="444" y="42"/>
                  </a:lnTo>
                  <a:lnTo>
                    <a:pt x="438" y="48"/>
                  </a:lnTo>
                  <a:lnTo>
                    <a:pt x="426" y="54"/>
                  </a:lnTo>
                  <a:lnTo>
                    <a:pt x="414" y="66"/>
                  </a:lnTo>
                  <a:lnTo>
                    <a:pt x="408" y="66"/>
                  </a:lnTo>
                  <a:lnTo>
                    <a:pt x="396" y="90"/>
                  </a:lnTo>
                  <a:lnTo>
                    <a:pt x="378" y="90"/>
                  </a:lnTo>
                  <a:lnTo>
                    <a:pt x="354" y="84"/>
                  </a:lnTo>
                  <a:lnTo>
                    <a:pt x="294" y="84"/>
                  </a:lnTo>
                  <a:lnTo>
                    <a:pt x="282" y="78"/>
                  </a:lnTo>
                  <a:lnTo>
                    <a:pt x="264" y="78"/>
                  </a:lnTo>
                  <a:lnTo>
                    <a:pt x="252" y="72"/>
                  </a:lnTo>
                  <a:lnTo>
                    <a:pt x="240" y="72"/>
                  </a:lnTo>
                  <a:lnTo>
                    <a:pt x="234" y="66"/>
                  </a:lnTo>
                  <a:lnTo>
                    <a:pt x="198" y="66"/>
                  </a:lnTo>
                  <a:lnTo>
                    <a:pt x="186" y="54"/>
                  </a:lnTo>
                  <a:lnTo>
                    <a:pt x="180" y="36"/>
                  </a:lnTo>
                  <a:lnTo>
                    <a:pt x="180" y="24"/>
                  </a:lnTo>
                  <a:lnTo>
                    <a:pt x="168" y="24"/>
                  </a:lnTo>
                  <a:lnTo>
                    <a:pt x="156" y="18"/>
                  </a:lnTo>
                  <a:lnTo>
                    <a:pt x="144" y="18"/>
                  </a:lnTo>
                  <a:lnTo>
                    <a:pt x="132" y="0"/>
                  </a:lnTo>
                  <a:lnTo>
                    <a:pt x="120" y="18"/>
                  </a:lnTo>
                  <a:lnTo>
                    <a:pt x="90" y="12"/>
                  </a:lnTo>
                  <a:lnTo>
                    <a:pt x="72" y="36"/>
                  </a:lnTo>
                  <a:lnTo>
                    <a:pt x="78" y="42"/>
                  </a:lnTo>
                  <a:lnTo>
                    <a:pt x="90" y="42"/>
                  </a:lnTo>
                  <a:lnTo>
                    <a:pt x="90" y="48"/>
                  </a:lnTo>
                  <a:lnTo>
                    <a:pt x="96" y="54"/>
                  </a:lnTo>
                  <a:lnTo>
                    <a:pt x="96" y="66"/>
                  </a:lnTo>
                  <a:lnTo>
                    <a:pt x="78" y="66"/>
                  </a:lnTo>
                  <a:lnTo>
                    <a:pt x="72" y="72"/>
                  </a:lnTo>
                  <a:lnTo>
                    <a:pt x="72" y="78"/>
                  </a:lnTo>
                  <a:lnTo>
                    <a:pt x="78" y="84"/>
                  </a:lnTo>
                  <a:lnTo>
                    <a:pt x="78" y="96"/>
                  </a:lnTo>
                  <a:lnTo>
                    <a:pt x="72" y="108"/>
                  </a:lnTo>
                  <a:lnTo>
                    <a:pt x="72" y="114"/>
                  </a:lnTo>
                  <a:lnTo>
                    <a:pt x="66" y="120"/>
                  </a:lnTo>
                  <a:lnTo>
                    <a:pt x="66" y="132"/>
                  </a:lnTo>
                  <a:lnTo>
                    <a:pt x="72" y="132"/>
                  </a:lnTo>
                  <a:lnTo>
                    <a:pt x="90" y="126"/>
                  </a:lnTo>
                  <a:lnTo>
                    <a:pt x="102" y="126"/>
                  </a:lnTo>
                  <a:lnTo>
                    <a:pt x="108" y="120"/>
                  </a:lnTo>
                  <a:lnTo>
                    <a:pt x="114" y="120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6" y="126"/>
                  </a:lnTo>
                  <a:lnTo>
                    <a:pt x="138" y="120"/>
                  </a:lnTo>
                  <a:lnTo>
                    <a:pt x="162" y="96"/>
                  </a:lnTo>
                  <a:lnTo>
                    <a:pt x="168" y="96"/>
                  </a:lnTo>
                  <a:lnTo>
                    <a:pt x="174" y="90"/>
                  </a:lnTo>
                  <a:lnTo>
                    <a:pt x="186" y="90"/>
                  </a:lnTo>
                  <a:lnTo>
                    <a:pt x="204" y="84"/>
                  </a:lnTo>
                  <a:lnTo>
                    <a:pt x="216" y="84"/>
                  </a:lnTo>
                  <a:lnTo>
                    <a:pt x="252" y="102"/>
                  </a:lnTo>
                  <a:lnTo>
                    <a:pt x="270" y="108"/>
                  </a:lnTo>
                  <a:lnTo>
                    <a:pt x="282" y="108"/>
                  </a:lnTo>
                  <a:lnTo>
                    <a:pt x="288" y="114"/>
                  </a:lnTo>
                  <a:lnTo>
                    <a:pt x="294" y="114"/>
                  </a:lnTo>
                  <a:lnTo>
                    <a:pt x="270" y="114"/>
                  </a:lnTo>
                  <a:lnTo>
                    <a:pt x="258" y="120"/>
                  </a:lnTo>
                  <a:lnTo>
                    <a:pt x="246" y="120"/>
                  </a:lnTo>
                  <a:lnTo>
                    <a:pt x="246" y="132"/>
                  </a:lnTo>
                  <a:lnTo>
                    <a:pt x="240" y="138"/>
                  </a:lnTo>
                  <a:lnTo>
                    <a:pt x="186" y="144"/>
                  </a:lnTo>
                  <a:lnTo>
                    <a:pt x="138" y="138"/>
                  </a:lnTo>
                  <a:lnTo>
                    <a:pt x="120" y="138"/>
                  </a:lnTo>
                  <a:lnTo>
                    <a:pt x="96" y="150"/>
                  </a:lnTo>
                  <a:lnTo>
                    <a:pt x="84" y="162"/>
                  </a:lnTo>
                  <a:lnTo>
                    <a:pt x="84" y="174"/>
                  </a:lnTo>
                  <a:lnTo>
                    <a:pt x="78" y="192"/>
                  </a:lnTo>
                  <a:lnTo>
                    <a:pt x="78" y="204"/>
                  </a:lnTo>
                  <a:lnTo>
                    <a:pt x="72" y="210"/>
                  </a:lnTo>
                  <a:lnTo>
                    <a:pt x="72" y="216"/>
                  </a:lnTo>
                  <a:lnTo>
                    <a:pt x="114" y="216"/>
                  </a:lnTo>
                  <a:lnTo>
                    <a:pt x="114" y="240"/>
                  </a:lnTo>
                  <a:lnTo>
                    <a:pt x="120" y="246"/>
                  </a:lnTo>
                  <a:lnTo>
                    <a:pt x="126" y="258"/>
                  </a:lnTo>
                  <a:lnTo>
                    <a:pt x="132" y="264"/>
                  </a:lnTo>
                  <a:lnTo>
                    <a:pt x="126" y="282"/>
                  </a:lnTo>
                  <a:lnTo>
                    <a:pt x="138" y="300"/>
                  </a:lnTo>
                  <a:lnTo>
                    <a:pt x="126" y="318"/>
                  </a:lnTo>
                  <a:lnTo>
                    <a:pt x="162" y="354"/>
                  </a:lnTo>
                  <a:lnTo>
                    <a:pt x="156" y="390"/>
                  </a:lnTo>
                  <a:lnTo>
                    <a:pt x="210" y="414"/>
                  </a:lnTo>
                  <a:lnTo>
                    <a:pt x="216" y="444"/>
                  </a:lnTo>
                  <a:lnTo>
                    <a:pt x="216" y="438"/>
                  </a:lnTo>
                  <a:lnTo>
                    <a:pt x="222" y="438"/>
                  </a:lnTo>
                  <a:lnTo>
                    <a:pt x="222" y="432"/>
                  </a:lnTo>
                  <a:lnTo>
                    <a:pt x="228" y="432"/>
                  </a:lnTo>
                  <a:lnTo>
                    <a:pt x="252" y="444"/>
                  </a:lnTo>
                  <a:lnTo>
                    <a:pt x="258" y="444"/>
                  </a:lnTo>
                  <a:lnTo>
                    <a:pt x="264" y="450"/>
                  </a:lnTo>
                  <a:lnTo>
                    <a:pt x="270" y="462"/>
                  </a:lnTo>
                  <a:lnTo>
                    <a:pt x="282" y="468"/>
                  </a:lnTo>
                  <a:lnTo>
                    <a:pt x="294" y="468"/>
                  </a:lnTo>
                  <a:lnTo>
                    <a:pt x="312" y="474"/>
                  </a:lnTo>
                  <a:lnTo>
                    <a:pt x="372" y="474"/>
                  </a:lnTo>
                  <a:lnTo>
                    <a:pt x="372" y="450"/>
                  </a:lnTo>
                  <a:lnTo>
                    <a:pt x="378" y="438"/>
                  </a:lnTo>
                  <a:lnTo>
                    <a:pt x="390" y="426"/>
                  </a:lnTo>
                  <a:lnTo>
                    <a:pt x="408" y="426"/>
                  </a:lnTo>
                  <a:lnTo>
                    <a:pt x="432" y="432"/>
                  </a:lnTo>
                  <a:lnTo>
                    <a:pt x="468" y="444"/>
                  </a:lnTo>
                  <a:lnTo>
                    <a:pt x="474" y="450"/>
                  </a:lnTo>
                  <a:lnTo>
                    <a:pt x="480" y="450"/>
                  </a:lnTo>
                  <a:lnTo>
                    <a:pt x="480" y="456"/>
                  </a:lnTo>
                  <a:lnTo>
                    <a:pt x="486" y="468"/>
                  </a:lnTo>
                  <a:lnTo>
                    <a:pt x="486" y="474"/>
                  </a:lnTo>
                  <a:lnTo>
                    <a:pt x="492" y="480"/>
                  </a:lnTo>
                  <a:lnTo>
                    <a:pt x="504" y="486"/>
                  </a:lnTo>
                  <a:lnTo>
                    <a:pt x="564" y="486"/>
                  </a:lnTo>
                  <a:lnTo>
                    <a:pt x="576" y="480"/>
                  </a:lnTo>
                  <a:lnTo>
                    <a:pt x="594" y="474"/>
                  </a:lnTo>
                  <a:lnTo>
                    <a:pt x="606" y="462"/>
                  </a:lnTo>
                  <a:lnTo>
                    <a:pt x="618" y="456"/>
                  </a:lnTo>
                  <a:lnTo>
                    <a:pt x="630" y="444"/>
                  </a:lnTo>
                  <a:lnTo>
                    <a:pt x="648" y="438"/>
                  </a:lnTo>
                  <a:lnTo>
                    <a:pt x="660" y="432"/>
                  </a:lnTo>
                  <a:lnTo>
                    <a:pt x="672" y="432"/>
                  </a:lnTo>
                  <a:lnTo>
                    <a:pt x="684" y="438"/>
                  </a:lnTo>
                  <a:lnTo>
                    <a:pt x="690" y="444"/>
                  </a:lnTo>
                  <a:lnTo>
                    <a:pt x="696" y="444"/>
                  </a:lnTo>
                  <a:lnTo>
                    <a:pt x="702" y="450"/>
                  </a:lnTo>
                  <a:lnTo>
                    <a:pt x="714" y="450"/>
                  </a:lnTo>
                  <a:lnTo>
                    <a:pt x="726" y="444"/>
                  </a:lnTo>
                  <a:lnTo>
                    <a:pt x="732" y="432"/>
                  </a:lnTo>
                  <a:lnTo>
                    <a:pt x="744" y="420"/>
                  </a:lnTo>
                  <a:lnTo>
                    <a:pt x="756" y="432"/>
                  </a:lnTo>
                  <a:lnTo>
                    <a:pt x="756" y="444"/>
                  </a:lnTo>
                  <a:lnTo>
                    <a:pt x="750" y="450"/>
                  </a:lnTo>
                  <a:lnTo>
                    <a:pt x="744" y="462"/>
                  </a:lnTo>
                  <a:lnTo>
                    <a:pt x="744" y="468"/>
                  </a:lnTo>
                  <a:lnTo>
                    <a:pt x="738" y="474"/>
                  </a:lnTo>
                  <a:lnTo>
                    <a:pt x="738" y="486"/>
                  </a:lnTo>
                  <a:lnTo>
                    <a:pt x="744" y="492"/>
                  </a:lnTo>
                  <a:lnTo>
                    <a:pt x="744" y="498"/>
                  </a:lnTo>
                  <a:lnTo>
                    <a:pt x="756" y="510"/>
                  </a:lnTo>
                  <a:lnTo>
                    <a:pt x="768" y="510"/>
                  </a:lnTo>
                  <a:lnTo>
                    <a:pt x="768" y="504"/>
                  </a:lnTo>
                  <a:lnTo>
                    <a:pt x="774" y="498"/>
                  </a:lnTo>
                  <a:lnTo>
                    <a:pt x="774" y="480"/>
                  </a:lnTo>
                  <a:lnTo>
                    <a:pt x="780" y="486"/>
                  </a:lnTo>
                  <a:lnTo>
                    <a:pt x="792" y="486"/>
                  </a:lnTo>
                  <a:lnTo>
                    <a:pt x="792" y="462"/>
                  </a:lnTo>
                  <a:lnTo>
                    <a:pt x="786" y="462"/>
                  </a:lnTo>
                  <a:lnTo>
                    <a:pt x="786" y="432"/>
                  </a:lnTo>
                  <a:lnTo>
                    <a:pt x="810" y="432"/>
                  </a:lnTo>
                  <a:lnTo>
                    <a:pt x="804" y="438"/>
                  </a:lnTo>
                  <a:lnTo>
                    <a:pt x="804" y="444"/>
                  </a:lnTo>
                  <a:lnTo>
                    <a:pt x="840" y="444"/>
                  </a:lnTo>
                  <a:lnTo>
                    <a:pt x="858" y="438"/>
                  </a:lnTo>
                  <a:lnTo>
                    <a:pt x="864" y="432"/>
                  </a:lnTo>
                  <a:lnTo>
                    <a:pt x="870" y="432"/>
                  </a:lnTo>
                  <a:lnTo>
                    <a:pt x="888" y="414"/>
                  </a:lnTo>
                  <a:lnTo>
                    <a:pt x="894" y="414"/>
                  </a:lnTo>
                  <a:lnTo>
                    <a:pt x="900" y="420"/>
                  </a:lnTo>
                  <a:lnTo>
                    <a:pt x="912" y="426"/>
                  </a:lnTo>
                  <a:lnTo>
                    <a:pt x="924" y="438"/>
                  </a:lnTo>
                  <a:lnTo>
                    <a:pt x="942" y="438"/>
                  </a:lnTo>
                  <a:lnTo>
                    <a:pt x="954" y="444"/>
                  </a:lnTo>
                  <a:lnTo>
                    <a:pt x="966" y="444"/>
                  </a:lnTo>
                  <a:lnTo>
                    <a:pt x="978" y="438"/>
                  </a:lnTo>
                  <a:lnTo>
                    <a:pt x="996" y="438"/>
                  </a:lnTo>
                  <a:lnTo>
                    <a:pt x="1002" y="432"/>
                  </a:lnTo>
                  <a:lnTo>
                    <a:pt x="1014" y="426"/>
                  </a:lnTo>
                  <a:lnTo>
                    <a:pt x="1026" y="414"/>
                  </a:lnTo>
                  <a:lnTo>
                    <a:pt x="1038" y="408"/>
                  </a:lnTo>
                  <a:lnTo>
                    <a:pt x="1086" y="408"/>
                  </a:lnTo>
                  <a:lnTo>
                    <a:pt x="1092" y="414"/>
                  </a:lnTo>
                  <a:lnTo>
                    <a:pt x="1110" y="414"/>
                  </a:lnTo>
                  <a:lnTo>
                    <a:pt x="1122" y="402"/>
                  </a:lnTo>
                  <a:lnTo>
                    <a:pt x="1146" y="402"/>
                  </a:lnTo>
                  <a:lnTo>
                    <a:pt x="1152" y="390"/>
                  </a:lnTo>
                  <a:lnTo>
                    <a:pt x="1152" y="384"/>
                  </a:lnTo>
                  <a:lnTo>
                    <a:pt x="1158" y="384"/>
                  </a:lnTo>
                  <a:lnTo>
                    <a:pt x="1158" y="408"/>
                  </a:lnTo>
                  <a:lnTo>
                    <a:pt x="1164" y="414"/>
                  </a:lnTo>
                  <a:lnTo>
                    <a:pt x="1170" y="414"/>
                  </a:lnTo>
                  <a:lnTo>
                    <a:pt x="1182" y="408"/>
                  </a:lnTo>
                  <a:lnTo>
                    <a:pt x="1188" y="402"/>
                  </a:lnTo>
                  <a:lnTo>
                    <a:pt x="1188" y="390"/>
                  </a:lnTo>
                  <a:lnTo>
                    <a:pt x="1230" y="390"/>
                  </a:lnTo>
                  <a:lnTo>
                    <a:pt x="1242" y="402"/>
                  </a:lnTo>
                  <a:lnTo>
                    <a:pt x="1254" y="402"/>
                  </a:lnTo>
                  <a:lnTo>
                    <a:pt x="1260" y="396"/>
                  </a:lnTo>
                  <a:lnTo>
                    <a:pt x="1260" y="390"/>
                  </a:lnTo>
                  <a:lnTo>
                    <a:pt x="1284" y="390"/>
                  </a:lnTo>
                  <a:lnTo>
                    <a:pt x="1290" y="396"/>
                  </a:lnTo>
                  <a:lnTo>
                    <a:pt x="1290" y="414"/>
                  </a:lnTo>
                  <a:lnTo>
                    <a:pt x="1332" y="402"/>
                  </a:lnTo>
                  <a:close/>
                  <a:moveTo>
                    <a:pt x="102" y="282"/>
                  </a:moveTo>
                  <a:lnTo>
                    <a:pt x="96" y="282"/>
                  </a:lnTo>
                  <a:lnTo>
                    <a:pt x="96" y="312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14" y="324"/>
                  </a:lnTo>
                  <a:lnTo>
                    <a:pt x="114" y="318"/>
                  </a:lnTo>
                  <a:lnTo>
                    <a:pt x="120" y="312"/>
                  </a:lnTo>
                  <a:lnTo>
                    <a:pt x="120" y="300"/>
                  </a:lnTo>
                  <a:lnTo>
                    <a:pt x="102" y="282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81" name="Togo" descr="© INSCALE GmbH, 05.05.2010&#10;http://www.presentationload.com/">
              <a:extLst>
                <a:ext uri="{FF2B5EF4-FFF2-40B4-BE49-F238E27FC236}">
                  <a16:creationId xmlns:a16="http://schemas.microsoft.com/office/drawing/2014/main" id="{FE444E17-37FD-40C7-BE86-413FFED2B834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201626" y="2728737"/>
              <a:ext cx="55044" cy="157483"/>
            </a:xfrm>
            <a:custGeom>
              <a:avLst/>
              <a:gdLst>
                <a:gd name="T0" fmla="*/ 2147483647 w 138"/>
                <a:gd name="T1" fmla="*/ 2147483647 h 402"/>
                <a:gd name="T2" fmla="*/ 2147483647 w 138"/>
                <a:gd name="T3" fmla="*/ 2147483647 h 402"/>
                <a:gd name="T4" fmla="*/ 2147483647 w 138"/>
                <a:gd name="T5" fmla="*/ 2147483647 h 402"/>
                <a:gd name="T6" fmla="*/ 2147483647 w 138"/>
                <a:gd name="T7" fmla="*/ 2147483647 h 402"/>
                <a:gd name="T8" fmla="*/ 2147483647 w 138"/>
                <a:gd name="T9" fmla="*/ 2147483647 h 402"/>
                <a:gd name="T10" fmla="*/ 2147483647 w 138"/>
                <a:gd name="T11" fmla="*/ 2147483647 h 402"/>
                <a:gd name="T12" fmla="*/ 2147483647 w 138"/>
                <a:gd name="T13" fmla="*/ 2147483647 h 402"/>
                <a:gd name="T14" fmla="*/ 2147483647 w 138"/>
                <a:gd name="T15" fmla="*/ 2147483647 h 402"/>
                <a:gd name="T16" fmla="*/ 2147483647 w 138"/>
                <a:gd name="T17" fmla="*/ 2147483647 h 402"/>
                <a:gd name="T18" fmla="*/ 2147483647 w 138"/>
                <a:gd name="T19" fmla="*/ 2147483647 h 402"/>
                <a:gd name="T20" fmla="*/ 2147483647 w 138"/>
                <a:gd name="T21" fmla="*/ 2147483647 h 402"/>
                <a:gd name="T22" fmla="*/ 2147483647 w 138"/>
                <a:gd name="T23" fmla="*/ 2147483647 h 402"/>
                <a:gd name="T24" fmla="*/ 2147483647 w 138"/>
                <a:gd name="T25" fmla="*/ 2147483647 h 402"/>
                <a:gd name="T26" fmla="*/ 2147483647 w 138"/>
                <a:gd name="T27" fmla="*/ 2147483647 h 402"/>
                <a:gd name="T28" fmla="*/ 2147483647 w 138"/>
                <a:gd name="T29" fmla="*/ 2147483647 h 402"/>
                <a:gd name="T30" fmla="*/ 2147483647 w 138"/>
                <a:gd name="T31" fmla="*/ 2147483647 h 402"/>
                <a:gd name="T32" fmla="*/ 2147483647 w 138"/>
                <a:gd name="T33" fmla="*/ 0 h 402"/>
                <a:gd name="T34" fmla="*/ 2147483647 w 138"/>
                <a:gd name="T35" fmla="*/ 0 h 402"/>
                <a:gd name="T36" fmla="*/ 2147483647 w 138"/>
                <a:gd name="T37" fmla="*/ 2147483647 h 402"/>
                <a:gd name="T38" fmla="*/ 0 w 138"/>
                <a:gd name="T39" fmla="*/ 2147483647 h 402"/>
                <a:gd name="T40" fmla="*/ 2147483647 w 138"/>
                <a:gd name="T41" fmla="*/ 2147483647 h 402"/>
                <a:gd name="T42" fmla="*/ 2147483647 w 138"/>
                <a:gd name="T43" fmla="*/ 2147483647 h 402"/>
                <a:gd name="T44" fmla="*/ 2147483647 w 138"/>
                <a:gd name="T45" fmla="*/ 2147483647 h 402"/>
                <a:gd name="T46" fmla="*/ 2147483647 w 138"/>
                <a:gd name="T47" fmla="*/ 2147483647 h 402"/>
                <a:gd name="T48" fmla="*/ 2147483647 w 138"/>
                <a:gd name="T49" fmla="*/ 2147483647 h 402"/>
                <a:gd name="T50" fmla="*/ 2147483647 w 138"/>
                <a:gd name="T51" fmla="*/ 2147483647 h 402"/>
                <a:gd name="T52" fmla="*/ 2147483647 w 138"/>
                <a:gd name="T53" fmla="*/ 2147483647 h 402"/>
                <a:gd name="T54" fmla="*/ 2147483647 w 138"/>
                <a:gd name="T55" fmla="*/ 2147483647 h 402"/>
                <a:gd name="T56" fmla="*/ 2147483647 w 138"/>
                <a:gd name="T57" fmla="*/ 2147483647 h 402"/>
                <a:gd name="T58" fmla="*/ 2147483647 w 138"/>
                <a:gd name="T59" fmla="*/ 2147483647 h 402"/>
                <a:gd name="T60" fmla="*/ 2147483647 w 138"/>
                <a:gd name="T61" fmla="*/ 2147483647 h 402"/>
                <a:gd name="T62" fmla="*/ 2147483647 w 138"/>
                <a:gd name="T63" fmla="*/ 2147483647 h 402"/>
                <a:gd name="T64" fmla="*/ 2147483647 w 138"/>
                <a:gd name="T65" fmla="*/ 2147483647 h 402"/>
                <a:gd name="T66" fmla="*/ 2147483647 w 138"/>
                <a:gd name="T67" fmla="*/ 2147483647 h 402"/>
                <a:gd name="T68" fmla="*/ 2147483647 w 138"/>
                <a:gd name="T69" fmla="*/ 2147483647 h 402"/>
                <a:gd name="T70" fmla="*/ 2147483647 w 138"/>
                <a:gd name="T71" fmla="*/ 2147483647 h 402"/>
                <a:gd name="T72" fmla="*/ 2147483647 w 138"/>
                <a:gd name="T73" fmla="*/ 2147483647 h 402"/>
                <a:gd name="T74" fmla="*/ 2147483647 w 138"/>
                <a:gd name="T75" fmla="*/ 2147483647 h 402"/>
                <a:gd name="T76" fmla="*/ 2147483647 w 138"/>
                <a:gd name="T77" fmla="*/ 2147483647 h 402"/>
                <a:gd name="T78" fmla="*/ 2147483647 w 138"/>
                <a:gd name="T79" fmla="*/ 2147483647 h 402"/>
                <a:gd name="T80" fmla="*/ 2147483647 w 138"/>
                <a:gd name="T81" fmla="*/ 2147483647 h 402"/>
                <a:gd name="T82" fmla="*/ 2147483647 w 138"/>
                <a:gd name="T83" fmla="*/ 2147483647 h 402"/>
                <a:gd name="T84" fmla="*/ 2147483647 w 138"/>
                <a:gd name="T85" fmla="*/ 2147483647 h 402"/>
                <a:gd name="T86" fmla="*/ 2147483647 w 138"/>
                <a:gd name="T87" fmla="*/ 2147483647 h 402"/>
                <a:gd name="T88" fmla="*/ 2147483647 w 138"/>
                <a:gd name="T89" fmla="*/ 2147483647 h 402"/>
                <a:gd name="T90" fmla="*/ 2147483647 w 138"/>
                <a:gd name="T91" fmla="*/ 2147483647 h 402"/>
                <a:gd name="T92" fmla="*/ 2147483647 w 138"/>
                <a:gd name="T93" fmla="*/ 2147483647 h 402"/>
                <a:gd name="T94" fmla="*/ 2147483647 w 138"/>
                <a:gd name="T95" fmla="*/ 2147483647 h 402"/>
                <a:gd name="T96" fmla="*/ 2147483647 w 138"/>
                <a:gd name="T97" fmla="*/ 2147483647 h 402"/>
                <a:gd name="T98" fmla="*/ 2147483647 w 138"/>
                <a:gd name="T99" fmla="*/ 2147483647 h 402"/>
                <a:gd name="T100" fmla="*/ 2147483647 w 138"/>
                <a:gd name="T101" fmla="*/ 2147483647 h 402"/>
                <a:gd name="T102" fmla="*/ 2147483647 w 138"/>
                <a:gd name="T103" fmla="*/ 2147483647 h 40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38"/>
                <a:gd name="T157" fmla="*/ 0 h 402"/>
                <a:gd name="T158" fmla="*/ 138 w 138"/>
                <a:gd name="T159" fmla="*/ 402 h 40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38" h="402">
                  <a:moveTo>
                    <a:pt x="126" y="354"/>
                  </a:moveTo>
                  <a:lnTo>
                    <a:pt x="120" y="288"/>
                  </a:lnTo>
                  <a:lnTo>
                    <a:pt x="132" y="282"/>
                  </a:lnTo>
                  <a:lnTo>
                    <a:pt x="120" y="270"/>
                  </a:lnTo>
                  <a:lnTo>
                    <a:pt x="120" y="210"/>
                  </a:lnTo>
                  <a:lnTo>
                    <a:pt x="132" y="198"/>
                  </a:lnTo>
                  <a:lnTo>
                    <a:pt x="126" y="186"/>
                  </a:lnTo>
                  <a:lnTo>
                    <a:pt x="126" y="156"/>
                  </a:lnTo>
                  <a:lnTo>
                    <a:pt x="120" y="144"/>
                  </a:lnTo>
                  <a:lnTo>
                    <a:pt x="108" y="132"/>
                  </a:lnTo>
                  <a:lnTo>
                    <a:pt x="108" y="90"/>
                  </a:lnTo>
                  <a:lnTo>
                    <a:pt x="78" y="60"/>
                  </a:lnTo>
                  <a:lnTo>
                    <a:pt x="66" y="54"/>
                  </a:lnTo>
                  <a:lnTo>
                    <a:pt x="66" y="24"/>
                  </a:lnTo>
                  <a:lnTo>
                    <a:pt x="72" y="6"/>
                  </a:lnTo>
                  <a:lnTo>
                    <a:pt x="54" y="6"/>
                  </a:lnTo>
                  <a:lnTo>
                    <a:pt x="30" y="0"/>
                  </a:lnTo>
                  <a:lnTo>
                    <a:pt x="12" y="0"/>
                  </a:lnTo>
                  <a:lnTo>
                    <a:pt x="12" y="18"/>
                  </a:lnTo>
                  <a:lnTo>
                    <a:pt x="0" y="30"/>
                  </a:lnTo>
                  <a:lnTo>
                    <a:pt x="36" y="54"/>
                  </a:lnTo>
                  <a:lnTo>
                    <a:pt x="24" y="132"/>
                  </a:lnTo>
                  <a:lnTo>
                    <a:pt x="36" y="120"/>
                  </a:lnTo>
                  <a:lnTo>
                    <a:pt x="42" y="120"/>
                  </a:lnTo>
                  <a:lnTo>
                    <a:pt x="48" y="126"/>
                  </a:lnTo>
                  <a:lnTo>
                    <a:pt x="48" y="150"/>
                  </a:lnTo>
                  <a:lnTo>
                    <a:pt x="42" y="162"/>
                  </a:lnTo>
                  <a:lnTo>
                    <a:pt x="54" y="174"/>
                  </a:lnTo>
                  <a:lnTo>
                    <a:pt x="54" y="180"/>
                  </a:lnTo>
                  <a:lnTo>
                    <a:pt x="48" y="180"/>
                  </a:lnTo>
                  <a:lnTo>
                    <a:pt x="36" y="192"/>
                  </a:lnTo>
                  <a:lnTo>
                    <a:pt x="42" y="198"/>
                  </a:lnTo>
                  <a:lnTo>
                    <a:pt x="54" y="204"/>
                  </a:lnTo>
                  <a:lnTo>
                    <a:pt x="60" y="210"/>
                  </a:lnTo>
                  <a:lnTo>
                    <a:pt x="60" y="222"/>
                  </a:lnTo>
                  <a:lnTo>
                    <a:pt x="54" y="228"/>
                  </a:lnTo>
                  <a:lnTo>
                    <a:pt x="54" y="270"/>
                  </a:lnTo>
                  <a:lnTo>
                    <a:pt x="48" y="276"/>
                  </a:lnTo>
                  <a:lnTo>
                    <a:pt x="48" y="294"/>
                  </a:lnTo>
                  <a:lnTo>
                    <a:pt x="54" y="294"/>
                  </a:lnTo>
                  <a:lnTo>
                    <a:pt x="60" y="300"/>
                  </a:lnTo>
                  <a:lnTo>
                    <a:pt x="60" y="312"/>
                  </a:lnTo>
                  <a:lnTo>
                    <a:pt x="54" y="324"/>
                  </a:lnTo>
                  <a:lnTo>
                    <a:pt x="54" y="336"/>
                  </a:lnTo>
                  <a:lnTo>
                    <a:pt x="66" y="378"/>
                  </a:lnTo>
                  <a:lnTo>
                    <a:pt x="96" y="402"/>
                  </a:lnTo>
                  <a:lnTo>
                    <a:pt x="108" y="396"/>
                  </a:lnTo>
                  <a:lnTo>
                    <a:pt x="120" y="384"/>
                  </a:lnTo>
                  <a:lnTo>
                    <a:pt x="138" y="384"/>
                  </a:lnTo>
                  <a:lnTo>
                    <a:pt x="138" y="372"/>
                  </a:lnTo>
                  <a:lnTo>
                    <a:pt x="126" y="360"/>
                  </a:lnTo>
                  <a:lnTo>
                    <a:pt x="126" y="354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82" name="Tanzania" descr="© INSCALE GmbH, 05.05.2010&#10;http://www.presentationload.com/">
              <a:extLst>
                <a:ext uri="{FF2B5EF4-FFF2-40B4-BE49-F238E27FC236}">
                  <a16:creationId xmlns:a16="http://schemas.microsoft.com/office/drawing/2014/main" id="{E189401E-0595-4F46-8873-8CF0A5B4AE1D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2028791" y="3109446"/>
              <a:ext cx="299675" cy="339426"/>
            </a:xfrm>
            <a:custGeom>
              <a:avLst/>
              <a:gdLst>
                <a:gd name="T0" fmla="*/ 2147483647 w 768"/>
                <a:gd name="T1" fmla="*/ 2147483647 h 870"/>
                <a:gd name="T2" fmla="*/ 2147483647 w 768"/>
                <a:gd name="T3" fmla="*/ 2147483647 h 870"/>
                <a:gd name="T4" fmla="*/ 2147483647 w 768"/>
                <a:gd name="T5" fmla="*/ 2147483647 h 870"/>
                <a:gd name="T6" fmla="*/ 2147483647 w 768"/>
                <a:gd name="T7" fmla="*/ 2147483647 h 870"/>
                <a:gd name="T8" fmla="*/ 2147483647 w 768"/>
                <a:gd name="T9" fmla="*/ 2147483647 h 870"/>
                <a:gd name="T10" fmla="*/ 2147483647 w 768"/>
                <a:gd name="T11" fmla="*/ 2147483647 h 870"/>
                <a:gd name="T12" fmla="*/ 2147483647 w 768"/>
                <a:gd name="T13" fmla="*/ 2147483647 h 870"/>
                <a:gd name="T14" fmla="*/ 2147483647 w 768"/>
                <a:gd name="T15" fmla="*/ 2147483647 h 870"/>
                <a:gd name="T16" fmla="*/ 2147483647 w 768"/>
                <a:gd name="T17" fmla="*/ 2147483647 h 870"/>
                <a:gd name="T18" fmla="*/ 2147483647 w 768"/>
                <a:gd name="T19" fmla="*/ 2147483647 h 870"/>
                <a:gd name="T20" fmla="*/ 2147483647 w 768"/>
                <a:gd name="T21" fmla="*/ 2147483647 h 870"/>
                <a:gd name="T22" fmla="*/ 2147483647 w 768"/>
                <a:gd name="T23" fmla="*/ 2147483647 h 870"/>
                <a:gd name="T24" fmla="*/ 2147483647 w 768"/>
                <a:gd name="T25" fmla="*/ 2147483647 h 870"/>
                <a:gd name="T26" fmla="*/ 2147483647 w 768"/>
                <a:gd name="T27" fmla="*/ 2147483647 h 870"/>
                <a:gd name="T28" fmla="*/ 2147483647 w 768"/>
                <a:gd name="T29" fmla="*/ 2147483647 h 870"/>
                <a:gd name="T30" fmla="*/ 2147483647 w 768"/>
                <a:gd name="T31" fmla="*/ 2147483647 h 870"/>
                <a:gd name="T32" fmla="*/ 2147483647 w 768"/>
                <a:gd name="T33" fmla="*/ 2147483647 h 870"/>
                <a:gd name="T34" fmla="*/ 2147483647 w 768"/>
                <a:gd name="T35" fmla="*/ 2147483647 h 870"/>
                <a:gd name="T36" fmla="*/ 2147483647 w 768"/>
                <a:gd name="T37" fmla="*/ 2147483647 h 870"/>
                <a:gd name="T38" fmla="*/ 2147483647 w 768"/>
                <a:gd name="T39" fmla="*/ 2147483647 h 870"/>
                <a:gd name="T40" fmla="*/ 2147483647 w 768"/>
                <a:gd name="T41" fmla="*/ 2147483647 h 870"/>
                <a:gd name="T42" fmla="*/ 2147483647 w 768"/>
                <a:gd name="T43" fmla="*/ 2147483647 h 870"/>
                <a:gd name="T44" fmla="*/ 2147483647 w 768"/>
                <a:gd name="T45" fmla="*/ 2147483647 h 870"/>
                <a:gd name="T46" fmla="*/ 2147483647 w 768"/>
                <a:gd name="T47" fmla="*/ 2147483647 h 870"/>
                <a:gd name="T48" fmla="*/ 2147483647 w 768"/>
                <a:gd name="T49" fmla="*/ 2147483647 h 870"/>
                <a:gd name="T50" fmla="*/ 2147483647 w 768"/>
                <a:gd name="T51" fmla="*/ 2147483647 h 870"/>
                <a:gd name="T52" fmla="*/ 2147483647 w 768"/>
                <a:gd name="T53" fmla="*/ 2147483647 h 870"/>
                <a:gd name="T54" fmla="*/ 2147483647 w 768"/>
                <a:gd name="T55" fmla="*/ 2147483647 h 870"/>
                <a:gd name="T56" fmla="*/ 2147483647 w 768"/>
                <a:gd name="T57" fmla="*/ 2147483647 h 870"/>
                <a:gd name="T58" fmla="*/ 2147483647 w 768"/>
                <a:gd name="T59" fmla="*/ 2147483647 h 870"/>
                <a:gd name="T60" fmla="*/ 2147483647 w 768"/>
                <a:gd name="T61" fmla="*/ 2147483647 h 870"/>
                <a:gd name="T62" fmla="*/ 2147483647 w 768"/>
                <a:gd name="T63" fmla="*/ 2147483647 h 870"/>
                <a:gd name="T64" fmla="*/ 2147483647 w 768"/>
                <a:gd name="T65" fmla="*/ 2147483647 h 870"/>
                <a:gd name="T66" fmla="*/ 2147483647 w 768"/>
                <a:gd name="T67" fmla="*/ 2147483647 h 870"/>
                <a:gd name="T68" fmla="*/ 2147483647 w 768"/>
                <a:gd name="T69" fmla="*/ 2147483647 h 870"/>
                <a:gd name="T70" fmla="*/ 2147483647 w 768"/>
                <a:gd name="T71" fmla="*/ 2147483647 h 870"/>
                <a:gd name="T72" fmla="*/ 2147483647 w 768"/>
                <a:gd name="T73" fmla="*/ 2147483647 h 870"/>
                <a:gd name="T74" fmla="*/ 2147483647 w 768"/>
                <a:gd name="T75" fmla="*/ 2147483647 h 870"/>
                <a:gd name="T76" fmla="*/ 2147483647 w 768"/>
                <a:gd name="T77" fmla="*/ 2147483647 h 870"/>
                <a:gd name="T78" fmla="*/ 2147483647 w 768"/>
                <a:gd name="T79" fmla="*/ 2147483647 h 870"/>
                <a:gd name="T80" fmla="*/ 2147483647 w 768"/>
                <a:gd name="T81" fmla="*/ 2147483647 h 870"/>
                <a:gd name="T82" fmla="*/ 2147483647 w 768"/>
                <a:gd name="T83" fmla="*/ 2147483647 h 870"/>
                <a:gd name="T84" fmla="*/ 2147483647 w 768"/>
                <a:gd name="T85" fmla="*/ 2147483647 h 870"/>
                <a:gd name="T86" fmla="*/ 2147483647 w 768"/>
                <a:gd name="T87" fmla="*/ 2147483647 h 870"/>
                <a:gd name="T88" fmla="*/ 2147483647 w 768"/>
                <a:gd name="T89" fmla="*/ 2147483647 h 870"/>
                <a:gd name="T90" fmla="*/ 2147483647 w 768"/>
                <a:gd name="T91" fmla="*/ 2147483647 h 870"/>
                <a:gd name="T92" fmla="*/ 2147483647 w 768"/>
                <a:gd name="T93" fmla="*/ 2147483647 h 870"/>
                <a:gd name="T94" fmla="*/ 2147483647 w 768"/>
                <a:gd name="T95" fmla="*/ 2147483647 h 870"/>
                <a:gd name="T96" fmla="*/ 2147483647 w 768"/>
                <a:gd name="T97" fmla="*/ 2147483647 h 870"/>
                <a:gd name="T98" fmla="*/ 2147483647 w 768"/>
                <a:gd name="T99" fmla="*/ 2147483647 h 870"/>
                <a:gd name="T100" fmla="*/ 2147483647 w 768"/>
                <a:gd name="T101" fmla="*/ 2147483647 h 870"/>
                <a:gd name="T102" fmla="*/ 2147483647 w 768"/>
                <a:gd name="T103" fmla="*/ 2147483647 h 87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768"/>
                <a:gd name="T157" fmla="*/ 0 h 870"/>
                <a:gd name="T158" fmla="*/ 768 w 768"/>
                <a:gd name="T159" fmla="*/ 870 h 87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768" h="870">
                  <a:moveTo>
                    <a:pt x="762" y="744"/>
                  </a:moveTo>
                  <a:lnTo>
                    <a:pt x="750" y="744"/>
                  </a:lnTo>
                  <a:lnTo>
                    <a:pt x="744" y="738"/>
                  </a:lnTo>
                  <a:lnTo>
                    <a:pt x="732" y="732"/>
                  </a:lnTo>
                  <a:lnTo>
                    <a:pt x="720" y="720"/>
                  </a:lnTo>
                  <a:lnTo>
                    <a:pt x="720" y="708"/>
                  </a:lnTo>
                  <a:lnTo>
                    <a:pt x="714" y="690"/>
                  </a:lnTo>
                  <a:lnTo>
                    <a:pt x="714" y="654"/>
                  </a:lnTo>
                  <a:lnTo>
                    <a:pt x="690" y="612"/>
                  </a:lnTo>
                  <a:lnTo>
                    <a:pt x="702" y="564"/>
                  </a:lnTo>
                  <a:lnTo>
                    <a:pt x="684" y="540"/>
                  </a:lnTo>
                  <a:lnTo>
                    <a:pt x="690" y="528"/>
                  </a:lnTo>
                  <a:lnTo>
                    <a:pt x="696" y="522"/>
                  </a:lnTo>
                  <a:lnTo>
                    <a:pt x="708" y="498"/>
                  </a:lnTo>
                  <a:lnTo>
                    <a:pt x="708" y="480"/>
                  </a:lnTo>
                  <a:lnTo>
                    <a:pt x="702" y="474"/>
                  </a:lnTo>
                  <a:lnTo>
                    <a:pt x="690" y="468"/>
                  </a:lnTo>
                  <a:lnTo>
                    <a:pt x="672" y="456"/>
                  </a:lnTo>
                  <a:lnTo>
                    <a:pt x="660" y="450"/>
                  </a:lnTo>
                  <a:lnTo>
                    <a:pt x="654" y="438"/>
                  </a:lnTo>
                  <a:lnTo>
                    <a:pt x="654" y="426"/>
                  </a:lnTo>
                  <a:lnTo>
                    <a:pt x="660" y="414"/>
                  </a:lnTo>
                  <a:lnTo>
                    <a:pt x="666" y="396"/>
                  </a:lnTo>
                  <a:lnTo>
                    <a:pt x="666" y="384"/>
                  </a:lnTo>
                  <a:lnTo>
                    <a:pt x="672" y="366"/>
                  </a:lnTo>
                  <a:lnTo>
                    <a:pt x="678" y="354"/>
                  </a:lnTo>
                  <a:lnTo>
                    <a:pt x="678" y="330"/>
                  </a:lnTo>
                  <a:lnTo>
                    <a:pt x="684" y="318"/>
                  </a:lnTo>
                  <a:lnTo>
                    <a:pt x="684" y="300"/>
                  </a:lnTo>
                  <a:lnTo>
                    <a:pt x="570" y="192"/>
                  </a:lnTo>
                  <a:lnTo>
                    <a:pt x="576" y="186"/>
                  </a:lnTo>
                  <a:lnTo>
                    <a:pt x="582" y="186"/>
                  </a:lnTo>
                  <a:lnTo>
                    <a:pt x="588" y="180"/>
                  </a:lnTo>
                  <a:lnTo>
                    <a:pt x="588" y="174"/>
                  </a:lnTo>
                  <a:lnTo>
                    <a:pt x="576" y="162"/>
                  </a:lnTo>
                  <a:lnTo>
                    <a:pt x="324" y="6"/>
                  </a:lnTo>
                  <a:lnTo>
                    <a:pt x="312" y="6"/>
                  </a:lnTo>
                  <a:lnTo>
                    <a:pt x="312" y="18"/>
                  </a:lnTo>
                  <a:lnTo>
                    <a:pt x="318" y="24"/>
                  </a:lnTo>
                  <a:lnTo>
                    <a:pt x="318" y="36"/>
                  </a:lnTo>
                  <a:lnTo>
                    <a:pt x="294" y="48"/>
                  </a:lnTo>
                  <a:lnTo>
                    <a:pt x="276" y="66"/>
                  </a:lnTo>
                  <a:lnTo>
                    <a:pt x="264" y="84"/>
                  </a:lnTo>
                  <a:lnTo>
                    <a:pt x="264" y="90"/>
                  </a:lnTo>
                  <a:lnTo>
                    <a:pt x="270" y="96"/>
                  </a:lnTo>
                  <a:lnTo>
                    <a:pt x="294" y="96"/>
                  </a:lnTo>
                  <a:lnTo>
                    <a:pt x="306" y="90"/>
                  </a:lnTo>
                  <a:lnTo>
                    <a:pt x="312" y="90"/>
                  </a:lnTo>
                  <a:lnTo>
                    <a:pt x="306" y="96"/>
                  </a:lnTo>
                  <a:lnTo>
                    <a:pt x="294" y="102"/>
                  </a:lnTo>
                  <a:lnTo>
                    <a:pt x="276" y="120"/>
                  </a:lnTo>
                  <a:lnTo>
                    <a:pt x="270" y="120"/>
                  </a:lnTo>
                  <a:lnTo>
                    <a:pt x="264" y="114"/>
                  </a:lnTo>
                  <a:lnTo>
                    <a:pt x="252" y="108"/>
                  </a:lnTo>
                  <a:lnTo>
                    <a:pt x="246" y="108"/>
                  </a:lnTo>
                  <a:lnTo>
                    <a:pt x="234" y="120"/>
                  </a:lnTo>
                  <a:lnTo>
                    <a:pt x="234" y="138"/>
                  </a:lnTo>
                  <a:lnTo>
                    <a:pt x="246" y="150"/>
                  </a:lnTo>
                  <a:lnTo>
                    <a:pt x="216" y="150"/>
                  </a:lnTo>
                  <a:lnTo>
                    <a:pt x="216" y="138"/>
                  </a:lnTo>
                  <a:lnTo>
                    <a:pt x="222" y="132"/>
                  </a:lnTo>
                  <a:lnTo>
                    <a:pt x="222" y="126"/>
                  </a:lnTo>
                  <a:lnTo>
                    <a:pt x="228" y="114"/>
                  </a:lnTo>
                  <a:lnTo>
                    <a:pt x="210" y="120"/>
                  </a:lnTo>
                  <a:lnTo>
                    <a:pt x="192" y="102"/>
                  </a:lnTo>
                  <a:lnTo>
                    <a:pt x="186" y="102"/>
                  </a:lnTo>
                  <a:lnTo>
                    <a:pt x="174" y="114"/>
                  </a:lnTo>
                  <a:lnTo>
                    <a:pt x="174" y="132"/>
                  </a:lnTo>
                  <a:lnTo>
                    <a:pt x="168" y="138"/>
                  </a:lnTo>
                  <a:lnTo>
                    <a:pt x="162" y="138"/>
                  </a:lnTo>
                  <a:lnTo>
                    <a:pt x="156" y="132"/>
                  </a:lnTo>
                  <a:lnTo>
                    <a:pt x="156" y="48"/>
                  </a:lnTo>
                  <a:lnTo>
                    <a:pt x="162" y="36"/>
                  </a:lnTo>
                  <a:lnTo>
                    <a:pt x="162" y="24"/>
                  </a:lnTo>
                  <a:lnTo>
                    <a:pt x="168" y="12"/>
                  </a:lnTo>
                  <a:lnTo>
                    <a:pt x="168" y="6"/>
                  </a:lnTo>
                  <a:lnTo>
                    <a:pt x="78" y="0"/>
                  </a:lnTo>
                  <a:lnTo>
                    <a:pt x="72" y="24"/>
                  </a:lnTo>
                  <a:lnTo>
                    <a:pt x="78" y="30"/>
                  </a:lnTo>
                  <a:lnTo>
                    <a:pt x="84" y="42"/>
                  </a:lnTo>
                  <a:lnTo>
                    <a:pt x="90" y="48"/>
                  </a:lnTo>
                  <a:lnTo>
                    <a:pt x="90" y="66"/>
                  </a:lnTo>
                  <a:lnTo>
                    <a:pt x="96" y="72"/>
                  </a:lnTo>
                  <a:lnTo>
                    <a:pt x="96" y="96"/>
                  </a:lnTo>
                  <a:lnTo>
                    <a:pt x="78" y="114"/>
                  </a:lnTo>
                  <a:lnTo>
                    <a:pt x="66" y="114"/>
                  </a:lnTo>
                  <a:lnTo>
                    <a:pt x="66" y="126"/>
                  </a:lnTo>
                  <a:lnTo>
                    <a:pt x="60" y="138"/>
                  </a:lnTo>
                  <a:lnTo>
                    <a:pt x="60" y="156"/>
                  </a:lnTo>
                  <a:lnTo>
                    <a:pt x="66" y="156"/>
                  </a:lnTo>
                  <a:lnTo>
                    <a:pt x="72" y="162"/>
                  </a:lnTo>
                  <a:lnTo>
                    <a:pt x="90" y="162"/>
                  </a:lnTo>
                  <a:lnTo>
                    <a:pt x="90" y="180"/>
                  </a:lnTo>
                  <a:lnTo>
                    <a:pt x="78" y="186"/>
                  </a:lnTo>
                  <a:lnTo>
                    <a:pt x="84" y="198"/>
                  </a:lnTo>
                  <a:lnTo>
                    <a:pt x="72" y="198"/>
                  </a:lnTo>
                  <a:lnTo>
                    <a:pt x="54" y="216"/>
                  </a:lnTo>
                  <a:lnTo>
                    <a:pt x="48" y="228"/>
                  </a:lnTo>
                  <a:lnTo>
                    <a:pt x="48" y="246"/>
                  </a:lnTo>
                  <a:lnTo>
                    <a:pt x="42" y="258"/>
                  </a:lnTo>
                  <a:lnTo>
                    <a:pt x="30" y="270"/>
                  </a:lnTo>
                  <a:lnTo>
                    <a:pt x="6" y="282"/>
                  </a:lnTo>
                  <a:lnTo>
                    <a:pt x="0" y="294"/>
                  </a:lnTo>
                  <a:lnTo>
                    <a:pt x="6" y="306"/>
                  </a:lnTo>
                  <a:lnTo>
                    <a:pt x="18" y="318"/>
                  </a:lnTo>
                  <a:lnTo>
                    <a:pt x="18" y="330"/>
                  </a:lnTo>
                  <a:lnTo>
                    <a:pt x="12" y="342"/>
                  </a:lnTo>
                  <a:lnTo>
                    <a:pt x="12" y="348"/>
                  </a:lnTo>
                  <a:lnTo>
                    <a:pt x="18" y="354"/>
                  </a:lnTo>
                  <a:lnTo>
                    <a:pt x="18" y="366"/>
                  </a:lnTo>
                  <a:lnTo>
                    <a:pt x="24" y="378"/>
                  </a:lnTo>
                  <a:lnTo>
                    <a:pt x="24" y="396"/>
                  </a:lnTo>
                  <a:lnTo>
                    <a:pt x="18" y="402"/>
                  </a:lnTo>
                  <a:lnTo>
                    <a:pt x="18" y="432"/>
                  </a:lnTo>
                  <a:lnTo>
                    <a:pt x="30" y="444"/>
                  </a:lnTo>
                  <a:lnTo>
                    <a:pt x="36" y="444"/>
                  </a:lnTo>
                  <a:lnTo>
                    <a:pt x="48" y="450"/>
                  </a:lnTo>
                  <a:lnTo>
                    <a:pt x="72" y="474"/>
                  </a:lnTo>
                  <a:lnTo>
                    <a:pt x="78" y="486"/>
                  </a:lnTo>
                  <a:lnTo>
                    <a:pt x="78" y="546"/>
                  </a:lnTo>
                  <a:lnTo>
                    <a:pt x="84" y="558"/>
                  </a:lnTo>
                  <a:lnTo>
                    <a:pt x="114" y="594"/>
                  </a:lnTo>
                  <a:lnTo>
                    <a:pt x="114" y="600"/>
                  </a:lnTo>
                  <a:lnTo>
                    <a:pt x="108" y="612"/>
                  </a:lnTo>
                  <a:lnTo>
                    <a:pt x="108" y="618"/>
                  </a:lnTo>
                  <a:lnTo>
                    <a:pt x="126" y="618"/>
                  </a:lnTo>
                  <a:lnTo>
                    <a:pt x="138" y="612"/>
                  </a:lnTo>
                  <a:lnTo>
                    <a:pt x="138" y="630"/>
                  </a:lnTo>
                  <a:lnTo>
                    <a:pt x="144" y="636"/>
                  </a:lnTo>
                  <a:lnTo>
                    <a:pt x="162" y="636"/>
                  </a:lnTo>
                  <a:lnTo>
                    <a:pt x="180" y="654"/>
                  </a:lnTo>
                  <a:lnTo>
                    <a:pt x="192" y="654"/>
                  </a:lnTo>
                  <a:lnTo>
                    <a:pt x="204" y="648"/>
                  </a:lnTo>
                  <a:lnTo>
                    <a:pt x="204" y="666"/>
                  </a:lnTo>
                  <a:lnTo>
                    <a:pt x="222" y="666"/>
                  </a:lnTo>
                  <a:lnTo>
                    <a:pt x="240" y="678"/>
                  </a:lnTo>
                  <a:lnTo>
                    <a:pt x="264" y="678"/>
                  </a:lnTo>
                  <a:lnTo>
                    <a:pt x="270" y="696"/>
                  </a:lnTo>
                  <a:lnTo>
                    <a:pt x="300" y="696"/>
                  </a:lnTo>
                  <a:lnTo>
                    <a:pt x="300" y="690"/>
                  </a:lnTo>
                  <a:lnTo>
                    <a:pt x="312" y="678"/>
                  </a:lnTo>
                  <a:lnTo>
                    <a:pt x="318" y="684"/>
                  </a:lnTo>
                  <a:lnTo>
                    <a:pt x="330" y="690"/>
                  </a:lnTo>
                  <a:lnTo>
                    <a:pt x="336" y="702"/>
                  </a:lnTo>
                  <a:lnTo>
                    <a:pt x="348" y="714"/>
                  </a:lnTo>
                  <a:lnTo>
                    <a:pt x="348" y="774"/>
                  </a:lnTo>
                  <a:lnTo>
                    <a:pt x="354" y="774"/>
                  </a:lnTo>
                  <a:lnTo>
                    <a:pt x="360" y="780"/>
                  </a:lnTo>
                  <a:lnTo>
                    <a:pt x="360" y="792"/>
                  </a:lnTo>
                  <a:lnTo>
                    <a:pt x="354" y="798"/>
                  </a:lnTo>
                  <a:lnTo>
                    <a:pt x="354" y="804"/>
                  </a:lnTo>
                  <a:lnTo>
                    <a:pt x="348" y="810"/>
                  </a:lnTo>
                  <a:lnTo>
                    <a:pt x="348" y="816"/>
                  </a:lnTo>
                  <a:lnTo>
                    <a:pt x="366" y="834"/>
                  </a:lnTo>
                  <a:lnTo>
                    <a:pt x="378" y="840"/>
                  </a:lnTo>
                  <a:lnTo>
                    <a:pt x="372" y="858"/>
                  </a:lnTo>
                  <a:lnTo>
                    <a:pt x="408" y="858"/>
                  </a:lnTo>
                  <a:lnTo>
                    <a:pt x="414" y="852"/>
                  </a:lnTo>
                  <a:lnTo>
                    <a:pt x="420" y="852"/>
                  </a:lnTo>
                  <a:lnTo>
                    <a:pt x="432" y="840"/>
                  </a:lnTo>
                  <a:lnTo>
                    <a:pt x="444" y="840"/>
                  </a:lnTo>
                  <a:lnTo>
                    <a:pt x="456" y="846"/>
                  </a:lnTo>
                  <a:lnTo>
                    <a:pt x="462" y="858"/>
                  </a:lnTo>
                  <a:lnTo>
                    <a:pt x="474" y="864"/>
                  </a:lnTo>
                  <a:lnTo>
                    <a:pt x="480" y="870"/>
                  </a:lnTo>
                  <a:lnTo>
                    <a:pt x="492" y="870"/>
                  </a:lnTo>
                  <a:lnTo>
                    <a:pt x="510" y="852"/>
                  </a:lnTo>
                  <a:lnTo>
                    <a:pt x="516" y="852"/>
                  </a:lnTo>
                  <a:lnTo>
                    <a:pt x="522" y="858"/>
                  </a:lnTo>
                  <a:lnTo>
                    <a:pt x="534" y="864"/>
                  </a:lnTo>
                  <a:lnTo>
                    <a:pt x="552" y="864"/>
                  </a:lnTo>
                  <a:lnTo>
                    <a:pt x="564" y="852"/>
                  </a:lnTo>
                  <a:lnTo>
                    <a:pt x="576" y="846"/>
                  </a:lnTo>
                  <a:lnTo>
                    <a:pt x="582" y="834"/>
                  </a:lnTo>
                  <a:lnTo>
                    <a:pt x="588" y="828"/>
                  </a:lnTo>
                  <a:lnTo>
                    <a:pt x="612" y="828"/>
                  </a:lnTo>
                  <a:lnTo>
                    <a:pt x="618" y="834"/>
                  </a:lnTo>
                  <a:lnTo>
                    <a:pt x="618" y="840"/>
                  </a:lnTo>
                  <a:lnTo>
                    <a:pt x="630" y="840"/>
                  </a:lnTo>
                  <a:lnTo>
                    <a:pt x="642" y="834"/>
                  </a:lnTo>
                  <a:lnTo>
                    <a:pt x="654" y="822"/>
                  </a:lnTo>
                  <a:lnTo>
                    <a:pt x="660" y="822"/>
                  </a:lnTo>
                  <a:lnTo>
                    <a:pt x="690" y="816"/>
                  </a:lnTo>
                  <a:lnTo>
                    <a:pt x="768" y="762"/>
                  </a:lnTo>
                  <a:lnTo>
                    <a:pt x="762" y="744"/>
                  </a:lnTo>
                  <a:close/>
                  <a:moveTo>
                    <a:pt x="726" y="360"/>
                  </a:moveTo>
                  <a:lnTo>
                    <a:pt x="732" y="354"/>
                  </a:lnTo>
                  <a:lnTo>
                    <a:pt x="732" y="324"/>
                  </a:lnTo>
                  <a:lnTo>
                    <a:pt x="720" y="312"/>
                  </a:lnTo>
                  <a:lnTo>
                    <a:pt x="714" y="312"/>
                  </a:lnTo>
                  <a:lnTo>
                    <a:pt x="708" y="318"/>
                  </a:lnTo>
                  <a:lnTo>
                    <a:pt x="708" y="348"/>
                  </a:lnTo>
                  <a:lnTo>
                    <a:pt x="714" y="354"/>
                  </a:lnTo>
                  <a:lnTo>
                    <a:pt x="726" y="360"/>
                  </a:lnTo>
                  <a:close/>
                  <a:moveTo>
                    <a:pt x="678" y="420"/>
                  </a:moveTo>
                  <a:lnTo>
                    <a:pt x="690" y="426"/>
                  </a:lnTo>
                  <a:lnTo>
                    <a:pt x="696" y="438"/>
                  </a:lnTo>
                  <a:lnTo>
                    <a:pt x="708" y="444"/>
                  </a:lnTo>
                  <a:lnTo>
                    <a:pt x="720" y="444"/>
                  </a:lnTo>
                  <a:lnTo>
                    <a:pt x="726" y="438"/>
                  </a:lnTo>
                  <a:lnTo>
                    <a:pt x="720" y="432"/>
                  </a:lnTo>
                  <a:lnTo>
                    <a:pt x="720" y="426"/>
                  </a:lnTo>
                  <a:lnTo>
                    <a:pt x="708" y="414"/>
                  </a:lnTo>
                  <a:lnTo>
                    <a:pt x="708" y="390"/>
                  </a:lnTo>
                  <a:lnTo>
                    <a:pt x="702" y="378"/>
                  </a:lnTo>
                  <a:lnTo>
                    <a:pt x="684" y="378"/>
                  </a:lnTo>
                  <a:lnTo>
                    <a:pt x="678" y="384"/>
                  </a:lnTo>
                  <a:lnTo>
                    <a:pt x="678" y="420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83" name="Taji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86718448-F628-4984-B8A0-338DC762F707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961454" y="1786900"/>
              <a:ext cx="215583" cy="136077"/>
            </a:xfrm>
            <a:custGeom>
              <a:avLst/>
              <a:gdLst>
                <a:gd name="T0" fmla="*/ 2147483647 w 552"/>
                <a:gd name="T1" fmla="*/ 2147483647 h 348"/>
                <a:gd name="T2" fmla="*/ 2147483647 w 552"/>
                <a:gd name="T3" fmla="*/ 2147483647 h 348"/>
                <a:gd name="T4" fmla="*/ 2147483647 w 552"/>
                <a:gd name="T5" fmla="*/ 2147483647 h 348"/>
                <a:gd name="T6" fmla="*/ 2147483647 w 552"/>
                <a:gd name="T7" fmla="*/ 2147483647 h 348"/>
                <a:gd name="T8" fmla="*/ 2147483647 w 552"/>
                <a:gd name="T9" fmla="*/ 2147483647 h 348"/>
                <a:gd name="T10" fmla="*/ 2147483647 w 552"/>
                <a:gd name="T11" fmla="*/ 2147483647 h 348"/>
                <a:gd name="T12" fmla="*/ 2147483647 w 552"/>
                <a:gd name="T13" fmla="*/ 2147483647 h 348"/>
                <a:gd name="T14" fmla="*/ 2147483647 w 552"/>
                <a:gd name="T15" fmla="*/ 2147483647 h 348"/>
                <a:gd name="T16" fmla="*/ 2147483647 w 552"/>
                <a:gd name="T17" fmla="*/ 2147483647 h 348"/>
                <a:gd name="T18" fmla="*/ 2147483647 w 552"/>
                <a:gd name="T19" fmla="*/ 2147483647 h 348"/>
                <a:gd name="T20" fmla="*/ 2147483647 w 552"/>
                <a:gd name="T21" fmla="*/ 2147483647 h 348"/>
                <a:gd name="T22" fmla="*/ 2147483647 w 552"/>
                <a:gd name="T23" fmla="*/ 2147483647 h 348"/>
                <a:gd name="T24" fmla="*/ 2147483647 w 552"/>
                <a:gd name="T25" fmla="*/ 2147483647 h 348"/>
                <a:gd name="T26" fmla="*/ 2147483647 w 552"/>
                <a:gd name="T27" fmla="*/ 2147483647 h 348"/>
                <a:gd name="T28" fmla="*/ 2147483647 w 552"/>
                <a:gd name="T29" fmla="*/ 2147483647 h 348"/>
                <a:gd name="T30" fmla="*/ 2147483647 w 552"/>
                <a:gd name="T31" fmla="*/ 2147483647 h 348"/>
                <a:gd name="T32" fmla="*/ 2147483647 w 552"/>
                <a:gd name="T33" fmla="*/ 2147483647 h 348"/>
                <a:gd name="T34" fmla="*/ 2147483647 w 552"/>
                <a:gd name="T35" fmla="*/ 2147483647 h 348"/>
                <a:gd name="T36" fmla="*/ 2147483647 w 552"/>
                <a:gd name="T37" fmla="*/ 2147483647 h 348"/>
                <a:gd name="T38" fmla="*/ 2147483647 w 552"/>
                <a:gd name="T39" fmla="*/ 0 h 348"/>
                <a:gd name="T40" fmla="*/ 2147483647 w 552"/>
                <a:gd name="T41" fmla="*/ 2147483647 h 348"/>
                <a:gd name="T42" fmla="*/ 2147483647 w 552"/>
                <a:gd name="T43" fmla="*/ 2147483647 h 348"/>
                <a:gd name="T44" fmla="*/ 2147483647 w 552"/>
                <a:gd name="T45" fmla="*/ 2147483647 h 348"/>
                <a:gd name="T46" fmla="*/ 2147483647 w 552"/>
                <a:gd name="T47" fmla="*/ 2147483647 h 348"/>
                <a:gd name="T48" fmla="*/ 2147483647 w 552"/>
                <a:gd name="T49" fmla="*/ 2147483647 h 348"/>
                <a:gd name="T50" fmla="*/ 2147483647 w 552"/>
                <a:gd name="T51" fmla="*/ 2147483647 h 348"/>
                <a:gd name="T52" fmla="*/ 2147483647 w 552"/>
                <a:gd name="T53" fmla="*/ 2147483647 h 348"/>
                <a:gd name="T54" fmla="*/ 2147483647 w 552"/>
                <a:gd name="T55" fmla="*/ 2147483647 h 348"/>
                <a:gd name="T56" fmla="*/ 2147483647 w 552"/>
                <a:gd name="T57" fmla="*/ 2147483647 h 348"/>
                <a:gd name="T58" fmla="*/ 2147483647 w 552"/>
                <a:gd name="T59" fmla="*/ 2147483647 h 348"/>
                <a:gd name="T60" fmla="*/ 2147483647 w 552"/>
                <a:gd name="T61" fmla="*/ 2147483647 h 348"/>
                <a:gd name="T62" fmla="*/ 2147483647 w 552"/>
                <a:gd name="T63" fmla="*/ 2147483647 h 348"/>
                <a:gd name="T64" fmla="*/ 2147483647 w 552"/>
                <a:gd name="T65" fmla="*/ 2147483647 h 348"/>
                <a:gd name="T66" fmla="*/ 2147483647 w 552"/>
                <a:gd name="T67" fmla="*/ 2147483647 h 348"/>
                <a:gd name="T68" fmla="*/ 2147483647 w 552"/>
                <a:gd name="T69" fmla="*/ 2147483647 h 348"/>
                <a:gd name="T70" fmla="*/ 2147483647 w 552"/>
                <a:gd name="T71" fmla="*/ 2147483647 h 348"/>
                <a:gd name="T72" fmla="*/ 2147483647 w 552"/>
                <a:gd name="T73" fmla="*/ 2147483647 h 348"/>
                <a:gd name="T74" fmla="*/ 2147483647 w 552"/>
                <a:gd name="T75" fmla="*/ 2147483647 h 348"/>
                <a:gd name="T76" fmla="*/ 2147483647 w 552"/>
                <a:gd name="T77" fmla="*/ 2147483647 h 348"/>
                <a:gd name="T78" fmla="*/ 2147483647 w 552"/>
                <a:gd name="T79" fmla="*/ 2147483647 h 348"/>
                <a:gd name="T80" fmla="*/ 2147483647 w 552"/>
                <a:gd name="T81" fmla="*/ 2147483647 h 348"/>
                <a:gd name="T82" fmla="*/ 2147483647 w 552"/>
                <a:gd name="T83" fmla="*/ 2147483647 h 348"/>
                <a:gd name="T84" fmla="*/ 2147483647 w 552"/>
                <a:gd name="T85" fmla="*/ 2147483647 h 348"/>
                <a:gd name="T86" fmla="*/ 2147483647 w 552"/>
                <a:gd name="T87" fmla="*/ 2147483647 h 348"/>
                <a:gd name="T88" fmla="*/ 2147483647 w 552"/>
                <a:gd name="T89" fmla="*/ 2147483647 h 348"/>
                <a:gd name="T90" fmla="*/ 2147483647 w 552"/>
                <a:gd name="T91" fmla="*/ 2147483647 h 348"/>
                <a:gd name="T92" fmla="*/ 2147483647 w 552"/>
                <a:gd name="T93" fmla="*/ 2147483647 h 348"/>
                <a:gd name="T94" fmla="*/ 2147483647 w 552"/>
                <a:gd name="T95" fmla="*/ 2147483647 h 348"/>
                <a:gd name="T96" fmla="*/ 2147483647 w 552"/>
                <a:gd name="T97" fmla="*/ 2147483647 h 348"/>
                <a:gd name="T98" fmla="*/ 2147483647 w 552"/>
                <a:gd name="T99" fmla="*/ 2147483647 h 34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52"/>
                <a:gd name="T151" fmla="*/ 0 h 348"/>
                <a:gd name="T152" fmla="*/ 552 w 552"/>
                <a:gd name="T153" fmla="*/ 348 h 34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52" h="348">
                  <a:moveTo>
                    <a:pt x="528" y="270"/>
                  </a:moveTo>
                  <a:lnTo>
                    <a:pt x="516" y="246"/>
                  </a:lnTo>
                  <a:lnTo>
                    <a:pt x="516" y="204"/>
                  </a:lnTo>
                  <a:lnTo>
                    <a:pt x="510" y="198"/>
                  </a:lnTo>
                  <a:lnTo>
                    <a:pt x="498" y="192"/>
                  </a:lnTo>
                  <a:lnTo>
                    <a:pt x="492" y="192"/>
                  </a:lnTo>
                  <a:lnTo>
                    <a:pt x="480" y="186"/>
                  </a:lnTo>
                  <a:lnTo>
                    <a:pt x="456" y="186"/>
                  </a:lnTo>
                  <a:lnTo>
                    <a:pt x="450" y="192"/>
                  </a:lnTo>
                  <a:lnTo>
                    <a:pt x="438" y="192"/>
                  </a:lnTo>
                  <a:lnTo>
                    <a:pt x="426" y="180"/>
                  </a:lnTo>
                  <a:lnTo>
                    <a:pt x="426" y="168"/>
                  </a:lnTo>
                  <a:lnTo>
                    <a:pt x="432" y="156"/>
                  </a:lnTo>
                  <a:lnTo>
                    <a:pt x="432" y="144"/>
                  </a:lnTo>
                  <a:lnTo>
                    <a:pt x="414" y="144"/>
                  </a:lnTo>
                  <a:lnTo>
                    <a:pt x="414" y="120"/>
                  </a:lnTo>
                  <a:lnTo>
                    <a:pt x="396" y="114"/>
                  </a:lnTo>
                  <a:lnTo>
                    <a:pt x="384" y="126"/>
                  </a:lnTo>
                  <a:lnTo>
                    <a:pt x="342" y="126"/>
                  </a:lnTo>
                  <a:lnTo>
                    <a:pt x="336" y="132"/>
                  </a:lnTo>
                  <a:lnTo>
                    <a:pt x="324" y="138"/>
                  </a:lnTo>
                  <a:lnTo>
                    <a:pt x="312" y="138"/>
                  </a:lnTo>
                  <a:lnTo>
                    <a:pt x="312" y="132"/>
                  </a:lnTo>
                  <a:lnTo>
                    <a:pt x="306" y="132"/>
                  </a:lnTo>
                  <a:lnTo>
                    <a:pt x="294" y="138"/>
                  </a:lnTo>
                  <a:lnTo>
                    <a:pt x="264" y="108"/>
                  </a:lnTo>
                  <a:lnTo>
                    <a:pt x="258" y="114"/>
                  </a:lnTo>
                  <a:lnTo>
                    <a:pt x="246" y="120"/>
                  </a:lnTo>
                  <a:lnTo>
                    <a:pt x="240" y="126"/>
                  </a:lnTo>
                  <a:lnTo>
                    <a:pt x="222" y="126"/>
                  </a:lnTo>
                  <a:lnTo>
                    <a:pt x="210" y="114"/>
                  </a:lnTo>
                  <a:lnTo>
                    <a:pt x="186" y="114"/>
                  </a:lnTo>
                  <a:lnTo>
                    <a:pt x="174" y="108"/>
                  </a:lnTo>
                  <a:lnTo>
                    <a:pt x="156" y="108"/>
                  </a:lnTo>
                  <a:lnTo>
                    <a:pt x="150" y="114"/>
                  </a:lnTo>
                  <a:lnTo>
                    <a:pt x="138" y="114"/>
                  </a:lnTo>
                  <a:lnTo>
                    <a:pt x="126" y="120"/>
                  </a:lnTo>
                  <a:lnTo>
                    <a:pt x="120" y="114"/>
                  </a:lnTo>
                  <a:lnTo>
                    <a:pt x="120" y="108"/>
                  </a:lnTo>
                  <a:lnTo>
                    <a:pt x="114" y="102"/>
                  </a:lnTo>
                  <a:lnTo>
                    <a:pt x="114" y="90"/>
                  </a:lnTo>
                  <a:lnTo>
                    <a:pt x="126" y="84"/>
                  </a:lnTo>
                  <a:lnTo>
                    <a:pt x="132" y="78"/>
                  </a:lnTo>
                  <a:lnTo>
                    <a:pt x="132" y="66"/>
                  </a:lnTo>
                  <a:lnTo>
                    <a:pt x="138" y="60"/>
                  </a:lnTo>
                  <a:lnTo>
                    <a:pt x="150" y="60"/>
                  </a:lnTo>
                  <a:lnTo>
                    <a:pt x="186" y="72"/>
                  </a:lnTo>
                  <a:lnTo>
                    <a:pt x="198" y="78"/>
                  </a:lnTo>
                  <a:lnTo>
                    <a:pt x="204" y="78"/>
                  </a:lnTo>
                  <a:lnTo>
                    <a:pt x="210" y="72"/>
                  </a:lnTo>
                  <a:lnTo>
                    <a:pt x="210" y="66"/>
                  </a:lnTo>
                  <a:lnTo>
                    <a:pt x="204" y="60"/>
                  </a:lnTo>
                  <a:lnTo>
                    <a:pt x="198" y="60"/>
                  </a:lnTo>
                  <a:lnTo>
                    <a:pt x="186" y="54"/>
                  </a:lnTo>
                  <a:lnTo>
                    <a:pt x="180" y="48"/>
                  </a:lnTo>
                  <a:lnTo>
                    <a:pt x="174" y="48"/>
                  </a:lnTo>
                  <a:lnTo>
                    <a:pt x="198" y="12"/>
                  </a:lnTo>
                  <a:lnTo>
                    <a:pt x="192" y="6"/>
                  </a:lnTo>
                  <a:lnTo>
                    <a:pt x="180" y="0"/>
                  </a:lnTo>
                  <a:lnTo>
                    <a:pt x="162" y="0"/>
                  </a:lnTo>
                  <a:lnTo>
                    <a:pt x="156" y="12"/>
                  </a:lnTo>
                  <a:lnTo>
                    <a:pt x="144" y="18"/>
                  </a:lnTo>
                  <a:lnTo>
                    <a:pt x="138" y="30"/>
                  </a:lnTo>
                  <a:lnTo>
                    <a:pt x="132" y="30"/>
                  </a:lnTo>
                  <a:lnTo>
                    <a:pt x="114" y="12"/>
                  </a:lnTo>
                  <a:lnTo>
                    <a:pt x="102" y="12"/>
                  </a:lnTo>
                  <a:lnTo>
                    <a:pt x="102" y="24"/>
                  </a:lnTo>
                  <a:lnTo>
                    <a:pt x="96" y="30"/>
                  </a:lnTo>
                  <a:lnTo>
                    <a:pt x="96" y="42"/>
                  </a:lnTo>
                  <a:lnTo>
                    <a:pt x="108" y="54"/>
                  </a:lnTo>
                  <a:lnTo>
                    <a:pt x="108" y="60"/>
                  </a:lnTo>
                  <a:lnTo>
                    <a:pt x="66" y="60"/>
                  </a:lnTo>
                  <a:lnTo>
                    <a:pt x="90" y="84"/>
                  </a:lnTo>
                  <a:lnTo>
                    <a:pt x="72" y="96"/>
                  </a:lnTo>
                  <a:lnTo>
                    <a:pt x="78" y="96"/>
                  </a:lnTo>
                  <a:lnTo>
                    <a:pt x="78" y="108"/>
                  </a:lnTo>
                  <a:lnTo>
                    <a:pt x="54" y="120"/>
                  </a:lnTo>
                  <a:lnTo>
                    <a:pt x="6" y="120"/>
                  </a:lnTo>
                  <a:lnTo>
                    <a:pt x="0" y="126"/>
                  </a:lnTo>
                  <a:lnTo>
                    <a:pt x="0" y="144"/>
                  </a:lnTo>
                  <a:lnTo>
                    <a:pt x="18" y="144"/>
                  </a:lnTo>
                  <a:lnTo>
                    <a:pt x="30" y="156"/>
                  </a:lnTo>
                  <a:lnTo>
                    <a:pt x="36" y="156"/>
                  </a:lnTo>
                  <a:lnTo>
                    <a:pt x="42" y="162"/>
                  </a:lnTo>
                  <a:lnTo>
                    <a:pt x="54" y="162"/>
                  </a:lnTo>
                  <a:lnTo>
                    <a:pt x="66" y="174"/>
                  </a:lnTo>
                  <a:lnTo>
                    <a:pt x="66" y="180"/>
                  </a:lnTo>
                  <a:lnTo>
                    <a:pt x="60" y="186"/>
                  </a:lnTo>
                  <a:lnTo>
                    <a:pt x="60" y="204"/>
                  </a:lnTo>
                  <a:lnTo>
                    <a:pt x="66" y="210"/>
                  </a:lnTo>
                  <a:lnTo>
                    <a:pt x="78" y="216"/>
                  </a:lnTo>
                  <a:lnTo>
                    <a:pt x="90" y="228"/>
                  </a:lnTo>
                  <a:lnTo>
                    <a:pt x="90" y="246"/>
                  </a:lnTo>
                  <a:lnTo>
                    <a:pt x="84" y="258"/>
                  </a:lnTo>
                  <a:lnTo>
                    <a:pt x="72" y="264"/>
                  </a:lnTo>
                  <a:lnTo>
                    <a:pt x="66" y="276"/>
                  </a:lnTo>
                  <a:lnTo>
                    <a:pt x="60" y="282"/>
                  </a:lnTo>
                  <a:lnTo>
                    <a:pt x="60" y="306"/>
                  </a:lnTo>
                  <a:lnTo>
                    <a:pt x="66" y="312"/>
                  </a:lnTo>
                  <a:lnTo>
                    <a:pt x="78" y="318"/>
                  </a:lnTo>
                  <a:lnTo>
                    <a:pt x="84" y="324"/>
                  </a:lnTo>
                  <a:lnTo>
                    <a:pt x="90" y="324"/>
                  </a:lnTo>
                  <a:lnTo>
                    <a:pt x="108" y="306"/>
                  </a:lnTo>
                  <a:lnTo>
                    <a:pt x="120" y="300"/>
                  </a:lnTo>
                  <a:lnTo>
                    <a:pt x="126" y="294"/>
                  </a:lnTo>
                  <a:lnTo>
                    <a:pt x="138" y="294"/>
                  </a:lnTo>
                  <a:lnTo>
                    <a:pt x="144" y="300"/>
                  </a:lnTo>
                  <a:lnTo>
                    <a:pt x="150" y="312"/>
                  </a:lnTo>
                  <a:lnTo>
                    <a:pt x="156" y="318"/>
                  </a:lnTo>
                  <a:lnTo>
                    <a:pt x="162" y="318"/>
                  </a:lnTo>
                  <a:lnTo>
                    <a:pt x="162" y="288"/>
                  </a:lnTo>
                  <a:lnTo>
                    <a:pt x="174" y="276"/>
                  </a:lnTo>
                  <a:lnTo>
                    <a:pt x="186" y="270"/>
                  </a:lnTo>
                  <a:lnTo>
                    <a:pt x="204" y="270"/>
                  </a:lnTo>
                  <a:lnTo>
                    <a:pt x="216" y="282"/>
                  </a:lnTo>
                  <a:lnTo>
                    <a:pt x="222" y="258"/>
                  </a:lnTo>
                  <a:lnTo>
                    <a:pt x="216" y="258"/>
                  </a:lnTo>
                  <a:lnTo>
                    <a:pt x="210" y="252"/>
                  </a:lnTo>
                  <a:lnTo>
                    <a:pt x="210" y="246"/>
                  </a:lnTo>
                  <a:lnTo>
                    <a:pt x="222" y="234"/>
                  </a:lnTo>
                  <a:lnTo>
                    <a:pt x="228" y="234"/>
                  </a:lnTo>
                  <a:lnTo>
                    <a:pt x="234" y="228"/>
                  </a:lnTo>
                  <a:lnTo>
                    <a:pt x="234" y="204"/>
                  </a:lnTo>
                  <a:lnTo>
                    <a:pt x="240" y="198"/>
                  </a:lnTo>
                  <a:lnTo>
                    <a:pt x="258" y="198"/>
                  </a:lnTo>
                  <a:lnTo>
                    <a:pt x="276" y="216"/>
                  </a:lnTo>
                  <a:lnTo>
                    <a:pt x="276" y="246"/>
                  </a:lnTo>
                  <a:lnTo>
                    <a:pt x="294" y="246"/>
                  </a:lnTo>
                  <a:lnTo>
                    <a:pt x="306" y="312"/>
                  </a:lnTo>
                  <a:lnTo>
                    <a:pt x="306" y="318"/>
                  </a:lnTo>
                  <a:lnTo>
                    <a:pt x="336" y="348"/>
                  </a:lnTo>
                  <a:lnTo>
                    <a:pt x="342" y="348"/>
                  </a:lnTo>
                  <a:lnTo>
                    <a:pt x="348" y="342"/>
                  </a:lnTo>
                  <a:lnTo>
                    <a:pt x="360" y="336"/>
                  </a:lnTo>
                  <a:lnTo>
                    <a:pt x="366" y="324"/>
                  </a:lnTo>
                  <a:lnTo>
                    <a:pt x="372" y="318"/>
                  </a:lnTo>
                  <a:lnTo>
                    <a:pt x="390" y="318"/>
                  </a:lnTo>
                  <a:lnTo>
                    <a:pt x="396" y="312"/>
                  </a:lnTo>
                  <a:lnTo>
                    <a:pt x="402" y="300"/>
                  </a:lnTo>
                  <a:lnTo>
                    <a:pt x="408" y="294"/>
                  </a:lnTo>
                  <a:lnTo>
                    <a:pt x="432" y="282"/>
                  </a:lnTo>
                  <a:lnTo>
                    <a:pt x="456" y="282"/>
                  </a:lnTo>
                  <a:lnTo>
                    <a:pt x="456" y="300"/>
                  </a:lnTo>
                  <a:lnTo>
                    <a:pt x="492" y="288"/>
                  </a:lnTo>
                  <a:lnTo>
                    <a:pt x="516" y="288"/>
                  </a:lnTo>
                  <a:lnTo>
                    <a:pt x="522" y="294"/>
                  </a:lnTo>
                  <a:lnTo>
                    <a:pt x="546" y="294"/>
                  </a:lnTo>
                  <a:lnTo>
                    <a:pt x="552" y="288"/>
                  </a:lnTo>
                  <a:lnTo>
                    <a:pt x="540" y="276"/>
                  </a:lnTo>
                  <a:lnTo>
                    <a:pt x="534" y="276"/>
                  </a:lnTo>
                  <a:lnTo>
                    <a:pt x="528" y="270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4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84" name="Syria" descr="© INSCALE GmbH, 05.05.2010&#10;http://www.presentationload.com/">
              <a:extLst>
                <a:ext uri="{FF2B5EF4-FFF2-40B4-BE49-F238E27FC236}">
                  <a16:creationId xmlns:a16="http://schemas.microsoft.com/office/drawing/2014/main" id="{03E1877A-DF14-419D-85A7-C9AA872DC7EE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152638" y="1898516"/>
              <a:ext cx="175829" cy="162067"/>
            </a:xfrm>
            <a:custGeom>
              <a:avLst/>
              <a:gdLst>
                <a:gd name="T0" fmla="*/ 2147483647 w 450"/>
                <a:gd name="T1" fmla="*/ 2147483647 h 414"/>
                <a:gd name="T2" fmla="*/ 2147483647 w 450"/>
                <a:gd name="T3" fmla="*/ 2147483647 h 414"/>
                <a:gd name="T4" fmla="*/ 2147483647 w 450"/>
                <a:gd name="T5" fmla="*/ 2147483647 h 414"/>
                <a:gd name="T6" fmla="*/ 2147483647 w 450"/>
                <a:gd name="T7" fmla="*/ 0 h 414"/>
                <a:gd name="T8" fmla="*/ 2147483647 w 450"/>
                <a:gd name="T9" fmla="*/ 2147483647 h 414"/>
                <a:gd name="T10" fmla="*/ 2147483647 w 450"/>
                <a:gd name="T11" fmla="*/ 2147483647 h 414"/>
                <a:gd name="T12" fmla="*/ 2147483647 w 450"/>
                <a:gd name="T13" fmla="*/ 2147483647 h 414"/>
                <a:gd name="T14" fmla="*/ 2147483647 w 450"/>
                <a:gd name="T15" fmla="*/ 2147483647 h 414"/>
                <a:gd name="T16" fmla="*/ 2147483647 w 450"/>
                <a:gd name="T17" fmla="*/ 2147483647 h 414"/>
                <a:gd name="T18" fmla="*/ 2147483647 w 450"/>
                <a:gd name="T19" fmla="*/ 2147483647 h 414"/>
                <a:gd name="T20" fmla="*/ 2147483647 w 450"/>
                <a:gd name="T21" fmla="*/ 2147483647 h 414"/>
                <a:gd name="T22" fmla="*/ 2147483647 w 450"/>
                <a:gd name="T23" fmla="*/ 2147483647 h 414"/>
                <a:gd name="T24" fmla="*/ 2147483647 w 450"/>
                <a:gd name="T25" fmla="*/ 2147483647 h 414"/>
                <a:gd name="T26" fmla="*/ 2147483647 w 450"/>
                <a:gd name="T27" fmla="*/ 2147483647 h 414"/>
                <a:gd name="T28" fmla="*/ 2147483647 w 450"/>
                <a:gd name="T29" fmla="*/ 2147483647 h 414"/>
                <a:gd name="T30" fmla="*/ 2147483647 w 450"/>
                <a:gd name="T31" fmla="*/ 2147483647 h 414"/>
                <a:gd name="T32" fmla="*/ 2147483647 w 450"/>
                <a:gd name="T33" fmla="*/ 2147483647 h 414"/>
                <a:gd name="T34" fmla="*/ 2147483647 w 450"/>
                <a:gd name="T35" fmla="*/ 2147483647 h 414"/>
                <a:gd name="T36" fmla="*/ 2147483647 w 450"/>
                <a:gd name="T37" fmla="*/ 2147483647 h 414"/>
                <a:gd name="T38" fmla="*/ 2147483647 w 450"/>
                <a:gd name="T39" fmla="*/ 2147483647 h 414"/>
                <a:gd name="T40" fmla="*/ 2147483647 w 450"/>
                <a:gd name="T41" fmla="*/ 2147483647 h 414"/>
                <a:gd name="T42" fmla="*/ 2147483647 w 450"/>
                <a:gd name="T43" fmla="*/ 2147483647 h 414"/>
                <a:gd name="T44" fmla="*/ 2147483647 w 450"/>
                <a:gd name="T45" fmla="*/ 2147483647 h 414"/>
                <a:gd name="T46" fmla="*/ 2147483647 w 450"/>
                <a:gd name="T47" fmla="*/ 2147483647 h 414"/>
                <a:gd name="T48" fmla="*/ 2147483647 w 450"/>
                <a:gd name="T49" fmla="*/ 2147483647 h 414"/>
                <a:gd name="T50" fmla="*/ 2147483647 w 450"/>
                <a:gd name="T51" fmla="*/ 2147483647 h 414"/>
                <a:gd name="T52" fmla="*/ 2147483647 w 450"/>
                <a:gd name="T53" fmla="*/ 2147483647 h 414"/>
                <a:gd name="T54" fmla="*/ 2147483647 w 450"/>
                <a:gd name="T55" fmla="*/ 2147483647 h 414"/>
                <a:gd name="T56" fmla="*/ 2147483647 w 450"/>
                <a:gd name="T57" fmla="*/ 2147483647 h 414"/>
                <a:gd name="T58" fmla="*/ 2147483647 w 450"/>
                <a:gd name="T59" fmla="*/ 2147483647 h 414"/>
                <a:gd name="T60" fmla="*/ 2147483647 w 450"/>
                <a:gd name="T61" fmla="*/ 2147483647 h 414"/>
                <a:gd name="T62" fmla="*/ 2147483647 w 450"/>
                <a:gd name="T63" fmla="*/ 2147483647 h 414"/>
                <a:gd name="T64" fmla="*/ 2147483647 w 450"/>
                <a:gd name="T65" fmla="*/ 2147483647 h 414"/>
                <a:gd name="T66" fmla="*/ 2147483647 w 450"/>
                <a:gd name="T67" fmla="*/ 2147483647 h 414"/>
                <a:gd name="T68" fmla="*/ 2147483647 w 450"/>
                <a:gd name="T69" fmla="*/ 2147483647 h 414"/>
                <a:gd name="T70" fmla="*/ 2147483647 w 450"/>
                <a:gd name="T71" fmla="*/ 2147483647 h 414"/>
                <a:gd name="T72" fmla="*/ 2147483647 w 450"/>
                <a:gd name="T73" fmla="*/ 2147483647 h 414"/>
                <a:gd name="T74" fmla="*/ 2147483647 w 450"/>
                <a:gd name="T75" fmla="*/ 2147483647 h 414"/>
                <a:gd name="T76" fmla="*/ 2147483647 w 450"/>
                <a:gd name="T77" fmla="*/ 2147483647 h 414"/>
                <a:gd name="T78" fmla="*/ 2147483647 w 450"/>
                <a:gd name="T79" fmla="*/ 2147483647 h 414"/>
                <a:gd name="T80" fmla="*/ 2147483647 w 450"/>
                <a:gd name="T81" fmla="*/ 2147483647 h 414"/>
                <a:gd name="T82" fmla="*/ 2147483647 w 450"/>
                <a:gd name="T83" fmla="*/ 2147483647 h 414"/>
                <a:gd name="T84" fmla="*/ 2147483647 w 450"/>
                <a:gd name="T85" fmla="*/ 2147483647 h 414"/>
                <a:gd name="T86" fmla="*/ 2147483647 w 450"/>
                <a:gd name="T87" fmla="*/ 2147483647 h 414"/>
                <a:gd name="T88" fmla="*/ 2147483647 w 450"/>
                <a:gd name="T89" fmla="*/ 2147483647 h 414"/>
                <a:gd name="T90" fmla="*/ 2147483647 w 450"/>
                <a:gd name="T91" fmla="*/ 2147483647 h 414"/>
                <a:gd name="T92" fmla="*/ 2147483647 w 450"/>
                <a:gd name="T93" fmla="*/ 2147483647 h 414"/>
                <a:gd name="T94" fmla="*/ 2147483647 w 450"/>
                <a:gd name="T95" fmla="*/ 2147483647 h 414"/>
                <a:gd name="T96" fmla="*/ 2147483647 w 450"/>
                <a:gd name="T97" fmla="*/ 2147483647 h 41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50"/>
                <a:gd name="T148" fmla="*/ 0 h 414"/>
                <a:gd name="T149" fmla="*/ 450 w 450"/>
                <a:gd name="T150" fmla="*/ 414 h 41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50" h="414">
                  <a:moveTo>
                    <a:pt x="426" y="60"/>
                  </a:moveTo>
                  <a:lnTo>
                    <a:pt x="432" y="54"/>
                  </a:lnTo>
                  <a:lnTo>
                    <a:pt x="438" y="42"/>
                  </a:lnTo>
                  <a:lnTo>
                    <a:pt x="450" y="30"/>
                  </a:lnTo>
                  <a:lnTo>
                    <a:pt x="444" y="30"/>
                  </a:lnTo>
                  <a:lnTo>
                    <a:pt x="438" y="24"/>
                  </a:lnTo>
                  <a:lnTo>
                    <a:pt x="438" y="0"/>
                  </a:lnTo>
                  <a:lnTo>
                    <a:pt x="432" y="0"/>
                  </a:lnTo>
                  <a:lnTo>
                    <a:pt x="432" y="6"/>
                  </a:lnTo>
                  <a:lnTo>
                    <a:pt x="426" y="18"/>
                  </a:lnTo>
                  <a:lnTo>
                    <a:pt x="402" y="18"/>
                  </a:lnTo>
                  <a:lnTo>
                    <a:pt x="390" y="30"/>
                  </a:lnTo>
                  <a:lnTo>
                    <a:pt x="372" y="30"/>
                  </a:lnTo>
                  <a:lnTo>
                    <a:pt x="366" y="24"/>
                  </a:lnTo>
                  <a:lnTo>
                    <a:pt x="318" y="24"/>
                  </a:lnTo>
                  <a:lnTo>
                    <a:pt x="306" y="30"/>
                  </a:lnTo>
                  <a:lnTo>
                    <a:pt x="294" y="42"/>
                  </a:lnTo>
                  <a:lnTo>
                    <a:pt x="282" y="48"/>
                  </a:lnTo>
                  <a:lnTo>
                    <a:pt x="276" y="54"/>
                  </a:lnTo>
                  <a:lnTo>
                    <a:pt x="258" y="54"/>
                  </a:lnTo>
                  <a:lnTo>
                    <a:pt x="246" y="60"/>
                  </a:lnTo>
                  <a:lnTo>
                    <a:pt x="234" y="60"/>
                  </a:lnTo>
                  <a:lnTo>
                    <a:pt x="222" y="54"/>
                  </a:lnTo>
                  <a:lnTo>
                    <a:pt x="204" y="54"/>
                  </a:lnTo>
                  <a:lnTo>
                    <a:pt x="192" y="42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30"/>
                  </a:lnTo>
                  <a:lnTo>
                    <a:pt x="150" y="48"/>
                  </a:lnTo>
                  <a:lnTo>
                    <a:pt x="144" y="48"/>
                  </a:lnTo>
                  <a:lnTo>
                    <a:pt x="138" y="54"/>
                  </a:lnTo>
                  <a:lnTo>
                    <a:pt x="120" y="60"/>
                  </a:lnTo>
                  <a:lnTo>
                    <a:pt x="84" y="60"/>
                  </a:lnTo>
                  <a:lnTo>
                    <a:pt x="84" y="54"/>
                  </a:lnTo>
                  <a:lnTo>
                    <a:pt x="90" y="48"/>
                  </a:lnTo>
                  <a:lnTo>
                    <a:pt x="66" y="48"/>
                  </a:lnTo>
                  <a:lnTo>
                    <a:pt x="66" y="78"/>
                  </a:lnTo>
                  <a:lnTo>
                    <a:pt x="72" y="78"/>
                  </a:lnTo>
                  <a:lnTo>
                    <a:pt x="72" y="102"/>
                  </a:lnTo>
                  <a:lnTo>
                    <a:pt x="60" y="102"/>
                  </a:lnTo>
                  <a:lnTo>
                    <a:pt x="54" y="96"/>
                  </a:lnTo>
                  <a:lnTo>
                    <a:pt x="54" y="114"/>
                  </a:lnTo>
                  <a:lnTo>
                    <a:pt x="48" y="120"/>
                  </a:lnTo>
                  <a:lnTo>
                    <a:pt x="48" y="126"/>
                  </a:lnTo>
                  <a:lnTo>
                    <a:pt x="36" y="126"/>
                  </a:lnTo>
                  <a:lnTo>
                    <a:pt x="24" y="114"/>
                  </a:lnTo>
                  <a:lnTo>
                    <a:pt x="18" y="120"/>
                  </a:lnTo>
                  <a:lnTo>
                    <a:pt x="12" y="132"/>
                  </a:lnTo>
                  <a:lnTo>
                    <a:pt x="12" y="150"/>
                  </a:lnTo>
                  <a:lnTo>
                    <a:pt x="6" y="150"/>
                  </a:lnTo>
                  <a:lnTo>
                    <a:pt x="0" y="198"/>
                  </a:lnTo>
                  <a:lnTo>
                    <a:pt x="6" y="204"/>
                  </a:lnTo>
                  <a:lnTo>
                    <a:pt x="18" y="210"/>
                  </a:lnTo>
                  <a:lnTo>
                    <a:pt x="24" y="216"/>
                  </a:lnTo>
                  <a:lnTo>
                    <a:pt x="24" y="222"/>
                  </a:lnTo>
                  <a:lnTo>
                    <a:pt x="72" y="222"/>
                  </a:lnTo>
                  <a:lnTo>
                    <a:pt x="66" y="234"/>
                  </a:lnTo>
                  <a:lnTo>
                    <a:pt x="72" y="240"/>
                  </a:lnTo>
                  <a:lnTo>
                    <a:pt x="78" y="252"/>
                  </a:lnTo>
                  <a:lnTo>
                    <a:pt x="78" y="270"/>
                  </a:lnTo>
                  <a:lnTo>
                    <a:pt x="72" y="282"/>
                  </a:lnTo>
                  <a:lnTo>
                    <a:pt x="66" y="282"/>
                  </a:lnTo>
                  <a:lnTo>
                    <a:pt x="54" y="288"/>
                  </a:lnTo>
                  <a:lnTo>
                    <a:pt x="48" y="288"/>
                  </a:lnTo>
                  <a:lnTo>
                    <a:pt x="42" y="294"/>
                  </a:lnTo>
                  <a:lnTo>
                    <a:pt x="42" y="318"/>
                  </a:lnTo>
                  <a:lnTo>
                    <a:pt x="24" y="336"/>
                  </a:lnTo>
                  <a:lnTo>
                    <a:pt x="30" y="378"/>
                  </a:lnTo>
                  <a:lnTo>
                    <a:pt x="36" y="378"/>
                  </a:lnTo>
                  <a:lnTo>
                    <a:pt x="72" y="396"/>
                  </a:lnTo>
                  <a:lnTo>
                    <a:pt x="84" y="408"/>
                  </a:lnTo>
                  <a:lnTo>
                    <a:pt x="96" y="414"/>
                  </a:lnTo>
                  <a:lnTo>
                    <a:pt x="114" y="414"/>
                  </a:lnTo>
                  <a:lnTo>
                    <a:pt x="174" y="384"/>
                  </a:lnTo>
                  <a:lnTo>
                    <a:pt x="204" y="354"/>
                  </a:lnTo>
                  <a:lnTo>
                    <a:pt x="228" y="336"/>
                  </a:lnTo>
                  <a:lnTo>
                    <a:pt x="240" y="324"/>
                  </a:lnTo>
                  <a:lnTo>
                    <a:pt x="300" y="276"/>
                  </a:lnTo>
                  <a:lnTo>
                    <a:pt x="312" y="270"/>
                  </a:lnTo>
                  <a:lnTo>
                    <a:pt x="372" y="246"/>
                  </a:lnTo>
                  <a:lnTo>
                    <a:pt x="396" y="234"/>
                  </a:lnTo>
                  <a:lnTo>
                    <a:pt x="402" y="228"/>
                  </a:lnTo>
                  <a:lnTo>
                    <a:pt x="402" y="222"/>
                  </a:lnTo>
                  <a:lnTo>
                    <a:pt x="384" y="204"/>
                  </a:lnTo>
                  <a:lnTo>
                    <a:pt x="384" y="198"/>
                  </a:lnTo>
                  <a:lnTo>
                    <a:pt x="390" y="180"/>
                  </a:lnTo>
                  <a:lnTo>
                    <a:pt x="396" y="168"/>
                  </a:lnTo>
                  <a:lnTo>
                    <a:pt x="396" y="138"/>
                  </a:lnTo>
                  <a:lnTo>
                    <a:pt x="390" y="126"/>
                  </a:lnTo>
                  <a:lnTo>
                    <a:pt x="390" y="114"/>
                  </a:lnTo>
                  <a:lnTo>
                    <a:pt x="384" y="108"/>
                  </a:lnTo>
                  <a:lnTo>
                    <a:pt x="378" y="96"/>
                  </a:lnTo>
                  <a:lnTo>
                    <a:pt x="378" y="84"/>
                  </a:lnTo>
                  <a:lnTo>
                    <a:pt x="384" y="72"/>
                  </a:lnTo>
                  <a:lnTo>
                    <a:pt x="390" y="66"/>
                  </a:lnTo>
                  <a:lnTo>
                    <a:pt x="402" y="66"/>
                  </a:lnTo>
                  <a:lnTo>
                    <a:pt x="414" y="60"/>
                  </a:lnTo>
                  <a:lnTo>
                    <a:pt x="426" y="60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85" name="Switzerland" descr="© INSCALE GmbH, 05.05.2010&#10;http://www.presentationload.com/">
              <a:extLst>
                <a:ext uri="{FF2B5EF4-FFF2-40B4-BE49-F238E27FC236}">
                  <a16:creationId xmlns:a16="http://schemas.microsoft.com/office/drawing/2014/main" id="{C14B19B9-CCD9-4D73-8E36-E6E385EF1F23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385103" y="1572853"/>
              <a:ext cx="113143" cy="62687"/>
            </a:xfrm>
            <a:custGeom>
              <a:avLst/>
              <a:gdLst>
                <a:gd name="T0" fmla="*/ 2147483647 w 288"/>
                <a:gd name="T1" fmla="*/ 2147483647 h 162"/>
                <a:gd name="T2" fmla="*/ 2147483647 w 288"/>
                <a:gd name="T3" fmla="*/ 2147483647 h 162"/>
                <a:gd name="T4" fmla="*/ 2147483647 w 288"/>
                <a:gd name="T5" fmla="*/ 2147483647 h 162"/>
                <a:gd name="T6" fmla="*/ 2147483647 w 288"/>
                <a:gd name="T7" fmla="*/ 2147483647 h 162"/>
                <a:gd name="T8" fmla="*/ 2147483647 w 288"/>
                <a:gd name="T9" fmla="*/ 2147483647 h 162"/>
                <a:gd name="T10" fmla="*/ 2147483647 w 288"/>
                <a:gd name="T11" fmla="*/ 2147483647 h 162"/>
                <a:gd name="T12" fmla="*/ 2147483647 w 288"/>
                <a:gd name="T13" fmla="*/ 2147483647 h 162"/>
                <a:gd name="T14" fmla="*/ 0 w 288"/>
                <a:gd name="T15" fmla="*/ 2147483647 h 162"/>
                <a:gd name="T16" fmla="*/ 2147483647 w 288"/>
                <a:gd name="T17" fmla="*/ 2147483647 h 162"/>
                <a:gd name="T18" fmla="*/ 2147483647 w 288"/>
                <a:gd name="T19" fmla="*/ 2147483647 h 162"/>
                <a:gd name="T20" fmla="*/ 2147483647 w 288"/>
                <a:gd name="T21" fmla="*/ 2147483647 h 162"/>
                <a:gd name="T22" fmla="*/ 2147483647 w 288"/>
                <a:gd name="T23" fmla="*/ 2147483647 h 162"/>
                <a:gd name="T24" fmla="*/ 2147483647 w 288"/>
                <a:gd name="T25" fmla="*/ 2147483647 h 162"/>
                <a:gd name="T26" fmla="*/ 2147483647 w 288"/>
                <a:gd name="T27" fmla="*/ 2147483647 h 162"/>
                <a:gd name="T28" fmla="*/ 2147483647 w 288"/>
                <a:gd name="T29" fmla="*/ 2147483647 h 162"/>
                <a:gd name="T30" fmla="*/ 2147483647 w 288"/>
                <a:gd name="T31" fmla="*/ 2147483647 h 162"/>
                <a:gd name="T32" fmla="*/ 2147483647 w 288"/>
                <a:gd name="T33" fmla="*/ 2147483647 h 162"/>
                <a:gd name="T34" fmla="*/ 2147483647 w 288"/>
                <a:gd name="T35" fmla="*/ 2147483647 h 162"/>
                <a:gd name="T36" fmla="*/ 2147483647 w 288"/>
                <a:gd name="T37" fmla="*/ 2147483647 h 162"/>
                <a:gd name="T38" fmla="*/ 2147483647 w 288"/>
                <a:gd name="T39" fmla="*/ 2147483647 h 162"/>
                <a:gd name="T40" fmla="*/ 2147483647 w 288"/>
                <a:gd name="T41" fmla="*/ 2147483647 h 162"/>
                <a:gd name="T42" fmla="*/ 2147483647 w 288"/>
                <a:gd name="T43" fmla="*/ 2147483647 h 162"/>
                <a:gd name="T44" fmla="*/ 2147483647 w 288"/>
                <a:gd name="T45" fmla="*/ 2147483647 h 162"/>
                <a:gd name="T46" fmla="*/ 2147483647 w 288"/>
                <a:gd name="T47" fmla="*/ 2147483647 h 162"/>
                <a:gd name="T48" fmla="*/ 2147483647 w 288"/>
                <a:gd name="T49" fmla="*/ 2147483647 h 162"/>
                <a:gd name="T50" fmla="*/ 2147483647 w 288"/>
                <a:gd name="T51" fmla="*/ 2147483647 h 162"/>
                <a:gd name="T52" fmla="*/ 2147483647 w 288"/>
                <a:gd name="T53" fmla="*/ 2147483647 h 162"/>
                <a:gd name="T54" fmla="*/ 2147483647 w 288"/>
                <a:gd name="T55" fmla="*/ 2147483647 h 162"/>
                <a:gd name="T56" fmla="*/ 2147483647 w 288"/>
                <a:gd name="T57" fmla="*/ 2147483647 h 162"/>
                <a:gd name="T58" fmla="*/ 2147483647 w 288"/>
                <a:gd name="T59" fmla="*/ 2147483647 h 162"/>
                <a:gd name="T60" fmla="*/ 2147483647 w 288"/>
                <a:gd name="T61" fmla="*/ 2147483647 h 162"/>
                <a:gd name="T62" fmla="*/ 2147483647 w 288"/>
                <a:gd name="T63" fmla="*/ 2147483647 h 162"/>
                <a:gd name="T64" fmla="*/ 2147483647 w 288"/>
                <a:gd name="T65" fmla="*/ 2147483647 h 162"/>
                <a:gd name="T66" fmla="*/ 2147483647 w 288"/>
                <a:gd name="T67" fmla="*/ 0 h 162"/>
                <a:gd name="T68" fmla="*/ 2147483647 w 288"/>
                <a:gd name="T69" fmla="*/ 2147483647 h 162"/>
                <a:gd name="T70" fmla="*/ 2147483647 w 288"/>
                <a:gd name="T71" fmla="*/ 2147483647 h 162"/>
                <a:gd name="T72" fmla="*/ 2147483647 w 288"/>
                <a:gd name="T73" fmla="*/ 2147483647 h 16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88"/>
                <a:gd name="T112" fmla="*/ 0 h 162"/>
                <a:gd name="T113" fmla="*/ 288 w 288"/>
                <a:gd name="T114" fmla="*/ 162 h 162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88" h="162">
                  <a:moveTo>
                    <a:pt x="132" y="24"/>
                  </a:moveTo>
                  <a:lnTo>
                    <a:pt x="96" y="24"/>
                  </a:lnTo>
                  <a:lnTo>
                    <a:pt x="90" y="42"/>
                  </a:lnTo>
                  <a:lnTo>
                    <a:pt x="72" y="30"/>
                  </a:lnTo>
                  <a:lnTo>
                    <a:pt x="66" y="42"/>
                  </a:lnTo>
                  <a:lnTo>
                    <a:pt x="60" y="48"/>
                  </a:lnTo>
                  <a:lnTo>
                    <a:pt x="54" y="60"/>
                  </a:lnTo>
                  <a:lnTo>
                    <a:pt x="48" y="66"/>
                  </a:lnTo>
                  <a:lnTo>
                    <a:pt x="30" y="66"/>
                  </a:lnTo>
                  <a:lnTo>
                    <a:pt x="30" y="78"/>
                  </a:lnTo>
                  <a:lnTo>
                    <a:pt x="18" y="90"/>
                  </a:lnTo>
                  <a:lnTo>
                    <a:pt x="12" y="102"/>
                  </a:lnTo>
                  <a:lnTo>
                    <a:pt x="0" y="108"/>
                  </a:lnTo>
                  <a:lnTo>
                    <a:pt x="6" y="120"/>
                  </a:lnTo>
                  <a:lnTo>
                    <a:pt x="0" y="126"/>
                  </a:lnTo>
                  <a:lnTo>
                    <a:pt x="0" y="132"/>
                  </a:lnTo>
                  <a:lnTo>
                    <a:pt x="6" y="132"/>
                  </a:lnTo>
                  <a:lnTo>
                    <a:pt x="30" y="108"/>
                  </a:lnTo>
                  <a:lnTo>
                    <a:pt x="48" y="108"/>
                  </a:lnTo>
                  <a:lnTo>
                    <a:pt x="54" y="114"/>
                  </a:lnTo>
                  <a:lnTo>
                    <a:pt x="48" y="138"/>
                  </a:lnTo>
                  <a:lnTo>
                    <a:pt x="60" y="150"/>
                  </a:lnTo>
                  <a:lnTo>
                    <a:pt x="60" y="156"/>
                  </a:lnTo>
                  <a:lnTo>
                    <a:pt x="72" y="156"/>
                  </a:lnTo>
                  <a:lnTo>
                    <a:pt x="84" y="144"/>
                  </a:lnTo>
                  <a:lnTo>
                    <a:pt x="96" y="144"/>
                  </a:lnTo>
                  <a:lnTo>
                    <a:pt x="108" y="156"/>
                  </a:lnTo>
                  <a:lnTo>
                    <a:pt x="114" y="156"/>
                  </a:lnTo>
                  <a:lnTo>
                    <a:pt x="132" y="138"/>
                  </a:lnTo>
                  <a:lnTo>
                    <a:pt x="132" y="120"/>
                  </a:lnTo>
                  <a:lnTo>
                    <a:pt x="138" y="114"/>
                  </a:lnTo>
                  <a:lnTo>
                    <a:pt x="150" y="114"/>
                  </a:lnTo>
                  <a:lnTo>
                    <a:pt x="156" y="120"/>
                  </a:lnTo>
                  <a:lnTo>
                    <a:pt x="156" y="126"/>
                  </a:lnTo>
                  <a:lnTo>
                    <a:pt x="162" y="132"/>
                  </a:lnTo>
                  <a:lnTo>
                    <a:pt x="162" y="138"/>
                  </a:lnTo>
                  <a:lnTo>
                    <a:pt x="168" y="138"/>
                  </a:lnTo>
                  <a:lnTo>
                    <a:pt x="192" y="162"/>
                  </a:lnTo>
                  <a:lnTo>
                    <a:pt x="192" y="144"/>
                  </a:lnTo>
                  <a:lnTo>
                    <a:pt x="204" y="132"/>
                  </a:lnTo>
                  <a:lnTo>
                    <a:pt x="210" y="108"/>
                  </a:lnTo>
                  <a:lnTo>
                    <a:pt x="222" y="126"/>
                  </a:lnTo>
                  <a:lnTo>
                    <a:pt x="240" y="120"/>
                  </a:lnTo>
                  <a:lnTo>
                    <a:pt x="258" y="132"/>
                  </a:lnTo>
                  <a:lnTo>
                    <a:pt x="264" y="120"/>
                  </a:lnTo>
                  <a:lnTo>
                    <a:pt x="252" y="108"/>
                  </a:lnTo>
                  <a:lnTo>
                    <a:pt x="252" y="102"/>
                  </a:lnTo>
                  <a:lnTo>
                    <a:pt x="276" y="102"/>
                  </a:lnTo>
                  <a:lnTo>
                    <a:pt x="282" y="84"/>
                  </a:lnTo>
                  <a:lnTo>
                    <a:pt x="288" y="84"/>
                  </a:lnTo>
                  <a:lnTo>
                    <a:pt x="288" y="78"/>
                  </a:lnTo>
                  <a:lnTo>
                    <a:pt x="276" y="66"/>
                  </a:lnTo>
                  <a:lnTo>
                    <a:pt x="270" y="66"/>
                  </a:lnTo>
                  <a:lnTo>
                    <a:pt x="252" y="84"/>
                  </a:lnTo>
                  <a:lnTo>
                    <a:pt x="246" y="84"/>
                  </a:lnTo>
                  <a:lnTo>
                    <a:pt x="246" y="66"/>
                  </a:lnTo>
                  <a:lnTo>
                    <a:pt x="210" y="66"/>
                  </a:lnTo>
                  <a:lnTo>
                    <a:pt x="210" y="60"/>
                  </a:lnTo>
                  <a:lnTo>
                    <a:pt x="216" y="48"/>
                  </a:lnTo>
                  <a:lnTo>
                    <a:pt x="222" y="42"/>
                  </a:lnTo>
                  <a:lnTo>
                    <a:pt x="228" y="42"/>
                  </a:lnTo>
                  <a:lnTo>
                    <a:pt x="228" y="30"/>
                  </a:lnTo>
                  <a:lnTo>
                    <a:pt x="216" y="30"/>
                  </a:lnTo>
                  <a:lnTo>
                    <a:pt x="210" y="18"/>
                  </a:lnTo>
                  <a:lnTo>
                    <a:pt x="192" y="12"/>
                  </a:lnTo>
                  <a:lnTo>
                    <a:pt x="180" y="12"/>
                  </a:lnTo>
                  <a:lnTo>
                    <a:pt x="174" y="6"/>
                  </a:lnTo>
                  <a:lnTo>
                    <a:pt x="162" y="0"/>
                  </a:lnTo>
                  <a:lnTo>
                    <a:pt x="156" y="0"/>
                  </a:lnTo>
                  <a:lnTo>
                    <a:pt x="150" y="6"/>
                  </a:lnTo>
                  <a:lnTo>
                    <a:pt x="150" y="18"/>
                  </a:lnTo>
                  <a:lnTo>
                    <a:pt x="156" y="24"/>
                  </a:lnTo>
                  <a:lnTo>
                    <a:pt x="150" y="18"/>
                  </a:lnTo>
                  <a:lnTo>
                    <a:pt x="132" y="24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86" name="Sweden" descr="© INSCALE GmbH, 05.05.2010&#10;http://www.presentationload.com/">
              <a:extLst>
                <a:ext uri="{FF2B5EF4-FFF2-40B4-BE49-F238E27FC236}">
                  <a16:creationId xmlns:a16="http://schemas.microsoft.com/office/drawing/2014/main" id="{D2ECE5DA-C9D8-4171-BB10-03CF214F7E84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1513535" y="958210"/>
              <a:ext cx="270625" cy="386825"/>
            </a:xfrm>
            <a:custGeom>
              <a:avLst/>
              <a:gdLst>
                <a:gd name="T0" fmla="*/ 2147483647 w 690"/>
                <a:gd name="T1" fmla="*/ 2147483647 h 990"/>
                <a:gd name="T2" fmla="*/ 2147483647 w 690"/>
                <a:gd name="T3" fmla="*/ 2147483647 h 990"/>
                <a:gd name="T4" fmla="*/ 2147483647 w 690"/>
                <a:gd name="T5" fmla="*/ 2147483647 h 990"/>
                <a:gd name="T6" fmla="*/ 2147483647 w 690"/>
                <a:gd name="T7" fmla="*/ 2147483647 h 990"/>
                <a:gd name="T8" fmla="*/ 2147483647 w 690"/>
                <a:gd name="T9" fmla="*/ 2147483647 h 990"/>
                <a:gd name="T10" fmla="*/ 2147483647 w 690"/>
                <a:gd name="T11" fmla="*/ 2147483647 h 990"/>
                <a:gd name="T12" fmla="*/ 2147483647 w 690"/>
                <a:gd name="T13" fmla="*/ 2147483647 h 990"/>
                <a:gd name="T14" fmla="*/ 2147483647 w 690"/>
                <a:gd name="T15" fmla="*/ 2147483647 h 990"/>
                <a:gd name="T16" fmla="*/ 2147483647 w 690"/>
                <a:gd name="T17" fmla="*/ 2147483647 h 990"/>
                <a:gd name="T18" fmla="*/ 2147483647 w 690"/>
                <a:gd name="T19" fmla="*/ 2147483647 h 990"/>
                <a:gd name="T20" fmla="*/ 2147483647 w 690"/>
                <a:gd name="T21" fmla="*/ 2147483647 h 990"/>
                <a:gd name="T22" fmla="*/ 2147483647 w 690"/>
                <a:gd name="T23" fmla="*/ 2147483647 h 990"/>
                <a:gd name="T24" fmla="*/ 2147483647 w 690"/>
                <a:gd name="T25" fmla="*/ 2147483647 h 990"/>
                <a:gd name="T26" fmla="*/ 2147483647 w 690"/>
                <a:gd name="T27" fmla="*/ 2147483647 h 990"/>
                <a:gd name="T28" fmla="*/ 2147483647 w 690"/>
                <a:gd name="T29" fmla="*/ 2147483647 h 990"/>
                <a:gd name="T30" fmla="*/ 2147483647 w 690"/>
                <a:gd name="T31" fmla="*/ 2147483647 h 990"/>
                <a:gd name="T32" fmla="*/ 2147483647 w 690"/>
                <a:gd name="T33" fmla="*/ 2147483647 h 990"/>
                <a:gd name="T34" fmla="*/ 2147483647 w 690"/>
                <a:gd name="T35" fmla="*/ 2147483647 h 990"/>
                <a:gd name="T36" fmla="*/ 2147483647 w 690"/>
                <a:gd name="T37" fmla="*/ 2147483647 h 990"/>
                <a:gd name="T38" fmla="*/ 2147483647 w 690"/>
                <a:gd name="T39" fmla="*/ 2147483647 h 990"/>
                <a:gd name="T40" fmla="*/ 2147483647 w 690"/>
                <a:gd name="T41" fmla="*/ 2147483647 h 990"/>
                <a:gd name="T42" fmla="*/ 2147483647 w 690"/>
                <a:gd name="T43" fmla="*/ 2147483647 h 990"/>
                <a:gd name="T44" fmla="*/ 2147483647 w 690"/>
                <a:gd name="T45" fmla="*/ 2147483647 h 990"/>
                <a:gd name="T46" fmla="*/ 0 w 690"/>
                <a:gd name="T47" fmla="*/ 2147483647 h 990"/>
                <a:gd name="T48" fmla="*/ 2147483647 w 690"/>
                <a:gd name="T49" fmla="*/ 2147483647 h 990"/>
                <a:gd name="T50" fmla="*/ 2147483647 w 690"/>
                <a:gd name="T51" fmla="*/ 2147483647 h 990"/>
                <a:gd name="T52" fmla="*/ 2147483647 w 690"/>
                <a:gd name="T53" fmla="*/ 2147483647 h 990"/>
                <a:gd name="T54" fmla="*/ 2147483647 w 690"/>
                <a:gd name="T55" fmla="*/ 2147483647 h 990"/>
                <a:gd name="T56" fmla="*/ 2147483647 w 690"/>
                <a:gd name="T57" fmla="*/ 2147483647 h 990"/>
                <a:gd name="T58" fmla="*/ 2147483647 w 690"/>
                <a:gd name="T59" fmla="*/ 2147483647 h 990"/>
                <a:gd name="T60" fmla="*/ 2147483647 w 690"/>
                <a:gd name="T61" fmla="*/ 2147483647 h 990"/>
                <a:gd name="T62" fmla="*/ 2147483647 w 690"/>
                <a:gd name="T63" fmla="*/ 2147483647 h 990"/>
                <a:gd name="T64" fmla="*/ 2147483647 w 690"/>
                <a:gd name="T65" fmla="*/ 2147483647 h 990"/>
                <a:gd name="T66" fmla="*/ 2147483647 w 690"/>
                <a:gd name="T67" fmla="*/ 2147483647 h 990"/>
                <a:gd name="T68" fmla="*/ 2147483647 w 690"/>
                <a:gd name="T69" fmla="*/ 2147483647 h 990"/>
                <a:gd name="T70" fmla="*/ 2147483647 w 690"/>
                <a:gd name="T71" fmla="*/ 2147483647 h 990"/>
                <a:gd name="T72" fmla="*/ 2147483647 w 690"/>
                <a:gd name="T73" fmla="*/ 2147483647 h 990"/>
                <a:gd name="T74" fmla="*/ 2147483647 w 690"/>
                <a:gd name="T75" fmla="*/ 2147483647 h 990"/>
                <a:gd name="T76" fmla="*/ 2147483647 w 690"/>
                <a:gd name="T77" fmla="*/ 2147483647 h 990"/>
                <a:gd name="T78" fmla="*/ 2147483647 w 690"/>
                <a:gd name="T79" fmla="*/ 2147483647 h 990"/>
                <a:gd name="T80" fmla="*/ 2147483647 w 690"/>
                <a:gd name="T81" fmla="*/ 2147483647 h 990"/>
                <a:gd name="T82" fmla="*/ 2147483647 w 690"/>
                <a:gd name="T83" fmla="*/ 2147483647 h 990"/>
                <a:gd name="T84" fmla="*/ 2147483647 w 690"/>
                <a:gd name="T85" fmla="*/ 2147483647 h 990"/>
                <a:gd name="T86" fmla="*/ 2147483647 w 690"/>
                <a:gd name="T87" fmla="*/ 2147483647 h 990"/>
                <a:gd name="T88" fmla="*/ 2147483647 w 690"/>
                <a:gd name="T89" fmla="*/ 2147483647 h 990"/>
                <a:gd name="T90" fmla="*/ 2147483647 w 690"/>
                <a:gd name="T91" fmla="*/ 2147483647 h 990"/>
                <a:gd name="T92" fmla="*/ 2147483647 w 690"/>
                <a:gd name="T93" fmla="*/ 2147483647 h 990"/>
                <a:gd name="T94" fmla="*/ 2147483647 w 690"/>
                <a:gd name="T95" fmla="*/ 2147483647 h 990"/>
                <a:gd name="T96" fmla="*/ 2147483647 w 690"/>
                <a:gd name="T97" fmla="*/ 2147483647 h 990"/>
                <a:gd name="T98" fmla="*/ 2147483647 w 690"/>
                <a:gd name="T99" fmla="*/ 2147483647 h 990"/>
                <a:gd name="T100" fmla="*/ 2147483647 w 690"/>
                <a:gd name="T101" fmla="*/ 2147483647 h 99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690"/>
                <a:gd name="T154" fmla="*/ 0 h 990"/>
                <a:gd name="T155" fmla="*/ 690 w 690"/>
                <a:gd name="T156" fmla="*/ 990 h 990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690" h="990">
                  <a:moveTo>
                    <a:pt x="678" y="204"/>
                  </a:moveTo>
                  <a:lnTo>
                    <a:pt x="672" y="198"/>
                  </a:lnTo>
                  <a:lnTo>
                    <a:pt x="660" y="192"/>
                  </a:lnTo>
                  <a:lnTo>
                    <a:pt x="648" y="180"/>
                  </a:lnTo>
                  <a:lnTo>
                    <a:pt x="648" y="174"/>
                  </a:lnTo>
                  <a:lnTo>
                    <a:pt x="654" y="162"/>
                  </a:lnTo>
                  <a:lnTo>
                    <a:pt x="660" y="156"/>
                  </a:lnTo>
                  <a:lnTo>
                    <a:pt x="666" y="144"/>
                  </a:lnTo>
                  <a:lnTo>
                    <a:pt x="642" y="132"/>
                  </a:lnTo>
                  <a:lnTo>
                    <a:pt x="648" y="108"/>
                  </a:lnTo>
                  <a:lnTo>
                    <a:pt x="636" y="102"/>
                  </a:lnTo>
                  <a:lnTo>
                    <a:pt x="636" y="96"/>
                  </a:lnTo>
                  <a:lnTo>
                    <a:pt x="642" y="90"/>
                  </a:lnTo>
                  <a:lnTo>
                    <a:pt x="642" y="66"/>
                  </a:lnTo>
                  <a:lnTo>
                    <a:pt x="636" y="66"/>
                  </a:lnTo>
                  <a:lnTo>
                    <a:pt x="630" y="60"/>
                  </a:lnTo>
                  <a:lnTo>
                    <a:pt x="618" y="60"/>
                  </a:lnTo>
                  <a:lnTo>
                    <a:pt x="588" y="42"/>
                  </a:lnTo>
                  <a:lnTo>
                    <a:pt x="552" y="42"/>
                  </a:lnTo>
                  <a:lnTo>
                    <a:pt x="540" y="30"/>
                  </a:lnTo>
                  <a:lnTo>
                    <a:pt x="534" y="30"/>
                  </a:lnTo>
                  <a:lnTo>
                    <a:pt x="528" y="24"/>
                  </a:lnTo>
                  <a:lnTo>
                    <a:pt x="516" y="24"/>
                  </a:lnTo>
                  <a:lnTo>
                    <a:pt x="504" y="18"/>
                  </a:lnTo>
                  <a:lnTo>
                    <a:pt x="498" y="12"/>
                  </a:lnTo>
                  <a:lnTo>
                    <a:pt x="486" y="6"/>
                  </a:lnTo>
                  <a:lnTo>
                    <a:pt x="456" y="0"/>
                  </a:lnTo>
                  <a:lnTo>
                    <a:pt x="456" y="24"/>
                  </a:lnTo>
                  <a:lnTo>
                    <a:pt x="444" y="24"/>
                  </a:lnTo>
                  <a:lnTo>
                    <a:pt x="444" y="30"/>
                  </a:lnTo>
                  <a:lnTo>
                    <a:pt x="456" y="42"/>
                  </a:lnTo>
                  <a:lnTo>
                    <a:pt x="462" y="42"/>
                  </a:lnTo>
                  <a:lnTo>
                    <a:pt x="456" y="48"/>
                  </a:lnTo>
                  <a:lnTo>
                    <a:pt x="444" y="48"/>
                  </a:lnTo>
                  <a:lnTo>
                    <a:pt x="438" y="42"/>
                  </a:lnTo>
                  <a:lnTo>
                    <a:pt x="414" y="42"/>
                  </a:lnTo>
                  <a:lnTo>
                    <a:pt x="390" y="36"/>
                  </a:lnTo>
                  <a:lnTo>
                    <a:pt x="366" y="42"/>
                  </a:lnTo>
                  <a:lnTo>
                    <a:pt x="366" y="30"/>
                  </a:lnTo>
                  <a:lnTo>
                    <a:pt x="360" y="24"/>
                  </a:lnTo>
                  <a:lnTo>
                    <a:pt x="348" y="36"/>
                  </a:lnTo>
                  <a:lnTo>
                    <a:pt x="348" y="66"/>
                  </a:lnTo>
                  <a:lnTo>
                    <a:pt x="342" y="72"/>
                  </a:lnTo>
                  <a:lnTo>
                    <a:pt x="324" y="72"/>
                  </a:lnTo>
                  <a:lnTo>
                    <a:pt x="282" y="78"/>
                  </a:lnTo>
                  <a:lnTo>
                    <a:pt x="264" y="96"/>
                  </a:lnTo>
                  <a:lnTo>
                    <a:pt x="252" y="102"/>
                  </a:lnTo>
                  <a:lnTo>
                    <a:pt x="246" y="102"/>
                  </a:lnTo>
                  <a:lnTo>
                    <a:pt x="246" y="114"/>
                  </a:lnTo>
                  <a:lnTo>
                    <a:pt x="258" y="120"/>
                  </a:lnTo>
                  <a:lnTo>
                    <a:pt x="264" y="126"/>
                  </a:lnTo>
                  <a:lnTo>
                    <a:pt x="258" y="144"/>
                  </a:lnTo>
                  <a:lnTo>
                    <a:pt x="252" y="144"/>
                  </a:lnTo>
                  <a:lnTo>
                    <a:pt x="240" y="150"/>
                  </a:lnTo>
                  <a:lnTo>
                    <a:pt x="234" y="156"/>
                  </a:lnTo>
                  <a:lnTo>
                    <a:pt x="234" y="162"/>
                  </a:lnTo>
                  <a:lnTo>
                    <a:pt x="228" y="168"/>
                  </a:lnTo>
                  <a:lnTo>
                    <a:pt x="210" y="168"/>
                  </a:lnTo>
                  <a:lnTo>
                    <a:pt x="216" y="174"/>
                  </a:lnTo>
                  <a:lnTo>
                    <a:pt x="216" y="180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16" y="192"/>
                  </a:lnTo>
                  <a:lnTo>
                    <a:pt x="210" y="198"/>
                  </a:lnTo>
                  <a:lnTo>
                    <a:pt x="204" y="198"/>
                  </a:lnTo>
                  <a:lnTo>
                    <a:pt x="192" y="204"/>
                  </a:lnTo>
                  <a:lnTo>
                    <a:pt x="174" y="192"/>
                  </a:lnTo>
                  <a:lnTo>
                    <a:pt x="174" y="228"/>
                  </a:lnTo>
                  <a:lnTo>
                    <a:pt x="168" y="270"/>
                  </a:lnTo>
                  <a:lnTo>
                    <a:pt x="138" y="300"/>
                  </a:lnTo>
                  <a:lnTo>
                    <a:pt x="132" y="300"/>
                  </a:lnTo>
                  <a:lnTo>
                    <a:pt x="120" y="306"/>
                  </a:lnTo>
                  <a:lnTo>
                    <a:pt x="132" y="312"/>
                  </a:lnTo>
                  <a:lnTo>
                    <a:pt x="150" y="330"/>
                  </a:lnTo>
                  <a:lnTo>
                    <a:pt x="150" y="336"/>
                  </a:lnTo>
                  <a:lnTo>
                    <a:pt x="144" y="342"/>
                  </a:lnTo>
                  <a:lnTo>
                    <a:pt x="102" y="342"/>
                  </a:lnTo>
                  <a:lnTo>
                    <a:pt x="90" y="348"/>
                  </a:lnTo>
                  <a:lnTo>
                    <a:pt x="84" y="354"/>
                  </a:lnTo>
                  <a:lnTo>
                    <a:pt x="72" y="360"/>
                  </a:lnTo>
                  <a:lnTo>
                    <a:pt x="30" y="402"/>
                  </a:lnTo>
                  <a:lnTo>
                    <a:pt x="36" y="408"/>
                  </a:lnTo>
                  <a:lnTo>
                    <a:pt x="42" y="408"/>
                  </a:lnTo>
                  <a:lnTo>
                    <a:pt x="48" y="414"/>
                  </a:lnTo>
                  <a:lnTo>
                    <a:pt x="48" y="420"/>
                  </a:lnTo>
                  <a:lnTo>
                    <a:pt x="42" y="426"/>
                  </a:lnTo>
                  <a:lnTo>
                    <a:pt x="36" y="426"/>
                  </a:lnTo>
                  <a:lnTo>
                    <a:pt x="30" y="432"/>
                  </a:lnTo>
                  <a:lnTo>
                    <a:pt x="30" y="444"/>
                  </a:lnTo>
                  <a:lnTo>
                    <a:pt x="54" y="468"/>
                  </a:lnTo>
                  <a:lnTo>
                    <a:pt x="54" y="480"/>
                  </a:lnTo>
                  <a:lnTo>
                    <a:pt x="48" y="492"/>
                  </a:lnTo>
                  <a:lnTo>
                    <a:pt x="48" y="510"/>
                  </a:lnTo>
                  <a:lnTo>
                    <a:pt x="60" y="522"/>
                  </a:lnTo>
                  <a:lnTo>
                    <a:pt x="66" y="522"/>
                  </a:lnTo>
                  <a:lnTo>
                    <a:pt x="84" y="540"/>
                  </a:lnTo>
                  <a:lnTo>
                    <a:pt x="84" y="552"/>
                  </a:lnTo>
                  <a:lnTo>
                    <a:pt x="72" y="564"/>
                  </a:lnTo>
                  <a:lnTo>
                    <a:pt x="48" y="570"/>
                  </a:lnTo>
                  <a:lnTo>
                    <a:pt x="54" y="576"/>
                  </a:lnTo>
                  <a:lnTo>
                    <a:pt x="60" y="588"/>
                  </a:lnTo>
                  <a:lnTo>
                    <a:pt x="60" y="594"/>
                  </a:lnTo>
                  <a:lnTo>
                    <a:pt x="66" y="600"/>
                  </a:lnTo>
                  <a:lnTo>
                    <a:pt x="66" y="606"/>
                  </a:lnTo>
                  <a:lnTo>
                    <a:pt x="72" y="618"/>
                  </a:lnTo>
                  <a:lnTo>
                    <a:pt x="66" y="618"/>
                  </a:lnTo>
                  <a:lnTo>
                    <a:pt x="66" y="642"/>
                  </a:lnTo>
                  <a:lnTo>
                    <a:pt x="60" y="648"/>
                  </a:lnTo>
                  <a:lnTo>
                    <a:pt x="24" y="648"/>
                  </a:lnTo>
                  <a:lnTo>
                    <a:pt x="30" y="660"/>
                  </a:lnTo>
                  <a:lnTo>
                    <a:pt x="30" y="666"/>
                  </a:lnTo>
                  <a:lnTo>
                    <a:pt x="24" y="666"/>
                  </a:lnTo>
                  <a:lnTo>
                    <a:pt x="18" y="672"/>
                  </a:lnTo>
                  <a:lnTo>
                    <a:pt x="18" y="678"/>
                  </a:lnTo>
                  <a:lnTo>
                    <a:pt x="30" y="690"/>
                  </a:lnTo>
                  <a:lnTo>
                    <a:pt x="30" y="708"/>
                  </a:lnTo>
                  <a:lnTo>
                    <a:pt x="24" y="714"/>
                  </a:lnTo>
                  <a:lnTo>
                    <a:pt x="18" y="726"/>
                  </a:lnTo>
                  <a:lnTo>
                    <a:pt x="0" y="708"/>
                  </a:lnTo>
                  <a:lnTo>
                    <a:pt x="0" y="768"/>
                  </a:lnTo>
                  <a:lnTo>
                    <a:pt x="6" y="762"/>
                  </a:lnTo>
                  <a:lnTo>
                    <a:pt x="24" y="762"/>
                  </a:lnTo>
                  <a:lnTo>
                    <a:pt x="36" y="774"/>
                  </a:lnTo>
                  <a:lnTo>
                    <a:pt x="36" y="780"/>
                  </a:lnTo>
                  <a:lnTo>
                    <a:pt x="30" y="780"/>
                  </a:lnTo>
                  <a:lnTo>
                    <a:pt x="30" y="774"/>
                  </a:lnTo>
                  <a:lnTo>
                    <a:pt x="24" y="774"/>
                  </a:lnTo>
                  <a:lnTo>
                    <a:pt x="24" y="834"/>
                  </a:lnTo>
                  <a:lnTo>
                    <a:pt x="30" y="840"/>
                  </a:lnTo>
                  <a:lnTo>
                    <a:pt x="36" y="840"/>
                  </a:lnTo>
                  <a:lnTo>
                    <a:pt x="48" y="846"/>
                  </a:lnTo>
                  <a:lnTo>
                    <a:pt x="54" y="858"/>
                  </a:lnTo>
                  <a:lnTo>
                    <a:pt x="60" y="864"/>
                  </a:lnTo>
                  <a:lnTo>
                    <a:pt x="66" y="876"/>
                  </a:lnTo>
                  <a:lnTo>
                    <a:pt x="90" y="900"/>
                  </a:lnTo>
                  <a:lnTo>
                    <a:pt x="96" y="900"/>
                  </a:lnTo>
                  <a:lnTo>
                    <a:pt x="96" y="912"/>
                  </a:lnTo>
                  <a:lnTo>
                    <a:pt x="78" y="912"/>
                  </a:lnTo>
                  <a:lnTo>
                    <a:pt x="78" y="942"/>
                  </a:lnTo>
                  <a:lnTo>
                    <a:pt x="90" y="954"/>
                  </a:lnTo>
                  <a:lnTo>
                    <a:pt x="102" y="960"/>
                  </a:lnTo>
                  <a:lnTo>
                    <a:pt x="96" y="966"/>
                  </a:lnTo>
                  <a:lnTo>
                    <a:pt x="96" y="984"/>
                  </a:lnTo>
                  <a:lnTo>
                    <a:pt x="102" y="984"/>
                  </a:lnTo>
                  <a:lnTo>
                    <a:pt x="108" y="990"/>
                  </a:lnTo>
                  <a:lnTo>
                    <a:pt x="174" y="990"/>
                  </a:lnTo>
                  <a:lnTo>
                    <a:pt x="180" y="984"/>
                  </a:lnTo>
                  <a:lnTo>
                    <a:pt x="180" y="948"/>
                  </a:lnTo>
                  <a:lnTo>
                    <a:pt x="198" y="942"/>
                  </a:lnTo>
                  <a:lnTo>
                    <a:pt x="198" y="924"/>
                  </a:lnTo>
                  <a:lnTo>
                    <a:pt x="264" y="930"/>
                  </a:lnTo>
                  <a:lnTo>
                    <a:pt x="276" y="936"/>
                  </a:lnTo>
                  <a:lnTo>
                    <a:pt x="300" y="876"/>
                  </a:lnTo>
                  <a:lnTo>
                    <a:pt x="300" y="864"/>
                  </a:lnTo>
                  <a:lnTo>
                    <a:pt x="306" y="852"/>
                  </a:lnTo>
                  <a:lnTo>
                    <a:pt x="306" y="816"/>
                  </a:lnTo>
                  <a:lnTo>
                    <a:pt x="300" y="810"/>
                  </a:lnTo>
                  <a:lnTo>
                    <a:pt x="294" y="798"/>
                  </a:lnTo>
                  <a:lnTo>
                    <a:pt x="312" y="798"/>
                  </a:lnTo>
                  <a:lnTo>
                    <a:pt x="324" y="786"/>
                  </a:lnTo>
                  <a:lnTo>
                    <a:pt x="324" y="780"/>
                  </a:lnTo>
                  <a:lnTo>
                    <a:pt x="306" y="762"/>
                  </a:lnTo>
                  <a:lnTo>
                    <a:pt x="294" y="762"/>
                  </a:lnTo>
                  <a:lnTo>
                    <a:pt x="312" y="756"/>
                  </a:lnTo>
                  <a:lnTo>
                    <a:pt x="300" y="750"/>
                  </a:lnTo>
                  <a:lnTo>
                    <a:pt x="324" y="750"/>
                  </a:lnTo>
                  <a:lnTo>
                    <a:pt x="336" y="744"/>
                  </a:lnTo>
                  <a:lnTo>
                    <a:pt x="348" y="744"/>
                  </a:lnTo>
                  <a:lnTo>
                    <a:pt x="354" y="738"/>
                  </a:lnTo>
                  <a:lnTo>
                    <a:pt x="360" y="726"/>
                  </a:lnTo>
                  <a:lnTo>
                    <a:pt x="360" y="714"/>
                  </a:lnTo>
                  <a:lnTo>
                    <a:pt x="366" y="708"/>
                  </a:lnTo>
                  <a:lnTo>
                    <a:pt x="384" y="726"/>
                  </a:lnTo>
                  <a:lnTo>
                    <a:pt x="390" y="726"/>
                  </a:lnTo>
                  <a:lnTo>
                    <a:pt x="396" y="720"/>
                  </a:lnTo>
                  <a:lnTo>
                    <a:pt x="408" y="696"/>
                  </a:lnTo>
                  <a:lnTo>
                    <a:pt x="402" y="690"/>
                  </a:lnTo>
                  <a:lnTo>
                    <a:pt x="402" y="684"/>
                  </a:lnTo>
                  <a:lnTo>
                    <a:pt x="414" y="684"/>
                  </a:lnTo>
                  <a:lnTo>
                    <a:pt x="420" y="678"/>
                  </a:lnTo>
                  <a:lnTo>
                    <a:pt x="432" y="672"/>
                  </a:lnTo>
                  <a:lnTo>
                    <a:pt x="432" y="660"/>
                  </a:lnTo>
                  <a:lnTo>
                    <a:pt x="420" y="636"/>
                  </a:lnTo>
                  <a:lnTo>
                    <a:pt x="408" y="630"/>
                  </a:lnTo>
                  <a:lnTo>
                    <a:pt x="408" y="618"/>
                  </a:lnTo>
                  <a:lnTo>
                    <a:pt x="372" y="600"/>
                  </a:lnTo>
                  <a:lnTo>
                    <a:pt x="360" y="606"/>
                  </a:lnTo>
                  <a:lnTo>
                    <a:pt x="354" y="606"/>
                  </a:lnTo>
                  <a:lnTo>
                    <a:pt x="342" y="600"/>
                  </a:lnTo>
                  <a:lnTo>
                    <a:pt x="330" y="576"/>
                  </a:lnTo>
                  <a:lnTo>
                    <a:pt x="330" y="558"/>
                  </a:lnTo>
                  <a:lnTo>
                    <a:pt x="324" y="546"/>
                  </a:lnTo>
                  <a:lnTo>
                    <a:pt x="324" y="528"/>
                  </a:lnTo>
                  <a:lnTo>
                    <a:pt x="336" y="516"/>
                  </a:lnTo>
                  <a:lnTo>
                    <a:pt x="342" y="504"/>
                  </a:lnTo>
                  <a:lnTo>
                    <a:pt x="342" y="486"/>
                  </a:lnTo>
                  <a:lnTo>
                    <a:pt x="336" y="474"/>
                  </a:lnTo>
                  <a:lnTo>
                    <a:pt x="330" y="468"/>
                  </a:lnTo>
                  <a:lnTo>
                    <a:pt x="330" y="462"/>
                  </a:lnTo>
                  <a:lnTo>
                    <a:pt x="348" y="462"/>
                  </a:lnTo>
                  <a:lnTo>
                    <a:pt x="354" y="456"/>
                  </a:lnTo>
                  <a:lnTo>
                    <a:pt x="354" y="438"/>
                  </a:lnTo>
                  <a:lnTo>
                    <a:pt x="348" y="426"/>
                  </a:lnTo>
                  <a:lnTo>
                    <a:pt x="354" y="432"/>
                  </a:lnTo>
                  <a:lnTo>
                    <a:pt x="378" y="432"/>
                  </a:lnTo>
                  <a:lnTo>
                    <a:pt x="384" y="426"/>
                  </a:lnTo>
                  <a:lnTo>
                    <a:pt x="396" y="420"/>
                  </a:lnTo>
                  <a:lnTo>
                    <a:pt x="408" y="408"/>
                  </a:lnTo>
                  <a:lnTo>
                    <a:pt x="438" y="414"/>
                  </a:lnTo>
                  <a:lnTo>
                    <a:pt x="450" y="390"/>
                  </a:lnTo>
                  <a:lnTo>
                    <a:pt x="480" y="390"/>
                  </a:lnTo>
                  <a:lnTo>
                    <a:pt x="498" y="384"/>
                  </a:lnTo>
                  <a:lnTo>
                    <a:pt x="510" y="378"/>
                  </a:lnTo>
                  <a:lnTo>
                    <a:pt x="522" y="354"/>
                  </a:lnTo>
                  <a:lnTo>
                    <a:pt x="540" y="336"/>
                  </a:lnTo>
                  <a:lnTo>
                    <a:pt x="546" y="324"/>
                  </a:lnTo>
                  <a:lnTo>
                    <a:pt x="528" y="300"/>
                  </a:lnTo>
                  <a:lnTo>
                    <a:pt x="558" y="264"/>
                  </a:lnTo>
                  <a:lnTo>
                    <a:pt x="540" y="246"/>
                  </a:lnTo>
                  <a:lnTo>
                    <a:pt x="576" y="234"/>
                  </a:lnTo>
                  <a:lnTo>
                    <a:pt x="594" y="216"/>
                  </a:lnTo>
                  <a:lnTo>
                    <a:pt x="672" y="222"/>
                  </a:lnTo>
                  <a:lnTo>
                    <a:pt x="684" y="240"/>
                  </a:lnTo>
                  <a:lnTo>
                    <a:pt x="690" y="240"/>
                  </a:lnTo>
                  <a:lnTo>
                    <a:pt x="678" y="204"/>
                  </a:lnTo>
                  <a:close/>
                  <a:moveTo>
                    <a:pt x="390" y="828"/>
                  </a:moveTo>
                  <a:lnTo>
                    <a:pt x="390" y="840"/>
                  </a:lnTo>
                  <a:lnTo>
                    <a:pt x="396" y="852"/>
                  </a:lnTo>
                  <a:lnTo>
                    <a:pt x="396" y="864"/>
                  </a:lnTo>
                  <a:lnTo>
                    <a:pt x="402" y="870"/>
                  </a:lnTo>
                  <a:lnTo>
                    <a:pt x="402" y="876"/>
                  </a:lnTo>
                  <a:lnTo>
                    <a:pt x="414" y="852"/>
                  </a:lnTo>
                  <a:lnTo>
                    <a:pt x="426" y="852"/>
                  </a:lnTo>
                  <a:lnTo>
                    <a:pt x="432" y="846"/>
                  </a:lnTo>
                  <a:lnTo>
                    <a:pt x="438" y="834"/>
                  </a:lnTo>
                  <a:lnTo>
                    <a:pt x="438" y="822"/>
                  </a:lnTo>
                  <a:lnTo>
                    <a:pt x="432" y="816"/>
                  </a:lnTo>
                  <a:lnTo>
                    <a:pt x="450" y="798"/>
                  </a:lnTo>
                  <a:lnTo>
                    <a:pt x="444" y="798"/>
                  </a:lnTo>
                  <a:lnTo>
                    <a:pt x="438" y="804"/>
                  </a:lnTo>
                  <a:lnTo>
                    <a:pt x="420" y="804"/>
                  </a:lnTo>
                  <a:lnTo>
                    <a:pt x="408" y="810"/>
                  </a:lnTo>
                  <a:lnTo>
                    <a:pt x="390" y="828"/>
                  </a:lnTo>
                  <a:close/>
                  <a:moveTo>
                    <a:pt x="300" y="900"/>
                  </a:moveTo>
                  <a:lnTo>
                    <a:pt x="300" y="912"/>
                  </a:lnTo>
                  <a:lnTo>
                    <a:pt x="294" y="924"/>
                  </a:lnTo>
                  <a:lnTo>
                    <a:pt x="300" y="918"/>
                  </a:lnTo>
                  <a:lnTo>
                    <a:pt x="312" y="912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24" y="888"/>
                  </a:lnTo>
                  <a:lnTo>
                    <a:pt x="324" y="882"/>
                  </a:lnTo>
                  <a:lnTo>
                    <a:pt x="342" y="858"/>
                  </a:lnTo>
                  <a:lnTo>
                    <a:pt x="336" y="840"/>
                  </a:lnTo>
                  <a:lnTo>
                    <a:pt x="330" y="852"/>
                  </a:lnTo>
                  <a:lnTo>
                    <a:pt x="312" y="870"/>
                  </a:lnTo>
                  <a:lnTo>
                    <a:pt x="300" y="894"/>
                  </a:lnTo>
                  <a:lnTo>
                    <a:pt x="300" y="900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87" name="Swaziland" descr="© INSCALE GmbH, 05.05.2010&#10;http://www.presentationload.com/">
              <a:extLst>
                <a:ext uri="{FF2B5EF4-FFF2-40B4-BE49-F238E27FC236}">
                  <a16:creationId xmlns:a16="http://schemas.microsoft.com/office/drawing/2014/main" id="{0B8383F5-0BA6-4A24-93FE-FF9DE59F5B6C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047138" y="3887682"/>
              <a:ext cx="39752" cy="51985"/>
            </a:xfrm>
            <a:custGeom>
              <a:avLst/>
              <a:gdLst>
                <a:gd name="T0" fmla="*/ 2147483647 w 102"/>
                <a:gd name="T1" fmla="*/ 2147483647 h 132"/>
                <a:gd name="T2" fmla="*/ 2147483647 w 102"/>
                <a:gd name="T3" fmla="*/ 2147483647 h 132"/>
                <a:gd name="T4" fmla="*/ 2147483647 w 102"/>
                <a:gd name="T5" fmla="*/ 2147483647 h 132"/>
                <a:gd name="T6" fmla="*/ 2147483647 w 102"/>
                <a:gd name="T7" fmla="*/ 2147483647 h 132"/>
                <a:gd name="T8" fmla="*/ 2147483647 w 102"/>
                <a:gd name="T9" fmla="*/ 2147483647 h 132"/>
                <a:gd name="T10" fmla="*/ 2147483647 w 102"/>
                <a:gd name="T11" fmla="*/ 0 h 132"/>
                <a:gd name="T12" fmla="*/ 2147483647 w 102"/>
                <a:gd name="T13" fmla="*/ 0 h 132"/>
                <a:gd name="T14" fmla="*/ 2147483647 w 102"/>
                <a:gd name="T15" fmla="*/ 2147483647 h 132"/>
                <a:gd name="T16" fmla="*/ 2147483647 w 102"/>
                <a:gd name="T17" fmla="*/ 2147483647 h 132"/>
                <a:gd name="T18" fmla="*/ 2147483647 w 102"/>
                <a:gd name="T19" fmla="*/ 2147483647 h 132"/>
                <a:gd name="T20" fmla="*/ 2147483647 w 102"/>
                <a:gd name="T21" fmla="*/ 2147483647 h 132"/>
                <a:gd name="T22" fmla="*/ 0 w 102"/>
                <a:gd name="T23" fmla="*/ 2147483647 h 132"/>
                <a:gd name="T24" fmla="*/ 0 w 102"/>
                <a:gd name="T25" fmla="*/ 2147483647 h 132"/>
                <a:gd name="T26" fmla="*/ 2147483647 w 102"/>
                <a:gd name="T27" fmla="*/ 2147483647 h 132"/>
                <a:gd name="T28" fmla="*/ 2147483647 w 102"/>
                <a:gd name="T29" fmla="*/ 2147483647 h 132"/>
                <a:gd name="T30" fmla="*/ 2147483647 w 102"/>
                <a:gd name="T31" fmla="*/ 2147483647 h 132"/>
                <a:gd name="T32" fmla="*/ 2147483647 w 102"/>
                <a:gd name="T33" fmla="*/ 2147483647 h 132"/>
                <a:gd name="T34" fmla="*/ 2147483647 w 102"/>
                <a:gd name="T35" fmla="*/ 2147483647 h 132"/>
                <a:gd name="T36" fmla="*/ 2147483647 w 102"/>
                <a:gd name="T37" fmla="*/ 2147483647 h 132"/>
                <a:gd name="T38" fmla="*/ 2147483647 w 102"/>
                <a:gd name="T39" fmla="*/ 2147483647 h 132"/>
                <a:gd name="T40" fmla="*/ 2147483647 w 102"/>
                <a:gd name="T41" fmla="*/ 2147483647 h 132"/>
                <a:gd name="T42" fmla="*/ 2147483647 w 102"/>
                <a:gd name="T43" fmla="*/ 2147483647 h 132"/>
                <a:gd name="T44" fmla="*/ 2147483647 w 102"/>
                <a:gd name="T45" fmla="*/ 2147483647 h 132"/>
                <a:gd name="T46" fmla="*/ 2147483647 w 102"/>
                <a:gd name="T47" fmla="*/ 2147483647 h 132"/>
                <a:gd name="T48" fmla="*/ 2147483647 w 102"/>
                <a:gd name="T49" fmla="*/ 2147483647 h 13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02"/>
                <a:gd name="T76" fmla="*/ 0 h 132"/>
                <a:gd name="T77" fmla="*/ 102 w 102"/>
                <a:gd name="T78" fmla="*/ 132 h 132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02" h="132">
                  <a:moveTo>
                    <a:pt x="84" y="54"/>
                  </a:moveTo>
                  <a:lnTo>
                    <a:pt x="84" y="30"/>
                  </a:lnTo>
                  <a:lnTo>
                    <a:pt x="90" y="18"/>
                  </a:lnTo>
                  <a:lnTo>
                    <a:pt x="66" y="18"/>
                  </a:lnTo>
                  <a:lnTo>
                    <a:pt x="54" y="6"/>
                  </a:lnTo>
                  <a:lnTo>
                    <a:pt x="42" y="0"/>
                  </a:lnTo>
                  <a:lnTo>
                    <a:pt x="36" y="0"/>
                  </a:lnTo>
                  <a:lnTo>
                    <a:pt x="24" y="12"/>
                  </a:lnTo>
                  <a:lnTo>
                    <a:pt x="18" y="24"/>
                  </a:lnTo>
                  <a:lnTo>
                    <a:pt x="18" y="36"/>
                  </a:lnTo>
                  <a:lnTo>
                    <a:pt x="6" y="48"/>
                  </a:lnTo>
                  <a:lnTo>
                    <a:pt x="0" y="60"/>
                  </a:lnTo>
                  <a:lnTo>
                    <a:pt x="0" y="84"/>
                  </a:lnTo>
                  <a:lnTo>
                    <a:pt x="12" y="108"/>
                  </a:lnTo>
                  <a:lnTo>
                    <a:pt x="24" y="114"/>
                  </a:lnTo>
                  <a:lnTo>
                    <a:pt x="36" y="126"/>
                  </a:lnTo>
                  <a:lnTo>
                    <a:pt x="54" y="126"/>
                  </a:lnTo>
                  <a:lnTo>
                    <a:pt x="66" y="132"/>
                  </a:lnTo>
                  <a:lnTo>
                    <a:pt x="78" y="132"/>
                  </a:lnTo>
                  <a:lnTo>
                    <a:pt x="90" y="90"/>
                  </a:lnTo>
                  <a:lnTo>
                    <a:pt x="96" y="90"/>
                  </a:lnTo>
                  <a:lnTo>
                    <a:pt x="102" y="84"/>
                  </a:lnTo>
                  <a:lnTo>
                    <a:pt x="96" y="60"/>
                  </a:lnTo>
                  <a:lnTo>
                    <a:pt x="90" y="60"/>
                  </a:lnTo>
                  <a:lnTo>
                    <a:pt x="84" y="54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89" name="Sudan">
              <a:extLst>
                <a:ext uri="{FF2B5EF4-FFF2-40B4-BE49-F238E27FC236}">
                  <a16:creationId xmlns:a16="http://schemas.microsoft.com/office/drawing/2014/main" id="{0FE21A44-BC34-4BA3-8720-DB39AD0FF73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03965" y="2346862"/>
              <a:ext cx="467178" cy="458322"/>
            </a:xfrm>
            <a:custGeom>
              <a:avLst/>
              <a:gdLst/>
              <a:ahLst/>
              <a:cxnLst>
                <a:cxn ang="0">
                  <a:pos x="442" y="199"/>
                </a:cxn>
                <a:cxn ang="0">
                  <a:pos x="446" y="187"/>
                </a:cxn>
                <a:cxn ang="0">
                  <a:pos x="475" y="170"/>
                </a:cxn>
                <a:cxn ang="0">
                  <a:pos x="458" y="149"/>
                </a:cxn>
                <a:cxn ang="0">
                  <a:pos x="439" y="137"/>
                </a:cxn>
                <a:cxn ang="0">
                  <a:pos x="434" y="114"/>
                </a:cxn>
                <a:cxn ang="0">
                  <a:pos x="430" y="90"/>
                </a:cxn>
                <a:cxn ang="0">
                  <a:pos x="423" y="55"/>
                </a:cxn>
                <a:cxn ang="0">
                  <a:pos x="413" y="29"/>
                </a:cxn>
                <a:cxn ang="0">
                  <a:pos x="387" y="0"/>
                </a:cxn>
                <a:cxn ang="0">
                  <a:pos x="361" y="26"/>
                </a:cxn>
                <a:cxn ang="0">
                  <a:pos x="345" y="31"/>
                </a:cxn>
                <a:cxn ang="0">
                  <a:pos x="326" y="47"/>
                </a:cxn>
                <a:cxn ang="0">
                  <a:pos x="269" y="36"/>
                </a:cxn>
                <a:cxn ang="0">
                  <a:pos x="87" y="36"/>
                </a:cxn>
                <a:cxn ang="0">
                  <a:pos x="54" y="241"/>
                </a:cxn>
                <a:cxn ang="0">
                  <a:pos x="30" y="246"/>
                </a:cxn>
                <a:cxn ang="0">
                  <a:pos x="30" y="258"/>
                </a:cxn>
                <a:cxn ang="0">
                  <a:pos x="16" y="272"/>
                </a:cxn>
                <a:cxn ang="0">
                  <a:pos x="7" y="300"/>
                </a:cxn>
                <a:cxn ang="0">
                  <a:pos x="9" y="322"/>
                </a:cxn>
                <a:cxn ang="0">
                  <a:pos x="4" y="338"/>
                </a:cxn>
                <a:cxn ang="0">
                  <a:pos x="19" y="338"/>
                </a:cxn>
                <a:cxn ang="0">
                  <a:pos x="21" y="373"/>
                </a:cxn>
                <a:cxn ang="0">
                  <a:pos x="35" y="385"/>
                </a:cxn>
                <a:cxn ang="0">
                  <a:pos x="42" y="409"/>
                </a:cxn>
                <a:cxn ang="0">
                  <a:pos x="54" y="430"/>
                </a:cxn>
                <a:cxn ang="0">
                  <a:pos x="47" y="451"/>
                </a:cxn>
                <a:cxn ang="0">
                  <a:pos x="49" y="463"/>
                </a:cxn>
                <a:cxn ang="0">
                  <a:pos x="73" y="456"/>
                </a:cxn>
                <a:cxn ang="0">
                  <a:pos x="78" y="447"/>
                </a:cxn>
                <a:cxn ang="0">
                  <a:pos x="89" y="418"/>
                </a:cxn>
                <a:cxn ang="0">
                  <a:pos x="115" y="416"/>
                </a:cxn>
                <a:cxn ang="0">
                  <a:pos x="125" y="430"/>
                </a:cxn>
                <a:cxn ang="0">
                  <a:pos x="170" y="433"/>
                </a:cxn>
                <a:cxn ang="0">
                  <a:pos x="196" y="442"/>
                </a:cxn>
                <a:cxn ang="0">
                  <a:pos x="234" y="411"/>
                </a:cxn>
                <a:cxn ang="0">
                  <a:pos x="290" y="409"/>
                </a:cxn>
                <a:cxn ang="0">
                  <a:pos x="307" y="364"/>
                </a:cxn>
                <a:cxn ang="0">
                  <a:pos x="331" y="347"/>
                </a:cxn>
                <a:cxn ang="0">
                  <a:pos x="328" y="378"/>
                </a:cxn>
                <a:cxn ang="0">
                  <a:pos x="335" y="399"/>
                </a:cxn>
                <a:cxn ang="0">
                  <a:pos x="357" y="423"/>
                </a:cxn>
                <a:cxn ang="0">
                  <a:pos x="359" y="409"/>
                </a:cxn>
                <a:cxn ang="0">
                  <a:pos x="368" y="399"/>
                </a:cxn>
                <a:cxn ang="0">
                  <a:pos x="380" y="385"/>
                </a:cxn>
                <a:cxn ang="0">
                  <a:pos x="382" y="364"/>
                </a:cxn>
                <a:cxn ang="0">
                  <a:pos x="392" y="343"/>
                </a:cxn>
                <a:cxn ang="0">
                  <a:pos x="411" y="333"/>
                </a:cxn>
                <a:cxn ang="0">
                  <a:pos x="418" y="303"/>
                </a:cxn>
                <a:cxn ang="0">
                  <a:pos x="416" y="262"/>
                </a:cxn>
                <a:cxn ang="0">
                  <a:pos x="423" y="239"/>
                </a:cxn>
                <a:cxn ang="0">
                  <a:pos x="430" y="215"/>
                </a:cxn>
              </a:cxnLst>
              <a:rect l="0" t="0" r="r" b="b"/>
              <a:pathLst>
                <a:path w="475" h="466">
                  <a:moveTo>
                    <a:pt x="432" y="208"/>
                  </a:moveTo>
                  <a:lnTo>
                    <a:pt x="434" y="206"/>
                  </a:lnTo>
                  <a:lnTo>
                    <a:pt x="434" y="199"/>
                  </a:lnTo>
                  <a:lnTo>
                    <a:pt x="442" y="199"/>
                  </a:lnTo>
                  <a:lnTo>
                    <a:pt x="444" y="196"/>
                  </a:lnTo>
                  <a:lnTo>
                    <a:pt x="444" y="194"/>
                  </a:lnTo>
                  <a:lnTo>
                    <a:pt x="446" y="192"/>
                  </a:lnTo>
                  <a:lnTo>
                    <a:pt x="446" y="187"/>
                  </a:lnTo>
                  <a:lnTo>
                    <a:pt x="451" y="187"/>
                  </a:lnTo>
                  <a:lnTo>
                    <a:pt x="460" y="184"/>
                  </a:lnTo>
                  <a:lnTo>
                    <a:pt x="470" y="180"/>
                  </a:lnTo>
                  <a:lnTo>
                    <a:pt x="475" y="170"/>
                  </a:lnTo>
                  <a:lnTo>
                    <a:pt x="475" y="166"/>
                  </a:lnTo>
                  <a:lnTo>
                    <a:pt x="460" y="154"/>
                  </a:lnTo>
                  <a:lnTo>
                    <a:pt x="460" y="151"/>
                  </a:lnTo>
                  <a:lnTo>
                    <a:pt x="458" y="149"/>
                  </a:lnTo>
                  <a:lnTo>
                    <a:pt x="458" y="144"/>
                  </a:lnTo>
                  <a:lnTo>
                    <a:pt x="453" y="142"/>
                  </a:lnTo>
                  <a:lnTo>
                    <a:pt x="444" y="142"/>
                  </a:lnTo>
                  <a:lnTo>
                    <a:pt x="439" y="137"/>
                  </a:lnTo>
                  <a:lnTo>
                    <a:pt x="439" y="132"/>
                  </a:lnTo>
                  <a:lnTo>
                    <a:pt x="437" y="125"/>
                  </a:lnTo>
                  <a:lnTo>
                    <a:pt x="437" y="118"/>
                  </a:lnTo>
                  <a:lnTo>
                    <a:pt x="434" y="114"/>
                  </a:lnTo>
                  <a:lnTo>
                    <a:pt x="434" y="107"/>
                  </a:lnTo>
                  <a:lnTo>
                    <a:pt x="432" y="107"/>
                  </a:lnTo>
                  <a:lnTo>
                    <a:pt x="432" y="97"/>
                  </a:lnTo>
                  <a:lnTo>
                    <a:pt x="430" y="90"/>
                  </a:lnTo>
                  <a:lnTo>
                    <a:pt x="430" y="73"/>
                  </a:lnTo>
                  <a:lnTo>
                    <a:pt x="427" y="69"/>
                  </a:lnTo>
                  <a:lnTo>
                    <a:pt x="434" y="66"/>
                  </a:lnTo>
                  <a:lnTo>
                    <a:pt x="423" y="55"/>
                  </a:lnTo>
                  <a:lnTo>
                    <a:pt x="423" y="38"/>
                  </a:lnTo>
                  <a:lnTo>
                    <a:pt x="420" y="33"/>
                  </a:lnTo>
                  <a:lnTo>
                    <a:pt x="418" y="31"/>
                  </a:lnTo>
                  <a:lnTo>
                    <a:pt x="413" y="29"/>
                  </a:lnTo>
                  <a:lnTo>
                    <a:pt x="401" y="17"/>
                  </a:lnTo>
                  <a:lnTo>
                    <a:pt x="397" y="17"/>
                  </a:lnTo>
                  <a:lnTo>
                    <a:pt x="390" y="10"/>
                  </a:lnTo>
                  <a:lnTo>
                    <a:pt x="387" y="0"/>
                  </a:lnTo>
                  <a:lnTo>
                    <a:pt x="378" y="12"/>
                  </a:lnTo>
                  <a:lnTo>
                    <a:pt x="364" y="12"/>
                  </a:lnTo>
                  <a:lnTo>
                    <a:pt x="364" y="21"/>
                  </a:lnTo>
                  <a:lnTo>
                    <a:pt x="361" y="26"/>
                  </a:lnTo>
                  <a:lnTo>
                    <a:pt x="359" y="29"/>
                  </a:lnTo>
                  <a:lnTo>
                    <a:pt x="352" y="29"/>
                  </a:lnTo>
                  <a:lnTo>
                    <a:pt x="349" y="31"/>
                  </a:lnTo>
                  <a:lnTo>
                    <a:pt x="345" y="31"/>
                  </a:lnTo>
                  <a:lnTo>
                    <a:pt x="340" y="36"/>
                  </a:lnTo>
                  <a:lnTo>
                    <a:pt x="335" y="45"/>
                  </a:lnTo>
                  <a:lnTo>
                    <a:pt x="333" y="47"/>
                  </a:lnTo>
                  <a:lnTo>
                    <a:pt x="326" y="47"/>
                  </a:lnTo>
                  <a:lnTo>
                    <a:pt x="323" y="45"/>
                  </a:lnTo>
                  <a:lnTo>
                    <a:pt x="321" y="40"/>
                  </a:lnTo>
                  <a:lnTo>
                    <a:pt x="319" y="38"/>
                  </a:lnTo>
                  <a:lnTo>
                    <a:pt x="269" y="36"/>
                  </a:lnTo>
                  <a:lnTo>
                    <a:pt x="269" y="31"/>
                  </a:lnTo>
                  <a:lnTo>
                    <a:pt x="267" y="31"/>
                  </a:lnTo>
                  <a:lnTo>
                    <a:pt x="260" y="38"/>
                  </a:lnTo>
                  <a:lnTo>
                    <a:pt x="87" y="36"/>
                  </a:lnTo>
                  <a:lnTo>
                    <a:pt x="87" y="99"/>
                  </a:lnTo>
                  <a:lnTo>
                    <a:pt x="56" y="99"/>
                  </a:lnTo>
                  <a:lnTo>
                    <a:pt x="59" y="241"/>
                  </a:lnTo>
                  <a:lnTo>
                    <a:pt x="54" y="241"/>
                  </a:lnTo>
                  <a:lnTo>
                    <a:pt x="49" y="239"/>
                  </a:lnTo>
                  <a:lnTo>
                    <a:pt x="33" y="239"/>
                  </a:lnTo>
                  <a:lnTo>
                    <a:pt x="28" y="244"/>
                  </a:lnTo>
                  <a:lnTo>
                    <a:pt x="30" y="246"/>
                  </a:lnTo>
                  <a:lnTo>
                    <a:pt x="30" y="251"/>
                  </a:lnTo>
                  <a:lnTo>
                    <a:pt x="33" y="253"/>
                  </a:lnTo>
                  <a:lnTo>
                    <a:pt x="33" y="255"/>
                  </a:lnTo>
                  <a:lnTo>
                    <a:pt x="30" y="258"/>
                  </a:lnTo>
                  <a:lnTo>
                    <a:pt x="26" y="260"/>
                  </a:lnTo>
                  <a:lnTo>
                    <a:pt x="21" y="265"/>
                  </a:lnTo>
                  <a:lnTo>
                    <a:pt x="21" y="272"/>
                  </a:lnTo>
                  <a:lnTo>
                    <a:pt x="16" y="272"/>
                  </a:lnTo>
                  <a:lnTo>
                    <a:pt x="19" y="281"/>
                  </a:lnTo>
                  <a:lnTo>
                    <a:pt x="21" y="288"/>
                  </a:lnTo>
                  <a:lnTo>
                    <a:pt x="14" y="293"/>
                  </a:lnTo>
                  <a:lnTo>
                    <a:pt x="7" y="300"/>
                  </a:lnTo>
                  <a:lnTo>
                    <a:pt x="9" y="303"/>
                  </a:lnTo>
                  <a:lnTo>
                    <a:pt x="14" y="312"/>
                  </a:lnTo>
                  <a:lnTo>
                    <a:pt x="14" y="317"/>
                  </a:lnTo>
                  <a:lnTo>
                    <a:pt x="9" y="322"/>
                  </a:lnTo>
                  <a:lnTo>
                    <a:pt x="4" y="324"/>
                  </a:lnTo>
                  <a:lnTo>
                    <a:pt x="0" y="329"/>
                  </a:lnTo>
                  <a:lnTo>
                    <a:pt x="0" y="336"/>
                  </a:lnTo>
                  <a:lnTo>
                    <a:pt x="4" y="338"/>
                  </a:lnTo>
                  <a:lnTo>
                    <a:pt x="9" y="338"/>
                  </a:lnTo>
                  <a:lnTo>
                    <a:pt x="12" y="336"/>
                  </a:lnTo>
                  <a:lnTo>
                    <a:pt x="16" y="336"/>
                  </a:lnTo>
                  <a:lnTo>
                    <a:pt x="19" y="338"/>
                  </a:lnTo>
                  <a:lnTo>
                    <a:pt x="19" y="355"/>
                  </a:lnTo>
                  <a:lnTo>
                    <a:pt x="26" y="362"/>
                  </a:lnTo>
                  <a:lnTo>
                    <a:pt x="19" y="364"/>
                  </a:lnTo>
                  <a:lnTo>
                    <a:pt x="21" y="373"/>
                  </a:lnTo>
                  <a:lnTo>
                    <a:pt x="23" y="373"/>
                  </a:lnTo>
                  <a:lnTo>
                    <a:pt x="28" y="376"/>
                  </a:lnTo>
                  <a:lnTo>
                    <a:pt x="33" y="383"/>
                  </a:lnTo>
                  <a:lnTo>
                    <a:pt x="35" y="385"/>
                  </a:lnTo>
                  <a:lnTo>
                    <a:pt x="35" y="388"/>
                  </a:lnTo>
                  <a:lnTo>
                    <a:pt x="30" y="388"/>
                  </a:lnTo>
                  <a:lnTo>
                    <a:pt x="30" y="397"/>
                  </a:lnTo>
                  <a:lnTo>
                    <a:pt x="42" y="409"/>
                  </a:lnTo>
                  <a:lnTo>
                    <a:pt x="45" y="414"/>
                  </a:lnTo>
                  <a:lnTo>
                    <a:pt x="49" y="418"/>
                  </a:lnTo>
                  <a:lnTo>
                    <a:pt x="52" y="425"/>
                  </a:lnTo>
                  <a:lnTo>
                    <a:pt x="54" y="430"/>
                  </a:lnTo>
                  <a:lnTo>
                    <a:pt x="54" y="442"/>
                  </a:lnTo>
                  <a:lnTo>
                    <a:pt x="52" y="444"/>
                  </a:lnTo>
                  <a:lnTo>
                    <a:pt x="49" y="449"/>
                  </a:lnTo>
                  <a:lnTo>
                    <a:pt x="47" y="451"/>
                  </a:lnTo>
                  <a:lnTo>
                    <a:pt x="47" y="454"/>
                  </a:lnTo>
                  <a:lnTo>
                    <a:pt x="49" y="456"/>
                  </a:lnTo>
                  <a:lnTo>
                    <a:pt x="52" y="456"/>
                  </a:lnTo>
                  <a:lnTo>
                    <a:pt x="49" y="463"/>
                  </a:lnTo>
                  <a:lnTo>
                    <a:pt x="66" y="466"/>
                  </a:lnTo>
                  <a:lnTo>
                    <a:pt x="66" y="461"/>
                  </a:lnTo>
                  <a:lnTo>
                    <a:pt x="68" y="459"/>
                  </a:lnTo>
                  <a:lnTo>
                    <a:pt x="73" y="456"/>
                  </a:lnTo>
                  <a:lnTo>
                    <a:pt x="73" y="456"/>
                  </a:lnTo>
                  <a:lnTo>
                    <a:pt x="73" y="454"/>
                  </a:lnTo>
                  <a:lnTo>
                    <a:pt x="73" y="451"/>
                  </a:lnTo>
                  <a:lnTo>
                    <a:pt x="78" y="447"/>
                  </a:lnTo>
                  <a:lnTo>
                    <a:pt x="78" y="437"/>
                  </a:lnTo>
                  <a:lnTo>
                    <a:pt x="82" y="437"/>
                  </a:lnTo>
                  <a:lnTo>
                    <a:pt x="82" y="428"/>
                  </a:lnTo>
                  <a:lnTo>
                    <a:pt x="89" y="418"/>
                  </a:lnTo>
                  <a:lnTo>
                    <a:pt x="92" y="411"/>
                  </a:lnTo>
                  <a:lnTo>
                    <a:pt x="101" y="409"/>
                  </a:lnTo>
                  <a:lnTo>
                    <a:pt x="113" y="407"/>
                  </a:lnTo>
                  <a:lnTo>
                    <a:pt x="115" y="416"/>
                  </a:lnTo>
                  <a:lnTo>
                    <a:pt x="118" y="418"/>
                  </a:lnTo>
                  <a:lnTo>
                    <a:pt x="123" y="421"/>
                  </a:lnTo>
                  <a:lnTo>
                    <a:pt x="123" y="423"/>
                  </a:lnTo>
                  <a:lnTo>
                    <a:pt x="125" y="430"/>
                  </a:lnTo>
                  <a:lnTo>
                    <a:pt x="127" y="433"/>
                  </a:lnTo>
                  <a:lnTo>
                    <a:pt x="137" y="440"/>
                  </a:lnTo>
                  <a:lnTo>
                    <a:pt x="146" y="435"/>
                  </a:lnTo>
                  <a:lnTo>
                    <a:pt x="170" y="433"/>
                  </a:lnTo>
                  <a:lnTo>
                    <a:pt x="175" y="435"/>
                  </a:lnTo>
                  <a:lnTo>
                    <a:pt x="177" y="442"/>
                  </a:lnTo>
                  <a:lnTo>
                    <a:pt x="177" y="442"/>
                  </a:lnTo>
                  <a:lnTo>
                    <a:pt x="196" y="442"/>
                  </a:lnTo>
                  <a:lnTo>
                    <a:pt x="205" y="430"/>
                  </a:lnTo>
                  <a:lnTo>
                    <a:pt x="219" y="430"/>
                  </a:lnTo>
                  <a:lnTo>
                    <a:pt x="222" y="418"/>
                  </a:lnTo>
                  <a:lnTo>
                    <a:pt x="234" y="411"/>
                  </a:lnTo>
                  <a:lnTo>
                    <a:pt x="250" y="421"/>
                  </a:lnTo>
                  <a:lnTo>
                    <a:pt x="260" y="430"/>
                  </a:lnTo>
                  <a:lnTo>
                    <a:pt x="274" y="430"/>
                  </a:lnTo>
                  <a:lnTo>
                    <a:pt x="290" y="409"/>
                  </a:lnTo>
                  <a:lnTo>
                    <a:pt x="295" y="397"/>
                  </a:lnTo>
                  <a:lnTo>
                    <a:pt x="309" y="388"/>
                  </a:lnTo>
                  <a:lnTo>
                    <a:pt x="307" y="381"/>
                  </a:lnTo>
                  <a:lnTo>
                    <a:pt x="307" y="364"/>
                  </a:lnTo>
                  <a:lnTo>
                    <a:pt x="300" y="357"/>
                  </a:lnTo>
                  <a:lnTo>
                    <a:pt x="319" y="357"/>
                  </a:lnTo>
                  <a:lnTo>
                    <a:pt x="319" y="350"/>
                  </a:lnTo>
                  <a:lnTo>
                    <a:pt x="331" y="347"/>
                  </a:lnTo>
                  <a:lnTo>
                    <a:pt x="328" y="357"/>
                  </a:lnTo>
                  <a:lnTo>
                    <a:pt x="328" y="366"/>
                  </a:lnTo>
                  <a:lnTo>
                    <a:pt x="326" y="369"/>
                  </a:lnTo>
                  <a:lnTo>
                    <a:pt x="328" y="378"/>
                  </a:lnTo>
                  <a:lnTo>
                    <a:pt x="331" y="385"/>
                  </a:lnTo>
                  <a:lnTo>
                    <a:pt x="331" y="390"/>
                  </a:lnTo>
                  <a:lnTo>
                    <a:pt x="328" y="395"/>
                  </a:lnTo>
                  <a:lnTo>
                    <a:pt x="335" y="399"/>
                  </a:lnTo>
                  <a:lnTo>
                    <a:pt x="345" y="407"/>
                  </a:lnTo>
                  <a:lnTo>
                    <a:pt x="352" y="414"/>
                  </a:lnTo>
                  <a:lnTo>
                    <a:pt x="354" y="418"/>
                  </a:lnTo>
                  <a:lnTo>
                    <a:pt x="357" y="423"/>
                  </a:lnTo>
                  <a:lnTo>
                    <a:pt x="359" y="423"/>
                  </a:lnTo>
                  <a:lnTo>
                    <a:pt x="361" y="421"/>
                  </a:lnTo>
                  <a:lnTo>
                    <a:pt x="361" y="414"/>
                  </a:lnTo>
                  <a:lnTo>
                    <a:pt x="359" y="409"/>
                  </a:lnTo>
                  <a:lnTo>
                    <a:pt x="359" y="402"/>
                  </a:lnTo>
                  <a:lnTo>
                    <a:pt x="366" y="395"/>
                  </a:lnTo>
                  <a:lnTo>
                    <a:pt x="368" y="395"/>
                  </a:lnTo>
                  <a:lnTo>
                    <a:pt x="368" y="399"/>
                  </a:lnTo>
                  <a:lnTo>
                    <a:pt x="371" y="402"/>
                  </a:lnTo>
                  <a:lnTo>
                    <a:pt x="378" y="402"/>
                  </a:lnTo>
                  <a:lnTo>
                    <a:pt x="380" y="399"/>
                  </a:lnTo>
                  <a:lnTo>
                    <a:pt x="380" y="385"/>
                  </a:lnTo>
                  <a:lnTo>
                    <a:pt x="378" y="383"/>
                  </a:lnTo>
                  <a:lnTo>
                    <a:pt x="378" y="381"/>
                  </a:lnTo>
                  <a:lnTo>
                    <a:pt x="382" y="373"/>
                  </a:lnTo>
                  <a:lnTo>
                    <a:pt x="382" y="364"/>
                  </a:lnTo>
                  <a:lnTo>
                    <a:pt x="385" y="362"/>
                  </a:lnTo>
                  <a:lnTo>
                    <a:pt x="390" y="362"/>
                  </a:lnTo>
                  <a:lnTo>
                    <a:pt x="392" y="357"/>
                  </a:lnTo>
                  <a:lnTo>
                    <a:pt x="392" y="343"/>
                  </a:lnTo>
                  <a:lnTo>
                    <a:pt x="394" y="340"/>
                  </a:lnTo>
                  <a:lnTo>
                    <a:pt x="397" y="336"/>
                  </a:lnTo>
                  <a:lnTo>
                    <a:pt x="399" y="333"/>
                  </a:lnTo>
                  <a:lnTo>
                    <a:pt x="411" y="333"/>
                  </a:lnTo>
                  <a:lnTo>
                    <a:pt x="411" y="314"/>
                  </a:lnTo>
                  <a:lnTo>
                    <a:pt x="413" y="310"/>
                  </a:lnTo>
                  <a:lnTo>
                    <a:pt x="416" y="307"/>
                  </a:lnTo>
                  <a:lnTo>
                    <a:pt x="418" y="303"/>
                  </a:lnTo>
                  <a:lnTo>
                    <a:pt x="420" y="300"/>
                  </a:lnTo>
                  <a:lnTo>
                    <a:pt x="420" y="284"/>
                  </a:lnTo>
                  <a:lnTo>
                    <a:pt x="418" y="265"/>
                  </a:lnTo>
                  <a:lnTo>
                    <a:pt x="416" y="262"/>
                  </a:lnTo>
                  <a:lnTo>
                    <a:pt x="416" y="255"/>
                  </a:lnTo>
                  <a:lnTo>
                    <a:pt x="420" y="253"/>
                  </a:lnTo>
                  <a:lnTo>
                    <a:pt x="423" y="253"/>
                  </a:lnTo>
                  <a:lnTo>
                    <a:pt x="423" y="239"/>
                  </a:lnTo>
                  <a:lnTo>
                    <a:pt x="425" y="239"/>
                  </a:lnTo>
                  <a:lnTo>
                    <a:pt x="427" y="236"/>
                  </a:lnTo>
                  <a:lnTo>
                    <a:pt x="430" y="232"/>
                  </a:lnTo>
                  <a:lnTo>
                    <a:pt x="430" y="215"/>
                  </a:lnTo>
                  <a:lnTo>
                    <a:pt x="427" y="213"/>
                  </a:lnTo>
                  <a:lnTo>
                    <a:pt x="427" y="208"/>
                  </a:lnTo>
                  <a:lnTo>
                    <a:pt x="432" y="208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90" name="Sri Lanka" descr="© INSCALE GmbH, 05.05.2010&#10;http://www.presentationload.com/">
              <a:extLst>
                <a:ext uri="{FF2B5EF4-FFF2-40B4-BE49-F238E27FC236}">
                  <a16:creationId xmlns:a16="http://schemas.microsoft.com/office/drawing/2014/main" id="{3C3FE24F-C6C6-4EAB-B9CB-B2A98EC48660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417083" y="2774606"/>
              <a:ext cx="67275" cy="119258"/>
            </a:xfrm>
            <a:custGeom>
              <a:avLst/>
              <a:gdLst>
                <a:gd name="T0" fmla="*/ 2147483647 w 174"/>
                <a:gd name="T1" fmla="*/ 2147483647 h 306"/>
                <a:gd name="T2" fmla="*/ 2147483647 w 174"/>
                <a:gd name="T3" fmla="*/ 0 h 306"/>
                <a:gd name="T4" fmla="*/ 2147483647 w 174"/>
                <a:gd name="T5" fmla="*/ 0 h 306"/>
                <a:gd name="T6" fmla="*/ 2147483647 w 174"/>
                <a:gd name="T7" fmla="*/ 2147483647 h 306"/>
                <a:gd name="T8" fmla="*/ 2147483647 w 174"/>
                <a:gd name="T9" fmla="*/ 2147483647 h 306"/>
                <a:gd name="T10" fmla="*/ 2147483647 w 174"/>
                <a:gd name="T11" fmla="*/ 2147483647 h 306"/>
                <a:gd name="T12" fmla="*/ 2147483647 w 174"/>
                <a:gd name="T13" fmla="*/ 2147483647 h 306"/>
                <a:gd name="T14" fmla="*/ 2147483647 w 174"/>
                <a:gd name="T15" fmla="*/ 2147483647 h 306"/>
                <a:gd name="T16" fmla="*/ 2147483647 w 174"/>
                <a:gd name="T17" fmla="*/ 2147483647 h 306"/>
                <a:gd name="T18" fmla="*/ 2147483647 w 174"/>
                <a:gd name="T19" fmla="*/ 2147483647 h 306"/>
                <a:gd name="T20" fmla="*/ 2147483647 w 174"/>
                <a:gd name="T21" fmla="*/ 2147483647 h 306"/>
                <a:gd name="T22" fmla="*/ 2147483647 w 174"/>
                <a:gd name="T23" fmla="*/ 2147483647 h 306"/>
                <a:gd name="T24" fmla="*/ 2147483647 w 174"/>
                <a:gd name="T25" fmla="*/ 2147483647 h 306"/>
                <a:gd name="T26" fmla="*/ 2147483647 w 174"/>
                <a:gd name="T27" fmla="*/ 2147483647 h 306"/>
                <a:gd name="T28" fmla="*/ 2147483647 w 174"/>
                <a:gd name="T29" fmla="*/ 2147483647 h 306"/>
                <a:gd name="T30" fmla="*/ 2147483647 w 174"/>
                <a:gd name="T31" fmla="*/ 2147483647 h 306"/>
                <a:gd name="T32" fmla="*/ 2147483647 w 174"/>
                <a:gd name="T33" fmla="*/ 2147483647 h 306"/>
                <a:gd name="T34" fmla="*/ 2147483647 w 174"/>
                <a:gd name="T35" fmla="*/ 2147483647 h 306"/>
                <a:gd name="T36" fmla="*/ 2147483647 w 174"/>
                <a:gd name="T37" fmla="*/ 2147483647 h 306"/>
                <a:gd name="T38" fmla="*/ 2147483647 w 174"/>
                <a:gd name="T39" fmla="*/ 2147483647 h 306"/>
                <a:gd name="T40" fmla="*/ 0 w 174"/>
                <a:gd name="T41" fmla="*/ 2147483647 h 306"/>
                <a:gd name="T42" fmla="*/ 0 w 174"/>
                <a:gd name="T43" fmla="*/ 2147483647 h 306"/>
                <a:gd name="T44" fmla="*/ 2147483647 w 174"/>
                <a:gd name="T45" fmla="*/ 2147483647 h 306"/>
                <a:gd name="T46" fmla="*/ 2147483647 w 174"/>
                <a:gd name="T47" fmla="*/ 2147483647 h 306"/>
                <a:gd name="T48" fmla="*/ 2147483647 w 174"/>
                <a:gd name="T49" fmla="*/ 2147483647 h 306"/>
                <a:gd name="T50" fmla="*/ 2147483647 w 174"/>
                <a:gd name="T51" fmla="*/ 2147483647 h 306"/>
                <a:gd name="T52" fmla="*/ 2147483647 w 174"/>
                <a:gd name="T53" fmla="*/ 2147483647 h 306"/>
                <a:gd name="T54" fmla="*/ 0 w 174"/>
                <a:gd name="T55" fmla="*/ 2147483647 h 306"/>
                <a:gd name="T56" fmla="*/ 2147483647 w 174"/>
                <a:gd name="T57" fmla="*/ 2147483647 h 306"/>
                <a:gd name="T58" fmla="*/ 2147483647 w 174"/>
                <a:gd name="T59" fmla="*/ 2147483647 h 30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74"/>
                <a:gd name="T91" fmla="*/ 0 h 306"/>
                <a:gd name="T92" fmla="*/ 174 w 174"/>
                <a:gd name="T93" fmla="*/ 306 h 30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74" h="306">
                  <a:moveTo>
                    <a:pt x="24" y="6"/>
                  </a:moveTo>
                  <a:lnTo>
                    <a:pt x="36" y="0"/>
                  </a:lnTo>
                  <a:lnTo>
                    <a:pt x="48" y="0"/>
                  </a:lnTo>
                  <a:lnTo>
                    <a:pt x="66" y="6"/>
                  </a:lnTo>
                  <a:lnTo>
                    <a:pt x="78" y="12"/>
                  </a:lnTo>
                  <a:lnTo>
                    <a:pt x="114" y="66"/>
                  </a:lnTo>
                  <a:lnTo>
                    <a:pt x="132" y="84"/>
                  </a:lnTo>
                  <a:lnTo>
                    <a:pt x="126" y="120"/>
                  </a:lnTo>
                  <a:lnTo>
                    <a:pt x="150" y="114"/>
                  </a:lnTo>
                  <a:lnTo>
                    <a:pt x="156" y="168"/>
                  </a:lnTo>
                  <a:lnTo>
                    <a:pt x="162" y="174"/>
                  </a:lnTo>
                  <a:lnTo>
                    <a:pt x="168" y="198"/>
                  </a:lnTo>
                  <a:lnTo>
                    <a:pt x="174" y="228"/>
                  </a:lnTo>
                  <a:lnTo>
                    <a:pt x="174" y="258"/>
                  </a:lnTo>
                  <a:lnTo>
                    <a:pt x="156" y="276"/>
                  </a:lnTo>
                  <a:lnTo>
                    <a:pt x="120" y="294"/>
                  </a:lnTo>
                  <a:lnTo>
                    <a:pt x="84" y="306"/>
                  </a:lnTo>
                  <a:lnTo>
                    <a:pt x="48" y="306"/>
                  </a:lnTo>
                  <a:lnTo>
                    <a:pt x="24" y="282"/>
                  </a:lnTo>
                  <a:lnTo>
                    <a:pt x="12" y="240"/>
                  </a:lnTo>
                  <a:lnTo>
                    <a:pt x="0" y="192"/>
                  </a:lnTo>
                  <a:lnTo>
                    <a:pt x="0" y="156"/>
                  </a:lnTo>
                  <a:lnTo>
                    <a:pt x="12" y="138"/>
                  </a:lnTo>
                  <a:lnTo>
                    <a:pt x="18" y="132"/>
                  </a:lnTo>
                  <a:lnTo>
                    <a:pt x="24" y="120"/>
                  </a:lnTo>
                  <a:lnTo>
                    <a:pt x="30" y="102"/>
                  </a:lnTo>
                  <a:lnTo>
                    <a:pt x="30" y="78"/>
                  </a:lnTo>
                  <a:lnTo>
                    <a:pt x="0" y="36"/>
                  </a:lnTo>
                  <a:lnTo>
                    <a:pt x="24" y="36"/>
                  </a:lnTo>
                  <a:lnTo>
                    <a:pt x="24" y="6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4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91" name="South Sudan">
              <a:extLst>
                <a:ext uri="{FF2B5EF4-FFF2-40B4-BE49-F238E27FC236}">
                  <a16:creationId xmlns:a16="http://schemas.microsoft.com/office/drawing/2014/main" id="{07930D2A-EF2E-4BAD-8E8D-FFF0EE39BF5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68883" y="2688160"/>
              <a:ext cx="336369" cy="281290"/>
            </a:xfrm>
            <a:custGeom>
              <a:avLst/>
              <a:gdLst/>
              <a:ahLst/>
              <a:cxnLst>
                <a:cxn ang="0">
                  <a:pos x="269" y="52"/>
                </a:cxn>
                <a:cxn ang="0">
                  <a:pos x="265" y="38"/>
                </a:cxn>
                <a:cxn ang="0">
                  <a:pos x="262" y="19"/>
                </a:cxn>
                <a:cxn ang="0">
                  <a:pos x="253" y="3"/>
                </a:cxn>
                <a:cxn ang="0">
                  <a:pos x="241" y="17"/>
                </a:cxn>
                <a:cxn ang="0">
                  <a:pos x="229" y="50"/>
                </a:cxn>
                <a:cxn ang="0">
                  <a:pos x="194" y="83"/>
                </a:cxn>
                <a:cxn ang="0">
                  <a:pos x="156" y="71"/>
                </a:cxn>
                <a:cxn ang="0">
                  <a:pos x="130" y="95"/>
                </a:cxn>
                <a:cxn ang="0">
                  <a:pos x="109" y="88"/>
                </a:cxn>
                <a:cxn ang="0">
                  <a:pos x="71" y="93"/>
                </a:cxn>
                <a:cxn ang="0">
                  <a:pos x="57" y="76"/>
                </a:cxn>
                <a:cxn ang="0">
                  <a:pos x="49" y="69"/>
                </a:cxn>
                <a:cxn ang="0">
                  <a:pos x="26" y="64"/>
                </a:cxn>
                <a:cxn ang="0">
                  <a:pos x="16" y="90"/>
                </a:cxn>
                <a:cxn ang="0">
                  <a:pos x="7" y="104"/>
                </a:cxn>
                <a:cxn ang="0">
                  <a:pos x="7" y="109"/>
                </a:cxn>
                <a:cxn ang="0">
                  <a:pos x="0" y="119"/>
                </a:cxn>
                <a:cxn ang="0">
                  <a:pos x="12" y="135"/>
                </a:cxn>
                <a:cxn ang="0">
                  <a:pos x="28" y="142"/>
                </a:cxn>
                <a:cxn ang="0">
                  <a:pos x="38" y="152"/>
                </a:cxn>
                <a:cxn ang="0">
                  <a:pos x="33" y="154"/>
                </a:cxn>
                <a:cxn ang="0">
                  <a:pos x="42" y="164"/>
                </a:cxn>
                <a:cxn ang="0">
                  <a:pos x="54" y="173"/>
                </a:cxn>
                <a:cxn ang="0">
                  <a:pos x="59" y="182"/>
                </a:cxn>
                <a:cxn ang="0">
                  <a:pos x="68" y="190"/>
                </a:cxn>
                <a:cxn ang="0">
                  <a:pos x="68" y="197"/>
                </a:cxn>
                <a:cxn ang="0">
                  <a:pos x="83" y="208"/>
                </a:cxn>
                <a:cxn ang="0">
                  <a:pos x="92" y="218"/>
                </a:cxn>
                <a:cxn ang="0">
                  <a:pos x="106" y="241"/>
                </a:cxn>
                <a:cxn ang="0">
                  <a:pos x="127" y="258"/>
                </a:cxn>
                <a:cxn ang="0">
                  <a:pos x="137" y="251"/>
                </a:cxn>
                <a:cxn ang="0">
                  <a:pos x="146" y="258"/>
                </a:cxn>
                <a:cxn ang="0">
                  <a:pos x="156" y="251"/>
                </a:cxn>
                <a:cxn ang="0">
                  <a:pos x="168" y="251"/>
                </a:cxn>
                <a:cxn ang="0">
                  <a:pos x="177" y="267"/>
                </a:cxn>
                <a:cxn ang="0">
                  <a:pos x="187" y="272"/>
                </a:cxn>
                <a:cxn ang="0">
                  <a:pos x="203" y="275"/>
                </a:cxn>
                <a:cxn ang="0">
                  <a:pos x="215" y="279"/>
                </a:cxn>
                <a:cxn ang="0">
                  <a:pos x="222" y="275"/>
                </a:cxn>
                <a:cxn ang="0">
                  <a:pos x="243" y="277"/>
                </a:cxn>
                <a:cxn ang="0">
                  <a:pos x="262" y="272"/>
                </a:cxn>
                <a:cxn ang="0">
                  <a:pos x="274" y="277"/>
                </a:cxn>
                <a:cxn ang="0">
                  <a:pos x="283" y="265"/>
                </a:cxn>
                <a:cxn ang="0">
                  <a:pos x="295" y="251"/>
                </a:cxn>
                <a:cxn ang="0">
                  <a:pos x="340" y="239"/>
                </a:cxn>
                <a:cxn ang="0">
                  <a:pos x="335" y="225"/>
                </a:cxn>
                <a:cxn ang="0">
                  <a:pos x="316" y="208"/>
                </a:cxn>
                <a:cxn ang="0">
                  <a:pos x="312" y="185"/>
                </a:cxn>
                <a:cxn ang="0">
                  <a:pos x="293" y="175"/>
                </a:cxn>
                <a:cxn ang="0">
                  <a:pos x="286" y="159"/>
                </a:cxn>
                <a:cxn ang="0">
                  <a:pos x="276" y="149"/>
                </a:cxn>
                <a:cxn ang="0">
                  <a:pos x="260" y="147"/>
                </a:cxn>
                <a:cxn ang="0">
                  <a:pos x="265" y="135"/>
                </a:cxn>
                <a:cxn ang="0">
                  <a:pos x="279" y="128"/>
                </a:cxn>
                <a:cxn ang="0">
                  <a:pos x="288" y="123"/>
                </a:cxn>
                <a:cxn ang="0">
                  <a:pos x="291" y="100"/>
                </a:cxn>
                <a:cxn ang="0">
                  <a:pos x="286" y="88"/>
                </a:cxn>
                <a:cxn ang="0">
                  <a:pos x="291" y="76"/>
                </a:cxn>
              </a:cxnLst>
              <a:rect l="0" t="0" r="r" b="b"/>
              <a:pathLst>
                <a:path w="342" h="286">
                  <a:moveTo>
                    <a:pt x="286" y="67"/>
                  </a:moveTo>
                  <a:lnTo>
                    <a:pt x="279" y="60"/>
                  </a:lnTo>
                  <a:lnTo>
                    <a:pt x="269" y="52"/>
                  </a:lnTo>
                  <a:lnTo>
                    <a:pt x="262" y="48"/>
                  </a:lnTo>
                  <a:lnTo>
                    <a:pt x="265" y="43"/>
                  </a:lnTo>
                  <a:lnTo>
                    <a:pt x="265" y="38"/>
                  </a:lnTo>
                  <a:lnTo>
                    <a:pt x="262" y="31"/>
                  </a:lnTo>
                  <a:lnTo>
                    <a:pt x="260" y="22"/>
                  </a:lnTo>
                  <a:lnTo>
                    <a:pt x="262" y="19"/>
                  </a:lnTo>
                  <a:lnTo>
                    <a:pt x="262" y="10"/>
                  </a:lnTo>
                  <a:lnTo>
                    <a:pt x="265" y="0"/>
                  </a:lnTo>
                  <a:lnTo>
                    <a:pt x="253" y="3"/>
                  </a:lnTo>
                  <a:lnTo>
                    <a:pt x="253" y="10"/>
                  </a:lnTo>
                  <a:lnTo>
                    <a:pt x="234" y="10"/>
                  </a:lnTo>
                  <a:lnTo>
                    <a:pt x="241" y="17"/>
                  </a:lnTo>
                  <a:lnTo>
                    <a:pt x="241" y="34"/>
                  </a:lnTo>
                  <a:lnTo>
                    <a:pt x="243" y="41"/>
                  </a:lnTo>
                  <a:lnTo>
                    <a:pt x="229" y="50"/>
                  </a:lnTo>
                  <a:lnTo>
                    <a:pt x="224" y="62"/>
                  </a:lnTo>
                  <a:lnTo>
                    <a:pt x="208" y="83"/>
                  </a:lnTo>
                  <a:lnTo>
                    <a:pt x="194" y="83"/>
                  </a:lnTo>
                  <a:lnTo>
                    <a:pt x="184" y="74"/>
                  </a:lnTo>
                  <a:lnTo>
                    <a:pt x="168" y="64"/>
                  </a:lnTo>
                  <a:lnTo>
                    <a:pt x="156" y="71"/>
                  </a:lnTo>
                  <a:lnTo>
                    <a:pt x="153" y="83"/>
                  </a:lnTo>
                  <a:lnTo>
                    <a:pt x="139" y="83"/>
                  </a:lnTo>
                  <a:lnTo>
                    <a:pt x="130" y="95"/>
                  </a:lnTo>
                  <a:lnTo>
                    <a:pt x="111" y="95"/>
                  </a:lnTo>
                  <a:lnTo>
                    <a:pt x="111" y="95"/>
                  </a:lnTo>
                  <a:lnTo>
                    <a:pt x="109" y="88"/>
                  </a:lnTo>
                  <a:lnTo>
                    <a:pt x="104" y="86"/>
                  </a:lnTo>
                  <a:lnTo>
                    <a:pt x="80" y="88"/>
                  </a:lnTo>
                  <a:lnTo>
                    <a:pt x="71" y="93"/>
                  </a:lnTo>
                  <a:lnTo>
                    <a:pt x="61" y="86"/>
                  </a:lnTo>
                  <a:lnTo>
                    <a:pt x="59" y="83"/>
                  </a:lnTo>
                  <a:lnTo>
                    <a:pt x="57" y="76"/>
                  </a:lnTo>
                  <a:lnTo>
                    <a:pt x="57" y="74"/>
                  </a:lnTo>
                  <a:lnTo>
                    <a:pt x="52" y="71"/>
                  </a:lnTo>
                  <a:lnTo>
                    <a:pt x="49" y="69"/>
                  </a:lnTo>
                  <a:lnTo>
                    <a:pt x="47" y="60"/>
                  </a:lnTo>
                  <a:lnTo>
                    <a:pt x="35" y="62"/>
                  </a:lnTo>
                  <a:lnTo>
                    <a:pt x="26" y="64"/>
                  </a:lnTo>
                  <a:lnTo>
                    <a:pt x="23" y="71"/>
                  </a:lnTo>
                  <a:lnTo>
                    <a:pt x="16" y="81"/>
                  </a:lnTo>
                  <a:lnTo>
                    <a:pt x="16" y="90"/>
                  </a:lnTo>
                  <a:lnTo>
                    <a:pt x="12" y="90"/>
                  </a:lnTo>
                  <a:lnTo>
                    <a:pt x="12" y="100"/>
                  </a:lnTo>
                  <a:lnTo>
                    <a:pt x="7" y="104"/>
                  </a:lnTo>
                  <a:lnTo>
                    <a:pt x="7" y="107"/>
                  </a:lnTo>
                  <a:lnTo>
                    <a:pt x="7" y="109"/>
                  </a:lnTo>
                  <a:lnTo>
                    <a:pt x="7" y="109"/>
                  </a:lnTo>
                  <a:lnTo>
                    <a:pt x="2" y="112"/>
                  </a:lnTo>
                  <a:lnTo>
                    <a:pt x="0" y="114"/>
                  </a:lnTo>
                  <a:lnTo>
                    <a:pt x="0" y="119"/>
                  </a:lnTo>
                  <a:lnTo>
                    <a:pt x="2" y="119"/>
                  </a:lnTo>
                  <a:lnTo>
                    <a:pt x="2" y="130"/>
                  </a:lnTo>
                  <a:lnTo>
                    <a:pt x="12" y="135"/>
                  </a:lnTo>
                  <a:lnTo>
                    <a:pt x="26" y="135"/>
                  </a:lnTo>
                  <a:lnTo>
                    <a:pt x="26" y="142"/>
                  </a:lnTo>
                  <a:lnTo>
                    <a:pt x="28" y="142"/>
                  </a:lnTo>
                  <a:lnTo>
                    <a:pt x="33" y="145"/>
                  </a:lnTo>
                  <a:lnTo>
                    <a:pt x="38" y="149"/>
                  </a:lnTo>
                  <a:lnTo>
                    <a:pt x="38" y="152"/>
                  </a:lnTo>
                  <a:lnTo>
                    <a:pt x="35" y="152"/>
                  </a:lnTo>
                  <a:lnTo>
                    <a:pt x="35" y="154"/>
                  </a:lnTo>
                  <a:lnTo>
                    <a:pt x="33" y="154"/>
                  </a:lnTo>
                  <a:lnTo>
                    <a:pt x="33" y="156"/>
                  </a:lnTo>
                  <a:lnTo>
                    <a:pt x="38" y="161"/>
                  </a:lnTo>
                  <a:lnTo>
                    <a:pt x="42" y="164"/>
                  </a:lnTo>
                  <a:lnTo>
                    <a:pt x="45" y="164"/>
                  </a:lnTo>
                  <a:lnTo>
                    <a:pt x="49" y="166"/>
                  </a:lnTo>
                  <a:lnTo>
                    <a:pt x="54" y="173"/>
                  </a:lnTo>
                  <a:lnTo>
                    <a:pt x="57" y="178"/>
                  </a:lnTo>
                  <a:lnTo>
                    <a:pt x="59" y="180"/>
                  </a:lnTo>
                  <a:lnTo>
                    <a:pt x="59" y="182"/>
                  </a:lnTo>
                  <a:lnTo>
                    <a:pt x="66" y="182"/>
                  </a:lnTo>
                  <a:lnTo>
                    <a:pt x="68" y="185"/>
                  </a:lnTo>
                  <a:lnTo>
                    <a:pt x="68" y="190"/>
                  </a:lnTo>
                  <a:lnTo>
                    <a:pt x="64" y="190"/>
                  </a:lnTo>
                  <a:lnTo>
                    <a:pt x="64" y="192"/>
                  </a:lnTo>
                  <a:lnTo>
                    <a:pt x="68" y="197"/>
                  </a:lnTo>
                  <a:lnTo>
                    <a:pt x="68" y="204"/>
                  </a:lnTo>
                  <a:lnTo>
                    <a:pt x="80" y="206"/>
                  </a:lnTo>
                  <a:lnTo>
                    <a:pt x="83" y="208"/>
                  </a:lnTo>
                  <a:lnTo>
                    <a:pt x="87" y="211"/>
                  </a:lnTo>
                  <a:lnTo>
                    <a:pt x="90" y="213"/>
                  </a:lnTo>
                  <a:lnTo>
                    <a:pt x="92" y="218"/>
                  </a:lnTo>
                  <a:lnTo>
                    <a:pt x="92" y="227"/>
                  </a:lnTo>
                  <a:lnTo>
                    <a:pt x="94" y="232"/>
                  </a:lnTo>
                  <a:lnTo>
                    <a:pt x="106" y="241"/>
                  </a:lnTo>
                  <a:lnTo>
                    <a:pt x="106" y="251"/>
                  </a:lnTo>
                  <a:lnTo>
                    <a:pt x="125" y="260"/>
                  </a:lnTo>
                  <a:lnTo>
                    <a:pt x="127" y="258"/>
                  </a:lnTo>
                  <a:lnTo>
                    <a:pt x="130" y="253"/>
                  </a:lnTo>
                  <a:lnTo>
                    <a:pt x="132" y="251"/>
                  </a:lnTo>
                  <a:lnTo>
                    <a:pt x="137" y="251"/>
                  </a:lnTo>
                  <a:lnTo>
                    <a:pt x="142" y="253"/>
                  </a:lnTo>
                  <a:lnTo>
                    <a:pt x="142" y="256"/>
                  </a:lnTo>
                  <a:lnTo>
                    <a:pt x="146" y="258"/>
                  </a:lnTo>
                  <a:lnTo>
                    <a:pt x="149" y="258"/>
                  </a:lnTo>
                  <a:lnTo>
                    <a:pt x="156" y="253"/>
                  </a:lnTo>
                  <a:lnTo>
                    <a:pt x="156" y="251"/>
                  </a:lnTo>
                  <a:lnTo>
                    <a:pt x="161" y="246"/>
                  </a:lnTo>
                  <a:lnTo>
                    <a:pt x="163" y="249"/>
                  </a:lnTo>
                  <a:lnTo>
                    <a:pt x="168" y="251"/>
                  </a:lnTo>
                  <a:lnTo>
                    <a:pt x="170" y="258"/>
                  </a:lnTo>
                  <a:lnTo>
                    <a:pt x="172" y="263"/>
                  </a:lnTo>
                  <a:lnTo>
                    <a:pt x="177" y="267"/>
                  </a:lnTo>
                  <a:lnTo>
                    <a:pt x="182" y="270"/>
                  </a:lnTo>
                  <a:lnTo>
                    <a:pt x="184" y="272"/>
                  </a:lnTo>
                  <a:lnTo>
                    <a:pt x="187" y="272"/>
                  </a:lnTo>
                  <a:lnTo>
                    <a:pt x="189" y="282"/>
                  </a:lnTo>
                  <a:lnTo>
                    <a:pt x="196" y="282"/>
                  </a:lnTo>
                  <a:lnTo>
                    <a:pt x="203" y="275"/>
                  </a:lnTo>
                  <a:lnTo>
                    <a:pt x="208" y="275"/>
                  </a:lnTo>
                  <a:lnTo>
                    <a:pt x="210" y="277"/>
                  </a:lnTo>
                  <a:lnTo>
                    <a:pt x="215" y="279"/>
                  </a:lnTo>
                  <a:lnTo>
                    <a:pt x="220" y="279"/>
                  </a:lnTo>
                  <a:lnTo>
                    <a:pt x="220" y="277"/>
                  </a:lnTo>
                  <a:lnTo>
                    <a:pt x="222" y="275"/>
                  </a:lnTo>
                  <a:lnTo>
                    <a:pt x="224" y="275"/>
                  </a:lnTo>
                  <a:lnTo>
                    <a:pt x="236" y="286"/>
                  </a:lnTo>
                  <a:lnTo>
                    <a:pt x="243" y="277"/>
                  </a:lnTo>
                  <a:lnTo>
                    <a:pt x="253" y="277"/>
                  </a:lnTo>
                  <a:lnTo>
                    <a:pt x="257" y="272"/>
                  </a:lnTo>
                  <a:lnTo>
                    <a:pt x="262" y="272"/>
                  </a:lnTo>
                  <a:lnTo>
                    <a:pt x="262" y="275"/>
                  </a:lnTo>
                  <a:lnTo>
                    <a:pt x="265" y="277"/>
                  </a:lnTo>
                  <a:lnTo>
                    <a:pt x="274" y="277"/>
                  </a:lnTo>
                  <a:lnTo>
                    <a:pt x="281" y="270"/>
                  </a:lnTo>
                  <a:lnTo>
                    <a:pt x="281" y="267"/>
                  </a:lnTo>
                  <a:lnTo>
                    <a:pt x="283" y="265"/>
                  </a:lnTo>
                  <a:lnTo>
                    <a:pt x="283" y="263"/>
                  </a:lnTo>
                  <a:lnTo>
                    <a:pt x="288" y="263"/>
                  </a:lnTo>
                  <a:lnTo>
                    <a:pt x="295" y="251"/>
                  </a:lnTo>
                  <a:lnTo>
                    <a:pt x="333" y="251"/>
                  </a:lnTo>
                  <a:lnTo>
                    <a:pt x="342" y="246"/>
                  </a:lnTo>
                  <a:lnTo>
                    <a:pt x="340" y="239"/>
                  </a:lnTo>
                  <a:lnTo>
                    <a:pt x="340" y="232"/>
                  </a:lnTo>
                  <a:lnTo>
                    <a:pt x="338" y="227"/>
                  </a:lnTo>
                  <a:lnTo>
                    <a:pt x="335" y="225"/>
                  </a:lnTo>
                  <a:lnTo>
                    <a:pt x="328" y="225"/>
                  </a:lnTo>
                  <a:lnTo>
                    <a:pt x="324" y="223"/>
                  </a:lnTo>
                  <a:lnTo>
                    <a:pt x="316" y="208"/>
                  </a:lnTo>
                  <a:lnTo>
                    <a:pt x="316" y="201"/>
                  </a:lnTo>
                  <a:lnTo>
                    <a:pt x="312" y="199"/>
                  </a:lnTo>
                  <a:lnTo>
                    <a:pt x="312" y="185"/>
                  </a:lnTo>
                  <a:lnTo>
                    <a:pt x="305" y="185"/>
                  </a:lnTo>
                  <a:lnTo>
                    <a:pt x="302" y="175"/>
                  </a:lnTo>
                  <a:lnTo>
                    <a:pt x="293" y="175"/>
                  </a:lnTo>
                  <a:lnTo>
                    <a:pt x="291" y="168"/>
                  </a:lnTo>
                  <a:lnTo>
                    <a:pt x="291" y="161"/>
                  </a:lnTo>
                  <a:lnTo>
                    <a:pt x="286" y="159"/>
                  </a:lnTo>
                  <a:lnTo>
                    <a:pt x="283" y="154"/>
                  </a:lnTo>
                  <a:lnTo>
                    <a:pt x="279" y="152"/>
                  </a:lnTo>
                  <a:lnTo>
                    <a:pt x="276" y="149"/>
                  </a:lnTo>
                  <a:lnTo>
                    <a:pt x="267" y="149"/>
                  </a:lnTo>
                  <a:lnTo>
                    <a:pt x="262" y="147"/>
                  </a:lnTo>
                  <a:lnTo>
                    <a:pt x="260" y="147"/>
                  </a:lnTo>
                  <a:lnTo>
                    <a:pt x="260" y="142"/>
                  </a:lnTo>
                  <a:lnTo>
                    <a:pt x="262" y="138"/>
                  </a:lnTo>
                  <a:lnTo>
                    <a:pt x="265" y="135"/>
                  </a:lnTo>
                  <a:lnTo>
                    <a:pt x="262" y="126"/>
                  </a:lnTo>
                  <a:lnTo>
                    <a:pt x="276" y="126"/>
                  </a:lnTo>
                  <a:lnTo>
                    <a:pt x="279" y="128"/>
                  </a:lnTo>
                  <a:lnTo>
                    <a:pt x="281" y="126"/>
                  </a:lnTo>
                  <a:lnTo>
                    <a:pt x="286" y="126"/>
                  </a:lnTo>
                  <a:lnTo>
                    <a:pt x="288" y="123"/>
                  </a:lnTo>
                  <a:lnTo>
                    <a:pt x="288" y="119"/>
                  </a:lnTo>
                  <a:lnTo>
                    <a:pt x="291" y="114"/>
                  </a:lnTo>
                  <a:lnTo>
                    <a:pt x="291" y="100"/>
                  </a:lnTo>
                  <a:lnTo>
                    <a:pt x="288" y="97"/>
                  </a:lnTo>
                  <a:lnTo>
                    <a:pt x="288" y="93"/>
                  </a:lnTo>
                  <a:lnTo>
                    <a:pt x="286" y="88"/>
                  </a:lnTo>
                  <a:lnTo>
                    <a:pt x="286" y="83"/>
                  </a:lnTo>
                  <a:lnTo>
                    <a:pt x="288" y="78"/>
                  </a:lnTo>
                  <a:lnTo>
                    <a:pt x="291" y="76"/>
                  </a:lnTo>
                  <a:lnTo>
                    <a:pt x="288" y="71"/>
                  </a:lnTo>
                  <a:lnTo>
                    <a:pt x="286" y="67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92" name="South Africa" descr="© INSCALE GmbH, 05.05.2010&#10;http://www.presentationload.com/">
              <a:extLst>
                <a:ext uri="{FF2B5EF4-FFF2-40B4-BE49-F238E27FC236}">
                  <a16:creationId xmlns:a16="http://schemas.microsoft.com/office/drawing/2014/main" id="{E0C73F9F-9B89-463C-9044-0633B1FDD402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1657253" y="3776066"/>
              <a:ext cx="443397" cy="399059"/>
            </a:xfrm>
            <a:custGeom>
              <a:avLst/>
              <a:gdLst>
                <a:gd name="T0" fmla="*/ 2147483647 w 1134"/>
                <a:gd name="T1" fmla="*/ 2147483647 h 1020"/>
                <a:gd name="T2" fmla="*/ 2147483647 w 1134"/>
                <a:gd name="T3" fmla="*/ 2147483647 h 1020"/>
                <a:gd name="T4" fmla="*/ 2147483647 w 1134"/>
                <a:gd name="T5" fmla="*/ 2147483647 h 1020"/>
                <a:gd name="T6" fmla="*/ 2147483647 w 1134"/>
                <a:gd name="T7" fmla="*/ 2147483647 h 1020"/>
                <a:gd name="T8" fmla="*/ 2147483647 w 1134"/>
                <a:gd name="T9" fmla="*/ 2147483647 h 1020"/>
                <a:gd name="T10" fmla="*/ 2147483647 w 1134"/>
                <a:gd name="T11" fmla="*/ 2147483647 h 1020"/>
                <a:gd name="T12" fmla="*/ 2147483647 w 1134"/>
                <a:gd name="T13" fmla="*/ 2147483647 h 1020"/>
                <a:gd name="T14" fmla="*/ 2147483647 w 1134"/>
                <a:gd name="T15" fmla="*/ 2147483647 h 1020"/>
                <a:gd name="T16" fmla="*/ 2147483647 w 1134"/>
                <a:gd name="T17" fmla="*/ 2147483647 h 1020"/>
                <a:gd name="T18" fmla="*/ 2147483647 w 1134"/>
                <a:gd name="T19" fmla="*/ 2147483647 h 1020"/>
                <a:gd name="T20" fmla="*/ 2147483647 w 1134"/>
                <a:gd name="T21" fmla="*/ 2147483647 h 1020"/>
                <a:gd name="T22" fmla="*/ 2147483647 w 1134"/>
                <a:gd name="T23" fmla="*/ 2147483647 h 1020"/>
                <a:gd name="T24" fmla="*/ 2147483647 w 1134"/>
                <a:gd name="T25" fmla="*/ 2147483647 h 1020"/>
                <a:gd name="T26" fmla="*/ 2147483647 w 1134"/>
                <a:gd name="T27" fmla="*/ 2147483647 h 1020"/>
                <a:gd name="T28" fmla="*/ 2147483647 w 1134"/>
                <a:gd name="T29" fmla="*/ 2147483647 h 1020"/>
                <a:gd name="T30" fmla="*/ 2147483647 w 1134"/>
                <a:gd name="T31" fmla="*/ 2147483647 h 1020"/>
                <a:gd name="T32" fmla="*/ 2147483647 w 1134"/>
                <a:gd name="T33" fmla="*/ 2147483647 h 1020"/>
                <a:gd name="T34" fmla="*/ 2147483647 w 1134"/>
                <a:gd name="T35" fmla="*/ 2147483647 h 1020"/>
                <a:gd name="T36" fmla="*/ 2147483647 w 1134"/>
                <a:gd name="T37" fmla="*/ 2147483647 h 1020"/>
                <a:gd name="T38" fmla="*/ 2147483647 w 1134"/>
                <a:gd name="T39" fmla="*/ 2147483647 h 1020"/>
                <a:gd name="T40" fmla="*/ 2147483647 w 1134"/>
                <a:gd name="T41" fmla="*/ 2147483647 h 1020"/>
                <a:gd name="T42" fmla="*/ 2147483647 w 1134"/>
                <a:gd name="T43" fmla="*/ 2147483647 h 1020"/>
                <a:gd name="T44" fmla="*/ 2147483647 w 1134"/>
                <a:gd name="T45" fmla="*/ 2147483647 h 1020"/>
                <a:gd name="T46" fmla="*/ 2147483647 w 1134"/>
                <a:gd name="T47" fmla="*/ 2147483647 h 1020"/>
                <a:gd name="T48" fmla="*/ 2147483647 w 1134"/>
                <a:gd name="T49" fmla="*/ 2147483647 h 1020"/>
                <a:gd name="T50" fmla="*/ 2147483647 w 1134"/>
                <a:gd name="T51" fmla="*/ 2147483647 h 1020"/>
                <a:gd name="T52" fmla="*/ 2147483647 w 1134"/>
                <a:gd name="T53" fmla="*/ 2147483647 h 1020"/>
                <a:gd name="T54" fmla="*/ 2147483647 w 1134"/>
                <a:gd name="T55" fmla="*/ 2147483647 h 1020"/>
                <a:gd name="T56" fmla="*/ 2147483647 w 1134"/>
                <a:gd name="T57" fmla="*/ 2147483647 h 1020"/>
                <a:gd name="T58" fmla="*/ 2147483647 w 1134"/>
                <a:gd name="T59" fmla="*/ 2147483647 h 1020"/>
                <a:gd name="T60" fmla="*/ 2147483647 w 1134"/>
                <a:gd name="T61" fmla="*/ 2147483647 h 1020"/>
                <a:gd name="T62" fmla="*/ 0 w 1134"/>
                <a:gd name="T63" fmla="*/ 2147483647 h 1020"/>
                <a:gd name="T64" fmla="*/ 2147483647 w 1134"/>
                <a:gd name="T65" fmla="*/ 2147483647 h 1020"/>
                <a:gd name="T66" fmla="*/ 2147483647 w 1134"/>
                <a:gd name="T67" fmla="*/ 2147483647 h 1020"/>
                <a:gd name="T68" fmla="*/ 2147483647 w 1134"/>
                <a:gd name="T69" fmla="*/ 2147483647 h 1020"/>
                <a:gd name="T70" fmla="*/ 2147483647 w 1134"/>
                <a:gd name="T71" fmla="*/ 2147483647 h 1020"/>
                <a:gd name="T72" fmla="*/ 2147483647 w 1134"/>
                <a:gd name="T73" fmla="*/ 2147483647 h 1020"/>
                <a:gd name="T74" fmla="*/ 2147483647 w 1134"/>
                <a:gd name="T75" fmla="*/ 2147483647 h 1020"/>
                <a:gd name="T76" fmla="*/ 2147483647 w 1134"/>
                <a:gd name="T77" fmla="*/ 2147483647 h 1020"/>
                <a:gd name="T78" fmla="*/ 2147483647 w 1134"/>
                <a:gd name="T79" fmla="*/ 2147483647 h 1020"/>
                <a:gd name="T80" fmla="*/ 2147483647 w 1134"/>
                <a:gd name="T81" fmla="*/ 2147483647 h 1020"/>
                <a:gd name="T82" fmla="*/ 2147483647 w 1134"/>
                <a:gd name="T83" fmla="*/ 2147483647 h 1020"/>
                <a:gd name="T84" fmla="*/ 2147483647 w 1134"/>
                <a:gd name="T85" fmla="*/ 2147483647 h 1020"/>
                <a:gd name="T86" fmla="*/ 2147483647 w 1134"/>
                <a:gd name="T87" fmla="*/ 2147483647 h 1020"/>
                <a:gd name="T88" fmla="*/ 2147483647 w 1134"/>
                <a:gd name="T89" fmla="*/ 2147483647 h 1020"/>
                <a:gd name="T90" fmla="*/ 2147483647 w 1134"/>
                <a:gd name="T91" fmla="*/ 2147483647 h 1020"/>
                <a:gd name="T92" fmla="*/ 2147483647 w 1134"/>
                <a:gd name="T93" fmla="*/ 2147483647 h 1020"/>
                <a:gd name="T94" fmla="*/ 2147483647 w 1134"/>
                <a:gd name="T95" fmla="*/ 2147483647 h 1020"/>
                <a:gd name="T96" fmla="*/ 2147483647 w 1134"/>
                <a:gd name="T97" fmla="*/ 2147483647 h 1020"/>
                <a:gd name="T98" fmla="*/ 2147483647 w 1134"/>
                <a:gd name="T99" fmla="*/ 2147483647 h 1020"/>
                <a:gd name="T100" fmla="*/ 2147483647 w 1134"/>
                <a:gd name="T101" fmla="*/ 2147483647 h 1020"/>
                <a:gd name="T102" fmla="*/ 2147483647 w 1134"/>
                <a:gd name="T103" fmla="*/ 2147483647 h 1020"/>
                <a:gd name="T104" fmla="*/ 2147483647 w 1134"/>
                <a:gd name="T105" fmla="*/ 2147483647 h 1020"/>
                <a:gd name="T106" fmla="*/ 2147483647 w 1134"/>
                <a:gd name="T107" fmla="*/ 2147483647 h 1020"/>
                <a:gd name="T108" fmla="*/ 2147483647 w 1134"/>
                <a:gd name="T109" fmla="*/ 2147483647 h 1020"/>
                <a:gd name="T110" fmla="*/ 2147483647 w 1134"/>
                <a:gd name="T111" fmla="*/ 2147483647 h 1020"/>
                <a:gd name="T112" fmla="*/ 2147483647 w 1134"/>
                <a:gd name="T113" fmla="*/ 2147483647 h 1020"/>
                <a:gd name="T114" fmla="*/ 2147483647 w 1134"/>
                <a:gd name="T115" fmla="*/ 2147483647 h 1020"/>
                <a:gd name="T116" fmla="*/ 2147483647 w 1134"/>
                <a:gd name="T117" fmla="*/ 2147483647 h 1020"/>
                <a:gd name="T118" fmla="*/ 2147483647 w 1134"/>
                <a:gd name="T119" fmla="*/ 2147483647 h 1020"/>
                <a:gd name="T120" fmla="*/ 2147483647 w 1134"/>
                <a:gd name="T121" fmla="*/ 2147483647 h 1020"/>
                <a:gd name="T122" fmla="*/ 2147483647 w 1134"/>
                <a:gd name="T123" fmla="*/ 2147483647 h 1020"/>
                <a:gd name="T124" fmla="*/ 2147483647 w 1134"/>
                <a:gd name="T125" fmla="*/ 2147483647 h 102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134"/>
                <a:gd name="T190" fmla="*/ 0 h 1020"/>
                <a:gd name="T191" fmla="*/ 1134 w 1134"/>
                <a:gd name="T192" fmla="*/ 1020 h 102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134" h="1020">
                  <a:moveTo>
                    <a:pt x="1116" y="372"/>
                  </a:moveTo>
                  <a:lnTo>
                    <a:pt x="1098" y="372"/>
                  </a:lnTo>
                  <a:lnTo>
                    <a:pt x="1092" y="378"/>
                  </a:lnTo>
                  <a:lnTo>
                    <a:pt x="1086" y="378"/>
                  </a:lnTo>
                  <a:lnTo>
                    <a:pt x="1074" y="420"/>
                  </a:lnTo>
                  <a:lnTo>
                    <a:pt x="1062" y="420"/>
                  </a:lnTo>
                  <a:lnTo>
                    <a:pt x="1050" y="414"/>
                  </a:lnTo>
                  <a:lnTo>
                    <a:pt x="1032" y="414"/>
                  </a:lnTo>
                  <a:lnTo>
                    <a:pt x="1020" y="402"/>
                  </a:lnTo>
                  <a:lnTo>
                    <a:pt x="1008" y="396"/>
                  </a:lnTo>
                  <a:lnTo>
                    <a:pt x="996" y="372"/>
                  </a:lnTo>
                  <a:lnTo>
                    <a:pt x="996" y="348"/>
                  </a:lnTo>
                  <a:lnTo>
                    <a:pt x="1002" y="336"/>
                  </a:lnTo>
                  <a:lnTo>
                    <a:pt x="1014" y="324"/>
                  </a:lnTo>
                  <a:lnTo>
                    <a:pt x="1014" y="312"/>
                  </a:lnTo>
                  <a:lnTo>
                    <a:pt x="1020" y="300"/>
                  </a:lnTo>
                  <a:lnTo>
                    <a:pt x="1032" y="288"/>
                  </a:lnTo>
                  <a:lnTo>
                    <a:pt x="1038" y="288"/>
                  </a:lnTo>
                  <a:lnTo>
                    <a:pt x="1050" y="294"/>
                  </a:lnTo>
                  <a:lnTo>
                    <a:pt x="1062" y="306"/>
                  </a:lnTo>
                  <a:lnTo>
                    <a:pt x="1086" y="270"/>
                  </a:lnTo>
                  <a:lnTo>
                    <a:pt x="1086" y="180"/>
                  </a:lnTo>
                  <a:lnTo>
                    <a:pt x="1056" y="120"/>
                  </a:lnTo>
                  <a:lnTo>
                    <a:pt x="1056" y="102"/>
                  </a:lnTo>
                  <a:lnTo>
                    <a:pt x="1050" y="90"/>
                  </a:lnTo>
                  <a:lnTo>
                    <a:pt x="1050" y="72"/>
                  </a:lnTo>
                  <a:lnTo>
                    <a:pt x="1044" y="54"/>
                  </a:lnTo>
                  <a:lnTo>
                    <a:pt x="1044" y="24"/>
                  </a:lnTo>
                  <a:lnTo>
                    <a:pt x="1026" y="12"/>
                  </a:lnTo>
                  <a:lnTo>
                    <a:pt x="966" y="12"/>
                  </a:lnTo>
                  <a:lnTo>
                    <a:pt x="954" y="6"/>
                  </a:lnTo>
                  <a:lnTo>
                    <a:pt x="948" y="6"/>
                  </a:lnTo>
                  <a:lnTo>
                    <a:pt x="936" y="0"/>
                  </a:lnTo>
                  <a:lnTo>
                    <a:pt x="876" y="0"/>
                  </a:lnTo>
                  <a:lnTo>
                    <a:pt x="864" y="24"/>
                  </a:lnTo>
                  <a:lnTo>
                    <a:pt x="852" y="24"/>
                  </a:lnTo>
                  <a:lnTo>
                    <a:pt x="840" y="30"/>
                  </a:lnTo>
                  <a:lnTo>
                    <a:pt x="828" y="30"/>
                  </a:lnTo>
                  <a:lnTo>
                    <a:pt x="822" y="36"/>
                  </a:lnTo>
                  <a:lnTo>
                    <a:pt x="810" y="60"/>
                  </a:lnTo>
                  <a:lnTo>
                    <a:pt x="768" y="102"/>
                  </a:lnTo>
                  <a:lnTo>
                    <a:pt x="756" y="108"/>
                  </a:lnTo>
                  <a:lnTo>
                    <a:pt x="750" y="108"/>
                  </a:lnTo>
                  <a:lnTo>
                    <a:pt x="738" y="114"/>
                  </a:lnTo>
                  <a:lnTo>
                    <a:pt x="726" y="138"/>
                  </a:lnTo>
                  <a:lnTo>
                    <a:pt x="726" y="174"/>
                  </a:lnTo>
                  <a:lnTo>
                    <a:pt x="714" y="180"/>
                  </a:lnTo>
                  <a:lnTo>
                    <a:pt x="708" y="192"/>
                  </a:lnTo>
                  <a:lnTo>
                    <a:pt x="702" y="198"/>
                  </a:lnTo>
                  <a:lnTo>
                    <a:pt x="690" y="204"/>
                  </a:lnTo>
                  <a:lnTo>
                    <a:pt x="672" y="210"/>
                  </a:lnTo>
                  <a:lnTo>
                    <a:pt x="654" y="228"/>
                  </a:lnTo>
                  <a:lnTo>
                    <a:pt x="654" y="240"/>
                  </a:lnTo>
                  <a:lnTo>
                    <a:pt x="648" y="252"/>
                  </a:lnTo>
                  <a:lnTo>
                    <a:pt x="642" y="270"/>
                  </a:lnTo>
                  <a:lnTo>
                    <a:pt x="636" y="282"/>
                  </a:lnTo>
                  <a:lnTo>
                    <a:pt x="630" y="288"/>
                  </a:lnTo>
                  <a:lnTo>
                    <a:pt x="618" y="294"/>
                  </a:lnTo>
                  <a:lnTo>
                    <a:pt x="606" y="294"/>
                  </a:lnTo>
                  <a:lnTo>
                    <a:pt x="600" y="288"/>
                  </a:lnTo>
                  <a:lnTo>
                    <a:pt x="594" y="294"/>
                  </a:lnTo>
                  <a:lnTo>
                    <a:pt x="582" y="300"/>
                  </a:lnTo>
                  <a:lnTo>
                    <a:pt x="570" y="300"/>
                  </a:lnTo>
                  <a:lnTo>
                    <a:pt x="564" y="294"/>
                  </a:lnTo>
                  <a:lnTo>
                    <a:pt x="552" y="288"/>
                  </a:lnTo>
                  <a:lnTo>
                    <a:pt x="546" y="282"/>
                  </a:lnTo>
                  <a:lnTo>
                    <a:pt x="516" y="282"/>
                  </a:lnTo>
                  <a:lnTo>
                    <a:pt x="504" y="270"/>
                  </a:lnTo>
                  <a:lnTo>
                    <a:pt x="492" y="264"/>
                  </a:lnTo>
                  <a:lnTo>
                    <a:pt x="486" y="258"/>
                  </a:lnTo>
                  <a:lnTo>
                    <a:pt x="474" y="252"/>
                  </a:lnTo>
                  <a:lnTo>
                    <a:pt x="462" y="252"/>
                  </a:lnTo>
                  <a:lnTo>
                    <a:pt x="450" y="258"/>
                  </a:lnTo>
                  <a:lnTo>
                    <a:pt x="444" y="264"/>
                  </a:lnTo>
                  <a:lnTo>
                    <a:pt x="438" y="276"/>
                  </a:lnTo>
                  <a:lnTo>
                    <a:pt x="438" y="288"/>
                  </a:lnTo>
                  <a:lnTo>
                    <a:pt x="432" y="300"/>
                  </a:lnTo>
                  <a:lnTo>
                    <a:pt x="432" y="324"/>
                  </a:lnTo>
                  <a:lnTo>
                    <a:pt x="420" y="324"/>
                  </a:lnTo>
                  <a:lnTo>
                    <a:pt x="414" y="330"/>
                  </a:lnTo>
                  <a:lnTo>
                    <a:pt x="408" y="330"/>
                  </a:lnTo>
                  <a:lnTo>
                    <a:pt x="402" y="336"/>
                  </a:lnTo>
                  <a:lnTo>
                    <a:pt x="396" y="348"/>
                  </a:lnTo>
                  <a:lnTo>
                    <a:pt x="390" y="354"/>
                  </a:lnTo>
                  <a:lnTo>
                    <a:pt x="390" y="360"/>
                  </a:lnTo>
                  <a:lnTo>
                    <a:pt x="366" y="360"/>
                  </a:lnTo>
                  <a:lnTo>
                    <a:pt x="366" y="378"/>
                  </a:lnTo>
                  <a:lnTo>
                    <a:pt x="288" y="378"/>
                  </a:lnTo>
                  <a:lnTo>
                    <a:pt x="288" y="348"/>
                  </a:lnTo>
                  <a:lnTo>
                    <a:pt x="294" y="336"/>
                  </a:lnTo>
                  <a:lnTo>
                    <a:pt x="294" y="330"/>
                  </a:lnTo>
                  <a:lnTo>
                    <a:pt x="300" y="318"/>
                  </a:lnTo>
                  <a:lnTo>
                    <a:pt x="300" y="294"/>
                  </a:lnTo>
                  <a:lnTo>
                    <a:pt x="294" y="288"/>
                  </a:lnTo>
                  <a:lnTo>
                    <a:pt x="294" y="270"/>
                  </a:lnTo>
                  <a:lnTo>
                    <a:pt x="288" y="258"/>
                  </a:lnTo>
                  <a:lnTo>
                    <a:pt x="282" y="240"/>
                  </a:lnTo>
                  <a:lnTo>
                    <a:pt x="276" y="234"/>
                  </a:lnTo>
                  <a:lnTo>
                    <a:pt x="264" y="228"/>
                  </a:lnTo>
                  <a:lnTo>
                    <a:pt x="258" y="222"/>
                  </a:lnTo>
                  <a:lnTo>
                    <a:pt x="246" y="216"/>
                  </a:lnTo>
                  <a:lnTo>
                    <a:pt x="240" y="510"/>
                  </a:lnTo>
                  <a:lnTo>
                    <a:pt x="222" y="510"/>
                  </a:lnTo>
                  <a:lnTo>
                    <a:pt x="210" y="516"/>
                  </a:lnTo>
                  <a:lnTo>
                    <a:pt x="204" y="522"/>
                  </a:lnTo>
                  <a:lnTo>
                    <a:pt x="204" y="528"/>
                  </a:lnTo>
                  <a:lnTo>
                    <a:pt x="192" y="528"/>
                  </a:lnTo>
                  <a:lnTo>
                    <a:pt x="192" y="552"/>
                  </a:lnTo>
                  <a:lnTo>
                    <a:pt x="168" y="552"/>
                  </a:lnTo>
                  <a:lnTo>
                    <a:pt x="156" y="540"/>
                  </a:lnTo>
                  <a:lnTo>
                    <a:pt x="144" y="540"/>
                  </a:lnTo>
                  <a:lnTo>
                    <a:pt x="132" y="552"/>
                  </a:lnTo>
                  <a:lnTo>
                    <a:pt x="108" y="552"/>
                  </a:lnTo>
                  <a:lnTo>
                    <a:pt x="102" y="546"/>
                  </a:lnTo>
                  <a:lnTo>
                    <a:pt x="102" y="540"/>
                  </a:lnTo>
                  <a:lnTo>
                    <a:pt x="96" y="534"/>
                  </a:lnTo>
                  <a:lnTo>
                    <a:pt x="72" y="534"/>
                  </a:lnTo>
                  <a:lnTo>
                    <a:pt x="66" y="528"/>
                  </a:lnTo>
                  <a:lnTo>
                    <a:pt x="60" y="516"/>
                  </a:lnTo>
                  <a:lnTo>
                    <a:pt x="60" y="492"/>
                  </a:lnTo>
                  <a:lnTo>
                    <a:pt x="42" y="474"/>
                  </a:lnTo>
                  <a:lnTo>
                    <a:pt x="36" y="474"/>
                  </a:lnTo>
                  <a:lnTo>
                    <a:pt x="30" y="480"/>
                  </a:lnTo>
                  <a:lnTo>
                    <a:pt x="30" y="486"/>
                  </a:lnTo>
                  <a:lnTo>
                    <a:pt x="24" y="498"/>
                  </a:lnTo>
                  <a:lnTo>
                    <a:pt x="18" y="504"/>
                  </a:lnTo>
                  <a:lnTo>
                    <a:pt x="18" y="510"/>
                  </a:lnTo>
                  <a:lnTo>
                    <a:pt x="0" y="522"/>
                  </a:lnTo>
                  <a:lnTo>
                    <a:pt x="0" y="516"/>
                  </a:lnTo>
                  <a:lnTo>
                    <a:pt x="0" y="528"/>
                  </a:lnTo>
                  <a:lnTo>
                    <a:pt x="6" y="540"/>
                  </a:lnTo>
                  <a:lnTo>
                    <a:pt x="6" y="552"/>
                  </a:lnTo>
                  <a:lnTo>
                    <a:pt x="36" y="582"/>
                  </a:lnTo>
                  <a:lnTo>
                    <a:pt x="42" y="600"/>
                  </a:lnTo>
                  <a:lnTo>
                    <a:pt x="42" y="648"/>
                  </a:lnTo>
                  <a:lnTo>
                    <a:pt x="48" y="672"/>
                  </a:lnTo>
                  <a:lnTo>
                    <a:pt x="54" y="690"/>
                  </a:lnTo>
                  <a:lnTo>
                    <a:pt x="72" y="714"/>
                  </a:lnTo>
                  <a:lnTo>
                    <a:pt x="96" y="738"/>
                  </a:lnTo>
                  <a:lnTo>
                    <a:pt x="114" y="762"/>
                  </a:lnTo>
                  <a:lnTo>
                    <a:pt x="120" y="786"/>
                  </a:lnTo>
                  <a:lnTo>
                    <a:pt x="120" y="834"/>
                  </a:lnTo>
                  <a:lnTo>
                    <a:pt x="114" y="846"/>
                  </a:lnTo>
                  <a:lnTo>
                    <a:pt x="114" y="852"/>
                  </a:lnTo>
                  <a:lnTo>
                    <a:pt x="90" y="852"/>
                  </a:lnTo>
                  <a:lnTo>
                    <a:pt x="90" y="876"/>
                  </a:lnTo>
                  <a:lnTo>
                    <a:pt x="96" y="888"/>
                  </a:lnTo>
                  <a:lnTo>
                    <a:pt x="108" y="906"/>
                  </a:lnTo>
                  <a:lnTo>
                    <a:pt x="114" y="918"/>
                  </a:lnTo>
                  <a:lnTo>
                    <a:pt x="114" y="960"/>
                  </a:lnTo>
                  <a:lnTo>
                    <a:pt x="120" y="972"/>
                  </a:lnTo>
                  <a:lnTo>
                    <a:pt x="120" y="978"/>
                  </a:lnTo>
                  <a:lnTo>
                    <a:pt x="126" y="978"/>
                  </a:lnTo>
                  <a:lnTo>
                    <a:pt x="126" y="972"/>
                  </a:lnTo>
                  <a:lnTo>
                    <a:pt x="132" y="966"/>
                  </a:lnTo>
                  <a:lnTo>
                    <a:pt x="144" y="966"/>
                  </a:lnTo>
                  <a:lnTo>
                    <a:pt x="150" y="972"/>
                  </a:lnTo>
                  <a:lnTo>
                    <a:pt x="180" y="984"/>
                  </a:lnTo>
                  <a:lnTo>
                    <a:pt x="180" y="996"/>
                  </a:lnTo>
                  <a:lnTo>
                    <a:pt x="204" y="1020"/>
                  </a:lnTo>
                  <a:lnTo>
                    <a:pt x="216" y="1020"/>
                  </a:lnTo>
                  <a:lnTo>
                    <a:pt x="240" y="1008"/>
                  </a:lnTo>
                  <a:lnTo>
                    <a:pt x="246" y="996"/>
                  </a:lnTo>
                  <a:lnTo>
                    <a:pt x="252" y="990"/>
                  </a:lnTo>
                  <a:lnTo>
                    <a:pt x="264" y="984"/>
                  </a:lnTo>
                  <a:lnTo>
                    <a:pt x="294" y="984"/>
                  </a:lnTo>
                  <a:lnTo>
                    <a:pt x="306" y="990"/>
                  </a:lnTo>
                  <a:lnTo>
                    <a:pt x="354" y="990"/>
                  </a:lnTo>
                  <a:lnTo>
                    <a:pt x="354" y="984"/>
                  </a:lnTo>
                  <a:lnTo>
                    <a:pt x="360" y="978"/>
                  </a:lnTo>
                  <a:lnTo>
                    <a:pt x="360" y="966"/>
                  </a:lnTo>
                  <a:lnTo>
                    <a:pt x="366" y="960"/>
                  </a:lnTo>
                  <a:lnTo>
                    <a:pt x="378" y="954"/>
                  </a:lnTo>
                  <a:lnTo>
                    <a:pt x="408" y="954"/>
                  </a:lnTo>
                  <a:lnTo>
                    <a:pt x="420" y="960"/>
                  </a:lnTo>
                  <a:lnTo>
                    <a:pt x="432" y="960"/>
                  </a:lnTo>
                  <a:lnTo>
                    <a:pt x="438" y="966"/>
                  </a:lnTo>
                  <a:lnTo>
                    <a:pt x="444" y="960"/>
                  </a:lnTo>
                  <a:lnTo>
                    <a:pt x="456" y="960"/>
                  </a:lnTo>
                  <a:lnTo>
                    <a:pt x="468" y="954"/>
                  </a:lnTo>
                  <a:lnTo>
                    <a:pt x="504" y="954"/>
                  </a:lnTo>
                  <a:lnTo>
                    <a:pt x="522" y="960"/>
                  </a:lnTo>
                  <a:lnTo>
                    <a:pt x="534" y="966"/>
                  </a:lnTo>
                  <a:lnTo>
                    <a:pt x="552" y="966"/>
                  </a:lnTo>
                  <a:lnTo>
                    <a:pt x="558" y="960"/>
                  </a:lnTo>
                  <a:lnTo>
                    <a:pt x="570" y="954"/>
                  </a:lnTo>
                  <a:lnTo>
                    <a:pt x="606" y="954"/>
                  </a:lnTo>
                  <a:lnTo>
                    <a:pt x="618" y="948"/>
                  </a:lnTo>
                  <a:lnTo>
                    <a:pt x="624" y="942"/>
                  </a:lnTo>
                  <a:lnTo>
                    <a:pt x="636" y="936"/>
                  </a:lnTo>
                  <a:lnTo>
                    <a:pt x="684" y="936"/>
                  </a:lnTo>
                  <a:lnTo>
                    <a:pt x="708" y="924"/>
                  </a:lnTo>
                  <a:lnTo>
                    <a:pt x="720" y="912"/>
                  </a:lnTo>
                  <a:lnTo>
                    <a:pt x="738" y="900"/>
                  </a:lnTo>
                  <a:lnTo>
                    <a:pt x="774" y="864"/>
                  </a:lnTo>
                  <a:lnTo>
                    <a:pt x="786" y="858"/>
                  </a:lnTo>
                  <a:lnTo>
                    <a:pt x="804" y="846"/>
                  </a:lnTo>
                  <a:lnTo>
                    <a:pt x="900" y="750"/>
                  </a:lnTo>
                  <a:lnTo>
                    <a:pt x="918" y="750"/>
                  </a:lnTo>
                  <a:lnTo>
                    <a:pt x="924" y="744"/>
                  </a:lnTo>
                  <a:lnTo>
                    <a:pt x="960" y="696"/>
                  </a:lnTo>
                  <a:lnTo>
                    <a:pt x="972" y="672"/>
                  </a:lnTo>
                  <a:lnTo>
                    <a:pt x="984" y="654"/>
                  </a:lnTo>
                  <a:lnTo>
                    <a:pt x="990" y="642"/>
                  </a:lnTo>
                  <a:lnTo>
                    <a:pt x="1002" y="606"/>
                  </a:lnTo>
                  <a:lnTo>
                    <a:pt x="1014" y="588"/>
                  </a:lnTo>
                  <a:lnTo>
                    <a:pt x="1020" y="576"/>
                  </a:lnTo>
                  <a:lnTo>
                    <a:pt x="1026" y="570"/>
                  </a:lnTo>
                  <a:lnTo>
                    <a:pt x="1038" y="564"/>
                  </a:lnTo>
                  <a:lnTo>
                    <a:pt x="1050" y="552"/>
                  </a:lnTo>
                  <a:lnTo>
                    <a:pt x="1068" y="546"/>
                  </a:lnTo>
                  <a:lnTo>
                    <a:pt x="1086" y="534"/>
                  </a:lnTo>
                  <a:lnTo>
                    <a:pt x="1098" y="510"/>
                  </a:lnTo>
                  <a:lnTo>
                    <a:pt x="1098" y="498"/>
                  </a:lnTo>
                  <a:lnTo>
                    <a:pt x="1104" y="486"/>
                  </a:lnTo>
                  <a:lnTo>
                    <a:pt x="1110" y="468"/>
                  </a:lnTo>
                  <a:lnTo>
                    <a:pt x="1116" y="456"/>
                  </a:lnTo>
                  <a:lnTo>
                    <a:pt x="1122" y="450"/>
                  </a:lnTo>
                  <a:lnTo>
                    <a:pt x="1122" y="438"/>
                  </a:lnTo>
                  <a:lnTo>
                    <a:pt x="1128" y="432"/>
                  </a:lnTo>
                  <a:lnTo>
                    <a:pt x="1128" y="414"/>
                  </a:lnTo>
                  <a:lnTo>
                    <a:pt x="1134" y="396"/>
                  </a:lnTo>
                  <a:lnTo>
                    <a:pt x="1128" y="384"/>
                  </a:lnTo>
                  <a:lnTo>
                    <a:pt x="1116" y="372"/>
                  </a:lnTo>
                  <a:close/>
                  <a:moveTo>
                    <a:pt x="870" y="624"/>
                  </a:moveTo>
                  <a:lnTo>
                    <a:pt x="858" y="630"/>
                  </a:lnTo>
                  <a:lnTo>
                    <a:pt x="852" y="636"/>
                  </a:lnTo>
                  <a:lnTo>
                    <a:pt x="840" y="642"/>
                  </a:lnTo>
                  <a:lnTo>
                    <a:pt x="822" y="642"/>
                  </a:lnTo>
                  <a:lnTo>
                    <a:pt x="810" y="648"/>
                  </a:lnTo>
                  <a:lnTo>
                    <a:pt x="804" y="654"/>
                  </a:lnTo>
                  <a:lnTo>
                    <a:pt x="798" y="666"/>
                  </a:lnTo>
                  <a:lnTo>
                    <a:pt x="792" y="672"/>
                  </a:lnTo>
                  <a:lnTo>
                    <a:pt x="792" y="684"/>
                  </a:lnTo>
                  <a:lnTo>
                    <a:pt x="774" y="684"/>
                  </a:lnTo>
                  <a:lnTo>
                    <a:pt x="744" y="654"/>
                  </a:lnTo>
                  <a:lnTo>
                    <a:pt x="744" y="636"/>
                  </a:lnTo>
                  <a:lnTo>
                    <a:pt x="720" y="600"/>
                  </a:lnTo>
                  <a:lnTo>
                    <a:pt x="744" y="600"/>
                  </a:lnTo>
                  <a:lnTo>
                    <a:pt x="750" y="582"/>
                  </a:lnTo>
                  <a:lnTo>
                    <a:pt x="768" y="564"/>
                  </a:lnTo>
                  <a:lnTo>
                    <a:pt x="768" y="546"/>
                  </a:lnTo>
                  <a:lnTo>
                    <a:pt x="774" y="540"/>
                  </a:lnTo>
                  <a:lnTo>
                    <a:pt x="798" y="540"/>
                  </a:lnTo>
                  <a:lnTo>
                    <a:pt x="798" y="528"/>
                  </a:lnTo>
                  <a:lnTo>
                    <a:pt x="810" y="522"/>
                  </a:lnTo>
                  <a:lnTo>
                    <a:pt x="846" y="522"/>
                  </a:lnTo>
                  <a:lnTo>
                    <a:pt x="852" y="528"/>
                  </a:lnTo>
                  <a:lnTo>
                    <a:pt x="858" y="540"/>
                  </a:lnTo>
                  <a:lnTo>
                    <a:pt x="864" y="546"/>
                  </a:lnTo>
                  <a:lnTo>
                    <a:pt x="870" y="558"/>
                  </a:lnTo>
                  <a:lnTo>
                    <a:pt x="882" y="564"/>
                  </a:lnTo>
                  <a:lnTo>
                    <a:pt x="888" y="588"/>
                  </a:lnTo>
                  <a:lnTo>
                    <a:pt x="864" y="606"/>
                  </a:lnTo>
                  <a:lnTo>
                    <a:pt x="870" y="624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93" name="Somalia" descr="© INSCALE GmbH, 05.05.2010&#10;http://www.presentationload.com/">
              <a:extLst>
                <a:ext uri="{FF2B5EF4-FFF2-40B4-BE49-F238E27FC236}">
                  <a16:creationId xmlns:a16="http://schemas.microsoft.com/office/drawing/2014/main" id="{7FF7568F-F528-4167-B2B6-802679854AC4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346815" y="2698158"/>
              <a:ext cx="279798" cy="432695"/>
            </a:xfrm>
            <a:custGeom>
              <a:avLst/>
              <a:gdLst>
                <a:gd name="T0" fmla="*/ 2147483647 w 714"/>
                <a:gd name="T1" fmla="*/ 2147483647 h 1104"/>
                <a:gd name="T2" fmla="*/ 2147483647 w 714"/>
                <a:gd name="T3" fmla="*/ 2147483647 h 1104"/>
                <a:gd name="T4" fmla="*/ 2147483647 w 714"/>
                <a:gd name="T5" fmla="*/ 2147483647 h 1104"/>
                <a:gd name="T6" fmla="*/ 2147483647 w 714"/>
                <a:gd name="T7" fmla="*/ 2147483647 h 1104"/>
                <a:gd name="T8" fmla="*/ 2147483647 w 714"/>
                <a:gd name="T9" fmla="*/ 2147483647 h 1104"/>
                <a:gd name="T10" fmla="*/ 2147483647 w 714"/>
                <a:gd name="T11" fmla="*/ 2147483647 h 1104"/>
                <a:gd name="T12" fmla="*/ 2147483647 w 714"/>
                <a:gd name="T13" fmla="*/ 2147483647 h 1104"/>
                <a:gd name="T14" fmla="*/ 2147483647 w 714"/>
                <a:gd name="T15" fmla="*/ 2147483647 h 1104"/>
                <a:gd name="T16" fmla="*/ 2147483647 w 714"/>
                <a:gd name="T17" fmla="*/ 2147483647 h 1104"/>
                <a:gd name="T18" fmla="*/ 2147483647 w 714"/>
                <a:gd name="T19" fmla="*/ 2147483647 h 1104"/>
                <a:gd name="T20" fmla="*/ 2147483647 w 714"/>
                <a:gd name="T21" fmla="*/ 2147483647 h 1104"/>
                <a:gd name="T22" fmla="*/ 2147483647 w 714"/>
                <a:gd name="T23" fmla="*/ 2147483647 h 1104"/>
                <a:gd name="T24" fmla="*/ 0 w 714"/>
                <a:gd name="T25" fmla="*/ 2147483647 h 1104"/>
                <a:gd name="T26" fmla="*/ 2147483647 w 714"/>
                <a:gd name="T27" fmla="*/ 2147483647 h 1104"/>
                <a:gd name="T28" fmla="*/ 2147483647 w 714"/>
                <a:gd name="T29" fmla="*/ 2147483647 h 1104"/>
                <a:gd name="T30" fmla="*/ 2147483647 w 714"/>
                <a:gd name="T31" fmla="*/ 2147483647 h 1104"/>
                <a:gd name="T32" fmla="*/ 2147483647 w 714"/>
                <a:gd name="T33" fmla="*/ 2147483647 h 1104"/>
                <a:gd name="T34" fmla="*/ 2147483647 w 714"/>
                <a:gd name="T35" fmla="*/ 2147483647 h 1104"/>
                <a:gd name="T36" fmla="*/ 2147483647 w 714"/>
                <a:gd name="T37" fmla="*/ 2147483647 h 1104"/>
                <a:gd name="T38" fmla="*/ 2147483647 w 714"/>
                <a:gd name="T39" fmla="*/ 2147483647 h 1104"/>
                <a:gd name="T40" fmla="*/ 2147483647 w 714"/>
                <a:gd name="T41" fmla="*/ 2147483647 h 1104"/>
                <a:gd name="T42" fmla="*/ 2147483647 w 714"/>
                <a:gd name="T43" fmla="*/ 2147483647 h 1104"/>
                <a:gd name="T44" fmla="*/ 2147483647 w 714"/>
                <a:gd name="T45" fmla="*/ 2147483647 h 1104"/>
                <a:gd name="T46" fmla="*/ 2147483647 w 714"/>
                <a:gd name="T47" fmla="*/ 2147483647 h 1104"/>
                <a:gd name="T48" fmla="*/ 2147483647 w 714"/>
                <a:gd name="T49" fmla="*/ 2147483647 h 1104"/>
                <a:gd name="T50" fmla="*/ 2147483647 w 714"/>
                <a:gd name="T51" fmla="*/ 2147483647 h 1104"/>
                <a:gd name="T52" fmla="*/ 2147483647 w 714"/>
                <a:gd name="T53" fmla="*/ 2147483647 h 1104"/>
                <a:gd name="T54" fmla="*/ 2147483647 w 714"/>
                <a:gd name="T55" fmla="*/ 2147483647 h 1104"/>
                <a:gd name="T56" fmla="*/ 2147483647 w 714"/>
                <a:gd name="T57" fmla="*/ 2147483647 h 1104"/>
                <a:gd name="T58" fmla="*/ 2147483647 w 714"/>
                <a:gd name="T59" fmla="*/ 2147483647 h 1104"/>
                <a:gd name="T60" fmla="*/ 2147483647 w 714"/>
                <a:gd name="T61" fmla="*/ 2147483647 h 1104"/>
                <a:gd name="T62" fmla="*/ 2147483647 w 714"/>
                <a:gd name="T63" fmla="*/ 2147483647 h 1104"/>
                <a:gd name="T64" fmla="*/ 2147483647 w 714"/>
                <a:gd name="T65" fmla="*/ 2147483647 h 1104"/>
                <a:gd name="T66" fmla="*/ 2147483647 w 714"/>
                <a:gd name="T67" fmla="*/ 2147483647 h 1104"/>
                <a:gd name="T68" fmla="*/ 2147483647 w 714"/>
                <a:gd name="T69" fmla="*/ 2147483647 h 1104"/>
                <a:gd name="T70" fmla="*/ 2147483647 w 714"/>
                <a:gd name="T71" fmla="*/ 2147483647 h 1104"/>
                <a:gd name="T72" fmla="*/ 2147483647 w 714"/>
                <a:gd name="T73" fmla="*/ 2147483647 h 1104"/>
                <a:gd name="T74" fmla="*/ 2147483647 w 714"/>
                <a:gd name="T75" fmla="*/ 2147483647 h 1104"/>
                <a:gd name="T76" fmla="*/ 2147483647 w 714"/>
                <a:gd name="T77" fmla="*/ 2147483647 h 1104"/>
                <a:gd name="T78" fmla="*/ 2147483647 w 714"/>
                <a:gd name="T79" fmla="*/ 2147483647 h 1104"/>
                <a:gd name="T80" fmla="*/ 2147483647 w 714"/>
                <a:gd name="T81" fmla="*/ 2147483647 h 1104"/>
                <a:gd name="T82" fmla="*/ 2147483647 w 714"/>
                <a:gd name="T83" fmla="*/ 2147483647 h 1104"/>
                <a:gd name="T84" fmla="*/ 2147483647 w 714"/>
                <a:gd name="T85" fmla="*/ 2147483647 h 1104"/>
                <a:gd name="T86" fmla="*/ 2147483647 w 714"/>
                <a:gd name="T87" fmla="*/ 2147483647 h 110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714"/>
                <a:gd name="T133" fmla="*/ 0 h 1104"/>
                <a:gd name="T134" fmla="*/ 714 w 714"/>
                <a:gd name="T135" fmla="*/ 1104 h 110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714" h="1104">
                  <a:moveTo>
                    <a:pt x="108" y="114"/>
                  </a:moveTo>
                  <a:lnTo>
                    <a:pt x="120" y="126"/>
                  </a:lnTo>
                  <a:lnTo>
                    <a:pt x="120" y="138"/>
                  </a:lnTo>
                  <a:lnTo>
                    <a:pt x="126" y="150"/>
                  </a:lnTo>
                  <a:lnTo>
                    <a:pt x="132" y="156"/>
                  </a:lnTo>
                  <a:lnTo>
                    <a:pt x="138" y="168"/>
                  </a:lnTo>
                  <a:lnTo>
                    <a:pt x="144" y="174"/>
                  </a:lnTo>
                  <a:lnTo>
                    <a:pt x="156" y="198"/>
                  </a:lnTo>
                  <a:lnTo>
                    <a:pt x="162" y="204"/>
                  </a:lnTo>
                  <a:lnTo>
                    <a:pt x="162" y="210"/>
                  </a:lnTo>
                  <a:lnTo>
                    <a:pt x="186" y="210"/>
                  </a:lnTo>
                  <a:lnTo>
                    <a:pt x="192" y="222"/>
                  </a:lnTo>
                  <a:lnTo>
                    <a:pt x="198" y="228"/>
                  </a:lnTo>
                  <a:lnTo>
                    <a:pt x="204" y="240"/>
                  </a:lnTo>
                  <a:lnTo>
                    <a:pt x="240" y="258"/>
                  </a:lnTo>
                  <a:lnTo>
                    <a:pt x="312" y="282"/>
                  </a:lnTo>
                  <a:lnTo>
                    <a:pt x="336" y="288"/>
                  </a:lnTo>
                  <a:lnTo>
                    <a:pt x="348" y="294"/>
                  </a:lnTo>
                  <a:lnTo>
                    <a:pt x="366" y="300"/>
                  </a:lnTo>
                  <a:lnTo>
                    <a:pt x="378" y="312"/>
                  </a:lnTo>
                  <a:lnTo>
                    <a:pt x="414" y="330"/>
                  </a:lnTo>
                  <a:lnTo>
                    <a:pt x="486" y="324"/>
                  </a:lnTo>
                  <a:lnTo>
                    <a:pt x="276" y="570"/>
                  </a:lnTo>
                  <a:lnTo>
                    <a:pt x="192" y="570"/>
                  </a:lnTo>
                  <a:lnTo>
                    <a:pt x="186" y="576"/>
                  </a:lnTo>
                  <a:lnTo>
                    <a:pt x="174" y="576"/>
                  </a:lnTo>
                  <a:lnTo>
                    <a:pt x="162" y="582"/>
                  </a:lnTo>
                  <a:lnTo>
                    <a:pt x="156" y="588"/>
                  </a:lnTo>
                  <a:lnTo>
                    <a:pt x="144" y="594"/>
                  </a:lnTo>
                  <a:lnTo>
                    <a:pt x="144" y="606"/>
                  </a:lnTo>
                  <a:lnTo>
                    <a:pt x="126" y="624"/>
                  </a:lnTo>
                  <a:lnTo>
                    <a:pt x="102" y="624"/>
                  </a:lnTo>
                  <a:lnTo>
                    <a:pt x="90" y="630"/>
                  </a:lnTo>
                  <a:lnTo>
                    <a:pt x="78" y="630"/>
                  </a:lnTo>
                  <a:lnTo>
                    <a:pt x="66" y="642"/>
                  </a:lnTo>
                  <a:lnTo>
                    <a:pt x="66" y="654"/>
                  </a:lnTo>
                  <a:lnTo>
                    <a:pt x="60" y="660"/>
                  </a:lnTo>
                  <a:lnTo>
                    <a:pt x="42" y="696"/>
                  </a:lnTo>
                  <a:lnTo>
                    <a:pt x="0" y="738"/>
                  </a:lnTo>
                  <a:lnTo>
                    <a:pt x="0" y="1038"/>
                  </a:lnTo>
                  <a:lnTo>
                    <a:pt x="42" y="1104"/>
                  </a:lnTo>
                  <a:lnTo>
                    <a:pt x="48" y="1086"/>
                  </a:lnTo>
                  <a:lnTo>
                    <a:pt x="84" y="1032"/>
                  </a:lnTo>
                  <a:lnTo>
                    <a:pt x="96" y="1008"/>
                  </a:lnTo>
                  <a:lnTo>
                    <a:pt x="114" y="996"/>
                  </a:lnTo>
                  <a:lnTo>
                    <a:pt x="144" y="966"/>
                  </a:lnTo>
                  <a:lnTo>
                    <a:pt x="150" y="954"/>
                  </a:lnTo>
                  <a:lnTo>
                    <a:pt x="162" y="936"/>
                  </a:lnTo>
                  <a:lnTo>
                    <a:pt x="192" y="906"/>
                  </a:lnTo>
                  <a:lnTo>
                    <a:pt x="216" y="876"/>
                  </a:lnTo>
                  <a:lnTo>
                    <a:pt x="246" y="846"/>
                  </a:lnTo>
                  <a:lnTo>
                    <a:pt x="264" y="840"/>
                  </a:lnTo>
                  <a:lnTo>
                    <a:pt x="276" y="828"/>
                  </a:lnTo>
                  <a:lnTo>
                    <a:pt x="294" y="816"/>
                  </a:lnTo>
                  <a:lnTo>
                    <a:pt x="318" y="804"/>
                  </a:lnTo>
                  <a:lnTo>
                    <a:pt x="336" y="786"/>
                  </a:lnTo>
                  <a:lnTo>
                    <a:pt x="372" y="756"/>
                  </a:lnTo>
                  <a:lnTo>
                    <a:pt x="420" y="708"/>
                  </a:lnTo>
                  <a:lnTo>
                    <a:pt x="438" y="684"/>
                  </a:lnTo>
                  <a:lnTo>
                    <a:pt x="462" y="654"/>
                  </a:lnTo>
                  <a:lnTo>
                    <a:pt x="492" y="618"/>
                  </a:lnTo>
                  <a:lnTo>
                    <a:pt x="516" y="570"/>
                  </a:lnTo>
                  <a:lnTo>
                    <a:pt x="528" y="540"/>
                  </a:lnTo>
                  <a:lnTo>
                    <a:pt x="546" y="516"/>
                  </a:lnTo>
                  <a:lnTo>
                    <a:pt x="558" y="498"/>
                  </a:lnTo>
                  <a:lnTo>
                    <a:pt x="564" y="492"/>
                  </a:lnTo>
                  <a:lnTo>
                    <a:pt x="570" y="480"/>
                  </a:lnTo>
                  <a:lnTo>
                    <a:pt x="576" y="474"/>
                  </a:lnTo>
                  <a:lnTo>
                    <a:pt x="576" y="450"/>
                  </a:lnTo>
                  <a:lnTo>
                    <a:pt x="582" y="432"/>
                  </a:lnTo>
                  <a:lnTo>
                    <a:pt x="588" y="420"/>
                  </a:lnTo>
                  <a:lnTo>
                    <a:pt x="588" y="402"/>
                  </a:lnTo>
                  <a:lnTo>
                    <a:pt x="594" y="390"/>
                  </a:lnTo>
                  <a:lnTo>
                    <a:pt x="606" y="378"/>
                  </a:lnTo>
                  <a:lnTo>
                    <a:pt x="612" y="366"/>
                  </a:lnTo>
                  <a:lnTo>
                    <a:pt x="624" y="354"/>
                  </a:lnTo>
                  <a:lnTo>
                    <a:pt x="624" y="324"/>
                  </a:lnTo>
                  <a:lnTo>
                    <a:pt x="636" y="318"/>
                  </a:lnTo>
                  <a:lnTo>
                    <a:pt x="642" y="306"/>
                  </a:lnTo>
                  <a:lnTo>
                    <a:pt x="660" y="252"/>
                  </a:lnTo>
                  <a:lnTo>
                    <a:pt x="672" y="252"/>
                  </a:lnTo>
                  <a:lnTo>
                    <a:pt x="672" y="246"/>
                  </a:lnTo>
                  <a:lnTo>
                    <a:pt x="684" y="234"/>
                  </a:lnTo>
                  <a:lnTo>
                    <a:pt x="684" y="138"/>
                  </a:lnTo>
                  <a:lnTo>
                    <a:pt x="708" y="126"/>
                  </a:lnTo>
                  <a:lnTo>
                    <a:pt x="702" y="54"/>
                  </a:lnTo>
                  <a:lnTo>
                    <a:pt x="708" y="42"/>
                  </a:lnTo>
                  <a:lnTo>
                    <a:pt x="708" y="36"/>
                  </a:lnTo>
                  <a:lnTo>
                    <a:pt x="714" y="24"/>
                  </a:lnTo>
                  <a:lnTo>
                    <a:pt x="714" y="12"/>
                  </a:lnTo>
                  <a:lnTo>
                    <a:pt x="690" y="0"/>
                  </a:lnTo>
                  <a:lnTo>
                    <a:pt x="672" y="0"/>
                  </a:lnTo>
                  <a:lnTo>
                    <a:pt x="666" y="12"/>
                  </a:lnTo>
                  <a:lnTo>
                    <a:pt x="654" y="18"/>
                  </a:lnTo>
                  <a:lnTo>
                    <a:pt x="648" y="30"/>
                  </a:lnTo>
                  <a:lnTo>
                    <a:pt x="624" y="42"/>
                  </a:lnTo>
                  <a:lnTo>
                    <a:pt x="612" y="42"/>
                  </a:lnTo>
                  <a:lnTo>
                    <a:pt x="594" y="48"/>
                  </a:lnTo>
                  <a:lnTo>
                    <a:pt x="582" y="54"/>
                  </a:lnTo>
                  <a:lnTo>
                    <a:pt x="564" y="54"/>
                  </a:lnTo>
                  <a:lnTo>
                    <a:pt x="546" y="48"/>
                  </a:lnTo>
                  <a:lnTo>
                    <a:pt x="534" y="42"/>
                  </a:lnTo>
                  <a:lnTo>
                    <a:pt x="516" y="48"/>
                  </a:lnTo>
                  <a:lnTo>
                    <a:pt x="510" y="54"/>
                  </a:lnTo>
                  <a:lnTo>
                    <a:pt x="498" y="60"/>
                  </a:lnTo>
                  <a:lnTo>
                    <a:pt x="492" y="72"/>
                  </a:lnTo>
                  <a:lnTo>
                    <a:pt x="486" y="78"/>
                  </a:lnTo>
                  <a:lnTo>
                    <a:pt x="474" y="78"/>
                  </a:lnTo>
                  <a:lnTo>
                    <a:pt x="462" y="72"/>
                  </a:lnTo>
                  <a:lnTo>
                    <a:pt x="456" y="60"/>
                  </a:lnTo>
                  <a:lnTo>
                    <a:pt x="444" y="60"/>
                  </a:lnTo>
                  <a:lnTo>
                    <a:pt x="438" y="66"/>
                  </a:lnTo>
                  <a:lnTo>
                    <a:pt x="426" y="72"/>
                  </a:lnTo>
                  <a:lnTo>
                    <a:pt x="396" y="102"/>
                  </a:lnTo>
                  <a:lnTo>
                    <a:pt x="384" y="108"/>
                  </a:lnTo>
                  <a:lnTo>
                    <a:pt x="372" y="108"/>
                  </a:lnTo>
                  <a:lnTo>
                    <a:pt x="360" y="102"/>
                  </a:lnTo>
                  <a:lnTo>
                    <a:pt x="354" y="96"/>
                  </a:lnTo>
                  <a:lnTo>
                    <a:pt x="342" y="90"/>
                  </a:lnTo>
                  <a:lnTo>
                    <a:pt x="330" y="90"/>
                  </a:lnTo>
                  <a:lnTo>
                    <a:pt x="306" y="102"/>
                  </a:lnTo>
                  <a:lnTo>
                    <a:pt x="294" y="114"/>
                  </a:lnTo>
                  <a:lnTo>
                    <a:pt x="270" y="126"/>
                  </a:lnTo>
                  <a:lnTo>
                    <a:pt x="210" y="126"/>
                  </a:lnTo>
                  <a:lnTo>
                    <a:pt x="192" y="108"/>
                  </a:lnTo>
                  <a:lnTo>
                    <a:pt x="186" y="96"/>
                  </a:lnTo>
                  <a:lnTo>
                    <a:pt x="174" y="90"/>
                  </a:lnTo>
                  <a:lnTo>
                    <a:pt x="168" y="78"/>
                  </a:lnTo>
                  <a:lnTo>
                    <a:pt x="168" y="66"/>
                  </a:lnTo>
                  <a:lnTo>
                    <a:pt x="156" y="54"/>
                  </a:lnTo>
                  <a:lnTo>
                    <a:pt x="150" y="54"/>
                  </a:lnTo>
                  <a:lnTo>
                    <a:pt x="126" y="78"/>
                  </a:lnTo>
                  <a:lnTo>
                    <a:pt x="108" y="114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94" name="Solomon Islands" descr="© INSCALE GmbH, 05.05.2010&#10;http://www.presentationload.com/">
              <a:extLst>
                <a:ext uri="{FF2B5EF4-FFF2-40B4-BE49-F238E27FC236}">
                  <a16:creationId xmlns:a16="http://schemas.microsoft.com/office/drawing/2014/main" id="{67B2E59D-6C20-46A9-A7C5-12EA9383E589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5556090" y="3288333"/>
              <a:ext cx="145250" cy="136077"/>
            </a:xfrm>
            <a:custGeom>
              <a:avLst/>
              <a:gdLst>
                <a:gd name="T0" fmla="*/ 2147483647 w 372"/>
                <a:gd name="T1" fmla="*/ 0 h 348"/>
                <a:gd name="T2" fmla="*/ 2147483647 w 372"/>
                <a:gd name="T3" fmla="*/ 2147483647 h 348"/>
                <a:gd name="T4" fmla="*/ 0 w 372"/>
                <a:gd name="T5" fmla="*/ 2147483647 h 348"/>
                <a:gd name="T6" fmla="*/ 2147483647 w 372"/>
                <a:gd name="T7" fmla="*/ 2147483647 h 348"/>
                <a:gd name="T8" fmla="*/ 0 w 372"/>
                <a:gd name="T9" fmla="*/ 2147483647 h 348"/>
                <a:gd name="T10" fmla="*/ 2147483647 w 372"/>
                <a:gd name="T11" fmla="*/ 2147483647 h 348"/>
                <a:gd name="T12" fmla="*/ 2147483647 w 372"/>
                <a:gd name="T13" fmla="*/ 2147483647 h 348"/>
                <a:gd name="T14" fmla="*/ 2147483647 w 372"/>
                <a:gd name="T15" fmla="*/ 2147483647 h 348"/>
                <a:gd name="T16" fmla="*/ 2147483647 w 372"/>
                <a:gd name="T17" fmla="*/ 2147483647 h 348"/>
                <a:gd name="T18" fmla="*/ 2147483647 w 372"/>
                <a:gd name="T19" fmla="*/ 2147483647 h 348"/>
                <a:gd name="T20" fmla="*/ 2147483647 w 372"/>
                <a:gd name="T21" fmla="*/ 2147483647 h 348"/>
                <a:gd name="T22" fmla="*/ 2147483647 w 372"/>
                <a:gd name="T23" fmla="*/ 2147483647 h 348"/>
                <a:gd name="T24" fmla="*/ 2147483647 w 372"/>
                <a:gd name="T25" fmla="*/ 2147483647 h 348"/>
                <a:gd name="T26" fmla="*/ 2147483647 w 372"/>
                <a:gd name="T27" fmla="*/ 2147483647 h 348"/>
                <a:gd name="T28" fmla="*/ 2147483647 w 372"/>
                <a:gd name="T29" fmla="*/ 2147483647 h 348"/>
                <a:gd name="T30" fmla="*/ 2147483647 w 372"/>
                <a:gd name="T31" fmla="*/ 2147483647 h 348"/>
                <a:gd name="T32" fmla="*/ 2147483647 w 372"/>
                <a:gd name="T33" fmla="*/ 2147483647 h 348"/>
                <a:gd name="T34" fmla="*/ 2147483647 w 372"/>
                <a:gd name="T35" fmla="*/ 2147483647 h 348"/>
                <a:gd name="T36" fmla="*/ 2147483647 w 372"/>
                <a:gd name="T37" fmla="*/ 2147483647 h 348"/>
                <a:gd name="T38" fmla="*/ 2147483647 w 372"/>
                <a:gd name="T39" fmla="*/ 2147483647 h 348"/>
                <a:gd name="T40" fmla="*/ 2147483647 w 372"/>
                <a:gd name="T41" fmla="*/ 2147483647 h 348"/>
                <a:gd name="T42" fmla="*/ 2147483647 w 372"/>
                <a:gd name="T43" fmla="*/ 2147483647 h 348"/>
                <a:gd name="T44" fmla="*/ 2147483647 w 372"/>
                <a:gd name="T45" fmla="*/ 2147483647 h 348"/>
                <a:gd name="T46" fmla="*/ 2147483647 w 372"/>
                <a:gd name="T47" fmla="*/ 2147483647 h 348"/>
                <a:gd name="T48" fmla="*/ 2147483647 w 372"/>
                <a:gd name="T49" fmla="*/ 2147483647 h 348"/>
                <a:gd name="T50" fmla="*/ 2147483647 w 372"/>
                <a:gd name="T51" fmla="*/ 2147483647 h 348"/>
                <a:gd name="T52" fmla="*/ 2147483647 w 372"/>
                <a:gd name="T53" fmla="*/ 2147483647 h 348"/>
                <a:gd name="T54" fmla="*/ 2147483647 w 372"/>
                <a:gd name="T55" fmla="*/ 2147483647 h 348"/>
                <a:gd name="T56" fmla="*/ 2147483647 w 372"/>
                <a:gd name="T57" fmla="*/ 2147483647 h 348"/>
                <a:gd name="T58" fmla="*/ 2147483647 w 372"/>
                <a:gd name="T59" fmla="*/ 2147483647 h 348"/>
                <a:gd name="T60" fmla="*/ 2147483647 w 372"/>
                <a:gd name="T61" fmla="*/ 2147483647 h 348"/>
                <a:gd name="T62" fmla="*/ 2147483647 w 372"/>
                <a:gd name="T63" fmla="*/ 2147483647 h 34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72"/>
                <a:gd name="T97" fmla="*/ 0 h 348"/>
                <a:gd name="T98" fmla="*/ 372 w 372"/>
                <a:gd name="T99" fmla="*/ 348 h 34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72" h="348">
                  <a:moveTo>
                    <a:pt x="30" y="18"/>
                  </a:moveTo>
                  <a:lnTo>
                    <a:pt x="12" y="0"/>
                  </a:lnTo>
                  <a:lnTo>
                    <a:pt x="6" y="24"/>
                  </a:lnTo>
                  <a:lnTo>
                    <a:pt x="24" y="48"/>
                  </a:lnTo>
                  <a:lnTo>
                    <a:pt x="30" y="18"/>
                  </a:lnTo>
                  <a:close/>
                  <a:moveTo>
                    <a:pt x="0" y="126"/>
                  </a:moveTo>
                  <a:lnTo>
                    <a:pt x="18" y="132"/>
                  </a:lnTo>
                  <a:lnTo>
                    <a:pt x="36" y="102"/>
                  </a:lnTo>
                  <a:lnTo>
                    <a:pt x="0" y="102"/>
                  </a:lnTo>
                  <a:lnTo>
                    <a:pt x="0" y="126"/>
                  </a:lnTo>
                  <a:close/>
                  <a:moveTo>
                    <a:pt x="78" y="120"/>
                  </a:moveTo>
                  <a:lnTo>
                    <a:pt x="36" y="120"/>
                  </a:lnTo>
                  <a:lnTo>
                    <a:pt x="42" y="144"/>
                  </a:lnTo>
                  <a:lnTo>
                    <a:pt x="78" y="132"/>
                  </a:lnTo>
                  <a:lnTo>
                    <a:pt x="78" y="120"/>
                  </a:lnTo>
                  <a:close/>
                  <a:moveTo>
                    <a:pt x="60" y="186"/>
                  </a:moveTo>
                  <a:lnTo>
                    <a:pt x="96" y="186"/>
                  </a:lnTo>
                  <a:lnTo>
                    <a:pt x="48" y="150"/>
                  </a:lnTo>
                  <a:lnTo>
                    <a:pt x="60" y="186"/>
                  </a:lnTo>
                  <a:close/>
                  <a:moveTo>
                    <a:pt x="246" y="222"/>
                  </a:moveTo>
                  <a:lnTo>
                    <a:pt x="222" y="210"/>
                  </a:lnTo>
                  <a:lnTo>
                    <a:pt x="192" y="210"/>
                  </a:lnTo>
                  <a:lnTo>
                    <a:pt x="192" y="228"/>
                  </a:lnTo>
                  <a:lnTo>
                    <a:pt x="198" y="234"/>
                  </a:lnTo>
                  <a:lnTo>
                    <a:pt x="204" y="246"/>
                  </a:lnTo>
                  <a:lnTo>
                    <a:pt x="216" y="252"/>
                  </a:lnTo>
                  <a:lnTo>
                    <a:pt x="252" y="264"/>
                  </a:lnTo>
                  <a:lnTo>
                    <a:pt x="264" y="264"/>
                  </a:lnTo>
                  <a:lnTo>
                    <a:pt x="276" y="258"/>
                  </a:lnTo>
                  <a:lnTo>
                    <a:pt x="276" y="252"/>
                  </a:lnTo>
                  <a:lnTo>
                    <a:pt x="270" y="246"/>
                  </a:lnTo>
                  <a:lnTo>
                    <a:pt x="264" y="234"/>
                  </a:lnTo>
                  <a:lnTo>
                    <a:pt x="246" y="222"/>
                  </a:lnTo>
                  <a:close/>
                  <a:moveTo>
                    <a:pt x="312" y="288"/>
                  </a:moveTo>
                  <a:lnTo>
                    <a:pt x="360" y="348"/>
                  </a:lnTo>
                  <a:lnTo>
                    <a:pt x="372" y="318"/>
                  </a:lnTo>
                  <a:lnTo>
                    <a:pt x="312" y="288"/>
                  </a:lnTo>
                  <a:close/>
                  <a:moveTo>
                    <a:pt x="288" y="126"/>
                  </a:moveTo>
                  <a:lnTo>
                    <a:pt x="288" y="132"/>
                  </a:lnTo>
                  <a:lnTo>
                    <a:pt x="282" y="138"/>
                  </a:lnTo>
                  <a:lnTo>
                    <a:pt x="282" y="150"/>
                  </a:lnTo>
                  <a:lnTo>
                    <a:pt x="276" y="162"/>
                  </a:lnTo>
                  <a:lnTo>
                    <a:pt x="276" y="192"/>
                  </a:lnTo>
                  <a:lnTo>
                    <a:pt x="312" y="228"/>
                  </a:lnTo>
                  <a:lnTo>
                    <a:pt x="324" y="234"/>
                  </a:lnTo>
                  <a:lnTo>
                    <a:pt x="330" y="240"/>
                  </a:lnTo>
                  <a:lnTo>
                    <a:pt x="288" y="126"/>
                  </a:lnTo>
                  <a:close/>
                  <a:moveTo>
                    <a:pt x="120" y="60"/>
                  </a:moveTo>
                  <a:lnTo>
                    <a:pt x="120" y="66"/>
                  </a:lnTo>
                  <a:lnTo>
                    <a:pt x="126" y="78"/>
                  </a:lnTo>
                  <a:lnTo>
                    <a:pt x="138" y="90"/>
                  </a:lnTo>
                  <a:lnTo>
                    <a:pt x="150" y="108"/>
                  </a:lnTo>
                  <a:lnTo>
                    <a:pt x="168" y="120"/>
                  </a:lnTo>
                  <a:lnTo>
                    <a:pt x="192" y="144"/>
                  </a:lnTo>
                  <a:lnTo>
                    <a:pt x="204" y="150"/>
                  </a:lnTo>
                  <a:lnTo>
                    <a:pt x="216" y="150"/>
                  </a:lnTo>
                  <a:lnTo>
                    <a:pt x="210" y="138"/>
                  </a:lnTo>
                  <a:lnTo>
                    <a:pt x="204" y="132"/>
                  </a:lnTo>
                  <a:lnTo>
                    <a:pt x="198" y="120"/>
                  </a:lnTo>
                  <a:lnTo>
                    <a:pt x="186" y="108"/>
                  </a:lnTo>
                  <a:lnTo>
                    <a:pt x="174" y="90"/>
                  </a:lnTo>
                  <a:lnTo>
                    <a:pt x="156" y="78"/>
                  </a:lnTo>
                  <a:lnTo>
                    <a:pt x="144" y="66"/>
                  </a:lnTo>
                  <a:lnTo>
                    <a:pt x="132" y="60"/>
                  </a:lnTo>
                  <a:lnTo>
                    <a:pt x="120" y="60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95" name="Spain" descr="© INSCALE GmbH, 05.05.2010&#10;http://www.presentationload.com/">
              <a:extLst>
                <a:ext uri="{FF2B5EF4-FFF2-40B4-BE49-F238E27FC236}">
                  <a16:creationId xmlns:a16="http://schemas.microsoft.com/office/drawing/2014/main" id="{3A687D9E-2330-4F98-860F-F45C7C584531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995220" y="1699755"/>
              <a:ext cx="342488" cy="241574"/>
            </a:xfrm>
            <a:custGeom>
              <a:avLst/>
              <a:gdLst>
                <a:gd name="T0" fmla="*/ 2147483647 w 876"/>
                <a:gd name="T1" fmla="*/ 2147483647 h 618"/>
                <a:gd name="T2" fmla="*/ 2147483647 w 876"/>
                <a:gd name="T3" fmla="*/ 2147483647 h 618"/>
                <a:gd name="T4" fmla="*/ 2147483647 w 876"/>
                <a:gd name="T5" fmla="*/ 2147483647 h 618"/>
                <a:gd name="T6" fmla="*/ 2147483647 w 876"/>
                <a:gd name="T7" fmla="*/ 2147483647 h 618"/>
                <a:gd name="T8" fmla="*/ 2147483647 w 876"/>
                <a:gd name="T9" fmla="*/ 2147483647 h 618"/>
                <a:gd name="T10" fmla="*/ 2147483647 w 876"/>
                <a:gd name="T11" fmla="*/ 2147483647 h 618"/>
                <a:gd name="T12" fmla="*/ 2147483647 w 876"/>
                <a:gd name="T13" fmla="*/ 2147483647 h 618"/>
                <a:gd name="T14" fmla="*/ 2147483647 w 876"/>
                <a:gd name="T15" fmla="*/ 2147483647 h 618"/>
                <a:gd name="T16" fmla="*/ 2147483647 w 876"/>
                <a:gd name="T17" fmla="*/ 2147483647 h 618"/>
                <a:gd name="T18" fmla="*/ 2147483647 w 876"/>
                <a:gd name="T19" fmla="*/ 2147483647 h 618"/>
                <a:gd name="T20" fmla="*/ 2147483647 w 876"/>
                <a:gd name="T21" fmla="*/ 2147483647 h 618"/>
                <a:gd name="T22" fmla="*/ 2147483647 w 876"/>
                <a:gd name="T23" fmla="*/ 2147483647 h 618"/>
                <a:gd name="T24" fmla="*/ 2147483647 w 876"/>
                <a:gd name="T25" fmla="*/ 2147483647 h 618"/>
                <a:gd name="T26" fmla="*/ 2147483647 w 876"/>
                <a:gd name="T27" fmla="*/ 2147483647 h 618"/>
                <a:gd name="T28" fmla="*/ 2147483647 w 876"/>
                <a:gd name="T29" fmla="*/ 2147483647 h 618"/>
                <a:gd name="T30" fmla="*/ 2147483647 w 876"/>
                <a:gd name="T31" fmla="*/ 2147483647 h 618"/>
                <a:gd name="T32" fmla="*/ 2147483647 w 876"/>
                <a:gd name="T33" fmla="*/ 2147483647 h 618"/>
                <a:gd name="T34" fmla="*/ 2147483647 w 876"/>
                <a:gd name="T35" fmla="*/ 2147483647 h 618"/>
                <a:gd name="T36" fmla="*/ 2147483647 w 876"/>
                <a:gd name="T37" fmla="*/ 2147483647 h 618"/>
                <a:gd name="T38" fmla="*/ 2147483647 w 876"/>
                <a:gd name="T39" fmla="*/ 2147483647 h 618"/>
                <a:gd name="T40" fmla="*/ 2147483647 w 876"/>
                <a:gd name="T41" fmla="*/ 0 h 618"/>
                <a:gd name="T42" fmla="*/ 2147483647 w 876"/>
                <a:gd name="T43" fmla="*/ 2147483647 h 618"/>
                <a:gd name="T44" fmla="*/ 0 w 876"/>
                <a:gd name="T45" fmla="*/ 2147483647 h 618"/>
                <a:gd name="T46" fmla="*/ 2147483647 w 876"/>
                <a:gd name="T47" fmla="*/ 2147483647 h 618"/>
                <a:gd name="T48" fmla="*/ 2147483647 w 876"/>
                <a:gd name="T49" fmla="*/ 2147483647 h 618"/>
                <a:gd name="T50" fmla="*/ 2147483647 w 876"/>
                <a:gd name="T51" fmla="*/ 2147483647 h 618"/>
                <a:gd name="T52" fmla="*/ 2147483647 w 876"/>
                <a:gd name="T53" fmla="*/ 2147483647 h 618"/>
                <a:gd name="T54" fmla="*/ 2147483647 w 876"/>
                <a:gd name="T55" fmla="*/ 2147483647 h 618"/>
                <a:gd name="T56" fmla="*/ 2147483647 w 876"/>
                <a:gd name="T57" fmla="*/ 2147483647 h 618"/>
                <a:gd name="T58" fmla="*/ 2147483647 w 876"/>
                <a:gd name="T59" fmla="*/ 2147483647 h 618"/>
                <a:gd name="T60" fmla="*/ 2147483647 w 876"/>
                <a:gd name="T61" fmla="*/ 2147483647 h 618"/>
                <a:gd name="T62" fmla="*/ 2147483647 w 876"/>
                <a:gd name="T63" fmla="*/ 2147483647 h 618"/>
                <a:gd name="T64" fmla="*/ 2147483647 w 876"/>
                <a:gd name="T65" fmla="*/ 2147483647 h 618"/>
                <a:gd name="T66" fmla="*/ 2147483647 w 876"/>
                <a:gd name="T67" fmla="*/ 2147483647 h 618"/>
                <a:gd name="T68" fmla="*/ 2147483647 w 876"/>
                <a:gd name="T69" fmla="*/ 2147483647 h 618"/>
                <a:gd name="T70" fmla="*/ 2147483647 w 876"/>
                <a:gd name="T71" fmla="*/ 2147483647 h 618"/>
                <a:gd name="T72" fmla="*/ 2147483647 w 876"/>
                <a:gd name="T73" fmla="*/ 2147483647 h 618"/>
                <a:gd name="T74" fmla="*/ 2147483647 w 876"/>
                <a:gd name="T75" fmla="*/ 2147483647 h 618"/>
                <a:gd name="T76" fmla="*/ 2147483647 w 876"/>
                <a:gd name="T77" fmla="*/ 2147483647 h 618"/>
                <a:gd name="T78" fmla="*/ 2147483647 w 876"/>
                <a:gd name="T79" fmla="*/ 2147483647 h 618"/>
                <a:gd name="T80" fmla="*/ 2147483647 w 876"/>
                <a:gd name="T81" fmla="*/ 2147483647 h 618"/>
                <a:gd name="T82" fmla="*/ 2147483647 w 876"/>
                <a:gd name="T83" fmla="*/ 2147483647 h 618"/>
                <a:gd name="T84" fmla="*/ 2147483647 w 876"/>
                <a:gd name="T85" fmla="*/ 2147483647 h 618"/>
                <a:gd name="T86" fmla="*/ 2147483647 w 876"/>
                <a:gd name="T87" fmla="*/ 2147483647 h 618"/>
                <a:gd name="T88" fmla="*/ 2147483647 w 876"/>
                <a:gd name="T89" fmla="*/ 2147483647 h 618"/>
                <a:gd name="T90" fmla="*/ 2147483647 w 876"/>
                <a:gd name="T91" fmla="*/ 2147483647 h 618"/>
                <a:gd name="T92" fmla="*/ 2147483647 w 876"/>
                <a:gd name="T93" fmla="*/ 2147483647 h 618"/>
                <a:gd name="T94" fmla="*/ 2147483647 w 876"/>
                <a:gd name="T95" fmla="*/ 2147483647 h 618"/>
                <a:gd name="T96" fmla="*/ 2147483647 w 876"/>
                <a:gd name="T97" fmla="*/ 2147483647 h 618"/>
                <a:gd name="T98" fmla="*/ 2147483647 w 876"/>
                <a:gd name="T99" fmla="*/ 2147483647 h 618"/>
                <a:gd name="T100" fmla="*/ 2147483647 w 876"/>
                <a:gd name="T101" fmla="*/ 2147483647 h 618"/>
                <a:gd name="T102" fmla="*/ 2147483647 w 876"/>
                <a:gd name="T103" fmla="*/ 2147483647 h 618"/>
                <a:gd name="T104" fmla="*/ 2147483647 w 876"/>
                <a:gd name="T105" fmla="*/ 2147483647 h 618"/>
                <a:gd name="T106" fmla="*/ 2147483647 w 876"/>
                <a:gd name="T107" fmla="*/ 2147483647 h 618"/>
                <a:gd name="T108" fmla="*/ 2147483647 w 876"/>
                <a:gd name="T109" fmla="*/ 2147483647 h 61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876"/>
                <a:gd name="T166" fmla="*/ 0 h 618"/>
                <a:gd name="T167" fmla="*/ 876 w 876"/>
                <a:gd name="T168" fmla="*/ 618 h 61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876" h="618">
                  <a:moveTo>
                    <a:pt x="804" y="318"/>
                  </a:moveTo>
                  <a:lnTo>
                    <a:pt x="798" y="312"/>
                  </a:lnTo>
                  <a:lnTo>
                    <a:pt x="798" y="306"/>
                  </a:lnTo>
                  <a:lnTo>
                    <a:pt x="786" y="306"/>
                  </a:lnTo>
                  <a:lnTo>
                    <a:pt x="762" y="318"/>
                  </a:lnTo>
                  <a:lnTo>
                    <a:pt x="750" y="330"/>
                  </a:lnTo>
                  <a:lnTo>
                    <a:pt x="750" y="336"/>
                  </a:lnTo>
                  <a:lnTo>
                    <a:pt x="756" y="342"/>
                  </a:lnTo>
                  <a:lnTo>
                    <a:pt x="768" y="342"/>
                  </a:lnTo>
                  <a:lnTo>
                    <a:pt x="774" y="348"/>
                  </a:lnTo>
                  <a:lnTo>
                    <a:pt x="774" y="354"/>
                  </a:lnTo>
                  <a:lnTo>
                    <a:pt x="804" y="354"/>
                  </a:lnTo>
                  <a:lnTo>
                    <a:pt x="816" y="342"/>
                  </a:lnTo>
                  <a:lnTo>
                    <a:pt x="816" y="324"/>
                  </a:lnTo>
                  <a:lnTo>
                    <a:pt x="810" y="318"/>
                  </a:lnTo>
                  <a:lnTo>
                    <a:pt x="804" y="318"/>
                  </a:lnTo>
                  <a:close/>
                  <a:moveTo>
                    <a:pt x="672" y="390"/>
                  </a:moveTo>
                  <a:lnTo>
                    <a:pt x="678" y="396"/>
                  </a:lnTo>
                  <a:lnTo>
                    <a:pt x="684" y="396"/>
                  </a:lnTo>
                  <a:lnTo>
                    <a:pt x="690" y="390"/>
                  </a:lnTo>
                  <a:lnTo>
                    <a:pt x="690" y="372"/>
                  </a:lnTo>
                  <a:lnTo>
                    <a:pt x="684" y="372"/>
                  </a:lnTo>
                  <a:lnTo>
                    <a:pt x="672" y="384"/>
                  </a:lnTo>
                  <a:lnTo>
                    <a:pt x="672" y="390"/>
                  </a:lnTo>
                  <a:close/>
                  <a:moveTo>
                    <a:pt x="840" y="300"/>
                  </a:moveTo>
                  <a:lnTo>
                    <a:pt x="840" y="306"/>
                  </a:lnTo>
                  <a:lnTo>
                    <a:pt x="852" y="318"/>
                  </a:lnTo>
                  <a:lnTo>
                    <a:pt x="870" y="318"/>
                  </a:lnTo>
                  <a:lnTo>
                    <a:pt x="876" y="312"/>
                  </a:lnTo>
                  <a:lnTo>
                    <a:pt x="864" y="300"/>
                  </a:lnTo>
                  <a:lnTo>
                    <a:pt x="852" y="300"/>
                  </a:lnTo>
                  <a:lnTo>
                    <a:pt x="846" y="294"/>
                  </a:lnTo>
                  <a:lnTo>
                    <a:pt x="840" y="300"/>
                  </a:lnTo>
                  <a:close/>
                  <a:moveTo>
                    <a:pt x="804" y="150"/>
                  </a:moveTo>
                  <a:lnTo>
                    <a:pt x="798" y="138"/>
                  </a:lnTo>
                  <a:lnTo>
                    <a:pt x="798" y="132"/>
                  </a:lnTo>
                  <a:lnTo>
                    <a:pt x="810" y="120"/>
                  </a:lnTo>
                  <a:lnTo>
                    <a:pt x="798" y="114"/>
                  </a:lnTo>
                  <a:lnTo>
                    <a:pt x="792" y="108"/>
                  </a:lnTo>
                  <a:lnTo>
                    <a:pt x="792" y="102"/>
                  </a:lnTo>
                  <a:lnTo>
                    <a:pt x="780" y="102"/>
                  </a:lnTo>
                  <a:lnTo>
                    <a:pt x="780" y="108"/>
                  </a:lnTo>
                  <a:lnTo>
                    <a:pt x="774" y="114"/>
                  </a:lnTo>
                  <a:lnTo>
                    <a:pt x="756" y="114"/>
                  </a:lnTo>
                  <a:lnTo>
                    <a:pt x="750" y="108"/>
                  </a:lnTo>
                  <a:lnTo>
                    <a:pt x="726" y="108"/>
                  </a:lnTo>
                  <a:lnTo>
                    <a:pt x="726" y="102"/>
                  </a:lnTo>
                  <a:lnTo>
                    <a:pt x="708" y="102"/>
                  </a:lnTo>
                  <a:lnTo>
                    <a:pt x="696" y="108"/>
                  </a:lnTo>
                  <a:lnTo>
                    <a:pt x="690" y="84"/>
                  </a:lnTo>
                  <a:lnTo>
                    <a:pt x="672" y="84"/>
                  </a:lnTo>
                  <a:lnTo>
                    <a:pt x="672" y="78"/>
                  </a:lnTo>
                  <a:lnTo>
                    <a:pt x="666" y="72"/>
                  </a:lnTo>
                  <a:lnTo>
                    <a:pt x="648" y="72"/>
                  </a:lnTo>
                  <a:lnTo>
                    <a:pt x="642" y="78"/>
                  </a:lnTo>
                  <a:lnTo>
                    <a:pt x="642" y="90"/>
                  </a:lnTo>
                  <a:lnTo>
                    <a:pt x="624" y="96"/>
                  </a:lnTo>
                  <a:lnTo>
                    <a:pt x="624" y="84"/>
                  </a:lnTo>
                  <a:lnTo>
                    <a:pt x="594" y="84"/>
                  </a:lnTo>
                  <a:lnTo>
                    <a:pt x="582" y="72"/>
                  </a:lnTo>
                  <a:lnTo>
                    <a:pt x="570" y="72"/>
                  </a:lnTo>
                  <a:lnTo>
                    <a:pt x="564" y="78"/>
                  </a:lnTo>
                  <a:lnTo>
                    <a:pt x="546" y="60"/>
                  </a:lnTo>
                  <a:lnTo>
                    <a:pt x="510" y="60"/>
                  </a:lnTo>
                  <a:lnTo>
                    <a:pt x="516" y="54"/>
                  </a:lnTo>
                  <a:lnTo>
                    <a:pt x="516" y="48"/>
                  </a:lnTo>
                  <a:lnTo>
                    <a:pt x="504" y="36"/>
                  </a:lnTo>
                  <a:lnTo>
                    <a:pt x="498" y="36"/>
                  </a:lnTo>
                  <a:lnTo>
                    <a:pt x="492" y="42"/>
                  </a:lnTo>
                  <a:lnTo>
                    <a:pt x="486" y="36"/>
                  </a:lnTo>
                  <a:lnTo>
                    <a:pt x="450" y="36"/>
                  </a:lnTo>
                  <a:lnTo>
                    <a:pt x="390" y="24"/>
                  </a:lnTo>
                  <a:lnTo>
                    <a:pt x="378" y="24"/>
                  </a:lnTo>
                  <a:lnTo>
                    <a:pt x="348" y="36"/>
                  </a:lnTo>
                  <a:lnTo>
                    <a:pt x="294" y="30"/>
                  </a:lnTo>
                  <a:lnTo>
                    <a:pt x="258" y="12"/>
                  </a:lnTo>
                  <a:lnTo>
                    <a:pt x="234" y="12"/>
                  </a:lnTo>
                  <a:lnTo>
                    <a:pt x="216" y="18"/>
                  </a:lnTo>
                  <a:lnTo>
                    <a:pt x="162" y="18"/>
                  </a:lnTo>
                  <a:lnTo>
                    <a:pt x="150" y="12"/>
                  </a:lnTo>
                  <a:lnTo>
                    <a:pt x="138" y="12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108" y="0"/>
                  </a:lnTo>
                  <a:lnTo>
                    <a:pt x="96" y="6"/>
                  </a:lnTo>
                  <a:lnTo>
                    <a:pt x="72" y="30"/>
                  </a:lnTo>
                  <a:lnTo>
                    <a:pt x="60" y="30"/>
                  </a:lnTo>
                  <a:lnTo>
                    <a:pt x="48" y="36"/>
                  </a:lnTo>
                  <a:lnTo>
                    <a:pt x="30" y="36"/>
                  </a:lnTo>
                  <a:lnTo>
                    <a:pt x="6" y="48"/>
                  </a:lnTo>
                  <a:lnTo>
                    <a:pt x="0" y="60"/>
                  </a:lnTo>
                  <a:lnTo>
                    <a:pt x="0" y="72"/>
                  </a:lnTo>
                  <a:lnTo>
                    <a:pt x="6" y="78"/>
                  </a:lnTo>
                  <a:lnTo>
                    <a:pt x="12" y="90"/>
                  </a:lnTo>
                  <a:lnTo>
                    <a:pt x="24" y="96"/>
                  </a:lnTo>
                  <a:lnTo>
                    <a:pt x="30" y="102"/>
                  </a:lnTo>
                  <a:lnTo>
                    <a:pt x="18" y="138"/>
                  </a:lnTo>
                  <a:lnTo>
                    <a:pt x="24" y="144"/>
                  </a:lnTo>
                  <a:lnTo>
                    <a:pt x="24" y="150"/>
                  </a:lnTo>
                  <a:lnTo>
                    <a:pt x="30" y="144"/>
                  </a:lnTo>
                  <a:lnTo>
                    <a:pt x="54" y="132"/>
                  </a:lnTo>
                  <a:lnTo>
                    <a:pt x="78" y="132"/>
                  </a:lnTo>
                  <a:lnTo>
                    <a:pt x="78" y="138"/>
                  </a:lnTo>
                  <a:lnTo>
                    <a:pt x="66" y="150"/>
                  </a:lnTo>
                  <a:lnTo>
                    <a:pt x="60" y="150"/>
                  </a:lnTo>
                  <a:lnTo>
                    <a:pt x="60" y="156"/>
                  </a:lnTo>
                  <a:lnTo>
                    <a:pt x="72" y="156"/>
                  </a:lnTo>
                  <a:lnTo>
                    <a:pt x="78" y="150"/>
                  </a:lnTo>
                  <a:lnTo>
                    <a:pt x="96" y="150"/>
                  </a:lnTo>
                  <a:lnTo>
                    <a:pt x="102" y="156"/>
                  </a:lnTo>
                  <a:lnTo>
                    <a:pt x="114" y="156"/>
                  </a:lnTo>
                  <a:lnTo>
                    <a:pt x="120" y="150"/>
                  </a:lnTo>
                  <a:lnTo>
                    <a:pt x="120" y="144"/>
                  </a:lnTo>
                  <a:lnTo>
                    <a:pt x="174" y="144"/>
                  </a:lnTo>
                  <a:lnTo>
                    <a:pt x="174" y="162"/>
                  </a:lnTo>
                  <a:lnTo>
                    <a:pt x="180" y="162"/>
                  </a:lnTo>
                  <a:lnTo>
                    <a:pt x="192" y="168"/>
                  </a:lnTo>
                  <a:lnTo>
                    <a:pt x="192" y="174"/>
                  </a:lnTo>
                  <a:lnTo>
                    <a:pt x="168" y="198"/>
                  </a:lnTo>
                  <a:lnTo>
                    <a:pt x="144" y="210"/>
                  </a:lnTo>
                  <a:lnTo>
                    <a:pt x="138" y="216"/>
                  </a:lnTo>
                  <a:lnTo>
                    <a:pt x="138" y="222"/>
                  </a:lnTo>
                  <a:lnTo>
                    <a:pt x="144" y="222"/>
                  </a:lnTo>
                  <a:lnTo>
                    <a:pt x="150" y="228"/>
                  </a:lnTo>
                  <a:lnTo>
                    <a:pt x="150" y="240"/>
                  </a:lnTo>
                  <a:lnTo>
                    <a:pt x="144" y="258"/>
                  </a:lnTo>
                  <a:lnTo>
                    <a:pt x="144" y="276"/>
                  </a:lnTo>
                  <a:lnTo>
                    <a:pt x="138" y="276"/>
                  </a:lnTo>
                  <a:lnTo>
                    <a:pt x="132" y="282"/>
                  </a:lnTo>
                  <a:lnTo>
                    <a:pt x="132" y="294"/>
                  </a:lnTo>
                  <a:lnTo>
                    <a:pt x="138" y="300"/>
                  </a:lnTo>
                  <a:lnTo>
                    <a:pt x="138" y="312"/>
                  </a:lnTo>
                  <a:lnTo>
                    <a:pt x="126" y="324"/>
                  </a:lnTo>
                  <a:lnTo>
                    <a:pt x="90" y="324"/>
                  </a:lnTo>
                  <a:lnTo>
                    <a:pt x="114" y="348"/>
                  </a:lnTo>
                  <a:lnTo>
                    <a:pt x="114" y="360"/>
                  </a:lnTo>
                  <a:lnTo>
                    <a:pt x="120" y="366"/>
                  </a:lnTo>
                  <a:lnTo>
                    <a:pt x="132" y="372"/>
                  </a:lnTo>
                  <a:lnTo>
                    <a:pt x="132" y="378"/>
                  </a:lnTo>
                  <a:lnTo>
                    <a:pt x="120" y="390"/>
                  </a:lnTo>
                  <a:lnTo>
                    <a:pt x="108" y="396"/>
                  </a:lnTo>
                  <a:lnTo>
                    <a:pt x="96" y="408"/>
                  </a:lnTo>
                  <a:lnTo>
                    <a:pt x="96" y="414"/>
                  </a:lnTo>
                  <a:lnTo>
                    <a:pt x="102" y="420"/>
                  </a:lnTo>
                  <a:lnTo>
                    <a:pt x="102" y="426"/>
                  </a:lnTo>
                  <a:lnTo>
                    <a:pt x="108" y="438"/>
                  </a:lnTo>
                  <a:lnTo>
                    <a:pt x="114" y="444"/>
                  </a:lnTo>
                  <a:lnTo>
                    <a:pt x="126" y="444"/>
                  </a:lnTo>
                  <a:lnTo>
                    <a:pt x="126" y="450"/>
                  </a:lnTo>
                  <a:lnTo>
                    <a:pt x="114" y="462"/>
                  </a:lnTo>
                  <a:lnTo>
                    <a:pt x="102" y="462"/>
                  </a:lnTo>
                  <a:lnTo>
                    <a:pt x="96" y="474"/>
                  </a:lnTo>
                  <a:lnTo>
                    <a:pt x="90" y="480"/>
                  </a:lnTo>
                  <a:lnTo>
                    <a:pt x="90" y="528"/>
                  </a:lnTo>
                  <a:lnTo>
                    <a:pt x="120" y="528"/>
                  </a:lnTo>
                  <a:lnTo>
                    <a:pt x="144" y="546"/>
                  </a:lnTo>
                  <a:lnTo>
                    <a:pt x="162" y="546"/>
                  </a:lnTo>
                  <a:lnTo>
                    <a:pt x="156" y="576"/>
                  </a:lnTo>
                  <a:lnTo>
                    <a:pt x="162" y="576"/>
                  </a:lnTo>
                  <a:lnTo>
                    <a:pt x="162" y="594"/>
                  </a:lnTo>
                  <a:lnTo>
                    <a:pt x="168" y="606"/>
                  </a:lnTo>
                  <a:lnTo>
                    <a:pt x="174" y="612"/>
                  </a:lnTo>
                  <a:lnTo>
                    <a:pt x="192" y="612"/>
                  </a:lnTo>
                  <a:lnTo>
                    <a:pt x="198" y="618"/>
                  </a:lnTo>
                  <a:lnTo>
                    <a:pt x="204" y="618"/>
                  </a:lnTo>
                  <a:lnTo>
                    <a:pt x="210" y="612"/>
                  </a:lnTo>
                  <a:lnTo>
                    <a:pt x="222" y="606"/>
                  </a:lnTo>
                  <a:lnTo>
                    <a:pt x="240" y="588"/>
                  </a:lnTo>
                  <a:lnTo>
                    <a:pt x="252" y="582"/>
                  </a:lnTo>
                  <a:lnTo>
                    <a:pt x="264" y="582"/>
                  </a:lnTo>
                  <a:lnTo>
                    <a:pt x="294" y="564"/>
                  </a:lnTo>
                  <a:lnTo>
                    <a:pt x="360" y="564"/>
                  </a:lnTo>
                  <a:lnTo>
                    <a:pt x="366" y="558"/>
                  </a:lnTo>
                  <a:lnTo>
                    <a:pt x="378" y="558"/>
                  </a:lnTo>
                  <a:lnTo>
                    <a:pt x="390" y="570"/>
                  </a:lnTo>
                  <a:lnTo>
                    <a:pt x="396" y="570"/>
                  </a:lnTo>
                  <a:lnTo>
                    <a:pt x="408" y="564"/>
                  </a:lnTo>
                  <a:lnTo>
                    <a:pt x="420" y="564"/>
                  </a:lnTo>
                  <a:lnTo>
                    <a:pt x="426" y="558"/>
                  </a:lnTo>
                  <a:lnTo>
                    <a:pt x="432" y="558"/>
                  </a:lnTo>
                  <a:lnTo>
                    <a:pt x="432" y="570"/>
                  </a:lnTo>
                  <a:lnTo>
                    <a:pt x="438" y="570"/>
                  </a:lnTo>
                  <a:lnTo>
                    <a:pt x="450" y="558"/>
                  </a:lnTo>
                  <a:lnTo>
                    <a:pt x="462" y="534"/>
                  </a:lnTo>
                  <a:lnTo>
                    <a:pt x="462" y="522"/>
                  </a:lnTo>
                  <a:lnTo>
                    <a:pt x="498" y="492"/>
                  </a:lnTo>
                  <a:lnTo>
                    <a:pt x="528" y="492"/>
                  </a:lnTo>
                  <a:lnTo>
                    <a:pt x="534" y="474"/>
                  </a:lnTo>
                  <a:lnTo>
                    <a:pt x="534" y="468"/>
                  </a:lnTo>
                  <a:lnTo>
                    <a:pt x="540" y="462"/>
                  </a:lnTo>
                  <a:lnTo>
                    <a:pt x="540" y="450"/>
                  </a:lnTo>
                  <a:lnTo>
                    <a:pt x="546" y="444"/>
                  </a:lnTo>
                  <a:lnTo>
                    <a:pt x="552" y="432"/>
                  </a:lnTo>
                  <a:lnTo>
                    <a:pt x="552" y="426"/>
                  </a:lnTo>
                  <a:lnTo>
                    <a:pt x="570" y="426"/>
                  </a:lnTo>
                  <a:lnTo>
                    <a:pt x="594" y="414"/>
                  </a:lnTo>
                  <a:lnTo>
                    <a:pt x="600" y="408"/>
                  </a:lnTo>
                  <a:lnTo>
                    <a:pt x="594" y="396"/>
                  </a:lnTo>
                  <a:lnTo>
                    <a:pt x="588" y="390"/>
                  </a:lnTo>
                  <a:lnTo>
                    <a:pt x="582" y="378"/>
                  </a:lnTo>
                  <a:lnTo>
                    <a:pt x="576" y="372"/>
                  </a:lnTo>
                  <a:lnTo>
                    <a:pt x="570" y="372"/>
                  </a:lnTo>
                  <a:lnTo>
                    <a:pt x="570" y="336"/>
                  </a:lnTo>
                  <a:lnTo>
                    <a:pt x="582" y="312"/>
                  </a:lnTo>
                  <a:lnTo>
                    <a:pt x="594" y="306"/>
                  </a:lnTo>
                  <a:lnTo>
                    <a:pt x="600" y="294"/>
                  </a:lnTo>
                  <a:lnTo>
                    <a:pt x="612" y="282"/>
                  </a:lnTo>
                  <a:lnTo>
                    <a:pt x="618" y="270"/>
                  </a:lnTo>
                  <a:lnTo>
                    <a:pt x="630" y="258"/>
                  </a:lnTo>
                  <a:lnTo>
                    <a:pt x="642" y="258"/>
                  </a:lnTo>
                  <a:lnTo>
                    <a:pt x="654" y="246"/>
                  </a:lnTo>
                  <a:lnTo>
                    <a:pt x="654" y="240"/>
                  </a:lnTo>
                  <a:lnTo>
                    <a:pt x="648" y="240"/>
                  </a:lnTo>
                  <a:lnTo>
                    <a:pt x="648" y="228"/>
                  </a:lnTo>
                  <a:lnTo>
                    <a:pt x="654" y="222"/>
                  </a:lnTo>
                  <a:lnTo>
                    <a:pt x="726" y="198"/>
                  </a:lnTo>
                  <a:lnTo>
                    <a:pt x="750" y="186"/>
                  </a:lnTo>
                  <a:lnTo>
                    <a:pt x="756" y="174"/>
                  </a:lnTo>
                  <a:lnTo>
                    <a:pt x="768" y="168"/>
                  </a:lnTo>
                  <a:lnTo>
                    <a:pt x="774" y="168"/>
                  </a:lnTo>
                  <a:lnTo>
                    <a:pt x="786" y="156"/>
                  </a:lnTo>
                  <a:lnTo>
                    <a:pt x="798" y="156"/>
                  </a:lnTo>
                  <a:lnTo>
                    <a:pt x="804" y="150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96" name="Slovenia" descr="© INSCALE GmbH, 05.05.2010&#10;http://www.presentationload.com/">
              <a:extLst>
                <a:ext uri="{FF2B5EF4-FFF2-40B4-BE49-F238E27FC236}">
                  <a16:creationId xmlns:a16="http://schemas.microsoft.com/office/drawing/2014/main" id="{395D1F94-AB63-4C6B-863E-8AF9C8345794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565517" y="1600371"/>
              <a:ext cx="82564" cy="47398"/>
            </a:xfrm>
            <a:custGeom>
              <a:avLst/>
              <a:gdLst>
                <a:gd name="T0" fmla="*/ 2147483647 w 210"/>
                <a:gd name="T1" fmla="*/ 2147483647 h 120"/>
                <a:gd name="T2" fmla="*/ 2147483647 w 210"/>
                <a:gd name="T3" fmla="*/ 2147483647 h 120"/>
                <a:gd name="T4" fmla="*/ 2147483647 w 210"/>
                <a:gd name="T5" fmla="*/ 2147483647 h 120"/>
                <a:gd name="T6" fmla="*/ 2147483647 w 210"/>
                <a:gd name="T7" fmla="*/ 2147483647 h 120"/>
                <a:gd name="T8" fmla="*/ 2147483647 w 210"/>
                <a:gd name="T9" fmla="*/ 2147483647 h 120"/>
                <a:gd name="T10" fmla="*/ 2147483647 w 210"/>
                <a:gd name="T11" fmla="*/ 2147483647 h 120"/>
                <a:gd name="T12" fmla="*/ 2147483647 w 210"/>
                <a:gd name="T13" fmla="*/ 2147483647 h 120"/>
                <a:gd name="T14" fmla="*/ 2147483647 w 210"/>
                <a:gd name="T15" fmla="*/ 2147483647 h 120"/>
                <a:gd name="T16" fmla="*/ 2147483647 w 210"/>
                <a:gd name="T17" fmla="*/ 2147483647 h 120"/>
                <a:gd name="T18" fmla="*/ 2147483647 w 210"/>
                <a:gd name="T19" fmla="*/ 2147483647 h 120"/>
                <a:gd name="T20" fmla="*/ 2147483647 w 210"/>
                <a:gd name="T21" fmla="*/ 2147483647 h 120"/>
                <a:gd name="T22" fmla="*/ 2147483647 w 210"/>
                <a:gd name="T23" fmla="*/ 2147483647 h 120"/>
                <a:gd name="T24" fmla="*/ 2147483647 w 210"/>
                <a:gd name="T25" fmla="*/ 2147483647 h 120"/>
                <a:gd name="T26" fmla="*/ 2147483647 w 210"/>
                <a:gd name="T27" fmla="*/ 2147483647 h 120"/>
                <a:gd name="T28" fmla="*/ 2147483647 w 210"/>
                <a:gd name="T29" fmla="*/ 2147483647 h 120"/>
                <a:gd name="T30" fmla="*/ 2147483647 w 210"/>
                <a:gd name="T31" fmla="*/ 2147483647 h 120"/>
                <a:gd name="T32" fmla="*/ 2147483647 w 210"/>
                <a:gd name="T33" fmla="*/ 2147483647 h 120"/>
                <a:gd name="T34" fmla="*/ 2147483647 w 210"/>
                <a:gd name="T35" fmla="*/ 2147483647 h 120"/>
                <a:gd name="T36" fmla="*/ 2147483647 w 210"/>
                <a:gd name="T37" fmla="*/ 2147483647 h 120"/>
                <a:gd name="T38" fmla="*/ 2147483647 w 210"/>
                <a:gd name="T39" fmla="*/ 2147483647 h 120"/>
                <a:gd name="T40" fmla="*/ 2147483647 w 210"/>
                <a:gd name="T41" fmla="*/ 2147483647 h 120"/>
                <a:gd name="T42" fmla="*/ 2147483647 w 210"/>
                <a:gd name="T43" fmla="*/ 0 h 120"/>
                <a:gd name="T44" fmla="*/ 2147483647 w 210"/>
                <a:gd name="T45" fmla="*/ 2147483647 h 120"/>
                <a:gd name="T46" fmla="*/ 2147483647 w 210"/>
                <a:gd name="T47" fmla="*/ 2147483647 h 120"/>
                <a:gd name="T48" fmla="*/ 2147483647 w 210"/>
                <a:gd name="T49" fmla="*/ 2147483647 h 120"/>
                <a:gd name="T50" fmla="*/ 2147483647 w 210"/>
                <a:gd name="T51" fmla="*/ 2147483647 h 120"/>
                <a:gd name="T52" fmla="*/ 2147483647 w 210"/>
                <a:gd name="T53" fmla="*/ 2147483647 h 120"/>
                <a:gd name="T54" fmla="*/ 2147483647 w 210"/>
                <a:gd name="T55" fmla="*/ 2147483647 h 120"/>
                <a:gd name="T56" fmla="*/ 2147483647 w 210"/>
                <a:gd name="T57" fmla="*/ 2147483647 h 120"/>
                <a:gd name="T58" fmla="*/ 2147483647 w 210"/>
                <a:gd name="T59" fmla="*/ 2147483647 h 120"/>
                <a:gd name="T60" fmla="*/ 2147483647 w 210"/>
                <a:gd name="T61" fmla="*/ 2147483647 h 120"/>
                <a:gd name="T62" fmla="*/ 2147483647 w 210"/>
                <a:gd name="T63" fmla="*/ 2147483647 h 120"/>
                <a:gd name="T64" fmla="*/ 2147483647 w 210"/>
                <a:gd name="T65" fmla="*/ 2147483647 h 120"/>
                <a:gd name="T66" fmla="*/ 2147483647 w 210"/>
                <a:gd name="T67" fmla="*/ 2147483647 h 120"/>
                <a:gd name="T68" fmla="*/ 0 w 210"/>
                <a:gd name="T69" fmla="*/ 2147483647 h 120"/>
                <a:gd name="T70" fmla="*/ 2147483647 w 210"/>
                <a:gd name="T71" fmla="*/ 2147483647 h 120"/>
                <a:gd name="T72" fmla="*/ 2147483647 w 210"/>
                <a:gd name="T73" fmla="*/ 2147483647 h 120"/>
                <a:gd name="T74" fmla="*/ 2147483647 w 210"/>
                <a:gd name="T75" fmla="*/ 2147483647 h 120"/>
                <a:gd name="T76" fmla="*/ 2147483647 w 210"/>
                <a:gd name="T77" fmla="*/ 2147483647 h 120"/>
                <a:gd name="T78" fmla="*/ 2147483647 w 210"/>
                <a:gd name="T79" fmla="*/ 2147483647 h 120"/>
                <a:gd name="T80" fmla="*/ 2147483647 w 210"/>
                <a:gd name="T81" fmla="*/ 2147483647 h 120"/>
                <a:gd name="T82" fmla="*/ 2147483647 w 210"/>
                <a:gd name="T83" fmla="*/ 2147483647 h 120"/>
                <a:gd name="T84" fmla="*/ 2147483647 w 210"/>
                <a:gd name="T85" fmla="*/ 2147483647 h 120"/>
                <a:gd name="T86" fmla="*/ 2147483647 w 210"/>
                <a:gd name="T87" fmla="*/ 2147483647 h 1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10"/>
                <a:gd name="T133" fmla="*/ 0 h 120"/>
                <a:gd name="T134" fmla="*/ 210 w 210"/>
                <a:gd name="T135" fmla="*/ 120 h 12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10" h="120">
                  <a:moveTo>
                    <a:pt x="24" y="120"/>
                  </a:moveTo>
                  <a:lnTo>
                    <a:pt x="42" y="120"/>
                  </a:lnTo>
                  <a:lnTo>
                    <a:pt x="42" y="108"/>
                  </a:lnTo>
                  <a:lnTo>
                    <a:pt x="54" y="114"/>
                  </a:lnTo>
                  <a:lnTo>
                    <a:pt x="72" y="114"/>
                  </a:lnTo>
                  <a:lnTo>
                    <a:pt x="78" y="102"/>
                  </a:lnTo>
                  <a:lnTo>
                    <a:pt x="78" y="108"/>
                  </a:lnTo>
                  <a:lnTo>
                    <a:pt x="84" y="114"/>
                  </a:lnTo>
                  <a:lnTo>
                    <a:pt x="126" y="114"/>
                  </a:lnTo>
                  <a:lnTo>
                    <a:pt x="126" y="96"/>
                  </a:lnTo>
                  <a:lnTo>
                    <a:pt x="138" y="90"/>
                  </a:lnTo>
                  <a:lnTo>
                    <a:pt x="150" y="78"/>
                  </a:lnTo>
                  <a:lnTo>
                    <a:pt x="150" y="72"/>
                  </a:lnTo>
                  <a:lnTo>
                    <a:pt x="144" y="66"/>
                  </a:lnTo>
                  <a:lnTo>
                    <a:pt x="144" y="54"/>
                  </a:lnTo>
                  <a:lnTo>
                    <a:pt x="174" y="54"/>
                  </a:lnTo>
                  <a:lnTo>
                    <a:pt x="186" y="48"/>
                  </a:lnTo>
                  <a:lnTo>
                    <a:pt x="186" y="36"/>
                  </a:lnTo>
                  <a:lnTo>
                    <a:pt x="210" y="36"/>
                  </a:lnTo>
                  <a:lnTo>
                    <a:pt x="192" y="24"/>
                  </a:lnTo>
                  <a:lnTo>
                    <a:pt x="186" y="6"/>
                  </a:lnTo>
                  <a:lnTo>
                    <a:pt x="180" y="0"/>
                  </a:lnTo>
                  <a:lnTo>
                    <a:pt x="174" y="12"/>
                  </a:lnTo>
                  <a:lnTo>
                    <a:pt x="168" y="30"/>
                  </a:lnTo>
                  <a:lnTo>
                    <a:pt x="144" y="24"/>
                  </a:lnTo>
                  <a:lnTo>
                    <a:pt x="132" y="30"/>
                  </a:lnTo>
                  <a:lnTo>
                    <a:pt x="84" y="30"/>
                  </a:lnTo>
                  <a:lnTo>
                    <a:pt x="84" y="42"/>
                  </a:lnTo>
                  <a:lnTo>
                    <a:pt x="54" y="42"/>
                  </a:lnTo>
                  <a:lnTo>
                    <a:pt x="48" y="36"/>
                  </a:lnTo>
                  <a:lnTo>
                    <a:pt x="30" y="36"/>
                  </a:lnTo>
                  <a:lnTo>
                    <a:pt x="24" y="42"/>
                  </a:lnTo>
                  <a:lnTo>
                    <a:pt x="6" y="42"/>
                  </a:lnTo>
                  <a:lnTo>
                    <a:pt x="6" y="48"/>
                  </a:lnTo>
                  <a:lnTo>
                    <a:pt x="0" y="54"/>
                  </a:lnTo>
                  <a:lnTo>
                    <a:pt x="12" y="60"/>
                  </a:lnTo>
                  <a:lnTo>
                    <a:pt x="6" y="96"/>
                  </a:lnTo>
                  <a:lnTo>
                    <a:pt x="18" y="96"/>
                  </a:lnTo>
                  <a:lnTo>
                    <a:pt x="30" y="102"/>
                  </a:lnTo>
                  <a:lnTo>
                    <a:pt x="36" y="102"/>
                  </a:lnTo>
                  <a:lnTo>
                    <a:pt x="36" y="108"/>
                  </a:lnTo>
                  <a:lnTo>
                    <a:pt x="30" y="108"/>
                  </a:lnTo>
                  <a:lnTo>
                    <a:pt x="30" y="114"/>
                  </a:lnTo>
                  <a:lnTo>
                    <a:pt x="24" y="120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97" name="Slovakia" descr="© INSCALE GmbH, 05.05.2010&#10;http://www.presentationload.com/">
              <a:extLst>
                <a:ext uri="{FF2B5EF4-FFF2-40B4-BE49-F238E27FC236}">
                  <a16:creationId xmlns:a16="http://schemas.microsoft.com/office/drawing/2014/main" id="{CD9BCB1A-4C4A-4B6A-89FE-AB649A25B130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649611" y="1520865"/>
              <a:ext cx="139135" cy="56572"/>
            </a:xfrm>
            <a:custGeom>
              <a:avLst/>
              <a:gdLst>
                <a:gd name="T0" fmla="*/ 2147483647 w 354"/>
                <a:gd name="T1" fmla="*/ 2147483647 h 144"/>
                <a:gd name="T2" fmla="*/ 2147483647 w 354"/>
                <a:gd name="T3" fmla="*/ 2147483647 h 144"/>
                <a:gd name="T4" fmla="*/ 2147483647 w 354"/>
                <a:gd name="T5" fmla="*/ 2147483647 h 144"/>
                <a:gd name="T6" fmla="*/ 2147483647 w 354"/>
                <a:gd name="T7" fmla="*/ 2147483647 h 144"/>
                <a:gd name="T8" fmla="*/ 2147483647 w 354"/>
                <a:gd name="T9" fmla="*/ 2147483647 h 144"/>
                <a:gd name="T10" fmla="*/ 2147483647 w 354"/>
                <a:gd name="T11" fmla="*/ 2147483647 h 144"/>
                <a:gd name="T12" fmla="*/ 2147483647 w 354"/>
                <a:gd name="T13" fmla="*/ 2147483647 h 144"/>
                <a:gd name="T14" fmla="*/ 2147483647 w 354"/>
                <a:gd name="T15" fmla="*/ 0 h 144"/>
                <a:gd name="T16" fmla="*/ 2147483647 w 354"/>
                <a:gd name="T17" fmla="*/ 2147483647 h 144"/>
                <a:gd name="T18" fmla="*/ 2147483647 w 354"/>
                <a:gd name="T19" fmla="*/ 0 h 144"/>
                <a:gd name="T20" fmla="*/ 2147483647 w 354"/>
                <a:gd name="T21" fmla="*/ 2147483647 h 144"/>
                <a:gd name="T22" fmla="*/ 2147483647 w 354"/>
                <a:gd name="T23" fmla="*/ 2147483647 h 144"/>
                <a:gd name="T24" fmla="*/ 2147483647 w 354"/>
                <a:gd name="T25" fmla="*/ 2147483647 h 144"/>
                <a:gd name="T26" fmla="*/ 2147483647 w 354"/>
                <a:gd name="T27" fmla="*/ 2147483647 h 144"/>
                <a:gd name="T28" fmla="*/ 2147483647 w 354"/>
                <a:gd name="T29" fmla="*/ 2147483647 h 144"/>
                <a:gd name="T30" fmla="*/ 0 w 354"/>
                <a:gd name="T31" fmla="*/ 2147483647 h 144"/>
                <a:gd name="T32" fmla="*/ 2147483647 w 354"/>
                <a:gd name="T33" fmla="*/ 2147483647 h 144"/>
                <a:gd name="T34" fmla="*/ 2147483647 w 354"/>
                <a:gd name="T35" fmla="*/ 2147483647 h 144"/>
                <a:gd name="T36" fmla="*/ 2147483647 w 354"/>
                <a:gd name="T37" fmla="*/ 2147483647 h 144"/>
                <a:gd name="T38" fmla="*/ 2147483647 w 354"/>
                <a:gd name="T39" fmla="*/ 2147483647 h 144"/>
                <a:gd name="T40" fmla="*/ 2147483647 w 354"/>
                <a:gd name="T41" fmla="*/ 2147483647 h 144"/>
                <a:gd name="T42" fmla="*/ 2147483647 w 354"/>
                <a:gd name="T43" fmla="*/ 2147483647 h 144"/>
                <a:gd name="T44" fmla="*/ 2147483647 w 354"/>
                <a:gd name="T45" fmla="*/ 2147483647 h 144"/>
                <a:gd name="T46" fmla="*/ 2147483647 w 354"/>
                <a:gd name="T47" fmla="*/ 2147483647 h 144"/>
                <a:gd name="T48" fmla="*/ 2147483647 w 354"/>
                <a:gd name="T49" fmla="*/ 2147483647 h 144"/>
                <a:gd name="T50" fmla="*/ 2147483647 w 354"/>
                <a:gd name="T51" fmla="*/ 2147483647 h 144"/>
                <a:gd name="T52" fmla="*/ 2147483647 w 354"/>
                <a:gd name="T53" fmla="*/ 2147483647 h 144"/>
                <a:gd name="T54" fmla="*/ 2147483647 w 354"/>
                <a:gd name="T55" fmla="*/ 2147483647 h 144"/>
                <a:gd name="T56" fmla="*/ 2147483647 w 354"/>
                <a:gd name="T57" fmla="*/ 2147483647 h 144"/>
                <a:gd name="T58" fmla="*/ 2147483647 w 354"/>
                <a:gd name="T59" fmla="*/ 2147483647 h 144"/>
                <a:gd name="T60" fmla="*/ 2147483647 w 354"/>
                <a:gd name="T61" fmla="*/ 2147483647 h 144"/>
                <a:gd name="T62" fmla="*/ 2147483647 w 354"/>
                <a:gd name="T63" fmla="*/ 2147483647 h 144"/>
                <a:gd name="T64" fmla="*/ 2147483647 w 354"/>
                <a:gd name="T65" fmla="*/ 2147483647 h 144"/>
                <a:gd name="T66" fmla="*/ 2147483647 w 354"/>
                <a:gd name="T67" fmla="*/ 2147483647 h 144"/>
                <a:gd name="T68" fmla="*/ 2147483647 w 354"/>
                <a:gd name="T69" fmla="*/ 2147483647 h 14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54"/>
                <a:gd name="T106" fmla="*/ 0 h 144"/>
                <a:gd name="T107" fmla="*/ 354 w 354"/>
                <a:gd name="T108" fmla="*/ 144 h 14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54" h="144">
                  <a:moveTo>
                    <a:pt x="348" y="30"/>
                  </a:moveTo>
                  <a:lnTo>
                    <a:pt x="324" y="30"/>
                  </a:lnTo>
                  <a:lnTo>
                    <a:pt x="300" y="6"/>
                  </a:lnTo>
                  <a:lnTo>
                    <a:pt x="276" y="6"/>
                  </a:lnTo>
                  <a:lnTo>
                    <a:pt x="270" y="12"/>
                  </a:lnTo>
                  <a:lnTo>
                    <a:pt x="258" y="18"/>
                  </a:lnTo>
                  <a:lnTo>
                    <a:pt x="246" y="18"/>
                  </a:lnTo>
                  <a:lnTo>
                    <a:pt x="240" y="12"/>
                  </a:lnTo>
                  <a:lnTo>
                    <a:pt x="210" y="12"/>
                  </a:lnTo>
                  <a:lnTo>
                    <a:pt x="210" y="18"/>
                  </a:lnTo>
                  <a:lnTo>
                    <a:pt x="204" y="24"/>
                  </a:lnTo>
                  <a:lnTo>
                    <a:pt x="192" y="24"/>
                  </a:lnTo>
                  <a:lnTo>
                    <a:pt x="186" y="18"/>
                  </a:lnTo>
                  <a:lnTo>
                    <a:pt x="186" y="12"/>
                  </a:lnTo>
                  <a:lnTo>
                    <a:pt x="180" y="12"/>
                  </a:lnTo>
                  <a:lnTo>
                    <a:pt x="168" y="0"/>
                  </a:lnTo>
                  <a:lnTo>
                    <a:pt x="156" y="0"/>
                  </a:lnTo>
                  <a:lnTo>
                    <a:pt x="144" y="12"/>
                  </a:lnTo>
                  <a:lnTo>
                    <a:pt x="138" y="12"/>
                  </a:lnTo>
                  <a:lnTo>
                    <a:pt x="126" y="0"/>
                  </a:lnTo>
                  <a:lnTo>
                    <a:pt x="108" y="12"/>
                  </a:lnTo>
                  <a:lnTo>
                    <a:pt x="84" y="18"/>
                  </a:lnTo>
                  <a:lnTo>
                    <a:pt x="84" y="42"/>
                  </a:lnTo>
                  <a:lnTo>
                    <a:pt x="72" y="48"/>
                  </a:lnTo>
                  <a:lnTo>
                    <a:pt x="66" y="54"/>
                  </a:lnTo>
                  <a:lnTo>
                    <a:pt x="54" y="60"/>
                  </a:lnTo>
                  <a:lnTo>
                    <a:pt x="36" y="60"/>
                  </a:lnTo>
                  <a:lnTo>
                    <a:pt x="36" y="54"/>
                  </a:lnTo>
                  <a:lnTo>
                    <a:pt x="30" y="60"/>
                  </a:lnTo>
                  <a:lnTo>
                    <a:pt x="12" y="60"/>
                  </a:lnTo>
                  <a:lnTo>
                    <a:pt x="6" y="66"/>
                  </a:lnTo>
                  <a:lnTo>
                    <a:pt x="0" y="90"/>
                  </a:lnTo>
                  <a:lnTo>
                    <a:pt x="0" y="102"/>
                  </a:lnTo>
                  <a:lnTo>
                    <a:pt x="6" y="102"/>
                  </a:lnTo>
                  <a:lnTo>
                    <a:pt x="6" y="114"/>
                  </a:lnTo>
                  <a:lnTo>
                    <a:pt x="12" y="114"/>
                  </a:lnTo>
                  <a:lnTo>
                    <a:pt x="12" y="126"/>
                  </a:lnTo>
                  <a:lnTo>
                    <a:pt x="6" y="132"/>
                  </a:lnTo>
                  <a:lnTo>
                    <a:pt x="18" y="138"/>
                  </a:lnTo>
                  <a:lnTo>
                    <a:pt x="30" y="120"/>
                  </a:lnTo>
                  <a:lnTo>
                    <a:pt x="36" y="126"/>
                  </a:lnTo>
                  <a:lnTo>
                    <a:pt x="42" y="138"/>
                  </a:lnTo>
                  <a:lnTo>
                    <a:pt x="48" y="144"/>
                  </a:lnTo>
                  <a:lnTo>
                    <a:pt x="90" y="144"/>
                  </a:lnTo>
                  <a:lnTo>
                    <a:pt x="108" y="138"/>
                  </a:lnTo>
                  <a:lnTo>
                    <a:pt x="120" y="138"/>
                  </a:lnTo>
                  <a:lnTo>
                    <a:pt x="132" y="114"/>
                  </a:lnTo>
                  <a:lnTo>
                    <a:pt x="168" y="120"/>
                  </a:lnTo>
                  <a:lnTo>
                    <a:pt x="174" y="108"/>
                  </a:lnTo>
                  <a:lnTo>
                    <a:pt x="198" y="108"/>
                  </a:lnTo>
                  <a:lnTo>
                    <a:pt x="210" y="102"/>
                  </a:lnTo>
                  <a:lnTo>
                    <a:pt x="216" y="102"/>
                  </a:lnTo>
                  <a:lnTo>
                    <a:pt x="228" y="90"/>
                  </a:lnTo>
                  <a:lnTo>
                    <a:pt x="234" y="78"/>
                  </a:lnTo>
                  <a:lnTo>
                    <a:pt x="258" y="78"/>
                  </a:lnTo>
                  <a:lnTo>
                    <a:pt x="258" y="90"/>
                  </a:lnTo>
                  <a:lnTo>
                    <a:pt x="276" y="96"/>
                  </a:lnTo>
                  <a:lnTo>
                    <a:pt x="276" y="78"/>
                  </a:lnTo>
                  <a:lnTo>
                    <a:pt x="288" y="78"/>
                  </a:lnTo>
                  <a:lnTo>
                    <a:pt x="288" y="90"/>
                  </a:lnTo>
                  <a:lnTo>
                    <a:pt x="300" y="90"/>
                  </a:lnTo>
                  <a:lnTo>
                    <a:pt x="312" y="84"/>
                  </a:lnTo>
                  <a:lnTo>
                    <a:pt x="336" y="84"/>
                  </a:lnTo>
                  <a:lnTo>
                    <a:pt x="336" y="90"/>
                  </a:lnTo>
                  <a:lnTo>
                    <a:pt x="336" y="72"/>
                  </a:lnTo>
                  <a:lnTo>
                    <a:pt x="342" y="72"/>
                  </a:lnTo>
                  <a:lnTo>
                    <a:pt x="348" y="66"/>
                  </a:lnTo>
                  <a:lnTo>
                    <a:pt x="348" y="60"/>
                  </a:lnTo>
                  <a:lnTo>
                    <a:pt x="354" y="54"/>
                  </a:lnTo>
                  <a:lnTo>
                    <a:pt x="354" y="30"/>
                  </a:lnTo>
                  <a:lnTo>
                    <a:pt x="348" y="30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98" name="Sierra Leone" descr="© INSCALE GmbH, 05.05.2010&#10;http://www.presentationload.com/">
              <a:extLst>
                <a:ext uri="{FF2B5EF4-FFF2-40B4-BE49-F238E27FC236}">
                  <a16:creationId xmlns:a16="http://schemas.microsoft.com/office/drawing/2014/main" id="{98BB7B78-367C-402F-9D3F-D198262781B7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839265" y="2759317"/>
              <a:ext cx="81036" cy="105499"/>
            </a:xfrm>
            <a:custGeom>
              <a:avLst/>
              <a:gdLst>
                <a:gd name="T0" fmla="*/ 2147483647 w 210"/>
                <a:gd name="T1" fmla="*/ 2147483647 h 270"/>
                <a:gd name="T2" fmla="*/ 2147483647 w 210"/>
                <a:gd name="T3" fmla="*/ 2147483647 h 270"/>
                <a:gd name="T4" fmla="*/ 2147483647 w 210"/>
                <a:gd name="T5" fmla="*/ 2147483647 h 270"/>
                <a:gd name="T6" fmla="*/ 2147483647 w 210"/>
                <a:gd name="T7" fmla="*/ 2147483647 h 270"/>
                <a:gd name="T8" fmla="*/ 2147483647 w 210"/>
                <a:gd name="T9" fmla="*/ 2147483647 h 270"/>
                <a:gd name="T10" fmla="*/ 2147483647 w 210"/>
                <a:gd name="T11" fmla="*/ 2147483647 h 270"/>
                <a:gd name="T12" fmla="*/ 2147483647 w 210"/>
                <a:gd name="T13" fmla="*/ 2147483647 h 270"/>
                <a:gd name="T14" fmla="*/ 2147483647 w 210"/>
                <a:gd name="T15" fmla="*/ 2147483647 h 270"/>
                <a:gd name="T16" fmla="*/ 2147483647 w 210"/>
                <a:gd name="T17" fmla="*/ 2147483647 h 270"/>
                <a:gd name="T18" fmla="*/ 2147483647 w 210"/>
                <a:gd name="T19" fmla="*/ 2147483647 h 270"/>
                <a:gd name="T20" fmla="*/ 2147483647 w 210"/>
                <a:gd name="T21" fmla="*/ 2147483647 h 270"/>
                <a:gd name="T22" fmla="*/ 2147483647 w 210"/>
                <a:gd name="T23" fmla="*/ 0 h 270"/>
                <a:gd name="T24" fmla="*/ 2147483647 w 210"/>
                <a:gd name="T25" fmla="*/ 0 h 270"/>
                <a:gd name="T26" fmla="*/ 2147483647 w 210"/>
                <a:gd name="T27" fmla="*/ 2147483647 h 270"/>
                <a:gd name="T28" fmla="*/ 2147483647 w 210"/>
                <a:gd name="T29" fmla="*/ 2147483647 h 270"/>
                <a:gd name="T30" fmla="*/ 2147483647 w 210"/>
                <a:gd name="T31" fmla="*/ 2147483647 h 270"/>
                <a:gd name="T32" fmla="*/ 2147483647 w 210"/>
                <a:gd name="T33" fmla="*/ 2147483647 h 270"/>
                <a:gd name="T34" fmla="*/ 2147483647 w 210"/>
                <a:gd name="T35" fmla="*/ 2147483647 h 270"/>
                <a:gd name="T36" fmla="*/ 2147483647 w 210"/>
                <a:gd name="T37" fmla="*/ 2147483647 h 270"/>
                <a:gd name="T38" fmla="*/ 2147483647 w 210"/>
                <a:gd name="T39" fmla="*/ 2147483647 h 270"/>
                <a:gd name="T40" fmla="*/ 2147483647 w 210"/>
                <a:gd name="T41" fmla="*/ 2147483647 h 270"/>
                <a:gd name="T42" fmla="*/ 2147483647 w 210"/>
                <a:gd name="T43" fmla="*/ 2147483647 h 270"/>
                <a:gd name="T44" fmla="*/ 0 w 210"/>
                <a:gd name="T45" fmla="*/ 2147483647 h 270"/>
                <a:gd name="T46" fmla="*/ 2147483647 w 210"/>
                <a:gd name="T47" fmla="*/ 2147483647 h 270"/>
                <a:gd name="T48" fmla="*/ 2147483647 w 210"/>
                <a:gd name="T49" fmla="*/ 2147483647 h 270"/>
                <a:gd name="T50" fmla="*/ 0 w 210"/>
                <a:gd name="T51" fmla="*/ 2147483647 h 270"/>
                <a:gd name="T52" fmla="*/ 0 w 210"/>
                <a:gd name="T53" fmla="*/ 2147483647 h 270"/>
                <a:gd name="T54" fmla="*/ 2147483647 w 210"/>
                <a:gd name="T55" fmla="*/ 2147483647 h 270"/>
                <a:gd name="T56" fmla="*/ 2147483647 w 210"/>
                <a:gd name="T57" fmla="*/ 2147483647 h 270"/>
                <a:gd name="T58" fmla="*/ 2147483647 w 210"/>
                <a:gd name="T59" fmla="*/ 2147483647 h 270"/>
                <a:gd name="T60" fmla="*/ 2147483647 w 210"/>
                <a:gd name="T61" fmla="*/ 2147483647 h 270"/>
                <a:gd name="T62" fmla="*/ 2147483647 w 210"/>
                <a:gd name="T63" fmla="*/ 2147483647 h 270"/>
                <a:gd name="T64" fmla="*/ 2147483647 w 210"/>
                <a:gd name="T65" fmla="*/ 2147483647 h 270"/>
                <a:gd name="T66" fmla="*/ 2147483647 w 210"/>
                <a:gd name="T67" fmla="*/ 2147483647 h 270"/>
                <a:gd name="T68" fmla="*/ 2147483647 w 210"/>
                <a:gd name="T69" fmla="*/ 2147483647 h 270"/>
                <a:gd name="T70" fmla="*/ 2147483647 w 210"/>
                <a:gd name="T71" fmla="*/ 2147483647 h 270"/>
                <a:gd name="T72" fmla="*/ 2147483647 w 210"/>
                <a:gd name="T73" fmla="*/ 2147483647 h 270"/>
                <a:gd name="T74" fmla="*/ 2147483647 w 210"/>
                <a:gd name="T75" fmla="*/ 2147483647 h 270"/>
                <a:gd name="T76" fmla="*/ 2147483647 w 210"/>
                <a:gd name="T77" fmla="*/ 2147483647 h 270"/>
                <a:gd name="T78" fmla="*/ 2147483647 w 210"/>
                <a:gd name="T79" fmla="*/ 2147483647 h 270"/>
                <a:gd name="T80" fmla="*/ 2147483647 w 210"/>
                <a:gd name="T81" fmla="*/ 2147483647 h 270"/>
                <a:gd name="T82" fmla="*/ 2147483647 w 210"/>
                <a:gd name="T83" fmla="*/ 2147483647 h 270"/>
                <a:gd name="T84" fmla="*/ 2147483647 w 210"/>
                <a:gd name="T85" fmla="*/ 2147483647 h 270"/>
                <a:gd name="T86" fmla="*/ 2147483647 w 210"/>
                <a:gd name="T87" fmla="*/ 2147483647 h 27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10"/>
                <a:gd name="T133" fmla="*/ 0 h 270"/>
                <a:gd name="T134" fmla="*/ 210 w 210"/>
                <a:gd name="T135" fmla="*/ 270 h 27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10" h="270">
                  <a:moveTo>
                    <a:pt x="186" y="180"/>
                  </a:moveTo>
                  <a:lnTo>
                    <a:pt x="186" y="162"/>
                  </a:lnTo>
                  <a:lnTo>
                    <a:pt x="210" y="156"/>
                  </a:lnTo>
                  <a:lnTo>
                    <a:pt x="204" y="132"/>
                  </a:lnTo>
                  <a:lnTo>
                    <a:pt x="174" y="144"/>
                  </a:lnTo>
                  <a:lnTo>
                    <a:pt x="180" y="126"/>
                  </a:lnTo>
                  <a:lnTo>
                    <a:pt x="186" y="120"/>
                  </a:lnTo>
                  <a:lnTo>
                    <a:pt x="192" y="108"/>
                  </a:lnTo>
                  <a:lnTo>
                    <a:pt x="192" y="90"/>
                  </a:lnTo>
                  <a:lnTo>
                    <a:pt x="180" y="78"/>
                  </a:lnTo>
                  <a:lnTo>
                    <a:pt x="180" y="60"/>
                  </a:lnTo>
                  <a:lnTo>
                    <a:pt x="138" y="0"/>
                  </a:lnTo>
                  <a:lnTo>
                    <a:pt x="102" y="0"/>
                  </a:lnTo>
                  <a:lnTo>
                    <a:pt x="96" y="18"/>
                  </a:lnTo>
                  <a:lnTo>
                    <a:pt x="60" y="18"/>
                  </a:lnTo>
                  <a:lnTo>
                    <a:pt x="60" y="24"/>
                  </a:lnTo>
                  <a:lnTo>
                    <a:pt x="54" y="30"/>
                  </a:lnTo>
                  <a:lnTo>
                    <a:pt x="48" y="42"/>
                  </a:lnTo>
                  <a:lnTo>
                    <a:pt x="36" y="54"/>
                  </a:lnTo>
                  <a:lnTo>
                    <a:pt x="30" y="66"/>
                  </a:lnTo>
                  <a:lnTo>
                    <a:pt x="18" y="72"/>
                  </a:lnTo>
                  <a:lnTo>
                    <a:pt x="12" y="78"/>
                  </a:lnTo>
                  <a:lnTo>
                    <a:pt x="0" y="84"/>
                  </a:lnTo>
                  <a:lnTo>
                    <a:pt x="12" y="96"/>
                  </a:lnTo>
                  <a:lnTo>
                    <a:pt x="6" y="102"/>
                  </a:lnTo>
                  <a:lnTo>
                    <a:pt x="0" y="114"/>
                  </a:lnTo>
                  <a:lnTo>
                    <a:pt x="0" y="132"/>
                  </a:lnTo>
                  <a:lnTo>
                    <a:pt x="6" y="138"/>
                  </a:lnTo>
                  <a:lnTo>
                    <a:pt x="18" y="144"/>
                  </a:lnTo>
                  <a:lnTo>
                    <a:pt x="24" y="150"/>
                  </a:lnTo>
                  <a:lnTo>
                    <a:pt x="18" y="180"/>
                  </a:lnTo>
                  <a:lnTo>
                    <a:pt x="42" y="198"/>
                  </a:lnTo>
                  <a:lnTo>
                    <a:pt x="42" y="204"/>
                  </a:lnTo>
                  <a:lnTo>
                    <a:pt x="48" y="210"/>
                  </a:lnTo>
                  <a:lnTo>
                    <a:pt x="54" y="222"/>
                  </a:lnTo>
                  <a:lnTo>
                    <a:pt x="78" y="234"/>
                  </a:lnTo>
                  <a:lnTo>
                    <a:pt x="96" y="234"/>
                  </a:lnTo>
                  <a:lnTo>
                    <a:pt x="126" y="270"/>
                  </a:lnTo>
                  <a:lnTo>
                    <a:pt x="126" y="234"/>
                  </a:lnTo>
                  <a:lnTo>
                    <a:pt x="144" y="216"/>
                  </a:lnTo>
                  <a:lnTo>
                    <a:pt x="156" y="210"/>
                  </a:lnTo>
                  <a:lnTo>
                    <a:pt x="168" y="198"/>
                  </a:lnTo>
                  <a:lnTo>
                    <a:pt x="180" y="192"/>
                  </a:lnTo>
                  <a:lnTo>
                    <a:pt x="186" y="180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299" name="Singapore" descr="© INSCALE GmbH, 05.05.2010&#10;http://www.presentationload.com/">
              <a:extLst>
                <a:ext uri="{FF2B5EF4-FFF2-40B4-BE49-F238E27FC236}">
                  <a16:creationId xmlns:a16="http://schemas.microsoft.com/office/drawing/2014/main" id="{34160C38-0133-469B-A6E5-514D5C129418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082502" y="3019672"/>
              <a:ext cx="21081" cy="16388"/>
            </a:xfrm>
            <a:custGeom>
              <a:avLst/>
              <a:gdLst/>
              <a:ahLst/>
              <a:cxnLst/>
              <a:rect l="l" t="t" r="r" b="b"/>
              <a:pathLst>
                <a:path w="17820" h="13865">
                  <a:moveTo>
                    <a:pt x="17820" y="0"/>
                  </a:moveTo>
                  <a:lnTo>
                    <a:pt x="17820" y="3941"/>
                  </a:lnTo>
                  <a:lnTo>
                    <a:pt x="15844" y="7911"/>
                  </a:lnTo>
                  <a:lnTo>
                    <a:pt x="15844" y="11880"/>
                  </a:lnTo>
                  <a:lnTo>
                    <a:pt x="30" y="13865"/>
                  </a:lnTo>
                  <a:lnTo>
                    <a:pt x="0" y="13819"/>
                  </a:lnTo>
                  <a:cubicBezTo>
                    <a:pt x="1713" y="5486"/>
                    <a:pt x="9076" y="11"/>
                    <a:pt x="17820" y="0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00" name="Serbia" descr="© INSCALE GmbH, 05.05.2010&#10;http://www.presentationload.com/">
              <a:extLst>
                <a:ext uri="{FF2B5EF4-FFF2-40B4-BE49-F238E27FC236}">
                  <a16:creationId xmlns:a16="http://schemas.microsoft.com/office/drawing/2014/main" id="{747BDA3E-0F31-40C8-9782-69FEDFD97471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703129" y="1624824"/>
              <a:ext cx="107027" cy="117342"/>
            </a:xfrm>
            <a:custGeom>
              <a:avLst/>
              <a:gdLst/>
              <a:ahLst/>
              <a:cxnLst>
                <a:cxn ang="0">
                  <a:pos x="464" y="374"/>
                </a:cxn>
                <a:cxn ang="0">
                  <a:pos x="453" y="310"/>
                </a:cxn>
                <a:cxn ang="0">
                  <a:pos x="453" y="235"/>
                </a:cxn>
                <a:cxn ang="0">
                  <a:pos x="378" y="224"/>
                </a:cxn>
                <a:cxn ang="0">
                  <a:pos x="302" y="171"/>
                </a:cxn>
                <a:cxn ang="0">
                  <a:pos x="291" y="118"/>
                </a:cxn>
                <a:cxn ang="0">
                  <a:pos x="259" y="128"/>
                </a:cxn>
                <a:cxn ang="0">
                  <a:pos x="216" y="53"/>
                </a:cxn>
                <a:cxn ang="0">
                  <a:pos x="87" y="0"/>
                </a:cxn>
                <a:cxn ang="0">
                  <a:pos x="0" y="43"/>
                </a:cxn>
                <a:cxn ang="0">
                  <a:pos x="32" y="96"/>
                </a:cxn>
                <a:cxn ang="0">
                  <a:pos x="65" y="139"/>
                </a:cxn>
                <a:cxn ang="0">
                  <a:pos x="54" y="150"/>
                </a:cxn>
                <a:cxn ang="0">
                  <a:pos x="32" y="181"/>
                </a:cxn>
                <a:cxn ang="0">
                  <a:pos x="32" y="192"/>
                </a:cxn>
                <a:cxn ang="0">
                  <a:pos x="76" y="203"/>
                </a:cxn>
                <a:cxn ang="0">
                  <a:pos x="87" y="267"/>
                </a:cxn>
                <a:cxn ang="0">
                  <a:pos x="65" y="310"/>
                </a:cxn>
                <a:cxn ang="0">
                  <a:pos x="98" y="363"/>
                </a:cxn>
                <a:cxn ang="0">
                  <a:pos x="119" y="395"/>
                </a:cxn>
                <a:cxn ang="0">
                  <a:pos x="157" y="442"/>
                </a:cxn>
                <a:cxn ang="0">
                  <a:pos x="173" y="438"/>
                </a:cxn>
                <a:cxn ang="0">
                  <a:pos x="180" y="444"/>
                </a:cxn>
                <a:cxn ang="0">
                  <a:pos x="230" y="446"/>
                </a:cxn>
                <a:cxn ang="0">
                  <a:pos x="237" y="431"/>
                </a:cxn>
                <a:cxn ang="0">
                  <a:pos x="258" y="416"/>
                </a:cxn>
                <a:cxn ang="0">
                  <a:pos x="266" y="418"/>
                </a:cxn>
                <a:cxn ang="0">
                  <a:pos x="268" y="407"/>
                </a:cxn>
                <a:cxn ang="0">
                  <a:pos x="267" y="399"/>
                </a:cxn>
                <a:cxn ang="0">
                  <a:pos x="254" y="388"/>
                </a:cxn>
                <a:cxn ang="0">
                  <a:pos x="262" y="387"/>
                </a:cxn>
                <a:cxn ang="0">
                  <a:pos x="279" y="380"/>
                </a:cxn>
                <a:cxn ang="0">
                  <a:pos x="288" y="372"/>
                </a:cxn>
                <a:cxn ang="0">
                  <a:pos x="298" y="389"/>
                </a:cxn>
                <a:cxn ang="0">
                  <a:pos x="292" y="399"/>
                </a:cxn>
                <a:cxn ang="0">
                  <a:pos x="309" y="402"/>
                </a:cxn>
                <a:cxn ang="0">
                  <a:pos x="321" y="404"/>
                </a:cxn>
                <a:cxn ang="0">
                  <a:pos x="326" y="408"/>
                </a:cxn>
                <a:cxn ang="0">
                  <a:pos x="328" y="433"/>
                </a:cxn>
                <a:cxn ang="0">
                  <a:pos x="334" y="429"/>
                </a:cxn>
                <a:cxn ang="0">
                  <a:pos x="335" y="448"/>
                </a:cxn>
                <a:cxn ang="0">
                  <a:pos x="348" y="452"/>
                </a:cxn>
                <a:cxn ang="0">
                  <a:pos x="356" y="467"/>
                </a:cxn>
                <a:cxn ang="0">
                  <a:pos x="354" y="478"/>
                </a:cxn>
                <a:cxn ang="0">
                  <a:pos x="356" y="482"/>
                </a:cxn>
                <a:cxn ang="0">
                  <a:pos x="369" y="485"/>
                </a:cxn>
                <a:cxn ang="0">
                  <a:pos x="381" y="492"/>
                </a:cxn>
                <a:cxn ang="0">
                  <a:pos x="390" y="496"/>
                </a:cxn>
                <a:cxn ang="0">
                  <a:pos x="399" y="501"/>
                </a:cxn>
                <a:cxn ang="0">
                  <a:pos x="392" y="513"/>
                </a:cxn>
                <a:cxn ang="0">
                  <a:pos x="384" y="528"/>
                </a:cxn>
                <a:cxn ang="0">
                  <a:pos x="376" y="542"/>
                </a:cxn>
                <a:cxn ang="0">
                  <a:pos x="453" y="492"/>
                </a:cxn>
                <a:cxn ang="0">
                  <a:pos x="486" y="470"/>
                </a:cxn>
                <a:cxn ang="0">
                  <a:pos x="486" y="406"/>
                </a:cxn>
              </a:cxnLst>
              <a:rect l="0" t="0" r="r" b="b"/>
              <a:pathLst>
                <a:path w="496" h="542">
                  <a:moveTo>
                    <a:pt x="486" y="406"/>
                  </a:moveTo>
                  <a:cubicBezTo>
                    <a:pt x="453" y="395"/>
                    <a:pt x="453" y="395"/>
                    <a:pt x="453" y="395"/>
                  </a:cubicBezTo>
                  <a:cubicBezTo>
                    <a:pt x="464" y="374"/>
                    <a:pt x="464" y="374"/>
                    <a:pt x="464" y="374"/>
                  </a:cubicBezTo>
                  <a:cubicBezTo>
                    <a:pt x="432" y="363"/>
                    <a:pt x="432" y="363"/>
                    <a:pt x="432" y="363"/>
                  </a:cubicBezTo>
                  <a:cubicBezTo>
                    <a:pt x="432" y="331"/>
                    <a:pt x="432" y="331"/>
                    <a:pt x="432" y="331"/>
                  </a:cubicBezTo>
                  <a:cubicBezTo>
                    <a:pt x="453" y="310"/>
                    <a:pt x="453" y="310"/>
                    <a:pt x="453" y="310"/>
                  </a:cubicBezTo>
                  <a:cubicBezTo>
                    <a:pt x="453" y="267"/>
                    <a:pt x="453" y="267"/>
                    <a:pt x="453" y="267"/>
                  </a:cubicBezTo>
                  <a:cubicBezTo>
                    <a:pt x="442" y="256"/>
                    <a:pt x="442" y="256"/>
                    <a:pt x="442" y="256"/>
                  </a:cubicBezTo>
                  <a:cubicBezTo>
                    <a:pt x="453" y="235"/>
                    <a:pt x="453" y="235"/>
                    <a:pt x="453" y="235"/>
                  </a:cubicBezTo>
                  <a:cubicBezTo>
                    <a:pt x="464" y="224"/>
                    <a:pt x="464" y="224"/>
                    <a:pt x="464" y="224"/>
                  </a:cubicBezTo>
                  <a:cubicBezTo>
                    <a:pt x="421" y="213"/>
                    <a:pt x="421" y="213"/>
                    <a:pt x="421" y="213"/>
                  </a:cubicBezTo>
                  <a:cubicBezTo>
                    <a:pt x="378" y="224"/>
                    <a:pt x="378" y="224"/>
                    <a:pt x="378" y="224"/>
                  </a:cubicBezTo>
                  <a:cubicBezTo>
                    <a:pt x="367" y="213"/>
                    <a:pt x="367" y="213"/>
                    <a:pt x="367" y="213"/>
                  </a:cubicBezTo>
                  <a:cubicBezTo>
                    <a:pt x="324" y="203"/>
                    <a:pt x="324" y="203"/>
                    <a:pt x="324" y="203"/>
                  </a:cubicBezTo>
                  <a:cubicBezTo>
                    <a:pt x="302" y="171"/>
                    <a:pt x="302" y="171"/>
                    <a:pt x="302" y="171"/>
                  </a:cubicBezTo>
                  <a:cubicBezTo>
                    <a:pt x="313" y="160"/>
                    <a:pt x="313" y="160"/>
                    <a:pt x="313" y="160"/>
                  </a:cubicBezTo>
                  <a:cubicBezTo>
                    <a:pt x="313" y="128"/>
                    <a:pt x="313" y="128"/>
                    <a:pt x="313" y="128"/>
                  </a:cubicBezTo>
                  <a:cubicBezTo>
                    <a:pt x="291" y="118"/>
                    <a:pt x="291" y="118"/>
                    <a:pt x="291" y="118"/>
                  </a:cubicBezTo>
                  <a:cubicBezTo>
                    <a:pt x="280" y="118"/>
                    <a:pt x="280" y="118"/>
                    <a:pt x="280" y="118"/>
                  </a:cubicBezTo>
                  <a:cubicBezTo>
                    <a:pt x="270" y="128"/>
                    <a:pt x="270" y="128"/>
                    <a:pt x="270" y="128"/>
                  </a:cubicBezTo>
                  <a:cubicBezTo>
                    <a:pt x="259" y="128"/>
                    <a:pt x="259" y="128"/>
                    <a:pt x="259" y="128"/>
                  </a:cubicBezTo>
                  <a:cubicBezTo>
                    <a:pt x="249" y="118"/>
                    <a:pt x="249" y="118"/>
                    <a:pt x="249" y="118"/>
                  </a:cubicBezTo>
                  <a:cubicBezTo>
                    <a:pt x="227" y="53"/>
                    <a:pt x="227" y="53"/>
                    <a:pt x="227" y="53"/>
                  </a:cubicBezTo>
                  <a:cubicBezTo>
                    <a:pt x="216" y="53"/>
                    <a:pt x="216" y="53"/>
                    <a:pt x="216" y="53"/>
                  </a:cubicBezTo>
                  <a:cubicBezTo>
                    <a:pt x="173" y="21"/>
                    <a:pt x="173" y="21"/>
                    <a:pt x="173" y="21"/>
                  </a:cubicBezTo>
                  <a:cubicBezTo>
                    <a:pt x="129" y="0"/>
                    <a:pt x="129" y="0"/>
                    <a:pt x="129" y="0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54" y="32"/>
                    <a:pt x="54" y="32"/>
                    <a:pt x="54" y="32"/>
                  </a:cubicBezTo>
                  <a:cubicBezTo>
                    <a:pt x="11" y="32"/>
                    <a:pt x="11" y="32"/>
                    <a:pt x="11" y="32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22" y="96"/>
                    <a:pt x="22" y="96"/>
                    <a:pt x="22" y="96"/>
                  </a:cubicBezTo>
                  <a:cubicBezTo>
                    <a:pt x="32" y="96"/>
                    <a:pt x="32" y="96"/>
                    <a:pt x="32" y="96"/>
                  </a:cubicBezTo>
                  <a:cubicBezTo>
                    <a:pt x="22" y="128"/>
                    <a:pt x="22" y="128"/>
                    <a:pt x="22" y="128"/>
                  </a:cubicBezTo>
                  <a:cubicBezTo>
                    <a:pt x="43" y="128"/>
                    <a:pt x="43" y="128"/>
                    <a:pt x="43" y="128"/>
                  </a:cubicBezTo>
                  <a:cubicBezTo>
                    <a:pt x="65" y="139"/>
                    <a:pt x="65" y="139"/>
                    <a:pt x="65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65" y="150"/>
                    <a:pt x="65" y="150"/>
                    <a:pt x="65" y="150"/>
                  </a:cubicBezTo>
                  <a:cubicBezTo>
                    <a:pt x="54" y="150"/>
                    <a:pt x="54" y="150"/>
                    <a:pt x="54" y="150"/>
                  </a:cubicBezTo>
                  <a:cubicBezTo>
                    <a:pt x="43" y="160"/>
                    <a:pt x="43" y="160"/>
                    <a:pt x="43" y="160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2" y="181"/>
                    <a:pt x="32" y="181"/>
                    <a:pt x="32" y="181"/>
                  </a:cubicBezTo>
                  <a:cubicBezTo>
                    <a:pt x="22" y="181"/>
                    <a:pt x="22" y="181"/>
                    <a:pt x="22" y="181"/>
                  </a:cubicBezTo>
                  <a:cubicBezTo>
                    <a:pt x="22" y="192"/>
                    <a:pt x="22" y="192"/>
                    <a:pt x="22" y="192"/>
                  </a:cubicBezTo>
                  <a:cubicBezTo>
                    <a:pt x="32" y="192"/>
                    <a:pt x="32" y="192"/>
                    <a:pt x="32" y="192"/>
                  </a:cubicBezTo>
                  <a:cubicBezTo>
                    <a:pt x="54" y="181"/>
                    <a:pt x="54" y="181"/>
                    <a:pt x="54" y="181"/>
                  </a:cubicBezTo>
                  <a:cubicBezTo>
                    <a:pt x="76" y="181"/>
                    <a:pt x="76" y="181"/>
                    <a:pt x="76" y="181"/>
                  </a:cubicBezTo>
                  <a:cubicBezTo>
                    <a:pt x="76" y="203"/>
                    <a:pt x="76" y="203"/>
                    <a:pt x="76" y="203"/>
                  </a:cubicBezTo>
                  <a:cubicBezTo>
                    <a:pt x="43" y="235"/>
                    <a:pt x="43" y="235"/>
                    <a:pt x="43" y="235"/>
                  </a:cubicBezTo>
                  <a:cubicBezTo>
                    <a:pt x="43" y="267"/>
                    <a:pt x="43" y="267"/>
                    <a:pt x="43" y="267"/>
                  </a:cubicBezTo>
                  <a:cubicBezTo>
                    <a:pt x="87" y="267"/>
                    <a:pt x="87" y="267"/>
                    <a:pt x="87" y="267"/>
                  </a:cubicBezTo>
                  <a:cubicBezTo>
                    <a:pt x="98" y="278"/>
                    <a:pt x="98" y="278"/>
                    <a:pt x="98" y="278"/>
                  </a:cubicBezTo>
                  <a:cubicBezTo>
                    <a:pt x="108" y="299"/>
                    <a:pt x="108" y="299"/>
                    <a:pt x="108" y="299"/>
                  </a:cubicBezTo>
                  <a:cubicBezTo>
                    <a:pt x="65" y="310"/>
                    <a:pt x="65" y="310"/>
                    <a:pt x="65" y="310"/>
                  </a:cubicBezTo>
                  <a:cubicBezTo>
                    <a:pt x="87" y="331"/>
                    <a:pt x="87" y="331"/>
                    <a:pt x="87" y="331"/>
                  </a:cubicBezTo>
                  <a:cubicBezTo>
                    <a:pt x="98" y="353"/>
                    <a:pt x="98" y="353"/>
                    <a:pt x="98" y="353"/>
                  </a:cubicBezTo>
                  <a:cubicBezTo>
                    <a:pt x="98" y="363"/>
                    <a:pt x="98" y="363"/>
                    <a:pt x="98" y="363"/>
                  </a:cubicBezTo>
                  <a:cubicBezTo>
                    <a:pt x="87" y="363"/>
                    <a:pt x="87" y="363"/>
                    <a:pt x="87" y="363"/>
                  </a:cubicBezTo>
                  <a:cubicBezTo>
                    <a:pt x="87" y="374"/>
                    <a:pt x="87" y="374"/>
                    <a:pt x="87" y="374"/>
                  </a:cubicBezTo>
                  <a:cubicBezTo>
                    <a:pt x="119" y="395"/>
                    <a:pt x="119" y="395"/>
                    <a:pt x="119" y="395"/>
                  </a:cubicBezTo>
                  <a:cubicBezTo>
                    <a:pt x="140" y="417"/>
                    <a:pt x="140" y="417"/>
                    <a:pt x="140" y="417"/>
                  </a:cubicBezTo>
                  <a:cubicBezTo>
                    <a:pt x="157" y="442"/>
                    <a:pt x="157" y="442"/>
                    <a:pt x="157" y="442"/>
                  </a:cubicBezTo>
                  <a:cubicBezTo>
                    <a:pt x="157" y="442"/>
                    <a:pt x="157" y="442"/>
                    <a:pt x="157" y="442"/>
                  </a:cubicBezTo>
                  <a:cubicBezTo>
                    <a:pt x="159" y="442"/>
                    <a:pt x="161" y="443"/>
                    <a:pt x="166" y="444"/>
                  </a:cubicBezTo>
                  <a:cubicBezTo>
                    <a:pt x="166" y="444"/>
                    <a:pt x="166" y="444"/>
                    <a:pt x="167" y="444"/>
                  </a:cubicBezTo>
                  <a:cubicBezTo>
                    <a:pt x="173" y="438"/>
                    <a:pt x="173" y="438"/>
                    <a:pt x="173" y="438"/>
                  </a:cubicBezTo>
                  <a:cubicBezTo>
                    <a:pt x="173" y="447"/>
                    <a:pt x="173" y="447"/>
                    <a:pt x="173" y="447"/>
                  </a:cubicBezTo>
                  <a:cubicBezTo>
                    <a:pt x="174" y="448"/>
                    <a:pt x="175" y="448"/>
                    <a:pt x="176" y="449"/>
                  </a:cubicBezTo>
                  <a:cubicBezTo>
                    <a:pt x="176" y="449"/>
                    <a:pt x="176" y="449"/>
                    <a:pt x="180" y="444"/>
                  </a:cubicBezTo>
                  <a:cubicBezTo>
                    <a:pt x="180" y="444"/>
                    <a:pt x="180" y="444"/>
                    <a:pt x="199" y="447"/>
                  </a:cubicBezTo>
                  <a:cubicBezTo>
                    <a:pt x="199" y="447"/>
                    <a:pt x="199" y="447"/>
                    <a:pt x="212" y="446"/>
                  </a:cubicBezTo>
                  <a:cubicBezTo>
                    <a:pt x="212" y="446"/>
                    <a:pt x="212" y="446"/>
                    <a:pt x="230" y="446"/>
                  </a:cubicBezTo>
                  <a:cubicBezTo>
                    <a:pt x="230" y="446"/>
                    <a:pt x="230" y="446"/>
                    <a:pt x="240" y="443"/>
                  </a:cubicBezTo>
                  <a:cubicBezTo>
                    <a:pt x="240" y="443"/>
                    <a:pt x="240" y="443"/>
                    <a:pt x="239" y="437"/>
                  </a:cubicBezTo>
                  <a:cubicBezTo>
                    <a:pt x="239" y="437"/>
                    <a:pt x="239" y="437"/>
                    <a:pt x="237" y="431"/>
                  </a:cubicBezTo>
                  <a:cubicBezTo>
                    <a:pt x="237" y="431"/>
                    <a:pt x="237" y="431"/>
                    <a:pt x="245" y="425"/>
                  </a:cubicBezTo>
                  <a:cubicBezTo>
                    <a:pt x="245" y="425"/>
                    <a:pt x="245" y="425"/>
                    <a:pt x="255" y="417"/>
                  </a:cubicBezTo>
                  <a:cubicBezTo>
                    <a:pt x="255" y="417"/>
                    <a:pt x="255" y="417"/>
                    <a:pt x="258" y="416"/>
                  </a:cubicBezTo>
                  <a:cubicBezTo>
                    <a:pt x="258" y="416"/>
                    <a:pt x="258" y="416"/>
                    <a:pt x="258" y="421"/>
                  </a:cubicBezTo>
                  <a:cubicBezTo>
                    <a:pt x="258" y="421"/>
                    <a:pt x="258" y="421"/>
                    <a:pt x="262" y="419"/>
                  </a:cubicBezTo>
                  <a:cubicBezTo>
                    <a:pt x="262" y="419"/>
                    <a:pt x="262" y="419"/>
                    <a:pt x="266" y="418"/>
                  </a:cubicBezTo>
                  <a:cubicBezTo>
                    <a:pt x="266" y="418"/>
                    <a:pt x="266" y="418"/>
                    <a:pt x="263" y="414"/>
                  </a:cubicBezTo>
                  <a:cubicBezTo>
                    <a:pt x="263" y="414"/>
                    <a:pt x="263" y="414"/>
                    <a:pt x="267" y="412"/>
                  </a:cubicBezTo>
                  <a:cubicBezTo>
                    <a:pt x="267" y="412"/>
                    <a:pt x="267" y="412"/>
                    <a:pt x="268" y="407"/>
                  </a:cubicBezTo>
                  <a:cubicBezTo>
                    <a:pt x="268" y="407"/>
                    <a:pt x="268" y="407"/>
                    <a:pt x="264" y="405"/>
                  </a:cubicBezTo>
                  <a:cubicBezTo>
                    <a:pt x="264" y="405"/>
                    <a:pt x="264" y="405"/>
                    <a:pt x="264" y="402"/>
                  </a:cubicBezTo>
                  <a:cubicBezTo>
                    <a:pt x="264" y="402"/>
                    <a:pt x="264" y="402"/>
                    <a:pt x="267" y="399"/>
                  </a:cubicBezTo>
                  <a:cubicBezTo>
                    <a:pt x="267" y="399"/>
                    <a:pt x="267" y="399"/>
                    <a:pt x="266" y="396"/>
                  </a:cubicBezTo>
                  <a:cubicBezTo>
                    <a:pt x="266" y="396"/>
                    <a:pt x="266" y="396"/>
                    <a:pt x="258" y="394"/>
                  </a:cubicBezTo>
                  <a:cubicBezTo>
                    <a:pt x="258" y="394"/>
                    <a:pt x="258" y="394"/>
                    <a:pt x="254" y="388"/>
                  </a:cubicBezTo>
                  <a:cubicBezTo>
                    <a:pt x="254" y="388"/>
                    <a:pt x="254" y="388"/>
                    <a:pt x="256" y="385"/>
                  </a:cubicBezTo>
                  <a:cubicBezTo>
                    <a:pt x="256" y="385"/>
                    <a:pt x="256" y="385"/>
                    <a:pt x="259" y="389"/>
                  </a:cubicBezTo>
                  <a:cubicBezTo>
                    <a:pt x="259" y="389"/>
                    <a:pt x="259" y="389"/>
                    <a:pt x="262" y="387"/>
                  </a:cubicBezTo>
                  <a:cubicBezTo>
                    <a:pt x="262" y="387"/>
                    <a:pt x="262" y="387"/>
                    <a:pt x="267" y="388"/>
                  </a:cubicBezTo>
                  <a:cubicBezTo>
                    <a:pt x="267" y="388"/>
                    <a:pt x="267" y="388"/>
                    <a:pt x="271" y="385"/>
                  </a:cubicBezTo>
                  <a:cubicBezTo>
                    <a:pt x="271" y="385"/>
                    <a:pt x="271" y="385"/>
                    <a:pt x="279" y="380"/>
                  </a:cubicBezTo>
                  <a:cubicBezTo>
                    <a:pt x="279" y="380"/>
                    <a:pt x="279" y="380"/>
                    <a:pt x="282" y="378"/>
                  </a:cubicBezTo>
                  <a:cubicBezTo>
                    <a:pt x="282" y="378"/>
                    <a:pt x="282" y="378"/>
                    <a:pt x="283" y="374"/>
                  </a:cubicBezTo>
                  <a:cubicBezTo>
                    <a:pt x="283" y="374"/>
                    <a:pt x="283" y="374"/>
                    <a:pt x="288" y="372"/>
                  </a:cubicBezTo>
                  <a:cubicBezTo>
                    <a:pt x="288" y="372"/>
                    <a:pt x="288" y="372"/>
                    <a:pt x="293" y="377"/>
                  </a:cubicBezTo>
                  <a:cubicBezTo>
                    <a:pt x="293" y="377"/>
                    <a:pt x="293" y="377"/>
                    <a:pt x="297" y="384"/>
                  </a:cubicBezTo>
                  <a:cubicBezTo>
                    <a:pt x="297" y="384"/>
                    <a:pt x="297" y="384"/>
                    <a:pt x="298" y="389"/>
                  </a:cubicBezTo>
                  <a:cubicBezTo>
                    <a:pt x="298" y="389"/>
                    <a:pt x="298" y="389"/>
                    <a:pt x="298" y="392"/>
                  </a:cubicBezTo>
                  <a:cubicBezTo>
                    <a:pt x="298" y="392"/>
                    <a:pt x="298" y="392"/>
                    <a:pt x="291" y="396"/>
                  </a:cubicBezTo>
                  <a:cubicBezTo>
                    <a:pt x="291" y="396"/>
                    <a:pt x="291" y="396"/>
                    <a:pt x="292" y="399"/>
                  </a:cubicBezTo>
                  <a:cubicBezTo>
                    <a:pt x="292" y="399"/>
                    <a:pt x="292" y="399"/>
                    <a:pt x="299" y="400"/>
                  </a:cubicBezTo>
                  <a:cubicBezTo>
                    <a:pt x="299" y="400"/>
                    <a:pt x="299" y="400"/>
                    <a:pt x="303" y="404"/>
                  </a:cubicBezTo>
                  <a:cubicBezTo>
                    <a:pt x="303" y="404"/>
                    <a:pt x="303" y="404"/>
                    <a:pt x="309" y="402"/>
                  </a:cubicBezTo>
                  <a:cubicBezTo>
                    <a:pt x="309" y="402"/>
                    <a:pt x="309" y="402"/>
                    <a:pt x="314" y="404"/>
                  </a:cubicBezTo>
                  <a:cubicBezTo>
                    <a:pt x="314" y="404"/>
                    <a:pt x="314" y="404"/>
                    <a:pt x="319" y="401"/>
                  </a:cubicBezTo>
                  <a:cubicBezTo>
                    <a:pt x="319" y="401"/>
                    <a:pt x="319" y="401"/>
                    <a:pt x="321" y="404"/>
                  </a:cubicBezTo>
                  <a:cubicBezTo>
                    <a:pt x="321" y="404"/>
                    <a:pt x="321" y="404"/>
                    <a:pt x="318" y="408"/>
                  </a:cubicBezTo>
                  <a:cubicBezTo>
                    <a:pt x="318" y="408"/>
                    <a:pt x="318" y="408"/>
                    <a:pt x="324" y="407"/>
                  </a:cubicBezTo>
                  <a:cubicBezTo>
                    <a:pt x="324" y="407"/>
                    <a:pt x="324" y="407"/>
                    <a:pt x="326" y="408"/>
                  </a:cubicBezTo>
                  <a:cubicBezTo>
                    <a:pt x="326" y="408"/>
                    <a:pt x="326" y="408"/>
                    <a:pt x="324" y="425"/>
                  </a:cubicBezTo>
                  <a:cubicBezTo>
                    <a:pt x="324" y="425"/>
                    <a:pt x="324" y="425"/>
                    <a:pt x="324" y="432"/>
                  </a:cubicBezTo>
                  <a:cubicBezTo>
                    <a:pt x="324" y="432"/>
                    <a:pt x="324" y="432"/>
                    <a:pt x="328" y="433"/>
                  </a:cubicBezTo>
                  <a:cubicBezTo>
                    <a:pt x="328" y="433"/>
                    <a:pt x="328" y="433"/>
                    <a:pt x="330" y="431"/>
                  </a:cubicBezTo>
                  <a:cubicBezTo>
                    <a:pt x="330" y="431"/>
                    <a:pt x="330" y="431"/>
                    <a:pt x="331" y="428"/>
                  </a:cubicBezTo>
                  <a:cubicBezTo>
                    <a:pt x="331" y="428"/>
                    <a:pt x="331" y="428"/>
                    <a:pt x="334" y="429"/>
                  </a:cubicBezTo>
                  <a:cubicBezTo>
                    <a:pt x="334" y="429"/>
                    <a:pt x="334" y="429"/>
                    <a:pt x="336" y="433"/>
                  </a:cubicBezTo>
                  <a:cubicBezTo>
                    <a:pt x="336" y="433"/>
                    <a:pt x="336" y="433"/>
                    <a:pt x="336" y="443"/>
                  </a:cubicBezTo>
                  <a:cubicBezTo>
                    <a:pt x="336" y="443"/>
                    <a:pt x="336" y="443"/>
                    <a:pt x="335" y="448"/>
                  </a:cubicBezTo>
                  <a:cubicBezTo>
                    <a:pt x="335" y="448"/>
                    <a:pt x="335" y="448"/>
                    <a:pt x="339" y="450"/>
                  </a:cubicBezTo>
                  <a:cubicBezTo>
                    <a:pt x="339" y="450"/>
                    <a:pt x="339" y="450"/>
                    <a:pt x="344" y="450"/>
                  </a:cubicBezTo>
                  <a:cubicBezTo>
                    <a:pt x="344" y="450"/>
                    <a:pt x="344" y="450"/>
                    <a:pt x="348" y="452"/>
                  </a:cubicBezTo>
                  <a:cubicBezTo>
                    <a:pt x="348" y="452"/>
                    <a:pt x="348" y="452"/>
                    <a:pt x="353" y="456"/>
                  </a:cubicBezTo>
                  <a:cubicBezTo>
                    <a:pt x="353" y="456"/>
                    <a:pt x="353" y="456"/>
                    <a:pt x="357" y="457"/>
                  </a:cubicBezTo>
                  <a:cubicBezTo>
                    <a:pt x="357" y="457"/>
                    <a:pt x="357" y="457"/>
                    <a:pt x="356" y="467"/>
                  </a:cubicBezTo>
                  <a:cubicBezTo>
                    <a:pt x="356" y="467"/>
                    <a:pt x="356" y="467"/>
                    <a:pt x="356" y="472"/>
                  </a:cubicBezTo>
                  <a:cubicBezTo>
                    <a:pt x="356" y="472"/>
                    <a:pt x="356" y="472"/>
                    <a:pt x="352" y="473"/>
                  </a:cubicBezTo>
                  <a:cubicBezTo>
                    <a:pt x="352" y="473"/>
                    <a:pt x="352" y="473"/>
                    <a:pt x="354" y="478"/>
                  </a:cubicBezTo>
                  <a:cubicBezTo>
                    <a:pt x="354" y="478"/>
                    <a:pt x="354" y="478"/>
                    <a:pt x="351" y="482"/>
                  </a:cubicBezTo>
                  <a:cubicBezTo>
                    <a:pt x="351" y="482"/>
                    <a:pt x="351" y="482"/>
                    <a:pt x="353" y="483"/>
                  </a:cubicBezTo>
                  <a:cubicBezTo>
                    <a:pt x="353" y="483"/>
                    <a:pt x="353" y="483"/>
                    <a:pt x="356" y="482"/>
                  </a:cubicBezTo>
                  <a:cubicBezTo>
                    <a:pt x="356" y="482"/>
                    <a:pt x="356" y="482"/>
                    <a:pt x="361" y="485"/>
                  </a:cubicBezTo>
                  <a:cubicBezTo>
                    <a:pt x="361" y="485"/>
                    <a:pt x="361" y="485"/>
                    <a:pt x="364" y="483"/>
                  </a:cubicBezTo>
                  <a:cubicBezTo>
                    <a:pt x="364" y="483"/>
                    <a:pt x="364" y="483"/>
                    <a:pt x="369" y="485"/>
                  </a:cubicBezTo>
                  <a:cubicBezTo>
                    <a:pt x="369" y="485"/>
                    <a:pt x="369" y="485"/>
                    <a:pt x="372" y="485"/>
                  </a:cubicBezTo>
                  <a:cubicBezTo>
                    <a:pt x="372" y="485"/>
                    <a:pt x="372" y="485"/>
                    <a:pt x="377" y="489"/>
                  </a:cubicBezTo>
                  <a:cubicBezTo>
                    <a:pt x="377" y="489"/>
                    <a:pt x="377" y="489"/>
                    <a:pt x="381" y="492"/>
                  </a:cubicBezTo>
                  <a:cubicBezTo>
                    <a:pt x="381" y="492"/>
                    <a:pt x="381" y="492"/>
                    <a:pt x="383" y="496"/>
                  </a:cubicBezTo>
                  <a:cubicBezTo>
                    <a:pt x="383" y="496"/>
                    <a:pt x="383" y="496"/>
                    <a:pt x="385" y="499"/>
                  </a:cubicBezTo>
                  <a:cubicBezTo>
                    <a:pt x="385" y="499"/>
                    <a:pt x="385" y="499"/>
                    <a:pt x="390" y="496"/>
                  </a:cubicBezTo>
                  <a:cubicBezTo>
                    <a:pt x="390" y="496"/>
                    <a:pt x="390" y="496"/>
                    <a:pt x="394" y="494"/>
                  </a:cubicBezTo>
                  <a:cubicBezTo>
                    <a:pt x="394" y="494"/>
                    <a:pt x="394" y="494"/>
                    <a:pt x="398" y="496"/>
                  </a:cubicBezTo>
                  <a:cubicBezTo>
                    <a:pt x="398" y="496"/>
                    <a:pt x="398" y="496"/>
                    <a:pt x="399" y="501"/>
                  </a:cubicBezTo>
                  <a:cubicBezTo>
                    <a:pt x="399" y="501"/>
                    <a:pt x="399" y="501"/>
                    <a:pt x="395" y="505"/>
                  </a:cubicBezTo>
                  <a:cubicBezTo>
                    <a:pt x="395" y="505"/>
                    <a:pt x="395" y="505"/>
                    <a:pt x="395" y="509"/>
                  </a:cubicBezTo>
                  <a:cubicBezTo>
                    <a:pt x="395" y="509"/>
                    <a:pt x="395" y="509"/>
                    <a:pt x="392" y="513"/>
                  </a:cubicBezTo>
                  <a:cubicBezTo>
                    <a:pt x="392" y="513"/>
                    <a:pt x="392" y="513"/>
                    <a:pt x="392" y="516"/>
                  </a:cubicBezTo>
                  <a:cubicBezTo>
                    <a:pt x="392" y="516"/>
                    <a:pt x="392" y="516"/>
                    <a:pt x="386" y="519"/>
                  </a:cubicBezTo>
                  <a:cubicBezTo>
                    <a:pt x="386" y="519"/>
                    <a:pt x="386" y="519"/>
                    <a:pt x="384" y="528"/>
                  </a:cubicBezTo>
                  <a:cubicBezTo>
                    <a:pt x="384" y="528"/>
                    <a:pt x="384" y="528"/>
                    <a:pt x="379" y="531"/>
                  </a:cubicBezTo>
                  <a:cubicBezTo>
                    <a:pt x="379" y="531"/>
                    <a:pt x="379" y="531"/>
                    <a:pt x="376" y="535"/>
                  </a:cubicBezTo>
                  <a:cubicBezTo>
                    <a:pt x="376" y="535"/>
                    <a:pt x="376" y="535"/>
                    <a:pt x="376" y="542"/>
                  </a:cubicBezTo>
                  <a:cubicBezTo>
                    <a:pt x="432" y="535"/>
                    <a:pt x="432" y="535"/>
                    <a:pt x="432" y="535"/>
                  </a:cubicBezTo>
                  <a:cubicBezTo>
                    <a:pt x="453" y="535"/>
                    <a:pt x="453" y="535"/>
                    <a:pt x="453" y="535"/>
                  </a:cubicBezTo>
                  <a:cubicBezTo>
                    <a:pt x="453" y="492"/>
                    <a:pt x="453" y="492"/>
                    <a:pt x="453" y="492"/>
                  </a:cubicBezTo>
                  <a:cubicBezTo>
                    <a:pt x="442" y="481"/>
                    <a:pt x="442" y="481"/>
                    <a:pt x="442" y="481"/>
                  </a:cubicBezTo>
                  <a:cubicBezTo>
                    <a:pt x="442" y="470"/>
                    <a:pt x="442" y="470"/>
                    <a:pt x="442" y="470"/>
                  </a:cubicBezTo>
                  <a:cubicBezTo>
                    <a:pt x="486" y="470"/>
                    <a:pt x="486" y="470"/>
                    <a:pt x="486" y="470"/>
                  </a:cubicBezTo>
                  <a:cubicBezTo>
                    <a:pt x="496" y="460"/>
                    <a:pt x="496" y="460"/>
                    <a:pt x="496" y="460"/>
                  </a:cubicBezTo>
                  <a:cubicBezTo>
                    <a:pt x="496" y="417"/>
                    <a:pt x="496" y="417"/>
                    <a:pt x="496" y="417"/>
                  </a:cubicBezTo>
                  <a:lnTo>
                    <a:pt x="486" y="406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01" name="Senegal" descr="© INSCALE GmbH, 05.05.2010&#10;http://www.presentationload.com/">
              <a:extLst>
                <a:ext uri="{FF2B5EF4-FFF2-40B4-BE49-F238E27FC236}">
                  <a16:creationId xmlns:a16="http://schemas.microsoft.com/office/drawing/2014/main" id="{265D6F17-0CC5-4564-B70C-A6CB9369B66F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727890" y="2546791"/>
              <a:ext cx="162070" cy="143723"/>
            </a:xfrm>
            <a:custGeom>
              <a:avLst/>
              <a:gdLst>
                <a:gd name="T0" fmla="*/ 2147483647 w 414"/>
                <a:gd name="T1" fmla="*/ 2147483647 h 366"/>
                <a:gd name="T2" fmla="*/ 2147483647 w 414"/>
                <a:gd name="T3" fmla="*/ 2147483647 h 366"/>
                <a:gd name="T4" fmla="*/ 2147483647 w 414"/>
                <a:gd name="T5" fmla="*/ 2147483647 h 366"/>
                <a:gd name="T6" fmla="*/ 2147483647 w 414"/>
                <a:gd name="T7" fmla="*/ 2147483647 h 366"/>
                <a:gd name="T8" fmla="*/ 2147483647 w 414"/>
                <a:gd name="T9" fmla="*/ 2147483647 h 366"/>
                <a:gd name="T10" fmla="*/ 2147483647 w 414"/>
                <a:gd name="T11" fmla="*/ 2147483647 h 366"/>
                <a:gd name="T12" fmla="*/ 2147483647 w 414"/>
                <a:gd name="T13" fmla="*/ 2147483647 h 366"/>
                <a:gd name="T14" fmla="*/ 2147483647 w 414"/>
                <a:gd name="T15" fmla="*/ 2147483647 h 366"/>
                <a:gd name="T16" fmla="*/ 2147483647 w 414"/>
                <a:gd name="T17" fmla="*/ 2147483647 h 366"/>
                <a:gd name="T18" fmla="*/ 2147483647 w 414"/>
                <a:gd name="T19" fmla="*/ 2147483647 h 366"/>
                <a:gd name="T20" fmla="*/ 2147483647 w 414"/>
                <a:gd name="T21" fmla="*/ 2147483647 h 366"/>
                <a:gd name="T22" fmla="*/ 2147483647 w 414"/>
                <a:gd name="T23" fmla="*/ 2147483647 h 366"/>
                <a:gd name="T24" fmla="*/ 2147483647 w 414"/>
                <a:gd name="T25" fmla="*/ 2147483647 h 366"/>
                <a:gd name="T26" fmla="*/ 2147483647 w 414"/>
                <a:gd name="T27" fmla="*/ 2147483647 h 366"/>
                <a:gd name="T28" fmla="*/ 2147483647 w 414"/>
                <a:gd name="T29" fmla="*/ 0 h 366"/>
                <a:gd name="T30" fmla="*/ 2147483647 w 414"/>
                <a:gd name="T31" fmla="*/ 2147483647 h 366"/>
                <a:gd name="T32" fmla="*/ 2147483647 w 414"/>
                <a:gd name="T33" fmla="*/ 2147483647 h 366"/>
                <a:gd name="T34" fmla="*/ 2147483647 w 414"/>
                <a:gd name="T35" fmla="*/ 2147483647 h 366"/>
                <a:gd name="T36" fmla="*/ 2147483647 w 414"/>
                <a:gd name="T37" fmla="*/ 2147483647 h 366"/>
                <a:gd name="T38" fmla="*/ 2147483647 w 414"/>
                <a:gd name="T39" fmla="*/ 2147483647 h 366"/>
                <a:gd name="T40" fmla="*/ 2147483647 w 414"/>
                <a:gd name="T41" fmla="*/ 2147483647 h 366"/>
                <a:gd name="T42" fmla="*/ 0 w 414"/>
                <a:gd name="T43" fmla="*/ 2147483647 h 366"/>
                <a:gd name="T44" fmla="*/ 2147483647 w 414"/>
                <a:gd name="T45" fmla="*/ 2147483647 h 366"/>
                <a:gd name="T46" fmla="*/ 2147483647 w 414"/>
                <a:gd name="T47" fmla="*/ 2147483647 h 366"/>
                <a:gd name="T48" fmla="*/ 2147483647 w 414"/>
                <a:gd name="T49" fmla="*/ 2147483647 h 366"/>
                <a:gd name="T50" fmla="*/ 2147483647 w 414"/>
                <a:gd name="T51" fmla="*/ 2147483647 h 366"/>
                <a:gd name="T52" fmla="*/ 2147483647 w 414"/>
                <a:gd name="T53" fmla="*/ 2147483647 h 366"/>
                <a:gd name="T54" fmla="*/ 2147483647 w 414"/>
                <a:gd name="T55" fmla="*/ 2147483647 h 366"/>
                <a:gd name="T56" fmla="*/ 2147483647 w 414"/>
                <a:gd name="T57" fmla="*/ 2147483647 h 366"/>
                <a:gd name="T58" fmla="*/ 2147483647 w 414"/>
                <a:gd name="T59" fmla="*/ 2147483647 h 366"/>
                <a:gd name="T60" fmla="*/ 2147483647 w 414"/>
                <a:gd name="T61" fmla="*/ 2147483647 h 366"/>
                <a:gd name="T62" fmla="*/ 2147483647 w 414"/>
                <a:gd name="T63" fmla="*/ 2147483647 h 366"/>
                <a:gd name="T64" fmla="*/ 2147483647 w 414"/>
                <a:gd name="T65" fmla="*/ 2147483647 h 366"/>
                <a:gd name="T66" fmla="*/ 2147483647 w 414"/>
                <a:gd name="T67" fmla="*/ 2147483647 h 366"/>
                <a:gd name="T68" fmla="*/ 2147483647 w 414"/>
                <a:gd name="T69" fmla="*/ 2147483647 h 366"/>
                <a:gd name="T70" fmla="*/ 2147483647 w 414"/>
                <a:gd name="T71" fmla="*/ 2147483647 h 366"/>
                <a:gd name="T72" fmla="*/ 2147483647 w 414"/>
                <a:gd name="T73" fmla="*/ 2147483647 h 366"/>
                <a:gd name="T74" fmla="*/ 2147483647 w 414"/>
                <a:gd name="T75" fmla="*/ 2147483647 h 366"/>
                <a:gd name="T76" fmla="*/ 2147483647 w 414"/>
                <a:gd name="T77" fmla="*/ 2147483647 h 366"/>
                <a:gd name="T78" fmla="*/ 2147483647 w 414"/>
                <a:gd name="T79" fmla="*/ 2147483647 h 366"/>
                <a:gd name="T80" fmla="*/ 2147483647 w 414"/>
                <a:gd name="T81" fmla="*/ 2147483647 h 366"/>
                <a:gd name="T82" fmla="*/ 2147483647 w 414"/>
                <a:gd name="T83" fmla="*/ 2147483647 h 366"/>
                <a:gd name="T84" fmla="*/ 2147483647 w 414"/>
                <a:gd name="T85" fmla="*/ 2147483647 h 366"/>
                <a:gd name="T86" fmla="*/ 2147483647 w 414"/>
                <a:gd name="T87" fmla="*/ 2147483647 h 366"/>
                <a:gd name="T88" fmla="*/ 2147483647 w 414"/>
                <a:gd name="T89" fmla="*/ 2147483647 h 366"/>
                <a:gd name="T90" fmla="*/ 2147483647 w 414"/>
                <a:gd name="T91" fmla="*/ 2147483647 h 366"/>
                <a:gd name="T92" fmla="*/ 2147483647 w 414"/>
                <a:gd name="T93" fmla="*/ 2147483647 h 366"/>
                <a:gd name="T94" fmla="*/ 2147483647 w 414"/>
                <a:gd name="T95" fmla="*/ 2147483647 h 366"/>
                <a:gd name="T96" fmla="*/ 2147483647 w 414"/>
                <a:gd name="T97" fmla="*/ 2147483647 h 366"/>
                <a:gd name="T98" fmla="*/ 2147483647 w 414"/>
                <a:gd name="T99" fmla="*/ 2147483647 h 366"/>
                <a:gd name="T100" fmla="*/ 2147483647 w 414"/>
                <a:gd name="T101" fmla="*/ 2147483647 h 366"/>
                <a:gd name="T102" fmla="*/ 2147483647 w 414"/>
                <a:gd name="T103" fmla="*/ 2147483647 h 366"/>
                <a:gd name="T104" fmla="*/ 2147483647 w 414"/>
                <a:gd name="T105" fmla="*/ 2147483647 h 36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14"/>
                <a:gd name="T160" fmla="*/ 0 h 366"/>
                <a:gd name="T161" fmla="*/ 414 w 414"/>
                <a:gd name="T162" fmla="*/ 366 h 36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14" h="366">
                  <a:moveTo>
                    <a:pt x="402" y="270"/>
                  </a:moveTo>
                  <a:lnTo>
                    <a:pt x="396" y="270"/>
                  </a:lnTo>
                  <a:lnTo>
                    <a:pt x="396" y="276"/>
                  </a:lnTo>
                  <a:lnTo>
                    <a:pt x="384" y="276"/>
                  </a:lnTo>
                  <a:lnTo>
                    <a:pt x="378" y="270"/>
                  </a:lnTo>
                  <a:lnTo>
                    <a:pt x="378" y="246"/>
                  </a:lnTo>
                  <a:lnTo>
                    <a:pt x="384" y="240"/>
                  </a:lnTo>
                  <a:lnTo>
                    <a:pt x="384" y="222"/>
                  </a:lnTo>
                  <a:lnTo>
                    <a:pt x="372" y="210"/>
                  </a:lnTo>
                  <a:lnTo>
                    <a:pt x="372" y="204"/>
                  </a:lnTo>
                  <a:lnTo>
                    <a:pt x="360" y="186"/>
                  </a:lnTo>
                  <a:lnTo>
                    <a:pt x="360" y="162"/>
                  </a:lnTo>
                  <a:lnTo>
                    <a:pt x="348" y="138"/>
                  </a:lnTo>
                  <a:lnTo>
                    <a:pt x="318" y="132"/>
                  </a:lnTo>
                  <a:lnTo>
                    <a:pt x="318" y="108"/>
                  </a:lnTo>
                  <a:lnTo>
                    <a:pt x="312" y="102"/>
                  </a:lnTo>
                  <a:lnTo>
                    <a:pt x="294" y="102"/>
                  </a:lnTo>
                  <a:lnTo>
                    <a:pt x="294" y="72"/>
                  </a:lnTo>
                  <a:lnTo>
                    <a:pt x="288" y="60"/>
                  </a:lnTo>
                  <a:lnTo>
                    <a:pt x="288" y="54"/>
                  </a:lnTo>
                  <a:lnTo>
                    <a:pt x="282" y="48"/>
                  </a:lnTo>
                  <a:lnTo>
                    <a:pt x="264" y="48"/>
                  </a:lnTo>
                  <a:lnTo>
                    <a:pt x="252" y="54"/>
                  </a:lnTo>
                  <a:lnTo>
                    <a:pt x="246" y="42"/>
                  </a:lnTo>
                  <a:lnTo>
                    <a:pt x="234" y="30"/>
                  </a:lnTo>
                  <a:lnTo>
                    <a:pt x="228" y="18"/>
                  </a:lnTo>
                  <a:lnTo>
                    <a:pt x="222" y="18"/>
                  </a:lnTo>
                  <a:lnTo>
                    <a:pt x="210" y="12"/>
                  </a:lnTo>
                  <a:lnTo>
                    <a:pt x="186" y="12"/>
                  </a:lnTo>
                  <a:lnTo>
                    <a:pt x="162" y="0"/>
                  </a:lnTo>
                  <a:lnTo>
                    <a:pt x="162" y="18"/>
                  </a:lnTo>
                  <a:lnTo>
                    <a:pt x="132" y="12"/>
                  </a:lnTo>
                  <a:lnTo>
                    <a:pt x="120" y="18"/>
                  </a:lnTo>
                  <a:lnTo>
                    <a:pt x="114" y="18"/>
                  </a:lnTo>
                  <a:lnTo>
                    <a:pt x="108" y="12"/>
                  </a:lnTo>
                  <a:lnTo>
                    <a:pt x="102" y="12"/>
                  </a:lnTo>
                  <a:lnTo>
                    <a:pt x="90" y="18"/>
                  </a:lnTo>
                  <a:lnTo>
                    <a:pt x="84" y="24"/>
                  </a:lnTo>
                  <a:lnTo>
                    <a:pt x="66" y="60"/>
                  </a:lnTo>
                  <a:lnTo>
                    <a:pt x="60" y="66"/>
                  </a:lnTo>
                  <a:lnTo>
                    <a:pt x="60" y="90"/>
                  </a:lnTo>
                  <a:lnTo>
                    <a:pt x="48" y="96"/>
                  </a:lnTo>
                  <a:lnTo>
                    <a:pt x="30" y="132"/>
                  </a:lnTo>
                  <a:lnTo>
                    <a:pt x="0" y="162"/>
                  </a:lnTo>
                  <a:lnTo>
                    <a:pt x="6" y="168"/>
                  </a:lnTo>
                  <a:lnTo>
                    <a:pt x="12" y="168"/>
                  </a:lnTo>
                  <a:lnTo>
                    <a:pt x="18" y="174"/>
                  </a:lnTo>
                  <a:lnTo>
                    <a:pt x="24" y="186"/>
                  </a:lnTo>
                  <a:lnTo>
                    <a:pt x="24" y="204"/>
                  </a:lnTo>
                  <a:lnTo>
                    <a:pt x="42" y="222"/>
                  </a:lnTo>
                  <a:lnTo>
                    <a:pt x="42" y="246"/>
                  </a:lnTo>
                  <a:lnTo>
                    <a:pt x="48" y="252"/>
                  </a:lnTo>
                  <a:lnTo>
                    <a:pt x="126" y="252"/>
                  </a:lnTo>
                  <a:lnTo>
                    <a:pt x="126" y="240"/>
                  </a:lnTo>
                  <a:lnTo>
                    <a:pt x="180" y="240"/>
                  </a:lnTo>
                  <a:lnTo>
                    <a:pt x="180" y="252"/>
                  </a:lnTo>
                  <a:lnTo>
                    <a:pt x="192" y="246"/>
                  </a:lnTo>
                  <a:lnTo>
                    <a:pt x="198" y="252"/>
                  </a:lnTo>
                  <a:lnTo>
                    <a:pt x="204" y="264"/>
                  </a:lnTo>
                  <a:lnTo>
                    <a:pt x="216" y="264"/>
                  </a:lnTo>
                  <a:lnTo>
                    <a:pt x="222" y="258"/>
                  </a:lnTo>
                  <a:lnTo>
                    <a:pt x="246" y="258"/>
                  </a:lnTo>
                  <a:lnTo>
                    <a:pt x="252" y="264"/>
                  </a:lnTo>
                  <a:lnTo>
                    <a:pt x="252" y="270"/>
                  </a:lnTo>
                  <a:lnTo>
                    <a:pt x="246" y="276"/>
                  </a:lnTo>
                  <a:lnTo>
                    <a:pt x="234" y="282"/>
                  </a:lnTo>
                  <a:lnTo>
                    <a:pt x="228" y="288"/>
                  </a:lnTo>
                  <a:lnTo>
                    <a:pt x="204" y="288"/>
                  </a:lnTo>
                  <a:lnTo>
                    <a:pt x="186" y="282"/>
                  </a:lnTo>
                  <a:lnTo>
                    <a:pt x="180" y="270"/>
                  </a:lnTo>
                  <a:lnTo>
                    <a:pt x="168" y="264"/>
                  </a:lnTo>
                  <a:lnTo>
                    <a:pt x="162" y="258"/>
                  </a:lnTo>
                  <a:lnTo>
                    <a:pt x="156" y="264"/>
                  </a:lnTo>
                  <a:lnTo>
                    <a:pt x="150" y="276"/>
                  </a:lnTo>
                  <a:lnTo>
                    <a:pt x="126" y="276"/>
                  </a:lnTo>
                  <a:lnTo>
                    <a:pt x="120" y="282"/>
                  </a:lnTo>
                  <a:lnTo>
                    <a:pt x="108" y="282"/>
                  </a:lnTo>
                  <a:lnTo>
                    <a:pt x="108" y="294"/>
                  </a:lnTo>
                  <a:lnTo>
                    <a:pt x="36" y="294"/>
                  </a:lnTo>
                  <a:lnTo>
                    <a:pt x="36" y="318"/>
                  </a:lnTo>
                  <a:lnTo>
                    <a:pt x="30" y="324"/>
                  </a:lnTo>
                  <a:lnTo>
                    <a:pt x="30" y="336"/>
                  </a:lnTo>
                  <a:lnTo>
                    <a:pt x="36" y="342"/>
                  </a:lnTo>
                  <a:lnTo>
                    <a:pt x="42" y="354"/>
                  </a:lnTo>
                  <a:lnTo>
                    <a:pt x="48" y="360"/>
                  </a:lnTo>
                  <a:lnTo>
                    <a:pt x="60" y="366"/>
                  </a:lnTo>
                  <a:lnTo>
                    <a:pt x="66" y="366"/>
                  </a:lnTo>
                  <a:lnTo>
                    <a:pt x="72" y="360"/>
                  </a:lnTo>
                  <a:lnTo>
                    <a:pt x="78" y="360"/>
                  </a:lnTo>
                  <a:lnTo>
                    <a:pt x="90" y="348"/>
                  </a:lnTo>
                  <a:lnTo>
                    <a:pt x="126" y="348"/>
                  </a:lnTo>
                  <a:lnTo>
                    <a:pt x="156" y="324"/>
                  </a:lnTo>
                  <a:lnTo>
                    <a:pt x="294" y="330"/>
                  </a:lnTo>
                  <a:lnTo>
                    <a:pt x="294" y="336"/>
                  </a:lnTo>
                  <a:lnTo>
                    <a:pt x="300" y="348"/>
                  </a:lnTo>
                  <a:lnTo>
                    <a:pt x="318" y="348"/>
                  </a:lnTo>
                  <a:lnTo>
                    <a:pt x="324" y="342"/>
                  </a:lnTo>
                  <a:lnTo>
                    <a:pt x="330" y="348"/>
                  </a:lnTo>
                  <a:lnTo>
                    <a:pt x="336" y="360"/>
                  </a:lnTo>
                  <a:lnTo>
                    <a:pt x="342" y="366"/>
                  </a:lnTo>
                  <a:lnTo>
                    <a:pt x="354" y="366"/>
                  </a:lnTo>
                  <a:lnTo>
                    <a:pt x="366" y="360"/>
                  </a:lnTo>
                  <a:lnTo>
                    <a:pt x="372" y="354"/>
                  </a:lnTo>
                  <a:lnTo>
                    <a:pt x="414" y="354"/>
                  </a:lnTo>
                  <a:lnTo>
                    <a:pt x="414" y="288"/>
                  </a:lnTo>
                  <a:lnTo>
                    <a:pt x="408" y="276"/>
                  </a:lnTo>
                  <a:lnTo>
                    <a:pt x="402" y="270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02" name="Saudi Arabia" descr="© INSCALE GmbH, 05.05.2010&#10;http://www.presentationload.com/">
              <a:extLst>
                <a:ext uri="{FF2B5EF4-FFF2-40B4-BE49-F238E27FC236}">
                  <a16:creationId xmlns:a16="http://schemas.microsoft.com/office/drawing/2014/main" id="{91107636-A548-42C4-B5DD-50A636A25EA6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148050" y="2063642"/>
              <a:ext cx="581002" cy="498440"/>
            </a:xfrm>
            <a:custGeom>
              <a:avLst/>
              <a:gdLst>
                <a:gd name="T0" fmla="*/ 2147483647 w 1488"/>
                <a:gd name="T1" fmla="*/ 2147483647 h 1278"/>
                <a:gd name="T2" fmla="*/ 2147483647 w 1488"/>
                <a:gd name="T3" fmla="*/ 2147483647 h 1278"/>
                <a:gd name="T4" fmla="*/ 2147483647 w 1488"/>
                <a:gd name="T5" fmla="*/ 2147483647 h 1278"/>
                <a:gd name="T6" fmla="*/ 2147483647 w 1488"/>
                <a:gd name="T7" fmla="*/ 2147483647 h 1278"/>
                <a:gd name="T8" fmla="*/ 2147483647 w 1488"/>
                <a:gd name="T9" fmla="*/ 2147483647 h 1278"/>
                <a:gd name="T10" fmla="*/ 2147483647 w 1488"/>
                <a:gd name="T11" fmla="*/ 2147483647 h 1278"/>
                <a:gd name="T12" fmla="*/ 2147483647 w 1488"/>
                <a:gd name="T13" fmla="*/ 2147483647 h 1278"/>
                <a:gd name="T14" fmla="*/ 2147483647 w 1488"/>
                <a:gd name="T15" fmla="*/ 2147483647 h 1278"/>
                <a:gd name="T16" fmla="*/ 2147483647 w 1488"/>
                <a:gd name="T17" fmla="*/ 2147483647 h 1278"/>
                <a:gd name="T18" fmla="*/ 2147483647 w 1488"/>
                <a:gd name="T19" fmla="*/ 2147483647 h 1278"/>
                <a:gd name="T20" fmla="*/ 2147483647 w 1488"/>
                <a:gd name="T21" fmla="*/ 2147483647 h 1278"/>
                <a:gd name="T22" fmla="*/ 2147483647 w 1488"/>
                <a:gd name="T23" fmla="*/ 2147483647 h 1278"/>
                <a:gd name="T24" fmla="*/ 2147483647 w 1488"/>
                <a:gd name="T25" fmla="*/ 2147483647 h 1278"/>
                <a:gd name="T26" fmla="*/ 2147483647 w 1488"/>
                <a:gd name="T27" fmla="*/ 2147483647 h 1278"/>
                <a:gd name="T28" fmla="*/ 2147483647 w 1488"/>
                <a:gd name="T29" fmla="*/ 2147483647 h 1278"/>
                <a:gd name="T30" fmla="*/ 2147483647 w 1488"/>
                <a:gd name="T31" fmla="*/ 2147483647 h 1278"/>
                <a:gd name="T32" fmla="*/ 2147483647 w 1488"/>
                <a:gd name="T33" fmla="*/ 2147483647 h 1278"/>
                <a:gd name="T34" fmla="*/ 2147483647 w 1488"/>
                <a:gd name="T35" fmla="*/ 2147483647 h 1278"/>
                <a:gd name="T36" fmla="*/ 2147483647 w 1488"/>
                <a:gd name="T37" fmla="*/ 2147483647 h 1278"/>
                <a:gd name="T38" fmla="*/ 2147483647 w 1488"/>
                <a:gd name="T39" fmla="*/ 0 h 1278"/>
                <a:gd name="T40" fmla="*/ 2147483647 w 1488"/>
                <a:gd name="T41" fmla="*/ 2147483647 h 1278"/>
                <a:gd name="T42" fmla="*/ 2147483647 w 1488"/>
                <a:gd name="T43" fmla="*/ 2147483647 h 1278"/>
                <a:gd name="T44" fmla="*/ 2147483647 w 1488"/>
                <a:gd name="T45" fmla="*/ 2147483647 h 1278"/>
                <a:gd name="T46" fmla="*/ 2147483647 w 1488"/>
                <a:gd name="T47" fmla="*/ 2147483647 h 1278"/>
                <a:gd name="T48" fmla="*/ 2147483647 w 1488"/>
                <a:gd name="T49" fmla="*/ 2147483647 h 1278"/>
                <a:gd name="T50" fmla="*/ 2147483647 w 1488"/>
                <a:gd name="T51" fmla="*/ 2147483647 h 1278"/>
                <a:gd name="T52" fmla="*/ 2147483647 w 1488"/>
                <a:gd name="T53" fmla="*/ 2147483647 h 1278"/>
                <a:gd name="T54" fmla="*/ 2147483647 w 1488"/>
                <a:gd name="T55" fmla="*/ 2147483647 h 1278"/>
                <a:gd name="T56" fmla="*/ 2147483647 w 1488"/>
                <a:gd name="T57" fmla="*/ 2147483647 h 1278"/>
                <a:gd name="T58" fmla="*/ 2147483647 w 1488"/>
                <a:gd name="T59" fmla="*/ 2147483647 h 1278"/>
                <a:gd name="T60" fmla="*/ 2147483647 w 1488"/>
                <a:gd name="T61" fmla="*/ 2147483647 h 1278"/>
                <a:gd name="T62" fmla="*/ 0 w 1488"/>
                <a:gd name="T63" fmla="*/ 2147483647 h 1278"/>
                <a:gd name="T64" fmla="*/ 2147483647 w 1488"/>
                <a:gd name="T65" fmla="*/ 2147483647 h 1278"/>
                <a:gd name="T66" fmla="*/ 2147483647 w 1488"/>
                <a:gd name="T67" fmla="*/ 2147483647 h 1278"/>
                <a:gd name="T68" fmla="*/ 2147483647 w 1488"/>
                <a:gd name="T69" fmla="*/ 2147483647 h 1278"/>
                <a:gd name="T70" fmla="*/ 2147483647 w 1488"/>
                <a:gd name="T71" fmla="*/ 2147483647 h 1278"/>
                <a:gd name="T72" fmla="*/ 2147483647 w 1488"/>
                <a:gd name="T73" fmla="*/ 2147483647 h 1278"/>
                <a:gd name="T74" fmla="*/ 2147483647 w 1488"/>
                <a:gd name="T75" fmla="*/ 2147483647 h 1278"/>
                <a:gd name="T76" fmla="*/ 2147483647 w 1488"/>
                <a:gd name="T77" fmla="*/ 2147483647 h 1278"/>
                <a:gd name="T78" fmla="*/ 2147483647 w 1488"/>
                <a:gd name="T79" fmla="*/ 2147483647 h 1278"/>
                <a:gd name="T80" fmla="*/ 2147483647 w 1488"/>
                <a:gd name="T81" fmla="*/ 2147483647 h 1278"/>
                <a:gd name="T82" fmla="*/ 2147483647 w 1488"/>
                <a:gd name="T83" fmla="*/ 2147483647 h 1278"/>
                <a:gd name="T84" fmla="*/ 2147483647 w 1488"/>
                <a:gd name="T85" fmla="*/ 2147483647 h 1278"/>
                <a:gd name="T86" fmla="*/ 2147483647 w 1488"/>
                <a:gd name="T87" fmla="*/ 2147483647 h 1278"/>
                <a:gd name="T88" fmla="*/ 2147483647 w 1488"/>
                <a:gd name="T89" fmla="*/ 2147483647 h 1278"/>
                <a:gd name="T90" fmla="*/ 2147483647 w 1488"/>
                <a:gd name="T91" fmla="*/ 2147483647 h 1278"/>
                <a:gd name="T92" fmla="*/ 2147483647 w 1488"/>
                <a:gd name="T93" fmla="*/ 2147483647 h 1278"/>
                <a:gd name="T94" fmla="*/ 2147483647 w 1488"/>
                <a:gd name="T95" fmla="*/ 2147483647 h 1278"/>
                <a:gd name="T96" fmla="*/ 2147483647 w 1488"/>
                <a:gd name="T97" fmla="*/ 2147483647 h 1278"/>
                <a:gd name="T98" fmla="*/ 2147483647 w 1488"/>
                <a:gd name="T99" fmla="*/ 2147483647 h 1278"/>
                <a:gd name="T100" fmla="*/ 2147483647 w 1488"/>
                <a:gd name="T101" fmla="*/ 2147483647 h 1278"/>
                <a:gd name="T102" fmla="*/ 2147483647 w 1488"/>
                <a:gd name="T103" fmla="*/ 2147483647 h 1278"/>
                <a:gd name="T104" fmla="*/ 2147483647 w 1488"/>
                <a:gd name="T105" fmla="*/ 2147483647 h 1278"/>
                <a:gd name="T106" fmla="*/ 2147483647 w 1488"/>
                <a:gd name="T107" fmla="*/ 2147483647 h 1278"/>
                <a:gd name="T108" fmla="*/ 2147483647 w 1488"/>
                <a:gd name="T109" fmla="*/ 2147483647 h 1278"/>
                <a:gd name="T110" fmla="*/ 2147483647 w 1488"/>
                <a:gd name="T111" fmla="*/ 2147483647 h 1278"/>
                <a:gd name="T112" fmla="*/ 2147483647 w 1488"/>
                <a:gd name="T113" fmla="*/ 2147483647 h 1278"/>
                <a:gd name="T114" fmla="*/ 2147483647 w 1488"/>
                <a:gd name="T115" fmla="*/ 2147483647 h 1278"/>
                <a:gd name="T116" fmla="*/ 2147483647 w 1488"/>
                <a:gd name="T117" fmla="*/ 2147483647 h 127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488"/>
                <a:gd name="T178" fmla="*/ 0 h 1278"/>
                <a:gd name="T179" fmla="*/ 1488 w 1488"/>
                <a:gd name="T180" fmla="*/ 1278 h 127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488" h="1278">
                  <a:moveTo>
                    <a:pt x="1464" y="792"/>
                  </a:moveTo>
                  <a:lnTo>
                    <a:pt x="1464" y="780"/>
                  </a:lnTo>
                  <a:lnTo>
                    <a:pt x="1458" y="774"/>
                  </a:lnTo>
                  <a:lnTo>
                    <a:pt x="1416" y="768"/>
                  </a:lnTo>
                  <a:lnTo>
                    <a:pt x="1320" y="756"/>
                  </a:lnTo>
                  <a:lnTo>
                    <a:pt x="1284" y="750"/>
                  </a:lnTo>
                  <a:lnTo>
                    <a:pt x="1266" y="750"/>
                  </a:lnTo>
                  <a:lnTo>
                    <a:pt x="1260" y="738"/>
                  </a:lnTo>
                  <a:lnTo>
                    <a:pt x="1248" y="732"/>
                  </a:lnTo>
                  <a:lnTo>
                    <a:pt x="1242" y="720"/>
                  </a:lnTo>
                  <a:lnTo>
                    <a:pt x="1218" y="696"/>
                  </a:lnTo>
                  <a:lnTo>
                    <a:pt x="1206" y="672"/>
                  </a:lnTo>
                  <a:lnTo>
                    <a:pt x="1188" y="654"/>
                  </a:lnTo>
                  <a:lnTo>
                    <a:pt x="1188" y="642"/>
                  </a:lnTo>
                  <a:lnTo>
                    <a:pt x="1182" y="636"/>
                  </a:lnTo>
                  <a:lnTo>
                    <a:pt x="1182" y="618"/>
                  </a:lnTo>
                  <a:lnTo>
                    <a:pt x="1176" y="624"/>
                  </a:lnTo>
                  <a:lnTo>
                    <a:pt x="1164" y="612"/>
                  </a:lnTo>
                  <a:lnTo>
                    <a:pt x="1146" y="612"/>
                  </a:lnTo>
                  <a:lnTo>
                    <a:pt x="1140" y="600"/>
                  </a:lnTo>
                  <a:lnTo>
                    <a:pt x="1134" y="594"/>
                  </a:lnTo>
                  <a:lnTo>
                    <a:pt x="1128" y="582"/>
                  </a:lnTo>
                  <a:lnTo>
                    <a:pt x="1122" y="564"/>
                  </a:lnTo>
                  <a:lnTo>
                    <a:pt x="1116" y="552"/>
                  </a:lnTo>
                  <a:lnTo>
                    <a:pt x="1116" y="540"/>
                  </a:lnTo>
                  <a:lnTo>
                    <a:pt x="1110" y="534"/>
                  </a:lnTo>
                  <a:lnTo>
                    <a:pt x="1098" y="528"/>
                  </a:lnTo>
                  <a:lnTo>
                    <a:pt x="1086" y="516"/>
                  </a:lnTo>
                  <a:lnTo>
                    <a:pt x="1074" y="510"/>
                  </a:lnTo>
                  <a:lnTo>
                    <a:pt x="1068" y="498"/>
                  </a:lnTo>
                  <a:lnTo>
                    <a:pt x="1068" y="462"/>
                  </a:lnTo>
                  <a:lnTo>
                    <a:pt x="1062" y="450"/>
                  </a:lnTo>
                  <a:lnTo>
                    <a:pt x="1062" y="438"/>
                  </a:lnTo>
                  <a:lnTo>
                    <a:pt x="1050" y="426"/>
                  </a:lnTo>
                  <a:lnTo>
                    <a:pt x="1002" y="402"/>
                  </a:lnTo>
                  <a:lnTo>
                    <a:pt x="996" y="396"/>
                  </a:lnTo>
                  <a:lnTo>
                    <a:pt x="990" y="384"/>
                  </a:lnTo>
                  <a:lnTo>
                    <a:pt x="990" y="360"/>
                  </a:lnTo>
                  <a:lnTo>
                    <a:pt x="972" y="342"/>
                  </a:lnTo>
                  <a:lnTo>
                    <a:pt x="966" y="330"/>
                  </a:lnTo>
                  <a:lnTo>
                    <a:pt x="960" y="324"/>
                  </a:lnTo>
                  <a:lnTo>
                    <a:pt x="960" y="300"/>
                  </a:lnTo>
                  <a:lnTo>
                    <a:pt x="954" y="300"/>
                  </a:lnTo>
                  <a:lnTo>
                    <a:pt x="948" y="294"/>
                  </a:lnTo>
                  <a:lnTo>
                    <a:pt x="882" y="294"/>
                  </a:lnTo>
                  <a:lnTo>
                    <a:pt x="876" y="288"/>
                  </a:lnTo>
                  <a:lnTo>
                    <a:pt x="876" y="252"/>
                  </a:lnTo>
                  <a:lnTo>
                    <a:pt x="852" y="246"/>
                  </a:lnTo>
                  <a:lnTo>
                    <a:pt x="804" y="246"/>
                  </a:lnTo>
                  <a:lnTo>
                    <a:pt x="750" y="240"/>
                  </a:lnTo>
                  <a:lnTo>
                    <a:pt x="684" y="240"/>
                  </a:lnTo>
                  <a:lnTo>
                    <a:pt x="492" y="96"/>
                  </a:lnTo>
                  <a:lnTo>
                    <a:pt x="480" y="90"/>
                  </a:lnTo>
                  <a:lnTo>
                    <a:pt x="474" y="84"/>
                  </a:lnTo>
                  <a:lnTo>
                    <a:pt x="426" y="60"/>
                  </a:lnTo>
                  <a:lnTo>
                    <a:pt x="414" y="48"/>
                  </a:lnTo>
                  <a:lnTo>
                    <a:pt x="402" y="42"/>
                  </a:lnTo>
                  <a:lnTo>
                    <a:pt x="372" y="12"/>
                  </a:lnTo>
                  <a:lnTo>
                    <a:pt x="306" y="12"/>
                  </a:lnTo>
                  <a:lnTo>
                    <a:pt x="294" y="0"/>
                  </a:lnTo>
                  <a:lnTo>
                    <a:pt x="288" y="6"/>
                  </a:lnTo>
                  <a:lnTo>
                    <a:pt x="276" y="12"/>
                  </a:lnTo>
                  <a:lnTo>
                    <a:pt x="270" y="12"/>
                  </a:lnTo>
                  <a:lnTo>
                    <a:pt x="264" y="18"/>
                  </a:lnTo>
                  <a:lnTo>
                    <a:pt x="252" y="24"/>
                  </a:lnTo>
                  <a:lnTo>
                    <a:pt x="210" y="24"/>
                  </a:lnTo>
                  <a:lnTo>
                    <a:pt x="198" y="48"/>
                  </a:lnTo>
                  <a:lnTo>
                    <a:pt x="132" y="48"/>
                  </a:lnTo>
                  <a:lnTo>
                    <a:pt x="120" y="54"/>
                  </a:lnTo>
                  <a:lnTo>
                    <a:pt x="108" y="54"/>
                  </a:lnTo>
                  <a:lnTo>
                    <a:pt x="108" y="60"/>
                  </a:lnTo>
                  <a:lnTo>
                    <a:pt x="132" y="60"/>
                  </a:lnTo>
                  <a:lnTo>
                    <a:pt x="144" y="66"/>
                  </a:lnTo>
                  <a:lnTo>
                    <a:pt x="156" y="66"/>
                  </a:lnTo>
                  <a:lnTo>
                    <a:pt x="180" y="90"/>
                  </a:lnTo>
                  <a:lnTo>
                    <a:pt x="192" y="114"/>
                  </a:lnTo>
                  <a:lnTo>
                    <a:pt x="198" y="120"/>
                  </a:lnTo>
                  <a:lnTo>
                    <a:pt x="198" y="132"/>
                  </a:lnTo>
                  <a:lnTo>
                    <a:pt x="192" y="138"/>
                  </a:lnTo>
                  <a:lnTo>
                    <a:pt x="192" y="150"/>
                  </a:lnTo>
                  <a:lnTo>
                    <a:pt x="186" y="156"/>
                  </a:lnTo>
                  <a:lnTo>
                    <a:pt x="180" y="168"/>
                  </a:lnTo>
                  <a:lnTo>
                    <a:pt x="174" y="174"/>
                  </a:lnTo>
                  <a:lnTo>
                    <a:pt x="162" y="180"/>
                  </a:lnTo>
                  <a:lnTo>
                    <a:pt x="150" y="180"/>
                  </a:lnTo>
                  <a:lnTo>
                    <a:pt x="138" y="186"/>
                  </a:lnTo>
                  <a:lnTo>
                    <a:pt x="132" y="186"/>
                  </a:lnTo>
                  <a:lnTo>
                    <a:pt x="120" y="198"/>
                  </a:lnTo>
                  <a:lnTo>
                    <a:pt x="120" y="210"/>
                  </a:lnTo>
                  <a:lnTo>
                    <a:pt x="108" y="234"/>
                  </a:lnTo>
                  <a:lnTo>
                    <a:pt x="96" y="246"/>
                  </a:lnTo>
                  <a:lnTo>
                    <a:pt x="60" y="246"/>
                  </a:lnTo>
                  <a:lnTo>
                    <a:pt x="36" y="234"/>
                  </a:lnTo>
                  <a:lnTo>
                    <a:pt x="6" y="234"/>
                  </a:lnTo>
                  <a:lnTo>
                    <a:pt x="6" y="264"/>
                  </a:lnTo>
                  <a:lnTo>
                    <a:pt x="0" y="306"/>
                  </a:lnTo>
                  <a:lnTo>
                    <a:pt x="0" y="348"/>
                  </a:lnTo>
                  <a:lnTo>
                    <a:pt x="6" y="372"/>
                  </a:lnTo>
                  <a:lnTo>
                    <a:pt x="24" y="378"/>
                  </a:lnTo>
                  <a:lnTo>
                    <a:pt x="36" y="390"/>
                  </a:lnTo>
                  <a:lnTo>
                    <a:pt x="54" y="390"/>
                  </a:lnTo>
                  <a:lnTo>
                    <a:pt x="72" y="408"/>
                  </a:lnTo>
                  <a:lnTo>
                    <a:pt x="90" y="438"/>
                  </a:lnTo>
                  <a:lnTo>
                    <a:pt x="102" y="474"/>
                  </a:lnTo>
                  <a:lnTo>
                    <a:pt x="120" y="504"/>
                  </a:lnTo>
                  <a:lnTo>
                    <a:pt x="132" y="516"/>
                  </a:lnTo>
                  <a:lnTo>
                    <a:pt x="150" y="528"/>
                  </a:lnTo>
                  <a:lnTo>
                    <a:pt x="162" y="540"/>
                  </a:lnTo>
                  <a:lnTo>
                    <a:pt x="174" y="558"/>
                  </a:lnTo>
                  <a:lnTo>
                    <a:pt x="180" y="570"/>
                  </a:lnTo>
                  <a:lnTo>
                    <a:pt x="186" y="594"/>
                  </a:lnTo>
                  <a:lnTo>
                    <a:pt x="192" y="612"/>
                  </a:lnTo>
                  <a:lnTo>
                    <a:pt x="198" y="636"/>
                  </a:lnTo>
                  <a:lnTo>
                    <a:pt x="210" y="648"/>
                  </a:lnTo>
                  <a:lnTo>
                    <a:pt x="234" y="660"/>
                  </a:lnTo>
                  <a:lnTo>
                    <a:pt x="264" y="660"/>
                  </a:lnTo>
                  <a:lnTo>
                    <a:pt x="282" y="666"/>
                  </a:lnTo>
                  <a:lnTo>
                    <a:pt x="294" y="678"/>
                  </a:lnTo>
                  <a:lnTo>
                    <a:pt x="312" y="708"/>
                  </a:lnTo>
                  <a:lnTo>
                    <a:pt x="330" y="756"/>
                  </a:lnTo>
                  <a:lnTo>
                    <a:pt x="336" y="804"/>
                  </a:lnTo>
                  <a:lnTo>
                    <a:pt x="342" y="840"/>
                  </a:lnTo>
                  <a:lnTo>
                    <a:pt x="348" y="870"/>
                  </a:lnTo>
                  <a:lnTo>
                    <a:pt x="366" y="906"/>
                  </a:lnTo>
                  <a:lnTo>
                    <a:pt x="384" y="924"/>
                  </a:lnTo>
                  <a:lnTo>
                    <a:pt x="390" y="936"/>
                  </a:lnTo>
                  <a:lnTo>
                    <a:pt x="414" y="936"/>
                  </a:lnTo>
                  <a:lnTo>
                    <a:pt x="438" y="948"/>
                  </a:lnTo>
                  <a:lnTo>
                    <a:pt x="456" y="972"/>
                  </a:lnTo>
                  <a:lnTo>
                    <a:pt x="480" y="1008"/>
                  </a:lnTo>
                  <a:lnTo>
                    <a:pt x="504" y="1056"/>
                  </a:lnTo>
                  <a:lnTo>
                    <a:pt x="552" y="1128"/>
                  </a:lnTo>
                  <a:lnTo>
                    <a:pt x="582" y="1170"/>
                  </a:lnTo>
                  <a:lnTo>
                    <a:pt x="606" y="1206"/>
                  </a:lnTo>
                  <a:lnTo>
                    <a:pt x="618" y="1236"/>
                  </a:lnTo>
                  <a:lnTo>
                    <a:pt x="618" y="1266"/>
                  </a:lnTo>
                  <a:lnTo>
                    <a:pt x="612" y="1278"/>
                  </a:lnTo>
                  <a:lnTo>
                    <a:pt x="624" y="1266"/>
                  </a:lnTo>
                  <a:lnTo>
                    <a:pt x="630" y="1254"/>
                  </a:lnTo>
                  <a:lnTo>
                    <a:pt x="636" y="1248"/>
                  </a:lnTo>
                  <a:lnTo>
                    <a:pt x="636" y="1200"/>
                  </a:lnTo>
                  <a:lnTo>
                    <a:pt x="642" y="1188"/>
                  </a:lnTo>
                  <a:lnTo>
                    <a:pt x="648" y="1182"/>
                  </a:lnTo>
                  <a:lnTo>
                    <a:pt x="654" y="1182"/>
                  </a:lnTo>
                  <a:lnTo>
                    <a:pt x="672" y="1200"/>
                  </a:lnTo>
                  <a:lnTo>
                    <a:pt x="696" y="1194"/>
                  </a:lnTo>
                  <a:lnTo>
                    <a:pt x="702" y="1188"/>
                  </a:lnTo>
                  <a:lnTo>
                    <a:pt x="792" y="1188"/>
                  </a:lnTo>
                  <a:lnTo>
                    <a:pt x="804" y="1194"/>
                  </a:lnTo>
                  <a:lnTo>
                    <a:pt x="810" y="1200"/>
                  </a:lnTo>
                  <a:lnTo>
                    <a:pt x="888" y="1200"/>
                  </a:lnTo>
                  <a:lnTo>
                    <a:pt x="894" y="1206"/>
                  </a:lnTo>
                  <a:lnTo>
                    <a:pt x="900" y="1218"/>
                  </a:lnTo>
                  <a:lnTo>
                    <a:pt x="912" y="1224"/>
                  </a:lnTo>
                  <a:lnTo>
                    <a:pt x="924" y="1224"/>
                  </a:lnTo>
                  <a:lnTo>
                    <a:pt x="930" y="1212"/>
                  </a:lnTo>
                  <a:lnTo>
                    <a:pt x="936" y="1206"/>
                  </a:lnTo>
                  <a:lnTo>
                    <a:pt x="936" y="1188"/>
                  </a:lnTo>
                  <a:lnTo>
                    <a:pt x="942" y="1176"/>
                  </a:lnTo>
                  <a:lnTo>
                    <a:pt x="948" y="1170"/>
                  </a:lnTo>
                  <a:lnTo>
                    <a:pt x="954" y="1158"/>
                  </a:lnTo>
                  <a:lnTo>
                    <a:pt x="966" y="1146"/>
                  </a:lnTo>
                  <a:lnTo>
                    <a:pt x="972" y="1134"/>
                  </a:lnTo>
                  <a:lnTo>
                    <a:pt x="990" y="1116"/>
                  </a:lnTo>
                  <a:lnTo>
                    <a:pt x="1020" y="1098"/>
                  </a:lnTo>
                  <a:lnTo>
                    <a:pt x="1050" y="1092"/>
                  </a:lnTo>
                  <a:lnTo>
                    <a:pt x="1068" y="1086"/>
                  </a:lnTo>
                  <a:lnTo>
                    <a:pt x="1092" y="1086"/>
                  </a:lnTo>
                  <a:lnTo>
                    <a:pt x="1140" y="1080"/>
                  </a:lnTo>
                  <a:lnTo>
                    <a:pt x="1188" y="1068"/>
                  </a:lnTo>
                  <a:lnTo>
                    <a:pt x="1230" y="1062"/>
                  </a:lnTo>
                  <a:lnTo>
                    <a:pt x="1248" y="1062"/>
                  </a:lnTo>
                  <a:lnTo>
                    <a:pt x="1452" y="990"/>
                  </a:lnTo>
                  <a:lnTo>
                    <a:pt x="1488" y="816"/>
                  </a:lnTo>
                  <a:lnTo>
                    <a:pt x="1482" y="810"/>
                  </a:lnTo>
                  <a:lnTo>
                    <a:pt x="1470" y="804"/>
                  </a:lnTo>
                  <a:lnTo>
                    <a:pt x="1464" y="798"/>
                  </a:lnTo>
                  <a:lnTo>
                    <a:pt x="1464" y="792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03" name="Rwanda" descr="© INSCALE GmbH, 05.05.2010&#10;http://www.presentationload.com/">
              <a:extLst>
                <a:ext uri="{FF2B5EF4-FFF2-40B4-BE49-F238E27FC236}">
                  <a16:creationId xmlns:a16="http://schemas.microsoft.com/office/drawing/2014/main" id="{9B891141-C0E4-4E84-914A-B4C2986750FC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007385" y="3109446"/>
              <a:ext cx="58102" cy="58099"/>
            </a:xfrm>
            <a:custGeom>
              <a:avLst/>
              <a:gdLst>
                <a:gd name="T0" fmla="*/ 2147483647 w 150"/>
                <a:gd name="T1" fmla="*/ 2147483647 h 150"/>
                <a:gd name="T2" fmla="*/ 2147483647 w 150"/>
                <a:gd name="T3" fmla="*/ 2147483647 h 150"/>
                <a:gd name="T4" fmla="*/ 2147483647 w 150"/>
                <a:gd name="T5" fmla="*/ 2147483647 h 150"/>
                <a:gd name="T6" fmla="*/ 2147483647 w 150"/>
                <a:gd name="T7" fmla="*/ 2147483647 h 150"/>
                <a:gd name="T8" fmla="*/ 2147483647 w 150"/>
                <a:gd name="T9" fmla="*/ 2147483647 h 150"/>
                <a:gd name="T10" fmla="*/ 2147483647 w 150"/>
                <a:gd name="T11" fmla="*/ 2147483647 h 150"/>
                <a:gd name="T12" fmla="*/ 2147483647 w 150"/>
                <a:gd name="T13" fmla="*/ 2147483647 h 150"/>
                <a:gd name="T14" fmla="*/ 2147483647 w 150"/>
                <a:gd name="T15" fmla="*/ 2147483647 h 150"/>
                <a:gd name="T16" fmla="*/ 2147483647 w 150"/>
                <a:gd name="T17" fmla="*/ 2147483647 h 150"/>
                <a:gd name="T18" fmla="*/ 2147483647 w 150"/>
                <a:gd name="T19" fmla="*/ 2147483647 h 150"/>
                <a:gd name="T20" fmla="*/ 2147483647 w 150"/>
                <a:gd name="T21" fmla="*/ 2147483647 h 150"/>
                <a:gd name="T22" fmla="*/ 2147483647 w 150"/>
                <a:gd name="T23" fmla="*/ 2147483647 h 150"/>
                <a:gd name="T24" fmla="*/ 2147483647 w 150"/>
                <a:gd name="T25" fmla="*/ 2147483647 h 150"/>
                <a:gd name="T26" fmla="*/ 2147483647 w 150"/>
                <a:gd name="T27" fmla="*/ 0 h 150"/>
                <a:gd name="T28" fmla="*/ 2147483647 w 150"/>
                <a:gd name="T29" fmla="*/ 2147483647 h 150"/>
                <a:gd name="T30" fmla="*/ 2147483647 w 150"/>
                <a:gd name="T31" fmla="*/ 2147483647 h 150"/>
                <a:gd name="T32" fmla="*/ 2147483647 w 150"/>
                <a:gd name="T33" fmla="*/ 2147483647 h 150"/>
                <a:gd name="T34" fmla="*/ 2147483647 w 150"/>
                <a:gd name="T35" fmla="*/ 2147483647 h 150"/>
                <a:gd name="T36" fmla="*/ 2147483647 w 150"/>
                <a:gd name="T37" fmla="*/ 2147483647 h 150"/>
                <a:gd name="T38" fmla="*/ 2147483647 w 150"/>
                <a:gd name="T39" fmla="*/ 2147483647 h 150"/>
                <a:gd name="T40" fmla="*/ 2147483647 w 150"/>
                <a:gd name="T41" fmla="*/ 2147483647 h 150"/>
                <a:gd name="T42" fmla="*/ 2147483647 w 150"/>
                <a:gd name="T43" fmla="*/ 2147483647 h 150"/>
                <a:gd name="T44" fmla="*/ 2147483647 w 150"/>
                <a:gd name="T45" fmla="*/ 2147483647 h 150"/>
                <a:gd name="T46" fmla="*/ 2147483647 w 150"/>
                <a:gd name="T47" fmla="*/ 2147483647 h 150"/>
                <a:gd name="T48" fmla="*/ 2147483647 w 150"/>
                <a:gd name="T49" fmla="*/ 2147483647 h 150"/>
                <a:gd name="T50" fmla="*/ 2147483647 w 150"/>
                <a:gd name="T51" fmla="*/ 2147483647 h 150"/>
                <a:gd name="T52" fmla="*/ 2147483647 w 150"/>
                <a:gd name="T53" fmla="*/ 2147483647 h 150"/>
                <a:gd name="T54" fmla="*/ 2147483647 w 150"/>
                <a:gd name="T55" fmla="*/ 2147483647 h 150"/>
                <a:gd name="T56" fmla="*/ 2147483647 w 150"/>
                <a:gd name="T57" fmla="*/ 2147483647 h 150"/>
                <a:gd name="T58" fmla="*/ 2147483647 w 150"/>
                <a:gd name="T59" fmla="*/ 2147483647 h 150"/>
                <a:gd name="T60" fmla="*/ 0 w 150"/>
                <a:gd name="T61" fmla="*/ 2147483647 h 150"/>
                <a:gd name="T62" fmla="*/ 0 w 150"/>
                <a:gd name="T63" fmla="*/ 2147483647 h 150"/>
                <a:gd name="T64" fmla="*/ 2147483647 w 150"/>
                <a:gd name="T65" fmla="*/ 2147483647 h 150"/>
                <a:gd name="T66" fmla="*/ 2147483647 w 150"/>
                <a:gd name="T67" fmla="*/ 2147483647 h 150"/>
                <a:gd name="T68" fmla="*/ 2147483647 w 150"/>
                <a:gd name="T69" fmla="*/ 2147483647 h 150"/>
                <a:gd name="T70" fmla="*/ 2147483647 w 150"/>
                <a:gd name="T71" fmla="*/ 2147483647 h 150"/>
                <a:gd name="T72" fmla="*/ 2147483647 w 150"/>
                <a:gd name="T73" fmla="*/ 2147483647 h 15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50"/>
                <a:gd name="T112" fmla="*/ 0 h 150"/>
                <a:gd name="T113" fmla="*/ 150 w 150"/>
                <a:gd name="T114" fmla="*/ 150 h 15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50" h="150">
                  <a:moveTo>
                    <a:pt x="48" y="150"/>
                  </a:moveTo>
                  <a:lnTo>
                    <a:pt x="54" y="150"/>
                  </a:lnTo>
                  <a:lnTo>
                    <a:pt x="60" y="144"/>
                  </a:lnTo>
                  <a:lnTo>
                    <a:pt x="72" y="138"/>
                  </a:lnTo>
                  <a:lnTo>
                    <a:pt x="78" y="114"/>
                  </a:lnTo>
                  <a:lnTo>
                    <a:pt x="138" y="114"/>
                  </a:lnTo>
                  <a:lnTo>
                    <a:pt x="150" y="102"/>
                  </a:lnTo>
                  <a:lnTo>
                    <a:pt x="150" y="72"/>
                  </a:lnTo>
                  <a:lnTo>
                    <a:pt x="144" y="66"/>
                  </a:lnTo>
                  <a:lnTo>
                    <a:pt x="144" y="48"/>
                  </a:lnTo>
                  <a:lnTo>
                    <a:pt x="138" y="42"/>
                  </a:lnTo>
                  <a:lnTo>
                    <a:pt x="132" y="30"/>
                  </a:lnTo>
                  <a:lnTo>
                    <a:pt x="126" y="24"/>
                  </a:lnTo>
                  <a:lnTo>
                    <a:pt x="132" y="0"/>
                  </a:lnTo>
                  <a:lnTo>
                    <a:pt x="108" y="6"/>
                  </a:lnTo>
                  <a:lnTo>
                    <a:pt x="108" y="12"/>
                  </a:lnTo>
                  <a:lnTo>
                    <a:pt x="102" y="18"/>
                  </a:lnTo>
                  <a:lnTo>
                    <a:pt x="90" y="42"/>
                  </a:lnTo>
                  <a:lnTo>
                    <a:pt x="84" y="42"/>
                  </a:lnTo>
                  <a:lnTo>
                    <a:pt x="72" y="30"/>
                  </a:lnTo>
                  <a:lnTo>
                    <a:pt x="54" y="30"/>
                  </a:lnTo>
                  <a:lnTo>
                    <a:pt x="48" y="36"/>
                  </a:lnTo>
                  <a:lnTo>
                    <a:pt x="24" y="48"/>
                  </a:lnTo>
                  <a:lnTo>
                    <a:pt x="18" y="54"/>
                  </a:lnTo>
                  <a:lnTo>
                    <a:pt x="18" y="60"/>
                  </a:lnTo>
                  <a:lnTo>
                    <a:pt x="24" y="72"/>
                  </a:lnTo>
                  <a:lnTo>
                    <a:pt x="30" y="78"/>
                  </a:lnTo>
                  <a:lnTo>
                    <a:pt x="30" y="90"/>
                  </a:lnTo>
                  <a:lnTo>
                    <a:pt x="18" y="102"/>
                  </a:lnTo>
                  <a:lnTo>
                    <a:pt x="6" y="108"/>
                  </a:lnTo>
                  <a:lnTo>
                    <a:pt x="0" y="120"/>
                  </a:lnTo>
                  <a:lnTo>
                    <a:pt x="0" y="126"/>
                  </a:lnTo>
                  <a:lnTo>
                    <a:pt x="6" y="132"/>
                  </a:lnTo>
                  <a:lnTo>
                    <a:pt x="30" y="132"/>
                  </a:lnTo>
                  <a:lnTo>
                    <a:pt x="36" y="144"/>
                  </a:lnTo>
                  <a:lnTo>
                    <a:pt x="42" y="150"/>
                  </a:lnTo>
                  <a:lnTo>
                    <a:pt x="48" y="150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04" name="Russia (Urup,Simushir)" descr="© INSCALE GmbH, 05.05.2010&#10;http://www.presentationload.com/">
              <a:extLst>
                <a:ext uri="{FF2B5EF4-FFF2-40B4-BE49-F238E27FC236}">
                  <a16:creationId xmlns:a16="http://schemas.microsoft.com/office/drawing/2014/main" id="{90537B69-87A1-4C21-A805-36F31C2343C4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4887935" y="1231891"/>
              <a:ext cx="117731" cy="467859"/>
            </a:xfrm>
            <a:custGeom>
              <a:avLst/>
              <a:gdLst>
                <a:gd name="T0" fmla="*/ 0 w 300"/>
                <a:gd name="T1" fmla="*/ 2147483647 h 1194"/>
                <a:gd name="T2" fmla="*/ 2147483647 w 300"/>
                <a:gd name="T3" fmla="*/ 2147483647 h 1194"/>
                <a:gd name="T4" fmla="*/ 2147483647 w 300"/>
                <a:gd name="T5" fmla="*/ 2147483647 h 1194"/>
                <a:gd name="T6" fmla="*/ 2147483647 w 300"/>
                <a:gd name="T7" fmla="*/ 2147483647 h 1194"/>
                <a:gd name="T8" fmla="*/ 0 w 300"/>
                <a:gd name="T9" fmla="*/ 2147483647 h 1194"/>
                <a:gd name="T10" fmla="*/ 2147483647 w 300"/>
                <a:gd name="T11" fmla="*/ 2147483647 h 1194"/>
                <a:gd name="T12" fmla="*/ 2147483647 w 300"/>
                <a:gd name="T13" fmla="*/ 2147483647 h 1194"/>
                <a:gd name="T14" fmla="*/ 2147483647 w 300"/>
                <a:gd name="T15" fmla="*/ 2147483647 h 1194"/>
                <a:gd name="T16" fmla="*/ 2147483647 w 300"/>
                <a:gd name="T17" fmla="*/ 2147483647 h 1194"/>
                <a:gd name="T18" fmla="*/ 2147483647 w 300"/>
                <a:gd name="T19" fmla="*/ 2147483647 h 1194"/>
                <a:gd name="T20" fmla="*/ 2147483647 w 300"/>
                <a:gd name="T21" fmla="*/ 2147483647 h 1194"/>
                <a:gd name="T22" fmla="*/ 2147483647 w 300"/>
                <a:gd name="T23" fmla="*/ 2147483647 h 1194"/>
                <a:gd name="T24" fmla="*/ 2147483647 w 300"/>
                <a:gd name="T25" fmla="*/ 2147483647 h 1194"/>
                <a:gd name="T26" fmla="*/ 2147483647 w 300"/>
                <a:gd name="T27" fmla="*/ 2147483647 h 1194"/>
                <a:gd name="T28" fmla="*/ 2147483647 w 300"/>
                <a:gd name="T29" fmla="*/ 2147483647 h 1194"/>
                <a:gd name="T30" fmla="*/ 2147483647 w 300"/>
                <a:gd name="T31" fmla="*/ 2147483647 h 1194"/>
                <a:gd name="T32" fmla="*/ 2147483647 w 300"/>
                <a:gd name="T33" fmla="*/ 2147483647 h 1194"/>
                <a:gd name="T34" fmla="*/ 2147483647 w 300"/>
                <a:gd name="T35" fmla="*/ 2147483647 h 1194"/>
                <a:gd name="T36" fmla="*/ 2147483647 w 300"/>
                <a:gd name="T37" fmla="*/ 2147483647 h 1194"/>
                <a:gd name="T38" fmla="*/ 2147483647 w 300"/>
                <a:gd name="T39" fmla="*/ 2147483647 h 1194"/>
                <a:gd name="T40" fmla="*/ 2147483647 w 300"/>
                <a:gd name="T41" fmla="*/ 2147483647 h 1194"/>
                <a:gd name="T42" fmla="*/ 2147483647 w 300"/>
                <a:gd name="T43" fmla="*/ 2147483647 h 1194"/>
                <a:gd name="T44" fmla="*/ 2147483647 w 300"/>
                <a:gd name="T45" fmla="*/ 2147483647 h 1194"/>
                <a:gd name="T46" fmla="*/ 2147483647 w 300"/>
                <a:gd name="T47" fmla="*/ 2147483647 h 1194"/>
                <a:gd name="T48" fmla="*/ 2147483647 w 300"/>
                <a:gd name="T49" fmla="*/ 2147483647 h 1194"/>
                <a:gd name="T50" fmla="*/ 2147483647 w 300"/>
                <a:gd name="T51" fmla="*/ 2147483647 h 1194"/>
                <a:gd name="T52" fmla="*/ 2147483647 w 300"/>
                <a:gd name="T53" fmla="*/ 2147483647 h 1194"/>
                <a:gd name="T54" fmla="*/ 2147483647 w 300"/>
                <a:gd name="T55" fmla="*/ 2147483647 h 1194"/>
                <a:gd name="T56" fmla="*/ 2147483647 w 300"/>
                <a:gd name="T57" fmla="*/ 2147483647 h 1194"/>
                <a:gd name="T58" fmla="*/ 2147483647 w 300"/>
                <a:gd name="T59" fmla="*/ 2147483647 h 1194"/>
                <a:gd name="T60" fmla="*/ 2147483647 w 300"/>
                <a:gd name="T61" fmla="*/ 2147483647 h 1194"/>
                <a:gd name="T62" fmla="*/ 2147483647 w 300"/>
                <a:gd name="T63" fmla="*/ 2147483647 h 1194"/>
                <a:gd name="T64" fmla="*/ 2147483647 w 300"/>
                <a:gd name="T65" fmla="*/ 2147483647 h 1194"/>
                <a:gd name="T66" fmla="*/ 2147483647 w 300"/>
                <a:gd name="T67" fmla="*/ 2147483647 h 1194"/>
                <a:gd name="T68" fmla="*/ 2147483647 w 300"/>
                <a:gd name="T69" fmla="*/ 2147483647 h 1194"/>
                <a:gd name="T70" fmla="*/ 2147483647 w 300"/>
                <a:gd name="T71" fmla="*/ 2147483647 h 1194"/>
                <a:gd name="T72" fmla="*/ 2147483647 w 300"/>
                <a:gd name="T73" fmla="*/ 2147483647 h 1194"/>
                <a:gd name="T74" fmla="*/ 2147483647 w 300"/>
                <a:gd name="T75" fmla="*/ 2147483647 h 1194"/>
                <a:gd name="T76" fmla="*/ 2147483647 w 300"/>
                <a:gd name="T77" fmla="*/ 2147483647 h 1194"/>
                <a:gd name="T78" fmla="*/ 2147483647 w 300"/>
                <a:gd name="T79" fmla="*/ 2147483647 h 1194"/>
                <a:gd name="T80" fmla="*/ 2147483647 w 300"/>
                <a:gd name="T81" fmla="*/ 2147483647 h 1194"/>
                <a:gd name="T82" fmla="*/ 2147483647 w 300"/>
                <a:gd name="T83" fmla="*/ 2147483647 h 1194"/>
                <a:gd name="T84" fmla="*/ 2147483647 w 300"/>
                <a:gd name="T85" fmla="*/ 2147483647 h 1194"/>
                <a:gd name="T86" fmla="*/ 2147483647 w 300"/>
                <a:gd name="T87" fmla="*/ 2147483647 h 1194"/>
                <a:gd name="T88" fmla="*/ 2147483647 w 300"/>
                <a:gd name="T89" fmla="*/ 2147483647 h 1194"/>
                <a:gd name="T90" fmla="*/ 2147483647 w 300"/>
                <a:gd name="T91" fmla="*/ 2147483647 h 1194"/>
                <a:gd name="T92" fmla="*/ 2147483647 w 300"/>
                <a:gd name="T93" fmla="*/ 2147483647 h 1194"/>
                <a:gd name="T94" fmla="*/ 2147483647 w 300"/>
                <a:gd name="T95" fmla="*/ 2147483647 h 1194"/>
                <a:gd name="T96" fmla="*/ 2147483647 w 300"/>
                <a:gd name="T97" fmla="*/ 2147483647 h 1194"/>
                <a:gd name="T98" fmla="*/ 2147483647 w 300"/>
                <a:gd name="T99" fmla="*/ 0 h 1194"/>
                <a:gd name="T100" fmla="*/ 2147483647 w 300"/>
                <a:gd name="T101" fmla="*/ 2147483647 h 1194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300"/>
                <a:gd name="T154" fmla="*/ 0 h 1194"/>
                <a:gd name="T155" fmla="*/ 300 w 300"/>
                <a:gd name="T156" fmla="*/ 1194 h 1194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300" h="1194">
                  <a:moveTo>
                    <a:pt x="0" y="1194"/>
                  </a:moveTo>
                  <a:lnTo>
                    <a:pt x="12" y="1188"/>
                  </a:lnTo>
                  <a:lnTo>
                    <a:pt x="36" y="1146"/>
                  </a:lnTo>
                  <a:lnTo>
                    <a:pt x="18" y="1134"/>
                  </a:lnTo>
                  <a:lnTo>
                    <a:pt x="0" y="1194"/>
                  </a:lnTo>
                  <a:close/>
                  <a:moveTo>
                    <a:pt x="114" y="1068"/>
                  </a:moveTo>
                  <a:lnTo>
                    <a:pt x="72" y="1062"/>
                  </a:lnTo>
                  <a:lnTo>
                    <a:pt x="54" y="1134"/>
                  </a:lnTo>
                  <a:lnTo>
                    <a:pt x="66" y="1134"/>
                  </a:lnTo>
                  <a:lnTo>
                    <a:pt x="84" y="1104"/>
                  </a:lnTo>
                  <a:lnTo>
                    <a:pt x="132" y="1074"/>
                  </a:lnTo>
                  <a:lnTo>
                    <a:pt x="120" y="1050"/>
                  </a:lnTo>
                  <a:lnTo>
                    <a:pt x="114" y="1068"/>
                  </a:lnTo>
                  <a:close/>
                  <a:moveTo>
                    <a:pt x="192" y="1008"/>
                  </a:moveTo>
                  <a:lnTo>
                    <a:pt x="186" y="1008"/>
                  </a:lnTo>
                  <a:lnTo>
                    <a:pt x="180" y="1020"/>
                  </a:lnTo>
                  <a:lnTo>
                    <a:pt x="174" y="1026"/>
                  </a:lnTo>
                  <a:lnTo>
                    <a:pt x="168" y="1038"/>
                  </a:lnTo>
                  <a:lnTo>
                    <a:pt x="168" y="1044"/>
                  </a:lnTo>
                  <a:lnTo>
                    <a:pt x="174" y="1050"/>
                  </a:lnTo>
                  <a:lnTo>
                    <a:pt x="180" y="1050"/>
                  </a:lnTo>
                  <a:lnTo>
                    <a:pt x="198" y="1032"/>
                  </a:lnTo>
                  <a:lnTo>
                    <a:pt x="198" y="1014"/>
                  </a:lnTo>
                  <a:lnTo>
                    <a:pt x="192" y="1008"/>
                  </a:lnTo>
                  <a:close/>
                  <a:moveTo>
                    <a:pt x="282" y="636"/>
                  </a:moveTo>
                  <a:lnTo>
                    <a:pt x="264" y="654"/>
                  </a:lnTo>
                  <a:lnTo>
                    <a:pt x="276" y="678"/>
                  </a:lnTo>
                  <a:lnTo>
                    <a:pt x="258" y="678"/>
                  </a:lnTo>
                  <a:lnTo>
                    <a:pt x="258" y="702"/>
                  </a:lnTo>
                  <a:lnTo>
                    <a:pt x="282" y="702"/>
                  </a:lnTo>
                  <a:lnTo>
                    <a:pt x="294" y="684"/>
                  </a:lnTo>
                  <a:lnTo>
                    <a:pt x="282" y="654"/>
                  </a:lnTo>
                  <a:lnTo>
                    <a:pt x="300" y="654"/>
                  </a:lnTo>
                  <a:lnTo>
                    <a:pt x="282" y="636"/>
                  </a:lnTo>
                  <a:close/>
                  <a:moveTo>
                    <a:pt x="276" y="768"/>
                  </a:moveTo>
                  <a:lnTo>
                    <a:pt x="294" y="750"/>
                  </a:lnTo>
                  <a:lnTo>
                    <a:pt x="270" y="732"/>
                  </a:lnTo>
                  <a:lnTo>
                    <a:pt x="276" y="768"/>
                  </a:lnTo>
                  <a:close/>
                  <a:moveTo>
                    <a:pt x="258" y="954"/>
                  </a:moveTo>
                  <a:lnTo>
                    <a:pt x="258" y="924"/>
                  </a:lnTo>
                  <a:lnTo>
                    <a:pt x="240" y="948"/>
                  </a:lnTo>
                  <a:lnTo>
                    <a:pt x="258" y="954"/>
                  </a:lnTo>
                  <a:close/>
                  <a:moveTo>
                    <a:pt x="252" y="858"/>
                  </a:moveTo>
                  <a:lnTo>
                    <a:pt x="270" y="858"/>
                  </a:lnTo>
                  <a:lnTo>
                    <a:pt x="252" y="840"/>
                  </a:lnTo>
                  <a:lnTo>
                    <a:pt x="252" y="858"/>
                  </a:lnTo>
                  <a:close/>
                  <a:moveTo>
                    <a:pt x="126" y="24"/>
                  </a:moveTo>
                  <a:lnTo>
                    <a:pt x="144" y="60"/>
                  </a:lnTo>
                  <a:lnTo>
                    <a:pt x="174" y="24"/>
                  </a:lnTo>
                  <a:lnTo>
                    <a:pt x="162" y="0"/>
                  </a:lnTo>
                  <a:lnTo>
                    <a:pt x="126" y="24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05" name="Russia" descr="© INSCALE GmbH, 05.05.2010&#10;http://www.presentationload.com/">
              <a:extLst>
                <a:ext uri="{FF2B5EF4-FFF2-40B4-BE49-F238E27FC236}">
                  <a16:creationId xmlns:a16="http://schemas.microsoft.com/office/drawing/2014/main" id="{D5C33D1B-9ACA-4FED-B5F7-FAE76C5B5BF1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1713827" y="652421"/>
              <a:ext cx="3538002" cy="1126841"/>
            </a:xfrm>
            <a:custGeom>
              <a:avLst/>
              <a:gdLst>
                <a:gd name="T0" fmla="*/ 2147483647 w 9048"/>
                <a:gd name="T1" fmla="*/ 2147483647 h 2880"/>
                <a:gd name="T2" fmla="*/ 2147483647 w 9048"/>
                <a:gd name="T3" fmla="*/ 2147483647 h 2880"/>
                <a:gd name="T4" fmla="*/ 2147483647 w 9048"/>
                <a:gd name="T5" fmla="*/ 2147483647 h 2880"/>
                <a:gd name="T6" fmla="*/ 2147483647 w 9048"/>
                <a:gd name="T7" fmla="*/ 2147483647 h 2880"/>
                <a:gd name="T8" fmla="*/ 2147483647 w 9048"/>
                <a:gd name="T9" fmla="*/ 2147483647 h 2880"/>
                <a:gd name="T10" fmla="*/ 2147483647 w 9048"/>
                <a:gd name="T11" fmla="*/ 2147483647 h 2880"/>
                <a:gd name="T12" fmla="*/ 2147483647 w 9048"/>
                <a:gd name="T13" fmla="*/ 2147483647 h 2880"/>
                <a:gd name="T14" fmla="*/ 2147483647 w 9048"/>
                <a:gd name="T15" fmla="*/ 2147483647 h 2880"/>
                <a:gd name="T16" fmla="*/ 2147483647 w 9048"/>
                <a:gd name="T17" fmla="*/ 2147483647 h 2880"/>
                <a:gd name="T18" fmla="*/ 2147483647 w 9048"/>
                <a:gd name="T19" fmla="*/ 2147483647 h 2880"/>
                <a:gd name="T20" fmla="*/ 2147483647 w 9048"/>
                <a:gd name="T21" fmla="*/ 2147483647 h 2880"/>
                <a:gd name="T22" fmla="*/ 2147483647 w 9048"/>
                <a:gd name="T23" fmla="*/ 2147483647 h 2880"/>
                <a:gd name="T24" fmla="*/ 2147483647 w 9048"/>
                <a:gd name="T25" fmla="*/ 2147483647 h 2880"/>
                <a:gd name="T26" fmla="*/ 2147483647 w 9048"/>
                <a:gd name="T27" fmla="*/ 2147483647 h 2880"/>
                <a:gd name="T28" fmla="*/ 2147483647 w 9048"/>
                <a:gd name="T29" fmla="*/ 2147483647 h 2880"/>
                <a:gd name="T30" fmla="*/ 2147483647 w 9048"/>
                <a:gd name="T31" fmla="*/ 2147483647 h 2880"/>
                <a:gd name="T32" fmla="*/ 2147483647 w 9048"/>
                <a:gd name="T33" fmla="*/ 2147483647 h 2880"/>
                <a:gd name="T34" fmla="*/ 2147483647 w 9048"/>
                <a:gd name="T35" fmla="*/ 2147483647 h 2880"/>
                <a:gd name="T36" fmla="*/ 2147483647 w 9048"/>
                <a:gd name="T37" fmla="*/ 2147483647 h 2880"/>
                <a:gd name="T38" fmla="*/ 2147483647 w 9048"/>
                <a:gd name="T39" fmla="*/ 2147483647 h 2880"/>
                <a:gd name="T40" fmla="*/ 2147483647 w 9048"/>
                <a:gd name="T41" fmla="*/ 2147483647 h 2880"/>
                <a:gd name="T42" fmla="*/ 2147483647 w 9048"/>
                <a:gd name="T43" fmla="*/ 2147483647 h 2880"/>
                <a:gd name="T44" fmla="*/ 2147483647 w 9048"/>
                <a:gd name="T45" fmla="*/ 2147483647 h 2880"/>
                <a:gd name="T46" fmla="*/ 2147483647 w 9048"/>
                <a:gd name="T47" fmla="*/ 2147483647 h 2880"/>
                <a:gd name="T48" fmla="*/ 2147483647 w 9048"/>
                <a:gd name="T49" fmla="*/ 2147483647 h 2880"/>
                <a:gd name="T50" fmla="*/ 2147483647 w 9048"/>
                <a:gd name="T51" fmla="*/ 2147483647 h 2880"/>
                <a:gd name="T52" fmla="*/ 2147483647 w 9048"/>
                <a:gd name="T53" fmla="*/ 2147483647 h 2880"/>
                <a:gd name="T54" fmla="*/ 2147483647 w 9048"/>
                <a:gd name="T55" fmla="*/ 2147483647 h 2880"/>
                <a:gd name="T56" fmla="*/ 2147483647 w 9048"/>
                <a:gd name="T57" fmla="*/ 2147483647 h 2880"/>
                <a:gd name="T58" fmla="*/ 2147483647 w 9048"/>
                <a:gd name="T59" fmla="*/ 2147483647 h 2880"/>
                <a:gd name="T60" fmla="*/ 2147483647 w 9048"/>
                <a:gd name="T61" fmla="*/ 2147483647 h 2880"/>
                <a:gd name="T62" fmla="*/ 2147483647 w 9048"/>
                <a:gd name="T63" fmla="*/ 2147483647 h 2880"/>
                <a:gd name="T64" fmla="*/ 2147483647 w 9048"/>
                <a:gd name="T65" fmla="*/ 2147483647 h 2880"/>
                <a:gd name="T66" fmla="*/ 2147483647 w 9048"/>
                <a:gd name="T67" fmla="*/ 2147483647 h 2880"/>
                <a:gd name="T68" fmla="*/ 2147483647 w 9048"/>
                <a:gd name="T69" fmla="*/ 2147483647 h 2880"/>
                <a:gd name="T70" fmla="*/ 2147483647 w 9048"/>
                <a:gd name="T71" fmla="*/ 2147483647 h 2880"/>
                <a:gd name="T72" fmla="*/ 2147483647 w 9048"/>
                <a:gd name="T73" fmla="*/ 2147483647 h 2880"/>
                <a:gd name="T74" fmla="*/ 2147483647 w 9048"/>
                <a:gd name="T75" fmla="*/ 2147483647 h 2880"/>
                <a:gd name="T76" fmla="*/ 2147483647 w 9048"/>
                <a:gd name="T77" fmla="*/ 2147483647 h 2880"/>
                <a:gd name="T78" fmla="*/ 2147483647 w 9048"/>
                <a:gd name="T79" fmla="*/ 2147483647 h 2880"/>
                <a:gd name="T80" fmla="*/ 2147483647 w 9048"/>
                <a:gd name="T81" fmla="*/ 2147483647 h 2880"/>
                <a:gd name="T82" fmla="*/ 2147483647 w 9048"/>
                <a:gd name="T83" fmla="*/ 2147483647 h 2880"/>
                <a:gd name="T84" fmla="*/ 2147483647 w 9048"/>
                <a:gd name="T85" fmla="*/ 2147483647 h 2880"/>
                <a:gd name="T86" fmla="*/ 2147483647 w 9048"/>
                <a:gd name="T87" fmla="*/ 2147483647 h 2880"/>
                <a:gd name="T88" fmla="*/ 2147483647 w 9048"/>
                <a:gd name="T89" fmla="*/ 2147483647 h 2880"/>
                <a:gd name="T90" fmla="*/ 2147483647 w 9048"/>
                <a:gd name="T91" fmla="*/ 2147483647 h 2880"/>
                <a:gd name="T92" fmla="*/ 2147483647 w 9048"/>
                <a:gd name="T93" fmla="*/ 2147483647 h 2880"/>
                <a:gd name="T94" fmla="*/ 2147483647 w 9048"/>
                <a:gd name="T95" fmla="*/ 2147483647 h 2880"/>
                <a:gd name="T96" fmla="*/ 2147483647 w 9048"/>
                <a:gd name="T97" fmla="*/ 2147483647 h 2880"/>
                <a:gd name="T98" fmla="*/ 2147483647 w 9048"/>
                <a:gd name="T99" fmla="*/ 2147483647 h 2880"/>
                <a:gd name="T100" fmla="*/ 2147483647 w 9048"/>
                <a:gd name="T101" fmla="*/ 2147483647 h 2880"/>
                <a:gd name="T102" fmla="*/ 2147483647 w 9048"/>
                <a:gd name="T103" fmla="*/ 2147483647 h 2880"/>
                <a:gd name="T104" fmla="*/ 2147483647 w 9048"/>
                <a:gd name="T105" fmla="*/ 2147483647 h 2880"/>
                <a:gd name="T106" fmla="*/ 2147483647 w 9048"/>
                <a:gd name="T107" fmla="*/ 2147483647 h 2880"/>
                <a:gd name="T108" fmla="*/ 2147483647 w 9048"/>
                <a:gd name="T109" fmla="*/ 2147483647 h 2880"/>
                <a:gd name="T110" fmla="*/ 2147483647 w 9048"/>
                <a:gd name="T111" fmla="*/ 2147483647 h 2880"/>
                <a:gd name="T112" fmla="*/ 2147483647 w 9048"/>
                <a:gd name="T113" fmla="*/ 2147483647 h 2880"/>
                <a:gd name="T114" fmla="*/ 2147483647 w 9048"/>
                <a:gd name="T115" fmla="*/ 2147483647 h 2880"/>
                <a:gd name="T116" fmla="*/ 2147483647 w 9048"/>
                <a:gd name="T117" fmla="*/ 2147483647 h 2880"/>
                <a:gd name="T118" fmla="*/ 2147483647 w 9048"/>
                <a:gd name="T119" fmla="*/ 2147483647 h 2880"/>
                <a:gd name="T120" fmla="*/ 2147483647 w 9048"/>
                <a:gd name="T121" fmla="*/ 2147483647 h 2880"/>
                <a:gd name="T122" fmla="*/ 2147483647 w 9048"/>
                <a:gd name="T123" fmla="*/ 2147483647 h 2880"/>
                <a:gd name="T124" fmla="*/ 2147483647 w 9048"/>
                <a:gd name="T125" fmla="*/ 2147483647 h 288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9048"/>
                <a:gd name="T190" fmla="*/ 0 h 2880"/>
                <a:gd name="T191" fmla="*/ 9048 w 9048"/>
                <a:gd name="T192" fmla="*/ 2880 h 288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9048" h="2880">
                  <a:moveTo>
                    <a:pt x="2790" y="546"/>
                  </a:moveTo>
                  <a:lnTo>
                    <a:pt x="2760" y="540"/>
                  </a:lnTo>
                  <a:lnTo>
                    <a:pt x="2736" y="558"/>
                  </a:lnTo>
                  <a:lnTo>
                    <a:pt x="2778" y="570"/>
                  </a:lnTo>
                  <a:lnTo>
                    <a:pt x="2790" y="546"/>
                  </a:lnTo>
                  <a:close/>
                  <a:moveTo>
                    <a:pt x="2832" y="522"/>
                  </a:moveTo>
                  <a:lnTo>
                    <a:pt x="2820" y="516"/>
                  </a:lnTo>
                  <a:lnTo>
                    <a:pt x="2814" y="510"/>
                  </a:lnTo>
                  <a:lnTo>
                    <a:pt x="2808" y="510"/>
                  </a:lnTo>
                  <a:lnTo>
                    <a:pt x="2808" y="528"/>
                  </a:lnTo>
                  <a:lnTo>
                    <a:pt x="2820" y="534"/>
                  </a:lnTo>
                  <a:lnTo>
                    <a:pt x="2832" y="534"/>
                  </a:lnTo>
                  <a:lnTo>
                    <a:pt x="2844" y="540"/>
                  </a:lnTo>
                  <a:lnTo>
                    <a:pt x="2850" y="540"/>
                  </a:lnTo>
                  <a:lnTo>
                    <a:pt x="2850" y="534"/>
                  </a:lnTo>
                  <a:lnTo>
                    <a:pt x="2844" y="528"/>
                  </a:lnTo>
                  <a:lnTo>
                    <a:pt x="2832" y="522"/>
                  </a:lnTo>
                  <a:close/>
                  <a:moveTo>
                    <a:pt x="1704" y="18"/>
                  </a:moveTo>
                  <a:lnTo>
                    <a:pt x="1710" y="18"/>
                  </a:lnTo>
                  <a:lnTo>
                    <a:pt x="1716" y="12"/>
                  </a:lnTo>
                  <a:lnTo>
                    <a:pt x="1728" y="6"/>
                  </a:lnTo>
                  <a:lnTo>
                    <a:pt x="1734" y="0"/>
                  </a:lnTo>
                  <a:lnTo>
                    <a:pt x="1644" y="0"/>
                  </a:lnTo>
                  <a:lnTo>
                    <a:pt x="1638" y="12"/>
                  </a:lnTo>
                  <a:lnTo>
                    <a:pt x="1680" y="12"/>
                  </a:lnTo>
                  <a:lnTo>
                    <a:pt x="1686" y="18"/>
                  </a:lnTo>
                  <a:lnTo>
                    <a:pt x="1704" y="18"/>
                  </a:lnTo>
                  <a:close/>
                  <a:moveTo>
                    <a:pt x="1740" y="60"/>
                  </a:moveTo>
                  <a:lnTo>
                    <a:pt x="1746" y="60"/>
                  </a:lnTo>
                  <a:lnTo>
                    <a:pt x="1758" y="48"/>
                  </a:lnTo>
                  <a:lnTo>
                    <a:pt x="1764" y="48"/>
                  </a:lnTo>
                  <a:lnTo>
                    <a:pt x="1770" y="54"/>
                  </a:lnTo>
                  <a:lnTo>
                    <a:pt x="1782" y="54"/>
                  </a:lnTo>
                  <a:lnTo>
                    <a:pt x="1788" y="60"/>
                  </a:lnTo>
                  <a:lnTo>
                    <a:pt x="1800" y="60"/>
                  </a:lnTo>
                  <a:lnTo>
                    <a:pt x="1812" y="48"/>
                  </a:lnTo>
                  <a:lnTo>
                    <a:pt x="1812" y="36"/>
                  </a:lnTo>
                  <a:lnTo>
                    <a:pt x="1806" y="30"/>
                  </a:lnTo>
                  <a:lnTo>
                    <a:pt x="1794" y="24"/>
                  </a:lnTo>
                  <a:lnTo>
                    <a:pt x="1758" y="24"/>
                  </a:lnTo>
                  <a:lnTo>
                    <a:pt x="1710" y="48"/>
                  </a:lnTo>
                  <a:lnTo>
                    <a:pt x="1716" y="54"/>
                  </a:lnTo>
                  <a:lnTo>
                    <a:pt x="1728" y="60"/>
                  </a:lnTo>
                  <a:lnTo>
                    <a:pt x="1740" y="60"/>
                  </a:lnTo>
                  <a:close/>
                  <a:moveTo>
                    <a:pt x="2382" y="510"/>
                  </a:moveTo>
                  <a:lnTo>
                    <a:pt x="2400" y="504"/>
                  </a:lnTo>
                  <a:lnTo>
                    <a:pt x="2412" y="498"/>
                  </a:lnTo>
                  <a:lnTo>
                    <a:pt x="2412" y="486"/>
                  </a:lnTo>
                  <a:lnTo>
                    <a:pt x="2406" y="486"/>
                  </a:lnTo>
                  <a:lnTo>
                    <a:pt x="2400" y="480"/>
                  </a:lnTo>
                  <a:lnTo>
                    <a:pt x="2346" y="480"/>
                  </a:lnTo>
                  <a:lnTo>
                    <a:pt x="2346" y="492"/>
                  </a:lnTo>
                  <a:lnTo>
                    <a:pt x="2358" y="504"/>
                  </a:lnTo>
                  <a:lnTo>
                    <a:pt x="2370" y="510"/>
                  </a:lnTo>
                  <a:lnTo>
                    <a:pt x="2382" y="510"/>
                  </a:lnTo>
                  <a:close/>
                  <a:moveTo>
                    <a:pt x="1590" y="30"/>
                  </a:moveTo>
                  <a:lnTo>
                    <a:pt x="1548" y="24"/>
                  </a:lnTo>
                  <a:lnTo>
                    <a:pt x="1554" y="36"/>
                  </a:lnTo>
                  <a:lnTo>
                    <a:pt x="1590" y="30"/>
                  </a:lnTo>
                  <a:close/>
                  <a:moveTo>
                    <a:pt x="1890" y="696"/>
                  </a:moveTo>
                  <a:lnTo>
                    <a:pt x="1896" y="708"/>
                  </a:lnTo>
                  <a:lnTo>
                    <a:pt x="1920" y="720"/>
                  </a:lnTo>
                  <a:lnTo>
                    <a:pt x="1950" y="738"/>
                  </a:lnTo>
                  <a:lnTo>
                    <a:pt x="1974" y="744"/>
                  </a:lnTo>
                  <a:lnTo>
                    <a:pt x="1992" y="738"/>
                  </a:lnTo>
                  <a:lnTo>
                    <a:pt x="1980" y="720"/>
                  </a:lnTo>
                  <a:lnTo>
                    <a:pt x="1950" y="702"/>
                  </a:lnTo>
                  <a:lnTo>
                    <a:pt x="1914" y="696"/>
                  </a:lnTo>
                  <a:lnTo>
                    <a:pt x="1890" y="696"/>
                  </a:lnTo>
                  <a:close/>
                  <a:moveTo>
                    <a:pt x="3108" y="126"/>
                  </a:moveTo>
                  <a:lnTo>
                    <a:pt x="3120" y="108"/>
                  </a:lnTo>
                  <a:lnTo>
                    <a:pt x="3030" y="108"/>
                  </a:lnTo>
                  <a:lnTo>
                    <a:pt x="3108" y="126"/>
                  </a:lnTo>
                  <a:close/>
                  <a:moveTo>
                    <a:pt x="1560" y="102"/>
                  </a:moveTo>
                  <a:lnTo>
                    <a:pt x="1632" y="102"/>
                  </a:lnTo>
                  <a:lnTo>
                    <a:pt x="1608" y="84"/>
                  </a:lnTo>
                  <a:lnTo>
                    <a:pt x="1560" y="102"/>
                  </a:lnTo>
                  <a:close/>
                  <a:moveTo>
                    <a:pt x="1572" y="60"/>
                  </a:moveTo>
                  <a:lnTo>
                    <a:pt x="1584" y="66"/>
                  </a:lnTo>
                  <a:lnTo>
                    <a:pt x="1596" y="78"/>
                  </a:lnTo>
                  <a:lnTo>
                    <a:pt x="1620" y="66"/>
                  </a:lnTo>
                  <a:lnTo>
                    <a:pt x="1620" y="72"/>
                  </a:lnTo>
                  <a:lnTo>
                    <a:pt x="1644" y="72"/>
                  </a:lnTo>
                  <a:lnTo>
                    <a:pt x="1668" y="60"/>
                  </a:lnTo>
                  <a:lnTo>
                    <a:pt x="1674" y="54"/>
                  </a:lnTo>
                  <a:lnTo>
                    <a:pt x="1680" y="54"/>
                  </a:lnTo>
                  <a:lnTo>
                    <a:pt x="1626" y="48"/>
                  </a:lnTo>
                  <a:lnTo>
                    <a:pt x="1614" y="54"/>
                  </a:lnTo>
                  <a:lnTo>
                    <a:pt x="1608" y="54"/>
                  </a:lnTo>
                  <a:lnTo>
                    <a:pt x="1602" y="48"/>
                  </a:lnTo>
                  <a:lnTo>
                    <a:pt x="1584" y="48"/>
                  </a:lnTo>
                  <a:lnTo>
                    <a:pt x="1572" y="60"/>
                  </a:lnTo>
                  <a:close/>
                  <a:moveTo>
                    <a:pt x="1662" y="36"/>
                  </a:moveTo>
                  <a:lnTo>
                    <a:pt x="1602" y="36"/>
                  </a:lnTo>
                  <a:lnTo>
                    <a:pt x="1650" y="48"/>
                  </a:lnTo>
                  <a:lnTo>
                    <a:pt x="1662" y="36"/>
                  </a:lnTo>
                  <a:close/>
                  <a:moveTo>
                    <a:pt x="1542" y="522"/>
                  </a:moveTo>
                  <a:lnTo>
                    <a:pt x="1500" y="528"/>
                  </a:lnTo>
                  <a:lnTo>
                    <a:pt x="1512" y="552"/>
                  </a:lnTo>
                  <a:lnTo>
                    <a:pt x="1542" y="534"/>
                  </a:lnTo>
                  <a:lnTo>
                    <a:pt x="1524" y="558"/>
                  </a:lnTo>
                  <a:lnTo>
                    <a:pt x="1518" y="558"/>
                  </a:lnTo>
                  <a:lnTo>
                    <a:pt x="1512" y="564"/>
                  </a:lnTo>
                  <a:lnTo>
                    <a:pt x="1506" y="564"/>
                  </a:lnTo>
                  <a:lnTo>
                    <a:pt x="1494" y="570"/>
                  </a:lnTo>
                  <a:lnTo>
                    <a:pt x="1488" y="576"/>
                  </a:lnTo>
                  <a:lnTo>
                    <a:pt x="1488" y="582"/>
                  </a:lnTo>
                  <a:lnTo>
                    <a:pt x="1500" y="594"/>
                  </a:lnTo>
                  <a:lnTo>
                    <a:pt x="1524" y="606"/>
                  </a:lnTo>
                  <a:lnTo>
                    <a:pt x="1566" y="606"/>
                  </a:lnTo>
                  <a:lnTo>
                    <a:pt x="1590" y="612"/>
                  </a:lnTo>
                  <a:lnTo>
                    <a:pt x="1608" y="618"/>
                  </a:lnTo>
                  <a:lnTo>
                    <a:pt x="1614" y="624"/>
                  </a:lnTo>
                  <a:lnTo>
                    <a:pt x="1620" y="636"/>
                  </a:lnTo>
                  <a:lnTo>
                    <a:pt x="1620" y="648"/>
                  </a:lnTo>
                  <a:lnTo>
                    <a:pt x="1626" y="654"/>
                  </a:lnTo>
                  <a:lnTo>
                    <a:pt x="1626" y="660"/>
                  </a:lnTo>
                  <a:lnTo>
                    <a:pt x="1644" y="660"/>
                  </a:lnTo>
                  <a:lnTo>
                    <a:pt x="1662" y="666"/>
                  </a:lnTo>
                  <a:lnTo>
                    <a:pt x="1674" y="666"/>
                  </a:lnTo>
                  <a:lnTo>
                    <a:pt x="1692" y="672"/>
                  </a:lnTo>
                  <a:lnTo>
                    <a:pt x="1704" y="672"/>
                  </a:lnTo>
                  <a:lnTo>
                    <a:pt x="1818" y="666"/>
                  </a:lnTo>
                  <a:lnTo>
                    <a:pt x="1806" y="666"/>
                  </a:lnTo>
                  <a:lnTo>
                    <a:pt x="1734" y="642"/>
                  </a:lnTo>
                  <a:lnTo>
                    <a:pt x="1704" y="618"/>
                  </a:lnTo>
                  <a:lnTo>
                    <a:pt x="1692" y="600"/>
                  </a:lnTo>
                  <a:lnTo>
                    <a:pt x="1686" y="588"/>
                  </a:lnTo>
                  <a:lnTo>
                    <a:pt x="1674" y="582"/>
                  </a:lnTo>
                  <a:lnTo>
                    <a:pt x="1674" y="570"/>
                  </a:lnTo>
                  <a:lnTo>
                    <a:pt x="1668" y="564"/>
                  </a:lnTo>
                  <a:lnTo>
                    <a:pt x="1692" y="516"/>
                  </a:lnTo>
                  <a:lnTo>
                    <a:pt x="1686" y="510"/>
                  </a:lnTo>
                  <a:lnTo>
                    <a:pt x="1686" y="504"/>
                  </a:lnTo>
                  <a:lnTo>
                    <a:pt x="1674" y="504"/>
                  </a:lnTo>
                  <a:lnTo>
                    <a:pt x="1710" y="498"/>
                  </a:lnTo>
                  <a:lnTo>
                    <a:pt x="1698" y="480"/>
                  </a:lnTo>
                  <a:lnTo>
                    <a:pt x="1734" y="480"/>
                  </a:lnTo>
                  <a:lnTo>
                    <a:pt x="1710" y="468"/>
                  </a:lnTo>
                  <a:lnTo>
                    <a:pt x="1734" y="474"/>
                  </a:lnTo>
                  <a:lnTo>
                    <a:pt x="1740" y="462"/>
                  </a:lnTo>
                  <a:lnTo>
                    <a:pt x="1722" y="450"/>
                  </a:lnTo>
                  <a:lnTo>
                    <a:pt x="1764" y="450"/>
                  </a:lnTo>
                  <a:lnTo>
                    <a:pt x="1770" y="444"/>
                  </a:lnTo>
                  <a:lnTo>
                    <a:pt x="1752" y="426"/>
                  </a:lnTo>
                  <a:lnTo>
                    <a:pt x="1782" y="432"/>
                  </a:lnTo>
                  <a:lnTo>
                    <a:pt x="1782" y="402"/>
                  </a:lnTo>
                  <a:lnTo>
                    <a:pt x="1788" y="408"/>
                  </a:lnTo>
                  <a:lnTo>
                    <a:pt x="1800" y="414"/>
                  </a:lnTo>
                  <a:lnTo>
                    <a:pt x="1812" y="414"/>
                  </a:lnTo>
                  <a:lnTo>
                    <a:pt x="1830" y="408"/>
                  </a:lnTo>
                  <a:lnTo>
                    <a:pt x="1842" y="402"/>
                  </a:lnTo>
                  <a:lnTo>
                    <a:pt x="1860" y="390"/>
                  </a:lnTo>
                  <a:lnTo>
                    <a:pt x="1878" y="372"/>
                  </a:lnTo>
                  <a:lnTo>
                    <a:pt x="1896" y="372"/>
                  </a:lnTo>
                  <a:lnTo>
                    <a:pt x="1938" y="366"/>
                  </a:lnTo>
                  <a:lnTo>
                    <a:pt x="1992" y="354"/>
                  </a:lnTo>
                  <a:lnTo>
                    <a:pt x="2046" y="348"/>
                  </a:lnTo>
                  <a:lnTo>
                    <a:pt x="2094" y="336"/>
                  </a:lnTo>
                  <a:lnTo>
                    <a:pt x="2124" y="330"/>
                  </a:lnTo>
                  <a:lnTo>
                    <a:pt x="2136" y="324"/>
                  </a:lnTo>
                  <a:lnTo>
                    <a:pt x="2154" y="318"/>
                  </a:lnTo>
                  <a:lnTo>
                    <a:pt x="2160" y="312"/>
                  </a:lnTo>
                  <a:lnTo>
                    <a:pt x="2166" y="300"/>
                  </a:lnTo>
                  <a:lnTo>
                    <a:pt x="2166" y="294"/>
                  </a:lnTo>
                  <a:lnTo>
                    <a:pt x="2154" y="282"/>
                  </a:lnTo>
                  <a:lnTo>
                    <a:pt x="2136" y="276"/>
                  </a:lnTo>
                  <a:lnTo>
                    <a:pt x="2088" y="270"/>
                  </a:lnTo>
                  <a:lnTo>
                    <a:pt x="2046" y="276"/>
                  </a:lnTo>
                  <a:lnTo>
                    <a:pt x="2016" y="288"/>
                  </a:lnTo>
                  <a:lnTo>
                    <a:pt x="1980" y="300"/>
                  </a:lnTo>
                  <a:lnTo>
                    <a:pt x="1938" y="318"/>
                  </a:lnTo>
                  <a:lnTo>
                    <a:pt x="1860" y="318"/>
                  </a:lnTo>
                  <a:lnTo>
                    <a:pt x="1842" y="312"/>
                  </a:lnTo>
                  <a:lnTo>
                    <a:pt x="1824" y="312"/>
                  </a:lnTo>
                  <a:lnTo>
                    <a:pt x="1806" y="336"/>
                  </a:lnTo>
                  <a:lnTo>
                    <a:pt x="1782" y="318"/>
                  </a:lnTo>
                  <a:lnTo>
                    <a:pt x="1728" y="342"/>
                  </a:lnTo>
                  <a:lnTo>
                    <a:pt x="1698" y="342"/>
                  </a:lnTo>
                  <a:lnTo>
                    <a:pt x="1668" y="366"/>
                  </a:lnTo>
                  <a:lnTo>
                    <a:pt x="1692" y="372"/>
                  </a:lnTo>
                  <a:lnTo>
                    <a:pt x="1644" y="372"/>
                  </a:lnTo>
                  <a:lnTo>
                    <a:pt x="1614" y="378"/>
                  </a:lnTo>
                  <a:lnTo>
                    <a:pt x="1614" y="396"/>
                  </a:lnTo>
                  <a:lnTo>
                    <a:pt x="1638" y="378"/>
                  </a:lnTo>
                  <a:lnTo>
                    <a:pt x="1644" y="396"/>
                  </a:lnTo>
                  <a:lnTo>
                    <a:pt x="1668" y="396"/>
                  </a:lnTo>
                  <a:lnTo>
                    <a:pt x="1662" y="408"/>
                  </a:lnTo>
                  <a:lnTo>
                    <a:pt x="1620" y="408"/>
                  </a:lnTo>
                  <a:lnTo>
                    <a:pt x="1614" y="420"/>
                  </a:lnTo>
                  <a:lnTo>
                    <a:pt x="1644" y="426"/>
                  </a:lnTo>
                  <a:lnTo>
                    <a:pt x="1596" y="432"/>
                  </a:lnTo>
                  <a:lnTo>
                    <a:pt x="1632" y="438"/>
                  </a:lnTo>
                  <a:lnTo>
                    <a:pt x="1584" y="444"/>
                  </a:lnTo>
                  <a:lnTo>
                    <a:pt x="1584" y="462"/>
                  </a:lnTo>
                  <a:lnTo>
                    <a:pt x="1554" y="474"/>
                  </a:lnTo>
                  <a:lnTo>
                    <a:pt x="1560" y="486"/>
                  </a:lnTo>
                  <a:lnTo>
                    <a:pt x="1602" y="468"/>
                  </a:lnTo>
                  <a:lnTo>
                    <a:pt x="1590" y="498"/>
                  </a:lnTo>
                  <a:lnTo>
                    <a:pt x="1554" y="498"/>
                  </a:lnTo>
                  <a:lnTo>
                    <a:pt x="1542" y="504"/>
                  </a:lnTo>
                  <a:lnTo>
                    <a:pt x="1542" y="522"/>
                  </a:lnTo>
                  <a:close/>
                  <a:moveTo>
                    <a:pt x="5778" y="498"/>
                  </a:moveTo>
                  <a:lnTo>
                    <a:pt x="5850" y="486"/>
                  </a:lnTo>
                  <a:lnTo>
                    <a:pt x="5958" y="504"/>
                  </a:lnTo>
                  <a:lnTo>
                    <a:pt x="5952" y="492"/>
                  </a:lnTo>
                  <a:lnTo>
                    <a:pt x="5940" y="486"/>
                  </a:lnTo>
                  <a:lnTo>
                    <a:pt x="5928" y="474"/>
                  </a:lnTo>
                  <a:lnTo>
                    <a:pt x="5904" y="462"/>
                  </a:lnTo>
                  <a:lnTo>
                    <a:pt x="5844" y="462"/>
                  </a:lnTo>
                  <a:lnTo>
                    <a:pt x="5808" y="468"/>
                  </a:lnTo>
                  <a:lnTo>
                    <a:pt x="5796" y="468"/>
                  </a:lnTo>
                  <a:lnTo>
                    <a:pt x="5778" y="498"/>
                  </a:lnTo>
                  <a:close/>
                  <a:moveTo>
                    <a:pt x="5784" y="378"/>
                  </a:moveTo>
                  <a:lnTo>
                    <a:pt x="5838" y="384"/>
                  </a:lnTo>
                  <a:lnTo>
                    <a:pt x="5844" y="378"/>
                  </a:lnTo>
                  <a:lnTo>
                    <a:pt x="5850" y="366"/>
                  </a:lnTo>
                  <a:lnTo>
                    <a:pt x="5838" y="354"/>
                  </a:lnTo>
                  <a:lnTo>
                    <a:pt x="5802" y="354"/>
                  </a:lnTo>
                  <a:lnTo>
                    <a:pt x="5742" y="342"/>
                  </a:lnTo>
                  <a:lnTo>
                    <a:pt x="5724" y="342"/>
                  </a:lnTo>
                  <a:lnTo>
                    <a:pt x="5718" y="348"/>
                  </a:lnTo>
                  <a:lnTo>
                    <a:pt x="5730" y="354"/>
                  </a:lnTo>
                  <a:lnTo>
                    <a:pt x="5742" y="366"/>
                  </a:lnTo>
                  <a:lnTo>
                    <a:pt x="5754" y="372"/>
                  </a:lnTo>
                  <a:lnTo>
                    <a:pt x="5772" y="372"/>
                  </a:lnTo>
                  <a:lnTo>
                    <a:pt x="5778" y="378"/>
                  </a:lnTo>
                  <a:lnTo>
                    <a:pt x="5784" y="378"/>
                  </a:lnTo>
                  <a:close/>
                  <a:moveTo>
                    <a:pt x="5724" y="432"/>
                  </a:moveTo>
                  <a:lnTo>
                    <a:pt x="5712" y="444"/>
                  </a:lnTo>
                  <a:lnTo>
                    <a:pt x="5712" y="456"/>
                  </a:lnTo>
                  <a:lnTo>
                    <a:pt x="5724" y="462"/>
                  </a:lnTo>
                  <a:lnTo>
                    <a:pt x="5772" y="462"/>
                  </a:lnTo>
                  <a:lnTo>
                    <a:pt x="5778" y="456"/>
                  </a:lnTo>
                  <a:lnTo>
                    <a:pt x="5778" y="450"/>
                  </a:lnTo>
                  <a:lnTo>
                    <a:pt x="5766" y="438"/>
                  </a:lnTo>
                  <a:lnTo>
                    <a:pt x="5742" y="426"/>
                  </a:lnTo>
                  <a:lnTo>
                    <a:pt x="5730" y="426"/>
                  </a:lnTo>
                  <a:lnTo>
                    <a:pt x="5724" y="432"/>
                  </a:lnTo>
                  <a:close/>
                  <a:moveTo>
                    <a:pt x="3072" y="96"/>
                  </a:moveTo>
                  <a:lnTo>
                    <a:pt x="3192" y="96"/>
                  </a:lnTo>
                  <a:lnTo>
                    <a:pt x="3204" y="90"/>
                  </a:lnTo>
                  <a:lnTo>
                    <a:pt x="3228" y="90"/>
                  </a:lnTo>
                  <a:lnTo>
                    <a:pt x="3240" y="84"/>
                  </a:lnTo>
                  <a:lnTo>
                    <a:pt x="3240" y="72"/>
                  </a:lnTo>
                  <a:lnTo>
                    <a:pt x="3222" y="60"/>
                  </a:lnTo>
                  <a:lnTo>
                    <a:pt x="3192" y="42"/>
                  </a:lnTo>
                  <a:lnTo>
                    <a:pt x="3156" y="30"/>
                  </a:lnTo>
                  <a:lnTo>
                    <a:pt x="3132" y="24"/>
                  </a:lnTo>
                  <a:lnTo>
                    <a:pt x="3120" y="18"/>
                  </a:lnTo>
                  <a:lnTo>
                    <a:pt x="3108" y="18"/>
                  </a:lnTo>
                  <a:lnTo>
                    <a:pt x="3096" y="12"/>
                  </a:lnTo>
                  <a:lnTo>
                    <a:pt x="3060" y="12"/>
                  </a:lnTo>
                  <a:lnTo>
                    <a:pt x="3048" y="18"/>
                  </a:lnTo>
                  <a:lnTo>
                    <a:pt x="3036" y="18"/>
                  </a:lnTo>
                  <a:lnTo>
                    <a:pt x="3030" y="30"/>
                  </a:lnTo>
                  <a:lnTo>
                    <a:pt x="3030" y="42"/>
                  </a:lnTo>
                  <a:lnTo>
                    <a:pt x="3036" y="54"/>
                  </a:lnTo>
                  <a:lnTo>
                    <a:pt x="3048" y="66"/>
                  </a:lnTo>
                  <a:lnTo>
                    <a:pt x="3054" y="78"/>
                  </a:lnTo>
                  <a:lnTo>
                    <a:pt x="3072" y="96"/>
                  </a:lnTo>
                  <a:close/>
                  <a:moveTo>
                    <a:pt x="6138" y="408"/>
                  </a:moveTo>
                  <a:lnTo>
                    <a:pt x="6144" y="402"/>
                  </a:lnTo>
                  <a:lnTo>
                    <a:pt x="6132" y="396"/>
                  </a:lnTo>
                  <a:lnTo>
                    <a:pt x="6102" y="390"/>
                  </a:lnTo>
                  <a:lnTo>
                    <a:pt x="6036" y="390"/>
                  </a:lnTo>
                  <a:lnTo>
                    <a:pt x="6012" y="366"/>
                  </a:lnTo>
                  <a:lnTo>
                    <a:pt x="6000" y="360"/>
                  </a:lnTo>
                  <a:lnTo>
                    <a:pt x="5970" y="360"/>
                  </a:lnTo>
                  <a:lnTo>
                    <a:pt x="5958" y="366"/>
                  </a:lnTo>
                  <a:lnTo>
                    <a:pt x="5910" y="366"/>
                  </a:lnTo>
                  <a:lnTo>
                    <a:pt x="5946" y="390"/>
                  </a:lnTo>
                  <a:lnTo>
                    <a:pt x="5964" y="396"/>
                  </a:lnTo>
                  <a:lnTo>
                    <a:pt x="6000" y="402"/>
                  </a:lnTo>
                  <a:lnTo>
                    <a:pt x="6054" y="414"/>
                  </a:lnTo>
                  <a:lnTo>
                    <a:pt x="6102" y="414"/>
                  </a:lnTo>
                  <a:lnTo>
                    <a:pt x="6138" y="408"/>
                  </a:lnTo>
                  <a:close/>
                  <a:moveTo>
                    <a:pt x="7602" y="744"/>
                  </a:moveTo>
                  <a:lnTo>
                    <a:pt x="7596" y="732"/>
                  </a:lnTo>
                  <a:lnTo>
                    <a:pt x="7572" y="726"/>
                  </a:lnTo>
                  <a:lnTo>
                    <a:pt x="7512" y="714"/>
                  </a:lnTo>
                  <a:lnTo>
                    <a:pt x="7500" y="714"/>
                  </a:lnTo>
                  <a:lnTo>
                    <a:pt x="7512" y="726"/>
                  </a:lnTo>
                  <a:lnTo>
                    <a:pt x="7548" y="738"/>
                  </a:lnTo>
                  <a:lnTo>
                    <a:pt x="7584" y="744"/>
                  </a:lnTo>
                  <a:lnTo>
                    <a:pt x="7602" y="744"/>
                  </a:lnTo>
                  <a:close/>
                  <a:moveTo>
                    <a:pt x="3162" y="120"/>
                  </a:moveTo>
                  <a:lnTo>
                    <a:pt x="3216" y="138"/>
                  </a:lnTo>
                  <a:lnTo>
                    <a:pt x="3246" y="144"/>
                  </a:lnTo>
                  <a:lnTo>
                    <a:pt x="3264" y="144"/>
                  </a:lnTo>
                  <a:lnTo>
                    <a:pt x="3312" y="138"/>
                  </a:lnTo>
                  <a:lnTo>
                    <a:pt x="3372" y="156"/>
                  </a:lnTo>
                  <a:lnTo>
                    <a:pt x="3432" y="156"/>
                  </a:lnTo>
                  <a:lnTo>
                    <a:pt x="3426" y="138"/>
                  </a:lnTo>
                  <a:lnTo>
                    <a:pt x="3402" y="102"/>
                  </a:lnTo>
                  <a:lnTo>
                    <a:pt x="3384" y="96"/>
                  </a:lnTo>
                  <a:lnTo>
                    <a:pt x="3372" y="90"/>
                  </a:lnTo>
                  <a:lnTo>
                    <a:pt x="3354" y="96"/>
                  </a:lnTo>
                  <a:lnTo>
                    <a:pt x="3318" y="114"/>
                  </a:lnTo>
                  <a:lnTo>
                    <a:pt x="3294" y="90"/>
                  </a:lnTo>
                  <a:lnTo>
                    <a:pt x="3282" y="90"/>
                  </a:lnTo>
                  <a:lnTo>
                    <a:pt x="3210" y="102"/>
                  </a:lnTo>
                  <a:lnTo>
                    <a:pt x="3174" y="114"/>
                  </a:lnTo>
                  <a:lnTo>
                    <a:pt x="3162" y="120"/>
                  </a:lnTo>
                  <a:close/>
                  <a:moveTo>
                    <a:pt x="3582" y="198"/>
                  </a:moveTo>
                  <a:lnTo>
                    <a:pt x="3744" y="192"/>
                  </a:lnTo>
                  <a:lnTo>
                    <a:pt x="3702" y="168"/>
                  </a:lnTo>
                  <a:lnTo>
                    <a:pt x="3696" y="168"/>
                  </a:lnTo>
                  <a:lnTo>
                    <a:pt x="3690" y="162"/>
                  </a:lnTo>
                  <a:lnTo>
                    <a:pt x="3666" y="150"/>
                  </a:lnTo>
                  <a:lnTo>
                    <a:pt x="3648" y="144"/>
                  </a:lnTo>
                  <a:lnTo>
                    <a:pt x="3636" y="138"/>
                  </a:lnTo>
                  <a:lnTo>
                    <a:pt x="3618" y="138"/>
                  </a:lnTo>
                  <a:lnTo>
                    <a:pt x="3606" y="144"/>
                  </a:lnTo>
                  <a:lnTo>
                    <a:pt x="3600" y="150"/>
                  </a:lnTo>
                  <a:lnTo>
                    <a:pt x="3588" y="156"/>
                  </a:lnTo>
                  <a:lnTo>
                    <a:pt x="3588" y="150"/>
                  </a:lnTo>
                  <a:lnTo>
                    <a:pt x="3582" y="144"/>
                  </a:lnTo>
                  <a:lnTo>
                    <a:pt x="3576" y="132"/>
                  </a:lnTo>
                  <a:lnTo>
                    <a:pt x="3570" y="126"/>
                  </a:lnTo>
                  <a:lnTo>
                    <a:pt x="3546" y="114"/>
                  </a:lnTo>
                  <a:lnTo>
                    <a:pt x="3522" y="126"/>
                  </a:lnTo>
                  <a:lnTo>
                    <a:pt x="3504" y="162"/>
                  </a:lnTo>
                  <a:lnTo>
                    <a:pt x="3498" y="192"/>
                  </a:lnTo>
                  <a:lnTo>
                    <a:pt x="3492" y="210"/>
                  </a:lnTo>
                  <a:lnTo>
                    <a:pt x="3516" y="222"/>
                  </a:lnTo>
                  <a:lnTo>
                    <a:pt x="3534" y="216"/>
                  </a:lnTo>
                  <a:lnTo>
                    <a:pt x="3546" y="216"/>
                  </a:lnTo>
                  <a:lnTo>
                    <a:pt x="3582" y="198"/>
                  </a:lnTo>
                  <a:close/>
                  <a:moveTo>
                    <a:pt x="5622" y="420"/>
                  </a:moveTo>
                  <a:lnTo>
                    <a:pt x="5640" y="390"/>
                  </a:lnTo>
                  <a:lnTo>
                    <a:pt x="5754" y="390"/>
                  </a:lnTo>
                  <a:lnTo>
                    <a:pt x="5688" y="360"/>
                  </a:lnTo>
                  <a:lnTo>
                    <a:pt x="5700" y="336"/>
                  </a:lnTo>
                  <a:lnTo>
                    <a:pt x="5610" y="318"/>
                  </a:lnTo>
                  <a:lnTo>
                    <a:pt x="5628" y="348"/>
                  </a:lnTo>
                  <a:lnTo>
                    <a:pt x="5616" y="342"/>
                  </a:lnTo>
                  <a:lnTo>
                    <a:pt x="5592" y="336"/>
                  </a:lnTo>
                  <a:lnTo>
                    <a:pt x="5556" y="330"/>
                  </a:lnTo>
                  <a:lnTo>
                    <a:pt x="5514" y="318"/>
                  </a:lnTo>
                  <a:lnTo>
                    <a:pt x="5454" y="318"/>
                  </a:lnTo>
                  <a:lnTo>
                    <a:pt x="5448" y="330"/>
                  </a:lnTo>
                  <a:lnTo>
                    <a:pt x="5460" y="354"/>
                  </a:lnTo>
                  <a:lnTo>
                    <a:pt x="5496" y="372"/>
                  </a:lnTo>
                  <a:lnTo>
                    <a:pt x="5538" y="390"/>
                  </a:lnTo>
                  <a:lnTo>
                    <a:pt x="5574" y="408"/>
                  </a:lnTo>
                  <a:lnTo>
                    <a:pt x="5610" y="414"/>
                  </a:lnTo>
                  <a:lnTo>
                    <a:pt x="5622" y="420"/>
                  </a:lnTo>
                  <a:close/>
                  <a:moveTo>
                    <a:pt x="4320" y="432"/>
                  </a:moveTo>
                  <a:lnTo>
                    <a:pt x="4368" y="444"/>
                  </a:lnTo>
                  <a:lnTo>
                    <a:pt x="4380" y="444"/>
                  </a:lnTo>
                  <a:lnTo>
                    <a:pt x="4392" y="438"/>
                  </a:lnTo>
                  <a:lnTo>
                    <a:pt x="4398" y="438"/>
                  </a:lnTo>
                  <a:lnTo>
                    <a:pt x="4404" y="432"/>
                  </a:lnTo>
                  <a:lnTo>
                    <a:pt x="4404" y="426"/>
                  </a:lnTo>
                  <a:lnTo>
                    <a:pt x="4398" y="426"/>
                  </a:lnTo>
                  <a:lnTo>
                    <a:pt x="4362" y="414"/>
                  </a:lnTo>
                  <a:lnTo>
                    <a:pt x="4344" y="420"/>
                  </a:lnTo>
                  <a:lnTo>
                    <a:pt x="4332" y="420"/>
                  </a:lnTo>
                  <a:lnTo>
                    <a:pt x="4320" y="432"/>
                  </a:lnTo>
                  <a:close/>
                  <a:moveTo>
                    <a:pt x="5424" y="354"/>
                  </a:moveTo>
                  <a:lnTo>
                    <a:pt x="5370" y="336"/>
                  </a:lnTo>
                  <a:lnTo>
                    <a:pt x="5394" y="366"/>
                  </a:lnTo>
                  <a:lnTo>
                    <a:pt x="5424" y="354"/>
                  </a:lnTo>
                  <a:close/>
                  <a:moveTo>
                    <a:pt x="7986" y="666"/>
                  </a:moveTo>
                  <a:lnTo>
                    <a:pt x="8034" y="654"/>
                  </a:lnTo>
                  <a:lnTo>
                    <a:pt x="8088" y="654"/>
                  </a:lnTo>
                  <a:lnTo>
                    <a:pt x="8100" y="648"/>
                  </a:lnTo>
                  <a:lnTo>
                    <a:pt x="8106" y="642"/>
                  </a:lnTo>
                  <a:lnTo>
                    <a:pt x="8106" y="636"/>
                  </a:lnTo>
                  <a:lnTo>
                    <a:pt x="8100" y="630"/>
                  </a:lnTo>
                  <a:lnTo>
                    <a:pt x="8088" y="630"/>
                  </a:lnTo>
                  <a:lnTo>
                    <a:pt x="8052" y="618"/>
                  </a:lnTo>
                  <a:lnTo>
                    <a:pt x="8028" y="612"/>
                  </a:lnTo>
                  <a:lnTo>
                    <a:pt x="8010" y="606"/>
                  </a:lnTo>
                  <a:lnTo>
                    <a:pt x="7968" y="606"/>
                  </a:lnTo>
                  <a:lnTo>
                    <a:pt x="7944" y="618"/>
                  </a:lnTo>
                  <a:lnTo>
                    <a:pt x="7938" y="630"/>
                  </a:lnTo>
                  <a:lnTo>
                    <a:pt x="7938" y="654"/>
                  </a:lnTo>
                  <a:lnTo>
                    <a:pt x="7944" y="666"/>
                  </a:lnTo>
                  <a:lnTo>
                    <a:pt x="7950" y="666"/>
                  </a:lnTo>
                  <a:lnTo>
                    <a:pt x="7962" y="672"/>
                  </a:lnTo>
                  <a:lnTo>
                    <a:pt x="7968" y="672"/>
                  </a:lnTo>
                  <a:lnTo>
                    <a:pt x="7980" y="666"/>
                  </a:lnTo>
                  <a:lnTo>
                    <a:pt x="7986" y="666"/>
                  </a:lnTo>
                  <a:close/>
                  <a:moveTo>
                    <a:pt x="162" y="1788"/>
                  </a:moveTo>
                  <a:lnTo>
                    <a:pt x="150" y="1788"/>
                  </a:lnTo>
                  <a:lnTo>
                    <a:pt x="138" y="1794"/>
                  </a:lnTo>
                  <a:lnTo>
                    <a:pt x="114" y="1794"/>
                  </a:lnTo>
                  <a:lnTo>
                    <a:pt x="108" y="1788"/>
                  </a:lnTo>
                  <a:lnTo>
                    <a:pt x="96" y="1788"/>
                  </a:lnTo>
                  <a:lnTo>
                    <a:pt x="96" y="1782"/>
                  </a:lnTo>
                  <a:lnTo>
                    <a:pt x="84" y="1782"/>
                  </a:lnTo>
                  <a:lnTo>
                    <a:pt x="84" y="1788"/>
                  </a:lnTo>
                  <a:lnTo>
                    <a:pt x="72" y="1800"/>
                  </a:lnTo>
                  <a:lnTo>
                    <a:pt x="12" y="1800"/>
                  </a:lnTo>
                  <a:lnTo>
                    <a:pt x="0" y="1812"/>
                  </a:lnTo>
                  <a:lnTo>
                    <a:pt x="0" y="1818"/>
                  </a:lnTo>
                  <a:lnTo>
                    <a:pt x="12" y="1830"/>
                  </a:lnTo>
                  <a:lnTo>
                    <a:pt x="6" y="1842"/>
                  </a:lnTo>
                  <a:lnTo>
                    <a:pt x="12" y="1848"/>
                  </a:lnTo>
                  <a:lnTo>
                    <a:pt x="18" y="1848"/>
                  </a:lnTo>
                  <a:lnTo>
                    <a:pt x="24" y="1842"/>
                  </a:lnTo>
                  <a:lnTo>
                    <a:pt x="48" y="1842"/>
                  </a:lnTo>
                  <a:lnTo>
                    <a:pt x="54" y="1848"/>
                  </a:lnTo>
                  <a:lnTo>
                    <a:pt x="66" y="1848"/>
                  </a:lnTo>
                  <a:lnTo>
                    <a:pt x="72" y="1854"/>
                  </a:lnTo>
                  <a:lnTo>
                    <a:pt x="162" y="1854"/>
                  </a:lnTo>
                  <a:lnTo>
                    <a:pt x="162" y="1848"/>
                  </a:lnTo>
                  <a:lnTo>
                    <a:pt x="168" y="1848"/>
                  </a:lnTo>
                  <a:lnTo>
                    <a:pt x="162" y="1830"/>
                  </a:lnTo>
                  <a:lnTo>
                    <a:pt x="174" y="1818"/>
                  </a:lnTo>
                  <a:lnTo>
                    <a:pt x="174" y="1800"/>
                  </a:lnTo>
                  <a:lnTo>
                    <a:pt x="168" y="1788"/>
                  </a:lnTo>
                  <a:lnTo>
                    <a:pt x="162" y="1788"/>
                  </a:lnTo>
                  <a:close/>
                  <a:moveTo>
                    <a:pt x="1038" y="90"/>
                  </a:moveTo>
                  <a:lnTo>
                    <a:pt x="1062" y="72"/>
                  </a:lnTo>
                  <a:lnTo>
                    <a:pt x="1032" y="72"/>
                  </a:lnTo>
                  <a:lnTo>
                    <a:pt x="1032" y="84"/>
                  </a:lnTo>
                  <a:lnTo>
                    <a:pt x="1038" y="90"/>
                  </a:lnTo>
                  <a:close/>
                  <a:moveTo>
                    <a:pt x="990" y="72"/>
                  </a:moveTo>
                  <a:lnTo>
                    <a:pt x="1074" y="54"/>
                  </a:lnTo>
                  <a:lnTo>
                    <a:pt x="1044" y="42"/>
                  </a:lnTo>
                  <a:lnTo>
                    <a:pt x="996" y="54"/>
                  </a:lnTo>
                  <a:lnTo>
                    <a:pt x="948" y="54"/>
                  </a:lnTo>
                  <a:lnTo>
                    <a:pt x="966" y="66"/>
                  </a:lnTo>
                  <a:lnTo>
                    <a:pt x="990" y="72"/>
                  </a:lnTo>
                  <a:close/>
                  <a:moveTo>
                    <a:pt x="1122" y="90"/>
                  </a:moveTo>
                  <a:lnTo>
                    <a:pt x="1128" y="78"/>
                  </a:lnTo>
                  <a:lnTo>
                    <a:pt x="1152" y="78"/>
                  </a:lnTo>
                  <a:lnTo>
                    <a:pt x="1164" y="66"/>
                  </a:lnTo>
                  <a:lnTo>
                    <a:pt x="1218" y="66"/>
                  </a:lnTo>
                  <a:lnTo>
                    <a:pt x="1218" y="60"/>
                  </a:lnTo>
                  <a:lnTo>
                    <a:pt x="1206" y="54"/>
                  </a:lnTo>
                  <a:lnTo>
                    <a:pt x="1182" y="54"/>
                  </a:lnTo>
                  <a:lnTo>
                    <a:pt x="1182" y="48"/>
                  </a:lnTo>
                  <a:lnTo>
                    <a:pt x="1176" y="48"/>
                  </a:lnTo>
                  <a:lnTo>
                    <a:pt x="1164" y="42"/>
                  </a:lnTo>
                  <a:lnTo>
                    <a:pt x="1140" y="42"/>
                  </a:lnTo>
                  <a:lnTo>
                    <a:pt x="1134" y="48"/>
                  </a:lnTo>
                  <a:lnTo>
                    <a:pt x="1128" y="60"/>
                  </a:lnTo>
                  <a:lnTo>
                    <a:pt x="1128" y="66"/>
                  </a:lnTo>
                  <a:lnTo>
                    <a:pt x="1122" y="66"/>
                  </a:lnTo>
                  <a:lnTo>
                    <a:pt x="1116" y="72"/>
                  </a:lnTo>
                  <a:lnTo>
                    <a:pt x="1104" y="72"/>
                  </a:lnTo>
                  <a:lnTo>
                    <a:pt x="1086" y="78"/>
                  </a:lnTo>
                  <a:lnTo>
                    <a:pt x="1080" y="78"/>
                  </a:lnTo>
                  <a:lnTo>
                    <a:pt x="1074" y="84"/>
                  </a:lnTo>
                  <a:lnTo>
                    <a:pt x="1080" y="84"/>
                  </a:lnTo>
                  <a:lnTo>
                    <a:pt x="1092" y="90"/>
                  </a:lnTo>
                  <a:lnTo>
                    <a:pt x="1122" y="90"/>
                  </a:lnTo>
                  <a:close/>
                  <a:moveTo>
                    <a:pt x="1176" y="78"/>
                  </a:moveTo>
                  <a:lnTo>
                    <a:pt x="1158" y="90"/>
                  </a:lnTo>
                  <a:lnTo>
                    <a:pt x="1176" y="102"/>
                  </a:lnTo>
                  <a:lnTo>
                    <a:pt x="1194" y="108"/>
                  </a:lnTo>
                  <a:lnTo>
                    <a:pt x="1248" y="102"/>
                  </a:lnTo>
                  <a:lnTo>
                    <a:pt x="1242" y="90"/>
                  </a:lnTo>
                  <a:lnTo>
                    <a:pt x="1212" y="90"/>
                  </a:lnTo>
                  <a:lnTo>
                    <a:pt x="1176" y="78"/>
                  </a:lnTo>
                  <a:close/>
                  <a:moveTo>
                    <a:pt x="7812" y="2436"/>
                  </a:moveTo>
                  <a:lnTo>
                    <a:pt x="7782" y="2400"/>
                  </a:lnTo>
                  <a:lnTo>
                    <a:pt x="7776" y="2400"/>
                  </a:lnTo>
                  <a:lnTo>
                    <a:pt x="7770" y="2394"/>
                  </a:lnTo>
                  <a:lnTo>
                    <a:pt x="7752" y="2388"/>
                  </a:lnTo>
                  <a:lnTo>
                    <a:pt x="7728" y="2364"/>
                  </a:lnTo>
                  <a:lnTo>
                    <a:pt x="7722" y="2352"/>
                  </a:lnTo>
                  <a:lnTo>
                    <a:pt x="7704" y="2298"/>
                  </a:lnTo>
                  <a:lnTo>
                    <a:pt x="7698" y="2286"/>
                  </a:lnTo>
                  <a:lnTo>
                    <a:pt x="7698" y="2274"/>
                  </a:lnTo>
                  <a:lnTo>
                    <a:pt x="7674" y="2250"/>
                  </a:lnTo>
                  <a:lnTo>
                    <a:pt x="7680" y="2244"/>
                  </a:lnTo>
                  <a:lnTo>
                    <a:pt x="7698" y="2244"/>
                  </a:lnTo>
                  <a:lnTo>
                    <a:pt x="7770" y="2268"/>
                  </a:lnTo>
                  <a:lnTo>
                    <a:pt x="7800" y="2280"/>
                  </a:lnTo>
                  <a:lnTo>
                    <a:pt x="7812" y="2286"/>
                  </a:lnTo>
                  <a:lnTo>
                    <a:pt x="7740" y="2232"/>
                  </a:lnTo>
                  <a:lnTo>
                    <a:pt x="7734" y="2226"/>
                  </a:lnTo>
                  <a:lnTo>
                    <a:pt x="7722" y="2202"/>
                  </a:lnTo>
                  <a:lnTo>
                    <a:pt x="7710" y="2196"/>
                  </a:lnTo>
                  <a:lnTo>
                    <a:pt x="7704" y="2184"/>
                  </a:lnTo>
                  <a:lnTo>
                    <a:pt x="7698" y="2178"/>
                  </a:lnTo>
                  <a:lnTo>
                    <a:pt x="7674" y="2166"/>
                  </a:lnTo>
                  <a:lnTo>
                    <a:pt x="7668" y="2160"/>
                  </a:lnTo>
                  <a:lnTo>
                    <a:pt x="7656" y="2154"/>
                  </a:lnTo>
                  <a:lnTo>
                    <a:pt x="7578" y="2070"/>
                  </a:lnTo>
                  <a:lnTo>
                    <a:pt x="7554" y="2070"/>
                  </a:lnTo>
                  <a:lnTo>
                    <a:pt x="7542" y="2040"/>
                  </a:lnTo>
                  <a:lnTo>
                    <a:pt x="7524" y="2040"/>
                  </a:lnTo>
                  <a:lnTo>
                    <a:pt x="7512" y="2028"/>
                  </a:lnTo>
                  <a:lnTo>
                    <a:pt x="7500" y="2004"/>
                  </a:lnTo>
                  <a:lnTo>
                    <a:pt x="7500" y="1980"/>
                  </a:lnTo>
                  <a:lnTo>
                    <a:pt x="7470" y="1944"/>
                  </a:lnTo>
                  <a:lnTo>
                    <a:pt x="7446" y="1950"/>
                  </a:lnTo>
                  <a:lnTo>
                    <a:pt x="7434" y="1920"/>
                  </a:lnTo>
                  <a:lnTo>
                    <a:pt x="7392" y="1890"/>
                  </a:lnTo>
                  <a:lnTo>
                    <a:pt x="7380" y="1866"/>
                  </a:lnTo>
                  <a:lnTo>
                    <a:pt x="7368" y="1860"/>
                  </a:lnTo>
                  <a:lnTo>
                    <a:pt x="7362" y="1854"/>
                  </a:lnTo>
                  <a:lnTo>
                    <a:pt x="7344" y="1854"/>
                  </a:lnTo>
                  <a:lnTo>
                    <a:pt x="7344" y="1860"/>
                  </a:lnTo>
                  <a:lnTo>
                    <a:pt x="7392" y="1908"/>
                  </a:lnTo>
                  <a:lnTo>
                    <a:pt x="7392" y="1914"/>
                  </a:lnTo>
                  <a:lnTo>
                    <a:pt x="7386" y="1914"/>
                  </a:lnTo>
                  <a:lnTo>
                    <a:pt x="7380" y="1908"/>
                  </a:lnTo>
                  <a:lnTo>
                    <a:pt x="7368" y="1908"/>
                  </a:lnTo>
                  <a:lnTo>
                    <a:pt x="7362" y="1914"/>
                  </a:lnTo>
                  <a:lnTo>
                    <a:pt x="7362" y="1926"/>
                  </a:lnTo>
                  <a:lnTo>
                    <a:pt x="7374" y="1950"/>
                  </a:lnTo>
                  <a:lnTo>
                    <a:pt x="7386" y="1962"/>
                  </a:lnTo>
                  <a:lnTo>
                    <a:pt x="7392" y="1974"/>
                  </a:lnTo>
                  <a:lnTo>
                    <a:pt x="7404" y="1980"/>
                  </a:lnTo>
                  <a:lnTo>
                    <a:pt x="7404" y="1992"/>
                  </a:lnTo>
                  <a:lnTo>
                    <a:pt x="7416" y="2016"/>
                  </a:lnTo>
                  <a:lnTo>
                    <a:pt x="7422" y="2022"/>
                  </a:lnTo>
                  <a:lnTo>
                    <a:pt x="7440" y="2034"/>
                  </a:lnTo>
                  <a:lnTo>
                    <a:pt x="7470" y="2052"/>
                  </a:lnTo>
                  <a:lnTo>
                    <a:pt x="7500" y="2076"/>
                  </a:lnTo>
                  <a:lnTo>
                    <a:pt x="7518" y="2100"/>
                  </a:lnTo>
                  <a:lnTo>
                    <a:pt x="7524" y="2112"/>
                  </a:lnTo>
                  <a:lnTo>
                    <a:pt x="7536" y="2130"/>
                  </a:lnTo>
                  <a:lnTo>
                    <a:pt x="7536" y="2142"/>
                  </a:lnTo>
                  <a:lnTo>
                    <a:pt x="7548" y="2154"/>
                  </a:lnTo>
                  <a:lnTo>
                    <a:pt x="7554" y="2166"/>
                  </a:lnTo>
                  <a:lnTo>
                    <a:pt x="7572" y="2184"/>
                  </a:lnTo>
                  <a:lnTo>
                    <a:pt x="7590" y="2208"/>
                  </a:lnTo>
                  <a:lnTo>
                    <a:pt x="7608" y="2238"/>
                  </a:lnTo>
                  <a:lnTo>
                    <a:pt x="7620" y="2262"/>
                  </a:lnTo>
                  <a:lnTo>
                    <a:pt x="7626" y="2268"/>
                  </a:lnTo>
                  <a:lnTo>
                    <a:pt x="7626" y="2280"/>
                  </a:lnTo>
                  <a:lnTo>
                    <a:pt x="7632" y="2292"/>
                  </a:lnTo>
                  <a:lnTo>
                    <a:pt x="7644" y="2304"/>
                  </a:lnTo>
                  <a:lnTo>
                    <a:pt x="7656" y="2304"/>
                  </a:lnTo>
                  <a:lnTo>
                    <a:pt x="7668" y="2310"/>
                  </a:lnTo>
                  <a:lnTo>
                    <a:pt x="7674" y="2322"/>
                  </a:lnTo>
                  <a:lnTo>
                    <a:pt x="7686" y="2334"/>
                  </a:lnTo>
                  <a:lnTo>
                    <a:pt x="7698" y="2358"/>
                  </a:lnTo>
                  <a:lnTo>
                    <a:pt x="7698" y="2376"/>
                  </a:lnTo>
                  <a:lnTo>
                    <a:pt x="7740" y="2412"/>
                  </a:lnTo>
                  <a:lnTo>
                    <a:pt x="7752" y="2466"/>
                  </a:lnTo>
                  <a:lnTo>
                    <a:pt x="7794" y="2508"/>
                  </a:lnTo>
                  <a:lnTo>
                    <a:pt x="7794" y="2502"/>
                  </a:lnTo>
                  <a:lnTo>
                    <a:pt x="7788" y="2496"/>
                  </a:lnTo>
                  <a:lnTo>
                    <a:pt x="7788" y="2484"/>
                  </a:lnTo>
                  <a:lnTo>
                    <a:pt x="7782" y="2472"/>
                  </a:lnTo>
                  <a:lnTo>
                    <a:pt x="7782" y="2460"/>
                  </a:lnTo>
                  <a:lnTo>
                    <a:pt x="7776" y="2448"/>
                  </a:lnTo>
                  <a:lnTo>
                    <a:pt x="7782" y="2442"/>
                  </a:lnTo>
                  <a:lnTo>
                    <a:pt x="7788" y="2442"/>
                  </a:lnTo>
                  <a:lnTo>
                    <a:pt x="7800" y="2454"/>
                  </a:lnTo>
                  <a:lnTo>
                    <a:pt x="7830" y="2454"/>
                  </a:lnTo>
                  <a:lnTo>
                    <a:pt x="7866" y="2496"/>
                  </a:lnTo>
                  <a:lnTo>
                    <a:pt x="7866" y="2472"/>
                  </a:lnTo>
                  <a:lnTo>
                    <a:pt x="7836" y="2430"/>
                  </a:lnTo>
                  <a:lnTo>
                    <a:pt x="7812" y="2436"/>
                  </a:lnTo>
                  <a:close/>
                  <a:moveTo>
                    <a:pt x="1344" y="84"/>
                  </a:moveTo>
                  <a:lnTo>
                    <a:pt x="1350" y="72"/>
                  </a:lnTo>
                  <a:lnTo>
                    <a:pt x="1308" y="66"/>
                  </a:lnTo>
                  <a:lnTo>
                    <a:pt x="1284" y="78"/>
                  </a:lnTo>
                  <a:lnTo>
                    <a:pt x="1290" y="90"/>
                  </a:lnTo>
                  <a:lnTo>
                    <a:pt x="1344" y="84"/>
                  </a:lnTo>
                  <a:close/>
                  <a:moveTo>
                    <a:pt x="9048" y="996"/>
                  </a:moveTo>
                  <a:lnTo>
                    <a:pt x="9036" y="984"/>
                  </a:lnTo>
                  <a:lnTo>
                    <a:pt x="9024" y="978"/>
                  </a:lnTo>
                  <a:lnTo>
                    <a:pt x="9006" y="972"/>
                  </a:lnTo>
                  <a:lnTo>
                    <a:pt x="8994" y="966"/>
                  </a:lnTo>
                  <a:lnTo>
                    <a:pt x="8982" y="966"/>
                  </a:lnTo>
                  <a:lnTo>
                    <a:pt x="8940" y="948"/>
                  </a:lnTo>
                  <a:lnTo>
                    <a:pt x="8898" y="948"/>
                  </a:lnTo>
                  <a:lnTo>
                    <a:pt x="8868" y="930"/>
                  </a:lnTo>
                  <a:lnTo>
                    <a:pt x="8778" y="924"/>
                  </a:lnTo>
                  <a:lnTo>
                    <a:pt x="8736" y="906"/>
                  </a:lnTo>
                  <a:lnTo>
                    <a:pt x="8700" y="906"/>
                  </a:lnTo>
                  <a:lnTo>
                    <a:pt x="8754" y="942"/>
                  </a:lnTo>
                  <a:lnTo>
                    <a:pt x="8808" y="966"/>
                  </a:lnTo>
                  <a:lnTo>
                    <a:pt x="8796" y="966"/>
                  </a:lnTo>
                  <a:lnTo>
                    <a:pt x="8784" y="972"/>
                  </a:lnTo>
                  <a:lnTo>
                    <a:pt x="8754" y="972"/>
                  </a:lnTo>
                  <a:lnTo>
                    <a:pt x="8730" y="960"/>
                  </a:lnTo>
                  <a:lnTo>
                    <a:pt x="8676" y="906"/>
                  </a:lnTo>
                  <a:lnTo>
                    <a:pt x="8580" y="870"/>
                  </a:lnTo>
                  <a:lnTo>
                    <a:pt x="8496" y="846"/>
                  </a:lnTo>
                  <a:lnTo>
                    <a:pt x="8442" y="834"/>
                  </a:lnTo>
                  <a:lnTo>
                    <a:pt x="8370" y="822"/>
                  </a:lnTo>
                  <a:lnTo>
                    <a:pt x="8280" y="804"/>
                  </a:lnTo>
                  <a:lnTo>
                    <a:pt x="8190" y="780"/>
                  </a:lnTo>
                  <a:lnTo>
                    <a:pt x="8112" y="762"/>
                  </a:lnTo>
                  <a:lnTo>
                    <a:pt x="8052" y="750"/>
                  </a:lnTo>
                  <a:lnTo>
                    <a:pt x="7998" y="738"/>
                  </a:lnTo>
                  <a:lnTo>
                    <a:pt x="7956" y="732"/>
                  </a:lnTo>
                  <a:lnTo>
                    <a:pt x="7758" y="732"/>
                  </a:lnTo>
                  <a:lnTo>
                    <a:pt x="7746" y="714"/>
                  </a:lnTo>
                  <a:lnTo>
                    <a:pt x="7698" y="720"/>
                  </a:lnTo>
                  <a:lnTo>
                    <a:pt x="7680" y="708"/>
                  </a:lnTo>
                  <a:lnTo>
                    <a:pt x="7626" y="708"/>
                  </a:lnTo>
                  <a:lnTo>
                    <a:pt x="7650" y="726"/>
                  </a:lnTo>
                  <a:lnTo>
                    <a:pt x="7644" y="744"/>
                  </a:lnTo>
                  <a:lnTo>
                    <a:pt x="7656" y="744"/>
                  </a:lnTo>
                  <a:lnTo>
                    <a:pt x="7680" y="756"/>
                  </a:lnTo>
                  <a:lnTo>
                    <a:pt x="7716" y="762"/>
                  </a:lnTo>
                  <a:lnTo>
                    <a:pt x="7740" y="774"/>
                  </a:lnTo>
                  <a:lnTo>
                    <a:pt x="7758" y="786"/>
                  </a:lnTo>
                  <a:lnTo>
                    <a:pt x="7752" y="798"/>
                  </a:lnTo>
                  <a:lnTo>
                    <a:pt x="7728" y="804"/>
                  </a:lnTo>
                  <a:lnTo>
                    <a:pt x="7698" y="804"/>
                  </a:lnTo>
                  <a:lnTo>
                    <a:pt x="7686" y="798"/>
                  </a:lnTo>
                  <a:lnTo>
                    <a:pt x="7680" y="792"/>
                  </a:lnTo>
                  <a:lnTo>
                    <a:pt x="7656" y="774"/>
                  </a:lnTo>
                  <a:lnTo>
                    <a:pt x="7584" y="774"/>
                  </a:lnTo>
                  <a:lnTo>
                    <a:pt x="7530" y="738"/>
                  </a:lnTo>
                  <a:lnTo>
                    <a:pt x="7524" y="738"/>
                  </a:lnTo>
                  <a:lnTo>
                    <a:pt x="7518" y="744"/>
                  </a:lnTo>
                  <a:lnTo>
                    <a:pt x="7506" y="744"/>
                  </a:lnTo>
                  <a:lnTo>
                    <a:pt x="7500" y="750"/>
                  </a:lnTo>
                  <a:lnTo>
                    <a:pt x="7446" y="750"/>
                  </a:lnTo>
                  <a:lnTo>
                    <a:pt x="7440" y="738"/>
                  </a:lnTo>
                  <a:lnTo>
                    <a:pt x="7344" y="744"/>
                  </a:lnTo>
                  <a:lnTo>
                    <a:pt x="7320" y="726"/>
                  </a:lnTo>
                  <a:lnTo>
                    <a:pt x="7314" y="732"/>
                  </a:lnTo>
                  <a:lnTo>
                    <a:pt x="7212" y="732"/>
                  </a:lnTo>
                  <a:lnTo>
                    <a:pt x="7206" y="738"/>
                  </a:lnTo>
                  <a:lnTo>
                    <a:pt x="7212" y="744"/>
                  </a:lnTo>
                  <a:lnTo>
                    <a:pt x="7218" y="756"/>
                  </a:lnTo>
                  <a:lnTo>
                    <a:pt x="7254" y="792"/>
                  </a:lnTo>
                  <a:lnTo>
                    <a:pt x="7248" y="792"/>
                  </a:lnTo>
                  <a:lnTo>
                    <a:pt x="7242" y="786"/>
                  </a:lnTo>
                  <a:lnTo>
                    <a:pt x="7230" y="780"/>
                  </a:lnTo>
                  <a:lnTo>
                    <a:pt x="7218" y="768"/>
                  </a:lnTo>
                  <a:lnTo>
                    <a:pt x="7206" y="762"/>
                  </a:lnTo>
                  <a:lnTo>
                    <a:pt x="7194" y="750"/>
                  </a:lnTo>
                  <a:lnTo>
                    <a:pt x="7176" y="744"/>
                  </a:lnTo>
                  <a:lnTo>
                    <a:pt x="7104" y="732"/>
                  </a:lnTo>
                  <a:lnTo>
                    <a:pt x="7086" y="732"/>
                  </a:lnTo>
                  <a:lnTo>
                    <a:pt x="7086" y="726"/>
                  </a:lnTo>
                  <a:lnTo>
                    <a:pt x="7056" y="696"/>
                  </a:lnTo>
                  <a:lnTo>
                    <a:pt x="7032" y="684"/>
                  </a:lnTo>
                  <a:lnTo>
                    <a:pt x="6990" y="666"/>
                  </a:lnTo>
                  <a:lnTo>
                    <a:pt x="6948" y="660"/>
                  </a:lnTo>
                  <a:lnTo>
                    <a:pt x="6912" y="654"/>
                  </a:lnTo>
                  <a:lnTo>
                    <a:pt x="6882" y="654"/>
                  </a:lnTo>
                  <a:lnTo>
                    <a:pt x="6864" y="648"/>
                  </a:lnTo>
                  <a:lnTo>
                    <a:pt x="6834" y="648"/>
                  </a:lnTo>
                  <a:lnTo>
                    <a:pt x="6786" y="636"/>
                  </a:lnTo>
                  <a:lnTo>
                    <a:pt x="6774" y="642"/>
                  </a:lnTo>
                  <a:lnTo>
                    <a:pt x="6714" y="642"/>
                  </a:lnTo>
                  <a:lnTo>
                    <a:pt x="6696" y="660"/>
                  </a:lnTo>
                  <a:lnTo>
                    <a:pt x="6684" y="666"/>
                  </a:lnTo>
                  <a:lnTo>
                    <a:pt x="6648" y="666"/>
                  </a:lnTo>
                  <a:lnTo>
                    <a:pt x="6630" y="660"/>
                  </a:lnTo>
                  <a:lnTo>
                    <a:pt x="6594" y="660"/>
                  </a:lnTo>
                  <a:lnTo>
                    <a:pt x="6582" y="654"/>
                  </a:lnTo>
                  <a:lnTo>
                    <a:pt x="6576" y="648"/>
                  </a:lnTo>
                  <a:lnTo>
                    <a:pt x="6552" y="636"/>
                  </a:lnTo>
                  <a:lnTo>
                    <a:pt x="6534" y="630"/>
                  </a:lnTo>
                  <a:lnTo>
                    <a:pt x="6522" y="624"/>
                  </a:lnTo>
                  <a:lnTo>
                    <a:pt x="6498" y="624"/>
                  </a:lnTo>
                  <a:lnTo>
                    <a:pt x="6486" y="630"/>
                  </a:lnTo>
                  <a:lnTo>
                    <a:pt x="6474" y="612"/>
                  </a:lnTo>
                  <a:lnTo>
                    <a:pt x="6438" y="612"/>
                  </a:lnTo>
                  <a:lnTo>
                    <a:pt x="6372" y="606"/>
                  </a:lnTo>
                  <a:lnTo>
                    <a:pt x="6408" y="594"/>
                  </a:lnTo>
                  <a:lnTo>
                    <a:pt x="6372" y="570"/>
                  </a:lnTo>
                  <a:lnTo>
                    <a:pt x="6360" y="570"/>
                  </a:lnTo>
                  <a:lnTo>
                    <a:pt x="6324" y="564"/>
                  </a:lnTo>
                  <a:lnTo>
                    <a:pt x="6282" y="558"/>
                  </a:lnTo>
                  <a:lnTo>
                    <a:pt x="6246" y="558"/>
                  </a:lnTo>
                  <a:lnTo>
                    <a:pt x="6228" y="564"/>
                  </a:lnTo>
                  <a:lnTo>
                    <a:pt x="6228" y="594"/>
                  </a:lnTo>
                  <a:lnTo>
                    <a:pt x="6222" y="600"/>
                  </a:lnTo>
                  <a:lnTo>
                    <a:pt x="6192" y="600"/>
                  </a:lnTo>
                  <a:lnTo>
                    <a:pt x="6180" y="594"/>
                  </a:lnTo>
                  <a:lnTo>
                    <a:pt x="6168" y="594"/>
                  </a:lnTo>
                  <a:lnTo>
                    <a:pt x="6186" y="582"/>
                  </a:lnTo>
                  <a:lnTo>
                    <a:pt x="6168" y="570"/>
                  </a:lnTo>
                  <a:lnTo>
                    <a:pt x="6096" y="570"/>
                  </a:lnTo>
                  <a:lnTo>
                    <a:pt x="6114" y="558"/>
                  </a:lnTo>
                  <a:lnTo>
                    <a:pt x="6156" y="558"/>
                  </a:lnTo>
                  <a:lnTo>
                    <a:pt x="6216" y="588"/>
                  </a:lnTo>
                  <a:lnTo>
                    <a:pt x="6216" y="564"/>
                  </a:lnTo>
                  <a:lnTo>
                    <a:pt x="6162" y="540"/>
                  </a:lnTo>
                  <a:lnTo>
                    <a:pt x="6048" y="546"/>
                  </a:lnTo>
                  <a:lnTo>
                    <a:pt x="6048" y="534"/>
                  </a:lnTo>
                  <a:lnTo>
                    <a:pt x="5928" y="540"/>
                  </a:lnTo>
                  <a:lnTo>
                    <a:pt x="5880" y="522"/>
                  </a:lnTo>
                  <a:lnTo>
                    <a:pt x="5862" y="522"/>
                  </a:lnTo>
                  <a:lnTo>
                    <a:pt x="5898" y="546"/>
                  </a:lnTo>
                  <a:lnTo>
                    <a:pt x="5850" y="546"/>
                  </a:lnTo>
                  <a:lnTo>
                    <a:pt x="5838" y="552"/>
                  </a:lnTo>
                  <a:lnTo>
                    <a:pt x="5832" y="552"/>
                  </a:lnTo>
                  <a:lnTo>
                    <a:pt x="5832" y="558"/>
                  </a:lnTo>
                  <a:lnTo>
                    <a:pt x="5844" y="564"/>
                  </a:lnTo>
                  <a:lnTo>
                    <a:pt x="5850" y="570"/>
                  </a:lnTo>
                  <a:lnTo>
                    <a:pt x="5862" y="576"/>
                  </a:lnTo>
                  <a:lnTo>
                    <a:pt x="5892" y="576"/>
                  </a:lnTo>
                  <a:lnTo>
                    <a:pt x="5892" y="582"/>
                  </a:lnTo>
                  <a:lnTo>
                    <a:pt x="5952" y="618"/>
                  </a:lnTo>
                  <a:lnTo>
                    <a:pt x="5904" y="618"/>
                  </a:lnTo>
                  <a:lnTo>
                    <a:pt x="5898" y="612"/>
                  </a:lnTo>
                  <a:lnTo>
                    <a:pt x="5886" y="606"/>
                  </a:lnTo>
                  <a:lnTo>
                    <a:pt x="5874" y="606"/>
                  </a:lnTo>
                  <a:lnTo>
                    <a:pt x="5862" y="600"/>
                  </a:lnTo>
                  <a:lnTo>
                    <a:pt x="5844" y="618"/>
                  </a:lnTo>
                  <a:lnTo>
                    <a:pt x="5868" y="636"/>
                  </a:lnTo>
                  <a:lnTo>
                    <a:pt x="5814" y="630"/>
                  </a:lnTo>
                  <a:lnTo>
                    <a:pt x="5808" y="630"/>
                  </a:lnTo>
                  <a:lnTo>
                    <a:pt x="5802" y="624"/>
                  </a:lnTo>
                  <a:lnTo>
                    <a:pt x="5784" y="618"/>
                  </a:lnTo>
                  <a:lnTo>
                    <a:pt x="5766" y="618"/>
                  </a:lnTo>
                  <a:lnTo>
                    <a:pt x="5754" y="612"/>
                  </a:lnTo>
                  <a:lnTo>
                    <a:pt x="5736" y="606"/>
                  </a:lnTo>
                  <a:lnTo>
                    <a:pt x="5724" y="606"/>
                  </a:lnTo>
                  <a:lnTo>
                    <a:pt x="5712" y="612"/>
                  </a:lnTo>
                  <a:lnTo>
                    <a:pt x="5700" y="612"/>
                  </a:lnTo>
                  <a:lnTo>
                    <a:pt x="5688" y="618"/>
                  </a:lnTo>
                  <a:lnTo>
                    <a:pt x="5682" y="624"/>
                  </a:lnTo>
                  <a:lnTo>
                    <a:pt x="5676" y="624"/>
                  </a:lnTo>
                  <a:lnTo>
                    <a:pt x="5610" y="618"/>
                  </a:lnTo>
                  <a:lnTo>
                    <a:pt x="5604" y="618"/>
                  </a:lnTo>
                  <a:lnTo>
                    <a:pt x="5598" y="612"/>
                  </a:lnTo>
                  <a:lnTo>
                    <a:pt x="5562" y="594"/>
                  </a:lnTo>
                  <a:lnTo>
                    <a:pt x="5556" y="594"/>
                  </a:lnTo>
                  <a:lnTo>
                    <a:pt x="5550" y="588"/>
                  </a:lnTo>
                  <a:lnTo>
                    <a:pt x="5538" y="588"/>
                  </a:lnTo>
                  <a:lnTo>
                    <a:pt x="5538" y="606"/>
                  </a:lnTo>
                  <a:lnTo>
                    <a:pt x="5544" y="612"/>
                  </a:lnTo>
                  <a:lnTo>
                    <a:pt x="5550" y="624"/>
                  </a:lnTo>
                  <a:lnTo>
                    <a:pt x="5556" y="630"/>
                  </a:lnTo>
                  <a:lnTo>
                    <a:pt x="5562" y="642"/>
                  </a:lnTo>
                  <a:lnTo>
                    <a:pt x="5562" y="660"/>
                  </a:lnTo>
                  <a:lnTo>
                    <a:pt x="5556" y="666"/>
                  </a:lnTo>
                  <a:lnTo>
                    <a:pt x="5532" y="660"/>
                  </a:lnTo>
                  <a:lnTo>
                    <a:pt x="5424" y="624"/>
                  </a:lnTo>
                  <a:lnTo>
                    <a:pt x="5412" y="618"/>
                  </a:lnTo>
                  <a:lnTo>
                    <a:pt x="5406" y="618"/>
                  </a:lnTo>
                  <a:lnTo>
                    <a:pt x="5400" y="612"/>
                  </a:lnTo>
                  <a:lnTo>
                    <a:pt x="5394" y="600"/>
                  </a:lnTo>
                  <a:lnTo>
                    <a:pt x="5382" y="594"/>
                  </a:lnTo>
                  <a:lnTo>
                    <a:pt x="5376" y="588"/>
                  </a:lnTo>
                  <a:lnTo>
                    <a:pt x="5376" y="606"/>
                  </a:lnTo>
                  <a:lnTo>
                    <a:pt x="5322" y="588"/>
                  </a:lnTo>
                  <a:lnTo>
                    <a:pt x="5292" y="570"/>
                  </a:lnTo>
                  <a:lnTo>
                    <a:pt x="5298" y="570"/>
                  </a:lnTo>
                  <a:lnTo>
                    <a:pt x="5304" y="576"/>
                  </a:lnTo>
                  <a:lnTo>
                    <a:pt x="5328" y="576"/>
                  </a:lnTo>
                  <a:lnTo>
                    <a:pt x="5340" y="582"/>
                  </a:lnTo>
                  <a:lnTo>
                    <a:pt x="5352" y="582"/>
                  </a:lnTo>
                  <a:lnTo>
                    <a:pt x="5358" y="576"/>
                  </a:lnTo>
                  <a:lnTo>
                    <a:pt x="5358" y="570"/>
                  </a:lnTo>
                  <a:lnTo>
                    <a:pt x="5346" y="564"/>
                  </a:lnTo>
                  <a:lnTo>
                    <a:pt x="5334" y="552"/>
                  </a:lnTo>
                  <a:lnTo>
                    <a:pt x="5292" y="552"/>
                  </a:lnTo>
                  <a:lnTo>
                    <a:pt x="5304" y="540"/>
                  </a:lnTo>
                  <a:lnTo>
                    <a:pt x="5298" y="534"/>
                  </a:lnTo>
                  <a:lnTo>
                    <a:pt x="5286" y="528"/>
                  </a:lnTo>
                  <a:lnTo>
                    <a:pt x="5256" y="528"/>
                  </a:lnTo>
                  <a:lnTo>
                    <a:pt x="5268" y="510"/>
                  </a:lnTo>
                  <a:lnTo>
                    <a:pt x="5262" y="510"/>
                  </a:lnTo>
                  <a:lnTo>
                    <a:pt x="5256" y="504"/>
                  </a:lnTo>
                  <a:lnTo>
                    <a:pt x="5232" y="504"/>
                  </a:lnTo>
                  <a:lnTo>
                    <a:pt x="5220" y="498"/>
                  </a:lnTo>
                  <a:lnTo>
                    <a:pt x="5208" y="498"/>
                  </a:lnTo>
                  <a:lnTo>
                    <a:pt x="5202" y="492"/>
                  </a:lnTo>
                  <a:lnTo>
                    <a:pt x="5190" y="492"/>
                  </a:lnTo>
                  <a:lnTo>
                    <a:pt x="5184" y="486"/>
                  </a:lnTo>
                  <a:lnTo>
                    <a:pt x="5142" y="486"/>
                  </a:lnTo>
                  <a:lnTo>
                    <a:pt x="5130" y="492"/>
                  </a:lnTo>
                  <a:lnTo>
                    <a:pt x="5094" y="492"/>
                  </a:lnTo>
                  <a:lnTo>
                    <a:pt x="5076" y="486"/>
                  </a:lnTo>
                  <a:lnTo>
                    <a:pt x="5070" y="480"/>
                  </a:lnTo>
                  <a:lnTo>
                    <a:pt x="5064" y="480"/>
                  </a:lnTo>
                  <a:lnTo>
                    <a:pt x="5040" y="486"/>
                  </a:lnTo>
                  <a:lnTo>
                    <a:pt x="5040" y="474"/>
                  </a:lnTo>
                  <a:lnTo>
                    <a:pt x="4992" y="468"/>
                  </a:lnTo>
                  <a:lnTo>
                    <a:pt x="4980" y="456"/>
                  </a:lnTo>
                  <a:lnTo>
                    <a:pt x="4974" y="474"/>
                  </a:lnTo>
                  <a:lnTo>
                    <a:pt x="4956" y="480"/>
                  </a:lnTo>
                  <a:lnTo>
                    <a:pt x="4986" y="498"/>
                  </a:lnTo>
                  <a:lnTo>
                    <a:pt x="5010" y="528"/>
                  </a:lnTo>
                  <a:lnTo>
                    <a:pt x="4962" y="522"/>
                  </a:lnTo>
                  <a:lnTo>
                    <a:pt x="4956" y="516"/>
                  </a:lnTo>
                  <a:lnTo>
                    <a:pt x="4890" y="522"/>
                  </a:lnTo>
                  <a:lnTo>
                    <a:pt x="4872" y="528"/>
                  </a:lnTo>
                  <a:lnTo>
                    <a:pt x="4872" y="516"/>
                  </a:lnTo>
                  <a:lnTo>
                    <a:pt x="4824" y="522"/>
                  </a:lnTo>
                  <a:lnTo>
                    <a:pt x="4818" y="510"/>
                  </a:lnTo>
                  <a:lnTo>
                    <a:pt x="4764" y="510"/>
                  </a:lnTo>
                  <a:lnTo>
                    <a:pt x="4728" y="504"/>
                  </a:lnTo>
                  <a:lnTo>
                    <a:pt x="4746" y="480"/>
                  </a:lnTo>
                  <a:lnTo>
                    <a:pt x="4620" y="480"/>
                  </a:lnTo>
                  <a:lnTo>
                    <a:pt x="4608" y="468"/>
                  </a:lnTo>
                  <a:lnTo>
                    <a:pt x="4602" y="474"/>
                  </a:lnTo>
                  <a:lnTo>
                    <a:pt x="4590" y="468"/>
                  </a:lnTo>
                  <a:lnTo>
                    <a:pt x="4542" y="474"/>
                  </a:lnTo>
                  <a:lnTo>
                    <a:pt x="4548" y="486"/>
                  </a:lnTo>
                  <a:lnTo>
                    <a:pt x="4488" y="480"/>
                  </a:lnTo>
                  <a:lnTo>
                    <a:pt x="4476" y="486"/>
                  </a:lnTo>
                  <a:lnTo>
                    <a:pt x="4506" y="498"/>
                  </a:lnTo>
                  <a:lnTo>
                    <a:pt x="4464" y="492"/>
                  </a:lnTo>
                  <a:lnTo>
                    <a:pt x="4464" y="474"/>
                  </a:lnTo>
                  <a:lnTo>
                    <a:pt x="4434" y="456"/>
                  </a:lnTo>
                  <a:lnTo>
                    <a:pt x="4416" y="456"/>
                  </a:lnTo>
                  <a:lnTo>
                    <a:pt x="4428" y="474"/>
                  </a:lnTo>
                  <a:lnTo>
                    <a:pt x="4374" y="474"/>
                  </a:lnTo>
                  <a:lnTo>
                    <a:pt x="4368" y="468"/>
                  </a:lnTo>
                  <a:lnTo>
                    <a:pt x="4356" y="468"/>
                  </a:lnTo>
                  <a:lnTo>
                    <a:pt x="4350" y="456"/>
                  </a:lnTo>
                  <a:lnTo>
                    <a:pt x="4320" y="456"/>
                  </a:lnTo>
                  <a:lnTo>
                    <a:pt x="4296" y="444"/>
                  </a:lnTo>
                  <a:lnTo>
                    <a:pt x="4266" y="468"/>
                  </a:lnTo>
                  <a:lnTo>
                    <a:pt x="4320" y="474"/>
                  </a:lnTo>
                  <a:lnTo>
                    <a:pt x="4332" y="474"/>
                  </a:lnTo>
                  <a:lnTo>
                    <a:pt x="4326" y="480"/>
                  </a:lnTo>
                  <a:lnTo>
                    <a:pt x="4314" y="486"/>
                  </a:lnTo>
                  <a:lnTo>
                    <a:pt x="4308" y="492"/>
                  </a:lnTo>
                  <a:lnTo>
                    <a:pt x="4272" y="492"/>
                  </a:lnTo>
                  <a:lnTo>
                    <a:pt x="4266" y="498"/>
                  </a:lnTo>
                  <a:lnTo>
                    <a:pt x="4254" y="504"/>
                  </a:lnTo>
                  <a:lnTo>
                    <a:pt x="4182" y="504"/>
                  </a:lnTo>
                  <a:lnTo>
                    <a:pt x="4146" y="510"/>
                  </a:lnTo>
                  <a:lnTo>
                    <a:pt x="4134" y="534"/>
                  </a:lnTo>
                  <a:lnTo>
                    <a:pt x="4110" y="528"/>
                  </a:lnTo>
                  <a:lnTo>
                    <a:pt x="4110" y="516"/>
                  </a:lnTo>
                  <a:lnTo>
                    <a:pt x="4116" y="504"/>
                  </a:lnTo>
                  <a:lnTo>
                    <a:pt x="4122" y="498"/>
                  </a:lnTo>
                  <a:lnTo>
                    <a:pt x="4134" y="492"/>
                  </a:lnTo>
                  <a:lnTo>
                    <a:pt x="4152" y="492"/>
                  </a:lnTo>
                  <a:lnTo>
                    <a:pt x="4164" y="480"/>
                  </a:lnTo>
                  <a:lnTo>
                    <a:pt x="4206" y="474"/>
                  </a:lnTo>
                  <a:lnTo>
                    <a:pt x="4248" y="438"/>
                  </a:lnTo>
                  <a:lnTo>
                    <a:pt x="4248" y="426"/>
                  </a:lnTo>
                  <a:lnTo>
                    <a:pt x="4254" y="420"/>
                  </a:lnTo>
                  <a:lnTo>
                    <a:pt x="4266" y="414"/>
                  </a:lnTo>
                  <a:lnTo>
                    <a:pt x="4278" y="414"/>
                  </a:lnTo>
                  <a:lnTo>
                    <a:pt x="4290" y="408"/>
                  </a:lnTo>
                  <a:lnTo>
                    <a:pt x="4302" y="408"/>
                  </a:lnTo>
                  <a:lnTo>
                    <a:pt x="4320" y="402"/>
                  </a:lnTo>
                  <a:lnTo>
                    <a:pt x="4332" y="402"/>
                  </a:lnTo>
                  <a:lnTo>
                    <a:pt x="4344" y="396"/>
                  </a:lnTo>
                  <a:lnTo>
                    <a:pt x="4350" y="390"/>
                  </a:lnTo>
                  <a:lnTo>
                    <a:pt x="4356" y="378"/>
                  </a:lnTo>
                  <a:lnTo>
                    <a:pt x="4350" y="366"/>
                  </a:lnTo>
                  <a:lnTo>
                    <a:pt x="4344" y="360"/>
                  </a:lnTo>
                  <a:lnTo>
                    <a:pt x="4332" y="354"/>
                  </a:lnTo>
                  <a:lnTo>
                    <a:pt x="4326" y="348"/>
                  </a:lnTo>
                  <a:lnTo>
                    <a:pt x="4290" y="348"/>
                  </a:lnTo>
                  <a:lnTo>
                    <a:pt x="4320" y="336"/>
                  </a:lnTo>
                  <a:lnTo>
                    <a:pt x="4314" y="330"/>
                  </a:lnTo>
                  <a:lnTo>
                    <a:pt x="4302" y="324"/>
                  </a:lnTo>
                  <a:lnTo>
                    <a:pt x="4290" y="312"/>
                  </a:lnTo>
                  <a:lnTo>
                    <a:pt x="4284" y="312"/>
                  </a:lnTo>
                  <a:lnTo>
                    <a:pt x="4278" y="318"/>
                  </a:lnTo>
                  <a:lnTo>
                    <a:pt x="4254" y="318"/>
                  </a:lnTo>
                  <a:lnTo>
                    <a:pt x="4248" y="312"/>
                  </a:lnTo>
                  <a:lnTo>
                    <a:pt x="4242" y="300"/>
                  </a:lnTo>
                  <a:lnTo>
                    <a:pt x="4236" y="294"/>
                  </a:lnTo>
                  <a:lnTo>
                    <a:pt x="4194" y="294"/>
                  </a:lnTo>
                  <a:lnTo>
                    <a:pt x="4188" y="300"/>
                  </a:lnTo>
                  <a:lnTo>
                    <a:pt x="4182" y="300"/>
                  </a:lnTo>
                  <a:lnTo>
                    <a:pt x="4128" y="288"/>
                  </a:lnTo>
                  <a:lnTo>
                    <a:pt x="3990" y="282"/>
                  </a:lnTo>
                  <a:lnTo>
                    <a:pt x="3990" y="300"/>
                  </a:lnTo>
                  <a:lnTo>
                    <a:pt x="3924" y="300"/>
                  </a:lnTo>
                  <a:lnTo>
                    <a:pt x="3942" y="282"/>
                  </a:lnTo>
                  <a:lnTo>
                    <a:pt x="3942" y="276"/>
                  </a:lnTo>
                  <a:lnTo>
                    <a:pt x="3936" y="270"/>
                  </a:lnTo>
                  <a:lnTo>
                    <a:pt x="3912" y="264"/>
                  </a:lnTo>
                  <a:lnTo>
                    <a:pt x="3882" y="264"/>
                  </a:lnTo>
                  <a:lnTo>
                    <a:pt x="3852" y="270"/>
                  </a:lnTo>
                  <a:lnTo>
                    <a:pt x="3840" y="270"/>
                  </a:lnTo>
                  <a:lnTo>
                    <a:pt x="3780" y="264"/>
                  </a:lnTo>
                  <a:lnTo>
                    <a:pt x="3792" y="264"/>
                  </a:lnTo>
                  <a:lnTo>
                    <a:pt x="3810" y="258"/>
                  </a:lnTo>
                  <a:lnTo>
                    <a:pt x="3822" y="258"/>
                  </a:lnTo>
                  <a:lnTo>
                    <a:pt x="3834" y="252"/>
                  </a:lnTo>
                  <a:lnTo>
                    <a:pt x="3840" y="252"/>
                  </a:lnTo>
                  <a:lnTo>
                    <a:pt x="3840" y="246"/>
                  </a:lnTo>
                  <a:lnTo>
                    <a:pt x="3834" y="240"/>
                  </a:lnTo>
                  <a:lnTo>
                    <a:pt x="3822" y="240"/>
                  </a:lnTo>
                  <a:lnTo>
                    <a:pt x="3804" y="234"/>
                  </a:lnTo>
                  <a:lnTo>
                    <a:pt x="3762" y="234"/>
                  </a:lnTo>
                  <a:lnTo>
                    <a:pt x="3720" y="228"/>
                  </a:lnTo>
                  <a:lnTo>
                    <a:pt x="3714" y="240"/>
                  </a:lnTo>
                  <a:lnTo>
                    <a:pt x="3684" y="240"/>
                  </a:lnTo>
                  <a:lnTo>
                    <a:pt x="3672" y="246"/>
                  </a:lnTo>
                  <a:lnTo>
                    <a:pt x="3660" y="246"/>
                  </a:lnTo>
                  <a:lnTo>
                    <a:pt x="3648" y="252"/>
                  </a:lnTo>
                  <a:lnTo>
                    <a:pt x="3648" y="258"/>
                  </a:lnTo>
                  <a:lnTo>
                    <a:pt x="3654" y="270"/>
                  </a:lnTo>
                  <a:lnTo>
                    <a:pt x="3678" y="282"/>
                  </a:lnTo>
                  <a:lnTo>
                    <a:pt x="3696" y="294"/>
                  </a:lnTo>
                  <a:lnTo>
                    <a:pt x="3708" y="294"/>
                  </a:lnTo>
                  <a:lnTo>
                    <a:pt x="3714" y="300"/>
                  </a:lnTo>
                  <a:lnTo>
                    <a:pt x="3720" y="300"/>
                  </a:lnTo>
                  <a:lnTo>
                    <a:pt x="3576" y="294"/>
                  </a:lnTo>
                  <a:lnTo>
                    <a:pt x="3630" y="312"/>
                  </a:lnTo>
                  <a:lnTo>
                    <a:pt x="3576" y="324"/>
                  </a:lnTo>
                  <a:lnTo>
                    <a:pt x="3564" y="330"/>
                  </a:lnTo>
                  <a:lnTo>
                    <a:pt x="3534" y="336"/>
                  </a:lnTo>
                  <a:lnTo>
                    <a:pt x="3498" y="342"/>
                  </a:lnTo>
                  <a:lnTo>
                    <a:pt x="3474" y="342"/>
                  </a:lnTo>
                  <a:lnTo>
                    <a:pt x="3468" y="336"/>
                  </a:lnTo>
                  <a:lnTo>
                    <a:pt x="3474" y="324"/>
                  </a:lnTo>
                  <a:lnTo>
                    <a:pt x="3486" y="312"/>
                  </a:lnTo>
                  <a:lnTo>
                    <a:pt x="3420" y="312"/>
                  </a:lnTo>
                  <a:lnTo>
                    <a:pt x="3408" y="318"/>
                  </a:lnTo>
                  <a:lnTo>
                    <a:pt x="3390" y="318"/>
                  </a:lnTo>
                  <a:lnTo>
                    <a:pt x="3378" y="324"/>
                  </a:lnTo>
                  <a:lnTo>
                    <a:pt x="3366" y="336"/>
                  </a:lnTo>
                  <a:lnTo>
                    <a:pt x="3348" y="336"/>
                  </a:lnTo>
                  <a:lnTo>
                    <a:pt x="3318" y="342"/>
                  </a:lnTo>
                  <a:lnTo>
                    <a:pt x="3276" y="342"/>
                  </a:lnTo>
                  <a:lnTo>
                    <a:pt x="3246" y="348"/>
                  </a:lnTo>
                  <a:lnTo>
                    <a:pt x="3234" y="354"/>
                  </a:lnTo>
                  <a:lnTo>
                    <a:pt x="3216" y="354"/>
                  </a:lnTo>
                  <a:lnTo>
                    <a:pt x="3204" y="360"/>
                  </a:lnTo>
                  <a:lnTo>
                    <a:pt x="3186" y="360"/>
                  </a:lnTo>
                  <a:lnTo>
                    <a:pt x="3180" y="366"/>
                  </a:lnTo>
                  <a:lnTo>
                    <a:pt x="3174" y="366"/>
                  </a:lnTo>
                  <a:lnTo>
                    <a:pt x="3132" y="396"/>
                  </a:lnTo>
                  <a:lnTo>
                    <a:pt x="3114" y="396"/>
                  </a:lnTo>
                  <a:lnTo>
                    <a:pt x="3108" y="402"/>
                  </a:lnTo>
                  <a:lnTo>
                    <a:pt x="3102" y="402"/>
                  </a:lnTo>
                  <a:lnTo>
                    <a:pt x="3096" y="408"/>
                  </a:lnTo>
                  <a:lnTo>
                    <a:pt x="3102" y="414"/>
                  </a:lnTo>
                  <a:lnTo>
                    <a:pt x="3120" y="426"/>
                  </a:lnTo>
                  <a:lnTo>
                    <a:pt x="3132" y="438"/>
                  </a:lnTo>
                  <a:lnTo>
                    <a:pt x="3150" y="444"/>
                  </a:lnTo>
                  <a:lnTo>
                    <a:pt x="3156" y="450"/>
                  </a:lnTo>
                  <a:lnTo>
                    <a:pt x="3162" y="450"/>
                  </a:lnTo>
                  <a:lnTo>
                    <a:pt x="3120" y="462"/>
                  </a:lnTo>
                  <a:lnTo>
                    <a:pt x="3096" y="474"/>
                  </a:lnTo>
                  <a:lnTo>
                    <a:pt x="2994" y="474"/>
                  </a:lnTo>
                  <a:lnTo>
                    <a:pt x="2988" y="480"/>
                  </a:lnTo>
                  <a:lnTo>
                    <a:pt x="2952" y="468"/>
                  </a:lnTo>
                  <a:lnTo>
                    <a:pt x="2934" y="474"/>
                  </a:lnTo>
                  <a:lnTo>
                    <a:pt x="2880" y="474"/>
                  </a:lnTo>
                  <a:lnTo>
                    <a:pt x="2874" y="480"/>
                  </a:lnTo>
                  <a:lnTo>
                    <a:pt x="2874" y="498"/>
                  </a:lnTo>
                  <a:lnTo>
                    <a:pt x="2880" y="510"/>
                  </a:lnTo>
                  <a:lnTo>
                    <a:pt x="2892" y="522"/>
                  </a:lnTo>
                  <a:lnTo>
                    <a:pt x="2898" y="522"/>
                  </a:lnTo>
                  <a:lnTo>
                    <a:pt x="2904" y="528"/>
                  </a:lnTo>
                  <a:lnTo>
                    <a:pt x="2910" y="540"/>
                  </a:lnTo>
                  <a:lnTo>
                    <a:pt x="2916" y="546"/>
                  </a:lnTo>
                  <a:lnTo>
                    <a:pt x="2922" y="546"/>
                  </a:lnTo>
                  <a:lnTo>
                    <a:pt x="2928" y="552"/>
                  </a:lnTo>
                  <a:lnTo>
                    <a:pt x="2940" y="552"/>
                  </a:lnTo>
                  <a:lnTo>
                    <a:pt x="2952" y="558"/>
                  </a:lnTo>
                  <a:lnTo>
                    <a:pt x="2964" y="558"/>
                  </a:lnTo>
                  <a:lnTo>
                    <a:pt x="2976" y="564"/>
                  </a:lnTo>
                  <a:lnTo>
                    <a:pt x="2994" y="564"/>
                  </a:lnTo>
                  <a:lnTo>
                    <a:pt x="3012" y="570"/>
                  </a:lnTo>
                  <a:lnTo>
                    <a:pt x="3024" y="570"/>
                  </a:lnTo>
                  <a:lnTo>
                    <a:pt x="3036" y="576"/>
                  </a:lnTo>
                  <a:lnTo>
                    <a:pt x="3042" y="576"/>
                  </a:lnTo>
                  <a:lnTo>
                    <a:pt x="3054" y="588"/>
                  </a:lnTo>
                  <a:lnTo>
                    <a:pt x="3054" y="594"/>
                  </a:lnTo>
                  <a:lnTo>
                    <a:pt x="3060" y="600"/>
                  </a:lnTo>
                  <a:lnTo>
                    <a:pt x="3030" y="600"/>
                  </a:lnTo>
                  <a:lnTo>
                    <a:pt x="3012" y="606"/>
                  </a:lnTo>
                  <a:lnTo>
                    <a:pt x="3000" y="606"/>
                  </a:lnTo>
                  <a:lnTo>
                    <a:pt x="2964" y="588"/>
                  </a:lnTo>
                  <a:lnTo>
                    <a:pt x="2928" y="576"/>
                  </a:lnTo>
                  <a:lnTo>
                    <a:pt x="2904" y="570"/>
                  </a:lnTo>
                  <a:lnTo>
                    <a:pt x="2886" y="564"/>
                  </a:lnTo>
                  <a:lnTo>
                    <a:pt x="2862" y="564"/>
                  </a:lnTo>
                  <a:lnTo>
                    <a:pt x="2844" y="558"/>
                  </a:lnTo>
                  <a:lnTo>
                    <a:pt x="2802" y="558"/>
                  </a:lnTo>
                  <a:lnTo>
                    <a:pt x="2796" y="564"/>
                  </a:lnTo>
                  <a:lnTo>
                    <a:pt x="2796" y="576"/>
                  </a:lnTo>
                  <a:lnTo>
                    <a:pt x="2802" y="582"/>
                  </a:lnTo>
                  <a:lnTo>
                    <a:pt x="2808" y="582"/>
                  </a:lnTo>
                  <a:lnTo>
                    <a:pt x="2820" y="594"/>
                  </a:lnTo>
                  <a:lnTo>
                    <a:pt x="2784" y="594"/>
                  </a:lnTo>
                  <a:lnTo>
                    <a:pt x="2772" y="582"/>
                  </a:lnTo>
                  <a:lnTo>
                    <a:pt x="2754" y="582"/>
                  </a:lnTo>
                  <a:lnTo>
                    <a:pt x="2748" y="576"/>
                  </a:lnTo>
                  <a:lnTo>
                    <a:pt x="2724" y="576"/>
                  </a:lnTo>
                  <a:lnTo>
                    <a:pt x="2724" y="582"/>
                  </a:lnTo>
                  <a:lnTo>
                    <a:pt x="2730" y="600"/>
                  </a:lnTo>
                  <a:lnTo>
                    <a:pt x="2736" y="612"/>
                  </a:lnTo>
                  <a:lnTo>
                    <a:pt x="2748" y="618"/>
                  </a:lnTo>
                  <a:lnTo>
                    <a:pt x="2766" y="624"/>
                  </a:lnTo>
                  <a:lnTo>
                    <a:pt x="2802" y="624"/>
                  </a:lnTo>
                  <a:lnTo>
                    <a:pt x="2820" y="630"/>
                  </a:lnTo>
                  <a:lnTo>
                    <a:pt x="2844" y="630"/>
                  </a:lnTo>
                  <a:lnTo>
                    <a:pt x="2856" y="636"/>
                  </a:lnTo>
                  <a:lnTo>
                    <a:pt x="2862" y="648"/>
                  </a:lnTo>
                  <a:lnTo>
                    <a:pt x="2874" y="654"/>
                  </a:lnTo>
                  <a:lnTo>
                    <a:pt x="2844" y="654"/>
                  </a:lnTo>
                  <a:lnTo>
                    <a:pt x="2838" y="648"/>
                  </a:lnTo>
                  <a:lnTo>
                    <a:pt x="2826" y="642"/>
                  </a:lnTo>
                  <a:lnTo>
                    <a:pt x="2772" y="642"/>
                  </a:lnTo>
                  <a:lnTo>
                    <a:pt x="2760" y="636"/>
                  </a:lnTo>
                  <a:lnTo>
                    <a:pt x="2730" y="636"/>
                  </a:lnTo>
                  <a:lnTo>
                    <a:pt x="2724" y="624"/>
                  </a:lnTo>
                  <a:lnTo>
                    <a:pt x="2700" y="624"/>
                  </a:lnTo>
                  <a:lnTo>
                    <a:pt x="2694" y="606"/>
                  </a:lnTo>
                  <a:lnTo>
                    <a:pt x="2664" y="594"/>
                  </a:lnTo>
                  <a:lnTo>
                    <a:pt x="2670" y="588"/>
                  </a:lnTo>
                  <a:lnTo>
                    <a:pt x="2682" y="582"/>
                  </a:lnTo>
                  <a:lnTo>
                    <a:pt x="2688" y="576"/>
                  </a:lnTo>
                  <a:lnTo>
                    <a:pt x="2688" y="564"/>
                  </a:lnTo>
                  <a:lnTo>
                    <a:pt x="2658" y="534"/>
                  </a:lnTo>
                  <a:lnTo>
                    <a:pt x="2646" y="528"/>
                  </a:lnTo>
                  <a:lnTo>
                    <a:pt x="2616" y="528"/>
                  </a:lnTo>
                  <a:lnTo>
                    <a:pt x="2628" y="534"/>
                  </a:lnTo>
                  <a:lnTo>
                    <a:pt x="2652" y="558"/>
                  </a:lnTo>
                  <a:lnTo>
                    <a:pt x="2640" y="570"/>
                  </a:lnTo>
                  <a:lnTo>
                    <a:pt x="2616" y="582"/>
                  </a:lnTo>
                  <a:lnTo>
                    <a:pt x="2604" y="582"/>
                  </a:lnTo>
                  <a:lnTo>
                    <a:pt x="2586" y="624"/>
                  </a:lnTo>
                  <a:lnTo>
                    <a:pt x="2658" y="660"/>
                  </a:lnTo>
                  <a:lnTo>
                    <a:pt x="2676" y="660"/>
                  </a:lnTo>
                  <a:lnTo>
                    <a:pt x="2676" y="696"/>
                  </a:lnTo>
                  <a:lnTo>
                    <a:pt x="2670" y="708"/>
                  </a:lnTo>
                  <a:lnTo>
                    <a:pt x="2670" y="720"/>
                  </a:lnTo>
                  <a:lnTo>
                    <a:pt x="2676" y="738"/>
                  </a:lnTo>
                  <a:lnTo>
                    <a:pt x="2712" y="744"/>
                  </a:lnTo>
                  <a:lnTo>
                    <a:pt x="2712" y="768"/>
                  </a:lnTo>
                  <a:lnTo>
                    <a:pt x="2772" y="780"/>
                  </a:lnTo>
                  <a:lnTo>
                    <a:pt x="2778" y="780"/>
                  </a:lnTo>
                  <a:lnTo>
                    <a:pt x="2784" y="774"/>
                  </a:lnTo>
                  <a:lnTo>
                    <a:pt x="2796" y="774"/>
                  </a:lnTo>
                  <a:lnTo>
                    <a:pt x="2814" y="768"/>
                  </a:lnTo>
                  <a:lnTo>
                    <a:pt x="2850" y="768"/>
                  </a:lnTo>
                  <a:lnTo>
                    <a:pt x="2868" y="774"/>
                  </a:lnTo>
                  <a:lnTo>
                    <a:pt x="2874" y="780"/>
                  </a:lnTo>
                  <a:lnTo>
                    <a:pt x="2886" y="786"/>
                  </a:lnTo>
                  <a:lnTo>
                    <a:pt x="2904" y="786"/>
                  </a:lnTo>
                  <a:lnTo>
                    <a:pt x="2916" y="792"/>
                  </a:lnTo>
                  <a:lnTo>
                    <a:pt x="2952" y="804"/>
                  </a:lnTo>
                  <a:lnTo>
                    <a:pt x="2976" y="828"/>
                  </a:lnTo>
                  <a:lnTo>
                    <a:pt x="2976" y="834"/>
                  </a:lnTo>
                  <a:lnTo>
                    <a:pt x="2964" y="834"/>
                  </a:lnTo>
                  <a:lnTo>
                    <a:pt x="2958" y="840"/>
                  </a:lnTo>
                  <a:lnTo>
                    <a:pt x="2946" y="840"/>
                  </a:lnTo>
                  <a:lnTo>
                    <a:pt x="2940" y="846"/>
                  </a:lnTo>
                  <a:lnTo>
                    <a:pt x="2946" y="852"/>
                  </a:lnTo>
                  <a:lnTo>
                    <a:pt x="2958" y="858"/>
                  </a:lnTo>
                  <a:lnTo>
                    <a:pt x="2976" y="876"/>
                  </a:lnTo>
                  <a:lnTo>
                    <a:pt x="3024" y="876"/>
                  </a:lnTo>
                  <a:lnTo>
                    <a:pt x="3012" y="882"/>
                  </a:lnTo>
                  <a:lnTo>
                    <a:pt x="3006" y="882"/>
                  </a:lnTo>
                  <a:lnTo>
                    <a:pt x="2994" y="888"/>
                  </a:lnTo>
                  <a:lnTo>
                    <a:pt x="2970" y="888"/>
                  </a:lnTo>
                  <a:lnTo>
                    <a:pt x="2958" y="882"/>
                  </a:lnTo>
                  <a:lnTo>
                    <a:pt x="2952" y="876"/>
                  </a:lnTo>
                  <a:lnTo>
                    <a:pt x="2940" y="870"/>
                  </a:lnTo>
                  <a:lnTo>
                    <a:pt x="2940" y="858"/>
                  </a:lnTo>
                  <a:lnTo>
                    <a:pt x="2928" y="834"/>
                  </a:lnTo>
                  <a:lnTo>
                    <a:pt x="2916" y="822"/>
                  </a:lnTo>
                  <a:lnTo>
                    <a:pt x="2892" y="810"/>
                  </a:lnTo>
                  <a:lnTo>
                    <a:pt x="2886" y="804"/>
                  </a:lnTo>
                  <a:lnTo>
                    <a:pt x="2880" y="804"/>
                  </a:lnTo>
                  <a:lnTo>
                    <a:pt x="2874" y="798"/>
                  </a:lnTo>
                  <a:lnTo>
                    <a:pt x="2874" y="786"/>
                  </a:lnTo>
                  <a:lnTo>
                    <a:pt x="2868" y="780"/>
                  </a:lnTo>
                  <a:lnTo>
                    <a:pt x="2844" y="780"/>
                  </a:lnTo>
                  <a:lnTo>
                    <a:pt x="2832" y="786"/>
                  </a:lnTo>
                  <a:lnTo>
                    <a:pt x="2814" y="786"/>
                  </a:lnTo>
                  <a:lnTo>
                    <a:pt x="2802" y="792"/>
                  </a:lnTo>
                  <a:lnTo>
                    <a:pt x="2778" y="792"/>
                  </a:lnTo>
                  <a:lnTo>
                    <a:pt x="2760" y="810"/>
                  </a:lnTo>
                  <a:lnTo>
                    <a:pt x="2766" y="816"/>
                  </a:lnTo>
                  <a:lnTo>
                    <a:pt x="2772" y="828"/>
                  </a:lnTo>
                  <a:lnTo>
                    <a:pt x="2784" y="834"/>
                  </a:lnTo>
                  <a:lnTo>
                    <a:pt x="2802" y="852"/>
                  </a:lnTo>
                  <a:lnTo>
                    <a:pt x="2814" y="858"/>
                  </a:lnTo>
                  <a:lnTo>
                    <a:pt x="2814" y="864"/>
                  </a:lnTo>
                  <a:lnTo>
                    <a:pt x="2790" y="888"/>
                  </a:lnTo>
                  <a:lnTo>
                    <a:pt x="2784" y="888"/>
                  </a:lnTo>
                  <a:lnTo>
                    <a:pt x="2778" y="930"/>
                  </a:lnTo>
                  <a:lnTo>
                    <a:pt x="2736" y="948"/>
                  </a:lnTo>
                  <a:lnTo>
                    <a:pt x="2736" y="954"/>
                  </a:lnTo>
                  <a:lnTo>
                    <a:pt x="2730" y="966"/>
                  </a:lnTo>
                  <a:lnTo>
                    <a:pt x="2724" y="972"/>
                  </a:lnTo>
                  <a:lnTo>
                    <a:pt x="2694" y="972"/>
                  </a:lnTo>
                  <a:lnTo>
                    <a:pt x="2682" y="966"/>
                  </a:lnTo>
                  <a:lnTo>
                    <a:pt x="2652" y="966"/>
                  </a:lnTo>
                  <a:lnTo>
                    <a:pt x="2592" y="960"/>
                  </a:lnTo>
                  <a:lnTo>
                    <a:pt x="2586" y="960"/>
                  </a:lnTo>
                  <a:lnTo>
                    <a:pt x="2580" y="954"/>
                  </a:lnTo>
                  <a:lnTo>
                    <a:pt x="2568" y="948"/>
                  </a:lnTo>
                  <a:lnTo>
                    <a:pt x="2556" y="948"/>
                  </a:lnTo>
                  <a:lnTo>
                    <a:pt x="2544" y="936"/>
                  </a:lnTo>
                  <a:lnTo>
                    <a:pt x="2598" y="936"/>
                  </a:lnTo>
                  <a:lnTo>
                    <a:pt x="2616" y="942"/>
                  </a:lnTo>
                  <a:lnTo>
                    <a:pt x="2640" y="924"/>
                  </a:lnTo>
                  <a:lnTo>
                    <a:pt x="2652" y="924"/>
                  </a:lnTo>
                  <a:lnTo>
                    <a:pt x="2664" y="930"/>
                  </a:lnTo>
                  <a:lnTo>
                    <a:pt x="2682" y="930"/>
                  </a:lnTo>
                  <a:lnTo>
                    <a:pt x="2694" y="924"/>
                  </a:lnTo>
                  <a:lnTo>
                    <a:pt x="2694" y="906"/>
                  </a:lnTo>
                  <a:lnTo>
                    <a:pt x="2700" y="894"/>
                  </a:lnTo>
                  <a:lnTo>
                    <a:pt x="2700" y="882"/>
                  </a:lnTo>
                  <a:lnTo>
                    <a:pt x="2724" y="876"/>
                  </a:lnTo>
                  <a:lnTo>
                    <a:pt x="2724" y="852"/>
                  </a:lnTo>
                  <a:lnTo>
                    <a:pt x="2712" y="852"/>
                  </a:lnTo>
                  <a:lnTo>
                    <a:pt x="2718" y="846"/>
                  </a:lnTo>
                  <a:lnTo>
                    <a:pt x="2724" y="834"/>
                  </a:lnTo>
                  <a:lnTo>
                    <a:pt x="2724" y="822"/>
                  </a:lnTo>
                  <a:lnTo>
                    <a:pt x="2718" y="816"/>
                  </a:lnTo>
                  <a:lnTo>
                    <a:pt x="2712" y="816"/>
                  </a:lnTo>
                  <a:lnTo>
                    <a:pt x="2700" y="810"/>
                  </a:lnTo>
                  <a:lnTo>
                    <a:pt x="2682" y="810"/>
                  </a:lnTo>
                  <a:lnTo>
                    <a:pt x="2664" y="804"/>
                  </a:lnTo>
                  <a:lnTo>
                    <a:pt x="2652" y="804"/>
                  </a:lnTo>
                  <a:lnTo>
                    <a:pt x="2634" y="786"/>
                  </a:lnTo>
                  <a:lnTo>
                    <a:pt x="2634" y="744"/>
                  </a:lnTo>
                  <a:lnTo>
                    <a:pt x="2628" y="732"/>
                  </a:lnTo>
                  <a:lnTo>
                    <a:pt x="2616" y="720"/>
                  </a:lnTo>
                  <a:lnTo>
                    <a:pt x="2604" y="714"/>
                  </a:lnTo>
                  <a:lnTo>
                    <a:pt x="2598" y="702"/>
                  </a:lnTo>
                  <a:lnTo>
                    <a:pt x="2592" y="696"/>
                  </a:lnTo>
                  <a:lnTo>
                    <a:pt x="2586" y="660"/>
                  </a:lnTo>
                  <a:lnTo>
                    <a:pt x="2520" y="624"/>
                  </a:lnTo>
                  <a:lnTo>
                    <a:pt x="2532" y="612"/>
                  </a:lnTo>
                  <a:lnTo>
                    <a:pt x="2544" y="588"/>
                  </a:lnTo>
                  <a:lnTo>
                    <a:pt x="2544" y="576"/>
                  </a:lnTo>
                  <a:lnTo>
                    <a:pt x="2538" y="564"/>
                  </a:lnTo>
                  <a:lnTo>
                    <a:pt x="2514" y="540"/>
                  </a:lnTo>
                  <a:lnTo>
                    <a:pt x="2496" y="540"/>
                  </a:lnTo>
                  <a:lnTo>
                    <a:pt x="2484" y="534"/>
                  </a:lnTo>
                  <a:lnTo>
                    <a:pt x="2472" y="534"/>
                  </a:lnTo>
                  <a:lnTo>
                    <a:pt x="2340" y="522"/>
                  </a:lnTo>
                  <a:lnTo>
                    <a:pt x="2328" y="552"/>
                  </a:lnTo>
                  <a:lnTo>
                    <a:pt x="2346" y="570"/>
                  </a:lnTo>
                  <a:lnTo>
                    <a:pt x="2334" y="600"/>
                  </a:lnTo>
                  <a:lnTo>
                    <a:pt x="2280" y="624"/>
                  </a:lnTo>
                  <a:lnTo>
                    <a:pt x="2268" y="654"/>
                  </a:lnTo>
                  <a:lnTo>
                    <a:pt x="2304" y="660"/>
                  </a:lnTo>
                  <a:lnTo>
                    <a:pt x="2334" y="708"/>
                  </a:lnTo>
                  <a:lnTo>
                    <a:pt x="2322" y="726"/>
                  </a:lnTo>
                  <a:lnTo>
                    <a:pt x="2352" y="750"/>
                  </a:lnTo>
                  <a:lnTo>
                    <a:pt x="2388" y="744"/>
                  </a:lnTo>
                  <a:lnTo>
                    <a:pt x="2394" y="750"/>
                  </a:lnTo>
                  <a:lnTo>
                    <a:pt x="2400" y="762"/>
                  </a:lnTo>
                  <a:lnTo>
                    <a:pt x="2412" y="768"/>
                  </a:lnTo>
                  <a:lnTo>
                    <a:pt x="2418" y="774"/>
                  </a:lnTo>
                  <a:lnTo>
                    <a:pt x="2430" y="780"/>
                  </a:lnTo>
                  <a:lnTo>
                    <a:pt x="2472" y="780"/>
                  </a:lnTo>
                  <a:lnTo>
                    <a:pt x="2466" y="840"/>
                  </a:lnTo>
                  <a:lnTo>
                    <a:pt x="2448" y="816"/>
                  </a:lnTo>
                  <a:lnTo>
                    <a:pt x="2430" y="828"/>
                  </a:lnTo>
                  <a:lnTo>
                    <a:pt x="2418" y="822"/>
                  </a:lnTo>
                  <a:lnTo>
                    <a:pt x="2388" y="804"/>
                  </a:lnTo>
                  <a:lnTo>
                    <a:pt x="2352" y="792"/>
                  </a:lnTo>
                  <a:lnTo>
                    <a:pt x="2328" y="780"/>
                  </a:lnTo>
                  <a:lnTo>
                    <a:pt x="2268" y="780"/>
                  </a:lnTo>
                  <a:lnTo>
                    <a:pt x="2250" y="762"/>
                  </a:lnTo>
                  <a:lnTo>
                    <a:pt x="2244" y="780"/>
                  </a:lnTo>
                  <a:lnTo>
                    <a:pt x="2220" y="756"/>
                  </a:lnTo>
                  <a:lnTo>
                    <a:pt x="2214" y="756"/>
                  </a:lnTo>
                  <a:lnTo>
                    <a:pt x="2208" y="750"/>
                  </a:lnTo>
                  <a:lnTo>
                    <a:pt x="2196" y="744"/>
                  </a:lnTo>
                  <a:lnTo>
                    <a:pt x="2178" y="744"/>
                  </a:lnTo>
                  <a:lnTo>
                    <a:pt x="2154" y="732"/>
                  </a:lnTo>
                  <a:lnTo>
                    <a:pt x="2130" y="732"/>
                  </a:lnTo>
                  <a:lnTo>
                    <a:pt x="2118" y="738"/>
                  </a:lnTo>
                  <a:lnTo>
                    <a:pt x="2088" y="738"/>
                  </a:lnTo>
                  <a:lnTo>
                    <a:pt x="2076" y="732"/>
                  </a:lnTo>
                  <a:lnTo>
                    <a:pt x="2022" y="732"/>
                  </a:lnTo>
                  <a:lnTo>
                    <a:pt x="2016" y="738"/>
                  </a:lnTo>
                  <a:lnTo>
                    <a:pt x="2010" y="738"/>
                  </a:lnTo>
                  <a:lnTo>
                    <a:pt x="2004" y="744"/>
                  </a:lnTo>
                  <a:lnTo>
                    <a:pt x="2004" y="750"/>
                  </a:lnTo>
                  <a:lnTo>
                    <a:pt x="2016" y="762"/>
                  </a:lnTo>
                  <a:lnTo>
                    <a:pt x="2028" y="768"/>
                  </a:lnTo>
                  <a:lnTo>
                    <a:pt x="2040" y="780"/>
                  </a:lnTo>
                  <a:lnTo>
                    <a:pt x="2046" y="780"/>
                  </a:lnTo>
                  <a:lnTo>
                    <a:pt x="2022" y="810"/>
                  </a:lnTo>
                  <a:lnTo>
                    <a:pt x="2010" y="798"/>
                  </a:lnTo>
                  <a:lnTo>
                    <a:pt x="2010" y="828"/>
                  </a:lnTo>
                  <a:lnTo>
                    <a:pt x="1998" y="828"/>
                  </a:lnTo>
                  <a:lnTo>
                    <a:pt x="1986" y="822"/>
                  </a:lnTo>
                  <a:lnTo>
                    <a:pt x="1980" y="822"/>
                  </a:lnTo>
                  <a:lnTo>
                    <a:pt x="1974" y="816"/>
                  </a:lnTo>
                  <a:lnTo>
                    <a:pt x="1974" y="786"/>
                  </a:lnTo>
                  <a:lnTo>
                    <a:pt x="1968" y="780"/>
                  </a:lnTo>
                  <a:lnTo>
                    <a:pt x="1950" y="780"/>
                  </a:lnTo>
                  <a:lnTo>
                    <a:pt x="1938" y="786"/>
                  </a:lnTo>
                  <a:lnTo>
                    <a:pt x="1920" y="792"/>
                  </a:lnTo>
                  <a:lnTo>
                    <a:pt x="1908" y="804"/>
                  </a:lnTo>
                  <a:lnTo>
                    <a:pt x="1884" y="816"/>
                  </a:lnTo>
                  <a:lnTo>
                    <a:pt x="1866" y="816"/>
                  </a:lnTo>
                  <a:lnTo>
                    <a:pt x="1842" y="804"/>
                  </a:lnTo>
                  <a:lnTo>
                    <a:pt x="1824" y="804"/>
                  </a:lnTo>
                  <a:lnTo>
                    <a:pt x="1800" y="810"/>
                  </a:lnTo>
                  <a:lnTo>
                    <a:pt x="1782" y="816"/>
                  </a:lnTo>
                  <a:lnTo>
                    <a:pt x="1764" y="828"/>
                  </a:lnTo>
                  <a:lnTo>
                    <a:pt x="1752" y="834"/>
                  </a:lnTo>
                  <a:lnTo>
                    <a:pt x="1746" y="840"/>
                  </a:lnTo>
                  <a:lnTo>
                    <a:pt x="1680" y="840"/>
                  </a:lnTo>
                  <a:lnTo>
                    <a:pt x="1692" y="816"/>
                  </a:lnTo>
                  <a:lnTo>
                    <a:pt x="1692" y="780"/>
                  </a:lnTo>
                  <a:lnTo>
                    <a:pt x="1680" y="780"/>
                  </a:lnTo>
                  <a:lnTo>
                    <a:pt x="1668" y="786"/>
                  </a:lnTo>
                  <a:lnTo>
                    <a:pt x="1650" y="792"/>
                  </a:lnTo>
                  <a:lnTo>
                    <a:pt x="1638" y="792"/>
                  </a:lnTo>
                  <a:lnTo>
                    <a:pt x="1626" y="804"/>
                  </a:lnTo>
                  <a:lnTo>
                    <a:pt x="1626" y="816"/>
                  </a:lnTo>
                  <a:lnTo>
                    <a:pt x="1632" y="822"/>
                  </a:lnTo>
                  <a:lnTo>
                    <a:pt x="1632" y="828"/>
                  </a:lnTo>
                  <a:lnTo>
                    <a:pt x="1608" y="834"/>
                  </a:lnTo>
                  <a:lnTo>
                    <a:pt x="1608" y="810"/>
                  </a:lnTo>
                  <a:lnTo>
                    <a:pt x="1584" y="816"/>
                  </a:lnTo>
                  <a:lnTo>
                    <a:pt x="1530" y="822"/>
                  </a:lnTo>
                  <a:lnTo>
                    <a:pt x="1488" y="852"/>
                  </a:lnTo>
                  <a:lnTo>
                    <a:pt x="1440" y="858"/>
                  </a:lnTo>
                  <a:lnTo>
                    <a:pt x="1452" y="876"/>
                  </a:lnTo>
                  <a:lnTo>
                    <a:pt x="1440" y="876"/>
                  </a:lnTo>
                  <a:lnTo>
                    <a:pt x="1428" y="870"/>
                  </a:lnTo>
                  <a:lnTo>
                    <a:pt x="1422" y="870"/>
                  </a:lnTo>
                  <a:lnTo>
                    <a:pt x="1410" y="876"/>
                  </a:lnTo>
                  <a:lnTo>
                    <a:pt x="1404" y="882"/>
                  </a:lnTo>
                  <a:lnTo>
                    <a:pt x="1404" y="924"/>
                  </a:lnTo>
                  <a:lnTo>
                    <a:pt x="1332" y="930"/>
                  </a:lnTo>
                  <a:lnTo>
                    <a:pt x="1326" y="924"/>
                  </a:lnTo>
                  <a:lnTo>
                    <a:pt x="1314" y="918"/>
                  </a:lnTo>
                  <a:lnTo>
                    <a:pt x="1308" y="912"/>
                  </a:lnTo>
                  <a:lnTo>
                    <a:pt x="1266" y="912"/>
                  </a:lnTo>
                  <a:lnTo>
                    <a:pt x="1260" y="906"/>
                  </a:lnTo>
                  <a:lnTo>
                    <a:pt x="1260" y="876"/>
                  </a:lnTo>
                  <a:lnTo>
                    <a:pt x="1266" y="870"/>
                  </a:lnTo>
                  <a:lnTo>
                    <a:pt x="1266" y="864"/>
                  </a:lnTo>
                  <a:lnTo>
                    <a:pt x="1272" y="858"/>
                  </a:lnTo>
                  <a:lnTo>
                    <a:pt x="1284" y="864"/>
                  </a:lnTo>
                  <a:lnTo>
                    <a:pt x="1344" y="864"/>
                  </a:lnTo>
                  <a:lnTo>
                    <a:pt x="1332" y="858"/>
                  </a:lnTo>
                  <a:lnTo>
                    <a:pt x="1326" y="846"/>
                  </a:lnTo>
                  <a:lnTo>
                    <a:pt x="1314" y="840"/>
                  </a:lnTo>
                  <a:lnTo>
                    <a:pt x="1302" y="828"/>
                  </a:lnTo>
                  <a:lnTo>
                    <a:pt x="1290" y="822"/>
                  </a:lnTo>
                  <a:lnTo>
                    <a:pt x="1278" y="810"/>
                  </a:lnTo>
                  <a:lnTo>
                    <a:pt x="1152" y="810"/>
                  </a:lnTo>
                  <a:lnTo>
                    <a:pt x="1164" y="822"/>
                  </a:lnTo>
                  <a:lnTo>
                    <a:pt x="1188" y="822"/>
                  </a:lnTo>
                  <a:lnTo>
                    <a:pt x="1200" y="828"/>
                  </a:lnTo>
                  <a:lnTo>
                    <a:pt x="1200" y="846"/>
                  </a:lnTo>
                  <a:lnTo>
                    <a:pt x="1194" y="864"/>
                  </a:lnTo>
                  <a:lnTo>
                    <a:pt x="1194" y="876"/>
                  </a:lnTo>
                  <a:lnTo>
                    <a:pt x="1188" y="894"/>
                  </a:lnTo>
                  <a:lnTo>
                    <a:pt x="1188" y="918"/>
                  </a:lnTo>
                  <a:lnTo>
                    <a:pt x="1194" y="918"/>
                  </a:lnTo>
                  <a:lnTo>
                    <a:pt x="1206" y="924"/>
                  </a:lnTo>
                  <a:lnTo>
                    <a:pt x="1230" y="924"/>
                  </a:lnTo>
                  <a:lnTo>
                    <a:pt x="1236" y="930"/>
                  </a:lnTo>
                  <a:lnTo>
                    <a:pt x="1242" y="930"/>
                  </a:lnTo>
                  <a:lnTo>
                    <a:pt x="1236" y="966"/>
                  </a:lnTo>
                  <a:lnTo>
                    <a:pt x="1248" y="996"/>
                  </a:lnTo>
                  <a:lnTo>
                    <a:pt x="1212" y="972"/>
                  </a:lnTo>
                  <a:lnTo>
                    <a:pt x="1194" y="996"/>
                  </a:lnTo>
                  <a:lnTo>
                    <a:pt x="1188" y="966"/>
                  </a:lnTo>
                  <a:lnTo>
                    <a:pt x="1116" y="948"/>
                  </a:lnTo>
                  <a:lnTo>
                    <a:pt x="1086" y="984"/>
                  </a:lnTo>
                  <a:lnTo>
                    <a:pt x="1062" y="984"/>
                  </a:lnTo>
                  <a:lnTo>
                    <a:pt x="1056" y="996"/>
                  </a:lnTo>
                  <a:lnTo>
                    <a:pt x="1044" y="1002"/>
                  </a:lnTo>
                  <a:lnTo>
                    <a:pt x="1038" y="1008"/>
                  </a:lnTo>
                  <a:lnTo>
                    <a:pt x="1026" y="1014"/>
                  </a:lnTo>
                  <a:lnTo>
                    <a:pt x="1014" y="1014"/>
                  </a:lnTo>
                  <a:lnTo>
                    <a:pt x="1002" y="1020"/>
                  </a:lnTo>
                  <a:lnTo>
                    <a:pt x="1002" y="1032"/>
                  </a:lnTo>
                  <a:lnTo>
                    <a:pt x="1008" y="1038"/>
                  </a:lnTo>
                  <a:lnTo>
                    <a:pt x="1020" y="1044"/>
                  </a:lnTo>
                  <a:lnTo>
                    <a:pt x="1032" y="1056"/>
                  </a:lnTo>
                  <a:lnTo>
                    <a:pt x="1044" y="1062"/>
                  </a:lnTo>
                  <a:lnTo>
                    <a:pt x="1050" y="1068"/>
                  </a:lnTo>
                  <a:lnTo>
                    <a:pt x="1062" y="1074"/>
                  </a:lnTo>
                  <a:lnTo>
                    <a:pt x="1080" y="1104"/>
                  </a:lnTo>
                  <a:lnTo>
                    <a:pt x="1050" y="1086"/>
                  </a:lnTo>
                  <a:lnTo>
                    <a:pt x="1038" y="1092"/>
                  </a:lnTo>
                  <a:lnTo>
                    <a:pt x="1032" y="1098"/>
                  </a:lnTo>
                  <a:lnTo>
                    <a:pt x="1020" y="1098"/>
                  </a:lnTo>
                  <a:lnTo>
                    <a:pt x="1008" y="1092"/>
                  </a:lnTo>
                  <a:lnTo>
                    <a:pt x="996" y="1092"/>
                  </a:lnTo>
                  <a:lnTo>
                    <a:pt x="978" y="1086"/>
                  </a:lnTo>
                  <a:lnTo>
                    <a:pt x="966" y="1080"/>
                  </a:lnTo>
                  <a:lnTo>
                    <a:pt x="948" y="1080"/>
                  </a:lnTo>
                  <a:lnTo>
                    <a:pt x="936" y="1074"/>
                  </a:lnTo>
                  <a:lnTo>
                    <a:pt x="924" y="1074"/>
                  </a:lnTo>
                  <a:lnTo>
                    <a:pt x="918" y="1068"/>
                  </a:lnTo>
                  <a:lnTo>
                    <a:pt x="918" y="1056"/>
                  </a:lnTo>
                  <a:lnTo>
                    <a:pt x="906" y="1050"/>
                  </a:lnTo>
                  <a:lnTo>
                    <a:pt x="888" y="1050"/>
                  </a:lnTo>
                  <a:lnTo>
                    <a:pt x="864" y="1062"/>
                  </a:lnTo>
                  <a:lnTo>
                    <a:pt x="858" y="1068"/>
                  </a:lnTo>
                  <a:lnTo>
                    <a:pt x="840" y="1068"/>
                  </a:lnTo>
                  <a:lnTo>
                    <a:pt x="882" y="1104"/>
                  </a:lnTo>
                  <a:lnTo>
                    <a:pt x="900" y="1104"/>
                  </a:lnTo>
                  <a:lnTo>
                    <a:pt x="912" y="1110"/>
                  </a:lnTo>
                  <a:lnTo>
                    <a:pt x="924" y="1110"/>
                  </a:lnTo>
                  <a:lnTo>
                    <a:pt x="936" y="1116"/>
                  </a:lnTo>
                  <a:lnTo>
                    <a:pt x="942" y="1116"/>
                  </a:lnTo>
                  <a:lnTo>
                    <a:pt x="942" y="1122"/>
                  </a:lnTo>
                  <a:lnTo>
                    <a:pt x="936" y="1134"/>
                  </a:lnTo>
                  <a:lnTo>
                    <a:pt x="924" y="1140"/>
                  </a:lnTo>
                  <a:lnTo>
                    <a:pt x="918" y="1146"/>
                  </a:lnTo>
                  <a:lnTo>
                    <a:pt x="852" y="1128"/>
                  </a:lnTo>
                  <a:lnTo>
                    <a:pt x="840" y="1122"/>
                  </a:lnTo>
                  <a:lnTo>
                    <a:pt x="834" y="1116"/>
                  </a:lnTo>
                  <a:lnTo>
                    <a:pt x="822" y="1110"/>
                  </a:lnTo>
                  <a:lnTo>
                    <a:pt x="762" y="1110"/>
                  </a:lnTo>
                  <a:lnTo>
                    <a:pt x="756" y="1104"/>
                  </a:lnTo>
                  <a:lnTo>
                    <a:pt x="756" y="1056"/>
                  </a:lnTo>
                  <a:lnTo>
                    <a:pt x="738" y="1044"/>
                  </a:lnTo>
                  <a:lnTo>
                    <a:pt x="750" y="1032"/>
                  </a:lnTo>
                  <a:lnTo>
                    <a:pt x="756" y="1020"/>
                  </a:lnTo>
                  <a:lnTo>
                    <a:pt x="756" y="1002"/>
                  </a:lnTo>
                  <a:lnTo>
                    <a:pt x="738" y="990"/>
                  </a:lnTo>
                  <a:lnTo>
                    <a:pt x="702" y="978"/>
                  </a:lnTo>
                  <a:lnTo>
                    <a:pt x="672" y="972"/>
                  </a:lnTo>
                  <a:lnTo>
                    <a:pt x="660" y="966"/>
                  </a:lnTo>
                  <a:lnTo>
                    <a:pt x="630" y="948"/>
                  </a:lnTo>
                  <a:lnTo>
                    <a:pt x="606" y="930"/>
                  </a:lnTo>
                  <a:lnTo>
                    <a:pt x="594" y="912"/>
                  </a:lnTo>
                  <a:lnTo>
                    <a:pt x="630" y="912"/>
                  </a:lnTo>
                  <a:lnTo>
                    <a:pt x="630" y="924"/>
                  </a:lnTo>
                  <a:lnTo>
                    <a:pt x="642" y="924"/>
                  </a:lnTo>
                  <a:lnTo>
                    <a:pt x="654" y="930"/>
                  </a:lnTo>
                  <a:lnTo>
                    <a:pt x="672" y="930"/>
                  </a:lnTo>
                  <a:lnTo>
                    <a:pt x="690" y="936"/>
                  </a:lnTo>
                  <a:lnTo>
                    <a:pt x="720" y="936"/>
                  </a:lnTo>
                  <a:lnTo>
                    <a:pt x="732" y="942"/>
                  </a:lnTo>
                  <a:lnTo>
                    <a:pt x="738" y="954"/>
                  </a:lnTo>
                  <a:lnTo>
                    <a:pt x="762" y="966"/>
                  </a:lnTo>
                  <a:lnTo>
                    <a:pt x="816" y="966"/>
                  </a:lnTo>
                  <a:lnTo>
                    <a:pt x="846" y="972"/>
                  </a:lnTo>
                  <a:lnTo>
                    <a:pt x="858" y="972"/>
                  </a:lnTo>
                  <a:lnTo>
                    <a:pt x="870" y="978"/>
                  </a:lnTo>
                  <a:lnTo>
                    <a:pt x="894" y="984"/>
                  </a:lnTo>
                  <a:lnTo>
                    <a:pt x="930" y="990"/>
                  </a:lnTo>
                  <a:lnTo>
                    <a:pt x="978" y="984"/>
                  </a:lnTo>
                  <a:lnTo>
                    <a:pt x="1026" y="972"/>
                  </a:lnTo>
                  <a:lnTo>
                    <a:pt x="1062" y="954"/>
                  </a:lnTo>
                  <a:lnTo>
                    <a:pt x="1080" y="936"/>
                  </a:lnTo>
                  <a:lnTo>
                    <a:pt x="1074" y="912"/>
                  </a:lnTo>
                  <a:lnTo>
                    <a:pt x="1032" y="870"/>
                  </a:lnTo>
                  <a:lnTo>
                    <a:pt x="1014" y="858"/>
                  </a:lnTo>
                  <a:lnTo>
                    <a:pt x="996" y="852"/>
                  </a:lnTo>
                  <a:lnTo>
                    <a:pt x="948" y="840"/>
                  </a:lnTo>
                  <a:lnTo>
                    <a:pt x="900" y="822"/>
                  </a:lnTo>
                  <a:lnTo>
                    <a:pt x="828" y="798"/>
                  </a:lnTo>
                  <a:lnTo>
                    <a:pt x="792" y="780"/>
                  </a:lnTo>
                  <a:lnTo>
                    <a:pt x="756" y="774"/>
                  </a:lnTo>
                  <a:lnTo>
                    <a:pt x="624" y="774"/>
                  </a:lnTo>
                  <a:lnTo>
                    <a:pt x="612" y="756"/>
                  </a:lnTo>
                  <a:lnTo>
                    <a:pt x="588" y="762"/>
                  </a:lnTo>
                  <a:lnTo>
                    <a:pt x="552" y="744"/>
                  </a:lnTo>
                  <a:lnTo>
                    <a:pt x="588" y="738"/>
                  </a:lnTo>
                  <a:lnTo>
                    <a:pt x="606" y="726"/>
                  </a:lnTo>
                  <a:lnTo>
                    <a:pt x="600" y="726"/>
                  </a:lnTo>
                  <a:lnTo>
                    <a:pt x="594" y="720"/>
                  </a:lnTo>
                  <a:lnTo>
                    <a:pt x="582" y="720"/>
                  </a:lnTo>
                  <a:lnTo>
                    <a:pt x="564" y="714"/>
                  </a:lnTo>
                  <a:lnTo>
                    <a:pt x="546" y="714"/>
                  </a:lnTo>
                  <a:lnTo>
                    <a:pt x="534" y="708"/>
                  </a:lnTo>
                  <a:lnTo>
                    <a:pt x="522" y="720"/>
                  </a:lnTo>
                  <a:lnTo>
                    <a:pt x="522" y="726"/>
                  </a:lnTo>
                  <a:lnTo>
                    <a:pt x="516" y="732"/>
                  </a:lnTo>
                  <a:lnTo>
                    <a:pt x="498" y="732"/>
                  </a:lnTo>
                  <a:lnTo>
                    <a:pt x="486" y="744"/>
                  </a:lnTo>
                  <a:lnTo>
                    <a:pt x="450" y="744"/>
                  </a:lnTo>
                  <a:lnTo>
                    <a:pt x="444" y="756"/>
                  </a:lnTo>
                  <a:lnTo>
                    <a:pt x="420" y="762"/>
                  </a:lnTo>
                  <a:lnTo>
                    <a:pt x="420" y="768"/>
                  </a:lnTo>
                  <a:lnTo>
                    <a:pt x="414" y="780"/>
                  </a:lnTo>
                  <a:lnTo>
                    <a:pt x="390" y="780"/>
                  </a:lnTo>
                  <a:lnTo>
                    <a:pt x="384" y="792"/>
                  </a:lnTo>
                  <a:lnTo>
                    <a:pt x="396" y="804"/>
                  </a:lnTo>
                  <a:lnTo>
                    <a:pt x="396" y="810"/>
                  </a:lnTo>
                  <a:lnTo>
                    <a:pt x="378" y="810"/>
                  </a:lnTo>
                  <a:lnTo>
                    <a:pt x="378" y="822"/>
                  </a:lnTo>
                  <a:lnTo>
                    <a:pt x="384" y="834"/>
                  </a:lnTo>
                  <a:lnTo>
                    <a:pt x="384" y="840"/>
                  </a:lnTo>
                  <a:lnTo>
                    <a:pt x="390" y="846"/>
                  </a:lnTo>
                  <a:lnTo>
                    <a:pt x="396" y="846"/>
                  </a:lnTo>
                  <a:lnTo>
                    <a:pt x="402" y="840"/>
                  </a:lnTo>
                  <a:lnTo>
                    <a:pt x="420" y="840"/>
                  </a:lnTo>
                  <a:lnTo>
                    <a:pt x="468" y="888"/>
                  </a:lnTo>
                  <a:lnTo>
                    <a:pt x="468" y="900"/>
                  </a:lnTo>
                  <a:lnTo>
                    <a:pt x="462" y="900"/>
                  </a:lnTo>
                  <a:lnTo>
                    <a:pt x="450" y="906"/>
                  </a:lnTo>
                  <a:lnTo>
                    <a:pt x="444" y="906"/>
                  </a:lnTo>
                  <a:lnTo>
                    <a:pt x="444" y="918"/>
                  </a:lnTo>
                  <a:lnTo>
                    <a:pt x="438" y="918"/>
                  </a:lnTo>
                  <a:lnTo>
                    <a:pt x="426" y="924"/>
                  </a:lnTo>
                  <a:lnTo>
                    <a:pt x="420" y="930"/>
                  </a:lnTo>
                  <a:lnTo>
                    <a:pt x="438" y="948"/>
                  </a:lnTo>
                  <a:lnTo>
                    <a:pt x="450" y="954"/>
                  </a:lnTo>
                  <a:lnTo>
                    <a:pt x="456" y="966"/>
                  </a:lnTo>
                  <a:lnTo>
                    <a:pt x="468" y="972"/>
                  </a:lnTo>
                  <a:lnTo>
                    <a:pt x="492" y="996"/>
                  </a:lnTo>
                  <a:lnTo>
                    <a:pt x="504" y="1002"/>
                  </a:lnTo>
                  <a:lnTo>
                    <a:pt x="510" y="1008"/>
                  </a:lnTo>
                  <a:lnTo>
                    <a:pt x="510" y="1014"/>
                  </a:lnTo>
                  <a:lnTo>
                    <a:pt x="504" y="1020"/>
                  </a:lnTo>
                  <a:lnTo>
                    <a:pt x="492" y="1020"/>
                  </a:lnTo>
                  <a:lnTo>
                    <a:pt x="480" y="1014"/>
                  </a:lnTo>
                  <a:lnTo>
                    <a:pt x="474" y="1014"/>
                  </a:lnTo>
                  <a:lnTo>
                    <a:pt x="468" y="1044"/>
                  </a:lnTo>
                  <a:lnTo>
                    <a:pt x="480" y="1056"/>
                  </a:lnTo>
                  <a:lnTo>
                    <a:pt x="480" y="1068"/>
                  </a:lnTo>
                  <a:lnTo>
                    <a:pt x="492" y="1068"/>
                  </a:lnTo>
                  <a:lnTo>
                    <a:pt x="498" y="1074"/>
                  </a:lnTo>
                  <a:lnTo>
                    <a:pt x="504" y="1074"/>
                  </a:lnTo>
                  <a:lnTo>
                    <a:pt x="510" y="1080"/>
                  </a:lnTo>
                  <a:lnTo>
                    <a:pt x="510" y="1086"/>
                  </a:lnTo>
                  <a:lnTo>
                    <a:pt x="504" y="1092"/>
                  </a:lnTo>
                  <a:lnTo>
                    <a:pt x="498" y="1104"/>
                  </a:lnTo>
                  <a:lnTo>
                    <a:pt x="522" y="1110"/>
                  </a:lnTo>
                  <a:lnTo>
                    <a:pt x="534" y="1116"/>
                  </a:lnTo>
                  <a:lnTo>
                    <a:pt x="540" y="1122"/>
                  </a:lnTo>
                  <a:lnTo>
                    <a:pt x="540" y="1128"/>
                  </a:lnTo>
                  <a:lnTo>
                    <a:pt x="516" y="1152"/>
                  </a:lnTo>
                  <a:lnTo>
                    <a:pt x="510" y="1152"/>
                  </a:lnTo>
                  <a:lnTo>
                    <a:pt x="582" y="1188"/>
                  </a:lnTo>
                  <a:lnTo>
                    <a:pt x="588" y="1200"/>
                  </a:lnTo>
                  <a:lnTo>
                    <a:pt x="594" y="1206"/>
                  </a:lnTo>
                  <a:lnTo>
                    <a:pt x="600" y="1218"/>
                  </a:lnTo>
                  <a:lnTo>
                    <a:pt x="600" y="1230"/>
                  </a:lnTo>
                  <a:lnTo>
                    <a:pt x="594" y="1236"/>
                  </a:lnTo>
                  <a:lnTo>
                    <a:pt x="588" y="1248"/>
                  </a:lnTo>
                  <a:lnTo>
                    <a:pt x="552" y="1284"/>
                  </a:lnTo>
                  <a:lnTo>
                    <a:pt x="546" y="1284"/>
                  </a:lnTo>
                  <a:lnTo>
                    <a:pt x="486" y="1344"/>
                  </a:lnTo>
                  <a:lnTo>
                    <a:pt x="426" y="1374"/>
                  </a:lnTo>
                  <a:lnTo>
                    <a:pt x="432" y="1386"/>
                  </a:lnTo>
                  <a:lnTo>
                    <a:pt x="462" y="1368"/>
                  </a:lnTo>
                  <a:lnTo>
                    <a:pt x="468" y="1386"/>
                  </a:lnTo>
                  <a:lnTo>
                    <a:pt x="480" y="1398"/>
                  </a:lnTo>
                  <a:lnTo>
                    <a:pt x="492" y="1404"/>
                  </a:lnTo>
                  <a:lnTo>
                    <a:pt x="498" y="1410"/>
                  </a:lnTo>
                  <a:lnTo>
                    <a:pt x="546" y="1410"/>
                  </a:lnTo>
                  <a:lnTo>
                    <a:pt x="558" y="1428"/>
                  </a:lnTo>
                  <a:lnTo>
                    <a:pt x="546" y="1428"/>
                  </a:lnTo>
                  <a:lnTo>
                    <a:pt x="534" y="1422"/>
                  </a:lnTo>
                  <a:lnTo>
                    <a:pt x="504" y="1422"/>
                  </a:lnTo>
                  <a:lnTo>
                    <a:pt x="492" y="1434"/>
                  </a:lnTo>
                  <a:lnTo>
                    <a:pt x="492" y="1440"/>
                  </a:lnTo>
                  <a:lnTo>
                    <a:pt x="456" y="1440"/>
                  </a:lnTo>
                  <a:lnTo>
                    <a:pt x="450" y="1470"/>
                  </a:lnTo>
                  <a:lnTo>
                    <a:pt x="438" y="1470"/>
                  </a:lnTo>
                  <a:lnTo>
                    <a:pt x="432" y="1482"/>
                  </a:lnTo>
                  <a:lnTo>
                    <a:pt x="438" y="1494"/>
                  </a:lnTo>
                  <a:lnTo>
                    <a:pt x="432" y="1500"/>
                  </a:lnTo>
                  <a:lnTo>
                    <a:pt x="426" y="1500"/>
                  </a:lnTo>
                  <a:lnTo>
                    <a:pt x="414" y="1512"/>
                  </a:lnTo>
                  <a:lnTo>
                    <a:pt x="414" y="1530"/>
                  </a:lnTo>
                  <a:lnTo>
                    <a:pt x="432" y="1536"/>
                  </a:lnTo>
                  <a:lnTo>
                    <a:pt x="420" y="1560"/>
                  </a:lnTo>
                  <a:lnTo>
                    <a:pt x="432" y="1566"/>
                  </a:lnTo>
                  <a:lnTo>
                    <a:pt x="444" y="1584"/>
                  </a:lnTo>
                  <a:lnTo>
                    <a:pt x="426" y="1596"/>
                  </a:lnTo>
                  <a:lnTo>
                    <a:pt x="426" y="1608"/>
                  </a:lnTo>
                  <a:lnTo>
                    <a:pt x="432" y="1608"/>
                  </a:lnTo>
                  <a:lnTo>
                    <a:pt x="444" y="1620"/>
                  </a:lnTo>
                  <a:lnTo>
                    <a:pt x="456" y="1626"/>
                  </a:lnTo>
                  <a:lnTo>
                    <a:pt x="462" y="1632"/>
                  </a:lnTo>
                  <a:lnTo>
                    <a:pt x="462" y="1638"/>
                  </a:lnTo>
                  <a:lnTo>
                    <a:pt x="444" y="1638"/>
                  </a:lnTo>
                  <a:lnTo>
                    <a:pt x="438" y="1656"/>
                  </a:lnTo>
                  <a:lnTo>
                    <a:pt x="462" y="1662"/>
                  </a:lnTo>
                  <a:lnTo>
                    <a:pt x="468" y="1668"/>
                  </a:lnTo>
                  <a:lnTo>
                    <a:pt x="474" y="1680"/>
                  </a:lnTo>
                  <a:lnTo>
                    <a:pt x="486" y="1692"/>
                  </a:lnTo>
                  <a:lnTo>
                    <a:pt x="486" y="1716"/>
                  </a:lnTo>
                  <a:lnTo>
                    <a:pt x="510" y="1716"/>
                  </a:lnTo>
                  <a:lnTo>
                    <a:pt x="516" y="1722"/>
                  </a:lnTo>
                  <a:lnTo>
                    <a:pt x="516" y="1728"/>
                  </a:lnTo>
                  <a:lnTo>
                    <a:pt x="528" y="1722"/>
                  </a:lnTo>
                  <a:lnTo>
                    <a:pt x="564" y="1728"/>
                  </a:lnTo>
                  <a:lnTo>
                    <a:pt x="570" y="1746"/>
                  </a:lnTo>
                  <a:lnTo>
                    <a:pt x="600" y="1728"/>
                  </a:lnTo>
                  <a:lnTo>
                    <a:pt x="606" y="1728"/>
                  </a:lnTo>
                  <a:lnTo>
                    <a:pt x="612" y="1734"/>
                  </a:lnTo>
                  <a:lnTo>
                    <a:pt x="648" y="1752"/>
                  </a:lnTo>
                  <a:lnTo>
                    <a:pt x="654" y="1758"/>
                  </a:lnTo>
                  <a:lnTo>
                    <a:pt x="654" y="1770"/>
                  </a:lnTo>
                  <a:lnTo>
                    <a:pt x="648" y="1776"/>
                  </a:lnTo>
                  <a:lnTo>
                    <a:pt x="660" y="1794"/>
                  </a:lnTo>
                  <a:lnTo>
                    <a:pt x="654" y="1812"/>
                  </a:lnTo>
                  <a:lnTo>
                    <a:pt x="660" y="1818"/>
                  </a:lnTo>
                  <a:lnTo>
                    <a:pt x="672" y="1824"/>
                  </a:lnTo>
                  <a:lnTo>
                    <a:pt x="690" y="1842"/>
                  </a:lnTo>
                  <a:lnTo>
                    <a:pt x="690" y="1854"/>
                  </a:lnTo>
                  <a:lnTo>
                    <a:pt x="720" y="1866"/>
                  </a:lnTo>
                  <a:lnTo>
                    <a:pt x="720" y="1890"/>
                  </a:lnTo>
                  <a:lnTo>
                    <a:pt x="756" y="1890"/>
                  </a:lnTo>
                  <a:lnTo>
                    <a:pt x="762" y="1896"/>
                  </a:lnTo>
                  <a:lnTo>
                    <a:pt x="768" y="1896"/>
                  </a:lnTo>
                  <a:lnTo>
                    <a:pt x="768" y="1902"/>
                  </a:lnTo>
                  <a:lnTo>
                    <a:pt x="762" y="1908"/>
                  </a:lnTo>
                  <a:lnTo>
                    <a:pt x="786" y="1920"/>
                  </a:lnTo>
                  <a:lnTo>
                    <a:pt x="774" y="1926"/>
                  </a:lnTo>
                  <a:lnTo>
                    <a:pt x="768" y="1938"/>
                  </a:lnTo>
                  <a:lnTo>
                    <a:pt x="744" y="1950"/>
                  </a:lnTo>
                  <a:lnTo>
                    <a:pt x="738" y="1950"/>
                  </a:lnTo>
                  <a:lnTo>
                    <a:pt x="732" y="1944"/>
                  </a:lnTo>
                  <a:lnTo>
                    <a:pt x="726" y="1944"/>
                  </a:lnTo>
                  <a:lnTo>
                    <a:pt x="726" y="1938"/>
                  </a:lnTo>
                  <a:lnTo>
                    <a:pt x="702" y="1938"/>
                  </a:lnTo>
                  <a:lnTo>
                    <a:pt x="696" y="1944"/>
                  </a:lnTo>
                  <a:lnTo>
                    <a:pt x="696" y="1950"/>
                  </a:lnTo>
                  <a:lnTo>
                    <a:pt x="720" y="1974"/>
                  </a:lnTo>
                  <a:lnTo>
                    <a:pt x="720" y="1992"/>
                  </a:lnTo>
                  <a:lnTo>
                    <a:pt x="726" y="1998"/>
                  </a:lnTo>
                  <a:lnTo>
                    <a:pt x="732" y="2010"/>
                  </a:lnTo>
                  <a:lnTo>
                    <a:pt x="732" y="2028"/>
                  </a:lnTo>
                  <a:lnTo>
                    <a:pt x="720" y="2028"/>
                  </a:lnTo>
                  <a:lnTo>
                    <a:pt x="714" y="2022"/>
                  </a:lnTo>
                  <a:lnTo>
                    <a:pt x="708" y="2022"/>
                  </a:lnTo>
                  <a:lnTo>
                    <a:pt x="720" y="2028"/>
                  </a:lnTo>
                  <a:lnTo>
                    <a:pt x="768" y="2028"/>
                  </a:lnTo>
                  <a:lnTo>
                    <a:pt x="774" y="2022"/>
                  </a:lnTo>
                  <a:lnTo>
                    <a:pt x="774" y="2010"/>
                  </a:lnTo>
                  <a:lnTo>
                    <a:pt x="804" y="2010"/>
                  </a:lnTo>
                  <a:lnTo>
                    <a:pt x="816" y="2004"/>
                  </a:lnTo>
                  <a:lnTo>
                    <a:pt x="864" y="2004"/>
                  </a:lnTo>
                  <a:lnTo>
                    <a:pt x="870" y="2022"/>
                  </a:lnTo>
                  <a:lnTo>
                    <a:pt x="876" y="2022"/>
                  </a:lnTo>
                  <a:lnTo>
                    <a:pt x="882" y="2028"/>
                  </a:lnTo>
                  <a:lnTo>
                    <a:pt x="894" y="2034"/>
                  </a:lnTo>
                  <a:lnTo>
                    <a:pt x="900" y="2034"/>
                  </a:lnTo>
                  <a:lnTo>
                    <a:pt x="900" y="2046"/>
                  </a:lnTo>
                  <a:lnTo>
                    <a:pt x="894" y="2052"/>
                  </a:lnTo>
                  <a:lnTo>
                    <a:pt x="888" y="2052"/>
                  </a:lnTo>
                  <a:lnTo>
                    <a:pt x="894" y="2070"/>
                  </a:lnTo>
                  <a:lnTo>
                    <a:pt x="894" y="2088"/>
                  </a:lnTo>
                  <a:lnTo>
                    <a:pt x="930" y="2088"/>
                  </a:lnTo>
                  <a:lnTo>
                    <a:pt x="972" y="2106"/>
                  </a:lnTo>
                  <a:lnTo>
                    <a:pt x="984" y="2154"/>
                  </a:lnTo>
                  <a:lnTo>
                    <a:pt x="990" y="2154"/>
                  </a:lnTo>
                  <a:lnTo>
                    <a:pt x="1014" y="2148"/>
                  </a:lnTo>
                  <a:lnTo>
                    <a:pt x="1020" y="2154"/>
                  </a:lnTo>
                  <a:lnTo>
                    <a:pt x="1032" y="2154"/>
                  </a:lnTo>
                  <a:lnTo>
                    <a:pt x="1038" y="2160"/>
                  </a:lnTo>
                  <a:lnTo>
                    <a:pt x="1086" y="2160"/>
                  </a:lnTo>
                  <a:lnTo>
                    <a:pt x="1092" y="2166"/>
                  </a:lnTo>
                  <a:lnTo>
                    <a:pt x="1092" y="2160"/>
                  </a:lnTo>
                  <a:lnTo>
                    <a:pt x="1098" y="2154"/>
                  </a:lnTo>
                  <a:lnTo>
                    <a:pt x="1110" y="2154"/>
                  </a:lnTo>
                  <a:lnTo>
                    <a:pt x="1116" y="2166"/>
                  </a:lnTo>
                  <a:lnTo>
                    <a:pt x="1140" y="2190"/>
                  </a:lnTo>
                  <a:lnTo>
                    <a:pt x="1152" y="2184"/>
                  </a:lnTo>
                  <a:lnTo>
                    <a:pt x="1170" y="2184"/>
                  </a:lnTo>
                  <a:lnTo>
                    <a:pt x="1176" y="2190"/>
                  </a:lnTo>
                  <a:lnTo>
                    <a:pt x="1188" y="2196"/>
                  </a:lnTo>
                  <a:lnTo>
                    <a:pt x="1230" y="2196"/>
                  </a:lnTo>
                  <a:lnTo>
                    <a:pt x="1230" y="2202"/>
                  </a:lnTo>
                  <a:lnTo>
                    <a:pt x="1236" y="2208"/>
                  </a:lnTo>
                  <a:lnTo>
                    <a:pt x="1254" y="2220"/>
                  </a:lnTo>
                  <a:lnTo>
                    <a:pt x="1278" y="2220"/>
                  </a:lnTo>
                  <a:lnTo>
                    <a:pt x="1284" y="2226"/>
                  </a:lnTo>
                  <a:lnTo>
                    <a:pt x="1284" y="2250"/>
                  </a:lnTo>
                  <a:lnTo>
                    <a:pt x="1266" y="2262"/>
                  </a:lnTo>
                  <a:lnTo>
                    <a:pt x="1272" y="2262"/>
                  </a:lnTo>
                  <a:lnTo>
                    <a:pt x="1278" y="2268"/>
                  </a:lnTo>
                  <a:lnTo>
                    <a:pt x="1284" y="2268"/>
                  </a:lnTo>
                  <a:lnTo>
                    <a:pt x="1290" y="2274"/>
                  </a:lnTo>
                  <a:lnTo>
                    <a:pt x="1284" y="2280"/>
                  </a:lnTo>
                  <a:lnTo>
                    <a:pt x="1266" y="2280"/>
                  </a:lnTo>
                  <a:lnTo>
                    <a:pt x="1260" y="2286"/>
                  </a:lnTo>
                  <a:lnTo>
                    <a:pt x="1272" y="2298"/>
                  </a:lnTo>
                  <a:lnTo>
                    <a:pt x="1284" y="2304"/>
                  </a:lnTo>
                  <a:lnTo>
                    <a:pt x="1284" y="2316"/>
                  </a:lnTo>
                  <a:lnTo>
                    <a:pt x="1290" y="2328"/>
                  </a:lnTo>
                  <a:lnTo>
                    <a:pt x="1290" y="2334"/>
                  </a:lnTo>
                  <a:lnTo>
                    <a:pt x="1278" y="2346"/>
                  </a:lnTo>
                  <a:lnTo>
                    <a:pt x="1266" y="2346"/>
                  </a:lnTo>
                  <a:lnTo>
                    <a:pt x="1254" y="2352"/>
                  </a:lnTo>
                  <a:lnTo>
                    <a:pt x="1224" y="2352"/>
                  </a:lnTo>
                  <a:lnTo>
                    <a:pt x="1212" y="2364"/>
                  </a:lnTo>
                  <a:lnTo>
                    <a:pt x="1212" y="2370"/>
                  </a:lnTo>
                  <a:lnTo>
                    <a:pt x="1206" y="2376"/>
                  </a:lnTo>
                  <a:lnTo>
                    <a:pt x="1188" y="2376"/>
                  </a:lnTo>
                  <a:lnTo>
                    <a:pt x="1188" y="2412"/>
                  </a:lnTo>
                  <a:lnTo>
                    <a:pt x="1194" y="2412"/>
                  </a:lnTo>
                  <a:lnTo>
                    <a:pt x="1200" y="2406"/>
                  </a:lnTo>
                  <a:lnTo>
                    <a:pt x="1212" y="2406"/>
                  </a:lnTo>
                  <a:lnTo>
                    <a:pt x="1224" y="2400"/>
                  </a:lnTo>
                  <a:lnTo>
                    <a:pt x="1254" y="2400"/>
                  </a:lnTo>
                  <a:lnTo>
                    <a:pt x="1254" y="2412"/>
                  </a:lnTo>
                  <a:lnTo>
                    <a:pt x="1248" y="2418"/>
                  </a:lnTo>
                  <a:lnTo>
                    <a:pt x="1242" y="2430"/>
                  </a:lnTo>
                  <a:lnTo>
                    <a:pt x="1230" y="2436"/>
                  </a:lnTo>
                  <a:lnTo>
                    <a:pt x="1224" y="2442"/>
                  </a:lnTo>
                  <a:lnTo>
                    <a:pt x="1170" y="2454"/>
                  </a:lnTo>
                  <a:lnTo>
                    <a:pt x="1218" y="2490"/>
                  </a:lnTo>
                  <a:lnTo>
                    <a:pt x="1212" y="2490"/>
                  </a:lnTo>
                  <a:lnTo>
                    <a:pt x="1206" y="2496"/>
                  </a:lnTo>
                  <a:lnTo>
                    <a:pt x="1194" y="2496"/>
                  </a:lnTo>
                  <a:lnTo>
                    <a:pt x="1188" y="2502"/>
                  </a:lnTo>
                  <a:lnTo>
                    <a:pt x="1176" y="2526"/>
                  </a:lnTo>
                  <a:lnTo>
                    <a:pt x="1176" y="2544"/>
                  </a:lnTo>
                  <a:lnTo>
                    <a:pt x="1164" y="2550"/>
                  </a:lnTo>
                  <a:lnTo>
                    <a:pt x="1158" y="2556"/>
                  </a:lnTo>
                  <a:lnTo>
                    <a:pt x="1146" y="2556"/>
                  </a:lnTo>
                  <a:lnTo>
                    <a:pt x="1140" y="2550"/>
                  </a:lnTo>
                  <a:lnTo>
                    <a:pt x="1128" y="2544"/>
                  </a:lnTo>
                  <a:lnTo>
                    <a:pt x="1122" y="2538"/>
                  </a:lnTo>
                  <a:lnTo>
                    <a:pt x="1116" y="2556"/>
                  </a:lnTo>
                  <a:lnTo>
                    <a:pt x="1122" y="2562"/>
                  </a:lnTo>
                  <a:lnTo>
                    <a:pt x="1128" y="2574"/>
                  </a:lnTo>
                  <a:lnTo>
                    <a:pt x="1134" y="2580"/>
                  </a:lnTo>
                  <a:lnTo>
                    <a:pt x="1146" y="2580"/>
                  </a:lnTo>
                  <a:lnTo>
                    <a:pt x="1146" y="2586"/>
                  </a:lnTo>
                  <a:lnTo>
                    <a:pt x="1152" y="2598"/>
                  </a:lnTo>
                  <a:lnTo>
                    <a:pt x="1158" y="2604"/>
                  </a:lnTo>
                  <a:lnTo>
                    <a:pt x="1194" y="2604"/>
                  </a:lnTo>
                  <a:lnTo>
                    <a:pt x="1200" y="2610"/>
                  </a:lnTo>
                  <a:lnTo>
                    <a:pt x="1212" y="2616"/>
                  </a:lnTo>
                  <a:lnTo>
                    <a:pt x="1218" y="2628"/>
                  </a:lnTo>
                  <a:lnTo>
                    <a:pt x="1224" y="2634"/>
                  </a:lnTo>
                  <a:lnTo>
                    <a:pt x="1254" y="2634"/>
                  </a:lnTo>
                  <a:lnTo>
                    <a:pt x="1272" y="2652"/>
                  </a:lnTo>
                  <a:lnTo>
                    <a:pt x="1278" y="2664"/>
                  </a:lnTo>
                  <a:lnTo>
                    <a:pt x="1290" y="2670"/>
                  </a:lnTo>
                  <a:lnTo>
                    <a:pt x="1314" y="2694"/>
                  </a:lnTo>
                  <a:lnTo>
                    <a:pt x="1320" y="2694"/>
                  </a:lnTo>
                  <a:lnTo>
                    <a:pt x="1332" y="2700"/>
                  </a:lnTo>
                  <a:lnTo>
                    <a:pt x="1338" y="2700"/>
                  </a:lnTo>
                  <a:lnTo>
                    <a:pt x="1350" y="2706"/>
                  </a:lnTo>
                  <a:lnTo>
                    <a:pt x="1344" y="2706"/>
                  </a:lnTo>
                  <a:lnTo>
                    <a:pt x="1368" y="2688"/>
                  </a:lnTo>
                  <a:lnTo>
                    <a:pt x="1380" y="2688"/>
                  </a:lnTo>
                  <a:lnTo>
                    <a:pt x="1398" y="2694"/>
                  </a:lnTo>
                  <a:lnTo>
                    <a:pt x="1410" y="2700"/>
                  </a:lnTo>
                  <a:lnTo>
                    <a:pt x="1428" y="2706"/>
                  </a:lnTo>
                  <a:lnTo>
                    <a:pt x="1488" y="2718"/>
                  </a:lnTo>
                  <a:lnTo>
                    <a:pt x="1524" y="2718"/>
                  </a:lnTo>
                  <a:lnTo>
                    <a:pt x="1530" y="2724"/>
                  </a:lnTo>
                  <a:lnTo>
                    <a:pt x="1536" y="2724"/>
                  </a:lnTo>
                  <a:lnTo>
                    <a:pt x="1584" y="2754"/>
                  </a:lnTo>
                  <a:lnTo>
                    <a:pt x="1584" y="2760"/>
                  </a:lnTo>
                  <a:lnTo>
                    <a:pt x="1590" y="2760"/>
                  </a:lnTo>
                  <a:lnTo>
                    <a:pt x="1602" y="2766"/>
                  </a:lnTo>
                  <a:lnTo>
                    <a:pt x="1626" y="2766"/>
                  </a:lnTo>
                  <a:lnTo>
                    <a:pt x="1632" y="2760"/>
                  </a:lnTo>
                  <a:lnTo>
                    <a:pt x="1644" y="2760"/>
                  </a:lnTo>
                  <a:lnTo>
                    <a:pt x="1644" y="2754"/>
                  </a:lnTo>
                  <a:lnTo>
                    <a:pt x="1674" y="2754"/>
                  </a:lnTo>
                  <a:lnTo>
                    <a:pt x="1686" y="2760"/>
                  </a:lnTo>
                  <a:lnTo>
                    <a:pt x="1698" y="2772"/>
                  </a:lnTo>
                  <a:lnTo>
                    <a:pt x="1728" y="2778"/>
                  </a:lnTo>
                  <a:lnTo>
                    <a:pt x="1728" y="2790"/>
                  </a:lnTo>
                  <a:lnTo>
                    <a:pt x="1722" y="2796"/>
                  </a:lnTo>
                  <a:lnTo>
                    <a:pt x="1722" y="2802"/>
                  </a:lnTo>
                  <a:lnTo>
                    <a:pt x="1740" y="2802"/>
                  </a:lnTo>
                  <a:lnTo>
                    <a:pt x="1752" y="2814"/>
                  </a:lnTo>
                  <a:lnTo>
                    <a:pt x="1764" y="2820"/>
                  </a:lnTo>
                  <a:lnTo>
                    <a:pt x="1776" y="2832"/>
                  </a:lnTo>
                  <a:lnTo>
                    <a:pt x="1788" y="2826"/>
                  </a:lnTo>
                  <a:lnTo>
                    <a:pt x="1794" y="2826"/>
                  </a:lnTo>
                  <a:lnTo>
                    <a:pt x="1818" y="2838"/>
                  </a:lnTo>
                  <a:lnTo>
                    <a:pt x="1836" y="2856"/>
                  </a:lnTo>
                  <a:lnTo>
                    <a:pt x="1842" y="2868"/>
                  </a:lnTo>
                  <a:lnTo>
                    <a:pt x="1854" y="2874"/>
                  </a:lnTo>
                  <a:lnTo>
                    <a:pt x="1860" y="2880"/>
                  </a:lnTo>
                  <a:lnTo>
                    <a:pt x="1884" y="2880"/>
                  </a:lnTo>
                  <a:lnTo>
                    <a:pt x="1890" y="2874"/>
                  </a:lnTo>
                  <a:lnTo>
                    <a:pt x="1890" y="2862"/>
                  </a:lnTo>
                  <a:lnTo>
                    <a:pt x="1908" y="2862"/>
                  </a:lnTo>
                  <a:lnTo>
                    <a:pt x="1914" y="2856"/>
                  </a:lnTo>
                  <a:lnTo>
                    <a:pt x="1914" y="2826"/>
                  </a:lnTo>
                  <a:lnTo>
                    <a:pt x="1908" y="2820"/>
                  </a:lnTo>
                  <a:lnTo>
                    <a:pt x="1908" y="2814"/>
                  </a:lnTo>
                  <a:lnTo>
                    <a:pt x="1896" y="2802"/>
                  </a:lnTo>
                  <a:lnTo>
                    <a:pt x="1890" y="2790"/>
                  </a:lnTo>
                  <a:lnTo>
                    <a:pt x="1884" y="2784"/>
                  </a:lnTo>
                  <a:lnTo>
                    <a:pt x="1872" y="2778"/>
                  </a:lnTo>
                  <a:lnTo>
                    <a:pt x="1866" y="2772"/>
                  </a:lnTo>
                  <a:lnTo>
                    <a:pt x="1854" y="2772"/>
                  </a:lnTo>
                  <a:lnTo>
                    <a:pt x="1854" y="2748"/>
                  </a:lnTo>
                  <a:lnTo>
                    <a:pt x="1848" y="2742"/>
                  </a:lnTo>
                  <a:lnTo>
                    <a:pt x="1836" y="2736"/>
                  </a:lnTo>
                  <a:lnTo>
                    <a:pt x="1830" y="2724"/>
                  </a:lnTo>
                  <a:lnTo>
                    <a:pt x="1824" y="2718"/>
                  </a:lnTo>
                  <a:lnTo>
                    <a:pt x="1824" y="2706"/>
                  </a:lnTo>
                  <a:lnTo>
                    <a:pt x="1830" y="2694"/>
                  </a:lnTo>
                  <a:lnTo>
                    <a:pt x="1830" y="2682"/>
                  </a:lnTo>
                  <a:lnTo>
                    <a:pt x="1818" y="2658"/>
                  </a:lnTo>
                  <a:lnTo>
                    <a:pt x="1812" y="2652"/>
                  </a:lnTo>
                  <a:lnTo>
                    <a:pt x="1806" y="2640"/>
                  </a:lnTo>
                  <a:lnTo>
                    <a:pt x="1794" y="2634"/>
                  </a:lnTo>
                  <a:lnTo>
                    <a:pt x="1788" y="2628"/>
                  </a:lnTo>
                  <a:lnTo>
                    <a:pt x="1776" y="2628"/>
                  </a:lnTo>
                  <a:lnTo>
                    <a:pt x="1758" y="2622"/>
                  </a:lnTo>
                  <a:lnTo>
                    <a:pt x="1758" y="2604"/>
                  </a:lnTo>
                  <a:lnTo>
                    <a:pt x="1794" y="2568"/>
                  </a:lnTo>
                  <a:lnTo>
                    <a:pt x="1800" y="2556"/>
                  </a:lnTo>
                  <a:lnTo>
                    <a:pt x="1806" y="2550"/>
                  </a:lnTo>
                  <a:lnTo>
                    <a:pt x="1806" y="2544"/>
                  </a:lnTo>
                  <a:lnTo>
                    <a:pt x="1800" y="2532"/>
                  </a:lnTo>
                  <a:lnTo>
                    <a:pt x="1788" y="2520"/>
                  </a:lnTo>
                  <a:lnTo>
                    <a:pt x="1800" y="2520"/>
                  </a:lnTo>
                  <a:lnTo>
                    <a:pt x="1812" y="2526"/>
                  </a:lnTo>
                  <a:lnTo>
                    <a:pt x="1830" y="2526"/>
                  </a:lnTo>
                  <a:lnTo>
                    <a:pt x="1842" y="2514"/>
                  </a:lnTo>
                  <a:lnTo>
                    <a:pt x="1872" y="2514"/>
                  </a:lnTo>
                  <a:lnTo>
                    <a:pt x="1878" y="2508"/>
                  </a:lnTo>
                  <a:lnTo>
                    <a:pt x="1860" y="2490"/>
                  </a:lnTo>
                  <a:lnTo>
                    <a:pt x="1890" y="2490"/>
                  </a:lnTo>
                  <a:lnTo>
                    <a:pt x="1890" y="2472"/>
                  </a:lnTo>
                  <a:lnTo>
                    <a:pt x="1878" y="2472"/>
                  </a:lnTo>
                  <a:lnTo>
                    <a:pt x="1854" y="2460"/>
                  </a:lnTo>
                  <a:lnTo>
                    <a:pt x="1842" y="2448"/>
                  </a:lnTo>
                  <a:lnTo>
                    <a:pt x="1842" y="2442"/>
                  </a:lnTo>
                  <a:lnTo>
                    <a:pt x="1878" y="2442"/>
                  </a:lnTo>
                  <a:lnTo>
                    <a:pt x="1878" y="2430"/>
                  </a:lnTo>
                  <a:lnTo>
                    <a:pt x="1866" y="2418"/>
                  </a:lnTo>
                  <a:lnTo>
                    <a:pt x="1860" y="2406"/>
                  </a:lnTo>
                  <a:lnTo>
                    <a:pt x="1812" y="2358"/>
                  </a:lnTo>
                  <a:lnTo>
                    <a:pt x="1800" y="2358"/>
                  </a:lnTo>
                  <a:lnTo>
                    <a:pt x="1788" y="2364"/>
                  </a:lnTo>
                  <a:lnTo>
                    <a:pt x="1746" y="2364"/>
                  </a:lnTo>
                  <a:lnTo>
                    <a:pt x="1740" y="2358"/>
                  </a:lnTo>
                  <a:lnTo>
                    <a:pt x="1740" y="2328"/>
                  </a:lnTo>
                  <a:lnTo>
                    <a:pt x="1734" y="2322"/>
                  </a:lnTo>
                  <a:lnTo>
                    <a:pt x="1710" y="2322"/>
                  </a:lnTo>
                  <a:lnTo>
                    <a:pt x="1704" y="2316"/>
                  </a:lnTo>
                  <a:lnTo>
                    <a:pt x="1698" y="2316"/>
                  </a:lnTo>
                  <a:lnTo>
                    <a:pt x="1698" y="2286"/>
                  </a:lnTo>
                  <a:lnTo>
                    <a:pt x="1710" y="2262"/>
                  </a:lnTo>
                  <a:lnTo>
                    <a:pt x="1710" y="2238"/>
                  </a:lnTo>
                  <a:lnTo>
                    <a:pt x="1704" y="2232"/>
                  </a:lnTo>
                  <a:lnTo>
                    <a:pt x="1698" y="2196"/>
                  </a:lnTo>
                  <a:lnTo>
                    <a:pt x="1722" y="2196"/>
                  </a:lnTo>
                  <a:lnTo>
                    <a:pt x="1722" y="2172"/>
                  </a:lnTo>
                  <a:lnTo>
                    <a:pt x="1716" y="2166"/>
                  </a:lnTo>
                  <a:lnTo>
                    <a:pt x="1716" y="2154"/>
                  </a:lnTo>
                  <a:lnTo>
                    <a:pt x="1722" y="2148"/>
                  </a:lnTo>
                  <a:lnTo>
                    <a:pt x="1734" y="2148"/>
                  </a:lnTo>
                  <a:lnTo>
                    <a:pt x="1746" y="2154"/>
                  </a:lnTo>
                  <a:lnTo>
                    <a:pt x="1758" y="2166"/>
                  </a:lnTo>
                  <a:lnTo>
                    <a:pt x="1770" y="2172"/>
                  </a:lnTo>
                  <a:lnTo>
                    <a:pt x="1776" y="2184"/>
                  </a:lnTo>
                  <a:lnTo>
                    <a:pt x="1788" y="2190"/>
                  </a:lnTo>
                  <a:lnTo>
                    <a:pt x="1800" y="2190"/>
                  </a:lnTo>
                  <a:lnTo>
                    <a:pt x="1806" y="2184"/>
                  </a:lnTo>
                  <a:lnTo>
                    <a:pt x="1812" y="2172"/>
                  </a:lnTo>
                  <a:lnTo>
                    <a:pt x="1818" y="2166"/>
                  </a:lnTo>
                  <a:lnTo>
                    <a:pt x="1812" y="2154"/>
                  </a:lnTo>
                  <a:lnTo>
                    <a:pt x="1800" y="2142"/>
                  </a:lnTo>
                  <a:lnTo>
                    <a:pt x="1830" y="2130"/>
                  </a:lnTo>
                  <a:lnTo>
                    <a:pt x="1830" y="2106"/>
                  </a:lnTo>
                  <a:lnTo>
                    <a:pt x="1836" y="2106"/>
                  </a:lnTo>
                  <a:lnTo>
                    <a:pt x="1848" y="2100"/>
                  </a:lnTo>
                  <a:lnTo>
                    <a:pt x="1860" y="2100"/>
                  </a:lnTo>
                  <a:lnTo>
                    <a:pt x="1872" y="2094"/>
                  </a:lnTo>
                  <a:lnTo>
                    <a:pt x="1884" y="2082"/>
                  </a:lnTo>
                  <a:lnTo>
                    <a:pt x="1884" y="2064"/>
                  </a:lnTo>
                  <a:lnTo>
                    <a:pt x="1878" y="2058"/>
                  </a:lnTo>
                  <a:lnTo>
                    <a:pt x="1878" y="2052"/>
                  </a:lnTo>
                  <a:lnTo>
                    <a:pt x="1908" y="2052"/>
                  </a:lnTo>
                  <a:lnTo>
                    <a:pt x="1920" y="2058"/>
                  </a:lnTo>
                  <a:lnTo>
                    <a:pt x="1926" y="2058"/>
                  </a:lnTo>
                  <a:lnTo>
                    <a:pt x="1926" y="2064"/>
                  </a:lnTo>
                  <a:lnTo>
                    <a:pt x="1932" y="2070"/>
                  </a:lnTo>
                  <a:lnTo>
                    <a:pt x="1962" y="2070"/>
                  </a:lnTo>
                  <a:lnTo>
                    <a:pt x="1974" y="2058"/>
                  </a:lnTo>
                  <a:lnTo>
                    <a:pt x="1986" y="2052"/>
                  </a:lnTo>
                  <a:lnTo>
                    <a:pt x="2004" y="2052"/>
                  </a:lnTo>
                  <a:lnTo>
                    <a:pt x="2010" y="2058"/>
                  </a:lnTo>
                  <a:lnTo>
                    <a:pt x="2016" y="2070"/>
                  </a:lnTo>
                  <a:lnTo>
                    <a:pt x="2076" y="2070"/>
                  </a:lnTo>
                  <a:lnTo>
                    <a:pt x="2082" y="2076"/>
                  </a:lnTo>
                  <a:lnTo>
                    <a:pt x="2082" y="2082"/>
                  </a:lnTo>
                  <a:lnTo>
                    <a:pt x="2088" y="2094"/>
                  </a:lnTo>
                  <a:lnTo>
                    <a:pt x="2124" y="2094"/>
                  </a:lnTo>
                  <a:lnTo>
                    <a:pt x="2136" y="2124"/>
                  </a:lnTo>
                  <a:lnTo>
                    <a:pt x="2136" y="2130"/>
                  </a:lnTo>
                  <a:lnTo>
                    <a:pt x="2148" y="2142"/>
                  </a:lnTo>
                  <a:lnTo>
                    <a:pt x="2160" y="2142"/>
                  </a:lnTo>
                  <a:lnTo>
                    <a:pt x="2160" y="2124"/>
                  </a:lnTo>
                  <a:lnTo>
                    <a:pt x="2148" y="2112"/>
                  </a:lnTo>
                  <a:lnTo>
                    <a:pt x="2148" y="2106"/>
                  </a:lnTo>
                  <a:lnTo>
                    <a:pt x="2160" y="2106"/>
                  </a:lnTo>
                  <a:lnTo>
                    <a:pt x="2232" y="2142"/>
                  </a:lnTo>
                  <a:lnTo>
                    <a:pt x="2238" y="2136"/>
                  </a:lnTo>
                  <a:lnTo>
                    <a:pt x="2244" y="2124"/>
                  </a:lnTo>
                  <a:lnTo>
                    <a:pt x="2256" y="2118"/>
                  </a:lnTo>
                  <a:lnTo>
                    <a:pt x="2268" y="2106"/>
                  </a:lnTo>
                  <a:lnTo>
                    <a:pt x="2280" y="2100"/>
                  </a:lnTo>
                  <a:lnTo>
                    <a:pt x="2286" y="2100"/>
                  </a:lnTo>
                  <a:lnTo>
                    <a:pt x="2322" y="2118"/>
                  </a:lnTo>
                  <a:lnTo>
                    <a:pt x="2334" y="2118"/>
                  </a:lnTo>
                  <a:lnTo>
                    <a:pt x="2352" y="2112"/>
                  </a:lnTo>
                  <a:lnTo>
                    <a:pt x="2364" y="2106"/>
                  </a:lnTo>
                  <a:lnTo>
                    <a:pt x="2370" y="2100"/>
                  </a:lnTo>
                  <a:lnTo>
                    <a:pt x="2382" y="2100"/>
                  </a:lnTo>
                  <a:lnTo>
                    <a:pt x="2388" y="2106"/>
                  </a:lnTo>
                  <a:lnTo>
                    <a:pt x="2400" y="2112"/>
                  </a:lnTo>
                  <a:lnTo>
                    <a:pt x="2406" y="2124"/>
                  </a:lnTo>
                  <a:lnTo>
                    <a:pt x="2430" y="2136"/>
                  </a:lnTo>
                  <a:lnTo>
                    <a:pt x="2454" y="2136"/>
                  </a:lnTo>
                  <a:lnTo>
                    <a:pt x="2466" y="2142"/>
                  </a:lnTo>
                  <a:lnTo>
                    <a:pt x="2478" y="2142"/>
                  </a:lnTo>
                  <a:lnTo>
                    <a:pt x="2490" y="2118"/>
                  </a:lnTo>
                  <a:lnTo>
                    <a:pt x="2496" y="2124"/>
                  </a:lnTo>
                  <a:lnTo>
                    <a:pt x="2508" y="2124"/>
                  </a:lnTo>
                  <a:lnTo>
                    <a:pt x="2514" y="2130"/>
                  </a:lnTo>
                  <a:lnTo>
                    <a:pt x="2526" y="2136"/>
                  </a:lnTo>
                  <a:lnTo>
                    <a:pt x="2562" y="2136"/>
                  </a:lnTo>
                  <a:lnTo>
                    <a:pt x="2568" y="2130"/>
                  </a:lnTo>
                  <a:lnTo>
                    <a:pt x="2574" y="2118"/>
                  </a:lnTo>
                  <a:lnTo>
                    <a:pt x="2574" y="2106"/>
                  </a:lnTo>
                  <a:lnTo>
                    <a:pt x="2568" y="2088"/>
                  </a:lnTo>
                  <a:lnTo>
                    <a:pt x="2544" y="2064"/>
                  </a:lnTo>
                  <a:lnTo>
                    <a:pt x="2532" y="2058"/>
                  </a:lnTo>
                  <a:lnTo>
                    <a:pt x="2514" y="2052"/>
                  </a:lnTo>
                  <a:lnTo>
                    <a:pt x="2490" y="2052"/>
                  </a:lnTo>
                  <a:lnTo>
                    <a:pt x="2460" y="2022"/>
                  </a:lnTo>
                  <a:lnTo>
                    <a:pt x="2472" y="2022"/>
                  </a:lnTo>
                  <a:lnTo>
                    <a:pt x="2484" y="2016"/>
                  </a:lnTo>
                  <a:lnTo>
                    <a:pt x="2496" y="2016"/>
                  </a:lnTo>
                  <a:lnTo>
                    <a:pt x="2508" y="2004"/>
                  </a:lnTo>
                  <a:lnTo>
                    <a:pt x="2508" y="1992"/>
                  </a:lnTo>
                  <a:lnTo>
                    <a:pt x="2502" y="1986"/>
                  </a:lnTo>
                  <a:lnTo>
                    <a:pt x="2496" y="1974"/>
                  </a:lnTo>
                  <a:lnTo>
                    <a:pt x="2490" y="1968"/>
                  </a:lnTo>
                  <a:lnTo>
                    <a:pt x="2502" y="1956"/>
                  </a:lnTo>
                  <a:lnTo>
                    <a:pt x="2556" y="1956"/>
                  </a:lnTo>
                  <a:lnTo>
                    <a:pt x="2544" y="1944"/>
                  </a:lnTo>
                  <a:lnTo>
                    <a:pt x="2532" y="1944"/>
                  </a:lnTo>
                  <a:lnTo>
                    <a:pt x="2508" y="1932"/>
                  </a:lnTo>
                  <a:lnTo>
                    <a:pt x="2496" y="1932"/>
                  </a:lnTo>
                  <a:lnTo>
                    <a:pt x="2508" y="1914"/>
                  </a:lnTo>
                  <a:lnTo>
                    <a:pt x="2484" y="1914"/>
                  </a:lnTo>
                  <a:lnTo>
                    <a:pt x="2484" y="1908"/>
                  </a:lnTo>
                  <a:lnTo>
                    <a:pt x="2478" y="1902"/>
                  </a:lnTo>
                  <a:lnTo>
                    <a:pt x="2478" y="1896"/>
                  </a:lnTo>
                  <a:lnTo>
                    <a:pt x="2490" y="1884"/>
                  </a:lnTo>
                  <a:lnTo>
                    <a:pt x="2526" y="1872"/>
                  </a:lnTo>
                  <a:lnTo>
                    <a:pt x="2586" y="1866"/>
                  </a:lnTo>
                  <a:lnTo>
                    <a:pt x="2640" y="1866"/>
                  </a:lnTo>
                  <a:lnTo>
                    <a:pt x="2646" y="1848"/>
                  </a:lnTo>
                  <a:lnTo>
                    <a:pt x="2712" y="1848"/>
                  </a:lnTo>
                  <a:lnTo>
                    <a:pt x="2712" y="1830"/>
                  </a:lnTo>
                  <a:lnTo>
                    <a:pt x="2718" y="1824"/>
                  </a:lnTo>
                  <a:lnTo>
                    <a:pt x="2808" y="1824"/>
                  </a:lnTo>
                  <a:lnTo>
                    <a:pt x="2862" y="1806"/>
                  </a:lnTo>
                  <a:lnTo>
                    <a:pt x="2874" y="1806"/>
                  </a:lnTo>
                  <a:lnTo>
                    <a:pt x="2874" y="1794"/>
                  </a:lnTo>
                  <a:lnTo>
                    <a:pt x="2886" y="1782"/>
                  </a:lnTo>
                  <a:lnTo>
                    <a:pt x="2898" y="1776"/>
                  </a:lnTo>
                  <a:lnTo>
                    <a:pt x="2916" y="1770"/>
                  </a:lnTo>
                  <a:lnTo>
                    <a:pt x="2940" y="1770"/>
                  </a:lnTo>
                  <a:lnTo>
                    <a:pt x="2958" y="1776"/>
                  </a:lnTo>
                  <a:lnTo>
                    <a:pt x="2976" y="1776"/>
                  </a:lnTo>
                  <a:lnTo>
                    <a:pt x="2988" y="1788"/>
                  </a:lnTo>
                  <a:lnTo>
                    <a:pt x="3000" y="1788"/>
                  </a:lnTo>
                  <a:lnTo>
                    <a:pt x="3012" y="1776"/>
                  </a:lnTo>
                  <a:lnTo>
                    <a:pt x="3018" y="1776"/>
                  </a:lnTo>
                  <a:lnTo>
                    <a:pt x="3036" y="1794"/>
                  </a:lnTo>
                  <a:lnTo>
                    <a:pt x="3042" y="1806"/>
                  </a:lnTo>
                  <a:lnTo>
                    <a:pt x="3048" y="1812"/>
                  </a:lnTo>
                  <a:lnTo>
                    <a:pt x="3060" y="1812"/>
                  </a:lnTo>
                  <a:lnTo>
                    <a:pt x="3066" y="1818"/>
                  </a:lnTo>
                  <a:lnTo>
                    <a:pt x="3066" y="1860"/>
                  </a:lnTo>
                  <a:lnTo>
                    <a:pt x="3072" y="1866"/>
                  </a:lnTo>
                  <a:lnTo>
                    <a:pt x="3090" y="1866"/>
                  </a:lnTo>
                  <a:lnTo>
                    <a:pt x="3102" y="1860"/>
                  </a:lnTo>
                  <a:lnTo>
                    <a:pt x="3120" y="1860"/>
                  </a:lnTo>
                  <a:lnTo>
                    <a:pt x="3132" y="1842"/>
                  </a:lnTo>
                  <a:lnTo>
                    <a:pt x="3156" y="1878"/>
                  </a:lnTo>
                  <a:lnTo>
                    <a:pt x="3180" y="1866"/>
                  </a:lnTo>
                  <a:lnTo>
                    <a:pt x="3204" y="1878"/>
                  </a:lnTo>
                  <a:lnTo>
                    <a:pt x="3210" y="1872"/>
                  </a:lnTo>
                  <a:lnTo>
                    <a:pt x="3216" y="1872"/>
                  </a:lnTo>
                  <a:lnTo>
                    <a:pt x="3228" y="1878"/>
                  </a:lnTo>
                  <a:lnTo>
                    <a:pt x="3228" y="1902"/>
                  </a:lnTo>
                  <a:lnTo>
                    <a:pt x="3222" y="1908"/>
                  </a:lnTo>
                  <a:lnTo>
                    <a:pt x="3222" y="1914"/>
                  </a:lnTo>
                  <a:lnTo>
                    <a:pt x="3228" y="1914"/>
                  </a:lnTo>
                  <a:lnTo>
                    <a:pt x="3234" y="1908"/>
                  </a:lnTo>
                  <a:lnTo>
                    <a:pt x="3240" y="1908"/>
                  </a:lnTo>
                  <a:lnTo>
                    <a:pt x="3246" y="1902"/>
                  </a:lnTo>
                  <a:lnTo>
                    <a:pt x="3252" y="1902"/>
                  </a:lnTo>
                  <a:lnTo>
                    <a:pt x="3258" y="1908"/>
                  </a:lnTo>
                  <a:lnTo>
                    <a:pt x="3270" y="1914"/>
                  </a:lnTo>
                  <a:lnTo>
                    <a:pt x="3276" y="1920"/>
                  </a:lnTo>
                  <a:lnTo>
                    <a:pt x="3288" y="1926"/>
                  </a:lnTo>
                  <a:lnTo>
                    <a:pt x="3300" y="1914"/>
                  </a:lnTo>
                  <a:lnTo>
                    <a:pt x="3300" y="1896"/>
                  </a:lnTo>
                  <a:lnTo>
                    <a:pt x="3306" y="1890"/>
                  </a:lnTo>
                  <a:lnTo>
                    <a:pt x="3318" y="1884"/>
                  </a:lnTo>
                  <a:lnTo>
                    <a:pt x="3330" y="1884"/>
                  </a:lnTo>
                  <a:lnTo>
                    <a:pt x="3342" y="1866"/>
                  </a:lnTo>
                  <a:lnTo>
                    <a:pt x="3378" y="1854"/>
                  </a:lnTo>
                  <a:lnTo>
                    <a:pt x="3396" y="1836"/>
                  </a:lnTo>
                  <a:lnTo>
                    <a:pt x="3402" y="1836"/>
                  </a:lnTo>
                  <a:lnTo>
                    <a:pt x="3408" y="1842"/>
                  </a:lnTo>
                  <a:lnTo>
                    <a:pt x="3408" y="1860"/>
                  </a:lnTo>
                  <a:lnTo>
                    <a:pt x="3396" y="1872"/>
                  </a:lnTo>
                  <a:lnTo>
                    <a:pt x="3390" y="1872"/>
                  </a:lnTo>
                  <a:lnTo>
                    <a:pt x="3426" y="1890"/>
                  </a:lnTo>
                  <a:lnTo>
                    <a:pt x="3456" y="1902"/>
                  </a:lnTo>
                  <a:lnTo>
                    <a:pt x="3486" y="1920"/>
                  </a:lnTo>
                  <a:lnTo>
                    <a:pt x="3498" y="1926"/>
                  </a:lnTo>
                  <a:lnTo>
                    <a:pt x="3516" y="1938"/>
                  </a:lnTo>
                  <a:lnTo>
                    <a:pt x="3546" y="1968"/>
                  </a:lnTo>
                  <a:lnTo>
                    <a:pt x="3618" y="2028"/>
                  </a:lnTo>
                  <a:lnTo>
                    <a:pt x="3636" y="2052"/>
                  </a:lnTo>
                  <a:lnTo>
                    <a:pt x="3672" y="2088"/>
                  </a:lnTo>
                  <a:lnTo>
                    <a:pt x="3684" y="2106"/>
                  </a:lnTo>
                  <a:lnTo>
                    <a:pt x="3696" y="2118"/>
                  </a:lnTo>
                  <a:lnTo>
                    <a:pt x="3708" y="2124"/>
                  </a:lnTo>
                  <a:lnTo>
                    <a:pt x="3720" y="2124"/>
                  </a:lnTo>
                  <a:lnTo>
                    <a:pt x="3732" y="2118"/>
                  </a:lnTo>
                  <a:lnTo>
                    <a:pt x="3744" y="2106"/>
                  </a:lnTo>
                  <a:lnTo>
                    <a:pt x="3744" y="2094"/>
                  </a:lnTo>
                  <a:lnTo>
                    <a:pt x="3750" y="2088"/>
                  </a:lnTo>
                  <a:lnTo>
                    <a:pt x="3750" y="2082"/>
                  </a:lnTo>
                  <a:lnTo>
                    <a:pt x="3762" y="2082"/>
                  </a:lnTo>
                  <a:lnTo>
                    <a:pt x="3768" y="2088"/>
                  </a:lnTo>
                  <a:lnTo>
                    <a:pt x="3768" y="2100"/>
                  </a:lnTo>
                  <a:lnTo>
                    <a:pt x="3774" y="2106"/>
                  </a:lnTo>
                  <a:lnTo>
                    <a:pt x="3774" y="2112"/>
                  </a:lnTo>
                  <a:lnTo>
                    <a:pt x="3804" y="2112"/>
                  </a:lnTo>
                  <a:lnTo>
                    <a:pt x="3816" y="2118"/>
                  </a:lnTo>
                  <a:lnTo>
                    <a:pt x="3822" y="2130"/>
                  </a:lnTo>
                  <a:lnTo>
                    <a:pt x="3834" y="2136"/>
                  </a:lnTo>
                  <a:lnTo>
                    <a:pt x="3858" y="2136"/>
                  </a:lnTo>
                  <a:lnTo>
                    <a:pt x="3864" y="2124"/>
                  </a:lnTo>
                  <a:lnTo>
                    <a:pt x="3876" y="2118"/>
                  </a:lnTo>
                  <a:lnTo>
                    <a:pt x="3894" y="2112"/>
                  </a:lnTo>
                  <a:lnTo>
                    <a:pt x="3906" y="2106"/>
                  </a:lnTo>
                  <a:lnTo>
                    <a:pt x="3924" y="2106"/>
                  </a:lnTo>
                  <a:lnTo>
                    <a:pt x="3948" y="2118"/>
                  </a:lnTo>
                  <a:lnTo>
                    <a:pt x="3972" y="2142"/>
                  </a:lnTo>
                  <a:lnTo>
                    <a:pt x="3984" y="2148"/>
                  </a:lnTo>
                  <a:lnTo>
                    <a:pt x="3990" y="2160"/>
                  </a:lnTo>
                  <a:lnTo>
                    <a:pt x="4002" y="2160"/>
                  </a:lnTo>
                  <a:lnTo>
                    <a:pt x="4014" y="2166"/>
                  </a:lnTo>
                  <a:lnTo>
                    <a:pt x="4026" y="2166"/>
                  </a:lnTo>
                  <a:lnTo>
                    <a:pt x="4038" y="2172"/>
                  </a:lnTo>
                  <a:lnTo>
                    <a:pt x="4044" y="2172"/>
                  </a:lnTo>
                  <a:lnTo>
                    <a:pt x="4044" y="2178"/>
                  </a:lnTo>
                  <a:lnTo>
                    <a:pt x="4050" y="2190"/>
                  </a:lnTo>
                  <a:lnTo>
                    <a:pt x="4056" y="2196"/>
                  </a:lnTo>
                  <a:lnTo>
                    <a:pt x="4062" y="2208"/>
                  </a:lnTo>
                  <a:lnTo>
                    <a:pt x="4068" y="2214"/>
                  </a:lnTo>
                  <a:lnTo>
                    <a:pt x="4068" y="2220"/>
                  </a:lnTo>
                  <a:lnTo>
                    <a:pt x="4140" y="2226"/>
                  </a:lnTo>
                  <a:lnTo>
                    <a:pt x="4152" y="2190"/>
                  </a:lnTo>
                  <a:lnTo>
                    <a:pt x="4176" y="2214"/>
                  </a:lnTo>
                  <a:lnTo>
                    <a:pt x="4212" y="2256"/>
                  </a:lnTo>
                  <a:lnTo>
                    <a:pt x="4254" y="2256"/>
                  </a:lnTo>
                  <a:lnTo>
                    <a:pt x="4266" y="2244"/>
                  </a:lnTo>
                  <a:lnTo>
                    <a:pt x="4266" y="2226"/>
                  </a:lnTo>
                  <a:lnTo>
                    <a:pt x="4326" y="2226"/>
                  </a:lnTo>
                  <a:lnTo>
                    <a:pt x="4320" y="2214"/>
                  </a:lnTo>
                  <a:lnTo>
                    <a:pt x="4344" y="2214"/>
                  </a:lnTo>
                  <a:lnTo>
                    <a:pt x="4338" y="2208"/>
                  </a:lnTo>
                  <a:lnTo>
                    <a:pt x="4338" y="2202"/>
                  </a:lnTo>
                  <a:lnTo>
                    <a:pt x="4374" y="2166"/>
                  </a:lnTo>
                  <a:lnTo>
                    <a:pt x="4392" y="2166"/>
                  </a:lnTo>
                  <a:lnTo>
                    <a:pt x="4404" y="2148"/>
                  </a:lnTo>
                  <a:lnTo>
                    <a:pt x="4428" y="2148"/>
                  </a:lnTo>
                  <a:lnTo>
                    <a:pt x="4428" y="2142"/>
                  </a:lnTo>
                  <a:lnTo>
                    <a:pt x="4434" y="2136"/>
                  </a:lnTo>
                  <a:lnTo>
                    <a:pt x="4434" y="2130"/>
                  </a:lnTo>
                  <a:lnTo>
                    <a:pt x="4440" y="2124"/>
                  </a:lnTo>
                  <a:lnTo>
                    <a:pt x="4458" y="2124"/>
                  </a:lnTo>
                  <a:lnTo>
                    <a:pt x="4464" y="2130"/>
                  </a:lnTo>
                  <a:lnTo>
                    <a:pt x="4482" y="2124"/>
                  </a:lnTo>
                  <a:lnTo>
                    <a:pt x="4482" y="2130"/>
                  </a:lnTo>
                  <a:lnTo>
                    <a:pt x="4518" y="2130"/>
                  </a:lnTo>
                  <a:lnTo>
                    <a:pt x="4524" y="2148"/>
                  </a:lnTo>
                  <a:lnTo>
                    <a:pt x="4548" y="2148"/>
                  </a:lnTo>
                  <a:lnTo>
                    <a:pt x="4566" y="2142"/>
                  </a:lnTo>
                  <a:lnTo>
                    <a:pt x="4608" y="2142"/>
                  </a:lnTo>
                  <a:lnTo>
                    <a:pt x="4608" y="2148"/>
                  </a:lnTo>
                  <a:lnTo>
                    <a:pt x="4614" y="2154"/>
                  </a:lnTo>
                  <a:lnTo>
                    <a:pt x="4614" y="2166"/>
                  </a:lnTo>
                  <a:lnTo>
                    <a:pt x="4620" y="2172"/>
                  </a:lnTo>
                  <a:lnTo>
                    <a:pt x="4638" y="2178"/>
                  </a:lnTo>
                  <a:lnTo>
                    <a:pt x="4668" y="2178"/>
                  </a:lnTo>
                  <a:lnTo>
                    <a:pt x="4674" y="2190"/>
                  </a:lnTo>
                  <a:lnTo>
                    <a:pt x="4698" y="2184"/>
                  </a:lnTo>
                  <a:lnTo>
                    <a:pt x="4704" y="2196"/>
                  </a:lnTo>
                  <a:lnTo>
                    <a:pt x="4704" y="2190"/>
                  </a:lnTo>
                  <a:lnTo>
                    <a:pt x="4710" y="2184"/>
                  </a:lnTo>
                  <a:lnTo>
                    <a:pt x="4752" y="2184"/>
                  </a:lnTo>
                  <a:lnTo>
                    <a:pt x="4752" y="2196"/>
                  </a:lnTo>
                  <a:lnTo>
                    <a:pt x="4800" y="2190"/>
                  </a:lnTo>
                  <a:lnTo>
                    <a:pt x="4800" y="2202"/>
                  </a:lnTo>
                  <a:lnTo>
                    <a:pt x="4806" y="2208"/>
                  </a:lnTo>
                  <a:lnTo>
                    <a:pt x="4830" y="2196"/>
                  </a:lnTo>
                  <a:lnTo>
                    <a:pt x="4836" y="2190"/>
                  </a:lnTo>
                  <a:lnTo>
                    <a:pt x="4836" y="2184"/>
                  </a:lnTo>
                  <a:lnTo>
                    <a:pt x="4854" y="2184"/>
                  </a:lnTo>
                  <a:lnTo>
                    <a:pt x="4854" y="2160"/>
                  </a:lnTo>
                  <a:lnTo>
                    <a:pt x="4848" y="2148"/>
                  </a:lnTo>
                  <a:lnTo>
                    <a:pt x="4842" y="2142"/>
                  </a:lnTo>
                  <a:lnTo>
                    <a:pt x="4836" y="2142"/>
                  </a:lnTo>
                  <a:lnTo>
                    <a:pt x="4812" y="2106"/>
                  </a:lnTo>
                  <a:lnTo>
                    <a:pt x="4806" y="2088"/>
                  </a:lnTo>
                  <a:lnTo>
                    <a:pt x="4794" y="2076"/>
                  </a:lnTo>
                  <a:lnTo>
                    <a:pt x="4794" y="2064"/>
                  </a:lnTo>
                  <a:lnTo>
                    <a:pt x="4812" y="2064"/>
                  </a:lnTo>
                  <a:lnTo>
                    <a:pt x="4806" y="2052"/>
                  </a:lnTo>
                  <a:lnTo>
                    <a:pt x="4812" y="2052"/>
                  </a:lnTo>
                  <a:lnTo>
                    <a:pt x="4824" y="2046"/>
                  </a:lnTo>
                  <a:lnTo>
                    <a:pt x="4830" y="2034"/>
                  </a:lnTo>
                  <a:lnTo>
                    <a:pt x="4830" y="2016"/>
                  </a:lnTo>
                  <a:lnTo>
                    <a:pt x="4890" y="2046"/>
                  </a:lnTo>
                  <a:lnTo>
                    <a:pt x="4902" y="2046"/>
                  </a:lnTo>
                  <a:lnTo>
                    <a:pt x="4926" y="2052"/>
                  </a:lnTo>
                  <a:lnTo>
                    <a:pt x="4962" y="2052"/>
                  </a:lnTo>
                  <a:lnTo>
                    <a:pt x="4974" y="2058"/>
                  </a:lnTo>
                  <a:lnTo>
                    <a:pt x="4980" y="2064"/>
                  </a:lnTo>
                  <a:lnTo>
                    <a:pt x="5004" y="2076"/>
                  </a:lnTo>
                  <a:lnTo>
                    <a:pt x="5010" y="2076"/>
                  </a:lnTo>
                  <a:lnTo>
                    <a:pt x="5022" y="2070"/>
                  </a:lnTo>
                  <a:lnTo>
                    <a:pt x="5040" y="2070"/>
                  </a:lnTo>
                  <a:lnTo>
                    <a:pt x="5052" y="2076"/>
                  </a:lnTo>
                  <a:lnTo>
                    <a:pt x="5058" y="2082"/>
                  </a:lnTo>
                  <a:lnTo>
                    <a:pt x="5064" y="2094"/>
                  </a:lnTo>
                  <a:lnTo>
                    <a:pt x="5076" y="2106"/>
                  </a:lnTo>
                  <a:lnTo>
                    <a:pt x="5088" y="2130"/>
                  </a:lnTo>
                  <a:lnTo>
                    <a:pt x="5094" y="2136"/>
                  </a:lnTo>
                  <a:lnTo>
                    <a:pt x="5094" y="2142"/>
                  </a:lnTo>
                  <a:lnTo>
                    <a:pt x="5118" y="2136"/>
                  </a:lnTo>
                  <a:lnTo>
                    <a:pt x="5118" y="2142"/>
                  </a:lnTo>
                  <a:lnTo>
                    <a:pt x="5136" y="2160"/>
                  </a:lnTo>
                  <a:lnTo>
                    <a:pt x="5166" y="2160"/>
                  </a:lnTo>
                  <a:lnTo>
                    <a:pt x="5172" y="2166"/>
                  </a:lnTo>
                  <a:lnTo>
                    <a:pt x="5184" y="2166"/>
                  </a:lnTo>
                  <a:lnTo>
                    <a:pt x="5196" y="2172"/>
                  </a:lnTo>
                  <a:lnTo>
                    <a:pt x="5208" y="2172"/>
                  </a:lnTo>
                  <a:lnTo>
                    <a:pt x="5220" y="2166"/>
                  </a:lnTo>
                  <a:lnTo>
                    <a:pt x="5274" y="2148"/>
                  </a:lnTo>
                  <a:lnTo>
                    <a:pt x="5322" y="2148"/>
                  </a:lnTo>
                  <a:lnTo>
                    <a:pt x="5334" y="2154"/>
                  </a:lnTo>
                  <a:lnTo>
                    <a:pt x="5340" y="2154"/>
                  </a:lnTo>
                  <a:lnTo>
                    <a:pt x="5346" y="2160"/>
                  </a:lnTo>
                  <a:lnTo>
                    <a:pt x="5382" y="2160"/>
                  </a:lnTo>
                  <a:lnTo>
                    <a:pt x="5406" y="2184"/>
                  </a:lnTo>
                  <a:lnTo>
                    <a:pt x="5466" y="2184"/>
                  </a:lnTo>
                  <a:lnTo>
                    <a:pt x="5472" y="2190"/>
                  </a:lnTo>
                  <a:lnTo>
                    <a:pt x="5472" y="2196"/>
                  </a:lnTo>
                  <a:lnTo>
                    <a:pt x="5484" y="2208"/>
                  </a:lnTo>
                  <a:lnTo>
                    <a:pt x="5484" y="2214"/>
                  </a:lnTo>
                  <a:lnTo>
                    <a:pt x="5502" y="2214"/>
                  </a:lnTo>
                  <a:lnTo>
                    <a:pt x="5514" y="2220"/>
                  </a:lnTo>
                  <a:lnTo>
                    <a:pt x="5514" y="2232"/>
                  </a:lnTo>
                  <a:lnTo>
                    <a:pt x="5520" y="2238"/>
                  </a:lnTo>
                  <a:lnTo>
                    <a:pt x="5586" y="2238"/>
                  </a:lnTo>
                  <a:lnTo>
                    <a:pt x="5592" y="2244"/>
                  </a:lnTo>
                  <a:lnTo>
                    <a:pt x="5598" y="2244"/>
                  </a:lnTo>
                  <a:lnTo>
                    <a:pt x="5610" y="2250"/>
                  </a:lnTo>
                  <a:lnTo>
                    <a:pt x="5634" y="2250"/>
                  </a:lnTo>
                  <a:lnTo>
                    <a:pt x="5646" y="2244"/>
                  </a:lnTo>
                  <a:lnTo>
                    <a:pt x="5664" y="2244"/>
                  </a:lnTo>
                  <a:lnTo>
                    <a:pt x="5670" y="2250"/>
                  </a:lnTo>
                  <a:lnTo>
                    <a:pt x="5670" y="2256"/>
                  </a:lnTo>
                  <a:lnTo>
                    <a:pt x="5676" y="2256"/>
                  </a:lnTo>
                  <a:lnTo>
                    <a:pt x="5694" y="2238"/>
                  </a:lnTo>
                  <a:lnTo>
                    <a:pt x="5694" y="2232"/>
                  </a:lnTo>
                  <a:lnTo>
                    <a:pt x="5742" y="2232"/>
                  </a:lnTo>
                  <a:lnTo>
                    <a:pt x="5754" y="2220"/>
                  </a:lnTo>
                  <a:lnTo>
                    <a:pt x="5790" y="2220"/>
                  </a:lnTo>
                  <a:lnTo>
                    <a:pt x="5802" y="2208"/>
                  </a:lnTo>
                  <a:lnTo>
                    <a:pt x="5802" y="2196"/>
                  </a:lnTo>
                  <a:lnTo>
                    <a:pt x="5832" y="2166"/>
                  </a:lnTo>
                  <a:lnTo>
                    <a:pt x="5850" y="2166"/>
                  </a:lnTo>
                  <a:lnTo>
                    <a:pt x="5862" y="2172"/>
                  </a:lnTo>
                  <a:lnTo>
                    <a:pt x="5898" y="2172"/>
                  </a:lnTo>
                  <a:lnTo>
                    <a:pt x="5916" y="2190"/>
                  </a:lnTo>
                  <a:lnTo>
                    <a:pt x="5928" y="2196"/>
                  </a:lnTo>
                  <a:lnTo>
                    <a:pt x="5952" y="2196"/>
                  </a:lnTo>
                  <a:lnTo>
                    <a:pt x="5964" y="2190"/>
                  </a:lnTo>
                  <a:lnTo>
                    <a:pt x="5970" y="2184"/>
                  </a:lnTo>
                  <a:lnTo>
                    <a:pt x="5994" y="2190"/>
                  </a:lnTo>
                  <a:lnTo>
                    <a:pt x="6012" y="2190"/>
                  </a:lnTo>
                  <a:lnTo>
                    <a:pt x="6048" y="2214"/>
                  </a:lnTo>
                  <a:lnTo>
                    <a:pt x="6084" y="2214"/>
                  </a:lnTo>
                  <a:lnTo>
                    <a:pt x="6090" y="2220"/>
                  </a:lnTo>
                  <a:lnTo>
                    <a:pt x="6102" y="2220"/>
                  </a:lnTo>
                  <a:lnTo>
                    <a:pt x="6120" y="2202"/>
                  </a:lnTo>
                  <a:lnTo>
                    <a:pt x="6120" y="2190"/>
                  </a:lnTo>
                  <a:lnTo>
                    <a:pt x="6144" y="2190"/>
                  </a:lnTo>
                  <a:lnTo>
                    <a:pt x="6156" y="2184"/>
                  </a:lnTo>
                  <a:lnTo>
                    <a:pt x="6162" y="2178"/>
                  </a:lnTo>
                  <a:lnTo>
                    <a:pt x="6162" y="2166"/>
                  </a:lnTo>
                  <a:lnTo>
                    <a:pt x="6150" y="2166"/>
                  </a:lnTo>
                  <a:lnTo>
                    <a:pt x="6144" y="2160"/>
                  </a:lnTo>
                  <a:lnTo>
                    <a:pt x="6138" y="2118"/>
                  </a:lnTo>
                  <a:lnTo>
                    <a:pt x="6138" y="2046"/>
                  </a:lnTo>
                  <a:lnTo>
                    <a:pt x="6156" y="2028"/>
                  </a:lnTo>
                  <a:lnTo>
                    <a:pt x="6156" y="2016"/>
                  </a:lnTo>
                  <a:lnTo>
                    <a:pt x="6150" y="2010"/>
                  </a:lnTo>
                  <a:lnTo>
                    <a:pt x="6138" y="2004"/>
                  </a:lnTo>
                  <a:lnTo>
                    <a:pt x="6126" y="1992"/>
                  </a:lnTo>
                  <a:lnTo>
                    <a:pt x="6114" y="1992"/>
                  </a:lnTo>
                  <a:lnTo>
                    <a:pt x="6108" y="1986"/>
                  </a:lnTo>
                  <a:lnTo>
                    <a:pt x="6096" y="1986"/>
                  </a:lnTo>
                  <a:lnTo>
                    <a:pt x="6078" y="1980"/>
                  </a:lnTo>
                  <a:lnTo>
                    <a:pt x="6072" y="1980"/>
                  </a:lnTo>
                  <a:lnTo>
                    <a:pt x="6072" y="1968"/>
                  </a:lnTo>
                  <a:lnTo>
                    <a:pt x="6078" y="1968"/>
                  </a:lnTo>
                  <a:lnTo>
                    <a:pt x="6120" y="1926"/>
                  </a:lnTo>
                  <a:lnTo>
                    <a:pt x="6156" y="1920"/>
                  </a:lnTo>
                  <a:lnTo>
                    <a:pt x="6162" y="1908"/>
                  </a:lnTo>
                  <a:lnTo>
                    <a:pt x="6204" y="1914"/>
                  </a:lnTo>
                  <a:lnTo>
                    <a:pt x="6258" y="1902"/>
                  </a:lnTo>
                  <a:lnTo>
                    <a:pt x="6294" y="1920"/>
                  </a:lnTo>
                  <a:lnTo>
                    <a:pt x="6330" y="1944"/>
                  </a:lnTo>
                  <a:lnTo>
                    <a:pt x="6402" y="1944"/>
                  </a:lnTo>
                  <a:lnTo>
                    <a:pt x="6408" y="1950"/>
                  </a:lnTo>
                  <a:lnTo>
                    <a:pt x="6420" y="1956"/>
                  </a:lnTo>
                  <a:lnTo>
                    <a:pt x="6426" y="1962"/>
                  </a:lnTo>
                  <a:lnTo>
                    <a:pt x="6438" y="1968"/>
                  </a:lnTo>
                  <a:lnTo>
                    <a:pt x="6438" y="1980"/>
                  </a:lnTo>
                  <a:lnTo>
                    <a:pt x="6444" y="1980"/>
                  </a:lnTo>
                  <a:lnTo>
                    <a:pt x="6456" y="1992"/>
                  </a:lnTo>
                  <a:lnTo>
                    <a:pt x="6468" y="1998"/>
                  </a:lnTo>
                  <a:lnTo>
                    <a:pt x="6480" y="2010"/>
                  </a:lnTo>
                  <a:lnTo>
                    <a:pt x="6492" y="2010"/>
                  </a:lnTo>
                  <a:lnTo>
                    <a:pt x="6498" y="2016"/>
                  </a:lnTo>
                  <a:lnTo>
                    <a:pt x="6504" y="2016"/>
                  </a:lnTo>
                  <a:lnTo>
                    <a:pt x="6510" y="2046"/>
                  </a:lnTo>
                  <a:lnTo>
                    <a:pt x="6558" y="2070"/>
                  </a:lnTo>
                  <a:lnTo>
                    <a:pt x="6570" y="2100"/>
                  </a:lnTo>
                  <a:lnTo>
                    <a:pt x="6582" y="2100"/>
                  </a:lnTo>
                  <a:lnTo>
                    <a:pt x="6630" y="2124"/>
                  </a:lnTo>
                  <a:lnTo>
                    <a:pt x="6636" y="2136"/>
                  </a:lnTo>
                  <a:lnTo>
                    <a:pt x="6654" y="2154"/>
                  </a:lnTo>
                  <a:lnTo>
                    <a:pt x="6660" y="2166"/>
                  </a:lnTo>
                  <a:lnTo>
                    <a:pt x="6672" y="2166"/>
                  </a:lnTo>
                  <a:lnTo>
                    <a:pt x="6678" y="2190"/>
                  </a:lnTo>
                  <a:lnTo>
                    <a:pt x="6684" y="2190"/>
                  </a:lnTo>
                  <a:lnTo>
                    <a:pt x="6690" y="2196"/>
                  </a:lnTo>
                  <a:lnTo>
                    <a:pt x="6714" y="2208"/>
                  </a:lnTo>
                  <a:lnTo>
                    <a:pt x="6720" y="2214"/>
                  </a:lnTo>
                  <a:lnTo>
                    <a:pt x="6732" y="2220"/>
                  </a:lnTo>
                  <a:lnTo>
                    <a:pt x="6780" y="2220"/>
                  </a:lnTo>
                  <a:lnTo>
                    <a:pt x="6792" y="2226"/>
                  </a:lnTo>
                  <a:lnTo>
                    <a:pt x="6798" y="2232"/>
                  </a:lnTo>
                  <a:lnTo>
                    <a:pt x="6810" y="2238"/>
                  </a:lnTo>
                  <a:lnTo>
                    <a:pt x="6822" y="2226"/>
                  </a:lnTo>
                  <a:lnTo>
                    <a:pt x="6834" y="2226"/>
                  </a:lnTo>
                  <a:lnTo>
                    <a:pt x="6852" y="2244"/>
                  </a:lnTo>
                  <a:lnTo>
                    <a:pt x="6864" y="2250"/>
                  </a:lnTo>
                  <a:lnTo>
                    <a:pt x="6882" y="2268"/>
                  </a:lnTo>
                  <a:lnTo>
                    <a:pt x="6924" y="2268"/>
                  </a:lnTo>
                  <a:lnTo>
                    <a:pt x="6942" y="2298"/>
                  </a:lnTo>
                  <a:lnTo>
                    <a:pt x="6960" y="2298"/>
                  </a:lnTo>
                  <a:lnTo>
                    <a:pt x="6966" y="2304"/>
                  </a:lnTo>
                  <a:lnTo>
                    <a:pt x="6966" y="2310"/>
                  </a:lnTo>
                  <a:lnTo>
                    <a:pt x="6972" y="2322"/>
                  </a:lnTo>
                  <a:lnTo>
                    <a:pt x="6972" y="2334"/>
                  </a:lnTo>
                  <a:lnTo>
                    <a:pt x="7014" y="2364"/>
                  </a:lnTo>
                  <a:lnTo>
                    <a:pt x="7038" y="2358"/>
                  </a:lnTo>
                  <a:lnTo>
                    <a:pt x="7050" y="2370"/>
                  </a:lnTo>
                  <a:lnTo>
                    <a:pt x="7068" y="2370"/>
                  </a:lnTo>
                  <a:lnTo>
                    <a:pt x="7068" y="2358"/>
                  </a:lnTo>
                  <a:lnTo>
                    <a:pt x="7098" y="2364"/>
                  </a:lnTo>
                  <a:lnTo>
                    <a:pt x="7098" y="2346"/>
                  </a:lnTo>
                  <a:lnTo>
                    <a:pt x="7104" y="2340"/>
                  </a:lnTo>
                  <a:lnTo>
                    <a:pt x="7110" y="2340"/>
                  </a:lnTo>
                  <a:lnTo>
                    <a:pt x="7122" y="2334"/>
                  </a:lnTo>
                  <a:lnTo>
                    <a:pt x="7152" y="2334"/>
                  </a:lnTo>
                  <a:lnTo>
                    <a:pt x="7158" y="2310"/>
                  </a:lnTo>
                  <a:lnTo>
                    <a:pt x="7200" y="2310"/>
                  </a:lnTo>
                  <a:lnTo>
                    <a:pt x="7212" y="2316"/>
                  </a:lnTo>
                  <a:lnTo>
                    <a:pt x="7218" y="2328"/>
                  </a:lnTo>
                  <a:lnTo>
                    <a:pt x="7218" y="2346"/>
                  </a:lnTo>
                  <a:lnTo>
                    <a:pt x="7242" y="2358"/>
                  </a:lnTo>
                  <a:lnTo>
                    <a:pt x="7242" y="2388"/>
                  </a:lnTo>
                  <a:lnTo>
                    <a:pt x="7224" y="2394"/>
                  </a:lnTo>
                  <a:lnTo>
                    <a:pt x="7236" y="2412"/>
                  </a:lnTo>
                  <a:lnTo>
                    <a:pt x="7236" y="2430"/>
                  </a:lnTo>
                  <a:lnTo>
                    <a:pt x="7248" y="2442"/>
                  </a:lnTo>
                  <a:lnTo>
                    <a:pt x="7248" y="2466"/>
                  </a:lnTo>
                  <a:lnTo>
                    <a:pt x="7266" y="2472"/>
                  </a:lnTo>
                  <a:lnTo>
                    <a:pt x="7260" y="2502"/>
                  </a:lnTo>
                  <a:lnTo>
                    <a:pt x="7266" y="2526"/>
                  </a:lnTo>
                  <a:lnTo>
                    <a:pt x="7260" y="2532"/>
                  </a:lnTo>
                  <a:lnTo>
                    <a:pt x="7254" y="2532"/>
                  </a:lnTo>
                  <a:lnTo>
                    <a:pt x="7254" y="2550"/>
                  </a:lnTo>
                  <a:lnTo>
                    <a:pt x="7260" y="2562"/>
                  </a:lnTo>
                  <a:lnTo>
                    <a:pt x="7260" y="2574"/>
                  </a:lnTo>
                  <a:lnTo>
                    <a:pt x="7254" y="2580"/>
                  </a:lnTo>
                  <a:lnTo>
                    <a:pt x="7248" y="2580"/>
                  </a:lnTo>
                  <a:lnTo>
                    <a:pt x="7236" y="2574"/>
                  </a:lnTo>
                  <a:lnTo>
                    <a:pt x="7224" y="2574"/>
                  </a:lnTo>
                  <a:lnTo>
                    <a:pt x="7206" y="2568"/>
                  </a:lnTo>
                  <a:lnTo>
                    <a:pt x="7194" y="2562"/>
                  </a:lnTo>
                  <a:lnTo>
                    <a:pt x="7170" y="2562"/>
                  </a:lnTo>
                  <a:lnTo>
                    <a:pt x="7164" y="2568"/>
                  </a:lnTo>
                  <a:lnTo>
                    <a:pt x="7170" y="2574"/>
                  </a:lnTo>
                  <a:lnTo>
                    <a:pt x="7170" y="2586"/>
                  </a:lnTo>
                  <a:lnTo>
                    <a:pt x="7146" y="2586"/>
                  </a:lnTo>
                  <a:lnTo>
                    <a:pt x="7146" y="2598"/>
                  </a:lnTo>
                  <a:lnTo>
                    <a:pt x="7152" y="2610"/>
                  </a:lnTo>
                  <a:lnTo>
                    <a:pt x="7158" y="2610"/>
                  </a:lnTo>
                  <a:lnTo>
                    <a:pt x="7170" y="2622"/>
                  </a:lnTo>
                  <a:lnTo>
                    <a:pt x="7182" y="2628"/>
                  </a:lnTo>
                  <a:lnTo>
                    <a:pt x="7194" y="2646"/>
                  </a:lnTo>
                  <a:lnTo>
                    <a:pt x="7206" y="2658"/>
                  </a:lnTo>
                  <a:lnTo>
                    <a:pt x="7212" y="2676"/>
                  </a:lnTo>
                  <a:lnTo>
                    <a:pt x="7212" y="2688"/>
                  </a:lnTo>
                  <a:lnTo>
                    <a:pt x="7224" y="2700"/>
                  </a:lnTo>
                  <a:lnTo>
                    <a:pt x="7230" y="2712"/>
                  </a:lnTo>
                  <a:lnTo>
                    <a:pt x="7236" y="2748"/>
                  </a:lnTo>
                  <a:lnTo>
                    <a:pt x="7206" y="2742"/>
                  </a:lnTo>
                  <a:lnTo>
                    <a:pt x="7200" y="2766"/>
                  </a:lnTo>
                  <a:lnTo>
                    <a:pt x="7224" y="2778"/>
                  </a:lnTo>
                  <a:lnTo>
                    <a:pt x="7260" y="2778"/>
                  </a:lnTo>
                  <a:lnTo>
                    <a:pt x="7260" y="2718"/>
                  </a:lnTo>
                  <a:lnTo>
                    <a:pt x="7266" y="2712"/>
                  </a:lnTo>
                  <a:lnTo>
                    <a:pt x="7272" y="2712"/>
                  </a:lnTo>
                  <a:lnTo>
                    <a:pt x="7284" y="2718"/>
                  </a:lnTo>
                  <a:lnTo>
                    <a:pt x="7290" y="2724"/>
                  </a:lnTo>
                  <a:lnTo>
                    <a:pt x="7302" y="2712"/>
                  </a:lnTo>
                  <a:lnTo>
                    <a:pt x="7308" y="2724"/>
                  </a:lnTo>
                  <a:lnTo>
                    <a:pt x="7314" y="2730"/>
                  </a:lnTo>
                  <a:lnTo>
                    <a:pt x="7320" y="2742"/>
                  </a:lnTo>
                  <a:lnTo>
                    <a:pt x="7332" y="2754"/>
                  </a:lnTo>
                  <a:lnTo>
                    <a:pt x="7344" y="2754"/>
                  </a:lnTo>
                  <a:lnTo>
                    <a:pt x="7356" y="2748"/>
                  </a:lnTo>
                  <a:lnTo>
                    <a:pt x="7368" y="2748"/>
                  </a:lnTo>
                  <a:lnTo>
                    <a:pt x="7374" y="2742"/>
                  </a:lnTo>
                  <a:lnTo>
                    <a:pt x="7380" y="2742"/>
                  </a:lnTo>
                  <a:lnTo>
                    <a:pt x="7380" y="2760"/>
                  </a:lnTo>
                  <a:lnTo>
                    <a:pt x="7386" y="2760"/>
                  </a:lnTo>
                  <a:lnTo>
                    <a:pt x="7392" y="2754"/>
                  </a:lnTo>
                  <a:lnTo>
                    <a:pt x="7404" y="2748"/>
                  </a:lnTo>
                  <a:lnTo>
                    <a:pt x="7422" y="2742"/>
                  </a:lnTo>
                  <a:lnTo>
                    <a:pt x="7440" y="2730"/>
                  </a:lnTo>
                  <a:lnTo>
                    <a:pt x="7452" y="2724"/>
                  </a:lnTo>
                  <a:lnTo>
                    <a:pt x="7464" y="2700"/>
                  </a:lnTo>
                  <a:lnTo>
                    <a:pt x="7464" y="2682"/>
                  </a:lnTo>
                  <a:lnTo>
                    <a:pt x="7470" y="2664"/>
                  </a:lnTo>
                  <a:lnTo>
                    <a:pt x="7470" y="2628"/>
                  </a:lnTo>
                  <a:lnTo>
                    <a:pt x="7494" y="2622"/>
                  </a:lnTo>
                  <a:lnTo>
                    <a:pt x="7494" y="2562"/>
                  </a:lnTo>
                  <a:lnTo>
                    <a:pt x="7500" y="2550"/>
                  </a:lnTo>
                  <a:lnTo>
                    <a:pt x="7506" y="2544"/>
                  </a:lnTo>
                  <a:lnTo>
                    <a:pt x="7518" y="2520"/>
                  </a:lnTo>
                  <a:lnTo>
                    <a:pt x="7518" y="2490"/>
                  </a:lnTo>
                  <a:lnTo>
                    <a:pt x="7524" y="2472"/>
                  </a:lnTo>
                  <a:lnTo>
                    <a:pt x="7524" y="2454"/>
                  </a:lnTo>
                  <a:lnTo>
                    <a:pt x="7518" y="2442"/>
                  </a:lnTo>
                  <a:lnTo>
                    <a:pt x="7518" y="2424"/>
                  </a:lnTo>
                  <a:lnTo>
                    <a:pt x="7512" y="2418"/>
                  </a:lnTo>
                  <a:lnTo>
                    <a:pt x="7512" y="2412"/>
                  </a:lnTo>
                  <a:lnTo>
                    <a:pt x="7518" y="2400"/>
                  </a:lnTo>
                  <a:lnTo>
                    <a:pt x="7524" y="2394"/>
                  </a:lnTo>
                  <a:lnTo>
                    <a:pt x="7524" y="2382"/>
                  </a:lnTo>
                  <a:lnTo>
                    <a:pt x="7530" y="2376"/>
                  </a:lnTo>
                  <a:lnTo>
                    <a:pt x="7530" y="2364"/>
                  </a:lnTo>
                  <a:lnTo>
                    <a:pt x="7524" y="2358"/>
                  </a:lnTo>
                  <a:lnTo>
                    <a:pt x="7518" y="2346"/>
                  </a:lnTo>
                  <a:lnTo>
                    <a:pt x="7524" y="2334"/>
                  </a:lnTo>
                  <a:lnTo>
                    <a:pt x="7530" y="2328"/>
                  </a:lnTo>
                  <a:lnTo>
                    <a:pt x="7536" y="2316"/>
                  </a:lnTo>
                  <a:lnTo>
                    <a:pt x="7536" y="2298"/>
                  </a:lnTo>
                  <a:lnTo>
                    <a:pt x="7530" y="2292"/>
                  </a:lnTo>
                  <a:lnTo>
                    <a:pt x="7530" y="2280"/>
                  </a:lnTo>
                  <a:lnTo>
                    <a:pt x="7518" y="2256"/>
                  </a:lnTo>
                  <a:lnTo>
                    <a:pt x="7512" y="2250"/>
                  </a:lnTo>
                  <a:lnTo>
                    <a:pt x="7512" y="2238"/>
                  </a:lnTo>
                  <a:lnTo>
                    <a:pt x="7506" y="2232"/>
                  </a:lnTo>
                  <a:lnTo>
                    <a:pt x="7506" y="2220"/>
                  </a:lnTo>
                  <a:lnTo>
                    <a:pt x="7500" y="2214"/>
                  </a:lnTo>
                  <a:lnTo>
                    <a:pt x="7500" y="2202"/>
                  </a:lnTo>
                  <a:lnTo>
                    <a:pt x="7494" y="2196"/>
                  </a:lnTo>
                  <a:lnTo>
                    <a:pt x="7482" y="2190"/>
                  </a:lnTo>
                  <a:lnTo>
                    <a:pt x="7476" y="2184"/>
                  </a:lnTo>
                  <a:lnTo>
                    <a:pt x="7482" y="2178"/>
                  </a:lnTo>
                  <a:lnTo>
                    <a:pt x="7476" y="2178"/>
                  </a:lnTo>
                  <a:lnTo>
                    <a:pt x="7470" y="2172"/>
                  </a:lnTo>
                  <a:lnTo>
                    <a:pt x="7458" y="2166"/>
                  </a:lnTo>
                  <a:lnTo>
                    <a:pt x="7446" y="2154"/>
                  </a:lnTo>
                  <a:lnTo>
                    <a:pt x="7440" y="2142"/>
                  </a:lnTo>
                  <a:lnTo>
                    <a:pt x="7434" y="2124"/>
                  </a:lnTo>
                  <a:lnTo>
                    <a:pt x="7434" y="2112"/>
                  </a:lnTo>
                  <a:lnTo>
                    <a:pt x="7428" y="2106"/>
                  </a:lnTo>
                  <a:lnTo>
                    <a:pt x="7428" y="2100"/>
                  </a:lnTo>
                  <a:lnTo>
                    <a:pt x="7416" y="2094"/>
                  </a:lnTo>
                  <a:lnTo>
                    <a:pt x="7416" y="2082"/>
                  </a:lnTo>
                  <a:lnTo>
                    <a:pt x="7422" y="2070"/>
                  </a:lnTo>
                  <a:lnTo>
                    <a:pt x="7422" y="2040"/>
                  </a:lnTo>
                  <a:lnTo>
                    <a:pt x="7410" y="2028"/>
                  </a:lnTo>
                  <a:lnTo>
                    <a:pt x="7404" y="2016"/>
                  </a:lnTo>
                  <a:lnTo>
                    <a:pt x="7398" y="2010"/>
                  </a:lnTo>
                  <a:lnTo>
                    <a:pt x="7380" y="2004"/>
                  </a:lnTo>
                  <a:lnTo>
                    <a:pt x="7380" y="1998"/>
                  </a:lnTo>
                  <a:lnTo>
                    <a:pt x="7374" y="1992"/>
                  </a:lnTo>
                  <a:lnTo>
                    <a:pt x="7368" y="1980"/>
                  </a:lnTo>
                  <a:lnTo>
                    <a:pt x="7356" y="1968"/>
                  </a:lnTo>
                  <a:lnTo>
                    <a:pt x="7344" y="1968"/>
                  </a:lnTo>
                  <a:lnTo>
                    <a:pt x="7332" y="1956"/>
                  </a:lnTo>
                  <a:lnTo>
                    <a:pt x="7326" y="1956"/>
                  </a:lnTo>
                  <a:lnTo>
                    <a:pt x="7308" y="1950"/>
                  </a:lnTo>
                  <a:lnTo>
                    <a:pt x="7302" y="1938"/>
                  </a:lnTo>
                  <a:lnTo>
                    <a:pt x="7308" y="1938"/>
                  </a:lnTo>
                  <a:lnTo>
                    <a:pt x="7314" y="1944"/>
                  </a:lnTo>
                  <a:lnTo>
                    <a:pt x="7326" y="1944"/>
                  </a:lnTo>
                  <a:lnTo>
                    <a:pt x="7332" y="1950"/>
                  </a:lnTo>
                  <a:lnTo>
                    <a:pt x="7344" y="1950"/>
                  </a:lnTo>
                  <a:lnTo>
                    <a:pt x="7350" y="1944"/>
                  </a:lnTo>
                  <a:lnTo>
                    <a:pt x="7350" y="1938"/>
                  </a:lnTo>
                  <a:lnTo>
                    <a:pt x="7344" y="1938"/>
                  </a:lnTo>
                  <a:lnTo>
                    <a:pt x="7332" y="1932"/>
                  </a:lnTo>
                  <a:lnTo>
                    <a:pt x="7326" y="1926"/>
                  </a:lnTo>
                  <a:lnTo>
                    <a:pt x="7320" y="1926"/>
                  </a:lnTo>
                  <a:lnTo>
                    <a:pt x="7242" y="1890"/>
                  </a:lnTo>
                  <a:lnTo>
                    <a:pt x="7236" y="1890"/>
                  </a:lnTo>
                  <a:lnTo>
                    <a:pt x="7230" y="1884"/>
                  </a:lnTo>
                  <a:lnTo>
                    <a:pt x="7218" y="1878"/>
                  </a:lnTo>
                  <a:lnTo>
                    <a:pt x="7206" y="1866"/>
                  </a:lnTo>
                  <a:lnTo>
                    <a:pt x="7194" y="1860"/>
                  </a:lnTo>
                  <a:lnTo>
                    <a:pt x="7188" y="1854"/>
                  </a:lnTo>
                  <a:lnTo>
                    <a:pt x="7170" y="1854"/>
                  </a:lnTo>
                  <a:lnTo>
                    <a:pt x="7164" y="1860"/>
                  </a:lnTo>
                  <a:lnTo>
                    <a:pt x="7152" y="1866"/>
                  </a:lnTo>
                  <a:lnTo>
                    <a:pt x="7116" y="1854"/>
                  </a:lnTo>
                  <a:lnTo>
                    <a:pt x="7152" y="1896"/>
                  </a:lnTo>
                  <a:lnTo>
                    <a:pt x="7146" y="1920"/>
                  </a:lnTo>
                  <a:lnTo>
                    <a:pt x="7134" y="1920"/>
                  </a:lnTo>
                  <a:lnTo>
                    <a:pt x="7134" y="1890"/>
                  </a:lnTo>
                  <a:lnTo>
                    <a:pt x="7116" y="1878"/>
                  </a:lnTo>
                  <a:lnTo>
                    <a:pt x="7116" y="1908"/>
                  </a:lnTo>
                  <a:lnTo>
                    <a:pt x="7068" y="1908"/>
                  </a:lnTo>
                  <a:lnTo>
                    <a:pt x="7074" y="1902"/>
                  </a:lnTo>
                  <a:lnTo>
                    <a:pt x="7074" y="1884"/>
                  </a:lnTo>
                  <a:lnTo>
                    <a:pt x="7068" y="1878"/>
                  </a:lnTo>
                  <a:lnTo>
                    <a:pt x="7044" y="1878"/>
                  </a:lnTo>
                  <a:lnTo>
                    <a:pt x="7038" y="1890"/>
                  </a:lnTo>
                  <a:lnTo>
                    <a:pt x="7014" y="1890"/>
                  </a:lnTo>
                  <a:lnTo>
                    <a:pt x="7002" y="1854"/>
                  </a:lnTo>
                  <a:lnTo>
                    <a:pt x="6996" y="1854"/>
                  </a:lnTo>
                  <a:lnTo>
                    <a:pt x="6984" y="1830"/>
                  </a:lnTo>
                  <a:lnTo>
                    <a:pt x="6912" y="1836"/>
                  </a:lnTo>
                  <a:lnTo>
                    <a:pt x="6906" y="1824"/>
                  </a:lnTo>
                  <a:lnTo>
                    <a:pt x="6882" y="1824"/>
                  </a:lnTo>
                  <a:lnTo>
                    <a:pt x="6870" y="1818"/>
                  </a:lnTo>
                  <a:lnTo>
                    <a:pt x="6864" y="1812"/>
                  </a:lnTo>
                  <a:lnTo>
                    <a:pt x="6864" y="1794"/>
                  </a:lnTo>
                  <a:lnTo>
                    <a:pt x="6876" y="1788"/>
                  </a:lnTo>
                  <a:lnTo>
                    <a:pt x="6888" y="1776"/>
                  </a:lnTo>
                  <a:lnTo>
                    <a:pt x="6900" y="1776"/>
                  </a:lnTo>
                  <a:lnTo>
                    <a:pt x="6900" y="1752"/>
                  </a:lnTo>
                  <a:lnTo>
                    <a:pt x="6906" y="1752"/>
                  </a:lnTo>
                  <a:lnTo>
                    <a:pt x="6918" y="1746"/>
                  </a:lnTo>
                  <a:lnTo>
                    <a:pt x="6930" y="1734"/>
                  </a:lnTo>
                  <a:lnTo>
                    <a:pt x="6930" y="1728"/>
                  </a:lnTo>
                  <a:lnTo>
                    <a:pt x="6936" y="1716"/>
                  </a:lnTo>
                  <a:lnTo>
                    <a:pt x="6936" y="1710"/>
                  </a:lnTo>
                  <a:lnTo>
                    <a:pt x="6942" y="1698"/>
                  </a:lnTo>
                  <a:lnTo>
                    <a:pt x="6930" y="1686"/>
                  </a:lnTo>
                  <a:lnTo>
                    <a:pt x="6942" y="1662"/>
                  </a:lnTo>
                  <a:lnTo>
                    <a:pt x="6930" y="1650"/>
                  </a:lnTo>
                  <a:lnTo>
                    <a:pt x="6948" y="1632"/>
                  </a:lnTo>
                  <a:lnTo>
                    <a:pt x="6972" y="1626"/>
                  </a:lnTo>
                  <a:lnTo>
                    <a:pt x="6960" y="1596"/>
                  </a:lnTo>
                  <a:lnTo>
                    <a:pt x="6984" y="1590"/>
                  </a:lnTo>
                  <a:lnTo>
                    <a:pt x="6960" y="1554"/>
                  </a:lnTo>
                  <a:lnTo>
                    <a:pt x="6990" y="1542"/>
                  </a:lnTo>
                  <a:lnTo>
                    <a:pt x="6990" y="1500"/>
                  </a:lnTo>
                  <a:lnTo>
                    <a:pt x="6996" y="1488"/>
                  </a:lnTo>
                  <a:lnTo>
                    <a:pt x="7002" y="1482"/>
                  </a:lnTo>
                  <a:lnTo>
                    <a:pt x="7020" y="1470"/>
                  </a:lnTo>
                  <a:lnTo>
                    <a:pt x="7032" y="1464"/>
                  </a:lnTo>
                  <a:lnTo>
                    <a:pt x="7050" y="1464"/>
                  </a:lnTo>
                  <a:lnTo>
                    <a:pt x="7068" y="1470"/>
                  </a:lnTo>
                  <a:lnTo>
                    <a:pt x="7188" y="1470"/>
                  </a:lnTo>
                  <a:lnTo>
                    <a:pt x="7206" y="1488"/>
                  </a:lnTo>
                  <a:lnTo>
                    <a:pt x="7224" y="1482"/>
                  </a:lnTo>
                  <a:lnTo>
                    <a:pt x="7218" y="1464"/>
                  </a:lnTo>
                  <a:lnTo>
                    <a:pt x="7290" y="1482"/>
                  </a:lnTo>
                  <a:lnTo>
                    <a:pt x="7320" y="1464"/>
                  </a:lnTo>
                  <a:lnTo>
                    <a:pt x="7350" y="1488"/>
                  </a:lnTo>
                  <a:lnTo>
                    <a:pt x="7356" y="1452"/>
                  </a:lnTo>
                  <a:lnTo>
                    <a:pt x="7434" y="1452"/>
                  </a:lnTo>
                  <a:lnTo>
                    <a:pt x="7446" y="1458"/>
                  </a:lnTo>
                  <a:lnTo>
                    <a:pt x="7452" y="1470"/>
                  </a:lnTo>
                  <a:lnTo>
                    <a:pt x="7458" y="1470"/>
                  </a:lnTo>
                  <a:lnTo>
                    <a:pt x="7464" y="1464"/>
                  </a:lnTo>
                  <a:lnTo>
                    <a:pt x="7476" y="1464"/>
                  </a:lnTo>
                  <a:lnTo>
                    <a:pt x="7482" y="1458"/>
                  </a:lnTo>
                  <a:lnTo>
                    <a:pt x="7494" y="1452"/>
                  </a:lnTo>
                  <a:lnTo>
                    <a:pt x="7518" y="1470"/>
                  </a:lnTo>
                  <a:lnTo>
                    <a:pt x="7560" y="1476"/>
                  </a:lnTo>
                  <a:lnTo>
                    <a:pt x="7506" y="1488"/>
                  </a:lnTo>
                  <a:lnTo>
                    <a:pt x="7506" y="1494"/>
                  </a:lnTo>
                  <a:lnTo>
                    <a:pt x="7512" y="1500"/>
                  </a:lnTo>
                  <a:lnTo>
                    <a:pt x="7524" y="1506"/>
                  </a:lnTo>
                  <a:lnTo>
                    <a:pt x="7530" y="1512"/>
                  </a:lnTo>
                  <a:lnTo>
                    <a:pt x="7542" y="1512"/>
                  </a:lnTo>
                  <a:lnTo>
                    <a:pt x="7548" y="1506"/>
                  </a:lnTo>
                  <a:lnTo>
                    <a:pt x="7560" y="1506"/>
                  </a:lnTo>
                  <a:lnTo>
                    <a:pt x="7572" y="1500"/>
                  </a:lnTo>
                  <a:lnTo>
                    <a:pt x="7578" y="1494"/>
                  </a:lnTo>
                  <a:lnTo>
                    <a:pt x="7584" y="1494"/>
                  </a:lnTo>
                  <a:lnTo>
                    <a:pt x="7614" y="1506"/>
                  </a:lnTo>
                  <a:lnTo>
                    <a:pt x="7638" y="1488"/>
                  </a:lnTo>
                  <a:lnTo>
                    <a:pt x="7644" y="1488"/>
                  </a:lnTo>
                  <a:lnTo>
                    <a:pt x="7650" y="1494"/>
                  </a:lnTo>
                  <a:lnTo>
                    <a:pt x="7686" y="1494"/>
                  </a:lnTo>
                  <a:lnTo>
                    <a:pt x="7692" y="1488"/>
                  </a:lnTo>
                  <a:lnTo>
                    <a:pt x="7692" y="1476"/>
                  </a:lnTo>
                  <a:lnTo>
                    <a:pt x="7728" y="1482"/>
                  </a:lnTo>
                  <a:lnTo>
                    <a:pt x="7680" y="1452"/>
                  </a:lnTo>
                  <a:lnTo>
                    <a:pt x="7650" y="1464"/>
                  </a:lnTo>
                  <a:lnTo>
                    <a:pt x="7644" y="1446"/>
                  </a:lnTo>
                  <a:lnTo>
                    <a:pt x="7638" y="1434"/>
                  </a:lnTo>
                  <a:lnTo>
                    <a:pt x="7632" y="1428"/>
                  </a:lnTo>
                  <a:lnTo>
                    <a:pt x="7626" y="1416"/>
                  </a:lnTo>
                  <a:lnTo>
                    <a:pt x="7626" y="1398"/>
                  </a:lnTo>
                  <a:lnTo>
                    <a:pt x="7650" y="1374"/>
                  </a:lnTo>
                  <a:lnTo>
                    <a:pt x="7644" y="1344"/>
                  </a:lnTo>
                  <a:lnTo>
                    <a:pt x="7662" y="1332"/>
                  </a:lnTo>
                  <a:lnTo>
                    <a:pt x="7650" y="1326"/>
                  </a:lnTo>
                  <a:lnTo>
                    <a:pt x="7638" y="1314"/>
                  </a:lnTo>
                  <a:lnTo>
                    <a:pt x="7638" y="1302"/>
                  </a:lnTo>
                  <a:lnTo>
                    <a:pt x="7644" y="1296"/>
                  </a:lnTo>
                  <a:lnTo>
                    <a:pt x="7662" y="1290"/>
                  </a:lnTo>
                  <a:lnTo>
                    <a:pt x="7698" y="1290"/>
                  </a:lnTo>
                  <a:lnTo>
                    <a:pt x="7710" y="1296"/>
                  </a:lnTo>
                  <a:lnTo>
                    <a:pt x="7728" y="1296"/>
                  </a:lnTo>
                  <a:lnTo>
                    <a:pt x="7746" y="1278"/>
                  </a:lnTo>
                  <a:lnTo>
                    <a:pt x="7782" y="1308"/>
                  </a:lnTo>
                  <a:lnTo>
                    <a:pt x="7806" y="1290"/>
                  </a:lnTo>
                  <a:lnTo>
                    <a:pt x="7812" y="1302"/>
                  </a:lnTo>
                  <a:lnTo>
                    <a:pt x="7818" y="1308"/>
                  </a:lnTo>
                  <a:lnTo>
                    <a:pt x="7830" y="1332"/>
                  </a:lnTo>
                  <a:lnTo>
                    <a:pt x="7830" y="1338"/>
                  </a:lnTo>
                  <a:lnTo>
                    <a:pt x="7836" y="1344"/>
                  </a:lnTo>
                  <a:lnTo>
                    <a:pt x="7878" y="1344"/>
                  </a:lnTo>
                  <a:lnTo>
                    <a:pt x="7878" y="1362"/>
                  </a:lnTo>
                  <a:lnTo>
                    <a:pt x="7884" y="1374"/>
                  </a:lnTo>
                  <a:lnTo>
                    <a:pt x="7890" y="1380"/>
                  </a:lnTo>
                  <a:lnTo>
                    <a:pt x="7896" y="1380"/>
                  </a:lnTo>
                  <a:lnTo>
                    <a:pt x="7914" y="1362"/>
                  </a:lnTo>
                  <a:lnTo>
                    <a:pt x="7932" y="1326"/>
                  </a:lnTo>
                  <a:lnTo>
                    <a:pt x="7938" y="1320"/>
                  </a:lnTo>
                  <a:lnTo>
                    <a:pt x="7938" y="1314"/>
                  </a:lnTo>
                  <a:lnTo>
                    <a:pt x="7962" y="1302"/>
                  </a:lnTo>
                  <a:lnTo>
                    <a:pt x="7992" y="1314"/>
                  </a:lnTo>
                  <a:lnTo>
                    <a:pt x="7986" y="1302"/>
                  </a:lnTo>
                  <a:lnTo>
                    <a:pt x="7962" y="1284"/>
                  </a:lnTo>
                  <a:lnTo>
                    <a:pt x="7956" y="1278"/>
                  </a:lnTo>
                  <a:lnTo>
                    <a:pt x="7932" y="1266"/>
                  </a:lnTo>
                  <a:lnTo>
                    <a:pt x="7926" y="1254"/>
                  </a:lnTo>
                  <a:lnTo>
                    <a:pt x="7914" y="1248"/>
                  </a:lnTo>
                  <a:lnTo>
                    <a:pt x="7908" y="1242"/>
                  </a:lnTo>
                  <a:lnTo>
                    <a:pt x="7908" y="1230"/>
                  </a:lnTo>
                  <a:lnTo>
                    <a:pt x="7962" y="1230"/>
                  </a:lnTo>
                  <a:lnTo>
                    <a:pt x="7992" y="1236"/>
                  </a:lnTo>
                  <a:lnTo>
                    <a:pt x="8052" y="1236"/>
                  </a:lnTo>
                  <a:lnTo>
                    <a:pt x="8052" y="1254"/>
                  </a:lnTo>
                  <a:lnTo>
                    <a:pt x="8040" y="1254"/>
                  </a:lnTo>
                  <a:lnTo>
                    <a:pt x="8028" y="1248"/>
                  </a:lnTo>
                  <a:lnTo>
                    <a:pt x="7992" y="1248"/>
                  </a:lnTo>
                  <a:lnTo>
                    <a:pt x="7992" y="1266"/>
                  </a:lnTo>
                  <a:lnTo>
                    <a:pt x="8016" y="1290"/>
                  </a:lnTo>
                  <a:lnTo>
                    <a:pt x="8028" y="1296"/>
                  </a:lnTo>
                  <a:lnTo>
                    <a:pt x="8034" y="1320"/>
                  </a:lnTo>
                  <a:lnTo>
                    <a:pt x="8064" y="1326"/>
                  </a:lnTo>
                  <a:lnTo>
                    <a:pt x="8058" y="1344"/>
                  </a:lnTo>
                  <a:lnTo>
                    <a:pt x="8076" y="1362"/>
                  </a:lnTo>
                  <a:lnTo>
                    <a:pt x="8046" y="1368"/>
                  </a:lnTo>
                  <a:lnTo>
                    <a:pt x="8040" y="1380"/>
                  </a:lnTo>
                  <a:lnTo>
                    <a:pt x="8022" y="1386"/>
                  </a:lnTo>
                  <a:lnTo>
                    <a:pt x="8028" y="1398"/>
                  </a:lnTo>
                  <a:lnTo>
                    <a:pt x="8028" y="1404"/>
                  </a:lnTo>
                  <a:lnTo>
                    <a:pt x="8034" y="1416"/>
                  </a:lnTo>
                  <a:lnTo>
                    <a:pt x="8034" y="1440"/>
                  </a:lnTo>
                  <a:lnTo>
                    <a:pt x="8028" y="1452"/>
                  </a:lnTo>
                  <a:lnTo>
                    <a:pt x="8016" y="1464"/>
                  </a:lnTo>
                  <a:lnTo>
                    <a:pt x="8004" y="1488"/>
                  </a:lnTo>
                  <a:lnTo>
                    <a:pt x="8004" y="1506"/>
                  </a:lnTo>
                  <a:lnTo>
                    <a:pt x="8010" y="1506"/>
                  </a:lnTo>
                  <a:lnTo>
                    <a:pt x="8016" y="1512"/>
                  </a:lnTo>
                  <a:lnTo>
                    <a:pt x="8022" y="1524"/>
                  </a:lnTo>
                  <a:lnTo>
                    <a:pt x="8016" y="1530"/>
                  </a:lnTo>
                  <a:lnTo>
                    <a:pt x="8010" y="1542"/>
                  </a:lnTo>
                  <a:lnTo>
                    <a:pt x="7986" y="1566"/>
                  </a:lnTo>
                  <a:lnTo>
                    <a:pt x="7974" y="1572"/>
                  </a:lnTo>
                  <a:lnTo>
                    <a:pt x="7968" y="1578"/>
                  </a:lnTo>
                  <a:lnTo>
                    <a:pt x="7962" y="1578"/>
                  </a:lnTo>
                  <a:lnTo>
                    <a:pt x="7962" y="1596"/>
                  </a:lnTo>
                  <a:lnTo>
                    <a:pt x="7944" y="1596"/>
                  </a:lnTo>
                  <a:lnTo>
                    <a:pt x="7950" y="1596"/>
                  </a:lnTo>
                  <a:lnTo>
                    <a:pt x="7956" y="1602"/>
                  </a:lnTo>
                  <a:lnTo>
                    <a:pt x="7968" y="1608"/>
                  </a:lnTo>
                  <a:lnTo>
                    <a:pt x="7980" y="1632"/>
                  </a:lnTo>
                  <a:lnTo>
                    <a:pt x="7974" y="1650"/>
                  </a:lnTo>
                  <a:lnTo>
                    <a:pt x="7974" y="1662"/>
                  </a:lnTo>
                  <a:lnTo>
                    <a:pt x="7968" y="1674"/>
                  </a:lnTo>
                  <a:lnTo>
                    <a:pt x="7968" y="1686"/>
                  </a:lnTo>
                  <a:lnTo>
                    <a:pt x="7974" y="1704"/>
                  </a:lnTo>
                  <a:lnTo>
                    <a:pt x="7992" y="1722"/>
                  </a:lnTo>
                  <a:lnTo>
                    <a:pt x="8016" y="1752"/>
                  </a:lnTo>
                  <a:lnTo>
                    <a:pt x="8046" y="1776"/>
                  </a:lnTo>
                  <a:lnTo>
                    <a:pt x="8070" y="1800"/>
                  </a:lnTo>
                  <a:lnTo>
                    <a:pt x="8082" y="1806"/>
                  </a:lnTo>
                  <a:lnTo>
                    <a:pt x="8142" y="1872"/>
                  </a:lnTo>
                  <a:lnTo>
                    <a:pt x="8154" y="1866"/>
                  </a:lnTo>
                  <a:lnTo>
                    <a:pt x="8238" y="1962"/>
                  </a:lnTo>
                  <a:lnTo>
                    <a:pt x="8286" y="1980"/>
                  </a:lnTo>
                  <a:lnTo>
                    <a:pt x="8310" y="2004"/>
                  </a:lnTo>
                  <a:lnTo>
                    <a:pt x="8316" y="2016"/>
                  </a:lnTo>
                  <a:lnTo>
                    <a:pt x="8328" y="2022"/>
                  </a:lnTo>
                  <a:lnTo>
                    <a:pt x="8334" y="2034"/>
                  </a:lnTo>
                  <a:lnTo>
                    <a:pt x="8388" y="2088"/>
                  </a:lnTo>
                  <a:lnTo>
                    <a:pt x="8406" y="2088"/>
                  </a:lnTo>
                  <a:lnTo>
                    <a:pt x="8406" y="2106"/>
                  </a:lnTo>
                  <a:lnTo>
                    <a:pt x="8418" y="2106"/>
                  </a:lnTo>
                  <a:lnTo>
                    <a:pt x="8430" y="2100"/>
                  </a:lnTo>
                  <a:lnTo>
                    <a:pt x="8436" y="2094"/>
                  </a:lnTo>
                  <a:lnTo>
                    <a:pt x="8442" y="2082"/>
                  </a:lnTo>
                  <a:lnTo>
                    <a:pt x="8442" y="2076"/>
                  </a:lnTo>
                  <a:lnTo>
                    <a:pt x="8430" y="2064"/>
                  </a:lnTo>
                  <a:lnTo>
                    <a:pt x="8436" y="2058"/>
                  </a:lnTo>
                  <a:lnTo>
                    <a:pt x="8442" y="2046"/>
                  </a:lnTo>
                  <a:lnTo>
                    <a:pt x="8448" y="2040"/>
                  </a:lnTo>
                  <a:lnTo>
                    <a:pt x="8448" y="2022"/>
                  </a:lnTo>
                  <a:lnTo>
                    <a:pt x="8430" y="2004"/>
                  </a:lnTo>
                  <a:lnTo>
                    <a:pt x="8418" y="1998"/>
                  </a:lnTo>
                  <a:lnTo>
                    <a:pt x="8406" y="1974"/>
                  </a:lnTo>
                  <a:lnTo>
                    <a:pt x="8406" y="1962"/>
                  </a:lnTo>
                  <a:lnTo>
                    <a:pt x="8412" y="1950"/>
                  </a:lnTo>
                  <a:lnTo>
                    <a:pt x="8430" y="1932"/>
                  </a:lnTo>
                  <a:lnTo>
                    <a:pt x="8442" y="1932"/>
                  </a:lnTo>
                  <a:lnTo>
                    <a:pt x="8454" y="1938"/>
                  </a:lnTo>
                  <a:lnTo>
                    <a:pt x="8460" y="1938"/>
                  </a:lnTo>
                  <a:lnTo>
                    <a:pt x="8466" y="1944"/>
                  </a:lnTo>
                  <a:lnTo>
                    <a:pt x="8472" y="1944"/>
                  </a:lnTo>
                  <a:lnTo>
                    <a:pt x="8466" y="1938"/>
                  </a:lnTo>
                  <a:lnTo>
                    <a:pt x="8460" y="1926"/>
                  </a:lnTo>
                  <a:lnTo>
                    <a:pt x="8448" y="1920"/>
                  </a:lnTo>
                  <a:lnTo>
                    <a:pt x="8442" y="1908"/>
                  </a:lnTo>
                  <a:lnTo>
                    <a:pt x="8424" y="1890"/>
                  </a:lnTo>
                  <a:lnTo>
                    <a:pt x="8412" y="1890"/>
                  </a:lnTo>
                  <a:lnTo>
                    <a:pt x="8406" y="1884"/>
                  </a:lnTo>
                  <a:lnTo>
                    <a:pt x="8400" y="1872"/>
                  </a:lnTo>
                  <a:lnTo>
                    <a:pt x="8400" y="1860"/>
                  </a:lnTo>
                  <a:lnTo>
                    <a:pt x="8406" y="1848"/>
                  </a:lnTo>
                  <a:lnTo>
                    <a:pt x="8412" y="1842"/>
                  </a:lnTo>
                  <a:lnTo>
                    <a:pt x="8424" y="1836"/>
                  </a:lnTo>
                  <a:lnTo>
                    <a:pt x="8430" y="1830"/>
                  </a:lnTo>
                  <a:lnTo>
                    <a:pt x="8442" y="1836"/>
                  </a:lnTo>
                  <a:lnTo>
                    <a:pt x="8466" y="1836"/>
                  </a:lnTo>
                  <a:lnTo>
                    <a:pt x="8472" y="1830"/>
                  </a:lnTo>
                  <a:lnTo>
                    <a:pt x="8472" y="1812"/>
                  </a:lnTo>
                  <a:lnTo>
                    <a:pt x="8454" y="1794"/>
                  </a:lnTo>
                  <a:lnTo>
                    <a:pt x="8436" y="1788"/>
                  </a:lnTo>
                  <a:lnTo>
                    <a:pt x="8424" y="1782"/>
                  </a:lnTo>
                  <a:lnTo>
                    <a:pt x="8406" y="1770"/>
                  </a:lnTo>
                  <a:lnTo>
                    <a:pt x="8394" y="1758"/>
                  </a:lnTo>
                  <a:lnTo>
                    <a:pt x="8388" y="1740"/>
                  </a:lnTo>
                  <a:lnTo>
                    <a:pt x="8376" y="1716"/>
                  </a:lnTo>
                  <a:lnTo>
                    <a:pt x="8376" y="1704"/>
                  </a:lnTo>
                  <a:lnTo>
                    <a:pt x="8370" y="1698"/>
                  </a:lnTo>
                  <a:lnTo>
                    <a:pt x="8370" y="1692"/>
                  </a:lnTo>
                  <a:lnTo>
                    <a:pt x="8382" y="1686"/>
                  </a:lnTo>
                  <a:lnTo>
                    <a:pt x="8406" y="1710"/>
                  </a:lnTo>
                  <a:lnTo>
                    <a:pt x="8418" y="1716"/>
                  </a:lnTo>
                  <a:lnTo>
                    <a:pt x="8430" y="1716"/>
                  </a:lnTo>
                  <a:lnTo>
                    <a:pt x="8430" y="1710"/>
                  </a:lnTo>
                  <a:lnTo>
                    <a:pt x="8424" y="1704"/>
                  </a:lnTo>
                  <a:lnTo>
                    <a:pt x="8418" y="1692"/>
                  </a:lnTo>
                  <a:lnTo>
                    <a:pt x="8412" y="1686"/>
                  </a:lnTo>
                  <a:lnTo>
                    <a:pt x="8406" y="1674"/>
                  </a:lnTo>
                  <a:lnTo>
                    <a:pt x="8400" y="1668"/>
                  </a:lnTo>
                  <a:lnTo>
                    <a:pt x="8364" y="1668"/>
                  </a:lnTo>
                  <a:lnTo>
                    <a:pt x="8316" y="1626"/>
                  </a:lnTo>
                  <a:lnTo>
                    <a:pt x="8316" y="1596"/>
                  </a:lnTo>
                  <a:lnTo>
                    <a:pt x="8310" y="1590"/>
                  </a:lnTo>
                  <a:lnTo>
                    <a:pt x="8298" y="1584"/>
                  </a:lnTo>
                  <a:lnTo>
                    <a:pt x="8280" y="1578"/>
                  </a:lnTo>
                  <a:lnTo>
                    <a:pt x="8268" y="1572"/>
                  </a:lnTo>
                  <a:lnTo>
                    <a:pt x="8256" y="1572"/>
                  </a:lnTo>
                  <a:lnTo>
                    <a:pt x="8256" y="1590"/>
                  </a:lnTo>
                  <a:lnTo>
                    <a:pt x="8250" y="1590"/>
                  </a:lnTo>
                  <a:lnTo>
                    <a:pt x="8244" y="1584"/>
                  </a:lnTo>
                  <a:lnTo>
                    <a:pt x="8232" y="1584"/>
                  </a:lnTo>
                  <a:lnTo>
                    <a:pt x="8214" y="1572"/>
                  </a:lnTo>
                  <a:lnTo>
                    <a:pt x="8202" y="1566"/>
                  </a:lnTo>
                  <a:lnTo>
                    <a:pt x="8196" y="1560"/>
                  </a:lnTo>
                  <a:lnTo>
                    <a:pt x="8190" y="1548"/>
                  </a:lnTo>
                  <a:lnTo>
                    <a:pt x="8190" y="1536"/>
                  </a:lnTo>
                  <a:lnTo>
                    <a:pt x="8196" y="1524"/>
                  </a:lnTo>
                  <a:lnTo>
                    <a:pt x="8196" y="1500"/>
                  </a:lnTo>
                  <a:lnTo>
                    <a:pt x="8184" y="1476"/>
                  </a:lnTo>
                  <a:lnTo>
                    <a:pt x="8166" y="1458"/>
                  </a:lnTo>
                  <a:lnTo>
                    <a:pt x="8154" y="1452"/>
                  </a:lnTo>
                  <a:lnTo>
                    <a:pt x="8154" y="1434"/>
                  </a:lnTo>
                  <a:lnTo>
                    <a:pt x="8160" y="1428"/>
                  </a:lnTo>
                  <a:lnTo>
                    <a:pt x="8172" y="1428"/>
                  </a:lnTo>
                  <a:lnTo>
                    <a:pt x="8184" y="1434"/>
                  </a:lnTo>
                  <a:lnTo>
                    <a:pt x="8196" y="1416"/>
                  </a:lnTo>
                  <a:lnTo>
                    <a:pt x="8232" y="1446"/>
                  </a:lnTo>
                  <a:lnTo>
                    <a:pt x="8238" y="1440"/>
                  </a:lnTo>
                  <a:lnTo>
                    <a:pt x="8226" y="1428"/>
                  </a:lnTo>
                  <a:lnTo>
                    <a:pt x="8226" y="1422"/>
                  </a:lnTo>
                  <a:lnTo>
                    <a:pt x="8232" y="1416"/>
                  </a:lnTo>
                  <a:lnTo>
                    <a:pt x="8232" y="1404"/>
                  </a:lnTo>
                  <a:lnTo>
                    <a:pt x="8238" y="1392"/>
                  </a:lnTo>
                  <a:lnTo>
                    <a:pt x="8250" y="1386"/>
                  </a:lnTo>
                  <a:lnTo>
                    <a:pt x="8256" y="1386"/>
                  </a:lnTo>
                  <a:lnTo>
                    <a:pt x="8274" y="1404"/>
                  </a:lnTo>
                  <a:lnTo>
                    <a:pt x="8280" y="1416"/>
                  </a:lnTo>
                  <a:lnTo>
                    <a:pt x="8292" y="1428"/>
                  </a:lnTo>
                  <a:lnTo>
                    <a:pt x="8304" y="1434"/>
                  </a:lnTo>
                  <a:lnTo>
                    <a:pt x="8310" y="1446"/>
                  </a:lnTo>
                  <a:lnTo>
                    <a:pt x="8322" y="1398"/>
                  </a:lnTo>
                  <a:lnTo>
                    <a:pt x="8334" y="1398"/>
                  </a:lnTo>
                  <a:lnTo>
                    <a:pt x="8364" y="1392"/>
                  </a:lnTo>
                  <a:lnTo>
                    <a:pt x="8400" y="1386"/>
                  </a:lnTo>
                  <a:lnTo>
                    <a:pt x="8430" y="1386"/>
                  </a:lnTo>
                  <a:lnTo>
                    <a:pt x="8478" y="1410"/>
                  </a:lnTo>
                  <a:lnTo>
                    <a:pt x="8484" y="1416"/>
                  </a:lnTo>
                  <a:lnTo>
                    <a:pt x="8490" y="1416"/>
                  </a:lnTo>
                  <a:lnTo>
                    <a:pt x="8532" y="1434"/>
                  </a:lnTo>
                  <a:lnTo>
                    <a:pt x="8502" y="1374"/>
                  </a:lnTo>
                  <a:lnTo>
                    <a:pt x="8526" y="1374"/>
                  </a:lnTo>
                  <a:lnTo>
                    <a:pt x="8538" y="1368"/>
                  </a:lnTo>
                  <a:lnTo>
                    <a:pt x="8550" y="1356"/>
                  </a:lnTo>
                  <a:lnTo>
                    <a:pt x="8550" y="1332"/>
                  </a:lnTo>
                  <a:lnTo>
                    <a:pt x="8544" y="1326"/>
                  </a:lnTo>
                  <a:lnTo>
                    <a:pt x="8538" y="1314"/>
                  </a:lnTo>
                  <a:lnTo>
                    <a:pt x="8562" y="1314"/>
                  </a:lnTo>
                  <a:lnTo>
                    <a:pt x="8562" y="1290"/>
                  </a:lnTo>
                  <a:lnTo>
                    <a:pt x="8574" y="1290"/>
                  </a:lnTo>
                  <a:lnTo>
                    <a:pt x="8586" y="1296"/>
                  </a:lnTo>
                  <a:lnTo>
                    <a:pt x="8616" y="1296"/>
                  </a:lnTo>
                  <a:lnTo>
                    <a:pt x="8628" y="1290"/>
                  </a:lnTo>
                  <a:lnTo>
                    <a:pt x="8634" y="1284"/>
                  </a:lnTo>
                  <a:lnTo>
                    <a:pt x="8640" y="1272"/>
                  </a:lnTo>
                  <a:lnTo>
                    <a:pt x="8652" y="1260"/>
                  </a:lnTo>
                  <a:lnTo>
                    <a:pt x="8658" y="1248"/>
                  </a:lnTo>
                  <a:lnTo>
                    <a:pt x="8664" y="1242"/>
                  </a:lnTo>
                  <a:lnTo>
                    <a:pt x="8670" y="1242"/>
                  </a:lnTo>
                  <a:lnTo>
                    <a:pt x="8652" y="1218"/>
                  </a:lnTo>
                  <a:lnTo>
                    <a:pt x="8682" y="1218"/>
                  </a:lnTo>
                  <a:lnTo>
                    <a:pt x="8688" y="1236"/>
                  </a:lnTo>
                  <a:lnTo>
                    <a:pt x="8748" y="1242"/>
                  </a:lnTo>
                  <a:lnTo>
                    <a:pt x="8760" y="1242"/>
                  </a:lnTo>
                  <a:lnTo>
                    <a:pt x="8772" y="1248"/>
                  </a:lnTo>
                  <a:lnTo>
                    <a:pt x="8808" y="1248"/>
                  </a:lnTo>
                  <a:lnTo>
                    <a:pt x="8808" y="1230"/>
                  </a:lnTo>
                  <a:lnTo>
                    <a:pt x="8802" y="1218"/>
                  </a:lnTo>
                  <a:lnTo>
                    <a:pt x="8766" y="1218"/>
                  </a:lnTo>
                  <a:lnTo>
                    <a:pt x="8760" y="1194"/>
                  </a:lnTo>
                  <a:lnTo>
                    <a:pt x="8754" y="1194"/>
                  </a:lnTo>
                  <a:lnTo>
                    <a:pt x="8748" y="1188"/>
                  </a:lnTo>
                  <a:lnTo>
                    <a:pt x="8736" y="1188"/>
                  </a:lnTo>
                  <a:lnTo>
                    <a:pt x="8712" y="1176"/>
                  </a:lnTo>
                  <a:lnTo>
                    <a:pt x="8700" y="1176"/>
                  </a:lnTo>
                  <a:lnTo>
                    <a:pt x="8688" y="1170"/>
                  </a:lnTo>
                  <a:lnTo>
                    <a:pt x="8658" y="1170"/>
                  </a:lnTo>
                  <a:lnTo>
                    <a:pt x="8664" y="1152"/>
                  </a:lnTo>
                  <a:lnTo>
                    <a:pt x="8592" y="1104"/>
                  </a:lnTo>
                  <a:lnTo>
                    <a:pt x="8574" y="1122"/>
                  </a:lnTo>
                  <a:lnTo>
                    <a:pt x="8568" y="1122"/>
                  </a:lnTo>
                  <a:lnTo>
                    <a:pt x="8562" y="1116"/>
                  </a:lnTo>
                  <a:lnTo>
                    <a:pt x="8550" y="1116"/>
                  </a:lnTo>
                  <a:lnTo>
                    <a:pt x="8538" y="1110"/>
                  </a:lnTo>
                  <a:lnTo>
                    <a:pt x="8532" y="1110"/>
                  </a:lnTo>
                  <a:lnTo>
                    <a:pt x="8520" y="1104"/>
                  </a:lnTo>
                  <a:lnTo>
                    <a:pt x="8508" y="1092"/>
                  </a:lnTo>
                  <a:lnTo>
                    <a:pt x="8502" y="1092"/>
                  </a:lnTo>
                  <a:lnTo>
                    <a:pt x="8466" y="1098"/>
                  </a:lnTo>
                  <a:lnTo>
                    <a:pt x="8442" y="1092"/>
                  </a:lnTo>
                  <a:lnTo>
                    <a:pt x="8430" y="1086"/>
                  </a:lnTo>
                  <a:lnTo>
                    <a:pt x="8412" y="1068"/>
                  </a:lnTo>
                  <a:lnTo>
                    <a:pt x="8406" y="1068"/>
                  </a:lnTo>
                  <a:lnTo>
                    <a:pt x="8412" y="1062"/>
                  </a:lnTo>
                  <a:lnTo>
                    <a:pt x="8436" y="1062"/>
                  </a:lnTo>
                  <a:lnTo>
                    <a:pt x="8460" y="1074"/>
                  </a:lnTo>
                  <a:lnTo>
                    <a:pt x="8478" y="1074"/>
                  </a:lnTo>
                  <a:lnTo>
                    <a:pt x="8496" y="1080"/>
                  </a:lnTo>
                  <a:lnTo>
                    <a:pt x="8514" y="1080"/>
                  </a:lnTo>
                  <a:lnTo>
                    <a:pt x="8526" y="1086"/>
                  </a:lnTo>
                  <a:lnTo>
                    <a:pt x="8544" y="1086"/>
                  </a:lnTo>
                  <a:lnTo>
                    <a:pt x="8550" y="1080"/>
                  </a:lnTo>
                  <a:lnTo>
                    <a:pt x="8562" y="1080"/>
                  </a:lnTo>
                  <a:lnTo>
                    <a:pt x="8580" y="1074"/>
                  </a:lnTo>
                  <a:lnTo>
                    <a:pt x="8604" y="1062"/>
                  </a:lnTo>
                  <a:lnTo>
                    <a:pt x="8616" y="1050"/>
                  </a:lnTo>
                  <a:lnTo>
                    <a:pt x="8604" y="1038"/>
                  </a:lnTo>
                  <a:lnTo>
                    <a:pt x="8592" y="1032"/>
                  </a:lnTo>
                  <a:lnTo>
                    <a:pt x="8586" y="1026"/>
                  </a:lnTo>
                  <a:lnTo>
                    <a:pt x="8574" y="1020"/>
                  </a:lnTo>
                  <a:lnTo>
                    <a:pt x="8568" y="1014"/>
                  </a:lnTo>
                  <a:lnTo>
                    <a:pt x="8562" y="1014"/>
                  </a:lnTo>
                  <a:lnTo>
                    <a:pt x="8556" y="1008"/>
                  </a:lnTo>
                  <a:lnTo>
                    <a:pt x="8520" y="990"/>
                  </a:lnTo>
                  <a:lnTo>
                    <a:pt x="8508" y="978"/>
                  </a:lnTo>
                  <a:lnTo>
                    <a:pt x="8514" y="972"/>
                  </a:lnTo>
                  <a:lnTo>
                    <a:pt x="8538" y="972"/>
                  </a:lnTo>
                  <a:lnTo>
                    <a:pt x="8556" y="978"/>
                  </a:lnTo>
                  <a:lnTo>
                    <a:pt x="8562" y="984"/>
                  </a:lnTo>
                  <a:lnTo>
                    <a:pt x="8574" y="990"/>
                  </a:lnTo>
                  <a:lnTo>
                    <a:pt x="8580" y="990"/>
                  </a:lnTo>
                  <a:lnTo>
                    <a:pt x="8586" y="996"/>
                  </a:lnTo>
                  <a:lnTo>
                    <a:pt x="8610" y="1008"/>
                  </a:lnTo>
                  <a:lnTo>
                    <a:pt x="8628" y="1020"/>
                  </a:lnTo>
                  <a:lnTo>
                    <a:pt x="8652" y="1032"/>
                  </a:lnTo>
                  <a:lnTo>
                    <a:pt x="8664" y="1032"/>
                  </a:lnTo>
                  <a:lnTo>
                    <a:pt x="8676" y="1026"/>
                  </a:lnTo>
                  <a:lnTo>
                    <a:pt x="8682" y="1026"/>
                  </a:lnTo>
                  <a:lnTo>
                    <a:pt x="8688" y="1020"/>
                  </a:lnTo>
                  <a:lnTo>
                    <a:pt x="8730" y="1020"/>
                  </a:lnTo>
                  <a:lnTo>
                    <a:pt x="8754" y="1026"/>
                  </a:lnTo>
                  <a:lnTo>
                    <a:pt x="8808" y="1044"/>
                  </a:lnTo>
                  <a:lnTo>
                    <a:pt x="8850" y="1062"/>
                  </a:lnTo>
                  <a:lnTo>
                    <a:pt x="8880" y="1068"/>
                  </a:lnTo>
                  <a:lnTo>
                    <a:pt x="8886" y="1074"/>
                  </a:lnTo>
                  <a:lnTo>
                    <a:pt x="8898" y="1074"/>
                  </a:lnTo>
                  <a:lnTo>
                    <a:pt x="8934" y="1086"/>
                  </a:lnTo>
                  <a:lnTo>
                    <a:pt x="8946" y="1086"/>
                  </a:lnTo>
                  <a:lnTo>
                    <a:pt x="8952" y="1092"/>
                  </a:lnTo>
                  <a:lnTo>
                    <a:pt x="8958" y="1092"/>
                  </a:lnTo>
                  <a:lnTo>
                    <a:pt x="8970" y="1098"/>
                  </a:lnTo>
                  <a:lnTo>
                    <a:pt x="8976" y="1104"/>
                  </a:lnTo>
                  <a:lnTo>
                    <a:pt x="8988" y="1110"/>
                  </a:lnTo>
                  <a:lnTo>
                    <a:pt x="9000" y="1110"/>
                  </a:lnTo>
                  <a:lnTo>
                    <a:pt x="9018" y="1116"/>
                  </a:lnTo>
                  <a:lnTo>
                    <a:pt x="9024" y="1122"/>
                  </a:lnTo>
                  <a:lnTo>
                    <a:pt x="9042" y="1122"/>
                  </a:lnTo>
                  <a:lnTo>
                    <a:pt x="9042" y="1116"/>
                  </a:lnTo>
                  <a:lnTo>
                    <a:pt x="9036" y="1098"/>
                  </a:lnTo>
                  <a:lnTo>
                    <a:pt x="9012" y="1074"/>
                  </a:lnTo>
                  <a:lnTo>
                    <a:pt x="9006" y="1074"/>
                  </a:lnTo>
                  <a:lnTo>
                    <a:pt x="9024" y="1056"/>
                  </a:lnTo>
                  <a:lnTo>
                    <a:pt x="8976" y="1038"/>
                  </a:lnTo>
                  <a:lnTo>
                    <a:pt x="8988" y="1032"/>
                  </a:lnTo>
                  <a:lnTo>
                    <a:pt x="8940" y="1008"/>
                  </a:lnTo>
                  <a:lnTo>
                    <a:pt x="8994" y="1020"/>
                  </a:lnTo>
                  <a:lnTo>
                    <a:pt x="8988" y="996"/>
                  </a:lnTo>
                  <a:lnTo>
                    <a:pt x="9000" y="996"/>
                  </a:lnTo>
                  <a:lnTo>
                    <a:pt x="9012" y="1002"/>
                  </a:lnTo>
                  <a:lnTo>
                    <a:pt x="9048" y="1002"/>
                  </a:lnTo>
                  <a:lnTo>
                    <a:pt x="9048" y="996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06" name="Romania" descr="© INSCALE GmbH, 05.05.2010&#10;http://www.presentationload.com/">
              <a:extLst>
                <a:ext uri="{FF2B5EF4-FFF2-40B4-BE49-F238E27FC236}">
                  <a16:creationId xmlns:a16="http://schemas.microsoft.com/office/drawing/2014/main" id="{E66126F1-521D-43FD-A1E6-15E71B4FAFFF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736761" y="1560617"/>
              <a:ext cx="240046" cy="143723"/>
            </a:xfrm>
            <a:custGeom>
              <a:avLst/>
              <a:gdLst>
                <a:gd name="T0" fmla="*/ 2147483647 w 612"/>
                <a:gd name="T1" fmla="*/ 2147483647 h 366"/>
                <a:gd name="T2" fmla="*/ 2147483647 w 612"/>
                <a:gd name="T3" fmla="*/ 2147483647 h 366"/>
                <a:gd name="T4" fmla="*/ 2147483647 w 612"/>
                <a:gd name="T5" fmla="*/ 2147483647 h 366"/>
                <a:gd name="T6" fmla="*/ 2147483647 w 612"/>
                <a:gd name="T7" fmla="*/ 2147483647 h 366"/>
                <a:gd name="T8" fmla="*/ 2147483647 w 612"/>
                <a:gd name="T9" fmla="*/ 2147483647 h 366"/>
                <a:gd name="T10" fmla="*/ 2147483647 w 612"/>
                <a:gd name="T11" fmla="*/ 2147483647 h 366"/>
                <a:gd name="T12" fmla="*/ 2147483647 w 612"/>
                <a:gd name="T13" fmla="*/ 2147483647 h 366"/>
                <a:gd name="T14" fmla="*/ 2147483647 w 612"/>
                <a:gd name="T15" fmla="*/ 2147483647 h 366"/>
                <a:gd name="T16" fmla="*/ 2147483647 w 612"/>
                <a:gd name="T17" fmla="*/ 2147483647 h 366"/>
                <a:gd name="T18" fmla="*/ 2147483647 w 612"/>
                <a:gd name="T19" fmla="*/ 2147483647 h 366"/>
                <a:gd name="T20" fmla="*/ 2147483647 w 612"/>
                <a:gd name="T21" fmla="*/ 2147483647 h 366"/>
                <a:gd name="T22" fmla="*/ 2147483647 w 612"/>
                <a:gd name="T23" fmla="*/ 2147483647 h 366"/>
                <a:gd name="T24" fmla="*/ 2147483647 w 612"/>
                <a:gd name="T25" fmla="*/ 2147483647 h 366"/>
                <a:gd name="T26" fmla="*/ 2147483647 w 612"/>
                <a:gd name="T27" fmla="*/ 0 h 366"/>
                <a:gd name="T28" fmla="*/ 2147483647 w 612"/>
                <a:gd name="T29" fmla="*/ 2147483647 h 366"/>
                <a:gd name="T30" fmla="*/ 2147483647 w 612"/>
                <a:gd name="T31" fmla="*/ 2147483647 h 366"/>
                <a:gd name="T32" fmla="*/ 2147483647 w 612"/>
                <a:gd name="T33" fmla="*/ 2147483647 h 366"/>
                <a:gd name="T34" fmla="*/ 2147483647 w 612"/>
                <a:gd name="T35" fmla="*/ 2147483647 h 366"/>
                <a:gd name="T36" fmla="*/ 2147483647 w 612"/>
                <a:gd name="T37" fmla="*/ 2147483647 h 366"/>
                <a:gd name="T38" fmla="*/ 2147483647 w 612"/>
                <a:gd name="T39" fmla="*/ 2147483647 h 366"/>
                <a:gd name="T40" fmla="*/ 2147483647 w 612"/>
                <a:gd name="T41" fmla="*/ 2147483647 h 366"/>
                <a:gd name="T42" fmla="*/ 2147483647 w 612"/>
                <a:gd name="T43" fmla="*/ 2147483647 h 366"/>
                <a:gd name="T44" fmla="*/ 2147483647 w 612"/>
                <a:gd name="T45" fmla="*/ 2147483647 h 366"/>
                <a:gd name="T46" fmla="*/ 2147483647 w 612"/>
                <a:gd name="T47" fmla="*/ 2147483647 h 366"/>
                <a:gd name="T48" fmla="*/ 0 w 612"/>
                <a:gd name="T49" fmla="*/ 2147483647 h 366"/>
                <a:gd name="T50" fmla="*/ 2147483647 w 612"/>
                <a:gd name="T51" fmla="*/ 2147483647 h 366"/>
                <a:gd name="T52" fmla="*/ 2147483647 w 612"/>
                <a:gd name="T53" fmla="*/ 2147483647 h 366"/>
                <a:gd name="T54" fmla="*/ 2147483647 w 612"/>
                <a:gd name="T55" fmla="*/ 2147483647 h 366"/>
                <a:gd name="T56" fmla="*/ 2147483647 w 612"/>
                <a:gd name="T57" fmla="*/ 2147483647 h 366"/>
                <a:gd name="T58" fmla="*/ 2147483647 w 612"/>
                <a:gd name="T59" fmla="*/ 2147483647 h 366"/>
                <a:gd name="T60" fmla="*/ 2147483647 w 612"/>
                <a:gd name="T61" fmla="*/ 2147483647 h 366"/>
                <a:gd name="T62" fmla="*/ 2147483647 w 612"/>
                <a:gd name="T63" fmla="*/ 2147483647 h 366"/>
                <a:gd name="T64" fmla="*/ 2147483647 w 612"/>
                <a:gd name="T65" fmla="*/ 2147483647 h 366"/>
                <a:gd name="T66" fmla="*/ 2147483647 w 612"/>
                <a:gd name="T67" fmla="*/ 2147483647 h 366"/>
                <a:gd name="T68" fmla="*/ 2147483647 w 612"/>
                <a:gd name="T69" fmla="*/ 2147483647 h 366"/>
                <a:gd name="T70" fmla="*/ 2147483647 w 612"/>
                <a:gd name="T71" fmla="*/ 2147483647 h 366"/>
                <a:gd name="T72" fmla="*/ 2147483647 w 612"/>
                <a:gd name="T73" fmla="*/ 2147483647 h 366"/>
                <a:gd name="T74" fmla="*/ 2147483647 w 612"/>
                <a:gd name="T75" fmla="*/ 2147483647 h 366"/>
                <a:gd name="T76" fmla="*/ 2147483647 w 612"/>
                <a:gd name="T77" fmla="*/ 2147483647 h 366"/>
                <a:gd name="T78" fmla="*/ 2147483647 w 612"/>
                <a:gd name="T79" fmla="*/ 2147483647 h 366"/>
                <a:gd name="T80" fmla="*/ 2147483647 w 612"/>
                <a:gd name="T81" fmla="*/ 2147483647 h 366"/>
                <a:gd name="T82" fmla="*/ 2147483647 w 612"/>
                <a:gd name="T83" fmla="*/ 2147483647 h 366"/>
                <a:gd name="T84" fmla="*/ 2147483647 w 612"/>
                <a:gd name="T85" fmla="*/ 2147483647 h 36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12"/>
                <a:gd name="T130" fmla="*/ 0 h 366"/>
                <a:gd name="T131" fmla="*/ 612 w 612"/>
                <a:gd name="T132" fmla="*/ 366 h 36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12" h="366">
                  <a:moveTo>
                    <a:pt x="516" y="354"/>
                  </a:moveTo>
                  <a:lnTo>
                    <a:pt x="522" y="360"/>
                  </a:lnTo>
                  <a:lnTo>
                    <a:pt x="540" y="360"/>
                  </a:lnTo>
                  <a:lnTo>
                    <a:pt x="540" y="318"/>
                  </a:lnTo>
                  <a:lnTo>
                    <a:pt x="546" y="312"/>
                  </a:lnTo>
                  <a:lnTo>
                    <a:pt x="558" y="294"/>
                  </a:lnTo>
                  <a:lnTo>
                    <a:pt x="564" y="282"/>
                  </a:lnTo>
                  <a:lnTo>
                    <a:pt x="570" y="276"/>
                  </a:lnTo>
                  <a:lnTo>
                    <a:pt x="606" y="276"/>
                  </a:lnTo>
                  <a:lnTo>
                    <a:pt x="612" y="270"/>
                  </a:lnTo>
                  <a:lnTo>
                    <a:pt x="612" y="258"/>
                  </a:lnTo>
                  <a:lnTo>
                    <a:pt x="600" y="222"/>
                  </a:lnTo>
                  <a:lnTo>
                    <a:pt x="600" y="216"/>
                  </a:lnTo>
                  <a:lnTo>
                    <a:pt x="594" y="216"/>
                  </a:lnTo>
                  <a:lnTo>
                    <a:pt x="588" y="222"/>
                  </a:lnTo>
                  <a:lnTo>
                    <a:pt x="570" y="222"/>
                  </a:lnTo>
                  <a:lnTo>
                    <a:pt x="564" y="228"/>
                  </a:lnTo>
                  <a:lnTo>
                    <a:pt x="558" y="228"/>
                  </a:lnTo>
                  <a:lnTo>
                    <a:pt x="552" y="234"/>
                  </a:lnTo>
                  <a:lnTo>
                    <a:pt x="522" y="234"/>
                  </a:lnTo>
                  <a:lnTo>
                    <a:pt x="510" y="222"/>
                  </a:lnTo>
                  <a:lnTo>
                    <a:pt x="510" y="198"/>
                  </a:lnTo>
                  <a:lnTo>
                    <a:pt x="504" y="192"/>
                  </a:lnTo>
                  <a:lnTo>
                    <a:pt x="498" y="180"/>
                  </a:lnTo>
                  <a:lnTo>
                    <a:pt x="498" y="168"/>
                  </a:lnTo>
                  <a:lnTo>
                    <a:pt x="504" y="162"/>
                  </a:lnTo>
                  <a:lnTo>
                    <a:pt x="504" y="150"/>
                  </a:lnTo>
                  <a:lnTo>
                    <a:pt x="510" y="144"/>
                  </a:lnTo>
                  <a:lnTo>
                    <a:pt x="504" y="144"/>
                  </a:lnTo>
                  <a:lnTo>
                    <a:pt x="504" y="102"/>
                  </a:lnTo>
                  <a:lnTo>
                    <a:pt x="498" y="96"/>
                  </a:lnTo>
                  <a:lnTo>
                    <a:pt x="480" y="96"/>
                  </a:lnTo>
                  <a:lnTo>
                    <a:pt x="474" y="78"/>
                  </a:lnTo>
                  <a:lnTo>
                    <a:pt x="462" y="78"/>
                  </a:lnTo>
                  <a:lnTo>
                    <a:pt x="456" y="54"/>
                  </a:lnTo>
                  <a:lnTo>
                    <a:pt x="432" y="42"/>
                  </a:lnTo>
                  <a:lnTo>
                    <a:pt x="432" y="30"/>
                  </a:lnTo>
                  <a:lnTo>
                    <a:pt x="426" y="24"/>
                  </a:lnTo>
                  <a:lnTo>
                    <a:pt x="420" y="12"/>
                  </a:lnTo>
                  <a:lnTo>
                    <a:pt x="414" y="6"/>
                  </a:lnTo>
                  <a:lnTo>
                    <a:pt x="396" y="0"/>
                  </a:lnTo>
                  <a:lnTo>
                    <a:pt x="384" y="0"/>
                  </a:lnTo>
                  <a:lnTo>
                    <a:pt x="378" y="6"/>
                  </a:lnTo>
                  <a:lnTo>
                    <a:pt x="378" y="12"/>
                  </a:lnTo>
                  <a:lnTo>
                    <a:pt x="366" y="24"/>
                  </a:lnTo>
                  <a:lnTo>
                    <a:pt x="348" y="24"/>
                  </a:lnTo>
                  <a:lnTo>
                    <a:pt x="342" y="18"/>
                  </a:lnTo>
                  <a:lnTo>
                    <a:pt x="336" y="30"/>
                  </a:lnTo>
                  <a:lnTo>
                    <a:pt x="312" y="24"/>
                  </a:lnTo>
                  <a:lnTo>
                    <a:pt x="312" y="30"/>
                  </a:lnTo>
                  <a:lnTo>
                    <a:pt x="300" y="42"/>
                  </a:lnTo>
                  <a:lnTo>
                    <a:pt x="288" y="42"/>
                  </a:lnTo>
                  <a:lnTo>
                    <a:pt x="264" y="18"/>
                  </a:lnTo>
                  <a:lnTo>
                    <a:pt x="258" y="18"/>
                  </a:lnTo>
                  <a:lnTo>
                    <a:pt x="246" y="24"/>
                  </a:lnTo>
                  <a:lnTo>
                    <a:pt x="240" y="24"/>
                  </a:lnTo>
                  <a:lnTo>
                    <a:pt x="228" y="30"/>
                  </a:lnTo>
                  <a:lnTo>
                    <a:pt x="222" y="24"/>
                  </a:lnTo>
                  <a:lnTo>
                    <a:pt x="198" y="24"/>
                  </a:lnTo>
                  <a:lnTo>
                    <a:pt x="192" y="18"/>
                  </a:lnTo>
                  <a:lnTo>
                    <a:pt x="168" y="18"/>
                  </a:lnTo>
                  <a:lnTo>
                    <a:pt x="150" y="36"/>
                  </a:lnTo>
                  <a:lnTo>
                    <a:pt x="120" y="36"/>
                  </a:lnTo>
                  <a:lnTo>
                    <a:pt x="108" y="48"/>
                  </a:lnTo>
                  <a:lnTo>
                    <a:pt x="108" y="90"/>
                  </a:lnTo>
                  <a:lnTo>
                    <a:pt x="90" y="108"/>
                  </a:lnTo>
                  <a:lnTo>
                    <a:pt x="78" y="114"/>
                  </a:lnTo>
                  <a:lnTo>
                    <a:pt x="72" y="120"/>
                  </a:lnTo>
                  <a:lnTo>
                    <a:pt x="72" y="138"/>
                  </a:lnTo>
                  <a:lnTo>
                    <a:pt x="66" y="144"/>
                  </a:lnTo>
                  <a:lnTo>
                    <a:pt x="54" y="150"/>
                  </a:lnTo>
                  <a:lnTo>
                    <a:pt x="48" y="156"/>
                  </a:lnTo>
                  <a:lnTo>
                    <a:pt x="30" y="150"/>
                  </a:lnTo>
                  <a:lnTo>
                    <a:pt x="30" y="168"/>
                  </a:lnTo>
                  <a:lnTo>
                    <a:pt x="0" y="174"/>
                  </a:lnTo>
                  <a:lnTo>
                    <a:pt x="6" y="174"/>
                  </a:lnTo>
                  <a:lnTo>
                    <a:pt x="30" y="192"/>
                  </a:lnTo>
                  <a:lnTo>
                    <a:pt x="36" y="192"/>
                  </a:lnTo>
                  <a:lnTo>
                    <a:pt x="48" y="228"/>
                  </a:lnTo>
                  <a:lnTo>
                    <a:pt x="54" y="234"/>
                  </a:lnTo>
                  <a:lnTo>
                    <a:pt x="60" y="234"/>
                  </a:lnTo>
                  <a:lnTo>
                    <a:pt x="66" y="228"/>
                  </a:lnTo>
                  <a:lnTo>
                    <a:pt x="72" y="228"/>
                  </a:lnTo>
                  <a:lnTo>
                    <a:pt x="84" y="234"/>
                  </a:lnTo>
                  <a:lnTo>
                    <a:pt x="84" y="252"/>
                  </a:lnTo>
                  <a:lnTo>
                    <a:pt x="78" y="258"/>
                  </a:lnTo>
                  <a:lnTo>
                    <a:pt x="90" y="276"/>
                  </a:lnTo>
                  <a:lnTo>
                    <a:pt x="114" y="282"/>
                  </a:lnTo>
                  <a:lnTo>
                    <a:pt x="120" y="288"/>
                  </a:lnTo>
                  <a:lnTo>
                    <a:pt x="144" y="282"/>
                  </a:lnTo>
                  <a:lnTo>
                    <a:pt x="168" y="288"/>
                  </a:lnTo>
                  <a:lnTo>
                    <a:pt x="162" y="294"/>
                  </a:lnTo>
                  <a:lnTo>
                    <a:pt x="156" y="306"/>
                  </a:lnTo>
                  <a:lnTo>
                    <a:pt x="162" y="312"/>
                  </a:lnTo>
                  <a:lnTo>
                    <a:pt x="162" y="324"/>
                  </a:lnTo>
                  <a:lnTo>
                    <a:pt x="186" y="324"/>
                  </a:lnTo>
                  <a:lnTo>
                    <a:pt x="192" y="330"/>
                  </a:lnTo>
                  <a:lnTo>
                    <a:pt x="186" y="336"/>
                  </a:lnTo>
                  <a:lnTo>
                    <a:pt x="186" y="342"/>
                  </a:lnTo>
                  <a:lnTo>
                    <a:pt x="180" y="348"/>
                  </a:lnTo>
                  <a:lnTo>
                    <a:pt x="186" y="354"/>
                  </a:lnTo>
                  <a:lnTo>
                    <a:pt x="204" y="354"/>
                  </a:lnTo>
                  <a:lnTo>
                    <a:pt x="216" y="342"/>
                  </a:lnTo>
                  <a:lnTo>
                    <a:pt x="240" y="354"/>
                  </a:lnTo>
                  <a:lnTo>
                    <a:pt x="252" y="354"/>
                  </a:lnTo>
                  <a:lnTo>
                    <a:pt x="258" y="360"/>
                  </a:lnTo>
                  <a:lnTo>
                    <a:pt x="282" y="360"/>
                  </a:lnTo>
                  <a:lnTo>
                    <a:pt x="288" y="354"/>
                  </a:lnTo>
                  <a:lnTo>
                    <a:pt x="288" y="348"/>
                  </a:lnTo>
                  <a:lnTo>
                    <a:pt x="306" y="354"/>
                  </a:lnTo>
                  <a:lnTo>
                    <a:pt x="330" y="354"/>
                  </a:lnTo>
                  <a:lnTo>
                    <a:pt x="336" y="360"/>
                  </a:lnTo>
                  <a:lnTo>
                    <a:pt x="348" y="366"/>
                  </a:lnTo>
                  <a:lnTo>
                    <a:pt x="366" y="366"/>
                  </a:lnTo>
                  <a:lnTo>
                    <a:pt x="372" y="360"/>
                  </a:lnTo>
                  <a:lnTo>
                    <a:pt x="372" y="348"/>
                  </a:lnTo>
                  <a:lnTo>
                    <a:pt x="378" y="342"/>
                  </a:lnTo>
                  <a:lnTo>
                    <a:pt x="384" y="342"/>
                  </a:lnTo>
                  <a:lnTo>
                    <a:pt x="396" y="336"/>
                  </a:lnTo>
                  <a:lnTo>
                    <a:pt x="402" y="336"/>
                  </a:lnTo>
                  <a:lnTo>
                    <a:pt x="402" y="330"/>
                  </a:lnTo>
                  <a:lnTo>
                    <a:pt x="432" y="336"/>
                  </a:lnTo>
                  <a:lnTo>
                    <a:pt x="432" y="324"/>
                  </a:lnTo>
                  <a:lnTo>
                    <a:pt x="438" y="324"/>
                  </a:lnTo>
                  <a:lnTo>
                    <a:pt x="450" y="330"/>
                  </a:lnTo>
                  <a:lnTo>
                    <a:pt x="462" y="330"/>
                  </a:lnTo>
                  <a:lnTo>
                    <a:pt x="474" y="336"/>
                  </a:lnTo>
                  <a:lnTo>
                    <a:pt x="498" y="336"/>
                  </a:lnTo>
                  <a:lnTo>
                    <a:pt x="516" y="354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07" name="Qatar" descr="© INSCALE GmbH, 05.05.2010&#10;http://www.presentationload.com/">
              <a:extLst>
                <a:ext uri="{FF2B5EF4-FFF2-40B4-BE49-F238E27FC236}">
                  <a16:creationId xmlns:a16="http://schemas.microsoft.com/office/drawing/2014/main" id="{BFA11E5D-3001-493A-A310-A3368F80B0DB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592976" y="2250178"/>
              <a:ext cx="25993" cy="56572"/>
            </a:xfrm>
            <a:custGeom>
              <a:avLst/>
              <a:gdLst>
                <a:gd name="T0" fmla="*/ 2147483647 w 66"/>
                <a:gd name="T1" fmla="*/ 2147483647 h 144"/>
                <a:gd name="T2" fmla="*/ 2147483647 w 66"/>
                <a:gd name="T3" fmla="*/ 2147483647 h 144"/>
                <a:gd name="T4" fmla="*/ 2147483647 w 66"/>
                <a:gd name="T5" fmla="*/ 2147483647 h 144"/>
                <a:gd name="T6" fmla="*/ 2147483647 w 66"/>
                <a:gd name="T7" fmla="*/ 2147483647 h 144"/>
                <a:gd name="T8" fmla="*/ 2147483647 w 66"/>
                <a:gd name="T9" fmla="*/ 2147483647 h 144"/>
                <a:gd name="T10" fmla="*/ 2147483647 w 66"/>
                <a:gd name="T11" fmla="*/ 2147483647 h 144"/>
                <a:gd name="T12" fmla="*/ 2147483647 w 66"/>
                <a:gd name="T13" fmla="*/ 2147483647 h 144"/>
                <a:gd name="T14" fmla="*/ 2147483647 w 66"/>
                <a:gd name="T15" fmla="*/ 2147483647 h 144"/>
                <a:gd name="T16" fmla="*/ 2147483647 w 66"/>
                <a:gd name="T17" fmla="*/ 2147483647 h 144"/>
                <a:gd name="T18" fmla="*/ 2147483647 w 66"/>
                <a:gd name="T19" fmla="*/ 0 h 144"/>
                <a:gd name="T20" fmla="*/ 2147483647 w 66"/>
                <a:gd name="T21" fmla="*/ 0 h 144"/>
                <a:gd name="T22" fmla="*/ 2147483647 w 66"/>
                <a:gd name="T23" fmla="*/ 2147483647 h 144"/>
                <a:gd name="T24" fmla="*/ 2147483647 w 66"/>
                <a:gd name="T25" fmla="*/ 2147483647 h 144"/>
                <a:gd name="T26" fmla="*/ 2147483647 w 66"/>
                <a:gd name="T27" fmla="*/ 2147483647 h 144"/>
                <a:gd name="T28" fmla="*/ 2147483647 w 66"/>
                <a:gd name="T29" fmla="*/ 2147483647 h 144"/>
                <a:gd name="T30" fmla="*/ 0 w 66"/>
                <a:gd name="T31" fmla="*/ 2147483647 h 144"/>
                <a:gd name="T32" fmla="*/ 2147483647 w 66"/>
                <a:gd name="T33" fmla="*/ 2147483647 h 144"/>
                <a:gd name="T34" fmla="*/ 2147483647 w 66"/>
                <a:gd name="T35" fmla="*/ 2147483647 h 14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6"/>
                <a:gd name="T55" fmla="*/ 0 h 144"/>
                <a:gd name="T56" fmla="*/ 66 w 66"/>
                <a:gd name="T57" fmla="*/ 144 h 144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6" h="144">
                  <a:moveTo>
                    <a:pt x="24" y="132"/>
                  </a:moveTo>
                  <a:lnTo>
                    <a:pt x="36" y="144"/>
                  </a:lnTo>
                  <a:lnTo>
                    <a:pt x="48" y="132"/>
                  </a:lnTo>
                  <a:lnTo>
                    <a:pt x="54" y="114"/>
                  </a:lnTo>
                  <a:lnTo>
                    <a:pt x="60" y="102"/>
                  </a:lnTo>
                  <a:lnTo>
                    <a:pt x="66" y="84"/>
                  </a:lnTo>
                  <a:lnTo>
                    <a:pt x="66" y="30"/>
                  </a:lnTo>
                  <a:lnTo>
                    <a:pt x="54" y="18"/>
                  </a:lnTo>
                  <a:lnTo>
                    <a:pt x="48" y="6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24" y="6"/>
                  </a:lnTo>
                  <a:lnTo>
                    <a:pt x="18" y="18"/>
                  </a:lnTo>
                  <a:lnTo>
                    <a:pt x="12" y="36"/>
                  </a:lnTo>
                  <a:lnTo>
                    <a:pt x="12" y="108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24" y="132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09" name="Portugal" descr="© INSCALE GmbH, 05.05.2010&#10;http://www.presentationload.com/">
              <a:extLst>
                <a:ext uri="{FF2B5EF4-FFF2-40B4-BE49-F238E27FC236}">
                  <a16:creationId xmlns:a16="http://schemas.microsoft.com/office/drawing/2014/main" id="{54DE1894-498D-4C28-8FEE-6673F7648141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981458" y="1751738"/>
              <a:ext cx="88680" cy="160541"/>
            </a:xfrm>
            <a:custGeom>
              <a:avLst/>
              <a:gdLst>
                <a:gd name="T0" fmla="*/ 2147483647 w 228"/>
                <a:gd name="T1" fmla="*/ 2147483647 h 414"/>
                <a:gd name="T2" fmla="*/ 2147483647 w 228"/>
                <a:gd name="T3" fmla="*/ 2147483647 h 414"/>
                <a:gd name="T4" fmla="*/ 2147483647 w 228"/>
                <a:gd name="T5" fmla="*/ 2147483647 h 414"/>
                <a:gd name="T6" fmla="*/ 2147483647 w 228"/>
                <a:gd name="T7" fmla="*/ 2147483647 h 414"/>
                <a:gd name="T8" fmla="*/ 2147483647 w 228"/>
                <a:gd name="T9" fmla="*/ 2147483647 h 414"/>
                <a:gd name="T10" fmla="*/ 2147483647 w 228"/>
                <a:gd name="T11" fmla="*/ 2147483647 h 414"/>
                <a:gd name="T12" fmla="*/ 2147483647 w 228"/>
                <a:gd name="T13" fmla="*/ 0 h 414"/>
                <a:gd name="T14" fmla="*/ 2147483647 w 228"/>
                <a:gd name="T15" fmla="*/ 2147483647 h 414"/>
                <a:gd name="T16" fmla="*/ 2147483647 w 228"/>
                <a:gd name="T17" fmla="*/ 2147483647 h 414"/>
                <a:gd name="T18" fmla="*/ 2147483647 w 228"/>
                <a:gd name="T19" fmla="*/ 2147483647 h 414"/>
                <a:gd name="T20" fmla="*/ 2147483647 w 228"/>
                <a:gd name="T21" fmla="*/ 2147483647 h 414"/>
                <a:gd name="T22" fmla="*/ 2147483647 w 228"/>
                <a:gd name="T23" fmla="*/ 2147483647 h 414"/>
                <a:gd name="T24" fmla="*/ 2147483647 w 228"/>
                <a:gd name="T25" fmla="*/ 2147483647 h 414"/>
                <a:gd name="T26" fmla="*/ 0 w 228"/>
                <a:gd name="T27" fmla="*/ 2147483647 h 414"/>
                <a:gd name="T28" fmla="*/ 2147483647 w 228"/>
                <a:gd name="T29" fmla="*/ 2147483647 h 414"/>
                <a:gd name="T30" fmla="*/ 2147483647 w 228"/>
                <a:gd name="T31" fmla="*/ 2147483647 h 414"/>
                <a:gd name="T32" fmla="*/ 2147483647 w 228"/>
                <a:gd name="T33" fmla="*/ 2147483647 h 414"/>
                <a:gd name="T34" fmla="*/ 2147483647 w 228"/>
                <a:gd name="T35" fmla="*/ 2147483647 h 414"/>
                <a:gd name="T36" fmla="*/ 2147483647 w 228"/>
                <a:gd name="T37" fmla="*/ 2147483647 h 414"/>
                <a:gd name="T38" fmla="*/ 2147483647 w 228"/>
                <a:gd name="T39" fmla="*/ 2147483647 h 414"/>
                <a:gd name="T40" fmla="*/ 2147483647 w 228"/>
                <a:gd name="T41" fmla="*/ 2147483647 h 414"/>
                <a:gd name="T42" fmla="*/ 2147483647 w 228"/>
                <a:gd name="T43" fmla="*/ 2147483647 h 414"/>
                <a:gd name="T44" fmla="*/ 2147483647 w 228"/>
                <a:gd name="T45" fmla="*/ 2147483647 h 414"/>
                <a:gd name="T46" fmla="*/ 2147483647 w 228"/>
                <a:gd name="T47" fmla="*/ 2147483647 h 414"/>
                <a:gd name="T48" fmla="*/ 2147483647 w 228"/>
                <a:gd name="T49" fmla="*/ 2147483647 h 414"/>
                <a:gd name="T50" fmla="*/ 2147483647 w 228"/>
                <a:gd name="T51" fmla="*/ 2147483647 h 414"/>
                <a:gd name="T52" fmla="*/ 2147483647 w 228"/>
                <a:gd name="T53" fmla="*/ 2147483647 h 414"/>
                <a:gd name="T54" fmla="*/ 2147483647 w 228"/>
                <a:gd name="T55" fmla="*/ 2147483647 h 414"/>
                <a:gd name="T56" fmla="*/ 2147483647 w 228"/>
                <a:gd name="T57" fmla="*/ 2147483647 h 414"/>
                <a:gd name="T58" fmla="*/ 2147483647 w 228"/>
                <a:gd name="T59" fmla="*/ 2147483647 h 414"/>
                <a:gd name="T60" fmla="*/ 2147483647 w 228"/>
                <a:gd name="T61" fmla="*/ 2147483647 h 414"/>
                <a:gd name="T62" fmla="*/ 2147483647 w 228"/>
                <a:gd name="T63" fmla="*/ 2147483647 h 414"/>
                <a:gd name="T64" fmla="*/ 2147483647 w 228"/>
                <a:gd name="T65" fmla="*/ 2147483647 h 414"/>
                <a:gd name="T66" fmla="*/ 2147483647 w 228"/>
                <a:gd name="T67" fmla="*/ 2147483647 h 414"/>
                <a:gd name="T68" fmla="*/ 2147483647 w 228"/>
                <a:gd name="T69" fmla="*/ 2147483647 h 414"/>
                <a:gd name="T70" fmla="*/ 2147483647 w 228"/>
                <a:gd name="T71" fmla="*/ 2147483647 h 414"/>
                <a:gd name="T72" fmla="*/ 2147483647 w 228"/>
                <a:gd name="T73" fmla="*/ 2147483647 h 414"/>
                <a:gd name="T74" fmla="*/ 2147483647 w 228"/>
                <a:gd name="T75" fmla="*/ 2147483647 h 414"/>
                <a:gd name="T76" fmla="*/ 2147483647 w 228"/>
                <a:gd name="T77" fmla="*/ 2147483647 h 414"/>
                <a:gd name="T78" fmla="*/ 2147483647 w 228"/>
                <a:gd name="T79" fmla="*/ 2147483647 h 414"/>
                <a:gd name="T80" fmla="*/ 2147483647 w 228"/>
                <a:gd name="T81" fmla="*/ 2147483647 h 414"/>
                <a:gd name="T82" fmla="*/ 2147483647 w 228"/>
                <a:gd name="T83" fmla="*/ 2147483647 h 41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28"/>
                <a:gd name="T127" fmla="*/ 0 h 414"/>
                <a:gd name="T128" fmla="*/ 228 w 228"/>
                <a:gd name="T129" fmla="*/ 414 h 41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28" h="414">
                  <a:moveTo>
                    <a:pt x="210" y="30"/>
                  </a:moveTo>
                  <a:lnTo>
                    <a:pt x="210" y="12"/>
                  </a:lnTo>
                  <a:lnTo>
                    <a:pt x="156" y="12"/>
                  </a:lnTo>
                  <a:lnTo>
                    <a:pt x="156" y="18"/>
                  </a:lnTo>
                  <a:lnTo>
                    <a:pt x="150" y="24"/>
                  </a:lnTo>
                  <a:lnTo>
                    <a:pt x="138" y="24"/>
                  </a:lnTo>
                  <a:lnTo>
                    <a:pt x="132" y="18"/>
                  </a:lnTo>
                  <a:lnTo>
                    <a:pt x="114" y="18"/>
                  </a:lnTo>
                  <a:lnTo>
                    <a:pt x="108" y="24"/>
                  </a:lnTo>
                  <a:lnTo>
                    <a:pt x="96" y="24"/>
                  </a:lnTo>
                  <a:lnTo>
                    <a:pt x="96" y="18"/>
                  </a:lnTo>
                  <a:lnTo>
                    <a:pt x="102" y="18"/>
                  </a:lnTo>
                  <a:lnTo>
                    <a:pt x="114" y="6"/>
                  </a:lnTo>
                  <a:lnTo>
                    <a:pt x="114" y="0"/>
                  </a:lnTo>
                  <a:lnTo>
                    <a:pt x="90" y="0"/>
                  </a:lnTo>
                  <a:lnTo>
                    <a:pt x="66" y="12"/>
                  </a:lnTo>
                  <a:lnTo>
                    <a:pt x="60" y="18"/>
                  </a:lnTo>
                  <a:lnTo>
                    <a:pt x="60" y="36"/>
                  </a:lnTo>
                  <a:lnTo>
                    <a:pt x="66" y="60"/>
                  </a:lnTo>
                  <a:lnTo>
                    <a:pt x="66" y="78"/>
                  </a:lnTo>
                  <a:lnTo>
                    <a:pt x="60" y="108"/>
                  </a:lnTo>
                  <a:lnTo>
                    <a:pt x="48" y="138"/>
                  </a:lnTo>
                  <a:lnTo>
                    <a:pt x="30" y="174"/>
                  </a:lnTo>
                  <a:lnTo>
                    <a:pt x="12" y="222"/>
                  </a:lnTo>
                  <a:lnTo>
                    <a:pt x="6" y="234"/>
                  </a:lnTo>
                  <a:lnTo>
                    <a:pt x="6" y="240"/>
                  </a:lnTo>
                  <a:lnTo>
                    <a:pt x="0" y="252"/>
                  </a:lnTo>
                  <a:lnTo>
                    <a:pt x="0" y="264"/>
                  </a:lnTo>
                  <a:lnTo>
                    <a:pt x="18" y="282"/>
                  </a:lnTo>
                  <a:lnTo>
                    <a:pt x="30" y="288"/>
                  </a:lnTo>
                  <a:lnTo>
                    <a:pt x="42" y="342"/>
                  </a:lnTo>
                  <a:lnTo>
                    <a:pt x="42" y="348"/>
                  </a:lnTo>
                  <a:lnTo>
                    <a:pt x="36" y="354"/>
                  </a:lnTo>
                  <a:lnTo>
                    <a:pt x="36" y="366"/>
                  </a:lnTo>
                  <a:lnTo>
                    <a:pt x="30" y="384"/>
                  </a:lnTo>
                  <a:lnTo>
                    <a:pt x="24" y="396"/>
                  </a:lnTo>
                  <a:lnTo>
                    <a:pt x="24" y="408"/>
                  </a:lnTo>
                  <a:lnTo>
                    <a:pt x="48" y="408"/>
                  </a:lnTo>
                  <a:lnTo>
                    <a:pt x="60" y="402"/>
                  </a:lnTo>
                  <a:lnTo>
                    <a:pt x="72" y="402"/>
                  </a:lnTo>
                  <a:lnTo>
                    <a:pt x="84" y="414"/>
                  </a:lnTo>
                  <a:lnTo>
                    <a:pt x="96" y="414"/>
                  </a:lnTo>
                  <a:lnTo>
                    <a:pt x="108" y="408"/>
                  </a:lnTo>
                  <a:lnTo>
                    <a:pt x="114" y="402"/>
                  </a:lnTo>
                  <a:lnTo>
                    <a:pt x="120" y="402"/>
                  </a:lnTo>
                  <a:lnTo>
                    <a:pt x="126" y="396"/>
                  </a:lnTo>
                  <a:lnTo>
                    <a:pt x="126" y="348"/>
                  </a:lnTo>
                  <a:lnTo>
                    <a:pt x="132" y="342"/>
                  </a:lnTo>
                  <a:lnTo>
                    <a:pt x="138" y="330"/>
                  </a:lnTo>
                  <a:lnTo>
                    <a:pt x="150" y="330"/>
                  </a:lnTo>
                  <a:lnTo>
                    <a:pt x="162" y="318"/>
                  </a:lnTo>
                  <a:lnTo>
                    <a:pt x="162" y="312"/>
                  </a:lnTo>
                  <a:lnTo>
                    <a:pt x="150" y="312"/>
                  </a:lnTo>
                  <a:lnTo>
                    <a:pt x="144" y="306"/>
                  </a:lnTo>
                  <a:lnTo>
                    <a:pt x="138" y="294"/>
                  </a:lnTo>
                  <a:lnTo>
                    <a:pt x="138" y="288"/>
                  </a:lnTo>
                  <a:lnTo>
                    <a:pt x="132" y="282"/>
                  </a:lnTo>
                  <a:lnTo>
                    <a:pt x="132" y="276"/>
                  </a:lnTo>
                  <a:lnTo>
                    <a:pt x="144" y="264"/>
                  </a:lnTo>
                  <a:lnTo>
                    <a:pt x="156" y="258"/>
                  </a:lnTo>
                  <a:lnTo>
                    <a:pt x="168" y="246"/>
                  </a:lnTo>
                  <a:lnTo>
                    <a:pt x="168" y="240"/>
                  </a:lnTo>
                  <a:lnTo>
                    <a:pt x="156" y="234"/>
                  </a:lnTo>
                  <a:lnTo>
                    <a:pt x="150" y="228"/>
                  </a:lnTo>
                  <a:lnTo>
                    <a:pt x="150" y="216"/>
                  </a:lnTo>
                  <a:lnTo>
                    <a:pt x="126" y="192"/>
                  </a:lnTo>
                  <a:lnTo>
                    <a:pt x="162" y="192"/>
                  </a:lnTo>
                  <a:lnTo>
                    <a:pt x="174" y="180"/>
                  </a:lnTo>
                  <a:lnTo>
                    <a:pt x="174" y="168"/>
                  </a:lnTo>
                  <a:lnTo>
                    <a:pt x="168" y="162"/>
                  </a:lnTo>
                  <a:lnTo>
                    <a:pt x="168" y="150"/>
                  </a:lnTo>
                  <a:lnTo>
                    <a:pt x="174" y="144"/>
                  </a:lnTo>
                  <a:lnTo>
                    <a:pt x="180" y="144"/>
                  </a:lnTo>
                  <a:lnTo>
                    <a:pt x="180" y="126"/>
                  </a:lnTo>
                  <a:lnTo>
                    <a:pt x="186" y="108"/>
                  </a:lnTo>
                  <a:lnTo>
                    <a:pt x="186" y="96"/>
                  </a:lnTo>
                  <a:lnTo>
                    <a:pt x="180" y="90"/>
                  </a:lnTo>
                  <a:lnTo>
                    <a:pt x="174" y="90"/>
                  </a:lnTo>
                  <a:lnTo>
                    <a:pt x="174" y="84"/>
                  </a:lnTo>
                  <a:lnTo>
                    <a:pt x="180" y="78"/>
                  </a:lnTo>
                  <a:lnTo>
                    <a:pt x="204" y="66"/>
                  </a:lnTo>
                  <a:lnTo>
                    <a:pt x="228" y="42"/>
                  </a:lnTo>
                  <a:lnTo>
                    <a:pt x="228" y="36"/>
                  </a:lnTo>
                  <a:lnTo>
                    <a:pt x="216" y="30"/>
                  </a:lnTo>
                  <a:lnTo>
                    <a:pt x="210" y="30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10" name="Poland" descr="© INSCALE GmbH, 05.05.2010&#10;http://www.presentationload.com/">
              <a:extLst>
                <a:ext uri="{FF2B5EF4-FFF2-40B4-BE49-F238E27FC236}">
                  <a16:creationId xmlns:a16="http://schemas.microsoft.com/office/drawing/2014/main" id="{1B6221A6-6FD6-44E4-9147-A4631ECDC5FD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582336" y="1361857"/>
              <a:ext cx="244634" cy="175829"/>
            </a:xfrm>
            <a:custGeom>
              <a:avLst/>
              <a:gdLst>
                <a:gd name="T0" fmla="*/ 2147483647 w 624"/>
                <a:gd name="T1" fmla="*/ 2147483647 h 450"/>
                <a:gd name="T2" fmla="*/ 2147483647 w 624"/>
                <a:gd name="T3" fmla="*/ 2147483647 h 450"/>
                <a:gd name="T4" fmla="*/ 2147483647 w 624"/>
                <a:gd name="T5" fmla="*/ 2147483647 h 450"/>
                <a:gd name="T6" fmla="*/ 2147483647 w 624"/>
                <a:gd name="T7" fmla="*/ 2147483647 h 450"/>
                <a:gd name="T8" fmla="*/ 2147483647 w 624"/>
                <a:gd name="T9" fmla="*/ 2147483647 h 450"/>
                <a:gd name="T10" fmla="*/ 2147483647 w 624"/>
                <a:gd name="T11" fmla="*/ 2147483647 h 450"/>
                <a:gd name="T12" fmla="*/ 2147483647 w 624"/>
                <a:gd name="T13" fmla="*/ 2147483647 h 450"/>
                <a:gd name="T14" fmla="*/ 2147483647 w 624"/>
                <a:gd name="T15" fmla="*/ 2147483647 h 450"/>
                <a:gd name="T16" fmla="*/ 2147483647 w 624"/>
                <a:gd name="T17" fmla="*/ 2147483647 h 450"/>
                <a:gd name="T18" fmla="*/ 2147483647 w 624"/>
                <a:gd name="T19" fmla="*/ 2147483647 h 450"/>
                <a:gd name="T20" fmla="*/ 2147483647 w 624"/>
                <a:gd name="T21" fmla="*/ 2147483647 h 450"/>
                <a:gd name="T22" fmla="*/ 2147483647 w 624"/>
                <a:gd name="T23" fmla="*/ 2147483647 h 450"/>
                <a:gd name="T24" fmla="*/ 2147483647 w 624"/>
                <a:gd name="T25" fmla="*/ 2147483647 h 450"/>
                <a:gd name="T26" fmla="*/ 2147483647 w 624"/>
                <a:gd name="T27" fmla="*/ 2147483647 h 450"/>
                <a:gd name="T28" fmla="*/ 2147483647 w 624"/>
                <a:gd name="T29" fmla="*/ 2147483647 h 450"/>
                <a:gd name="T30" fmla="*/ 2147483647 w 624"/>
                <a:gd name="T31" fmla="*/ 2147483647 h 450"/>
                <a:gd name="T32" fmla="*/ 2147483647 w 624"/>
                <a:gd name="T33" fmla="*/ 2147483647 h 450"/>
                <a:gd name="T34" fmla="*/ 2147483647 w 624"/>
                <a:gd name="T35" fmla="*/ 2147483647 h 450"/>
                <a:gd name="T36" fmla="*/ 2147483647 w 624"/>
                <a:gd name="T37" fmla="*/ 2147483647 h 450"/>
                <a:gd name="T38" fmla="*/ 2147483647 w 624"/>
                <a:gd name="T39" fmla="*/ 2147483647 h 450"/>
                <a:gd name="T40" fmla="*/ 2147483647 w 624"/>
                <a:gd name="T41" fmla="*/ 2147483647 h 450"/>
                <a:gd name="T42" fmla="*/ 2147483647 w 624"/>
                <a:gd name="T43" fmla="*/ 2147483647 h 450"/>
                <a:gd name="T44" fmla="*/ 2147483647 w 624"/>
                <a:gd name="T45" fmla="*/ 2147483647 h 450"/>
                <a:gd name="T46" fmla="*/ 2147483647 w 624"/>
                <a:gd name="T47" fmla="*/ 2147483647 h 450"/>
                <a:gd name="T48" fmla="*/ 2147483647 w 624"/>
                <a:gd name="T49" fmla="*/ 2147483647 h 450"/>
                <a:gd name="T50" fmla="*/ 2147483647 w 624"/>
                <a:gd name="T51" fmla="*/ 2147483647 h 450"/>
                <a:gd name="T52" fmla="*/ 2147483647 w 624"/>
                <a:gd name="T53" fmla="*/ 2147483647 h 450"/>
                <a:gd name="T54" fmla="*/ 2147483647 w 624"/>
                <a:gd name="T55" fmla="*/ 2147483647 h 450"/>
                <a:gd name="T56" fmla="*/ 2147483647 w 624"/>
                <a:gd name="T57" fmla="*/ 2147483647 h 450"/>
                <a:gd name="T58" fmla="*/ 0 w 624"/>
                <a:gd name="T59" fmla="*/ 2147483647 h 450"/>
                <a:gd name="T60" fmla="*/ 2147483647 w 624"/>
                <a:gd name="T61" fmla="*/ 2147483647 h 450"/>
                <a:gd name="T62" fmla="*/ 2147483647 w 624"/>
                <a:gd name="T63" fmla="*/ 2147483647 h 450"/>
                <a:gd name="T64" fmla="*/ 2147483647 w 624"/>
                <a:gd name="T65" fmla="*/ 2147483647 h 450"/>
                <a:gd name="T66" fmla="*/ 2147483647 w 624"/>
                <a:gd name="T67" fmla="*/ 2147483647 h 450"/>
                <a:gd name="T68" fmla="*/ 2147483647 w 624"/>
                <a:gd name="T69" fmla="*/ 2147483647 h 450"/>
                <a:gd name="T70" fmla="*/ 2147483647 w 624"/>
                <a:gd name="T71" fmla="*/ 2147483647 h 450"/>
                <a:gd name="T72" fmla="*/ 2147483647 w 624"/>
                <a:gd name="T73" fmla="*/ 2147483647 h 450"/>
                <a:gd name="T74" fmla="*/ 2147483647 w 624"/>
                <a:gd name="T75" fmla="*/ 2147483647 h 450"/>
                <a:gd name="T76" fmla="*/ 2147483647 w 624"/>
                <a:gd name="T77" fmla="*/ 2147483647 h 450"/>
                <a:gd name="T78" fmla="*/ 2147483647 w 624"/>
                <a:gd name="T79" fmla="*/ 2147483647 h 450"/>
                <a:gd name="T80" fmla="*/ 2147483647 w 624"/>
                <a:gd name="T81" fmla="*/ 2147483647 h 450"/>
                <a:gd name="T82" fmla="*/ 2147483647 w 624"/>
                <a:gd name="T83" fmla="*/ 2147483647 h 450"/>
                <a:gd name="T84" fmla="*/ 2147483647 w 624"/>
                <a:gd name="T85" fmla="*/ 2147483647 h 450"/>
                <a:gd name="T86" fmla="*/ 2147483647 w 624"/>
                <a:gd name="T87" fmla="*/ 2147483647 h 450"/>
                <a:gd name="T88" fmla="*/ 2147483647 w 624"/>
                <a:gd name="T89" fmla="*/ 2147483647 h 450"/>
                <a:gd name="T90" fmla="*/ 2147483647 w 624"/>
                <a:gd name="T91" fmla="*/ 2147483647 h 450"/>
                <a:gd name="T92" fmla="*/ 2147483647 w 624"/>
                <a:gd name="T93" fmla="*/ 2147483647 h 450"/>
                <a:gd name="T94" fmla="*/ 2147483647 w 624"/>
                <a:gd name="T95" fmla="*/ 2147483647 h 450"/>
                <a:gd name="T96" fmla="*/ 2147483647 w 624"/>
                <a:gd name="T97" fmla="*/ 2147483647 h 450"/>
                <a:gd name="T98" fmla="*/ 2147483647 w 624"/>
                <a:gd name="T99" fmla="*/ 2147483647 h 450"/>
                <a:gd name="T100" fmla="*/ 2147483647 w 624"/>
                <a:gd name="T101" fmla="*/ 2147483647 h 450"/>
                <a:gd name="T102" fmla="*/ 2147483647 w 624"/>
                <a:gd name="T103" fmla="*/ 2147483647 h 450"/>
                <a:gd name="T104" fmla="*/ 2147483647 w 624"/>
                <a:gd name="T105" fmla="*/ 2147483647 h 450"/>
                <a:gd name="T106" fmla="*/ 2147483647 w 624"/>
                <a:gd name="T107" fmla="*/ 2147483647 h 45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624"/>
                <a:gd name="T163" fmla="*/ 0 h 450"/>
                <a:gd name="T164" fmla="*/ 624 w 624"/>
                <a:gd name="T165" fmla="*/ 450 h 45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624" h="450">
                  <a:moveTo>
                    <a:pt x="426" y="426"/>
                  </a:moveTo>
                  <a:lnTo>
                    <a:pt x="432" y="426"/>
                  </a:lnTo>
                  <a:lnTo>
                    <a:pt x="444" y="420"/>
                  </a:lnTo>
                  <a:lnTo>
                    <a:pt x="450" y="414"/>
                  </a:lnTo>
                  <a:lnTo>
                    <a:pt x="474" y="414"/>
                  </a:lnTo>
                  <a:lnTo>
                    <a:pt x="498" y="438"/>
                  </a:lnTo>
                  <a:lnTo>
                    <a:pt x="528" y="438"/>
                  </a:lnTo>
                  <a:lnTo>
                    <a:pt x="528" y="450"/>
                  </a:lnTo>
                  <a:lnTo>
                    <a:pt x="552" y="450"/>
                  </a:lnTo>
                  <a:lnTo>
                    <a:pt x="540" y="438"/>
                  </a:lnTo>
                  <a:lnTo>
                    <a:pt x="540" y="396"/>
                  </a:lnTo>
                  <a:lnTo>
                    <a:pt x="594" y="348"/>
                  </a:lnTo>
                  <a:lnTo>
                    <a:pt x="606" y="348"/>
                  </a:lnTo>
                  <a:lnTo>
                    <a:pt x="612" y="342"/>
                  </a:lnTo>
                  <a:lnTo>
                    <a:pt x="618" y="342"/>
                  </a:lnTo>
                  <a:lnTo>
                    <a:pt x="624" y="336"/>
                  </a:lnTo>
                  <a:lnTo>
                    <a:pt x="618" y="330"/>
                  </a:lnTo>
                  <a:lnTo>
                    <a:pt x="618" y="324"/>
                  </a:lnTo>
                  <a:lnTo>
                    <a:pt x="612" y="318"/>
                  </a:lnTo>
                  <a:lnTo>
                    <a:pt x="618" y="306"/>
                  </a:lnTo>
                  <a:lnTo>
                    <a:pt x="612" y="300"/>
                  </a:lnTo>
                  <a:lnTo>
                    <a:pt x="600" y="294"/>
                  </a:lnTo>
                  <a:lnTo>
                    <a:pt x="600" y="288"/>
                  </a:lnTo>
                  <a:lnTo>
                    <a:pt x="582" y="270"/>
                  </a:lnTo>
                  <a:lnTo>
                    <a:pt x="576" y="252"/>
                  </a:lnTo>
                  <a:lnTo>
                    <a:pt x="582" y="252"/>
                  </a:lnTo>
                  <a:lnTo>
                    <a:pt x="576" y="240"/>
                  </a:lnTo>
                  <a:lnTo>
                    <a:pt x="576" y="210"/>
                  </a:lnTo>
                  <a:lnTo>
                    <a:pt x="564" y="198"/>
                  </a:lnTo>
                  <a:lnTo>
                    <a:pt x="558" y="198"/>
                  </a:lnTo>
                  <a:lnTo>
                    <a:pt x="552" y="192"/>
                  </a:lnTo>
                  <a:lnTo>
                    <a:pt x="552" y="186"/>
                  </a:lnTo>
                  <a:lnTo>
                    <a:pt x="564" y="186"/>
                  </a:lnTo>
                  <a:lnTo>
                    <a:pt x="564" y="168"/>
                  </a:lnTo>
                  <a:lnTo>
                    <a:pt x="588" y="162"/>
                  </a:lnTo>
                  <a:lnTo>
                    <a:pt x="588" y="150"/>
                  </a:lnTo>
                  <a:lnTo>
                    <a:pt x="594" y="144"/>
                  </a:lnTo>
                  <a:lnTo>
                    <a:pt x="594" y="138"/>
                  </a:lnTo>
                  <a:lnTo>
                    <a:pt x="588" y="132"/>
                  </a:lnTo>
                  <a:lnTo>
                    <a:pt x="576" y="108"/>
                  </a:lnTo>
                  <a:lnTo>
                    <a:pt x="570" y="102"/>
                  </a:lnTo>
                  <a:lnTo>
                    <a:pt x="570" y="90"/>
                  </a:lnTo>
                  <a:lnTo>
                    <a:pt x="564" y="84"/>
                  </a:lnTo>
                  <a:lnTo>
                    <a:pt x="558" y="72"/>
                  </a:lnTo>
                  <a:lnTo>
                    <a:pt x="558" y="48"/>
                  </a:lnTo>
                  <a:lnTo>
                    <a:pt x="546" y="42"/>
                  </a:lnTo>
                  <a:lnTo>
                    <a:pt x="540" y="42"/>
                  </a:lnTo>
                  <a:lnTo>
                    <a:pt x="522" y="36"/>
                  </a:lnTo>
                  <a:lnTo>
                    <a:pt x="498" y="36"/>
                  </a:lnTo>
                  <a:lnTo>
                    <a:pt x="498" y="42"/>
                  </a:lnTo>
                  <a:lnTo>
                    <a:pt x="408" y="42"/>
                  </a:lnTo>
                  <a:lnTo>
                    <a:pt x="402" y="36"/>
                  </a:lnTo>
                  <a:lnTo>
                    <a:pt x="390" y="36"/>
                  </a:lnTo>
                  <a:lnTo>
                    <a:pt x="384" y="30"/>
                  </a:lnTo>
                  <a:lnTo>
                    <a:pt x="360" y="30"/>
                  </a:lnTo>
                  <a:lnTo>
                    <a:pt x="354" y="36"/>
                  </a:lnTo>
                  <a:lnTo>
                    <a:pt x="348" y="36"/>
                  </a:lnTo>
                  <a:lnTo>
                    <a:pt x="342" y="30"/>
                  </a:lnTo>
                  <a:lnTo>
                    <a:pt x="312" y="30"/>
                  </a:lnTo>
                  <a:lnTo>
                    <a:pt x="300" y="36"/>
                  </a:lnTo>
                  <a:lnTo>
                    <a:pt x="282" y="36"/>
                  </a:lnTo>
                  <a:lnTo>
                    <a:pt x="276" y="30"/>
                  </a:lnTo>
                  <a:lnTo>
                    <a:pt x="270" y="18"/>
                  </a:lnTo>
                  <a:lnTo>
                    <a:pt x="264" y="12"/>
                  </a:lnTo>
                  <a:lnTo>
                    <a:pt x="264" y="6"/>
                  </a:lnTo>
                  <a:lnTo>
                    <a:pt x="258" y="6"/>
                  </a:lnTo>
                  <a:lnTo>
                    <a:pt x="252" y="0"/>
                  </a:lnTo>
                  <a:lnTo>
                    <a:pt x="210" y="0"/>
                  </a:lnTo>
                  <a:lnTo>
                    <a:pt x="192" y="6"/>
                  </a:lnTo>
                  <a:lnTo>
                    <a:pt x="180" y="12"/>
                  </a:lnTo>
                  <a:lnTo>
                    <a:pt x="162" y="12"/>
                  </a:lnTo>
                  <a:lnTo>
                    <a:pt x="150" y="18"/>
                  </a:lnTo>
                  <a:lnTo>
                    <a:pt x="144" y="24"/>
                  </a:lnTo>
                  <a:lnTo>
                    <a:pt x="138" y="24"/>
                  </a:lnTo>
                  <a:lnTo>
                    <a:pt x="120" y="42"/>
                  </a:lnTo>
                  <a:lnTo>
                    <a:pt x="60" y="48"/>
                  </a:lnTo>
                  <a:lnTo>
                    <a:pt x="54" y="48"/>
                  </a:lnTo>
                  <a:lnTo>
                    <a:pt x="48" y="54"/>
                  </a:lnTo>
                  <a:lnTo>
                    <a:pt x="24" y="66"/>
                  </a:lnTo>
                  <a:lnTo>
                    <a:pt x="18" y="66"/>
                  </a:lnTo>
                  <a:lnTo>
                    <a:pt x="12" y="72"/>
                  </a:lnTo>
                  <a:lnTo>
                    <a:pt x="18" y="78"/>
                  </a:lnTo>
                  <a:lnTo>
                    <a:pt x="18" y="96"/>
                  </a:lnTo>
                  <a:lnTo>
                    <a:pt x="6" y="90"/>
                  </a:lnTo>
                  <a:lnTo>
                    <a:pt x="6" y="108"/>
                  </a:lnTo>
                  <a:lnTo>
                    <a:pt x="12" y="108"/>
                  </a:lnTo>
                  <a:lnTo>
                    <a:pt x="18" y="114"/>
                  </a:lnTo>
                  <a:lnTo>
                    <a:pt x="18" y="132"/>
                  </a:lnTo>
                  <a:lnTo>
                    <a:pt x="6" y="144"/>
                  </a:lnTo>
                  <a:lnTo>
                    <a:pt x="0" y="144"/>
                  </a:lnTo>
                  <a:lnTo>
                    <a:pt x="0" y="156"/>
                  </a:lnTo>
                  <a:lnTo>
                    <a:pt x="6" y="162"/>
                  </a:lnTo>
                  <a:lnTo>
                    <a:pt x="12" y="162"/>
                  </a:lnTo>
                  <a:lnTo>
                    <a:pt x="18" y="168"/>
                  </a:lnTo>
                  <a:lnTo>
                    <a:pt x="30" y="168"/>
                  </a:lnTo>
                  <a:lnTo>
                    <a:pt x="30" y="186"/>
                  </a:lnTo>
                  <a:lnTo>
                    <a:pt x="24" y="186"/>
                  </a:lnTo>
                  <a:lnTo>
                    <a:pt x="24" y="198"/>
                  </a:lnTo>
                  <a:lnTo>
                    <a:pt x="36" y="198"/>
                  </a:lnTo>
                  <a:lnTo>
                    <a:pt x="36" y="204"/>
                  </a:lnTo>
                  <a:lnTo>
                    <a:pt x="30" y="210"/>
                  </a:lnTo>
                  <a:lnTo>
                    <a:pt x="36" y="210"/>
                  </a:lnTo>
                  <a:lnTo>
                    <a:pt x="42" y="216"/>
                  </a:lnTo>
                  <a:lnTo>
                    <a:pt x="36" y="222"/>
                  </a:lnTo>
                  <a:lnTo>
                    <a:pt x="24" y="228"/>
                  </a:lnTo>
                  <a:lnTo>
                    <a:pt x="24" y="234"/>
                  </a:lnTo>
                  <a:lnTo>
                    <a:pt x="30" y="240"/>
                  </a:lnTo>
                  <a:lnTo>
                    <a:pt x="36" y="240"/>
                  </a:lnTo>
                  <a:lnTo>
                    <a:pt x="42" y="246"/>
                  </a:lnTo>
                  <a:lnTo>
                    <a:pt x="42" y="264"/>
                  </a:lnTo>
                  <a:lnTo>
                    <a:pt x="48" y="258"/>
                  </a:lnTo>
                  <a:lnTo>
                    <a:pt x="54" y="258"/>
                  </a:lnTo>
                  <a:lnTo>
                    <a:pt x="54" y="270"/>
                  </a:lnTo>
                  <a:lnTo>
                    <a:pt x="48" y="276"/>
                  </a:lnTo>
                  <a:lnTo>
                    <a:pt x="60" y="276"/>
                  </a:lnTo>
                  <a:lnTo>
                    <a:pt x="60" y="282"/>
                  </a:lnTo>
                  <a:lnTo>
                    <a:pt x="54" y="282"/>
                  </a:lnTo>
                  <a:lnTo>
                    <a:pt x="54" y="294"/>
                  </a:lnTo>
                  <a:lnTo>
                    <a:pt x="72" y="294"/>
                  </a:lnTo>
                  <a:lnTo>
                    <a:pt x="78" y="312"/>
                  </a:lnTo>
                  <a:lnTo>
                    <a:pt x="96" y="312"/>
                  </a:lnTo>
                  <a:lnTo>
                    <a:pt x="108" y="318"/>
                  </a:lnTo>
                  <a:lnTo>
                    <a:pt x="114" y="318"/>
                  </a:lnTo>
                  <a:lnTo>
                    <a:pt x="114" y="324"/>
                  </a:lnTo>
                  <a:lnTo>
                    <a:pt x="138" y="324"/>
                  </a:lnTo>
                  <a:lnTo>
                    <a:pt x="144" y="330"/>
                  </a:lnTo>
                  <a:lnTo>
                    <a:pt x="132" y="336"/>
                  </a:lnTo>
                  <a:lnTo>
                    <a:pt x="144" y="342"/>
                  </a:lnTo>
                  <a:lnTo>
                    <a:pt x="144" y="354"/>
                  </a:lnTo>
                  <a:lnTo>
                    <a:pt x="150" y="354"/>
                  </a:lnTo>
                  <a:lnTo>
                    <a:pt x="156" y="360"/>
                  </a:lnTo>
                  <a:lnTo>
                    <a:pt x="174" y="360"/>
                  </a:lnTo>
                  <a:lnTo>
                    <a:pt x="174" y="354"/>
                  </a:lnTo>
                  <a:lnTo>
                    <a:pt x="180" y="354"/>
                  </a:lnTo>
                  <a:lnTo>
                    <a:pt x="192" y="348"/>
                  </a:lnTo>
                  <a:lnTo>
                    <a:pt x="210" y="348"/>
                  </a:lnTo>
                  <a:lnTo>
                    <a:pt x="204" y="354"/>
                  </a:lnTo>
                  <a:lnTo>
                    <a:pt x="222" y="354"/>
                  </a:lnTo>
                  <a:lnTo>
                    <a:pt x="228" y="360"/>
                  </a:lnTo>
                  <a:lnTo>
                    <a:pt x="234" y="372"/>
                  </a:lnTo>
                  <a:lnTo>
                    <a:pt x="240" y="378"/>
                  </a:lnTo>
                  <a:lnTo>
                    <a:pt x="246" y="366"/>
                  </a:lnTo>
                  <a:lnTo>
                    <a:pt x="252" y="372"/>
                  </a:lnTo>
                  <a:lnTo>
                    <a:pt x="252" y="378"/>
                  </a:lnTo>
                  <a:lnTo>
                    <a:pt x="270" y="378"/>
                  </a:lnTo>
                  <a:lnTo>
                    <a:pt x="282" y="384"/>
                  </a:lnTo>
                  <a:lnTo>
                    <a:pt x="282" y="390"/>
                  </a:lnTo>
                  <a:lnTo>
                    <a:pt x="288" y="402"/>
                  </a:lnTo>
                  <a:lnTo>
                    <a:pt x="306" y="420"/>
                  </a:lnTo>
                  <a:lnTo>
                    <a:pt x="318" y="420"/>
                  </a:lnTo>
                  <a:lnTo>
                    <a:pt x="330" y="408"/>
                  </a:lnTo>
                  <a:lnTo>
                    <a:pt x="342" y="408"/>
                  </a:lnTo>
                  <a:lnTo>
                    <a:pt x="354" y="420"/>
                  </a:lnTo>
                  <a:lnTo>
                    <a:pt x="360" y="420"/>
                  </a:lnTo>
                  <a:lnTo>
                    <a:pt x="360" y="426"/>
                  </a:lnTo>
                  <a:lnTo>
                    <a:pt x="366" y="432"/>
                  </a:lnTo>
                  <a:lnTo>
                    <a:pt x="378" y="432"/>
                  </a:lnTo>
                  <a:lnTo>
                    <a:pt x="384" y="426"/>
                  </a:lnTo>
                  <a:lnTo>
                    <a:pt x="384" y="420"/>
                  </a:lnTo>
                  <a:lnTo>
                    <a:pt x="414" y="420"/>
                  </a:lnTo>
                  <a:lnTo>
                    <a:pt x="420" y="426"/>
                  </a:lnTo>
                  <a:lnTo>
                    <a:pt x="426" y="426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11" name="Philippines" descr="© INSCALE GmbH, 05.05.2010&#10;http://www.presentationload.com/">
              <a:extLst>
                <a:ext uri="{FF2B5EF4-FFF2-40B4-BE49-F238E27FC236}">
                  <a16:creationId xmlns:a16="http://schemas.microsoft.com/office/drawing/2014/main" id="{377B69E5-C5DA-48B4-8902-06F7440AB067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4458299" y="2487163"/>
              <a:ext cx="279798" cy="469389"/>
            </a:xfrm>
            <a:custGeom>
              <a:avLst/>
              <a:gdLst>
                <a:gd name="T0" fmla="*/ 2147483647 w 714"/>
                <a:gd name="T1" fmla="*/ 2147483647 h 1200"/>
                <a:gd name="T2" fmla="*/ 2147483647 w 714"/>
                <a:gd name="T3" fmla="*/ 2147483647 h 1200"/>
                <a:gd name="T4" fmla="*/ 2147483647 w 714"/>
                <a:gd name="T5" fmla="*/ 2147483647 h 1200"/>
                <a:gd name="T6" fmla="*/ 2147483647 w 714"/>
                <a:gd name="T7" fmla="*/ 2147483647 h 1200"/>
                <a:gd name="T8" fmla="*/ 2147483647 w 714"/>
                <a:gd name="T9" fmla="*/ 2147483647 h 1200"/>
                <a:gd name="T10" fmla="*/ 2147483647 w 714"/>
                <a:gd name="T11" fmla="*/ 2147483647 h 1200"/>
                <a:gd name="T12" fmla="*/ 2147483647 w 714"/>
                <a:gd name="T13" fmla="*/ 2147483647 h 1200"/>
                <a:gd name="T14" fmla="*/ 2147483647 w 714"/>
                <a:gd name="T15" fmla="*/ 2147483647 h 1200"/>
                <a:gd name="T16" fmla="*/ 2147483647 w 714"/>
                <a:gd name="T17" fmla="*/ 2147483647 h 1200"/>
                <a:gd name="T18" fmla="*/ 2147483647 w 714"/>
                <a:gd name="T19" fmla="*/ 2147483647 h 1200"/>
                <a:gd name="T20" fmla="*/ 2147483647 w 714"/>
                <a:gd name="T21" fmla="*/ 2147483647 h 1200"/>
                <a:gd name="T22" fmla="*/ 2147483647 w 714"/>
                <a:gd name="T23" fmla="*/ 2147483647 h 1200"/>
                <a:gd name="T24" fmla="*/ 2147483647 w 714"/>
                <a:gd name="T25" fmla="*/ 2147483647 h 1200"/>
                <a:gd name="T26" fmla="*/ 2147483647 w 714"/>
                <a:gd name="T27" fmla="*/ 2147483647 h 1200"/>
                <a:gd name="T28" fmla="*/ 2147483647 w 714"/>
                <a:gd name="T29" fmla="*/ 2147483647 h 1200"/>
                <a:gd name="T30" fmla="*/ 2147483647 w 714"/>
                <a:gd name="T31" fmla="*/ 2147483647 h 1200"/>
                <a:gd name="T32" fmla="*/ 2147483647 w 714"/>
                <a:gd name="T33" fmla="*/ 2147483647 h 1200"/>
                <a:gd name="T34" fmla="*/ 2147483647 w 714"/>
                <a:gd name="T35" fmla="*/ 2147483647 h 1200"/>
                <a:gd name="T36" fmla="*/ 2147483647 w 714"/>
                <a:gd name="T37" fmla="*/ 2147483647 h 1200"/>
                <a:gd name="T38" fmla="*/ 2147483647 w 714"/>
                <a:gd name="T39" fmla="*/ 2147483647 h 1200"/>
                <a:gd name="T40" fmla="*/ 2147483647 w 714"/>
                <a:gd name="T41" fmla="*/ 2147483647 h 1200"/>
                <a:gd name="T42" fmla="*/ 2147483647 w 714"/>
                <a:gd name="T43" fmla="*/ 2147483647 h 1200"/>
                <a:gd name="T44" fmla="*/ 2147483647 w 714"/>
                <a:gd name="T45" fmla="*/ 2147483647 h 1200"/>
                <a:gd name="T46" fmla="*/ 2147483647 w 714"/>
                <a:gd name="T47" fmla="*/ 2147483647 h 1200"/>
                <a:gd name="T48" fmla="*/ 2147483647 w 714"/>
                <a:gd name="T49" fmla="*/ 2147483647 h 1200"/>
                <a:gd name="T50" fmla="*/ 2147483647 w 714"/>
                <a:gd name="T51" fmla="*/ 2147483647 h 1200"/>
                <a:gd name="T52" fmla="*/ 2147483647 w 714"/>
                <a:gd name="T53" fmla="*/ 2147483647 h 1200"/>
                <a:gd name="T54" fmla="*/ 2147483647 w 714"/>
                <a:gd name="T55" fmla="*/ 2147483647 h 1200"/>
                <a:gd name="T56" fmla="*/ 2147483647 w 714"/>
                <a:gd name="T57" fmla="*/ 2147483647 h 1200"/>
                <a:gd name="T58" fmla="*/ 2147483647 w 714"/>
                <a:gd name="T59" fmla="*/ 2147483647 h 1200"/>
                <a:gd name="T60" fmla="*/ 2147483647 w 714"/>
                <a:gd name="T61" fmla="*/ 2147483647 h 1200"/>
                <a:gd name="T62" fmla="*/ 2147483647 w 714"/>
                <a:gd name="T63" fmla="*/ 2147483647 h 1200"/>
                <a:gd name="T64" fmla="*/ 2147483647 w 714"/>
                <a:gd name="T65" fmla="*/ 2147483647 h 1200"/>
                <a:gd name="T66" fmla="*/ 2147483647 w 714"/>
                <a:gd name="T67" fmla="*/ 2147483647 h 1200"/>
                <a:gd name="T68" fmla="*/ 2147483647 w 714"/>
                <a:gd name="T69" fmla="*/ 2147483647 h 1200"/>
                <a:gd name="T70" fmla="*/ 2147483647 w 714"/>
                <a:gd name="T71" fmla="*/ 2147483647 h 1200"/>
                <a:gd name="T72" fmla="*/ 2147483647 w 714"/>
                <a:gd name="T73" fmla="*/ 2147483647 h 1200"/>
                <a:gd name="T74" fmla="*/ 2147483647 w 714"/>
                <a:gd name="T75" fmla="*/ 2147483647 h 1200"/>
                <a:gd name="T76" fmla="*/ 2147483647 w 714"/>
                <a:gd name="T77" fmla="*/ 2147483647 h 1200"/>
                <a:gd name="T78" fmla="*/ 2147483647 w 714"/>
                <a:gd name="T79" fmla="*/ 0 h 1200"/>
                <a:gd name="T80" fmla="*/ 2147483647 w 714"/>
                <a:gd name="T81" fmla="*/ 2147483647 h 1200"/>
                <a:gd name="T82" fmla="*/ 2147483647 w 714"/>
                <a:gd name="T83" fmla="*/ 2147483647 h 1200"/>
                <a:gd name="T84" fmla="*/ 2147483647 w 714"/>
                <a:gd name="T85" fmla="*/ 2147483647 h 1200"/>
                <a:gd name="T86" fmla="*/ 2147483647 w 714"/>
                <a:gd name="T87" fmla="*/ 2147483647 h 1200"/>
                <a:gd name="T88" fmla="*/ 2147483647 w 714"/>
                <a:gd name="T89" fmla="*/ 2147483647 h 1200"/>
                <a:gd name="T90" fmla="*/ 2147483647 w 714"/>
                <a:gd name="T91" fmla="*/ 2147483647 h 1200"/>
                <a:gd name="T92" fmla="*/ 2147483647 w 714"/>
                <a:gd name="T93" fmla="*/ 2147483647 h 1200"/>
                <a:gd name="T94" fmla="*/ 2147483647 w 714"/>
                <a:gd name="T95" fmla="*/ 2147483647 h 1200"/>
                <a:gd name="T96" fmla="*/ 2147483647 w 714"/>
                <a:gd name="T97" fmla="*/ 2147483647 h 1200"/>
                <a:gd name="T98" fmla="*/ 2147483647 w 714"/>
                <a:gd name="T99" fmla="*/ 2147483647 h 1200"/>
                <a:gd name="T100" fmla="*/ 2147483647 w 714"/>
                <a:gd name="T101" fmla="*/ 2147483647 h 1200"/>
                <a:gd name="T102" fmla="*/ 2147483647 w 714"/>
                <a:gd name="T103" fmla="*/ 2147483647 h 1200"/>
                <a:gd name="T104" fmla="*/ 2147483647 w 714"/>
                <a:gd name="T105" fmla="*/ 2147483647 h 1200"/>
                <a:gd name="T106" fmla="*/ 2147483647 w 714"/>
                <a:gd name="T107" fmla="*/ 2147483647 h 1200"/>
                <a:gd name="T108" fmla="*/ 2147483647 w 714"/>
                <a:gd name="T109" fmla="*/ 2147483647 h 1200"/>
                <a:gd name="T110" fmla="*/ 2147483647 w 714"/>
                <a:gd name="T111" fmla="*/ 2147483647 h 1200"/>
                <a:gd name="T112" fmla="*/ 2147483647 w 714"/>
                <a:gd name="T113" fmla="*/ 2147483647 h 1200"/>
                <a:gd name="T114" fmla="*/ 2147483647 w 714"/>
                <a:gd name="T115" fmla="*/ 2147483647 h 1200"/>
                <a:gd name="T116" fmla="*/ 2147483647 w 714"/>
                <a:gd name="T117" fmla="*/ 2147483647 h 120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14"/>
                <a:gd name="T178" fmla="*/ 0 h 1200"/>
                <a:gd name="T179" fmla="*/ 714 w 714"/>
                <a:gd name="T180" fmla="*/ 1200 h 120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14" h="1200">
                  <a:moveTo>
                    <a:pt x="702" y="1140"/>
                  </a:moveTo>
                  <a:lnTo>
                    <a:pt x="690" y="1170"/>
                  </a:lnTo>
                  <a:lnTo>
                    <a:pt x="696" y="1200"/>
                  </a:lnTo>
                  <a:lnTo>
                    <a:pt x="714" y="1182"/>
                  </a:lnTo>
                  <a:lnTo>
                    <a:pt x="714" y="1140"/>
                  </a:lnTo>
                  <a:lnTo>
                    <a:pt x="702" y="1140"/>
                  </a:lnTo>
                  <a:close/>
                  <a:moveTo>
                    <a:pt x="582" y="1176"/>
                  </a:moveTo>
                  <a:lnTo>
                    <a:pt x="600" y="1140"/>
                  </a:lnTo>
                  <a:lnTo>
                    <a:pt x="576" y="1134"/>
                  </a:lnTo>
                  <a:lnTo>
                    <a:pt x="582" y="1176"/>
                  </a:lnTo>
                  <a:close/>
                  <a:moveTo>
                    <a:pt x="246" y="1038"/>
                  </a:moveTo>
                  <a:lnTo>
                    <a:pt x="264" y="1050"/>
                  </a:lnTo>
                  <a:lnTo>
                    <a:pt x="282" y="1020"/>
                  </a:lnTo>
                  <a:lnTo>
                    <a:pt x="258" y="1008"/>
                  </a:lnTo>
                  <a:lnTo>
                    <a:pt x="246" y="1038"/>
                  </a:lnTo>
                  <a:close/>
                  <a:moveTo>
                    <a:pt x="504" y="558"/>
                  </a:moveTo>
                  <a:lnTo>
                    <a:pt x="540" y="576"/>
                  </a:lnTo>
                  <a:lnTo>
                    <a:pt x="540" y="582"/>
                  </a:lnTo>
                  <a:lnTo>
                    <a:pt x="534" y="588"/>
                  </a:lnTo>
                  <a:lnTo>
                    <a:pt x="504" y="588"/>
                  </a:lnTo>
                  <a:lnTo>
                    <a:pt x="570" y="642"/>
                  </a:lnTo>
                  <a:lnTo>
                    <a:pt x="570" y="618"/>
                  </a:lnTo>
                  <a:lnTo>
                    <a:pt x="600" y="624"/>
                  </a:lnTo>
                  <a:lnTo>
                    <a:pt x="576" y="588"/>
                  </a:lnTo>
                  <a:lnTo>
                    <a:pt x="576" y="582"/>
                  </a:lnTo>
                  <a:lnTo>
                    <a:pt x="570" y="576"/>
                  </a:lnTo>
                  <a:lnTo>
                    <a:pt x="570" y="558"/>
                  </a:lnTo>
                  <a:lnTo>
                    <a:pt x="564" y="546"/>
                  </a:lnTo>
                  <a:lnTo>
                    <a:pt x="534" y="516"/>
                  </a:lnTo>
                  <a:lnTo>
                    <a:pt x="522" y="510"/>
                  </a:lnTo>
                  <a:lnTo>
                    <a:pt x="504" y="504"/>
                  </a:lnTo>
                  <a:lnTo>
                    <a:pt x="492" y="498"/>
                  </a:lnTo>
                  <a:lnTo>
                    <a:pt x="474" y="498"/>
                  </a:lnTo>
                  <a:lnTo>
                    <a:pt x="468" y="504"/>
                  </a:lnTo>
                  <a:lnTo>
                    <a:pt x="468" y="528"/>
                  </a:lnTo>
                  <a:lnTo>
                    <a:pt x="492" y="552"/>
                  </a:lnTo>
                  <a:lnTo>
                    <a:pt x="504" y="558"/>
                  </a:lnTo>
                  <a:close/>
                  <a:moveTo>
                    <a:pt x="462" y="666"/>
                  </a:moveTo>
                  <a:lnTo>
                    <a:pt x="474" y="750"/>
                  </a:lnTo>
                  <a:lnTo>
                    <a:pt x="486" y="672"/>
                  </a:lnTo>
                  <a:lnTo>
                    <a:pt x="462" y="618"/>
                  </a:lnTo>
                  <a:lnTo>
                    <a:pt x="438" y="618"/>
                  </a:lnTo>
                  <a:lnTo>
                    <a:pt x="462" y="666"/>
                  </a:lnTo>
                  <a:close/>
                  <a:moveTo>
                    <a:pt x="492" y="738"/>
                  </a:moveTo>
                  <a:lnTo>
                    <a:pt x="522" y="738"/>
                  </a:lnTo>
                  <a:lnTo>
                    <a:pt x="528" y="708"/>
                  </a:lnTo>
                  <a:lnTo>
                    <a:pt x="498" y="702"/>
                  </a:lnTo>
                  <a:lnTo>
                    <a:pt x="492" y="738"/>
                  </a:lnTo>
                  <a:close/>
                  <a:moveTo>
                    <a:pt x="570" y="660"/>
                  </a:moveTo>
                  <a:lnTo>
                    <a:pt x="546" y="648"/>
                  </a:lnTo>
                  <a:lnTo>
                    <a:pt x="528" y="630"/>
                  </a:lnTo>
                  <a:lnTo>
                    <a:pt x="528" y="624"/>
                  </a:lnTo>
                  <a:lnTo>
                    <a:pt x="522" y="618"/>
                  </a:lnTo>
                  <a:lnTo>
                    <a:pt x="486" y="618"/>
                  </a:lnTo>
                  <a:lnTo>
                    <a:pt x="492" y="660"/>
                  </a:lnTo>
                  <a:lnTo>
                    <a:pt x="510" y="654"/>
                  </a:lnTo>
                  <a:lnTo>
                    <a:pt x="522" y="678"/>
                  </a:lnTo>
                  <a:lnTo>
                    <a:pt x="570" y="714"/>
                  </a:lnTo>
                  <a:lnTo>
                    <a:pt x="570" y="660"/>
                  </a:lnTo>
                  <a:close/>
                  <a:moveTo>
                    <a:pt x="162" y="600"/>
                  </a:moveTo>
                  <a:lnTo>
                    <a:pt x="144" y="582"/>
                  </a:lnTo>
                  <a:lnTo>
                    <a:pt x="138" y="606"/>
                  </a:lnTo>
                  <a:lnTo>
                    <a:pt x="132" y="618"/>
                  </a:lnTo>
                  <a:lnTo>
                    <a:pt x="126" y="624"/>
                  </a:lnTo>
                  <a:lnTo>
                    <a:pt x="120" y="642"/>
                  </a:lnTo>
                  <a:lnTo>
                    <a:pt x="120" y="654"/>
                  </a:lnTo>
                  <a:lnTo>
                    <a:pt x="126" y="660"/>
                  </a:lnTo>
                  <a:lnTo>
                    <a:pt x="138" y="666"/>
                  </a:lnTo>
                  <a:lnTo>
                    <a:pt x="150" y="678"/>
                  </a:lnTo>
                  <a:lnTo>
                    <a:pt x="144" y="684"/>
                  </a:lnTo>
                  <a:lnTo>
                    <a:pt x="120" y="696"/>
                  </a:lnTo>
                  <a:lnTo>
                    <a:pt x="114" y="702"/>
                  </a:lnTo>
                  <a:lnTo>
                    <a:pt x="102" y="708"/>
                  </a:lnTo>
                  <a:lnTo>
                    <a:pt x="96" y="732"/>
                  </a:lnTo>
                  <a:lnTo>
                    <a:pt x="72" y="750"/>
                  </a:lnTo>
                  <a:lnTo>
                    <a:pt x="72" y="762"/>
                  </a:lnTo>
                  <a:lnTo>
                    <a:pt x="60" y="774"/>
                  </a:lnTo>
                  <a:lnTo>
                    <a:pt x="48" y="780"/>
                  </a:lnTo>
                  <a:lnTo>
                    <a:pt x="42" y="786"/>
                  </a:lnTo>
                  <a:lnTo>
                    <a:pt x="30" y="792"/>
                  </a:lnTo>
                  <a:lnTo>
                    <a:pt x="24" y="798"/>
                  </a:lnTo>
                  <a:lnTo>
                    <a:pt x="18" y="798"/>
                  </a:lnTo>
                  <a:lnTo>
                    <a:pt x="18" y="804"/>
                  </a:lnTo>
                  <a:lnTo>
                    <a:pt x="12" y="810"/>
                  </a:lnTo>
                  <a:lnTo>
                    <a:pt x="0" y="834"/>
                  </a:lnTo>
                  <a:lnTo>
                    <a:pt x="0" y="864"/>
                  </a:lnTo>
                  <a:lnTo>
                    <a:pt x="30" y="834"/>
                  </a:lnTo>
                  <a:lnTo>
                    <a:pt x="30" y="816"/>
                  </a:lnTo>
                  <a:lnTo>
                    <a:pt x="36" y="810"/>
                  </a:lnTo>
                  <a:lnTo>
                    <a:pt x="42" y="810"/>
                  </a:lnTo>
                  <a:lnTo>
                    <a:pt x="78" y="798"/>
                  </a:lnTo>
                  <a:lnTo>
                    <a:pt x="84" y="792"/>
                  </a:lnTo>
                  <a:lnTo>
                    <a:pt x="84" y="762"/>
                  </a:lnTo>
                  <a:lnTo>
                    <a:pt x="90" y="750"/>
                  </a:lnTo>
                  <a:lnTo>
                    <a:pt x="96" y="744"/>
                  </a:lnTo>
                  <a:lnTo>
                    <a:pt x="114" y="738"/>
                  </a:lnTo>
                  <a:lnTo>
                    <a:pt x="126" y="732"/>
                  </a:lnTo>
                  <a:lnTo>
                    <a:pt x="144" y="720"/>
                  </a:lnTo>
                  <a:lnTo>
                    <a:pt x="162" y="714"/>
                  </a:lnTo>
                  <a:lnTo>
                    <a:pt x="168" y="702"/>
                  </a:lnTo>
                  <a:lnTo>
                    <a:pt x="174" y="696"/>
                  </a:lnTo>
                  <a:lnTo>
                    <a:pt x="174" y="684"/>
                  </a:lnTo>
                  <a:lnTo>
                    <a:pt x="156" y="648"/>
                  </a:lnTo>
                  <a:lnTo>
                    <a:pt x="156" y="624"/>
                  </a:lnTo>
                  <a:lnTo>
                    <a:pt x="162" y="612"/>
                  </a:lnTo>
                  <a:lnTo>
                    <a:pt x="162" y="600"/>
                  </a:lnTo>
                  <a:close/>
                  <a:moveTo>
                    <a:pt x="330" y="1026"/>
                  </a:moveTo>
                  <a:lnTo>
                    <a:pt x="372" y="1056"/>
                  </a:lnTo>
                  <a:lnTo>
                    <a:pt x="372" y="1020"/>
                  </a:lnTo>
                  <a:lnTo>
                    <a:pt x="348" y="1002"/>
                  </a:lnTo>
                  <a:lnTo>
                    <a:pt x="330" y="1026"/>
                  </a:lnTo>
                  <a:close/>
                  <a:moveTo>
                    <a:pt x="660" y="840"/>
                  </a:moveTo>
                  <a:lnTo>
                    <a:pt x="660" y="816"/>
                  </a:lnTo>
                  <a:lnTo>
                    <a:pt x="654" y="804"/>
                  </a:lnTo>
                  <a:lnTo>
                    <a:pt x="654" y="792"/>
                  </a:lnTo>
                  <a:lnTo>
                    <a:pt x="642" y="780"/>
                  </a:lnTo>
                  <a:lnTo>
                    <a:pt x="630" y="774"/>
                  </a:lnTo>
                  <a:lnTo>
                    <a:pt x="600" y="744"/>
                  </a:lnTo>
                  <a:lnTo>
                    <a:pt x="588" y="738"/>
                  </a:lnTo>
                  <a:lnTo>
                    <a:pt x="582" y="738"/>
                  </a:lnTo>
                  <a:lnTo>
                    <a:pt x="576" y="744"/>
                  </a:lnTo>
                  <a:lnTo>
                    <a:pt x="582" y="750"/>
                  </a:lnTo>
                  <a:lnTo>
                    <a:pt x="588" y="762"/>
                  </a:lnTo>
                  <a:lnTo>
                    <a:pt x="594" y="768"/>
                  </a:lnTo>
                  <a:lnTo>
                    <a:pt x="606" y="774"/>
                  </a:lnTo>
                  <a:lnTo>
                    <a:pt x="606" y="786"/>
                  </a:lnTo>
                  <a:lnTo>
                    <a:pt x="600" y="786"/>
                  </a:lnTo>
                  <a:lnTo>
                    <a:pt x="588" y="792"/>
                  </a:lnTo>
                  <a:lnTo>
                    <a:pt x="570" y="792"/>
                  </a:lnTo>
                  <a:lnTo>
                    <a:pt x="558" y="798"/>
                  </a:lnTo>
                  <a:lnTo>
                    <a:pt x="546" y="798"/>
                  </a:lnTo>
                  <a:lnTo>
                    <a:pt x="546" y="828"/>
                  </a:lnTo>
                  <a:lnTo>
                    <a:pt x="528" y="828"/>
                  </a:lnTo>
                  <a:lnTo>
                    <a:pt x="522" y="846"/>
                  </a:lnTo>
                  <a:lnTo>
                    <a:pt x="498" y="864"/>
                  </a:lnTo>
                  <a:lnTo>
                    <a:pt x="492" y="864"/>
                  </a:lnTo>
                  <a:lnTo>
                    <a:pt x="486" y="858"/>
                  </a:lnTo>
                  <a:lnTo>
                    <a:pt x="474" y="852"/>
                  </a:lnTo>
                  <a:lnTo>
                    <a:pt x="462" y="852"/>
                  </a:lnTo>
                  <a:lnTo>
                    <a:pt x="450" y="846"/>
                  </a:lnTo>
                  <a:lnTo>
                    <a:pt x="438" y="858"/>
                  </a:lnTo>
                  <a:lnTo>
                    <a:pt x="432" y="870"/>
                  </a:lnTo>
                  <a:lnTo>
                    <a:pt x="420" y="882"/>
                  </a:lnTo>
                  <a:lnTo>
                    <a:pt x="414" y="894"/>
                  </a:lnTo>
                  <a:lnTo>
                    <a:pt x="408" y="900"/>
                  </a:lnTo>
                  <a:lnTo>
                    <a:pt x="408" y="906"/>
                  </a:lnTo>
                  <a:lnTo>
                    <a:pt x="408" y="900"/>
                  </a:lnTo>
                  <a:lnTo>
                    <a:pt x="396" y="888"/>
                  </a:lnTo>
                  <a:lnTo>
                    <a:pt x="384" y="888"/>
                  </a:lnTo>
                  <a:lnTo>
                    <a:pt x="378" y="900"/>
                  </a:lnTo>
                  <a:lnTo>
                    <a:pt x="378" y="912"/>
                  </a:lnTo>
                  <a:lnTo>
                    <a:pt x="372" y="924"/>
                  </a:lnTo>
                  <a:lnTo>
                    <a:pt x="366" y="930"/>
                  </a:lnTo>
                  <a:lnTo>
                    <a:pt x="360" y="942"/>
                  </a:lnTo>
                  <a:lnTo>
                    <a:pt x="384" y="960"/>
                  </a:lnTo>
                  <a:lnTo>
                    <a:pt x="402" y="942"/>
                  </a:lnTo>
                  <a:lnTo>
                    <a:pt x="414" y="966"/>
                  </a:lnTo>
                  <a:lnTo>
                    <a:pt x="420" y="960"/>
                  </a:lnTo>
                  <a:lnTo>
                    <a:pt x="432" y="954"/>
                  </a:lnTo>
                  <a:lnTo>
                    <a:pt x="450" y="936"/>
                  </a:lnTo>
                  <a:lnTo>
                    <a:pt x="462" y="930"/>
                  </a:lnTo>
                  <a:lnTo>
                    <a:pt x="474" y="930"/>
                  </a:lnTo>
                  <a:lnTo>
                    <a:pt x="498" y="954"/>
                  </a:lnTo>
                  <a:lnTo>
                    <a:pt x="510" y="960"/>
                  </a:lnTo>
                  <a:lnTo>
                    <a:pt x="492" y="978"/>
                  </a:lnTo>
                  <a:lnTo>
                    <a:pt x="492" y="990"/>
                  </a:lnTo>
                  <a:lnTo>
                    <a:pt x="510" y="1026"/>
                  </a:lnTo>
                  <a:lnTo>
                    <a:pt x="522" y="1044"/>
                  </a:lnTo>
                  <a:lnTo>
                    <a:pt x="534" y="1056"/>
                  </a:lnTo>
                  <a:lnTo>
                    <a:pt x="546" y="1062"/>
                  </a:lnTo>
                  <a:lnTo>
                    <a:pt x="558" y="1062"/>
                  </a:lnTo>
                  <a:lnTo>
                    <a:pt x="570" y="1068"/>
                  </a:lnTo>
                  <a:lnTo>
                    <a:pt x="582" y="1068"/>
                  </a:lnTo>
                  <a:lnTo>
                    <a:pt x="606" y="1050"/>
                  </a:lnTo>
                  <a:lnTo>
                    <a:pt x="606" y="1074"/>
                  </a:lnTo>
                  <a:lnTo>
                    <a:pt x="630" y="1074"/>
                  </a:lnTo>
                  <a:lnTo>
                    <a:pt x="630" y="1038"/>
                  </a:lnTo>
                  <a:lnTo>
                    <a:pt x="624" y="1032"/>
                  </a:lnTo>
                  <a:lnTo>
                    <a:pt x="606" y="996"/>
                  </a:lnTo>
                  <a:lnTo>
                    <a:pt x="606" y="984"/>
                  </a:lnTo>
                  <a:lnTo>
                    <a:pt x="612" y="972"/>
                  </a:lnTo>
                  <a:lnTo>
                    <a:pt x="624" y="960"/>
                  </a:lnTo>
                  <a:lnTo>
                    <a:pt x="654" y="1014"/>
                  </a:lnTo>
                  <a:lnTo>
                    <a:pt x="654" y="1008"/>
                  </a:lnTo>
                  <a:lnTo>
                    <a:pt x="660" y="1002"/>
                  </a:lnTo>
                  <a:lnTo>
                    <a:pt x="672" y="978"/>
                  </a:lnTo>
                  <a:lnTo>
                    <a:pt x="678" y="960"/>
                  </a:lnTo>
                  <a:lnTo>
                    <a:pt x="678" y="936"/>
                  </a:lnTo>
                  <a:lnTo>
                    <a:pt x="672" y="918"/>
                  </a:lnTo>
                  <a:lnTo>
                    <a:pt x="666" y="912"/>
                  </a:lnTo>
                  <a:lnTo>
                    <a:pt x="660" y="900"/>
                  </a:lnTo>
                  <a:lnTo>
                    <a:pt x="660" y="840"/>
                  </a:lnTo>
                  <a:close/>
                  <a:moveTo>
                    <a:pt x="330" y="384"/>
                  </a:moveTo>
                  <a:lnTo>
                    <a:pt x="348" y="384"/>
                  </a:lnTo>
                  <a:lnTo>
                    <a:pt x="354" y="390"/>
                  </a:lnTo>
                  <a:lnTo>
                    <a:pt x="366" y="396"/>
                  </a:lnTo>
                  <a:lnTo>
                    <a:pt x="366" y="408"/>
                  </a:lnTo>
                  <a:lnTo>
                    <a:pt x="372" y="420"/>
                  </a:lnTo>
                  <a:lnTo>
                    <a:pt x="384" y="438"/>
                  </a:lnTo>
                  <a:lnTo>
                    <a:pt x="396" y="450"/>
                  </a:lnTo>
                  <a:lnTo>
                    <a:pt x="414" y="462"/>
                  </a:lnTo>
                  <a:lnTo>
                    <a:pt x="432" y="462"/>
                  </a:lnTo>
                  <a:lnTo>
                    <a:pt x="444" y="438"/>
                  </a:lnTo>
                  <a:lnTo>
                    <a:pt x="444" y="426"/>
                  </a:lnTo>
                  <a:lnTo>
                    <a:pt x="432" y="402"/>
                  </a:lnTo>
                  <a:lnTo>
                    <a:pt x="420" y="396"/>
                  </a:lnTo>
                  <a:lnTo>
                    <a:pt x="408" y="396"/>
                  </a:lnTo>
                  <a:lnTo>
                    <a:pt x="408" y="390"/>
                  </a:lnTo>
                  <a:lnTo>
                    <a:pt x="414" y="384"/>
                  </a:lnTo>
                  <a:lnTo>
                    <a:pt x="414" y="378"/>
                  </a:lnTo>
                  <a:lnTo>
                    <a:pt x="420" y="372"/>
                  </a:lnTo>
                  <a:lnTo>
                    <a:pt x="408" y="372"/>
                  </a:lnTo>
                  <a:lnTo>
                    <a:pt x="396" y="366"/>
                  </a:lnTo>
                  <a:lnTo>
                    <a:pt x="390" y="360"/>
                  </a:lnTo>
                  <a:lnTo>
                    <a:pt x="372" y="360"/>
                  </a:lnTo>
                  <a:lnTo>
                    <a:pt x="366" y="366"/>
                  </a:lnTo>
                  <a:lnTo>
                    <a:pt x="354" y="372"/>
                  </a:lnTo>
                  <a:lnTo>
                    <a:pt x="342" y="360"/>
                  </a:lnTo>
                  <a:lnTo>
                    <a:pt x="330" y="354"/>
                  </a:lnTo>
                  <a:lnTo>
                    <a:pt x="312" y="354"/>
                  </a:lnTo>
                  <a:lnTo>
                    <a:pt x="300" y="366"/>
                  </a:lnTo>
                  <a:lnTo>
                    <a:pt x="288" y="372"/>
                  </a:lnTo>
                  <a:lnTo>
                    <a:pt x="282" y="372"/>
                  </a:lnTo>
                  <a:lnTo>
                    <a:pt x="264" y="354"/>
                  </a:lnTo>
                  <a:lnTo>
                    <a:pt x="258" y="342"/>
                  </a:lnTo>
                  <a:lnTo>
                    <a:pt x="258" y="252"/>
                  </a:lnTo>
                  <a:lnTo>
                    <a:pt x="270" y="228"/>
                  </a:lnTo>
                  <a:lnTo>
                    <a:pt x="270" y="222"/>
                  </a:lnTo>
                  <a:lnTo>
                    <a:pt x="288" y="204"/>
                  </a:lnTo>
                  <a:lnTo>
                    <a:pt x="288" y="174"/>
                  </a:lnTo>
                  <a:lnTo>
                    <a:pt x="276" y="150"/>
                  </a:lnTo>
                  <a:lnTo>
                    <a:pt x="276" y="126"/>
                  </a:lnTo>
                  <a:lnTo>
                    <a:pt x="282" y="108"/>
                  </a:lnTo>
                  <a:lnTo>
                    <a:pt x="282" y="72"/>
                  </a:lnTo>
                  <a:lnTo>
                    <a:pt x="264" y="54"/>
                  </a:lnTo>
                  <a:lnTo>
                    <a:pt x="264" y="36"/>
                  </a:lnTo>
                  <a:lnTo>
                    <a:pt x="258" y="30"/>
                  </a:lnTo>
                  <a:lnTo>
                    <a:pt x="258" y="6"/>
                  </a:lnTo>
                  <a:lnTo>
                    <a:pt x="252" y="0"/>
                  </a:lnTo>
                  <a:lnTo>
                    <a:pt x="240" y="0"/>
                  </a:lnTo>
                  <a:lnTo>
                    <a:pt x="234" y="6"/>
                  </a:lnTo>
                  <a:lnTo>
                    <a:pt x="234" y="12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204" y="24"/>
                  </a:lnTo>
                  <a:lnTo>
                    <a:pt x="192" y="18"/>
                  </a:lnTo>
                  <a:lnTo>
                    <a:pt x="186" y="12"/>
                  </a:lnTo>
                  <a:lnTo>
                    <a:pt x="174" y="12"/>
                  </a:lnTo>
                  <a:lnTo>
                    <a:pt x="162" y="18"/>
                  </a:lnTo>
                  <a:lnTo>
                    <a:pt x="162" y="36"/>
                  </a:lnTo>
                  <a:lnTo>
                    <a:pt x="156" y="42"/>
                  </a:lnTo>
                  <a:lnTo>
                    <a:pt x="156" y="48"/>
                  </a:lnTo>
                  <a:lnTo>
                    <a:pt x="144" y="72"/>
                  </a:lnTo>
                  <a:lnTo>
                    <a:pt x="132" y="84"/>
                  </a:lnTo>
                  <a:lnTo>
                    <a:pt x="132" y="96"/>
                  </a:lnTo>
                  <a:lnTo>
                    <a:pt x="138" y="102"/>
                  </a:lnTo>
                  <a:lnTo>
                    <a:pt x="144" y="114"/>
                  </a:lnTo>
                  <a:lnTo>
                    <a:pt x="150" y="132"/>
                  </a:lnTo>
                  <a:lnTo>
                    <a:pt x="156" y="138"/>
                  </a:lnTo>
                  <a:lnTo>
                    <a:pt x="156" y="150"/>
                  </a:lnTo>
                  <a:lnTo>
                    <a:pt x="150" y="162"/>
                  </a:lnTo>
                  <a:lnTo>
                    <a:pt x="150" y="168"/>
                  </a:lnTo>
                  <a:lnTo>
                    <a:pt x="144" y="174"/>
                  </a:lnTo>
                  <a:lnTo>
                    <a:pt x="138" y="186"/>
                  </a:lnTo>
                  <a:lnTo>
                    <a:pt x="138" y="198"/>
                  </a:lnTo>
                  <a:lnTo>
                    <a:pt x="150" y="210"/>
                  </a:lnTo>
                  <a:lnTo>
                    <a:pt x="150" y="216"/>
                  </a:lnTo>
                  <a:lnTo>
                    <a:pt x="144" y="222"/>
                  </a:lnTo>
                  <a:lnTo>
                    <a:pt x="138" y="222"/>
                  </a:lnTo>
                  <a:lnTo>
                    <a:pt x="126" y="228"/>
                  </a:lnTo>
                  <a:lnTo>
                    <a:pt x="120" y="228"/>
                  </a:lnTo>
                  <a:lnTo>
                    <a:pt x="120" y="210"/>
                  </a:lnTo>
                  <a:lnTo>
                    <a:pt x="114" y="204"/>
                  </a:lnTo>
                  <a:lnTo>
                    <a:pt x="114" y="252"/>
                  </a:lnTo>
                  <a:lnTo>
                    <a:pt x="150" y="306"/>
                  </a:lnTo>
                  <a:lnTo>
                    <a:pt x="174" y="330"/>
                  </a:lnTo>
                  <a:lnTo>
                    <a:pt x="186" y="348"/>
                  </a:lnTo>
                  <a:lnTo>
                    <a:pt x="204" y="384"/>
                  </a:lnTo>
                  <a:lnTo>
                    <a:pt x="216" y="402"/>
                  </a:lnTo>
                  <a:lnTo>
                    <a:pt x="228" y="408"/>
                  </a:lnTo>
                  <a:lnTo>
                    <a:pt x="252" y="408"/>
                  </a:lnTo>
                  <a:lnTo>
                    <a:pt x="258" y="396"/>
                  </a:lnTo>
                  <a:lnTo>
                    <a:pt x="270" y="390"/>
                  </a:lnTo>
                  <a:lnTo>
                    <a:pt x="276" y="384"/>
                  </a:lnTo>
                  <a:lnTo>
                    <a:pt x="288" y="384"/>
                  </a:lnTo>
                  <a:lnTo>
                    <a:pt x="294" y="396"/>
                  </a:lnTo>
                  <a:lnTo>
                    <a:pt x="306" y="402"/>
                  </a:lnTo>
                  <a:lnTo>
                    <a:pt x="324" y="420"/>
                  </a:lnTo>
                  <a:lnTo>
                    <a:pt x="342" y="420"/>
                  </a:lnTo>
                  <a:lnTo>
                    <a:pt x="342" y="402"/>
                  </a:lnTo>
                  <a:lnTo>
                    <a:pt x="336" y="396"/>
                  </a:lnTo>
                  <a:lnTo>
                    <a:pt x="330" y="384"/>
                  </a:lnTo>
                  <a:close/>
                  <a:moveTo>
                    <a:pt x="258" y="432"/>
                  </a:moveTo>
                  <a:lnTo>
                    <a:pt x="246" y="426"/>
                  </a:lnTo>
                  <a:lnTo>
                    <a:pt x="204" y="426"/>
                  </a:lnTo>
                  <a:lnTo>
                    <a:pt x="234" y="468"/>
                  </a:lnTo>
                  <a:lnTo>
                    <a:pt x="258" y="534"/>
                  </a:lnTo>
                  <a:lnTo>
                    <a:pt x="270" y="528"/>
                  </a:lnTo>
                  <a:lnTo>
                    <a:pt x="276" y="516"/>
                  </a:lnTo>
                  <a:lnTo>
                    <a:pt x="282" y="510"/>
                  </a:lnTo>
                  <a:lnTo>
                    <a:pt x="282" y="486"/>
                  </a:lnTo>
                  <a:lnTo>
                    <a:pt x="276" y="480"/>
                  </a:lnTo>
                  <a:lnTo>
                    <a:pt x="270" y="468"/>
                  </a:lnTo>
                  <a:lnTo>
                    <a:pt x="270" y="450"/>
                  </a:lnTo>
                  <a:lnTo>
                    <a:pt x="264" y="438"/>
                  </a:lnTo>
                  <a:lnTo>
                    <a:pt x="258" y="432"/>
                  </a:lnTo>
                  <a:close/>
                  <a:moveTo>
                    <a:pt x="330" y="648"/>
                  </a:moveTo>
                  <a:lnTo>
                    <a:pt x="336" y="660"/>
                  </a:lnTo>
                  <a:lnTo>
                    <a:pt x="354" y="678"/>
                  </a:lnTo>
                  <a:lnTo>
                    <a:pt x="360" y="672"/>
                  </a:lnTo>
                  <a:lnTo>
                    <a:pt x="372" y="666"/>
                  </a:lnTo>
                  <a:lnTo>
                    <a:pt x="378" y="660"/>
                  </a:lnTo>
                  <a:lnTo>
                    <a:pt x="384" y="660"/>
                  </a:lnTo>
                  <a:lnTo>
                    <a:pt x="390" y="666"/>
                  </a:lnTo>
                  <a:lnTo>
                    <a:pt x="390" y="696"/>
                  </a:lnTo>
                  <a:lnTo>
                    <a:pt x="402" y="708"/>
                  </a:lnTo>
                  <a:lnTo>
                    <a:pt x="396" y="720"/>
                  </a:lnTo>
                  <a:lnTo>
                    <a:pt x="390" y="726"/>
                  </a:lnTo>
                  <a:lnTo>
                    <a:pt x="372" y="762"/>
                  </a:lnTo>
                  <a:lnTo>
                    <a:pt x="372" y="786"/>
                  </a:lnTo>
                  <a:lnTo>
                    <a:pt x="378" y="792"/>
                  </a:lnTo>
                  <a:lnTo>
                    <a:pt x="384" y="804"/>
                  </a:lnTo>
                  <a:lnTo>
                    <a:pt x="396" y="804"/>
                  </a:lnTo>
                  <a:lnTo>
                    <a:pt x="408" y="798"/>
                  </a:lnTo>
                  <a:lnTo>
                    <a:pt x="420" y="798"/>
                  </a:lnTo>
                  <a:lnTo>
                    <a:pt x="432" y="792"/>
                  </a:lnTo>
                  <a:lnTo>
                    <a:pt x="438" y="786"/>
                  </a:lnTo>
                  <a:lnTo>
                    <a:pt x="438" y="768"/>
                  </a:lnTo>
                  <a:lnTo>
                    <a:pt x="432" y="756"/>
                  </a:lnTo>
                  <a:lnTo>
                    <a:pt x="426" y="738"/>
                  </a:lnTo>
                  <a:lnTo>
                    <a:pt x="426" y="726"/>
                  </a:lnTo>
                  <a:lnTo>
                    <a:pt x="432" y="714"/>
                  </a:lnTo>
                  <a:lnTo>
                    <a:pt x="444" y="678"/>
                  </a:lnTo>
                  <a:lnTo>
                    <a:pt x="444" y="660"/>
                  </a:lnTo>
                  <a:lnTo>
                    <a:pt x="438" y="648"/>
                  </a:lnTo>
                  <a:lnTo>
                    <a:pt x="432" y="642"/>
                  </a:lnTo>
                  <a:lnTo>
                    <a:pt x="426" y="642"/>
                  </a:lnTo>
                  <a:lnTo>
                    <a:pt x="414" y="654"/>
                  </a:lnTo>
                  <a:lnTo>
                    <a:pt x="402" y="660"/>
                  </a:lnTo>
                  <a:lnTo>
                    <a:pt x="396" y="660"/>
                  </a:lnTo>
                  <a:lnTo>
                    <a:pt x="396" y="648"/>
                  </a:lnTo>
                  <a:lnTo>
                    <a:pt x="408" y="624"/>
                  </a:lnTo>
                  <a:lnTo>
                    <a:pt x="408" y="612"/>
                  </a:lnTo>
                  <a:lnTo>
                    <a:pt x="414" y="600"/>
                  </a:lnTo>
                  <a:lnTo>
                    <a:pt x="414" y="594"/>
                  </a:lnTo>
                  <a:lnTo>
                    <a:pt x="408" y="588"/>
                  </a:lnTo>
                  <a:lnTo>
                    <a:pt x="372" y="570"/>
                  </a:lnTo>
                  <a:lnTo>
                    <a:pt x="366" y="564"/>
                  </a:lnTo>
                  <a:lnTo>
                    <a:pt x="330" y="564"/>
                  </a:lnTo>
                  <a:lnTo>
                    <a:pt x="324" y="570"/>
                  </a:lnTo>
                  <a:lnTo>
                    <a:pt x="324" y="576"/>
                  </a:lnTo>
                  <a:lnTo>
                    <a:pt x="330" y="582"/>
                  </a:lnTo>
                  <a:lnTo>
                    <a:pt x="336" y="582"/>
                  </a:lnTo>
                  <a:lnTo>
                    <a:pt x="342" y="594"/>
                  </a:lnTo>
                  <a:lnTo>
                    <a:pt x="342" y="600"/>
                  </a:lnTo>
                  <a:lnTo>
                    <a:pt x="336" y="606"/>
                  </a:lnTo>
                  <a:lnTo>
                    <a:pt x="336" y="618"/>
                  </a:lnTo>
                  <a:lnTo>
                    <a:pt x="330" y="630"/>
                  </a:lnTo>
                  <a:lnTo>
                    <a:pt x="330" y="648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4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13" name="Papua New 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5B3DB599-9C99-4C38-8B6E-CD635B0D44FC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5112691" y="3135439"/>
              <a:ext cx="425047" cy="284387"/>
            </a:xfrm>
            <a:custGeom>
              <a:avLst/>
              <a:gdLst>
                <a:gd name="T0" fmla="*/ 2147483647 w 1086"/>
                <a:gd name="T1" fmla="*/ 2147483647 h 726"/>
                <a:gd name="T2" fmla="*/ 2147483647 w 1086"/>
                <a:gd name="T3" fmla="*/ 2147483647 h 726"/>
                <a:gd name="T4" fmla="*/ 2147483647 w 1086"/>
                <a:gd name="T5" fmla="*/ 2147483647 h 726"/>
                <a:gd name="T6" fmla="*/ 2147483647 w 1086"/>
                <a:gd name="T7" fmla="*/ 2147483647 h 726"/>
                <a:gd name="T8" fmla="*/ 2147483647 w 1086"/>
                <a:gd name="T9" fmla="*/ 2147483647 h 726"/>
                <a:gd name="T10" fmla="*/ 2147483647 w 1086"/>
                <a:gd name="T11" fmla="*/ 2147483647 h 726"/>
                <a:gd name="T12" fmla="*/ 2147483647 w 1086"/>
                <a:gd name="T13" fmla="*/ 2147483647 h 726"/>
                <a:gd name="T14" fmla="*/ 2147483647 w 1086"/>
                <a:gd name="T15" fmla="*/ 2147483647 h 726"/>
                <a:gd name="T16" fmla="*/ 2147483647 w 1086"/>
                <a:gd name="T17" fmla="*/ 2147483647 h 726"/>
                <a:gd name="T18" fmla="*/ 2147483647 w 1086"/>
                <a:gd name="T19" fmla="*/ 2147483647 h 726"/>
                <a:gd name="T20" fmla="*/ 2147483647 w 1086"/>
                <a:gd name="T21" fmla="*/ 2147483647 h 726"/>
                <a:gd name="T22" fmla="*/ 2147483647 w 1086"/>
                <a:gd name="T23" fmla="*/ 2147483647 h 726"/>
                <a:gd name="T24" fmla="*/ 2147483647 w 1086"/>
                <a:gd name="T25" fmla="*/ 2147483647 h 726"/>
                <a:gd name="T26" fmla="*/ 2147483647 w 1086"/>
                <a:gd name="T27" fmla="*/ 2147483647 h 726"/>
                <a:gd name="T28" fmla="*/ 2147483647 w 1086"/>
                <a:gd name="T29" fmla="*/ 2147483647 h 726"/>
                <a:gd name="T30" fmla="*/ 2147483647 w 1086"/>
                <a:gd name="T31" fmla="*/ 2147483647 h 726"/>
                <a:gd name="T32" fmla="*/ 2147483647 w 1086"/>
                <a:gd name="T33" fmla="*/ 2147483647 h 726"/>
                <a:gd name="T34" fmla="*/ 2147483647 w 1086"/>
                <a:gd name="T35" fmla="*/ 2147483647 h 726"/>
                <a:gd name="T36" fmla="*/ 2147483647 w 1086"/>
                <a:gd name="T37" fmla="*/ 2147483647 h 726"/>
                <a:gd name="T38" fmla="*/ 2147483647 w 1086"/>
                <a:gd name="T39" fmla="*/ 2147483647 h 726"/>
                <a:gd name="T40" fmla="*/ 2147483647 w 1086"/>
                <a:gd name="T41" fmla="*/ 2147483647 h 726"/>
                <a:gd name="T42" fmla="*/ 2147483647 w 1086"/>
                <a:gd name="T43" fmla="*/ 2147483647 h 726"/>
                <a:gd name="T44" fmla="*/ 2147483647 w 1086"/>
                <a:gd name="T45" fmla="*/ 2147483647 h 726"/>
                <a:gd name="T46" fmla="*/ 2147483647 w 1086"/>
                <a:gd name="T47" fmla="*/ 2147483647 h 726"/>
                <a:gd name="T48" fmla="*/ 2147483647 w 1086"/>
                <a:gd name="T49" fmla="*/ 2147483647 h 726"/>
                <a:gd name="T50" fmla="*/ 2147483647 w 1086"/>
                <a:gd name="T51" fmla="*/ 2147483647 h 726"/>
                <a:gd name="T52" fmla="*/ 2147483647 w 1086"/>
                <a:gd name="T53" fmla="*/ 2147483647 h 726"/>
                <a:gd name="T54" fmla="*/ 2147483647 w 1086"/>
                <a:gd name="T55" fmla="*/ 2147483647 h 726"/>
                <a:gd name="T56" fmla="*/ 2147483647 w 1086"/>
                <a:gd name="T57" fmla="*/ 2147483647 h 726"/>
                <a:gd name="T58" fmla="*/ 2147483647 w 1086"/>
                <a:gd name="T59" fmla="*/ 2147483647 h 726"/>
                <a:gd name="T60" fmla="*/ 2147483647 w 1086"/>
                <a:gd name="T61" fmla="*/ 2147483647 h 726"/>
                <a:gd name="T62" fmla="*/ 2147483647 w 1086"/>
                <a:gd name="T63" fmla="*/ 2147483647 h 726"/>
                <a:gd name="T64" fmla="*/ 2147483647 w 1086"/>
                <a:gd name="T65" fmla="*/ 2147483647 h 726"/>
                <a:gd name="T66" fmla="*/ 2147483647 w 1086"/>
                <a:gd name="T67" fmla="*/ 2147483647 h 726"/>
                <a:gd name="T68" fmla="*/ 2147483647 w 1086"/>
                <a:gd name="T69" fmla="*/ 2147483647 h 726"/>
                <a:gd name="T70" fmla="*/ 2147483647 w 1086"/>
                <a:gd name="T71" fmla="*/ 2147483647 h 726"/>
                <a:gd name="T72" fmla="*/ 2147483647 w 1086"/>
                <a:gd name="T73" fmla="*/ 2147483647 h 726"/>
                <a:gd name="T74" fmla="*/ 2147483647 w 1086"/>
                <a:gd name="T75" fmla="*/ 2147483647 h 726"/>
                <a:gd name="T76" fmla="*/ 2147483647 w 1086"/>
                <a:gd name="T77" fmla="*/ 2147483647 h 726"/>
                <a:gd name="T78" fmla="*/ 2147483647 w 1086"/>
                <a:gd name="T79" fmla="*/ 2147483647 h 726"/>
                <a:gd name="T80" fmla="*/ 2147483647 w 1086"/>
                <a:gd name="T81" fmla="*/ 2147483647 h 726"/>
                <a:gd name="T82" fmla="*/ 2147483647 w 1086"/>
                <a:gd name="T83" fmla="*/ 2147483647 h 726"/>
                <a:gd name="T84" fmla="*/ 2147483647 w 1086"/>
                <a:gd name="T85" fmla="*/ 2147483647 h 726"/>
                <a:gd name="T86" fmla="*/ 2147483647 w 1086"/>
                <a:gd name="T87" fmla="*/ 2147483647 h 726"/>
                <a:gd name="T88" fmla="*/ 2147483647 w 1086"/>
                <a:gd name="T89" fmla="*/ 2147483647 h 726"/>
                <a:gd name="T90" fmla="*/ 2147483647 w 1086"/>
                <a:gd name="T91" fmla="*/ 2147483647 h 726"/>
                <a:gd name="T92" fmla="*/ 2147483647 w 1086"/>
                <a:gd name="T93" fmla="*/ 2147483647 h 726"/>
                <a:gd name="T94" fmla="*/ 2147483647 w 1086"/>
                <a:gd name="T95" fmla="*/ 2147483647 h 726"/>
                <a:gd name="T96" fmla="*/ 2147483647 w 1086"/>
                <a:gd name="T97" fmla="*/ 2147483647 h 726"/>
                <a:gd name="T98" fmla="*/ 2147483647 w 1086"/>
                <a:gd name="T99" fmla="*/ 2147483647 h 726"/>
                <a:gd name="T100" fmla="*/ 2147483647 w 1086"/>
                <a:gd name="T101" fmla="*/ 2147483647 h 726"/>
                <a:gd name="T102" fmla="*/ 2147483647 w 1086"/>
                <a:gd name="T103" fmla="*/ 2147483647 h 726"/>
                <a:gd name="T104" fmla="*/ 2147483647 w 1086"/>
                <a:gd name="T105" fmla="*/ 2147483647 h 726"/>
                <a:gd name="T106" fmla="*/ 2147483647 w 1086"/>
                <a:gd name="T107" fmla="*/ 2147483647 h 726"/>
                <a:gd name="T108" fmla="*/ 2147483647 w 1086"/>
                <a:gd name="T109" fmla="*/ 2147483647 h 726"/>
                <a:gd name="T110" fmla="*/ 2147483647 w 1086"/>
                <a:gd name="T111" fmla="*/ 2147483647 h 726"/>
                <a:gd name="T112" fmla="*/ 2147483647 w 1086"/>
                <a:gd name="T113" fmla="*/ 2147483647 h 72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86"/>
                <a:gd name="T172" fmla="*/ 0 h 726"/>
                <a:gd name="T173" fmla="*/ 1086 w 1086"/>
                <a:gd name="T174" fmla="*/ 726 h 72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86" h="726">
                  <a:moveTo>
                    <a:pt x="486" y="0"/>
                  </a:moveTo>
                  <a:lnTo>
                    <a:pt x="462" y="0"/>
                  </a:lnTo>
                  <a:lnTo>
                    <a:pt x="450" y="6"/>
                  </a:lnTo>
                  <a:lnTo>
                    <a:pt x="444" y="12"/>
                  </a:lnTo>
                  <a:lnTo>
                    <a:pt x="432" y="18"/>
                  </a:lnTo>
                  <a:lnTo>
                    <a:pt x="462" y="36"/>
                  </a:lnTo>
                  <a:lnTo>
                    <a:pt x="474" y="36"/>
                  </a:lnTo>
                  <a:lnTo>
                    <a:pt x="486" y="30"/>
                  </a:lnTo>
                  <a:lnTo>
                    <a:pt x="498" y="18"/>
                  </a:lnTo>
                  <a:lnTo>
                    <a:pt x="492" y="6"/>
                  </a:lnTo>
                  <a:lnTo>
                    <a:pt x="486" y="0"/>
                  </a:lnTo>
                  <a:close/>
                  <a:moveTo>
                    <a:pt x="756" y="216"/>
                  </a:moveTo>
                  <a:lnTo>
                    <a:pt x="750" y="222"/>
                  </a:lnTo>
                  <a:lnTo>
                    <a:pt x="750" y="228"/>
                  </a:lnTo>
                  <a:lnTo>
                    <a:pt x="756" y="234"/>
                  </a:lnTo>
                  <a:lnTo>
                    <a:pt x="768" y="240"/>
                  </a:lnTo>
                  <a:lnTo>
                    <a:pt x="774" y="246"/>
                  </a:lnTo>
                  <a:lnTo>
                    <a:pt x="774" y="264"/>
                  </a:lnTo>
                  <a:lnTo>
                    <a:pt x="702" y="300"/>
                  </a:lnTo>
                  <a:lnTo>
                    <a:pt x="666" y="300"/>
                  </a:lnTo>
                  <a:lnTo>
                    <a:pt x="630" y="312"/>
                  </a:lnTo>
                  <a:lnTo>
                    <a:pt x="594" y="330"/>
                  </a:lnTo>
                  <a:lnTo>
                    <a:pt x="588" y="336"/>
                  </a:lnTo>
                  <a:lnTo>
                    <a:pt x="570" y="336"/>
                  </a:lnTo>
                  <a:lnTo>
                    <a:pt x="564" y="342"/>
                  </a:lnTo>
                  <a:lnTo>
                    <a:pt x="588" y="378"/>
                  </a:lnTo>
                  <a:lnTo>
                    <a:pt x="684" y="378"/>
                  </a:lnTo>
                  <a:lnTo>
                    <a:pt x="702" y="366"/>
                  </a:lnTo>
                  <a:lnTo>
                    <a:pt x="738" y="366"/>
                  </a:lnTo>
                  <a:lnTo>
                    <a:pt x="750" y="360"/>
                  </a:lnTo>
                  <a:lnTo>
                    <a:pt x="774" y="336"/>
                  </a:lnTo>
                  <a:lnTo>
                    <a:pt x="774" y="330"/>
                  </a:lnTo>
                  <a:lnTo>
                    <a:pt x="804" y="324"/>
                  </a:lnTo>
                  <a:lnTo>
                    <a:pt x="798" y="300"/>
                  </a:lnTo>
                  <a:lnTo>
                    <a:pt x="822" y="300"/>
                  </a:lnTo>
                  <a:lnTo>
                    <a:pt x="822" y="288"/>
                  </a:lnTo>
                  <a:lnTo>
                    <a:pt x="828" y="258"/>
                  </a:lnTo>
                  <a:lnTo>
                    <a:pt x="828" y="228"/>
                  </a:lnTo>
                  <a:lnTo>
                    <a:pt x="822" y="198"/>
                  </a:lnTo>
                  <a:lnTo>
                    <a:pt x="816" y="192"/>
                  </a:lnTo>
                  <a:lnTo>
                    <a:pt x="804" y="186"/>
                  </a:lnTo>
                  <a:lnTo>
                    <a:pt x="792" y="192"/>
                  </a:lnTo>
                  <a:lnTo>
                    <a:pt x="786" y="198"/>
                  </a:lnTo>
                  <a:lnTo>
                    <a:pt x="762" y="210"/>
                  </a:lnTo>
                  <a:lnTo>
                    <a:pt x="756" y="216"/>
                  </a:lnTo>
                  <a:close/>
                  <a:moveTo>
                    <a:pt x="834" y="132"/>
                  </a:moveTo>
                  <a:lnTo>
                    <a:pt x="822" y="132"/>
                  </a:lnTo>
                  <a:lnTo>
                    <a:pt x="816" y="120"/>
                  </a:lnTo>
                  <a:lnTo>
                    <a:pt x="804" y="108"/>
                  </a:lnTo>
                  <a:lnTo>
                    <a:pt x="792" y="102"/>
                  </a:lnTo>
                  <a:lnTo>
                    <a:pt x="786" y="90"/>
                  </a:lnTo>
                  <a:lnTo>
                    <a:pt x="774" y="78"/>
                  </a:lnTo>
                  <a:lnTo>
                    <a:pt x="768" y="78"/>
                  </a:lnTo>
                  <a:lnTo>
                    <a:pt x="762" y="72"/>
                  </a:lnTo>
                  <a:lnTo>
                    <a:pt x="756" y="72"/>
                  </a:lnTo>
                  <a:lnTo>
                    <a:pt x="732" y="36"/>
                  </a:lnTo>
                  <a:lnTo>
                    <a:pt x="720" y="84"/>
                  </a:lnTo>
                  <a:lnTo>
                    <a:pt x="762" y="96"/>
                  </a:lnTo>
                  <a:lnTo>
                    <a:pt x="816" y="150"/>
                  </a:lnTo>
                  <a:lnTo>
                    <a:pt x="828" y="150"/>
                  </a:lnTo>
                  <a:lnTo>
                    <a:pt x="834" y="156"/>
                  </a:lnTo>
                  <a:lnTo>
                    <a:pt x="846" y="162"/>
                  </a:lnTo>
                  <a:lnTo>
                    <a:pt x="852" y="174"/>
                  </a:lnTo>
                  <a:lnTo>
                    <a:pt x="852" y="180"/>
                  </a:lnTo>
                  <a:lnTo>
                    <a:pt x="858" y="192"/>
                  </a:lnTo>
                  <a:lnTo>
                    <a:pt x="852" y="204"/>
                  </a:lnTo>
                  <a:lnTo>
                    <a:pt x="852" y="240"/>
                  </a:lnTo>
                  <a:lnTo>
                    <a:pt x="858" y="252"/>
                  </a:lnTo>
                  <a:lnTo>
                    <a:pt x="864" y="258"/>
                  </a:lnTo>
                  <a:lnTo>
                    <a:pt x="882" y="258"/>
                  </a:lnTo>
                  <a:lnTo>
                    <a:pt x="894" y="246"/>
                  </a:lnTo>
                  <a:lnTo>
                    <a:pt x="900" y="234"/>
                  </a:lnTo>
                  <a:lnTo>
                    <a:pt x="900" y="222"/>
                  </a:lnTo>
                  <a:lnTo>
                    <a:pt x="888" y="186"/>
                  </a:lnTo>
                  <a:lnTo>
                    <a:pt x="876" y="174"/>
                  </a:lnTo>
                  <a:lnTo>
                    <a:pt x="864" y="156"/>
                  </a:lnTo>
                  <a:lnTo>
                    <a:pt x="852" y="150"/>
                  </a:lnTo>
                  <a:lnTo>
                    <a:pt x="846" y="138"/>
                  </a:lnTo>
                  <a:lnTo>
                    <a:pt x="834" y="132"/>
                  </a:lnTo>
                  <a:close/>
                  <a:moveTo>
                    <a:pt x="1086" y="360"/>
                  </a:moveTo>
                  <a:lnTo>
                    <a:pt x="1020" y="294"/>
                  </a:lnTo>
                  <a:lnTo>
                    <a:pt x="1020" y="288"/>
                  </a:lnTo>
                  <a:lnTo>
                    <a:pt x="1002" y="270"/>
                  </a:lnTo>
                  <a:lnTo>
                    <a:pt x="984" y="270"/>
                  </a:lnTo>
                  <a:lnTo>
                    <a:pt x="978" y="276"/>
                  </a:lnTo>
                  <a:lnTo>
                    <a:pt x="978" y="300"/>
                  </a:lnTo>
                  <a:lnTo>
                    <a:pt x="996" y="330"/>
                  </a:lnTo>
                  <a:lnTo>
                    <a:pt x="1020" y="378"/>
                  </a:lnTo>
                  <a:lnTo>
                    <a:pt x="1086" y="438"/>
                  </a:lnTo>
                  <a:lnTo>
                    <a:pt x="1086" y="360"/>
                  </a:lnTo>
                  <a:close/>
                  <a:moveTo>
                    <a:pt x="672" y="672"/>
                  </a:moveTo>
                  <a:lnTo>
                    <a:pt x="630" y="642"/>
                  </a:lnTo>
                  <a:lnTo>
                    <a:pt x="648" y="630"/>
                  </a:lnTo>
                  <a:lnTo>
                    <a:pt x="636" y="630"/>
                  </a:lnTo>
                  <a:lnTo>
                    <a:pt x="624" y="624"/>
                  </a:lnTo>
                  <a:lnTo>
                    <a:pt x="612" y="624"/>
                  </a:lnTo>
                  <a:lnTo>
                    <a:pt x="600" y="618"/>
                  </a:lnTo>
                  <a:lnTo>
                    <a:pt x="594" y="606"/>
                  </a:lnTo>
                  <a:lnTo>
                    <a:pt x="594" y="594"/>
                  </a:lnTo>
                  <a:lnTo>
                    <a:pt x="600" y="582"/>
                  </a:lnTo>
                  <a:lnTo>
                    <a:pt x="600" y="564"/>
                  </a:lnTo>
                  <a:lnTo>
                    <a:pt x="588" y="570"/>
                  </a:lnTo>
                  <a:lnTo>
                    <a:pt x="582" y="570"/>
                  </a:lnTo>
                  <a:lnTo>
                    <a:pt x="570" y="576"/>
                  </a:lnTo>
                  <a:lnTo>
                    <a:pt x="564" y="576"/>
                  </a:lnTo>
                  <a:lnTo>
                    <a:pt x="552" y="582"/>
                  </a:lnTo>
                  <a:lnTo>
                    <a:pt x="552" y="552"/>
                  </a:lnTo>
                  <a:lnTo>
                    <a:pt x="528" y="540"/>
                  </a:lnTo>
                  <a:lnTo>
                    <a:pt x="528" y="492"/>
                  </a:lnTo>
                  <a:lnTo>
                    <a:pt x="474" y="456"/>
                  </a:lnTo>
                  <a:lnTo>
                    <a:pt x="450" y="402"/>
                  </a:lnTo>
                  <a:lnTo>
                    <a:pt x="474" y="390"/>
                  </a:lnTo>
                  <a:lnTo>
                    <a:pt x="480" y="384"/>
                  </a:lnTo>
                  <a:lnTo>
                    <a:pt x="492" y="378"/>
                  </a:lnTo>
                  <a:lnTo>
                    <a:pt x="504" y="366"/>
                  </a:lnTo>
                  <a:lnTo>
                    <a:pt x="504" y="360"/>
                  </a:lnTo>
                  <a:lnTo>
                    <a:pt x="492" y="336"/>
                  </a:lnTo>
                  <a:lnTo>
                    <a:pt x="468" y="324"/>
                  </a:lnTo>
                  <a:lnTo>
                    <a:pt x="462" y="318"/>
                  </a:lnTo>
                  <a:lnTo>
                    <a:pt x="456" y="318"/>
                  </a:lnTo>
                  <a:lnTo>
                    <a:pt x="450" y="312"/>
                  </a:lnTo>
                  <a:lnTo>
                    <a:pt x="438" y="312"/>
                  </a:lnTo>
                  <a:lnTo>
                    <a:pt x="402" y="300"/>
                  </a:lnTo>
                  <a:lnTo>
                    <a:pt x="390" y="300"/>
                  </a:lnTo>
                  <a:lnTo>
                    <a:pt x="378" y="294"/>
                  </a:lnTo>
                  <a:lnTo>
                    <a:pt x="372" y="294"/>
                  </a:lnTo>
                  <a:lnTo>
                    <a:pt x="372" y="234"/>
                  </a:lnTo>
                  <a:lnTo>
                    <a:pt x="366" y="222"/>
                  </a:lnTo>
                  <a:lnTo>
                    <a:pt x="354" y="210"/>
                  </a:lnTo>
                  <a:lnTo>
                    <a:pt x="342" y="210"/>
                  </a:lnTo>
                  <a:lnTo>
                    <a:pt x="288" y="156"/>
                  </a:lnTo>
                  <a:lnTo>
                    <a:pt x="252" y="162"/>
                  </a:lnTo>
                  <a:lnTo>
                    <a:pt x="216" y="126"/>
                  </a:lnTo>
                  <a:lnTo>
                    <a:pt x="186" y="120"/>
                  </a:lnTo>
                  <a:lnTo>
                    <a:pt x="66" y="60"/>
                  </a:lnTo>
                  <a:lnTo>
                    <a:pt x="42" y="72"/>
                  </a:lnTo>
                  <a:lnTo>
                    <a:pt x="0" y="42"/>
                  </a:lnTo>
                  <a:lnTo>
                    <a:pt x="42" y="72"/>
                  </a:lnTo>
                  <a:lnTo>
                    <a:pt x="36" y="102"/>
                  </a:lnTo>
                  <a:lnTo>
                    <a:pt x="36" y="240"/>
                  </a:lnTo>
                  <a:lnTo>
                    <a:pt x="30" y="258"/>
                  </a:lnTo>
                  <a:lnTo>
                    <a:pt x="30" y="372"/>
                  </a:lnTo>
                  <a:lnTo>
                    <a:pt x="24" y="378"/>
                  </a:lnTo>
                  <a:lnTo>
                    <a:pt x="12" y="384"/>
                  </a:lnTo>
                  <a:lnTo>
                    <a:pt x="0" y="396"/>
                  </a:lnTo>
                  <a:lnTo>
                    <a:pt x="0" y="402"/>
                  </a:lnTo>
                  <a:lnTo>
                    <a:pt x="6" y="408"/>
                  </a:lnTo>
                  <a:lnTo>
                    <a:pt x="18" y="414"/>
                  </a:lnTo>
                  <a:lnTo>
                    <a:pt x="30" y="414"/>
                  </a:lnTo>
                  <a:lnTo>
                    <a:pt x="30" y="444"/>
                  </a:lnTo>
                  <a:lnTo>
                    <a:pt x="24" y="456"/>
                  </a:lnTo>
                  <a:lnTo>
                    <a:pt x="24" y="480"/>
                  </a:lnTo>
                  <a:lnTo>
                    <a:pt x="18" y="492"/>
                  </a:lnTo>
                  <a:lnTo>
                    <a:pt x="18" y="504"/>
                  </a:lnTo>
                  <a:lnTo>
                    <a:pt x="12" y="510"/>
                  </a:lnTo>
                  <a:lnTo>
                    <a:pt x="12" y="516"/>
                  </a:lnTo>
                  <a:lnTo>
                    <a:pt x="18" y="540"/>
                  </a:lnTo>
                  <a:lnTo>
                    <a:pt x="18" y="588"/>
                  </a:lnTo>
                  <a:lnTo>
                    <a:pt x="30" y="594"/>
                  </a:lnTo>
                  <a:lnTo>
                    <a:pt x="48" y="594"/>
                  </a:lnTo>
                  <a:lnTo>
                    <a:pt x="60" y="588"/>
                  </a:lnTo>
                  <a:lnTo>
                    <a:pt x="90" y="588"/>
                  </a:lnTo>
                  <a:lnTo>
                    <a:pt x="96" y="582"/>
                  </a:lnTo>
                  <a:lnTo>
                    <a:pt x="102" y="582"/>
                  </a:lnTo>
                  <a:lnTo>
                    <a:pt x="126" y="600"/>
                  </a:lnTo>
                  <a:lnTo>
                    <a:pt x="132" y="600"/>
                  </a:lnTo>
                  <a:lnTo>
                    <a:pt x="138" y="594"/>
                  </a:lnTo>
                  <a:lnTo>
                    <a:pt x="156" y="588"/>
                  </a:lnTo>
                  <a:lnTo>
                    <a:pt x="168" y="582"/>
                  </a:lnTo>
                  <a:lnTo>
                    <a:pt x="180" y="570"/>
                  </a:lnTo>
                  <a:lnTo>
                    <a:pt x="180" y="564"/>
                  </a:lnTo>
                  <a:lnTo>
                    <a:pt x="168" y="552"/>
                  </a:lnTo>
                  <a:lnTo>
                    <a:pt x="150" y="540"/>
                  </a:lnTo>
                  <a:lnTo>
                    <a:pt x="138" y="534"/>
                  </a:lnTo>
                  <a:lnTo>
                    <a:pt x="120" y="522"/>
                  </a:lnTo>
                  <a:lnTo>
                    <a:pt x="108" y="516"/>
                  </a:lnTo>
                  <a:lnTo>
                    <a:pt x="102" y="510"/>
                  </a:lnTo>
                  <a:lnTo>
                    <a:pt x="96" y="510"/>
                  </a:lnTo>
                  <a:lnTo>
                    <a:pt x="108" y="510"/>
                  </a:lnTo>
                  <a:lnTo>
                    <a:pt x="138" y="516"/>
                  </a:lnTo>
                  <a:lnTo>
                    <a:pt x="204" y="516"/>
                  </a:lnTo>
                  <a:lnTo>
                    <a:pt x="204" y="510"/>
                  </a:lnTo>
                  <a:lnTo>
                    <a:pt x="198" y="504"/>
                  </a:lnTo>
                  <a:lnTo>
                    <a:pt x="198" y="498"/>
                  </a:lnTo>
                  <a:lnTo>
                    <a:pt x="186" y="486"/>
                  </a:lnTo>
                  <a:lnTo>
                    <a:pt x="192" y="492"/>
                  </a:lnTo>
                  <a:lnTo>
                    <a:pt x="204" y="492"/>
                  </a:lnTo>
                  <a:lnTo>
                    <a:pt x="210" y="498"/>
                  </a:lnTo>
                  <a:lnTo>
                    <a:pt x="216" y="498"/>
                  </a:lnTo>
                  <a:lnTo>
                    <a:pt x="222" y="492"/>
                  </a:lnTo>
                  <a:lnTo>
                    <a:pt x="222" y="486"/>
                  </a:lnTo>
                  <a:lnTo>
                    <a:pt x="216" y="480"/>
                  </a:lnTo>
                  <a:lnTo>
                    <a:pt x="216" y="468"/>
                  </a:lnTo>
                  <a:lnTo>
                    <a:pt x="210" y="462"/>
                  </a:lnTo>
                  <a:lnTo>
                    <a:pt x="222" y="468"/>
                  </a:lnTo>
                  <a:lnTo>
                    <a:pt x="228" y="474"/>
                  </a:lnTo>
                  <a:lnTo>
                    <a:pt x="246" y="474"/>
                  </a:lnTo>
                  <a:lnTo>
                    <a:pt x="252" y="468"/>
                  </a:lnTo>
                  <a:lnTo>
                    <a:pt x="264" y="462"/>
                  </a:lnTo>
                  <a:lnTo>
                    <a:pt x="270" y="456"/>
                  </a:lnTo>
                  <a:lnTo>
                    <a:pt x="288" y="474"/>
                  </a:lnTo>
                  <a:lnTo>
                    <a:pt x="300" y="480"/>
                  </a:lnTo>
                  <a:lnTo>
                    <a:pt x="306" y="486"/>
                  </a:lnTo>
                  <a:lnTo>
                    <a:pt x="312" y="486"/>
                  </a:lnTo>
                  <a:lnTo>
                    <a:pt x="330" y="492"/>
                  </a:lnTo>
                  <a:lnTo>
                    <a:pt x="342" y="492"/>
                  </a:lnTo>
                  <a:lnTo>
                    <a:pt x="378" y="504"/>
                  </a:lnTo>
                  <a:lnTo>
                    <a:pt x="390" y="510"/>
                  </a:lnTo>
                  <a:lnTo>
                    <a:pt x="402" y="534"/>
                  </a:lnTo>
                  <a:lnTo>
                    <a:pt x="402" y="558"/>
                  </a:lnTo>
                  <a:lnTo>
                    <a:pt x="408" y="570"/>
                  </a:lnTo>
                  <a:lnTo>
                    <a:pt x="420" y="582"/>
                  </a:lnTo>
                  <a:lnTo>
                    <a:pt x="438" y="582"/>
                  </a:lnTo>
                  <a:lnTo>
                    <a:pt x="450" y="594"/>
                  </a:lnTo>
                  <a:lnTo>
                    <a:pt x="450" y="606"/>
                  </a:lnTo>
                  <a:lnTo>
                    <a:pt x="456" y="618"/>
                  </a:lnTo>
                  <a:lnTo>
                    <a:pt x="468" y="654"/>
                  </a:lnTo>
                  <a:lnTo>
                    <a:pt x="486" y="672"/>
                  </a:lnTo>
                  <a:lnTo>
                    <a:pt x="516" y="678"/>
                  </a:lnTo>
                  <a:lnTo>
                    <a:pt x="558" y="684"/>
                  </a:lnTo>
                  <a:lnTo>
                    <a:pt x="618" y="684"/>
                  </a:lnTo>
                  <a:lnTo>
                    <a:pt x="630" y="690"/>
                  </a:lnTo>
                  <a:lnTo>
                    <a:pt x="654" y="714"/>
                  </a:lnTo>
                  <a:lnTo>
                    <a:pt x="678" y="726"/>
                  </a:lnTo>
                  <a:lnTo>
                    <a:pt x="684" y="726"/>
                  </a:lnTo>
                  <a:lnTo>
                    <a:pt x="684" y="720"/>
                  </a:lnTo>
                  <a:lnTo>
                    <a:pt x="678" y="708"/>
                  </a:lnTo>
                  <a:lnTo>
                    <a:pt x="678" y="702"/>
                  </a:lnTo>
                  <a:lnTo>
                    <a:pt x="672" y="690"/>
                  </a:lnTo>
                  <a:lnTo>
                    <a:pt x="666" y="684"/>
                  </a:lnTo>
                  <a:lnTo>
                    <a:pt x="672" y="672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4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16" name="Pa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12698AB5-E76C-4552-A743-F9CAA8E54008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846784" y="1910746"/>
              <a:ext cx="411290" cy="412817"/>
            </a:xfrm>
            <a:custGeom>
              <a:avLst/>
              <a:gdLst>
                <a:gd name="T0" fmla="*/ 2147483647 w 1050"/>
                <a:gd name="T1" fmla="*/ 2147483647 h 1056"/>
                <a:gd name="T2" fmla="*/ 2147483647 w 1050"/>
                <a:gd name="T3" fmla="*/ 2147483647 h 1056"/>
                <a:gd name="T4" fmla="*/ 2147483647 w 1050"/>
                <a:gd name="T5" fmla="*/ 2147483647 h 1056"/>
                <a:gd name="T6" fmla="*/ 2147483647 w 1050"/>
                <a:gd name="T7" fmla="*/ 2147483647 h 1056"/>
                <a:gd name="T8" fmla="*/ 2147483647 w 1050"/>
                <a:gd name="T9" fmla="*/ 2147483647 h 1056"/>
                <a:gd name="T10" fmla="*/ 2147483647 w 1050"/>
                <a:gd name="T11" fmla="*/ 2147483647 h 1056"/>
                <a:gd name="T12" fmla="*/ 2147483647 w 1050"/>
                <a:gd name="T13" fmla="*/ 2147483647 h 1056"/>
                <a:gd name="T14" fmla="*/ 2147483647 w 1050"/>
                <a:gd name="T15" fmla="*/ 2147483647 h 1056"/>
                <a:gd name="T16" fmla="*/ 2147483647 w 1050"/>
                <a:gd name="T17" fmla="*/ 2147483647 h 1056"/>
                <a:gd name="T18" fmla="*/ 2147483647 w 1050"/>
                <a:gd name="T19" fmla="*/ 2147483647 h 1056"/>
                <a:gd name="T20" fmla="*/ 2147483647 w 1050"/>
                <a:gd name="T21" fmla="*/ 2147483647 h 1056"/>
                <a:gd name="T22" fmla="*/ 2147483647 w 1050"/>
                <a:gd name="T23" fmla="*/ 2147483647 h 1056"/>
                <a:gd name="T24" fmla="*/ 2147483647 w 1050"/>
                <a:gd name="T25" fmla="*/ 2147483647 h 1056"/>
                <a:gd name="T26" fmla="*/ 2147483647 w 1050"/>
                <a:gd name="T27" fmla="*/ 2147483647 h 1056"/>
                <a:gd name="T28" fmla="*/ 2147483647 w 1050"/>
                <a:gd name="T29" fmla="*/ 2147483647 h 1056"/>
                <a:gd name="T30" fmla="*/ 2147483647 w 1050"/>
                <a:gd name="T31" fmla="*/ 2147483647 h 1056"/>
                <a:gd name="T32" fmla="*/ 2147483647 w 1050"/>
                <a:gd name="T33" fmla="*/ 2147483647 h 1056"/>
                <a:gd name="T34" fmla="*/ 2147483647 w 1050"/>
                <a:gd name="T35" fmla="*/ 2147483647 h 1056"/>
                <a:gd name="T36" fmla="*/ 2147483647 w 1050"/>
                <a:gd name="T37" fmla="*/ 2147483647 h 1056"/>
                <a:gd name="T38" fmla="*/ 2147483647 w 1050"/>
                <a:gd name="T39" fmla="*/ 2147483647 h 1056"/>
                <a:gd name="T40" fmla="*/ 2147483647 w 1050"/>
                <a:gd name="T41" fmla="*/ 2147483647 h 1056"/>
                <a:gd name="T42" fmla="*/ 2147483647 w 1050"/>
                <a:gd name="T43" fmla="*/ 2147483647 h 1056"/>
                <a:gd name="T44" fmla="*/ 0 w 1050"/>
                <a:gd name="T45" fmla="*/ 2147483647 h 1056"/>
                <a:gd name="T46" fmla="*/ 2147483647 w 1050"/>
                <a:gd name="T47" fmla="*/ 2147483647 h 1056"/>
                <a:gd name="T48" fmla="*/ 2147483647 w 1050"/>
                <a:gd name="T49" fmla="*/ 2147483647 h 1056"/>
                <a:gd name="T50" fmla="*/ 2147483647 w 1050"/>
                <a:gd name="T51" fmla="*/ 2147483647 h 1056"/>
                <a:gd name="T52" fmla="*/ 2147483647 w 1050"/>
                <a:gd name="T53" fmla="*/ 2147483647 h 1056"/>
                <a:gd name="T54" fmla="*/ 2147483647 w 1050"/>
                <a:gd name="T55" fmla="*/ 2147483647 h 1056"/>
                <a:gd name="T56" fmla="*/ 2147483647 w 1050"/>
                <a:gd name="T57" fmla="*/ 2147483647 h 1056"/>
                <a:gd name="T58" fmla="*/ 2147483647 w 1050"/>
                <a:gd name="T59" fmla="*/ 2147483647 h 1056"/>
                <a:gd name="T60" fmla="*/ 2147483647 w 1050"/>
                <a:gd name="T61" fmla="*/ 2147483647 h 1056"/>
                <a:gd name="T62" fmla="*/ 2147483647 w 1050"/>
                <a:gd name="T63" fmla="*/ 2147483647 h 1056"/>
                <a:gd name="T64" fmla="*/ 2147483647 w 1050"/>
                <a:gd name="T65" fmla="*/ 2147483647 h 1056"/>
                <a:gd name="T66" fmla="*/ 2147483647 w 1050"/>
                <a:gd name="T67" fmla="*/ 2147483647 h 1056"/>
                <a:gd name="T68" fmla="*/ 2147483647 w 1050"/>
                <a:gd name="T69" fmla="*/ 2147483647 h 1056"/>
                <a:gd name="T70" fmla="*/ 2147483647 w 1050"/>
                <a:gd name="T71" fmla="*/ 2147483647 h 1056"/>
                <a:gd name="T72" fmla="*/ 2147483647 w 1050"/>
                <a:gd name="T73" fmla="*/ 2147483647 h 1056"/>
                <a:gd name="T74" fmla="*/ 2147483647 w 1050"/>
                <a:gd name="T75" fmla="*/ 2147483647 h 1056"/>
                <a:gd name="T76" fmla="*/ 2147483647 w 1050"/>
                <a:gd name="T77" fmla="*/ 2147483647 h 1056"/>
                <a:gd name="T78" fmla="*/ 2147483647 w 1050"/>
                <a:gd name="T79" fmla="*/ 2147483647 h 1056"/>
                <a:gd name="T80" fmla="*/ 2147483647 w 1050"/>
                <a:gd name="T81" fmla="*/ 2147483647 h 1056"/>
                <a:gd name="T82" fmla="*/ 2147483647 w 1050"/>
                <a:gd name="T83" fmla="*/ 2147483647 h 1056"/>
                <a:gd name="T84" fmla="*/ 2147483647 w 1050"/>
                <a:gd name="T85" fmla="*/ 2147483647 h 1056"/>
                <a:gd name="T86" fmla="*/ 2147483647 w 1050"/>
                <a:gd name="T87" fmla="*/ 2147483647 h 1056"/>
                <a:gd name="T88" fmla="*/ 2147483647 w 1050"/>
                <a:gd name="T89" fmla="*/ 2147483647 h 1056"/>
                <a:gd name="T90" fmla="*/ 2147483647 w 1050"/>
                <a:gd name="T91" fmla="*/ 2147483647 h 1056"/>
                <a:gd name="T92" fmla="*/ 2147483647 w 1050"/>
                <a:gd name="T93" fmla="*/ 2147483647 h 1056"/>
                <a:gd name="T94" fmla="*/ 2147483647 w 1050"/>
                <a:gd name="T95" fmla="*/ 2147483647 h 1056"/>
                <a:gd name="T96" fmla="*/ 2147483647 w 1050"/>
                <a:gd name="T97" fmla="*/ 2147483647 h 1056"/>
                <a:gd name="T98" fmla="*/ 2147483647 w 1050"/>
                <a:gd name="T99" fmla="*/ 2147483647 h 1056"/>
                <a:gd name="T100" fmla="*/ 2147483647 w 1050"/>
                <a:gd name="T101" fmla="*/ 2147483647 h 1056"/>
                <a:gd name="T102" fmla="*/ 2147483647 w 1050"/>
                <a:gd name="T103" fmla="*/ 2147483647 h 1056"/>
                <a:gd name="T104" fmla="*/ 2147483647 w 1050"/>
                <a:gd name="T105" fmla="*/ 2147483647 h 1056"/>
                <a:gd name="T106" fmla="*/ 2147483647 w 1050"/>
                <a:gd name="T107" fmla="*/ 2147483647 h 1056"/>
                <a:gd name="T108" fmla="*/ 2147483647 w 1050"/>
                <a:gd name="T109" fmla="*/ 2147483647 h 1056"/>
                <a:gd name="T110" fmla="*/ 2147483647 w 1050"/>
                <a:gd name="T111" fmla="*/ 2147483647 h 1056"/>
                <a:gd name="T112" fmla="*/ 2147483647 w 1050"/>
                <a:gd name="T113" fmla="*/ 2147483647 h 1056"/>
                <a:gd name="T114" fmla="*/ 2147483647 w 1050"/>
                <a:gd name="T115" fmla="*/ 2147483647 h 1056"/>
                <a:gd name="T116" fmla="*/ 2147483647 w 1050"/>
                <a:gd name="T117" fmla="*/ 2147483647 h 1056"/>
                <a:gd name="T118" fmla="*/ 2147483647 w 1050"/>
                <a:gd name="T119" fmla="*/ 2147483647 h 1056"/>
                <a:gd name="T120" fmla="*/ 2147483647 w 1050"/>
                <a:gd name="T121" fmla="*/ 2147483647 h 1056"/>
                <a:gd name="T122" fmla="*/ 2147483647 w 1050"/>
                <a:gd name="T123" fmla="*/ 2147483647 h 105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50"/>
                <a:gd name="T187" fmla="*/ 0 h 1056"/>
                <a:gd name="T188" fmla="*/ 1050 w 1050"/>
                <a:gd name="T189" fmla="*/ 1056 h 105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50" h="1056">
                  <a:moveTo>
                    <a:pt x="1008" y="120"/>
                  </a:moveTo>
                  <a:lnTo>
                    <a:pt x="996" y="120"/>
                  </a:lnTo>
                  <a:lnTo>
                    <a:pt x="984" y="114"/>
                  </a:lnTo>
                  <a:lnTo>
                    <a:pt x="978" y="102"/>
                  </a:lnTo>
                  <a:lnTo>
                    <a:pt x="972" y="96"/>
                  </a:lnTo>
                  <a:lnTo>
                    <a:pt x="972" y="90"/>
                  </a:lnTo>
                  <a:lnTo>
                    <a:pt x="960" y="96"/>
                  </a:lnTo>
                  <a:lnTo>
                    <a:pt x="924" y="84"/>
                  </a:lnTo>
                  <a:lnTo>
                    <a:pt x="924" y="60"/>
                  </a:lnTo>
                  <a:lnTo>
                    <a:pt x="912" y="36"/>
                  </a:lnTo>
                  <a:lnTo>
                    <a:pt x="900" y="24"/>
                  </a:lnTo>
                  <a:lnTo>
                    <a:pt x="888" y="18"/>
                  </a:lnTo>
                  <a:lnTo>
                    <a:pt x="876" y="18"/>
                  </a:lnTo>
                  <a:lnTo>
                    <a:pt x="870" y="6"/>
                  </a:lnTo>
                  <a:lnTo>
                    <a:pt x="822" y="6"/>
                  </a:lnTo>
                  <a:lnTo>
                    <a:pt x="810" y="0"/>
                  </a:lnTo>
                  <a:lnTo>
                    <a:pt x="804" y="6"/>
                  </a:lnTo>
                  <a:lnTo>
                    <a:pt x="792" y="6"/>
                  </a:lnTo>
                  <a:lnTo>
                    <a:pt x="786" y="12"/>
                  </a:lnTo>
                  <a:lnTo>
                    <a:pt x="774" y="12"/>
                  </a:lnTo>
                  <a:lnTo>
                    <a:pt x="762" y="6"/>
                  </a:lnTo>
                  <a:lnTo>
                    <a:pt x="738" y="6"/>
                  </a:lnTo>
                  <a:lnTo>
                    <a:pt x="732" y="12"/>
                  </a:lnTo>
                  <a:lnTo>
                    <a:pt x="690" y="12"/>
                  </a:lnTo>
                  <a:lnTo>
                    <a:pt x="684" y="18"/>
                  </a:lnTo>
                  <a:lnTo>
                    <a:pt x="678" y="18"/>
                  </a:lnTo>
                  <a:lnTo>
                    <a:pt x="654" y="30"/>
                  </a:lnTo>
                  <a:lnTo>
                    <a:pt x="648" y="36"/>
                  </a:lnTo>
                  <a:lnTo>
                    <a:pt x="624" y="48"/>
                  </a:lnTo>
                  <a:lnTo>
                    <a:pt x="618" y="54"/>
                  </a:lnTo>
                  <a:lnTo>
                    <a:pt x="612" y="66"/>
                  </a:lnTo>
                  <a:lnTo>
                    <a:pt x="606" y="72"/>
                  </a:lnTo>
                  <a:lnTo>
                    <a:pt x="606" y="78"/>
                  </a:lnTo>
                  <a:lnTo>
                    <a:pt x="636" y="108"/>
                  </a:lnTo>
                  <a:lnTo>
                    <a:pt x="636" y="138"/>
                  </a:lnTo>
                  <a:lnTo>
                    <a:pt x="642" y="144"/>
                  </a:lnTo>
                  <a:lnTo>
                    <a:pt x="648" y="156"/>
                  </a:lnTo>
                  <a:lnTo>
                    <a:pt x="648" y="162"/>
                  </a:lnTo>
                  <a:lnTo>
                    <a:pt x="624" y="186"/>
                  </a:lnTo>
                  <a:lnTo>
                    <a:pt x="618" y="198"/>
                  </a:lnTo>
                  <a:lnTo>
                    <a:pt x="618" y="210"/>
                  </a:lnTo>
                  <a:lnTo>
                    <a:pt x="624" y="216"/>
                  </a:lnTo>
                  <a:lnTo>
                    <a:pt x="624" y="246"/>
                  </a:lnTo>
                  <a:lnTo>
                    <a:pt x="606" y="246"/>
                  </a:lnTo>
                  <a:lnTo>
                    <a:pt x="600" y="252"/>
                  </a:lnTo>
                  <a:lnTo>
                    <a:pt x="594" y="252"/>
                  </a:lnTo>
                  <a:lnTo>
                    <a:pt x="576" y="246"/>
                  </a:lnTo>
                  <a:lnTo>
                    <a:pt x="570" y="240"/>
                  </a:lnTo>
                  <a:lnTo>
                    <a:pt x="552" y="240"/>
                  </a:lnTo>
                  <a:lnTo>
                    <a:pt x="552" y="252"/>
                  </a:lnTo>
                  <a:lnTo>
                    <a:pt x="564" y="264"/>
                  </a:lnTo>
                  <a:lnTo>
                    <a:pt x="576" y="270"/>
                  </a:lnTo>
                  <a:lnTo>
                    <a:pt x="576" y="276"/>
                  </a:lnTo>
                  <a:lnTo>
                    <a:pt x="582" y="282"/>
                  </a:lnTo>
                  <a:lnTo>
                    <a:pt x="582" y="288"/>
                  </a:lnTo>
                  <a:lnTo>
                    <a:pt x="594" y="294"/>
                  </a:lnTo>
                  <a:lnTo>
                    <a:pt x="600" y="294"/>
                  </a:lnTo>
                  <a:lnTo>
                    <a:pt x="570" y="312"/>
                  </a:lnTo>
                  <a:lnTo>
                    <a:pt x="552" y="312"/>
                  </a:lnTo>
                  <a:lnTo>
                    <a:pt x="546" y="318"/>
                  </a:lnTo>
                  <a:lnTo>
                    <a:pt x="546" y="354"/>
                  </a:lnTo>
                  <a:lnTo>
                    <a:pt x="540" y="354"/>
                  </a:lnTo>
                  <a:lnTo>
                    <a:pt x="534" y="360"/>
                  </a:lnTo>
                  <a:lnTo>
                    <a:pt x="534" y="378"/>
                  </a:lnTo>
                  <a:lnTo>
                    <a:pt x="540" y="390"/>
                  </a:lnTo>
                  <a:lnTo>
                    <a:pt x="540" y="402"/>
                  </a:lnTo>
                  <a:lnTo>
                    <a:pt x="546" y="408"/>
                  </a:lnTo>
                  <a:lnTo>
                    <a:pt x="546" y="414"/>
                  </a:lnTo>
                  <a:lnTo>
                    <a:pt x="540" y="420"/>
                  </a:lnTo>
                  <a:lnTo>
                    <a:pt x="534" y="432"/>
                  </a:lnTo>
                  <a:lnTo>
                    <a:pt x="522" y="438"/>
                  </a:lnTo>
                  <a:lnTo>
                    <a:pt x="510" y="438"/>
                  </a:lnTo>
                  <a:lnTo>
                    <a:pt x="504" y="432"/>
                  </a:lnTo>
                  <a:lnTo>
                    <a:pt x="504" y="420"/>
                  </a:lnTo>
                  <a:lnTo>
                    <a:pt x="474" y="420"/>
                  </a:lnTo>
                  <a:lnTo>
                    <a:pt x="462" y="426"/>
                  </a:lnTo>
                  <a:lnTo>
                    <a:pt x="456" y="432"/>
                  </a:lnTo>
                  <a:lnTo>
                    <a:pt x="444" y="438"/>
                  </a:lnTo>
                  <a:lnTo>
                    <a:pt x="438" y="438"/>
                  </a:lnTo>
                  <a:lnTo>
                    <a:pt x="432" y="444"/>
                  </a:lnTo>
                  <a:lnTo>
                    <a:pt x="432" y="450"/>
                  </a:lnTo>
                  <a:lnTo>
                    <a:pt x="438" y="450"/>
                  </a:lnTo>
                  <a:lnTo>
                    <a:pt x="444" y="456"/>
                  </a:lnTo>
                  <a:lnTo>
                    <a:pt x="444" y="462"/>
                  </a:lnTo>
                  <a:lnTo>
                    <a:pt x="438" y="468"/>
                  </a:lnTo>
                  <a:lnTo>
                    <a:pt x="396" y="468"/>
                  </a:lnTo>
                  <a:lnTo>
                    <a:pt x="396" y="456"/>
                  </a:lnTo>
                  <a:lnTo>
                    <a:pt x="378" y="456"/>
                  </a:lnTo>
                  <a:lnTo>
                    <a:pt x="372" y="468"/>
                  </a:lnTo>
                  <a:lnTo>
                    <a:pt x="360" y="474"/>
                  </a:lnTo>
                  <a:lnTo>
                    <a:pt x="354" y="486"/>
                  </a:lnTo>
                  <a:lnTo>
                    <a:pt x="354" y="504"/>
                  </a:lnTo>
                  <a:lnTo>
                    <a:pt x="360" y="516"/>
                  </a:lnTo>
                  <a:lnTo>
                    <a:pt x="360" y="534"/>
                  </a:lnTo>
                  <a:lnTo>
                    <a:pt x="366" y="540"/>
                  </a:lnTo>
                  <a:lnTo>
                    <a:pt x="366" y="570"/>
                  </a:lnTo>
                  <a:lnTo>
                    <a:pt x="360" y="576"/>
                  </a:lnTo>
                  <a:lnTo>
                    <a:pt x="354" y="576"/>
                  </a:lnTo>
                  <a:lnTo>
                    <a:pt x="306" y="600"/>
                  </a:lnTo>
                  <a:lnTo>
                    <a:pt x="276" y="600"/>
                  </a:lnTo>
                  <a:lnTo>
                    <a:pt x="258" y="606"/>
                  </a:lnTo>
                  <a:lnTo>
                    <a:pt x="234" y="606"/>
                  </a:lnTo>
                  <a:lnTo>
                    <a:pt x="228" y="612"/>
                  </a:lnTo>
                  <a:lnTo>
                    <a:pt x="204" y="612"/>
                  </a:lnTo>
                  <a:lnTo>
                    <a:pt x="204" y="606"/>
                  </a:lnTo>
                  <a:lnTo>
                    <a:pt x="150" y="606"/>
                  </a:lnTo>
                  <a:lnTo>
                    <a:pt x="144" y="612"/>
                  </a:lnTo>
                  <a:lnTo>
                    <a:pt x="138" y="612"/>
                  </a:lnTo>
                  <a:lnTo>
                    <a:pt x="120" y="618"/>
                  </a:lnTo>
                  <a:lnTo>
                    <a:pt x="102" y="618"/>
                  </a:lnTo>
                  <a:lnTo>
                    <a:pt x="78" y="606"/>
                  </a:lnTo>
                  <a:lnTo>
                    <a:pt x="60" y="600"/>
                  </a:lnTo>
                  <a:lnTo>
                    <a:pt x="42" y="588"/>
                  </a:lnTo>
                  <a:lnTo>
                    <a:pt x="30" y="582"/>
                  </a:lnTo>
                  <a:lnTo>
                    <a:pt x="0" y="582"/>
                  </a:lnTo>
                  <a:lnTo>
                    <a:pt x="24" y="606"/>
                  </a:lnTo>
                  <a:lnTo>
                    <a:pt x="30" y="618"/>
                  </a:lnTo>
                  <a:lnTo>
                    <a:pt x="36" y="624"/>
                  </a:lnTo>
                  <a:lnTo>
                    <a:pt x="48" y="642"/>
                  </a:lnTo>
                  <a:lnTo>
                    <a:pt x="60" y="654"/>
                  </a:lnTo>
                  <a:lnTo>
                    <a:pt x="66" y="672"/>
                  </a:lnTo>
                  <a:lnTo>
                    <a:pt x="78" y="690"/>
                  </a:lnTo>
                  <a:lnTo>
                    <a:pt x="84" y="696"/>
                  </a:lnTo>
                  <a:lnTo>
                    <a:pt x="102" y="696"/>
                  </a:lnTo>
                  <a:lnTo>
                    <a:pt x="114" y="690"/>
                  </a:lnTo>
                  <a:lnTo>
                    <a:pt x="126" y="708"/>
                  </a:lnTo>
                  <a:lnTo>
                    <a:pt x="150" y="708"/>
                  </a:lnTo>
                  <a:lnTo>
                    <a:pt x="144" y="738"/>
                  </a:lnTo>
                  <a:lnTo>
                    <a:pt x="150" y="738"/>
                  </a:lnTo>
                  <a:lnTo>
                    <a:pt x="150" y="762"/>
                  </a:lnTo>
                  <a:lnTo>
                    <a:pt x="156" y="774"/>
                  </a:lnTo>
                  <a:lnTo>
                    <a:pt x="156" y="786"/>
                  </a:lnTo>
                  <a:lnTo>
                    <a:pt x="174" y="786"/>
                  </a:lnTo>
                  <a:lnTo>
                    <a:pt x="180" y="792"/>
                  </a:lnTo>
                  <a:lnTo>
                    <a:pt x="186" y="804"/>
                  </a:lnTo>
                  <a:lnTo>
                    <a:pt x="192" y="822"/>
                  </a:lnTo>
                  <a:lnTo>
                    <a:pt x="192" y="834"/>
                  </a:lnTo>
                  <a:lnTo>
                    <a:pt x="186" y="840"/>
                  </a:lnTo>
                  <a:lnTo>
                    <a:pt x="180" y="840"/>
                  </a:lnTo>
                  <a:lnTo>
                    <a:pt x="180" y="834"/>
                  </a:lnTo>
                  <a:lnTo>
                    <a:pt x="150" y="834"/>
                  </a:lnTo>
                  <a:lnTo>
                    <a:pt x="138" y="840"/>
                  </a:lnTo>
                  <a:lnTo>
                    <a:pt x="132" y="846"/>
                  </a:lnTo>
                  <a:lnTo>
                    <a:pt x="132" y="852"/>
                  </a:lnTo>
                  <a:lnTo>
                    <a:pt x="126" y="852"/>
                  </a:lnTo>
                  <a:lnTo>
                    <a:pt x="126" y="858"/>
                  </a:lnTo>
                  <a:lnTo>
                    <a:pt x="120" y="864"/>
                  </a:lnTo>
                  <a:lnTo>
                    <a:pt x="108" y="864"/>
                  </a:lnTo>
                  <a:lnTo>
                    <a:pt x="102" y="882"/>
                  </a:lnTo>
                  <a:lnTo>
                    <a:pt x="96" y="888"/>
                  </a:lnTo>
                  <a:lnTo>
                    <a:pt x="96" y="894"/>
                  </a:lnTo>
                  <a:lnTo>
                    <a:pt x="84" y="906"/>
                  </a:lnTo>
                  <a:lnTo>
                    <a:pt x="84" y="936"/>
                  </a:lnTo>
                  <a:lnTo>
                    <a:pt x="90" y="948"/>
                  </a:lnTo>
                  <a:lnTo>
                    <a:pt x="90" y="954"/>
                  </a:lnTo>
                  <a:lnTo>
                    <a:pt x="96" y="948"/>
                  </a:lnTo>
                  <a:lnTo>
                    <a:pt x="108" y="948"/>
                  </a:lnTo>
                  <a:lnTo>
                    <a:pt x="114" y="942"/>
                  </a:lnTo>
                  <a:lnTo>
                    <a:pt x="120" y="942"/>
                  </a:lnTo>
                  <a:lnTo>
                    <a:pt x="126" y="948"/>
                  </a:lnTo>
                  <a:lnTo>
                    <a:pt x="138" y="948"/>
                  </a:lnTo>
                  <a:lnTo>
                    <a:pt x="150" y="954"/>
                  </a:lnTo>
                  <a:lnTo>
                    <a:pt x="174" y="954"/>
                  </a:lnTo>
                  <a:lnTo>
                    <a:pt x="210" y="936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34" y="936"/>
                  </a:lnTo>
                  <a:lnTo>
                    <a:pt x="276" y="936"/>
                  </a:lnTo>
                  <a:lnTo>
                    <a:pt x="288" y="930"/>
                  </a:lnTo>
                  <a:lnTo>
                    <a:pt x="300" y="930"/>
                  </a:lnTo>
                  <a:lnTo>
                    <a:pt x="306" y="924"/>
                  </a:lnTo>
                  <a:lnTo>
                    <a:pt x="312" y="924"/>
                  </a:lnTo>
                  <a:lnTo>
                    <a:pt x="348" y="930"/>
                  </a:lnTo>
                  <a:lnTo>
                    <a:pt x="354" y="924"/>
                  </a:lnTo>
                  <a:lnTo>
                    <a:pt x="366" y="918"/>
                  </a:lnTo>
                  <a:lnTo>
                    <a:pt x="372" y="912"/>
                  </a:lnTo>
                  <a:lnTo>
                    <a:pt x="384" y="912"/>
                  </a:lnTo>
                  <a:lnTo>
                    <a:pt x="396" y="918"/>
                  </a:lnTo>
                  <a:lnTo>
                    <a:pt x="408" y="930"/>
                  </a:lnTo>
                  <a:lnTo>
                    <a:pt x="432" y="978"/>
                  </a:lnTo>
                  <a:lnTo>
                    <a:pt x="444" y="984"/>
                  </a:lnTo>
                  <a:lnTo>
                    <a:pt x="450" y="990"/>
                  </a:lnTo>
                  <a:lnTo>
                    <a:pt x="468" y="996"/>
                  </a:lnTo>
                  <a:lnTo>
                    <a:pt x="486" y="996"/>
                  </a:lnTo>
                  <a:lnTo>
                    <a:pt x="522" y="1008"/>
                  </a:lnTo>
                  <a:lnTo>
                    <a:pt x="540" y="1044"/>
                  </a:lnTo>
                  <a:lnTo>
                    <a:pt x="552" y="1056"/>
                  </a:lnTo>
                  <a:lnTo>
                    <a:pt x="570" y="1056"/>
                  </a:lnTo>
                  <a:lnTo>
                    <a:pt x="588" y="1050"/>
                  </a:lnTo>
                  <a:lnTo>
                    <a:pt x="582" y="1044"/>
                  </a:lnTo>
                  <a:lnTo>
                    <a:pt x="582" y="1032"/>
                  </a:lnTo>
                  <a:lnTo>
                    <a:pt x="594" y="1020"/>
                  </a:lnTo>
                  <a:lnTo>
                    <a:pt x="606" y="1020"/>
                  </a:lnTo>
                  <a:lnTo>
                    <a:pt x="618" y="1026"/>
                  </a:lnTo>
                  <a:lnTo>
                    <a:pt x="624" y="1032"/>
                  </a:lnTo>
                  <a:lnTo>
                    <a:pt x="648" y="1020"/>
                  </a:lnTo>
                  <a:lnTo>
                    <a:pt x="648" y="1026"/>
                  </a:lnTo>
                  <a:lnTo>
                    <a:pt x="654" y="1032"/>
                  </a:lnTo>
                  <a:lnTo>
                    <a:pt x="678" y="1032"/>
                  </a:lnTo>
                  <a:lnTo>
                    <a:pt x="690" y="1020"/>
                  </a:lnTo>
                  <a:lnTo>
                    <a:pt x="702" y="1014"/>
                  </a:lnTo>
                  <a:lnTo>
                    <a:pt x="708" y="1014"/>
                  </a:lnTo>
                  <a:lnTo>
                    <a:pt x="708" y="1026"/>
                  </a:lnTo>
                  <a:lnTo>
                    <a:pt x="714" y="1032"/>
                  </a:lnTo>
                  <a:lnTo>
                    <a:pt x="732" y="1032"/>
                  </a:lnTo>
                  <a:lnTo>
                    <a:pt x="738" y="1026"/>
                  </a:lnTo>
                  <a:lnTo>
                    <a:pt x="750" y="1020"/>
                  </a:lnTo>
                  <a:lnTo>
                    <a:pt x="750" y="996"/>
                  </a:lnTo>
                  <a:lnTo>
                    <a:pt x="744" y="990"/>
                  </a:lnTo>
                  <a:lnTo>
                    <a:pt x="738" y="978"/>
                  </a:lnTo>
                  <a:lnTo>
                    <a:pt x="714" y="936"/>
                  </a:lnTo>
                  <a:lnTo>
                    <a:pt x="714" y="912"/>
                  </a:lnTo>
                  <a:lnTo>
                    <a:pt x="690" y="912"/>
                  </a:lnTo>
                  <a:lnTo>
                    <a:pt x="678" y="900"/>
                  </a:lnTo>
                  <a:lnTo>
                    <a:pt x="672" y="888"/>
                  </a:lnTo>
                  <a:lnTo>
                    <a:pt x="666" y="882"/>
                  </a:lnTo>
                  <a:lnTo>
                    <a:pt x="672" y="852"/>
                  </a:lnTo>
                  <a:lnTo>
                    <a:pt x="672" y="834"/>
                  </a:lnTo>
                  <a:lnTo>
                    <a:pt x="642" y="840"/>
                  </a:lnTo>
                  <a:lnTo>
                    <a:pt x="636" y="840"/>
                  </a:lnTo>
                  <a:lnTo>
                    <a:pt x="624" y="834"/>
                  </a:lnTo>
                  <a:lnTo>
                    <a:pt x="618" y="828"/>
                  </a:lnTo>
                  <a:lnTo>
                    <a:pt x="618" y="804"/>
                  </a:lnTo>
                  <a:lnTo>
                    <a:pt x="624" y="792"/>
                  </a:lnTo>
                  <a:lnTo>
                    <a:pt x="636" y="780"/>
                  </a:lnTo>
                  <a:lnTo>
                    <a:pt x="642" y="768"/>
                  </a:lnTo>
                  <a:lnTo>
                    <a:pt x="648" y="762"/>
                  </a:lnTo>
                  <a:lnTo>
                    <a:pt x="654" y="750"/>
                  </a:lnTo>
                  <a:lnTo>
                    <a:pt x="654" y="744"/>
                  </a:lnTo>
                  <a:lnTo>
                    <a:pt x="666" y="732"/>
                  </a:lnTo>
                  <a:lnTo>
                    <a:pt x="678" y="726"/>
                  </a:lnTo>
                  <a:lnTo>
                    <a:pt x="684" y="726"/>
                  </a:lnTo>
                  <a:lnTo>
                    <a:pt x="690" y="732"/>
                  </a:lnTo>
                  <a:lnTo>
                    <a:pt x="690" y="744"/>
                  </a:lnTo>
                  <a:lnTo>
                    <a:pt x="696" y="750"/>
                  </a:lnTo>
                  <a:lnTo>
                    <a:pt x="702" y="750"/>
                  </a:lnTo>
                  <a:lnTo>
                    <a:pt x="726" y="738"/>
                  </a:lnTo>
                  <a:lnTo>
                    <a:pt x="732" y="732"/>
                  </a:lnTo>
                  <a:lnTo>
                    <a:pt x="738" y="738"/>
                  </a:lnTo>
                  <a:lnTo>
                    <a:pt x="756" y="738"/>
                  </a:lnTo>
                  <a:lnTo>
                    <a:pt x="762" y="732"/>
                  </a:lnTo>
                  <a:lnTo>
                    <a:pt x="768" y="720"/>
                  </a:lnTo>
                  <a:lnTo>
                    <a:pt x="774" y="714"/>
                  </a:lnTo>
                  <a:lnTo>
                    <a:pt x="774" y="708"/>
                  </a:lnTo>
                  <a:lnTo>
                    <a:pt x="792" y="696"/>
                  </a:lnTo>
                  <a:lnTo>
                    <a:pt x="792" y="678"/>
                  </a:lnTo>
                  <a:lnTo>
                    <a:pt x="798" y="672"/>
                  </a:lnTo>
                  <a:lnTo>
                    <a:pt x="798" y="666"/>
                  </a:lnTo>
                  <a:lnTo>
                    <a:pt x="804" y="660"/>
                  </a:lnTo>
                  <a:lnTo>
                    <a:pt x="828" y="648"/>
                  </a:lnTo>
                  <a:lnTo>
                    <a:pt x="840" y="636"/>
                  </a:lnTo>
                  <a:lnTo>
                    <a:pt x="846" y="618"/>
                  </a:lnTo>
                  <a:lnTo>
                    <a:pt x="846" y="606"/>
                  </a:lnTo>
                  <a:lnTo>
                    <a:pt x="852" y="588"/>
                  </a:lnTo>
                  <a:lnTo>
                    <a:pt x="852" y="576"/>
                  </a:lnTo>
                  <a:lnTo>
                    <a:pt x="858" y="570"/>
                  </a:lnTo>
                  <a:lnTo>
                    <a:pt x="870" y="564"/>
                  </a:lnTo>
                  <a:lnTo>
                    <a:pt x="876" y="558"/>
                  </a:lnTo>
                  <a:lnTo>
                    <a:pt x="888" y="558"/>
                  </a:lnTo>
                  <a:lnTo>
                    <a:pt x="870" y="534"/>
                  </a:lnTo>
                  <a:lnTo>
                    <a:pt x="894" y="498"/>
                  </a:lnTo>
                  <a:lnTo>
                    <a:pt x="924" y="480"/>
                  </a:lnTo>
                  <a:lnTo>
                    <a:pt x="924" y="474"/>
                  </a:lnTo>
                  <a:lnTo>
                    <a:pt x="912" y="462"/>
                  </a:lnTo>
                  <a:lnTo>
                    <a:pt x="906" y="450"/>
                  </a:lnTo>
                  <a:lnTo>
                    <a:pt x="906" y="414"/>
                  </a:lnTo>
                  <a:lnTo>
                    <a:pt x="912" y="408"/>
                  </a:lnTo>
                  <a:lnTo>
                    <a:pt x="924" y="408"/>
                  </a:lnTo>
                  <a:lnTo>
                    <a:pt x="948" y="396"/>
                  </a:lnTo>
                  <a:lnTo>
                    <a:pt x="954" y="390"/>
                  </a:lnTo>
                  <a:lnTo>
                    <a:pt x="954" y="384"/>
                  </a:lnTo>
                  <a:lnTo>
                    <a:pt x="948" y="378"/>
                  </a:lnTo>
                  <a:lnTo>
                    <a:pt x="936" y="372"/>
                  </a:lnTo>
                  <a:lnTo>
                    <a:pt x="900" y="372"/>
                  </a:lnTo>
                  <a:lnTo>
                    <a:pt x="894" y="336"/>
                  </a:lnTo>
                  <a:lnTo>
                    <a:pt x="876" y="336"/>
                  </a:lnTo>
                  <a:lnTo>
                    <a:pt x="864" y="318"/>
                  </a:lnTo>
                  <a:lnTo>
                    <a:pt x="846" y="318"/>
                  </a:lnTo>
                  <a:lnTo>
                    <a:pt x="846" y="306"/>
                  </a:lnTo>
                  <a:lnTo>
                    <a:pt x="852" y="294"/>
                  </a:lnTo>
                  <a:lnTo>
                    <a:pt x="852" y="288"/>
                  </a:lnTo>
                  <a:lnTo>
                    <a:pt x="846" y="288"/>
                  </a:lnTo>
                  <a:lnTo>
                    <a:pt x="834" y="276"/>
                  </a:lnTo>
                  <a:lnTo>
                    <a:pt x="834" y="270"/>
                  </a:lnTo>
                  <a:lnTo>
                    <a:pt x="840" y="264"/>
                  </a:lnTo>
                  <a:lnTo>
                    <a:pt x="846" y="252"/>
                  </a:lnTo>
                  <a:lnTo>
                    <a:pt x="852" y="246"/>
                  </a:lnTo>
                  <a:lnTo>
                    <a:pt x="822" y="240"/>
                  </a:lnTo>
                  <a:lnTo>
                    <a:pt x="828" y="228"/>
                  </a:lnTo>
                  <a:lnTo>
                    <a:pt x="804" y="210"/>
                  </a:lnTo>
                  <a:lnTo>
                    <a:pt x="804" y="204"/>
                  </a:lnTo>
                  <a:lnTo>
                    <a:pt x="810" y="192"/>
                  </a:lnTo>
                  <a:lnTo>
                    <a:pt x="834" y="180"/>
                  </a:lnTo>
                  <a:lnTo>
                    <a:pt x="876" y="180"/>
                  </a:lnTo>
                  <a:lnTo>
                    <a:pt x="894" y="186"/>
                  </a:lnTo>
                  <a:lnTo>
                    <a:pt x="912" y="186"/>
                  </a:lnTo>
                  <a:lnTo>
                    <a:pt x="918" y="192"/>
                  </a:lnTo>
                  <a:lnTo>
                    <a:pt x="918" y="204"/>
                  </a:lnTo>
                  <a:lnTo>
                    <a:pt x="930" y="204"/>
                  </a:lnTo>
                  <a:lnTo>
                    <a:pt x="942" y="198"/>
                  </a:lnTo>
                  <a:lnTo>
                    <a:pt x="948" y="192"/>
                  </a:lnTo>
                  <a:lnTo>
                    <a:pt x="960" y="186"/>
                  </a:lnTo>
                  <a:lnTo>
                    <a:pt x="966" y="180"/>
                  </a:lnTo>
                  <a:lnTo>
                    <a:pt x="972" y="186"/>
                  </a:lnTo>
                  <a:lnTo>
                    <a:pt x="978" y="180"/>
                  </a:lnTo>
                  <a:lnTo>
                    <a:pt x="1002" y="180"/>
                  </a:lnTo>
                  <a:lnTo>
                    <a:pt x="1002" y="162"/>
                  </a:lnTo>
                  <a:lnTo>
                    <a:pt x="1026" y="156"/>
                  </a:lnTo>
                  <a:lnTo>
                    <a:pt x="1050" y="120"/>
                  </a:lnTo>
                  <a:lnTo>
                    <a:pt x="1008" y="120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4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17" name="Parcel Islands" descr="© INSCALE GmbH, 05.05.2010&#10;http://www.presentationload.com/">
              <a:extLst>
                <a:ext uri="{FF2B5EF4-FFF2-40B4-BE49-F238E27FC236}">
                  <a16:creationId xmlns:a16="http://schemas.microsoft.com/office/drawing/2014/main" id="{A04D0FAA-6C3C-4D27-8119-FAA85A5BF735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4268710" y="2533030"/>
              <a:ext cx="36695" cy="24463"/>
            </a:xfrm>
            <a:custGeom>
              <a:avLst/>
              <a:gdLst>
                <a:gd name="T0" fmla="*/ 2147483647 w 96"/>
                <a:gd name="T1" fmla="*/ 2147483647 h 66"/>
                <a:gd name="T2" fmla="*/ 2147483647 w 96"/>
                <a:gd name="T3" fmla="*/ 2147483647 h 66"/>
                <a:gd name="T4" fmla="*/ 0 w 96"/>
                <a:gd name="T5" fmla="*/ 2147483647 h 66"/>
                <a:gd name="T6" fmla="*/ 0 w 96"/>
                <a:gd name="T7" fmla="*/ 2147483647 h 66"/>
                <a:gd name="T8" fmla="*/ 2147483647 w 96"/>
                <a:gd name="T9" fmla="*/ 2147483647 h 66"/>
                <a:gd name="T10" fmla="*/ 2147483647 w 96"/>
                <a:gd name="T11" fmla="*/ 2147483647 h 66"/>
                <a:gd name="T12" fmla="*/ 2147483647 w 96"/>
                <a:gd name="T13" fmla="*/ 2147483647 h 66"/>
                <a:gd name="T14" fmla="*/ 2147483647 w 96"/>
                <a:gd name="T15" fmla="*/ 2147483647 h 66"/>
                <a:gd name="T16" fmla="*/ 2147483647 w 96"/>
                <a:gd name="T17" fmla="*/ 2147483647 h 66"/>
                <a:gd name="T18" fmla="*/ 2147483647 w 96"/>
                <a:gd name="T19" fmla="*/ 0 h 66"/>
                <a:gd name="T20" fmla="*/ 2147483647 w 96"/>
                <a:gd name="T21" fmla="*/ 2147483647 h 66"/>
                <a:gd name="T22" fmla="*/ 2147483647 w 96"/>
                <a:gd name="T23" fmla="*/ 2147483647 h 66"/>
                <a:gd name="T24" fmla="*/ 2147483647 w 96"/>
                <a:gd name="T25" fmla="*/ 2147483647 h 66"/>
                <a:gd name="T26" fmla="*/ 2147483647 w 96"/>
                <a:gd name="T27" fmla="*/ 2147483647 h 66"/>
                <a:gd name="T28" fmla="*/ 2147483647 w 96"/>
                <a:gd name="T29" fmla="*/ 0 h 66"/>
                <a:gd name="T30" fmla="*/ 2147483647 w 96"/>
                <a:gd name="T31" fmla="*/ 0 h 66"/>
                <a:gd name="T32" fmla="*/ 2147483647 w 96"/>
                <a:gd name="T33" fmla="*/ 2147483647 h 66"/>
                <a:gd name="T34" fmla="*/ 2147483647 w 96"/>
                <a:gd name="T35" fmla="*/ 2147483647 h 66"/>
                <a:gd name="T36" fmla="*/ 2147483647 w 96"/>
                <a:gd name="T37" fmla="*/ 2147483647 h 66"/>
                <a:gd name="T38" fmla="*/ 2147483647 w 96"/>
                <a:gd name="T39" fmla="*/ 2147483647 h 66"/>
                <a:gd name="T40" fmla="*/ 2147483647 w 96"/>
                <a:gd name="T41" fmla="*/ 2147483647 h 66"/>
                <a:gd name="T42" fmla="*/ 2147483647 w 96"/>
                <a:gd name="T43" fmla="*/ 2147483647 h 66"/>
                <a:gd name="T44" fmla="*/ 2147483647 w 96"/>
                <a:gd name="T45" fmla="*/ 2147483647 h 6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96"/>
                <a:gd name="T70" fmla="*/ 0 h 66"/>
                <a:gd name="T71" fmla="*/ 96 w 96"/>
                <a:gd name="T72" fmla="*/ 66 h 6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96" h="66">
                  <a:moveTo>
                    <a:pt x="12" y="42"/>
                  </a:moveTo>
                  <a:lnTo>
                    <a:pt x="6" y="42"/>
                  </a:lnTo>
                  <a:lnTo>
                    <a:pt x="0" y="48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24" y="54"/>
                  </a:lnTo>
                  <a:lnTo>
                    <a:pt x="24" y="42"/>
                  </a:lnTo>
                  <a:lnTo>
                    <a:pt x="12" y="42"/>
                  </a:lnTo>
                  <a:close/>
                  <a:moveTo>
                    <a:pt x="42" y="0"/>
                  </a:moveTo>
                  <a:lnTo>
                    <a:pt x="42" y="18"/>
                  </a:lnTo>
                  <a:lnTo>
                    <a:pt x="54" y="30"/>
                  </a:lnTo>
                  <a:lnTo>
                    <a:pt x="60" y="30"/>
                  </a:lnTo>
                  <a:lnTo>
                    <a:pt x="72" y="24"/>
                  </a:lnTo>
                  <a:lnTo>
                    <a:pt x="48" y="0"/>
                  </a:lnTo>
                  <a:lnTo>
                    <a:pt x="42" y="0"/>
                  </a:lnTo>
                  <a:close/>
                  <a:moveTo>
                    <a:pt x="96" y="36"/>
                  </a:moveTo>
                  <a:lnTo>
                    <a:pt x="78" y="36"/>
                  </a:lnTo>
                  <a:lnTo>
                    <a:pt x="72" y="42"/>
                  </a:lnTo>
                  <a:lnTo>
                    <a:pt x="72" y="54"/>
                  </a:lnTo>
                  <a:lnTo>
                    <a:pt x="84" y="60"/>
                  </a:lnTo>
                  <a:lnTo>
                    <a:pt x="96" y="48"/>
                  </a:lnTo>
                  <a:lnTo>
                    <a:pt x="96" y="36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18" name="Oman" descr="© INSCALE GmbH, 05.05.2010&#10;http://www.presentationload.com/">
              <a:extLst>
                <a:ext uri="{FF2B5EF4-FFF2-40B4-BE49-F238E27FC236}">
                  <a16:creationId xmlns:a16="http://schemas.microsoft.com/office/drawing/2014/main" id="{49F60A23-54BC-46B6-AB29-C302A922B354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635786" y="2288400"/>
              <a:ext cx="210996" cy="262979"/>
            </a:xfrm>
            <a:custGeom>
              <a:avLst/>
              <a:gdLst>
                <a:gd name="T0" fmla="*/ 2147483647 w 540"/>
                <a:gd name="T1" fmla="*/ 2147483647 h 672"/>
                <a:gd name="T2" fmla="*/ 2147483647 w 540"/>
                <a:gd name="T3" fmla="*/ 2147483647 h 672"/>
                <a:gd name="T4" fmla="*/ 2147483647 w 540"/>
                <a:gd name="T5" fmla="*/ 2147483647 h 672"/>
                <a:gd name="T6" fmla="*/ 2147483647 w 540"/>
                <a:gd name="T7" fmla="*/ 2147483647 h 672"/>
                <a:gd name="T8" fmla="*/ 2147483647 w 540"/>
                <a:gd name="T9" fmla="*/ 2147483647 h 672"/>
                <a:gd name="T10" fmla="*/ 2147483647 w 540"/>
                <a:gd name="T11" fmla="*/ 2147483647 h 672"/>
                <a:gd name="T12" fmla="*/ 2147483647 w 540"/>
                <a:gd name="T13" fmla="*/ 2147483647 h 672"/>
                <a:gd name="T14" fmla="*/ 2147483647 w 540"/>
                <a:gd name="T15" fmla="*/ 2147483647 h 672"/>
                <a:gd name="T16" fmla="*/ 2147483647 w 540"/>
                <a:gd name="T17" fmla="*/ 2147483647 h 672"/>
                <a:gd name="T18" fmla="*/ 2147483647 w 540"/>
                <a:gd name="T19" fmla="*/ 2147483647 h 672"/>
                <a:gd name="T20" fmla="*/ 2147483647 w 540"/>
                <a:gd name="T21" fmla="*/ 2147483647 h 672"/>
                <a:gd name="T22" fmla="*/ 2147483647 w 540"/>
                <a:gd name="T23" fmla="*/ 2147483647 h 672"/>
                <a:gd name="T24" fmla="*/ 2147483647 w 540"/>
                <a:gd name="T25" fmla="*/ 2147483647 h 672"/>
                <a:gd name="T26" fmla="*/ 2147483647 w 540"/>
                <a:gd name="T27" fmla="*/ 2147483647 h 672"/>
                <a:gd name="T28" fmla="*/ 2147483647 w 540"/>
                <a:gd name="T29" fmla="*/ 2147483647 h 672"/>
                <a:gd name="T30" fmla="*/ 2147483647 w 540"/>
                <a:gd name="T31" fmla="*/ 2147483647 h 672"/>
                <a:gd name="T32" fmla="*/ 2147483647 w 540"/>
                <a:gd name="T33" fmla="*/ 2147483647 h 672"/>
                <a:gd name="T34" fmla="*/ 2147483647 w 540"/>
                <a:gd name="T35" fmla="*/ 2147483647 h 672"/>
                <a:gd name="T36" fmla="*/ 2147483647 w 540"/>
                <a:gd name="T37" fmla="*/ 2147483647 h 672"/>
                <a:gd name="T38" fmla="*/ 2147483647 w 540"/>
                <a:gd name="T39" fmla="*/ 2147483647 h 672"/>
                <a:gd name="T40" fmla="*/ 2147483647 w 540"/>
                <a:gd name="T41" fmla="*/ 2147483647 h 672"/>
                <a:gd name="T42" fmla="*/ 2147483647 w 540"/>
                <a:gd name="T43" fmla="*/ 2147483647 h 672"/>
                <a:gd name="T44" fmla="*/ 2147483647 w 540"/>
                <a:gd name="T45" fmla="*/ 2147483647 h 672"/>
                <a:gd name="T46" fmla="*/ 2147483647 w 540"/>
                <a:gd name="T47" fmla="*/ 2147483647 h 672"/>
                <a:gd name="T48" fmla="*/ 2147483647 w 540"/>
                <a:gd name="T49" fmla="*/ 2147483647 h 672"/>
                <a:gd name="T50" fmla="*/ 2147483647 w 540"/>
                <a:gd name="T51" fmla="*/ 0 h 672"/>
                <a:gd name="T52" fmla="*/ 2147483647 w 540"/>
                <a:gd name="T53" fmla="*/ 2147483647 h 672"/>
                <a:gd name="T54" fmla="*/ 2147483647 w 540"/>
                <a:gd name="T55" fmla="*/ 2147483647 h 672"/>
                <a:gd name="T56" fmla="*/ 2147483647 w 540"/>
                <a:gd name="T57" fmla="*/ 2147483647 h 672"/>
                <a:gd name="T58" fmla="*/ 2147483647 w 540"/>
                <a:gd name="T59" fmla="*/ 2147483647 h 672"/>
                <a:gd name="T60" fmla="*/ 2147483647 w 540"/>
                <a:gd name="T61" fmla="*/ 2147483647 h 672"/>
                <a:gd name="T62" fmla="*/ 2147483647 w 540"/>
                <a:gd name="T63" fmla="*/ 2147483647 h 672"/>
                <a:gd name="T64" fmla="*/ 2147483647 w 540"/>
                <a:gd name="T65" fmla="*/ 2147483647 h 672"/>
                <a:gd name="T66" fmla="*/ 2147483647 w 540"/>
                <a:gd name="T67" fmla="*/ 2147483647 h 672"/>
                <a:gd name="T68" fmla="*/ 2147483647 w 540"/>
                <a:gd name="T69" fmla="*/ 2147483647 h 672"/>
                <a:gd name="T70" fmla="*/ 2147483647 w 540"/>
                <a:gd name="T71" fmla="*/ 2147483647 h 672"/>
                <a:gd name="T72" fmla="*/ 2147483647 w 540"/>
                <a:gd name="T73" fmla="*/ 2147483647 h 672"/>
                <a:gd name="T74" fmla="*/ 2147483647 w 540"/>
                <a:gd name="T75" fmla="*/ 2147483647 h 672"/>
                <a:gd name="T76" fmla="*/ 2147483647 w 540"/>
                <a:gd name="T77" fmla="*/ 2147483647 h 672"/>
                <a:gd name="T78" fmla="*/ 2147483647 w 540"/>
                <a:gd name="T79" fmla="*/ 2147483647 h 672"/>
                <a:gd name="T80" fmla="*/ 2147483647 w 540"/>
                <a:gd name="T81" fmla="*/ 2147483647 h 672"/>
                <a:gd name="T82" fmla="*/ 2147483647 w 540"/>
                <a:gd name="T83" fmla="*/ 2147483647 h 672"/>
                <a:gd name="T84" fmla="*/ 2147483647 w 540"/>
                <a:gd name="T85" fmla="*/ 2147483647 h 672"/>
                <a:gd name="T86" fmla="*/ 2147483647 w 540"/>
                <a:gd name="T87" fmla="*/ 2147483647 h 67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40"/>
                <a:gd name="T133" fmla="*/ 0 h 672"/>
                <a:gd name="T134" fmla="*/ 540 w 540"/>
                <a:gd name="T135" fmla="*/ 672 h 67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40" h="672">
                  <a:moveTo>
                    <a:pt x="258" y="564"/>
                  </a:moveTo>
                  <a:lnTo>
                    <a:pt x="276" y="564"/>
                  </a:lnTo>
                  <a:lnTo>
                    <a:pt x="288" y="558"/>
                  </a:lnTo>
                  <a:lnTo>
                    <a:pt x="306" y="552"/>
                  </a:lnTo>
                  <a:lnTo>
                    <a:pt x="330" y="540"/>
                  </a:lnTo>
                  <a:lnTo>
                    <a:pt x="336" y="528"/>
                  </a:lnTo>
                  <a:lnTo>
                    <a:pt x="342" y="510"/>
                  </a:lnTo>
                  <a:lnTo>
                    <a:pt x="342" y="498"/>
                  </a:lnTo>
                  <a:lnTo>
                    <a:pt x="348" y="498"/>
                  </a:lnTo>
                  <a:lnTo>
                    <a:pt x="354" y="492"/>
                  </a:lnTo>
                  <a:lnTo>
                    <a:pt x="366" y="486"/>
                  </a:lnTo>
                  <a:lnTo>
                    <a:pt x="384" y="480"/>
                  </a:lnTo>
                  <a:lnTo>
                    <a:pt x="408" y="456"/>
                  </a:lnTo>
                  <a:lnTo>
                    <a:pt x="414" y="444"/>
                  </a:lnTo>
                  <a:lnTo>
                    <a:pt x="414" y="426"/>
                  </a:lnTo>
                  <a:lnTo>
                    <a:pt x="420" y="408"/>
                  </a:lnTo>
                  <a:lnTo>
                    <a:pt x="420" y="378"/>
                  </a:lnTo>
                  <a:lnTo>
                    <a:pt x="426" y="372"/>
                  </a:lnTo>
                  <a:lnTo>
                    <a:pt x="432" y="372"/>
                  </a:lnTo>
                  <a:lnTo>
                    <a:pt x="444" y="378"/>
                  </a:lnTo>
                  <a:lnTo>
                    <a:pt x="450" y="384"/>
                  </a:lnTo>
                  <a:lnTo>
                    <a:pt x="462" y="384"/>
                  </a:lnTo>
                  <a:lnTo>
                    <a:pt x="468" y="378"/>
                  </a:lnTo>
                  <a:lnTo>
                    <a:pt x="480" y="354"/>
                  </a:lnTo>
                  <a:lnTo>
                    <a:pt x="480" y="330"/>
                  </a:lnTo>
                  <a:lnTo>
                    <a:pt x="534" y="276"/>
                  </a:lnTo>
                  <a:lnTo>
                    <a:pt x="534" y="264"/>
                  </a:lnTo>
                  <a:lnTo>
                    <a:pt x="540" y="252"/>
                  </a:lnTo>
                  <a:lnTo>
                    <a:pt x="540" y="204"/>
                  </a:lnTo>
                  <a:lnTo>
                    <a:pt x="528" y="192"/>
                  </a:lnTo>
                  <a:lnTo>
                    <a:pt x="510" y="192"/>
                  </a:lnTo>
                  <a:lnTo>
                    <a:pt x="510" y="186"/>
                  </a:lnTo>
                  <a:lnTo>
                    <a:pt x="492" y="168"/>
                  </a:lnTo>
                  <a:lnTo>
                    <a:pt x="486" y="150"/>
                  </a:lnTo>
                  <a:lnTo>
                    <a:pt x="462" y="126"/>
                  </a:lnTo>
                  <a:lnTo>
                    <a:pt x="456" y="114"/>
                  </a:lnTo>
                  <a:lnTo>
                    <a:pt x="432" y="96"/>
                  </a:lnTo>
                  <a:lnTo>
                    <a:pt x="396" y="84"/>
                  </a:lnTo>
                  <a:lnTo>
                    <a:pt x="366" y="78"/>
                  </a:lnTo>
                  <a:lnTo>
                    <a:pt x="348" y="78"/>
                  </a:lnTo>
                  <a:lnTo>
                    <a:pt x="342" y="72"/>
                  </a:lnTo>
                  <a:lnTo>
                    <a:pt x="330" y="72"/>
                  </a:lnTo>
                  <a:lnTo>
                    <a:pt x="318" y="60"/>
                  </a:lnTo>
                  <a:lnTo>
                    <a:pt x="294" y="48"/>
                  </a:lnTo>
                  <a:lnTo>
                    <a:pt x="288" y="36"/>
                  </a:lnTo>
                  <a:lnTo>
                    <a:pt x="288" y="30"/>
                  </a:lnTo>
                  <a:lnTo>
                    <a:pt x="282" y="18"/>
                  </a:lnTo>
                  <a:lnTo>
                    <a:pt x="276" y="12"/>
                  </a:lnTo>
                  <a:lnTo>
                    <a:pt x="252" y="18"/>
                  </a:lnTo>
                  <a:lnTo>
                    <a:pt x="246" y="6"/>
                  </a:lnTo>
                  <a:lnTo>
                    <a:pt x="246" y="0"/>
                  </a:lnTo>
                  <a:lnTo>
                    <a:pt x="240" y="0"/>
                  </a:lnTo>
                  <a:lnTo>
                    <a:pt x="234" y="6"/>
                  </a:lnTo>
                  <a:lnTo>
                    <a:pt x="234" y="12"/>
                  </a:lnTo>
                  <a:lnTo>
                    <a:pt x="228" y="24"/>
                  </a:lnTo>
                  <a:lnTo>
                    <a:pt x="228" y="54"/>
                  </a:lnTo>
                  <a:lnTo>
                    <a:pt x="246" y="72"/>
                  </a:lnTo>
                  <a:lnTo>
                    <a:pt x="246" y="78"/>
                  </a:lnTo>
                  <a:lnTo>
                    <a:pt x="240" y="78"/>
                  </a:lnTo>
                  <a:lnTo>
                    <a:pt x="240" y="72"/>
                  </a:lnTo>
                  <a:lnTo>
                    <a:pt x="228" y="72"/>
                  </a:lnTo>
                  <a:lnTo>
                    <a:pt x="228" y="78"/>
                  </a:lnTo>
                  <a:lnTo>
                    <a:pt x="222" y="84"/>
                  </a:lnTo>
                  <a:lnTo>
                    <a:pt x="222" y="96"/>
                  </a:lnTo>
                  <a:lnTo>
                    <a:pt x="216" y="108"/>
                  </a:lnTo>
                  <a:lnTo>
                    <a:pt x="216" y="120"/>
                  </a:lnTo>
                  <a:lnTo>
                    <a:pt x="210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2" y="156"/>
                  </a:lnTo>
                  <a:lnTo>
                    <a:pt x="192" y="168"/>
                  </a:lnTo>
                  <a:lnTo>
                    <a:pt x="210" y="204"/>
                  </a:lnTo>
                  <a:lnTo>
                    <a:pt x="216" y="210"/>
                  </a:lnTo>
                  <a:lnTo>
                    <a:pt x="216" y="222"/>
                  </a:lnTo>
                  <a:lnTo>
                    <a:pt x="222" y="228"/>
                  </a:lnTo>
                  <a:lnTo>
                    <a:pt x="234" y="234"/>
                  </a:lnTo>
                  <a:lnTo>
                    <a:pt x="240" y="240"/>
                  </a:lnTo>
                  <a:lnTo>
                    <a:pt x="204" y="414"/>
                  </a:lnTo>
                  <a:lnTo>
                    <a:pt x="0" y="486"/>
                  </a:lnTo>
                  <a:lnTo>
                    <a:pt x="84" y="672"/>
                  </a:lnTo>
                  <a:lnTo>
                    <a:pt x="114" y="660"/>
                  </a:lnTo>
                  <a:lnTo>
                    <a:pt x="198" y="636"/>
                  </a:lnTo>
                  <a:lnTo>
                    <a:pt x="228" y="624"/>
                  </a:lnTo>
                  <a:lnTo>
                    <a:pt x="246" y="618"/>
                  </a:lnTo>
                  <a:lnTo>
                    <a:pt x="252" y="606"/>
                  </a:lnTo>
                  <a:lnTo>
                    <a:pt x="252" y="594"/>
                  </a:lnTo>
                  <a:lnTo>
                    <a:pt x="258" y="582"/>
                  </a:lnTo>
                  <a:lnTo>
                    <a:pt x="258" y="564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19" name="Norway" descr="© INSCALE GmbH, 05.05.2010&#10;http://www.presentationload.com/">
              <a:extLst>
                <a:ext uri="{FF2B5EF4-FFF2-40B4-BE49-F238E27FC236}">
                  <a16:creationId xmlns:a16="http://schemas.microsoft.com/office/drawing/2014/main" id="{E4E86BB2-583E-4DFA-8CE6-17E4739D487E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1375929" y="681471"/>
              <a:ext cx="532077" cy="585590"/>
            </a:xfrm>
            <a:custGeom>
              <a:avLst/>
              <a:gdLst>
                <a:gd name="T0" fmla="*/ 2147483647 w 1362"/>
                <a:gd name="T1" fmla="*/ 2147483647 h 1500"/>
                <a:gd name="T2" fmla="*/ 2147483647 w 1362"/>
                <a:gd name="T3" fmla="*/ 2147483647 h 1500"/>
                <a:gd name="T4" fmla="*/ 2147483647 w 1362"/>
                <a:gd name="T5" fmla="*/ 2147483647 h 1500"/>
                <a:gd name="T6" fmla="*/ 2147483647 w 1362"/>
                <a:gd name="T7" fmla="*/ 2147483647 h 1500"/>
                <a:gd name="T8" fmla="*/ 2147483647 w 1362"/>
                <a:gd name="T9" fmla="*/ 0 h 1500"/>
                <a:gd name="T10" fmla="*/ 2147483647 w 1362"/>
                <a:gd name="T11" fmla="*/ 2147483647 h 1500"/>
                <a:gd name="T12" fmla="*/ 2147483647 w 1362"/>
                <a:gd name="T13" fmla="*/ 2147483647 h 1500"/>
                <a:gd name="T14" fmla="*/ 2147483647 w 1362"/>
                <a:gd name="T15" fmla="*/ 2147483647 h 1500"/>
                <a:gd name="T16" fmla="*/ 2147483647 w 1362"/>
                <a:gd name="T17" fmla="*/ 2147483647 h 1500"/>
                <a:gd name="T18" fmla="*/ 2147483647 w 1362"/>
                <a:gd name="T19" fmla="*/ 2147483647 h 1500"/>
                <a:gd name="T20" fmla="*/ 2147483647 w 1362"/>
                <a:gd name="T21" fmla="*/ 2147483647 h 1500"/>
                <a:gd name="T22" fmla="*/ 2147483647 w 1362"/>
                <a:gd name="T23" fmla="*/ 2147483647 h 1500"/>
                <a:gd name="T24" fmla="*/ 2147483647 w 1362"/>
                <a:gd name="T25" fmla="*/ 2147483647 h 1500"/>
                <a:gd name="T26" fmla="*/ 2147483647 w 1362"/>
                <a:gd name="T27" fmla="*/ 2147483647 h 1500"/>
                <a:gd name="T28" fmla="*/ 2147483647 w 1362"/>
                <a:gd name="T29" fmla="*/ 2147483647 h 1500"/>
                <a:gd name="T30" fmla="*/ 2147483647 w 1362"/>
                <a:gd name="T31" fmla="*/ 2147483647 h 1500"/>
                <a:gd name="T32" fmla="*/ 2147483647 w 1362"/>
                <a:gd name="T33" fmla="*/ 2147483647 h 1500"/>
                <a:gd name="T34" fmla="*/ 2147483647 w 1362"/>
                <a:gd name="T35" fmla="*/ 2147483647 h 1500"/>
                <a:gd name="T36" fmla="*/ 2147483647 w 1362"/>
                <a:gd name="T37" fmla="*/ 2147483647 h 1500"/>
                <a:gd name="T38" fmla="*/ 2147483647 w 1362"/>
                <a:gd name="T39" fmla="*/ 2147483647 h 1500"/>
                <a:gd name="T40" fmla="*/ 2147483647 w 1362"/>
                <a:gd name="T41" fmla="*/ 2147483647 h 1500"/>
                <a:gd name="T42" fmla="*/ 2147483647 w 1362"/>
                <a:gd name="T43" fmla="*/ 2147483647 h 1500"/>
                <a:gd name="T44" fmla="*/ 2147483647 w 1362"/>
                <a:gd name="T45" fmla="*/ 2147483647 h 1500"/>
                <a:gd name="T46" fmla="*/ 2147483647 w 1362"/>
                <a:gd name="T47" fmla="*/ 2147483647 h 1500"/>
                <a:gd name="T48" fmla="*/ 2147483647 w 1362"/>
                <a:gd name="T49" fmla="*/ 2147483647 h 1500"/>
                <a:gd name="T50" fmla="*/ 2147483647 w 1362"/>
                <a:gd name="T51" fmla="*/ 2147483647 h 1500"/>
                <a:gd name="T52" fmla="*/ 2147483647 w 1362"/>
                <a:gd name="T53" fmla="*/ 2147483647 h 1500"/>
                <a:gd name="T54" fmla="*/ 2147483647 w 1362"/>
                <a:gd name="T55" fmla="*/ 2147483647 h 1500"/>
                <a:gd name="T56" fmla="*/ 2147483647 w 1362"/>
                <a:gd name="T57" fmla="*/ 2147483647 h 1500"/>
                <a:gd name="T58" fmla="*/ 2147483647 w 1362"/>
                <a:gd name="T59" fmla="*/ 2147483647 h 1500"/>
                <a:gd name="T60" fmla="*/ 2147483647 w 1362"/>
                <a:gd name="T61" fmla="*/ 2147483647 h 1500"/>
                <a:gd name="T62" fmla="*/ 2147483647 w 1362"/>
                <a:gd name="T63" fmla="*/ 2147483647 h 1500"/>
                <a:gd name="T64" fmla="*/ 2147483647 w 1362"/>
                <a:gd name="T65" fmla="*/ 2147483647 h 1500"/>
                <a:gd name="T66" fmla="*/ 2147483647 w 1362"/>
                <a:gd name="T67" fmla="*/ 2147483647 h 1500"/>
                <a:gd name="T68" fmla="*/ 2147483647 w 1362"/>
                <a:gd name="T69" fmla="*/ 2147483647 h 1500"/>
                <a:gd name="T70" fmla="*/ 2147483647 w 1362"/>
                <a:gd name="T71" fmla="*/ 2147483647 h 1500"/>
                <a:gd name="T72" fmla="*/ 2147483647 w 1362"/>
                <a:gd name="T73" fmla="*/ 2147483647 h 1500"/>
                <a:gd name="T74" fmla="*/ 2147483647 w 1362"/>
                <a:gd name="T75" fmla="*/ 2147483647 h 1500"/>
                <a:gd name="T76" fmla="*/ 2147483647 w 1362"/>
                <a:gd name="T77" fmla="*/ 2147483647 h 1500"/>
                <a:gd name="T78" fmla="*/ 2147483647 w 1362"/>
                <a:gd name="T79" fmla="*/ 2147483647 h 1500"/>
                <a:gd name="T80" fmla="*/ 2147483647 w 1362"/>
                <a:gd name="T81" fmla="*/ 2147483647 h 1500"/>
                <a:gd name="T82" fmla="*/ 2147483647 w 1362"/>
                <a:gd name="T83" fmla="*/ 2147483647 h 1500"/>
                <a:gd name="T84" fmla="*/ 2147483647 w 1362"/>
                <a:gd name="T85" fmla="*/ 2147483647 h 1500"/>
                <a:gd name="T86" fmla="*/ 2147483647 w 1362"/>
                <a:gd name="T87" fmla="*/ 2147483647 h 1500"/>
                <a:gd name="T88" fmla="*/ 2147483647 w 1362"/>
                <a:gd name="T89" fmla="*/ 2147483647 h 1500"/>
                <a:gd name="T90" fmla="*/ 2147483647 w 1362"/>
                <a:gd name="T91" fmla="*/ 2147483647 h 1500"/>
                <a:gd name="T92" fmla="*/ 2147483647 w 1362"/>
                <a:gd name="T93" fmla="*/ 2147483647 h 1500"/>
                <a:gd name="T94" fmla="*/ 2147483647 w 1362"/>
                <a:gd name="T95" fmla="*/ 2147483647 h 1500"/>
                <a:gd name="T96" fmla="*/ 2147483647 w 1362"/>
                <a:gd name="T97" fmla="*/ 2147483647 h 1500"/>
                <a:gd name="T98" fmla="*/ 2147483647 w 1362"/>
                <a:gd name="T99" fmla="*/ 2147483647 h 1500"/>
                <a:gd name="T100" fmla="*/ 2147483647 w 1362"/>
                <a:gd name="T101" fmla="*/ 2147483647 h 1500"/>
                <a:gd name="T102" fmla="*/ 2147483647 w 1362"/>
                <a:gd name="T103" fmla="*/ 2147483647 h 1500"/>
                <a:gd name="T104" fmla="*/ 2147483647 w 1362"/>
                <a:gd name="T105" fmla="*/ 2147483647 h 1500"/>
                <a:gd name="T106" fmla="*/ 2147483647 w 1362"/>
                <a:gd name="T107" fmla="*/ 2147483647 h 1500"/>
                <a:gd name="T108" fmla="*/ 2147483647 w 1362"/>
                <a:gd name="T109" fmla="*/ 2147483647 h 1500"/>
                <a:gd name="T110" fmla="*/ 2147483647 w 1362"/>
                <a:gd name="T111" fmla="*/ 2147483647 h 1500"/>
                <a:gd name="T112" fmla="*/ 2147483647 w 1362"/>
                <a:gd name="T113" fmla="*/ 2147483647 h 1500"/>
                <a:gd name="T114" fmla="*/ 2147483647 w 1362"/>
                <a:gd name="T115" fmla="*/ 2147483647 h 150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362"/>
                <a:gd name="T175" fmla="*/ 0 h 1500"/>
                <a:gd name="T176" fmla="*/ 1362 w 1362"/>
                <a:gd name="T177" fmla="*/ 1500 h 150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362" h="1500">
                  <a:moveTo>
                    <a:pt x="324" y="120"/>
                  </a:moveTo>
                  <a:lnTo>
                    <a:pt x="336" y="126"/>
                  </a:lnTo>
                  <a:lnTo>
                    <a:pt x="354" y="132"/>
                  </a:lnTo>
                  <a:lnTo>
                    <a:pt x="378" y="132"/>
                  </a:lnTo>
                  <a:lnTo>
                    <a:pt x="294" y="90"/>
                  </a:lnTo>
                  <a:lnTo>
                    <a:pt x="294" y="102"/>
                  </a:lnTo>
                  <a:lnTo>
                    <a:pt x="306" y="108"/>
                  </a:lnTo>
                  <a:lnTo>
                    <a:pt x="312" y="114"/>
                  </a:lnTo>
                  <a:lnTo>
                    <a:pt x="324" y="120"/>
                  </a:lnTo>
                  <a:close/>
                  <a:moveTo>
                    <a:pt x="684" y="48"/>
                  </a:moveTo>
                  <a:lnTo>
                    <a:pt x="732" y="48"/>
                  </a:lnTo>
                  <a:lnTo>
                    <a:pt x="738" y="54"/>
                  </a:lnTo>
                  <a:lnTo>
                    <a:pt x="750" y="54"/>
                  </a:lnTo>
                  <a:lnTo>
                    <a:pt x="774" y="66"/>
                  </a:lnTo>
                  <a:lnTo>
                    <a:pt x="786" y="66"/>
                  </a:lnTo>
                  <a:lnTo>
                    <a:pt x="798" y="60"/>
                  </a:lnTo>
                  <a:lnTo>
                    <a:pt x="804" y="60"/>
                  </a:lnTo>
                  <a:lnTo>
                    <a:pt x="816" y="54"/>
                  </a:lnTo>
                  <a:lnTo>
                    <a:pt x="828" y="54"/>
                  </a:lnTo>
                  <a:lnTo>
                    <a:pt x="840" y="60"/>
                  </a:lnTo>
                  <a:lnTo>
                    <a:pt x="876" y="72"/>
                  </a:lnTo>
                  <a:lnTo>
                    <a:pt x="888" y="78"/>
                  </a:lnTo>
                  <a:lnTo>
                    <a:pt x="894" y="84"/>
                  </a:lnTo>
                  <a:lnTo>
                    <a:pt x="900" y="84"/>
                  </a:lnTo>
                  <a:lnTo>
                    <a:pt x="924" y="60"/>
                  </a:lnTo>
                  <a:lnTo>
                    <a:pt x="984" y="66"/>
                  </a:lnTo>
                  <a:lnTo>
                    <a:pt x="984" y="42"/>
                  </a:lnTo>
                  <a:lnTo>
                    <a:pt x="1014" y="42"/>
                  </a:lnTo>
                  <a:lnTo>
                    <a:pt x="1026" y="36"/>
                  </a:lnTo>
                  <a:lnTo>
                    <a:pt x="1032" y="24"/>
                  </a:lnTo>
                  <a:lnTo>
                    <a:pt x="1038" y="18"/>
                  </a:lnTo>
                  <a:lnTo>
                    <a:pt x="1032" y="12"/>
                  </a:lnTo>
                  <a:lnTo>
                    <a:pt x="1002" y="12"/>
                  </a:lnTo>
                  <a:lnTo>
                    <a:pt x="990" y="18"/>
                  </a:lnTo>
                  <a:lnTo>
                    <a:pt x="984" y="18"/>
                  </a:lnTo>
                  <a:lnTo>
                    <a:pt x="972" y="6"/>
                  </a:lnTo>
                  <a:lnTo>
                    <a:pt x="960" y="0"/>
                  </a:lnTo>
                  <a:lnTo>
                    <a:pt x="918" y="0"/>
                  </a:lnTo>
                  <a:lnTo>
                    <a:pt x="900" y="6"/>
                  </a:lnTo>
                  <a:lnTo>
                    <a:pt x="882" y="18"/>
                  </a:lnTo>
                  <a:lnTo>
                    <a:pt x="870" y="18"/>
                  </a:lnTo>
                  <a:lnTo>
                    <a:pt x="864" y="12"/>
                  </a:lnTo>
                  <a:lnTo>
                    <a:pt x="864" y="6"/>
                  </a:lnTo>
                  <a:lnTo>
                    <a:pt x="858" y="6"/>
                  </a:lnTo>
                  <a:lnTo>
                    <a:pt x="852" y="0"/>
                  </a:lnTo>
                  <a:lnTo>
                    <a:pt x="822" y="0"/>
                  </a:lnTo>
                  <a:lnTo>
                    <a:pt x="804" y="18"/>
                  </a:lnTo>
                  <a:lnTo>
                    <a:pt x="738" y="0"/>
                  </a:lnTo>
                  <a:lnTo>
                    <a:pt x="726" y="0"/>
                  </a:lnTo>
                  <a:lnTo>
                    <a:pt x="708" y="6"/>
                  </a:lnTo>
                  <a:lnTo>
                    <a:pt x="690" y="6"/>
                  </a:lnTo>
                  <a:lnTo>
                    <a:pt x="672" y="12"/>
                  </a:lnTo>
                  <a:lnTo>
                    <a:pt x="660" y="12"/>
                  </a:lnTo>
                  <a:lnTo>
                    <a:pt x="660" y="6"/>
                  </a:lnTo>
                  <a:lnTo>
                    <a:pt x="666" y="0"/>
                  </a:lnTo>
                  <a:lnTo>
                    <a:pt x="630" y="12"/>
                  </a:lnTo>
                  <a:lnTo>
                    <a:pt x="648" y="36"/>
                  </a:lnTo>
                  <a:lnTo>
                    <a:pt x="684" y="48"/>
                  </a:lnTo>
                  <a:close/>
                  <a:moveTo>
                    <a:pt x="324" y="66"/>
                  </a:moveTo>
                  <a:lnTo>
                    <a:pt x="342" y="66"/>
                  </a:lnTo>
                  <a:lnTo>
                    <a:pt x="348" y="72"/>
                  </a:lnTo>
                  <a:lnTo>
                    <a:pt x="360" y="72"/>
                  </a:lnTo>
                  <a:lnTo>
                    <a:pt x="360" y="78"/>
                  </a:lnTo>
                  <a:lnTo>
                    <a:pt x="342" y="96"/>
                  </a:lnTo>
                  <a:lnTo>
                    <a:pt x="336" y="96"/>
                  </a:lnTo>
                  <a:lnTo>
                    <a:pt x="378" y="114"/>
                  </a:lnTo>
                  <a:lnTo>
                    <a:pt x="390" y="120"/>
                  </a:lnTo>
                  <a:lnTo>
                    <a:pt x="396" y="126"/>
                  </a:lnTo>
                  <a:lnTo>
                    <a:pt x="414" y="126"/>
                  </a:lnTo>
                  <a:lnTo>
                    <a:pt x="426" y="132"/>
                  </a:lnTo>
                  <a:lnTo>
                    <a:pt x="438" y="132"/>
                  </a:lnTo>
                  <a:lnTo>
                    <a:pt x="462" y="108"/>
                  </a:lnTo>
                  <a:lnTo>
                    <a:pt x="504" y="96"/>
                  </a:lnTo>
                  <a:lnTo>
                    <a:pt x="534" y="120"/>
                  </a:lnTo>
                  <a:lnTo>
                    <a:pt x="528" y="120"/>
                  </a:lnTo>
                  <a:lnTo>
                    <a:pt x="516" y="126"/>
                  </a:lnTo>
                  <a:lnTo>
                    <a:pt x="504" y="126"/>
                  </a:lnTo>
                  <a:lnTo>
                    <a:pt x="480" y="132"/>
                  </a:lnTo>
                  <a:lnTo>
                    <a:pt x="468" y="138"/>
                  </a:lnTo>
                  <a:lnTo>
                    <a:pt x="456" y="150"/>
                  </a:lnTo>
                  <a:lnTo>
                    <a:pt x="486" y="150"/>
                  </a:lnTo>
                  <a:lnTo>
                    <a:pt x="498" y="156"/>
                  </a:lnTo>
                  <a:lnTo>
                    <a:pt x="522" y="156"/>
                  </a:lnTo>
                  <a:lnTo>
                    <a:pt x="516" y="162"/>
                  </a:lnTo>
                  <a:lnTo>
                    <a:pt x="504" y="162"/>
                  </a:lnTo>
                  <a:lnTo>
                    <a:pt x="486" y="168"/>
                  </a:lnTo>
                  <a:lnTo>
                    <a:pt x="474" y="174"/>
                  </a:lnTo>
                  <a:lnTo>
                    <a:pt x="468" y="180"/>
                  </a:lnTo>
                  <a:lnTo>
                    <a:pt x="462" y="180"/>
                  </a:lnTo>
                  <a:lnTo>
                    <a:pt x="516" y="198"/>
                  </a:lnTo>
                  <a:lnTo>
                    <a:pt x="522" y="198"/>
                  </a:lnTo>
                  <a:lnTo>
                    <a:pt x="528" y="204"/>
                  </a:lnTo>
                  <a:lnTo>
                    <a:pt x="540" y="210"/>
                  </a:lnTo>
                  <a:lnTo>
                    <a:pt x="558" y="210"/>
                  </a:lnTo>
                  <a:lnTo>
                    <a:pt x="576" y="216"/>
                  </a:lnTo>
                  <a:lnTo>
                    <a:pt x="594" y="210"/>
                  </a:lnTo>
                  <a:lnTo>
                    <a:pt x="606" y="204"/>
                  </a:lnTo>
                  <a:lnTo>
                    <a:pt x="612" y="204"/>
                  </a:lnTo>
                  <a:lnTo>
                    <a:pt x="618" y="198"/>
                  </a:lnTo>
                  <a:lnTo>
                    <a:pt x="612" y="192"/>
                  </a:lnTo>
                  <a:lnTo>
                    <a:pt x="612" y="186"/>
                  </a:lnTo>
                  <a:lnTo>
                    <a:pt x="606" y="180"/>
                  </a:lnTo>
                  <a:lnTo>
                    <a:pt x="606" y="174"/>
                  </a:lnTo>
                  <a:lnTo>
                    <a:pt x="612" y="168"/>
                  </a:lnTo>
                  <a:lnTo>
                    <a:pt x="618" y="168"/>
                  </a:lnTo>
                  <a:lnTo>
                    <a:pt x="630" y="162"/>
                  </a:lnTo>
                  <a:lnTo>
                    <a:pt x="648" y="162"/>
                  </a:lnTo>
                  <a:lnTo>
                    <a:pt x="648" y="144"/>
                  </a:lnTo>
                  <a:lnTo>
                    <a:pt x="678" y="132"/>
                  </a:lnTo>
                  <a:lnTo>
                    <a:pt x="690" y="102"/>
                  </a:lnTo>
                  <a:lnTo>
                    <a:pt x="714" y="114"/>
                  </a:lnTo>
                  <a:lnTo>
                    <a:pt x="738" y="102"/>
                  </a:lnTo>
                  <a:lnTo>
                    <a:pt x="750" y="114"/>
                  </a:lnTo>
                  <a:lnTo>
                    <a:pt x="762" y="120"/>
                  </a:lnTo>
                  <a:lnTo>
                    <a:pt x="780" y="126"/>
                  </a:lnTo>
                  <a:lnTo>
                    <a:pt x="792" y="138"/>
                  </a:lnTo>
                  <a:lnTo>
                    <a:pt x="792" y="144"/>
                  </a:lnTo>
                  <a:lnTo>
                    <a:pt x="786" y="150"/>
                  </a:lnTo>
                  <a:lnTo>
                    <a:pt x="786" y="162"/>
                  </a:lnTo>
                  <a:lnTo>
                    <a:pt x="774" y="174"/>
                  </a:lnTo>
                  <a:lnTo>
                    <a:pt x="828" y="174"/>
                  </a:lnTo>
                  <a:lnTo>
                    <a:pt x="834" y="180"/>
                  </a:lnTo>
                  <a:lnTo>
                    <a:pt x="846" y="186"/>
                  </a:lnTo>
                  <a:lnTo>
                    <a:pt x="852" y="192"/>
                  </a:lnTo>
                  <a:lnTo>
                    <a:pt x="858" y="192"/>
                  </a:lnTo>
                  <a:lnTo>
                    <a:pt x="864" y="186"/>
                  </a:lnTo>
                  <a:lnTo>
                    <a:pt x="876" y="186"/>
                  </a:lnTo>
                  <a:lnTo>
                    <a:pt x="894" y="174"/>
                  </a:lnTo>
                  <a:lnTo>
                    <a:pt x="906" y="168"/>
                  </a:lnTo>
                  <a:lnTo>
                    <a:pt x="924" y="162"/>
                  </a:lnTo>
                  <a:lnTo>
                    <a:pt x="936" y="156"/>
                  </a:lnTo>
                  <a:lnTo>
                    <a:pt x="942" y="150"/>
                  </a:lnTo>
                  <a:lnTo>
                    <a:pt x="942" y="144"/>
                  </a:lnTo>
                  <a:lnTo>
                    <a:pt x="936" y="144"/>
                  </a:lnTo>
                  <a:lnTo>
                    <a:pt x="924" y="138"/>
                  </a:lnTo>
                  <a:lnTo>
                    <a:pt x="888" y="138"/>
                  </a:lnTo>
                  <a:lnTo>
                    <a:pt x="882" y="120"/>
                  </a:lnTo>
                  <a:lnTo>
                    <a:pt x="828" y="114"/>
                  </a:lnTo>
                  <a:lnTo>
                    <a:pt x="828" y="96"/>
                  </a:lnTo>
                  <a:lnTo>
                    <a:pt x="798" y="102"/>
                  </a:lnTo>
                  <a:lnTo>
                    <a:pt x="798" y="84"/>
                  </a:lnTo>
                  <a:lnTo>
                    <a:pt x="726" y="84"/>
                  </a:lnTo>
                  <a:lnTo>
                    <a:pt x="720" y="72"/>
                  </a:lnTo>
                  <a:lnTo>
                    <a:pt x="684" y="72"/>
                  </a:lnTo>
                  <a:lnTo>
                    <a:pt x="678" y="60"/>
                  </a:lnTo>
                  <a:lnTo>
                    <a:pt x="654" y="48"/>
                  </a:lnTo>
                  <a:lnTo>
                    <a:pt x="624" y="48"/>
                  </a:lnTo>
                  <a:lnTo>
                    <a:pt x="624" y="30"/>
                  </a:lnTo>
                  <a:lnTo>
                    <a:pt x="618" y="30"/>
                  </a:lnTo>
                  <a:lnTo>
                    <a:pt x="612" y="24"/>
                  </a:lnTo>
                  <a:lnTo>
                    <a:pt x="540" y="24"/>
                  </a:lnTo>
                  <a:lnTo>
                    <a:pt x="534" y="30"/>
                  </a:lnTo>
                  <a:lnTo>
                    <a:pt x="534" y="36"/>
                  </a:lnTo>
                  <a:lnTo>
                    <a:pt x="540" y="42"/>
                  </a:lnTo>
                  <a:lnTo>
                    <a:pt x="546" y="54"/>
                  </a:lnTo>
                  <a:lnTo>
                    <a:pt x="564" y="72"/>
                  </a:lnTo>
                  <a:lnTo>
                    <a:pt x="552" y="66"/>
                  </a:lnTo>
                  <a:lnTo>
                    <a:pt x="546" y="60"/>
                  </a:lnTo>
                  <a:lnTo>
                    <a:pt x="528" y="48"/>
                  </a:lnTo>
                  <a:lnTo>
                    <a:pt x="492" y="30"/>
                  </a:lnTo>
                  <a:lnTo>
                    <a:pt x="480" y="30"/>
                  </a:lnTo>
                  <a:lnTo>
                    <a:pt x="474" y="36"/>
                  </a:lnTo>
                  <a:lnTo>
                    <a:pt x="468" y="48"/>
                  </a:lnTo>
                  <a:lnTo>
                    <a:pt x="462" y="54"/>
                  </a:lnTo>
                  <a:lnTo>
                    <a:pt x="450" y="54"/>
                  </a:lnTo>
                  <a:lnTo>
                    <a:pt x="438" y="48"/>
                  </a:lnTo>
                  <a:lnTo>
                    <a:pt x="420" y="48"/>
                  </a:lnTo>
                  <a:lnTo>
                    <a:pt x="420" y="42"/>
                  </a:lnTo>
                  <a:lnTo>
                    <a:pt x="426" y="42"/>
                  </a:lnTo>
                  <a:lnTo>
                    <a:pt x="438" y="30"/>
                  </a:lnTo>
                  <a:lnTo>
                    <a:pt x="384" y="30"/>
                  </a:lnTo>
                  <a:lnTo>
                    <a:pt x="372" y="42"/>
                  </a:lnTo>
                  <a:lnTo>
                    <a:pt x="366" y="30"/>
                  </a:lnTo>
                  <a:lnTo>
                    <a:pt x="354" y="30"/>
                  </a:lnTo>
                  <a:lnTo>
                    <a:pt x="318" y="48"/>
                  </a:lnTo>
                  <a:lnTo>
                    <a:pt x="318" y="60"/>
                  </a:lnTo>
                  <a:lnTo>
                    <a:pt x="324" y="66"/>
                  </a:lnTo>
                  <a:close/>
                  <a:moveTo>
                    <a:pt x="642" y="708"/>
                  </a:moveTo>
                  <a:lnTo>
                    <a:pt x="666" y="696"/>
                  </a:lnTo>
                  <a:lnTo>
                    <a:pt x="666" y="690"/>
                  </a:lnTo>
                  <a:lnTo>
                    <a:pt x="678" y="690"/>
                  </a:lnTo>
                  <a:lnTo>
                    <a:pt x="678" y="678"/>
                  </a:lnTo>
                  <a:lnTo>
                    <a:pt x="672" y="672"/>
                  </a:lnTo>
                  <a:lnTo>
                    <a:pt x="630" y="690"/>
                  </a:lnTo>
                  <a:lnTo>
                    <a:pt x="642" y="708"/>
                  </a:lnTo>
                  <a:close/>
                  <a:moveTo>
                    <a:pt x="774" y="648"/>
                  </a:moveTo>
                  <a:lnTo>
                    <a:pt x="780" y="642"/>
                  </a:lnTo>
                  <a:lnTo>
                    <a:pt x="786" y="642"/>
                  </a:lnTo>
                  <a:lnTo>
                    <a:pt x="792" y="636"/>
                  </a:lnTo>
                  <a:lnTo>
                    <a:pt x="792" y="630"/>
                  </a:lnTo>
                  <a:lnTo>
                    <a:pt x="786" y="624"/>
                  </a:lnTo>
                  <a:lnTo>
                    <a:pt x="774" y="624"/>
                  </a:lnTo>
                  <a:lnTo>
                    <a:pt x="768" y="630"/>
                  </a:lnTo>
                  <a:lnTo>
                    <a:pt x="768" y="642"/>
                  </a:lnTo>
                  <a:lnTo>
                    <a:pt x="774" y="648"/>
                  </a:lnTo>
                  <a:close/>
                  <a:moveTo>
                    <a:pt x="594" y="696"/>
                  </a:moveTo>
                  <a:lnTo>
                    <a:pt x="576" y="696"/>
                  </a:lnTo>
                  <a:lnTo>
                    <a:pt x="552" y="708"/>
                  </a:lnTo>
                  <a:lnTo>
                    <a:pt x="546" y="714"/>
                  </a:lnTo>
                  <a:lnTo>
                    <a:pt x="570" y="720"/>
                  </a:lnTo>
                  <a:lnTo>
                    <a:pt x="576" y="714"/>
                  </a:lnTo>
                  <a:lnTo>
                    <a:pt x="588" y="714"/>
                  </a:lnTo>
                  <a:lnTo>
                    <a:pt x="600" y="702"/>
                  </a:lnTo>
                  <a:lnTo>
                    <a:pt x="594" y="696"/>
                  </a:lnTo>
                  <a:close/>
                  <a:moveTo>
                    <a:pt x="918" y="612"/>
                  </a:moveTo>
                  <a:lnTo>
                    <a:pt x="936" y="618"/>
                  </a:lnTo>
                  <a:lnTo>
                    <a:pt x="942" y="606"/>
                  </a:lnTo>
                  <a:lnTo>
                    <a:pt x="948" y="600"/>
                  </a:lnTo>
                  <a:lnTo>
                    <a:pt x="948" y="594"/>
                  </a:lnTo>
                  <a:lnTo>
                    <a:pt x="918" y="594"/>
                  </a:lnTo>
                  <a:lnTo>
                    <a:pt x="918" y="612"/>
                  </a:lnTo>
                  <a:close/>
                  <a:moveTo>
                    <a:pt x="486" y="756"/>
                  </a:moveTo>
                  <a:lnTo>
                    <a:pt x="474" y="756"/>
                  </a:lnTo>
                  <a:lnTo>
                    <a:pt x="438" y="774"/>
                  </a:lnTo>
                  <a:lnTo>
                    <a:pt x="432" y="780"/>
                  </a:lnTo>
                  <a:lnTo>
                    <a:pt x="432" y="786"/>
                  </a:lnTo>
                  <a:lnTo>
                    <a:pt x="444" y="786"/>
                  </a:lnTo>
                  <a:lnTo>
                    <a:pt x="456" y="780"/>
                  </a:lnTo>
                  <a:lnTo>
                    <a:pt x="462" y="774"/>
                  </a:lnTo>
                  <a:lnTo>
                    <a:pt x="474" y="768"/>
                  </a:lnTo>
                  <a:lnTo>
                    <a:pt x="510" y="768"/>
                  </a:lnTo>
                  <a:lnTo>
                    <a:pt x="510" y="762"/>
                  </a:lnTo>
                  <a:lnTo>
                    <a:pt x="504" y="762"/>
                  </a:lnTo>
                  <a:lnTo>
                    <a:pt x="504" y="756"/>
                  </a:lnTo>
                  <a:lnTo>
                    <a:pt x="486" y="756"/>
                  </a:lnTo>
                  <a:close/>
                  <a:moveTo>
                    <a:pt x="1356" y="660"/>
                  </a:moveTo>
                  <a:lnTo>
                    <a:pt x="1326" y="666"/>
                  </a:lnTo>
                  <a:lnTo>
                    <a:pt x="1290" y="654"/>
                  </a:lnTo>
                  <a:lnTo>
                    <a:pt x="1260" y="642"/>
                  </a:lnTo>
                  <a:lnTo>
                    <a:pt x="1302" y="642"/>
                  </a:lnTo>
                  <a:lnTo>
                    <a:pt x="1326" y="630"/>
                  </a:lnTo>
                  <a:lnTo>
                    <a:pt x="1344" y="630"/>
                  </a:lnTo>
                  <a:lnTo>
                    <a:pt x="1350" y="624"/>
                  </a:lnTo>
                  <a:lnTo>
                    <a:pt x="1356" y="624"/>
                  </a:lnTo>
                  <a:lnTo>
                    <a:pt x="1344" y="618"/>
                  </a:lnTo>
                  <a:lnTo>
                    <a:pt x="1338" y="612"/>
                  </a:lnTo>
                  <a:lnTo>
                    <a:pt x="1320" y="606"/>
                  </a:lnTo>
                  <a:lnTo>
                    <a:pt x="1308" y="600"/>
                  </a:lnTo>
                  <a:lnTo>
                    <a:pt x="1284" y="600"/>
                  </a:lnTo>
                  <a:lnTo>
                    <a:pt x="1260" y="588"/>
                  </a:lnTo>
                  <a:lnTo>
                    <a:pt x="1254" y="588"/>
                  </a:lnTo>
                  <a:lnTo>
                    <a:pt x="1242" y="582"/>
                  </a:lnTo>
                  <a:lnTo>
                    <a:pt x="1242" y="588"/>
                  </a:lnTo>
                  <a:lnTo>
                    <a:pt x="1236" y="594"/>
                  </a:lnTo>
                  <a:lnTo>
                    <a:pt x="1236" y="600"/>
                  </a:lnTo>
                  <a:lnTo>
                    <a:pt x="1218" y="618"/>
                  </a:lnTo>
                  <a:lnTo>
                    <a:pt x="1206" y="618"/>
                  </a:lnTo>
                  <a:lnTo>
                    <a:pt x="1200" y="612"/>
                  </a:lnTo>
                  <a:lnTo>
                    <a:pt x="1224" y="588"/>
                  </a:lnTo>
                  <a:lnTo>
                    <a:pt x="1158" y="564"/>
                  </a:lnTo>
                  <a:lnTo>
                    <a:pt x="1158" y="576"/>
                  </a:lnTo>
                  <a:lnTo>
                    <a:pt x="1152" y="594"/>
                  </a:lnTo>
                  <a:lnTo>
                    <a:pt x="1134" y="630"/>
                  </a:lnTo>
                  <a:lnTo>
                    <a:pt x="1128" y="630"/>
                  </a:lnTo>
                  <a:lnTo>
                    <a:pt x="1122" y="624"/>
                  </a:lnTo>
                  <a:lnTo>
                    <a:pt x="1116" y="612"/>
                  </a:lnTo>
                  <a:lnTo>
                    <a:pt x="1116" y="594"/>
                  </a:lnTo>
                  <a:lnTo>
                    <a:pt x="1122" y="582"/>
                  </a:lnTo>
                  <a:lnTo>
                    <a:pt x="1116" y="594"/>
                  </a:lnTo>
                  <a:lnTo>
                    <a:pt x="1104" y="600"/>
                  </a:lnTo>
                  <a:lnTo>
                    <a:pt x="1080" y="624"/>
                  </a:lnTo>
                  <a:lnTo>
                    <a:pt x="1056" y="636"/>
                  </a:lnTo>
                  <a:lnTo>
                    <a:pt x="1050" y="636"/>
                  </a:lnTo>
                  <a:lnTo>
                    <a:pt x="1050" y="630"/>
                  </a:lnTo>
                  <a:lnTo>
                    <a:pt x="1056" y="618"/>
                  </a:lnTo>
                  <a:lnTo>
                    <a:pt x="1086" y="588"/>
                  </a:lnTo>
                  <a:lnTo>
                    <a:pt x="1092" y="576"/>
                  </a:lnTo>
                  <a:lnTo>
                    <a:pt x="1104" y="570"/>
                  </a:lnTo>
                  <a:lnTo>
                    <a:pt x="1068" y="570"/>
                  </a:lnTo>
                  <a:lnTo>
                    <a:pt x="1050" y="582"/>
                  </a:lnTo>
                  <a:lnTo>
                    <a:pt x="1026" y="582"/>
                  </a:lnTo>
                  <a:lnTo>
                    <a:pt x="984" y="606"/>
                  </a:lnTo>
                  <a:lnTo>
                    <a:pt x="960" y="606"/>
                  </a:lnTo>
                  <a:lnTo>
                    <a:pt x="954" y="636"/>
                  </a:lnTo>
                  <a:lnTo>
                    <a:pt x="918" y="624"/>
                  </a:lnTo>
                  <a:lnTo>
                    <a:pt x="882" y="630"/>
                  </a:lnTo>
                  <a:lnTo>
                    <a:pt x="894" y="660"/>
                  </a:lnTo>
                  <a:lnTo>
                    <a:pt x="846" y="648"/>
                  </a:lnTo>
                  <a:lnTo>
                    <a:pt x="828" y="654"/>
                  </a:lnTo>
                  <a:lnTo>
                    <a:pt x="834" y="678"/>
                  </a:lnTo>
                  <a:lnTo>
                    <a:pt x="792" y="690"/>
                  </a:lnTo>
                  <a:lnTo>
                    <a:pt x="792" y="654"/>
                  </a:lnTo>
                  <a:lnTo>
                    <a:pt x="762" y="654"/>
                  </a:lnTo>
                  <a:lnTo>
                    <a:pt x="774" y="678"/>
                  </a:lnTo>
                  <a:lnTo>
                    <a:pt x="750" y="660"/>
                  </a:lnTo>
                  <a:lnTo>
                    <a:pt x="750" y="690"/>
                  </a:lnTo>
                  <a:lnTo>
                    <a:pt x="726" y="690"/>
                  </a:lnTo>
                  <a:lnTo>
                    <a:pt x="726" y="660"/>
                  </a:lnTo>
                  <a:lnTo>
                    <a:pt x="738" y="654"/>
                  </a:lnTo>
                  <a:lnTo>
                    <a:pt x="744" y="648"/>
                  </a:lnTo>
                  <a:lnTo>
                    <a:pt x="708" y="642"/>
                  </a:lnTo>
                  <a:lnTo>
                    <a:pt x="708" y="684"/>
                  </a:lnTo>
                  <a:lnTo>
                    <a:pt x="678" y="696"/>
                  </a:lnTo>
                  <a:lnTo>
                    <a:pt x="696" y="708"/>
                  </a:lnTo>
                  <a:lnTo>
                    <a:pt x="660" y="714"/>
                  </a:lnTo>
                  <a:lnTo>
                    <a:pt x="672" y="726"/>
                  </a:lnTo>
                  <a:lnTo>
                    <a:pt x="630" y="726"/>
                  </a:lnTo>
                  <a:lnTo>
                    <a:pt x="630" y="738"/>
                  </a:lnTo>
                  <a:lnTo>
                    <a:pt x="660" y="750"/>
                  </a:lnTo>
                  <a:lnTo>
                    <a:pt x="654" y="762"/>
                  </a:lnTo>
                  <a:lnTo>
                    <a:pt x="618" y="744"/>
                  </a:lnTo>
                  <a:lnTo>
                    <a:pt x="600" y="750"/>
                  </a:lnTo>
                  <a:lnTo>
                    <a:pt x="624" y="762"/>
                  </a:lnTo>
                  <a:lnTo>
                    <a:pt x="606" y="780"/>
                  </a:lnTo>
                  <a:lnTo>
                    <a:pt x="594" y="762"/>
                  </a:lnTo>
                  <a:lnTo>
                    <a:pt x="576" y="768"/>
                  </a:lnTo>
                  <a:lnTo>
                    <a:pt x="576" y="780"/>
                  </a:lnTo>
                  <a:lnTo>
                    <a:pt x="546" y="780"/>
                  </a:lnTo>
                  <a:lnTo>
                    <a:pt x="540" y="792"/>
                  </a:lnTo>
                  <a:lnTo>
                    <a:pt x="564" y="804"/>
                  </a:lnTo>
                  <a:lnTo>
                    <a:pt x="564" y="822"/>
                  </a:lnTo>
                  <a:lnTo>
                    <a:pt x="528" y="810"/>
                  </a:lnTo>
                  <a:lnTo>
                    <a:pt x="522" y="822"/>
                  </a:lnTo>
                  <a:lnTo>
                    <a:pt x="552" y="834"/>
                  </a:lnTo>
                  <a:lnTo>
                    <a:pt x="504" y="834"/>
                  </a:lnTo>
                  <a:lnTo>
                    <a:pt x="504" y="852"/>
                  </a:lnTo>
                  <a:lnTo>
                    <a:pt x="492" y="846"/>
                  </a:lnTo>
                  <a:lnTo>
                    <a:pt x="486" y="846"/>
                  </a:lnTo>
                  <a:lnTo>
                    <a:pt x="474" y="852"/>
                  </a:lnTo>
                  <a:lnTo>
                    <a:pt x="468" y="858"/>
                  </a:lnTo>
                  <a:lnTo>
                    <a:pt x="456" y="858"/>
                  </a:lnTo>
                  <a:lnTo>
                    <a:pt x="456" y="870"/>
                  </a:lnTo>
                  <a:lnTo>
                    <a:pt x="462" y="876"/>
                  </a:lnTo>
                  <a:lnTo>
                    <a:pt x="456" y="876"/>
                  </a:lnTo>
                  <a:lnTo>
                    <a:pt x="450" y="882"/>
                  </a:lnTo>
                  <a:lnTo>
                    <a:pt x="444" y="882"/>
                  </a:lnTo>
                  <a:lnTo>
                    <a:pt x="444" y="900"/>
                  </a:lnTo>
                  <a:lnTo>
                    <a:pt x="480" y="900"/>
                  </a:lnTo>
                  <a:lnTo>
                    <a:pt x="468" y="912"/>
                  </a:lnTo>
                  <a:lnTo>
                    <a:pt x="432" y="906"/>
                  </a:lnTo>
                  <a:lnTo>
                    <a:pt x="420" y="912"/>
                  </a:lnTo>
                  <a:lnTo>
                    <a:pt x="414" y="918"/>
                  </a:lnTo>
                  <a:lnTo>
                    <a:pt x="414" y="930"/>
                  </a:lnTo>
                  <a:lnTo>
                    <a:pt x="420" y="936"/>
                  </a:lnTo>
                  <a:lnTo>
                    <a:pt x="420" y="948"/>
                  </a:lnTo>
                  <a:lnTo>
                    <a:pt x="408" y="954"/>
                  </a:lnTo>
                  <a:lnTo>
                    <a:pt x="390" y="954"/>
                  </a:lnTo>
                  <a:lnTo>
                    <a:pt x="390" y="972"/>
                  </a:lnTo>
                  <a:lnTo>
                    <a:pt x="408" y="990"/>
                  </a:lnTo>
                  <a:lnTo>
                    <a:pt x="408" y="996"/>
                  </a:lnTo>
                  <a:lnTo>
                    <a:pt x="402" y="1002"/>
                  </a:lnTo>
                  <a:lnTo>
                    <a:pt x="366" y="1002"/>
                  </a:lnTo>
                  <a:lnTo>
                    <a:pt x="360" y="1008"/>
                  </a:lnTo>
                  <a:lnTo>
                    <a:pt x="360" y="1026"/>
                  </a:lnTo>
                  <a:lnTo>
                    <a:pt x="354" y="1032"/>
                  </a:lnTo>
                  <a:lnTo>
                    <a:pt x="342" y="1032"/>
                  </a:lnTo>
                  <a:lnTo>
                    <a:pt x="336" y="1026"/>
                  </a:lnTo>
                  <a:lnTo>
                    <a:pt x="318" y="1026"/>
                  </a:lnTo>
                  <a:lnTo>
                    <a:pt x="294" y="1050"/>
                  </a:lnTo>
                  <a:lnTo>
                    <a:pt x="282" y="1050"/>
                  </a:lnTo>
                  <a:lnTo>
                    <a:pt x="270" y="1062"/>
                  </a:lnTo>
                  <a:lnTo>
                    <a:pt x="270" y="1068"/>
                  </a:lnTo>
                  <a:lnTo>
                    <a:pt x="276" y="1074"/>
                  </a:lnTo>
                  <a:lnTo>
                    <a:pt x="276" y="1080"/>
                  </a:lnTo>
                  <a:lnTo>
                    <a:pt x="264" y="1092"/>
                  </a:lnTo>
                  <a:lnTo>
                    <a:pt x="252" y="1092"/>
                  </a:lnTo>
                  <a:lnTo>
                    <a:pt x="246" y="1086"/>
                  </a:lnTo>
                  <a:lnTo>
                    <a:pt x="234" y="1080"/>
                  </a:lnTo>
                  <a:lnTo>
                    <a:pt x="234" y="1074"/>
                  </a:lnTo>
                  <a:lnTo>
                    <a:pt x="228" y="1074"/>
                  </a:lnTo>
                  <a:lnTo>
                    <a:pt x="204" y="1086"/>
                  </a:lnTo>
                  <a:lnTo>
                    <a:pt x="198" y="1092"/>
                  </a:lnTo>
                  <a:lnTo>
                    <a:pt x="180" y="1092"/>
                  </a:lnTo>
                  <a:lnTo>
                    <a:pt x="180" y="1110"/>
                  </a:lnTo>
                  <a:lnTo>
                    <a:pt x="186" y="1116"/>
                  </a:lnTo>
                  <a:lnTo>
                    <a:pt x="192" y="1116"/>
                  </a:lnTo>
                  <a:lnTo>
                    <a:pt x="192" y="1128"/>
                  </a:lnTo>
                  <a:lnTo>
                    <a:pt x="186" y="1128"/>
                  </a:lnTo>
                  <a:lnTo>
                    <a:pt x="174" y="1116"/>
                  </a:lnTo>
                  <a:lnTo>
                    <a:pt x="162" y="1116"/>
                  </a:lnTo>
                  <a:lnTo>
                    <a:pt x="156" y="1122"/>
                  </a:lnTo>
                  <a:lnTo>
                    <a:pt x="156" y="1134"/>
                  </a:lnTo>
                  <a:lnTo>
                    <a:pt x="168" y="1134"/>
                  </a:lnTo>
                  <a:lnTo>
                    <a:pt x="174" y="1140"/>
                  </a:lnTo>
                  <a:lnTo>
                    <a:pt x="180" y="1140"/>
                  </a:lnTo>
                  <a:lnTo>
                    <a:pt x="180" y="1152"/>
                  </a:lnTo>
                  <a:lnTo>
                    <a:pt x="138" y="1152"/>
                  </a:lnTo>
                  <a:lnTo>
                    <a:pt x="138" y="1146"/>
                  </a:lnTo>
                  <a:lnTo>
                    <a:pt x="132" y="1146"/>
                  </a:lnTo>
                  <a:lnTo>
                    <a:pt x="126" y="1158"/>
                  </a:lnTo>
                  <a:lnTo>
                    <a:pt x="126" y="1170"/>
                  </a:lnTo>
                  <a:lnTo>
                    <a:pt x="120" y="1164"/>
                  </a:lnTo>
                  <a:lnTo>
                    <a:pt x="102" y="1164"/>
                  </a:lnTo>
                  <a:lnTo>
                    <a:pt x="96" y="1158"/>
                  </a:lnTo>
                  <a:lnTo>
                    <a:pt x="90" y="1158"/>
                  </a:lnTo>
                  <a:lnTo>
                    <a:pt x="90" y="1164"/>
                  </a:lnTo>
                  <a:lnTo>
                    <a:pt x="96" y="1170"/>
                  </a:lnTo>
                  <a:lnTo>
                    <a:pt x="120" y="1182"/>
                  </a:lnTo>
                  <a:lnTo>
                    <a:pt x="132" y="1182"/>
                  </a:lnTo>
                  <a:lnTo>
                    <a:pt x="108" y="1200"/>
                  </a:lnTo>
                  <a:lnTo>
                    <a:pt x="108" y="1188"/>
                  </a:lnTo>
                  <a:lnTo>
                    <a:pt x="90" y="1188"/>
                  </a:lnTo>
                  <a:lnTo>
                    <a:pt x="84" y="1194"/>
                  </a:lnTo>
                  <a:lnTo>
                    <a:pt x="60" y="1182"/>
                  </a:lnTo>
                  <a:lnTo>
                    <a:pt x="54" y="1194"/>
                  </a:lnTo>
                  <a:lnTo>
                    <a:pt x="66" y="1200"/>
                  </a:lnTo>
                  <a:lnTo>
                    <a:pt x="30" y="1194"/>
                  </a:lnTo>
                  <a:lnTo>
                    <a:pt x="30" y="1212"/>
                  </a:lnTo>
                  <a:lnTo>
                    <a:pt x="78" y="1212"/>
                  </a:lnTo>
                  <a:lnTo>
                    <a:pt x="54" y="1218"/>
                  </a:lnTo>
                  <a:lnTo>
                    <a:pt x="18" y="1212"/>
                  </a:lnTo>
                  <a:lnTo>
                    <a:pt x="6" y="1224"/>
                  </a:lnTo>
                  <a:lnTo>
                    <a:pt x="6" y="1230"/>
                  </a:lnTo>
                  <a:lnTo>
                    <a:pt x="18" y="1242"/>
                  </a:lnTo>
                  <a:lnTo>
                    <a:pt x="36" y="1242"/>
                  </a:lnTo>
                  <a:lnTo>
                    <a:pt x="18" y="1248"/>
                  </a:lnTo>
                  <a:lnTo>
                    <a:pt x="12" y="1254"/>
                  </a:lnTo>
                  <a:lnTo>
                    <a:pt x="12" y="1260"/>
                  </a:lnTo>
                  <a:lnTo>
                    <a:pt x="66" y="1260"/>
                  </a:lnTo>
                  <a:lnTo>
                    <a:pt x="78" y="1272"/>
                  </a:lnTo>
                  <a:lnTo>
                    <a:pt x="96" y="1260"/>
                  </a:lnTo>
                  <a:lnTo>
                    <a:pt x="108" y="1272"/>
                  </a:lnTo>
                  <a:lnTo>
                    <a:pt x="138" y="1260"/>
                  </a:lnTo>
                  <a:lnTo>
                    <a:pt x="132" y="1266"/>
                  </a:lnTo>
                  <a:lnTo>
                    <a:pt x="126" y="1278"/>
                  </a:lnTo>
                  <a:lnTo>
                    <a:pt x="60" y="1278"/>
                  </a:lnTo>
                  <a:lnTo>
                    <a:pt x="54" y="1272"/>
                  </a:lnTo>
                  <a:lnTo>
                    <a:pt x="24" y="1272"/>
                  </a:lnTo>
                  <a:lnTo>
                    <a:pt x="12" y="1278"/>
                  </a:lnTo>
                  <a:lnTo>
                    <a:pt x="0" y="1278"/>
                  </a:lnTo>
                  <a:lnTo>
                    <a:pt x="6" y="1284"/>
                  </a:lnTo>
                  <a:lnTo>
                    <a:pt x="6" y="1296"/>
                  </a:lnTo>
                  <a:lnTo>
                    <a:pt x="12" y="1296"/>
                  </a:lnTo>
                  <a:lnTo>
                    <a:pt x="18" y="1302"/>
                  </a:lnTo>
                  <a:lnTo>
                    <a:pt x="30" y="1302"/>
                  </a:lnTo>
                  <a:lnTo>
                    <a:pt x="24" y="1308"/>
                  </a:lnTo>
                  <a:lnTo>
                    <a:pt x="18" y="1320"/>
                  </a:lnTo>
                  <a:lnTo>
                    <a:pt x="36" y="1338"/>
                  </a:lnTo>
                  <a:lnTo>
                    <a:pt x="48" y="1338"/>
                  </a:lnTo>
                  <a:lnTo>
                    <a:pt x="72" y="1320"/>
                  </a:lnTo>
                  <a:lnTo>
                    <a:pt x="102" y="1314"/>
                  </a:lnTo>
                  <a:lnTo>
                    <a:pt x="90" y="1338"/>
                  </a:lnTo>
                  <a:lnTo>
                    <a:pt x="78" y="1332"/>
                  </a:lnTo>
                  <a:lnTo>
                    <a:pt x="66" y="1350"/>
                  </a:lnTo>
                  <a:lnTo>
                    <a:pt x="30" y="1350"/>
                  </a:lnTo>
                  <a:lnTo>
                    <a:pt x="48" y="1368"/>
                  </a:lnTo>
                  <a:lnTo>
                    <a:pt x="24" y="1380"/>
                  </a:lnTo>
                  <a:lnTo>
                    <a:pt x="6" y="1380"/>
                  </a:lnTo>
                  <a:lnTo>
                    <a:pt x="6" y="1398"/>
                  </a:lnTo>
                  <a:lnTo>
                    <a:pt x="66" y="1398"/>
                  </a:lnTo>
                  <a:lnTo>
                    <a:pt x="54" y="1422"/>
                  </a:lnTo>
                  <a:lnTo>
                    <a:pt x="66" y="1422"/>
                  </a:lnTo>
                  <a:lnTo>
                    <a:pt x="54" y="1440"/>
                  </a:lnTo>
                  <a:lnTo>
                    <a:pt x="42" y="1434"/>
                  </a:lnTo>
                  <a:lnTo>
                    <a:pt x="36" y="1434"/>
                  </a:lnTo>
                  <a:lnTo>
                    <a:pt x="30" y="1428"/>
                  </a:lnTo>
                  <a:lnTo>
                    <a:pt x="18" y="1428"/>
                  </a:lnTo>
                  <a:lnTo>
                    <a:pt x="18" y="1440"/>
                  </a:lnTo>
                  <a:lnTo>
                    <a:pt x="24" y="1452"/>
                  </a:lnTo>
                  <a:lnTo>
                    <a:pt x="36" y="1464"/>
                  </a:lnTo>
                  <a:lnTo>
                    <a:pt x="84" y="1482"/>
                  </a:lnTo>
                  <a:lnTo>
                    <a:pt x="78" y="1488"/>
                  </a:lnTo>
                  <a:lnTo>
                    <a:pt x="84" y="1494"/>
                  </a:lnTo>
                  <a:lnTo>
                    <a:pt x="126" y="1494"/>
                  </a:lnTo>
                  <a:lnTo>
                    <a:pt x="132" y="1500"/>
                  </a:lnTo>
                  <a:lnTo>
                    <a:pt x="144" y="1500"/>
                  </a:lnTo>
                  <a:lnTo>
                    <a:pt x="192" y="1476"/>
                  </a:lnTo>
                  <a:lnTo>
                    <a:pt x="204" y="1464"/>
                  </a:lnTo>
                  <a:lnTo>
                    <a:pt x="216" y="1458"/>
                  </a:lnTo>
                  <a:lnTo>
                    <a:pt x="222" y="1452"/>
                  </a:lnTo>
                  <a:lnTo>
                    <a:pt x="258" y="1422"/>
                  </a:lnTo>
                  <a:lnTo>
                    <a:pt x="282" y="1422"/>
                  </a:lnTo>
                  <a:lnTo>
                    <a:pt x="294" y="1416"/>
                  </a:lnTo>
                  <a:lnTo>
                    <a:pt x="300" y="1410"/>
                  </a:lnTo>
                  <a:lnTo>
                    <a:pt x="300" y="1386"/>
                  </a:lnTo>
                  <a:lnTo>
                    <a:pt x="294" y="1380"/>
                  </a:lnTo>
                  <a:lnTo>
                    <a:pt x="294" y="1374"/>
                  </a:lnTo>
                  <a:lnTo>
                    <a:pt x="312" y="1368"/>
                  </a:lnTo>
                  <a:lnTo>
                    <a:pt x="306" y="1374"/>
                  </a:lnTo>
                  <a:lnTo>
                    <a:pt x="306" y="1380"/>
                  </a:lnTo>
                  <a:lnTo>
                    <a:pt x="300" y="1386"/>
                  </a:lnTo>
                  <a:lnTo>
                    <a:pt x="300" y="1392"/>
                  </a:lnTo>
                  <a:lnTo>
                    <a:pt x="312" y="1404"/>
                  </a:lnTo>
                  <a:lnTo>
                    <a:pt x="330" y="1410"/>
                  </a:lnTo>
                  <a:lnTo>
                    <a:pt x="342" y="1410"/>
                  </a:lnTo>
                  <a:lnTo>
                    <a:pt x="348" y="1416"/>
                  </a:lnTo>
                  <a:lnTo>
                    <a:pt x="354" y="1416"/>
                  </a:lnTo>
                  <a:lnTo>
                    <a:pt x="372" y="1434"/>
                  </a:lnTo>
                  <a:lnTo>
                    <a:pt x="378" y="1422"/>
                  </a:lnTo>
                  <a:lnTo>
                    <a:pt x="384" y="1416"/>
                  </a:lnTo>
                  <a:lnTo>
                    <a:pt x="384" y="1398"/>
                  </a:lnTo>
                  <a:lnTo>
                    <a:pt x="372" y="1386"/>
                  </a:lnTo>
                  <a:lnTo>
                    <a:pt x="372" y="1380"/>
                  </a:lnTo>
                  <a:lnTo>
                    <a:pt x="378" y="1374"/>
                  </a:lnTo>
                  <a:lnTo>
                    <a:pt x="384" y="1374"/>
                  </a:lnTo>
                  <a:lnTo>
                    <a:pt x="384" y="1368"/>
                  </a:lnTo>
                  <a:lnTo>
                    <a:pt x="378" y="1356"/>
                  </a:lnTo>
                  <a:lnTo>
                    <a:pt x="414" y="1356"/>
                  </a:lnTo>
                  <a:lnTo>
                    <a:pt x="420" y="1350"/>
                  </a:lnTo>
                  <a:lnTo>
                    <a:pt x="420" y="1326"/>
                  </a:lnTo>
                  <a:lnTo>
                    <a:pt x="426" y="1326"/>
                  </a:lnTo>
                  <a:lnTo>
                    <a:pt x="420" y="1314"/>
                  </a:lnTo>
                  <a:lnTo>
                    <a:pt x="420" y="1308"/>
                  </a:lnTo>
                  <a:lnTo>
                    <a:pt x="414" y="1302"/>
                  </a:lnTo>
                  <a:lnTo>
                    <a:pt x="414" y="1296"/>
                  </a:lnTo>
                  <a:lnTo>
                    <a:pt x="408" y="1284"/>
                  </a:lnTo>
                  <a:lnTo>
                    <a:pt x="402" y="1278"/>
                  </a:lnTo>
                  <a:lnTo>
                    <a:pt x="426" y="1272"/>
                  </a:lnTo>
                  <a:lnTo>
                    <a:pt x="438" y="1260"/>
                  </a:lnTo>
                  <a:lnTo>
                    <a:pt x="438" y="1248"/>
                  </a:lnTo>
                  <a:lnTo>
                    <a:pt x="420" y="1230"/>
                  </a:lnTo>
                  <a:lnTo>
                    <a:pt x="414" y="1230"/>
                  </a:lnTo>
                  <a:lnTo>
                    <a:pt x="402" y="1218"/>
                  </a:lnTo>
                  <a:lnTo>
                    <a:pt x="402" y="1200"/>
                  </a:lnTo>
                  <a:lnTo>
                    <a:pt x="408" y="1188"/>
                  </a:lnTo>
                  <a:lnTo>
                    <a:pt x="408" y="1176"/>
                  </a:lnTo>
                  <a:lnTo>
                    <a:pt x="384" y="1152"/>
                  </a:lnTo>
                  <a:lnTo>
                    <a:pt x="384" y="1140"/>
                  </a:lnTo>
                  <a:lnTo>
                    <a:pt x="390" y="1134"/>
                  </a:lnTo>
                  <a:lnTo>
                    <a:pt x="396" y="1134"/>
                  </a:lnTo>
                  <a:lnTo>
                    <a:pt x="402" y="1128"/>
                  </a:lnTo>
                  <a:lnTo>
                    <a:pt x="402" y="1122"/>
                  </a:lnTo>
                  <a:lnTo>
                    <a:pt x="396" y="1116"/>
                  </a:lnTo>
                  <a:lnTo>
                    <a:pt x="390" y="1116"/>
                  </a:lnTo>
                  <a:lnTo>
                    <a:pt x="384" y="1110"/>
                  </a:lnTo>
                  <a:lnTo>
                    <a:pt x="426" y="1068"/>
                  </a:lnTo>
                  <a:lnTo>
                    <a:pt x="438" y="1062"/>
                  </a:lnTo>
                  <a:lnTo>
                    <a:pt x="444" y="1056"/>
                  </a:lnTo>
                  <a:lnTo>
                    <a:pt x="456" y="1050"/>
                  </a:lnTo>
                  <a:lnTo>
                    <a:pt x="498" y="1050"/>
                  </a:lnTo>
                  <a:lnTo>
                    <a:pt x="504" y="1044"/>
                  </a:lnTo>
                  <a:lnTo>
                    <a:pt x="504" y="1038"/>
                  </a:lnTo>
                  <a:lnTo>
                    <a:pt x="486" y="1020"/>
                  </a:lnTo>
                  <a:lnTo>
                    <a:pt x="474" y="1014"/>
                  </a:lnTo>
                  <a:lnTo>
                    <a:pt x="486" y="1008"/>
                  </a:lnTo>
                  <a:lnTo>
                    <a:pt x="492" y="1008"/>
                  </a:lnTo>
                  <a:lnTo>
                    <a:pt x="522" y="978"/>
                  </a:lnTo>
                  <a:lnTo>
                    <a:pt x="528" y="936"/>
                  </a:lnTo>
                  <a:lnTo>
                    <a:pt x="528" y="900"/>
                  </a:lnTo>
                  <a:lnTo>
                    <a:pt x="546" y="912"/>
                  </a:lnTo>
                  <a:lnTo>
                    <a:pt x="558" y="906"/>
                  </a:lnTo>
                  <a:lnTo>
                    <a:pt x="564" y="906"/>
                  </a:lnTo>
                  <a:lnTo>
                    <a:pt x="570" y="900"/>
                  </a:lnTo>
                  <a:lnTo>
                    <a:pt x="576" y="900"/>
                  </a:lnTo>
                  <a:lnTo>
                    <a:pt x="576" y="894"/>
                  </a:lnTo>
                  <a:lnTo>
                    <a:pt x="570" y="888"/>
                  </a:lnTo>
                  <a:lnTo>
                    <a:pt x="570" y="882"/>
                  </a:lnTo>
                  <a:lnTo>
                    <a:pt x="564" y="876"/>
                  </a:lnTo>
                  <a:lnTo>
                    <a:pt x="582" y="876"/>
                  </a:lnTo>
                  <a:lnTo>
                    <a:pt x="588" y="870"/>
                  </a:lnTo>
                  <a:lnTo>
                    <a:pt x="588" y="864"/>
                  </a:lnTo>
                  <a:lnTo>
                    <a:pt x="594" y="858"/>
                  </a:lnTo>
                  <a:lnTo>
                    <a:pt x="606" y="852"/>
                  </a:lnTo>
                  <a:lnTo>
                    <a:pt x="612" y="852"/>
                  </a:lnTo>
                  <a:lnTo>
                    <a:pt x="618" y="834"/>
                  </a:lnTo>
                  <a:lnTo>
                    <a:pt x="612" y="828"/>
                  </a:lnTo>
                  <a:lnTo>
                    <a:pt x="600" y="822"/>
                  </a:lnTo>
                  <a:lnTo>
                    <a:pt x="600" y="810"/>
                  </a:lnTo>
                  <a:lnTo>
                    <a:pt x="606" y="810"/>
                  </a:lnTo>
                  <a:lnTo>
                    <a:pt x="618" y="804"/>
                  </a:lnTo>
                  <a:lnTo>
                    <a:pt x="636" y="786"/>
                  </a:lnTo>
                  <a:lnTo>
                    <a:pt x="678" y="780"/>
                  </a:lnTo>
                  <a:lnTo>
                    <a:pt x="696" y="780"/>
                  </a:lnTo>
                  <a:lnTo>
                    <a:pt x="702" y="774"/>
                  </a:lnTo>
                  <a:lnTo>
                    <a:pt x="702" y="744"/>
                  </a:lnTo>
                  <a:lnTo>
                    <a:pt x="714" y="732"/>
                  </a:lnTo>
                  <a:lnTo>
                    <a:pt x="720" y="738"/>
                  </a:lnTo>
                  <a:lnTo>
                    <a:pt x="720" y="750"/>
                  </a:lnTo>
                  <a:lnTo>
                    <a:pt x="744" y="744"/>
                  </a:lnTo>
                  <a:lnTo>
                    <a:pt x="768" y="750"/>
                  </a:lnTo>
                  <a:lnTo>
                    <a:pt x="792" y="750"/>
                  </a:lnTo>
                  <a:lnTo>
                    <a:pt x="798" y="756"/>
                  </a:lnTo>
                  <a:lnTo>
                    <a:pt x="810" y="756"/>
                  </a:lnTo>
                  <a:lnTo>
                    <a:pt x="816" y="750"/>
                  </a:lnTo>
                  <a:lnTo>
                    <a:pt x="810" y="750"/>
                  </a:lnTo>
                  <a:lnTo>
                    <a:pt x="798" y="738"/>
                  </a:lnTo>
                  <a:lnTo>
                    <a:pt x="798" y="732"/>
                  </a:lnTo>
                  <a:lnTo>
                    <a:pt x="810" y="732"/>
                  </a:lnTo>
                  <a:lnTo>
                    <a:pt x="810" y="708"/>
                  </a:lnTo>
                  <a:lnTo>
                    <a:pt x="840" y="714"/>
                  </a:lnTo>
                  <a:lnTo>
                    <a:pt x="834" y="708"/>
                  </a:lnTo>
                  <a:lnTo>
                    <a:pt x="840" y="702"/>
                  </a:lnTo>
                  <a:lnTo>
                    <a:pt x="858" y="708"/>
                  </a:lnTo>
                  <a:lnTo>
                    <a:pt x="858" y="696"/>
                  </a:lnTo>
                  <a:lnTo>
                    <a:pt x="864" y="690"/>
                  </a:lnTo>
                  <a:lnTo>
                    <a:pt x="882" y="690"/>
                  </a:lnTo>
                  <a:lnTo>
                    <a:pt x="888" y="696"/>
                  </a:lnTo>
                  <a:lnTo>
                    <a:pt x="894" y="708"/>
                  </a:lnTo>
                  <a:lnTo>
                    <a:pt x="906" y="714"/>
                  </a:lnTo>
                  <a:lnTo>
                    <a:pt x="918" y="726"/>
                  </a:lnTo>
                  <a:lnTo>
                    <a:pt x="930" y="726"/>
                  </a:lnTo>
                  <a:lnTo>
                    <a:pt x="942" y="732"/>
                  </a:lnTo>
                  <a:lnTo>
                    <a:pt x="960" y="732"/>
                  </a:lnTo>
                  <a:lnTo>
                    <a:pt x="966" y="738"/>
                  </a:lnTo>
                  <a:lnTo>
                    <a:pt x="978" y="738"/>
                  </a:lnTo>
                  <a:lnTo>
                    <a:pt x="990" y="732"/>
                  </a:lnTo>
                  <a:lnTo>
                    <a:pt x="996" y="726"/>
                  </a:lnTo>
                  <a:lnTo>
                    <a:pt x="1026" y="726"/>
                  </a:lnTo>
                  <a:lnTo>
                    <a:pt x="1038" y="732"/>
                  </a:lnTo>
                  <a:lnTo>
                    <a:pt x="1044" y="738"/>
                  </a:lnTo>
                  <a:lnTo>
                    <a:pt x="1062" y="738"/>
                  </a:lnTo>
                  <a:lnTo>
                    <a:pt x="1062" y="726"/>
                  </a:lnTo>
                  <a:lnTo>
                    <a:pt x="1068" y="720"/>
                  </a:lnTo>
                  <a:lnTo>
                    <a:pt x="1068" y="714"/>
                  </a:lnTo>
                  <a:lnTo>
                    <a:pt x="1092" y="714"/>
                  </a:lnTo>
                  <a:lnTo>
                    <a:pt x="1092" y="678"/>
                  </a:lnTo>
                  <a:lnTo>
                    <a:pt x="1098" y="672"/>
                  </a:lnTo>
                  <a:lnTo>
                    <a:pt x="1098" y="660"/>
                  </a:lnTo>
                  <a:lnTo>
                    <a:pt x="1110" y="654"/>
                  </a:lnTo>
                  <a:lnTo>
                    <a:pt x="1116" y="654"/>
                  </a:lnTo>
                  <a:lnTo>
                    <a:pt x="1128" y="648"/>
                  </a:lnTo>
                  <a:lnTo>
                    <a:pt x="1158" y="648"/>
                  </a:lnTo>
                  <a:lnTo>
                    <a:pt x="1170" y="642"/>
                  </a:lnTo>
                  <a:lnTo>
                    <a:pt x="1206" y="642"/>
                  </a:lnTo>
                  <a:lnTo>
                    <a:pt x="1206" y="654"/>
                  </a:lnTo>
                  <a:lnTo>
                    <a:pt x="1242" y="660"/>
                  </a:lnTo>
                  <a:lnTo>
                    <a:pt x="1248" y="660"/>
                  </a:lnTo>
                  <a:lnTo>
                    <a:pt x="1260" y="672"/>
                  </a:lnTo>
                  <a:lnTo>
                    <a:pt x="1266" y="684"/>
                  </a:lnTo>
                  <a:lnTo>
                    <a:pt x="1266" y="702"/>
                  </a:lnTo>
                  <a:lnTo>
                    <a:pt x="1260" y="702"/>
                  </a:lnTo>
                  <a:lnTo>
                    <a:pt x="1260" y="696"/>
                  </a:lnTo>
                  <a:lnTo>
                    <a:pt x="1254" y="696"/>
                  </a:lnTo>
                  <a:lnTo>
                    <a:pt x="1254" y="708"/>
                  </a:lnTo>
                  <a:lnTo>
                    <a:pt x="1278" y="708"/>
                  </a:lnTo>
                  <a:lnTo>
                    <a:pt x="1284" y="696"/>
                  </a:lnTo>
                  <a:lnTo>
                    <a:pt x="1284" y="690"/>
                  </a:lnTo>
                  <a:lnTo>
                    <a:pt x="1308" y="684"/>
                  </a:lnTo>
                  <a:lnTo>
                    <a:pt x="1314" y="672"/>
                  </a:lnTo>
                  <a:lnTo>
                    <a:pt x="1350" y="672"/>
                  </a:lnTo>
                  <a:lnTo>
                    <a:pt x="1362" y="660"/>
                  </a:lnTo>
                  <a:lnTo>
                    <a:pt x="1356" y="660"/>
                  </a:lnTo>
                  <a:close/>
                  <a:moveTo>
                    <a:pt x="564" y="726"/>
                  </a:moveTo>
                  <a:lnTo>
                    <a:pt x="540" y="738"/>
                  </a:lnTo>
                  <a:lnTo>
                    <a:pt x="546" y="756"/>
                  </a:lnTo>
                  <a:lnTo>
                    <a:pt x="576" y="756"/>
                  </a:lnTo>
                  <a:lnTo>
                    <a:pt x="570" y="738"/>
                  </a:lnTo>
                  <a:lnTo>
                    <a:pt x="564" y="726"/>
                  </a:lnTo>
                  <a:close/>
                  <a:moveTo>
                    <a:pt x="522" y="714"/>
                  </a:moveTo>
                  <a:lnTo>
                    <a:pt x="516" y="720"/>
                  </a:lnTo>
                  <a:lnTo>
                    <a:pt x="510" y="732"/>
                  </a:lnTo>
                  <a:lnTo>
                    <a:pt x="510" y="750"/>
                  </a:lnTo>
                  <a:lnTo>
                    <a:pt x="528" y="768"/>
                  </a:lnTo>
                  <a:lnTo>
                    <a:pt x="528" y="756"/>
                  </a:lnTo>
                  <a:lnTo>
                    <a:pt x="534" y="744"/>
                  </a:lnTo>
                  <a:lnTo>
                    <a:pt x="534" y="720"/>
                  </a:lnTo>
                  <a:lnTo>
                    <a:pt x="528" y="714"/>
                  </a:lnTo>
                  <a:lnTo>
                    <a:pt x="522" y="714"/>
                  </a:lnTo>
                  <a:close/>
                  <a:moveTo>
                    <a:pt x="606" y="738"/>
                  </a:moveTo>
                  <a:lnTo>
                    <a:pt x="618" y="732"/>
                  </a:lnTo>
                  <a:lnTo>
                    <a:pt x="624" y="732"/>
                  </a:lnTo>
                  <a:lnTo>
                    <a:pt x="630" y="726"/>
                  </a:lnTo>
                  <a:lnTo>
                    <a:pt x="618" y="720"/>
                  </a:lnTo>
                  <a:lnTo>
                    <a:pt x="588" y="720"/>
                  </a:lnTo>
                  <a:lnTo>
                    <a:pt x="576" y="732"/>
                  </a:lnTo>
                  <a:lnTo>
                    <a:pt x="582" y="744"/>
                  </a:lnTo>
                  <a:lnTo>
                    <a:pt x="606" y="738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20" name="Nigeria" descr="© INSCALE GmbH, 05.05.2010&#10;http://www.presentationload.com/">
              <a:extLst>
                <a:ext uri="{FF2B5EF4-FFF2-40B4-BE49-F238E27FC236}">
                  <a16:creationId xmlns:a16="http://schemas.microsoft.com/office/drawing/2014/main" id="{E732CCEC-A43D-4361-A1CA-C62DCFC59C2A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282662" y="2640057"/>
              <a:ext cx="327195" cy="301205"/>
            </a:xfrm>
            <a:custGeom>
              <a:avLst/>
              <a:gdLst>
                <a:gd name="T0" fmla="*/ 2147483647 w 840"/>
                <a:gd name="T1" fmla="*/ 2147483647 h 768"/>
                <a:gd name="T2" fmla="*/ 2147483647 w 840"/>
                <a:gd name="T3" fmla="*/ 2147483647 h 768"/>
                <a:gd name="T4" fmla="*/ 2147483647 w 840"/>
                <a:gd name="T5" fmla="*/ 2147483647 h 768"/>
                <a:gd name="T6" fmla="*/ 2147483647 w 840"/>
                <a:gd name="T7" fmla="*/ 2147483647 h 768"/>
                <a:gd name="T8" fmla="*/ 2147483647 w 840"/>
                <a:gd name="T9" fmla="*/ 2147483647 h 768"/>
                <a:gd name="T10" fmla="*/ 2147483647 w 840"/>
                <a:gd name="T11" fmla="*/ 2147483647 h 768"/>
                <a:gd name="T12" fmla="*/ 2147483647 w 840"/>
                <a:gd name="T13" fmla="*/ 2147483647 h 768"/>
                <a:gd name="T14" fmla="*/ 2147483647 w 840"/>
                <a:gd name="T15" fmla="*/ 2147483647 h 768"/>
                <a:gd name="T16" fmla="*/ 2147483647 w 840"/>
                <a:gd name="T17" fmla="*/ 2147483647 h 768"/>
                <a:gd name="T18" fmla="*/ 2147483647 w 840"/>
                <a:gd name="T19" fmla="*/ 2147483647 h 768"/>
                <a:gd name="T20" fmla="*/ 2147483647 w 840"/>
                <a:gd name="T21" fmla="*/ 2147483647 h 768"/>
                <a:gd name="T22" fmla="*/ 2147483647 w 840"/>
                <a:gd name="T23" fmla="*/ 2147483647 h 768"/>
                <a:gd name="T24" fmla="*/ 2147483647 w 840"/>
                <a:gd name="T25" fmla="*/ 2147483647 h 768"/>
                <a:gd name="T26" fmla="*/ 2147483647 w 840"/>
                <a:gd name="T27" fmla="*/ 2147483647 h 768"/>
                <a:gd name="T28" fmla="*/ 2147483647 w 840"/>
                <a:gd name="T29" fmla="*/ 2147483647 h 768"/>
                <a:gd name="T30" fmla="*/ 2147483647 w 840"/>
                <a:gd name="T31" fmla="*/ 2147483647 h 768"/>
                <a:gd name="T32" fmla="*/ 2147483647 w 840"/>
                <a:gd name="T33" fmla="*/ 2147483647 h 768"/>
                <a:gd name="T34" fmla="*/ 2147483647 w 840"/>
                <a:gd name="T35" fmla="*/ 2147483647 h 768"/>
                <a:gd name="T36" fmla="*/ 2147483647 w 840"/>
                <a:gd name="T37" fmla="*/ 2147483647 h 768"/>
                <a:gd name="T38" fmla="*/ 2147483647 w 840"/>
                <a:gd name="T39" fmla="*/ 2147483647 h 768"/>
                <a:gd name="T40" fmla="*/ 2147483647 w 840"/>
                <a:gd name="T41" fmla="*/ 2147483647 h 768"/>
                <a:gd name="T42" fmla="*/ 2147483647 w 840"/>
                <a:gd name="T43" fmla="*/ 2147483647 h 768"/>
                <a:gd name="T44" fmla="*/ 2147483647 w 840"/>
                <a:gd name="T45" fmla="*/ 2147483647 h 768"/>
                <a:gd name="T46" fmla="*/ 2147483647 w 840"/>
                <a:gd name="T47" fmla="*/ 2147483647 h 768"/>
                <a:gd name="T48" fmla="*/ 2147483647 w 840"/>
                <a:gd name="T49" fmla="*/ 2147483647 h 768"/>
                <a:gd name="T50" fmla="*/ 2147483647 w 840"/>
                <a:gd name="T51" fmla="*/ 2147483647 h 768"/>
                <a:gd name="T52" fmla="*/ 2147483647 w 840"/>
                <a:gd name="T53" fmla="*/ 2147483647 h 768"/>
                <a:gd name="T54" fmla="*/ 2147483647 w 840"/>
                <a:gd name="T55" fmla="*/ 2147483647 h 768"/>
                <a:gd name="T56" fmla="*/ 2147483647 w 840"/>
                <a:gd name="T57" fmla="*/ 2147483647 h 768"/>
                <a:gd name="T58" fmla="*/ 2147483647 w 840"/>
                <a:gd name="T59" fmla="*/ 2147483647 h 768"/>
                <a:gd name="T60" fmla="*/ 2147483647 w 840"/>
                <a:gd name="T61" fmla="*/ 2147483647 h 768"/>
                <a:gd name="T62" fmla="*/ 2147483647 w 840"/>
                <a:gd name="T63" fmla="*/ 2147483647 h 768"/>
                <a:gd name="T64" fmla="*/ 2147483647 w 840"/>
                <a:gd name="T65" fmla="*/ 2147483647 h 768"/>
                <a:gd name="T66" fmla="*/ 2147483647 w 840"/>
                <a:gd name="T67" fmla="*/ 2147483647 h 768"/>
                <a:gd name="T68" fmla="*/ 2147483647 w 840"/>
                <a:gd name="T69" fmla="*/ 2147483647 h 768"/>
                <a:gd name="T70" fmla="*/ 2147483647 w 840"/>
                <a:gd name="T71" fmla="*/ 2147483647 h 768"/>
                <a:gd name="T72" fmla="*/ 2147483647 w 840"/>
                <a:gd name="T73" fmla="*/ 2147483647 h 768"/>
                <a:gd name="T74" fmla="*/ 2147483647 w 840"/>
                <a:gd name="T75" fmla="*/ 2147483647 h 768"/>
                <a:gd name="T76" fmla="*/ 2147483647 w 840"/>
                <a:gd name="T77" fmla="*/ 2147483647 h 768"/>
                <a:gd name="T78" fmla="*/ 2147483647 w 840"/>
                <a:gd name="T79" fmla="*/ 2147483647 h 768"/>
                <a:gd name="T80" fmla="*/ 2147483647 w 840"/>
                <a:gd name="T81" fmla="*/ 2147483647 h 768"/>
                <a:gd name="T82" fmla="*/ 2147483647 w 840"/>
                <a:gd name="T83" fmla="*/ 2147483647 h 768"/>
                <a:gd name="T84" fmla="*/ 2147483647 w 840"/>
                <a:gd name="T85" fmla="*/ 2147483647 h 768"/>
                <a:gd name="T86" fmla="*/ 2147483647 w 840"/>
                <a:gd name="T87" fmla="*/ 2147483647 h 768"/>
                <a:gd name="T88" fmla="*/ 2147483647 w 840"/>
                <a:gd name="T89" fmla="*/ 2147483647 h 768"/>
                <a:gd name="T90" fmla="*/ 2147483647 w 840"/>
                <a:gd name="T91" fmla="*/ 2147483647 h 768"/>
                <a:gd name="T92" fmla="*/ 2147483647 w 840"/>
                <a:gd name="T93" fmla="*/ 2147483647 h 768"/>
                <a:gd name="T94" fmla="*/ 2147483647 w 840"/>
                <a:gd name="T95" fmla="*/ 2147483647 h 768"/>
                <a:gd name="T96" fmla="*/ 2147483647 w 840"/>
                <a:gd name="T97" fmla="*/ 2147483647 h 768"/>
                <a:gd name="T98" fmla="*/ 2147483647 w 840"/>
                <a:gd name="T99" fmla="*/ 2147483647 h 768"/>
                <a:gd name="T100" fmla="*/ 2147483647 w 840"/>
                <a:gd name="T101" fmla="*/ 2147483647 h 768"/>
                <a:gd name="T102" fmla="*/ 2147483647 w 840"/>
                <a:gd name="T103" fmla="*/ 2147483647 h 768"/>
                <a:gd name="T104" fmla="*/ 2147483647 w 840"/>
                <a:gd name="T105" fmla="*/ 2147483647 h 768"/>
                <a:gd name="T106" fmla="*/ 2147483647 w 840"/>
                <a:gd name="T107" fmla="*/ 2147483647 h 768"/>
                <a:gd name="T108" fmla="*/ 2147483647 w 840"/>
                <a:gd name="T109" fmla="*/ 2147483647 h 768"/>
                <a:gd name="T110" fmla="*/ 2147483647 w 840"/>
                <a:gd name="T111" fmla="*/ 2147483647 h 768"/>
                <a:gd name="T112" fmla="*/ 2147483647 w 840"/>
                <a:gd name="T113" fmla="*/ 2147483647 h 768"/>
                <a:gd name="T114" fmla="*/ 2147483647 w 840"/>
                <a:gd name="T115" fmla="*/ 2147483647 h 768"/>
                <a:gd name="T116" fmla="*/ 2147483647 w 840"/>
                <a:gd name="T117" fmla="*/ 2147483647 h 768"/>
                <a:gd name="T118" fmla="*/ 2147483647 w 840"/>
                <a:gd name="T119" fmla="*/ 2147483647 h 76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840"/>
                <a:gd name="T181" fmla="*/ 0 h 768"/>
                <a:gd name="T182" fmla="*/ 840 w 840"/>
                <a:gd name="T183" fmla="*/ 768 h 76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840" h="768">
                  <a:moveTo>
                    <a:pt x="420" y="738"/>
                  </a:moveTo>
                  <a:lnTo>
                    <a:pt x="420" y="732"/>
                  </a:lnTo>
                  <a:lnTo>
                    <a:pt x="426" y="726"/>
                  </a:lnTo>
                  <a:lnTo>
                    <a:pt x="426" y="714"/>
                  </a:lnTo>
                  <a:lnTo>
                    <a:pt x="432" y="702"/>
                  </a:lnTo>
                  <a:lnTo>
                    <a:pt x="432" y="648"/>
                  </a:lnTo>
                  <a:lnTo>
                    <a:pt x="498" y="594"/>
                  </a:lnTo>
                  <a:lnTo>
                    <a:pt x="498" y="588"/>
                  </a:lnTo>
                  <a:lnTo>
                    <a:pt x="504" y="582"/>
                  </a:lnTo>
                  <a:lnTo>
                    <a:pt x="516" y="558"/>
                  </a:lnTo>
                  <a:lnTo>
                    <a:pt x="522" y="552"/>
                  </a:lnTo>
                  <a:lnTo>
                    <a:pt x="528" y="552"/>
                  </a:lnTo>
                  <a:lnTo>
                    <a:pt x="534" y="558"/>
                  </a:lnTo>
                  <a:lnTo>
                    <a:pt x="546" y="564"/>
                  </a:lnTo>
                  <a:lnTo>
                    <a:pt x="552" y="564"/>
                  </a:lnTo>
                  <a:lnTo>
                    <a:pt x="558" y="558"/>
                  </a:lnTo>
                  <a:lnTo>
                    <a:pt x="558" y="546"/>
                  </a:lnTo>
                  <a:lnTo>
                    <a:pt x="552" y="540"/>
                  </a:lnTo>
                  <a:lnTo>
                    <a:pt x="564" y="540"/>
                  </a:lnTo>
                  <a:lnTo>
                    <a:pt x="570" y="552"/>
                  </a:lnTo>
                  <a:lnTo>
                    <a:pt x="582" y="564"/>
                  </a:lnTo>
                  <a:lnTo>
                    <a:pt x="588" y="576"/>
                  </a:lnTo>
                  <a:lnTo>
                    <a:pt x="588" y="582"/>
                  </a:lnTo>
                  <a:lnTo>
                    <a:pt x="594" y="594"/>
                  </a:lnTo>
                  <a:lnTo>
                    <a:pt x="600" y="600"/>
                  </a:lnTo>
                  <a:lnTo>
                    <a:pt x="606" y="600"/>
                  </a:lnTo>
                  <a:lnTo>
                    <a:pt x="624" y="582"/>
                  </a:lnTo>
                  <a:lnTo>
                    <a:pt x="624" y="570"/>
                  </a:lnTo>
                  <a:lnTo>
                    <a:pt x="630" y="558"/>
                  </a:lnTo>
                  <a:lnTo>
                    <a:pt x="642" y="552"/>
                  </a:lnTo>
                  <a:lnTo>
                    <a:pt x="648" y="546"/>
                  </a:lnTo>
                  <a:lnTo>
                    <a:pt x="648" y="516"/>
                  </a:lnTo>
                  <a:lnTo>
                    <a:pt x="672" y="486"/>
                  </a:lnTo>
                  <a:lnTo>
                    <a:pt x="684" y="438"/>
                  </a:lnTo>
                  <a:lnTo>
                    <a:pt x="696" y="432"/>
                  </a:lnTo>
                  <a:lnTo>
                    <a:pt x="702" y="426"/>
                  </a:lnTo>
                  <a:lnTo>
                    <a:pt x="714" y="420"/>
                  </a:lnTo>
                  <a:lnTo>
                    <a:pt x="720" y="414"/>
                  </a:lnTo>
                  <a:lnTo>
                    <a:pt x="720" y="402"/>
                  </a:lnTo>
                  <a:lnTo>
                    <a:pt x="726" y="384"/>
                  </a:lnTo>
                  <a:lnTo>
                    <a:pt x="726" y="354"/>
                  </a:lnTo>
                  <a:lnTo>
                    <a:pt x="744" y="354"/>
                  </a:lnTo>
                  <a:lnTo>
                    <a:pt x="750" y="348"/>
                  </a:lnTo>
                  <a:lnTo>
                    <a:pt x="756" y="330"/>
                  </a:lnTo>
                  <a:lnTo>
                    <a:pt x="756" y="300"/>
                  </a:lnTo>
                  <a:lnTo>
                    <a:pt x="762" y="294"/>
                  </a:lnTo>
                  <a:lnTo>
                    <a:pt x="768" y="264"/>
                  </a:lnTo>
                  <a:lnTo>
                    <a:pt x="774" y="252"/>
                  </a:lnTo>
                  <a:lnTo>
                    <a:pt x="786" y="240"/>
                  </a:lnTo>
                  <a:lnTo>
                    <a:pt x="786" y="234"/>
                  </a:lnTo>
                  <a:lnTo>
                    <a:pt x="792" y="228"/>
                  </a:lnTo>
                  <a:lnTo>
                    <a:pt x="792" y="222"/>
                  </a:lnTo>
                  <a:lnTo>
                    <a:pt x="798" y="216"/>
                  </a:lnTo>
                  <a:lnTo>
                    <a:pt x="798" y="210"/>
                  </a:lnTo>
                  <a:lnTo>
                    <a:pt x="810" y="210"/>
                  </a:lnTo>
                  <a:lnTo>
                    <a:pt x="822" y="204"/>
                  </a:lnTo>
                  <a:lnTo>
                    <a:pt x="840" y="186"/>
                  </a:lnTo>
                  <a:lnTo>
                    <a:pt x="840" y="174"/>
                  </a:lnTo>
                  <a:lnTo>
                    <a:pt x="834" y="168"/>
                  </a:lnTo>
                  <a:lnTo>
                    <a:pt x="834" y="162"/>
                  </a:lnTo>
                  <a:lnTo>
                    <a:pt x="840" y="156"/>
                  </a:lnTo>
                  <a:lnTo>
                    <a:pt x="840" y="126"/>
                  </a:lnTo>
                  <a:lnTo>
                    <a:pt x="810" y="126"/>
                  </a:lnTo>
                  <a:lnTo>
                    <a:pt x="810" y="120"/>
                  </a:lnTo>
                  <a:lnTo>
                    <a:pt x="804" y="108"/>
                  </a:lnTo>
                  <a:lnTo>
                    <a:pt x="804" y="60"/>
                  </a:lnTo>
                  <a:lnTo>
                    <a:pt x="774" y="12"/>
                  </a:lnTo>
                  <a:lnTo>
                    <a:pt x="756" y="12"/>
                  </a:lnTo>
                  <a:lnTo>
                    <a:pt x="750" y="18"/>
                  </a:lnTo>
                  <a:lnTo>
                    <a:pt x="750" y="24"/>
                  </a:lnTo>
                  <a:lnTo>
                    <a:pt x="744" y="30"/>
                  </a:lnTo>
                  <a:lnTo>
                    <a:pt x="744" y="36"/>
                  </a:lnTo>
                  <a:lnTo>
                    <a:pt x="720" y="36"/>
                  </a:lnTo>
                  <a:lnTo>
                    <a:pt x="714" y="42"/>
                  </a:lnTo>
                  <a:lnTo>
                    <a:pt x="702" y="48"/>
                  </a:lnTo>
                  <a:lnTo>
                    <a:pt x="696" y="54"/>
                  </a:lnTo>
                  <a:lnTo>
                    <a:pt x="684" y="60"/>
                  </a:lnTo>
                  <a:lnTo>
                    <a:pt x="654" y="60"/>
                  </a:lnTo>
                  <a:lnTo>
                    <a:pt x="648" y="54"/>
                  </a:lnTo>
                  <a:lnTo>
                    <a:pt x="636" y="48"/>
                  </a:lnTo>
                  <a:lnTo>
                    <a:pt x="600" y="36"/>
                  </a:lnTo>
                  <a:lnTo>
                    <a:pt x="546" y="36"/>
                  </a:lnTo>
                  <a:lnTo>
                    <a:pt x="528" y="42"/>
                  </a:lnTo>
                  <a:lnTo>
                    <a:pt x="516" y="54"/>
                  </a:lnTo>
                  <a:lnTo>
                    <a:pt x="504" y="60"/>
                  </a:lnTo>
                  <a:lnTo>
                    <a:pt x="492" y="84"/>
                  </a:lnTo>
                  <a:lnTo>
                    <a:pt x="486" y="90"/>
                  </a:lnTo>
                  <a:lnTo>
                    <a:pt x="480" y="90"/>
                  </a:lnTo>
                  <a:lnTo>
                    <a:pt x="468" y="84"/>
                  </a:lnTo>
                  <a:lnTo>
                    <a:pt x="438" y="84"/>
                  </a:lnTo>
                  <a:lnTo>
                    <a:pt x="414" y="72"/>
                  </a:lnTo>
                  <a:lnTo>
                    <a:pt x="402" y="60"/>
                  </a:lnTo>
                  <a:lnTo>
                    <a:pt x="390" y="54"/>
                  </a:lnTo>
                  <a:lnTo>
                    <a:pt x="384" y="48"/>
                  </a:lnTo>
                  <a:lnTo>
                    <a:pt x="372" y="42"/>
                  </a:lnTo>
                  <a:lnTo>
                    <a:pt x="360" y="42"/>
                  </a:lnTo>
                  <a:lnTo>
                    <a:pt x="336" y="54"/>
                  </a:lnTo>
                  <a:lnTo>
                    <a:pt x="324" y="66"/>
                  </a:lnTo>
                  <a:lnTo>
                    <a:pt x="312" y="72"/>
                  </a:lnTo>
                  <a:lnTo>
                    <a:pt x="306" y="72"/>
                  </a:lnTo>
                  <a:lnTo>
                    <a:pt x="294" y="66"/>
                  </a:lnTo>
                  <a:lnTo>
                    <a:pt x="288" y="60"/>
                  </a:lnTo>
                  <a:lnTo>
                    <a:pt x="288" y="54"/>
                  </a:lnTo>
                  <a:lnTo>
                    <a:pt x="282" y="48"/>
                  </a:lnTo>
                  <a:lnTo>
                    <a:pt x="282" y="42"/>
                  </a:lnTo>
                  <a:lnTo>
                    <a:pt x="258" y="18"/>
                  </a:lnTo>
                  <a:lnTo>
                    <a:pt x="222" y="18"/>
                  </a:lnTo>
                  <a:lnTo>
                    <a:pt x="222" y="12"/>
                  </a:lnTo>
                  <a:lnTo>
                    <a:pt x="210" y="0"/>
                  </a:lnTo>
                  <a:lnTo>
                    <a:pt x="198" y="0"/>
                  </a:lnTo>
                  <a:lnTo>
                    <a:pt x="186" y="6"/>
                  </a:lnTo>
                  <a:lnTo>
                    <a:pt x="180" y="6"/>
                  </a:lnTo>
                  <a:lnTo>
                    <a:pt x="180" y="12"/>
                  </a:lnTo>
                  <a:lnTo>
                    <a:pt x="126" y="12"/>
                  </a:lnTo>
                  <a:lnTo>
                    <a:pt x="102" y="36"/>
                  </a:lnTo>
                  <a:lnTo>
                    <a:pt x="102" y="60"/>
                  </a:lnTo>
                  <a:lnTo>
                    <a:pt x="96" y="78"/>
                  </a:lnTo>
                  <a:lnTo>
                    <a:pt x="90" y="90"/>
                  </a:lnTo>
                  <a:lnTo>
                    <a:pt x="84" y="96"/>
                  </a:lnTo>
                  <a:lnTo>
                    <a:pt x="78" y="108"/>
                  </a:lnTo>
                  <a:lnTo>
                    <a:pt x="72" y="114"/>
                  </a:lnTo>
                  <a:lnTo>
                    <a:pt x="66" y="114"/>
                  </a:lnTo>
                  <a:lnTo>
                    <a:pt x="66" y="168"/>
                  </a:lnTo>
                  <a:lnTo>
                    <a:pt x="60" y="180"/>
                  </a:lnTo>
                  <a:lnTo>
                    <a:pt x="60" y="186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72" y="222"/>
                  </a:lnTo>
                  <a:lnTo>
                    <a:pt x="78" y="234"/>
                  </a:lnTo>
                  <a:lnTo>
                    <a:pt x="78" y="246"/>
                  </a:lnTo>
                  <a:lnTo>
                    <a:pt x="84" y="252"/>
                  </a:lnTo>
                  <a:lnTo>
                    <a:pt x="84" y="264"/>
                  </a:lnTo>
                  <a:lnTo>
                    <a:pt x="78" y="270"/>
                  </a:lnTo>
                  <a:lnTo>
                    <a:pt x="72" y="270"/>
                  </a:lnTo>
                  <a:lnTo>
                    <a:pt x="60" y="276"/>
                  </a:lnTo>
                  <a:lnTo>
                    <a:pt x="60" y="318"/>
                  </a:lnTo>
                  <a:lnTo>
                    <a:pt x="48" y="324"/>
                  </a:lnTo>
                  <a:lnTo>
                    <a:pt x="42" y="336"/>
                  </a:lnTo>
                  <a:lnTo>
                    <a:pt x="36" y="342"/>
                  </a:lnTo>
                  <a:lnTo>
                    <a:pt x="36" y="372"/>
                  </a:lnTo>
                  <a:lnTo>
                    <a:pt x="24" y="396"/>
                  </a:lnTo>
                  <a:lnTo>
                    <a:pt x="6" y="396"/>
                  </a:lnTo>
                  <a:lnTo>
                    <a:pt x="0" y="426"/>
                  </a:lnTo>
                  <a:lnTo>
                    <a:pt x="6" y="462"/>
                  </a:lnTo>
                  <a:lnTo>
                    <a:pt x="0" y="492"/>
                  </a:lnTo>
                  <a:lnTo>
                    <a:pt x="0" y="606"/>
                  </a:lnTo>
                  <a:lnTo>
                    <a:pt x="6" y="612"/>
                  </a:lnTo>
                  <a:lnTo>
                    <a:pt x="30" y="612"/>
                  </a:lnTo>
                  <a:lnTo>
                    <a:pt x="54" y="600"/>
                  </a:lnTo>
                  <a:lnTo>
                    <a:pt x="60" y="594"/>
                  </a:lnTo>
                  <a:lnTo>
                    <a:pt x="66" y="600"/>
                  </a:lnTo>
                  <a:lnTo>
                    <a:pt x="108" y="600"/>
                  </a:lnTo>
                  <a:lnTo>
                    <a:pt x="126" y="606"/>
                  </a:lnTo>
                  <a:lnTo>
                    <a:pt x="138" y="618"/>
                  </a:lnTo>
                  <a:lnTo>
                    <a:pt x="150" y="636"/>
                  </a:lnTo>
                  <a:lnTo>
                    <a:pt x="156" y="648"/>
                  </a:lnTo>
                  <a:lnTo>
                    <a:pt x="168" y="660"/>
                  </a:lnTo>
                  <a:lnTo>
                    <a:pt x="186" y="660"/>
                  </a:lnTo>
                  <a:lnTo>
                    <a:pt x="180" y="666"/>
                  </a:lnTo>
                  <a:lnTo>
                    <a:pt x="180" y="678"/>
                  </a:lnTo>
                  <a:lnTo>
                    <a:pt x="174" y="684"/>
                  </a:lnTo>
                  <a:lnTo>
                    <a:pt x="186" y="684"/>
                  </a:lnTo>
                  <a:lnTo>
                    <a:pt x="198" y="678"/>
                  </a:lnTo>
                  <a:lnTo>
                    <a:pt x="198" y="684"/>
                  </a:lnTo>
                  <a:lnTo>
                    <a:pt x="192" y="690"/>
                  </a:lnTo>
                  <a:lnTo>
                    <a:pt x="186" y="702"/>
                  </a:lnTo>
                  <a:lnTo>
                    <a:pt x="186" y="714"/>
                  </a:lnTo>
                  <a:lnTo>
                    <a:pt x="204" y="750"/>
                  </a:lnTo>
                  <a:lnTo>
                    <a:pt x="216" y="762"/>
                  </a:lnTo>
                  <a:lnTo>
                    <a:pt x="234" y="768"/>
                  </a:lnTo>
                  <a:lnTo>
                    <a:pt x="270" y="768"/>
                  </a:lnTo>
                  <a:lnTo>
                    <a:pt x="276" y="762"/>
                  </a:lnTo>
                  <a:lnTo>
                    <a:pt x="282" y="762"/>
                  </a:lnTo>
                  <a:lnTo>
                    <a:pt x="288" y="738"/>
                  </a:lnTo>
                  <a:lnTo>
                    <a:pt x="312" y="750"/>
                  </a:lnTo>
                  <a:lnTo>
                    <a:pt x="336" y="744"/>
                  </a:lnTo>
                  <a:lnTo>
                    <a:pt x="354" y="756"/>
                  </a:lnTo>
                  <a:lnTo>
                    <a:pt x="396" y="756"/>
                  </a:lnTo>
                  <a:lnTo>
                    <a:pt x="396" y="732"/>
                  </a:lnTo>
                  <a:lnTo>
                    <a:pt x="420" y="732"/>
                  </a:lnTo>
                  <a:lnTo>
                    <a:pt x="420" y="738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21" name="Niger" descr="© INSCALE GmbH, 05.05.2010&#10;http://www.presentationload.com/">
              <a:extLst>
                <a:ext uri="{FF2B5EF4-FFF2-40B4-BE49-F238E27FC236}">
                  <a16:creationId xmlns:a16="http://schemas.microsoft.com/office/drawing/2014/main" id="{2C88A0CA-D563-485F-9573-E710CDCB142C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213858" y="2337326"/>
              <a:ext cx="434225" cy="368478"/>
            </a:xfrm>
            <a:custGeom>
              <a:avLst/>
              <a:gdLst>
                <a:gd name="T0" fmla="*/ 2147483647 w 1110"/>
                <a:gd name="T1" fmla="*/ 2147483647 h 942"/>
                <a:gd name="T2" fmla="*/ 2147483647 w 1110"/>
                <a:gd name="T3" fmla="*/ 2147483647 h 942"/>
                <a:gd name="T4" fmla="*/ 2147483647 w 1110"/>
                <a:gd name="T5" fmla="*/ 2147483647 h 942"/>
                <a:gd name="T6" fmla="*/ 2147483647 w 1110"/>
                <a:gd name="T7" fmla="*/ 2147483647 h 942"/>
                <a:gd name="T8" fmla="*/ 2147483647 w 1110"/>
                <a:gd name="T9" fmla="*/ 2147483647 h 942"/>
                <a:gd name="T10" fmla="*/ 2147483647 w 1110"/>
                <a:gd name="T11" fmla="*/ 2147483647 h 942"/>
                <a:gd name="T12" fmla="*/ 2147483647 w 1110"/>
                <a:gd name="T13" fmla="*/ 2147483647 h 942"/>
                <a:gd name="T14" fmla="*/ 2147483647 w 1110"/>
                <a:gd name="T15" fmla="*/ 2147483647 h 942"/>
                <a:gd name="T16" fmla="*/ 2147483647 w 1110"/>
                <a:gd name="T17" fmla="*/ 2147483647 h 942"/>
                <a:gd name="T18" fmla="*/ 2147483647 w 1110"/>
                <a:gd name="T19" fmla="*/ 2147483647 h 942"/>
                <a:gd name="T20" fmla="*/ 2147483647 w 1110"/>
                <a:gd name="T21" fmla="*/ 2147483647 h 942"/>
                <a:gd name="T22" fmla="*/ 2147483647 w 1110"/>
                <a:gd name="T23" fmla="*/ 2147483647 h 942"/>
                <a:gd name="T24" fmla="*/ 2147483647 w 1110"/>
                <a:gd name="T25" fmla="*/ 2147483647 h 942"/>
                <a:gd name="T26" fmla="*/ 2147483647 w 1110"/>
                <a:gd name="T27" fmla="*/ 2147483647 h 942"/>
                <a:gd name="T28" fmla="*/ 2147483647 w 1110"/>
                <a:gd name="T29" fmla="*/ 2147483647 h 942"/>
                <a:gd name="T30" fmla="*/ 2147483647 w 1110"/>
                <a:gd name="T31" fmla="*/ 2147483647 h 942"/>
                <a:gd name="T32" fmla="*/ 2147483647 w 1110"/>
                <a:gd name="T33" fmla="*/ 2147483647 h 942"/>
                <a:gd name="T34" fmla="*/ 2147483647 w 1110"/>
                <a:gd name="T35" fmla="*/ 2147483647 h 942"/>
                <a:gd name="T36" fmla="*/ 2147483647 w 1110"/>
                <a:gd name="T37" fmla="*/ 2147483647 h 942"/>
                <a:gd name="T38" fmla="*/ 2147483647 w 1110"/>
                <a:gd name="T39" fmla="*/ 2147483647 h 942"/>
                <a:gd name="T40" fmla="*/ 2147483647 w 1110"/>
                <a:gd name="T41" fmla="*/ 2147483647 h 942"/>
                <a:gd name="T42" fmla="*/ 2147483647 w 1110"/>
                <a:gd name="T43" fmla="*/ 2147483647 h 942"/>
                <a:gd name="T44" fmla="*/ 2147483647 w 1110"/>
                <a:gd name="T45" fmla="*/ 2147483647 h 942"/>
                <a:gd name="T46" fmla="*/ 2147483647 w 1110"/>
                <a:gd name="T47" fmla="*/ 2147483647 h 942"/>
                <a:gd name="T48" fmla="*/ 2147483647 w 1110"/>
                <a:gd name="T49" fmla="*/ 2147483647 h 942"/>
                <a:gd name="T50" fmla="*/ 2147483647 w 1110"/>
                <a:gd name="T51" fmla="*/ 2147483647 h 942"/>
                <a:gd name="T52" fmla="*/ 2147483647 w 1110"/>
                <a:gd name="T53" fmla="*/ 2147483647 h 942"/>
                <a:gd name="T54" fmla="*/ 2147483647 w 1110"/>
                <a:gd name="T55" fmla="*/ 2147483647 h 942"/>
                <a:gd name="T56" fmla="*/ 2147483647 w 1110"/>
                <a:gd name="T57" fmla="*/ 2147483647 h 942"/>
                <a:gd name="T58" fmla="*/ 2147483647 w 1110"/>
                <a:gd name="T59" fmla="*/ 2147483647 h 942"/>
                <a:gd name="T60" fmla="*/ 2147483647 w 1110"/>
                <a:gd name="T61" fmla="*/ 2147483647 h 942"/>
                <a:gd name="T62" fmla="*/ 2147483647 w 1110"/>
                <a:gd name="T63" fmla="*/ 2147483647 h 942"/>
                <a:gd name="T64" fmla="*/ 2147483647 w 1110"/>
                <a:gd name="T65" fmla="*/ 2147483647 h 942"/>
                <a:gd name="T66" fmla="*/ 2147483647 w 1110"/>
                <a:gd name="T67" fmla="*/ 2147483647 h 942"/>
                <a:gd name="T68" fmla="*/ 2147483647 w 1110"/>
                <a:gd name="T69" fmla="*/ 2147483647 h 942"/>
                <a:gd name="T70" fmla="*/ 2147483647 w 1110"/>
                <a:gd name="T71" fmla="*/ 2147483647 h 942"/>
                <a:gd name="T72" fmla="*/ 2147483647 w 1110"/>
                <a:gd name="T73" fmla="*/ 2147483647 h 942"/>
                <a:gd name="T74" fmla="*/ 2147483647 w 1110"/>
                <a:gd name="T75" fmla="*/ 2147483647 h 942"/>
                <a:gd name="T76" fmla="*/ 2147483647 w 1110"/>
                <a:gd name="T77" fmla="*/ 2147483647 h 942"/>
                <a:gd name="T78" fmla="*/ 2147483647 w 1110"/>
                <a:gd name="T79" fmla="*/ 2147483647 h 942"/>
                <a:gd name="T80" fmla="*/ 2147483647 w 1110"/>
                <a:gd name="T81" fmla="*/ 2147483647 h 942"/>
                <a:gd name="T82" fmla="*/ 2147483647 w 1110"/>
                <a:gd name="T83" fmla="*/ 2147483647 h 942"/>
                <a:gd name="T84" fmla="*/ 2147483647 w 1110"/>
                <a:gd name="T85" fmla="*/ 2147483647 h 942"/>
                <a:gd name="T86" fmla="*/ 2147483647 w 1110"/>
                <a:gd name="T87" fmla="*/ 2147483647 h 942"/>
                <a:gd name="T88" fmla="*/ 2147483647 w 1110"/>
                <a:gd name="T89" fmla="*/ 2147483647 h 942"/>
                <a:gd name="T90" fmla="*/ 2147483647 w 1110"/>
                <a:gd name="T91" fmla="*/ 2147483647 h 942"/>
                <a:gd name="T92" fmla="*/ 2147483647 w 1110"/>
                <a:gd name="T93" fmla="*/ 2147483647 h 942"/>
                <a:gd name="T94" fmla="*/ 2147483647 w 1110"/>
                <a:gd name="T95" fmla="*/ 2147483647 h 942"/>
                <a:gd name="T96" fmla="*/ 2147483647 w 1110"/>
                <a:gd name="T97" fmla="*/ 2147483647 h 942"/>
                <a:gd name="T98" fmla="*/ 0 w 1110"/>
                <a:gd name="T99" fmla="*/ 2147483647 h 942"/>
                <a:gd name="T100" fmla="*/ 2147483647 w 1110"/>
                <a:gd name="T101" fmla="*/ 2147483647 h 94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110"/>
                <a:gd name="T154" fmla="*/ 0 h 942"/>
                <a:gd name="T155" fmla="*/ 1110 w 1110"/>
                <a:gd name="T156" fmla="*/ 942 h 94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110" h="942">
                  <a:moveTo>
                    <a:pt x="54" y="792"/>
                  </a:moveTo>
                  <a:lnTo>
                    <a:pt x="54" y="810"/>
                  </a:lnTo>
                  <a:lnTo>
                    <a:pt x="66" y="810"/>
                  </a:lnTo>
                  <a:lnTo>
                    <a:pt x="48" y="828"/>
                  </a:lnTo>
                  <a:lnTo>
                    <a:pt x="48" y="834"/>
                  </a:lnTo>
                  <a:lnTo>
                    <a:pt x="72" y="858"/>
                  </a:lnTo>
                  <a:lnTo>
                    <a:pt x="84" y="864"/>
                  </a:lnTo>
                  <a:lnTo>
                    <a:pt x="90" y="876"/>
                  </a:lnTo>
                  <a:lnTo>
                    <a:pt x="108" y="876"/>
                  </a:lnTo>
                  <a:lnTo>
                    <a:pt x="120" y="864"/>
                  </a:lnTo>
                  <a:lnTo>
                    <a:pt x="132" y="864"/>
                  </a:lnTo>
                  <a:lnTo>
                    <a:pt x="144" y="876"/>
                  </a:lnTo>
                  <a:lnTo>
                    <a:pt x="150" y="888"/>
                  </a:lnTo>
                  <a:lnTo>
                    <a:pt x="126" y="894"/>
                  </a:lnTo>
                  <a:lnTo>
                    <a:pt x="150" y="930"/>
                  </a:lnTo>
                  <a:lnTo>
                    <a:pt x="150" y="906"/>
                  </a:lnTo>
                  <a:lnTo>
                    <a:pt x="180" y="894"/>
                  </a:lnTo>
                  <a:lnTo>
                    <a:pt x="192" y="906"/>
                  </a:lnTo>
                  <a:lnTo>
                    <a:pt x="198" y="918"/>
                  </a:lnTo>
                  <a:lnTo>
                    <a:pt x="204" y="924"/>
                  </a:lnTo>
                  <a:lnTo>
                    <a:pt x="210" y="924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34" y="936"/>
                  </a:lnTo>
                  <a:lnTo>
                    <a:pt x="240" y="942"/>
                  </a:lnTo>
                  <a:lnTo>
                    <a:pt x="240" y="888"/>
                  </a:lnTo>
                  <a:lnTo>
                    <a:pt x="246" y="888"/>
                  </a:lnTo>
                  <a:lnTo>
                    <a:pt x="252" y="882"/>
                  </a:lnTo>
                  <a:lnTo>
                    <a:pt x="258" y="870"/>
                  </a:lnTo>
                  <a:lnTo>
                    <a:pt x="264" y="864"/>
                  </a:lnTo>
                  <a:lnTo>
                    <a:pt x="270" y="852"/>
                  </a:lnTo>
                  <a:lnTo>
                    <a:pt x="276" y="834"/>
                  </a:lnTo>
                  <a:lnTo>
                    <a:pt x="276" y="810"/>
                  </a:lnTo>
                  <a:lnTo>
                    <a:pt x="300" y="786"/>
                  </a:lnTo>
                  <a:lnTo>
                    <a:pt x="354" y="786"/>
                  </a:lnTo>
                  <a:lnTo>
                    <a:pt x="354" y="780"/>
                  </a:lnTo>
                  <a:lnTo>
                    <a:pt x="360" y="780"/>
                  </a:lnTo>
                  <a:lnTo>
                    <a:pt x="372" y="774"/>
                  </a:lnTo>
                  <a:lnTo>
                    <a:pt x="384" y="774"/>
                  </a:lnTo>
                  <a:lnTo>
                    <a:pt x="396" y="786"/>
                  </a:lnTo>
                  <a:lnTo>
                    <a:pt x="396" y="792"/>
                  </a:lnTo>
                  <a:lnTo>
                    <a:pt x="432" y="792"/>
                  </a:lnTo>
                  <a:lnTo>
                    <a:pt x="456" y="816"/>
                  </a:lnTo>
                  <a:lnTo>
                    <a:pt x="456" y="822"/>
                  </a:lnTo>
                  <a:lnTo>
                    <a:pt x="462" y="828"/>
                  </a:lnTo>
                  <a:lnTo>
                    <a:pt x="462" y="834"/>
                  </a:lnTo>
                  <a:lnTo>
                    <a:pt x="468" y="840"/>
                  </a:lnTo>
                  <a:lnTo>
                    <a:pt x="480" y="846"/>
                  </a:lnTo>
                  <a:lnTo>
                    <a:pt x="486" y="846"/>
                  </a:lnTo>
                  <a:lnTo>
                    <a:pt x="498" y="840"/>
                  </a:lnTo>
                  <a:lnTo>
                    <a:pt x="510" y="828"/>
                  </a:lnTo>
                  <a:lnTo>
                    <a:pt x="534" y="816"/>
                  </a:lnTo>
                  <a:lnTo>
                    <a:pt x="546" y="816"/>
                  </a:lnTo>
                  <a:lnTo>
                    <a:pt x="558" y="822"/>
                  </a:lnTo>
                  <a:lnTo>
                    <a:pt x="564" y="828"/>
                  </a:lnTo>
                  <a:lnTo>
                    <a:pt x="576" y="834"/>
                  </a:lnTo>
                  <a:lnTo>
                    <a:pt x="588" y="846"/>
                  </a:lnTo>
                  <a:lnTo>
                    <a:pt x="612" y="858"/>
                  </a:lnTo>
                  <a:lnTo>
                    <a:pt x="642" y="858"/>
                  </a:lnTo>
                  <a:lnTo>
                    <a:pt x="654" y="864"/>
                  </a:lnTo>
                  <a:lnTo>
                    <a:pt x="660" y="864"/>
                  </a:lnTo>
                  <a:lnTo>
                    <a:pt x="666" y="858"/>
                  </a:lnTo>
                  <a:lnTo>
                    <a:pt x="678" y="834"/>
                  </a:lnTo>
                  <a:lnTo>
                    <a:pt x="690" y="828"/>
                  </a:lnTo>
                  <a:lnTo>
                    <a:pt x="702" y="816"/>
                  </a:lnTo>
                  <a:lnTo>
                    <a:pt x="720" y="810"/>
                  </a:lnTo>
                  <a:lnTo>
                    <a:pt x="774" y="810"/>
                  </a:lnTo>
                  <a:lnTo>
                    <a:pt x="810" y="822"/>
                  </a:lnTo>
                  <a:lnTo>
                    <a:pt x="822" y="828"/>
                  </a:lnTo>
                  <a:lnTo>
                    <a:pt x="828" y="834"/>
                  </a:lnTo>
                  <a:lnTo>
                    <a:pt x="858" y="834"/>
                  </a:lnTo>
                  <a:lnTo>
                    <a:pt x="870" y="828"/>
                  </a:lnTo>
                  <a:lnTo>
                    <a:pt x="876" y="822"/>
                  </a:lnTo>
                  <a:lnTo>
                    <a:pt x="888" y="816"/>
                  </a:lnTo>
                  <a:lnTo>
                    <a:pt x="894" y="810"/>
                  </a:lnTo>
                  <a:lnTo>
                    <a:pt x="918" y="810"/>
                  </a:lnTo>
                  <a:lnTo>
                    <a:pt x="918" y="804"/>
                  </a:lnTo>
                  <a:lnTo>
                    <a:pt x="924" y="798"/>
                  </a:lnTo>
                  <a:lnTo>
                    <a:pt x="924" y="792"/>
                  </a:lnTo>
                  <a:lnTo>
                    <a:pt x="930" y="786"/>
                  </a:lnTo>
                  <a:lnTo>
                    <a:pt x="936" y="786"/>
                  </a:lnTo>
                  <a:lnTo>
                    <a:pt x="930" y="726"/>
                  </a:lnTo>
                  <a:lnTo>
                    <a:pt x="948" y="720"/>
                  </a:lnTo>
                  <a:lnTo>
                    <a:pt x="948" y="714"/>
                  </a:lnTo>
                  <a:lnTo>
                    <a:pt x="954" y="708"/>
                  </a:lnTo>
                  <a:lnTo>
                    <a:pt x="954" y="696"/>
                  </a:lnTo>
                  <a:lnTo>
                    <a:pt x="960" y="678"/>
                  </a:lnTo>
                  <a:lnTo>
                    <a:pt x="966" y="666"/>
                  </a:lnTo>
                  <a:lnTo>
                    <a:pt x="978" y="648"/>
                  </a:lnTo>
                  <a:lnTo>
                    <a:pt x="984" y="636"/>
                  </a:lnTo>
                  <a:lnTo>
                    <a:pt x="1002" y="618"/>
                  </a:lnTo>
                  <a:lnTo>
                    <a:pt x="1026" y="588"/>
                  </a:lnTo>
                  <a:lnTo>
                    <a:pt x="1050" y="564"/>
                  </a:lnTo>
                  <a:lnTo>
                    <a:pt x="1068" y="540"/>
                  </a:lnTo>
                  <a:lnTo>
                    <a:pt x="1074" y="534"/>
                  </a:lnTo>
                  <a:lnTo>
                    <a:pt x="1092" y="288"/>
                  </a:lnTo>
                  <a:lnTo>
                    <a:pt x="1110" y="252"/>
                  </a:lnTo>
                  <a:lnTo>
                    <a:pt x="1080" y="216"/>
                  </a:lnTo>
                  <a:lnTo>
                    <a:pt x="1074" y="192"/>
                  </a:lnTo>
                  <a:lnTo>
                    <a:pt x="1044" y="156"/>
                  </a:lnTo>
                  <a:lnTo>
                    <a:pt x="1056" y="108"/>
                  </a:lnTo>
                  <a:lnTo>
                    <a:pt x="1038" y="42"/>
                  </a:lnTo>
                  <a:lnTo>
                    <a:pt x="1020" y="48"/>
                  </a:lnTo>
                  <a:lnTo>
                    <a:pt x="1002" y="60"/>
                  </a:lnTo>
                  <a:lnTo>
                    <a:pt x="990" y="66"/>
                  </a:lnTo>
                  <a:lnTo>
                    <a:pt x="984" y="66"/>
                  </a:lnTo>
                  <a:lnTo>
                    <a:pt x="978" y="60"/>
                  </a:lnTo>
                  <a:lnTo>
                    <a:pt x="966" y="54"/>
                  </a:lnTo>
                  <a:lnTo>
                    <a:pt x="960" y="42"/>
                  </a:lnTo>
                  <a:lnTo>
                    <a:pt x="954" y="36"/>
                  </a:lnTo>
                  <a:lnTo>
                    <a:pt x="942" y="30"/>
                  </a:lnTo>
                  <a:lnTo>
                    <a:pt x="936" y="24"/>
                  </a:lnTo>
                  <a:lnTo>
                    <a:pt x="930" y="24"/>
                  </a:lnTo>
                  <a:lnTo>
                    <a:pt x="918" y="18"/>
                  </a:lnTo>
                  <a:lnTo>
                    <a:pt x="900" y="12"/>
                  </a:lnTo>
                  <a:lnTo>
                    <a:pt x="888" y="12"/>
                  </a:lnTo>
                  <a:lnTo>
                    <a:pt x="876" y="6"/>
                  </a:lnTo>
                  <a:lnTo>
                    <a:pt x="864" y="6"/>
                  </a:lnTo>
                  <a:lnTo>
                    <a:pt x="828" y="0"/>
                  </a:lnTo>
                  <a:lnTo>
                    <a:pt x="816" y="6"/>
                  </a:lnTo>
                  <a:lnTo>
                    <a:pt x="786" y="30"/>
                  </a:lnTo>
                  <a:lnTo>
                    <a:pt x="738" y="66"/>
                  </a:lnTo>
                  <a:lnTo>
                    <a:pt x="684" y="102"/>
                  </a:lnTo>
                  <a:lnTo>
                    <a:pt x="624" y="144"/>
                  </a:lnTo>
                  <a:lnTo>
                    <a:pt x="576" y="180"/>
                  </a:lnTo>
                  <a:lnTo>
                    <a:pt x="534" y="210"/>
                  </a:lnTo>
                  <a:lnTo>
                    <a:pt x="510" y="222"/>
                  </a:lnTo>
                  <a:lnTo>
                    <a:pt x="480" y="246"/>
                  </a:lnTo>
                  <a:lnTo>
                    <a:pt x="450" y="282"/>
                  </a:lnTo>
                  <a:lnTo>
                    <a:pt x="414" y="312"/>
                  </a:lnTo>
                  <a:lnTo>
                    <a:pt x="390" y="330"/>
                  </a:lnTo>
                  <a:lnTo>
                    <a:pt x="366" y="336"/>
                  </a:lnTo>
                  <a:lnTo>
                    <a:pt x="324" y="342"/>
                  </a:lnTo>
                  <a:lnTo>
                    <a:pt x="282" y="354"/>
                  </a:lnTo>
                  <a:lnTo>
                    <a:pt x="282" y="558"/>
                  </a:lnTo>
                  <a:lnTo>
                    <a:pt x="264" y="582"/>
                  </a:lnTo>
                  <a:lnTo>
                    <a:pt x="264" y="594"/>
                  </a:lnTo>
                  <a:lnTo>
                    <a:pt x="258" y="606"/>
                  </a:lnTo>
                  <a:lnTo>
                    <a:pt x="258" y="624"/>
                  </a:lnTo>
                  <a:lnTo>
                    <a:pt x="252" y="636"/>
                  </a:lnTo>
                  <a:lnTo>
                    <a:pt x="240" y="642"/>
                  </a:lnTo>
                  <a:lnTo>
                    <a:pt x="222" y="648"/>
                  </a:lnTo>
                  <a:lnTo>
                    <a:pt x="198" y="648"/>
                  </a:lnTo>
                  <a:lnTo>
                    <a:pt x="186" y="654"/>
                  </a:lnTo>
                  <a:lnTo>
                    <a:pt x="138" y="648"/>
                  </a:lnTo>
                  <a:lnTo>
                    <a:pt x="138" y="666"/>
                  </a:lnTo>
                  <a:lnTo>
                    <a:pt x="72" y="660"/>
                  </a:lnTo>
                  <a:lnTo>
                    <a:pt x="48" y="678"/>
                  </a:lnTo>
                  <a:lnTo>
                    <a:pt x="0" y="690"/>
                  </a:lnTo>
                  <a:lnTo>
                    <a:pt x="0" y="726"/>
                  </a:lnTo>
                  <a:lnTo>
                    <a:pt x="6" y="738"/>
                  </a:lnTo>
                  <a:lnTo>
                    <a:pt x="6" y="762"/>
                  </a:lnTo>
                  <a:lnTo>
                    <a:pt x="18" y="786"/>
                  </a:lnTo>
                  <a:lnTo>
                    <a:pt x="30" y="792"/>
                  </a:lnTo>
                  <a:lnTo>
                    <a:pt x="54" y="792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24" name="New Zealand" descr="© INSCALE GmbH, 05.05.2010&#10;http://www.presentationload.com/">
              <a:extLst>
                <a:ext uri="{FF2B5EF4-FFF2-40B4-BE49-F238E27FC236}">
                  <a16:creationId xmlns:a16="http://schemas.microsoft.com/office/drawing/2014/main" id="{CEB8D811-E806-4194-9532-28261D803B54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5357328" y="4158313"/>
              <a:ext cx="496908" cy="383768"/>
            </a:xfrm>
            <a:custGeom>
              <a:avLst/>
              <a:gdLst>
                <a:gd name="T0" fmla="*/ 2147483647 w 1272"/>
                <a:gd name="T1" fmla="*/ 2147483647 h 984"/>
                <a:gd name="T2" fmla="*/ 2147483647 w 1272"/>
                <a:gd name="T3" fmla="*/ 2147483647 h 984"/>
                <a:gd name="T4" fmla="*/ 2147483647 w 1272"/>
                <a:gd name="T5" fmla="*/ 2147483647 h 984"/>
                <a:gd name="T6" fmla="*/ 2147483647 w 1272"/>
                <a:gd name="T7" fmla="*/ 2147483647 h 984"/>
                <a:gd name="T8" fmla="*/ 2147483647 w 1272"/>
                <a:gd name="T9" fmla="*/ 2147483647 h 984"/>
                <a:gd name="T10" fmla="*/ 2147483647 w 1272"/>
                <a:gd name="T11" fmla="*/ 2147483647 h 984"/>
                <a:gd name="T12" fmla="*/ 2147483647 w 1272"/>
                <a:gd name="T13" fmla="*/ 2147483647 h 984"/>
                <a:gd name="T14" fmla="*/ 2147483647 w 1272"/>
                <a:gd name="T15" fmla="*/ 2147483647 h 984"/>
                <a:gd name="T16" fmla="*/ 2147483647 w 1272"/>
                <a:gd name="T17" fmla="*/ 2147483647 h 984"/>
                <a:gd name="T18" fmla="*/ 2147483647 w 1272"/>
                <a:gd name="T19" fmla="*/ 2147483647 h 984"/>
                <a:gd name="T20" fmla="*/ 2147483647 w 1272"/>
                <a:gd name="T21" fmla="*/ 2147483647 h 984"/>
                <a:gd name="T22" fmla="*/ 2147483647 w 1272"/>
                <a:gd name="T23" fmla="*/ 2147483647 h 984"/>
                <a:gd name="T24" fmla="*/ 2147483647 w 1272"/>
                <a:gd name="T25" fmla="*/ 2147483647 h 984"/>
                <a:gd name="T26" fmla="*/ 2147483647 w 1272"/>
                <a:gd name="T27" fmla="*/ 2147483647 h 984"/>
                <a:gd name="T28" fmla="*/ 2147483647 w 1272"/>
                <a:gd name="T29" fmla="*/ 2147483647 h 984"/>
                <a:gd name="T30" fmla="*/ 2147483647 w 1272"/>
                <a:gd name="T31" fmla="*/ 2147483647 h 984"/>
                <a:gd name="T32" fmla="*/ 2147483647 w 1272"/>
                <a:gd name="T33" fmla="*/ 2147483647 h 984"/>
                <a:gd name="T34" fmla="*/ 2147483647 w 1272"/>
                <a:gd name="T35" fmla="*/ 2147483647 h 984"/>
                <a:gd name="T36" fmla="*/ 2147483647 w 1272"/>
                <a:gd name="T37" fmla="*/ 2147483647 h 984"/>
                <a:gd name="T38" fmla="*/ 2147483647 w 1272"/>
                <a:gd name="T39" fmla="*/ 2147483647 h 984"/>
                <a:gd name="T40" fmla="*/ 2147483647 w 1272"/>
                <a:gd name="T41" fmla="*/ 2147483647 h 984"/>
                <a:gd name="T42" fmla="*/ 2147483647 w 1272"/>
                <a:gd name="T43" fmla="*/ 2147483647 h 984"/>
                <a:gd name="T44" fmla="*/ 2147483647 w 1272"/>
                <a:gd name="T45" fmla="*/ 2147483647 h 984"/>
                <a:gd name="T46" fmla="*/ 2147483647 w 1272"/>
                <a:gd name="T47" fmla="*/ 2147483647 h 984"/>
                <a:gd name="T48" fmla="*/ 2147483647 w 1272"/>
                <a:gd name="T49" fmla="*/ 2147483647 h 984"/>
                <a:gd name="T50" fmla="*/ 2147483647 w 1272"/>
                <a:gd name="T51" fmla="*/ 2147483647 h 984"/>
                <a:gd name="T52" fmla="*/ 2147483647 w 1272"/>
                <a:gd name="T53" fmla="*/ 2147483647 h 984"/>
                <a:gd name="T54" fmla="*/ 2147483647 w 1272"/>
                <a:gd name="T55" fmla="*/ 2147483647 h 984"/>
                <a:gd name="T56" fmla="*/ 2147483647 w 1272"/>
                <a:gd name="T57" fmla="*/ 2147483647 h 984"/>
                <a:gd name="T58" fmla="*/ 2147483647 w 1272"/>
                <a:gd name="T59" fmla="*/ 2147483647 h 984"/>
                <a:gd name="T60" fmla="*/ 2147483647 w 1272"/>
                <a:gd name="T61" fmla="*/ 2147483647 h 984"/>
                <a:gd name="T62" fmla="*/ 2147483647 w 1272"/>
                <a:gd name="T63" fmla="*/ 2147483647 h 984"/>
                <a:gd name="T64" fmla="*/ 2147483647 w 1272"/>
                <a:gd name="T65" fmla="*/ 2147483647 h 984"/>
                <a:gd name="T66" fmla="*/ 2147483647 w 1272"/>
                <a:gd name="T67" fmla="*/ 2147483647 h 984"/>
                <a:gd name="T68" fmla="*/ 2147483647 w 1272"/>
                <a:gd name="T69" fmla="*/ 2147483647 h 984"/>
                <a:gd name="T70" fmla="*/ 2147483647 w 1272"/>
                <a:gd name="T71" fmla="*/ 2147483647 h 984"/>
                <a:gd name="T72" fmla="*/ 2147483647 w 1272"/>
                <a:gd name="T73" fmla="*/ 2147483647 h 984"/>
                <a:gd name="T74" fmla="*/ 2147483647 w 1272"/>
                <a:gd name="T75" fmla="*/ 2147483647 h 984"/>
                <a:gd name="T76" fmla="*/ 2147483647 w 1272"/>
                <a:gd name="T77" fmla="*/ 2147483647 h 984"/>
                <a:gd name="T78" fmla="*/ 2147483647 w 1272"/>
                <a:gd name="T79" fmla="*/ 2147483647 h 984"/>
                <a:gd name="T80" fmla="*/ 2147483647 w 1272"/>
                <a:gd name="T81" fmla="*/ 2147483647 h 984"/>
                <a:gd name="T82" fmla="*/ 2147483647 w 1272"/>
                <a:gd name="T83" fmla="*/ 2147483647 h 984"/>
                <a:gd name="T84" fmla="*/ 2147483647 w 1272"/>
                <a:gd name="T85" fmla="*/ 2147483647 h 984"/>
                <a:gd name="T86" fmla="*/ 2147483647 w 1272"/>
                <a:gd name="T87" fmla="*/ 2147483647 h 984"/>
                <a:gd name="T88" fmla="*/ 2147483647 w 1272"/>
                <a:gd name="T89" fmla="*/ 2147483647 h 984"/>
                <a:gd name="T90" fmla="*/ 2147483647 w 1272"/>
                <a:gd name="T91" fmla="*/ 2147483647 h 984"/>
                <a:gd name="T92" fmla="*/ 2147483647 w 1272"/>
                <a:gd name="T93" fmla="*/ 2147483647 h 984"/>
                <a:gd name="T94" fmla="*/ 2147483647 w 1272"/>
                <a:gd name="T95" fmla="*/ 2147483647 h 984"/>
                <a:gd name="T96" fmla="*/ 2147483647 w 1272"/>
                <a:gd name="T97" fmla="*/ 2147483647 h 984"/>
                <a:gd name="T98" fmla="*/ 2147483647 w 1272"/>
                <a:gd name="T99" fmla="*/ 2147483647 h 984"/>
                <a:gd name="T100" fmla="*/ 2147483647 w 1272"/>
                <a:gd name="T101" fmla="*/ 2147483647 h 984"/>
                <a:gd name="T102" fmla="*/ 2147483647 w 1272"/>
                <a:gd name="T103" fmla="*/ 2147483647 h 984"/>
                <a:gd name="T104" fmla="*/ 2147483647 w 1272"/>
                <a:gd name="T105" fmla="*/ 2147483647 h 984"/>
                <a:gd name="T106" fmla="*/ 2147483647 w 1272"/>
                <a:gd name="T107" fmla="*/ 2147483647 h 984"/>
                <a:gd name="T108" fmla="*/ 2147483647 w 1272"/>
                <a:gd name="T109" fmla="*/ 2147483647 h 984"/>
                <a:gd name="T110" fmla="*/ 2147483647 w 1272"/>
                <a:gd name="T111" fmla="*/ 2147483647 h 984"/>
                <a:gd name="T112" fmla="*/ 2147483647 w 1272"/>
                <a:gd name="T113" fmla="*/ 2147483647 h 984"/>
                <a:gd name="T114" fmla="*/ 2147483647 w 1272"/>
                <a:gd name="T115" fmla="*/ 2147483647 h 984"/>
                <a:gd name="T116" fmla="*/ 2147483647 w 1272"/>
                <a:gd name="T117" fmla="*/ 2147483647 h 984"/>
                <a:gd name="T118" fmla="*/ 2147483647 w 1272"/>
                <a:gd name="T119" fmla="*/ 2147483647 h 984"/>
                <a:gd name="T120" fmla="*/ 2147483647 w 1272"/>
                <a:gd name="T121" fmla="*/ 2147483647 h 98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72"/>
                <a:gd name="T184" fmla="*/ 0 h 984"/>
                <a:gd name="T185" fmla="*/ 1272 w 1272"/>
                <a:gd name="T186" fmla="*/ 984 h 98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72" h="984">
                  <a:moveTo>
                    <a:pt x="750" y="564"/>
                  </a:moveTo>
                  <a:lnTo>
                    <a:pt x="738" y="564"/>
                  </a:lnTo>
                  <a:lnTo>
                    <a:pt x="744" y="528"/>
                  </a:lnTo>
                  <a:lnTo>
                    <a:pt x="720" y="546"/>
                  </a:lnTo>
                  <a:lnTo>
                    <a:pt x="726" y="540"/>
                  </a:lnTo>
                  <a:lnTo>
                    <a:pt x="726" y="504"/>
                  </a:lnTo>
                  <a:lnTo>
                    <a:pt x="708" y="504"/>
                  </a:lnTo>
                  <a:lnTo>
                    <a:pt x="702" y="510"/>
                  </a:lnTo>
                  <a:lnTo>
                    <a:pt x="696" y="522"/>
                  </a:lnTo>
                  <a:lnTo>
                    <a:pt x="690" y="528"/>
                  </a:lnTo>
                  <a:lnTo>
                    <a:pt x="672" y="540"/>
                  </a:lnTo>
                  <a:lnTo>
                    <a:pt x="660" y="546"/>
                  </a:lnTo>
                  <a:lnTo>
                    <a:pt x="654" y="558"/>
                  </a:lnTo>
                  <a:lnTo>
                    <a:pt x="642" y="570"/>
                  </a:lnTo>
                  <a:lnTo>
                    <a:pt x="630" y="576"/>
                  </a:lnTo>
                  <a:lnTo>
                    <a:pt x="618" y="588"/>
                  </a:lnTo>
                  <a:lnTo>
                    <a:pt x="606" y="588"/>
                  </a:lnTo>
                  <a:lnTo>
                    <a:pt x="588" y="600"/>
                  </a:lnTo>
                  <a:lnTo>
                    <a:pt x="576" y="606"/>
                  </a:lnTo>
                  <a:lnTo>
                    <a:pt x="546" y="636"/>
                  </a:lnTo>
                  <a:lnTo>
                    <a:pt x="540" y="648"/>
                  </a:lnTo>
                  <a:lnTo>
                    <a:pt x="534" y="648"/>
                  </a:lnTo>
                  <a:lnTo>
                    <a:pt x="528" y="654"/>
                  </a:lnTo>
                  <a:lnTo>
                    <a:pt x="510" y="660"/>
                  </a:lnTo>
                  <a:lnTo>
                    <a:pt x="498" y="666"/>
                  </a:lnTo>
                  <a:lnTo>
                    <a:pt x="462" y="678"/>
                  </a:lnTo>
                  <a:lnTo>
                    <a:pt x="438" y="690"/>
                  </a:lnTo>
                  <a:lnTo>
                    <a:pt x="426" y="702"/>
                  </a:lnTo>
                  <a:lnTo>
                    <a:pt x="414" y="708"/>
                  </a:lnTo>
                  <a:lnTo>
                    <a:pt x="408" y="720"/>
                  </a:lnTo>
                  <a:lnTo>
                    <a:pt x="396" y="726"/>
                  </a:lnTo>
                  <a:lnTo>
                    <a:pt x="378" y="726"/>
                  </a:lnTo>
                  <a:lnTo>
                    <a:pt x="366" y="732"/>
                  </a:lnTo>
                  <a:lnTo>
                    <a:pt x="312" y="750"/>
                  </a:lnTo>
                  <a:lnTo>
                    <a:pt x="288" y="762"/>
                  </a:lnTo>
                  <a:lnTo>
                    <a:pt x="270" y="774"/>
                  </a:lnTo>
                  <a:lnTo>
                    <a:pt x="246" y="786"/>
                  </a:lnTo>
                  <a:lnTo>
                    <a:pt x="222" y="792"/>
                  </a:lnTo>
                  <a:lnTo>
                    <a:pt x="198" y="804"/>
                  </a:lnTo>
                  <a:lnTo>
                    <a:pt x="180" y="810"/>
                  </a:lnTo>
                  <a:lnTo>
                    <a:pt x="174" y="816"/>
                  </a:lnTo>
                  <a:lnTo>
                    <a:pt x="168" y="828"/>
                  </a:lnTo>
                  <a:lnTo>
                    <a:pt x="168" y="846"/>
                  </a:lnTo>
                  <a:lnTo>
                    <a:pt x="156" y="834"/>
                  </a:lnTo>
                  <a:lnTo>
                    <a:pt x="150" y="834"/>
                  </a:lnTo>
                  <a:lnTo>
                    <a:pt x="144" y="840"/>
                  </a:lnTo>
                  <a:lnTo>
                    <a:pt x="120" y="852"/>
                  </a:lnTo>
                  <a:lnTo>
                    <a:pt x="108" y="864"/>
                  </a:lnTo>
                  <a:lnTo>
                    <a:pt x="72" y="882"/>
                  </a:lnTo>
                  <a:lnTo>
                    <a:pt x="66" y="882"/>
                  </a:lnTo>
                  <a:lnTo>
                    <a:pt x="54" y="888"/>
                  </a:lnTo>
                  <a:lnTo>
                    <a:pt x="36" y="888"/>
                  </a:lnTo>
                  <a:lnTo>
                    <a:pt x="18" y="894"/>
                  </a:lnTo>
                  <a:lnTo>
                    <a:pt x="12" y="906"/>
                  </a:lnTo>
                  <a:lnTo>
                    <a:pt x="0" y="912"/>
                  </a:lnTo>
                  <a:lnTo>
                    <a:pt x="18" y="912"/>
                  </a:lnTo>
                  <a:lnTo>
                    <a:pt x="24" y="918"/>
                  </a:lnTo>
                  <a:lnTo>
                    <a:pt x="30" y="918"/>
                  </a:lnTo>
                  <a:lnTo>
                    <a:pt x="24" y="924"/>
                  </a:lnTo>
                  <a:lnTo>
                    <a:pt x="24" y="942"/>
                  </a:lnTo>
                  <a:lnTo>
                    <a:pt x="30" y="948"/>
                  </a:lnTo>
                  <a:lnTo>
                    <a:pt x="42" y="948"/>
                  </a:lnTo>
                  <a:lnTo>
                    <a:pt x="54" y="942"/>
                  </a:lnTo>
                  <a:lnTo>
                    <a:pt x="60" y="936"/>
                  </a:lnTo>
                  <a:lnTo>
                    <a:pt x="72" y="948"/>
                  </a:lnTo>
                  <a:lnTo>
                    <a:pt x="96" y="948"/>
                  </a:lnTo>
                  <a:lnTo>
                    <a:pt x="102" y="954"/>
                  </a:lnTo>
                  <a:lnTo>
                    <a:pt x="132" y="954"/>
                  </a:lnTo>
                  <a:lnTo>
                    <a:pt x="150" y="972"/>
                  </a:lnTo>
                  <a:lnTo>
                    <a:pt x="180" y="966"/>
                  </a:lnTo>
                  <a:lnTo>
                    <a:pt x="192" y="972"/>
                  </a:lnTo>
                  <a:lnTo>
                    <a:pt x="198" y="978"/>
                  </a:lnTo>
                  <a:lnTo>
                    <a:pt x="216" y="984"/>
                  </a:lnTo>
                  <a:lnTo>
                    <a:pt x="228" y="984"/>
                  </a:lnTo>
                  <a:lnTo>
                    <a:pt x="252" y="972"/>
                  </a:lnTo>
                  <a:lnTo>
                    <a:pt x="264" y="948"/>
                  </a:lnTo>
                  <a:lnTo>
                    <a:pt x="288" y="936"/>
                  </a:lnTo>
                  <a:lnTo>
                    <a:pt x="312" y="936"/>
                  </a:lnTo>
                  <a:lnTo>
                    <a:pt x="336" y="924"/>
                  </a:lnTo>
                  <a:lnTo>
                    <a:pt x="342" y="912"/>
                  </a:lnTo>
                  <a:lnTo>
                    <a:pt x="342" y="894"/>
                  </a:lnTo>
                  <a:lnTo>
                    <a:pt x="348" y="882"/>
                  </a:lnTo>
                  <a:lnTo>
                    <a:pt x="372" y="870"/>
                  </a:lnTo>
                  <a:lnTo>
                    <a:pt x="396" y="870"/>
                  </a:lnTo>
                  <a:lnTo>
                    <a:pt x="408" y="858"/>
                  </a:lnTo>
                  <a:lnTo>
                    <a:pt x="408" y="846"/>
                  </a:lnTo>
                  <a:lnTo>
                    <a:pt x="402" y="840"/>
                  </a:lnTo>
                  <a:lnTo>
                    <a:pt x="420" y="840"/>
                  </a:lnTo>
                  <a:lnTo>
                    <a:pt x="480" y="792"/>
                  </a:lnTo>
                  <a:lnTo>
                    <a:pt x="462" y="774"/>
                  </a:lnTo>
                  <a:lnTo>
                    <a:pt x="504" y="792"/>
                  </a:lnTo>
                  <a:lnTo>
                    <a:pt x="504" y="774"/>
                  </a:lnTo>
                  <a:lnTo>
                    <a:pt x="510" y="768"/>
                  </a:lnTo>
                  <a:lnTo>
                    <a:pt x="540" y="768"/>
                  </a:lnTo>
                  <a:lnTo>
                    <a:pt x="546" y="774"/>
                  </a:lnTo>
                  <a:lnTo>
                    <a:pt x="558" y="780"/>
                  </a:lnTo>
                  <a:lnTo>
                    <a:pt x="570" y="780"/>
                  </a:lnTo>
                  <a:lnTo>
                    <a:pt x="576" y="774"/>
                  </a:lnTo>
                  <a:lnTo>
                    <a:pt x="576" y="768"/>
                  </a:lnTo>
                  <a:lnTo>
                    <a:pt x="582" y="762"/>
                  </a:lnTo>
                  <a:lnTo>
                    <a:pt x="582" y="756"/>
                  </a:lnTo>
                  <a:lnTo>
                    <a:pt x="570" y="744"/>
                  </a:lnTo>
                  <a:lnTo>
                    <a:pt x="612" y="702"/>
                  </a:lnTo>
                  <a:lnTo>
                    <a:pt x="618" y="702"/>
                  </a:lnTo>
                  <a:lnTo>
                    <a:pt x="624" y="696"/>
                  </a:lnTo>
                  <a:lnTo>
                    <a:pt x="660" y="678"/>
                  </a:lnTo>
                  <a:lnTo>
                    <a:pt x="666" y="666"/>
                  </a:lnTo>
                  <a:lnTo>
                    <a:pt x="672" y="660"/>
                  </a:lnTo>
                  <a:lnTo>
                    <a:pt x="672" y="654"/>
                  </a:lnTo>
                  <a:lnTo>
                    <a:pt x="696" y="654"/>
                  </a:lnTo>
                  <a:lnTo>
                    <a:pt x="708" y="648"/>
                  </a:lnTo>
                  <a:lnTo>
                    <a:pt x="738" y="618"/>
                  </a:lnTo>
                  <a:lnTo>
                    <a:pt x="738" y="612"/>
                  </a:lnTo>
                  <a:lnTo>
                    <a:pt x="744" y="612"/>
                  </a:lnTo>
                  <a:lnTo>
                    <a:pt x="750" y="606"/>
                  </a:lnTo>
                  <a:lnTo>
                    <a:pt x="768" y="594"/>
                  </a:lnTo>
                  <a:lnTo>
                    <a:pt x="780" y="582"/>
                  </a:lnTo>
                  <a:lnTo>
                    <a:pt x="786" y="570"/>
                  </a:lnTo>
                  <a:lnTo>
                    <a:pt x="786" y="546"/>
                  </a:lnTo>
                  <a:lnTo>
                    <a:pt x="780" y="540"/>
                  </a:lnTo>
                  <a:lnTo>
                    <a:pt x="780" y="534"/>
                  </a:lnTo>
                  <a:lnTo>
                    <a:pt x="750" y="564"/>
                  </a:lnTo>
                  <a:close/>
                  <a:moveTo>
                    <a:pt x="1224" y="324"/>
                  </a:moveTo>
                  <a:lnTo>
                    <a:pt x="1236" y="318"/>
                  </a:lnTo>
                  <a:lnTo>
                    <a:pt x="1242" y="318"/>
                  </a:lnTo>
                  <a:lnTo>
                    <a:pt x="1266" y="306"/>
                  </a:lnTo>
                  <a:lnTo>
                    <a:pt x="1272" y="300"/>
                  </a:lnTo>
                  <a:lnTo>
                    <a:pt x="1272" y="282"/>
                  </a:lnTo>
                  <a:lnTo>
                    <a:pt x="1266" y="270"/>
                  </a:lnTo>
                  <a:lnTo>
                    <a:pt x="1260" y="264"/>
                  </a:lnTo>
                  <a:lnTo>
                    <a:pt x="1248" y="264"/>
                  </a:lnTo>
                  <a:lnTo>
                    <a:pt x="1236" y="276"/>
                  </a:lnTo>
                  <a:lnTo>
                    <a:pt x="1236" y="282"/>
                  </a:lnTo>
                  <a:lnTo>
                    <a:pt x="1224" y="282"/>
                  </a:lnTo>
                  <a:lnTo>
                    <a:pt x="1212" y="276"/>
                  </a:lnTo>
                  <a:lnTo>
                    <a:pt x="1200" y="276"/>
                  </a:lnTo>
                  <a:lnTo>
                    <a:pt x="1194" y="282"/>
                  </a:lnTo>
                  <a:lnTo>
                    <a:pt x="1176" y="288"/>
                  </a:lnTo>
                  <a:lnTo>
                    <a:pt x="1158" y="288"/>
                  </a:lnTo>
                  <a:lnTo>
                    <a:pt x="1146" y="276"/>
                  </a:lnTo>
                  <a:lnTo>
                    <a:pt x="1146" y="222"/>
                  </a:lnTo>
                  <a:lnTo>
                    <a:pt x="1170" y="180"/>
                  </a:lnTo>
                  <a:lnTo>
                    <a:pt x="1170" y="174"/>
                  </a:lnTo>
                  <a:lnTo>
                    <a:pt x="1164" y="162"/>
                  </a:lnTo>
                  <a:lnTo>
                    <a:pt x="1158" y="156"/>
                  </a:lnTo>
                  <a:lnTo>
                    <a:pt x="1146" y="156"/>
                  </a:lnTo>
                  <a:lnTo>
                    <a:pt x="1140" y="168"/>
                  </a:lnTo>
                  <a:lnTo>
                    <a:pt x="1134" y="174"/>
                  </a:lnTo>
                  <a:lnTo>
                    <a:pt x="1134" y="204"/>
                  </a:lnTo>
                  <a:lnTo>
                    <a:pt x="1128" y="216"/>
                  </a:lnTo>
                  <a:lnTo>
                    <a:pt x="1116" y="222"/>
                  </a:lnTo>
                  <a:lnTo>
                    <a:pt x="1116" y="192"/>
                  </a:lnTo>
                  <a:lnTo>
                    <a:pt x="1092" y="174"/>
                  </a:lnTo>
                  <a:lnTo>
                    <a:pt x="1104" y="150"/>
                  </a:lnTo>
                  <a:lnTo>
                    <a:pt x="1116" y="138"/>
                  </a:lnTo>
                  <a:lnTo>
                    <a:pt x="1122" y="126"/>
                  </a:lnTo>
                  <a:lnTo>
                    <a:pt x="1128" y="108"/>
                  </a:lnTo>
                  <a:lnTo>
                    <a:pt x="1128" y="84"/>
                  </a:lnTo>
                  <a:lnTo>
                    <a:pt x="1116" y="78"/>
                  </a:lnTo>
                  <a:lnTo>
                    <a:pt x="1110" y="72"/>
                  </a:lnTo>
                  <a:lnTo>
                    <a:pt x="1098" y="66"/>
                  </a:lnTo>
                  <a:lnTo>
                    <a:pt x="1092" y="60"/>
                  </a:lnTo>
                  <a:lnTo>
                    <a:pt x="1080" y="60"/>
                  </a:lnTo>
                  <a:lnTo>
                    <a:pt x="1086" y="42"/>
                  </a:lnTo>
                  <a:lnTo>
                    <a:pt x="1062" y="42"/>
                  </a:lnTo>
                  <a:lnTo>
                    <a:pt x="1044" y="18"/>
                  </a:lnTo>
                  <a:lnTo>
                    <a:pt x="1050" y="0"/>
                  </a:lnTo>
                  <a:lnTo>
                    <a:pt x="1020" y="18"/>
                  </a:lnTo>
                  <a:lnTo>
                    <a:pt x="1044" y="54"/>
                  </a:lnTo>
                  <a:lnTo>
                    <a:pt x="1032" y="90"/>
                  </a:lnTo>
                  <a:lnTo>
                    <a:pt x="1056" y="102"/>
                  </a:lnTo>
                  <a:lnTo>
                    <a:pt x="1044" y="108"/>
                  </a:lnTo>
                  <a:lnTo>
                    <a:pt x="1044" y="126"/>
                  </a:lnTo>
                  <a:lnTo>
                    <a:pt x="1068" y="132"/>
                  </a:lnTo>
                  <a:lnTo>
                    <a:pt x="1044" y="150"/>
                  </a:lnTo>
                  <a:lnTo>
                    <a:pt x="1062" y="156"/>
                  </a:lnTo>
                  <a:lnTo>
                    <a:pt x="1062" y="168"/>
                  </a:lnTo>
                  <a:lnTo>
                    <a:pt x="1056" y="174"/>
                  </a:lnTo>
                  <a:lnTo>
                    <a:pt x="1056" y="192"/>
                  </a:lnTo>
                  <a:lnTo>
                    <a:pt x="1068" y="198"/>
                  </a:lnTo>
                  <a:lnTo>
                    <a:pt x="1074" y="204"/>
                  </a:lnTo>
                  <a:lnTo>
                    <a:pt x="1056" y="210"/>
                  </a:lnTo>
                  <a:lnTo>
                    <a:pt x="1044" y="222"/>
                  </a:lnTo>
                  <a:lnTo>
                    <a:pt x="1062" y="234"/>
                  </a:lnTo>
                  <a:lnTo>
                    <a:pt x="1038" y="258"/>
                  </a:lnTo>
                  <a:lnTo>
                    <a:pt x="1032" y="270"/>
                  </a:lnTo>
                  <a:lnTo>
                    <a:pt x="1026" y="276"/>
                  </a:lnTo>
                  <a:lnTo>
                    <a:pt x="1026" y="288"/>
                  </a:lnTo>
                  <a:lnTo>
                    <a:pt x="1038" y="300"/>
                  </a:lnTo>
                  <a:lnTo>
                    <a:pt x="1026" y="300"/>
                  </a:lnTo>
                  <a:lnTo>
                    <a:pt x="1014" y="306"/>
                  </a:lnTo>
                  <a:lnTo>
                    <a:pt x="1002" y="306"/>
                  </a:lnTo>
                  <a:lnTo>
                    <a:pt x="978" y="318"/>
                  </a:lnTo>
                  <a:lnTo>
                    <a:pt x="948" y="348"/>
                  </a:lnTo>
                  <a:lnTo>
                    <a:pt x="930" y="360"/>
                  </a:lnTo>
                  <a:lnTo>
                    <a:pt x="894" y="372"/>
                  </a:lnTo>
                  <a:lnTo>
                    <a:pt x="870" y="384"/>
                  </a:lnTo>
                  <a:lnTo>
                    <a:pt x="858" y="396"/>
                  </a:lnTo>
                  <a:lnTo>
                    <a:pt x="858" y="432"/>
                  </a:lnTo>
                  <a:lnTo>
                    <a:pt x="864" y="444"/>
                  </a:lnTo>
                  <a:lnTo>
                    <a:pt x="870" y="450"/>
                  </a:lnTo>
                  <a:lnTo>
                    <a:pt x="870" y="456"/>
                  </a:lnTo>
                  <a:lnTo>
                    <a:pt x="924" y="456"/>
                  </a:lnTo>
                  <a:lnTo>
                    <a:pt x="924" y="474"/>
                  </a:lnTo>
                  <a:lnTo>
                    <a:pt x="918" y="486"/>
                  </a:lnTo>
                  <a:lnTo>
                    <a:pt x="918" y="522"/>
                  </a:lnTo>
                  <a:lnTo>
                    <a:pt x="894" y="534"/>
                  </a:lnTo>
                  <a:lnTo>
                    <a:pt x="882" y="534"/>
                  </a:lnTo>
                  <a:lnTo>
                    <a:pt x="864" y="540"/>
                  </a:lnTo>
                  <a:lnTo>
                    <a:pt x="852" y="546"/>
                  </a:lnTo>
                  <a:lnTo>
                    <a:pt x="852" y="558"/>
                  </a:lnTo>
                  <a:lnTo>
                    <a:pt x="840" y="570"/>
                  </a:lnTo>
                  <a:lnTo>
                    <a:pt x="852" y="576"/>
                  </a:lnTo>
                  <a:lnTo>
                    <a:pt x="858" y="582"/>
                  </a:lnTo>
                  <a:lnTo>
                    <a:pt x="876" y="588"/>
                  </a:lnTo>
                  <a:lnTo>
                    <a:pt x="888" y="588"/>
                  </a:lnTo>
                  <a:lnTo>
                    <a:pt x="912" y="576"/>
                  </a:lnTo>
                  <a:lnTo>
                    <a:pt x="924" y="558"/>
                  </a:lnTo>
                  <a:lnTo>
                    <a:pt x="972" y="510"/>
                  </a:lnTo>
                  <a:lnTo>
                    <a:pt x="996" y="498"/>
                  </a:lnTo>
                  <a:lnTo>
                    <a:pt x="1014" y="492"/>
                  </a:lnTo>
                  <a:lnTo>
                    <a:pt x="1026" y="486"/>
                  </a:lnTo>
                  <a:lnTo>
                    <a:pt x="1032" y="480"/>
                  </a:lnTo>
                  <a:lnTo>
                    <a:pt x="1038" y="480"/>
                  </a:lnTo>
                  <a:lnTo>
                    <a:pt x="1044" y="474"/>
                  </a:lnTo>
                  <a:lnTo>
                    <a:pt x="1050" y="462"/>
                  </a:lnTo>
                  <a:lnTo>
                    <a:pt x="1056" y="462"/>
                  </a:lnTo>
                  <a:lnTo>
                    <a:pt x="1062" y="456"/>
                  </a:lnTo>
                  <a:lnTo>
                    <a:pt x="1074" y="450"/>
                  </a:lnTo>
                  <a:lnTo>
                    <a:pt x="1080" y="444"/>
                  </a:lnTo>
                  <a:lnTo>
                    <a:pt x="1080" y="420"/>
                  </a:lnTo>
                  <a:lnTo>
                    <a:pt x="1074" y="414"/>
                  </a:lnTo>
                  <a:lnTo>
                    <a:pt x="1080" y="414"/>
                  </a:lnTo>
                  <a:lnTo>
                    <a:pt x="1086" y="408"/>
                  </a:lnTo>
                  <a:lnTo>
                    <a:pt x="1110" y="396"/>
                  </a:lnTo>
                  <a:lnTo>
                    <a:pt x="1140" y="396"/>
                  </a:lnTo>
                  <a:lnTo>
                    <a:pt x="1152" y="402"/>
                  </a:lnTo>
                  <a:lnTo>
                    <a:pt x="1164" y="402"/>
                  </a:lnTo>
                  <a:lnTo>
                    <a:pt x="1176" y="390"/>
                  </a:lnTo>
                  <a:lnTo>
                    <a:pt x="1176" y="360"/>
                  </a:lnTo>
                  <a:lnTo>
                    <a:pt x="1200" y="360"/>
                  </a:lnTo>
                  <a:lnTo>
                    <a:pt x="1212" y="354"/>
                  </a:lnTo>
                  <a:lnTo>
                    <a:pt x="1218" y="354"/>
                  </a:lnTo>
                  <a:lnTo>
                    <a:pt x="1224" y="348"/>
                  </a:lnTo>
                  <a:lnTo>
                    <a:pt x="1224" y="324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4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25" name="Netherlands" descr="© INSCALE GmbH, 05.05.2010&#10;http://www.presentationload.com/">
              <a:extLst>
                <a:ext uri="{FF2B5EF4-FFF2-40B4-BE49-F238E27FC236}">
                  <a16:creationId xmlns:a16="http://schemas.microsoft.com/office/drawing/2014/main" id="{44945164-8C6E-47C1-902B-B003221A1C85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314770" y="1403139"/>
              <a:ext cx="105498" cy="82564"/>
            </a:xfrm>
            <a:custGeom>
              <a:avLst/>
              <a:gdLst>
                <a:gd name="T0" fmla="*/ 0 w 270"/>
                <a:gd name="T1" fmla="*/ 2147483647 h 210"/>
                <a:gd name="T2" fmla="*/ 2147483647 w 270"/>
                <a:gd name="T3" fmla="*/ 2147483647 h 210"/>
                <a:gd name="T4" fmla="*/ 2147483647 w 270"/>
                <a:gd name="T5" fmla="*/ 2147483647 h 210"/>
                <a:gd name="T6" fmla="*/ 2147483647 w 270"/>
                <a:gd name="T7" fmla="*/ 2147483647 h 210"/>
                <a:gd name="T8" fmla="*/ 2147483647 w 270"/>
                <a:gd name="T9" fmla="*/ 2147483647 h 210"/>
                <a:gd name="T10" fmla="*/ 2147483647 w 270"/>
                <a:gd name="T11" fmla="*/ 2147483647 h 210"/>
                <a:gd name="T12" fmla="*/ 2147483647 w 270"/>
                <a:gd name="T13" fmla="*/ 2147483647 h 210"/>
                <a:gd name="T14" fmla="*/ 2147483647 w 270"/>
                <a:gd name="T15" fmla="*/ 2147483647 h 210"/>
                <a:gd name="T16" fmla="*/ 2147483647 w 270"/>
                <a:gd name="T17" fmla="*/ 2147483647 h 210"/>
                <a:gd name="T18" fmla="*/ 2147483647 w 270"/>
                <a:gd name="T19" fmla="*/ 2147483647 h 210"/>
                <a:gd name="T20" fmla="*/ 2147483647 w 270"/>
                <a:gd name="T21" fmla="*/ 2147483647 h 210"/>
                <a:gd name="T22" fmla="*/ 2147483647 w 270"/>
                <a:gd name="T23" fmla="*/ 2147483647 h 210"/>
                <a:gd name="T24" fmla="*/ 2147483647 w 270"/>
                <a:gd name="T25" fmla="*/ 2147483647 h 210"/>
                <a:gd name="T26" fmla="*/ 2147483647 w 270"/>
                <a:gd name="T27" fmla="*/ 2147483647 h 210"/>
                <a:gd name="T28" fmla="*/ 2147483647 w 270"/>
                <a:gd name="T29" fmla="*/ 2147483647 h 210"/>
                <a:gd name="T30" fmla="*/ 2147483647 w 270"/>
                <a:gd name="T31" fmla="*/ 2147483647 h 210"/>
                <a:gd name="T32" fmla="*/ 2147483647 w 270"/>
                <a:gd name="T33" fmla="*/ 2147483647 h 210"/>
                <a:gd name="T34" fmla="*/ 2147483647 w 270"/>
                <a:gd name="T35" fmla="*/ 2147483647 h 210"/>
                <a:gd name="T36" fmla="*/ 2147483647 w 270"/>
                <a:gd name="T37" fmla="*/ 2147483647 h 210"/>
                <a:gd name="T38" fmla="*/ 2147483647 w 270"/>
                <a:gd name="T39" fmla="*/ 2147483647 h 210"/>
                <a:gd name="T40" fmla="*/ 2147483647 w 270"/>
                <a:gd name="T41" fmla="*/ 2147483647 h 210"/>
                <a:gd name="T42" fmla="*/ 2147483647 w 270"/>
                <a:gd name="T43" fmla="*/ 2147483647 h 210"/>
                <a:gd name="T44" fmla="*/ 2147483647 w 270"/>
                <a:gd name="T45" fmla="*/ 2147483647 h 210"/>
                <a:gd name="T46" fmla="*/ 2147483647 w 270"/>
                <a:gd name="T47" fmla="*/ 2147483647 h 210"/>
                <a:gd name="T48" fmla="*/ 2147483647 w 270"/>
                <a:gd name="T49" fmla="*/ 2147483647 h 210"/>
                <a:gd name="T50" fmla="*/ 2147483647 w 270"/>
                <a:gd name="T51" fmla="*/ 2147483647 h 210"/>
                <a:gd name="T52" fmla="*/ 2147483647 w 270"/>
                <a:gd name="T53" fmla="*/ 2147483647 h 210"/>
                <a:gd name="T54" fmla="*/ 2147483647 w 270"/>
                <a:gd name="T55" fmla="*/ 2147483647 h 210"/>
                <a:gd name="T56" fmla="*/ 2147483647 w 270"/>
                <a:gd name="T57" fmla="*/ 2147483647 h 210"/>
                <a:gd name="T58" fmla="*/ 2147483647 w 270"/>
                <a:gd name="T59" fmla="*/ 0 h 210"/>
                <a:gd name="T60" fmla="*/ 2147483647 w 270"/>
                <a:gd name="T61" fmla="*/ 2147483647 h 210"/>
                <a:gd name="T62" fmla="*/ 2147483647 w 270"/>
                <a:gd name="T63" fmla="*/ 2147483647 h 210"/>
                <a:gd name="T64" fmla="*/ 2147483647 w 270"/>
                <a:gd name="T65" fmla="*/ 2147483647 h 210"/>
                <a:gd name="T66" fmla="*/ 2147483647 w 270"/>
                <a:gd name="T67" fmla="*/ 2147483647 h 210"/>
                <a:gd name="T68" fmla="*/ 2147483647 w 270"/>
                <a:gd name="T69" fmla="*/ 2147483647 h 210"/>
                <a:gd name="T70" fmla="*/ 2147483647 w 270"/>
                <a:gd name="T71" fmla="*/ 2147483647 h 210"/>
                <a:gd name="T72" fmla="*/ 2147483647 w 270"/>
                <a:gd name="T73" fmla="*/ 2147483647 h 210"/>
                <a:gd name="T74" fmla="*/ 2147483647 w 270"/>
                <a:gd name="T75" fmla="*/ 2147483647 h 210"/>
                <a:gd name="T76" fmla="*/ 2147483647 w 270"/>
                <a:gd name="T77" fmla="*/ 2147483647 h 210"/>
                <a:gd name="T78" fmla="*/ 2147483647 w 270"/>
                <a:gd name="T79" fmla="*/ 2147483647 h 210"/>
                <a:gd name="T80" fmla="*/ 2147483647 w 270"/>
                <a:gd name="T81" fmla="*/ 2147483647 h 210"/>
                <a:gd name="T82" fmla="*/ 2147483647 w 270"/>
                <a:gd name="T83" fmla="*/ 2147483647 h 210"/>
                <a:gd name="T84" fmla="*/ 2147483647 w 270"/>
                <a:gd name="T85" fmla="*/ 2147483647 h 210"/>
                <a:gd name="T86" fmla="*/ 2147483647 w 270"/>
                <a:gd name="T87" fmla="*/ 2147483647 h 210"/>
                <a:gd name="T88" fmla="*/ 2147483647 w 270"/>
                <a:gd name="T89" fmla="*/ 2147483647 h 21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70"/>
                <a:gd name="T136" fmla="*/ 0 h 210"/>
                <a:gd name="T137" fmla="*/ 270 w 270"/>
                <a:gd name="T138" fmla="*/ 210 h 21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70" h="210">
                  <a:moveTo>
                    <a:pt x="18" y="156"/>
                  </a:moveTo>
                  <a:lnTo>
                    <a:pt x="0" y="174"/>
                  </a:lnTo>
                  <a:lnTo>
                    <a:pt x="12" y="162"/>
                  </a:lnTo>
                  <a:lnTo>
                    <a:pt x="24" y="162"/>
                  </a:lnTo>
                  <a:lnTo>
                    <a:pt x="30" y="168"/>
                  </a:lnTo>
                  <a:lnTo>
                    <a:pt x="54" y="168"/>
                  </a:lnTo>
                  <a:lnTo>
                    <a:pt x="60" y="174"/>
                  </a:lnTo>
                  <a:lnTo>
                    <a:pt x="66" y="162"/>
                  </a:lnTo>
                  <a:lnTo>
                    <a:pt x="84" y="168"/>
                  </a:lnTo>
                  <a:lnTo>
                    <a:pt x="84" y="156"/>
                  </a:lnTo>
                  <a:lnTo>
                    <a:pt x="96" y="162"/>
                  </a:lnTo>
                  <a:lnTo>
                    <a:pt x="96" y="156"/>
                  </a:lnTo>
                  <a:lnTo>
                    <a:pt x="132" y="156"/>
                  </a:lnTo>
                  <a:lnTo>
                    <a:pt x="132" y="168"/>
                  </a:lnTo>
                  <a:lnTo>
                    <a:pt x="138" y="174"/>
                  </a:lnTo>
                  <a:lnTo>
                    <a:pt x="150" y="174"/>
                  </a:lnTo>
                  <a:lnTo>
                    <a:pt x="162" y="168"/>
                  </a:lnTo>
                  <a:lnTo>
                    <a:pt x="168" y="168"/>
                  </a:lnTo>
                  <a:lnTo>
                    <a:pt x="174" y="174"/>
                  </a:lnTo>
                  <a:lnTo>
                    <a:pt x="174" y="192"/>
                  </a:lnTo>
                  <a:lnTo>
                    <a:pt x="168" y="198"/>
                  </a:lnTo>
                  <a:lnTo>
                    <a:pt x="168" y="210"/>
                  </a:lnTo>
                  <a:lnTo>
                    <a:pt x="180" y="210"/>
                  </a:lnTo>
                  <a:lnTo>
                    <a:pt x="180" y="198"/>
                  </a:lnTo>
                  <a:lnTo>
                    <a:pt x="186" y="192"/>
                  </a:lnTo>
                  <a:lnTo>
                    <a:pt x="186" y="180"/>
                  </a:lnTo>
                  <a:lnTo>
                    <a:pt x="180" y="174"/>
                  </a:lnTo>
                  <a:lnTo>
                    <a:pt x="186" y="168"/>
                  </a:lnTo>
                  <a:lnTo>
                    <a:pt x="198" y="162"/>
                  </a:lnTo>
                  <a:lnTo>
                    <a:pt x="198" y="156"/>
                  </a:lnTo>
                  <a:lnTo>
                    <a:pt x="192" y="150"/>
                  </a:lnTo>
                  <a:lnTo>
                    <a:pt x="192" y="144"/>
                  </a:lnTo>
                  <a:lnTo>
                    <a:pt x="186" y="120"/>
                  </a:lnTo>
                  <a:lnTo>
                    <a:pt x="192" y="120"/>
                  </a:lnTo>
                  <a:lnTo>
                    <a:pt x="198" y="126"/>
                  </a:lnTo>
                  <a:lnTo>
                    <a:pt x="222" y="126"/>
                  </a:lnTo>
                  <a:lnTo>
                    <a:pt x="222" y="120"/>
                  </a:lnTo>
                  <a:lnTo>
                    <a:pt x="228" y="114"/>
                  </a:lnTo>
                  <a:lnTo>
                    <a:pt x="234" y="114"/>
                  </a:lnTo>
                  <a:lnTo>
                    <a:pt x="240" y="102"/>
                  </a:lnTo>
                  <a:lnTo>
                    <a:pt x="246" y="96"/>
                  </a:lnTo>
                  <a:lnTo>
                    <a:pt x="252" y="96"/>
                  </a:lnTo>
                  <a:lnTo>
                    <a:pt x="252" y="90"/>
                  </a:lnTo>
                  <a:lnTo>
                    <a:pt x="240" y="78"/>
                  </a:lnTo>
                  <a:lnTo>
                    <a:pt x="234" y="78"/>
                  </a:lnTo>
                  <a:lnTo>
                    <a:pt x="228" y="72"/>
                  </a:lnTo>
                  <a:lnTo>
                    <a:pt x="228" y="66"/>
                  </a:lnTo>
                  <a:lnTo>
                    <a:pt x="234" y="66"/>
                  </a:lnTo>
                  <a:lnTo>
                    <a:pt x="246" y="60"/>
                  </a:lnTo>
                  <a:lnTo>
                    <a:pt x="258" y="60"/>
                  </a:lnTo>
                  <a:lnTo>
                    <a:pt x="252" y="54"/>
                  </a:lnTo>
                  <a:lnTo>
                    <a:pt x="252" y="36"/>
                  </a:lnTo>
                  <a:lnTo>
                    <a:pt x="258" y="36"/>
                  </a:lnTo>
                  <a:lnTo>
                    <a:pt x="270" y="30"/>
                  </a:lnTo>
                  <a:lnTo>
                    <a:pt x="264" y="18"/>
                  </a:lnTo>
                  <a:lnTo>
                    <a:pt x="270" y="12"/>
                  </a:lnTo>
                  <a:lnTo>
                    <a:pt x="264" y="12"/>
                  </a:lnTo>
                  <a:lnTo>
                    <a:pt x="252" y="6"/>
                  </a:lnTo>
                  <a:lnTo>
                    <a:pt x="246" y="6"/>
                  </a:lnTo>
                  <a:lnTo>
                    <a:pt x="234" y="0"/>
                  </a:lnTo>
                  <a:lnTo>
                    <a:pt x="180" y="0"/>
                  </a:lnTo>
                  <a:lnTo>
                    <a:pt x="168" y="12"/>
                  </a:lnTo>
                  <a:lnTo>
                    <a:pt x="156" y="18"/>
                  </a:lnTo>
                  <a:lnTo>
                    <a:pt x="156" y="30"/>
                  </a:lnTo>
                  <a:lnTo>
                    <a:pt x="162" y="36"/>
                  </a:lnTo>
                  <a:lnTo>
                    <a:pt x="162" y="54"/>
                  </a:lnTo>
                  <a:lnTo>
                    <a:pt x="168" y="60"/>
                  </a:lnTo>
                  <a:lnTo>
                    <a:pt x="174" y="60"/>
                  </a:lnTo>
                  <a:lnTo>
                    <a:pt x="180" y="66"/>
                  </a:lnTo>
                  <a:lnTo>
                    <a:pt x="180" y="78"/>
                  </a:lnTo>
                  <a:lnTo>
                    <a:pt x="168" y="84"/>
                  </a:lnTo>
                  <a:lnTo>
                    <a:pt x="162" y="90"/>
                  </a:lnTo>
                  <a:lnTo>
                    <a:pt x="144" y="90"/>
                  </a:lnTo>
                  <a:lnTo>
                    <a:pt x="138" y="84"/>
                  </a:lnTo>
                  <a:lnTo>
                    <a:pt x="138" y="66"/>
                  </a:lnTo>
                  <a:lnTo>
                    <a:pt x="150" y="54"/>
                  </a:lnTo>
                  <a:lnTo>
                    <a:pt x="150" y="36"/>
                  </a:lnTo>
                  <a:lnTo>
                    <a:pt x="144" y="30"/>
                  </a:lnTo>
                  <a:lnTo>
                    <a:pt x="144" y="24"/>
                  </a:lnTo>
                  <a:lnTo>
                    <a:pt x="132" y="36"/>
                  </a:lnTo>
                  <a:lnTo>
                    <a:pt x="120" y="42"/>
                  </a:lnTo>
                  <a:lnTo>
                    <a:pt x="114" y="48"/>
                  </a:lnTo>
                  <a:lnTo>
                    <a:pt x="102" y="54"/>
                  </a:lnTo>
                  <a:lnTo>
                    <a:pt x="96" y="66"/>
                  </a:lnTo>
                  <a:lnTo>
                    <a:pt x="96" y="84"/>
                  </a:lnTo>
                  <a:lnTo>
                    <a:pt x="90" y="90"/>
                  </a:lnTo>
                  <a:lnTo>
                    <a:pt x="90" y="102"/>
                  </a:lnTo>
                  <a:lnTo>
                    <a:pt x="60" y="132"/>
                  </a:lnTo>
                  <a:lnTo>
                    <a:pt x="72" y="144"/>
                  </a:lnTo>
                  <a:lnTo>
                    <a:pt x="42" y="144"/>
                  </a:lnTo>
                  <a:lnTo>
                    <a:pt x="18" y="156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26" name="Nepal" descr="© INSCALE GmbH, 05.05.2010&#10;http://www.presentationload.com/">
              <a:extLst>
                <a:ext uri="{FF2B5EF4-FFF2-40B4-BE49-F238E27FC236}">
                  <a16:creationId xmlns:a16="http://schemas.microsoft.com/office/drawing/2014/main" id="{FBD17722-723C-4A47-BD89-B311F0E15BB2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363570" y="2117156"/>
              <a:ext cx="229344" cy="128432"/>
            </a:xfrm>
            <a:custGeom>
              <a:avLst/>
              <a:gdLst>
                <a:gd name="T0" fmla="*/ 2147483647 w 588"/>
                <a:gd name="T1" fmla="*/ 2147483647 h 330"/>
                <a:gd name="T2" fmla="*/ 2147483647 w 588"/>
                <a:gd name="T3" fmla="*/ 2147483647 h 330"/>
                <a:gd name="T4" fmla="*/ 2147483647 w 588"/>
                <a:gd name="T5" fmla="*/ 2147483647 h 330"/>
                <a:gd name="T6" fmla="*/ 2147483647 w 588"/>
                <a:gd name="T7" fmla="*/ 2147483647 h 330"/>
                <a:gd name="T8" fmla="*/ 2147483647 w 588"/>
                <a:gd name="T9" fmla="*/ 2147483647 h 330"/>
                <a:gd name="T10" fmla="*/ 2147483647 w 588"/>
                <a:gd name="T11" fmla="*/ 2147483647 h 330"/>
                <a:gd name="T12" fmla="*/ 2147483647 w 588"/>
                <a:gd name="T13" fmla="*/ 2147483647 h 330"/>
                <a:gd name="T14" fmla="*/ 2147483647 w 588"/>
                <a:gd name="T15" fmla="*/ 2147483647 h 330"/>
                <a:gd name="T16" fmla="*/ 2147483647 w 588"/>
                <a:gd name="T17" fmla="*/ 2147483647 h 330"/>
                <a:gd name="T18" fmla="*/ 2147483647 w 588"/>
                <a:gd name="T19" fmla="*/ 2147483647 h 330"/>
                <a:gd name="T20" fmla="*/ 2147483647 w 588"/>
                <a:gd name="T21" fmla="*/ 2147483647 h 330"/>
                <a:gd name="T22" fmla="*/ 2147483647 w 588"/>
                <a:gd name="T23" fmla="*/ 2147483647 h 330"/>
                <a:gd name="T24" fmla="*/ 2147483647 w 588"/>
                <a:gd name="T25" fmla="*/ 2147483647 h 330"/>
                <a:gd name="T26" fmla="*/ 2147483647 w 588"/>
                <a:gd name="T27" fmla="*/ 2147483647 h 330"/>
                <a:gd name="T28" fmla="*/ 2147483647 w 588"/>
                <a:gd name="T29" fmla="*/ 2147483647 h 330"/>
                <a:gd name="T30" fmla="*/ 2147483647 w 588"/>
                <a:gd name="T31" fmla="*/ 2147483647 h 330"/>
                <a:gd name="T32" fmla="*/ 2147483647 w 588"/>
                <a:gd name="T33" fmla="*/ 2147483647 h 330"/>
                <a:gd name="T34" fmla="*/ 2147483647 w 588"/>
                <a:gd name="T35" fmla="*/ 2147483647 h 330"/>
                <a:gd name="T36" fmla="*/ 2147483647 w 588"/>
                <a:gd name="T37" fmla="*/ 2147483647 h 330"/>
                <a:gd name="T38" fmla="*/ 2147483647 w 588"/>
                <a:gd name="T39" fmla="*/ 2147483647 h 330"/>
                <a:gd name="T40" fmla="*/ 2147483647 w 588"/>
                <a:gd name="T41" fmla="*/ 2147483647 h 330"/>
                <a:gd name="T42" fmla="*/ 2147483647 w 588"/>
                <a:gd name="T43" fmla="*/ 2147483647 h 330"/>
                <a:gd name="T44" fmla="*/ 2147483647 w 588"/>
                <a:gd name="T45" fmla="*/ 2147483647 h 330"/>
                <a:gd name="T46" fmla="*/ 2147483647 w 588"/>
                <a:gd name="T47" fmla="*/ 2147483647 h 330"/>
                <a:gd name="T48" fmla="*/ 2147483647 w 588"/>
                <a:gd name="T49" fmla="*/ 2147483647 h 330"/>
                <a:gd name="T50" fmla="*/ 2147483647 w 588"/>
                <a:gd name="T51" fmla="*/ 2147483647 h 330"/>
                <a:gd name="T52" fmla="*/ 2147483647 w 588"/>
                <a:gd name="T53" fmla="*/ 2147483647 h 330"/>
                <a:gd name="T54" fmla="*/ 2147483647 w 588"/>
                <a:gd name="T55" fmla="*/ 2147483647 h 330"/>
                <a:gd name="T56" fmla="*/ 2147483647 w 588"/>
                <a:gd name="T57" fmla="*/ 2147483647 h 330"/>
                <a:gd name="T58" fmla="*/ 2147483647 w 588"/>
                <a:gd name="T59" fmla="*/ 2147483647 h 330"/>
                <a:gd name="T60" fmla="*/ 2147483647 w 588"/>
                <a:gd name="T61" fmla="*/ 2147483647 h 330"/>
                <a:gd name="T62" fmla="*/ 2147483647 w 588"/>
                <a:gd name="T63" fmla="*/ 2147483647 h 330"/>
                <a:gd name="T64" fmla="*/ 2147483647 w 588"/>
                <a:gd name="T65" fmla="*/ 2147483647 h 330"/>
                <a:gd name="T66" fmla="*/ 2147483647 w 588"/>
                <a:gd name="T67" fmla="*/ 2147483647 h 330"/>
                <a:gd name="T68" fmla="*/ 2147483647 w 588"/>
                <a:gd name="T69" fmla="*/ 2147483647 h 330"/>
                <a:gd name="T70" fmla="*/ 2147483647 w 588"/>
                <a:gd name="T71" fmla="*/ 0 h 330"/>
                <a:gd name="T72" fmla="*/ 2147483647 w 588"/>
                <a:gd name="T73" fmla="*/ 2147483647 h 330"/>
                <a:gd name="T74" fmla="*/ 2147483647 w 588"/>
                <a:gd name="T75" fmla="*/ 2147483647 h 330"/>
                <a:gd name="T76" fmla="*/ 2147483647 w 588"/>
                <a:gd name="T77" fmla="*/ 2147483647 h 330"/>
                <a:gd name="T78" fmla="*/ 2147483647 w 588"/>
                <a:gd name="T79" fmla="*/ 2147483647 h 330"/>
                <a:gd name="T80" fmla="*/ 2147483647 w 588"/>
                <a:gd name="T81" fmla="*/ 2147483647 h 330"/>
                <a:gd name="T82" fmla="*/ 2147483647 w 588"/>
                <a:gd name="T83" fmla="*/ 2147483647 h 330"/>
                <a:gd name="T84" fmla="*/ 0 w 588"/>
                <a:gd name="T85" fmla="*/ 2147483647 h 330"/>
                <a:gd name="T86" fmla="*/ 2147483647 w 588"/>
                <a:gd name="T87" fmla="*/ 2147483647 h 330"/>
                <a:gd name="T88" fmla="*/ 2147483647 w 588"/>
                <a:gd name="T89" fmla="*/ 2147483647 h 330"/>
                <a:gd name="T90" fmla="*/ 2147483647 w 588"/>
                <a:gd name="T91" fmla="*/ 2147483647 h 330"/>
                <a:gd name="T92" fmla="*/ 2147483647 w 588"/>
                <a:gd name="T93" fmla="*/ 2147483647 h 330"/>
                <a:gd name="T94" fmla="*/ 2147483647 w 588"/>
                <a:gd name="T95" fmla="*/ 2147483647 h 330"/>
                <a:gd name="T96" fmla="*/ 2147483647 w 588"/>
                <a:gd name="T97" fmla="*/ 2147483647 h 330"/>
                <a:gd name="T98" fmla="*/ 2147483647 w 588"/>
                <a:gd name="T99" fmla="*/ 2147483647 h 330"/>
                <a:gd name="T100" fmla="*/ 2147483647 w 588"/>
                <a:gd name="T101" fmla="*/ 2147483647 h 330"/>
                <a:gd name="T102" fmla="*/ 2147483647 w 588"/>
                <a:gd name="T103" fmla="*/ 2147483647 h 330"/>
                <a:gd name="T104" fmla="*/ 2147483647 w 588"/>
                <a:gd name="T105" fmla="*/ 2147483647 h 330"/>
                <a:gd name="T106" fmla="*/ 2147483647 w 588"/>
                <a:gd name="T107" fmla="*/ 2147483647 h 330"/>
                <a:gd name="T108" fmla="*/ 2147483647 w 588"/>
                <a:gd name="T109" fmla="*/ 2147483647 h 33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88"/>
                <a:gd name="T166" fmla="*/ 0 h 330"/>
                <a:gd name="T167" fmla="*/ 588 w 588"/>
                <a:gd name="T168" fmla="*/ 330 h 33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88" h="330">
                  <a:moveTo>
                    <a:pt x="294" y="234"/>
                  </a:moveTo>
                  <a:lnTo>
                    <a:pt x="306" y="246"/>
                  </a:lnTo>
                  <a:lnTo>
                    <a:pt x="306" y="252"/>
                  </a:lnTo>
                  <a:lnTo>
                    <a:pt x="330" y="252"/>
                  </a:lnTo>
                  <a:lnTo>
                    <a:pt x="384" y="306"/>
                  </a:lnTo>
                  <a:lnTo>
                    <a:pt x="402" y="294"/>
                  </a:lnTo>
                  <a:lnTo>
                    <a:pt x="432" y="312"/>
                  </a:lnTo>
                  <a:lnTo>
                    <a:pt x="438" y="306"/>
                  </a:lnTo>
                  <a:lnTo>
                    <a:pt x="456" y="306"/>
                  </a:lnTo>
                  <a:lnTo>
                    <a:pt x="474" y="312"/>
                  </a:lnTo>
                  <a:lnTo>
                    <a:pt x="486" y="318"/>
                  </a:lnTo>
                  <a:lnTo>
                    <a:pt x="492" y="330"/>
                  </a:lnTo>
                  <a:lnTo>
                    <a:pt x="498" y="318"/>
                  </a:lnTo>
                  <a:lnTo>
                    <a:pt x="510" y="312"/>
                  </a:lnTo>
                  <a:lnTo>
                    <a:pt x="516" y="312"/>
                  </a:lnTo>
                  <a:lnTo>
                    <a:pt x="522" y="318"/>
                  </a:lnTo>
                  <a:lnTo>
                    <a:pt x="522" y="330"/>
                  </a:lnTo>
                  <a:lnTo>
                    <a:pt x="588" y="330"/>
                  </a:lnTo>
                  <a:lnTo>
                    <a:pt x="588" y="294"/>
                  </a:lnTo>
                  <a:lnTo>
                    <a:pt x="576" y="270"/>
                  </a:lnTo>
                  <a:lnTo>
                    <a:pt x="576" y="222"/>
                  </a:lnTo>
                  <a:lnTo>
                    <a:pt x="564" y="204"/>
                  </a:lnTo>
                  <a:lnTo>
                    <a:pt x="540" y="216"/>
                  </a:lnTo>
                  <a:lnTo>
                    <a:pt x="522" y="216"/>
                  </a:lnTo>
                  <a:lnTo>
                    <a:pt x="498" y="204"/>
                  </a:lnTo>
                  <a:lnTo>
                    <a:pt x="480" y="198"/>
                  </a:lnTo>
                  <a:lnTo>
                    <a:pt x="474" y="192"/>
                  </a:lnTo>
                  <a:lnTo>
                    <a:pt x="462" y="186"/>
                  </a:lnTo>
                  <a:lnTo>
                    <a:pt x="462" y="192"/>
                  </a:lnTo>
                  <a:lnTo>
                    <a:pt x="456" y="198"/>
                  </a:lnTo>
                  <a:lnTo>
                    <a:pt x="438" y="198"/>
                  </a:lnTo>
                  <a:lnTo>
                    <a:pt x="432" y="192"/>
                  </a:lnTo>
                  <a:lnTo>
                    <a:pt x="432" y="180"/>
                  </a:lnTo>
                  <a:lnTo>
                    <a:pt x="432" y="186"/>
                  </a:lnTo>
                  <a:lnTo>
                    <a:pt x="420" y="198"/>
                  </a:lnTo>
                  <a:lnTo>
                    <a:pt x="408" y="198"/>
                  </a:lnTo>
                  <a:lnTo>
                    <a:pt x="402" y="192"/>
                  </a:lnTo>
                  <a:lnTo>
                    <a:pt x="402" y="174"/>
                  </a:lnTo>
                  <a:lnTo>
                    <a:pt x="396" y="174"/>
                  </a:lnTo>
                  <a:lnTo>
                    <a:pt x="390" y="180"/>
                  </a:lnTo>
                  <a:lnTo>
                    <a:pt x="378" y="180"/>
                  </a:lnTo>
                  <a:lnTo>
                    <a:pt x="360" y="174"/>
                  </a:lnTo>
                  <a:lnTo>
                    <a:pt x="354" y="168"/>
                  </a:lnTo>
                  <a:lnTo>
                    <a:pt x="348" y="168"/>
                  </a:lnTo>
                  <a:lnTo>
                    <a:pt x="348" y="162"/>
                  </a:lnTo>
                  <a:lnTo>
                    <a:pt x="354" y="156"/>
                  </a:lnTo>
                  <a:lnTo>
                    <a:pt x="354" y="150"/>
                  </a:lnTo>
                  <a:lnTo>
                    <a:pt x="348" y="144"/>
                  </a:lnTo>
                  <a:lnTo>
                    <a:pt x="342" y="144"/>
                  </a:lnTo>
                  <a:lnTo>
                    <a:pt x="330" y="150"/>
                  </a:lnTo>
                  <a:lnTo>
                    <a:pt x="324" y="156"/>
                  </a:lnTo>
                  <a:lnTo>
                    <a:pt x="312" y="150"/>
                  </a:lnTo>
                  <a:lnTo>
                    <a:pt x="282" y="120"/>
                  </a:lnTo>
                  <a:lnTo>
                    <a:pt x="282" y="102"/>
                  </a:lnTo>
                  <a:lnTo>
                    <a:pt x="276" y="90"/>
                  </a:lnTo>
                  <a:lnTo>
                    <a:pt x="270" y="84"/>
                  </a:lnTo>
                  <a:lnTo>
                    <a:pt x="258" y="84"/>
                  </a:lnTo>
                  <a:lnTo>
                    <a:pt x="252" y="96"/>
                  </a:lnTo>
                  <a:lnTo>
                    <a:pt x="246" y="102"/>
                  </a:lnTo>
                  <a:lnTo>
                    <a:pt x="246" y="108"/>
                  </a:lnTo>
                  <a:lnTo>
                    <a:pt x="234" y="108"/>
                  </a:lnTo>
                  <a:lnTo>
                    <a:pt x="234" y="96"/>
                  </a:lnTo>
                  <a:lnTo>
                    <a:pt x="228" y="90"/>
                  </a:lnTo>
                  <a:lnTo>
                    <a:pt x="222" y="78"/>
                  </a:lnTo>
                  <a:lnTo>
                    <a:pt x="216" y="72"/>
                  </a:lnTo>
                  <a:lnTo>
                    <a:pt x="210" y="60"/>
                  </a:lnTo>
                  <a:lnTo>
                    <a:pt x="168" y="54"/>
                  </a:lnTo>
                  <a:lnTo>
                    <a:pt x="150" y="36"/>
                  </a:lnTo>
                  <a:lnTo>
                    <a:pt x="138" y="30"/>
                  </a:lnTo>
                  <a:lnTo>
                    <a:pt x="132" y="18"/>
                  </a:lnTo>
                  <a:lnTo>
                    <a:pt x="120" y="6"/>
                  </a:lnTo>
                  <a:lnTo>
                    <a:pt x="108" y="0"/>
                  </a:lnTo>
                  <a:lnTo>
                    <a:pt x="96" y="0"/>
                  </a:lnTo>
                  <a:lnTo>
                    <a:pt x="84" y="6"/>
                  </a:lnTo>
                  <a:lnTo>
                    <a:pt x="78" y="12"/>
                  </a:lnTo>
                  <a:lnTo>
                    <a:pt x="54" y="30"/>
                  </a:lnTo>
                  <a:lnTo>
                    <a:pt x="36" y="12"/>
                  </a:lnTo>
                  <a:lnTo>
                    <a:pt x="30" y="36"/>
                  </a:lnTo>
                  <a:lnTo>
                    <a:pt x="6" y="60"/>
                  </a:lnTo>
                  <a:lnTo>
                    <a:pt x="12" y="72"/>
                  </a:lnTo>
                  <a:lnTo>
                    <a:pt x="6" y="78"/>
                  </a:lnTo>
                  <a:lnTo>
                    <a:pt x="6" y="84"/>
                  </a:lnTo>
                  <a:lnTo>
                    <a:pt x="18" y="96"/>
                  </a:lnTo>
                  <a:lnTo>
                    <a:pt x="12" y="96"/>
                  </a:lnTo>
                  <a:lnTo>
                    <a:pt x="0" y="108"/>
                  </a:lnTo>
                  <a:lnTo>
                    <a:pt x="0" y="120"/>
                  </a:lnTo>
                  <a:lnTo>
                    <a:pt x="30" y="150"/>
                  </a:lnTo>
                  <a:lnTo>
                    <a:pt x="42" y="144"/>
                  </a:lnTo>
                  <a:lnTo>
                    <a:pt x="60" y="168"/>
                  </a:lnTo>
                  <a:lnTo>
                    <a:pt x="84" y="168"/>
                  </a:lnTo>
                  <a:lnTo>
                    <a:pt x="96" y="186"/>
                  </a:lnTo>
                  <a:lnTo>
                    <a:pt x="138" y="204"/>
                  </a:lnTo>
                  <a:lnTo>
                    <a:pt x="150" y="204"/>
                  </a:lnTo>
                  <a:lnTo>
                    <a:pt x="156" y="210"/>
                  </a:lnTo>
                  <a:lnTo>
                    <a:pt x="162" y="222"/>
                  </a:lnTo>
                  <a:lnTo>
                    <a:pt x="168" y="228"/>
                  </a:lnTo>
                  <a:lnTo>
                    <a:pt x="186" y="228"/>
                  </a:lnTo>
                  <a:lnTo>
                    <a:pt x="192" y="222"/>
                  </a:lnTo>
                  <a:lnTo>
                    <a:pt x="204" y="222"/>
                  </a:lnTo>
                  <a:lnTo>
                    <a:pt x="204" y="234"/>
                  </a:lnTo>
                  <a:lnTo>
                    <a:pt x="210" y="240"/>
                  </a:lnTo>
                  <a:lnTo>
                    <a:pt x="234" y="240"/>
                  </a:lnTo>
                  <a:lnTo>
                    <a:pt x="240" y="246"/>
                  </a:lnTo>
                  <a:lnTo>
                    <a:pt x="246" y="258"/>
                  </a:lnTo>
                  <a:lnTo>
                    <a:pt x="258" y="246"/>
                  </a:lnTo>
                  <a:lnTo>
                    <a:pt x="276" y="246"/>
                  </a:lnTo>
                  <a:lnTo>
                    <a:pt x="282" y="252"/>
                  </a:lnTo>
                  <a:lnTo>
                    <a:pt x="282" y="258"/>
                  </a:lnTo>
                  <a:lnTo>
                    <a:pt x="282" y="240"/>
                  </a:lnTo>
                  <a:lnTo>
                    <a:pt x="288" y="234"/>
                  </a:lnTo>
                  <a:lnTo>
                    <a:pt x="294" y="234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4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27" name="Namibia" descr="© INSCALE GmbH, 05.05.2010&#10;http://www.presentationload.com/">
              <a:extLst>
                <a:ext uri="{FF2B5EF4-FFF2-40B4-BE49-F238E27FC236}">
                  <a16:creationId xmlns:a16="http://schemas.microsoft.com/office/drawing/2014/main" id="{9071BC88-5D7B-45EB-9B50-15B036444451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528826" y="3610942"/>
              <a:ext cx="373066" cy="380710"/>
            </a:xfrm>
            <a:custGeom>
              <a:avLst/>
              <a:gdLst>
                <a:gd name="T0" fmla="*/ 2147483647 w 954"/>
                <a:gd name="T1" fmla="*/ 2147483647 h 972"/>
                <a:gd name="T2" fmla="*/ 2147483647 w 954"/>
                <a:gd name="T3" fmla="*/ 2147483647 h 972"/>
                <a:gd name="T4" fmla="*/ 2147483647 w 954"/>
                <a:gd name="T5" fmla="*/ 2147483647 h 972"/>
                <a:gd name="T6" fmla="*/ 2147483647 w 954"/>
                <a:gd name="T7" fmla="*/ 2147483647 h 972"/>
                <a:gd name="T8" fmla="*/ 2147483647 w 954"/>
                <a:gd name="T9" fmla="*/ 2147483647 h 972"/>
                <a:gd name="T10" fmla="*/ 2147483647 w 954"/>
                <a:gd name="T11" fmla="*/ 2147483647 h 972"/>
                <a:gd name="T12" fmla="*/ 2147483647 w 954"/>
                <a:gd name="T13" fmla="*/ 2147483647 h 972"/>
                <a:gd name="T14" fmla="*/ 2147483647 w 954"/>
                <a:gd name="T15" fmla="*/ 2147483647 h 972"/>
                <a:gd name="T16" fmla="*/ 2147483647 w 954"/>
                <a:gd name="T17" fmla="*/ 2147483647 h 972"/>
                <a:gd name="T18" fmla="*/ 2147483647 w 954"/>
                <a:gd name="T19" fmla="*/ 2147483647 h 972"/>
                <a:gd name="T20" fmla="*/ 2147483647 w 954"/>
                <a:gd name="T21" fmla="*/ 2147483647 h 972"/>
                <a:gd name="T22" fmla="*/ 2147483647 w 954"/>
                <a:gd name="T23" fmla="*/ 2147483647 h 972"/>
                <a:gd name="T24" fmla="*/ 2147483647 w 954"/>
                <a:gd name="T25" fmla="*/ 2147483647 h 972"/>
                <a:gd name="T26" fmla="*/ 2147483647 w 954"/>
                <a:gd name="T27" fmla="*/ 2147483647 h 972"/>
                <a:gd name="T28" fmla="*/ 2147483647 w 954"/>
                <a:gd name="T29" fmla="*/ 2147483647 h 972"/>
                <a:gd name="T30" fmla="*/ 2147483647 w 954"/>
                <a:gd name="T31" fmla="*/ 2147483647 h 972"/>
                <a:gd name="T32" fmla="*/ 2147483647 w 954"/>
                <a:gd name="T33" fmla="*/ 2147483647 h 972"/>
                <a:gd name="T34" fmla="*/ 2147483647 w 954"/>
                <a:gd name="T35" fmla="*/ 2147483647 h 972"/>
                <a:gd name="T36" fmla="*/ 2147483647 w 954"/>
                <a:gd name="T37" fmla="*/ 2147483647 h 972"/>
                <a:gd name="T38" fmla="*/ 2147483647 w 954"/>
                <a:gd name="T39" fmla="*/ 2147483647 h 972"/>
                <a:gd name="T40" fmla="*/ 2147483647 w 954"/>
                <a:gd name="T41" fmla="*/ 2147483647 h 972"/>
                <a:gd name="T42" fmla="*/ 2147483647 w 954"/>
                <a:gd name="T43" fmla="*/ 2147483647 h 972"/>
                <a:gd name="T44" fmla="*/ 2147483647 w 954"/>
                <a:gd name="T45" fmla="*/ 2147483647 h 972"/>
                <a:gd name="T46" fmla="*/ 2147483647 w 954"/>
                <a:gd name="T47" fmla="*/ 2147483647 h 972"/>
                <a:gd name="T48" fmla="*/ 2147483647 w 954"/>
                <a:gd name="T49" fmla="*/ 2147483647 h 972"/>
                <a:gd name="T50" fmla="*/ 2147483647 w 954"/>
                <a:gd name="T51" fmla="*/ 2147483647 h 972"/>
                <a:gd name="T52" fmla="*/ 2147483647 w 954"/>
                <a:gd name="T53" fmla="*/ 2147483647 h 972"/>
                <a:gd name="T54" fmla="*/ 2147483647 w 954"/>
                <a:gd name="T55" fmla="*/ 2147483647 h 972"/>
                <a:gd name="T56" fmla="*/ 2147483647 w 954"/>
                <a:gd name="T57" fmla="*/ 2147483647 h 972"/>
                <a:gd name="T58" fmla="*/ 2147483647 w 954"/>
                <a:gd name="T59" fmla="*/ 2147483647 h 972"/>
                <a:gd name="T60" fmla="*/ 2147483647 w 954"/>
                <a:gd name="T61" fmla="*/ 2147483647 h 972"/>
                <a:gd name="T62" fmla="*/ 2147483647 w 954"/>
                <a:gd name="T63" fmla="*/ 2147483647 h 972"/>
                <a:gd name="T64" fmla="*/ 2147483647 w 954"/>
                <a:gd name="T65" fmla="*/ 2147483647 h 972"/>
                <a:gd name="T66" fmla="*/ 2147483647 w 954"/>
                <a:gd name="T67" fmla="*/ 0 h 972"/>
                <a:gd name="T68" fmla="*/ 2147483647 w 954"/>
                <a:gd name="T69" fmla="*/ 2147483647 h 972"/>
                <a:gd name="T70" fmla="*/ 2147483647 w 954"/>
                <a:gd name="T71" fmla="*/ 2147483647 h 972"/>
                <a:gd name="T72" fmla="*/ 0 w 954"/>
                <a:gd name="T73" fmla="*/ 2147483647 h 972"/>
                <a:gd name="T74" fmla="*/ 2147483647 w 954"/>
                <a:gd name="T75" fmla="*/ 2147483647 h 972"/>
                <a:gd name="T76" fmla="*/ 2147483647 w 954"/>
                <a:gd name="T77" fmla="*/ 2147483647 h 972"/>
                <a:gd name="T78" fmla="*/ 2147483647 w 954"/>
                <a:gd name="T79" fmla="*/ 2147483647 h 972"/>
                <a:gd name="T80" fmla="*/ 2147483647 w 954"/>
                <a:gd name="T81" fmla="*/ 2147483647 h 972"/>
                <a:gd name="T82" fmla="*/ 2147483647 w 954"/>
                <a:gd name="T83" fmla="*/ 2147483647 h 972"/>
                <a:gd name="T84" fmla="*/ 2147483647 w 954"/>
                <a:gd name="T85" fmla="*/ 2147483647 h 972"/>
                <a:gd name="T86" fmla="*/ 2147483647 w 954"/>
                <a:gd name="T87" fmla="*/ 2147483647 h 972"/>
                <a:gd name="T88" fmla="*/ 2147483647 w 954"/>
                <a:gd name="T89" fmla="*/ 2147483647 h 972"/>
                <a:gd name="T90" fmla="*/ 2147483647 w 954"/>
                <a:gd name="T91" fmla="*/ 2147483647 h 972"/>
                <a:gd name="T92" fmla="*/ 2147483647 w 954"/>
                <a:gd name="T93" fmla="*/ 2147483647 h 972"/>
                <a:gd name="T94" fmla="*/ 2147483647 w 954"/>
                <a:gd name="T95" fmla="*/ 2147483647 h 972"/>
                <a:gd name="T96" fmla="*/ 2147483647 w 954"/>
                <a:gd name="T97" fmla="*/ 2147483647 h 972"/>
                <a:gd name="T98" fmla="*/ 2147483647 w 954"/>
                <a:gd name="T99" fmla="*/ 2147483647 h 972"/>
                <a:gd name="T100" fmla="*/ 2147483647 w 954"/>
                <a:gd name="T101" fmla="*/ 2147483647 h 972"/>
                <a:gd name="T102" fmla="*/ 2147483647 w 954"/>
                <a:gd name="T103" fmla="*/ 2147483647 h 972"/>
                <a:gd name="T104" fmla="*/ 2147483647 w 954"/>
                <a:gd name="T105" fmla="*/ 2147483647 h 972"/>
                <a:gd name="T106" fmla="*/ 2147483647 w 954"/>
                <a:gd name="T107" fmla="*/ 2147483647 h 972"/>
                <a:gd name="T108" fmla="*/ 2147483647 w 954"/>
                <a:gd name="T109" fmla="*/ 2147483647 h 972"/>
                <a:gd name="T110" fmla="*/ 2147483647 w 954"/>
                <a:gd name="T111" fmla="*/ 2147483647 h 972"/>
                <a:gd name="T112" fmla="*/ 2147483647 w 954"/>
                <a:gd name="T113" fmla="*/ 2147483647 h 972"/>
                <a:gd name="T114" fmla="*/ 2147483647 w 954"/>
                <a:gd name="T115" fmla="*/ 2147483647 h 972"/>
                <a:gd name="T116" fmla="*/ 2147483647 w 954"/>
                <a:gd name="T117" fmla="*/ 2147483647 h 972"/>
                <a:gd name="T118" fmla="*/ 2147483647 w 954"/>
                <a:gd name="T119" fmla="*/ 2147483647 h 97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954"/>
                <a:gd name="T181" fmla="*/ 0 h 972"/>
                <a:gd name="T182" fmla="*/ 954 w 954"/>
                <a:gd name="T183" fmla="*/ 972 h 97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954" h="972">
                  <a:moveTo>
                    <a:pt x="366" y="894"/>
                  </a:moveTo>
                  <a:lnTo>
                    <a:pt x="372" y="894"/>
                  </a:lnTo>
                  <a:lnTo>
                    <a:pt x="390" y="912"/>
                  </a:lnTo>
                  <a:lnTo>
                    <a:pt x="390" y="936"/>
                  </a:lnTo>
                  <a:lnTo>
                    <a:pt x="396" y="948"/>
                  </a:lnTo>
                  <a:lnTo>
                    <a:pt x="402" y="954"/>
                  </a:lnTo>
                  <a:lnTo>
                    <a:pt x="426" y="954"/>
                  </a:lnTo>
                  <a:lnTo>
                    <a:pt x="432" y="960"/>
                  </a:lnTo>
                  <a:lnTo>
                    <a:pt x="432" y="966"/>
                  </a:lnTo>
                  <a:lnTo>
                    <a:pt x="438" y="972"/>
                  </a:lnTo>
                  <a:lnTo>
                    <a:pt x="462" y="972"/>
                  </a:lnTo>
                  <a:lnTo>
                    <a:pt x="474" y="960"/>
                  </a:lnTo>
                  <a:lnTo>
                    <a:pt x="486" y="960"/>
                  </a:lnTo>
                  <a:lnTo>
                    <a:pt x="498" y="972"/>
                  </a:lnTo>
                  <a:lnTo>
                    <a:pt x="522" y="972"/>
                  </a:lnTo>
                  <a:lnTo>
                    <a:pt x="522" y="948"/>
                  </a:lnTo>
                  <a:lnTo>
                    <a:pt x="534" y="948"/>
                  </a:lnTo>
                  <a:lnTo>
                    <a:pt x="534" y="942"/>
                  </a:lnTo>
                  <a:lnTo>
                    <a:pt x="540" y="936"/>
                  </a:lnTo>
                  <a:lnTo>
                    <a:pt x="552" y="930"/>
                  </a:lnTo>
                  <a:lnTo>
                    <a:pt x="570" y="930"/>
                  </a:lnTo>
                  <a:lnTo>
                    <a:pt x="582" y="414"/>
                  </a:lnTo>
                  <a:lnTo>
                    <a:pt x="654" y="414"/>
                  </a:lnTo>
                  <a:lnTo>
                    <a:pt x="648" y="288"/>
                  </a:lnTo>
                  <a:lnTo>
                    <a:pt x="654" y="282"/>
                  </a:lnTo>
                  <a:lnTo>
                    <a:pt x="654" y="108"/>
                  </a:lnTo>
                  <a:lnTo>
                    <a:pt x="690" y="108"/>
                  </a:lnTo>
                  <a:lnTo>
                    <a:pt x="708" y="102"/>
                  </a:lnTo>
                  <a:lnTo>
                    <a:pt x="744" y="102"/>
                  </a:lnTo>
                  <a:lnTo>
                    <a:pt x="792" y="90"/>
                  </a:lnTo>
                  <a:lnTo>
                    <a:pt x="804" y="84"/>
                  </a:lnTo>
                  <a:lnTo>
                    <a:pt x="822" y="84"/>
                  </a:lnTo>
                  <a:lnTo>
                    <a:pt x="828" y="90"/>
                  </a:lnTo>
                  <a:lnTo>
                    <a:pt x="828" y="108"/>
                  </a:lnTo>
                  <a:lnTo>
                    <a:pt x="834" y="108"/>
                  </a:lnTo>
                  <a:lnTo>
                    <a:pt x="834" y="126"/>
                  </a:lnTo>
                  <a:lnTo>
                    <a:pt x="840" y="126"/>
                  </a:lnTo>
                  <a:lnTo>
                    <a:pt x="882" y="84"/>
                  </a:lnTo>
                  <a:lnTo>
                    <a:pt x="906" y="84"/>
                  </a:lnTo>
                  <a:lnTo>
                    <a:pt x="918" y="72"/>
                  </a:lnTo>
                  <a:lnTo>
                    <a:pt x="954" y="66"/>
                  </a:lnTo>
                  <a:lnTo>
                    <a:pt x="936" y="48"/>
                  </a:lnTo>
                  <a:lnTo>
                    <a:pt x="906" y="54"/>
                  </a:lnTo>
                  <a:lnTo>
                    <a:pt x="906" y="48"/>
                  </a:lnTo>
                  <a:lnTo>
                    <a:pt x="900" y="42"/>
                  </a:lnTo>
                  <a:lnTo>
                    <a:pt x="882" y="42"/>
                  </a:lnTo>
                  <a:lnTo>
                    <a:pt x="876" y="48"/>
                  </a:lnTo>
                  <a:lnTo>
                    <a:pt x="870" y="48"/>
                  </a:lnTo>
                  <a:lnTo>
                    <a:pt x="846" y="60"/>
                  </a:lnTo>
                  <a:lnTo>
                    <a:pt x="828" y="54"/>
                  </a:lnTo>
                  <a:lnTo>
                    <a:pt x="816" y="60"/>
                  </a:lnTo>
                  <a:lnTo>
                    <a:pt x="780" y="72"/>
                  </a:lnTo>
                  <a:lnTo>
                    <a:pt x="732" y="78"/>
                  </a:lnTo>
                  <a:lnTo>
                    <a:pt x="696" y="84"/>
                  </a:lnTo>
                  <a:lnTo>
                    <a:pt x="624" y="84"/>
                  </a:lnTo>
                  <a:lnTo>
                    <a:pt x="618" y="72"/>
                  </a:lnTo>
                  <a:lnTo>
                    <a:pt x="546" y="78"/>
                  </a:lnTo>
                  <a:lnTo>
                    <a:pt x="540" y="66"/>
                  </a:lnTo>
                  <a:lnTo>
                    <a:pt x="504" y="66"/>
                  </a:lnTo>
                  <a:lnTo>
                    <a:pt x="480" y="42"/>
                  </a:lnTo>
                  <a:lnTo>
                    <a:pt x="480" y="36"/>
                  </a:lnTo>
                  <a:lnTo>
                    <a:pt x="174" y="36"/>
                  </a:lnTo>
                  <a:lnTo>
                    <a:pt x="168" y="30"/>
                  </a:lnTo>
                  <a:lnTo>
                    <a:pt x="156" y="30"/>
                  </a:lnTo>
                  <a:lnTo>
                    <a:pt x="132" y="18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90" y="0"/>
                  </a:lnTo>
                  <a:lnTo>
                    <a:pt x="90" y="6"/>
                  </a:lnTo>
                  <a:lnTo>
                    <a:pt x="72" y="24"/>
                  </a:lnTo>
                  <a:lnTo>
                    <a:pt x="42" y="24"/>
                  </a:lnTo>
                  <a:lnTo>
                    <a:pt x="36" y="18"/>
                  </a:lnTo>
                  <a:lnTo>
                    <a:pt x="18" y="24"/>
                  </a:lnTo>
                  <a:lnTo>
                    <a:pt x="0" y="24"/>
                  </a:lnTo>
                  <a:lnTo>
                    <a:pt x="6" y="96"/>
                  </a:lnTo>
                  <a:lnTo>
                    <a:pt x="12" y="108"/>
                  </a:lnTo>
                  <a:lnTo>
                    <a:pt x="30" y="126"/>
                  </a:lnTo>
                  <a:lnTo>
                    <a:pt x="36" y="138"/>
                  </a:lnTo>
                  <a:lnTo>
                    <a:pt x="54" y="162"/>
                  </a:lnTo>
                  <a:lnTo>
                    <a:pt x="72" y="192"/>
                  </a:lnTo>
                  <a:lnTo>
                    <a:pt x="96" y="228"/>
                  </a:lnTo>
                  <a:lnTo>
                    <a:pt x="102" y="258"/>
                  </a:lnTo>
                  <a:lnTo>
                    <a:pt x="102" y="276"/>
                  </a:lnTo>
                  <a:lnTo>
                    <a:pt x="114" y="294"/>
                  </a:lnTo>
                  <a:lnTo>
                    <a:pt x="120" y="312"/>
                  </a:lnTo>
                  <a:lnTo>
                    <a:pt x="138" y="348"/>
                  </a:lnTo>
                  <a:lnTo>
                    <a:pt x="156" y="366"/>
                  </a:lnTo>
                  <a:lnTo>
                    <a:pt x="156" y="390"/>
                  </a:lnTo>
                  <a:lnTo>
                    <a:pt x="162" y="396"/>
                  </a:lnTo>
                  <a:lnTo>
                    <a:pt x="174" y="402"/>
                  </a:lnTo>
                  <a:lnTo>
                    <a:pt x="180" y="414"/>
                  </a:lnTo>
                  <a:lnTo>
                    <a:pt x="192" y="420"/>
                  </a:lnTo>
                  <a:lnTo>
                    <a:pt x="198" y="432"/>
                  </a:lnTo>
                  <a:lnTo>
                    <a:pt x="198" y="582"/>
                  </a:lnTo>
                  <a:lnTo>
                    <a:pt x="222" y="630"/>
                  </a:lnTo>
                  <a:lnTo>
                    <a:pt x="222" y="678"/>
                  </a:lnTo>
                  <a:lnTo>
                    <a:pt x="216" y="678"/>
                  </a:lnTo>
                  <a:lnTo>
                    <a:pt x="228" y="726"/>
                  </a:lnTo>
                  <a:lnTo>
                    <a:pt x="228" y="762"/>
                  </a:lnTo>
                  <a:lnTo>
                    <a:pt x="240" y="762"/>
                  </a:lnTo>
                  <a:lnTo>
                    <a:pt x="240" y="804"/>
                  </a:lnTo>
                  <a:lnTo>
                    <a:pt x="252" y="810"/>
                  </a:lnTo>
                  <a:lnTo>
                    <a:pt x="258" y="816"/>
                  </a:lnTo>
                  <a:lnTo>
                    <a:pt x="258" y="846"/>
                  </a:lnTo>
                  <a:lnTo>
                    <a:pt x="264" y="858"/>
                  </a:lnTo>
                  <a:lnTo>
                    <a:pt x="270" y="864"/>
                  </a:lnTo>
                  <a:lnTo>
                    <a:pt x="276" y="876"/>
                  </a:lnTo>
                  <a:lnTo>
                    <a:pt x="282" y="894"/>
                  </a:lnTo>
                  <a:lnTo>
                    <a:pt x="282" y="900"/>
                  </a:lnTo>
                  <a:lnTo>
                    <a:pt x="288" y="912"/>
                  </a:lnTo>
                  <a:lnTo>
                    <a:pt x="294" y="918"/>
                  </a:lnTo>
                  <a:lnTo>
                    <a:pt x="318" y="930"/>
                  </a:lnTo>
                  <a:lnTo>
                    <a:pt x="324" y="936"/>
                  </a:lnTo>
                  <a:lnTo>
                    <a:pt x="330" y="936"/>
                  </a:lnTo>
                  <a:lnTo>
                    <a:pt x="330" y="942"/>
                  </a:lnTo>
                  <a:lnTo>
                    <a:pt x="348" y="930"/>
                  </a:lnTo>
                  <a:lnTo>
                    <a:pt x="348" y="924"/>
                  </a:lnTo>
                  <a:lnTo>
                    <a:pt x="354" y="918"/>
                  </a:lnTo>
                  <a:lnTo>
                    <a:pt x="360" y="906"/>
                  </a:lnTo>
                  <a:lnTo>
                    <a:pt x="360" y="900"/>
                  </a:lnTo>
                  <a:lnTo>
                    <a:pt x="366" y="894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28" name="Myanmar" descr="© INSCALE GmbH, 05.05.2010&#10;http://www.presentationload.com/">
              <a:extLst>
                <a:ext uri="{FF2B5EF4-FFF2-40B4-BE49-F238E27FC236}">
                  <a16:creationId xmlns:a16="http://schemas.microsoft.com/office/drawing/2014/main" id="{A01B2EE0-60E2-4403-9453-FE5F9C4E1843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724405" y="2178314"/>
              <a:ext cx="249220" cy="585590"/>
            </a:xfrm>
            <a:custGeom>
              <a:avLst/>
              <a:gdLst>
                <a:gd name="T0" fmla="*/ 2147483647 w 636"/>
                <a:gd name="T1" fmla="*/ 2147483647 h 1500"/>
                <a:gd name="T2" fmla="*/ 2147483647 w 636"/>
                <a:gd name="T3" fmla="*/ 2147483647 h 1500"/>
                <a:gd name="T4" fmla="*/ 2147483647 w 636"/>
                <a:gd name="T5" fmla="*/ 2147483647 h 1500"/>
                <a:gd name="T6" fmla="*/ 2147483647 w 636"/>
                <a:gd name="T7" fmla="*/ 2147483647 h 1500"/>
                <a:gd name="T8" fmla="*/ 2147483647 w 636"/>
                <a:gd name="T9" fmla="*/ 2147483647 h 1500"/>
                <a:gd name="T10" fmla="*/ 2147483647 w 636"/>
                <a:gd name="T11" fmla="*/ 2147483647 h 1500"/>
                <a:gd name="T12" fmla="*/ 2147483647 w 636"/>
                <a:gd name="T13" fmla="*/ 2147483647 h 1500"/>
                <a:gd name="T14" fmla="*/ 2147483647 w 636"/>
                <a:gd name="T15" fmla="*/ 2147483647 h 1500"/>
                <a:gd name="T16" fmla="*/ 2147483647 w 636"/>
                <a:gd name="T17" fmla="*/ 2147483647 h 1500"/>
                <a:gd name="T18" fmla="*/ 2147483647 w 636"/>
                <a:gd name="T19" fmla="*/ 2147483647 h 1500"/>
                <a:gd name="T20" fmla="*/ 2147483647 w 636"/>
                <a:gd name="T21" fmla="*/ 2147483647 h 1500"/>
                <a:gd name="T22" fmla="*/ 2147483647 w 636"/>
                <a:gd name="T23" fmla="*/ 2147483647 h 1500"/>
                <a:gd name="T24" fmla="*/ 2147483647 w 636"/>
                <a:gd name="T25" fmla="*/ 2147483647 h 1500"/>
                <a:gd name="T26" fmla="*/ 2147483647 w 636"/>
                <a:gd name="T27" fmla="*/ 2147483647 h 1500"/>
                <a:gd name="T28" fmla="*/ 2147483647 w 636"/>
                <a:gd name="T29" fmla="*/ 2147483647 h 1500"/>
                <a:gd name="T30" fmla="*/ 2147483647 w 636"/>
                <a:gd name="T31" fmla="*/ 2147483647 h 1500"/>
                <a:gd name="T32" fmla="*/ 2147483647 w 636"/>
                <a:gd name="T33" fmla="*/ 2147483647 h 1500"/>
                <a:gd name="T34" fmla="*/ 2147483647 w 636"/>
                <a:gd name="T35" fmla="*/ 2147483647 h 1500"/>
                <a:gd name="T36" fmla="*/ 2147483647 w 636"/>
                <a:gd name="T37" fmla="*/ 2147483647 h 1500"/>
                <a:gd name="T38" fmla="*/ 2147483647 w 636"/>
                <a:gd name="T39" fmla="*/ 2147483647 h 1500"/>
                <a:gd name="T40" fmla="*/ 2147483647 w 636"/>
                <a:gd name="T41" fmla="*/ 2147483647 h 1500"/>
                <a:gd name="T42" fmla="*/ 2147483647 w 636"/>
                <a:gd name="T43" fmla="*/ 2147483647 h 1500"/>
                <a:gd name="T44" fmla="*/ 2147483647 w 636"/>
                <a:gd name="T45" fmla="*/ 2147483647 h 1500"/>
                <a:gd name="T46" fmla="*/ 2147483647 w 636"/>
                <a:gd name="T47" fmla="*/ 2147483647 h 1500"/>
                <a:gd name="T48" fmla="*/ 2147483647 w 636"/>
                <a:gd name="T49" fmla="*/ 2147483647 h 1500"/>
                <a:gd name="T50" fmla="*/ 2147483647 w 636"/>
                <a:gd name="T51" fmla="*/ 2147483647 h 1500"/>
                <a:gd name="T52" fmla="*/ 2147483647 w 636"/>
                <a:gd name="T53" fmla="*/ 2147483647 h 1500"/>
                <a:gd name="T54" fmla="*/ 2147483647 w 636"/>
                <a:gd name="T55" fmla="*/ 2147483647 h 1500"/>
                <a:gd name="T56" fmla="*/ 2147483647 w 636"/>
                <a:gd name="T57" fmla="*/ 2147483647 h 1500"/>
                <a:gd name="T58" fmla="*/ 2147483647 w 636"/>
                <a:gd name="T59" fmla="*/ 2147483647 h 1500"/>
                <a:gd name="T60" fmla="*/ 2147483647 w 636"/>
                <a:gd name="T61" fmla="*/ 2147483647 h 1500"/>
                <a:gd name="T62" fmla="*/ 2147483647 w 636"/>
                <a:gd name="T63" fmla="*/ 2147483647 h 1500"/>
                <a:gd name="T64" fmla="*/ 2147483647 w 636"/>
                <a:gd name="T65" fmla="*/ 2147483647 h 1500"/>
                <a:gd name="T66" fmla="*/ 2147483647 w 636"/>
                <a:gd name="T67" fmla="*/ 2147483647 h 1500"/>
                <a:gd name="T68" fmla="*/ 2147483647 w 636"/>
                <a:gd name="T69" fmla="*/ 2147483647 h 1500"/>
                <a:gd name="T70" fmla="*/ 2147483647 w 636"/>
                <a:gd name="T71" fmla="*/ 2147483647 h 1500"/>
                <a:gd name="T72" fmla="*/ 2147483647 w 636"/>
                <a:gd name="T73" fmla="*/ 2147483647 h 1500"/>
                <a:gd name="T74" fmla="*/ 2147483647 w 636"/>
                <a:gd name="T75" fmla="*/ 2147483647 h 1500"/>
                <a:gd name="T76" fmla="*/ 2147483647 w 636"/>
                <a:gd name="T77" fmla="*/ 2147483647 h 1500"/>
                <a:gd name="T78" fmla="*/ 2147483647 w 636"/>
                <a:gd name="T79" fmla="*/ 2147483647 h 1500"/>
                <a:gd name="T80" fmla="*/ 2147483647 w 636"/>
                <a:gd name="T81" fmla="*/ 2147483647 h 1500"/>
                <a:gd name="T82" fmla="*/ 2147483647 w 636"/>
                <a:gd name="T83" fmla="*/ 2147483647 h 1500"/>
                <a:gd name="T84" fmla="*/ 2147483647 w 636"/>
                <a:gd name="T85" fmla="*/ 2147483647 h 1500"/>
                <a:gd name="T86" fmla="*/ 2147483647 w 636"/>
                <a:gd name="T87" fmla="*/ 0 h 1500"/>
                <a:gd name="T88" fmla="*/ 2147483647 w 636"/>
                <a:gd name="T89" fmla="*/ 2147483647 h 1500"/>
                <a:gd name="T90" fmla="*/ 2147483647 w 636"/>
                <a:gd name="T91" fmla="*/ 2147483647 h 1500"/>
                <a:gd name="T92" fmla="*/ 2147483647 w 636"/>
                <a:gd name="T93" fmla="*/ 2147483647 h 1500"/>
                <a:gd name="T94" fmla="*/ 2147483647 w 636"/>
                <a:gd name="T95" fmla="*/ 2147483647 h 1500"/>
                <a:gd name="T96" fmla="*/ 2147483647 w 636"/>
                <a:gd name="T97" fmla="*/ 2147483647 h 1500"/>
                <a:gd name="T98" fmla="*/ 2147483647 w 636"/>
                <a:gd name="T99" fmla="*/ 2147483647 h 1500"/>
                <a:gd name="T100" fmla="*/ 2147483647 w 636"/>
                <a:gd name="T101" fmla="*/ 2147483647 h 1500"/>
                <a:gd name="T102" fmla="*/ 2147483647 w 636"/>
                <a:gd name="T103" fmla="*/ 2147483647 h 1500"/>
                <a:gd name="T104" fmla="*/ 2147483647 w 636"/>
                <a:gd name="T105" fmla="*/ 2147483647 h 1500"/>
                <a:gd name="T106" fmla="*/ 2147483647 w 636"/>
                <a:gd name="T107" fmla="*/ 2147483647 h 1500"/>
                <a:gd name="T108" fmla="*/ 2147483647 w 636"/>
                <a:gd name="T109" fmla="*/ 2147483647 h 150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636"/>
                <a:gd name="T166" fmla="*/ 0 h 1500"/>
                <a:gd name="T167" fmla="*/ 636 w 636"/>
                <a:gd name="T168" fmla="*/ 1500 h 150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636" h="1500">
                  <a:moveTo>
                    <a:pt x="0" y="588"/>
                  </a:moveTo>
                  <a:lnTo>
                    <a:pt x="18" y="588"/>
                  </a:lnTo>
                  <a:lnTo>
                    <a:pt x="12" y="630"/>
                  </a:lnTo>
                  <a:lnTo>
                    <a:pt x="18" y="630"/>
                  </a:lnTo>
                  <a:lnTo>
                    <a:pt x="24" y="636"/>
                  </a:lnTo>
                  <a:lnTo>
                    <a:pt x="42" y="642"/>
                  </a:lnTo>
                  <a:lnTo>
                    <a:pt x="54" y="648"/>
                  </a:lnTo>
                  <a:lnTo>
                    <a:pt x="72" y="666"/>
                  </a:lnTo>
                  <a:lnTo>
                    <a:pt x="84" y="690"/>
                  </a:lnTo>
                  <a:lnTo>
                    <a:pt x="90" y="696"/>
                  </a:lnTo>
                  <a:lnTo>
                    <a:pt x="90" y="702"/>
                  </a:lnTo>
                  <a:lnTo>
                    <a:pt x="126" y="696"/>
                  </a:lnTo>
                  <a:lnTo>
                    <a:pt x="102" y="738"/>
                  </a:lnTo>
                  <a:lnTo>
                    <a:pt x="108" y="738"/>
                  </a:lnTo>
                  <a:lnTo>
                    <a:pt x="114" y="744"/>
                  </a:lnTo>
                  <a:lnTo>
                    <a:pt x="126" y="744"/>
                  </a:lnTo>
                  <a:lnTo>
                    <a:pt x="144" y="750"/>
                  </a:lnTo>
                  <a:lnTo>
                    <a:pt x="156" y="762"/>
                  </a:lnTo>
                  <a:lnTo>
                    <a:pt x="168" y="768"/>
                  </a:lnTo>
                  <a:lnTo>
                    <a:pt x="174" y="780"/>
                  </a:lnTo>
                  <a:lnTo>
                    <a:pt x="186" y="792"/>
                  </a:lnTo>
                  <a:lnTo>
                    <a:pt x="192" y="804"/>
                  </a:lnTo>
                  <a:lnTo>
                    <a:pt x="192" y="822"/>
                  </a:lnTo>
                  <a:lnTo>
                    <a:pt x="198" y="834"/>
                  </a:lnTo>
                  <a:lnTo>
                    <a:pt x="198" y="840"/>
                  </a:lnTo>
                  <a:lnTo>
                    <a:pt x="204" y="846"/>
                  </a:lnTo>
                  <a:lnTo>
                    <a:pt x="210" y="858"/>
                  </a:lnTo>
                  <a:lnTo>
                    <a:pt x="222" y="870"/>
                  </a:lnTo>
                  <a:lnTo>
                    <a:pt x="210" y="888"/>
                  </a:lnTo>
                  <a:lnTo>
                    <a:pt x="216" y="978"/>
                  </a:lnTo>
                  <a:lnTo>
                    <a:pt x="204" y="990"/>
                  </a:lnTo>
                  <a:lnTo>
                    <a:pt x="204" y="1002"/>
                  </a:lnTo>
                  <a:lnTo>
                    <a:pt x="222" y="1020"/>
                  </a:lnTo>
                  <a:lnTo>
                    <a:pt x="234" y="1020"/>
                  </a:lnTo>
                  <a:lnTo>
                    <a:pt x="246" y="1014"/>
                  </a:lnTo>
                  <a:lnTo>
                    <a:pt x="252" y="1008"/>
                  </a:lnTo>
                  <a:lnTo>
                    <a:pt x="258" y="1014"/>
                  </a:lnTo>
                  <a:lnTo>
                    <a:pt x="258" y="1020"/>
                  </a:lnTo>
                  <a:lnTo>
                    <a:pt x="276" y="1020"/>
                  </a:lnTo>
                  <a:lnTo>
                    <a:pt x="282" y="1014"/>
                  </a:lnTo>
                  <a:lnTo>
                    <a:pt x="294" y="1008"/>
                  </a:lnTo>
                  <a:lnTo>
                    <a:pt x="300" y="996"/>
                  </a:lnTo>
                  <a:lnTo>
                    <a:pt x="306" y="990"/>
                  </a:lnTo>
                  <a:lnTo>
                    <a:pt x="312" y="978"/>
                  </a:lnTo>
                  <a:lnTo>
                    <a:pt x="324" y="978"/>
                  </a:lnTo>
                  <a:lnTo>
                    <a:pt x="360" y="960"/>
                  </a:lnTo>
                  <a:lnTo>
                    <a:pt x="366" y="954"/>
                  </a:lnTo>
                  <a:lnTo>
                    <a:pt x="366" y="900"/>
                  </a:lnTo>
                  <a:lnTo>
                    <a:pt x="372" y="894"/>
                  </a:lnTo>
                  <a:lnTo>
                    <a:pt x="378" y="894"/>
                  </a:lnTo>
                  <a:lnTo>
                    <a:pt x="396" y="912"/>
                  </a:lnTo>
                  <a:lnTo>
                    <a:pt x="402" y="924"/>
                  </a:lnTo>
                  <a:lnTo>
                    <a:pt x="402" y="954"/>
                  </a:lnTo>
                  <a:lnTo>
                    <a:pt x="408" y="954"/>
                  </a:lnTo>
                  <a:lnTo>
                    <a:pt x="426" y="972"/>
                  </a:lnTo>
                  <a:lnTo>
                    <a:pt x="432" y="984"/>
                  </a:lnTo>
                  <a:lnTo>
                    <a:pt x="444" y="1014"/>
                  </a:lnTo>
                  <a:lnTo>
                    <a:pt x="450" y="1050"/>
                  </a:lnTo>
                  <a:lnTo>
                    <a:pt x="450" y="1074"/>
                  </a:lnTo>
                  <a:lnTo>
                    <a:pt x="456" y="1092"/>
                  </a:lnTo>
                  <a:lnTo>
                    <a:pt x="456" y="1128"/>
                  </a:lnTo>
                  <a:lnTo>
                    <a:pt x="462" y="1134"/>
                  </a:lnTo>
                  <a:lnTo>
                    <a:pt x="480" y="1170"/>
                  </a:lnTo>
                  <a:lnTo>
                    <a:pt x="486" y="1176"/>
                  </a:lnTo>
                  <a:lnTo>
                    <a:pt x="486" y="1182"/>
                  </a:lnTo>
                  <a:lnTo>
                    <a:pt x="528" y="1272"/>
                  </a:lnTo>
                  <a:lnTo>
                    <a:pt x="540" y="1320"/>
                  </a:lnTo>
                  <a:lnTo>
                    <a:pt x="522" y="1320"/>
                  </a:lnTo>
                  <a:lnTo>
                    <a:pt x="516" y="1326"/>
                  </a:lnTo>
                  <a:lnTo>
                    <a:pt x="516" y="1350"/>
                  </a:lnTo>
                  <a:lnTo>
                    <a:pt x="510" y="1362"/>
                  </a:lnTo>
                  <a:lnTo>
                    <a:pt x="510" y="1374"/>
                  </a:lnTo>
                  <a:lnTo>
                    <a:pt x="552" y="1362"/>
                  </a:lnTo>
                  <a:lnTo>
                    <a:pt x="540" y="1416"/>
                  </a:lnTo>
                  <a:lnTo>
                    <a:pt x="540" y="1428"/>
                  </a:lnTo>
                  <a:lnTo>
                    <a:pt x="534" y="1440"/>
                  </a:lnTo>
                  <a:lnTo>
                    <a:pt x="534" y="1464"/>
                  </a:lnTo>
                  <a:lnTo>
                    <a:pt x="540" y="1482"/>
                  </a:lnTo>
                  <a:lnTo>
                    <a:pt x="540" y="1488"/>
                  </a:lnTo>
                  <a:lnTo>
                    <a:pt x="546" y="1500"/>
                  </a:lnTo>
                  <a:lnTo>
                    <a:pt x="552" y="1488"/>
                  </a:lnTo>
                  <a:lnTo>
                    <a:pt x="558" y="1482"/>
                  </a:lnTo>
                  <a:lnTo>
                    <a:pt x="564" y="1470"/>
                  </a:lnTo>
                  <a:lnTo>
                    <a:pt x="564" y="1458"/>
                  </a:lnTo>
                  <a:lnTo>
                    <a:pt x="558" y="1452"/>
                  </a:lnTo>
                  <a:lnTo>
                    <a:pt x="558" y="1440"/>
                  </a:lnTo>
                  <a:lnTo>
                    <a:pt x="576" y="1422"/>
                  </a:lnTo>
                  <a:lnTo>
                    <a:pt x="594" y="1386"/>
                  </a:lnTo>
                  <a:lnTo>
                    <a:pt x="594" y="1368"/>
                  </a:lnTo>
                  <a:lnTo>
                    <a:pt x="600" y="1356"/>
                  </a:lnTo>
                  <a:lnTo>
                    <a:pt x="600" y="1326"/>
                  </a:lnTo>
                  <a:lnTo>
                    <a:pt x="594" y="1314"/>
                  </a:lnTo>
                  <a:lnTo>
                    <a:pt x="594" y="1290"/>
                  </a:lnTo>
                  <a:lnTo>
                    <a:pt x="570" y="1266"/>
                  </a:lnTo>
                  <a:lnTo>
                    <a:pt x="570" y="1242"/>
                  </a:lnTo>
                  <a:lnTo>
                    <a:pt x="564" y="1224"/>
                  </a:lnTo>
                  <a:lnTo>
                    <a:pt x="564" y="1194"/>
                  </a:lnTo>
                  <a:lnTo>
                    <a:pt x="558" y="1182"/>
                  </a:lnTo>
                  <a:lnTo>
                    <a:pt x="516" y="1140"/>
                  </a:lnTo>
                  <a:lnTo>
                    <a:pt x="510" y="1128"/>
                  </a:lnTo>
                  <a:lnTo>
                    <a:pt x="504" y="1122"/>
                  </a:lnTo>
                  <a:lnTo>
                    <a:pt x="498" y="1110"/>
                  </a:lnTo>
                  <a:lnTo>
                    <a:pt x="492" y="1104"/>
                  </a:lnTo>
                  <a:lnTo>
                    <a:pt x="492" y="1098"/>
                  </a:lnTo>
                  <a:lnTo>
                    <a:pt x="486" y="1092"/>
                  </a:lnTo>
                  <a:lnTo>
                    <a:pt x="504" y="1056"/>
                  </a:lnTo>
                  <a:lnTo>
                    <a:pt x="510" y="1050"/>
                  </a:lnTo>
                  <a:lnTo>
                    <a:pt x="516" y="1038"/>
                  </a:lnTo>
                  <a:lnTo>
                    <a:pt x="516" y="1014"/>
                  </a:lnTo>
                  <a:lnTo>
                    <a:pt x="510" y="1002"/>
                  </a:lnTo>
                  <a:lnTo>
                    <a:pt x="522" y="1002"/>
                  </a:lnTo>
                  <a:lnTo>
                    <a:pt x="528" y="996"/>
                  </a:lnTo>
                  <a:lnTo>
                    <a:pt x="528" y="978"/>
                  </a:lnTo>
                  <a:lnTo>
                    <a:pt x="522" y="972"/>
                  </a:lnTo>
                  <a:lnTo>
                    <a:pt x="516" y="978"/>
                  </a:lnTo>
                  <a:lnTo>
                    <a:pt x="510" y="978"/>
                  </a:lnTo>
                  <a:lnTo>
                    <a:pt x="504" y="972"/>
                  </a:lnTo>
                  <a:lnTo>
                    <a:pt x="498" y="960"/>
                  </a:lnTo>
                  <a:lnTo>
                    <a:pt x="498" y="942"/>
                  </a:lnTo>
                  <a:lnTo>
                    <a:pt x="504" y="942"/>
                  </a:lnTo>
                  <a:lnTo>
                    <a:pt x="504" y="936"/>
                  </a:lnTo>
                  <a:lnTo>
                    <a:pt x="498" y="930"/>
                  </a:lnTo>
                  <a:lnTo>
                    <a:pt x="486" y="924"/>
                  </a:lnTo>
                  <a:lnTo>
                    <a:pt x="474" y="912"/>
                  </a:lnTo>
                  <a:lnTo>
                    <a:pt x="462" y="906"/>
                  </a:lnTo>
                  <a:lnTo>
                    <a:pt x="444" y="888"/>
                  </a:lnTo>
                  <a:lnTo>
                    <a:pt x="438" y="876"/>
                  </a:lnTo>
                  <a:lnTo>
                    <a:pt x="438" y="870"/>
                  </a:lnTo>
                  <a:lnTo>
                    <a:pt x="432" y="870"/>
                  </a:lnTo>
                  <a:lnTo>
                    <a:pt x="438" y="846"/>
                  </a:lnTo>
                  <a:lnTo>
                    <a:pt x="426" y="840"/>
                  </a:lnTo>
                  <a:lnTo>
                    <a:pt x="402" y="816"/>
                  </a:lnTo>
                  <a:lnTo>
                    <a:pt x="402" y="810"/>
                  </a:lnTo>
                  <a:lnTo>
                    <a:pt x="426" y="810"/>
                  </a:lnTo>
                  <a:lnTo>
                    <a:pt x="426" y="792"/>
                  </a:lnTo>
                  <a:lnTo>
                    <a:pt x="408" y="774"/>
                  </a:lnTo>
                  <a:lnTo>
                    <a:pt x="408" y="768"/>
                  </a:lnTo>
                  <a:lnTo>
                    <a:pt x="414" y="762"/>
                  </a:lnTo>
                  <a:lnTo>
                    <a:pt x="420" y="762"/>
                  </a:lnTo>
                  <a:lnTo>
                    <a:pt x="426" y="756"/>
                  </a:lnTo>
                  <a:lnTo>
                    <a:pt x="426" y="708"/>
                  </a:lnTo>
                  <a:lnTo>
                    <a:pt x="456" y="708"/>
                  </a:lnTo>
                  <a:lnTo>
                    <a:pt x="468" y="714"/>
                  </a:lnTo>
                  <a:lnTo>
                    <a:pt x="480" y="714"/>
                  </a:lnTo>
                  <a:lnTo>
                    <a:pt x="486" y="708"/>
                  </a:lnTo>
                  <a:lnTo>
                    <a:pt x="492" y="696"/>
                  </a:lnTo>
                  <a:lnTo>
                    <a:pt x="498" y="690"/>
                  </a:lnTo>
                  <a:lnTo>
                    <a:pt x="498" y="684"/>
                  </a:lnTo>
                  <a:lnTo>
                    <a:pt x="522" y="684"/>
                  </a:lnTo>
                  <a:lnTo>
                    <a:pt x="528" y="660"/>
                  </a:lnTo>
                  <a:lnTo>
                    <a:pt x="534" y="660"/>
                  </a:lnTo>
                  <a:lnTo>
                    <a:pt x="540" y="654"/>
                  </a:lnTo>
                  <a:lnTo>
                    <a:pt x="564" y="654"/>
                  </a:lnTo>
                  <a:lnTo>
                    <a:pt x="564" y="642"/>
                  </a:lnTo>
                  <a:lnTo>
                    <a:pt x="582" y="624"/>
                  </a:lnTo>
                  <a:lnTo>
                    <a:pt x="594" y="624"/>
                  </a:lnTo>
                  <a:lnTo>
                    <a:pt x="600" y="618"/>
                  </a:lnTo>
                  <a:lnTo>
                    <a:pt x="594" y="612"/>
                  </a:lnTo>
                  <a:lnTo>
                    <a:pt x="600" y="600"/>
                  </a:lnTo>
                  <a:lnTo>
                    <a:pt x="600" y="588"/>
                  </a:lnTo>
                  <a:lnTo>
                    <a:pt x="636" y="570"/>
                  </a:lnTo>
                  <a:lnTo>
                    <a:pt x="636" y="552"/>
                  </a:lnTo>
                  <a:lnTo>
                    <a:pt x="630" y="546"/>
                  </a:lnTo>
                  <a:lnTo>
                    <a:pt x="618" y="546"/>
                  </a:lnTo>
                  <a:lnTo>
                    <a:pt x="600" y="564"/>
                  </a:lnTo>
                  <a:lnTo>
                    <a:pt x="600" y="570"/>
                  </a:lnTo>
                  <a:lnTo>
                    <a:pt x="558" y="570"/>
                  </a:lnTo>
                  <a:lnTo>
                    <a:pt x="558" y="552"/>
                  </a:lnTo>
                  <a:lnTo>
                    <a:pt x="546" y="552"/>
                  </a:lnTo>
                  <a:lnTo>
                    <a:pt x="534" y="522"/>
                  </a:lnTo>
                  <a:lnTo>
                    <a:pt x="480" y="516"/>
                  </a:lnTo>
                  <a:lnTo>
                    <a:pt x="486" y="504"/>
                  </a:lnTo>
                  <a:lnTo>
                    <a:pt x="486" y="498"/>
                  </a:lnTo>
                  <a:lnTo>
                    <a:pt x="492" y="492"/>
                  </a:lnTo>
                  <a:lnTo>
                    <a:pt x="492" y="480"/>
                  </a:lnTo>
                  <a:lnTo>
                    <a:pt x="480" y="468"/>
                  </a:lnTo>
                  <a:lnTo>
                    <a:pt x="486" y="462"/>
                  </a:lnTo>
                  <a:lnTo>
                    <a:pt x="498" y="462"/>
                  </a:lnTo>
                  <a:lnTo>
                    <a:pt x="504" y="456"/>
                  </a:lnTo>
                  <a:lnTo>
                    <a:pt x="504" y="450"/>
                  </a:lnTo>
                  <a:lnTo>
                    <a:pt x="498" y="444"/>
                  </a:lnTo>
                  <a:lnTo>
                    <a:pt x="486" y="438"/>
                  </a:lnTo>
                  <a:lnTo>
                    <a:pt x="456" y="438"/>
                  </a:lnTo>
                  <a:lnTo>
                    <a:pt x="444" y="396"/>
                  </a:lnTo>
                  <a:lnTo>
                    <a:pt x="420" y="378"/>
                  </a:lnTo>
                  <a:lnTo>
                    <a:pt x="450" y="354"/>
                  </a:lnTo>
                  <a:lnTo>
                    <a:pt x="390" y="354"/>
                  </a:lnTo>
                  <a:lnTo>
                    <a:pt x="384" y="360"/>
                  </a:lnTo>
                  <a:lnTo>
                    <a:pt x="372" y="360"/>
                  </a:lnTo>
                  <a:lnTo>
                    <a:pt x="366" y="366"/>
                  </a:lnTo>
                  <a:lnTo>
                    <a:pt x="354" y="372"/>
                  </a:lnTo>
                  <a:lnTo>
                    <a:pt x="366" y="354"/>
                  </a:lnTo>
                  <a:lnTo>
                    <a:pt x="360" y="342"/>
                  </a:lnTo>
                  <a:lnTo>
                    <a:pt x="342" y="324"/>
                  </a:lnTo>
                  <a:lnTo>
                    <a:pt x="342" y="306"/>
                  </a:lnTo>
                  <a:lnTo>
                    <a:pt x="354" y="306"/>
                  </a:lnTo>
                  <a:lnTo>
                    <a:pt x="348" y="276"/>
                  </a:lnTo>
                  <a:lnTo>
                    <a:pt x="360" y="276"/>
                  </a:lnTo>
                  <a:lnTo>
                    <a:pt x="366" y="270"/>
                  </a:lnTo>
                  <a:lnTo>
                    <a:pt x="366" y="234"/>
                  </a:lnTo>
                  <a:lnTo>
                    <a:pt x="372" y="240"/>
                  </a:lnTo>
                  <a:lnTo>
                    <a:pt x="384" y="240"/>
                  </a:lnTo>
                  <a:lnTo>
                    <a:pt x="390" y="234"/>
                  </a:lnTo>
                  <a:lnTo>
                    <a:pt x="396" y="222"/>
                  </a:lnTo>
                  <a:lnTo>
                    <a:pt x="396" y="216"/>
                  </a:lnTo>
                  <a:lnTo>
                    <a:pt x="378" y="198"/>
                  </a:lnTo>
                  <a:lnTo>
                    <a:pt x="390" y="198"/>
                  </a:lnTo>
                  <a:lnTo>
                    <a:pt x="396" y="192"/>
                  </a:lnTo>
                  <a:lnTo>
                    <a:pt x="408" y="192"/>
                  </a:lnTo>
                  <a:lnTo>
                    <a:pt x="396" y="132"/>
                  </a:lnTo>
                  <a:lnTo>
                    <a:pt x="384" y="108"/>
                  </a:lnTo>
                  <a:lnTo>
                    <a:pt x="384" y="78"/>
                  </a:lnTo>
                  <a:lnTo>
                    <a:pt x="378" y="72"/>
                  </a:lnTo>
                  <a:lnTo>
                    <a:pt x="342" y="72"/>
                  </a:lnTo>
                  <a:lnTo>
                    <a:pt x="342" y="66"/>
                  </a:lnTo>
                  <a:lnTo>
                    <a:pt x="336" y="60"/>
                  </a:lnTo>
                  <a:lnTo>
                    <a:pt x="318" y="24"/>
                  </a:lnTo>
                  <a:lnTo>
                    <a:pt x="306" y="18"/>
                  </a:lnTo>
                  <a:lnTo>
                    <a:pt x="300" y="6"/>
                  </a:lnTo>
                  <a:lnTo>
                    <a:pt x="294" y="0"/>
                  </a:lnTo>
                  <a:lnTo>
                    <a:pt x="288" y="0"/>
                  </a:lnTo>
                  <a:lnTo>
                    <a:pt x="282" y="18"/>
                  </a:lnTo>
                  <a:lnTo>
                    <a:pt x="282" y="48"/>
                  </a:lnTo>
                  <a:lnTo>
                    <a:pt x="276" y="48"/>
                  </a:lnTo>
                  <a:lnTo>
                    <a:pt x="270" y="54"/>
                  </a:lnTo>
                  <a:lnTo>
                    <a:pt x="258" y="60"/>
                  </a:lnTo>
                  <a:lnTo>
                    <a:pt x="246" y="72"/>
                  </a:lnTo>
                  <a:lnTo>
                    <a:pt x="252" y="84"/>
                  </a:lnTo>
                  <a:lnTo>
                    <a:pt x="258" y="90"/>
                  </a:lnTo>
                  <a:lnTo>
                    <a:pt x="270" y="96"/>
                  </a:lnTo>
                  <a:lnTo>
                    <a:pt x="276" y="102"/>
                  </a:lnTo>
                  <a:lnTo>
                    <a:pt x="276" y="108"/>
                  </a:lnTo>
                  <a:lnTo>
                    <a:pt x="258" y="108"/>
                  </a:lnTo>
                  <a:lnTo>
                    <a:pt x="252" y="102"/>
                  </a:lnTo>
                  <a:lnTo>
                    <a:pt x="216" y="102"/>
                  </a:lnTo>
                  <a:lnTo>
                    <a:pt x="204" y="108"/>
                  </a:lnTo>
                  <a:lnTo>
                    <a:pt x="198" y="108"/>
                  </a:lnTo>
                  <a:lnTo>
                    <a:pt x="198" y="126"/>
                  </a:lnTo>
                  <a:lnTo>
                    <a:pt x="186" y="138"/>
                  </a:lnTo>
                  <a:lnTo>
                    <a:pt x="174" y="144"/>
                  </a:lnTo>
                  <a:lnTo>
                    <a:pt x="162" y="144"/>
                  </a:lnTo>
                  <a:lnTo>
                    <a:pt x="156" y="150"/>
                  </a:lnTo>
                  <a:lnTo>
                    <a:pt x="150" y="150"/>
                  </a:lnTo>
                  <a:lnTo>
                    <a:pt x="150" y="174"/>
                  </a:lnTo>
                  <a:lnTo>
                    <a:pt x="156" y="180"/>
                  </a:lnTo>
                  <a:lnTo>
                    <a:pt x="156" y="186"/>
                  </a:lnTo>
                  <a:lnTo>
                    <a:pt x="162" y="192"/>
                  </a:lnTo>
                  <a:lnTo>
                    <a:pt x="162" y="204"/>
                  </a:lnTo>
                  <a:lnTo>
                    <a:pt x="144" y="234"/>
                  </a:lnTo>
                  <a:lnTo>
                    <a:pt x="138" y="240"/>
                  </a:lnTo>
                  <a:lnTo>
                    <a:pt x="126" y="246"/>
                  </a:lnTo>
                  <a:lnTo>
                    <a:pt x="126" y="264"/>
                  </a:lnTo>
                  <a:lnTo>
                    <a:pt x="132" y="276"/>
                  </a:lnTo>
                  <a:lnTo>
                    <a:pt x="138" y="282"/>
                  </a:lnTo>
                  <a:lnTo>
                    <a:pt x="120" y="336"/>
                  </a:lnTo>
                  <a:lnTo>
                    <a:pt x="120" y="372"/>
                  </a:lnTo>
                  <a:lnTo>
                    <a:pt x="108" y="372"/>
                  </a:lnTo>
                  <a:lnTo>
                    <a:pt x="96" y="366"/>
                  </a:lnTo>
                  <a:lnTo>
                    <a:pt x="42" y="366"/>
                  </a:lnTo>
                  <a:lnTo>
                    <a:pt x="48" y="366"/>
                  </a:lnTo>
                  <a:lnTo>
                    <a:pt x="66" y="384"/>
                  </a:lnTo>
                  <a:lnTo>
                    <a:pt x="72" y="432"/>
                  </a:lnTo>
                  <a:lnTo>
                    <a:pt x="66" y="432"/>
                  </a:lnTo>
                  <a:lnTo>
                    <a:pt x="48" y="450"/>
                  </a:lnTo>
                  <a:lnTo>
                    <a:pt x="54" y="462"/>
                  </a:lnTo>
                  <a:lnTo>
                    <a:pt x="54" y="486"/>
                  </a:lnTo>
                  <a:lnTo>
                    <a:pt x="72" y="504"/>
                  </a:lnTo>
                  <a:lnTo>
                    <a:pt x="72" y="516"/>
                  </a:lnTo>
                  <a:lnTo>
                    <a:pt x="60" y="516"/>
                  </a:lnTo>
                  <a:lnTo>
                    <a:pt x="54" y="510"/>
                  </a:lnTo>
                  <a:lnTo>
                    <a:pt x="48" y="510"/>
                  </a:lnTo>
                  <a:lnTo>
                    <a:pt x="48" y="534"/>
                  </a:lnTo>
                  <a:lnTo>
                    <a:pt x="30" y="516"/>
                  </a:lnTo>
                  <a:lnTo>
                    <a:pt x="42" y="576"/>
                  </a:lnTo>
                  <a:lnTo>
                    <a:pt x="6" y="570"/>
                  </a:lnTo>
                  <a:lnTo>
                    <a:pt x="6" y="576"/>
                  </a:lnTo>
                  <a:lnTo>
                    <a:pt x="0" y="588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4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29" name="Morocco" descr="© INSCALE GmbH, 05.05.2010&#10;http://www.presentationload.com/">
              <a:extLst>
                <a:ext uri="{FF2B5EF4-FFF2-40B4-BE49-F238E27FC236}">
                  <a16:creationId xmlns:a16="http://schemas.microsoft.com/office/drawing/2014/main" id="{739B43C9-3AEC-4D70-8E24-78AF24A5E431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859143" y="1947442"/>
              <a:ext cx="331784" cy="258393"/>
            </a:xfrm>
            <a:custGeom>
              <a:avLst/>
              <a:gdLst>
                <a:gd name="T0" fmla="*/ 2147483647 w 846"/>
                <a:gd name="T1" fmla="*/ 2147483647 h 660"/>
                <a:gd name="T2" fmla="*/ 2147483647 w 846"/>
                <a:gd name="T3" fmla="*/ 2147483647 h 660"/>
                <a:gd name="T4" fmla="*/ 2147483647 w 846"/>
                <a:gd name="T5" fmla="*/ 2147483647 h 660"/>
                <a:gd name="T6" fmla="*/ 2147483647 w 846"/>
                <a:gd name="T7" fmla="*/ 2147483647 h 660"/>
                <a:gd name="T8" fmla="*/ 2147483647 w 846"/>
                <a:gd name="T9" fmla="*/ 2147483647 h 660"/>
                <a:gd name="T10" fmla="*/ 2147483647 w 846"/>
                <a:gd name="T11" fmla="*/ 2147483647 h 660"/>
                <a:gd name="T12" fmla="*/ 2147483647 w 846"/>
                <a:gd name="T13" fmla="*/ 2147483647 h 660"/>
                <a:gd name="T14" fmla="*/ 2147483647 w 846"/>
                <a:gd name="T15" fmla="*/ 2147483647 h 660"/>
                <a:gd name="T16" fmla="*/ 2147483647 w 846"/>
                <a:gd name="T17" fmla="*/ 2147483647 h 660"/>
                <a:gd name="T18" fmla="*/ 2147483647 w 846"/>
                <a:gd name="T19" fmla="*/ 0 h 660"/>
                <a:gd name="T20" fmla="*/ 2147483647 w 846"/>
                <a:gd name="T21" fmla="*/ 2147483647 h 660"/>
                <a:gd name="T22" fmla="*/ 2147483647 w 846"/>
                <a:gd name="T23" fmla="*/ 2147483647 h 660"/>
                <a:gd name="T24" fmla="*/ 2147483647 w 846"/>
                <a:gd name="T25" fmla="*/ 2147483647 h 660"/>
                <a:gd name="T26" fmla="*/ 2147483647 w 846"/>
                <a:gd name="T27" fmla="*/ 2147483647 h 660"/>
                <a:gd name="T28" fmla="*/ 2147483647 w 846"/>
                <a:gd name="T29" fmla="*/ 2147483647 h 660"/>
                <a:gd name="T30" fmla="*/ 2147483647 w 846"/>
                <a:gd name="T31" fmla="*/ 2147483647 h 660"/>
                <a:gd name="T32" fmla="*/ 2147483647 w 846"/>
                <a:gd name="T33" fmla="*/ 2147483647 h 660"/>
                <a:gd name="T34" fmla="*/ 2147483647 w 846"/>
                <a:gd name="T35" fmla="*/ 2147483647 h 660"/>
                <a:gd name="T36" fmla="*/ 2147483647 w 846"/>
                <a:gd name="T37" fmla="*/ 2147483647 h 660"/>
                <a:gd name="T38" fmla="*/ 2147483647 w 846"/>
                <a:gd name="T39" fmla="*/ 2147483647 h 660"/>
                <a:gd name="T40" fmla="*/ 2147483647 w 846"/>
                <a:gd name="T41" fmla="*/ 2147483647 h 660"/>
                <a:gd name="T42" fmla="*/ 2147483647 w 846"/>
                <a:gd name="T43" fmla="*/ 2147483647 h 660"/>
                <a:gd name="T44" fmla="*/ 2147483647 w 846"/>
                <a:gd name="T45" fmla="*/ 2147483647 h 660"/>
                <a:gd name="T46" fmla="*/ 2147483647 w 846"/>
                <a:gd name="T47" fmla="*/ 2147483647 h 660"/>
                <a:gd name="T48" fmla="*/ 2147483647 w 846"/>
                <a:gd name="T49" fmla="*/ 2147483647 h 660"/>
                <a:gd name="T50" fmla="*/ 2147483647 w 846"/>
                <a:gd name="T51" fmla="*/ 2147483647 h 660"/>
                <a:gd name="T52" fmla="*/ 2147483647 w 846"/>
                <a:gd name="T53" fmla="*/ 2147483647 h 660"/>
                <a:gd name="T54" fmla="*/ 2147483647 w 846"/>
                <a:gd name="T55" fmla="*/ 2147483647 h 660"/>
                <a:gd name="T56" fmla="*/ 2147483647 w 846"/>
                <a:gd name="T57" fmla="*/ 2147483647 h 660"/>
                <a:gd name="T58" fmla="*/ 2147483647 w 846"/>
                <a:gd name="T59" fmla="*/ 2147483647 h 660"/>
                <a:gd name="T60" fmla="*/ 2147483647 w 846"/>
                <a:gd name="T61" fmla="*/ 2147483647 h 660"/>
                <a:gd name="T62" fmla="*/ 2147483647 w 846"/>
                <a:gd name="T63" fmla="*/ 2147483647 h 660"/>
                <a:gd name="T64" fmla="*/ 2147483647 w 846"/>
                <a:gd name="T65" fmla="*/ 2147483647 h 660"/>
                <a:gd name="T66" fmla="*/ 2147483647 w 846"/>
                <a:gd name="T67" fmla="*/ 2147483647 h 660"/>
                <a:gd name="T68" fmla="*/ 2147483647 w 846"/>
                <a:gd name="T69" fmla="*/ 2147483647 h 660"/>
                <a:gd name="T70" fmla="*/ 2147483647 w 846"/>
                <a:gd name="T71" fmla="*/ 2147483647 h 660"/>
                <a:gd name="T72" fmla="*/ 2147483647 w 846"/>
                <a:gd name="T73" fmla="*/ 2147483647 h 660"/>
                <a:gd name="T74" fmla="*/ 2147483647 w 846"/>
                <a:gd name="T75" fmla="*/ 2147483647 h 660"/>
                <a:gd name="T76" fmla="*/ 2147483647 w 846"/>
                <a:gd name="T77" fmla="*/ 2147483647 h 660"/>
                <a:gd name="T78" fmla="*/ 2147483647 w 846"/>
                <a:gd name="T79" fmla="*/ 2147483647 h 660"/>
                <a:gd name="T80" fmla="*/ 2147483647 w 846"/>
                <a:gd name="T81" fmla="*/ 2147483647 h 660"/>
                <a:gd name="T82" fmla="*/ 2147483647 w 846"/>
                <a:gd name="T83" fmla="*/ 2147483647 h 660"/>
                <a:gd name="T84" fmla="*/ 2147483647 w 846"/>
                <a:gd name="T85" fmla="*/ 2147483647 h 660"/>
                <a:gd name="T86" fmla="*/ 2147483647 w 846"/>
                <a:gd name="T87" fmla="*/ 2147483647 h 660"/>
                <a:gd name="T88" fmla="*/ 2147483647 w 846"/>
                <a:gd name="T89" fmla="*/ 2147483647 h 66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846"/>
                <a:gd name="T136" fmla="*/ 0 h 660"/>
                <a:gd name="T137" fmla="*/ 846 w 846"/>
                <a:gd name="T138" fmla="*/ 660 h 66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846" h="660">
                  <a:moveTo>
                    <a:pt x="822" y="246"/>
                  </a:moveTo>
                  <a:lnTo>
                    <a:pt x="822" y="216"/>
                  </a:lnTo>
                  <a:lnTo>
                    <a:pt x="804" y="216"/>
                  </a:lnTo>
                  <a:lnTo>
                    <a:pt x="816" y="186"/>
                  </a:lnTo>
                  <a:lnTo>
                    <a:pt x="804" y="168"/>
                  </a:lnTo>
                  <a:lnTo>
                    <a:pt x="810" y="102"/>
                  </a:lnTo>
                  <a:lnTo>
                    <a:pt x="798" y="102"/>
                  </a:lnTo>
                  <a:lnTo>
                    <a:pt x="798" y="90"/>
                  </a:lnTo>
                  <a:lnTo>
                    <a:pt x="804" y="84"/>
                  </a:lnTo>
                  <a:lnTo>
                    <a:pt x="792" y="78"/>
                  </a:lnTo>
                  <a:lnTo>
                    <a:pt x="786" y="66"/>
                  </a:lnTo>
                  <a:lnTo>
                    <a:pt x="780" y="60"/>
                  </a:lnTo>
                  <a:lnTo>
                    <a:pt x="744" y="42"/>
                  </a:lnTo>
                  <a:lnTo>
                    <a:pt x="720" y="42"/>
                  </a:lnTo>
                  <a:lnTo>
                    <a:pt x="708" y="48"/>
                  </a:lnTo>
                  <a:lnTo>
                    <a:pt x="702" y="54"/>
                  </a:lnTo>
                  <a:lnTo>
                    <a:pt x="696" y="54"/>
                  </a:lnTo>
                  <a:lnTo>
                    <a:pt x="690" y="48"/>
                  </a:lnTo>
                  <a:lnTo>
                    <a:pt x="678" y="48"/>
                  </a:lnTo>
                  <a:lnTo>
                    <a:pt x="666" y="42"/>
                  </a:lnTo>
                  <a:lnTo>
                    <a:pt x="654" y="42"/>
                  </a:lnTo>
                  <a:lnTo>
                    <a:pt x="642" y="48"/>
                  </a:lnTo>
                  <a:lnTo>
                    <a:pt x="636" y="54"/>
                  </a:lnTo>
                  <a:lnTo>
                    <a:pt x="624" y="54"/>
                  </a:lnTo>
                  <a:lnTo>
                    <a:pt x="588" y="36"/>
                  </a:lnTo>
                  <a:lnTo>
                    <a:pt x="570" y="18"/>
                  </a:lnTo>
                  <a:lnTo>
                    <a:pt x="564" y="6"/>
                  </a:lnTo>
                  <a:lnTo>
                    <a:pt x="558" y="6"/>
                  </a:lnTo>
                  <a:lnTo>
                    <a:pt x="552" y="0"/>
                  </a:lnTo>
                  <a:lnTo>
                    <a:pt x="528" y="0"/>
                  </a:lnTo>
                  <a:lnTo>
                    <a:pt x="528" y="6"/>
                  </a:lnTo>
                  <a:lnTo>
                    <a:pt x="522" y="12"/>
                  </a:lnTo>
                  <a:lnTo>
                    <a:pt x="522" y="30"/>
                  </a:lnTo>
                  <a:lnTo>
                    <a:pt x="516" y="48"/>
                  </a:lnTo>
                  <a:lnTo>
                    <a:pt x="498" y="84"/>
                  </a:lnTo>
                  <a:lnTo>
                    <a:pt x="492" y="102"/>
                  </a:lnTo>
                  <a:lnTo>
                    <a:pt x="468" y="138"/>
                  </a:lnTo>
                  <a:lnTo>
                    <a:pt x="462" y="150"/>
                  </a:lnTo>
                  <a:lnTo>
                    <a:pt x="450" y="162"/>
                  </a:lnTo>
                  <a:lnTo>
                    <a:pt x="438" y="168"/>
                  </a:lnTo>
                  <a:lnTo>
                    <a:pt x="420" y="168"/>
                  </a:lnTo>
                  <a:lnTo>
                    <a:pt x="408" y="174"/>
                  </a:lnTo>
                  <a:lnTo>
                    <a:pt x="402" y="174"/>
                  </a:lnTo>
                  <a:lnTo>
                    <a:pt x="396" y="180"/>
                  </a:lnTo>
                  <a:lnTo>
                    <a:pt x="384" y="186"/>
                  </a:lnTo>
                  <a:lnTo>
                    <a:pt x="378" y="198"/>
                  </a:lnTo>
                  <a:lnTo>
                    <a:pt x="360" y="192"/>
                  </a:lnTo>
                  <a:lnTo>
                    <a:pt x="330" y="204"/>
                  </a:lnTo>
                  <a:lnTo>
                    <a:pt x="330" y="210"/>
                  </a:lnTo>
                  <a:lnTo>
                    <a:pt x="324" y="216"/>
                  </a:lnTo>
                  <a:lnTo>
                    <a:pt x="324" y="228"/>
                  </a:lnTo>
                  <a:lnTo>
                    <a:pt x="318" y="240"/>
                  </a:lnTo>
                  <a:lnTo>
                    <a:pt x="312" y="240"/>
                  </a:lnTo>
                  <a:lnTo>
                    <a:pt x="288" y="264"/>
                  </a:lnTo>
                  <a:lnTo>
                    <a:pt x="288" y="288"/>
                  </a:lnTo>
                  <a:lnTo>
                    <a:pt x="276" y="312"/>
                  </a:lnTo>
                  <a:lnTo>
                    <a:pt x="264" y="324"/>
                  </a:lnTo>
                  <a:lnTo>
                    <a:pt x="258" y="336"/>
                  </a:lnTo>
                  <a:lnTo>
                    <a:pt x="246" y="354"/>
                  </a:lnTo>
                  <a:lnTo>
                    <a:pt x="246" y="402"/>
                  </a:lnTo>
                  <a:lnTo>
                    <a:pt x="240" y="408"/>
                  </a:lnTo>
                  <a:lnTo>
                    <a:pt x="234" y="408"/>
                  </a:lnTo>
                  <a:lnTo>
                    <a:pt x="234" y="414"/>
                  </a:lnTo>
                  <a:lnTo>
                    <a:pt x="240" y="420"/>
                  </a:lnTo>
                  <a:lnTo>
                    <a:pt x="252" y="420"/>
                  </a:lnTo>
                  <a:lnTo>
                    <a:pt x="252" y="474"/>
                  </a:lnTo>
                  <a:lnTo>
                    <a:pt x="240" y="474"/>
                  </a:lnTo>
                  <a:lnTo>
                    <a:pt x="228" y="480"/>
                  </a:lnTo>
                  <a:lnTo>
                    <a:pt x="192" y="540"/>
                  </a:lnTo>
                  <a:lnTo>
                    <a:pt x="180" y="552"/>
                  </a:lnTo>
                  <a:lnTo>
                    <a:pt x="168" y="552"/>
                  </a:lnTo>
                  <a:lnTo>
                    <a:pt x="162" y="558"/>
                  </a:lnTo>
                  <a:lnTo>
                    <a:pt x="150" y="564"/>
                  </a:lnTo>
                  <a:lnTo>
                    <a:pt x="144" y="576"/>
                  </a:lnTo>
                  <a:lnTo>
                    <a:pt x="132" y="588"/>
                  </a:lnTo>
                  <a:lnTo>
                    <a:pt x="126" y="600"/>
                  </a:lnTo>
                  <a:lnTo>
                    <a:pt x="120" y="606"/>
                  </a:lnTo>
                  <a:lnTo>
                    <a:pt x="84" y="624"/>
                  </a:lnTo>
                  <a:lnTo>
                    <a:pt x="66" y="624"/>
                  </a:lnTo>
                  <a:lnTo>
                    <a:pt x="54" y="630"/>
                  </a:lnTo>
                  <a:lnTo>
                    <a:pt x="48" y="630"/>
                  </a:lnTo>
                  <a:lnTo>
                    <a:pt x="42" y="636"/>
                  </a:lnTo>
                  <a:lnTo>
                    <a:pt x="12" y="636"/>
                  </a:lnTo>
                  <a:lnTo>
                    <a:pt x="6" y="642"/>
                  </a:lnTo>
                  <a:lnTo>
                    <a:pt x="6" y="654"/>
                  </a:lnTo>
                  <a:lnTo>
                    <a:pt x="0" y="660"/>
                  </a:lnTo>
                  <a:lnTo>
                    <a:pt x="312" y="660"/>
                  </a:lnTo>
                  <a:lnTo>
                    <a:pt x="312" y="600"/>
                  </a:lnTo>
                  <a:lnTo>
                    <a:pt x="318" y="570"/>
                  </a:lnTo>
                  <a:lnTo>
                    <a:pt x="330" y="564"/>
                  </a:lnTo>
                  <a:lnTo>
                    <a:pt x="336" y="558"/>
                  </a:lnTo>
                  <a:lnTo>
                    <a:pt x="348" y="552"/>
                  </a:lnTo>
                  <a:lnTo>
                    <a:pt x="378" y="522"/>
                  </a:lnTo>
                  <a:lnTo>
                    <a:pt x="378" y="516"/>
                  </a:lnTo>
                  <a:lnTo>
                    <a:pt x="396" y="516"/>
                  </a:lnTo>
                  <a:lnTo>
                    <a:pt x="426" y="498"/>
                  </a:lnTo>
                  <a:lnTo>
                    <a:pt x="438" y="504"/>
                  </a:lnTo>
                  <a:lnTo>
                    <a:pt x="444" y="510"/>
                  </a:lnTo>
                  <a:lnTo>
                    <a:pt x="456" y="510"/>
                  </a:lnTo>
                  <a:lnTo>
                    <a:pt x="462" y="498"/>
                  </a:lnTo>
                  <a:lnTo>
                    <a:pt x="462" y="492"/>
                  </a:lnTo>
                  <a:lnTo>
                    <a:pt x="486" y="486"/>
                  </a:lnTo>
                  <a:lnTo>
                    <a:pt x="492" y="474"/>
                  </a:lnTo>
                  <a:lnTo>
                    <a:pt x="504" y="474"/>
                  </a:lnTo>
                  <a:lnTo>
                    <a:pt x="516" y="480"/>
                  </a:lnTo>
                  <a:lnTo>
                    <a:pt x="540" y="480"/>
                  </a:lnTo>
                  <a:lnTo>
                    <a:pt x="552" y="468"/>
                  </a:lnTo>
                  <a:lnTo>
                    <a:pt x="564" y="444"/>
                  </a:lnTo>
                  <a:lnTo>
                    <a:pt x="570" y="438"/>
                  </a:lnTo>
                  <a:lnTo>
                    <a:pt x="576" y="426"/>
                  </a:lnTo>
                  <a:lnTo>
                    <a:pt x="618" y="426"/>
                  </a:lnTo>
                  <a:lnTo>
                    <a:pt x="624" y="420"/>
                  </a:lnTo>
                  <a:lnTo>
                    <a:pt x="636" y="414"/>
                  </a:lnTo>
                  <a:lnTo>
                    <a:pt x="648" y="402"/>
                  </a:lnTo>
                  <a:lnTo>
                    <a:pt x="648" y="396"/>
                  </a:lnTo>
                  <a:lnTo>
                    <a:pt x="672" y="384"/>
                  </a:lnTo>
                  <a:lnTo>
                    <a:pt x="660" y="366"/>
                  </a:lnTo>
                  <a:lnTo>
                    <a:pt x="654" y="354"/>
                  </a:lnTo>
                  <a:lnTo>
                    <a:pt x="648" y="348"/>
                  </a:lnTo>
                  <a:lnTo>
                    <a:pt x="648" y="336"/>
                  </a:lnTo>
                  <a:lnTo>
                    <a:pt x="654" y="330"/>
                  </a:lnTo>
                  <a:lnTo>
                    <a:pt x="678" y="330"/>
                  </a:lnTo>
                  <a:lnTo>
                    <a:pt x="690" y="324"/>
                  </a:lnTo>
                  <a:lnTo>
                    <a:pt x="714" y="324"/>
                  </a:lnTo>
                  <a:lnTo>
                    <a:pt x="714" y="312"/>
                  </a:lnTo>
                  <a:lnTo>
                    <a:pt x="720" y="306"/>
                  </a:lnTo>
                  <a:lnTo>
                    <a:pt x="720" y="300"/>
                  </a:lnTo>
                  <a:lnTo>
                    <a:pt x="732" y="300"/>
                  </a:lnTo>
                  <a:lnTo>
                    <a:pt x="738" y="306"/>
                  </a:lnTo>
                  <a:lnTo>
                    <a:pt x="744" y="300"/>
                  </a:lnTo>
                  <a:lnTo>
                    <a:pt x="744" y="294"/>
                  </a:lnTo>
                  <a:lnTo>
                    <a:pt x="762" y="294"/>
                  </a:lnTo>
                  <a:lnTo>
                    <a:pt x="774" y="300"/>
                  </a:lnTo>
                  <a:lnTo>
                    <a:pt x="828" y="294"/>
                  </a:lnTo>
                  <a:lnTo>
                    <a:pt x="828" y="282"/>
                  </a:lnTo>
                  <a:lnTo>
                    <a:pt x="846" y="264"/>
                  </a:lnTo>
                  <a:lnTo>
                    <a:pt x="822" y="246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30" name="Montenegro" descr="© INSCALE GmbH, 05.05.2010&#10;http://www.presentationload.com/">
              <a:extLst>
                <a:ext uri="{FF2B5EF4-FFF2-40B4-BE49-F238E27FC236}">
                  <a16:creationId xmlns:a16="http://schemas.microsoft.com/office/drawing/2014/main" id="{D07CA868-0EBA-45C1-9D49-612C666CA139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695480" y="1704336"/>
              <a:ext cx="44341" cy="53513"/>
            </a:xfrm>
            <a:custGeom>
              <a:avLst/>
              <a:gdLst>
                <a:gd name="T0" fmla="*/ 2147483647 w 114"/>
                <a:gd name="T1" fmla="*/ 2147483647 h 138"/>
                <a:gd name="T2" fmla="*/ 2147483647 w 114"/>
                <a:gd name="T3" fmla="*/ 2147483647 h 138"/>
                <a:gd name="T4" fmla="*/ 2147483647 w 114"/>
                <a:gd name="T5" fmla="*/ 2147483647 h 138"/>
                <a:gd name="T6" fmla="*/ 2147483647 w 114"/>
                <a:gd name="T7" fmla="*/ 2147483647 h 138"/>
                <a:gd name="T8" fmla="*/ 2147483647 w 114"/>
                <a:gd name="T9" fmla="*/ 2147483647 h 138"/>
                <a:gd name="T10" fmla="*/ 2147483647 w 114"/>
                <a:gd name="T11" fmla="*/ 2147483647 h 138"/>
                <a:gd name="T12" fmla="*/ 2147483647 w 114"/>
                <a:gd name="T13" fmla="*/ 0 h 138"/>
                <a:gd name="T14" fmla="*/ 2147483647 w 114"/>
                <a:gd name="T15" fmla="*/ 0 h 138"/>
                <a:gd name="T16" fmla="*/ 2147483647 w 114"/>
                <a:gd name="T17" fmla="*/ 2147483647 h 138"/>
                <a:gd name="T18" fmla="*/ 2147483647 w 114"/>
                <a:gd name="T19" fmla="*/ 2147483647 h 138"/>
                <a:gd name="T20" fmla="*/ 2147483647 w 114"/>
                <a:gd name="T21" fmla="*/ 2147483647 h 138"/>
                <a:gd name="T22" fmla="*/ 2147483647 w 114"/>
                <a:gd name="T23" fmla="*/ 2147483647 h 138"/>
                <a:gd name="T24" fmla="*/ 2147483647 w 114"/>
                <a:gd name="T25" fmla="*/ 2147483647 h 138"/>
                <a:gd name="T26" fmla="*/ 2147483647 w 114"/>
                <a:gd name="T27" fmla="*/ 2147483647 h 138"/>
                <a:gd name="T28" fmla="*/ 0 w 114"/>
                <a:gd name="T29" fmla="*/ 2147483647 h 138"/>
                <a:gd name="T30" fmla="*/ 0 w 114"/>
                <a:gd name="T31" fmla="*/ 2147483647 h 138"/>
                <a:gd name="T32" fmla="*/ 2147483647 w 114"/>
                <a:gd name="T33" fmla="*/ 2147483647 h 138"/>
                <a:gd name="T34" fmla="*/ 2147483647 w 114"/>
                <a:gd name="T35" fmla="*/ 2147483647 h 138"/>
                <a:gd name="T36" fmla="*/ 2147483647 w 114"/>
                <a:gd name="T37" fmla="*/ 2147483647 h 138"/>
                <a:gd name="T38" fmla="*/ 2147483647 w 114"/>
                <a:gd name="T39" fmla="*/ 2147483647 h 138"/>
                <a:gd name="T40" fmla="*/ 2147483647 w 114"/>
                <a:gd name="T41" fmla="*/ 2147483647 h 138"/>
                <a:gd name="T42" fmla="*/ 2147483647 w 114"/>
                <a:gd name="T43" fmla="*/ 2147483647 h 138"/>
                <a:gd name="T44" fmla="*/ 2147483647 w 114"/>
                <a:gd name="T45" fmla="*/ 2147483647 h 138"/>
                <a:gd name="T46" fmla="*/ 2147483647 w 114"/>
                <a:gd name="T47" fmla="*/ 2147483647 h 138"/>
                <a:gd name="T48" fmla="*/ 2147483647 w 114"/>
                <a:gd name="T49" fmla="*/ 2147483647 h 138"/>
                <a:gd name="T50" fmla="*/ 2147483647 w 114"/>
                <a:gd name="T51" fmla="*/ 2147483647 h 138"/>
                <a:gd name="T52" fmla="*/ 2147483647 w 114"/>
                <a:gd name="T53" fmla="*/ 2147483647 h 138"/>
                <a:gd name="T54" fmla="*/ 2147483647 w 114"/>
                <a:gd name="T55" fmla="*/ 2147483647 h 138"/>
                <a:gd name="T56" fmla="*/ 2147483647 w 114"/>
                <a:gd name="T57" fmla="*/ 2147483647 h 138"/>
                <a:gd name="T58" fmla="*/ 2147483647 w 114"/>
                <a:gd name="T59" fmla="*/ 2147483647 h 138"/>
                <a:gd name="T60" fmla="*/ 2147483647 w 114"/>
                <a:gd name="T61" fmla="*/ 2147483647 h 138"/>
                <a:gd name="T62" fmla="*/ 2147483647 w 114"/>
                <a:gd name="T63" fmla="*/ 2147483647 h 138"/>
                <a:gd name="T64" fmla="*/ 2147483647 w 114"/>
                <a:gd name="T65" fmla="*/ 2147483647 h 138"/>
                <a:gd name="T66" fmla="*/ 2147483647 w 114"/>
                <a:gd name="T67" fmla="*/ 2147483647 h 138"/>
                <a:gd name="T68" fmla="*/ 2147483647 w 114"/>
                <a:gd name="T69" fmla="*/ 2147483647 h 138"/>
                <a:gd name="T70" fmla="*/ 2147483647 w 114"/>
                <a:gd name="T71" fmla="*/ 2147483647 h 13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14"/>
                <a:gd name="T109" fmla="*/ 0 h 138"/>
                <a:gd name="T110" fmla="*/ 114 w 114"/>
                <a:gd name="T111" fmla="*/ 138 h 13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14" h="138">
                  <a:moveTo>
                    <a:pt x="114" y="42"/>
                  </a:moveTo>
                  <a:lnTo>
                    <a:pt x="108" y="48"/>
                  </a:lnTo>
                  <a:lnTo>
                    <a:pt x="96" y="30"/>
                  </a:lnTo>
                  <a:lnTo>
                    <a:pt x="84" y="18"/>
                  </a:lnTo>
                  <a:lnTo>
                    <a:pt x="66" y="6"/>
                  </a:lnTo>
                  <a:lnTo>
                    <a:pt x="60" y="6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42" y="24"/>
                  </a:lnTo>
                  <a:lnTo>
                    <a:pt x="24" y="24"/>
                  </a:lnTo>
                  <a:lnTo>
                    <a:pt x="18" y="30"/>
                  </a:lnTo>
                  <a:lnTo>
                    <a:pt x="18" y="36"/>
                  </a:lnTo>
                  <a:lnTo>
                    <a:pt x="12" y="48"/>
                  </a:lnTo>
                  <a:lnTo>
                    <a:pt x="6" y="48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24" y="72"/>
                  </a:lnTo>
                  <a:lnTo>
                    <a:pt x="6" y="102"/>
                  </a:lnTo>
                  <a:lnTo>
                    <a:pt x="18" y="102"/>
                  </a:lnTo>
                  <a:lnTo>
                    <a:pt x="24" y="96"/>
                  </a:lnTo>
                  <a:lnTo>
                    <a:pt x="36" y="96"/>
                  </a:lnTo>
                  <a:lnTo>
                    <a:pt x="36" y="114"/>
                  </a:lnTo>
                  <a:lnTo>
                    <a:pt x="60" y="138"/>
                  </a:lnTo>
                  <a:lnTo>
                    <a:pt x="72" y="126"/>
                  </a:lnTo>
                  <a:lnTo>
                    <a:pt x="66" y="108"/>
                  </a:lnTo>
                  <a:lnTo>
                    <a:pt x="60" y="114"/>
                  </a:lnTo>
                  <a:lnTo>
                    <a:pt x="42" y="102"/>
                  </a:lnTo>
                  <a:lnTo>
                    <a:pt x="66" y="102"/>
                  </a:lnTo>
                  <a:lnTo>
                    <a:pt x="78" y="96"/>
                  </a:lnTo>
                  <a:lnTo>
                    <a:pt x="78" y="78"/>
                  </a:lnTo>
                  <a:lnTo>
                    <a:pt x="108" y="90"/>
                  </a:lnTo>
                  <a:lnTo>
                    <a:pt x="114" y="84"/>
                  </a:lnTo>
                  <a:lnTo>
                    <a:pt x="114" y="90"/>
                  </a:lnTo>
                  <a:lnTo>
                    <a:pt x="114" y="42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31" name="Moldova" descr="© INSCALE GmbH, 05.05.2010&#10;http://www.presentationload.com/">
              <a:extLst>
                <a:ext uri="{FF2B5EF4-FFF2-40B4-BE49-F238E27FC236}">
                  <a16:creationId xmlns:a16="http://schemas.microsoft.com/office/drawing/2014/main" id="{AA636481-2357-4692-8F34-BAD7202588AF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892718" y="1554502"/>
              <a:ext cx="84093" cy="93268"/>
            </a:xfrm>
            <a:custGeom>
              <a:avLst/>
              <a:gdLst>
                <a:gd name="T0" fmla="*/ 2147483647 w 216"/>
                <a:gd name="T1" fmla="*/ 2147483647 h 240"/>
                <a:gd name="T2" fmla="*/ 2147483647 w 216"/>
                <a:gd name="T3" fmla="*/ 2147483647 h 240"/>
                <a:gd name="T4" fmla="*/ 2147483647 w 216"/>
                <a:gd name="T5" fmla="*/ 2147483647 h 240"/>
                <a:gd name="T6" fmla="*/ 2147483647 w 216"/>
                <a:gd name="T7" fmla="*/ 2147483647 h 240"/>
                <a:gd name="T8" fmla="*/ 2147483647 w 216"/>
                <a:gd name="T9" fmla="*/ 2147483647 h 240"/>
                <a:gd name="T10" fmla="*/ 2147483647 w 216"/>
                <a:gd name="T11" fmla="*/ 2147483647 h 240"/>
                <a:gd name="T12" fmla="*/ 2147483647 w 216"/>
                <a:gd name="T13" fmla="*/ 2147483647 h 240"/>
                <a:gd name="T14" fmla="*/ 2147483647 w 216"/>
                <a:gd name="T15" fmla="*/ 2147483647 h 240"/>
                <a:gd name="T16" fmla="*/ 2147483647 w 216"/>
                <a:gd name="T17" fmla="*/ 2147483647 h 240"/>
                <a:gd name="T18" fmla="*/ 2147483647 w 216"/>
                <a:gd name="T19" fmla="*/ 2147483647 h 240"/>
                <a:gd name="T20" fmla="*/ 2147483647 w 216"/>
                <a:gd name="T21" fmla="*/ 2147483647 h 240"/>
                <a:gd name="T22" fmla="*/ 2147483647 w 216"/>
                <a:gd name="T23" fmla="*/ 2147483647 h 240"/>
                <a:gd name="T24" fmla="*/ 2147483647 w 216"/>
                <a:gd name="T25" fmla="*/ 2147483647 h 240"/>
                <a:gd name="T26" fmla="*/ 2147483647 w 216"/>
                <a:gd name="T27" fmla="*/ 2147483647 h 240"/>
                <a:gd name="T28" fmla="*/ 2147483647 w 216"/>
                <a:gd name="T29" fmla="*/ 2147483647 h 240"/>
                <a:gd name="T30" fmla="*/ 2147483647 w 216"/>
                <a:gd name="T31" fmla="*/ 2147483647 h 240"/>
                <a:gd name="T32" fmla="*/ 2147483647 w 216"/>
                <a:gd name="T33" fmla="*/ 2147483647 h 240"/>
                <a:gd name="T34" fmla="*/ 2147483647 w 216"/>
                <a:gd name="T35" fmla="*/ 2147483647 h 240"/>
                <a:gd name="T36" fmla="*/ 2147483647 w 216"/>
                <a:gd name="T37" fmla="*/ 2147483647 h 240"/>
                <a:gd name="T38" fmla="*/ 2147483647 w 216"/>
                <a:gd name="T39" fmla="*/ 2147483647 h 240"/>
                <a:gd name="T40" fmla="*/ 2147483647 w 216"/>
                <a:gd name="T41" fmla="*/ 2147483647 h 240"/>
                <a:gd name="T42" fmla="*/ 2147483647 w 216"/>
                <a:gd name="T43" fmla="*/ 2147483647 h 240"/>
                <a:gd name="T44" fmla="*/ 2147483647 w 216"/>
                <a:gd name="T45" fmla="*/ 2147483647 h 240"/>
                <a:gd name="T46" fmla="*/ 2147483647 w 216"/>
                <a:gd name="T47" fmla="*/ 2147483647 h 240"/>
                <a:gd name="T48" fmla="*/ 2147483647 w 216"/>
                <a:gd name="T49" fmla="*/ 2147483647 h 240"/>
                <a:gd name="T50" fmla="*/ 2147483647 w 216"/>
                <a:gd name="T51" fmla="*/ 2147483647 h 240"/>
                <a:gd name="T52" fmla="*/ 2147483647 w 216"/>
                <a:gd name="T53" fmla="*/ 2147483647 h 240"/>
                <a:gd name="T54" fmla="*/ 2147483647 w 216"/>
                <a:gd name="T55" fmla="*/ 2147483647 h 240"/>
                <a:gd name="T56" fmla="*/ 2147483647 w 216"/>
                <a:gd name="T57" fmla="*/ 2147483647 h 240"/>
                <a:gd name="T58" fmla="*/ 2147483647 w 216"/>
                <a:gd name="T59" fmla="*/ 2147483647 h 240"/>
                <a:gd name="T60" fmla="*/ 2147483647 w 216"/>
                <a:gd name="T61" fmla="*/ 0 h 240"/>
                <a:gd name="T62" fmla="*/ 2147483647 w 216"/>
                <a:gd name="T63" fmla="*/ 2147483647 h 240"/>
                <a:gd name="T64" fmla="*/ 2147483647 w 216"/>
                <a:gd name="T65" fmla="*/ 2147483647 h 240"/>
                <a:gd name="T66" fmla="*/ 2147483647 w 216"/>
                <a:gd name="T67" fmla="*/ 2147483647 h 24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16"/>
                <a:gd name="T103" fmla="*/ 0 h 240"/>
                <a:gd name="T104" fmla="*/ 216 w 216"/>
                <a:gd name="T105" fmla="*/ 240 h 24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16" h="240">
                  <a:moveTo>
                    <a:pt x="0" y="18"/>
                  </a:moveTo>
                  <a:lnTo>
                    <a:pt x="18" y="24"/>
                  </a:lnTo>
                  <a:lnTo>
                    <a:pt x="24" y="30"/>
                  </a:lnTo>
                  <a:lnTo>
                    <a:pt x="30" y="42"/>
                  </a:lnTo>
                  <a:lnTo>
                    <a:pt x="36" y="48"/>
                  </a:lnTo>
                  <a:lnTo>
                    <a:pt x="36" y="60"/>
                  </a:lnTo>
                  <a:lnTo>
                    <a:pt x="60" y="72"/>
                  </a:lnTo>
                  <a:lnTo>
                    <a:pt x="66" y="96"/>
                  </a:lnTo>
                  <a:lnTo>
                    <a:pt x="78" y="96"/>
                  </a:lnTo>
                  <a:lnTo>
                    <a:pt x="84" y="114"/>
                  </a:lnTo>
                  <a:lnTo>
                    <a:pt x="102" y="114"/>
                  </a:lnTo>
                  <a:lnTo>
                    <a:pt x="108" y="120"/>
                  </a:lnTo>
                  <a:lnTo>
                    <a:pt x="108" y="162"/>
                  </a:lnTo>
                  <a:lnTo>
                    <a:pt x="114" y="162"/>
                  </a:lnTo>
                  <a:lnTo>
                    <a:pt x="108" y="168"/>
                  </a:lnTo>
                  <a:lnTo>
                    <a:pt x="108" y="180"/>
                  </a:lnTo>
                  <a:lnTo>
                    <a:pt x="102" y="186"/>
                  </a:lnTo>
                  <a:lnTo>
                    <a:pt x="102" y="198"/>
                  </a:lnTo>
                  <a:lnTo>
                    <a:pt x="108" y="210"/>
                  </a:lnTo>
                  <a:lnTo>
                    <a:pt x="114" y="216"/>
                  </a:lnTo>
                  <a:lnTo>
                    <a:pt x="114" y="240"/>
                  </a:lnTo>
                  <a:lnTo>
                    <a:pt x="138" y="234"/>
                  </a:lnTo>
                  <a:lnTo>
                    <a:pt x="138" y="222"/>
                  </a:lnTo>
                  <a:lnTo>
                    <a:pt x="132" y="216"/>
                  </a:lnTo>
                  <a:lnTo>
                    <a:pt x="132" y="204"/>
                  </a:lnTo>
                  <a:lnTo>
                    <a:pt x="138" y="204"/>
                  </a:lnTo>
                  <a:lnTo>
                    <a:pt x="150" y="198"/>
                  </a:lnTo>
                  <a:lnTo>
                    <a:pt x="156" y="192"/>
                  </a:lnTo>
                  <a:lnTo>
                    <a:pt x="174" y="180"/>
                  </a:lnTo>
                  <a:lnTo>
                    <a:pt x="168" y="174"/>
                  </a:lnTo>
                  <a:lnTo>
                    <a:pt x="156" y="168"/>
                  </a:lnTo>
                  <a:lnTo>
                    <a:pt x="150" y="168"/>
                  </a:lnTo>
                  <a:lnTo>
                    <a:pt x="150" y="162"/>
                  </a:lnTo>
                  <a:lnTo>
                    <a:pt x="156" y="156"/>
                  </a:lnTo>
                  <a:lnTo>
                    <a:pt x="174" y="156"/>
                  </a:lnTo>
                  <a:lnTo>
                    <a:pt x="180" y="162"/>
                  </a:lnTo>
                  <a:lnTo>
                    <a:pt x="198" y="162"/>
                  </a:lnTo>
                  <a:lnTo>
                    <a:pt x="210" y="156"/>
                  </a:lnTo>
                  <a:lnTo>
                    <a:pt x="216" y="156"/>
                  </a:lnTo>
                  <a:lnTo>
                    <a:pt x="216" y="126"/>
                  </a:lnTo>
                  <a:lnTo>
                    <a:pt x="210" y="120"/>
                  </a:lnTo>
                  <a:lnTo>
                    <a:pt x="198" y="120"/>
                  </a:lnTo>
                  <a:lnTo>
                    <a:pt x="192" y="114"/>
                  </a:lnTo>
                  <a:lnTo>
                    <a:pt x="180" y="114"/>
                  </a:lnTo>
                  <a:lnTo>
                    <a:pt x="180" y="96"/>
                  </a:lnTo>
                  <a:lnTo>
                    <a:pt x="186" y="90"/>
                  </a:lnTo>
                  <a:lnTo>
                    <a:pt x="180" y="84"/>
                  </a:lnTo>
                  <a:lnTo>
                    <a:pt x="174" y="84"/>
                  </a:lnTo>
                  <a:lnTo>
                    <a:pt x="162" y="90"/>
                  </a:lnTo>
                  <a:lnTo>
                    <a:pt x="162" y="66"/>
                  </a:lnTo>
                  <a:lnTo>
                    <a:pt x="168" y="60"/>
                  </a:lnTo>
                  <a:lnTo>
                    <a:pt x="162" y="48"/>
                  </a:lnTo>
                  <a:lnTo>
                    <a:pt x="156" y="42"/>
                  </a:lnTo>
                  <a:lnTo>
                    <a:pt x="144" y="36"/>
                  </a:lnTo>
                  <a:lnTo>
                    <a:pt x="126" y="36"/>
                  </a:lnTo>
                  <a:lnTo>
                    <a:pt x="126" y="24"/>
                  </a:lnTo>
                  <a:lnTo>
                    <a:pt x="120" y="18"/>
                  </a:lnTo>
                  <a:lnTo>
                    <a:pt x="78" y="18"/>
                  </a:lnTo>
                  <a:lnTo>
                    <a:pt x="78" y="12"/>
                  </a:lnTo>
                  <a:lnTo>
                    <a:pt x="72" y="12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2" y="6"/>
                  </a:lnTo>
                  <a:lnTo>
                    <a:pt x="36" y="6"/>
                  </a:lnTo>
                  <a:lnTo>
                    <a:pt x="36" y="12"/>
                  </a:lnTo>
                  <a:lnTo>
                    <a:pt x="24" y="12"/>
                  </a:lnTo>
                  <a:lnTo>
                    <a:pt x="12" y="6"/>
                  </a:lnTo>
                  <a:lnTo>
                    <a:pt x="6" y="6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32" name="Mozambique" descr="© INSCALE GmbH, 05.05.2010&#10;http://www.presentationload.com/">
              <a:extLst>
                <a:ext uri="{FF2B5EF4-FFF2-40B4-BE49-F238E27FC236}">
                  <a16:creationId xmlns:a16="http://schemas.microsoft.com/office/drawing/2014/main" id="{D2FEE3BC-0829-485B-B1D1-03865DE6E911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037965" y="3407593"/>
              <a:ext cx="298147" cy="522901"/>
            </a:xfrm>
            <a:custGeom>
              <a:avLst/>
              <a:gdLst>
                <a:gd name="T0" fmla="*/ 2147483647 w 762"/>
                <a:gd name="T1" fmla="*/ 2147483647 h 1338"/>
                <a:gd name="T2" fmla="*/ 2147483647 w 762"/>
                <a:gd name="T3" fmla="*/ 2147483647 h 1338"/>
                <a:gd name="T4" fmla="*/ 2147483647 w 762"/>
                <a:gd name="T5" fmla="*/ 2147483647 h 1338"/>
                <a:gd name="T6" fmla="*/ 2147483647 w 762"/>
                <a:gd name="T7" fmla="*/ 2147483647 h 1338"/>
                <a:gd name="T8" fmla="*/ 2147483647 w 762"/>
                <a:gd name="T9" fmla="*/ 2147483647 h 1338"/>
                <a:gd name="T10" fmla="*/ 2147483647 w 762"/>
                <a:gd name="T11" fmla="*/ 2147483647 h 1338"/>
                <a:gd name="T12" fmla="*/ 2147483647 w 762"/>
                <a:gd name="T13" fmla="*/ 2147483647 h 1338"/>
                <a:gd name="T14" fmla="*/ 2147483647 w 762"/>
                <a:gd name="T15" fmla="*/ 2147483647 h 1338"/>
                <a:gd name="T16" fmla="*/ 2147483647 w 762"/>
                <a:gd name="T17" fmla="*/ 2147483647 h 1338"/>
                <a:gd name="T18" fmla="*/ 2147483647 w 762"/>
                <a:gd name="T19" fmla="*/ 2147483647 h 1338"/>
                <a:gd name="T20" fmla="*/ 2147483647 w 762"/>
                <a:gd name="T21" fmla="*/ 2147483647 h 1338"/>
                <a:gd name="T22" fmla="*/ 2147483647 w 762"/>
                <a:gd name="T23" fmla="*/ 2147483647 h 1338"/>
                <a:gd name="T24" fmla="*/ 2147483647 w 762"/>
                <a:gd name="T25" fmla="*/ 2147483647 h 1338"/>
                <a:gd name="T26" fmla="*/ 2147483647 w 762"/>
                <a:gd name="T27" fmla="*/ 2147483647 h 1338"/>
                <a:gd name="T28" fmla="*/ 2147483647 w 762"/>
                <a:gd name="T29" fmla="*/ 2147483647 h 1338"/>
                <a:gd name="T30" fmla="*/ 2147483647 w 762"/>
                <a:gd name="T31" fmla="*/ 2147483647 h 1338"/>
                <a:gd name="T32" fmla="*/ 2147483647 w 762"/>
                <a:gd name="T33" fmla="*/ 2147483647 h 1338"/>
                <a:gd name="T34" fmla="*/ 2147483647 w 762"/>
                <a:gd name="T35" fmla="*/ 2147483647 h 1338"/>
                <a:gd name="T36" fmla="*/ 2147483647 w 762"/>
                <a:gd name="T37" fmla="*/ 2147483647 h 1338"/>
                <a:gd name="T38" fmla="*/ 2147483647 w 762"/>
                <a:gd name="T39" fmla="*/ 2147483647 h 1338"/>
                <a:gd name="T40" fmla="*/ 2147483647 w 762"/>
                <a:gd name="T41" fmla="*/ 2147483647 h 1338"/>
                <a:gd name="T42" fmla="*/ 2147483647 w 762"/>
                <a:gd name="T43" fmla="*/ 2147483647 h 1338"/>
                <a:gd name="T44" fmla="*/ 2147483647 w 762"/>
                <a:gd name="T45" fmla="*/ 2147483647 h 1338"/>
                <a:gd name="T46" fmla="*/ 2147483647 w 762"/>
                <a:gd name="T47" fmla="*/ 2147483647 h 1338"/>
                <a:gd name="T48" fmla="*/ 2147483647 w 762"/>
                <a:gd name="T49" fmla="*/ 2147483647 h 1338"/>
                <a:gd name="T50" fmla="*/ 2147483647 w 762"/>
                <a:gd name="T51" fmla="*/ 2147483647 h 1338"/>
                <a:gd name="T52" fmla="*/ 2147483647 w 762"/>
                <a:gd name="T53" fmla="*/ 2147483647 h 1338"/>
                <a:gd name="T54" fmla="*/ 2147483647 w 762"/>
                <a:gd name="T55" fmla="*/ 2147483647 h 1338"/>
                <a:gd name="T56" fmla="*/ 0 w 762"/>
                <a:gd name="T57" fmla="*/ 2147483647 h 1338"/>
                <a:gd name="T58" fmla="*/ 2147483647 w 762"/>
                <a:gd name="T59" fmla="*/ 2147483647 h 1338"/>
                <a:gd name="T60" fmla="*/ 2147483647 w 762"/>
                <a:gd name="T61" fmla="*/ 2147483647 h 1338"/>
                <a:gd name="T62" fmla="*/ 2147483647 w 762"/>
                <a:gd name="T63" fmla="*/ 2147483647 h 1338"/>
                <a:gd name="T64" fmla="*/ 2147483647 w 762"/>
                <a:gd name="T65" fmla="*/ 2147483647 h 1338"/>
                <a:gd name="T66" fmla="*/ 2147483647 w 762"/>
                <a:gd name="T67" fmla="*/ 2147483647 h 1338"/>
                <a:gd name="T68" fmla="*/ 2147483647 w 762"/>
                <a:gd name="T69" fmla="*/ 2147483647 h 1338"/>
                <a:gd name="T70" fmla="*/ 2147483647 w 762"/>
                <a:gd name="T71" fmla="*/ 2147483647 h 1338"/>
                <a:gd name="T72" fmla="*/ 2147483647 w 762"/>
                <a:gd name="T73" fmla="*/ 2147483647 h 1338"/>
                <a:gd name="T74" fmla="*/ 2147483647 w 762"/>
                <a:gd name="T75" fmla="*/ 2147483647 h 1338"/>
                <a:gd name="T76" fmla="*/ 2147483647 w 762"/>
                <a:gd name="T77" fmla="*/ 2147483647 h 1338"/>
                <a:gd name="T78" fmla="*/ 2147483647 w 762"/>
                <a:gd name="T79" fmla="*/ 2147483647 h 1338"/>
                <a:gd name="T80" fmla="*/ 2147483647 w 762"/>
                <a:gd name="T81" fmla="*/ 2147483647 h 1338"/>
                <a:gd name="T82" fmla="*/ 2147483647 w 762"/>
                <a:gd name="T83" fmla="*/ 2147483647 h 1338"/>
                <a:gd name="T84" fmla="*/ 2147483647 w 762"/>
                <a:gd name="T85" fmla="*/ 2147483647 h 1338"/>
                <a:gd name="T86" fmla="*/ 2147483647 w 762"/>
                <a:gd name="T87" fmla="*/ 2147483647 h 1338"/>
                <a:gd name="T88" fmla="*/ 2147483647 w 762"/>
                <a:gd name="T89" fmla="*/ 2147483647 h 1338"/>
                <a:gd name="T90" fmla="*/ 2147483647 w 762"/>
                <a:gd name="T91" fmla="*/ 2147483647 h 1338"/>
                <a:gd name="T92" fmla="*/ 2147483647 w 762"/>
                <a:gd name="T93" fmla="*/ 2147483647 h 1338"/>
                <a:gd name="T94" fmla="*/ 2147483647 w 762"/>
                <a:gd name="T95" fmla="*/ 2147483647 h 1338"/>
                <a:gd name="T96" fmla="*/ 2147483647 w 762"/>
                <a:gd name="T97" fmla="*/ 2147483647 h 1338"/>
                <a:gd name="T98" fmla="*/ 2147483647 w 762"/>
                <a:gd name="T99" fmla="*/ 2147483647 h 1338"/>
                <a:gd name="T100" fmla="*/ 2147483647 w 762"/>
                <a:gd name="T101" fmla="*/ 2147483647 h 1338"/>
                <a:gd name="T102" fmla="*/ 2147483647 w 762"/>
                <a:gd name="T103" fmla="*/ 2147483647 h 1338"/>
                <a:gd name="T104" fmla="*/ 2147483647 w 762"/>
                <a:gd name="T105" fmla="*/ 2147483647 h 1338"/>
                <a:gd name="T106" fmla="*/ 2147483647 w 762"/>
                <a:gd name="T107" fmla="*/ 2147483647 h 1338"/>
                <a:gd name="T108" fmla="*/ 2147483647 w 762"/>
                <a:gd name="T109" fmla="*/ 2147483647 h 1338"/>
                <a:gd name="T110" fmla="*/ 2147483647 w 762"/>
                <a:gd name="T111" fmla="*/ 2147483647 h 1338"/>
                <a:gd name="T112" fmla="*/ 2147483647 w 762"/>
                <a:gd name="T113" fmla="*/ 2147483647 h 1338"/>
                <a:gd name="T114" fmla="*/ 2147483647 w 762"/>
                <a:gd name="T115" fmla="*/ 2147483647 h 1338"/>
                <a:gd name="T116" fmla="*/ 2147483647 w 762"/>
                <a:gd name="T117" fmla="*/ 2147483647 h 1338"/>
                <a:gd name="T118" fmla="*/ 2147483647 w 762"/>
                <a:gd name="T119" fmla="*/ 2147483647 h 1338"/>
                <a:gd name="T120" fmla="*/ 2147483647 w 762"/>
                <a:gd name="T121" fmla="*/ 2147483647 h 1338"/>
                <a:gd name="T122" fmla="*/ 2147483647 w 762"/>
                <a:gd name="T123" fmla="*/ 2147483647 h 133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2"/>
                <a:gd name="T187" fmla="*/ 0 h 1338"/>
                <a:gd name="T188" fmla="*/ 762 w 762"/>
                <a:gd name="T189" fmla="*/ 1338 h 133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2" h="1338">
                  <a:moveTo>
                    <a:pt x="762" y="342"/>
                  </a:moveTo>
                  <a:lnTo>
                    <a:pt x="762" y="324"/>
                  </a:lnTo>
                  <a:lnTo>
                    <a:pt x="756" y="318"/>
                  </a:lnTo>
                  <a:lnTo>
                    <a:pt x="744" y="318"/>
                  </a:lnTo>
                  <a:lnTo>
                    <a:pt x="744" y="258"/>
                  </a:lnTo>
                  <a:lnTo>
                    <a:pt x="732" y="246"/>
                  </a:lnTo>
                  <a:lnTo>
                    <a:pt x="750" y="234"/>
                  </a:lnTo>
                  <a:lnTo>
                    <a:pt x="738" y="186"/>
                  </a:lnTo>
                  <a:lnTo>
                    <a:pt x="750" y="156"/>
                  </a:lnTo>
                  <a:lnTo>
                    <a:pt x="738" y="120"/>
                  </a:lnTo>
                  <a:lnTo>
                    <a:pt x="738" y="108"/>
                  </a:lnTo>
                  <a:lnTo>
                    <a:pt x="750" y="72"/>
                  </a:lnTo>
                  <a:lnTo>
                    <a:pt x="756" y="42"/>
                  </a:lnTo>
                  <a:lnTo>
                    <a:pt x="756" y="12"/>
                  </a:lnTo>
                  <a:lnTo>
                    <a:pt x="744" y="0"/>
                  </a:lnTo>
                  <a:lnTo>
                    <a:pt x="666" y="54"/>
                  </a:lnTo>
                  <a:lnTo>
                    <a:pt x="636" y="60"/>
                  </a:lnTo>
                  <a:lnTo>
                    <a:pt x="630" y="60"/>
                  </a:lnTo>
                  <a:lnTo>
                    <a:pt x="618" y="72"/>
                  </a:lnTo>
                  <a:lnTo>
                    <a:pt x="606" y="78"/>
                  </a:lnTo>
                  <a:lnTo>
                    <a:pt x="594" y="78"/>
                  </a:lnTo>
                  <a:lnTo>
                    <a:pt x="594" y="72"/>
                  </a:lnTo>
                  <a:lnTo>
                    <a:pt x="588" y="66"/>
                  </a:lnTo>
                  <a:lnTo>
                    <a:pt x="564" y="66"/>
                  </a:lnTo>
                  <a:lnTo>
                    <a:pt x="558" y="72"/>
                  </a:lnTo>
                  <a:lnTo>
                    <a:pt x="552" y="84"/>
                  </a:lnTo>
                  <a:lnTo>
                    <a:pt x="540" y="90"/>
                  </a:lnTo>
                  <a:lnTo>
                    <a:pt x="528" y="102"/>
                  </a:lnTo>
                  <a:lnTo>
                    <a:pt x="510" y="102"/>
                  </a:lnTo>
                  <a:lnTo>
                    <a:pt x="498" y="96"/>
                  </a:lnTo>
                  <a:lnTo>
                    <a:pt x="492" y="90"/>
                  </a:lnTo>
                  <a:lnTo>
                    <a:pt x="486" y="90"/>
                  </a:lnTo>
                  <a:lnTo>
                    <a:pt x="468" y="108"/>
                  </a:lnTo>
                  <a:lnTo>
                    <a:pt x="456" y="108"/>
                  </a:lnTo>
                  <a:lnTo>
                    <a:pt x="450" y="102"/>
                  </a:lnTo>
                  <a:lnTo>
                    <a:pt x="438" y="96"/>
                  </a:lnTo>
                  <a:lnTo>
                    <a:pt x="432" y="84"/>
                  </a:lnTo>
                  <a:lnTo>
                    <a:pt x="420" y="78"/>
                  </a:lnTo>
                  <a:lnTo>
                    <a:pt x="408" y="78"/>
                  </a:lnTo>
                  <a:lnTo>
                    <a:pt x="396" y="90"/>
                  </a:lnTo>
                  <a:lnTo>
                    <a:pt x="390" y="90"/>
                  </a:lnTo>
                  <a:lnTo>
                    <a:pt x="384" y="96"/>
                  </a:lnTo>
                  <a:lnTo>
                    <a:pt x="354" y="96"/>
                  </a:lnTo>
                  <a:lnTo>
                    <a:pt x="354" y="114"/>
                  </a:lnTo>
                  <a:lnTo>
                    <a:pt x="330" y="138"/>
                  </a:lnTo>
                  <a:lnTo>
                    <a:pt x="330" y="150"/>
                  </a:lnTo>
                  <a:lnTo>
                    <a:pt x="342" y="162"/>
                  </a:lnTo>
                  <a:lnTo>
                    <a:pt x="348" y="174"/>
                  </a:lnTo>
                  <a:lnTo>
                    <a:pt x="348" y="204"/>
                  </a:lnTo>
                  <a:lnTo>
                    <a:pt x="342" y="216"/>
                  </a:lnTo>
                  <a:lnTo>
                    <a:pt x="336" y="234"/>
                  </a:lnTo>
                  <a:lnTo>
                    <a:pt x="336" y="246"/>
                  </a:lnTo>
                  <a:lnTo>
                    <a:pt x="342" y="246"/>
                  </a:lnTo>
                  <a:lnTo>
                    <a:pt x="342" y="252"/>
                  </a:lnTo>
                  <a:lnTo>
                    <a:pt x="348" y="252"/>
                  </a:lnTo>
                  <a:lnTo>
                    <a:pt x="372" y="276"/>
                  </a:lnTo>
                  <a:lnTo>
                    <a:pt x="384" y="300"/>
                  </a:lnTo>
                  <a:lnTo>
                    <a:pt x="390" y="306"/>
                  </a:lnTo>
                  <a:lnTo>
                    <a:pt x="396" y="318"/>
                  </a:lnTo>
                  <a:lnTo>
                    <a:pt x="408" y="336"/>
                  </a:lnTo>
                  <a:lnTo>
                    <a:pt x="420" y="348"/>
                  </a:lnTo>
                  <a:lnTo>
                    <a:pt x="420" y="366"/>
                  </a:lnTo>
                  <a:lnTo>
                    <a:pt x="414" y="372"/>
                  </a:lnTo>
                  <a:lnTo>
                    <a:pt x="408" y="384"/>
                  </a:lnTo>
                  <a:lnTo>
                    <a:pt x="402" y="390"/>
                  </a:lnTo>
                  <a:lnTo>
                    <a:pt x="402" y="450"/>
                  </a:lnTo>
                  <a:lnTo>
                    <a:pt x="396" y="456"/>
                  </a:lnTo>
                  <a:lnTo>
                    <a:pt x="372" y="456"/>
                  </a:lnTo>
                  <a:lnTo>
                    <a:pt x="360" y="462"/>
                  </a:lnTo>
                  <a:lnTo>
                    <a:pt x="354" y="474"/>
                  </a:lnTo>
                  <a:lnTo>
                    <a:pt x="354" y="492"/>
                  </a:lnTo>
                  <a:lnTo>
                    <a:pt x="360" y="492"/>
                  </a:lnTo>
                  <a:lnTo>
                    <a:pt x="366" y="498"/>
                  </a:lnTo>
                  <a:lnTo>
                    <a:pt x="366" y="528"/>
                  </a:lnTo>
                  <a:lnTo>
                    <a:pt x="354" y="534"/>
                  </a:lnTo>
                  <a:lnTo>
                    <a:pt x="348" y="540"/>
                  </a:lnTo>
                  <a:lnTo>
                    <a:pt x="342" y="534"/>
                  </a:lnTo>
                  <a:lnTo>
                    <a:pt x="342" y="522"/>
                  </a:lnTo>
                  <a:lnTo>
                    <a:pt x="348" y="516"/>
                  </a:lnTo>
                  <a:lnTo>
                    <a:pt x="348" y="504"/>
                  </a:lnTo>
                  <a:lnTo>
                    <a:pt x="336" y="498"/>
                  </a:lnTo>
                  <a:lnTo>
                    <a:pt x="330" y="492"/>
                  </a:lnTo>
                  <a:lnTo>
                    <a:pt x="318" y="486"/>
                  </a:lnTo>
                  <a:lnTo>
                    <a:pt x="312" y="480"/>
                  </a:lnTo>
                  <a:lnTo>
                    <a:pt x="300" y="474"/>
                  </a:lnTo>
                  <a:lnTo>
                    <a:pt x="300" y="444"/>
                  </a:lnTo>
                  <a:lnTo>
                    <a:pt x="288" y="444"/>
                  </a:lnTo>
                  <a:lnTo>
                    <a:pt x="288" y="438"/>
                  </a:lnTo>
                  <a:lnTo>
                    <a:pt x="294" y="432"/>
                  </a:lnTo>
                  <a:lnTo>
                    <a:pt x="306" y="426"/>
                  </a:lnTo>
                  <a:lnTo>
                    <a:pt x="312" y="420"/>
                  </a:lnTo>
                  <a:lnTo>
                    <a:pt x="300" y="402"/>
                  </a:lnTo>
                  <a:lnTo>
                    <a:pt x="312" y="396"/>
                  </a:lnTo>
                  <a:lnTo>
                    <a:pt x="318" y="366"/>
                  </a:lnTo>
                  <a:lnTo>
                    <a:pt x="312" y="366"/>
                  </a:lnTo>
                  <a:lnTo>
                    <a:pt x="312" y="330"/>
                  </a:lnTo>
                  <a:lnTo>
                    <a:pt x="306" y="324"/>
                  </a:lnTo>
                  <a:lnTo>
                    <a:pt x="288" y="324"/>
                  </a:lnTo>
                  <a:lnTo>
                    <a:pt x="282" y="330"/>
                  </a:lnTo>
                  <a:lnTo>
                    <a:pt x="252" y="330"/>
                  </a:lnTo>
                  <a:lnTo>
                    <a:pt x="222" y="282"/>
                  </a:lnTo>
                  <a:lnTo>
                    <a:pt x="216" y="282"/>
                  </a:lnTo>
                  <a:lnTo>
                    <a:pt x="210" y="288"/>
                  </a:lnTo>
                  <a:lnTo>
                    <a:pt x="192" y="294"/>
                  </a:lnTo>
                  <a:lnTo>
                    <a:pt x="180" y="300"/>
                  </a:lnTo>
                  <a:lnTo>
                    <a:pt x="162" y="312"/>
                  </a:lnTo>
                  <a:lnTo>
                    <a:pt x="138" y="324"/>
                  </a:lnTo>
                  <a:lnTo>
                    <a:pt x="132" y="324"/>
                  </a:lnTo>
                  <a:lnTo>
                    <a:pt x="120" y="330"/>
                  </a:lnTo>
                  <a:lnTo>
                    <a:pt x="102" y="336"/>
                  </a:lnTo>
                  <a:lnTo>
                    <a:pt x="84" y="336"/>
                  </a:lnTo>
                  <a:lnTo>
                    <a:pt x="72" y="342"/>
                  </a:lnTo>
                  <a:lnTo>
                    <a:pt x="60" y="342"/>
                  </a:lnTo>
                  <a:lnTo>
                    <a:pt x="42" y="360"/>
                  </a:lnTo>
                  <a:lnTo>
                    <a:pt x="12" y="360"/>
                  </a:lnTo>
                  <a:lnTo>
                    <a:pt x="0" y="372"/>
                  </a:lnTo>
                  <a:lnTo>
                    <a:pt x="18" y="390"/>
                  </a:lnTo>
                  <a:lnTo>
                    <a:pt x="24" y="444"/>
                  </a:lnTo>
                  <a:lnTo>
                    <a:pt x="84" y="444"/>
                  </a:lnTo>
                  <a:lnTo>
                    <a:pt x="96" y="462"/>
                  </a:lnTo>
                  <a:lnTo>
                    <a:pt x="114" y="462"/>
                  </a:lnTo>
                  <a:lnTo>
                    <a:pt x="132" y="486"/>
                  </a:lnTo>
                  <a:lnTo>
                    <a:pt x="138" y="486"/>
                  </a:lnTo>
                  <a:lnTo>
                    <a:pt x="150" y="480"/>
                  </a:lnTo>
                  <a:lnTo>
                    <a:pt x="162" y="480"/>
                  </a:lnTo>
                  <a:lnTo>
                    <a:pt x="180" y="498"/>
                  </a:lnTo>
                  <a:lnTo>
                    <a:pt x="192" y="498"/>
                  </a:lnTo>
                  <a:lnTo>
                    <a:pt x="204" y="510"/>
                  </a:lnTo>
                  <a:lnTo>
                    <a:pt x="204" y="516"/>
                  </a:lnTo>
                  <a:lnTo>
                    <a:pt x="198" y="528"/>
                  </a:lnTo>
                  <a:lnTo>
                    <a:pt x="192" y="534"/>
                  </a:lnTo>
                  <a:lnTo>
                    <a:pt x="204" y="552"/>
                  </a:lnTo>
                  <a:lnTo>
                    <a:pt x="192" y="564"/>
                  </a:lnTo>
                  <a:lnTo>
                    <a:pt x="204" y="576"/>
                  </a:lnTo>
                  <a:lnTo>
                    <a:pt x="198" y="582"/>
                  </a:lnTo>
                  <a:lnTo>
                    <a:pt x="198" y="588"/>
                  </a:lnTo>
                  <a:lnTo>
                    <a:pt x="192" y="594"/>
                  </a:lnTo>
                  <a:lnTo>
                    <a:pt x="192" y="606"/>
                  </a:lnTo>
                  <a:lnTo>
                    <a:pt x="204" y="630"/>
                  </a:lnTo>
                  <a:lnTo>
                    <a:pt x="204" y="642"/>
                  </a:lnTo>
                  <a:lnTo>
                    <a:pt x="198" y="648"/>
                  </a:lnTo>
                  <a:lnTo>
                    <a:pt x="198" y="654"/>
                  </a:lnTo>
                  <a:lnTo>
                    <a:pt x="192" y="654"/>
                  </a:lnTo>
                  <a:lnTo>
                    <a:pt x="192" y="666"/>
                  </a:lnTo>
                  <a:lnTo>
                    <a:pt x="174" y="678"/>
                  </a:lnTo>
                  <a:lnTo>
                    <a:pt x="192" y="702"/>
                  </a:lnTo>
                  <a:lnTo>
                    <a:pt x="174" y="720"/>
                  </a:lnTo>
                  <a:lnTo>
                    <a:pt x="174" y="732"/>
                  </a:lnTo>
                  <a:lnTo>
                    <a:pt x="198" y="756"/>
                  </a:lnTo>
                  <a:lnTo>
                    <a:pt x="198" y="762"/>
                  </a:lnTo>
                  <a:lnTo>
                    <a:pt x="192" y="774"/>
                  </a:lnTo>
                  <a:lnTo>
                    <a:pt x="180" y="786"/>
                  </a:lnTo>
                  <a:lnTo>
                    <a:pt x="180" y="798"/>
                  </a:lnTo>
                  <a:lnTo>
                    <a:pt x="168" y="810"/>
                  </a:lnTo>
                  <a:lnTo>
                    <a:pt x="156" y="816"/>
                  </a:lnTo>
                  <a:lnTo>
                    <a:pt x="156" y="846"/>
                  </a:lnTo>
                  <a:lnTo>
                    <a:pt x="144" y="858"/>
                  </a:lnTo>
                  <a:lnTo>
                    <a:pt x="156" y="876"/>
                  </a:lnTo>
                  <a:lnTo>
                    <a:pt x="138" y="882"/>
                  </a:lnTo>
                  <a:lnTo>
                    <a:pt x="72" y="966"/>
                  </a:lnTo>
                  <a:lnTo>
                    <a:pt x="72" y="996"/>
                  </a:lnTo>
                  <a:lnTo>
                    <a:pt x="78" y="1014"/>
                  </a:lnTo>
                  <a:lnTo>
                    <a:pt x="78" y="1032"/>
                  </a:lnTo>
                  <a:lnTo>
                    <a:pt x="84" y="1044"/>
                  </a:lnTo>
                  <a:lnTo>
                    <a:pt x="84" y="1062"/>
                  </a:lnTo>
                  <a:lnTo>
                    <a:pt x="114" y="1122"/>
                  </a:lnTo>
                  <a:lnTo>
                    <a:pt x="114" y="1212"/>
                  </a:lnTo>
                  <a:lnTo>
                    <a:pt x="90" y="1248"/>
                  </a:lnTo>
                  <a:lnTo>
                    <a:pt x="114" y="1248"/>
                  </a:lnTo>
                  <a:lnTo>
                    <a:pt x="108" y="1260"/>
                  </a:lnTo>
                  <a:lnTo>
                    <a:pt x="108" y="1284"/>
                  </a:lnTo>
                  <a:lnTo>
                    <a:pt x="114" y="1290"/>
                  </a:lnTo>
                  <a:lnTo>
                    <a:pt x="120" y="1290"/>
                  </a:lnTo>
                  <a:lnTo>
                    <a:pt x="126" y="1314"/>
                  </a:lnTo>
                  <a:lnTo>
                    <a:pt x="144" y="1314"/>
                  </a:lnTo>
                  <a:lnTo>
                    <a:pt x="156" y="1326"/>
                  </a:lnTo>
                  <a:lnTo>
                    <a:pt x="162" y="1338"/>
                  </a:lnTo>
                  <a:lnTo>
                    <a:pt x="168" y="1320"/>
                  </a:lnTo>
                  <a:lnTo>
                    <a:pt x="168" y="1284"/>
                  </a:lnTo>
                  <a:lnTo>
                    <a:pt x="162" y="1272"/>
                  </a:lnTo>
                  <a:lnTo>
                    <a:pt x="156" y="1266"/>
                  </a:lnTo>
                  <a:lnTo>
                    <a:pt x="150" y="1266"/>
                  </a:lnTo>
                  <a:lnTo>
                    <a:pt x="150" y="1242"/>
                  </a:lnTo>
                  <a:lnTo>
                    <a:pt x="162" y="1230"/>
                  </a:lnTo>
                  <a:lnTo>
                    <a:pt x="222" y="1188"/>
                  </a:lnTo>
                  <a:lnTo>
                    <a:pt x="276" y="1158"/>
                  </a:lnTo>
                  <a:lnTo>
                    <a:pt x="294" y="1146"/>
                  </a:lnTo>
                  <a:lnTo>
                    <a:pt x="312" y="1140"/>
                  </a:lnTo>
                  <a:lnTo>
                    <a:pt x="330" y="1128"/>
                  </a:lnTo>
                  <a:lnTo>
                    <a:pt x="342" y="1122"/>
                  </a:lnTo>
                  <a:lnTo>
                    <a:pt x="360" y="1104"/>
                  </a:lnTo>
                  <a:lnTo>
                    <a:pt x="360" y="1080"/>
                  </a:lnTo>
                  <a:lnTo>
                    <a:pt x="354" y="1080"/>
                  </a:lnTo>
                  <a:lnTo>
                    <a:pt x="354" y="1086"/>
                  </a:lnTo>
                  <a:lnTo>
                    <a:pt x="348" y="1080"/>
                  </a:lnTo>
                  <a:lnTo>
                    <a:pt x="342" y="1080"/>
                  </a:lnTo>
                  <a:lnTo>
                    <a:pt x="342" y="1068"/>
                  </a:lnTo>
                  <a:lnTo>
                    <a:pt x="366" y="1020"/>
                  </a:lnTo>
                  <a:lnTo>
                    <a:pt x="366" y="990"/>
                  </a:lnTo>
                  <a:lnTo>
                    <a:pt x="360" y="984"/>
                  </a:lnTo>
                  <a:lnTo>
                    <a:pt x="360" y="978"/>
                  </a:lnTo>
                  <a:lnTo>
                    <a:pt x="372" y="948"/>
                  </a:lnTo>
                  <a:lnTo>
                    <a:pt x="366" y="942"/>
                  </a:lnTo>
                  <a:lnTo>
                    <a:pt x="348" y="960"/>
                  </a:lnTo>
                  <a:lnTo>
                    <a:pt x="354" y="918"/>
                  </a:lnTo>
                  <a:lnTo>
                    <a:pt x="348" y="906"/>
                  </a:lnTo>
                  <a:lnTo>
                    <a:pt x="336" y="900"/>
                  </a:lnTo>
                  <a:lnTo>
                    <a:pt x="330" y="888"/>
                  </a:lnTo>
                  <a:lnTo>
                    <a:pt x="330" y="870"/>
                  </a:lnTo>
                  <a:lnTo>
                    <a:pt x="336" y="858"/>
                  </a:lnTo>
                  <a:lnTo>
                    <a:pt x="336" y="834"/>
                  </a:lnTo>
                  <a:lnTo>
                    <a:pt x="324" y="822"/>
                  </a:lnTo>
                  <a:lnTo>
                    <a:pt x="318" y="822"/>
                  </a:lnTo>
                  <a:lnTo>
                    <a:pt x="312" y="816"/>
                  </a:lnTo>
                  <a:lnTo>
                    <a:pt x="312" y="792"/>
                  </a:lnTo>
                  <a:lnTo>
                    <a:pt x="318" y="780"/>
                  </a:lnTo>
                  <a:lnTo>
                    <a:pt x="324" y="762"/>
                  </a:lnTo>
                  <a:lnTo>
                    <a:pt x="336" y="750"/>
                  </a:lnTo>
                  <a:lnTo>
                    <a:pt x="372" y="732"/>
                  </a:lnTo>
                  <a:lnTo>
                    <a:pt x="378" y="726"/>
                  </a:lnTo>
                  <a:lnTo>
                    <a:pt x="378" y="714"/>
                  </a:lnTo>
                  <a:lnTo>
                    <a:pt x="390" y="690"/>
                  </a:lnTo>
                  <a:lnTo>
                    <a:pt x="396" y="684"/>
                  </a:lnTo>
                  <a:lnTo>
                    <a:pt x="402" y="684"/>
                  </a:lnTo>
                  <a:lnTo>
                    <a:pt x="414" y="678"/>
                  </a:lnTo>
                  <a:lnTo>
                    <a:pt x="420" y="678"/>
                  </a:lnTo>
                  <a:lnTo>
                    <a:pt x="426" y="672"/>
                  </a:lnTo>
                  <a:lnTo>
                    <a:pt x="450" y="660"/>
                  </a:lnTo>
                  <a:lnTo>
                    <a:pt x="462" y="648"/>
                  </a:lnTo>
                  <a:lnTo>
                    <a:pt x="474" y="612"/>
                  </a:lnTo>
                  <a:lnTo>
                    <a:pt x="498" y="576"/>
                  </a:lnTo>
                  <a:lnTo>
                    <a:pt x="522" y="564"/>
                  </a:lnTo>
                  <a:lnTo>
                    <a:pt x="558" y="552"/>
                  </a:lnTo>
                  <a:lnTo>
                    <a:pt x="600" y="534"/>
                  </a:lnTo>
                  <a:lnTo>
                    <a:pt x="624" y="522"/>
                  </a:lnTo>
                  <a:lnTo>
                    <a:pt x="630" y="516"/>
                  </a:lnTo>
                  <a:lnTo>
                    <a:pt x="666" y="498"/>
                  </a:lnTo>
                  <a:lnTo>
                    <a:pt x="672" y="492"/>
                  </a:lnTo>
                  <a:lnTo>
                    <a:pt x="684" y="486"/>
                  </a:lnTo>
                  <a:lnTo>
                    <a:pt x="684" y="474"/>
                  </a:lnTo>
                  <a:lnTo>
                    <a:pt x="714" y="444"/>
                  </a:lnTo>
                  <a:lnTo>
                    <a:pt x="714" y="432"/>
                  </a:lnTo>
                  <a:lnTo>
                    <a:pt x="720" y="420"/>
                  </a:lnTo>
                  <a:lnTo>
                    <a:pt x="732" y="414"/>
                  </a:lnTo>
                  <a:lnTo>
                    <a:pt x="738" y="402"/>
                  </a:lnTo>
                  <a:lnTo>
                    <a:pt x="744" y="396"/>
                  </a:lnTo>
                  <a:lnTo>
                    <a:pt x="744" y="378"/>
                  </a:lnTo>
                  <a:lnTo>
                    <a:pt x="750" y="372"/>
                  </a:lnTo>
                  <a:lnTo>
                    <a:pt x="762" y="348"/>
                  </a:lnTo>
                  <a:lnTo>
                    <a:pt x="762" y="342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33" name="Mongolia" descr="© INSCALE GmbH, 05.05.2010&#10;http://www.presentationload.com/">
              <a:extLst>
                <a:ext uri="{FF2B5EF4-FFF2-40B4-BE49-F238E27FC236}">
                  <a16:creationId xmlns:a16="http://schemas.microsoft.com/office/drawing/2014/main" id="{8AE652EC-B5DC-4107-B23D-279200A73927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377330" y="1441357"/>
              <a:ext cx="821047" cy="325668"/>
            </a:xfrm>
            <a:custGeom>
              <a:avLst/>
              <a:gdLst>
                <a:gd name="T0" fmla="*/ 2147483647 w 2100"/>
                <a:gd name="T1" fmla="*/ 2147483647 h 834"/>
                <a:gd name="T2" fmla="*/ 2147483647 w 2100"/>
                <a:gd name="T3" fmla="*/ 2147483647 h 834"/>
                <a:gd name="T4" fmla="*/ 2147483647 w 2100"/>
                <a:gd name="T5" fmla="*/ 2147483647 h 834"/>
                <a:gd name="T6" fmla="*/ 2147483647 w 2100"/>
                <a:gd name="T7" fmla="*/ 2147483647 h 834"/>
                <a:gd name="T8" fmla="*/ 2147483647 w 2100"/>
                <a:gd name="T9" fmla="*/ 2147483647 h 834"/>
                <a:gd name="T10" fmla="*/ 2147483647 w 2100"/>
                <a:gd name="T11" fmla="*/ 2147483647 h 834"/>
                <a:gd name="T12" fmla="*/ 2147483647 w 2100"/>
                <a:gd name="T13" fmla="*/ 2147483647 h 834"/>
                <a:gd name="T14" fmla="*/ 2147483647 w 2100"/>
                <a:gd name="T15" fmla="*/ 2147483647 h 834"/>
                <a:gd name="T16" fmla="*/ 2147483647 w 2100"/>
                <a:gd name="T17" fmla="*/ 2147483647 h 834"/>
                <a:gd name="T18" fmla="*/ 2147483647 w 2100"/>
                <a:gd name="T19" fmla="*/ 2147483647 h 834"/>
                <a:gd name="T20" fmla="*/ 2147483647 w 2100"/>
                <a:gd name="T21" fmla="*/ 2147483647 h 834"/>
                <a:gd name="T22" fmla="*/ 2147483647 w 2100"/>
                <a:gd name="T23" fmla="*/ 2147483647 h 834"/>
                <a:gd name="T24" fmla="*/ 2147483647 w 2100"/>
                <a:gd name="T25" fmla="*/ 2147483647 h 834"/>
                <a:gd name="T26" fmla="*/ 2147483647 w 2100"/>
                <a:gd name="T27" fmla="*/ 2147483647 h 834"/>
                <a:gd name="T28" fmla="*/ 2147483647 w 2100"/>
                <a:gd name="T29" fmla="*/ 2147483647 h 834"/>
                <a:gd name="T30" fmla="*/ 2147483647 w 2100"/>
                <a:gd name="T31" fmla="*/ 2147483647 h 834"/>
                <a:gd name="T32" fmla="*/ 2147483647 w 2100"/>
                <a:gd name="T33" fmla="*/ 2147483647 h 834"/>
                <a:gd name="T34" fmla="*/ 2147483647 w 2100"/>
                <a:gd name="T35" fmla="*/ 2147483647 h 834"/>
                <a:gd name="T36" fmla="*/ 2147483647 w 2100"/>
                <a:gd name="T37" fmla="*/ 2147483647 h 834"/>
                <a:gd name="T38" fmla="*/ 2147483647 w 2100"/>
                <a:gd name="T39" fmla="*/ 2147483647 h 834"/>
                <a:gd name="T40" fmla="*/ 2147483647 w 2100"/>
                <a:gd name="T41" fmla="*/ 2147483647 h 834"/>
                <a:gd name="T42" fmla="*/ 2147483647 w 2100"/>
                <a:gd name="T43" fmla="*/ 2147483647 h 834"/>
                <a:gd name="T44" fmla="*/ 2147483647 w 2100"/>
                <a:gd name="T45" fmla="*/ 2147483647 h 834"/>
                <a:gd name="T46" fmla="*/ 2147483647 w 2100"/>
                <a:gd name="T47" fmla="*/ 2147483647 h 834"/>
                <a:gd name="T48" fmla="*/ 2147483647 w 2100"/>
                <a:gd name="T49" fmla="*/ 2147483647 h 834"/>
                <a:gd name="T50" fmla="*/ 2147483647 w 2100"/>
                <a:gd name="T51" fmla="*/ 2147483647 h 834"/>
                <a:gd name="T52" fmla="*/ 2147483647 w 2100"/>
                <a:gd name="T53" fmla="*/ 2147483647 h 834"/>
                <a:gd name="T54" fmla="*/ 2147483647 w 2100"/>
                <a:gd name="T55" fmla="*/ 2147483647 h 834"/>
                <a:gd name="T56" fmla="*/ 2147483647 w 2100"/>
                <a:gd name="T57" fmla="*/ 2147483647 h 834"/>
                <a:gd name="T58" fmla="*/ 2147483647 w 2100"/>
                <a:gd name="T59" fmla="*/ 2147483647 h 834"/>
                <a:gd name="T60" fmla="*/ 2147483647 w 2100"/>
                <a:gd name="T61" fmla="*/ 2147483647 h 834"/>
                <a:gd name="T62" fmla="*/ 0 w 2100"/>
                <a:gd name="T63" fmla="*/ 2147483647 h 834"/>
                <a:gd name="T64" fmla="*/ 2147483647 w 2100"/>
                <a:gd name="T65" fmla="*/ 2147483647 h 834"/>
                <a:gd name="T66" fmla="*/ 2147483647 w 2100"/>
                <a:gd name="T67" fmla="*/ 2147483647 h 834"/>
                <a:gd name="T68" fmla="*/ 2147483647 w 2100"/>
                <a:gd name="T69" fmla="*/ 2147483647 h 834"/>
                <a:gd name="T70" fmla="*/ 2147483647 w 2100"/>
                <a:gd name="T71" fmla="*/ 2147483647 h 834"/>
                <a:gd name="T72" fmla="*/ 2147483647 w 2100"/>
                <a:gd name="T73" fmla="*/ 2147483647 h 834"/>
                <a:gd name="T74" fmla="*/ 2147483647 w 2100"/>
                <a:gd name="T75" fmla="*/ 2147483647 h 834"/>
                <a:gd name="T76" fmla="*/ 2147483647 w 2100"/>
                <a:gd name="T77" fmla="*/ 2147483647 h 834"/>
                <a:gd name="T78" fmla="*/ 2147483647 w 2100"/>
                <a:gd name="T79" fmla="*/ 2147483647 h 834"/>
                <a:gd name="T80" fmla="*/ 2147483647 w 2100"/>
                <a:gd name="T81" fmla="*/ 2147483647 h 834"/>
                <a:gd name="T82" fmla="*/ 2147483647 w 2100"/>
                <a:gd name="T83" fmla="*/ 2147483647 h 834"/>
                <a:gd name="T84" fmla="*/ 2147483647 w 2100"/>
                <a:gd name="T85" fmla="*/ 2147483647 h 834"/>
                <a:gd name="T86" fmla="*/ 2147483647 w 2100"/>
                <a:gd name="T87" fmla="*/ 2147483647 h 834"/>
                <a:gd name="T88" fmla="*/ 2147483647 w 2100"/>
                <a:gd name="T89" fmla="*/ 2147483647 h 834"/>
                <a:gd name="T90" fmla="*/ 2147483647 w 2100"/>
                <a:gd name="T91" fmla="*/ 2147483647 h 834"/>
                <a:gd name="T92" fmla="*/ 2147483647 w 2100"/>
                <a:gd name="T93" fmla="*/ 2147483647 h 834"/>
                <a:gd name="T94" fmla="*/ 2147483647 w 2100"/>
                <a:gd name="T95" fmla="*/ 2147483647 h 834"/>
                <a:gd name="T96" fmla="*/ 2147483647 w 2100"/>
                <a:gd name="T97" fmla="*/ 2147483647 h 834"/>
                <a:gd name="T98" fmla="*/ 2147483647 w 2100"/>
                <a:gd name="T99" fmla="*/ 2147483647 h 834"/>
                <a:gd name="T100" fmla="*/ 2147483647 w 2100"/>
                <a:gd name="T101" fmla="*/ 2147483647 h 834"/>
                <a:gd name="T102" fmla="*/ 2147483647 w 2100"/>
                <a:gd name="T103" fmla="*/ 2147483647 h 834"/>
                <a:gd name="T104" fmla="*/ 2147483647 w 2100"/>
                <a:gd name="T105" fmla="*/ 2147483647 h 834"/>
                <a:gd name="T106" fmla="*/ 2147483647 w 2100"/>
                <a:gd name="T107" fmla="*/ 2147483647 h 834"/>
                <a:gd name="T108" fmla="*/ 2147483647 w 2100"/>
                <a:gd name="T109" fmla="*/ 2147483647 h 834"/>
                <a:gd name="T110" fmla="*/ 2147483647 w 2100"/>
                <a:gd name="T111" fmla="*/ 2147483647 h 834"/>
                <a:gd name="T112" fmla="*/ 2147483647 w 2100"/>
                <a:gd name="T113" fmla="*/ 2147483647 h 834"/>
                <a:gd name="T114" fmla="*/ 2147483647 w 2100"/>
                <a:gd name="T115" fmla="*/ 2147483647 h 834"/>
                <a:gd name="T116" fmla="*/ 2147483647 w 2100"/>
                <a:gd name="T117" fmla="*/ 2147483647 h 834"/>
                <a:gd name="T118" fmla="*/ 2147483647 w 2100"/>
                <a:gd name="T119" fmla="*/ 2147483647 h 834"/>
                <a:gd name="T120" fmla="*/ 2147483647 w 2100"/>
                <a:gd name="T121" fmla="*/ 2147483647 h 834"/>
                <a:gd name="T122" fmla="*/ 2147483647 w 2100"/>
                <a:gd name="T123" fmla="*/ 2147483647 h 83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100"/>
                <a:gd name="T187" fmla="*/ 0 h 834"/>
                <a:gd name="T188" fmla="*/ 2100 w 2100"/>
                <a:gd name="T189" fmla="*/ 834 h 83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100" h="834">
                  <a:moveTo>
                    <a:pt x="2088" y="408"/>
                  </a:moveTo>
                  <a:lnTo>
                    <a:pt x="2076" y="396"/>
                  </a:lnTo>
                  <a:lnTo>
                    <a:pt x="2070" y="384"/>
                  </a:lnTo>
                  <a:lnTo>
                    <a:pt x="2058" y="384"/>
                  </a:lnTo>
                  <a:lnTo>
                    <a:pt x="2034" y="372"/>
                  </a:lnTo>
                  <a:lnTo>
                    <a:pt x="2022" y="360"/>
                  </a:lnTo>
                  <a:lnTo>
                    <a:pt x="2010" y="354"/>
                  </a:lnTo>
                  <a:lnTo>
                    <a:pt x="2004" y="348"/>
                  </a:lnTo>
                  <a:lnTo>
                    <a:pt x="1986" y="348"/>
                  </a:lnTo>
                  <a:lnTo>
                    <a:pt x="1974" y="342"/>
                  </a:lnTo>
                  <a:lnTo>
                    <a:pt x="1968" y="336"/>
                  </a:lnTo>
                  <a:lnTo>
                    <a:pt x="1968" y="324"/>
                  </a:lnTo>
                  <a:lnTo>
                    <a:pt x="1902" y="324"/>
                  </a:lnTo>
                  <a:lnTo>
                    <a:pt x="1902" y="348"/>
                  </a:lnTo>
                  <a:lnTo>
                    <a:pt x="1896" y="354"/>
                  </a:lnTo>
                  <a:lnTo>
                    <a:pt x="1890" y="354"/>
                  </a:lnTo>
                  <a:lnTo>
                    <a:pt x="1878" y="348"/>
                  </a:lnTo>
                  <a:lnTo>
                    <a:pt x="1866" y="336"/>
                  </a:lnTo>
                  <a:lnTo>
                    <a:pt x="1812" y="336"/>
                  </a:lnTo>
                  <a:lnTo>
                    <a:pt x="1806" y="342"/>
                  </a:lnTo>
                  <a:lnTo>
                    <a:pt x="1812" y="342"/>
                  </a:lnTo>
                  <a:lnTo>
                    <a:pt x="1812" y="348"/>
                  </a:lnTo>
                  <a:lnTo>
                    <a:pt x="1794" y="348"/>
                  </a:lnTo>
                  <a:lnTo>
                    <a:pt x="1788" y="342"/>
                  </a:lnTo>
                  <a:lnTo>
                    <a:pt x="1776" y="336"/>
                  </a:lnTo>
                  <a:lnTo>
                    <a:pt x="1770" y="324"/>
                  </a:lnTo>
                  <a:lnTo>
                    <a:pt x="1770" y="306"/>
                  </a:lnTo>
                  <a:lnTo>
                    <a:pt x="1776" y="306"/>
                  </a:lnTo>
                  <a:lnTo>
                    <a:pt x="1770" y="294"/>
                  </a:lnTo>
                  <a:lnTo>
                    <a:pt x="1764" y="270"/>
                  </a:lnTo>
                  <a:lnTo>
                    <a:pt x="1758" y="258"/>
                  </a:lnTo>
                  <a:lnTo>
                    <a:pt x="1758" y="174"/>
                  </a:lnTo>
                  <a:lnTo>
                    <a:pt x="1740" y="174"/>
                  </a:lnTo>
                  <a:lnTo>
                    <a:pt x="1716" y="168"/>
                  </a:lnTo>
                  <a:lnTo>
                    <a:pt x="1710" y="174"/>
                  </a:lnTo>
                  <a:lnTo>
                    <a:pt x="1698" y="180"/>
                  </a:lnTo>
                  <a:lnTo>
                    <a:pt x="1674" y="180"/>
                  </a:lnTo>
                  <a:lnTo>
                    <a:pt x="1662" y="174"/>
                  </a:lnTo>
                  <a:lnTo>
                    <a:pt x="1644" y="156"/>
                  </a:lnTo>
                  <a:lnTo>
                    <a:pt x="1608" y="156"/>
                  </a:lnTo>
                  <a:lnTo>
                    <a:pt x="1596" y="150"/>
                  </a:lnTo>
                  <a:lnTo>
                    <a:pt x="1578" y="150"/>
                  </a:lnTo>
                  <a:lnTo>
                    <a:pt x="1548" y="180"/>
                  </a:lnTo>
                  <a:lnTo>
                    <a:pt x="1548" y="192"/>
                  </a:lnTo>
                  <a:lnTo>
                    <a:pt x="1536" y="204"/>
                  </a:lnTo>
                  <a:lnTo>
                    <a:pt x="1500" y="204"/>
                  </a:lnTo>
                  <a:lnTo>
                    <a:pt x="1488" y="216"/>
                  </a:lnTo>
                  <a:lnTo>
                    <a:pt x="1440" y="216"/>
                  </a:lnTo>
                  <a:lnTo>
                    <a:pt x="1440" y="222"/>
                  </a:lnTo>
                  <a:lnTo>
                    <a:pt x="1422" y="240"/>
                  </a:lnTo>
                  <a:lnTo>
                    <a:pt x="1416" y="240"/>
                  </a:lnTo>
                  <a:lnTo>
                    <a:pt x="1416" y="234"/>
                  </a:lnTo>
                  <a:lnTo>
                    <a:pt x="1410" y="228"/>
                  </a:lnTo>
                  <a:lnTo>
                    <a:pt x="1392" y="228"/>
                  </a:lnTo>
                  <a:lnTo>
                    <a:pt x="1380" y="234"/>
                  </a:lnTo>
                  <a:lnTo>
                    <a:pt x="1356" y="234"/>
                  </a:lnTo>
                  <a:lnTo>
                    <a:pt x="1344" y="228"/>
                  </a:lnTo>
                  <a:lnTo>
                    <a:pt x="1338" y="228"/>
                  </a:lnTo>
                  <a:lnTo>
                    <a:pt x="1332" y="222"/>
                  </a:lnTo>
                  <a:lnTo>
                    <a:pt x="1266" y="222"/>
                  </a:lnTo>
                  <a:lnTo>
                    <a:pt x="1260" y="216"/>
                  </a:lnTo>
                  <a:lnTo>
                    <a:pt x="1260" y="204"/>
                  </a:lnTo>
                  <a:lnTo>
                    <a:pt x="1248" y="198"/>
                  </a:lnTo>
                  <a:lnTo>
                    <a:pt x="1230" y="198"/>
                  </a:lnTo>
                  <a:lnTo>
                    <a:pt x="1230" y="192"/>
                  </a:lnTo>
                  <a:lnTo>
                    <a:pt x="1218" y="180"/>
                  </a:lnTo>
                  <a:lnTo>
                    <a:pt x="1218" y="174"/>
                  </a:lnTo>
                  <a:lnTo>
                    <a:pt x="1212" y="168"/>
                  </a:lnTo>
                  <a:lnTo>
                    <a:pt x="1152" y="168"/>
                  </a:lnTo>
                  <a:lnTo>
                    <a:pt x="1128" y="144"/>
                  </a:lnTo>
                  <a:lnTo>
                    <a:pt x="1092" y="144"/>
                  </a:lnTo>
                  <a:lnTo>
                    <a:pt x="1086" y="138"/>
                  </a:lnTo>
                  <a:lnTo>
                    <a:pt x="1080" y="138"/>
                  </a:lnTo>
                  <a:lnTo>
                    <a:pt x="1068" y="132"/>
                  </a:lnTo>
                  <a:lnTo>
                    <a:pt x="1020" y="132"/>
                  </a:lnTo>
                  <a:lnTo>
                    <a:pt x="966" y="150"/>
                  </a:lnTo>
                  <a:lnTo>
                    <a:pt x="954" y="156"/>
                  </a:lnTo>
                  <a:lnTo>
                    <a:pt x="942" y="156"/>
                  </a:lnTo>
                  <a:lnTo>
                    <a:pt x="930" y="150"/>
                  </a:lnTo>
                  <a:lnTo>
                    <a:pt x="918" y="150"/>
                  </a:lnTo>
                  <a:lnTo>
                    <a:pt x="912" y="144"/>
                  </a:lnTo>
                  <a:lnTo>
                    <a:pt x="882" y="144"/>
                  </a:lnTo>
                  <a:lnTo>
                    <a:pt x="864" y="126"/>
                  </a:lnTo>
                  <a:lnTo>
                    <a:pt x="864" y="120"/>
                  </a:lnTo>
                  <a:lnTo>
                    <a:pt x="840" y="126"/>
                  </a:lnTo>
                  <a:lnTo>
                    <a:pt x="840" y="120"/>
                  </a:lnTo>
                  <a:lnTo>
                    <a:pt x="834" y="114"/>
                  </a:lnTo>
                  <a:lnTo>
                    <a:pt x="822" y="90"/>
                  </a:lnTo>
                  <a:lnTo>
                    <a:pt x="810" y="78"/>
                  </a:lnTo>
                  <a:lnTo>
                    <a:pt x="804" y="66"/>
                  </a:lnTo>
                  <a:lnTo>
                    <a:pt x="798" y="60"/>
                  </a:lnTo>
                  <a:lnTo>
                    <a:pt x="786" y="54"/>
                  </a:lnTo>
                  <a:lnTo>
                    <a:pt x="768" y="54"/>
                  </a:lnTo>
                  <a:lnTo>
                    <a:pt x="756" y="60"/>
                  </a:lnTo>
                  <a:lnTo>
                    <a:pt x="750" y="60"/>
                  </a:lnTo>
                  <a:lnTo>
                    <a:pt x="726" y="48"/>
                  </a:lnTo>
                  <a:lnTo>
                    <a:pt x="720" y="42"/>
                  </a:lnTo>
                  <a:lnTo>
                    <a:pt x="708" y="36"/>
                  </a:lnTo>
                  <a:lnTo>
                    <a:pt x="672" y="36"/>
                  </a:lnTo>
                  <a:lnTo>
                    <a:pt x="648" y="30"/>
                  </a:lnTo>
                  <a:lnTo>
                    <a:pt x="636" y="30"/>
                  </a:lnTo>
                  <a:lnTo>
                    <a:pt x="576" y="0"/>
                  </a:lnTo>
                  <a:lnTo>
                    <a:pt x="576" y="18"/>
                  </a:lnTo>
                  <a:lnTo>
                    <a:pt x="570" y="30"/>
                  </a:lnTo>
                  <a:lnTo>
                    <a:pt x="558" y="36"/>
                  </a:lnTo>
                  <a:lnTo>
                    <a:pt x="552" y="36"/>
                  </a:lnTo>
                  <a:lnTo>
                    <a:pt x="558" y="48"/>
                  </a:lnTo>
                  <a:lnTo>
                    <a:pt x="540" y="48"/>
                  </a:lnTo>
                  <a:lnTo>
                    <a:pt x="540" y="60"/>
                  </a:lnTo>
                  <a:lnTo>
                    <a:pt x="552" y="72"/>
                  </a:lnTo>
                  <a:lnTo>
                    <a:pt x="558" y="90"/>
                  </a:lnTo>
                  <a:lnTo>
                    <a:pt x="582" y="126"/>
                  </a:lnTo>
                  <a:lnTo>
                    <a:pt x="588" y="126"/>
                  </a:lnTo>
                  <a:lnTo>
                    <a:pt x="594" y="132"/>
                  </a:lnTo>
                  <a:lnTo>
                    <a:pt x="600" y="144"/>
                  </a:lnTo>
                  <a:lnTo>
                    <a:pt x="600" y="168"/>
                  </a:lnTo>
                  <a:lnTo>
                    <a:pt x="582" y="168"/>
                  </a:lnTo>
                  <a:lnTo>
                    <a:pt x="582" y="174"/>
                  </a:lnTo>
                  <a:lnTo>
                    <a:pt x="576" y="180"/>
                  </a:lnTo>
                  <a:lnTo>
                    <a:pt x="552" y="192"/>
                  </a:lnTo>
                  <a:lnTo>
                    <a:pt x="546" y="186"/>
                  </a:lnTo>
                  <a:lnTo>
                    <a:pt x="546" y="174"/>
                  </a:lnTo>
                  <a:lnTo>
                    <a:pt x="498" y="180"/>
                  </a:lnTo>
                  <a:lnTo>
                    <a:pt x="498" y="168"/>
                  </a:lnTo>
                  <a:lnTo>
                    <a:pt x="456" y="168"/>
                  </a:lnTo>
                  <a:lnTo>
                    <a:pt x="450" y="174"/>
                  </a:lnTo>
                  <a:lnTo>
                    <a:pt x="450" y="180"/>
                  </a:lnTo>
                  <a:lnTo>
                    <a:pt x="444" y="168"/>
                  </a:lnTo>
                  <a:lnTo>
                    <a:pt x="420" y="174"/>
                  </a:lnTo>
                  <a:lnTo>
                    <a:pt x="414" y="162"/>
                  </a:lnTo>
                  <a:lnTo>
                    <a:pt x="384" y="162"/>
                  </a:lnTo>
                  <a:lnTo>
                    <a:pt x="366" y="156"/>
                  </a:lnTo>
                  <a:lnTo>
                    <a:pt x="360" y="150"/>
                  </a:lnTo>
                  <a:lnTo>
                    <a:pt x="360" y="138"/>
                  </a:lnTo>
                  <a:lnTo>
                    <a:pt x="354" y="132"/>
                  </a:lnTo>
                  <a:lnTo>
                    <a:pt x="354" y="126"/>
                  </a:lnTo>
                  <a:lnTo>
                    <a:pt x="312" y="126"/>
                  </a:lnTo>
                  <a:lnTo>
                    <a:pt x="294" y="132"/>
                  </a:lnTo>
                  <a:lnTo>
                    <a:pt x="270" y="132"/>
                  </a:lnTo>
                  <a:lnTo>
                    <a:pt x="264" y="114"/>
                  </a:lnTo>
                  <a:lnTo>
                    <a:pt x="228" y="114"/>
                  </a:lnTo>
                  <a:lnTo>
                    <a:pt x="228" y="108"/>
                  </a:lnTo>
                  <a:lnTo>
                    <a:pt x="210" y="114"/>
                  </a:lnTo>
                  <a:lnTo>
                    <a:pt x="204" y="108"/>
                  </a:lnTo>
                  <a:lnTo>
                    <a:pt x="186" y="108"/>
                  </a:lnTo>
                  <a:lnTo>
                    <a:pt x="180" y="114"/>
                  </a:lnTo>
                  <a:lnTo>
                    <a:pt x="180" y="120"/>
                  </a:lnTo>
                  <a:lnTo>
                    <a:pt x="174" y="126"/>
                  </a:lnTo>
                  <a:lnTo>
                    <a:pt x="174" y="132"/>
                  </a:lnTo>
                  <a:lnTo>
                    <a:pt x="150" y="132"/>
                  </a:lnTo>
                  <a:lnTo>
                    <a:pt x="138" y="150"/>
                  </a:lnTo>
                  <a:lnTo>
                    <a:pt x="120" y="150"/>
                  </a:lnTo>
                  <a:lnTo>
                    <a:pt x="84" y="186"/>
                  </a:lnTo>
                  <a:lnTo>
                    <a:pt x="84" y="192"/>
                  </a:lnTo>
                  <a:lnTo>
                    <a:pt x="90" y="198"/>
                  </a:lnTo>
                  <a:lnTo>
                    <a:pt x="66" y="198"/>
                  </a:lnTo>
                  <a:lnTo>
                    <a:pt x="72" y="210"/>
                  </a:lnTo>
                  <a:lnTo>
                    <a:pt x="12" y="210"/>
                  </a:lnTo>
                  <a:lnTo>
                    <a:pt x="12" y="228"/>
                  </a:lnTo>
                  <a:lnTo>
                    <a:pt x="0" y="240"/>
                  </a:lnTo>
                  <a:lnTo>
                    <a:pt x="6" y="246"/>
                  </a:lnTo>
                  <a:lnTo>
                    <a:pt x="6" y="258"/>
                  </a:lnTo>
                  <a:lnTo>
                    <a:pt x="0" y="264"/>
                  </a:lnTo>
                  <a:lnTo>
                    <a:pt x="24" y="264"/>
                  </a:lnTo>
                  <a:lnTo>
                    <a:pt x="24" y="282"/>
                  </a:lnTo>
                  <a:lnTo>
                    <a:pt x="36" y="288"/>
                  </a:lnTo>
                  <a:lnTo>
                    <a:pt x="48" y="288"/>
                  </a:lnTo>
                  <a:lnTo>
                    <a:pt x="60" y="294"/>
                  </a:lnTo>
                  <a:lnTo>
                    <a:pt x="72" y="294"/>
                  </a:lnTo>
                  <a:lnTo>
                    <a:pt x="78" y="306"/>
                  </a:lnTo>
                  <a:lnTo>
                    <a:pt x="102" y="330"/>
                  </a:lnTo>
                  <a:lnTo>
                    <a:pt x="138" y="318"/>
                  </a:lnTo>
                  <a:lnTo>
                    <a:pt x="156" y="330"/>
                  </a:lnTo>
                  <a:lnTo>
                    <a:pt x="162" y="336"/>
                  </a:lnTo>
                  <a:lnTo>
                    <a:pt x="174" y="336"/>
                  </a:lnTo>
                  <a:lnTo>
                    <a:pt x="186" y="342"/>
                  </a:lnTo>
                  <a:lnTo>
                    <a:pt x="204" y="348"/>
                  </a:lnTo>
                  <a:lnTo>
                    <a:pt x="222" y="366"/>
                  </a:lnTo>
                  <a:lnTo>
                    <a:pt x="228" y="378"/>
                  </a:lnTo>
                  <a:lnTo>
                    <a:pt x="240" y="396"/>
                  </a:lnTo>
                  <a:lnTo>
                    <a:pt x="264" y="414"/>
                  </a:lnTo>
                  <a:lnTo>
                    <a:pt x="276" y="426"/>
                  </a:lnTo>
                  <a:lnTo>
                    <a:pt x="282" y="438"/>
                  </a:lnTo>
                  <a:lnTo>
                    <a:pt x="282" y="450"/>
                  </a:lnTo>
                  <a:lnTo>
                    <a:pt x="288" y="456"/>
                  </a:lnTo>
                  <a:lnTo>
                    <a:pt x="294" y="468"/>
                  </a:lnTo>
                  <a:lnTo>
                    <a:pt x="300" y="474"/>
                  </a:lnTo>
                  <a:lnTo>
                    <a:pt x="300" y="480"/>
                  </a:lnTo>
                  <a:lnTo>
                    <a:pt x="288" y="492"/>
                  </a:lnTo>
                  <a:lnTo>
                    <a:pt x="288" y="504"/>
                  </a:lnTo>
                  <a:lnTo>
                    <a:pt x="294" y="522"/>
                  </a:lnTo>
                  <a:lnTo>
                    <a:pt x="300" y="534"/>
                  </a:lnTo>
                  <a:lnTo>
                    <a:pt x="306" y="540"/>
                  </a:lnTo>
                  <a:lnTo>
                    <a:pt x="318" y="546"/>
                  </a:lnTo>
                  <a:lnTo>
                    <a:pt x="330" y="546"/>
                  </a:lnTo>
                  <a:lnTo>
                    <a:pt x="342" y="552"/>
                  </a:lnTo>
                  <a:lnTo>
                    <a:pt x="348" y="552"/>
                  </a:lnTo>
                  <a:lnTo>
                    <a:pt x="366" y="558"/>
                  </a:lnTo>
                  <a:lnTo>
                    <a:pt x="390" y="564"/>
                  </a:lnTo>
                  <a:lnTo>
                    <a:pt x="486" y="564"/>
                  </a:lnTo>
                  <a:lnTo>
                    <a:pt x="492" y="570"/>
                  </a:lnTo>
                  <a:lnTo>
                    <a:pt x="498" y="570"/>
                  </a:lnTo>
                  <a:lnTo>
                    <a:pt x="510" y="576"/>
                  </a:lnTo>
                  <a:lnTo>
                    <a:pt x="516" y="576"/>
                  </a:lnTo>
                  <a:lnTo>
                    <a:pt x="528" y="582"/>
                  </a:lnTo>
                  <a:lnTo>
                    <a:pt x="534" y="594"/>
                  </a:lnTo>
                  <a:lnTo>
                    <a:pt x="540" y="594"/>
                  </a:lnTo>
                  <a:lnTo>
                    <a:pt x="546" y="600"/>
                  </a:lnTo>
                  <a:lnTo>
                    <a:pt x="552" y="600"/>
                  </a:lnTo>
                  <a:lnTo>
                    <a:pt x="576" y="612"/>
                  </a:lnTo>
                  <a:lnTo>
                    <a:pt x="588" y="612"/>
                  </a:lnTo>
                  <a:lnTo>
                    <a:pt x="594" y="618"/>
                  </a:lnTo>
                  <a:lnTo>
                    <a:pt x="630" y="618"/>
                  </a:lnTo>
                  <a:lnTo>
                    <a:pt x="642" y="642"/>
                  </a:lnTo>
                  <a:lnTo>
                    <a:pt x="684" y="684"/>
                  </a:lnTo>
                  <a:lnTo>
                    <a:pt x="690" y="696"/>
                  </a:lnTo>
                  <a:lnTo>
                    <a:pt x="720" y="726"/>
                  </a:lnTo>
                  <a:lnTo>
                    <a:pt x="732" y="732"/>
                  </a:lnTo>
                  <a:lnTo>
                    <a:pt x="738" y="744"/>
                  </a:lnTo>
                  <a:lnTo>
                    <a:pt x="750" y="750"/>
                  </a:lnTo>
                  <a:lnTo>
                    <a:pt x="810" y="744"/>
                  </a:lnTo>
                  <a:lnTo>
                    <a:pt x="864" y="750"/>
                  </a:lnTo>
                  <a:lnTo>
                    <a:pt x="912" y="750"/>
                  </a:lnTo>
                  <a:lnTo>
                    <a:pt x="948" y="756"/>
                  </a:lnTo>
                  <a:lnTo>
                    <a:pt x="954" y="750"/>
                  </a:lnTo>
                  <a:lnTo>
                    <a:pt x="966" y="744"/>
                  </a:lnTo>
                  <a:lnTo>
                    <a:pt x="972" y="738"/>
                  </a:lnTo>
                  <a:lnTo>
                    <a:pt x="984" y="738"/>
                  </a:lnTo>
                  <a:lnTo>
                    <a:pt x="996" y="744"/>
                  </a:lnTo>
                  <a:lnTo>
                    <a:pt x="1002" y="744"/>
                  </a:lnTo>
                  <a:lnTo>
                    <a:pt x="1008" y="750"/>
                  </a:lnTo>
                  <a:lnTo>
                    <a:pt x="1062" y="750"/>
                  </a:lnTo>
                  <a:lnTo>
                    <a:pt x="1080" y="756"/>
                  </a:lnTo>
                  <a:lnTo>
                    <a:pt x="1092" y="756"/>
                  </a:lnTo>
                  <a:lnTo>
                    <a:pt x="1110" y="774"/>
                  </a:lnTo>
                  <a:lnTo>
                    <a:pt x="1116" y="786"/>
                  </a:lnTo>
                  <a:lnTo>
                    <a:pt x="1128" y="792"/>
                  </a:lnTo>
                  <a:lnTo>
                    <a:pt x="1152" y="798"/>
                  </a:lnTo>
                  <a:lnTo>
                    <a:pt x="1200" y="798"/>
                  </a:lnTo>
                  <a:lnTo>
                    <a:pt x="1218" y="804"/>
                  </a:lnTo>
                  <a:lnTo>
                    <a:pt x="1242" y="816"/>
                  </a:lnTo>
                  <a:lnTo>
                    <a:pt x="1248" y="822"/>
                  </a:lnTo>
                  <a:lnTo>
                    <a:pt x="1260" y="822"/>
                  </a:lnTo>
                  <a:lnTo>
                    <a:pt x="1266" y="816"/>
                  </a:lnTo>
                  <a:lnTo>
                    <a:pt x="1278" y="816"/>
                  </a:lnTo>
                  <a:lnTo>
                    <a:pt x="1290" y="810"/>
                  </a:lnTo>
                  <a:lnTo>
                    <a:pt x="1302" y="810"/>
                  </a:lnTo>
                  <a:lnTo>
                    <a:pt x="1302" y="816"/>
                  </a:lnTo>
                  <a:lnTo>
                    <a:pt x="1308" y="828"/>
                  </a:lnTo>
                  <a:lnTo>
                    <a:pt x="1314" y="828"/>
                  </a:lnTo>
                  <a:lnTo>
                    <a:pt x="1320" y="834"/>
                  </a:lnTo>
                  <a:lnTo>
                    <a:pt x="1338" y="834"/>
                  </a:lnTo>
                  <a:lnTo>
                    <a:pt x="1344" y="828"/>
                  </a:lnTo>
                  <a:lnTo>
                    <a:pt x="1362" y="816"/>
                  </a:lnTo>
                  <a:lnTo>
                    <a:pt x="1422" y="780"/>
                  </a:lnTo>
                  <a:lnTo>
                    <a:pt x="1440" y="768"/>
                  </a:lnTo>
                  <a:lnTo>
                    <a:pt x="1596" y="768"/>
                  </a:lnTo>
                  <a:lnTo>
                    <a:pt x="1614" y="744"/>
                  </a:lnTo>
                  <a:lnTo>
                    <a:pt x="1638" y="744"/>
                  </a:lnTo>
                  <a:lnTo>
                    <a:pt x="1650" y="738"/>
                  </a:lnTo>
                  <a:lnTo>
                    <a:pt x="1662" y="714"/>
                  </a:lnTo>
                  <a:lnTo>
                    <a:pt x="1662" y="708"/>
                  </a:lnTo>
                  <a:lnTo>
                    <a:pt x="1668" y="696"/>
                  </a:lnTo>
                  <a:lnTo>
                    <a:pt x="1668" y="690"/>
                  </a:lnTo>
                  <a:lnTo>
                    <a:pt x="1692" y="690"/>
                  </a:lnTo>
                  <a:lnTo>
                    <a:pt x="1704" y="678"/>
                  </a:lnTo>
                  <a:lnTo>
                    <a:pt x="1710" y="666"/>
                  </a:lnTo>
                  <a:lnTo>
                    <a:pt x="1716" y="660"/>
                  </a:lnTo>
                  <a:lnTo>
                    <a:pt x="1716" y="654"/>
                  </a:lnTo>
                  <a:lnTo>
                    <a:pt x="1704" y="648"/>
                  </a:lnTo>
                  <a:lnTo>
                    <a:pt x="1686" y="630"/>
                  </a:lnTo>
                  <a:lnTo>
                    <a:pt x="1674" y="624"/>
                  </a:lnTo>
                  <a:lnTo>
                    <a:pt x="1656" y="606"/>
                  </a:lnTo>
                  <a:lnTo>
                    <a:pt x="1650" y="594"/>
                  </a:lnTo>
                  <a:lnTo>
                    <a:pt x="1650" y="582"/>
                  </a:lnTo>
                  <a:lnTo>
                    <a:pt x="1656" y="570"/>
                  </a:lnTo>
                  <a:lnTo>
                    <a:pt x="1656" y="558"/>
                  </a:lnTo>
                  <a:lnTo>
                    <a:pt x="1668" y="552"/>
                  </a:lnTo>
                  <a:lnTo>
                    <a:pt x="1692" y="552"/>
                  </a:lnTo>
                  <a:lnTo>
                    <a:pt x="1698" y="558"/>
                  </a:lnTo>
                  <a:lnTo>
                    <a:pt x="1704" y="558"/>
                  </a:lnTo>
                  <a:lnTo>
                    <a:pt x="1710" y="564"/>
                  </a:lnTo>
                  <a:lnTo>
                    <a:pt x="1722" y="570"/>
                  </a:lnTo>
                  <a:lnTo>
                    <a:pt x="1728" y="576"/>
                  </a:lnTo>
                  <a:lnTo>
                    <a:pt x="1740" y="582"/>
                  </a:lnTo>
                  <a:lnTo>
                    <a:pt x="1764" y="582"/>
                  </a:lnTo>
                  <a:lnTo>
                    <a:pt x="1776" y="576"/>
                  </a:lnTo>
                  <a:lnTo>
                    <a:pt x="1794" y="576"/>
                  </a:lnTo>
                  <a:lnTo>
                    <a:pt x="1806" y="570"/>
                  </a:lnTo>
                  <a:lnTo>
                    <a:pt x="1812" y="558"/>
                  </a:lnTo>
                  <a:lnTo>
                    <a:pt x="1818" y="552"/>
                  </a:lnTo>
                  <a:lnTo>
                    <a:pt x="1818" y="528"/>
                  </a:lnTo>
                  <a:lnTo>
                    <a:pt x="1890" y="528"/>
                  </a:lnTo>
                  <a:lnTo>
                    <a:pt x="1914" y="504"/>
                  </a:lnTo>
                  <a:lnTo>
                    <a:pt x="1902" y="492"/>
                  </a:lnTo>
                  <a:lnTo>
                    <a:pt x="1896" y="480"/>
                  </a:lnTo>
                  <a:lnTo>
                    <a:pt x="1902" y="474"/>
                  </a:lnTo>
                  <a:lnTo>
                    <a:pt x="1938" y="456"/>
                  </a:lnTo>
                  <a:lnTo>
                    <a:pt x="1950" y="456"/>
                  </a:lnTo>
                  <a:lnTo>
                    <a:pt x="1950" y="438"/>
                  </a:lnTo>
                  <a:lnTo>
                    <a:pt x="1980" y="444"/>
                  </a:lnTo>
                  <a:lnTo>
                    <a:pt x="1998" y="426"/>
                  </a:lnTo>
                  <a:lnTo>
                    <a:pt x="2004" y="426"/>
                  </a:lnTo>
                  <a:lnTo>
                    <a:pt x="2010" y="420"/>
                  </a:lnTo>
                  <a:lnTo>
                    <a:pt x="2040" y="420"/>
                  </a:lnTo>
                  <a:lnTo>
                    <a:pt x="2052" y="426"/>
                  </a:lnTo>
                  <a:lnTo>
                    <a:pt x="2058" y="432"/>
                  </a:lnTo>
                  <a:lnTo>
                    <a:pt x="2094" y="432"/>
                  </a:lnTo>
                  <a:lnTo>
                    <a:pt x="2100" y="426"/>
                  </a:lnTo>
                  <a:lnTo>
                    <a:pt x="2100" y="420"/>
                  </a:lnTo>
                  <a:lnTo>
                    <a:pt x="2088" y="408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4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35" name="Mauritania" descr="© INSCALE GmbH, 05.05.2010&#10;http://www.presentationload.com/">
              <a:extLst>
                <a:ext uri="{FF2B5EF4-FFF2-40B4-BE49-F238E27FC236}">
                  <a16:creationId xmlns:a16="http://schemas.microsoft.com/office/drawing/2014/main" id="{865DA2D7-50F6-4B4D-94FA-2C82F15FC339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747527" y="2219596"/>
              <a:ext cx="334842" cy="392943"/>
            </a:xfrm>
            <a:custGeom>
              <a:avLst/>
              <a:gdLst>
                <a:gd name="T0" fmla="*/ 2147483647 w 858"/>
                <a:gd name="T1" fmla="*/ 2147483647 h 1002"/>
                <a:gd name="T2" fmla="*/ 2147483647 w 858"/>
                <a:gd name="T3" fmla="*/ 2147483647 h 1002"/>
                <a:gd name="T4" fmla="*/ 2147483647 w 858"/>
                <a:gd name="T5" fmla="*/ 2147483647 h 1002"/>
                <a:gd name="T6" fmla="*/ 2147483647 w 858"/>
                <a:gd name="T7" fmla="*/ 2147483647 h 1002"/>
                <a:gd name="T8" fmla="*/ 2147483647 w 858"/>
                <a:gd name="T9" fmla="*/ 2147483647 h 1002"/>
                <a:gd name="T10" fmla="*/ 2147483647 w 858"/>
                <a:gd name="T11" fmla="*/ 2147483647 h 1002"/>
                <a:gd name="T12" fmla="*/ 2147483647 w 858"/>
                <a:gd name="T13" fmla="*/ 2147483647 h 1002"/>
                <a:gd name="T14" fmla="*/ 2147483647 w 858"/>
                <a:gd name="T15" fmla="*/ 2147483647 h 1002"/>
                <a:gd name="T16" fmla="*/ 2147483647 w 858"/>
                <a:gd name="T17" fmla="*/ 2147483647 h 1002"/>
                <a:gd name="T18" fmla="*/ 2147483647 w 858"/>
                <a:gd name="T19" fmla="*/ 2147483647 h 1002"/>
                <a:gd name="T20" fmla="*/ 2147483647 w 858"/>
                <a:gd name="T21" fmla="*/ 2147483647 h 1002"/>
                <a:gd name="T22" fmla="*/ 2147483647 w 858"/>
                <a:gd name="T23" fmla="*/ 2147483647 h 1002"/>
                <a:gd name="T24" fmla="*/ 2147483647 w 858"/>
                <a:gd name="T25" fmla="*/ 2147483647 h 1002"/>
                <a:gd name="T26" fmla="*/ 2147483647 w 858"/>
                <a:gd name="T27" fmla="*/ 2147483647 h 1002"/>
                <a:gd name="T28" fmla="*/ 2147483647 w 858"/>
                <a:gd name="T29" fmla="*/ 2147483647 h 1002"/>
                <a:gd name="T30" fmla="*/ 2147483647 w 858"/>
                <a:gd name="T31" fmla="*/ 2147483647 h 1002"/>
                <a:gd name="T32" fmla="*/ 2147483647 w 858"/>
                <a:gd name="T33" fmla="*/ 2147483647 h 1002"/>
                <a:gd name="T34" fmla="*/ 2147483647 w 858"/>
                <a:gd name="T35" fmla="*/ 2147483647 h 1002"/>
                <a:gd name="T36" fmla="*/ 2147483647 w 858"/>
                <a:gd name="T37" fmla="*/ 2147483647 h 1002"/>
                <a:gd name="T38" fmla="*/ 2147483647 w 858"/>
                <a:gd name="T39" fmla="*/ 2147483647 h 1002"/>
                <a:gd name="T40" fmla="*/ 2147483647 w 858"/>
                <a:gd name="T41" fmla="*/ 2147483647 h 1002"/>
                <a:gd name="T42" fmla="*/ 2147483647 w 858"/>
                <a:gd name="T43" fmla="*/ 2147483647 h 1002"/>
                <a:gd name="T44" fmla="*/ 2147483647 w 858"/>
                <a:gd name="T45" fmla="*/ 2147483647 h 1002"/>
                <a:gd name="T46" fmla="*/ 2147483647 w 858"/>
                <a:gd name="T47" fmla="*/ 2147483647 h 1002"/>
                <a:gd name="T48" fmla="*/ 2147483647 w 858"/>
                <a:gd name="T49" fmla="*/ 2147483647 h 1002"/>
                <a:gd name="T50" fmla="*/ 2147483647 w 858"/>
                <a:gd name="T51" fmla="*/ 2147483647 h 1002"/>
                <a:gd name="T52" fmla="*/ 2147483647 w 858"/>
                <a:gd name="T53" fmla="*/ 2147483647 h 1002"/>
                <a:gd name="T54" fmla="*/ 2147483647 w 858"/>
                <a:gd name="T55" fmla="*/ 2147483647 h 1002"/>
                <a:gd name="T56" fmla="*/ 2147483647 w 858"/>
                <a:gd name="T57" fmla="*/ 2147483647 h 1002"/>
                <a:gd name="T58" fmla="*/ 2147483647 w 858"/>
                <a:gd name="T59" fmla="*/ 2147483647 h 1002"/>
                <a:gd name="T60" fmla="*/ 2147483647 w 858"/>
                <a:gd name="T61" fmla="*/ 2147483647 h 1002"/>
                <a:gd name="T62" fmla="*/ 2147483647 w 858"/>
                <a:gd name="T63" fmla="*/ 2147483647 h 1002"/>
                <a:gd name="T64" fmla="*/ 2147483647 w 858"/>
                <a:gd name="T65" fmla="*/ 2147483647 h 1002"/>
                <a:gd name="T66" fmla="*/ 2147483647 w 858"/>
                <a:gd name="T67" fmla="*/ 2147483647 h 1002"/>
                <a:gd name="T68" fmla="*/ 2147483647 w 858"/>
                <a:gd name="T69" fmla="*/ 2147483647 h 1002"/>
                <a:gd name="T70" fmla="*/ 2147483647 w 858"/>
                <a:gd name="T71" fmla="*/ 2147483647 h 1002"/>
                <a:gd name="T72" fmla="*/ 2147483647 w 858"/>
                <a:gd name="T73" fmla="*/ 2147483647 h 1002"/>
                <a:gd name="T74" fmla="*/ 2147483647 w 858"/>
                <a:gd name="T75" fmla="*/ 2147483647 h 1002"/>
                <a:gd name="T76" fmla="*/ 2147483647 w 858"/>
                <a:gd name="T77" fmla="*/ 2147483647 h 1002"/>
                <a:gd name="T78" fmla="*/ 2147483647 w 858"/>
                <a:gd name="T79" fmla="*/ 2147483647 h 1002"/>
                <a:gd name="T80" fmla="*/ 2147483647 w 858"/>
                <a:gd name="T81" fmla="*/ 2147483647 h 1002"/>
                <a:gd name="T82" fmla="*/ 2147483647 w 858"/>
                <a:gd name="T83" fmla="*/ 2147483647 h 1002"/>
                <a:gd name="T84" fmla="*/ 2147483647 w 858"/>
                <a:gd name="T85" fmla="*/ 2147483647 h 1002"/>
                <a:gd name="T86" fmla="*/ 2147483647 w 858"/>
                <a:gd name="T87" fmla="*/ 2147483647 h 1002"/>
                <a:gd name="T88" fmla="*/ 2147483647 w 858"/>
                <a:gd name="T89" fmla="*/ 2147483647 h 1002"/>
                <a:gd name="T90" fmla="*/ 2147483647 w 858"/>
                <a:gd name="T91" fmla="*/ 2147483647 h 1002"/>
                <a:gd name="T92" fmla="*/ 2147483647 w 858"/>
                <a:gd name="T93" fmla="*/ 2147483647 h 1002"/>
                <a:gd name="T94" fmla="*/ 2147483647 w 858"/>
                <a:gd name="T95" fmla="*/ 2147483647 h 1002"/>
                <a:gd name="T96" fmla="*/ 2147483647 w 858"/>
                <a:gd name="T97" fmla="*/ 2147483647 h 1002"/>
                <a:gd name="T98" fmla="*/ 0 w 858"/>
                <a:gd name="T99" fmla="*/ 2147483647 h 100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858"/>
                <a:gd name="T151" fmla="*/ 0 h 1002"/>
                <a:gd name="T152" fmla="*/ 858 w 858"/>
                <a:gd name="T153" fmla="*/ 1002 h 1002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858" h="1002">
                  <a:moveTo>
                    <a:pt x="0" y="498"/>
                  </a:moveTo>
                  <a:lnTo>
                    <a:pt x="18" y="498"/>
                  </a:lnTo>
                  <a:lnTo>
                    <a:pt x="18" y="528"/>
                  </a:lnTo>
                  <a:lnTo>
                    <a:pt x="24" y="534"/>
                  </a:lnTo>
                  <a:lnTo>
                    <a:pt x="30" y="534"/>
                  </a:lnTo>
                  <a:lnTo>
                    <a:pt x="30" y="528"/>
                  </a:lnTo>
                  <a:lnTo>
                    <a:pt x="36" y="522"/>
                  </a:lnTo>
                  <a:lnTo>
                    <a:pt x="48" y="558"/>
                  </a:lnTo>
                  <a:lnTo>
                    <a:pt x="42" y="600"/>
                  </a:lnTo>
                  <a:lnTo>
                    <a:pt x="30" y="600"/>
                  </a:lnTo>
                  <a:lnTo>
                    <a:pt x="36" y="624"/>
                  </a:lnTo>
                  <a:lnTo>
                    <a:pt x="24" y="630"/>
                  </a:lnTo>
                  <a:lnTo>
                    <a:pt x="30" y="642"/>
                  </a:lnTo>
                  <a:lnTo>
                    <a:pt x="36" y="648"/>
                  </a:lnTo>
                  <a:lnTo>
                    <a:pt x="48" y="666"/>
                  </a:lnTo>
                  <a:lnTo>
                    <a:pt x="60" y="690"/>
                  </a:lnTo>
                  <a:lnTo>
                    <a:pt x="60" y="720"/>
                  </a:lnTo>
                  <a:lnTo>
                    <a:pt x="54" y="738"/>
                  </a:lnTo>
                  <a:lnTo>
                    <a:pt x="54" y="750"/>
                  </a:lnTo>
                  <a:lnTo>
                    <a:pt x="48" y="756"/>
                  </a:lnTo>
                  <a:lnTo>
                    <a:pt x="48" y="804"/>
                  </a:lnTo>
                  <a:lnTo>
                    <a:pt x="42" y="816"/>
                  </a:lnTo>
                  <a:lnTo>
                    <a:pt x="30" y="822"/>
                  </a:lnTo>
                  <a:lnTo>
                    <a:pt x="24" y="840"/>
                  </a:lnTo>
                  <a:lnTo>
                    <a:pt x="18" y="852"/>
                  </a:lnTo>
                  <a:lnTo>
                    <a:pt x="18" y="864"/>
                  </a:lnTo>
                  <a:lnTo>
                    <a:pt x="12" y="876"/>
                  </a:lnTo>
                  <a:lnTo>
                    <a:pt x="12" y="906"/>
                  </a:lnTo>
                  <a:lnTo>
                    <a:pt x="18" y="900"/>
                  </a:lnTo>
                  <a:lnTo>
                    <a:pt x="36" y="864"/>
                  </a:lnTo>
                  <a:lnTo>
                    <a:pt x="42" y="858"/>
                  </a:lnTo>
                  <a:lnTo>
                    <a:pt x="54" y="852"/>
                  </a:lnTo>
                  <a:lnTo>
                    <a:pt x="60" y="852"/>
                  </a:lnTo>
                  <a:lnTo>
                    <a:pt x="66" y="858"/>
                  </a:lnTo>
                  <a:lnTo>
                    <a:pt x="72" y="858"/>
                  </a:lnTo>
                  <a:lnTo>
                    <a:pt x="84" y="852"/>
                  </a:lnTo>
                  <a:lnTo>
                    <a:pt x="114" y="858"/>
                  </a:lnTo>
                  <a:lnTo>
                    <a:pt x="114" y="840"/>
                  </a:lnTo>
                  <a:lnTo>
                    <a:pt x="138" y="852"/>
                  </a:lnTo>
                  <a:lnTo>
                    <a:pt x="162" y="852"/>
                  </a:lnTo>
                  <a:lnTo>
                    <a:pt x="174" y="858"/>
                  </a:lnTo>
                  <a:lnTo>
                    <a:pt x="180" y="858"/>
                  </a:lnTo>
                  <a:lnTo>
                    <a:pt x="186" y="870"/>
                  </a:lnTo>
                  <a:lnTo>
                    <a:pt x="198" y="882"/>
                  </a:lnTo>
                  <a:lnTo>
                    <a:pt x="204" y="894"/>
                  </a:lnTo>
                  <a:lnTo>
                    <a:pt x="216" y="888"/>
                  </a:lnTo>
                  <a:lnTo>
                    <a:pt x="234" y="888"/>
                  </a:lnTo>
                  <a:lnTo>
                    <a:pt x="240" y="894"/>
                  </a:lnTo>
                  <a:lnTo>
                    <a:pt x="240" y="900"/>
                  </a:lnTo>
                  <a:lnTo>
                    <a:pt x="246" y="912"/>
                  </a:lnTo>
                  <a:lnTo>
                    <a:pt x="246" y="942"/>
                  </a:lnTo>
                  <a:lnTo>
                    <a:pt x="264" y="942"/>
                  </a:lnTo>
                  <a:lnTo>
                    <a:pt x="270" y="948"/>
                  </a:lnTo>
                  <a:lnTo>
                    <a:pt x="270" y="972"/>
                  </a:lnTo>
                  <a:lnTo>
                    <a:pt x="300" y="978"/>
                  </a:lnTo>
                  <a:lnTo>
                    <a:pt x="312" y="1002"/>
                  </a:lnTo>
                  <a:lnTo>
                    <a:pt x="330" y="1002"/>
                  </a:lnTo>
                  <a:lnTo>
                    <a:pt x="342" y="996"/>
                  </a:lnTo>
                  <a:lnTo>
                    <a:pt x="348" y="996"/>
                  </a:lnTo>
                  <a:lnTo>
                    <a:pt x="348" y="948"/>
                  </a:lnTo>
                  <a:lnTo>
                    <a:pt x="360" y="936"/>
                  </a:lnTo>
                  <a:lnTo>
                    <a:pt x="378" y="936"/>
                  </a:lnTo>
                  <a:lnTo>
                    <a:pt x="402" y="960"/>
                  </a:lnTo>
                  <a:lnTo>
                    <a:pt x="408" y="972"/>
                  </a:lnTo>
                  <a:lnTo>
                    <a:pt x="420" y="948"/>
                  </a:lnTo>
                  <a:lnTo>
                    <a:pt x="456" y="948"/>
                  </a:lnTo>
                  <a:lnTo>
                    <a:pt x="462" y="954"/>
                  </a:lnTo>
                  <a:lnTo>
                    <a:pt x="492" y="954"/>
                  </a:lnTo>
                  <a:lnTo>
                    <a:pt x="504" y="948"/>
                  </a:lnTo>
                  <a:lnTo>
                    <a:pt x="510" y="948"/>
                  </a:lnTo>
                  <a:lnTo>
                    <a:pt x="510" y="936"/>
                  </a:lnTo>
                  <a:lnTo>
                    <a:pt x="516" y="930"/>
                  </a:lnTo>
                  <a:lnTo>
                    <a:pt x="522" y="930"/>
                  </a:lnTo>
                  <a:lnTo>
                    <a:pt x="522" y="942"/>
                  </a:lnTo>
                  <a:lnTo>
                    <a:pt x="786" y="942"/>
                  </a:lnTo>
                  <a:lnTo>
                    <a:pt x="798" y="900"/>
                  </a:lnTo>
                  <a:lnTo>
                    <a:pt x="804" y="894"/>
                  </a:lnTo>
                  <a:lnTo>
                    <a:pt x="804" y="882"/>
                  </a:lnTo>
                  <a:lnTo>
                    <a:pt x="786" y="864"/>
                  </a:lnTo>
                  <a:lnTo>
                    <a:pt x="780" y="864"/>
                  </a:lnTo>
                  <a:lnTo>
                    <a:pt x="738" y="174"/>
                  </a:lnTo>
                  <a:lnTo>
                    <a:pt x="858" y="180"/>
                  </a:lnTo>
                  <a:lnTo>
                    <a:pt x="600" y="0"/>
                  </a:lnTo>
                  <a:lnTo>
                    <a:pt x="594" y="48"/>
                  </a:lnTo>
                  <a:lnTo>
                    <a:pt x="588" y="54"/>
                  </a:lnTo>
                  <a:lnTo>
                    <a:pt x="588" y="90"/>
                  </a:lnTo>
                  <a:lnTo>
                    <a:pt x="366" y="96"/>
                  </a:lnTo>
                  <a:lnTo>
                    <a:pt x="366" y="108"/>
                  </a:lnTo>
                  <a:lnTo>
                    <a:pt x="354" y="114"/>
                  </a:lnTo>
                  <a:lnTo>
                    <a:pt x="354" y="306"/>
                  </a:lnTo>
                  <a:lnTo>
                    <a:pt x="348" y="312"/>
                  </a:lnTo>
                  <a:lnTo>
                    <a:pt x="336" y="318"/>
                  </a:lnTo>
                  <a:lnTo>
                    <a:pt x="306" y="318"/>
                  </a:lnTo>
                  <a:lnTo>
                    <a:pt x="282" y="330"/>
                  </a:lnTo>
                  <a:lnTo>
                    <a:pt x="276" y="342"/>
                  </a:lnTo>
                  <a:lnTo>
                    <a:pt x="276" y="360"/>
                  </a:lnTo>
                  <a:lnTo>
                    <a:pt x="282" y="372"/>
                  </a:lnTo>
                  <a:lnTo>
                    <a:pt x="276" y="474"/>
                  </a:lnTo>
                  <a:lnTo>
                    <a:pt x="0" y="474"/>
                  </a:lnTo>
                  <a:lnTo>
                    <a:pt x="0" y="498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36" name="Malta" descr="© INSCALE GmbH, 05.05.2010&#10;http://www.presentationload.com/">
              <a:extLst>
                <a:ext uri="{FF2B5EF4-FFF2-40B4-BE49-F238E27FC236}">
                  <a16:creationId xmlns:a16="http://schemas.microsoft.com/office/drawing/2014/main" id="{A83283AA-B43F-48CF-BD45-EF38A3E8CF63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591510" y="1936740"/>
              <a:ext cx="12231" cy="10704"/>
            </a:xfrm>
            <a:custGeom>
              <a:avLst/>
              <a:gdLst>
                <a:gd name="T0" fmla="*/ 2147483647 w 30"/>
                <a:gd name="T1" fmla="*/ 2147483647 h 30"/>
                <a:gd name="T2" fmla="*/ 2147483647 w 30"/>
                <a:gd name="T3" fmla="*/ 2147483647 h 30"/>
                <a:gd name="T4" fmla="*/ 2147483647 w 30"/>
                <a:gd name="T5" fmla="*/ 2147483647 h 30"/>
                <a:gd name="T6" fmla="*/ 2147483647 w 30"/>
                <a:gd name="T7" fmla="*/ 0 h 30"/>
                <a:gd name="T8" fmla="*/ 2147483647 w 30"/>
                <a:gd name="T9" fmla="*/ 0 h 30"/>
                <a:gd name="T10" fmla="*/ 0 w 30"/>
                <a:gd name="T11" fmla="*/ 2147483647 h 30"/>
                <a:gd name="T12" fmla="*/ 0 w 30"/>
                <a:gd name="T13" fmla="*/ 2147483647 h 30"/>
                <a:gd name="T14" fmla="*/ 2147483647 w 30"/>
                <a:gd name="T15" fmla="*/ 2147483647 h 30"/>
                <a:gd name="T16" fmla="*/ 2147483647 w 30"/>
                <a:gd name="T17" fmla="*/ 2147483647 h 30"/>
                <a:gd name="T18" fmla="*/ 2147483647 w 30"/>
                <a:gd name="T19" fmla="*/ 2147483647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0"/>
                <a:gd name="T31" fmla="*/ 0 h 30"/>
                <a:gd name="T32" fmla="*/ 30 w 30"/>
                <a:gd name="T33" fmla="*/ 30 h 3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0" h="30">
                  <a:moveTo>
                    <a:pt x="24" y="30"/>
                  </a:moveTo>
                  <a:lnTo>
                    <a:pt x="30" y="24"/>
                  </a:lnTo>
                  <a:lnTo>
                    <a:pt x="30" y="12"/>
                  </a:lnTo>
                  <a:lnTo>
                    <a:pt x="18" y="0"/>
                  </a:lnTo>
                  <a:lnTo>
                    <a:pt x="6" y="0"/>
                  </a:lnTo>
                  <a:lnTo>
                    <a:pt x="0" y="6"/>
                  </a:lnTo>
                  <a:lnTo>
                    <a:pt x="0" y="18"/>
                  </a:lnTo>
                  <a:lnTo>
                    <a:pt x="6" y="24"/>
                  </a:lnTo>
                  <a:lnTo>
                    <a:pt x="18" y="30"/>
                  </a:lnTo>
                  <a:lnTo>
                    <a:pt x="24" y="30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37" name="Malaysia Part 2" descr="© INSCALE GmbH, 05.05.2010&#10;http://www.presentationload.com/">
              <a:extLst>
                <a:ext uri="{FF2B5EF4-FFF2-40B4-BE49-F238E27FC236}">
                  <a16:creationId xmlns:a16="http://schemas.microsoft.com/office/drawing/2014/main" id="{E4B64A3C-7207-4BC2-85E0-A64F8CD976B4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264122" y="2844937"/>
              <a:ext cx="269097" cy="206410"/>
            </a:xfrm>
            <a:custGeom>
              <a:avLst/>
              <a:gdLst>
                <a:gd name="T0" fmla="*/ 2147483647 w 690"/>
                <a:gd name="T1" fmla="*/ 2147483647 h 528"/>
                <a:gd name="T2" fmla="*/ 2147483647 w 690"/>
                <a:gd name="T3" fmla="*/ 2147483647 h 528"/>
                <a:gd name="T4" fmla="*/ 2147483647 w 690"/>
                <a:gd name="T5" fmla="*/ 2147483647 h 528"/>
                <a:gd name="T6" fmla="*/ 2147483647 w 690"/>
                <a:gd name="T7" fmla="*/ 2147483647 h 528"/>
                <a:gd name="T8" fmla="*/ 2147483647 w 690"/>
                <a:gd name="T9" fmla="*/ 2147483647 h 528"/>
                <a:gd name="T10" fmla="*/ 2147483647 w 690"/>
                <a:gd name="T11" fmla="*/ 2147483647 h 528"/>
                <a:gd name="T12" fmla="*/ 2147483647 w 690"/>
                <a:gd name="T13" fmla="*/ 2147483647 h 528"/>
                <a:gd name="T14" fmla="*/ 2147483647 w 690"/>
                <a:gd name="T15" fmla="*/ 2147483647 h 528"/>
                <a:gd name="T16" fmla="*/ 2147483647 w 690"/>
                <a:gd name="T17" fmla="*/ 2147483647 h 528"/>
                <a:gd name="T18" fmla="*/ 2147483647 w 690"/>
                <a:gd name="T19" fmla="*/ 2147483647 h 528"/>
                <a:gd name="T20" fmla="*/ 2147483647 w 690"/>
                <a:gd name="T21" fmla="*/ 2147483647 h 528"/>
                <a:gd name="T22" fmla="*/ 2147483647 w 690"/>
                <a:gd name="T23" fmla="*/ 2147483647 h 528"/>
                <a:gd name="T24" fmla="*/ 2147483647 w 690"/>
                <a:gd name="T25" fmla="*/ 2147483647 h 528"/>
                <a:gd name="T26" fmla="*/ 2147483647 w 690"/>
                <a:gd name="T27" fmla="*/ 2147483647 h 528"/>
                <a:gd name="T28" fmla="*/ 2147483647 w 690"/>
                <a:gd name="T29" fmla="*/ 2147483647 h 528"/>
                <a:gd name="T30" fmla="*/ 2147483647 w 690"/>
                <a:gd name="T31" fmla="*/ 2147483647 h 528"/>
                <a:gd name="T32" fmla="*/ 2147483647 w 690"/>
                <a:gd name="T33" fmla="*/ 2147483647 h 528"/>
                <a:gd name="T34" fmla="*/ 2147483647 w 690"/>
                <a:gd name="T35" fmla="*/ 2147483647 h 528"/>
                <a:gd name="T36" fmla="*/ 2147483647 w 690"/>
                <a:gd name="T37" fmla="*/ 2147483647 h 528"/>
                <a:gd name="T38" fmla="*/ 2147483647 w 690"/>
                <a:gd name="T39" fmla="*/ 2147483647 h 528"/>
                <a:gd name="T40" fmla="*/ 2147483647 w 690"/>
                <a:gd name="T41" fmla="*/ 2147483647 h 528"/>
                <a:gd name="T42" fmla="*/ 2147483647 w 690"/>
                <a:gd name="T43" fmla="*/ 2147483647 h 528"/>
                <a:gd name="T44" fmla="*/ 2147483647 w 690"/>
                <a:gd name="T45" fmla="*/ 2147483647 h 528"/>
                <a:gd name="T46" fmla="*/ 2147483647 w 690"/>
                <a:gd name="T47" fmla="*/ 2147483647 h 528"/>
                <a:gd name="T48" fmla="*/ 2147483647 w 690"/>
                <a:gd name="T49" fmla="*/ 2147483647 h 528"/>
                <a:gd name="T50" fmla="*/ 2147483647 w 690"/>
                <a:gd name="T51" fmla="*/ 2147483647 h 528"/>
                <a:gd name="T52" fmla="*/ 2147483647 w 690"/>
                <a:gd name="T53" fmla="*/ 2147483647 h 528"/>
                <a:gd name="T54" fmla="*/ 2147483647 w 690"/>
                <a:gd name="T55" fmla="*/ 2147483647 h 528"/>
                <a:gd name="T56" fmla="*/ 2147483647 w 690"/>
                <a:gd name="T57" fmla="*/ 2147483647 h 528"/>
                <a:gd name="T58" fmla="*/ 2147483647 w 690"/>
                <a:gd name="T59" fmla="*/ 2147483647 h 528"/>
                <a:gd name="T60" fmla="*/ 2147483647 w 690"/>
                <a:gd name="T61" fmla="*/ 2147483647 h 528"/>
                <a:gd name="T62" fmla="*/ 2147483647 w 690"/>
                <a:gd name="T63" fmla="*/ 2147483647 h 528"/>
                <a:gd name="T64" fmla="*/ 2147483647 w 690"/>
                <a:gd name="T65" fmla="*/ 2147483647 h 528"/>
                <a:gd name="T66" fmla="*/ 2147483647 w 690"/>
                <a:gd name="T67" fmla="*/ 2147483647 h 528"/>
                <a:gd name="T68" fmla="*/ 2147483647 w 690"/>
                <a:gd name="T69" fmla="*/ 2147483647 h 528"/>
                <a:gd name="T70" fmla="*/ 2147483647 w 690"/>
                <a:gd name="T71" fmla="*/ 0 h 528"/>
                <a:gd name="T72" fmla="*/ 2147483647 w 690"/>
                <a:gd name="T73" fmla="*/ 0 h 528"/>
                <a:gd name="T74" fmla="*/ 2147483647 w 690"/>
                <a:gd name="T75" fmla="*/ 2147483647 h 528"/>
                <a:gd name="T76" fmla="*/ 2147483647 w 690"/>
                <a:gd name="T77" fmla="*/ 2147483647 h 528"/>
                <a:gd name="T78" fmla="*/ 2147483647 w 690"/>
                <a:gd name="T79" fmla="*/ 2147483647 h 528"/>
                <a:gd name="T80" fmla="*/ 2147483647 w 690"/>
                <a:gd name="T81" fmla="*/ 2147483647 h 528"/>
                <a:gd name="T82" fmla="*/ 2147483647 w 690"/>
                <a:gd name="T83" fmla="*/ 2147483647 h 528"/>
                <a:gd name="T84" fmla="*/ 2147483647 w 690"/>
                <a:gd name="T85" fmla="*/ 2147483647 h 528"/>
                <a:gd name="T86" fmla="*/ 2147483647 w 690"/>
                <a:gd name="T87" fmla="*/ 2147483647 h 528"/>
                <a:gd name="T88" fmla="*/ 2147483647 w 690"/>
                <a:gd name="T89" fmla="*/ 2147483647 h 528"/>
                <a:gd name="T90" fmla="*/ 2147483647 w 690"/>
                <a:gd name="T91" fmla="*/ 2147483647 h 528"/>
                <a:gd name="T92" fmla="*/ 2147483647 w 690"/>
                <a:gd name="T93" fmla="*/ 2147483647 h 528"/>
                <a:gd name="T94" fmla="*/ 2147483647 w 690"/>
                <a:gd name="T95" fmla="*/ 2147483647 h 528"/>
                <a:gd name="T96" fmla="*/ 2147483647 w 690"/>
                <a:gd name="T97" fmla="*/ 2147483647 h 528"/>
                <a:gd name="T98" fmla="*/ 2147483647 w 690"/>
                <a:gd name="T99" fmla="*/ 2147483647 h 528"/>
                <a:gd name="T100" fmla="*/ 2147483647 w 690"/>
                <a:gd name="T101" fmla="*/ 2147483647 h 528"/>
                <a:gd name="T102" fmla="*/ 2147483647 w 690"/>
                <a:gd name="T103" fmla="*/ 2147483647 h 528"/>
                <a:gd name="T104" fmla="*/ 2147483647 w 690"/>
                <a:gd name="T105" fmla="*/ 2147483647 h 528"/>
                <a:gd name="T106" fmla="*/ 2147483647 w 690"/>
                <a:gd name="T107" fmla="*/ 2147483647 h 528"/>
                <a:gd name="T108" fmla="*/ 2147483647 w 690"/>
                <a:gd name="T109" fmla="*/ 2147483647 h 528"/>
                <a:gd name="T110" fmla="*/ 2147483647 w 690"/>
                <a:gd name="T111" fmla="*/ 2147483647 h 528"/>
                <a:gd name="T112" fmla="*/ 2147483647 w 690"/>
                <a:gd name="T113" fmla="*/ 2147483647 h 528"/>
                <a:gd name="T114" fmla="*/ 0 w 690"/>
                <a:gd name="T115" fmla="*/ 2147483647 h 52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90"/>
                <a:gd name="T175" fmla="*/ 0 h 528"/>
                <a:gd name="T176" fmla="*/ 690 w 690"/>
                <a:gd name="T177" fmla="*/ 528 h 52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90" h="528">
                  <a:moveTo>
                    <a:pt x="12" y="504"/>
                  </a:moveTo>
                  <a:lnTo>
                    <a:pt x="24" y="510"/>
                  </a:lnTo>
                  <a:lnTo>
                    <a:pt x="30" y="516"/>
                  </a:lnTo>
                  <a:lnTo>
                    <a:pt x="54" y="528"/>
                  </a:lnTo>
                  <a:lnTo>
                    <a:pt x="60" y="528"/>
                  </a:lnTo>
                  <a:lnTo>
                    <a:pt x="78" y="510"/>
                  </a:lnTo>
                  <a:lnTo>
                    <a:pt x="102" y="510"/>
                  </a:lnTo>
                  <a:lnTo>
                    <a:pt x="120" y="516"/>
                  </a:lnTo>
                  <a:lnTo>
                    <a:pt x="144" y="516"/>
                  </a:lnTo>
                  <a:lnTo>
                    <a:pt x="174" y="486"/>
                  </a:lnTo>
                  <a:lnTo>
                    <a:pt x="180" y="474"/>
                  </a:lnTo>
                  <a:lnTo>
                    <a:pt x="222" y="474"/>
                  </a:lnTo>
                  <a:lnTo>
                    <a:pt x="234" y="486"/>
                  </a:lnTo>
                  <a:lnTo>
                    <a:pt x="258" y="498"/>
                  </a:lnTo>
                  <a:lnTo>
                    <a:pt x="264" y="504"/>
                  </a:lnTo>
                  <a:lnTo>
                    <a:pt x="270" y="504"/>
                  </a:lnTo>
                  <a:lnTo>
                    <a:pt x="282" y="492"/>
                  </a:lnTo>
                  <a:lnTo>
                    <a:pt x="294" y="486"/>
                  </a:lnTo>
                  <a:lnTo>
                    <a:pt x="300" y="480"/>
                  </a:lnTo>
                  <a:lnTo>
                    <a:pt x="324" y="480"/>
                  </a:lnTo>
                  <a:lnTo>
                    <a:pt x="354" y="444"/>
                  </a:lnTo>
                  <a:lnTo>
                    <a:pt x="348" y="432"/>
                  </a:lnTo>
                  <a:lnTo>
                    <a:pt x="384" y="402"/>
                  </a:lnTo>
                  <a:lnTo>
                    <a:pt x="378" y="390"/>
                  </a:lnTo>
                  <a:lnTo>
                    <a:pt x="372" y="384"/>
                  </a:lnTo>
                  <a:lnTo>
                    <a:pt x="372" y="360"/>
                  </a:lnTo>
                  <a:lnTo>
                    <a:pt x="378" y="354"/>
                  </a:lnTo>
                  <a:lnTo>
                    <a:pt x="396" y="354"/>
                  </a:lnTo>
                  <a:lnTo>
                    <a:pt x="402" y="342"/>
                  </a:lnTo>
                  <a:lnTo>
                    <a:pt x="402" y="336"/>
                  </a:lnTo>
                  <a:lnTo>
                    <a:pt x="408" y="318"/>
                  </a:lnTo>
                  <a:lnTo>
                    <a:pt x="408" y="264"/>
                  </a:lnTo>
                  <a:lnTo>
                    <a:pt x="414" y="252"/>
                  </a:lnTo>
                  <a:lnTo>
                    <a:pt x="420" y="246"/>
                  </a:lnTo>
                  <a:lnTo>
                    <a:pt x="516" y="246"/>
                  </a:lnTo>
                  <a:lnTo>
                    <a:pt x="540" y="270"/>
                  </a:lnTo>
                  <a:lnTo>
                    <a:pt x="552" y="276"/>
                  </a:lnTo>
                  <a:lnTo>
                    <a:pt x="558" y="282"/>
                  </a:lnTo>
                  <a:lnTo>
                    <a:pt x="576" y="276"/>
                  </a:lnTo>
                  <a:lnTo>
                    <a:pt x="564" y="216"/>
                  </a:lnTo>
                  <a:lnTo>
                    <a:pt x="576" y="222"/>
                  </a:lnTo>
                  <a:lnTo>
                    <a:pt x="582" y="234"/>
                  </a:lnTo>
                  <a:lnTo>
                    <a:pt x="594" y="240"/>
                  </a:lnTo>
                  <a:lnTo>
                    <a:pt x="636" y="240"/>
                  </a:lnTo>
                  <a:lnTo>
                    <a:pt x="630" y="234"/>
                  </a:lnTo>
                  <a:lnTo>
                    <a:pt x="624" y="222"/>
                  </a:lnTo>
                  <a:lnTo>
                    <a:pt x="618" y="216"/>
                  </a:lnTo>
                  <a:lnTo>
                    <a:pt x="606" y="192"/>
                  </a:lnTo>
                  <a:lnTo>
                    <a:pt x="606" y="186"/>
                  </a:lnTo>
                  <a:lnTo>
                    <a:pt x="612" y="180"/>
                  </a:lnTo>
                  <a:lnTo>
                    <a:pt x="624" y="180"/>
                  </a:lnTo>
                  <a:lnTo>
                    <a:pt x="642" y="186"/>
                  </a:lnTo>
                  <a:lnTo>
                    <a:pt x="654" y="186"/>
                  </a:lnTo>
                  <a:lnTo>
                    <a:pt x="660" y="192"/>
                  </a:lnTo>
                  <a:lnTo>
                    <a:pt x="666" y="192"/>
                  </a:lnTo>
                  <a:lnTo>
                    <a:pt x="690" y="162"/>
                  </a:lnTo>
                  <a:lnTo>
                    <a:pt x="666" y="156"/>
                  </a:lnTo>
                  <a:lnTo>
                    <a:pt x="660" y="144"/>
                  </a:lnTo>
                  <a:lnTo>
                    <a:pt x="642" y="126"/>
                  </a:lnTo>
                  <a:lnTo>
                    <a:pt x="630" y="120"/>
                  </a:lnTo>
                  <a:lnTo>
                    <a:pt x="612" y="120"/>
                  </a:lnTo>
                  <a:lnTo>
                    <a:pt x="600" y="114"/>
                  </a:lnTo>
                  <a:lnTo>
                    <a:pt x="588" y="114"/>
                  </a:lnTo>
                  <a:lnTo>
                    <a:pt x="588" y="108"/>
                  </a:lnTo>
                  <a:lnTo>
                    <a:pt x="582" y="102"/>
                  </a:lnTo>
                  <a:lnTo>
                    <a:pt x="582" y="90"/>
                  </a:lnTo>
                  <a:lnTo>
                    <a:pt x="576" y="78"/>
                  </a:lnTo>
                  <a:lnTo>
                    <a:pt x="564" y="66"/>
                  </a:lnTo>
                  <a:lnTo>
                    <a:pt x="540" y="54"/>
                  </a:lnTo>
                  <a:lnTo>
                    <a:pt x="534" y="60"/>
                  </a:lnTo>
                  <a:lnTo>
                    <a:pt x="528" y="60"/>
                  </a:lnTo>
                  <a:lnTo>
                    <a:pt x="510" y="0"/>
                  </a:lnTo>
                  <a:lnTo>
                    <a:pt x="504" y="18"/>
                  </a:lnTo>
                  <a:lnTo>
                    <a:pt x="492" y="0"/>
                  </a:lnTo>
                  <a:lnTo>
                    <a:pt x="480" y="60"/>
                  </a:lnTo>
                  <a:lnTo>
                    <a:pt x="468" y="66"/>
                  </a:lnTo>
                  <a:lnTo>
                    <a:pt x="462" y="66"/>
                  </a:lnTo>
                  <a:lnTo>
                    <a:pt x="450" y="72"/>
                  </a:lnTo>
                  <a:lnTo>
                    <a:pt x="438" y="96"/>
                  </a:lnTo>
                  <a:lnTo>
                    <a:pt x="438" y="114"/>
                  </a:lnTo>
                  <a:lnTo>
                    <a:pt x="408" y="126"/>
                  </a:lnTo>
                  <a:lnTo>
                    <a:pt x="420" y="162"/>
                  </a:lnTo>
                  <a:lnTo>
                    <a:pt x="408" y="162"/>
                  </a:lnTo>
                  <a:lnTo>
                    <a:pt x="390" y="156"/>
                  </a:lnTo>
                  <a:lnTo>
                    <a:pt x="378" y="156"/>
                  </a:lnTo>
                  <a:lnTo>
                    <a:pt x="360" y="150"/>
                  </a:lnTo>
                  <a:lnTo>
                    <a:pt x="354" y="150"/>
                  </a:lnTo>
                  <a:lnTo>
                    <a:pt x="342" y="156"/>
                  </a:lnTo>
                  <a:lnTo>
                    <a:pt x="342" y="168"/>
                  </a:lnTo>
                  <a:lnTo>
                    <a:pt x="336" y="180"/>
                  </a:lnTo>
                  <a:lnTo>
                    <a:pt x="336" y="204"/>
                  </a:lnTo>
                  <a:lnTo>
                    <a:pt x="294" y="246"/>
                  </a:lnTo>
                  <a:lnTo>
                    <a:pt x="294" y="258"/>
                  </a:lnTo>
                  <a:lnTo>
                    <a:pt x="282" y="294"/>
                  </a:lnTo>
                  <a:lnTo>
                    <a:pt x="276" y="306"/>
                  </a:lnTo>
                  <a:lnTo>
                    <a:pt x="264" y="318"/>
                  </a:lnTo>
                  <a:lnTo>
                    <a:pt x="228" y="336"/>
                  </a:lnTo>
                  <a:lnTo>
                    <a:pt x="186" y="342"/>
                  </a:lnTo>
                  <a:lnTo>
                    <a:pt x="162" y="348"/>
                  </a:lnTo>
                  <a:lnTo>
                    <a:pt x="156" y="354"/>
                  </a:lnTo>
                  <a:lnTo>
                    <a:pt x="132" y="366"/>
                  </a:lnTo>
                  <a:lnTo>
                    <a:pt x="114" y="384"/>
                  </a:lnTo>
                  <a:lnTo>
                    <a:pt x="102" y="390"/>
                  </a:lnTo>
                  <a:lnTo>
                    <a:pt x="84" y="426"/>
                  </a:lnTo>
                  <a:lnTo>
                    <a:pt x="102" y="444"/>
                  </a:lnTo>
                  <a:lnTo>
                    <a:pt x="102" y="462"/>
                  </a:lnTo>
                  <a:lnTo>
                    <a:pt x="96" y="474"/>
                  </a:lnTo>
                  <a:lnTo>
                    <a:pt x="84" y="480"/>
                  </a:lnTo>
                  <a:lnTo>
                    <a:pt x="72" y="480"/>
                  </a:lnTo>
                  <a:lnTo>
                    <a:pt x="48" y="468"/>
                  </a:lnTo>
                  <a:lnTo>
                    <a:pt x="42" y="462"/>
                  </a:lnTo>
                  <a:lnTo>
                    <a:pt x="30" y="456"/>
                  </a:lnTo>
                  <a:lnTo>
                    <a:pt x="24" y="456"/>
                  </a:lnTo>
                  <a:lnTo>
                    <a:pt x="12" y="462"/>
                  </a:lnTo>
                  <a:lnTo>
                    <a:pt x="0" y="474"/>
                  </a:lnTo>
                  <a:lnTo>
                    <a:pt x="0" y="492"/>
                  </a:lnTo>
                  <a:lnTo>
                    <a:pt x="12" y="504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4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38" name="Malaysia" descr="© INSCALE GmbH, 05.05.2010&#10;http://www.presentationload.com/">
              <a:extLst>
                <a:ext uri="{FF2B5EF4-FFF2-40B4-BE49-F238E27FC236}">
                  <a16:creationId xmlns:a16="http://schemas.microsoft.com/office/drawing/2014/main" id="{932378ED-A302-40FC-ABBD-5178A2F5146A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984325" y="2864814"/>
              <a:ext cx="119259" cy="171190"/>
            </a:xfrm>
            <a:custGeom>
              <a:avLst/>
              <a:gdLst/>
              <a:ahLst/>
              <a:cxnLst/>
              <a:rect l="l" t="t" r="r" b="b"/>
              <a:pathLst>
                <a:path w="100809" h="144840">
                  <a:moveTo>
                    <a:pt x="3954" y="0"/>
                  </a:moveTo>
                  <a:lnTo>
                    <a:pt x="7907" y="0"/>
                  </a:lnTo>
                  <a:lnTo>
                    <a:pt x="9883" y="3970"/>
                  </a:lnTo>
                  <a:lnTo>
                    <a:pt x="9883" y="5954"/>
                  </a:lnTo>
                  <a:lnTo>
                    <a:pt x="15813" y="5954"/>
                  </a:lnTo>
                  <a:lnTo>
                    <a:pt x="19767" y="7939"/>
                  </a:lnTo>
                  <a:lnTo>
                    <a:pt x="21743" y="9924"/>
                  </a:lnTo>
                  <a:lnTo>
                    <a:pt x="21743" y="13893"/>
                  </a:lnTo>
                  <a:lnTo>
                    <a:pt x="25697" y="13893"/>
                  </a:lnTo>
                  <a:lnTo>
                    <a:pt x="25697" y="17863"/>
                  </a:lnTo>
                  <a:lnTo>
                    <a:pt x="21743" y="21832"/>
                  </a:lnTo>
                  <a:lnTo>
                    <a:pt x="21743" y="23817"/>
                  </a:lnTo>
                  <a:lnTo>
                    <a:pt x="23720" y="25802"/>
                  </a:lnTo>
                  <a:lnTo>
                    <a:pt x="29650" y="25802"/>
                  </a:lnTo>
                  <a:lnTo>
                    <a:pt x="29650" y="23817"/>
                  </a:lnTo>
                  <a:lnTo>
                    <a:pt x="33603" y="23817"/>
                  </a:lnTo>
                  <a:lnTo>
                    <a:pt x="35580" y="21832"/>
                  </a:lnTo>
                  <a:lnTo>
                    <a:pt x="37557" y="21832"/>
                  </a:lnTo>
                  <a:lnTo>
                    <a:pt x="43486" y="27786"/>
                  </a:lnTo>
                  <a:lnTo>
                    <a:pt x="45463" y="25802"/>
                  </a:lnTo>
                  <a:lnTo>
                    <a:pt x="45463" y="23817"/>
                  </a:lnTo>
                  <a:lnTo>
                    <a:pt x="47440" y="19848"/>
                  </a:lnTo>
                  <a:lnTo>
                    <a:pt x="49416" y="17863"/>
                  </a:lnTo>
                  <a:lnTo>
                    <a:pt x="51393" y="13893"/>
                  </a:lnTo>
                  <a:lnTo>
                    <a:pt x="59300" y="21832"/>
                  </a:lnTo>
                  <a:lnTo>
                    <a:pt x="63253" y="23817"/>
                  </a:lnTo>
                  <a:lnTo>
                    <a:pt x="67206" y="27786"/>
                  </a:lnTo>
                  <a:lnTo>
                    <a:pt x="73136" y="29771"/>
                  </a:lnTo>
                  <a:lnTo>
                    <a:pt x="81043" y="37710"/>
                  </a:lnTo>
                  <a:lnTo>
                    <a:pt x="83019" y="41680"/>
                  </a:lnTo>
                  <a:lnTo>
                    <a:pt x="83019" y="83359"/>
                  </a:lnTo>
                  <a:lnTo>
                    <a:pt x="81043" y="85344"/>
                  </a:lnTo>
                  <a:lnTo>
                    <a:pt x="81043" y="89313"/>
                  </a:lnTo>
                  <a:lnTo>
                    <a:pt x="83019" y="91298"/>
                  </a:lnTo>
                  <a:lnTo>
                    <a:pt x="84996" y="95268"/>
                  </a:lnTo>
                  <a:lnTo>
                    <a:pt x="84996" y="103207"/>
                  </a:lnTo>
                  <a:lnTo>
                    <a:pt x="86973" y="105191"/>
                  </a:lnTo>
                  <a:lnTo>
                    <a:pt x="88949" y="109161"/>
                  </a:lnTo>
                  <a:lnTo>
                    <a:pt x="96856" y="117100"/>
                  </a:lnTo>
                  <a:lnTo>
                    <a:pt x="100809" y="125039"/>
                  </a:lnTo>
                  <a:lnTo>
                    <a:pt x="100809" y="131021"/>
                  </a:lnTo>
                  <a:cubicBezTo>
                    <a:pt x="92065" y="131032"/>
                    <a:pt x="84702" y="136507"/>
                    <a:pt x="82989" y="144840"/>
                  </a:cubicBezTo>
                  <a:lnTo>
                    <a:pt x="75113" y="132978"/>
                  </a:lnTo>
                  <a:lnTo>
                    <a:pt x="73136" y="132978"/>
                  </a:lnTo>
                  <a:lnTo>
                    <a:pt x="71160" y="130993"/>
                  </a:lnTo>
                  <a:lnTo>
                    <a:pt x="67206" y="130993"/>
                  </a:lnTo>
                  <a:lnTo>
                    <a:pt x="65230" y="129008"/>
                  </a:lnTo>
                  <a:lnTo>
                    <a:pt x="61276" y="127023"/>
                  </a:lnTo>
                  <a:lnTo>
                    <a:pt x="59300" y="127023"/>
                  </a:lnTo>
                  <a:lnTo>
                    <a:pt x="57323" y="125039"/>
                  </a:lnTo>
                  <a:lnTo>
                    <a:pt x="57323" y="123054"/>
                  </a:lnTo>
                  <a:lnTo>
                    <a:pt x="55346" y="121069"/>
                  </a:lnTo>
                  <a:lnTo>
                    <a:pt x="55346" y="117100"/>
                  </a:lnTo>
                  <a:lnTo>
                    <a:pt x="53370" y="117100"/>
                  </a:lnTo>
                  <a:lnTo>
                    <a:pt x="47440" y="111146"/>
                  </a:lnTo>
                  <a:lnTo>
                    <a:pt x="43486" y="109161"/>
                  </a:lnTo>
                  <a:lnTo>
                    <a:pt x="37557" y="105191"/>
                  </a:lnTo>
                  <a:lnTo>
                    <a:pt x="33603" y="103207"/>
                  </a:lnTo>
                  <a:lnTo>
                    <a:pt x="31627" y="101222"/>
                  </a:lnTo>
                  <a:lnTo>
                    <a:pt x="27673" y="93283"/>
                  </a:lnTo>
                  <a:lnTo>
                    <a:pt x="27673" y="83359"/>
                  </a:lnTo>
                  <a:lnTo>
                    <a:pt x="29650" y="79390"/>
                  </a:lnTo>
                  <a:lnTo>
                    <a:pt x="29650" y="75420"/>
                  </a:lnTo>
                  <a:lnTo>
                    <a:pt x="27673" y="77405"/>
                  </a:lnTo>
                  <a:lnTo>
                    <a:pt x="21743" y="77405"/>
                  </a:lnTo>
                  <a:lnTo>
                    <a:pt x="19767" y="75420"/>
                  </a:lnTo>
                  <a:lnTo>
                    <a:pt x="17790" y="71451"/>
                  </a:lnTo>
                  <a:lnTo>
                    <a:pt x="15813" y="65497"/>
                  </a:lnTo>
                  <a:lnTo>
                    <a:pt x="15813" y="59542"/>
                  </a:lnTo>
                  <a:lnTo>
                    <a:pt x="17790" y="55573"/>
                  </a:lnTo>
                  <a:lnTo>
                    <a:pt x="17790" y="45649"/>
                  </a:lnTo>
                  <a:lnTo>
                    <a:pt x="13837" y="43664"/>
                  </a:lnTo>
                  <a:lnTo>
                    <a:pt x="7907" y="43664"/>
                  </a:lnTo>
                  <a:lnTo>
                    <a:pt x="5930" y="45649"/>
                  </a:lnTo>
                  <a:lnTo>
                    <a:pt x="1977" y="45649"/>
                  </a:lnTo>
                  <a:lnTo>
                    <a:pt x="0" y="13893"/>
                  </a:lnTo>
                  <a:lnTo>
                    <a:pt x="1977" y="11909"/>
                  </a:lnTo>
                  <a:lnTo>
                    <a:pt x="3954" y="7939"/>
                  </a:lnTo>
                  <a:lnTo>
                    <a:pt x="1977" y="5954"/>
                  </a:lnTo>
                  <a:lnTo>
                    <a:pt x="1977" y="1985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4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39" name="Malawi" descr="© INSCALE GmbH, 05.05.2010&#10;http://www.presentationload.com/">
              <a:extLst>
                <a:ext uri="{FF2B5EF4-FFF2-40B4-BE49-F238E27FC236}">
                  <a16:creationId xmlns:a16="http://schemas.microsoft.com/office/drawing/2014/main" id="{63AD10EB-0703-49A5-B554-366DB59285C5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109828" y="3373955"/>
              <a:ext cx="91737" cy="244632"/>
            </a:xfrm>
            <a:custGeom>
              <a:avLst/>
              <a:gdLst>
                <a:gd name="T0" fmla="*/ 2147483647 w 234"/>
                <a:gd name="T1" fmla="*/ 2147483647 h 624"/>
                <a:gd name="T2" fmla="*/ 2147483647 w 234"/>
                <a:gd name="T3" fmla="*/ 2147483647 h 624"/>
                <a:gd name="T4" fmla="*/ 2147483647 w 234"/>
                <a:gd name="T5" fmla="*/ 2147483647 h 624"/>
                <a:gd name="T6" fmla="*/ 2147483647 w 234"/>
                <a:gd name="T7" fmla="*/ 2147483647 h 624"/>
                <a:gd name="T8" fmla="*/ 2147483647 w 234"/>
                <a:gd name="T9" fmla="*/ 2147483647 h 624"/>
                <a:gd name="T10" fmla="*/ 2147483647 w 234"/>
                <a:gd name="T11" fmla="*/ 2147483647 h 624"/>
                <a:gd name="T12" fmla="*/ 2147483647 w 234"/>
                <a:gd name="T13" fmla="*/ 2147483647 h 624"/>
                <a:gd name="T14" fmla="*/ 2147483647 w 234"/>
                <a:gd name="T15" fmla="*/ 2147483647 h 624"/>
                <a:gd name="T16" fmla="*/ 2147483647 w 234"/>
                <a:gd name="T17" fmla="*/ 2147483647 h 624"/>
                <a:gd name="T18" fmla="*/ 2147483647 w 234"/>
                <a:gd name="T19" fmla="*/ 2147483647 h 624"/>
                <a:gd name="T20" fmla="*/ 2147483647 w 234"/>
                <a:gd name="T21" fmla="*/ 2147483647 h 624"/>
                <a:gd name="T22" fmla="*/ 2147483647 w 234"/>
                <a:gd name="T23" fmla="*/ 2147483647 h 624"/>
                <a:gd name="T24" fmla="*/ 2147483647 w 234"/>
                <a:gd name="T25" fmla="*/ 2147483647 h 624"/>
                <a:gd name="T26" fmla="*/ 2147483647 w 234"/>
                <a:gd name="T27" fmla="*/ 2147483647 h 624"/>
                <a:gd name="T28" fmla="*/ 2147483647 w 234"/>
                <a:gd name="T29" fmla="*/ 2147483647 h 624"/>
                <a:gd name="T30" fmla="*/ 2147483647 w 234"/>
                <a:gd name="T31" fmla="*/ 2147483647 h 624"/>
                <a:gd name="T32" fmla="*/ 2147483647 w 234"/>
                <a:gd name="T33" fmla="*/ 2147483647 h 624"/>
                <a:gd name="T34" fmla="*/ 2147483647 w 234"/>
                <a:gd name="T35" fmla="*/ 2147483647 h 624"/>
                <a:gd name="T36" fmla="*/ 2147483647 w 234"/>
                <a:gd name="T37" fmla="*/ 2147483647 h 624"/>
                <a:gd name="T38" fmla="*/ 2147483647 w 234"/>
                <a:gd name="T39" fmla="*/ 2147483647 h 624"/>
                <a:gd name="T40" fmla="*/ 2147483647 w 234"/>
                <a:gd name="T41" fmla="*/ 2147483647 h 624"/>
                <a:gd name="T42" fmla="*/ 2147483647 w 234"/>
                <a:gd name="T43" fmla="*/ 2147483647 h 624"/>
                <a:gd name="T44" fmla="*/ 2147483647 w 234"/>
                <a:gd name="T45" fmla="*/ 2147483647 h 624"/>
                <a:gd name="T46" fmla="*/ 2147483647 w 234"/>
                <a:gd name="T47" fmla="*/ 0 h 624"/>
                <a:gd name="T48" fmla="*/ 2147483647 w 234"/>
                <a:gd name="T49" fmla="*/ 2147483647 h 624"/>
                <a:gd name="T50" fmla="*/ 2147483647 w 234"/>
                <a:gd name="T51" fmla="*/ 2147483647 h 624"/>
                <a:gd name="T52" fmla="*/ 2147483647 w 234"/>
                <a:gd name="T53" fmla="*/ 2147483647 h 624"/>
                <a:gd name="T54" fmla="*/ 2147483647 w 234"/>
                <a:gd name="T55" fmla="*/ 2147483647 h 624"/>
                <a:gd name="T56" fmla="*/ 2147483647 w 234"/>
                <a:gd name="T57" fmla="*/ 2147483647 h 624"/>
                <a:gd name="T58" fmla="*/ 2147483647 w 234"/>
                <a:gd name="T59" fmla="*/ 2147483647 h 624"/>
                <a:gd name="T60" fmla="*/ 2147483647 w 234"/>
                <a:gd name="T61" fmla="*/ 2147483647 h 624"/>
                <a:gd name="T62" fmla="*/ 2147483647 w 234"/>
                <a:gd name="T63" fmla="*/ 2147483647 h 624"/>
                <a:gd name="T64" fmla="*/ 2147483647 w 234"/>
                <a:gd name="T65" fmla="*/ 2147483647 h 624"/>
                <a:gd name="T66" fmla="*/ 2147483647 w 234"/>
                <a:gd name="T67" fmla="*/ 2147483647 h 624"/>
                <a:gd name="T68" fmla="*/ 2147483647 w 234"/>
                <a:gd name="T69" fmla="*/ 2147483647 h 624"/>
                <a:gd name="T70" fmla="*/ 2147483647 w 234"/>
                <a:gd name="T71" fmla="*/ 2147483647 h 624"/>
                <a:gd name="T72" fmla="*/ 2147483647 w 234"/>
                <a:gd name="T73" fmla="*/ 2147483647 h 624"/>
                <a:gd name="T74" fmla="*/ 0 w 234"/>
                <a:gd name="T75" fmla="*/ 2147483647 h 624"/>
                <a:gd name="T76" fmla="*/ 2147483647 w 234"/>
                <a:gd name="T77" fmla="*/ 2147483647 h 624"/>
                <a:gd name="T78" fmla="*/ 2147483647 w 234"/>
                <a:gd name="T79" fmla="*/ 2147483647 h 624"/>
                <a:gd name="T80" fmla="*/ 2147483647 w 234"/>
                <a:gd name="T81" fmla="*/ 2147483647 h 624"/>
                <a:gd name="T82" fmla="*/ 2147483647 w 234"/>
                <a:gd name="T83" fmla="*/ 2147483647 h 624"/>
                <a:gd name="T84" fmla="*/ 2147483647 w 234"/>
                <a:gd name="T85" fmla="*/ 2147483647 h 624"/>
                <a:gd name="T86" fmla="*/ 2147483647 w 234"/>
                <a:gd name="T87" fmla="*/ 2147483647 h 624"/>
                <a:gd name="T88" fmla="*/ 2147483647 w 234"/>
                <a:gd name="T89" fmla="*/ 2147483647 h 624"/>
                <a:gd name="T90" fmla="*/ 2147483647 w 234"/>
                <a:gd name="T91" fmla="*/ 2147483647 h 624"/>
                <a:gd name="T92" fmla="*/ 2147483647 w 234"/>
                <a:gd name="T93" fmla="*/ 2147483647 h 624"/>
                <a:gd name="T94" fmla="*/ 2147483647 w 234"/>
                <a:gd name="T95" fmla="*/ 2147483647 h 624"/>
                <a:gd name="T96" fmla="*/ 2147483647 w 234"/>
                <a:gd name="T97" fmla="*/ 2147483647 h 624"/>
                <a:gd name="T98" fmla="*/ 2147483647 w 234"/>
                <a:gd name="T99" fmla="*/ 2147483647 h 624"/>
                <a:gd name="T100" fmla="*/ 2147483647 w 234"/>
                <a:gd name="T101" fmla="*/ 2147483647 h 624"/>
                <a:gd name="T102" fmla="*/ 2147483647 w 234"/>
                <a:gd name="T103" fmla="*/ 2147483647 h 624"/>
                <a:gd name="T104" fmla="*/ 2147483647 w 234"/>
                <a:gd name="T105" fmla="*/ 2147483647 h 624"/>
                <a:gd name="T106" fmla="*/ 2147483647 w 234"/>
                <a:gd name="T107" fmla="*/ 2147483647 h 624"/>
                <a:gd name="T108" fmla="*/ 2147483647 w 234"/>
                <a:gd name="T109" fmla="*/ 2147483647 h 624"/>
                <a:gd name="T110" fmla="*/ 2147483647 w 234"/>
                <a:gd name="T111" fmla="*/ 2147483647 h 624"/>
                <a:gd name="T112" fmla="*/ 2147483647 w 234"/>
                <a:gd name="T113" fmla="*/ 2147483647 h 624"/>
                <a:gd name="T114" fmla="*/ 2147483647 w 234"/>
                <a:gd name="T115" fmla="*/ 2147483647 h 624"/>
                <a:gd name="T116" fmla="*/ 2147483647 w 234"/>
                <a:gd name="T117" fmla="*/ 2147483647 h 6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34"/>
                <a:gd name="T178" fmla="*/ 0 h 624"/>
                <a:gd name="T179" fmla="*/ 234 w 234"/>
                <a:gd name="T180" fmla="*/ 624 h 6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34" h="624">
                  <a:moveTo>
                    <a:pt x="234" y="432"/>
                  </a:moveTo>
                  <a:lnTo>
                    <a:pt x="222" y="420"/>
                  </a:lnTo>
                  <a:lnTo>
                    <a:pt x="210" y="402"/>
                  </a:lnTo>
                  <a:lnTo>
                    <a:pt x="204" y="390"/>
                  </a:lnTo>
                  <a:lnTo>
                    <a:pt x="198" y="384"/>
                  </a:lnTo>
                  <a:lnTo>
                    <a:pt x="186" y="360"/>
                  </a:lnTo>
                  <a:lnTo>
                    <a:pt x="162" y="336"/>
                  </a:lnTo>
                  <a:lnTo>
                    <a:pt x="156" y="336"/>
                  </a:lnTo>
                  <a:lnTo>
                    <a:pt x="156" y="330"/>
                  </a:lnTo>
                  <a:lnTo>
                    <a:pt x="150" y="330"/>
                  </a:lnTo>
                  <a:lnTo>
                    <a:pt x="150" y="342"/>
                  </a:lnTo>
                  <a:lnTo>
                    <a:pt x="156" y="342"/>
                  </a:lnTo>
                  <a:lnTo>
                    <a:pt x="168" y="354"/>
                  </a:lnTo>
                  <a:lnTo>
                    <a:pt x="168" y="366"/>
                  </a:lnTo>
                  <a:lnTo>
                    <a:pt x="174" y="378"/>
                  </a:lnTo>
                  <a:lnTo>
                    <a:pt x="174" y="390"/>
                  </a:lnTo>
                  <a:lnTo>
                    <a:pt x="168" y="396"/>
                  </a:lnTo>
                  <a:lnTo>
                    <a:pt x="162" y="396"/>
                  </a:lnTo>
                  <a:lnTo>
                    <a:pt x="162" y="390"/>
                  </a:lnTo>
                  <a:lnTo>
                    <a:pt x="156" y="384"/>
                  </a:lnTo>
                  <a:lnTo>
                    <a:pt x="156" y="378"/>
                  </a:lnTo>
                  <a:lnTo>
                    <a:pt x="144" y="384"/>
                  </a:lnTo>
                  <a:lnTo>
                    <a:pt x="132" y="384"/>
                  </a:lnTo>
                  <a:lnTo>
                    <a:pt x="132" y="360"/>
                  </a:lnTo>
                  <a:lnTo>
                    <a:pt x="126" y="354"/>
                  </a:lnTo>
                  <a:lnTo>
                    <a:pt x="126" y="342"/>
                  </a:lnTo>
                  <a:lnTo>
                    <a:pt x="120" y="330"/>
                  </a:lnTo>
                  <a:lnTo>
                    <a:pt x="120" y="282"/>
                  </a:lnTo>
                  <a:lnTo>
                    <a:pt x="84" y="246"/>
                  </a:lnTo>
                  <a:lnTo>
                    <a:pt x="90" y="240"/>
                  </a:lnTo>
                  <a:lnTo>
                    <a:pt x="90" y="222"/>
                  </a:lnTo>
                  <a:lnTo>
                    <a:pt x="96" y="210"/>
                  </a:lnTo>
                  <a:lnTo>
                    <a:pt x="114" y="192"/>
                  </a:lnTo>
                  <a:lnTo>
                    <a:pt x="120" y="180"/>
                  </a:lnTo>
                  <a:lnTo>
                    <a:pt x="126" y="174"/>
                  </a:lnTo>
                  <a:lnTo>
                    <a:pt x="126" y="156"/>
                  </a:lnTo>
                  <a:lnTo>
                    <a:pt x="120" y="150"/>
                  </a:lnTo>
                  <a:lnTo>
                    <a:pt x="120" y="102"/>
                  </a:lnTo>
                  <a:lnTo>
                    <a:pt x="114" y="78"/>
                  </a:lnTo>
                  <a:lnTo>
                    <a:pt x="114" y="60"/>
                  </a:lnTo>
                  <a:lnTo>
                    <a:pt x="102" y="60"/>
                  </a:lnTo>
                  <a:lnTo>
                    <a:pt x="84" y="42"/>
                  </a:lnTo>
                  <a:lnTo>
                    <a:pt x="84" y="36"/>
                  </a:lnTo>
                  <a:lnTo>
                    <a:pt x="90" y="24"/>
                  </a:lnTo>
                  <a:lnTo>
                    <a:pt x="90" y="18"/>
                  </a:lnTo>
                  <a:lnTo>
                    <a:pt x="60" y="18"/>
                  </a:lnTo>
                  <a:lnTo>
                    <a:pt x="54" y="0"/>
                  </a:lnTo>
                  <a:lnTo>
                    <a:pt x="30" y="0"/>
                  </a:lnTo>
                  <a:lnTo>
                    <a:pt x="30" y="12"/>
                  </a:lnTo>
                  <a:lnTo>
                    <a:pt x="42" y="12"/>
                  </a:lnTo>
                  <a:lnTo>
                    <a:pt x="54" y="24"/>
                  </a:lnTo>
                  <a:lnTo>
                    <a:pt x="54" y="66"/>
                  </a:lnTo>
                  <a:lnTo>
                    <a:pt x="60" y="66"/>
                  </a:lnTo>
                  <a:lnTo>
                    <a:pt x="66" y="60"/>
                  </a:lnTo>
                  <a:lnTo>
                    <a:pt x="66" y="84"/>
                  </a:lnTo>
                  <a:lnTo>
                    <a:pt x="78" y="84"/>
                  </a:lnTo>
                  <a:lnTo>
                    <a:pt x="78" y="96"/>
                  </a:lnTo>
                  <a:lnTo>
                    <a:pt x="54" y="108"/>
                  </a:lnTo>
                  <a:lnTo>
                    <a:pt x="48" y="114"/>
                  </a:lnTo>
                  <a:lnTo>
                    <a:pt x="42" y="114"/>
                  </a:lnTo>
                  <a:lnTo>
                    <a:pt x="42" y="132"/>
                  </a:lnTo>
                  <a:lnTo>
                    <a:pt x="54" y="138"/>
                  </a:lnTo>
                  <a:lnTo>
                    <a:pt x="48" y="156"/>
                  </a:lnTo>
                  <a:lnTo>
                    <a:pt x="48" y="228"/>
                  </a:lnTo>
                  <a:lnTo>
                    <a:pt x="60" y="228"/>
                  </a:lnTo>
                  <a:lnTo>
                    <a:pt x="60" y="234"/>
                  </a:lnTo>
                  <a:lnTo>
                    <a:pt x="42" y="252"/>
                  </a:lnTo>
                  <a:lnTo>
                    <a:pt x="30" y="258"/>
                  </a:lnTo>
                  <a:lnTo>
                    <a:pt x="24" y="264"/>
                  </a:lnTo>
                  <a:lnTo>
                    <a:pt x="18" y="264"/>
                  </a:lnTo>
                  <a:lnTo>
                    <a:pt x="24" y="300"/>
                  </a:lnTo>
                  <a:lnTo>
                    <a:pt x="18" y="312"/>
                  </a:lnTo>
                  <a:lnTo>
                    <a:pt x="12" y="318"/>
                  </a:lnTo>
                  <a:lnTo>
                    <a:pt x="6" y="330"/>
                  </a:lnTo>
                  <a:lnTo>
                    <a:pt x="0" y="336"/>
                  </a:lnTo>
                  <a:lnTo>
                    <a:pt x="0" y="342"/>
                  </a:lnTo>
                  <a:lnTo>
                    <a:pt x="12" y="348"/>
                  </a:lnTo>
                  <a:lnTo>
                    <a:pt x="24" y="360"/>
                  </a:lnTo>
                  <a:lnTo>
                    <a:pt x="36" y="366"/>
                  </a:lnTo>
                  <a:lnTo>
                    <a:pt x="66" y="414"/>
                  </a:lnTo>
                  <a:lnTo>
                    <a:pt x="96" y="414"/>
                  </a:lnTo>
                  <a:lnTo>
                    <a:pt x="102" y="408"/>
                  </a:lnTo>
                  <a:lnTo>
                    <a:pt x="120" y="408"/>
                  </a:lnTo>
                  <a:lnTo>
                    <a:pt x="126" y="414"/>
                  </a:lnTo>
                  <a:lnTo>
                    <a:pt x="126" y="450"/>
                  </a:lnTo>
                  <a:lnTo>
                    <a:pt x="132" y="450"/>
                  </a:lnTo>
                  <a:lnTo>
                    <a:pt x="126" y="480"/>
                  </a:lnTo>
                  <a:lnTo>
                    <a:pt x="114" y="486"/>
                  </a:lnTo>
                  <a:lnTo>
                    <a:pt x="126" y="504"/>
                  </a:lnTo>
                  <a:lnTo>
                    <a:pt x="120" y="510"/>
                  </a:lnTo>
                  <a:lnTo>
                    <a:pt x="108" y="516"/>
                  </a:lnTo>
                  <a:lnTo>
                    <a:pt x="102" y="522"/>
                  </a:lnTo>
                  <a:lnTo>
                    <a:pt x="102" y="528"/>
                  </a:lnTo>
                  <a:lnTo>
                    <a:pt x="114" y="528"/>
                  </a:lnTo>
                  <a:lnTo>
                    <a:pt x="114" y="558"/>
                  </a:lnTo>
                  <a:lnTo>
                    <a:pt x="126" y="564"/>
                  </a:lnTo>
                  <a:lnTo>
                    <a:pt x="132" y="570"/>
                  </a:lnTo>
                  <a:lnTo>
                    <a:pt x="144" y="576"/>
                  </a:lnTo>
                  <a:lnTo>
                    <a:pt x="150" y="582"/>
                  </a:lnTo>
                  <a:lnTo>
                    <a:pt x="162" y="588"/>
                  </a:lnTo>
                  <a:lnTo>
                    <a:pt x="162" y="600"/>
                  </a:lnTo>
                  <a:lnTo>
                    <a:pt x="156" y="606"/>
                  </a:lnTo>
                  <a:lnTo>
                    <a:pt x="156" y="618"/>
                  </a:lnTo>
                  <a:lnTo>
                    <a:pt x="162" y="624"/>
                  </a:lnTo>
                  <a:lnTo>
                    <a:pt x="168" y="618"/>
                  </a:lnTo>
                  <a:lnTo>
                    <a:pt x="180" y="612"/>
                  </a:lnTo>
                  <a:lnTo>
                    <a:pt x="180" y="582"/>
                  </a:lnTo>
                  <a:lnTo>
                    <a:pt x="174" y="576"/>
                  </a:lnTo>
                  <a:lnTo>
                    <a:pt x="168" y="576"/>
                  </a:lnTo>
                  <a:lnTo>
                    <a:pt x="168" y="558"/>
                  </a:lnTo>
                  <a:lnTo>
                    <a:pt x="174" y="546"/>
                  </a:lnTo>
                  <a:lnTo>
                    <a:pt x="186" y="540"/>
                  </a:lnTo>
                  <a:lnTo>
                    <a:pt x="210" y="540"/>
                  </a:lnTo>
                  <a:lnTo>
                    <a:pt x="216" y="534"/>
                  </a:lnTo>
                  <a:lnTo>
                    <a:pt x="216" y="474"/>
                  </a:lnTo>
                  <a:lnTo>
                    <a:pt x="222" y="468"/>
                  </a:lnTo>
                  <a:lnTo>
                    <a:pt x="228" y="456"/>
                  </a:lnTo>
                  <a:lnTo>
                    <a:pt x="234" y="450"/>
                  </a:lnTo>
                  <a:lnTo>
                    <a:pt x="234" y="432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40" name="Mali" descr="© INSCALE GmbH, 05.05.2010&#10;http://www.presentationload.com/">
              <a:extLst>
                <a:ext uri="{FF2B5EF4-FFF2-40B4-BE49-F238E27FC236}">
                  <a16:creationId xmlns:a16="http://schemas.microsoft.com/office/drawing/2014/main" id="{70550A9F-9CA2-4C07-B76E-EAC318FD1014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869845" y="2288397"/>
              <a:ext cx="454100" cy="469389"/>
            </a:xfrm>
            <a:custGeom>
              <a:avLst/>
              <a:gdLst>
                <a:gd name="T0" fmla="*/ 2147483647 w 1164"/>
                <a:gd name="T1" fmla="*/ 2147483647 h 1200"/>
                <a:gd name="T2" fmla="*/ 2147483647 w 1164"/>
                <a:gd name="T3" fmla="*/ 2147483647 h 1200"/>
                <a:gd name="T4" fmla="*/ 2147483647 w 1164"/>
                <a:gd name="T5" fmla="*/ 2147483647 h 1200"/>
                <a:gd name="T6" fmla="*/ 2147483647 w 1164"/>
                <a:gd name="T7" fmla="*/ 2147483647 h 1200"/>
                <a:gd name="T8" fmla="*/ 2147483647 w 1164"/>
                <a:gd name="T9" fmla="*/ 2147483647 h 1200"/>
                <a:gd name="T10" fmla="*/ 2147483647 w 1164"/>
                <a:gd name="T11" fmla="*/ 2147483647 h 1200"/>
                <a:gd name="T12" fmla="*/ 2147483647 w 1164"/>
                <a:gd name="T13" fmla="*/ 2147483647 h 1200"/>
                <a:gd name="T14" fmla="*/ 2147483647 w 1164"/>
                <a:gd name="T15" fmla="*/ 2147483647 h 1200"/>
                <a:gd name="T16" fmla="*/ 2147483647 w 1164"/>
                <a:gd name="T17" fmla="*/ 2147483647 h 1200"/>
                <a:gd name="T18" fmla="*/ 2147483647 w 1164"/>
                <a:gd name="T19" fmla="*/ 2147483647 h 1200"/>
                <a:gd name="T20" fmla="*/ 2147483647 w 1164"/>
                <a:gd name="T21" fmla="*/ 2147483647 h 1200"/>
                <a:gd name="T22" fmla="*/ 2147483647 w 1164"/>
                <a:gd name="T23" fmla="*/ 2147483647 h 1200"/>
                <a:gd name="T24" fmla="*/ 2147483647 w 1164"/>
                <a:gd name="T25" fmla="*/ 2147483647 h 1200"/>
                <a:gd name="T26" fmla="*/ 2147483647 w 1164"/>
                <a:gd name="T27" fmla="*/ 2147483647 h 1200"/>
                <a:gd name="T28" fmla="*/ 2147483647 w 1164"/>
                <a:gd name="T29" fmla="*/ 2147483647 h 1200"/>
                <a:gd name="T30" fmla="*/ 2147483647 w 1164"/>
                <a:gd name="T31" fmla="*/ 2147483647 h 1200"/>
                <a:gd name="T32" fmla="*/ 2147483647 w 1164"/>
                <a:gd name="T33" fmla="*/ 2147483647 h 1200"/>
                <a:gd name="T34" fmla="*/ 2147483647 w 1164"/>
                <a:gd name="T35" fmla="*/ 2147483647 h 1200"/>
                <a:gd name="T36" fmla="*/ 2147483647 w 1164"/>
                <a:gd name="T37" fmla="*/ 2147483647 h 1200"/>
                <a:gd name="T38" fmla="*/ 2147483647 w 1164"/>
                <a:gd name="T39" fmla="*/ 2147483647 h 1200"/>
                <a:gd name="T40" fmla="*/ 2147483647 w 1164"/>
                <a:gd name="T41" fmla="*/ 2147483647 h 1200"/>
                <a:gd name="T42" fmla="*/ 2147483647 w 1164"/>
                <a:gd name="T43" fmla="*/ 2147483647 h 1200"/>
                <a:gd name="T44" fmla="*/ 2147483647 w 1164"/>
                <a:gd name="T45" fmla="*/ 2147483647 h 1200"/>
                <a:gd name="T46" fmla="*/ 2147483647 w 1164"/>
                <a:gd name="T47" fmla="*/ 2147483647 h 1200"/>
                <a:gd name="T48" fmla="*/ 2147483647 w 1164"/>
                <a:gd name="T49" fmla="*/ 2147483647 h 1200"/>
                <a:gd name="T50" fmla="*/ 2147483647 w 1164"/>
                <a:gd name="T51" fmla="*/ 2147483647 h 1200"/>
                <a:gd name="T52" fmla="*/ 2147483647 w 1164"/>
                <a:gd name="T53" fmla="*/ 2147483647 h 1200"/>
                <a:gd name="T54" fmla="*/ 0 w 1164"/>
                <a:gd name="T55" fmla="*/ 2147483647 h 1200"/>
                <a:gd name="T56" fmla="*/ 2147483647 w 1164"/>
                <a:gd name="T57" fmla="*/ 2147483647 h 1200"/>
                <a:gd name="T58" fmla="*/ 2147483647 w 1164"/>
                <a:gd name="T59" fmla="*/ 2147483647 h 1200"/>
                <a:gd name="T60" fmla="*/ 2147483647 w 1164"/>
                <a:gd name="T61" fmla="*/ 2147483647 h 1200"/>
                <a:gd name="T62" fmla="*/ 2147483647 w 1164"/>
                <a:gd name="T63" fmla="*/ 2147483647 h 1200"/>
                <a:gd name="T64" fmla="*/ 2147483647 w 1164"/>
                <a:gd name="T65" fmla="*/ 2147483647 h 1200"/>
                <a:gd name="T66" fmla="*/ 2147483647 w 1164"/>
                <a:gd name="T67" fmla="*/ 2147483647 h 1200"/>
                <a:gd name="T68" fmla="*/ 2147483647 w 1164"/>
                <a:gd name="T69" fmla="*/ 2147483647 h 1200"/>
                <a:gd name="T70" fmla="*/ 2147483647 w 1164"/>
                <a:gd name="T71" fmla="*/ 2147483647 h 1200"/>
                <a:gd name="T72" fmla="*/ 2147483647 w 1164"/>
                <a:gd name="T73" fmla="*/ 2147483647 h 1200"/>
                <a:gd name="T74" fmla="*/ 2147483647 w 1164"/>
                <a:gd name="T75" fmla="*/ 2147483647 h 1200"/>
                <a:gd name="T76" fmla="*/ 2147483647 w 1164"/>
                <a:gd name="T77" fmla="*/ 2147483647 h 1200"/>
                <a:gd name="T78" fmla="*/ 2147483647 w 1164"/>
                <a:gd name="T79" fmla="*/ 2147483647 h 1200"/>
                <a:gd name="T80" fmla="*/ 2147483647 w 1164"/>
                <a:gd name="T81" fmla="*/ 2147483647 h 1200"/>
                <a:gd name="T82" fmla="*/ 2147483647 w 1164"/>
                <a:gd name="T83" fmla="*/ 2147483647 h 1200"/>
                <a:gd name="T84" fmla="*/ 2147483647 w 1164"/>
                <a:gd name="T85" fmla="*/ 2147483647 h 1200"/>
                <a:gd name="T86" fmla="*/ 2147483647 w 1164"/>
                <a:gd name="T87" fmla="*/ 2147483647 h 1200"/>
                <a:gd name="T88" fmla="*/ 2147483647 w 1164"/>
                <a:gd name="T89" fmla="*/ 2147483647 h 1200"/>
                <a:gd name="T90" fmla="*/ 2147483647 w 1164"/>
                <a:gd name="T91" fmla="*/ 2147483647 h 1200"/>
                <a:gd name="T92" fmla="*/ 2147483647 w 1164"/>
                <a:gd name="T93" fmla="*/ 2147483647 h 1200"/>
                <a:gd name="T94" fmla="*/ 2147483647 w 1164"/>
                <a:gd name="T95" fmla="*/ 2147483647 h 1200"/>
                <a:gd name="T96" fmla="*/ 2147483647 w 1164"/>
                <a:gd name="T97" fmla="*/ 2147483647 h 1200"/>
                <a:gd name="T98" fmla="*/ 2147483647 w 1164"/>
                <a:gd name="T99" fmla="*/ 2147483647 h 1200"/>
                <a:gd name="T100" fmla="*/ 2147483647 w 1164"/>
                <a:gd name="T101" fmla="*/ 2147483647 h 1200"/>
                <a:gd name="T102" fmla="*/ 2147483647 w 1164"/>
                <a:gd name="T103" fmla="*/ 2147483647 h 1200"/>
                <a:gd name="T104" fmla="*/ 2147483647 w 1164"/>
                <a:gd name="T105" fmla="*/ 2147483647 h 1200"/>
                <a:gd name="T106" fmla="*/ 2147483647 w 1164"/>
                <a:gd name="T107" fmla="*/ 2147483647 h 120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164"/>
                <a:gd name="T163" fmla="*/ 0 h 1200"/>
                <a:gd name="T164" fmla="*/ 1164 w 1164"/>
                <a:gd name="T165" fmla="*/ 1200 h 120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164" h="1200">
                  <a:moveTo>
                    <a:pt x="612" y="954"/>
                  </a:moveTo>
                  <a:lnTo>
                    <a:pt x="636" y="948"/>
                  </a:lnTo>
                  <a:lnTo>
                    <a:pt x="636" y="912"/>
                  </a:lnTo>
                  <a:lnTo>
                    <a:pt x="654" y="912"/>
                  </a:lnTo>
                  <a:lnTo>
                    <a:pt x="654" y="906"/>
                  </a:lnTo>
                  <a:lnTo>
                    <a:pt x="660" y="900"/>
                  </a:lnTo>
                  <a:lnTo>
                    <a:pt x="666" y="888"/>
                  </a:lnTo>
                  <a:lnTo>
                    <a:pt x="678" y="882"/>
                  </a:lnTo>
                  <a:lnTo>
                    <a:pt x="684" y="870"/>
                  </a:lnTo>
                  <a:lnTo>
                    <a:pt x="690" y="864"/>
                  </a:lnTo>
                  <a:lnTo>
                    <a:pt x="696" y="864"/>
                  </a:lnTo>
                  <a:lnTo>
                    <a:pt x="708" y="876"/>
                  </a:lnTo>
                  <a:lnTo>
                    <a:pt x="720" y="876"/>
                  </a:lnTo>
                  <a:lnTo>
                    <a:pt x="720" y="870"/>
                  </a:lnTo>
                  <a:lnTo>
                    <a:pt x="726" y="864"/>
                  </a:lnTo>
                  <a:lnTo>
                    <a:pt x="726" y="846"/>
                  </a:lnTo>
                  <a:lnTo>
                    <a:pt x="750" y="846"/>
                  </a:lnTo>
                  <a:lnTo>
                    <a:pt x="768" y="822"/>
                  </a:lnTo>
                  <a:lnTo>
                    <a:pt x="792" y="822"/>
                  </a:lnTo>
                  <a:lnTo>
                    <a:pt x="810" y="804"/>
                  </a:lnTo>
                  <a:lnTo>
                    <a:pt x="858" y="804"/>
                  </a:lnTo>
                  <a:lnTo>
                    <a:pt x="882" y="816"/>
                  </a:lnTo>
                  <a:lnTo>
                    <a:pt x="930" y="804"/>
                  </a:lnTo>
                  <a:lnTo>
                    <a:pt x="954" y="786"/>
                  </a:lnTo>
                  <a:lnTo>
                    <a:pt x="1020" y="792"/>
                  </a:lnTo>
                  <a:lnTo>
                    <a:pt x="1020" y="774"/>
                  </a:lnTo>
                  <a:lnTo>
                    <a:pt x="1068" y="780"/>
                  </a:lnTo>
                  <a:lnTo>
                    <a:pt x="1080" y="774"/>
                  </a:lnTo>
                  <a:lnTo>
                    <a:pt x="1104" y="774"/>
                  </a:lnTo>
                  <a:lnTo>
                    <a:pt x="1122" y="768"/>
                  </a:lnTo>
                  <a:lnTo>
                    <a:pt x="1134" y="762"/>
                  </a:lnTo>
                  <a:lnTo>
                    <a:pt x="1140" y="750"/>
                  </a:lnTo>
                  <a:lnTo>
                    <a:pt x="1140" y="732"/>
                  </a:lnTo>
                  <a:lnTo>
                    <a:pt x="1146" y="720"/>
                  </a:lnTo>
                  <a:lnTo>
                    <a:pt x="1146" y="708"/>
                  </a:lnTo>
                  <a:lnTo>
                    <a:pt x="1164" y="684"/>
                  </a:lnTo>
                  <a:lnTo>
                    <a:pt x="1164" y="480"/>
                  </a:lnTo>
                  <a:lnTo>
                    <a:pt x="1140" y="480"/>
                  </a:lnTo>
                  <a:lnTo>
                    <a:pt x="1134" y="486"/>
                  </a:lnTo>
                  <a:lnTo>
                    <a:pt x="1104" y="486"/>
                  </a:lnTo>
                  <a:lnTo>
                    <a:pt x="1092" y="480"/>
                  </a:lnTo>
                  <a:lnTo>
                    <a:pt x="1086" y="474"/>
                  </a:lnTo>
                  <a:lnTo>
                    <a:pt x="1086" y="468"/>
                  </a:lnTo>
                  <a:lnTo>
                    <a:pt x="1104" y="450"/>
                  </a:lnTo>
                  <a:lnTo>
                    <a:pt x="1104" y="432"/>
                  </a:lnTo>
                  <a:lnTo>
                    <a:pt x="1092" y="408"/>
                  </a:lnTo>
                  <a:lnTo>
                    <a:pt x="1080" y="402"/>
                  </a:lnTo>
                  <a:lnTo>
                    <a:pt x="1050" y="402"/>
                  </a:lnTo>
                  <a:lnTo>
                    <a:pt x="1044" y="408"/>
                  </a:lnTo>
                  <a:lnTo>
                    <a:pt x="1038" y="408"/>
                  </a:lnTo>
                  <a:lnTo>
                    <a:pt x="1032" y="378"/>
                  </a:lnTo>
                  <a:lnTo>
                    <a:pt x="996" y="378"/>
                  </a:lnTo>
                  <a:lnTo>
                    <a:pt x="984" y="366"/>
                  </a:lnTo>
                  <a:lnTo>
                    <a:pt x="984" y="348"/>
                  </a:lnTo>
                  <a:lnTo>
                    <a:pt x="978" y="342"/>
                  </a:lnTo>
                  <a:lnTo>
                    <a:pt x="954" y="342"/>
                  </a:lnTo>
                  <a:lnTo>
                    <a:pt x="954" y="318"/>
                  </a:lnTo>
                  <a:lnTo>
                    <a:pt x="546" y="6"/>
                  </a:lnTo>
                  <a:lnTo>
                    <a:pt x="426" y="0"/>
                  </a:lnTo>
                  <a:lnTo>
                    <a:pt x="468" y="690"/>
                  </a:lnTo>
                  <a:lnTo>
                    <a:pt x="474" y="690"/>
                  </a:lnTo>
                  <a:lnTo>
                    <a:pt x="492" y="708"/>
                  </a:lnTo>
                  <a:lnTo>
                    <a:pt x="492" y="720"/>
                  </a:lnTo>
                  <a:lnTo>
                    <a:pt x="486" y="726"/>
                  </a:lnTo>
                  <a:lnTo>
                    <a:pt x="474" y="768"/>
                  </a:lnTo>
                  <a:lnTo>
                    <a:pt x="210" y="768"/>
                  </a:lnTo>
                  <a:lnTo>
                    <a:pt x="210" y="756"/>
                  </a:lnTo>
                  <a:lnTo>
                    <a:pt x="204" y="756"/>
                  </a:lnTo>
                  <a:lnTo>
                    <a:pt x="198" y="762"/>
                  </a:lnTo>
                  <a:lnTo>
                    <a:pt x="198" y="774"/>
                  </a:lnTo>
                  <a:lnTo>
                    <a:pt x="192" y="774"/>
                  </a:lnTo>
                  <a:lnTo>
                    <a:pt x="180" y="780"/>
                  </a:lnTo>
                  <a:lnTo>
                    <a:pt x="150" y="780"/>
                  </a:lnTo>
                  <a:lnTo>
                    <a:pt x="144" y="774"/>
                  </a:lnTo>
                  <a:lnTo>
                    <a:pt x="108" y="774"/>
                  </a:lnTo>
                  <a:lnTo>
                    <a:pt x="96" y="798"/>
                  </a:lnTo>
                  <a:lnTo>
                    <a:pt x="90" y="786"/>
                  </a:lnTo>
                  <a:lnTo>
                    <a:pt x="66" y="762"/>
                  </a:lnTo>
                  <a:lnTo>
                    <a:pt x="48" y="762"/>
                  </a:lnTo>
                  <a:lnTo>
                    <a:pt x="36" y="774"/>
                  </a:lnTo>
                  <a:lnTo>
                    <a:pt x="36" y="822"/>
                  </a:lnTo>
                  <a:lnTo>
                    <a:pt x="30" y="822"/>
                  </a:lnTo>
                  <a:lnTo>
                    <a:pt x="18" y="828"/>
                  </a:lnTo>
                  <a:lnTo>
                    <a:pt x="0" y="828"/>
                  </a:lnTo>
                  <a:lnTo>
                    <a:pt x="0" y="852"/>
                  </a:lnTo>
                  <a:lnTo>
                    <a:pt x="12" y="870"/>
                  </a:lnTo>
                  <a:lnTo>
                    <a:pt x="12" y="876"/>
                  </a:lnTo>
                  <a:lnTo>
                    <a:pt x="24" y="888"/>
                  </a:lnTo>
                  <a:lnTo>
                    <a:pt x="24" y="906"/>
                  </a:lnTo>
                  <a:lnTo>
                    <a:pt x="18" y="912"/>
                  </a:lnTo>
                  <a:lnTo>
                    <a:pt x="18" y="936"/>
                  </a:lnTo>
                  <a:lnTo>
                    <a:pt x="24" y="942"/>
                  </a:lnTo>
                  <a:lnTo>
                    <a:pt x="36" y="942"/>
                  </a:lnTo>
                  <a:lnTo>
                    <a:pt x="36" y="936"/>
                  </a:lnTo>
                  <a:lnTo>
                    <a:pt x="42" y="936"/>
                  </a:lnTo>
                  <a:lnTo>
                    <a:pt x="48" y="942"/>
                  </a:lnTo>
                  <a:lnTo>
                    <a:pt x="54" y="954"/>
                  </a:lnTo>
                  <a:lnTo>
                    <a:pt x="54" y="1032"/>
                  </a:lnTo>
                  <a:lnTo>
                    <a:pt x="60" y="1044"/>
                  </a:lnTo>
                  <a:lnTo>
                    <a:pt x="60" y="1050"/>
                  </a:lnTo>
                  <a:lnTo>
                    <a:pt x="66" y="1056"/>
                  </a:lnTo>
                  <a:lnTo>
                    <a:pt x="72" y="1050"/>
                  </a:lnTo>
                  <a:lnTo>
                    <a:pt x="78" y="1038"/>
                  </a:lnTo>
                  <a:lnTo>
                    <a:pt x="90" y="1026"/>
                  </a:lnTo>
                  <a:lnTo>
                    <a:pt x="102" y="1038"/>
                  </a:lnTo>
                  <a:lnTo>
                    <a:pt x="108" y="1050"/>
                  </a:lnTo>
                  <a:lnTo>
                    <a:pt x="108" y="1062"/>
                  </a:lnTo>
                  <a:lnTo>
                    <a:pt x="114" y="1050"/>
                  </a:lnTo>
                  <a:lnTo>
                    <a:pt x="126" y="1038"/>
                  </a:lnTo>
                  <a:lnTo>
                    <a:pt x="132" y="1026"/>
                  </a:lnTo>
                  <a:lnTo>
                    <a:pt x="138" y="1026"/>
                  </a:lnTo>
                  <a:lnTo>
                    <a:pt x="144" y="1032"/>
                  </a:lnTo>
                  <a:lnTo>
                    <a:pt x="150" y="1032"/>
                  </a:lnTo>
                  <a:lnTo>
                    <a:pt x="162" y="1038"/>
                  </a:lnTo>
                  <a:lnTo>
                    <a:pt x="168" y="1044"/>
                  </a:lnTo>
                  <a:lnTo>
                    <a:pt x="180" y="1050"/>
                  </a:lnTo>
                  <a:lnTo>
                    <a:pt x="198" y="1032"/>
                  </a:lnTo>
                  <a:lnTo>
                    <a:pt x="198" y="1014"/>
                  </a:lnTo>
                  <a:lnTo>
                    <a:pt x="204" y="1008"/>
                  </a:lnTo>
                  <a:lnTo>
                    <a:pt x="216" y="1008"/>
                  </a:lnTo>
                  <a:lnTo>
                    <a:pt x="228" y="1014"/>
                  </a:lnTo>
                  <a:lnTo>
                    <a:pt x="228" y="1032"/>
                  </a:lnTo>
                  <a:lnTo>
                    <a:pt x="246" y="1044"/>
                  </a:lnTo>
                  <a:lnTo>
                    <a:pt x="234" y="1074"/>
                  </a:lnTo>
                  <a:lnTo>
                    <a:pt x="270" y="1092"/>
                  </a:lnTo>
                  <a:lnTo>
                    <a:pt x="246" y="1128"/>
                  </a:lnTo>
                  <a:lnTo>
                    <a:pt x="270" y="1128"/>
                  </a:lnTo>
                  <a:lnTo>
                    <a:pt x="270" y="1164"/>
                  </a:lnTo>
                  <a:lnTo>
                    <a:pt x="300" y="1194"/>
                  </a:lnTo>
                  <a:lnTo>
                    <a:pt x="312" y="1200"/>
                  </a:lnTo>
                  <a:lnTo>
                    <a:pt x="312" y="1182"/>
                  </a:lnTo>
                  <a:lnTo>
                    <a:pt x="318" y="1176"/>
                  </a:lnTo>
                  <a:lnTo>
                    <a:pt x="330" y="1176"/>
                  </a:lnTo>
                  <a:lnTo>
                    <a:pt x="348" y="1182"/>
                  </a:lnTo>
                  <a:lnTo>
                    <a:pt x="366" y="1200"/>
                  </a:lnTo>
                  <a:lnTo>
                    <a:pt x="372" y="1182"/>
                  </a:lnTo>
                  <a:lnTo>
                    <a:pt x="390" y="1182"/>
                  </a:lnTo>
                  <a:lnTo>
                    <a:pt x="396" y="1158"/>
                  </a:lnTo>
                  <a:lnTo>
                    <a:pt x="408" y="1176"/>
                  </a:lnTo>
                  <a:lnTo>
                    <a:pt x="420" y="1152"/>
                  </a:lnTo>
                  <a:lnTo>
                    <a:pt x="420" y="1188"/>
                  </a:lnTo>
                  <a:lnTo>
                    <a:pt x="444" y="1194"/>
                  </a:lnTo>
                  <a:lnTo>
                    <a:pt x="450" y="1188"/>
                  </a:lnTo>
                  <a:lnTo>
                    <a:pt x="456" y="1176"/>
                  </a:lnTo>
                  <a:lnTo>
                    <a:pt x="462" y="1170"/>
                  </a:lnTo>
                  <a:lnTo>
                    <a:pt x="474" y="1170"/>
                  </a:lnTo>
                  <a:lnTo>
                    <a:pt x="468" y="1116"/>
                  </a:lnTo>
                  <a:lnTo>
                    <a:pt x="492" y="1116"/>
                  </a:lnTo>
                  <a:lnTo>
                    <a:pt x="504" y="1092"/>
                  </a:lnTo>
                  <a:lnTo>
                    <a:pt x="480" y="1062"/>
                  </a:lnTo>
                  <a:lnTo>
                    <a:pt x="498" y="1050"/>
                  </a:lnTo>
                  <a:lnTo>
                    <a:pt x="504" y="1050"/>
                  </a:lnTo>
                  <a:lnTo>
                    <a:pt x="510" y="1044"/>
                  </a:lnTo>
                  <a:lnTo>
                    <a:pt x="546" y="1044"/>
                  </a:lnTo>
                  <a:lnTo>
                    <a:pt x="546" y="1032"/>
                  </a:lnTo>
                  <a:lnTo>
                    <a:pt x="540" y="1026"/>
                  </a:lnTo>
                  <a:lnTo>
                    <a:pt x="546" y="1026"/>
                  </a:lnTo>
                  <a:lnTo>
                    <a:pt x="552" y="1020"/>
                  </a:lnTo>
                  <a:lnTo>
                    <a:pt x="552" y="990"/>
                  </a:lnTo>
                  <a:lnTo>
                    <a:pt x="570" y="990"/>
                  </a:lnTo>
                  <a:lnTo>
                    <a:pt x="570" y="960"/>
                  </a:lnTo>
                  <a:lnTo>
                    <a:pt x="564" y="954"/>
                  </a:lnTo>
                  <a:lnTo>
                    <a:pt x="582" y="924"/>
                  </a:lnTo>
                  <a:lnTo>
                    <a:pt x="612" y="954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41" name="Madagascar" descr="© INSCALE GmbH, 05.05.2010&#10;http://www.presentationload.com/">
              <a:extLst>
                <a:ext uri="{FF2B5EF4-FFF2-40B4-BE49-F238E27FC236}">
                  <a16:creationId xmlns:a16="http://schemas.microsoft.com/office/drawing/2014/main" id="{FC0D82ED-9BE6-4168-82D7-B58FA0A80ABD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377394" y="3464165"/>
              <a:ext cx="232402" cy="426580"/>
            </a:xfrm>
            <a:custGeom>
              <a:avLst/>
              <a:gdLst>
                <a:gd name="T0" fmla="*/ 2147483647 w 594"/>
                <a:gd name="T1" fmla="*/ 2147483647 h 1092"/>
                <a:gd name="T2" fmla="*/ 2147483647 w 594"/>
                <a:gd name="T3" fmla="*/ 2147483647 h 1092"/>
                <a:gd name="T4" fmla="*/ 2147483647 w 594"/>
                <a:gd name="T5" fmla="*/ 2147483647 h 1092"/>
                <a:gd name="T6" fmla="*/ 2147483647 w 594"/>
                <a:gd name="T7" fmla="*/ 2147483647 h 1092"/>
                <a:gd name="T8" fmla="*/ 2147483647 w 594"/>
                <a:gd name="T9" fmla="*/ 2147483647 h 1092"/>
                <a:gd name="T10" fmla="*/ 2147483647 w 594"/>
                <a:gd name="T11" fmla="*/ 2147483647 h 1092"/>
                <a:gd name="T12" fmla="*/ 2147483647 w 594"/>
                <a:gd name="T13" fmla="*/ 2147483647 h 1092"/>
                <a:gd name="T14" fmla="*/ 2147483647 w 594"/>
                <a:gd name="T15" fmla="*/ 2147483647 h 1092"/>
                <a:gd name="T16" fmla="*/ 2147483647 w 594"/>
                <a:gd name="T17" fmla="*/ 2147483647 h 1092"/>
                <a:gd name="T18" fmla="*/ 2147483647 w 594"/>
                <a:gd name="T19" fmla="*/ 2147483647 h 1092"/>
                <a:gd name="T20" fmla="*/ 2147483647 w 594"/>
                <a:gd name="T21" fmla="*/ 2147483647 h 1092"/>
                <a:gd name="T22" fmla="*/ 2147483647 w 594"/>
                <a:gd name="T23" fmla="*/ 2147483647 h 1092"/>
                <a:gd name="T24" fmla="*/ 2147483647 w 594"/>
                <a:gd name="T25" fmla="*/ 2147483647 h 1092"/>
                <a:gd name="T26" fmla="*/ 2147483647 w 594"/>
                <a:gd name="T27" fmla="*/ 2147483647 h 1092"/>
                <a:gd name="T28" fmla="*/ 2147483647 w 594"/>
                <a:gd name="T29" fmla="*/ 2147483647 h 1092"/>
                <a:gd name="T30" fmla="*/ 2147483647 w 594"/>
                <a:gd name="T31" fmla="*/ 2147483647 h 1092"/>
                <a:gd name="T32" fmla="*/ 2147483647 w 594"/>
                <a:gd name="T33" fmla="*/ 0 h 1092"/>
                <a:gd name="T34" fmla="*/ 2147483647 w 594"/>
                <a:gd name="T35" fmla="*/ 2147483647 h 1092"/>
                <a:gd name="T36" fmla="*/ 2147483647 w 594"/>
                <a:gd name="T37" fmla="*/ 2147483647 h 1092"/>
                <a:gd name="T38" fmla="*/ 2147483647 w 594"/>
                <a:gd name="T39" fmla="*/ 2147483647 h 1092"/>
                <a:gd name="T40" fmla="*/ 2147483647 w 594"/>
                <a:gd name="T41" fmla="*/ 2147483647 h 1092"/>
                <a:gd name="T42" fmla="*/ 2147483647 w 594"/>
                <a:gd name="T43" fmla="*/ 2147483647 h 1092"/>
                <a:gd name="T44" fmla="*/ 2147483647 w 594"/>
                <a:gd name="T45" fmla="*/ 2147483647 h 1092"/>
                <a:gd name="T46" fmla="*/ 2147483647 w 594"/>
                <a:gd name="T47" fmla="*/ 2147483647 h 1092"/>
                <a:gd name="T48" fmla="*/ 2147483647 w 594"/>
                <a:gd name="T49" fmla="*/ 2147483647 h 1092"/>
                <a:gd name="T50" fmla="*/ 2147483647 w 594"/>
                <a:gd name="T51" fmla="*/ 2147483647 h 1092"/>
                <a:gd name="T52" fmla="*/ 2147483647 w 594"/>
                <a:gd name="T53" fmla="*/ 2147483647 h 1092"/>
                <a:gd name="T54" fmla="*/ 2147483647 w 594"/>
                <a:gd name="T55" fmla="*/ 2147483647 h 1092"/>
                <a:gd name="T56" fmla="*/ 2147483647 w 594"/>
                <a:gd name="T57" fmla="*/ 2147483647 h 1092"/>
                <a:gd name="T58" fmla="*/ 2147483647 w 594"/>
                <a:gd name="T59" fmla="*/ 2147483647 h 1092"/>
                <a:gd name="T60" fmla="*/ 2147483647 w 594"/>
                <a:gd name="T61" fmla="*/ 2147483647 h 1092"/>
                <a:gd name="T62" fmla="*/ 2147483647 w 594"/>
                <a:gd name="T63" fmla="*/ 2147483647 h 1092"/>
                <a:gd name="T64" fmla="*/ 2147483647 w 594"/>
                <a:gd name="T65" fmla="*/ 2147483647 h 1092"/>
                <a:gd name="T66" fmla="*/ 2147483647 w 594"/>
                <a:gd name="T67" fmla="*/ 2147483647 h 1092"/>
                <a:gd name="T68" fmla="*/ 2147483647 w 594"/>
                <a:gd name="T69" fmla="*/ 2147483647 h 1092"/>
                <a:gd name="T70" fmla="*/ 2147483647 w 594"/>
                <a:gd name="T71" fmla="*/ 2147483647 h 1092"/>
                <a:gd name="T72" fmla="*/ 2147483647 w 594"/>
                <a:gd name="T73" fmla="*/ 2147483647 h 1092"/>
                <a:gd name="T74" fmla="*/ 2147483647 w 594"/>
                <a:gd name="T75" fmla="*/ 2147483647 h 1092"/>
                <a:gd name="T76" fmla="*/ 2147483647 w 594"/>
                <a:gd name="T77" fmla="*/ 2147483647 h 1092"/>
                <a:gd name="T78" fmla="*/ 2147483647 w 594"/>
                <a:gd name="T79" fmla="*/ 2147483647 h 1092"/>
                <a:gd name="T80" fmla="*/ 2147483647 w 594"/>
                <a:gd name="T81" fmla="*/ 2147483647 h 1092"/>
                <a:gd name="T82" fmla="*/ 2147483647 w 594"/>
                <a:gd name="T83" fmla="*/ 2147483647 h 1092"/>
                <a:gd name="T84" fmla="*/ 2147483647 w 594"/>
                <a:gd name="T85" fmla="*/ 2147483647 h 1092"/>
                <a:gd name="T86" fmla="*/ 0 w 594"/>
                <a:gd name="T87" fmla="*/ 2147483647 h 1092"/>
                <a:gd name="T88" fmla="*/ 2147483647 w 594"/>
                <a:gd name="T89" fmla="*/ 2147483647 h 1092"/>
                <a:gd name="T90" fmla="*/ 2147483647 w 594"/>
                <a:gd name="T91" fmla="*/ 2147483647 h 1092"/>
                <a:gd name="T92" fmla="*/ 2147483647 w 594"/>
                <a:gd name="T93" fmla="*/ 2147483647 h 1092"/>
                <a:gd name="T94" fmla="*/ 2147483647 w 594"/>
                <a:gd name="T95" fmla="*/ 2147483647 h 1092"/>
                <a:gd name="T96" fmla="*/ 2147483647 w 594"/>
                <a:gd name="T97" fmla="*/ 2147483647 h 1092"/>
                <a:gd name="T98" fmla="*/ 2147483647 w 594"/>
                <a:gd name="T99" fmla="*/ 2147483647 h 1092"/>
                <a:gd name="T100" fmla="*/ 2147483647 w 594"/>
                <a:gd name="T101" fmla="*/ 2147483647 h 1092"/>
                <a:gd name="T102" fmla="*/ 2147483647 w 594"/>
                <a:gd name="T103" fmla="*/ 2147483647 h 109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94"/>
                <a:gd name="T157" fmla="*/ 0 h 1092"/>
                <a:gd name="T158" fmla="*/ 594 w 594"/>
                <a:gd name="T159" fmla="*/ 1092 h 109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94" h="1092">
                  <a:moveTo>
                    <a:pt x="120" y="330"/>
                  </a:moveTo>
                  <a:lnTo>
                    <a:pt x="144" y="324"/>
                  </a:lnTo>
                  <a:lnTo>
                    <a:pt x="192" y="324"/>
                  </a:lnTo>
                  <a:lnTo>
                    <a:pt x="192" y="300"/>
                  </a:lnTo>
                  <a:lnTo>
                    <a:pt x="252" y="312"/>
                  </a:lnTo>
                  <a:lnTo>
                    <a:pt x="270" y="282"/>
                  </a:lnTo>
                  <a:lnTo>
                    <a:pt x="312" y="288"/>
                  </a:lnTo>
                  <a:lnTo>
                    <a:pt x="312" y="258"/>
                  </a:lnTo>
                  <a:lnTo>
                    <a:pt x="324" y="228"/>
                  </a:lnTo>
                  <a:lnTo>
                    <a:pt x="324" y="258"/>
                  </a:lnTo>
                  <a:lnTo>
                    <a:pt x="336" y="276"/>
                  </a:lnTo>
                  <a:lnTo>
                    <a:pt x="348" y="240"/>
                  </a:lnTo>
                  <a:lnTo>
                    <a:pt x="348" y="210"/>
                  </a:lnTo>
                  <a:lnTo>
                    <a:pt x="354" y="192"/>
                  </a:lnTo>
                  <a:lnTo>
                    <a:pt x="354" y="186"/>
                  </a:lnTo>
                  <a:lnTo>
                    <a:pt x="360" y="186"/>
                  </a:lnTo>
                  <a:lnTo>
                    <a:pt x="372" y="198"/>
                  </a:lnTo>
                  <a:lnTo>
                    <a:pt x="372" y="204"/>
                  </a:lnTo>
                  <a:lnTo>
                    <a:pt x="378" y="204"/>
                  </a:lnTo>
                  <a:lnTo>
                    <a:pt x="402" y="180"/>
                  </a:lnTo>
                  <a:lnTo>
                    <a:pt x="396" y="168"/>
                  </a:lnTo>
                  <a:lnTo>
                    <a:pt x="396" y="150"/>
                  </a:lnTo>
                  <a:lnTo>
                    <a:pt x="390" y="138"/>
                  </a:lnTo>
                  <a:lnTo>
                    <a:pt x="402" y="126"/>
                  </a:lnTo>
                  <a:lnTo>
                    <a:pt x="414" y="126"/>
                  </a:lnTo>
                  <a:lnTo>
                    <a:pt x="420" y="132"/>
                  </a:lnTo>
                  <a:lnTo>
                    <a:pt x="426" y="132"/>
                  </a:lnTo>
                  <a:lnTo>
                    <a:pt x="432" y="126"/>
                  </a:lnTo>
                  <a:lnTo>
                    <a:pt x="438" y="114"/>
                  </a:lnTo>
                  <a:lnTo>
                    <a:pt x="450" y="102"/>
                  </a:lnTo>
                  <a:lnTo>
                    <a:pt x="456" y="90"/>
                  </a:lnTo>
                  <a:lnTo>
                    <a:pt x="462" y="72"/>
                  </a:lnTo>
                  <a:lnTo>
                    <a:pt x="462" y="42"/>
                  </a:lnTo>
                  <a:lnTo>
                    <a:pt x="492" y="0"/>
                  </a:lnTo>
                  <a:lnTo>
                    <a:pt x="546" y="60"/>
                  </a:lnTo>
                  <a:lnTo>
                    <a:pt x="546" y="90"/>
                  </a:lnTo>
                  <a:lnTo>
                    <a:pt x="552" y="96"/>
                  </a:lnTo>
                  <a:lnTo>
                    <a:pt x="558" y="114"/>
                  </a:lnTo>
                  <a:lnTo>
                    <a:pt x="576" y="150"/>
                  </a:lnTo>
                  <a:lnTo>
                    <a:pt x="582" y="156"/>
                  </a:lnTo>
                  <a:lnTo>
                    <a:pt x="582" y="162"/>
                  </a:lnTo>
                  <a:lnTo>
                    <a:pt x="564" y="216"/>
                  </a:lnTo>
                  <a:lnTo>
                    <a:pt x="594" y="276"/>
                  </a:lnTo>
                  <a:lnTo>
                    <a:pt x="594" y="288"/>
                  </a:lnTo>
                  <a:lnTo>
                    <a:pt x="588" y="294"/>
                  </a:lnTo>
                  <a:lnTo>
                    <a:pt x="576" y="294"/>
                  </a:lnTo>
                  <a:lnTo>
                    <a:pt x="564" y="288"/>
                  </a:lnTo>
                  <a:lnTo>
                    <a:pt x="558" y="282"/>
                  </a:lnTo>
                  <a:lnTo>
                    <a:pt x="552" y="282"/>
                  </a:lnTo>
                  <a:lnTo>
                    <a:pt x="522" y="288"/>
                  </a:lnTo>
                  <a:lnTo>
                    <a:pt x="528" y="330"/>
                  </a:lnTo>
                  <a:lnTo>
                    <a:pt x="522" y="336"/>
                  </a:lnTo>
                  <a:lnTo>
                    <a:pt x="516" y="348"/>
                  </a:lnTo>
                  <a:lnTo>
                    <a:pt x="504" y="354"/>
                  </a:lnTo>
                  <a:lnTo>
                    <a:pt x="486" y="390"/>
                  </a:lnTo>
                  <a:lnTo>
                    <a:pt x="486" y="402"/>
                  </a:lnTo>
                  <a:lnTo>
                    <a:pt x="492" y="414"/>
                  </a:lnTo>
                  <a:lnTo>
                    <a:pt x="504" y="450"/>
                  </a:lnTo>
                  <a:lnTo>
                    <a:pt x="498" y="468"/>
                  </a:lnTo>
                  <a:lnTo>
                    <a:pt x="486" y="510"/>
                  </a:lnTo>
                  <a:lnTo>
                    <a:pt x="462" y="570"/>
                  </a:lnTo>
                  <a:lnTo>
                    <a:pt x="432" y="642"/>
                  </a:lnTo>
                  <a:lnTo>
                    <a:pt x="390" y="720"/>
                  </a:lnTo>
                  <a:lnTo>
                    <a:pt x="324" y="852"/>
                  </a:lnTo>
                  <a:lnTo>
                    <a:pt x="312" y="894"/>
                  </a:lnTo>
                  <a:lnTo>
                    <a:pt x="306" y="912"/>
                  </a:lnTo>
                  <a:lnTo>
                    <a:pt x="306" y="948"/>
                  </a:lnTo>
                  <a:lnTo>
                    <a:pt x="294" y="984"/>
                  </a:lnTo>
                  <a:lnTo>
                    <a:pt x="276" y="1014"/>
                  </a:lnTo>
                  <a:lnTo>
                    <a:pt x="258" y="1032"/>
                  </a:lnTo>
                  <a:lnTo>
                    <a:pt x="240" y="1044"/>
                  </a:lnTo>
                  <a:lnTo>
                    <a:pt x="222" y="1062"/>
                  </a:lnTo>
                  <a:lnTo>
                    <a:pt x="216" y="1062"/>
                  </a:lnTo>
                  <a:lnTo>
                    <a:pt x="210" y="1068"/>
                  </a:lnTo>
                  <a:lnTo>
                    <a:pt x="186" y="1068"/>
                  </a:lnTo>
                  <a:lnTo>
                    <a:pt x="150" y="1086"/>
                  </a:lnTo>
                  <a:lnTo>
                    <a:pt x="114" y="1092"/>
                  </a:lnTo>
                  <a:lnTo>
                    <a:pt x="78" y="1074"/>
                  </a:lnTo>
                  <a:lnTo>
                    <a:pt x="60" y="1056"/>
                  </a:lnTo>
                  <a:lnTo>
                    <a:pt x="48" y="1038"/>
                  </a:lnTo>
                  <a:lnTo>
                    <a:pt x="36" y="1026"/>
                  </a:lnTo>
                  <a:lnTo>
                    <a:pt x="36" y="1020"/>
                  </a:lnTo>
                  <a:lnTo>
                    <a:pt x="30" y="1014"/>
                  </a:lnTo>
                  <a:lnTo>
                    <a:pt x="48" y="990"/>
                  </a:lnTo>
                  <a:lnTo>
                    <a:pt x="42" y="978"/>
                  </a:lnTo>
                  <a:lnTo>
                    <a:pt x="24" y="948"/>
                  </a:lnTo>
                  <a:lnTo>
                    <a:pt x="12" y="900"/>
                  </a:lnTo>
                  <a:lnTo>
                    <a:pt x="0" y="834"/>
                  </a:lnTo>
                  <a:lnTo>
                    <a:pt x="0" y="786"/>
                  </a:lnTo>
                  <a:lnTo>
                    <a:pt x="6" y="756"/>
                  </a:lnTo>
                  <a:lnTo>
                    <a:pt x="18" y="738"/>
                  </a:lnTo>
                  <a:lnTo>
                    <a:pt x="60" y="696"/>
                  </a:lnTo>
                  <a:lnTo>
                    <a:pt x="72" y="678"/>
                  </a:lnTo>
                  <a:lnTo>
                    <a:pt x="90" y="672"/>
                  </a:lnTo>
                  <a:lnTo>
                    <a:pt x="96" y="660"/>
                  </a:lnTo>
                  <a:lnTo>
                    <a:pt x="108" y="654"/>
                  </a:lnTo>
                  <a:lnTo>
                    <a:pt x="108" y="636"/>
                  </a:lnTo>
                  <a:lnTo>
                    <a:pt x="102" y="600"/>
                  </a:lnTo>
                  <a:lnTo>
                    <a:pt x="96" y="558"/>
                  </a:lnTo>
                  <a:lnTo>
                    <a:pt x="96" y="522"/>
                  </a:lnTo>
                  <a:lnTo>
                    <a:pt x="78" y="432"/>
                  </a:lnTo>
                  <a:lnTo>
                    <a:pt x="90" y="408"/>
                  </a:lnTo>
                  <a:lnTo>
                    <a:pt x="132" y="366"/>
                  </a:lnTo>
                  <a:lnTo>
                    <a:pt x="132" y="360"/>
                  </a:lnTo>
                  <a:lnTo>
                    <a:pt x="120" y="330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42" name="Macedonia" descr="© INSCALE GmbH, 05.05.2010&#10;http://www.presentationload.com/">
              <a:extLst>
                <a:ext uri="{FF2B5EF4-FFF2-40B4-BE49-F238E27FC236}">
                  <a16:creationId xmlns:a16="http://schemas.microsoft.com/office/drawing/2014/main" id="{EE70A622-7A2A-4BC2-A0EA-F7C3E22FD5B7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750522" y="1741031"/>
              <a:ext cx="64217" cy="50456"/>
            </a:xfrm>
            <a:custGeom>
              <a:avLst/>
              <a:gdLst>
                <a:gd name="T0" fmla="*/ 2147483647 w 162"/>
                <a:gd name="T1" fmla="*/ 2147483647 h 126"/>
                <a:gd name="T2" fmla="*/ 2147483647 w 162"/>
                <a:gd name="T3" fmla="*/ 2147483647 h 126"/>
                <a:gd name="T4" fmla="*/ 2147483647 w 162"/>
                <a:gd name="T5" fmla="*/ 2147483647 h 126"/>
                <a:gd name="T6" fmla="*/ 2147483647 w 162"/>
                <a:gd name="T7" fmla="*/ 2147483647 h 126"/>
                <a:gd name="T8" fmla="*/ 2147483647 w 162"/>
                <a:gd name="T9" fmla="*/ 0 h 126"/>
                <a:gd name="T10" fmla="*/ 2147483647 w 162"/>
                <a:gd name="T11" fmla="*/ 2147483647 h 126"/>
                <a:gd name="T12" fmla="*/ 2147483647 w 162"/>
                <a:gd name="T13" fmla="*/ 2147483647 h 126"/>
                <a:gd name="T14" fmla="*/ 2147483647 w 162"/>
                <a:gd name="T15" fmla="*/ 2147483647 h 126"/>
                <a:gd name="T16" fmla="*/ 2147483647 w 162"/>
                <a:gd name="T17" fmla="*/ 2147483647 h 126"/>
                <a:gd name="T18" fmla="*/ 2147483647 w 162"/>
                <a:gd name="T19" fmla="*/ 2147483647 h 126"/>
                <a:gd name="T20" fmla="*/ 2147483647 w 162"/>
                <a:gd name="T21" fmla="*/ 2147483647 h 126"/>
                <a:gd name="T22" fmla="*/ 0 w 162"/>
                <a:gd name="T23" fmla="*/ 2147483647 h 126"/>
                <a:gd name="T24" fmla="*/ 0 w 162"/>
                <a:gd name="T25" fmla="*/ 2147483647 h 126"/>
                <a:gd name="T26" fmla="*/ 2147483647 w 162"/>
                <a:gd name="T27" fmla="*/ 2147483647 h 126"/>
                <a:gd name="T28" fmla="*/ 2147483647 w 162"/>
                <a:gd name="T29" fmla="*/ 2147483647 h 126"/>
                <a:gd name="T30" fmla="*/ 2147483647 w 162"/>
                <a:gd name="T31" fmla="*/ 2147483647 h 126"/>
                <a:gd name="T32" fmla="*/ 2147483647 w 162"/>
                <a:gd name="T33" fmla="*/ 2147483647 h 126"/>
                <a:gd name="T34" fmla="*/ 2147483647 w 162"/>
                <a:gd name="T35" fmla="*/ 2147483647 h 126"/>
                <a:gd name="T36" fmla="*/ 2147483647 w 162"/>
                <a:gd name="T37" fmla="*/ 2147483647 h 126"/>
                <a:gd name="T38" fmla="*/ 2147483647 w 162"/>
                <a:gd name="T39" fmla="*/ 2147483647 h 126"/>
                <a:gd name="T40" fmla="*/ 2147483647 w 162"/>
                <a:gd name="T41" fmla="*/ 2147483647 h 126"/>
                <a:gd name="T42" fmla="*/ 2147483647 w 162"/>
                <a:gd name="T43" fmla="*/ 2147483647 h 126"/>
                <a:gd name="T44" fmla="*/ 2147483647 w 162"/>
                <a:gd name="T45" fmla="*/ 2147483647 h 126"/>
                <a:gd name="T46" fmla="*/ 2147483647 w 162"/>
                <a:gd name="T47" fmla="*/ 2147483647 h 126"/>
                <a:gd name="T48" fmla="*/ 2147483647 w 162"/>
                <a:gd name="T49" fmla="*/ 2147483647 h 126"/>
                <a:gd name="T50" fmla="*/ 2147483647 w 162"/>
                <a:gd name="T51" fmla="*/ 2147483647 h 126"/>
                <a:gd name="T52" fmla="*/ 2147483647 w 162"/>
                <a:gd name="T53" fmla="*/ 2147483647 h 126"/>
                <a:gd name="T54" fmla="*/ 2147483647 w 162"/>
                <a:gd name="T55" fmla="*/ 2147483647 h 126"/>
                <a:gd name="T56" fmla="*/ 2147483647 w 162"/>
                <a:gd name="T57" fmla="*/ 2147483647 h 126"/>
                <a:gd name="T58" fmla="*/ 2147483647 w 162"/>
                <a:gd name="T59" fmla="*/ 2147483647 h 126"/>
                <a:gd name="T60" fmla="*/ 2147483647 w 162"/>
                <a:gd name="T61" fmla="*/ 2147483647 h 126"/>
                <a:gd name="T62" fmla="*/ 2147483647 w 162"/>
                <a:gd name="T63" fmla="*/ 2147483647 h 126"/>
                <a:gd name="T64" fmla="*/ 2147483647 w 162"/>
                <a:gd name="T65" fmla="*/ 2147483647 h 12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62"/>
                <a:gd name="T100" fmla="*/ 0 h 126"/>
                <a:gd name="T101" fmla="*/ 162 w 162"/>
                <a:gd name="T102" fmla="*/ 126 h 12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62" h="126">
                  <a:moveTo>
                    <a:pt x="150" y="42"/>
                  </a:moveTo>
                  <a:lnTo>
                    <a:pt x="132" y="30"/>
                  </a:lnTo>
                  <a:lnTo>
                    <a:pt x="132" y="18"/>
                  </a:lnTo>
                  <a:lnTo>
                    <a:pt x="126" y="18"/>
                  </a:lnTo>
                  <a:lnTo>
                    <a:pt x="114" y="0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48" y="12"/>
                  </a:lnTo>
                  <a:lnTo>
                    <a:pt x="48" y="24"/>
                  </a:lnTo>
                  <a:lnTo>
                    <a:pt x="24" y="24"/>
                  </a:lnTo>
                  <a:lnTo>
                    <a:pt x="18" y="36"/>
                  </a:lnTo>
                  <a:lnTo>
                    <a:pt x="0" y="42"/>
                  </a:lnTo>
                  <a:lnTo>
                    <a:pt x="0" y="66"/>
                  </a:lnTo>
                  <a:lnTo>
                    <a:pt x="6" y="78"/>
                  </a:lnTo>
                  <a:lnTo>
                    <a:pt x="6" y="102"/>
                  </a:lnTo>
                  <a:lnTo>
                    <a:pt x="12" y="108"/>
                  </a:lnTo>
                  <a:lnTo>
                    <a:pt x="18" y="108"/>
                  </a:lnTo>
                  <a:lnTo>
                    <a:pt x="18" y="126"/>
                  </a:lnTo>
                  <a:lnTo>
                    <a:pt x="42" y="120"/>
                  </a:lnTo>
                  <a:lnTo>
                    <a:pt x="42" y="126"/>
                  </a:lnTo>
                  <a:lnTo>
                    <a:pt x="54" y="120"/>
                  </a:lnTo>
                  <a:lnTo>
                    <a:pt x="60" y="120"/>
                  </a:lnTo>
                  <a:lnTo>
                    <a:pt x="66" y="126"/>
                  </a:lnTo>
                  <a:lnTo>
                    <a:pt x="90" y="126"/>
                  </a:lnTo>
                  <a:lnTo>
                    <a:pt x="96" y="114"/>
                  </a:lnTo>
                  <a:lnTo>
                    <a:pt x="96" y="108"/>
                  </a:lnTo>
                  <a:lnTo>
                    <a:pt x="120" y="108"/>
                  </a:lnTo>
                  <a:lnTo>
                    <a:pt x="132" y="102"/>
                  </a:lnTo>
                  <a:lnTo>
                    <a:pt x="156" y="78"/>
                  </a:lnTo>
                  <a:lnTo>
                    <a:pt x="162" y="66"/>
                  </a:lnTo>
                  <a:lnTo>
                    <a:pt x="162" y="60"/>
                  </a:lnTo>
                  <a:lnTo>
                    <a:pt x="156" y="48"/>
                  </a:lnTo>
                  <a:lnTo>
                    <a:pt x="150" y="42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43" name="Luxembourg" descr="© INSCALE GmbH, 05.05.2010&#10;http://www.presentationload.com/">
              <a:extLst>
                <a:ext uri="{FF2B5EF4-FFF2-40B4-BE49-F238E27FC236}">
                  <a16:creationId xmlns:a16="http://schemas.microsoft.com/office/drawing/2014/main" id="{0D5B4357-3338-4E2C-8BC2-DD43D7DC1071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378986" y="1504046"/>
              <a:ext cx="19877" cy="16819"/>
            </a:xfrm>
            <a:custGeom>
              <a:avLst/>
              <a:gdLst>
                <a:gd name="T0" fmla="*/ 2147483647 w 54"/>
                <a:gd name="T1" fmla="*/ 2147483647 h 42"/>
                <a:gd name="T2" fmla="*/ 2147483647 w 54"/>
                <a:gd name="T3" fmla="*/ 2147483647 h 42"/>
                <a:gd name="T4" fmla="*/ 2147483647 w 54"/>
                <a:gd name="T5" fmla="*/ 2147483647 h 42"/>
                <a:gd name="T6" fmla="*/ 2147483647 w 54"/>
                <a:gd name="T7" fmla="*/ 2147483647 h 42"/>
                <a:gd name="T8" fmla="*/ 2147483647 w 54"/>
                <a:gd name="T9" fmla="*/ 2147483647 h 42"/>
                <a:gd name="T10" fmla="*/ 2147483647 w 54"/>
                <a:gd name="T11" fmla="*/ 2147483647 h 42"/>
                <a:gd name="T12" fmla="*/ 2147483647 w 54"/>
                <a:gd name="T13" fmla="*/ 2147483647 h 42"/>
                <a:gd name="T14" fmla="*/ 2147483647 w 54"/>
                <a:gd name="T15" fmla="*/ 2147483647 h 42"/>
                <a:gd name="T16" fmla="*/ 2147483647 w 54"/>
                <a:gd name="T17" fmla="*/ 0 h 42"/>
                <a:gd name="T18" fmla="*/ 2147483647 w 54"/>
                <a:gd name="T19" fmla="*/ 0 h 42"/>
                <a:gd name="T20" fmla="*/ 2147483647 w 54"/>
                <a:gd name="T21" fmla="*/ 2147483647 h 42"/>
                <a:gd name="T22" fmla="*/ 2147483647 w 54"/>
                <a:gd name="T23" fmla="*/ 2147483647 h 42"/>
                <a:gd name="T24" fmla="*/ 0 w 54"/>
                <a:gd name="T25" fmla="*/ 2147483647 h 42"/>
                <a:gd name="T26" fmla="*/ 0 w 54"/>
                <a:gd name="T27" fmla="*/ 2147483647 h 42"/>
                <a:gd name="T28" fmla="*/ 2147483647 w 54"/>
                <a:gd name="T29" fmla="*/ 2147483647 h 42"/>
                <a:gd name="T30" fmla="*/ 2147483647 w 54"/>
                <a:gd name="T31" fmla="*/ 2147483647 h 4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54"/>
                <a:gd name="T49" fmla="*/ 0 h 42"/>
                <a:gd name="T50" fmla="*/ 54 w 54"/>
                <a:gd name="T51" fmla="*/ 42 h 42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54" h="42">
                  <a:moveTo>
                    <a:pt x="18" y="42"/>
                  </a:moveTo>
                  <a:lnTo>
                    <a:pt x="30" y="36"/>
                  </a:lnTo>
                  <a:lnTo>
                    <a:pt x="48" y="42"/>
                  </a:lnTo>
                  <a:lnTo>
                    <a:pt x="54" y="36"/>
                  </a:lnTo>
                  <a:lnTo>
                    <a:pt x="54" y="24"/>
                  </a:lnTo>
                  <a:lnTo>
                    <a:pt x="42" y="18"/>
                  </a:lnTo>
                  <a:lnTo>
                    <a:pt x="36" y="18"/>
                  </a:lnTo>
                  <a:lnTo>
                    <a:pt x="30" y="12"/>
                  </a:lnTo>
                  <a:lnTo>
                    <a:pt x="30" y="0"/>
                  </a:lnTo>
                  <a:lnTo>
                    <a:pt x="24" y="0"/>
                  </a:lnTo>
                  <a:lnTo>
                    <a:pt x="18" y="6"/>
                  </a:lnTo>
                  <a:lnTo>
                    <a:pt x="6" y="12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12" y="30"/>
                  </a:lnTo>
                  <a:lnTo>
                    <a:pt x="18" y="42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44" name="Lithuania" descr="© INSCALE GmbH, 05.05.2010&#10;http://www.presentationload.com/">
              <a:extLst>
                <a:ext uri="{FF2B5EF4-FFF2-40B4-BE49-F238E27FC236}">
                  <a16:creationId xmlns:a16="http://schemas.microsoft.com/office/drawing/2014/main" id="{C8F1A9E3-3C89-4949-B5EA-EA0510FB8645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739820" y="1312927"/>
              <a:ext cx="133019" cy="76448"/>
            </a:xfrm>
            <a:custGeom>
              <a:avLst/>
              <a:gdLst>
                <a:gd name="T0" fmla="*/ 2147483647 w 342"/>
                <a:gd name="T1" fmla="*/ 2147483647 h 198"/>
                <a:gd name="T2" fmla="*/ 2147483647 w 342"/>
                <a:gd name="T3" fmla="*/ 2147483647 h 198"/>
                <a:gd name="T4" fmla="*/ 2147483647 w 342"/>
                <a:gd name="T5" fmla="*/ 2147483647 h 198"/>
                <a:gd name="T6" fmla="*/ 2147483647 w 342"/>
                <a:gd name="T7" fmla="*/ 2147483647 h 198"/>
                <a:gd name="T8" fmla="*/ 2147483647 w 342"/>
                <a:gd name="T9" fmla="*/ 2147483647 h 198"/>
                <a:gd name="T10" fmla="*/ 2147483647 w 342"/>
                <a:gd name="T11" fmla="*/ 2147483647 h 198"/>
                <a:gd name="T12" fmla="*/ 2147483647 w 342"/>
                <a:gd name="T13" fmla="*/ 2147483647 h 198"/>
                <a:gd name="T14" fmla="*/ 2147483647 w 342"/>
                <a:gd name="T15" fmla="*/ 2147483647 h 198"/>
                <a:gd name="T16" fmla="*/ 2147483647 w 342"/>
                <a:gd name="T17" fmla="*/ 2147483647 h 198"/>
                <a:gd name="T18" fmla="*/ 2147483647 w 342"/>
                <a:gd name="T19" fmla="*/ 2147483647 h 198"/>
                <a:gd name="T20" fmla="*/ 2147483647 w 342"/>
                <a:gd name="T21" fmla="*/ 2147483647 h 198"/>
                <a:gd name="T22" fmla="*/ 2147483647 w 342"/>
                <a:gd name="T23" fmla="*/ 2147483647 h 198"/>
                <a:gd name="T24" fmla="*/ 2147483647 w 342"/>
                <a:gd name="T25" fmla="*/ 0 h 198"/>
                <a:gd name="T26" fmla="*/ 2147483647 w 342"/>
                <a:gd name="T27" fmla="*/ 2147483647 h 198"/>
                <a:gd name="T28" fmla="*/ 0 w 342"/>
                <a:gd name="T29" fmla="*/ 2147483647 h 198"/>
                <a:gd name="T30" fmla="*/ 2147483647 w 342"/>
                <a:gd name="T31" fmla="*/ 2147483647 h 198"/>
                <a:gd name="T32" fmla="*/ 2147483647 w 342"/>
                <a:gd name="T33" fmla="*/ 2147483647 h 198"/>
                <a:gd name="T34" fmla="*/ 2147483647 w 342"/>
                <a:gd name="T35" fmla="*/ 2147483647 h 198"/>
                <a:gd name="T36" fmla="*/ 2147483647 w 342"/>
                <a:gd name="T37" fmla="*/ 2147483647 h 198"/>
                <a:gd name="T38" fmla="*/ 2147483647 w 342"/>
                <a:gd name="T39" fmla="*/ 2147483647 h 198"/>
                <a:gd name="T40" fmla="*/ 2147483647 w 342"/>
                <a:gd name="T41" fmla="*/ 2147483647 h 198"/>
                <a:gd name="T42" fmla="*/ 2147483647 w 342"/>
                <a:gd name="T43" fmla="*/ 2147483647 h 198"/>
                <a:gd name="T44" fmla="*/ 2147483647 w 342"/>
                <a:gd name="T45" fmla="*/ 2147483647 h 198"/>
                <a:gd name="T46" fmla="*/ 2147483647 w 342"/>
                <a:gd name="T47" fmla="*/ 2147483647 h 198"/>
                <a:gd name="T48" fmla="*/ 2147483647 w 342"/>
                <a:gd name="T49" fmla="*/ 2147483647 h 198"/>
                <a:gd name="T50" fmla="*/ 2147483647 w 342"/>
                <a:gd name="T51" fmla="*/ 2147483647 h 198"/>
                <a:gd name="T52" fmla="*/ 2147483647 w 342"/>
                <a:gd name="T53" fmla="*/ 2147483647 h 198"/>
                <a:gd name="T54" fmla="*/ 2147483647 w 342"/>
                <a:gd name="T55" fmla="*/ 2147483647 h 198"/>
                <a:gd name="T56" fmla="*/ 2147483647 w 342"/>
                <a:gd name="T57" fmla="*/ 2147483647 h 198"/>
                <a:gd name="T58" fmla="*/ 2147483647 w 342"/>
                <a:gd name="T59" fmla="*/ 2147483647 h 198"/>
                <a:gd name="T60" fmla="*/ 2147483647 w 342"/>
                <a:gd name="T61" fmla="*/ 2147483647 h 198"/>
                <a:gd name="T62" fmla="*/ 2147483647 w 342"/>
                <a:gd name="T63" fmla="*/ 2147483647 h 198"/>
                <a:gd name="T64" fmla="*/ 2147483647 w 342"/>
                <a:gd name="T65" fmla="*/ 2147483647 h 198"/>
                <a:gd name="T66" fmla="*/ 2147483647 w 342"/>
                <a:gd name="T67" fmla="*/ 2147483647 h 198"/>
                <a:gd name="T68" fmla="*/ 2147483647 w 342"/>
                <a:gd name="T69" fmla="*/ 2147483647 h 198"/>
                <a:gd name="T70" fmla="*/ 2147483647 w 342"/>
                <a:gd name="T71" fmla="*/ 2147483647 h 198"/>
                <a:gd name="T72" fmla="*/ 2147483647 w 342"/>
                <a:gd name="T73" fmla="*/ 2147483647 h 198"/>
                <a:gd name="T74" fmla="*/ 2147483647 w 342"/>
                <a:gd name="T75" fmla="*/ 2147483647 h 198"/>
                <a:gd name="T76" fmla="*/ 2147483647 w 342"/>
                <a:gd name="T77" fmla="*/ 2147483647 h 198"/>
                <a:gd name="T78" fmla="*/ 2147483647 w 342"/>
                <a:gd name="T79" fmla="*/ 2147483647 h 198"/>
                <a:gd name="T80" fmla="*/ 2147483647 w 342"/>
                <a:gd name="T81" fmla="*/ 2147483647 h 198"/>
                <a:gd name="T82" fmla="*/ 2147483647 w 342"/>
                <a:gd name="T83" fmla="*/ 2147483647 h 198"/>
                <a:gd name="T84" fmla="*/ 2147483647 w 342"/>
                <a:gd name="T85" fmla="*/ 2147483647 h 19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42"/>
                <a:gd name="T130" fmla="*/ 0 h 198"/>
                <a:gd name="T131" fmla="*/ 342 w 342"/>
                <a:gd name="T132" fmla="*/ 198 h 19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42" h="198">
                  <a:moveTo>
                    <a:pt x="330" y="60"/>
                  </a:moveTo>
                  <a:lnTo>
                    <a:pt x="312" y="54"/>
                  </a:lnTo>
                  <a:lnTo>
                    <a:pt x="294" y="42"/>
                  </a:lnTo>
                  <a:lnTo>
                    <a:pt x="282" y="30"/>
                  </a:lnTo>
                  <a:lnTo>
                    <a:pt x="276" y="30"/>
                  </a:lnTo>
                  <a:lnTo>
                    <a:pt x="264" y="24"/>
                  </a:lnTo>
                  <a:lnTo>
                    <a:pt x="234" y="24"/>
                  </a:lnTo>
                  <a:lnTo>
                    <a:pt x="228" y="12"/>
                  </a:lnTo>
                  <a:lnTo>
                    <a:pt x="222" y="6"/>
                  </a:lnTo>
                  <a:lnTo>
                    <a:pt x="210" y="6"/>
                  </a:lnTo>
                  <a:lnTo>
                    <a:pt x="198" y="18"/>
                  </a:lnTo>
                  <a:lnTo>
                    <a:pt x="180" y="18"/>
                  </a:lnTo>
                  <a:lnTo>
                    <a:pt x="174" y="12"/>
                  </a:lnTo>
                  <a:lnTo>
                    <a:pt x="162" y="12"/>
                  </a:lnTo>
                  <a:lnTo>
                    <a:pt x="156" y="18"/>
                  </a:lnTo>
                  <a:lnTo>
                    <a:pt x="150" y="18"/>
                  </a:lnTo>
                  <a:lnTo>
                    <a:pt x="144" y="12"/>
                  </a:lnTo>
                  <a:lnTo>
                    <a:pt x="138" y="12"/>
                  </a:lnTo>
                  <a:lnTo>
                    <a:pt x="126" y="6"/>
                  </a:lnTo>
                  <a:lnTo>
                    <a:pt x="120" y="6"/>
                  </a:lnTo>
                  <a:lnTo>
                    <a:pt x="114" y="12"/>
                  </a:lnTo>
                  <a:lnTo>
                    <a:pt x="108" y="12"/>
                  </a:lnTo>
                  <a:lnTo>
                    <a:pt x="102" y="6"/>
                  </a:lnTo>
                  <a:lnTo>
                    <a:pt x="96" y="6"/>
                  </a:lnTo>
                  <a:lnTo>
                    <a:pt x="90" y="0"/>
                  </a:lnTo>
                  <a:lnTo>
                    <a:pt x="72" y="0"/>
                  </a:lnTo>
                  <a:lnTo>
                    <a:pt x="60" y="12"/>
                  </a:lnTo>
                  <a:lnTo>
                    <a:pt x="18" y="12"/>
                  </a:lnTo>
                  <a:lnTo>
                    <a:pt x="6" y="18"/>
                  </a:lnTo>
                  <a:lnTo>
                    <a:pt x="0" y="18"/>
                  </a:lnTo>
                  <a:lnTo>
                    <a:pt x="0" y="60"/>
                  </a:lnTo>
                  <a:lnTo>
                    <a:pt x="12" y="84"/>
                  </a:lnTo>
                  <a:lnTo>
                    <a:pt x="18" y="90"/>
                  </a:lnTo>
                  <a:lnTo>
                    <a:pt x="18" y="96"/>
                  </a:lnTo>
                  <a:lnTo>
                    <a:pt x="30" y="96"/>
                  </a:lnTo>
                  <a:lnTo>
                    <a:pt x="30" y="102"/>
                  </a:lnTo>
                  <a:lnTo>
                    <a:pt x="42" y="102"/>
                  </a:lnTo>
                  <a:lnTo>
                    <a:pt x="48" y="108"/>
                  </a:lnTo>
                  <a:lnTo>
                    <a:pt x="72" y="108"/>
                  </a:lnTo>
                  <a:lnTo>
                    <a:pt x="84" y="102"/>
                  </a:lnTo>
                  <a:lnTo>
                    <a:pt x="102" y="102"/>
                  </a:lnTo>
                  <a:lnTo>
                    <a:pt x="108" y="114"/>
                  </a:lnTo>
                  <a:lnTo>
                    <a:pt x="108" y="132"/>
                  </a:lnTo>
                  <a:lnTo>
                    <a:pt x="96" y="144"/>
                  </a:lnTo>
                  <a:lnTo>
                    <a:pt x="102" y="162"/>
                  </a:lnTo>
                  <a:lnTo>
                    <a:pt x="120" y="162"/>
                  </a:lnTo>
                  <a:lnTo>
                    <a:pt x="138" y="168"/>
                  </a:lnTo>
                  <a:lnTo>
                    <a:pt x="144" y="168"/>
                  </a:lnTo>
                  <a:lnTo>
                    <a:pt x="156" y="174"/>
                  </a:lnTo>
                  <a:lnTo>
                    <a:pt x="156" y="198"/>
                  </a:lnTo>
                  <a:lnTo>
                    <a:pt x="162" y="198"/>
                  </a:lnTo>
                  <a:lnTo>
                    <a:pt x="168" y="192"/>
                  </a:lnTo>
                  <a:lnTo>
                    <a:pt x="180" y="192"/>
                  </a:lnTo>
                  <a:lnTo>
                    <a:pt x="192" y="186"/>
                  </a:lnTo>
                  <a:lnTo>
                    <a:pt x="198" y="186"/>
                  </a:lnTo>
                  <a:lnTo>
                    <a:pt x="204" y="192"/>
                  </a:lnTo>
                  <a:lnTo>
                    <a:pt x="204" y="198"/>
                  </a:lnTo>
                  <a:lnTo>
                    <a:pt x="234" y="198"/>
                  </a:lnTo>
                  <a:lnTo>
                    <a:pt x="234" y="180"/>
                  </a:lnTo>
                  <a:lnTo>
                    <a:pt x="246" y="192"/>
                  </a:lnTo>
                  <a:lnTo>
                    <a:pt x="252" y="180"/>
                  </a:lnTo>
                  <a:lnTo>
                    <a:pt x="258" y="174"/>
                  </a:lnTo>
                  <a:lnTo>
                    <a:pt x="270" y="168"/>
                  </a:lnTo>
                  <a:lnTo>
                    <a:pt x="288" y="168"/>
                  </a:lnTo>
                  <a:lnTo>
                    <a:pt x="288" y="174"/>
                  </a:lnTo>
                  <a:lnTo>
                    <a:pt x="282" y="180"/>
                  </a:lnTo>
                  <a:lnTo>
                    <a:pt x="294" y="180"/>
                  </a:lnTo>
                  <a:lnTo>
                    <a:pt x="294" y="174"/>
                  </a:lnTo>
                  <a:lnTo>
                    <a:pt x="288" y="168"/>
                  </a:lnTo>
                  <a:lnTo>
                    <a:pt x="288" y="156"/>
                  </a:lnTo>
                  <a:lnTo>
                    <a:pt x="282" y="150"/>
                  </a:lnTo>
                  <a:lnTo>
                    <a:pt x="282" y="144"/>
                  </a:lnTo>
                  <a:lnTo>
                    <a:pt x="294" y="144"/>
                  </a:lnTo>
                  <a:lnTo>
                    <a:pt x="294" y="138"/>
                  </a:lnTo>
                  <a:lnTo>
                    <a:pt x="288" y="126"/>
                  </a:lnTo>
                  <a:lnTo>
                    <a:pt x="288" y="120"/>
                  </a:lnTo>
                  <a:lnTo>
                    <a:pt x="294" y="114"/>
                  </a:lnTo>
                  <a:lnTo>
                    <a:pt x="312" y="114"/>
                  </a:lnTo>
                  <a:lnTo>
                    <a:pt x="306" y="96"/>
                  </a:lnTo>
                  <a:lnTo>
                    <a:pt x="312" y="96"/>
                  </a:lnTo>
                  <a:lnTo>
                    <a:pt x="318" y="102"/>
                  </a:lnTo>
                  <a:lnTo>
                    <a:pt x="336" y="102"/>
                  </a:lnTo>
                  <a:lnTo>
                    <a:pt x="342" y="96"/>
                  </a:lnTo>
                  <a:lnTo>
                    <a:pt x="324" y="78"/>
                  </a:lnTo>
                  <a:lnTo>
                    <a:pt x="324" y="72"/>
                  </a:lnTo>
                  <a:lnTo>
                    <a:pt x="330" y="66"/>
                  </a:lnTo>
                  <a:lnTo>
                    <a:pt x="330" y="60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45" name="Libya" descr="© INSCALE GmbH, 05.05.2010&#10;http://www.presentationload.com/">
              <a:extLst>
                <a:ext uri="{FF2B5EF4-FFF2-40B4-BE49-F238E27FC236}">
                  <a16:creationId xmlns:a16="http://schemas.microsoft.com/office/drawing/2014/main" id="{758CB076-1A3F-4763-BA2B-BAE4C53D69F6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464608" y="2030005"/>
              <a:ext cx="429637" cy="434221"/>
            </a:xfrm>
            <a:custGeom>
              <a:avLst/>
              <a:gdLst>
                <a:gd name="T0" fmla="*/ 2147483647 w 1098"/>
                <a:gd name="T1" fmla="*/ 2147483647 h 1110"/>
                <a:gd name="T2" fmla="*/ 2147483647 w 1098"/>
                <a:gd name="T3" fmla="*/ 2147483647 h 1110"/>
                <a:gd name="T4" fmla="*/ 2147483647 w 1098"/>
                <a:gd name="T5" fmla="*/ 2147483647 h 1110"/>
                <a:gd name="T6" fmla="*/ 2147483647 w 1098"/>
                <a:gd name="T7" fmla="*/ 2147483647 h 1110"/>
                <a:gd name="T8" fmla="*/ 2147483647 w 1098"/>
                <a:gd name="T9" fmla="*/ 2147483647 h 1110"/>
                <a:gd name="T10" fmla="*/ 2147483647 w 1098"/>
                <a:gd name="T11" fmla="*/ 2147483647 h 1110"/>
                <a:gd name="T12" fmla="*/ 2147483647 w 1098"/>
                <a:gd name="T13" fmla="*/ 2147483647 h 1110"/>
                <a:gd name="T14" fmla="*/ 2147483647 w 1098"/>
                <a:gd name="T15" fmla="*/ 2147483647 h 1110"/>
                <a:gd name="T16" fmla="*/ 2147483647 w 1098"/>
                <a:gd name="T17" fmla="*/ 2147483647 h 1110"/>
                <a:gd name="T18" fmla="*/ 2147483647 w 1098"/>
                <a:gd name="T19" fmla="*/ 2147483647 h 1110"/>
                <a:gd name="T20" fmla="*/ 2147483647 w 1098"/>
                <a:gd name="T21" fmla="*/ 2147483647 h 1110"/>
                <a:gd name="T22" fmla="*/ 2147483647 w 1098"/>
                <a:gd name="T23" fmla="*/ 2147483647 h 1110"/>
                <a:gd name="T24" fmla="*/ 0 w 1098"/>
                <a:gd name="T25" fmla="*/ 2147483647 h 1110"/>
                <a:gd name="T26" fmla="*/ 2147483647 w 1098"/>
                <a:gd name="T27" fmla="*/ 2147483647 h 1110"/>
                <a:gd name="T28" fmla="*/ 2147483647 w 1098"/>
                <a:gd name="T29" fmla="*/ 2147483647 h 1110"/>
                <a:gd name="T30" fmla="*/ 2147483647 w 1098"/>
                <a:gd name="T31" fmla="*/ 2147483647 h 1110"/>
                <a:gd name="T32" fmla="*/ 2147483647 w 1098"/>
                <a:gd name="T33" fmla="*/ 2147483647 h 1110"/>
                <a:gd name="T34" fmla="*/ 2147483647 w 1098"/>
                <a:gd name="T35" fmla="*/ 2147483647 h 1110"/>
                <a:gd name="T36" fmla="*/ 2147483647 w 1098"/>
                <a:gd name="T37" fmla="*/ 2147483647 h 1110"/>
                <a:gd name="T38" fmla="*/ 2147483647 w 1098"/>
                <a:gd name="T39" fmla="*/ 2147483647 h 1110"/>
                <a:gd name="T40" fmla="*/ 2147483647 w 1098"/>
                <a:gd name="T41" fmla="*/ 2147483647 h 1110"/>
                <a:gd name="T42" fmla="*/ 2147483647 w 1098"/>
                <a:gd name="T43" fmla="*/ 2147483647 h 1110"/>
                <a:gd name="T44" fmla="*/ 2147483647 w 1098"/>
                <a:gd name="T45" fmla="*/ 2147483647 h 1110"/>
                <a:gd name="T46" fmla="*/ 2147483647 w 1098"/>
                <a:gd name="T47" fmla="*/ 2147483647 h 1110"/>
                <a:gd name="T48" fmla="*/ 2147483647 w 1098"/>
                <a:gd name="T49" fmla="*/ 2147483647 h 1110"/>
                <a:gd name="T50" fmla="*/ 2147483647 w 1098"/>
                <a:gd name="T51" fmla="*/ 2147483647 h 1110"/>
                <a:gd name="T52" fmla="*/ 2147483647 w 1098"/>
                <a:gd name="T53" fmla="*/ 2147483647 h 1110"/>
                <a:gd name="T54" fmla="*/ 2147483647 w 1098"/>
                <a:gd name="T55" fmla="*/ 2147483647 h 1110"/>
                <a:gd name="T56" fmla="*/ 2147483647 w 1098"/>
                <a:gd name="T57" fmla="*/ 2147483647 h 1110"/>
                <a:gd name="T58" fmla="*/ 2147483647 w 1098"/>
                <a:gd name="T59" fmla="*/ 2147483647 h 1110"/>
                <a:gd name="T60" fmla="*/ 2147483647 w 1098"/>
                <a:gd name="T61" fmla="*/ 2147483647 h 1110"/>
                <a:gd name="T62" fmla="*/ 2147483647 w 1098"/>
                <a:gd name="T63" fmla="*/ 2147483647 h 1110"/>
                <a:gd name="T64" fmla="*/ 2147483647 w 1098"/>
                <a:gd name="T65" fmla="*/ 2147483647 h 1110"/>
                <a:gd name="T66" fmla="*/ 2147483647 w 1098"/>
                <a:gd name="T67" fmla="*/ 2147483647 h 1110"/>
                <a:gd name="T68" fmla="*/ 2147483647 w 1098"/>
                <a:gd name="T69" fmla="*/ 2147483647 h 1110"/>
                <a:gd name="T70" fmla="*/ 2147483647 w 1098"/>
                <a:gd name="T71" fmla="*/ 2147483647 h 1110"/>
                <a:gd name="T72" fmla="*/ 2147483647 w 1098"/>
                <a:gd name="T73" fmla="*/ 2147483647 h 1110"/>
                <a:gd name="T74" fmla="*/ 2147483647 w 1098"/>
                <a:gd name="T75" fmla="*/ 2147483647 h 1110"/>
                <a:gd name="T76" fmla="*/ 2147483647 w 1098"/>
                <a:gd name="T77" fmla="*/ 2147483647 h 1110"/>
                <a:gd name="T78" fmla="*/ 2147483647 w 1098"/>
                <a:gd name="T79" fmla="*/ 2147483647 h 1110"/>
                <a:gd name="T80" fmla="*/ 2147483647 w 1098"/>
                <a:gd name="T81" fmla="*/ 2147483647 h 1110"/>
                <a:gd name="T82" fmla="*/ 2147483647 w 1098"/>
                <a:gd name="T83" fmla="*/ 2147483647 h 1110"/>
                <a:gd name="T84" fmla="*/ 2147483647 w 1098"/>
                <a:gd name="T85" fmla="*/ 2147483647 h 1110"/>
                <a:gd name="T86" fmla="*/ 2147483647 w 1098"/>
                <a:gd name="T87" fmla="*/ 2147483647 h 1110"/>
                <a:gd name="T88" fmla="*/ 2147483647 w 1098"/>
                <a:gd name="T89" fmla="*/ 2147483647 h 1110"/>
                <a:gd name="T90" fmla="*/ 2147483647 w 1098"/>
                <a:gd name="T91" fmla="*/ 2147483647 h 1110"/>
                <a:gd name="T92" fmla="*/ 2147483647 w 1098"/>
                <a:gd name="T93" fmla="*/ 2147483647 h 1110"/>
                <a:gd name="T94" fmla="*/ 2147483647 w 1098"/>
                <a:gd name="T95" fmla="*/ 2147483647 h 1110"/>
                <a:gd name="T96" fmla="*/ 2147483647 w 1098"/>
                <a:gd name="T97" fmla="*/ 2147483647 h 1110"/>
                <a:gd name="T98" fmla="*/ 2147483647 w 1098"/>
                <a:gd name="T99" fmla="*/ 2147483647 h 1110"/>
                <a:gd name="T100" fmla="*/ 2147483647 w 1098"/>
                <a:gd name="T101" fmla="*/ 2147483647 h 1110"/>
                <a:gd name="T102" fmla="*/ 2147483647 w 1098"/>
                <a:gd name="T103" fmla="*/ 2147483647 h 1110"/>
                <a:gd name="T104" fmla="*/ 2147483647 w 1098"/>
                <a:gd name="T105" fmla="*/ 2147483647 h 1110"/>
                <a:gd name="T106" fmla="*/ 2147483647 w 1098"/>
                <a:gd name="T107" fmla="*/ 2147483647 h 1110"/>
                <a:gd name="T108" fmla="*/ 2147483647 w 1098"/>
                <a:gd name="T109" fmla="*/ 2147483647 h 1110"/>
                <a:gd name="T110" fmla="*/ 2147483647 w 1098"/>
                <a:gd name="T111" fmla="*/ 2147483647 h 1110"/>
                <a:gd name="T112" fmla="*/ 2147483647 w 1098"/>
                <a:gd name="T113" fmla="*/ 2147483647 h 111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98"/>
                <a:gd name="T172" fmla="*/ 0 h 1110"/>
                <a:gd name="T173" fmla="*/ 1098 w 1098"/>
                <a:gd name="T174" fmla="*/ 1110 h 111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98" h="1110">
                  <a:moveTo>
                    <a:pt x="156" y="60"/>
                  </a:moveTo>
                  <a:lnTo>
                    <a:pt x="150" y="66"/>
                  </a:lnTo>
                  <a:lnTo>
                    <a:pt x="126" y="78"/>
                  </a:lnTo>
                  <a:lnTo>
                    <a:pt x="114" y="78"/>
                  </a:lnTo>
                  <a:lnTo>
                    <a:pt x="102" y="84"/>
                  </a:lnTo>
                  <a:lnTo>
                    <a:pt x="96" y="90"/>
                  </a:lnTo>
                  <a:lnTo>
                    <a:pt x="90" y="102"/>
                  </a:lnTo>
                  <a:lnTo>
                    <a:pt x="84" y="108"/>
                  </a:lnTo>
                  <a:lnTo>
                    <a:pt x="78" y="120"/>
                  </a:lnTo>
                  <a:lnTo>
                    <a:pt x="72" y="120"/>
                  </a:lnTo>
                  <a:lnTo>
                    <a:pt x="54" y="138"/>
                  </a:lnTo>
                  <a:lnTo>
                    <a:pt x="54" y="156"/>
                  </a:lnTo>
                  <a:lnTo>
                    <a:pt x="66" y="180"/>
                  </a:lnTo>
                  <a:lnTo>
                    <a:pt x="66" y="204"/>
                  </a:lnTo>
                  <a:lnTo>
                    <a:pt x="36" y="234"/>
                  </a:lnTo>
                  <a:lnTo>
                    <a:pt x="30" y="234"/>
                  </a:lnTo>
                  <a:lnTo>
                    <a:pt x="24" y="240"/>
                  </a:lnTo>
                  <a:lnTo>
                    <a:pt x="12" y="246"/>
                  </a:lnTo>
                  <a:lnTo>
                    <a:pt x="6" y="246"/>
                  </a:lnTo>
                  <a:lnTo>
                    <a:pt x="0" y="252"/>
                  </a:lnTo>
                  <a:lnTo>
                    <a:pt x="12" y="270"/>
                  </a:lnTo>
                  <a:lnTo>
                    <a:pt x="36" y="330"/>
                  </a:lnTo>
                  <a:lnTo>
                    <a:pt x="48" y="354"/>
                  </a:lnTo>
                  <a:lnTo>
                    <a:pt x="48" y="360"/>
                  </a:lnTo>
                  <a:lnTo>
                    <a:pt x="42" y="372"/>
                  </a:lnTo>
                  <a:lnTo>
                    <a:pt x="42" y="402"/>
                  </a:lnTo>
                  <a:lnTo>
                    <a:pt x="36" y="408"/>
                  </a:lnTo>
                  <a:lnTo>
                    <a:pt x="36" y="414"/>
                  </a:lnTo>
                  <a:lnTo>
                    <a:pt x="42" y="432"/>
                  </a:lnTo>
                  <a:lnTo>
                    <a:pt x="30" y="456"/>
                  </a:lnTo>
                  <a:lnTo>
                    <a:pt x="36" y="510"/>
                  </a:lnTo>
                  <a:lnTo>
                    <a:pt x="36" y="516"/>
                  </a:lnTo>
                  <a:lnTo>
                    <a:pt x="42" y="522"/>
                  </a:lnTo>
                  <a:lnTo>
                    <a:pt x="42" y="534"/>
                  </a:lnTo>
                  <a:lnTo>
                    <a:pt x="36" y="546"/>
                  </a:lnTo>
                  <a:lnTo>
                    <a:pt x="30" y="552"/>
                  </a:lnTo>
                  <a:lnTo>
                    <a:pt x="18" y="558"/>
                  </a:lnTo>
                  <a:lnTo>
                    <a:pt x="6" y="558"/>
                  </a:lnTo>
                  <a:lnTo>
                    <a:pt x="0" y="564"/>
                  </a:lnTo>
                  <a:lnTo>
                    <a:pt x="0" y="570"/>
                  </a:lnTo>
                  <a:lnTo>
                    <a:pt x="6" y="582"/>
                  </a:lnTo>
                  <a:lnTo>
                    <a:pt x="18" y="594"/>
                  </a:lnTo>
                  <a:lnTo>
                    <a:pt x="24" y="612"/>
                  </a:lnTo>
                  <a:lnTo>
                    <a:pt x="36" y="624"/>
                  </a:lnTo>
                  <a:lnTo>
                    <a:pt x="42" y="636"/>
                  </a:lnTo>
                  <a:lnTo>
                    <a:pt x="48" y="642"/>
                  </a:lnTo>
                  <a:lnTo>
                    <a:pt x="48" y="684"/>
                  </a:lnTo>
                  <a:lnTo>
                    <a:pt x="72" y="708"/>
                  </a:lnTo>
                  <a:lnTo>
                    <a:pt x="96" y="696"/>
                  </a:lnTo>
                  <a:lnTo>
                    <a:pt x="102" y="696"/>
                  </a:lnTo>
                  <a:lnTo>
                    <a:pt x="138" y="714"/>
                  </a:lnTo>
                  <a:lnTo>
                    <a:pt x="150" y="714"/>
                  </a:lnTo>
                  <a:lnTo>
                    <a:pt x="162" y="726"/>
                  </a:lnTo>
                  <a:lnTo>
                    <a:pt x="162" y="732"/>
                  </a:lnTo>
                  <a:lnTo>
                    <a:pt x="168" y="744"/>
                  </a:lnTo>
                  <a:lnTo>
                    <a:pt x="174" y="762"/>
                  </a:lnTo>
                  <a:lnTo>
                    <a:pt x="180" y="774"/>
                  </a:lnTo>
                  <a:lnTo>
                    <a:pt x="186" y="780"/>
                  </a:lnTo>
                  <a:lnTo>
                    <a:pt x="186" y="786"/>
                  </a:lnTo>
                  <a:lnTo>
                    <a:pt x="222" y="792"/>
                  </a:lnTo>
                  <a:lnTo>
                    <a:pt x="234" y="792"/>
                  </a:lnTo>
                  <a:lnTo>
                    <a:pt x="246" y="798"/>
                  </a:lnTo>
                  <a:lnTo>
                    <a:pt x="258" y="798"/>
                  </a:lnTo>
                  <a:lnTo>
                    <a:pt x="276" y="804"/>
                  </a:lnTo>
                  <a:lnTo>
                    <a:pt x="288" y="810"/>
                  </a:lnTo>
                  <a:lnTo>
                    <a:pt x="294" y="810"/>
                  </a:lnTo>
                  <a:lnTo>
                    <a:pt x="300" y="816"/>
                  </a:lnTo>
                  <a:lnTo>
                    <a:pt x="312" y="822"/>
                  </a:lnTo>
                  <a:lnTo>
                    <a:pt x="318" y="828"/>
                  </a:lnTo>
                  <a:lnTo>
                    <a:pt x="324" y="840"/>
                  </a:lnTo>
                  <a:lnTo>
                    <a:pt x="336" y="846"/>
                  </a:lnTo>
                  <a:lnTo>
                    <a:pt x="342" y="852"/>
                  </a:lnTo>
                  <a:lnTo>
                    <a:pt x="360" y="846"/>
                  </a:lnTo>
                  <a:lnTo>
                    <a:pt x="396" y="828"/>
                  </a:lnTo>
                  <a:lnTo>
                    <a:pt x="456" y="792"/>
                  </a:lnTo>
                  <a:lnTo>
                    <a:pt x="468" y="786"/>
                  </a:lnTo>
                  <a:lnTo>
                    <a:pt x="1026" y="1110"/>
                  </a:lnTo>
                  <a:lnTo>
                    <a:pt x="1026" y="1062"/>
                  </a:lnTo>
                  <a:lnTo>
                    <a:pt x="1098" y="1062"/>
                  </a:lnTo>
                  <a:lnTo>
                    <a:pt x="1098" y="828"/>
                  </a:lnTo>
                  <a:lnTo>
                    <a:pt x="1092" y="750"/>
                  </a:lnTo>
                  <a:lnTo>
                    <a:pt x="1092" y="660"/>
                  </a:lnTo>
                  <a:lnTo>
                    <a:pt x="1086" y="564"/>
                  </a:lnTo>
                  <a:lnTo>
                    <a:pt x="1086" y="468"/>
                  </a:lnTo>
                  <a:lnTo>
                    <a:pt x="1080" y="390"/>
                  </a:lnTo>
                  <a:lnTo>
                    <a:pt x="1080" y="306"/>
                  </a:lnTo>
                  <a:lnTo>
                    <a:pt x="1068" y="270"/>
                  </a:lnTo>
                  <a:lnTo>
                    <a:pt x="1056" y="258"/>
                  </a:lnTo>
                  <a:lnTo>
                    <a:pt x="1050" y="246"/>
                  </a:lnTo>
                  <a:lnTo>
                    <a:pt x="1050" y="240"/>
                  </a:lnTo>
                  <a:lnTo>
                    <a:pt x="1056" y="228"/>
                  </a:lnTo>
                  <a:lnTo>
                    <a:pt x="1062" y="222"/>
                  </a:lnTo>
                  <a:lnTo>
                    <a:pt x="1068" y="210"/>
                  </a:lnTo>
                  <a:lnTo>
                    <a:pt x="1074" y="204"/>
                  </a:lnTo>
                  <a:lnTo>
                    <a:pt x="1074" y="198"/>
                  </a:lnTo>
                  <a:lnTo>
                    <a:pt x="1068" y="186"/>
                  </a:lnTo>
                  <a:lnTo>
                    <a:pt x="1056" y="180"/>
                  </a:lnTo>
                  <a:lnTo>
                    <a:pt x="1056" y="150"/>
                  </a:lnTo>
                  <a:lnTo>
                    <a:pt x="1080" y="126"/>
                  </a:lnTo>
                  <a:lnTo>
                    <a:pt x="1074" y="114"/>
                  </a:lnTo>
                  <a:lnTo>
                    <a:pt x="1074" y="96"/>
                  </a:lnTo>
                  <a:lnTo>
                    <a:pt x="1056" y="102"/>
                  </a:lnTo>
                  <a:lnTo>
                    <a:pt x="1044" y="90"/>
                  </a:lnTo>
                  <a:lnTo>
                    <a:pt x="1032" y="102"/>
                  </a:lnTo>
                  <a:lnTo>
                    <a:pt x="1026" y="102"/>
                  </a:lnTo>
                  <a:lnTo>
                    <a:pt x="1020" y="96"/>
                  </a:lnTo>
                  <a:lnTo>
                    <a:pt x="1008" y="90"/>
                  </a:lnTo>
                  <a:lnTo>
                    <a:pt x="1002" y="84"/>
                  </a:lnTo>
                  <a:lnTo>
                    <a:pt x="990" y="78"/>
                  </a:lnTo>
                  <a:lnTo>
                    <a:pt x="978" y="78"/>
                  </a:lnTo>
                  <a:lnTo>
                    <a:pt x="966" y="84"/>
                  </a:lnTo>
                  <a:lnTo>
                    <a:pt x="954" y="84"/>
                  </a:lnTo>
                  <a:lnTo>
                    <a:pt x="942" y="78"/>
                  </a:lnTo>
                  <a:lnTo>
                    <a:pt x="936" y="72"/>
                  </a:lnTo>
                  <a:lnTo>
                    <a:pt x="936" y="48"/>
                  </a:lnTo>
                  <a:lnTo>
                    <a:pt x="930" y="42"/>
                  </a:lnTo>
                  <a:lnTo>
                    <a:pt x="918" y="36"/>
                  </a:lnTo>
                  <a:lnTo>
                    <a:pt x="882" y="36"/>
                  </a:lnTo>
                  <a:lnTo>
                    <a:pt x="876" y="30"/>
                  </a:lnTo>
                  <a:lnTo>
                    <a:pt x="864" y="30"/>
                  </a:lnTo>
                  <a:lnTo>
                    <a:pt x="852" y="24"/>
                  </a:lnTo>
                  <a:lnTo>
                    <a:pt x="840" y="24"/>
                  </a:lnTo>
                  <a:lnTo>
                    <a:pt x="834" y="30"/>
                  </a:lnTo>
                  <a:lnTo>
                    <a:pt x="834" y="36"/>
                  </a:lnTo>
                  <a:lnTo>
                    <a:pt x="798" y="36"/>
                  </a:lnTo>
                  <a:lnTo>
                    <a:pt x="780" y="42"/>
                  </a:lnTo>
                  <a:lnTo>
                    <a:pt x="768" y="48"/>
                  </a:lnTo>
                  <a:lnTo>
                    <a:pt x="732" y="84"/>
                  </a:lnTo>
                  <a:lnTo>
                    <a:pt x="720" y="108"/>
                  </a:lnTo>
                  <a:lnTo>
                    <a:pt x="720" y="120"/>
                  </a:lnTo>
                  <a:lnTo>
                    <a:pt x="726" y="138"/>
                  </a:lnTo>
                  <a:lnTo>
                    <a:pt x="738" y="150"/>
                  </a:lnTo>
                  <a:lnTo>
                    <a:pt x="744" y="162"/>
                  </a:lnTo>
                  <a:lnTo>
                    <a:pt x="744" y="180"/>
                  </a:lnTo>
                  <a:lnTo>
                    <a:pt x="738" y="192"/>
                  </a:lnTo>
                  <a:lnTo>
                    <a:pt x="714" y="216"/>
                  </a:lnTo>
                  <a:lnTo>
                    <a:pt x="708" y="228"/>
                  </a:lnTo>
                  <a:lnTo>
                    <a:pt x="696" y="234"/>
                  </a:lnTo>
                  <a:lnTo>
                    <a:pt x="666" y="234"/>
                  </a:lnTo>
                  <a:lnTo>
                    <a:pt x="648" y="228"/>
                  </a:lnTo>
                  <a:lnTo>
                    <a:pt x="630" y="216"/>
                  </a:lnTo>
                  <a:lnTo>
                    <a:pt x="612" y="198"/>
                  </a:lnTo>
                  <a:lnTo>
                    <a:pt x="582" y="180"/>
                  </a:lnTo>
                  <a:lnTo>
                    <a:pt x="552" y="168"/>
                  </a:lnTo>
                  <a:lnTo>
                    <a:pt x="528" y="162"/>
                  </a:lnTo>
                  <a:lnTo>
                    <a:pt x="462" y="162"/>
                  </a:lnTo>
                  <a:lnTo>
                    <a:pt x="438" y="150"/>
                  </a:lnTo>
                  <a:lnTo>
                    <a:pt x="426" y="138"/>
                  </a:lnTo>
                  <a:lnTo>
                    <a:pt x="420" y="126"/>
                  </a:lnTo>
                  <a:lnTo>
                    <a:pt x="414" y="108"/>
                  </a:lnTo>
                  <a:lnTo>
                    <a:pt x="414" y="96"/>
                  </a:lnTo>
                  <a:lnTo>
                    <a:pt x="402" y="72"/>
                  </a:lnTo>
                  <a:lnTo>
                    <a:pt x="378" y="60"/>
                  </a:lnTo>
                  <a:lnTo>
                    <a:pt x="366" y="60"/>
                  </a:lnTo>
                  <a:lnTo>
                    <a:pt x="354" y="54"/>
                  </a:lnTo>
                  <a:lnTo>
                    <a:pt x="348" y="48"/>
                  </a:lnTo>
                  <a:lnTo>
                    <a:pt x="324" y="36"/>
                  </a:lnTo>
                  <a:lnTo>
                    <a:pt x="318" y="36"/>
                  </a:lnTo>
                  <a:lnTo>
                    <a:pt x="306" y="30"/>
                  </a:lnTo>
                  <a:lnTo>
                    <a:pt x="264" y="30"/>
                  </a:lnTo>
                  <a:lnTo>
                    <a:pt x="252" y="36"/>
                  </a:lnTo>
                  <a:lnTo>
                    <a:pt x="216" y="36"/>
                  </a:lnTo>
                  <a:lnTo>
                    <a:pt x="192" y="24"/>
                  </a:lnTo>
                  <a:lnTo>
                    <a:pt x="180" y="12"/>
                  </a:lnTo>
                  <a:lnTo>
                    <a:pt x="168" y="6"/>
                  </a:lnTo>
                  <a:lnTo>
                    <a:pt x="150" y="6"/>
                  </a:lnTo>
                  <a:lnTo>
                    <a:pt x="144" y="0"/>
                  </a:lnTo>
                  <a:lnTo>
                    <a:pt x="138" y="42"/>
                  </a:lnTo>
                  <a:lnTo>
                    <a:pt x="144" y="42"/>
                  </a:lnTo>
                  <a:lnTo>
                    <a:pt x="156" y="54"/>
                  </a:lnTo>
                  <a:lnTo>
                    <a:pt x="156" y="60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46" name="Liechtenstein" descr="© INSCALE GmbH, 05.05.2010&#10;http://www.presentationload.com/">
              <a:extLst>
                <a:ext uri="{FF2B5EF4-FFF2-40B4-BE49-F238E27FC236}">
                  <a16:creationId xmlns:a16="http://schemas.microsoft.com/office/drawing/2014/main" id="{C2A6E957-540D-4963-8EA3-1252AF4F2ED8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467666" y="1589667"/>
              <a:ext cx="6116" cy="9174"/>
            </a:xfrm>
            <a:custGeom>
              <a:avLst/>
              <a:gdLst>
                <a:gd name="T0" fmla="*/ 2147483647 w 18"/>
                <a:gd name="T1" fmla="*/ 0 h 24"/>
                <a:gd name="T2" fmla="*/ 2147483647 w 18"/>
                <a:gd name="T3" fmla="*/ 2147483647 h 24"/>
                <a:gd name="T4" fmla="*/ 0 w 18"/>
                <a:gd name="T5" fmla="*/ 2147483647 h 24"/>
                <a:gd name="T6" fmla="*/ 0 w 18"/>
                <a:gd name="T7" fmla="*/ 2147483647 h 24"/>
                <a:gd name="T8" fmla="*/ 2147483647 w 18"/>
                <a:gd name="T9" fmla="*/ 2147483647 h 24"/>
                <a:gd name="T10" fmla="*/ 2147483647 w 18"/>
                <a:gd name="T11" fmla="*/ 0 h 24"/>
                <a:gd name="T12" fmla="*/ 2147483647 w 18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8"/>
                <a:gd name="T22" fmla="*/ 0 h 24"/>
                <a:gd name="T23" fmla="*/ 18 w 18"/>
                <a:gd name="T24" fmla="*/ 24 h 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8" h="24">
                  <a:moveTo>
                    <a:pt x="12" y="0"/>
                  </a:moveTo>
                  <a:lnTo>
                    <a:pt x="6" y="6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18" y="24"/>
                  </a:lnTo>
                  <a:lnTo>
                    <a:pt x="18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47" name="Liberia" descr="© INSCALE GmbH, 05.05.2010&#10;http://www.presentationload.com/">
              <a:extLst>
                <a:ext uri="{FF2B5EF4-FFF2-40B4-BE49-F238E27FC236}">
                  <a16:creationId xmlns:a16="http://schemas.microsoft.com/office/drawing/2014/main" id="{C0E33120-5ED1-48F7-A1FD-8E30E4D2CF58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879018" y="2806713"/>
              <a:ext cx="120789" cy="134547"/>
            </a:xfrm>
            <a:custGeom>
              <a:avLst/>
              <a:gdLst>
                <a:gd name="T0" fmla="*/ 2147483647 w 312"/>
                <a:gd name="T1" fmla="*/ 2147483647 h 342"/>
                <a:gd name="T2" fmla="*/ 2147483647 w 312"/>
                <a:gd name="T3" fmla="*/ 2147483647 h 342"/>
                <a:gd name="T4" fmla="*/ 2147483647 w 312"/>
                <a:gd name="T5" fmla="*/ 2147483647 h 342"/>
                <a:gd name="T6" fmla="*/ 2147483647 w 312"/>
                <a:gd name="T7" fmla="*/ 2147483647 h 342"/>
                <a:gd name="T8" fmla="*/ 2147483647 w 312"/>
                <a:gd name="T9" fmla="*/ 2147483647 h 342"/>
                <a:gd name="T10" fmla="*/ 2147483647 w 312"/>
                <a:gd name="T11" fmla="*/ 2147483647 h 342"/>
                <a:gd name="T12" fmla="*/ 2147483647 w 312"/>
                <a:gd name="T13" fmla="*/ 2147483647 h 342"/>
                <a:gd name="T14" fmla="*/ 2147483647 w 312"/>
                <a:gd name="T15" fmla="*/ 2147483647 h 342"/>
                <a:gd name="T16" fmla="*/ 2147483647 w 312"/>
                <a:gd name="T17" fmla="*/ 2147483647 h 342"/>
                <a:gd name="T18" fmla="*/ 2147483647 w 312"/>
                <a:gd name="T19" fmla="*/ 2147483647 h 342"/>
                <a:gd name="T20" fmla="*/ 2147483647 w 312"/>
                <a:gd name="T21" fmla="*/ 2147483647 h 342"/>
                <a:gd name="T22" fmla="*/ 2147483647 w 312"/>
                <a:gd name="T23" fmla="*/ 2147483647 h 342"/>
                <a:gd name="T24" fmla="*/ 2147483647 w 312"/>
                <a:gd name="T25" fmla="*/ 2147483647 h 342"/>
                <a:gd name="T26" fmla="*/ 2147483647 w 312"/>
                <a:gd name="T27" fmla="*/ 2147483647 h 342"/>
                <a:gd name="T28" fmla="*/ 2147483647 w 312"/>
                <a:gd name="T29" fmla="*/ 2147483647 h 342"/>
                <a:gd name="T30" fmla="*/ 2147483647 w 312"/>
                <a:gd name="T31" fmla="*/ 2147483647 h 342"/>
                <a:gd name="T32" fmla="*/ 2147483647 w 312"/>
                <a:gd name="T33" fmla="*/ 2147483647 h 342"/>
                <a:gd name="T34" fmla="*/ 2147483647 w 312"/>
                <a:gd name="T35" fmla="*/ 2147483647 h 342"/>
                <a:gd name="T36" fmla="*/ 2147483647 w 312"/>
                <a:gd name="T37" fmla="*/ 2147483647 h 342"/>
                <a:gd name="T38" fmla="*/ 2147483647 w 312"/>
                <a:gd name="T39" fmla="*/ 2147483647 h 342"/>
                <a:gd name="T40" fmla="*/ 2147483647 w 312"/>
                <a:gd name="T41" fmla="*/ 2147483647 h 342"/>
                <a:gd name="T42" fmla="*/ 2147483647 w 312"/>
                <a:gd name="T43" fmla="*/ 2147483647 h 342"/>
                <a:gd name="T44" fmla="*/ 2147483647 w 312"/>
                <a:gd name="T45" fmla="*/ 2147483647 h 342"/>
                <a:gd name="T46" fmla="*/ 2147483647 w 312"/>
                <a:gd name="T47" fmla="*/ 2147483647 h 342"/>
                <a:gd name="T48" fmla="*/ 2147483647 w 312"/>
                <a:gd name="T49" fmla="*/ 2147483647 h 342"/>
                <a:gd name="T50" fmla="*/ 2147483647 w 312"/>
                <a:gd name="T51" fmla="*/ 0 h 342"/>
                <a:gd name="T52" fmla="*/ 2147483647 w 312"/>
                <a:gd name="T53" fmla="*/ 0 h 342"/>
                <a:gd name="T54" fmla="*/ 2147483647 w 312"/>
                <a:gd name="T55" fmla="*/ 2147483647 h 342"/>
                <a:gd name="T56" fmla="*/ 2147483647 w 312"/>
                <a:gd name="T57" fmla="*/ 2147483647 h 342"/>
                <a:gd name="T58" fmla="*/ 2147483647 w 312"/>
                <a:gd name="T59" fmla="*/ 2147483647 h 342"/>
                <a:gd name="T60" fmla="*/ 2147483647 w 312"/>
                <a:gd name="T61" fmla="*/ 2147483647 h 342"/>
                <a:gd name="T62" fmla="*/ 2147483647 w 312"/>
                <a:gd name="T63" fmla="*/ 2147483647 h 342"/>
                <a:gd name="T64" fmla="*/ 2147483647 w 312"/>
                <a:gd name="T65" fmla="*/ 2147483647 h 342"/>
                <a:gd name="T66" fmla="*/ 2147483647 w 312"/>
                <a:gd name="T67" fmla="*/ 2147483647 h 342"/>
                <a:gd name="T68" fmla="*/ 2147483647 w 312"/>
                <a:gd name="T69" fmla="*/ 2147483647 h 342"/>
                <a:gd name="T70" fmla="*/ 2147483647 w 312"/>
                <a:gd name="T71" fmla="*/ 2147483647 h 342"/>
                <a:gd name="T72" fmla="*/ 2147483647 w 312"/>
                <a:gd name="T73" fmla="*/ 2147483647 h 342"/>
                <a:gd name="T74" fmla="*/ 2147483647 w 312"/>
                <a:gd name="T75" fmla="*/ 2147483647 h 342"/>
                <a:gd name="T76" fmla="*/ 2147483647 w 312"/>
                <a:gd name="T77" fmla="*/ 2147483647 h 342"/>
                <a:gd name="T78" fmla="*/ 0 w 312"/>
                <a:gd name="T79" fmla="*/ 2147483647 h 342"/>
                <a:gd name="T80" fmla="*/ 2147483647 w 312"/>
                <a:gd name="T81" fmla="*/ 2147483647 h 342"/>
                <a:gd name="T82" fmla="*/ 2147483647 w 312"/>
                <a:gd name="T83" fmla="*/ 2147483647 h 342"/>
                <a:gd name="T84" fmla="*/ 2147483647 w 312"/>
                <a:gd name="T85" fmla="*/ 2147483647 h 342"/>
                <a:gd name="T86" fmla="*/ 2147483647 w 312"/>
                <a:gd name="T87" fmla="*/ 2147483647 h 342"/>
                <a:gd name="T88" fmla="*/ 2147483647 w 312"/>
                <a:gd name="T89" fmla="*/ 2147483647 h 342"/>
                <a:gd name="T90" fmla="*/ 2147483647 w 312"/>
                <a:gd name="T91" fmla="*/ 2147483647 h 342"/>
                <a:gd name="T92" fmla="*/ 2147483647 w 312"/>
                <a:gd name="T93" fmla="*/ 2147483647 h 342"/>
                <a:gd name="T94" fmla="*/ 2147483647 w 312"/>
                <a:gd name="T95" fmla="*/ 2147483647 h 342"/>
                <a:gd name="T96" fmla="*/ 2147483647 w 312"/>
                <a:gd name="T97" fmla="*/ 2147483647 h 342"/>
                <a:gd name="T98" fmla="*/ 2147483647 w 312"/>
                <a:gd name="T99" fmla="*/ 2147483647 h 342"/>
                <a:gd name="T100" fmla="*/ 2147483647 w 312"/>
                <a:gd name="T101" fmla="*/ 2147483647 h 342"/>
                <a:gd name="T102" fmla="*/ 2147483647 w 312"/>
                <a:gd name="T103" fmla="*/ 2147483647 h 342"/>
                <a:gd name="T104" fmla="*/ 2147483647 w 312"/>
                <a:gd name="T105" fmla="*/ 2147483647 h 342"/>
                <a:gd name="T106" fmla="*/ 2147483647 w 312"/>
                <a:gd name="T107" fmla="*/ 2147483647 h 342"/>
                <a:gd name="T108" fmla="*/ 2147483647 w 312"/>
                <a:gd name="T109" fmla="*/ 2147483647 h 342"/>
                <a:gd name="T110" fmla="*/ 2147483647 w 312"/>
                <a:gd name="T111" fmla="*/ 2147483647 h 342"/>
                <a:gd name="T112" fmla="*/ 2147483647 w 312"/>
                <a:gd name="T113" fmla="*/ 2147483647 h 342"/>
                <a:gd name="T114" fmla="*/ 2147483647 w 312"/>
                <a:gd name="T115" fmla="*/ 2147483647 h 342"/>
                <a:gd name="T116" fmla="*/ 2147483647 w 312"/>
                <a:gd name="T117" fmla="*/ 2147483647 h 342"/>
                <a:gd name="T118" fmla="*/ 2147483647 w 312"/>
                <a:gd name="T119" fmla="*/ 2147483647 h 342"/>
                <a:gd name="T120" fmla="*/ 2147483647 w 312"/>
                <a:gd name="T121" fmla="*/ 2147483647 h 34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12"/>
                <a:gd name="T184" fmla="*/ 0 h 342"/>
                <a:gd name="T185" fmla="*/ 312 w 312"/>
                <a:gd name="T186" fmla="*/ 342 h 34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12" h="342">
                  <a:moveTo>
                    <a:pt x="312" y="252"/>
                  </a:moveTo>
                  <a:lnTo>
                    <a:pt x="312" y="240"/>
                  </a:lnTo>
                  <a:lnTo>
                    <a:pt x="282" y="210"/>
                  </a:lnTo>
                  <a:lnTo>
                    <a:pt x="282" y="180"/>
                  </a:lnTo>
                  <a:lnTo>
                    <a:pt x="246" y="186"/>
                  </a:lnTo>
                  <a:lnTo>
                    <a:pt x="246" y="174"/>
                  </a:lnTo>
                  <a:lnTo>
                    <a:pt x="228" y="174"/>
                  </a:lnTo>
                  <a:lnTo>
                    <a:pt x="222" y="168"/>
                  </a:lnTo>
                  <a:lnTo>
                    <a:pt x="228" y="156"/>
                  </a:lnTo>
                  <a:lnTo>
                    <a:pt x="240" y="150"/>
                  </a:lnTo>
                  <a:lnTo>
                    <a:pt x="246" y="132"/>
                  </a:lnTo>
                  <a:lnTo>
                    <a:pt x="246" y="108"/>
                  </a:lnTo>
                  <a:lnTo>
                    <a:pt x="228" y="72"/>
                  </a:lnTo>
                  <a:lnTo>
                    <a:pt x="222" y="72"/>
                  </a:lnTo>
                  <a:lnTo>
                    <a:pt x="216" y="78"/>
                  </a:lnTo>
                  <a:lnTo>
                    <a:pt x="210" y="90"/>
                  </a:lnTo>
                  <a:lnTo>
                    <a:pt x="210" y="102"/>
                  </a:lnTo>
                  <a:lnTo>
                    <a:pt x="198" y="114"/>
                  </a:lnTo>
                  <a:lnTo>
                    <a:pt x="192" y="114"/>
                  </a:lnTo>
                  <a:lnTo>
                    <a:pt x="180" y="102"/>
                  </a:lnTo>
                  <a:lnTo>
                    <a:pt x="180" y="96"/>
                  </a:lnTo>
                  <a:lnTo>
                    <a:pt x="168" y="96"/>
                  </a:lnTo>
                  <a:lnTo>
                    <a:pt x="168" y="36"/>
                  </a:lnTo>
                  <a:lnTo>
                    <a:pt x="162" y="18"/>
                  </a:lnTo>
                  <a:lnTo>
                    <a:pt x="150" y="6"/>
                  </a:lnTo>
                  <a:lnTo>
                    <a:pt x="138" y="0"/>
                  </a:lnTo>
                  <a:lnTo>
                    <a:pt x="132" y="0"/>
                  </a:lnTo>
                  <a:lnTo>
                    <a:pt x="126" y="6"/>
                  </a:lnTo>
                  <a:lnTo>
                    <a:pt x="126" y="18"/>
                  </a:lnTo>
                  <a:lnTo>
                    <a:pt x="102" y="12"/>
                  </a:lnTo>
                  <a:lnTo>
                    <a:pt x="108" y="36"/>
                  </a:lnTo>
                  <a:lnTo>
                    <a:pt x="84" y="42"/>
                  </a:lnTo>
                  <a:lnTo>
                    <a:pt x="84" y="60"/>
                  </a:lnTo>
                  <a:lnTo>
                    <a:pt x="78" y="72"/>
                  </a:lnTo>
                  <a:lnTo>
                    <a:pt x="66" y="78"/>
                  </a:lnTo>
                  <a:lnTo>
                    <a:pt x="54" y="90"/>
                  </a:lnTo>
                  <a:lnTo>
                    <a:pt x="42" y="96"/>
                  </a:lnTo>
                  <a:lnTo>
                    <a:pt x="24" y="114"/>
                  </a:lnTo>
                  <a:lnTo>
                    <a:pt x="24" y="150"/>
                  </a:lnTo>
                  <a:lnTo>
                    <a:pt x="0" y="126"/>
                  </a:lnTo>
                  <a:lnTo>
                    <a:pt x="36" y="162"/>
                  </a:lnTo>
                  <a:lnTo>
                    <a:pt x="60" y="162"/>
                  </a:lnTo>
                  <a:lnTo>
                    <a:pt x="72" y="192"/>
                  </a:lnTo>
                  <a:lnTo>
                    <a:pt x="102" y="192"/>
                  </a:lnTo>
                  <a:lnTo>
                    <a:pt x="108" y="198"/>
                  </a:lnTo>
                  <a:lnTo>
                    <a:pt x="120" y="222"/>
                  </a:lnTo>
                  <a:lnTo>
                    <a:pt x="132" y="240"/>
                  </a:lnTo>
                  <a:lnTo>
                    <a:pt x="150" y="252"/>
                  </a:lnTo>
                  <a:lnTo>
                    <a:pt x="162" y="270"/>
                  </a:lnTo>
                  <a:lnTo>
                    <a:pt x="180" y="282"/>
                  </a:lnTo>
                  <a:lnTo>
                    <a:pt x="198" y="288"/>
                  </a:lnTo>
                  <a:lnTo>
                    <a:pt x="210" y="294"/>
                  </a:lnTo>
                  <a:lnTo>
                    <a:pt x="228" y="300"/>
                  </a:lnTo>
                  <a:lnTo>
                    <a:pt x="258" y="330"/>
                  </a:lnTo>
                  <a:lnTo>
                    <a:pt x="294" y="342"/>
                  </a:lnTo>
                  <a:lnTo>
                    <a:pt x="300" y="342"/>
                  </a:lnTo>
                  <a:lnTo>
                    <a:pt x="300" y="294"/>
                  </a:lnTo>
                  <a:lnTo>
                    <a:pt x="306" y="288"/>
                  </a:lnTo>
                  <a:lnTo>
                    <a:pt x="306" y="276"/>
                  </a:lnTo>
                  <a:lnTo>
                    <a:pt x="312" y="264"/>
                  </a:lnTo>
                  <a:lnTo>
                    <a:pt x="312" y="252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48" name="Lebanon" descr="© INSCALE GmbH, 05.05.2010&#10;http://www.presentationload.com/">
              <a:extLst>
                <a:ext uri="{FF2B5EF4-FFF2-40B4-BE49-F238E27FC236}">
                  <a16:creationId xmlns:a16="http://schemas.microsoft.com/office/drawing/2014/main" id="{C43724CD-7048-42BE-8965-23A050D67821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140406" y="1985666"/>
              <a:ext cx="42810" cy="61159"/>
            </a:xfrm>
            <a:custGeom>
              <a:avLst/>
              <a:gdLst>
                <a:gd name="T0" fmla="*/ 2147483647 w 108"/>
                <a:gd name="T1" fmla="*/ 2147483647 h 156"/>
                <a:gd name="T2" fmla="*/ 2147483647 w 108"/>
                <a:gd name="T3" fmla="*/ 2147483647 h 156"/>
                <a:gd name="T4" fmla="*/ 2147483647 w 108"/>
                <a:gd name="T5" fmla="*/ 2147483647 h 156"/>
                <a:gd name="T6" fmla="*/ 2147483647 w 108"/>
                <a:gd name="T7" fmla="*/ 2147483647 h 156"/>
                <a:gd name="T8" fmla="*/ 2147483647 w 108"/>
                <a:gd name="T9" fmla="*/ 2147483647 h 156"/>
                <a:gd name="T10" fmla="*/ 2147483647 w 108"/>
                <a:gd name="T11" fmla="*/ 2147483647 h 156"/>
                <a:gd name="T12" fmla="*/ 2147483647 w 108"/>
                <a:gd name="T13" fmla="*/ 2147483647 h 156"/>
                <a:gd name="T14" fmla="*/ 2147483647 w 108"/>
                <a:gd name="T15" fmla="*/ 2147483647 h 156"/>
                <a:gd name="T16" fmla="*/ 2147483647 w 108"/>
                <a:gd name="T17" fmla="*/ 2147483647 h 156"/>
                <a:gd name="T18" fmla="*/ 2147483647 w 108"/>
                <a:gd name="T19" fmla="*/ 2147483647 h 156"/>
                <a:gd name="T20" fmla="*/ 2147483647 w 108"/>
                <a:gd name="T21" fmla="*/ 0 h 156"/>
                <a:gd name="T22" fmla="*/ 2147483647 w 108"/>
                <a:gd name="T23" fmla="*/ 0 h 156"/>
                <a:gd name="T24" fmla="*/ 2147483647 w 108"/>
                <a:gd name="T25" fmla="*/ 0 h 156"/>
                <a:gd name="T26" fmla="*/ 2147483647 w 108"/>
                <a:gd name="T27" fmla="*/ 2147483647 h 156"/>
                <a:gd name="T28" fmla="*/ 2147483647 w 108"/>
                <a:gd name="T29" fmla="*/ 2147483647 h 156"/>
                <a:gd name="T30" fmla="*/ 2147483647 w 108"/>
                <a:gd name="T31" fmla="*/ 2147483647 h 156"/>
                <a:gd name="T32" fmla="*/ 2147483647 w 108"/>
                <a:gd name="T33" fmla="*/ 2147483647 h 156"/>
                <a:gd name="T34" fmla="*/ 2147483647 w 108"/>
                <a:gd name="T35" fmla="*/ 2147483647 h 156"/>
                <a:gd name="T36" fmla="*/ 2147483647 w 108"/>
                <a:gd name="T37" fmla="*/ 2147483647 h 156"/>
                <a:gd name="T38" fmla="*/ 2147483647 w 108"/>
                <a:gd name="T39" fmla="*/ 2147483647 h 156"/>
                <a:gd name="T40" fmla="*/ 2147483647 w 108"/>
                <a:gd name="T41" fmla="*/ 2147483647 h 156"/>
                <a:gd name="T42" fmla="*/ 0 w 108"/>
                <a:gd name="T43" fmla="*/ 2147483647 h 156"/>
                <a:gd name="T44" fmla="*/ 0 w 108"/>
                <a:gd name="T45" fmla="*/ 2147483647 h 156"/>
                <a:gd name="T46" fmla="*/ 2147483647 w 108"/>
                <a:gd name="T47" fmla="*/ 2147483647 h 156"/>
                <a:gd name="T48" fmla="*/ 2147483647 w 108"/>
                <a:gd name="T49" fmla="*/ 2147483647 h 156"/>
                <a:gd name="T50" fmla="*/ 2147483647 w 108"/>
                <a:gd name="T51" fmla="*/ 2147483647 h 156"/>
                <a:gd name="T52" fmla="*/ 2147483647 w 108"/>
                <a:gd name="T53" fmla="*/ 2147483647 h 156"/>
                <a:gd name="T54" fmla="*/ 2147483647 w 108"/>
                <a:gd name="T55" fmla="*/ 2147483647 h 156"/>
                <a:gd name="T56" fmla="*/ 2147483647 w 108"/>
                <a:gd name="T57" fmla="*/ 2147483647 h 156"/>
                <a:gd name="T58" fmla="*/ 2147483647 w 108"/>
                <a:gd name="T59" fmla="*/ 2147483647 h 156"/>
                <a:gd name="T60" fmla="*/ 2147483647 w 108"/>
                <a:gd name="T61" fmla="*/ 2147483647 h 15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08"/>
                <a:gd name="T94" fmla="*/ 0 h 156"/>
                <a:gd name="T95" fmla="*/ 108 w 108"/>
                <a:gd name="T96" fmla="*/ 156 h 15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08" h="156">
                  <a:moveTo>
                    <a:pt x="72" y="96"/>
                  </a:moveTo>
                  <a:lnTo>
                    <a:pt x="72" y="72"/>
                  </a:lnTo>
                  <a:lnTo>
                    <a:pt x="78" y="66"/>
                  </a:lnTo>
                  <a:lnTo>
                    <a:pt x="84" y="66"/>
                  </a:lnTo>
                  <a:lnTo>
                    <a:pt x="96" y="60"/>
                  </a:lnTo>
                  <a:lnTo>
                    <a:pt x="102" y="60"/>
                  </a:lnTo>
                  <a:lnTo>
                    <a:pt x="108" y="48"/>
                  </a:lnTo>
                  <a:lnTo>
                    <a:pt x="108" y="30"/>
                  </a:lnTo>
                  <a:lnTo>
                    <a:pt x="102" y="18"/>
                  </a:lnTo>
                  <a:lnTo>
                    <a:pt x="96" y="12"/>
                  </a:lnTo>
                  <a:lnTo>
                    <a:pt x="102" y="0"/>
                  </a:lnTo>
                  <a:lnTo>
                    <a:pt x="54" y="0"/>
                  </a:lnTo>
                  <a:lnTo>
                    <a:pt x="60" y="0"/>
                  </a:lnTo>
                  <a:lnTo>
                    <a:pt x="60" y="6"/>
                  </a:lnTo>
                  <a:lnTo>
                    <a:pt x="54" y="6"/>
                  </a:lnTo>
                  <a:lnTo>
                    <a:pt x="48" y="18"/>
                  </a:lnTo>
                  <a:lnTo>
                    <a:pt x="36" y="24"/>
                  </a:lnTo>
                  <a:lnTo>
                    <a:pt x="30" y="30"/>
                  </a:lnTo>
                  <a:lnTo>
                    <a:pt x="18" y="66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0" y="114"/>
                  </a:lnTo>
                  <a:lnTo>
                    <a:pt x="0" y="156"/>
                  </a:lnTo>
                  <a:lnTo>
                    <a:pt x="12" y="150"/>
                  </a:lnTo>
                  <a:lnTo>
                    <a:pt x="24" y="126"/>
                  </a:lnTo>
                  <a:lnTo>
                    <a:pt x="30" y="132"/>
                  </a:lnTo>
                  <a:lnTo>
                    <a:pt x="36" y="132"/>
                  </a:lnTo>
                  <a:lnTo>
                    <a:pt x="42" y="126"/>
                  </a:lnTo>
                  <a:lnTo>
                    <a:pt x="48" y="114"/>
                  </a:lnTo>
                  <a:lnTo>
                    <a:pt x="48" y="102"/>
                  </a:lnTo>
                  <a:lnTo>
                    <a:pt x="72" y="96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49" name="Lesotho" descr="© INSCALE GmbH, 05.05.2010&#10;http://www.presentationload.com/">
              <a:extLst>
                <a:ext uri="{FF2B5EF4-FFF2-40B4-BE49-F238E27FC236}">
                  <a16:creationId xmlns:a16="http://schemas.microsoft.com/office/drawing/2014/main" id="{0E1317F5-F87B-49F7-8D98-C6D6E5D90614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938583" y="3979424"/>
              <a:ext cx="65746" cy="64217"/>
            </a:xfrm>
            <a:custGeom>
              <a:avLst/>
              <a:gdLst>
                <a:gd name="T0" fmla="*/ 0 w 168"/>
                <a:gd name="T1" fmla="*/ 2147483647 h 162"/>
                <a:gd name="T2" fmla="*/ 2147483647 w 168"/>
                <a:gd name="T3" fmla="*/ 2147483647 h 162"/>
                <a:gd name="T4" fmla="*/ 2147483647 w 168"/>
                <a:gd name="T5" fmla="*/ 2147483647 h 162"/>
                <a:gd name="T6" fmla="*/ 2147483647 w 168"/>
                <a:gd name="T7" fmla="*/ 2147483647 h 162"/>
                <a:gd name="T8" fmla="*/ 2147483647 w 168"/>
                <a:gd name="T9" fmla="*/ 2147483647 h 162"/>
                <a:gd name="T10" fmla="*/ 2147483647 w 168"/>
                <a:gd name="T11" fmla="*/ 2147483647 h 162"/>
                <a:gd name="T12" fmla="*/ 2147483647 w 168"/>
                <a:gd name="T13" fmla="*/ 2147483647 h 162"/>
                <a:gd name="T14" fmla="*/ 2147483647 w 168"/>
                <a:gd name="T15" fmla="*/ 2147483647 h 162"/>
                <a:gd name="T16" fmla="*/ 2147483647 w 168"/>
                <a:gd name="T17" fmla="*/ 2147483647 h 162"/>
                <a:gd name="T18" fmla="*/ 2147483647 w 168"/>
                <a:gd name="T19" fmla="*/ 2147483647 h 162"/>
                <a:gd name="T20" fmla="*/ 2147483647 w 168"/>
                <a:gd name="T21" fmla="*/ 2147483647 h 162"/>
                <a:gd name="T22" fmla="*/ 2147483647 w 168"/>
                <a:gd name="T23" fmla="*/ 2147483647 h 162"/>
                <a:gd name="T24" fmla="*/ 2147483647 w 168"/>
                <a:gd name="T25" fmla="*/ 2147483647 h 162"/>
                <a:gd name="T26" fmla="*/ 2147483647 w 168"/>
                <a:gd name="T27" fmla="*/ 2147483647 h 162"/>
                <a:gd name="T28" fmla="*/ 2147483647 w 168"/>
                <a:gd name="T29" fmla="*/ 2147483647 h 162"/>
                <a:gd name="T30" fmla="*/ 2147483647 w 168"/>
                <a:gd name="T31" fmla="*/ 2147483647 h 162"/>
                <a:gd name="T32" fmla="*/ 2147483647 w 168"/>
                <a:gd name="T33" fmla="*/ 2147483647 h 162"/>
                <a:gd name="T34" fmla="*/ 2147483647 w 168"/>
                <a:gd name="T35" fmla="*/ 2147483647 h 162"/>
                <a:gd name="T36" fmla="*/ 2147483647 w 168"/>
                <a:gd name="T37" fmla="*/ 2147483647 h 162"/>
                <a:gd name="T38" fmla="*/ 2147483647 w 168"/>
                <a:gd name="T39" fmla="*/ 2147483647 h 162"/>
                <a:gd name="T40" fmla="*/ 2147483647 w 168"/>
                <a:gd name="T41" fmla="*/ 2147483647 h 162"/>
                <a:gd name="T42" fmla="*/ 2147483647 w 168"/>
                <a:gd name="T43" fmla="*/ 0 h 162"/>
                <a:gd name="T44" fmla="*/ 2147483647 w 168"/>
                <a:gd name="T45" fmla="*/ 0 h 162"/>
                <a:gd name="T46" fmla="*/ 2147483647 w 168"/>
                <a:gd name="T47" fmla="*/ 2147483647 h 162"/>
                <a:gd name="T48" fmla="*/ 2147483647 w 168"/>
                <a:gd name="T49" fmla="*/ 2147483647 h 162"/>
                <a:gd name="T50" fmla="*/ 2147483647 w 168"/>
                <a:gd name="T51" fmla="*/ 2147483647 h 162"/>
                <a:gd name="T52" fmla="*/ 2147483647 w 168"/>
                <a:gd name="T53" fmla="*/ 2147483647 h 162"/>
                <a:gd name="T54" fmla="*/ 2147483647 w 168"/>
                <a:gd name="T55" fmla="*/ 2147483647 h 162"/>
                <a:gd name="T56" fmla="*/ 2147483647 w 168"/>
                <a:gd name="T57" fmla="*/ 2147483647 h 162"/>
                <a:gd name="T58" fmla="*/ 2147483647 w 168"/>
                <a:gd name="T59" fmla="*/ 2147483647 h 162"/>
                <a:gd name="T60" fmla="*/ 0 w 168"/>
                <a:gd name="T61" fmla="*/ 2147483647 h 16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68"/>
                <a:gd name="T94" fmla="*/ 0 h 162"/>
                <a:gd name="T95" fmla="*/ 168 w 168"/>
                <a:gd name="T96" fmla="*/ 162 h 162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68" h="162">
                  <a:moveTo>
                    <a:pt x="0" y="78"/>
                  </a:moveTo>
                  <a:lnTo>
                    <a:pt x="24" y="114"/>
                  </a:lnTo>
                  <a:lnTo>
                    <a:pt x="24" y="132"/>
                  </a:lnTo>
                  <a:lnTo>
                    <a:pt x="54" y="162"/>
                  </a:lnTo>
                  <a:lnTo>
                    <a:pt x="72" y="162"/>
                  </a:lnTo>
                  <a:lnTo>
                    <a:pt x="72" y="150"/>
                  </a:lnTo>
                  <a:lnTo>
                    <a:pt x="78" y="144"/>
                  </a:lnTo>
                  <a:lnTo>
                    <a:pt x="84" y="132"/>
                  </a:lnTo>
                  <a:lnTo>
                    <a:pt x="90" y="126"/>
                  </a:lnTo>
                  <a:lnTo>
                    <a:pt x="102" y="120"/>
                  </a:lnTo>
                  <a:lnTo>
                    <a:pt x="120" y="120"/>
                  </a:lnTo>
                  <a:lnTo>
                    <a:pt x="132" y="114"/>
                  </a:lnTo>
                  <a:lnTo>
                    <a:pt x="138" y="108"/>
                  </a:lnTo>
                  <a:lnTo>
                    <a:pt x="150" y="102"/>
                  </a:lnTo>
                  <a:lnTo>
                    <a:pt x="144" y="84"/>
                  </a:lnTo>
                  <a:lnTo>
                    <a:pt x="168" y="66"/>
                  </a:lnTo>
                  <a:lnTo>
                    <a:pt x="162" y="42"/>
                  </a:lnTo>
                  <a:lnTo>
                    <a:pt x="150" y="36"/>
                  </a:lnTo>
                  <a:lnTo>
                    <a:pt x="144" y="24"/>
                  </a:lnTo>
                  <a:lnTo>
                    <a:pt x="138" y="18"/>
                  </a:lnTo>
                  <a:lnTo>
                    <a:pt x="132" y="6"/>
                  </a:lnTo>
                  <a:lnTo>
                    <a:pt x="126" y="0"/>
                  </a:lnTo>
                  <a:lnTo>
                    <a:pt x="90" y="0"/>
                  </a:lnTo>
                  <a:lnTo>
                    <a:pt x="78" y="6"/>
                  </a:lnTo>
                  <a:lnTo>
                    <a:pt x="78" y="18"/>
                  </a:lnTo>
                  <a:lnTo>
                    <a:pt x="54" y="18"/>
                  </a:lnTo>
                  <a:lnTo>
                    <a:pt x="48" y="24"/>
                  </a:lnTo>
                  <a:lnTo>
                    <a:pt x="48" y="42"/>
                  </a:lnTo>
                  <a:lnTo>
                    <a:pt x="30" y="60"/>
                  </a:lnTo>
                  <a:lnTo>
                    <a:pt x="24" y="78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50" name="Latvia" descr="© INSCALE GmbH, 05.05.2010&#10;http://www.presentationload.com/">
              <a:extLst>
                <a:ext uri="{FF2B5EF4-FFF2-40B4-BE49-F238E27FC236}">
                  <a16:creationId xmlns:a16="http://schemas.microsoft.com/office/drawing/2014/main" id="{0ACB57AF-1D7E-4D75-A9F7-730C4575B0E5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736763" y="1265527"/>
              <a:ext cx="166655" cy="70333"/>
            </a:xfrm>
            <a:custGeom>
              <a:avLst/>
              <a:gdLst>
                <a:gd name="T0" fmla="*/ 2147483647 w 426"/>
                <a:gd name="T1" fmla="*/ 2147483647 h 180"/>
                <a:gd name="T2" fmla="*/ 2147483647 w 426"/>
                <a:gd name="T3" fmla="*/ 2147483647 h 180"/>
                <a:gd name="T4" fmla="*/ 2147483647 w 426"/>
                <a:gd name="T5" fmla="*/ 2147483647 h 180"/>
                <a:gd name="T6" fmla="*/ 2147483647 w 426"/>
                <a:gd name="T7" fmla="*/ 2147483647 h 180"/>
                <a:gd name="T8" fmla="*/ 2147483647 w 426"/>
                <a:gd name="T9" fmla="*/ 2147483647 h 180"/>
                <a:gd name="T10" fmla="*/ 2147483647 w 426"/>
                <a:gd name="T11" fmla="*/ 2147483647 h 180"/>
                <a:gd name="T12" fmla="*/ 2147483647 w 426"/>
                <a:gd name="T13" fmla="*/ 2147483647 h 180"/>
                <a:gd name="T14" fmla="*/ 2147483647 w 426"/>
                <a:gd name="T15" fmla="*/ 2147483647 h 180"/>
                <a:gd name="T16" fmla="*/ 2147483647 w 426"/>
                <a:gd name="T17" fmla="*/ 2147483647 h 180"/>
                <a:gd name="T18" fmla="*/ 2147483647 w 426"/>
                <a:gd name="T19" fmla="*/ 2147483647 h 180"/>
                <a:gd name="T20" fmla="*/ 2147483647 w 426"/>
                <a:gd name="T21" fmla="*/ 2147483647 h 180"/>
                <a:gd name="T22" fmla="*/ 2147483647 w 426"/>
                <a:gd name="T23" fmla="*/ 2147483647 h 180"/>
                <a:gd name="T24" fmla="*/ 2147483647 w 426"/>
                <a:gd name="T25" fmla="*/ 2147483647 h 180"/>
                <a:gd name="T26" fmla="*/ 2147483647 w 426"/>
                <a:gd name="T27" fmla="*/ 2147483647 h 180"/>
                <a:gd name="T28" fmla="*/ 2147483647 w 426"/>
                <a:gd name="T29" fmla="*/ 2147483647 h 180"/>
                <a:gd name="T30" fmla="*/ 2147483647 w 426"/>
                <a:gd name="T31" fmla="*/ 2147483647 h 180"/>
                <a:gd name="T32" fmla="*/ 2147483647 w 426"/>
                <a:gd name="T33" fmla="*/ 2147483647 h 180"/>
                <a:gd name="T34" fmla="*/ 2147483647 w 426"/>
                <a:gd name="T35" fmla="*/ 2147483647 h 180"/>
                <a:gd name="T36" fmla="*/ 2147483647 w 426"/>
                <a:gd name="T37" fmla="*/ 2147483647 h 180"/>
                <a:gd name="T38" fmla="*/ 2147483647 w 426"/>
                <a:gd name="T39" fmla="*/ 2147483647 h 180"/>
                <a:gd name="T40" fmla="*/ 2147483647 w 426"/>
                <a:gd name="T41" fmla="*/ 2147483647 h 180"/>
                <a:gd name="T42" fmla="*/ 2147483647 w 426"/>
                <a:gd name="T43" fmla="*/ 2147483647 h 180"/>
                <a:gd name="T44" fmla="*/ 2147483647 w 426"/>
                <a:gd name="T45" fmla="*/ 2147483647 h 180"/>
                <a:gd name="T46" fmla="*/ 2147483647 w 426"/>
                <a:gd name="T47" fmla="*/ 2147483647 h 180"/>
                <a:gd name="T48" fmla="*/ 2147483647 w 426"/>
                <a:gd name="T49" fmla="*/ 2147483647 h 180"/>
                <a:gd name="T50" fmla="*/ 2147483647 w 426"/>
                <a:gd name="T51" fmla="*/ 2147483647 h 180"/>
                <a:gd name="T52" fmla="*/ 2147483647 w 426"/>
                <a:gd name="T53" fmla="*/ 2147483647 h 180"/>
                <a:gd name="T54" fmla="*/ 2147483647 w 426"/>
                <a:gd name="T55" fmla="*/ 2147483647 h 180"/>
                <a:gd name="T56" fmla="*/ 2147483647 w 426"/>
                <a:gd name="T57" fmla="*/ 2147483647 h 180"/>
                <a:gd name="T58" fmla="*/ 2147483647 w 426"/>
                <a:gd name="T59" fmla="*/ 2147483647 h 180"/>
                <a:gd name="T60" fmla="*/ 2147483647 w 426"/>
                <a:gd name="T61" fmla="*/ 0 h 180"/>
                <a:gd name="T62" fmla="*/ 2147483647 w 426"/>
                <a:gd name="T63" fmla="*/ 2147483647 h 180"/>
                <a:gd name="T64" fmla="*/ 2147483647 w 426"/>
                <a:gd name="T65" fmla="*/ 2147483647 h 180"/>
                <a:gd name="T66" fmla="*/ 2147483647 w 426"/>
                <a:gd name="T67" fmla="*/ 2147483647 h 180"/>
                <a:gd name="T68" fmla="*/ 2147483647 w 426"/>
                <a:gd name="T69" fmla="*/ 2147483647 h 180"/>
                <a:gd name="T70" fmla="*/ 2147483647 w 426"/>
                <a:gd name="T71" fmla="*/ 2147483647 h 180"/>
                <a:gd name="T72" fmla="*/ 2147483647 w 426"/>
                <a:gd name="T73" fmla="*/ 2147483647 h 180"/>
                <a:gd name="T74" fmla="*/ 2147483647 w 426"/>
                <a:gd name="T75" fmla="*/ 2147483647 h 180"/>
                <a:gd name="T76" fmla="*/ 2147483647 w 426"/>
                <a:gd name="T77" fmla="*/ 2147483647 h 180"/>
                <a:gd name="T78" fmla="*/ 2147483647 w 426"/>
                <a:gd name="T79" fmla="*/ 2147483647 h 180"/>
                <a:gd name="T80" fmla="*/ 2147483647 w 426"/>
                <a:gd name="T81" fmla="*/ 2147483647 h 180"/>
                <a:gd name="T82" fmla="*/ 2147483647 w 426"/>
                <a:gd name="T83" fmla="*/ 2147483647 h 180"/>
                <a:gd name="T84" fmla="*/ 0 w 426"/>
                <a:gd name="T85" fmla="*/ 2147483647 h 180"/>
                <a:gd name="T86" fmla="*/ 2147483647 w 426"/>
                <a:gd name="T87" fmla="*/ 2147483647 h 18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26"/>
                <a:gd name="T133" fmla="*/ 0 h 180"/>
                <a:gd name="T134" fmla="*/ 426 w 426"/>
                <a:gd name="T135" fmla="*/ 180 h 18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26" h="180">
                  <a:moveTo>
                    <a:pt x="6" y="144"/>
                  </a:moveTo>
                  <a:lnTo>
                    <a:pt x="6" y="138"/>
                  </a:lnTo>
                  <a:lnTo>
                    <a:pt x="12" y="138"/>
                  </a:lnTo>
                  <a:lnTo>
                    <a:pt x="24" y="132"/>
                  </a:lnTo>
                  <a:lnTo>
                    <a:pt x="66" y="132"/>
                  </a:lnTo>
                  <a:lnTo>
                    <a:pt x="78" y="120"/>
                  </a:lnTo>
                  <a:lnTo>
                    <a:pt x="96" y="120"/>
                  </a:lnTo>
                  <a:lnTo>
                    <a:pt x="102" y="126"/>
                  </a:lnTo>
                  <a:lnTo>
                    <a:pt x="108" y="126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6" y="126"/>
                  </a:lnTo>
                  <a:lnTo>
                    <a:pt x="132" y="126"/>
                  </a:lnTo>
                  <a:lnTo>
                    <a:pt x="144" y="132"/>
                  </a:lnTo>
                  <a:lnTo>
                    <a:pt x="150" y="132"/>
                  </a:lnTo>
                  <a:lnTo>
                    <a:pt x="156" y="138"/>
                  </a:lnTo>
                  <a:lnTo>
                    <a:pt x="162" y="138"/>
                  </a:lnTo>
                  <a:lnTo>
                    <a:pt x="168" y="132"/>
                  </a:lnTo>
                  <a:lnTo>
                    <a:pt x="180" y="132"/>
                  </a:lnTo>
                  <a:lnTo>
                    <a:pt x="186" y="138"/>
                  </a:lnTo>
                  <a:lnTo>
                    <a:pt x="204" y="138"/>
                  </a:lnTo>
                  <a:lnTo>
                    <a:pt x="216" y="126"/>
                  </a:lnTo>
                  <a:lnTo>
                    <a:pt x="228" y="126"/>
                  </a:lnTo>
                  <a:lnTo>
                    <a:pt x="234" y="132"/>
                  </a:lnTo>
                  <a:lnTo>
                    <a:pt x="240" y="144"/>
                  </a:lnTo>
                  <a:lnTo>
                    <a:pt x="270" y="144"/>
                  </a:lnTo>
                  <a:lnTo>
                    <a:pt x="282" y="150"/>
                  </a:lnTo>
                  <a:lnTo>
                    <a:pt x="288" y="150"/>
                  </a:lnTo>
                  <a:lnTo>
                    <a:pt x="300" y="162"/>
                  </a:lnTo>
                  <a:lnTo>
                    <a:pt x="318" y="174"/>
                  </a:lnTo>
                  <a:lnTo>
                    <a:pt x="336" y="180"/>
                  </a:lnTo>
                  <a:lnTo>
                    <a:pt x="360" y="168"/>
                  </a:lnTo>
                  <a:lnTo>
                    <a:pt x="378" y="168"/>
                  </a:lnTo>
                  <a:lnTo>
                    <a:pt x="384" y="174"/>
                  </a:lnTo>
                  <a:lnTo>
                    <a:pt x="390" y="168"/>
                  </a:lnTo>
                  <a:lnTo>
                    <a:pt x="396" y="168"/>
                  </a:lnTo>
                  <a:lnTo>
                    <a:pt x="402" y="162"/>
                  </a:lnTo>
                  <a:lnTo>
                    <a:pt x="408" y="150"/>
                  </a:lnTo>
                  <a:lnTo>
                    <a:pt x="414" y="144"/>
                  </a:lnTo>
                  <a:lnTo>
                    <a:pt x="420" y="150"/>
                  </a:lnTo>
                  <a:lnTo>
                    <a:pt x="426" y="150"/>
                  </a:lnTo>
                  <a:lnTo>
                    <a:pt x="426" y="126"/>
                  </a:lnTo>
                  <a:lnTo>
                    <a:pt x="414" y="114"/>
                  </a:lnTo>
                  <a:lnTo>
                    <a:pt x="408" y="102"/>
                  </a:lnTo>
                  <a:lnTo>
                    <a:pt x="402" y="96"/>
                  </a:lnTo>
                  <a:lnTo>
                    <a:pt x="378" y="90"/>
                  </a:lnTo>
                  <a:lnTo>
                    <a:pt x="384" y="72"/>
                  </a:lnTo>
                  <a:lnTo>
                    <a:pt x="402" y="72"/>
                  </a:lnTo>
                  <a:lnTo>
                    <a:pt x="402" y="66"/>
                  </a:lnTo>
                  <a:lnTo>
                    <a:pt x="396" y="60"/>
                  </a:lnTo>
                  <a:lnTo>
                    <a:pt x="384" y="54"/>
                  </a:lnTo>
                  <a:lnTo>
                    <a:pt x="372" y="42"/>
                  </a:lnTo>
                  <a:lnTo>
                    <a:pt x="354" y="42"/>
                  </a:lnTo>
                  <a:lnTo>
                    <a:pt x="348" y="36"/>
                  </a:lnTo>
                  <a:lnTo>
                    <a:pt x="330" y="36"/>
                  </a:lnTo>
                  <a:lnTo>
                    <a:pt x="324" y="42"/>
                  </a:lnTo>
                  <a:lnTo>
                    <a:pt x="306" y="42"/>
                  </a:lnTo>
                  <a:lnTo>
                    <a:pt x="288" y="24"/>
                  </a:lnTo>
                  <a:lnTo>
                    <a:pt x="276" y="18"/>
                  </a:lnTo>
                  <a:lnTo>
                    <a:pt x="270" y="12"/>
                  </a:lnTo>
                  <a:lnTo>
                    <a:pt x="246" y="0"/>
                  </a:lnTo>
                  <a:lnTo>
                    <a:pt x="216" y="0"/>
                  </a:lnTo>
                  <a:lnTo>
                    <a:pt x="186" y="12"/>
                  </a:lnTo>
                  <a:lnTo>
                    <a:pt x="174" y="12"/>
                  </a:lnTo>
                  <a:lnTo>
                    <a:pt x="180" y="24"/>
                  </a:lnTo>
                  <a:lnTo>
                    <a:pt x="180" y="30"/>
                  </a:lnTo>
                  <a:lnTo>
                    <a:pt x="186" y="42"/>
                  </a:lnTo>
                  <a:lnTo>
                    <a:pt x="186" y="60"/>
                  </a:lnTo>
                  <a:lnTo>
                    <a:pt x="192" y="66"/>
                  </a:lnTo>
                  <a:lnTo>
                    <a:pt x="186" y="78"/>
                  </a:lnTo>
                  <a:lnTo>
                    <a:pt x="156" y="78"/>
                  </a:lnTo>
                  <a:lnTo>
                    <a:pt x="138" y="72"/>
                  </a:lnTo>
                  <a:lnTo>
                    <a:pt x="126" y="72"/>
                  </a:lnTo>
                  <a:lnTo>
                    <a:pt x="114" y="54"/>
                  </a:lnTo>
                  <a:lnTo>
                    <a:pt x="84" y="24"/>
                  </a:lnTo>
                  <a:lnTo>
                    <a:pt x="72" y="24"/>
                  </a:lnTo>
                  <a:lnTo>
                    <a:pt x="60" y="30"/>
                  </a:lnTo>
                  <a:lnTo>
                    <a:pt x="48" y="30"/>
                  </a:lnTo>
                  <a:lnTo>
                    <a:pt x="36" y="36"/>
                  </a:lnTo>
                  <a:lnTo>
                    <a:pt x="30" y="42"/>
                  </a:lnTo>
                  <a:lnTo>
                    <a:pt x="24" y="54"/>
                  </a:lnTo>
                  <a:lnTo>
                    <a:pt x="24" y="66"/>
                  </a:lnTo>
                  <a:lnTo>
                    <a:pt x="18" y="78"/>
                  </a:lnTo>
                  <a:lnTo>
                    <a:pt x="6" y="84"/>
                  </a:lnTo>
                  <a:lnTo>
                    <a:pt x="0" y="96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6" y="150"/>
                  </a:lnTo>
                  <a:lnTo>
                    <a:pt x="6" y="144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51" name="Laos" descr="© INSCALE GmbH, 05.05.2010&#10;http://www.presentationload.com/">
              <a:extLst>
                <a:ext uri="{FF2B5EF4-FFF2-40B4-BE49-F238E27FC236}">
                  <a16:creationId xmlns:a16="http://schemas.microsoft.com/office/drawing/2014/main" id="{E99FDA88-53F5-4309-B0DE-024913598FD7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944571" y="2367904"/>
              <a:ext cx="235459" cy="272154"/>
            </a:xfrm>
            <a:custGeom>
              <a:avLst/>
              <a:gdLst>
                <a:gd name="T0" fmla="*/ 2147483647 w 600"/>
                <a:gd name="T1" fmla="*/ 2147483647 h 696"/>
                <a:gd name="T2" fmla="*/ 2147483647 w 600"/>
                <a:gd name="T3" fmla="*/ 2147483647 h 696"/>
                <a:gd name="T4" fmla="*/ 2147483647 w 600"/>
                <a:gd name="T5" fmla="*/ 2147483647 h 696"/>
                <a:gd name="T6" fmla="*/ 2147483647 w 600"/>
                <a:gd name="T7" fmla="*/ 2147483647 h 696"/>
                <a:gd name="T8" fmla="*/ 2147483647 w 600"/>
                <a:gd name="T9" fmla="*/ 2147483647 h 696"/>
                <a:gd name="T10" fmla="*/ 2147483647 w 600"/>
                <a:gd name="T11" fmla="*/ 2147483647 h 696"/>
                <a:gd name="T12" fmla="*/ 2147483647 w 600"/>
                <a:gd name="T13" fmla="*/ 2147483647 h 696"/>
                <a:gd name="T14" fmla="*/ 2147483647 w 600"/>
                <a:gd name="T15" fmla="*/ 2147483647 h 696"/>
                <a:gd name="T16" fmla="*/ 2147483647 w 600"/>
                <a:gd name="T17" fmla="*/ 2147483647 h 696"/>
                <a:gd name="T18" fmla="*/ 2147483647 w 600"/>
                <a:gd name="T19" fmla="*/ 2147483647 h 696"/>
                <a:gd name="T20" fmla="*/ 2147483647 w 600"/>
                <a:gd name="T21" fmla="*/ 2147483647 h 696"/>
                <a:gd name="T22" fmla="*/ 2147483647 w 600"/>
                <a:gd name="T23" fmla="*/ 2147483647 h 696"/>
                <a:gd name="T24" fmla="*/ 2147483647 w 600"/>
                <a:gd name="T25" fmla="*/ 2147483647 h 696"/>
                <a:gd name="T26" fmla="*/ 2147483647 w 600"/>
                <a:gd name="T27" fmla="*/ 2147483647 h 696"/>
                <a:gd name="T28" fmla="*/ 2147483647 w 600"/>
                <a:gd name="T29" fmla="*/ 2147483647 h 696"/>
                <a:gd name="T30" fmla="*/ 2147483647 w 600"/>
                <a:gd name="T31" fmla="*/ 2147483647 h 696"/>
                <a:gd name="T32" fmla="*/ 2147483647 w 600"/>
                <a:gd name="T33" fmla="*/ 2147483647 h 696"/>
                <a:gd name="T34" fmla="*/ 2147483647 w 600"/>
                <a:gd name="T35" fmla="*/ 2147483647 h 696"/>
                <a:gd name="T36" fmla="*/ 2147483647 w 600"/>
                <a:gd name="T37" fmla="*/ 2147483647 h 696"/>
                <a:gd name="T38" fmla="*/ 2147483647 w 600"/>
                <a:gd name="T39" fmla="*/ 2147483647 h 696"/>
                <a:gd name="T40" fmla="*/ 2147483647 w 600"/>
                <a:gd name="T41" fmla="*/ 2147483647 h 696"/>
                <a:gd name="T42" fmla="*/ 2147483647 w 600"/>
                <a:gd name="T43" fmla="*/ 2147483647 h 696"/>
                <a:gd name="T44" fmla="*/ 2147483647 w 600"/>
                <a:gd name="T45" fmla="*/ 2147483647 h 696"/>
                <a:gd name="T46" fmla="*/ 2147483647 w 600"/>
                <a:gd name="T47" fmla="*/ 2147483647 h 696"/>
                <a:gd name="T48" fmla="*/ 2147483647 w 600"/>
                <a:gd name="T49" fmla="*/ 2147483647 h 696"/>
                <a:gd name="T50" fmla="*/ 2147483647 w 600"/>
                <a:gd name="T51" fmla="*/ 2147483647 h 696"/>
                <a:gd name="T52" fmla="*/ 2147483647 w 600"/>
                <a:gd name="T53" fmla="*/ 2147483647 h 696"/>
                <a:gd name="T54" fmla="*/ 2147483647 w 600"/>
                <a:gd name="T55" fmla="*/ 2147483647 h 696"/>
                <a:gd name="T56" fmla="*/ 2147483647 w 600"/>
                <a:gd name="T57" fmla="*/ 2147483647 h 696"/>
                <a:gd name="T58" fmla="*/ 2147483647 w 600"/>
                <a:gd name="T59" fmla="*/ 2147483647 h 696"/>
                <a:gd name="T60" fmla="*/ 2147483647 w 600"/>
                <a:gd name="T61" fmla="*/ 2147483647 h 696"/>
                <a:gd name="T62" fmla="*/ 2147483647 w 600"/>
                <a:gd name="T63" fmla="*/ 2147483647 h 696"/>
                <a:gd name="T64" fmla="*/ 2147483647 w 600"/>
                <a:gd name="T65" fmla="*/ 2147483647 h 696"/>
                <a:gd name="T66" fmla="*/ 2147483647 w 600"/>
                <a:gd name="T67" fmla="*/ 2147483647 h 696"/>
                <a:gd name="T68" fmla="*/ 2147483647 w 600"/>
                <a:gd name="T69" fmla="*/ 2147483647 h 696"/>
                <a:gd name="T70" fmla="*/ 2147483647 w 600"/>
                <a:gd name="T71" fmla="*/ 2147483647 h 696"/>
                <a:gd name="T72" fmla="*/ 2147483647 w 600"/>
                <a:gd name="T73" fmla="*/ 2147483647 h 696"/>
                <a:gd name="T74" fmla="*/ 2147483647 w 600"/>
                <a:gd name="T75" fmla="*/ 2147483647 h 696"/>
                <a:gd name="T76" fmla="*/ 2147483647 w 600"/>
                <a:gd name="T77" fmla="*/ 2147483647 h 696"/>
                <a:gd name="T78" fmla="*/ 2147483647 w 600"/>
                <a:gd name="T79" fmla="*/ 2147483647 h 696"/>
                <a:gd name="T80" fmla="*/ 2147483647 w 600"/>
                <a:gd name="T81" fmla="*/ 2147483647 h 696"/>
                <a:gd name="T82" fmla="*/ 2147483647 w 600"/>
                <a:gd name="T83" fmla="*/ 2147483647 h 696"/>
                <a:gd name="T84" fmla="*/ 2147483647 w 600"/>
                <a:gd name="T85" fmla="*/ 2147483647 h 696"/>
                <a:gd name="T86" fmla="*/ 2147483647 w 600"/>
                <a:gd name="T87" fmla="*/ 2147483647 h 696"/>
                <a:gd name="T88" fmla="*/ 2147483647 w 600"/>
                <a:gd name="T89" fmla="*/ 2147483647 h 696"/>
                <a:gd name="T90" fmla="*/ 2147483647 w 600"/>
                <a:gd name="T91" fmla="*/ 2147483647 h 696"/>
                <a:gd name="T92" fmla="*/ 2147483647 w 600"/>
                <a:gd name="T93" fmla="*/ 2147483647 h 696"/>
                <a:gd name="T94" fmla="*/ 2147483647 w 600"/>
                <a:gd name="T95" fmla="*/ 2147483647 h 696"/>
                <a:gd name="T96" fmla="*/ 2147483647 w 600"/>
                <a:gd name="T97" fmla="*/ 2147483647 h 696"/>
                <a:gd name="T98" fmla="*/ 2147483647 w 600"/>
                <a:gd name="T99" fmla="*/ 2147483647 h 696"/>
                <a:gd name="T100" fmla="*/ 2147483647 w 600"/>
                <a:gd name="T101" fmla="*/ 2147483647 h 696"/>
                <a:gd name="T102" fmla="*/ 2147483647 w 600"/>
                <a:gd name="T103" fmla="*/ 2147483647 h 696"/>
                <a:gd name="T104" fmla="*/ 2147483647 w 600"/>
                <a:gd name="T105" fmla="*/ 2147483647 h 696"/>
                <a:gd name="T106" fmla="*/ 2147483647 w 600"/>
                <a:gd name="T107" fmla="*/ 2147483647 h 696"/>
                <a:gd name="T108" fmla="*/ 2147483647 w 600"/>
                <a:gd name="T109" fmla="*/ 2147483647 h 696"/>
                <a:gd name="T110" fmla="*/ 2147483647 w 600"/>
                <a:gd name="T111" fmla="*/ 2147483647 h 696"/>
                <a:gd name="T112" fmla="*/ 2147483647 w 600"/>
                <a:gd name="T113" fmla="*/ 2147483647 h 696"/>
                <a:gd name="T114" fmla="*/ 2147483647 w 600"/>
                <a:gd name="T115" fmla="*/ 2147483647 h 696"/>
                <a:gd name="T116" fmla="*/ 2147483647 w 600"/>
                <a:gd name="T117" fmla="*/ 2147483647 h 696"/>
                <a:gd name="T118" fmla="*/ 0 w 600"/>
                <a:gd name="T119" fmla="*/ 2147483647 h 696"/>
                <a:gd name="T120" fmla="*/ 2147483647 w 600"/>
                <a:gd name="T121" fmla="*/ 2147483647 h 69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00"/>
                <a:gd name="T184" fmla="*/ 0 h 696"/>
                <a:gd name="T185" fmla="*/ 600 w 600"/>
                <a:gd name="T186" fmla="*/ 696 h 69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00" h="696">
                  <a:moveTo>
                    <a:pt x="24" y="180"/>
                  </a:moveTo>
                  <a:lnTo>
                    <a:pt x="36" y="180"/>
                  </a:lnTo>
                  <a:lnTo>
                    <a:pt x="42" y="186"/>
                  </a:lnTo>
                  <a:lnTo>
                    <a:pt x="42" y="198"/>
                  </a:lnTo>
                  <a:lnTo>
                    <a:pt x="36" y="204"/>
                  </a:lnTo>
                  <a:lnTo>
                    <a:pt x="36" y="228"/>
                  </a:lnTo>
                  <a:lnTo>
                    <a:pt x="42" y="240"/>
                  </a:lnTo>
                  <a:lnTo>
                    <a:pt x="48" y="246"/>
                  </a:lnTo>
                  <a:lnTo>
                    <a:pt x="66" y="246"/>
                  </a:lnTo>
                  <a:lnTo>
                    <a:pt x="66" y="234"/>
                  </a:lnTo>
                  <a:lnTo>
                    <a:pt x="78" y="234"/>
                  </a:lnTo>
                  <a:lnTo>
                    <a:pt x="84" y="228"/>
                  </a:lnTo>
                  <a:lnTo>
                    <a:pt x="90" y="228"/>
                  </a:lnTo>
                  <a:lnTo>
                    <a:pt x="102" y="234"/>
                  </a:lnTo>
                  <a:lnTo>
                    <a:pt x="102" y="264"/>
                  </a:lnTo>
                  <a:lnTo>
                    <a:pt x="96" y="270"/>
                  </a:lnTo>
                  <a:lnTo>
                    <a:pt x="102" y="276"/>
                  </a:lnTo>
                  <a:lnTo>
                    <a:pt x="108" y="288"/>
                  </a:lnTo>
                  <a:lnTo>
                    <a:pt x="108" y="300"/>
                  </a:lnTo>
                  <a:lnTo>
                    <a:pt x="102" y="312"/>
                  </a:lnTo>
                  <a:lnTo>
                    <a:pt x="90" y="324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08" y="342"/>
                  </a:lnTo>
                  <a:lnTo>
                    <a:pt x="84" y="390"/>
                  </a:lnTo>
                  <a:lnTo>
                    <a:pt x="84" y="402"/>
                  </a:lnTo>
                  <a:lnTo>
                    <a:pt x="102" y="402"/>
                  </a:lnTo>
                  <a:lnTo>
                    <a:pt x="126" y="390"/>
                  </a:lnTo>
                  <a:lnTo>
                    <a:pt x="132" y="384"/>
                  </a:lnTo>
                  <a:lnTo>
                    <a:pt x="132" y="378"/>
                  </a:lnTo>
                  <a:lnTo>
                    <a:pt x="144" y="366"/>
                  </a:lnTo>
                  <a:lnTo>
                    <a:pt x="150" y="354"/>
                  </a:lnTo>
                  <a:lnTo>
                    <a:pt x="156" y="348"/>
                  </a:lnTo>
                  <a:lnTo>
                    <a:pt x="168" y="348"/>
                  </a:lnTo>
                  <a:lnTo>
                    <a:pt x="174" y="354"/>
                  </a:lnTo>
                  <a:lnTo>
                    <a:pt x="198" y="366"/>
                  </a:lnTo>
                  <a:lnTo>
                    <a:pt x="216" y="366"/>
                  </a:lnTo>
                  <a:lnTo>
                    <a:pt x="234" y="348"/>
                  </a:lnTo>
                  <a:lnTo>
                    <a:pt x="234" y="336"/>
                  </a:lnTo>
                  <a:lnTo>
                    <a:pt x="240" y="330"/>
                  </a:lnTo>
                  <a:lnTo>
                    <a:pt x="258" y="330"/>
                  </a:lnTo>
                  <a:lnTo>
                    <a:pt x="264" y="336"/>
                  </a:lnTo>
                  <a:lnTo>
                    <a:pt x="276" y="342"/>
                  </a:lnTo>
                  <a:lnTo>
                    <a:pt x="300" y="342"/>
                  </a:lnTo>
                  <a:lnTo>
                    <a:pt x="306" y="348"/>
                  </a:lnTo>
                  <a:lnTo>
                    <a:pt x="306" y="360"/>
                  </a:lnTo>
                  <a:lnTo>
                    <a:pt x="318" y="372"/>
                  </a:lnTo>
                  <a:lnTo>
                    <a:pt x="336" y="384"/>
                  </a:lnTo>
                  <a:lnTo>
                    <a:pt x="348" y="390"/>
                  </a:lnTo>
                  <a:lnTo>
                    <a:pt x="366" y="408"/>
                  </a:lnTo>
                  <a:lnTo>
                    <a:pt x="372" y="450"/>
                  </a:lnTo>
                  <a:lnTo>
                    <a:pt x="372" y="462"/>
                  </a:lnTo>
                  <a:lnTo>
                    <a:pt x="384" y="486"/>
                  </a:lnTo>
                  <a:lnTo>
                    <a:pt x="420" y="522"/>
                  </a:lnTo>
                  <a:lnTo>
                    <a:pt x="420" y="528"/>
                  </a:lnTo>
                  <a:lnTo>
                    <a:pt x="426" y="534"/>
                  </a:lnTo>
                  <a:lnTo>
                    <a:pt x="426" y="546"/>
                  </a:lnTo>
                  <a:lnTo>
                    <a:pt x="432" y="540"/>
                  </a:lnTo>
                  <a:lnTo>
                    <a:pt x="432" y="546"/>
                  </a:lnTo>
                  <a:lnTo>
                    <a:pt x="444" y="558"/>
                  </a:lnTo>
                  <a:lnTo>
                    <a:pt x="432" y="582"/>
                  </a:lnTo>
                  <a:lnTo>
                    <a:pt x="426" y="588"/>
                  </a:lnTo>
                  <a:lnTo>
                    <a:pt x="426" y="594"/>
                  </a:lnTo>
                  <a:lnTo>
                    <a:pt x="438" y="606"/>
                  </a:lnTo>
                  <a:lnTo>
                    <a:pt x="450" y="612"/>
                  </a:lnTo>
                  <a:lnTo>
                    <a:pt x="456" y="618"/>
                  </a:lnTo>
                  <a:lnTo>
                    <a:pt x="456" y="630"/>
                  </a:lnTo>
                  <a:lnTo>
                    <a:pt x="450" y="636"/>
                  </a:lnTo>
                  <a:lnTo>
                    <a:pt x="444" y="648"/>
                  </a:lnTo>
                  <a:lnTo>
                    <a:pt x="432" y="654"/>
                  </a:lnTo>
                  <a:lnTo>
                    <a:pt x="426" y="660"/>
                  </a:lnTo>
                  <a:lnTo>
                    <a:pt x="426" y="672"/>
                  </a:lnTo>
                  <a:lnTo>
                    <a:pt x="450" y="672"/>
                  </a:lnTo>
                  <a:lnTo>
                    <a:pt x="456" y="678"/>
                  </a:lnTo>
                  <a:lnTo>
                    <a:pt x="462" y="678"/>
                  </a:lnTo>
                  <a:lnTo>
                    <a:pt x="462" y="684"/>
                  </a:lnTo>
                  <a:lnTo>
                    <a:pt x="474" y="696"/>
                  </a:lnTo>
                  <a:lnTo>
                    <a:pt x="486" y="696"/>
                  </a:lnTo>
                  <a:lnTo>
                    <a:pt x="492" y="690"/>
                  </a:lnTo>
                  <a:lnTo>
                    <a:pt x="492" y="678"/>
                  </a:lnTo>
                  <a:lnTo>
                    <a:pt x="480" y="666"/>
                  </a:lnTo>
                  <a:lnTo>
                    <a:pt x="498" y="654"/>
                  </a:lnTo>
                  <a:lnTo>
                    <a:pt x="510" y="642"/>
                  </a:lnTo>
                  <a:lnTo>
                    <a:pt x="546" y="654"/>
                  </a:lnTo>
                  <a:lnTo>
                    <a:pt x="558" y="642"/>
                  </a:lnTo>
                  <a:lnTo>
                    <a:pt x="582" y="648"/>
                  </a:lnTo>
                  <a:lnTo>
                    <a:pt x="588" y="648"/>
                  </a:lnTo>
                  <a:lnTo>
                    <a:pt x="600" y="636"/>
                  </a:lnTo>
                  <a:lnTo>
                    <a:pt x="600" y="630"/>
                  </a:lnTo>
                  <a:lnTo>
                    <a:pt x="588" y="618"/>
                  </a:lnTo>
                  <a:lnTo>
                    <a:pt x="582" y="618"/>
                  </a:lnTo>
                  <a:lnTo>
                    <a:pt x="600" y="582"/>
                  </a:lnTo>
                  <a:lnTo>
                    <a:pt x="594" y="582"/>
                  </a:lnTo>
                  <a:lnTo>
                    <a:pt x="588" y="576"/>
                  </a:lnTo>
                  <a:lnTo>
                    <a:pt x="564" y="564"/>
                  </a:lnTo>
                  <a:lnTo>
                    <a:pt x="540" y="540"/>
                  </a:lnTo>
                  <a:lnTo>
                    <a:pt x="546" y="540"/>
                  </a:lnTo>
                  <a:lnTo>
                    <a:pt x="552" y="534"/>
                  </a:lnTo>
                  <a:lnTo>
                    <a:pt x="558" y="534"/>
                  </a:lnTo>
                  <a:lnTo>
                    <a:pt x="564" y="528"/>
                  </a:lnTo>
                  <a:lnTo>
                    <a:pt x="564" y="516"/>
                  </a:lnTo>
                  <a:lnTo>
                    <a:pt x="558" y="510"/>
                  </a:lnTo>
                  <a:lnTo>
                    <a:pt x="546" y="504"/>
                  </a:lnTo>
                  <a:lnTo>
                    <a:pt x="540" y="498"/>
                  </a:lnTo>
                  <a:lnTo>
                    <a:pt x="528" y="498"/>
                  </a:lnTo>
                  <a:lnTo>
                    <a:pt x="516" y="486"/>
                  </a:lnTo>
                  <a:lnTo>
                    <a:pt x="504" y="462"/>
                  </a:lnTo>
                  <a:lnTo>
                    <a:pt x="498" y="456"/>
                  </a:lnTo>
                  <a:lnTo>
                    <a:pt x="498" y="450"/>
                  </a:lnTo>
                  <a:lnTo>
                    <a:pt x="480" y="450"/>
                  </a:lnTo>
                  <a:lnTo>
                    <a:pt x="474" y="432"/>
                  </a:lnTo>
                  <a:lnTo>
                    <a:pt x="456" y="414"/>
                  </a:lnTo>
                  <a:lnTo>
                    <a:pt x="438" y="402"/>
                  </a:lnTo>
                  <a:lnTo>
                    <a:pt x="426" y="378"/>
                  </a:lnTo>
                  <a:lnTo>
                    <a:pt x="426" y="354"/>
                  </a:lnTo>
                  <a:lnTo>
                    <a:pt x="420" y="354"/>
                  </a:lnTo>
                  <a:lnTo>
                    <a:pt x="414" y="348"/>
                  </a:lnTo>
                  <a:lnTo>
                    <a:pt x="402" y="342"/>
                  </a:lnTo>
                  <a:lnTo>
                    <a:pt x="390" y="342"/>
                  </a:lnTo>
                  <a:lnTo>
                    <a:pt x="384" y="336"/>
                  </a:lnTo>
                  <a:lnTo>
                    <a:pt x="384" y="306"/>
                  </a:lnTo>
                  <a:lnTo>
                    <a:pt x="372" y="306"/>
                  </a:lnTo>
                  <a:lnTo>
                    <a:pt x="366" y="300"/>
                  </a:lnTo>
                  <a:lnTo>
                    <a:pt x="354" y="294"/>
                  </a:lnTo>
                  <a:lnTo>
                    <a:pt x="342" y="282"/>
                  </a:lnTo>
                  <a:lnTo>
                    <a:pt x="306" y="264"/>
                  </a:lnTo>
                  <a:lnTo>
                    <a:pt x="300" y="258"/>
                  </a:lnTo>
                  <a:lnTo>
                    <a:pt x="288" y="252"/>
                  </a:lnTo>
                  <a:lnTo>
                    <a:pt x="288" y="234"/>
                  </a:lnTo>
                  <a:lnTo>
                    <a:pt x="282" y="228"/>
                  </a:lnTo>
                  <a:lnTo>
                    <a:pt x="306" y="228"/>
                  </a:lnTo>
                  <a:lnTo>
                    <a:pt x="312" y="234"/>
                  </a:lnTo>
                  <a:lnTo>
                    <a:pt x="330" y="234"/>
                  </a:lnTo>
                  <a:lnTo>
                    <a:pt x="336" y="228"/>
                  </a:lnTo>
                  <a:lnTo>
                    <a:pt x="342" y="216"/>
                  </a:lnTo>
                  <a:lnTo>
                    <a:pt x="354" y="210"/>
                  </a:lnTo>
                  <a:lnTo>
                    <a:pt x="360" y="198"/>
                  </a:lnTo>
                  <a:lnTo>
                    <a:pt x="360" y="186"/>
                  </a:lnTo>
                  <a:lnTo>
                    <a:pt x="348" y="180"/>
                  </a:lnTo>
                  <a:lnTo>
                    <a:pt x="330" y="174"/>
                  </a:lnTo>
                  <a:lnTo>
                    <a:pt x="306" y="162"/>
                  </a:lnTo>
                  <a:lnTo>
                    <a:pt x="306" y="156"/>
                  </a:lnTo>
                  <a:lnTo>
                    <a:pt x="312" y="150"/>
                  </a:lnTo>
                  <a:lnTo>
                    <a:pt x="318" y="150"/>
                  </a:lnTo>
                  <a:lnTo>
                    <a:pt x="294" y="126"/>
                  </a:lnTo>
                  <a:lnTo>
                    <a:pt x="282" y="120"/>
                  </a:lnTo>
                  <a:lnTo>
                    <a:pt x="270" y="120"/>
                  </a:lnTo>
                  <a:lnTo>
                    <a:pt x="264" y="132"/>
                  </a:lnTo>
                  <a:lnTo>
                    <a:pt x="264" y="138"/>
                  </a:lnTo>
                  <a:lnTo>
                    <a:pt x="258" y="150"/>
                  </a:lnTo>
                  <a:lnTo>
                    <a:pt x="252" y="156"/>
                  </a:lnTo>
                  <a:lnTo>
                    <a:pt x="240" y="144"/>
                  </a:lnTo>
                  <a:lnTo>
                    <a:pt x="240" y="138"/>
                  </a:lnTo>
                  <a:lnTo>
                    <a:pt x="222" y="138"/>
                  </a:lnTo>
                  <a:lnTo>
                    <a:pt x="216" y="126"/>
                  </a:lnTo>
                  <a:lnTo>
                    <a:pt x="198" y="108"/>
                  </a:lnTo>
                  <a:lnTo>
                    <a:pt x="186" y="84"/>
                  </a:lnTo>
                  <a:lnTo>
                    <a:pt x="186" y="54"/>
                  </a:lnTo>
                  <a:lnTo>
                    <a:pt x="180" y="54"/>
                  </a:lnTo>
                  <a:lnTo>
                    <a:pt x="174" y="60"/>
                  </a:lnTo>
                  <a:lnTo>
                    <a:pt x="168" y="48"/>
                  </a:lnTo>
                  <a:lnTo>
                    <a:pt x="156" y="42"/>
                  </a:lnTo>
                  <a:lnTo>
                    <a:pt x="150" y="30"/>
                  </a:lnTo>
                  <a:lnTo>
                    <a:pt x="144" y="24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96" y="0"/>
                  </a:lnTo>
                  <a:lnTo>
                    <a:pt x="90" y="6"/>
                  </a:lnTo>
                  <a:lnTo>
                    <a:pt x="90" y="48"/>
                  </a:lnTo>
                  <a:lnTo>
                    <a:pt x="114" y="72"/>
                  </a:lnTo>
                  <a:lnTo>
                    <a:pt x="114" y="108"/>
                  </a:lnTo>
                  <a:lnTo>
                    <a:pt x="72" y="108"/>
                  </a:lnTo>
                  <a:lnTo>
                    <a:pt x="72" y="84"/>
                  </a:lnTo>
                  <a:lnTo>
                    <a:pt x="36" y="102"/>
                  </a:lnTo>
                  <a:lnTo>
                    <a:pt x="36" y="114"/>
                  </a:lnTo>
                  <a:lnTo>
                    <a:pt x="30" y="126"/>
                  </a:lnTo>
                  <a:lnTo>
                    <a:pt x="36" y="132"/>
                  </a:lnTo>
                  <a:lnTo>
                    <a:pt x="30" y="138"/>
                  </a:lnTo>
                  <a:lnTo>
                    <a:pt x="18" y="138"/>
                  </a:lnTo>
                  <a:lnTo>
                    <a:pt x="0" y="156"/>
                  </a:lnTo>
                  <a:lnTo>
                    <a:pt x="0" y="168"/>
                  </a:lnTo>
                  <a:lnTo>
                    <a:pt x="6" y="168"/>
                  </a:lnTo>
                  <a:lnTo>
                    <a:pt x="12" y="174"/>
                  </a:lnTo>
                  <a:lnTo>
                    <a:pt x="24" y="180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4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52" name="Kyrgyzstan" descr="© INSCALE GmbH, 05.05.2010&#10;http://www.presentationload.com/">
              <a:extLst>
                <a:ext uri="{FF2B5EF4-FFF2-40B4-BE49-F238E27FC236}">
                  <a16:creationId xmlns:a16="http://schemas.microsoft.com/office/drawing/2014/main" id="{F817A800-F1A8-4464-A768-61F9DA1CE8EE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005793" y="1718103"/>
              <a:ext cx="262980" cy="122316"/>
            </a:xfrm>
            <a:custGeom>
              <a:avLst/>
              <a:gdLst>
                <a:gd name="T0" fmla="*/ 2147483647 w 672"/>
                <a:gd name="T1" fmla="*/ 2147483647 h 312"/>
                <a:gd name="T2" fmla="*/ 2147483647 w 672"/>
                <a:gd name="T3" fmla="*/ 2147483647 h 312"/>
                <a:gd name="T4" fmla="*/ 2147483647 w 672"/>
                <a:gd name="T5" fmla="*/ 2147483647 h 312"/>
                <a:gd name="T6" fmla="*/ 2147483647 w 672"/>
                <a:gd name="T7" fmla="*/ 2147483647 h 312"/>
                <a:gd name="T8" fmla="*/ 2147483647 w 672"/>
                <a:gd name="T9" fmla="*/ 2147483647 h 312"/>
                <a:gd name="T10" fmla="*/ 2147483647 w 672"/>
                <a:gd name="T11" fmla="*/ 2147483647 h 312"/>
                <a:gd name="T12" fmla="*/ 2147483647 w 672"/>
                <a:gd name="T13" fmla="*/ 2147483647 h 312"/>
                <a:gd name="T14" fmla="*/ 2147483647 w 672"/>
                <a:gd name="T15" fmla="*/ 2147483647 h 312"/>
                <a:gd name="T16" fmla="*/ 2147483647 w 672"/>
                <a:gd name="T17" fmla="*/ 2147483647 h 312"/>
                <a:gd name="T18" fmla="*/ 2147483647 w 672"/>
                <a:gd name="T19" fmla="*/ 2147483647 h 312"/>
                <a:gd name="T20" fmla="*/ 2147483647 w 672"/>
                <a:gd name="T21" fmla="*/ 2147483647 h 312"/>
                <a:gd name="T22" fmla="*/ 2147483647 w 672"/>
                <a:gd name="T23" fmla="*/ 2147483647 h 312"/>
                <a:gd name="T24" fmla="*/ 0 w 672"/>
                <a:gd name="T25" fmla="*/ 2147483647 h 312"/>
                <a:gd name="T26" fmla="*/ 2147483647 w 672"/>
                <a:gd name="T27" fmla="*/ 2147483647 h 312"/>
                <a:gd name="T28" fmla="*/ 2147483647 w 672"/>
                <a:gd name="T29" fmla="*/ 2147483647 h 312"/>
                <a:gd name="T30" fmla="*/ 2147483647 w 672"/>
                <a:gd name="T31" fmla="*/ 2147483647 h 312"/>
                <a:gd name="T32" fmla="*/ 2147483647 w 672"/>
                <a:gd name="T33" fmla="*/ 2147483647 h 312"/>
                <a:gd name="T34" fmla="*/ 2147483647 w 672"/>
                <a:gd name="T35" fmla="*/ 2147483647 h 312"/>
                <a:gd name="T36" fmla="*/ 2147483647 w 672"/>
                <a:gd name="T37" fmla="*/ 2147483647 h 312"/>
                <a:gd name="T38" fmla="*/ 2147483647 w 672"/>
                <a:gd name="T39" fmla="*/ 2147483647 h 312"/>
                <a:gd name="T40" fmla="*/ 2147483647 w 672"/>
                <a:gd name="T41" fmla="*/ 2147483647 h 312"/>
                <a:gd name="T42" fmla="*/ 2147483647 w 672"/>
                <a:gd name="T43" fmla="*/ 2147483647 h 312"/>
                <a:gd name="T44" fmla="*/ 2147483647 w 672"/>
                <a:gd name="T45" fmla="*/ 2147483647 h 312"/>
                <a:gd name="T46" fmla="*/ 2147483647 w 672"/>
                <a:gd name="T47" fmla="*/ 2147483647 h 312"/>
                <a:gd name="T48" fmla="*/ 2147483647 w 672"/>
                <a:gd name="T49" fmla="*/ 2147483647 h 312"/>
                <a:gd name="T50" fmla="*/ 2147483647 w 672"/>
                <a:gd name="T51" fmla="*/ 2147483647 h 312"/>
                <a:gd name="T52" fmla="*/ 2147483647 w 672"/>
                <a:gd name="T53" fmla="*/ 2147483647 h 312"/>
                <a:gd name="T54" fmla="*/ 2147483647 w 672"/>
                <a:gd name="T55" fmla="*/ 2147483647 h 312"/>
                <a:gd name="T56" fmla="*/ 2147483647 w 672"/>
                <a:gd name="T57" fmla="*/ 2147483647 h 312"/>
                <a:gd name="T58" fmla="*/ 2147483647 w 672"/>
                <a:gd name="T59" fmla="*/ 2147483647 h 312"/>
                <a:gd name="T60" fmla="*/ 2147483647 w 672"/>
                <a:gd name="T61" fmla="*/ 2147483647 h 312"/>
                <a:gd name="T62" fmla="*/ 2147483647 w 672"/>
                <a:gd name="T63" fmla="*/ 2147483647 h 312"/>
                <a:gd name="T64" fmla="*/ 2147483647 w 672"/>
                <a:gd name="T65" fmla="*/ 2147483647 h 312"/>
                <a:gd name="T66" fmla="*/ 2147483647 w 672"/>
                <a:gd name="T67" fmla="*/ 2147483647 h 312"/>
                <a:gd name="T68" fmla="*/ 2147483647 w 672"/>
                <a:gd name="T69" fmla="*/ 2147483647 h 312"/>
                <a:gd name="T70" fmla="*/ 2147483647 w 672"/>
                <a:gd name="T71" fmla="*/ 2147483647 h 312"/>
                <a:gd name="T72" fmla="*/ 2147483647 w 672"/>
                <a:gd name="T73" fmla="*/ 2147483647 h 312"/>
                <a:gd name="T74" fmla="*/ 2147483647 w 672"/>
                <a:gd name="T75" fmla="*/ 2147483647 h 312"/>
                <a:gd name="T76" fmla="*/ 2147483647 w 672"/>
                <a:gd name="T77" fmla="*/ 0 h 312"/>
                <a:gd name="T78" fmla="*/ 2147483647 w 672"/>
                <a:gd name="T79" fmla="*/ 2147483647 h 312"/>
                <a:gd name="T80" fmla="*/ 2147483647 w 672"/>
                <a:gd name="T81" fmla="*/ 2147483647 h 312"/>
                <a:gd name="T82" fmla="*/ 2147483647 w 672"/>
                <a:gd name="T83" fmla="*/ 2147483647 h 312"/>
                <a:gd name="T84" fmla="*/ 2147483647 w 672"/>
                <a:gd name="T85" fmla="*/ 2147483647 h 312"/>
                <a:gd name="T86" fmla="*/ 2147483647 w 672"/>
                <a:gd name="T87" fmla="*/ 2147483647 h 312"/>
                <a:gd name="T88" fmla="*/ 2147483647 w 672"/>
                <a:gd name="T89" fmla="*/ 2147483647 h 31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672"/>
                <a:gd name="T136" fmla="*/ 0 h 312"/>
                <a:gd name="T137" fmla="*/ 672 w 672"/>
                <a:gd name="T138" fmla="*/ 312 h 31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672" h="312">
                  <a:moveTo>
                    <a:pt x="36" y="132"/>
                  </a:moveTo>
                  <a:lnTo>
                    <a:pt x="66" y="144"/>
                  </a:lnTo>
                  <a:lnTo>
                    <a:pt x="78" y="156"/>
                  </a:lnTo>
                  <a:lnTo>
                    <a:pt x="114" y="156"/>
                  </a:lnTo>
                  <a:lnTo>
                    <a:pt x="114" y="144"/>
                  </a:lnTo>
                  <a:lnTo>
                    <a:pt x="126" y="144"/>
                  </a:lnTo>
                  <a:lnTo>
                    <a:pt x="126" y="132"/>
                  </a:lnTo>
                  <a:lnTo>
                    <a:pt x="144" y="156"/>
                  </a:lnTo>
                  <a:lnTo>
                    <a:pt x="162" y="156"/>
                  </a:lnTo>
                  <a:lnTo>
                    <a:pt x="168" y="174"/>
                  </a:lnTo>
                  <a:lnTo>
                    <a:pt x="192" y="174"/>
                  </a:lnTo>
                  <a:lnTo>
                    <a:pt x="198" y="186"/>
                  </a:lnTo>
                  <a:lnTo>
                    <a:pt x="204" y="186"/>
                  </a:lnTo>
                  <a:lnTo>
                    <a:pt x="216" y="180"/>
                  </a:lnTo>
                  <a:lnTo>
                    <a:pt x="228" y="180"/>
                  </a:lnTo>
                  <a:lnTo>
                    <a:pt x="228" y="192"/>
                  </a:lnTo>
                  <a:lnTo>
                    <a:pt x="216" y="204"/>
                  </a:lnTo>
                  <a:lnTo>
                    <a:pt x="204" y="210"/>
                  </a:lnTo>
                  <a:lnTo>
                    <a:pt x="192" y="210"/>
                  </a:lnTo>
                  <a:lnTo>
                    <a:pt x="192" y="216"/>
                  </a:lnTo>
                  <a:lnTo>
                    <a:pt x="174" y="222"/>
                  </a:lnTo>
                  <a:lnTo>
                    <a:pt x="156" y="240"/>
                  </a:lnTo>
                  <a:lnTo>
                    <a:pt x="150" y="240"/>
                  </a:lnTo>
                  <a:lnTo>
                    <a:pt x="144" y="234"/>
                  </a:lnTo>
                  <a:lnTo>
                    <a:pt x="138" y="234"/>
                  </a:lnTo>
                  <a:lnTo>
                    <a:pt x="132" y="228"/>
                  </a:lnTo>
                  <a:lnTo>
                    <a:pt x="114" y="228"/>
                  </a:lnTo>
                  <a:lnTo>
                    <a:pt x="102" y="234"/>
                  </a:lnTo>
                  <a:lnTo>
                    <a:pt x="96" y="234"/>
                  </a:lnTo>
                  <a:lnTo>
                    <a:pt x="96" y="246"/>
                  </a:lnTo>
                  <a:lnTo>
                    <a:pt x="90" y="252"/>
                  </a:lnTo>
                  <a:lnTo>
                    <a:pt x="84" y="252"/>
                  </a:lnTo>
                  <a:lnTo>
                    <a:pt x="72" y="246"/>
                  </a:lnTo>
                  <a:lnTo>
                    <a:pt x="36" y="234"/>
                  </a:lnTo>
                  <a:lnTo>
                    <a:pt x="24" y="234"/>
                  </a:lnTo>
                  <a:lnTo>
                    <a:pt x="18" y="240"/>
                  </a:lnTo>
                  <a:lnTo>
                    <a:pt x="18" y="252"/>
                  </a:lnTo>
                  <a:lnTo>
                    <a:pt x="12" y="258"/>
                  </a:lnTo>
                  <a:lnTo>
                    <a:pt x="0" y="264"/>
                  </a:lnTo>
                  <a:lnTo>
                    <a:pt x="0" y="276"/>
                  </a:lnTo>
                  <a:lnTo>
                    <a:pt x="6" y="282"/>
                  </a:lnTo>
                  <a:lnTo>
                    <a:pt x="6" y="288"/>
                  </a:lnTo>
                  <a:lnTo>
                    <a:pt x="12" y="294"/>
                  </a:lnTo>
                  <a:lnTo>
                    <a:pt x="24" y="288"/>
                  </a:lnTo>
                  <a:lnTo>
                    <a:pt x="36" y="288"/>
                  </a:lnTo>
                  <a:lnTo>
                    <a:pt x="42" y="282"/>
                  </a:lnTo>
                  <a:lnTo>
                    <a:pt x="60" y="282"/>
                  </a:lnTo>
                  <a:lnTo>
                    <a:pt x="72" y="288"/>
                  </a:lnTo>
                  <a:lnTo>
                    <a:pt x="96" y="288"/>
                  </a:lnTo>
                  <a:lnTo>
                    <a:pt x="108" y="300"/>
                  </a:lnTo>
                  <a:lnTo>
                    <a:pt x="126" y="300"/>
                  </a:lnTo>
                  <a:lnTo>
                    <a:pt x="132" y="294"/>
                  </a:lnTo>
                  <a:lnTo>
                    <a:pt x="144" y="288"/>
                  </a:lnTo>
                  <a:lnTo>
                    <a:pt x="150" y="282"/>
                  </a:lnTo>
                  <a:lnTo>
                    <a:pt x="180" y="312"/>
                  </a:lnTo>
                  <a:lnTo>
                    <a:pt x="192" y="306"/>
                  </a:lnTo>
                  <a:lnTo>
                    <a:pt x="198" y="306"/>
                  </a:lnTo>
                  <a:lnTo>
                    <a:pt x="198" y="312"/>
                  </a:lnTo>
                  <a:lnTo>
                    <a:pt x="210" y="312"/>
                  </a:lnTo>
                  <a:lnTo>
                    <a:pt x="222" y="306"/>
                  </a:lnTo>
                  <a:lnTo>
                    <a:pt x="228" y="300"/>
                  </a:lnTo>
                  <a:lnTo>
                    <a:pt x="270" y="300"/>
                  </a:lnTo>
                  <a:lnTo>
                    <a:pt x="282" y="288"/>
                  </a:lnTo>
                  <a:lnTo>
                    <a:pt x="300" y="294"/>
                  </a:lnTo>
                  <a:lnTo>
                    <a:pt x="318" y="294"/>
                  </a:lnTo>
                  <a:lnTo>
                    <a:pt x="318" y="282"/>
                  </a:lnTo>
                  <a:lnTo>
                    <a:pt x="312" y="270"/>
                  </a:lnTo>
                  <a:lnTo>
                    <a:pt x="300" y="264"/>
                  </a:lnTo>
                  <a:lnTo>
                    <a:pt x="300" y="258"/>
                  </a:lnTo>
                  <a:lnTo>
                    <a:pt x="306" y="252"/>
                  </a:lnTo>
                  <a:lnTo>
                    <a:pt x="318" y="246"/>
                  </a:lnTo>
                  <a:lnTo>
                    <a:pt x="330" y="246"/>
                  </a:lnTo>
                  <a:lnTo>
                    <a:pt x="336" y="240"/>
                  </a:lnTo>
                  <a:lnTo>
                    <a:pt x="348" y="234"/>
                  </a:lnTo>
                  <a:lnTo>
                    <a:pt x="348" y="216"/>
                  </a:lnTo>
                  <a:lnTo>
                    <a:pt x="372" y="216"/>
                  </a:lnTo>
                  <a:lnTo>
                    <a:pt x="384" y="204"/>
                  </a:lnTo>
                  <a:lnTo>
                    <a:pt x="396" y="204"/>
                  </a:lnTo>
                  <a:lnTo>
                    <a:pt x="402" y="210"/>
                  </a:lnTo>
                  <a:lnTo>
                    <a:pt x="408" y="222"/>
                  </a:lnTo>
                  <a:lnTo>
                    <a:pt x="414" y="228"/>
                  </a:lnTo>
                  <a:lnTo>
                    <a:pt x="426" y="222"/>
                  </a:lnTo>
                  <a:lnTo>
                    <a:pt x="456" y="228"/>
                  </a:lnTo>
                  <a:lnTo>
                    <a:pt x="462" y="222"/>
                  </a:lnTo>
                  <a:lnTo>
                    <a:pt x="462" y="198"/>
                  </a:lnTo>
                  <a:lnTo>
                    <a:pt x="468" y="186"/>
                  </a:lnTo>
                  <a:lnTo>
                    <a:pt x="486" y="168"/>
                  </a:lnTo>
                  <a:lnTo>
                    <a:pt x="516" y="168"/>
                  </a:lnTo>
                  <a:lnTo>
                    <a:pt x="534" y="174"/>
                  </a:lnTo>
                  <a:lnTo>
                    <a:pt x="552" y="174"/>
                  </a:lnTo>
                  <a:lnTo>
                    <a:pt x="558" y="168"/>
                  </a:lnTo>
                  <a:lnTo>
                    <a:pt x="564" y="156"/>
                  </a:lnTo>
                  <a:lnTo>
                    <a:pt x="564" y="138"/>
                  </a:lnTo>
                  <a:lnTo>
                    <a:pt x="570" y="132"/>
                  </a:lnTo>
                  <a:lnTo>
                    <a:pt x="582" y="126"/>
                  </a:lnTo>
                  <a:lnTo>
                    <a:pt x="594" y="114"/>
                  </a:lnTo>
                  <a:lnTo>
                    <a:pt x="642" y="96"/>
                  </a:lnTo>
                  <a:lnTo>
                    <a:pt x="666" y="96"/>
                  </a:lnTo>
                  <a:lnTo>
                    <a:pt x="672" y="90"/>
                  </a:lnTo>
                  <a:lnTo>
                    <a:pt x="672" y="78"/>
                  </a:lnTo>
                  <a:lnTo>
                    <a:pt x="660" y="66"/>
                  </a:lnTo>
                  <a:lnTo>
                    <a:pt x="642" y="60"/>
                  </a:lnTo>
                  <a:lnTo>
                    <a:pt x="600" y="60"/>
                  </a:lnTo>
                  <a:lnTo>
                    <a:pt x="576" y="30"/>
                  </a:lnTo>
                  <a:lnTo>
                    <a:pt x="558" y="30"/>
                  </a:lnTo>
                  <a:lnTo>
                    <a:pt x="546" y="18"/>
                  </a:lnTo>
                  <a:lnTo>
                    <a:pt x="498" y="24"/>
                  </a:lnTo>
                  <a:lnTo>
                    <a:pt x="486" y="24"/>
                  </a:lnTo>
                  <a:lnTo>
                    <a:pt x="474" y="18"/>
                  </a:lnTo>
                  <a:lnTo>
                    <a:pt x="354" y="18"/>
                  </a:lnTo>
                  <a:lnTo>
                    <a:pt x="336" y="24"/>
                  </a:lnTo>
                  <a:lnTo>
                    <a:pt x="318" y="24"/>
                  </a:lnTo>
                  <a:lnTo>
                    <a:pt x="306" y="18"/>
                  </a:lnTo>
                  <a:lnTo>
                    <a:pt x="282" y="18"/>
                  </a:lnTo>
                  <a:lnTo>
                    <a:pt x="276" y="6"/>
                  </a:lnTo>
                  <a:lnTo>
                    <a:pt x="264" y="0"/>
                  </a:lnTo>
                  <a:lnTo>
                    <a:pt x="222" y="0"/>
                  </a:lnTo>
                  <a:lnTo>
                    <a:pt x="216" y="6"/>
                  </a:lnTo>
                  <a:lnTo>
                    <a:pt x="216" y="36"/>
                  </a:lnTo>
                  <a:lnTo>
                    <a:pt x="222" y="48"/>
                  </a:lnTo>
                  <a:lnTo>
                    <a:pt x="222" y="60"/>
                  </a:lnTo>
                  <a:lnTo>
                    <a:pt x="204" y="54"/>
                  </a:lnTo>
                  <a:lnTo>
                    <a:pt x="174" y="54"/>
                  </a:lnTo>
                  <a:lnTo>
                    <a:pt x="138" y="36"/>
                  </a:lnTo>
                  <a:lnTo>
                    <a:pt x="120" y="30"/>
                  </a:lnTo>
                  <a:lnTo>
                    <a:pt x="108" y="24"/>
                  </a:lnTo>
                  <a:lnTo>
                    <a:pt x="78" y="24"/>
                  </a:lnTo>
                  <a:lnTo>
                    <a:pt x="60" y="42"/>
                  </a:lnTo>
                  <a:lnTo>
                    <a:pt x="54" y="54"/>
                  </a:lnTo>
                  <a:lnTo>
                    <a:pt x="54" y="72"/>
                  </a:lnTo>
                  <a:lnTo>
                    <a:pt x="72" y="72"/>
                  </a:lnTo>
                  <a:lnTo>
                    <a:pt x="78" y="78"/>
                  </a:lnTo>
                  <a:lnTo>
                    <a:pt x="84" y="78"/>
                  </a:lnTo>
                  <a:lnTo>
                    <a:pt x="84" y="84"/>
                  </a:lnTo>
                  <a:lnTo>
                    <a:pt x="36" y="132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4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53" name="Kuwait" descr="© INSCALE GmbH, 05.05.2010&#10;http://www.presentationload.com/">
              <a:extLst>
                <a:ext uri="{FF2B5EF4-FFF2-40B4-BE49-F238E27FC236}">
                  <a16:creationId xmlns:a16="http://schemas.microsoft.com/office/drawing/2014/main" id="{5E5208DA-895F-4C3F-A22B-BEAEADF58CED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464543" y="2130916"/>
              <a:ext cx="53514" cy="47398"/>
            </a:xfrm>
            <a:custGeom>
              <a:avLst/>
              <a:gdLst>
                <a:gd name="T0" fmla="*/ 2147483647 w 138"/>
                <a:gd name="T1" fmla="*/ 0 h 120"/>
                <a:gd name="T2" fmla="*/ 2147483647 w 138"/>
                <a:gd name="T3" fmla="*/ 0 h 120"/>
                <a:gd name="T4" fmla="*/ 2147483647 w 138"/>
                <a:gd name="T5" fmla="*/ 2147483647 h 120"/>
                <a:gd name="T6" fmla="*/ 2147483647 w 138"/>
                <a:gd name="T7" fmla="*/ 2147483647 h 120"/>
                <a:gd name="T8" fmla="*/ 2147483647 w 138"/>
                <a:gd name="T9" fmla="*/ 2147483647 h 120"/>
                <a:gd name="T10" fmla="*/ 2147483647 w 138"/>
                <a:gd name="T11" fmla="*/ 2147483647 h 120"/>
                <a:gd name="T12" fmla="*/ 0 w 138"/>
                <a:gd name="T13" fmla="*/ 2147483647 h 120"/>
                <a:gd name="T14" fmla="*/ 2147483647 w 138"/>
                <a:gd name="T15" fmla="*/ 2147483647 h 120"/>
                <a:gd name="T16" fmla="*/ 2147483647 w 138"/>
                <a:gd name="T17" fmla="*/ 2147483647 h 120"/>
                <a:gd name="T18" fmla="*/ 2147483647 w 138"/>
                <a:gd name="T19" fmla="*/ 2147483647 h 120"/>
                <a:gd name="T20" fmla="*/ 2147483647 w 138"/>
                <a:gd name="T21" fmla="*/ 2147483647 h 120"/>
                <a:gd name="T22" fmla="*/ 2147483647 w 138"/>
                <a:gd name="T23" fmla="*/ 2147483647 h 120"/>
                <a:gd name="T24" fmla="*/ 2147483647 w 138"/>
                <a:gd name="T25" fmla="*/ 2147483647 h 120"/>
                <a:gd name="T26" fmla="*/ 2147483647 w 138"/>
                <a:gd name="T27" fmla="*/ 2147483647 h 120"/>
                <a:gd name="T28" fmla="*/ 2147483647 w 138"/>
                <a:gd name="T29" fmla="*/ 2147483647 h 120"/>
                <a:gd name="T30" fmla="*/ 2147483647 w 138"/>
                <a:gd name="T31" fmla="*/ 2147483647 h 120"/>
                <a:gd name="T32" fmla="*/ 2147483647 w 138"/>
                <a:gd name="T33" fmla="*/ 2147483647 h 120"/>
                <a:gd name="T34" fmla="*/ 2147483647 w 138"/>
                <a:gd name="T35" fmla="*/ 2147483647 h 120"/>
                <a:gd name="T36" fmla="*/ 2147483647 w 138"/>
                <a:gd name="T37" fmla="*/ 2147483647 h 120"/>
                <a:gd name="T38" fmla="*/ 2147483647 w 138"/>
                <a:gd name="T39" fmla="*/ 2147483647 h 120"/>
                <a:gd name="T40" fmla="*/ 2147483647 w 138"/>
                <a:gd name="T41" fmla="*/ 2147483647 h 120"/>
                <a:gd name="T42" fmla="*/ 2147483647 w 138"/>
                <a:gd name="T43" fmla="*/ 2147483647 h 120"/>
                <a:gd name="T44" fmla="*/ 2147483647 w 138"/>
                <a:gd name="T45" fmla="*/ 2147483647 h 120"/>
                <a:gd name="T46" fmla="*/ 2147483647 w 138"/>
                <a:gd name="T47" fmla="*/ 2147483647 h 120"/>
                <a:gd name="T48" fmla="*/ 2147483647 w 138"/>
                <a:gd name="T49" fmla="*/ 0 h 120"/>
                <a:gd name="T50" fmla="*/ 2147483647 w 138"/>
                <a:gd name="T51" fmla="*/ 0 h 12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8"/>
                <a:gd name="T79" fmla="*/ 0 h 120"/>
                <a:gd name="T80" fmla="*/ 138 w 138"/>
                <a:gd name="T81" fmla="*/ 120 h 12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8" h="120">
                  <a:moveTo>
                    <a:pt x="54" y="0"/>
                  </a:moveTo>
                  <a:lnTo>
                    <a:pt x="36" y="0"/>
                  </a:lnTo>
                  <a:lnTo>
                    <a:pt x="30" y="12"/>
                  </a:lnTo>
                  <a:lnTo>
                    <a:pt x="24" y="18"/>
                  </a:lnTo>
                  <a:lnTo>
                    <a:pt x="24" y="30"/>
                  </a:lnTo>
                  <a:lnTo>
                    <a:pt x="6" y="66"/>
                  </a:lnTo>
                  <a:lnTo>
                    <a:pt x="0" y="72"/>
                  </a:lnTo>
                  <a:lnTo>
                    <a:pt x="42" y="72"/>
                  </a:lnTo>
                  <a:lnTo>
                    <a:pt x="60" y="78"/>
                  </a:lnTo>
                  <a:lnTo>
                    <a:pt x="66" y="78"/>
                  </a:lnTo>
                  <a:lnTo>
                    <a:pt x="66" y="114"/>
                  </a:lnTo>
                  <a:lnTo>
                    <a:pt x="72" y="120"/>
                  </a:lnTo>
                  <a:lnTo>
                    <a:pt x="138" y="120"/>
                  </a:lnTo>
                  <a:lnTo>
                    <a:pt x="126" y="114"/>
                  </a:lnTo>
                  <a:lnTo>
                    <a:pt x="114" y="102"/>
                  </a:lnTo>
                  <a:lnTo>
                    <a:pt x="102" y="78"/>
                  </a:lnTo>
                  <a:lnTo>
                    <a:pt x="102" y="66"/>
                  </a:lnTo>
                  <a:lnTo>
                    <a:pt x="90" y="60"/>
                  </a:lnTo>
                  <a:lnTo>
                    <a:pt x="84" y="36"/>
                  </a:lnTo>
                  <a:lnTo>
                    <a:pt x="120" y="36"/>
                  </a:lnTo>
                  <a:lnTo>
                    <a:pt x="120" y="18"/>
                  </a:lnTo>
                  <a:lnTo>
                    <a:pt x="114" y="12"/>
                  </a:lnTo>
                  <a:lnTo>
                    <a:pt x="90" y="12"/>
                  </a:lnTo>
                  <a:lnTo>
                    <a:pt x="90" y="18"/>
                  </a:lnTo>
                  <a:lnTo>
                    <a:pt x="84" y="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54" name="Kosovo" descr="© INSCALE GmbH, 05.05.2010&#10;http://www.presentationload.com/">
              <a:extLst>
                <a:ext uri="{FF2B5EF4-FFF2-40B4-BE49-F238E27FC236}">
                  <a16:creationId xmlns:a16="http://schemas.microsoft.com/office/drawing/2014/main" id="{3AB98F74-53D2-4964-81B7-A670CC4062A5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1738114" y="1705568"/>
              <a:ext cx="50392" cy="50766"/>
            </a:xfrm>
            <a:custGeom>
              <a:avLst/>
              <a:gdLst/>
              <a:ahLst/>
              <a:cxnLst>
                <a:cxn ang="0">
                  <a:pos x="6" y="75"/>
                </a:cxn>
                <a:cxn ang="0">
                  <a:pos x="0" y="72"/>
                </a:cxn>
                <a:cxn ang="0">
                  <a:pos x="227" y="122"/>
                </a:cxn>
                <a:cxn ang="0">
                  <a:pos x="218" y="127"/>
                </a:cxn>
                <a:cxn ang="0">
                  <a:pos x="214" y="120"/>
                </a:cxn>
                <a:cxn ang="0">
                  <a:pos x="206" y="113"/>
                </a:cxn>
                <a:cxn ang="0">
                  <a:pos x="197" y="111"/>
                </a:cxn>
                <a:cxn ang="0">
                  <a:pos x="190" y="110"/>
                </a:cxn>
                <a:cxn ang="0">
                  <a:pos x="185" y="110"/>
                </a:cxn>
                <a:cxn ang="0">
                  <a:pos x="185" y="101"/>
                </a:cxn>
                <a:cxn ang="0">
                  <a:pos x="189" y="95"/>
                </a:cxn>
                <a:cxn ang="0">
                  <a:pos x="187" y="84"/>
                </a:cxn>
                <a:cxn ang="0">
                  <a:pos x="177" y="78"/>
                </a:cxn>
                <a:cxn ang="0">
                  <a:pos x="169" y="76"/>
                </a:cxn>
                <a:cxn ang="0">
                  <a:pos x="170" y="61"/>
                </a:cxn>
                <a:cxn ang="0">
                  <a:pos x="165" y="56"/>
                </a:cxn>
                <a:cxn ang="0">
                  <a:pos x="161" y="61"/>
                </a:cxn>
                <a:cxn ang="0">
                  <a:pos x="157" y="53"/>
                </a:cxn>
                <a:cxn ang="0">
                  <a:pos x="158" y="35"/>
                </a:cxn>
                <a:cxn ang="0">
                  <a:pos x="154" y="32"/>
                </a:cxn>
                <a:cxn ang="0">
                  <a:pos x="147" y="32"/>
                </a:cxn>
                <a:cxn ang="0">
                  <a:pos x="137" y="32"/>
                </a:cxn>
                <a:cxn ang="0">
                  <a:pos x="126" y="27"/>
                </a:cxn>
                <a:cxn ang="0">
                  <a:pos x="131" y="20"/>
                </a:cxn>
                <a:cxn ang="0">
                  <a:pos x="130" y="12"/>
                </a:cxn>
                <a:cxn ang="0">
                  <a:pos x="122" y="0"/>
                </a:cxn>
                <a:cxn ang="0">
                  <a:pos x="115" y="6"/>
                </a:cxn>
                <a:cxn ang="0">
                  <a:pos x="104" y="13"/>
                </a:cxn>
                <a:cxn ang="0">
                  <a:pos x="96" y="15"/>
                </a:cxn>
                <a:cxn ang="0">
                  <a:pos x="89" y="13"/>
                </a:cxn>
                <a:cxn ang="0">
                  <a:pos x="91" y="22"/>
                </a:cxn>
                <a:cxn ang="0">
                  <a:pos x="101" y="27"/>
                </a:cxn>
                <a:cxn ang="0">
                  <a:pos x="97" y="33"/>
                </a:cxn>
                <a:cxn ang="0">
                  <a:pos x="100" y="40"/>
                </a:cxn>
                <a:cxn ang="0">
                  <a:pos x="99" y="46"/>
                </a:cxn>
                <a:cxn ang="0">
                  <a:pos x="92" y="49"/>
                </a:cxn>
                <a:cxn ang="0">
                  <a:pos x="88" y="45"/>
                </a:cxn>
                <a:cxn ang="0">
                  <a:pos x="70" y="59"/>
                </a:cxn>
                <a:cxn ang="0">
                  <a:pos x="73" y="71"/>
                </a:cxn>
                <a:cxn ang="0">
                  <a:pos x="45" y="74"/>
                </a:cxn>
                <a:cxn ang="0">
                  <a:pos x="14" y="72"/>
                </a:cxn>
                <a:cxn ang="0">
                  <a:pos x="6" y="75"/>
                </a:cxn>
                <a:cxn ang="0">
                  <a:pos x="6" y="141"/>
                </a:cxn>
                <a:cxn ang="0">
                  <a:pos x="14" y="155"/>
                </a:cxn>
                <a:cxn ang="0">
                  <a:pos x="27" y="173"/>
                </a:cxn>
                <a:cxn ang="0">
                  <a:pos x="50" y="175"/>
                </a:cxn>
                <a:cxn ang="0">
                  <a:pos x="60" y="211"/>
                </a:cxn>
                <a:cxn ang="0">
                  <a:pos x="60" y="237"/>
                </a:cxn>
                <a:cxn ang="0">
                  <a:pos x="92" y="226"/>
                </a:cxn>
                <a:cxn ang="0">
                  <a:pos x="138" y="205"/>
                </a:cxn>
                <a:cxn ang="0">
                  <a:pos x="146" y="184"/>
                </a:cxn>
                <a:cxn ang="0">
                  <a:pos x="189" y="173"/>
                </a:cxn>
                <a:cxn ang="0">
                  <a:pos x="209" y="163"/>
                </a:cxn>
                <a:cxn ang="0">
                  <a:pos x="217" y="156"/>
                </a:cxn>
                <a:cxn ang="0">
                  <a:pos x="225" y="144"/>
                </a:cxn>
                <a:cxn ang="0">
                  <a:pos x="228" y="137"/>
                </a:cxn>
                <a:cxn ang="0">
                  <a:pos x="232" y="129"/>
                </a:cxn>
              </a:cxnLst>
              <a:rect l="0" t="0" r="r" b="b"/>
              <a:pathLst>
                <a:path w="232" h="237">
                  <a:moveTo>
                    <a:pt x="0" y="72"/>
                  </a:moveTo>
                  <a:cubicBezTo>
                    <a:pt x="1" y="72"/>
                    <a:pt x="2" y="73"/>
                    <a:pt x="6" y="75"/>
                  </a:cubicBezTo>
                  <a:cubicBezTo>
                    <a:pt x="6" y="66"/>
                    <a:pt x="6" y="66"/>
                    <a:pt x="6" y="66"/>
                  </a:cubicBezTo>
                  <a:lnTo>
                    <a:pt x="0" y="72"/>
                  </a:lnTo>
                  <a:close/>
                  <a:moveTo>
                    <a:pt x="231" y="124"/>
                  </a:moveTo>
                  <a:cubicBezTo>
                    <a:pt x="227" y="122"/>
                    <a:pt x="227" y="122"/>
                    <a:pt x="227" y="122"/>
                  </a:cubicBezTo>
                  <a:cubicBezTo>
                    <a:pt x="223" y="124"/>
                    <a:pt x="223" y="124"/>
                    <a:pt x="223" y="124"/>
                  </a:cubicBezTo>
                  <a:cubicBezTo>
                    <a:pt x="218" y="127"/>
                    <a:pt x="218" y="127"/>
                    <a:pt x="218" y="127"/>
                  </a:cubicBezTo>
                  <a:cubicBezTo>
                    <a:pt x="216" y="124"/>
                    <a:pt x="216" y="124"/>
                    <a:pt x="216" y="124"/>
                  </a:cubicBezTo>
                  <a:cubicBezTo>
                    <a:pt x="214" y="120"/>
                    <a:pt x="214" y="120"/>
                    <a:pt x="214" y="120"/>
                  </a:cubicBezTo>
                  <a:cubicBezTo>
                    <a:pt x="210" y="117"/>
                    <a:pt x="210" y="117"/>
                    <a:pt x="210" y="117"/>
                  </a:cubicBezTo>
                  <a:cubicBezTo>
                    <a:pt x="206" y="113"/>
                    <a:pt x="206" y="113"/>
                    <a:pt x="206" y="113"/>
                  </a:cubicBezTo>
                  <a:cubicBezTo>
                    <a:pt x="202" y="113"/>
                    <a:pt x="202" y="113"/>
                    <a:pt x="202" y="113"/>
                  </a:cubicBezTo>
                  <a:cubicBezTo>
                    <a:pt x="197" y="111"/>
                    <a:pt x="197" y="111"/>
                    <a:pt x="197" y="111"/>
                  </a:cubicBezTo>
                  <a:cubicBezTo>
                    <a:pt x="195" y="113"/>
                    <a:pt x="195" y="113"/>
                    <a:pt x="195" y="113"/>
                  </a:cubicBezTo>
                  <a:cubicBezTo>
                    <a:pt x="190" y="110"/>
                    <a:pt x="190" y="110"/>
                    <a:pt x="190" y="110"/>
                  </a:cubicBezTo>
                  <a:cubicBezTo>
                    <a:pt x="186" y="111"/>
                    <a:pt x="186" y="111"/>
                    <a:pt x="186" y="111"/>
                  </a:cubicBezTo>
                  <a:cubicBezTo>
                    <a:pt x="185" y="110"/>
                    <a:pt x="185" y="110"/>
                    <a:pt x="185" y="110"/>
                  </a:cubicBezTo>
                  <a:cubicBezTo>
                    <a:pt x="187" y="106"/>
                    <a:pt x="187" y="106"/>
                    <a:pt x="187" y="106"/>
                  </a:cubicBezTo>
                  <a:cubicBezTo>
                    <a:pt x="185" y="101"/>
                    <a:pt x="185" y="101"/>
                    <a:pt x="185" y="101"/>
                  </a:cubicBezTo>
                  <a:cubicBezTo>
                    <a:pt x="189" y="100"/>
                    <a:pt x="189" y="100"/>
                    <a:pt x="189" y="100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1" y="85"/>
                    <a:pt x="191" y="85"/>
                    <a:pt x="191" y="85"/>
                  </a:cubicBezTo>
                  <a:cubicBezTo>
                    <a:pt x="187" y="84"/>
                    <a:pt x="187" y="84"/>
                    <a:pt x="187" y="84"/>
                  </a:cubicBezTo>
                  <a:cubicBezTo>
                    <a:pt x="182" y="80"/>
                    <a:pt x="182" y="80"/>
                    <a:pt x="182" y="80"/>
                  </a:cubicBezTo>
                  <a:cubicBezTo>
                    <a:pt x="177" y="78"/>
                    <a:pt x="177" y="78"/>
                    <a:pt x="177" y="78"/>
                  </a:cubicBezTo>
                  <a:cubicBezTo>
                    <a:pt x="172" y="78"/>
                    <a:pt x="172" y="78"/>
                    <a:pt x="172" y="78"/>
                  </a:cubicBezTo>
                  <a:cubicBezTo>
                    <a:pt x="169" y="76"/>
                    <a:pt x="169" y="76"/>
                    <a:pt x="169" y="76"/>
                  </a:cubicBezTo>
                  <a:cubicBezTo>
                    <a:pt x="169" y="71"/>
                    <a:pt x="169" y="71"/>
                    <a:pt x="169" y="71"/>
                  </a:cubicBezTo>
                  <a:cubicBezTo>
                    <a:pt x="170" y="61"/>
                    <a:pt x="170" y="61"/>
                    <a:pt x="170" y="61"/>
                  </a:cubicBezTo>
                  <a:cubicBezTo>
                    <a:pt x="167" y="57"/>
                    <a:pt x="167" y="57"/>
                    <a:pt x="167" y="57"/>
                  </a:cubicBezTo>
                  <a:cubicBezTo>
                    <a:pt x="165" y="56"/>
                    <a:pt x="165" y="56"/>
                    <a:pt x="165" y="56"/>
                  </a:cubicBezTo>
                  <a:cubicBezTo>
                    <a:pt x="163" y="59"/>
                    <a:pt x="163" y="59"/>
                    <a:pt x="163" y="59"/>
                  </a:cubicBezTo>
                  <a:cubicBezTo>
                    <a:pt x="161" y="61"/>
                    <a:pt x="161" y="61"/>
                    <a:pt x="161" y="61"/>
                  </a:cubicBezTo>
                  <a:cubicBezTo>
                    <a:pt x="158" y="60"/>
                    <a:pt x="158" y="60"/>
                    <a:pt x="158" y="60"/>
                  </a:cubicBezTo>
                  <a:cubicBezTo>
                    <a:pt x="157" y="53"/>
                    <a:pt x="157" y="53"/>
                    <a:pt x="157" y="53"/>
                  </a:cubicBezTo>
                  <a:cubicBezTo>
                    <a:pt x="159" y="36"/>
                    <a:pt x="159" y="36"/>
                    <a:pt x="159" y="36"/>
                  </a:cubicBezTo>
                  <a:cubicBezTo>
                    <a:pt x="158" y="35"/>
                    <a:pt x="158" y="35"/>
                    <a:pt x="158" y="35"/>
                  </a:cubicBezTo>
                  <a:cubicBezTo>
                    <a:pt x="151" y="36"/>
                    <a:pt x="151" y="36"/>
                    <a:pt x="151" y="36"/>
                  </a:cubicBezTo>
                  <a:cubicBezTo>
                    <a:pt x="154" y="32"/>
                    <a:pt x="154" y="32"/>
                    <a:pt x="154" y="32"/>
                  </a:cubicBezTo>
                  <a:cubicBezTo>
                    <a:pt x="152" y="29"/>
                    <a:pt x="152" y="29"/>
                    <a:pt x="152" y="29"/>
                  </a:cubicBezTo>
                  <a:cubicBezTo>
                    <a:pt x="147" y="32"/>
                    <a:pt x="147" y="32"/>
                    <a:pt x="147" y="32"/>
                  </a:cubicBezTo>
                  <a:cubicBezTo>
                    <a:pt x="142" y="30"/>
                    <a:pt x="142" y="30"/>
                    <a:pt x="142" y="30"/>
                  </a:cubicBezTo>
                  <a:cubicBezTo>
                    <a:pt x="137" y="32"/>
                    <a:pt x="137" y="32"/>
                    <a:pt x="137" y="32"/>
                  </a:cubicBezTo>
                  <a:cubicBezTo>
                    <a:pt x="132" y="28"/>
                    <a:pt x="132" y="28"/>
                    <a:pt x="132" y="28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1" y="20"/>
                    <a:pt x="131" y="20"/>
                    <a:pt x="131" y="20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30" y="12"/>
                    <a:pt x="130" y="12"/>
                    <a:pt x="130" y="12"/>
                  </a:cubicBezTo>
                  <a:cubicBezTo>
                    <a:pt x="126" y="5"/>
                    <a:pt x="126" y="5"/>
                    <a:pt x="126" y="5"/>
                  </a:cubicBezTo>
                  <a:cubicBezTo>
                    <a:pt x="122" y="0"/>
                    <a:pt x="122" y="0"/>
                    <a:pt x="122" y="0"/>
                  </a:cubicBezTo>
                  <a:cubicBezTo>
                    <a:pt x="116" y="2"/>
                    <a:pt x="116" y="2"/>
                    <a:pt x="116" y="2"/>
                  </a:cubicBezTo>
                  <a:cubicBezTo>
                    <a:pt x="115" y="6"/>
                    <a:pt x="115" y="6"/>
                    <a:pt x="115" y="6"/>
                  </a:cubicBezTo>
                  <a:cubicBezTo>
                    <a:pt x="112" y="8"/>
                    <a:pt x="112" y="8"/>
                    <a:pt x="112" y="8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0" y="16"/>
                    <a:pt x="100" y="16"/>
                    <a:pt x="100" y="16"/>
                  </a:cubicBezTo>
                  <a:cubicBezTo>
                    <a:pt x="96" y="15"/>
                    <a:pt x="96" y="15"/>
                    <a:pt x="96" y="15"/>
                  </a:cubicBezTo>
                  <a:cubicBezTo>
                    <a:pt x="92" y="17"/>
                    <a:pt x="92" y="17"/>
                    <a:pt x="92" y="17"/>
                  </a:cubicBezTo>
                  <a:cubicBezTo>
                    <a:pt x="89" y="13"/>
                    <a:pt x="89" y="13"/>
                    <a:pt x="89" y="13"/>
                  </a:cubicBezTo>
                  <a:cubicBezTo>
                    <a:pt x="88" y="16"/>
                    <a:pt x="88" y="16"/>
                    <a:pt x="88" y="16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99" y="24"/>
                    <a:pt x="99" y="24"/>
                    <a:pt x="99" y="24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97" y="30"/>
                    <a:pt x="97" y="30"/>
                    <a:pt x="97" y="30"/>
                  </a:cubicBezTo>
                  <a:cubicBezTo>
                    <a:pt x="97" y="33"/>
                    <a:pt x="97" y="33"/>
                    <a:pt x="97" y="33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00" y="40"/>
                    <a:pt x="100" y="40"/>
                    <a:pt x="100" y="40"/>
                  </a:cubicBezTo>
                  <a:cubicBezTo>
                    <a:pt x="97" y="42"/>
                    <a:pt x="97" y="42"/>
                    <a:pt x="97" y="42"/>
                  </a:cubicBezTo>
                  <a:cubicBezTo>
                    <a:pt x="99" y="46"/>
                    <a:pt x="99" y="46"/>
                    <a:pt x="99" y="46"/>
                  </a:cubicBezTo>
                  <a:cubicBezTo>
                    <a:pt x="96" y="47"/>
                    <a:pt x="96" y="47"/>
                    <a:pt x="96" y="47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1" y="44"/>
                    <a:pt x="91" y="44"/>
                    <a:pt x="91" y="44"/>
                  </a:cubicBezTo>
                  <a:cubicBezTo>
                    <a:pt x="88" y="45"/>
                    <a:pt x="88" y="45"/>
                    <a:pt x="88" y="45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70" y="59"/>
                    <a:pt x="70" y="59"/>
                    <a:pt x="70" y="59"/>
                  </a:cubicBezTo>
                  <a:cubicBezTo>
                    <a:pt x="72" y="65"/>
                    <a:pt x="72" y="65"/>
                    <a:pt x="72" y="65"/>
                  </a:cubicBezTo>
                  <a:cubicBezTo>
                    <a:pt x="73" y="71"/>
                    <a:pt x="73" y="71"/>
                    <a:pt x="73" y="71"/>
                  </a:cubicBezTo>
                  <a:cubicBezTo>
                    <a:pt x="63" y="74"/>
                    <a:pt x="63" y="74"/>
                    <a:pt x="63" y="74"/>
                  </a:cubicBezTo>
                  <a:cubicBezTo>
                    <a:pt x="45" y="74"/>
                    <a:pt x="45" y="74"/>
                    <a:pt x="45" y="74"/>
                  </a:cubicBezTo>
                  <a:cubicBezTo>
                    <a:pt x="32" y="75"/>
                    <a:pt x="32" y="75"/>
                    <a:pt x="32" y="75"/>
                  </a:cubicBezTo>
                  <a:cubicBezTo>
                    <a:pt x="14" y="72"/>
                    <a:pt x="14" y="72"/>
                    <a:pt x="14" y="72"/>
                  </a:cubicBezTo>
                  <a:cubicBezTo>
                    <a:pt x="9" y="77"/>
                    <a:pt x="9" y="77"/>
                    <a:pt x="9" y="77"/>
                  </a:cubicBezTo>
                  <a:cubicBezTo>
                    <a:pt x="8" y="76"/>
                    <a:pt x="7" y="76"/>
                    <a:pt x="6" y="75"/>
                  </a:cubicBezTo>
                  <a:cubicBezTo>
                    <a:pt x="6" y="116"/>
                    <a:pt x="6" y="116"/>
                    <a:pt x="6" y="116"/>
                  </a:cubicBezTo>
                  <a:cubicBezTo>
                    <a:pt x="6" y="141"/>
                    <a:pt x="6" y="141"/>
                    <a:pt x="6" y="141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4" y="154"/>
                    <a:pt x="14" y="155"/>
                    <a:pt x="14" y="155"/>
                  </a:cubicBezTo>
                  <a:cubicBezTo>
                    <a:pt x="14" y="155"/>
                    <a:pt x="15" y="155"/>
                    <a:pt x="16" y="156"/>
                  </a:cubicBezTo>
                  <a:cubicBezTo>
                    <a:pt x="27" y="173"/>
                    <a:pt x="27" y="173"/>
                    <a:pt x="27" y="173"/>
                  </a:cubicBezTo>
                  <a:cubicBezTo>
                    <a:pt x="48" y="173"/>
                    <a:pt x="48" y="173"/>
                    <a:pt x="48" y="173"/>
                  </a:cubicBezTo>
                  <a:cubicBezTo>
                    <a:pt x="48" y="173"/>
                    <a:pt x="49" y="174"/>
                    <a:pt x="50" y="175"/>
                  </a:cubicBezTo>
                  <a:cubicBezTo>
                    <a:pt x="59" y="201"/>
                    <a:pt x="59" y="201"/>
                    <a:pt x="59" y="201"/>
                  </a:cubicBezTo>
                  <a:cubicBezTo>
                    <a:pt x="59" y="205"/>
                    <a:pt x="60" y="208"/>
                    <a:pt x="60" y="211"/>
                  </a:cubicBezTo>
                  <a:cubicBezTo>
                    <a:pt x="60" y="229"/>
                    <a:pt x="60" y="229"/>
                    <a:pt x="60" y="229"/>
                  </a:cubicBezTo>
                  <a:cubicBezTo>
                    <a:pt x="60" y="237"/>
                    <a:pt x="60" y="237"/>
                    <a:pt x="60" y="237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92" y="226"/>
                    <a:pt x="92" y="226"/>
                    <a:pt x="92" y="226"/>
                  </a:cubicBezTo>
                  <a:cubicBezTo>
                    <a:pt x="103" y="205"/>
                    <a:pt x="103" y="205"/>
                    <a:pt x="103" y="205"/>
                  </a:cubicBezTo>
                  <a:cubicBezTo>
                    <a:pt x="138" y="205"/>
                    <a:pt x="138" y="205"/>
                    <a:pt x="138" y="205"/>
                  </a:cubicBezTo>
                  <a:cubicBezTo>
                    <a:pt x="146" y="205"/>
                    <a:pt x="146" y="205"/>
                    <a:pt x="146" y="205"/>
                  </a:cubicBezTo>
                  <a:cubicBezTo>
                    <a:pt x="146" y="184"/>
                    <a:pt x="146" y="184"/>
                    <a:pt x="146" y="184"/>
                  </a:cubicBezTo>
                  <a:cubicBezTo>
                    <a:pt x="178" y="184"/>
                    <a:pt x="178" y="184"/>
                    <a:pt x="178" y="184"/>
                  </a:cubicBezTo>
                  <a:cubicBezTo>
                    <a:pt x="189" y="173"/>
                    <a:pt x="189" y="173"/>
                    <a:pt x="189" y="173"/>
                  </a:cubicBezTo>
                  <a:cubicBezTo>
                    <a:pt x="210" y="170"/>
                    <a:pt x="210" y="170"/>
                    <a:pt x="210" y="170"/>
                  </a:cubicBezTo>
                  <a:cubicBezTo>
                    <a:pt x="209" y="163"/>
                    <a:pt x="209" y="163"/>
                    <a:pt x="209" y="163"/>
                  </a:cubicBezTo>
                  <a:cubicBezTo>
                    <a:pt x="213" y="159"/>
                    <a:pt x="213" y="159"/>
                    <a:pt x="213" y="159"/>
                  </a:cubicBezTo>
                  <a:cubicBezTo>
                    <a:pt x="217" y="156"/>
                    <a:pt x="217" y="156"/>
                    <a:pt x="217" y="156"/>
                  </a:cubicBezTo>
                  <a:cubicBezTo>
                    <a:pt x="219" y="147"/>
                    <a:pt x="219" y="147"/>
                    <a:pt x="219" y="147"/>
                  </a:cubicBezTo>
                  <a:cubicBezTo>
                    <a:pt x="225" y="144"/>
                    <a:pt x="225" y="144"/>
                    <a:pt x="225" y="144"/>
                  </a:cubicBezTo>
                  <a:cubicBezTo>
                    <a:pt x="225" y="141"/>
                    <a:pt x="225" y="141"/>
                    <a:pt x="225" y="141"/>
                  </a:cubicBezTo>
                  <a:cubicBezTo>
                    <a:pt x="228" y="137"/>
                    <a:pt x="228" y="137"/>
                    <a:pt x="228" y="137"/>
                  </a:cubicBezTo>
                  <a:cubicBezTo>
                    <a:pt x="229" y="133"/>
                    <a:pt x="229" y="133"/>
                    <a:pt x="229" y="133"/>
                  </a:cubicBezTo>
                  <a:cubicBezTo>
                    <a:pt x="232" y="129"/>
                    <a:pt x="232" y="129"/>
                    <a:pt x="232" y="129"/>
                  </a:cubicBezTo>
                  <a:cubicBezTo>
                    <a:pt x="231" y="124"/>
                    <a:pt x="231" y="124"/>
                    <a:pt x="231" y="124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wrap="none"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55" name="Korea, South" descr="© INSCALE GmbH, 05.05.2010&#10;http://www.presentationload.com/">
              <a:extLst>
                <a:ext uri="{FF2B5EF4-FFF2-40B4-BE49-F238E27FC236}">
                  <a16:creationId xmlns:a16="http://schemas.microsoft.com/office/drawing/2014/main" id="{783731E6-6A48-45DD-86B6-33F0FD4F909A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4505698" y="1863354"/>
              <a:ext cx="107027" cy="166657"/>
            </a:xfrm>
            <a:custGeom>
              <a:avLst/>
              <a:gdLst>
                <a:gd name="T0" fmla="*/ 2147483647 w 276"/>
                <a:gd name="T1" fmla="*/ 2147483647 h 426"/>
                <a:gd name="T2" fmla="*/ 2147483647 w 276"/>
                <a:gd name="T3" fmla="*/ 2147483647 h 426"/>
                <a:gd name="T4" fmla="*/ 2147483647 w 276"/>
                <a:gd name="T5" fmla="*/ 2147483647 h 426"/>
                <a:gd name="T6" fmla="*/ 2147483647 w 276"/>
                <a:gd name="T7" fmla="*/ 2147483647 h 426"/>
                <a:gd name="T8" fmla="*/ 2147483647 w 276"/>
                <a:gd name="T9" fmla="*/ 2147483647 h 426"/>
                <a:gd name="T10" fmla="*/ 2147483647 w 276"/>
                <a:gd name="T11" fmla="*/ 2147483647 h 426"/>
                <a:gd name="T12" fmla="*/ 2147483647 w 276"/>
                <a:gd name="T13" fmla="*/ 2147483647 h 426"/>
                <a:gd name="T14" fmla="*/ 2147483647 w 276"/>
                <a:gd name="T15" fmla="*/ 2147483647 h 426"/>
                <a:gd name="T16" fmla="*/ 2147483647 w 276"/>
                <a:gd name="T17" fmla="*/ 2147483647 h 426"/>
                <a:gd name="T18" fmla="*/ 2147483647 w 276"/>
                <a:gd name="T19" fmla="*/ 2147483647 h 426"/>
                <a:gd name="T20" fmla="*/ 2147483647 w 276"/>
                <a:gd name="T21" fmla="*/ 2147483647 h 426"/>
                <a:gd name="T22" fmla="*/ 2147483647 w 276"/>
                <a:gd name="T23" fmla="*/ 2147483647 h 426"/>
                <a:gd name="T24" fmla="*/ 2147483647 w 276"/>
                <a:gd name="T25" fmla="*/ 0 h 426"/>
                <a:gd name="T26" fmla="*/ 2147483647 w 276"/>
                <a:gd name="T27" fmla="*/ 2147483647 h 426"/>
                <a:gd name="T28" fmla="*/ 2147483647 w 276"/>
                <a:gd name="T29" fmla="*/ 2147483647 h 426"/>
                <a:gd name="T30" fmla="*/ 2147483647 w 276"/>
                <a:gd name="T31" fmla="*/ 2147483647 h 426"/>
                <a:gd name="T32" fmla="*/ 2147483647 w 276"/>
                <a:gd name="T33" fmla="*/ 2147483647 h 426"/>
                <a:gd name="T34" fmla="*/ 0 w 276"/>
                <a:gd name="T35" fmla="*/ 2147483647 h 426"/>
                <a:gd name="T36" fmla="*/ 2147483647 w 276"/>
                <a:gd name="T37" fmla="*/ 2147483647 h 426"/>
                <a:gd name="T38" fmla="*/ 2147483647 w 276"/>
                <a:gd name="T39" fmla="*/ 2147483647 h 426"/>
                <a:gd name="T40" fmla="*/ 2147483647 w 276"/>
                <a:gd name="T41" fmla="*/ 2147483647 h 426"/>
                <a:gd name="T42" fmla="*/ 2147483647 w 276"/>
                <a:gd name="T43" fmla="*/ 2147483647 h 426"/>
                <a:gd name="T44" fmla="*/ 2147483647 w 276"/>
                <a:gd name="T45" fmla="*/ 2147483647 h 426"/>
                <a:gd name="T46" fmla="*/ 2147483647 w 276"/>
                <a:gd name="T47" fmla="*/ 2147483647 h 426"/>
                <a:gd name="T48" fmla="*/ 2147483647 w 276"/>
                <a:gd name="T49" fmla="*/ 2147483647 h 426"/>
                <a:gd name="T50" fmla="*/ 2147483647 w 276"/>
                <a:gd name="T51" fmla="*/ 2147483647 h 426"/>
                <a:gd name="T52" fmla="*/ 2147483647 w 276"/>
                <a:gd name="T53" fmla="*/ 2147483647 h 426"/>
                <a:gd name="T54" fmla="*/ 2147483647 w 276"/>
                <a:gd name="T55" fmla="*/ 2147483647 h 426"/>
                <a:gd name="T56" fmla="*/ 2147483647 w 276"/>
                <a:gd name="T57" fmla="*/ 2147483647 h 426"/>
                <a:gd name="T58" fmla="*/ 2147483647 w 276"/>
                <a:gd name="T59" fmla="*/ 2147483647 h 426"/>
                <a:gd name="T60" fmla="*/ 2147483647 w 276"/>
                <a:gd name="T61" fmla="*/ 2147483647 h 426"/>
                <a:gd name="T62" fmla="*/ 2147483647 w 276"/>
                <a:gd name="T63" fmla="*/ 2147483647 h 426"/>
                <a:gd name="T64" fmla="*/ 2147483647 w 276"/>
                <a:gd name="T65" fmla="*/ 2147483647 h 426"/>
                <a:gd name="T66" fmla="*/ 2147483647 w 276"/>
                <a:gd name="T67" fmla="*/ 2147483647 h 426"/>
                <a:gd name="T68" fmla="*/ 2147483647 w 276"/>
                <a:gd name="T69" fmla="*/ 2147483647 h 426"/>
                <a:gd name="T70" fmla="*/ 2147483647 w 276"/>
                <a:gd name="T71" fmla="*/ 2147483647 h 426"/>
                <a:gd name="T72" fmla="*/ 2147483647 w 276"/>
                <a:gd name="T73" fmla="*/ 2147483647 h 426"/>
                <a:gd name="T74" fmla="*/ 2147483647 w 276"/>
                <a:gd name="T75" fmla="*/ 2147483647 h 42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276"/>
                <a:gd name="T115" fmla="*/ 0 h 426"/>
                <a:gd name="T116" fmla="*/ 276 w 276"/>
                <a:gd name="T117" fmla="*/ 426 h 42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276" h="426">
                  <a:moveTo>
                    <a:pt x="150" y="402"/>
                  </a:moveTo>
                  <a:lnTo>
                    <a:pt x="132" y="408"/>
                  </a:lnTo>
                  <a:lnTo>
                    <a:pt x="126" y="414"/>
                  </a:lnTo>
                  <a:lnTo>
                    <a:pt x="138" y="426"/>
                  </a:lnTo>
                  <a:lnTo>
                    <a:pt x="162" y="426"/>
                  </a:lnTo>
                  <a:lnTo>
                    <a:pt x="174" y="414"/>
                  </a:lnTo>
                  <a:lnTo>
                    <a:pt x="174" y="408"/>
                  </a:lnTo>
                  <a:lnTo>
                    <a:pt x="168" y="402"/>
                  </a:lnTo>
                  <a:lnTo>
                    <a:pt x="150" y="402"/>
                  </a:lnTo>
                  <a:close/>
                  <a:moveTo>
                    <a:pt x="276" y="246"/>
                  </a:moveTo>
                  <a:lnTo>
                    <a:pt x="270" y="228"/>
                  </a:lnTo>
                  <a:lnTo>
                    <a:pt x="264" y="216"/>
                  </a:lnTo>
                  <a:lnTo>
                    <a:pt x="246" y="198"/>
                  </a:lnTo>
                  <a:lnTo>
                    <a:pt x="252" y="186"/>
                  </a:lnTo>
                  <a:lnTo>
                    <a:pt x="252" y="180"/>
                  </a:lnTo>
                  <a:lnTo>
                    <a:pt x="246" y="162"/>
                  </a:lnTo>
                  <a:lnTo>
                    <a:pt x="240" y="150"/>
                  </a:lnTo>
                  <a:lnTo>
                    <a:pt x="210" y="120"/>
                  </a:lnTo>
                  <a:lnTo>
                    <a:pt x="198" y="102"/>
                  </a:lnTo>
                  <a:lnTo>
                    <a:pt x="168" y="72"/>
                  </a:lnTo>
                  <a:lnTo>
                    <a:pt x="144" y="66"/>
                  </a:lnTo>
                  <a:lnTo>
                    <a:pt x="144" y="60"/>
                  </a:lnTo>
                  <a:lnTo>
                    <a:pt x="138" y="54"/>
                  </a:lnTo>
                  <a:lnTo>
                    <a:pt x="132" y="42"/>
                  </a:lnTo>
                  <a:lnTo>
                    <a:pt x="102" y="12"/>
                  </a:lnTo>
                  <a:lnTo>
                    <a:pt x="96" y="0"/>
                  </a:lnTo>
                  <a:lnTo>
                    <a:pt x="78" y="12"/>
                  </a:lnTo>
                  <a:lnTo>
                    <a:pt x="48" y="12"/>
                  </a:lnTo>
                  <a:lnTo>
                    <a:pt x="24" y="24"/>
                  </a:lnTo>
                  <a:lnTo>
                    <a:pt x="18" y="30"/>
                  </a:lnTo>
                  <a:lnTo>
                    <a:pt x="12" y="30"/>
                  </a:lnTo>
                  <a:lnTo>
                    <a:pt x="12" y="36"/>
                  </a:lnTo>
                  <a:lnTo>
                    <a:pt x="18" y="42"/>
                  </a:lnTo>
                  <a:lnTo>
                    <a:pt x="18" y="48"/>
                  </a:lnTo>
                  <a:lnTo>
                    <a:pt x="12" y="54"/>
                  </a:lnTo>
                  <a:lnTo>
                    <a:pt x="0" y="60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2" y="84"/>
                  </a:lnTo>
                  <a:lnTo>
                    <a:pt x="24" y="90"/>
                  </a:lnTo>
                  <a:lnTo>
                    <a:pt x="30" y="90"/>
                  </a:lnTo>
                  <a:lnTo>
                    <a:pt x="42" y="96"/>
                  </a:lnTo>
                  <a:lnTo>
                    <a:pt x="60" y="132"/>
                  </a:lnTo>
                  <a:lnTo>
                    <a:pt x="54" y="132"/>
                  </a:lnTo>
                  <a:lnTo>
                    <a:pt x="48" y="126"/>
                  </a:lnTo>
                  <a:lnTo>
                    <a:pt x="36" y="126"/>
                  </a:lnTo>
                  <a:lnTo>
                    <a:pt x="24" y="120"/>
                  </a:lnTo>
                  <a:lnTo>
                    <a:pt x="6" y="120"/>
                  </a:lnTo>
                  <a:lnTo>
                    <a:pt x="6" y="126"/>
                  </a:lnTo>
                  <a:lnTo>
                    <a:pt x="18" y="132"/>
                  </a:lnTo>
                  <a:lnTo>
                    <a:pt x="30" y="144"/>
                  </a:lnTo>
                  <a:lnTo>
                    <a:pt x="42" y="150"/>
                  </a:lnTo>
                  <a:lnTo>
                    <a:pt x="54" y="192"/>
                  </a:lnTo>
                  <a:lnTo>
                    <a:pt x="90" y="198"/>
                  </a:lnTo>
                  <a:lnTo>
                    <a:pt x="90" y="228"/>
                  </a:lnTo>
                  <a:lnTo>
                    <a:pt x="78" y="240"/>
                  </a:lnTo>
                  <a:lnTo>
                    <a:pt x="78" y="270"/>
                  </a:lnTo>
                  <a:lnTo>
                    <a:pt x="84" y="282"/>
                  </a:lnTo>
                  <a:lnTo>
                    <a:pt x="102" y="300"/>
                  </a:lnTo>
                  <a:lnTo>
                    <a:pt x="108" y="300"/>
                  </a:lnTo>
                  <a:lnTo>
                    <a:pt x="108" y="306"/>
                  </a:lnTo>
                  <a:lnTo>
                    <a:pt x="102" y="312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32" y="330"/>
                  </a:lnTo>
                  <a:lnTo>
                    <a:pt x="144" y="324"/>
                  </a:lnTo>
                  <a:lnTo>
                    <a:pt x="144" y="318"/>
                  </a:lnTo>
                  <a:lnTo>
                    <a:pt x="150" y="312"/>
                  </a:lnTo>
                  <a:lnTo>
                    <a:pt x="150" y="306"/>
                  </a:lnTo>
                  <a:lnTo>
                    <a:pt x="198" y="282"/>
                  </a:lnTo>
                  <a:lnTo>
                    <a:pt x="222" y="288"/>
                  </a:lnTo>
                  <a:lnTo>
                    <a:pt x="234" y="270"/>
                  </a:lnTo>
                  <a:lnTo>
                    <a:pt x="258" y="270"/>
                  </a:lnTo>
                  <a:lnTo>
                    <a:pt x="270" y="264"/>
                  </a:lnTo>
                  <a:lnTo>
                    <a:pt x="276" y="264"/>
                  </a:lnTo>
                  <a:lnTo>
                    <a:pt x="276" y="246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4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56" name="Korea, North" descr="© INSCALE GmbH, 05.05.2010&#10;http://www.presentationload.com/">
              <a:extLst>
                <a:ext uri="{FF2B5EF4-FFF2-40B4-BE49-F238E27FC236}">
                  <a16:creationId xmlns:a16="http://schemas.microsoft.com/office/drawing/2014/main" id="{3F000776-654F-4830-9CA4-0D6771A5DB35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417018" y="1725742"/>
              <a:ext cx="128432" cy="163598"/>
            </a:xfrm>
            <a:custGeom>
              <a:avLst/>
              <a:gdLst>
                <a:gd name="T0" fmla="*/ 2147483647 w 330"/>
                <a:gd name="T1" fmla="*/ 0 h 420"/>
                <a:gd name="T2" fmla="*/ 2147483647 w 330"/>
                <a:gd name="T3" fmla="*/ 2147483647 h 420"/>
                <a:gd name="T4" fmla="*/ 2147483647 w 330"/>
                <a:gd name="T5" fmla="*/ 2147483647 h 420"/>
                <a:gd name="T6" fmla="*/ 2147483647 w 330"/>
                <a:gd name="T7" fmla="*/ 2147483647 h 420"/>
                <a:gd name="T8" fmla="*/ 2147483647 w 330"/>
                <a:gd name="T9" fmla="*/ 2147483647 h 420"/>
                <a:gd name="T10" fmla="*/ 2147483647 w 330"/>
                <a:gd name="T11" fmla="*/ 2147483647 h 420"/>
                <a:gd name="T12" fmla="*/ 2147483647 w 330"/>
                <a:gd name="T13" fmla="*/ 2147483647 h 420"/>
                <a:gd name="T14" fmla="*/ 2147483647 w 330"/>
                <a:gd name="T15" fmla="*/ 2147483647 h 420"/>
                <a:gd name="T16" fmla="*/ 2147483647 w 330"/>
                <a:gd name="T17" fmla="*/ 2147483647 h 420"/>
                <a:gd name="T18" fmla="*/ 2147483647 w 330"/>
                <a:gd name="T19" fmla="*/ 2147483647 h 420"/>
                <a:gd name="T20" fmla="*/ 2147483647 w 330"/>
                <a:gd name="T21" fmla="*/ 2147483647 h 420"/>
                <a:gd name="T22" fmla="*/ 2147483647 w 330"/>
                <a:gd name="T23" fmla="*/ 2147483647 h 420"/>
                <a:gd name="T24" fmla="*/ 2147483647 w 330"/>
                <a:gd name="T25" fmla="*/ 2147483647 h 420"/>
                <a:gd name="T26" fmla="*/ 2147483647 w 330"/>
                <a:gd name="T27" fmla="*/ 2147483647 h 420"/>
                <a:gd name="T28" fmla="*/ 2147483647 w 330"/>
                <a:gd name="T29" fmla="*/ 2147483647 h 420"/>
                <a:gd name="T30" fmla="*/ 2147483647 w 330"/>
                <a:gd name="T31" fmla="*/ 2147483647 h 420"/>
                <a:gd name="T32" fmla="*/ 2147483647 w 330"/>
                <a:gd name="T33" fmla="*/ 2147483647 h 420"/>
                <a:gd name="T34" fmla="*/ 2147483647 w 330"/>
                <a:gd name="T35" fmla="*/ 2147483647 h 420"/>
                <a:gd name="T36" fmla="*/ 2147483647 w 330"/>
                <a:gd name="T37" fmla="*/ 2147483647 h 420"/>
                <a:gd name="T38" fmla="*/ 2147483647 w 330"/>
                <a:gd name="T39" fmla="*/ 2147483647 h 420"/>
                <a:gd name="T40" fmla="*/ 2147483647 w 330"/>
                <a:gd name="T41" fmla="*/ 2147483647 h 420"/>
                <a:gd name="T42" fmla="*/ 2147483647 w 330"/>
                <a:gd name="T43" fmla="*/ 2147483647 h 420"/>
                <a:gd name="T44" fmla="*/ 2147483647 w 330"/>
                <a:gd name="T45" fmla="*/ 2147483647 h 420"/>
                <a:gd name="T46" fmla="*/ 2147483647 w 330"/>
                <a:gd name="T47" fmla="*/ 2147483647 h 420"/>
                <a:gd name="T48" fmla="*/ 2147483647 w 330"/>
                <a:gd name="T49" fmla="*/ 2147483647 h 420"/>
                <a:gd name="T50" fmla="*/ 2147483647 w 330"/>
                <a:gd name="T51" fmla="*/ 2147483647 h 420"/>
                <a:gd name="T52" fmla="*/ 2147483647 w 330"/>
                <a:gd name="T53" fmla="*/ 2147483647 h 420"/>
                <a:gd name="T54" fmla="*/ 2147483647 w 330"/>
                <a:gd name="T55" fmla="*/ 2147483647 h 420"/>
                <a:gd name="T56" fmla="*/ 2147483647 w 330"/>
                <a:gd name="T57" fmla="*/ 2147483647 h 420"/>
                <a:gd name="T58" fmla="*/ 2147483647 w 330"/>
                <a:gd name="T59" fmla="*/ 2147483647 h 420"/>
                <a:gd name="T60" fmla="*/ 2147483647 w 330"/>
                <a:gd name="T61" fmla="*/ 2147483647 h 420"/>
                <a:gd name="T62" fmla="*/ 2147483647 w 330"/>
                <a:gd name="T63" fmla="*/ 2147483647 h 420"/>
                <a:gd name="T64" fmla="*/ 2147483647 w 330"/>
                <a:gd name="T65" fmla="*/ 2147483647 h 420"/>
                <a:gd name="T66" fmla="*/ 2147483647 w 330"/>
                <a:gd name="T67" fmla="*/ 2147483647 h 420"/>
                <a:gd name="T68" fmla="*/ 2147483647 w 330"/>
                <a:gd name="T69" fmla="*/ 2147483647 h 420"/>
                <a:gd name="T70" fmla="*/ 2147483647 w 330"/>
                <a:gd name="T71" fmla="*/ 2147483647 h 420"/>
                <a:gd name="T72" fmla="*/ 2147483647 w 330"/>
                <a:gd name="T73" fmla="*/ 2147483647 h 420"/>
                <a:gd name="T74" fmla="*/ 2147483647 w 330"/>
                <a:gd name="T75" fmla="*/ 2147483647 h 420"/>
                <a:gd name="T76" fmla="*/ 2147483647 w 330"/>
                <a:gd name="T77" fmla="*/ 2147483647 h 420"/>
                <a:gd name="T78" fmla="*/ 2147483647 w 330"/>
                <a:gd name="T79" fmla="*/ 2147483647 h 420"/>
                <a:gd name="T80" fmla="*/ 2147483647 w 330"/>
                <a:gd name="T81" fmla="*/ 2147483647 h 420"/>
                <a:gd name="T82" fmla="*/ 2147483647 w 330"/>
                <a:gd name="T83" fmla="*/ 2147483647 h 420"/>
                <a:gd name="T84" fmla="*/ 2147483647 w 330"/>
                <a:gd name="T85" fmla="*/ 2147483647 h 420"/>
                <a:gd name="T86" fmla="*/ 2147483647 w 330"/>
                <a:gd name="T87" fmla="*/ 2147483647 h 420"/>
                <a:gd name="T88" fmla="*/ 2147483647 w 330"/>
                <a:gd name="T89" fmla="*/ 2147483647 h 420"/>
                <a:gd name="T90" fmla="*/ 2147483647 w 330"/>
                <a:gd name="T91" fmla="*/ 2147483647 h 420"/>
                <a:gd name="T92" fmla="*/ 2147483647 w 330"/>
                <a:gd name="T93" fmla="*/ 2147483647 h 420"/>
                <a:gd name="T94" fmla="*/ 2147483647 w 330"/>
                <a:gd name="T95" fmla="*/ 2147483647 h 420"/>
                <a:gd name="T96" fmla="*/ 2147483647 w 330"/>
                <a:gd name="T97" fmla="*/ 2147483647 h 420"/>
                <a:gd name="T98" fmla="*/ 2147483647 w 330"/>
                <a:gd name="T99" fmla="*/ 2147483647 h 420"/>
                <a:gd name="T100" fmla="*/ 2147483647 w 330"/>
                <a:gd name="T101" fmla="*/ 2147483647 h 420"/>
                <a:gd name="T102" fmla="*/ 2147483647 w 330"/>
                <a:gd name="T103" fmla="*/ 0 h 42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330"/>
                <a:gd name="T157" fmla="*/ 0 h 420"/>
                <a:gd name="T158" fmla="*/ 330 w 330"/>
                <a:gd name="T159" fmla="*/ 420 h 42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330" h="420">
                  <a:moveTo>
                    <a:pt x="270" y="0"/>
                  </a:moveTo>
                  <a:lnTo>
                    <a:pt x="240" y="0"/>
                  </a:lnTo>
                  <a:lnTo>
                    <a:pt x="240" y="6"/>
                  </a:lnTo>
                  <a:lnTo>
                    <a:pt x="246" y="12"/>
                  </a:lnTo>
                  <a:lnTo>
                    <a:pt x="252" y="24"/>
                  </a:lnTo>
                  <a:lnTo>
                    <a:pt x="252" y="42"/>
                  </a:lnTo>
                  <a:lnTo>
                    <a:pt x="228" y="42"/>
                  </a:lnTo>
                  <a:lnTo>
                    <a:pt x="234" y="54"/>
                  </a:lnTo>
                  <a:lnTo>
                    <a:pt x="234" y="60"/>
                  </a:lnTo>
                  <a:lnTo>
                    <a:pt x="228" y="72"/>
                  </a:lnTo>
                  <a:lnTo>
                    <a:pt x="216" y="78"/>
                  </a:lnTo>
                  <a:lnTo>
                    <a:pt x="204" y="72"/>
                  </a:lnTo>
                  <a:lnTo>
                    <a:pt x="180" y="72"/>
                  </a:lnTo>
                  <a:lnTo>
                    <a:pt x="174" y="66"/>
                  </a:lnTo>
                  <a:lnTo>
                    <a:pt x="168" y="72"/>
                  </a:lnTo>
                  <a:lnTo>
                    <a:pt x="168" y="84"/>
                  </a:lnTo>
                  <a:lnTo>
                    <a:pt x="192" y="108"/>
                  </a:lnTo>
                  <a:lnTo>
                    <a:pt x="198" y="108"/>
                  </a:lnTo>
                  <a:lnTo>
                    <a:pt x="198" y="120"/>
                  </a:lnTo>
                  <a:lnTo>
                    <a:pt x="150" y="120"/>
                  </a:lnTo>
                  <a:lnTo>
                    <a:pt x="138" y="114"/>
                  </a:lnTo>
                  <a:lnTo>
                    <a:pt x="126" y="114"/>
                  </a:lnTo>
                  <a:lnTo>
                    <a:pt x="114" y="102"/>
                  </a:lnTo>
                  <a:lnTo>
                    <a:pt x="102" y="96"/>
                  </a:lnTo>
                  <a:lnTo>
                    <a:pt x="90" y="96"/>
                  </a:lnTo>
                  <a:lnTo>
                    <a:pt x="90" y="102"/>
                  </a:lnTo>
                  <a:lnTo>
                    <a:pt x="84" y="108"/>
                  </a:lnTo>
                  <a:lnTo>
                    <a:pt x="84" y="138"/>
                  </a:lnTo>
                  <a:lnTo>
                    <a:pt x="66" y="174"/>
                  </a:lnTo>
                  <a:lnTo>
                    <a:pt x="54" y="186"/>
                  </a:lnTo>
                  <a:lnTo>
                    <a:pt x="18" y="204"/>
                  </a:lnTo>
                  <a:lnTo>
                    <a:pt x="12" y="216"/>
                  </a:lnTo>
                  <a:lnTo>
                    <a:pt x="6" y="222"/>
                  </a:lnTo>
                  <a:lnTo>
                    <a:pt x="6" y="234"/>
                  </a:lnTo>
                  <a:lnTo>
                    <a:pt x="0" y="246"/>
                  </a:lnTo>
                  <a:lnTo>
                    <a:pt x="12" y="228"/>
                  </a:lnTo>
                  <a:lnTo>
                    <a:pt x="18" y="246"/>
                  </a:lnTo>
                  <a:lnTo>
                    <a:pt x="36" y="270"/>
                  </a:lnTo>
                  <a:lnTo>
                    <a:pt x="48" y="252"/>
                  </a:lnTo>
                  <a:lnTo>
                    <a:pt x="54" y="258"/>
                  </a:lnTo>
                  <a:lnTo>
                    <a:pt x="60" y="270"/>
                  </a:lnTo>
                  <a:lnTo>
                    <a:pt x="96" y="270"/>
                  </a:lnTo>
                  <a:lnTo>
                    <a:pt x="96" y="282"/>
                  </a:lnTo>
                  <a:lnTo>
                    <a:pt x="102" y="294"/>
                  </a:lnTo>
                  <a:lnTo>
                    <a:pt x="102" y="336"/>
                  </a:lnTo>
                  <a:lnTo>
                    <a:pt x="138" y="336"/>
                  </a:lnTo>
                  <a:lnTo>
                    <a:pt x="144" y="348"/>
                  </a:lnTo>
                  <a:lnTo>
                    <a:pt x="132" y="342"/>
                  </a:lnTo>
                  <a:lnTo>
                    <a:pt x="108" y="342"/>
                  </a:lnTo>
                  <a:lnTo>
                    <a:pt x="102" y="348"/>
                  </a:lnTo>
                  <a:lnTo>
                    <a:pt x="102" y="360"/>
                  </a:lnTo>
                  <a:lnTo>
                    <a:pt x="108" y="378"/>
                  </a:lnTo>
                  <a:lnTo>
                    <a:pt x="114" y="384"/>
                  </a:lnTo>
                  <a:lnTo>
                    <a:pt x="126" y="408"/>
                  </a:lnTo>
                  <a:lnTo>
                    <a:pt x="156" y="396"/>
                  </a:lnTo>
                  <a:lnTo>
                    <a:pt x="162" y="402"/>
                  </a:lnTo>
                  <a:lnTo>
                    <a:pt x="174" y="408"/>
                  </a:lnTo>
                  <a:lnTo>
                    <a:pt x="180" y="414"/>
                  </a:lnTo>
                  <a:lnTo>
                    <a:pt x="192" y="420"/>
                  </a:lnTo>
                  <a:lnTo>
                    <a:pt x="198" y="420"/>
                  </a:lnTo>
                  <a:lnTo>
                    <a:pt x="216" y="414"/>
                  </a:lnTo>
                  <a:lnTo>
                    <a:pt x="228" y="414"/>
                  </a:lnTo>
                  <a:lnTo>
                    <a:pt x="240" y="408"/>
                  </a:lnTo>
                  <a:lnTo>
                    <a:pt x="246" y="402"/>
                  </a:lnTo>
                  <a:lnTo>
                    <a:pt x="246" y="396"/>
                  </a:lnTo>
                  <a:lnTo>
                    <a:pt x="240" y="390"/>
                  </a:lnTo>
                  <a:lnTo>
                    <a:pt x="240" y="384"/>
                  </a:lnTo>
                  <a:lnTo>
                    <a:pt x="246" y="384"/>
                  </a:lnTo>
                  <a:lnTo>
                    <a:pt x="252" y="378"/>
                  </a:lnTo>
                  <a:lnTo>
                    <a:pt x="276" y="366"/>
                  </a:lnTo>
                  <a:lnTo>
                    <a:pt x="306" y="366"/>
                  </a:lnTo>
                  <a:lnTo>
                    <a:pt x="324" y="354"/>
                  </a:lnTo>
                  <a:lnTo>
                    <a:pt x="312" y="342"/>
                  </a:lnTo>
                  <a:lnTo>
                    <a:pt x="312" y="336"/>
                  </a:lnTo>
                  <a:lnTo>
                    <a:pt x="264" y="312"/>
                  </a:lnTo>
                  <a:lnTo>
                    <a:pt x="240" y="312"/>
                  </a:lnTo>
                  <a:lnTo>
                    <a:pt x="240" y="300"/>
                  </a:lnTo>
                  <a:lnTo>
                    <a:pt x="246" y="288"/>
                  </a:lnTo>
                  <a:lnTo>
                    <a:pt x="252" y="282"/>
                  </a:lnTo>
                  <a:lnTo>
                    <a:pt x="246" y="276"/>
                  </a:lnTo>
                  <a:lnTo>
                    <a:pt x="234" y="270"/>
                  </a:lnTo>
                  <a:lnTo>
                    <a:pt x="228" y="264"/>
                  </a:lnTo>
                  <a:lnTo>
                    <a:pt x="228" y="252"/>
                  </a:lnTo>
                  <a:lnTo>
                    <a:pt x="240" y="246"/>
                  </a:lnTo>
                  <a:lnTo>
                    <a:pt x="246" y="240"/>
                  </a:lnTo>
                  <a:lnTo>
                    <a:pt x="258" y="234"/>
                  </a:lnTo>
                  <a:lnTo>
                    <a:pt x="270" y="234"/>
                  </a:lnTo>
                  <a:lnTo>
                    <a:pt x="276" y="228"/>
                  </a:lnTo>
                  <a:lnTo>
                    <a:pt x="288" y="204"/>
                  </a:lnTo>
                  <a:lnTo>
                    <a:pt x="288" y="192"/>
                  </a:lnTo>
                  <a:lnTo>
                    <a:pt x="294" y="186"/>
                  </a:lnTo>
                  <a:lnTo>
                    <a:pt x="300" y="174"/>
                  </a:lnTo>
                  <a:lnTo>
                    <a:pt x="324" y="162"/>
                  </a:lnTo>
                  <a:lnTo>
                    <a:pt x="312" y="132"/>
                  </a:lnTo>
                  <a:lnTo>
                    <a:pt x="306" y="126"/>
                  </a:lnTo>
                  <a:lnTo>
                    <a:pt x="294" y="102"/>
                  </a:lnTo>
                  <a:lnTo>
                    <a:pt x="294" y="90"/>
                  </a:lnTo>
                  <a:lnTo>
                    <a:pt x="306" y="66"/>
                  </a:lnTo>
                  <a:lnTo>
                    <a:pt x="318" y="60"/>
                  </a:lnTo>
                  <a:lnTo>
                    <a:pt x="324" y="54"/>
                  </a:lnTo>
                  <a:lnTo>
                    <a:pt x="330" y="54"/>
                  </a:lnTo>
                  <a:lnTo>
                    <a:pt x="312" y="36"/>
                  </a:lnTo>
                  <a:lnTo>
                    <a:pt x="288" y="24"/>
                  </a:lnTo>
                  <a:lnTo>
                    <a:pt x="270" y="0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4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57" name="Kenya" descr="© INSCALE GmbH, 05.05.2010&#10;http://www.presentationload.com/">
              <a:extLst>
                <a:ext uri="{FF2B5EF4-FFF2-40B4-BE49-F238E27FC236}">
                  <a16:creationId xmlns:a16="http://schemas.microsoft.com/office/drawing/2014/main" id="{20147CE7-1532-4850-8A6B-2E18948CB328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152636" y="2929030"/>
              <a:ext cx="220169" cy="298146"/>
            </a:xfrm>
            <a:custGeom>
              <a:avLst/>
              <a:gdLst>
                <a:gd name="T0" fmla="*/ 2147483647 w 564"/>
                <a:gd name="T1" fmla="*/ 2147483647 h 762"/>
                <a:gd name="T2" fmla="*/ 2147483647 w 564"/>
                <a:gd name="T3" fmla="*/ 2147483647 h 762"/>
                <a:gd name="T4" fmla="*/ 2147483647 w 564"/>
                <a:gd name="T5" fmla="*/ 2147483647 h 762"/>
                <a:gd name="T6" fmla="*/ 2147483647 w 564"/>
                <a:gd name="T7" fmla="*/ 2147483647 h 762"/>
                <a:gd name="T8" fmla="*/ 2147483647 w 564"/>
                <a:gd name="T9" fmla="*/ 2147483647 h 762"/>
                <a:gd name="T10" fmla="*/ 2147483647 w 564"/>
                <a:gd name="T11" fmla="*/ 2147483647 h 762"/>
                <a:gd name="T12" fmla="*/ 2147483647 w 564"/>
                <a:gd name="T13" fmla="*/ 2147483647 h 762"/>
                <a:gd name="T14" fmla="*/ 2147483647 w 564"/>
                <a:gd name="T15" fmla="*/ 2147483647 h 762"/>
                <a:gd name="T16" fmla="*/ 2147483647 w 564"/>
                <a:gd name="T17" fmla="*/ 2147483647 h 762"/>
                <a:gd name="T18" fmla="*/ 2147483647 w 564"/>
                <a:gd name="T19" fmla="*/ 2147483647 h 762"/>
                <a:gd name="T20" fmla="*/ 2147483647 w 564"/>
                <a:gd name="T21" fmla="*/ 2147483647 h 762"/>
                <a:gd name="T22" fmla="*/ 2147483647 w 564"/>
                <a:gd name="T23" fmla="*/ 2147483647 h 762"/>
                <a:gd name="T24" fmla="*/ 2147483647 w 564"/>
                <a:gd name="T25" fmla="*/ 0 h 762"/>
                <a:gd name="T26" fmla="*/ 2147483647 w 564"/>
                <a:gd name="T27" fmla="*/ 2147483647 h 762"/>
                <a:gd name="T28" fmla="*/ 2147483647 w 564"/>
                <a:gd name="T29" fmla="*/ 2147483647 h 762"/>
                <a:gd name="T30" fmla="*/ 2147483647 w 564"/>
                <a:gd name="T31" fmla="*/ 2147483647 h 762"/>
                <a:gd name="T32" fmla="*/ 2147483647 w 564"/>
                <a:gd name="T33" fmla="*/ 2147483647 h 762"/>
                <a:gd name="T34" fmla="*/ 2147483647 w 564"/>
                <a:gd name="T35" fmla="*/ 2147483647 h 762"/>
                <a:gd name="T36" fmla="*/ 2147483647 w 564"/>
                <a:gd name="T37" fmla="*/ 2147483647 h 762"/>
                <a:gd name="T38" fmla="*/ 2147483647 w 564"/>
                <a:gd name="T39" fmla="*/ 2147483647 h 762"/>
                <a:gd name="T40" fmla="*/ 2147483647 w 564"/>
                <a:gd name="T41" fmla="*/ 2147483647 h 762"/>
                <a:gd name="T42" fmla="*/ 2147483647 w 564"/>
                <a:gd name="T43" fmla="*/ 2147483647 h 762"/>
                <a:gd name="T44" fmla="*/ 2147483647 w 564"/>
                <a:gd name="T45" fmla="*/ 2147483647 h 762"/>
                <a:gd name="T46" fmla="*/ 2147483647 w 564"/>
                <a:gd name="T47" fmla="*/ 2147483647 h 762"/>
                <a:gd name="T48" fmla="*/ 2147483647 w 564"/>
                <a:gd name="T49" fmla="*/ 2147483647 h 762"/>
                <a:gd name="T50" fmla="*/ 2147483647 w 564"/>
                <a:gd name="T51" fmla="*/ 2147483647 h 762"/>
                <a:gd name="T52" fmla="*/ 2147483647 w 564"/>
                <a:gd name="T53" fmla="*/ 2147483647 h 762"/>
                <a:gd name="T54" fmla="*/ 2147483647 w 564"/>
                <a:gd name="T55" fmla="*/ 2147483647 h 762"/>
                <a:gd name="T56" fmla="*/ 2147483647 w 564"/>
                <a:gd name="T57" fmla="*/ 2147483647 h 762"/>
                <a:gd name="T58" fmla="*/ 0 w 564"/>
                <a:gd name="T59" fmla="*/ 2147483647 h 762"/>
                <a:gd name="T60" fmla="*/ 2147483647 w 564"/>
                <a:gd name="T61" fmla="*/ 2147483647 h 762"/>
                <a:gd name="T62" fmla="*/ 2147483647 w 564"/>
                <a:gd name="T63" fmla="*/ 2147483647 h 762"/>
                <a:gd name="T64" fmla="*/ 2147483647 w 564"/>
                <a:gd name="T65" fmla="*/ 2147483647 h 762"/>
                <a:gd name="T66" fmla="*/ 2147483647 w 564"/>
                <a:gd name="T67" fmla="*/ 2147483647 h 762"/>
                <a:gd name="T68" fmla="*/ 2147483647 w 564"/>
                <a:gd name="T69" fmla="*/ 2147483647 h 762"/>
                <a:gd name="T70" fmla="*/ 0 w 564"/>
                <a:gd name="T71" fmla="*/ 2147483647 h 762"/>
                <a:gd name="T72" fmla="*/ 2147483647 w 564"/>
                <a:gd name="T73" fmla="*/ 2147483647 h 762"/>
                <a:gd name="T74" fmla="*/ 2147483647 w 564"/>
                <a:gd name="T75" fmla="*/ 2147483647 h 762"/>
                <a:gd name="T76" fmla="*/ 2147483647 w 564"/>
                <a:gd name="T77" fmla="*/ 2147483647 h 762"/>
                <a:gd name="T78" fmla="*/ 2147483647 w 564"/>
                <a:gd name="T79" fmla="*/ 2147483647 h 762"/>
                <a:gd name="T80" fmla="*/ 2147483647 w 564"/>
                <a:gd name="T81" fmla="*/ 2147483647 h 762"/>
                <a:gd name="T82" fmla="*/ 2147483647 w 564"/>
                <a:gd name="T83" fmla="*/ 2147483647 h 762"/>
                <a:gd name="T84" fmla="*/ 2147483647 w 564"/>
                <a:gd name="T85" fmla="*/ 2147483647 h 762"/>
                <a:gd name="T86" fmla="*/ 2147483647 w 564"/>
                <a:gd name="T87" fmla="*/ 2147483647 h 762"/>
                <a:gd name="T88" fmla="*/ 2147483647 w 564"/>
                <a:gd name="T89" fmla="*/ 2147483647 h 762"/>
                <a:gd name="T90" fmla="*/ 2147483647 w 564"/>
                <a:gd name="T91" fmla="*/ 2147483647 h 762"/>
                <a:gd name="T92" fmla="*/ 2147483647 w 564"/>
                <a:gd name="T93" fmla="*/ 2147483647 h 762"/>
                <a:gd name="T94" fmla="*/ 2147483647 w 564"/>
                <a:gd name="T95" fmla="*/ 2147483647 h 762"/>
                <a:gd name="T96" fmla="*/ 2147483647 w 564"/>
                <a:gd name="T97" fmla="*/ 2147483647 h 762"/>
                <a:gd name="T98" fmla="*/ 2147483647 w 564"/>
                <a:gd name="T99" fmla="*/ 2147483647 h 762"/>
                <a:gd name="T100" fmla="*/ 2147483647 w 564"/>
                <a:gd name="T101" fmla="*/ 2147483647 h 76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564"/>
                <a:gd name="T154" fmla="*/ 0 h 762"/>
                <a:gd name="T155" fmla="*/ 564 w 564"/>
                <a:gd name="T156" fmla="*/ 762 h 76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564" h="762">
                  <a:moveTo>
                    <a:pt x="498" y="150"/>
                  </a:moveTo>
                  <a:lnTo>
                    <a:pt x="540" y="108"/>
                  </a:lnTo>
                  <a:lnTo>
                    <a:pt x="558" y="72"/>
                  </a:lnTo>
                  <a:lnTo>
                    <a:pt x="564" y="66"/>
                  </a:lnTo>
                  <a:lnTo>
                    <a:pt x="564" y="60"/>
                  </a:lnTo>
                  <a:lnTo>
                    <a:pt x="540" y="54"/>
                  </a:lnTo>
                  <a:lnTo>
                    <a:pt x="534" y="60"/>
                  </a:lnTo>
                  <a:lnTo>
                    <a:pt x="504" y="60"/>
                  </a:lnTo>
                  <a:lnTo>
                    <a:pt x="480" y="30"/>
                  </a:lnTo>
                  <a:lnTo>
                    <a:pt x="462" y="48"/>
                  </a:lnTo>
                  <a:lnTo>
                    <a:pt x="456" y="48"/>
                  </a:lnTo>
                  <a:lnTo>
                    <a:pt x="450" y="54"/>
                  </a:lnTo>
                  <a:lnTo>
                    <a:pt x="438" y="60"/>
                  </a:lnTo>
                  <a:lnTo>
                    <a:pt x="426" y="60"/>
                  </a:lnTo>
                  <a:lnTo>
                    <a:pt x="414" y="72"/>
                  </a:lnTo>
                  <a:lnTo>
                    <a:pt x="414" y="84"/>
                  </a:lnTo>
                  <a:lnTo>
                    <a:pt x="390" y="102"/>
                  </a:lnTo>
                  <a:lnTo>
                    <a:pt x="378" y="96"/>
                  </a:lnTo>
                  <a:lnTo>
                    <a:pt x="372" y="96"/>
                  </a:lnTo>
                  <a:lnTo>
                    <a:pt x="360" y="90"/>
                  </a:lnTo>
                  <a:lnTo>
                    <a:pt x="330" y="90"/>
                  </a:lnTo>
                  <a:lnTo>
                    <a:pt x="318" y="84"/>
                  </a:lnTo>
                  <a:lnTo>
                    <a:pt x="288" y="84"/>
                  </a:lnTo>
                  <a:lnTo>
                    <a:pt x="210" y="24"/>
                  </a:lnTo>
                  <a:lnTo>
                    <a:pt x="138" y="18"/>
                  </a:lnTo>
                  <a:lnTo>
                    <a:pt x="132" y="0"/>
                  </a:lnTo>
                  <a:lnTo>
                    <a:pt x="108" y="12"/>
                  </a:lnTo>
                  <a:lnTo>
                    <a:pt x="18" y="12"/>
                  </a:lnTo>
                  <a:lnTo>
                    <a:pt x="0" y="42"/>
                  </a:lnTo>
                  <a:lnTo>
                    <a:pt x="6" y="48"/>
                  </a:lnTo>
                  <a:lnTo>
                    <a:pt x="12" y="60"/>
                  </a:lnTo>
                  <a:lnTo>
                    <a:pt x="12" y="84"/>
                  </a:lnTo>
                  <a:lnTo>
                    <a:pt x="18" y="84"/>
                  </a:lnTo>
                  <a:lnTo>
                    <a:pt x="24" y="90"/>
                  </a:lnTo>
                  <a:lnTo>
                    <a:pt x="24" y="84"/>
                  </a:lnTo>
                  <a:lnTo>
                    <a:pt x="30" y="84"/>
                  </a:lnTo>
                  <a:lnTo>
                    <a:pt x="30" y="96"/>
                  </a:lnTo>
                  <a:lnTo>
                    <a:pt x="24" y="102"/>
                  </a:lnTo>
                  <a:lnTo>
                    <a:pt x="24" y="108"/>
                  </a:lnTo>
                  <a:lnTo>
                    <a:pt x="42" y="126"/>
                  </a:lnTo>
                  <a:lnTo>
                    <a:pt x="36" y="132"/>
                  </a:lnTo>
                  <a:lnTo>
                    <a:pt x="72" y="174"/>
                  </a:lnTo>
                  <a:lnTo>
                    <a:pt x="66" y="180"/>
                  </a:lnTo>
                  <a:lnTo>
                    <a:pt x="60" y="180"/>
                  </a:lnTo>
                  <a:lnTo>
                    <a:pt x="54" y="186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72" y="222"/>
                  </a:lnTo>
                  <a:lnTo>
                    <a:pt x="78" y="234"/>
                  </a:lnTo>
                  <a:lnTo>
                    <a:pt x="78" y="246"/>
                  </a:lnTo>
                  <a:lnTo>
                    <a:pt x="66" y="258"/>
                  </a:lnTo>
                  <a:lnTo>
                    <a:pt x="60" y="282"/>
                  </a:lnTo>
                  <a:lnTo>
                    <a:pt x="42" y="282"/>
                  </a:lnTo>
                  <a:lnTo>
                    <a:pt x="36" y="288"/>
                  </a:lnTo>
                  <a:lnTo>
                    <a:pt x="36" y="312"/>
                  </a:lnTo>
                  <a:lnTo>
                    <a:pt x="18" y="324"/>
                  </a:lnTo>
                  <a:lnTo>
                    <a:pt x="12" y="342"/>
                  </a:lnTo>
                  <a:lnTo>
                    <a:pt x="6" y="348"/>
                  </a:lnTo>
                  <a:lnTo>
                    <a:pt x="0" y="360"/>
                  </a:lnTo>
                  <a:lnTo>
                    <a:pt x="0" y="384"/>
                  </a:lnTo>
                  <a:lnTo>
                    <a:pt x="18" y="402"/>
                  </a:lnTo>
                  <a:lnTo>
                    <a:pt x="30" y="402"/>
                  </a:lnTo>
                  <a:lnTo>
                    <a:pt x="30" y="390"/>
                  </a:lnTo>
                  <a:lnTo>
                    <a:pt x="54" y="390"/>
                  </a:lnTo>
                  <a:lnTo>
                    <a:pt x="60" y="408"/>
                  </a:lnTo>
                  <a:lnTo>
                    <a:pt x="42" y="408"/>
                  </a:lnTo>
                  <a:lnTo>
                    <a:pt x="30" y="420"/>
                  </a:lnTo>
                  <a:lnTo>
                    <a:pt x="24" y="414"/>
                  </a:lnTo>
                  <a:lnTo>
                    <a:pt x="18" y="414"/>
                  </a:lnTo>
                  <a:lnTo>
                    <a:pt x="6" y="420"/>
                  </a:lnTo>
                  <a:lnTo>
                    <a:pt x="0" y="432"/>
                  </a:lnTo>
                  <a:lnTo>
                    <a:pt x="0" y="438"/>
                  </a:lnTo>
                  <a:lnTo>
                    <a:pt x="12" y="450"/>
                  </a:lnTo>
                  <a:lnTo>
                    <a:pt x="6" y="468"/>
                  </a:lnTo>
                  <a:lnTo>
                    <a:pt x="258" y="624"/>
                  </a:lnTo>
                  <a:lnTo>
                    <a:pt x="270" y="636"/>
                  </a:lnTo>
                  <a:lnTo>
                    <a:pt x="270" y="642"/>
                  </a:lnTo>
                  <a:lnTo>
                    <a:pt x="264" y="648"/>
                  </a:lnTo>
                  <a:lnTo>
                    <a:pt x="258" y="648"/>
                  </a:lnTo>
                  <a:lnTo>
                    <a:pt x="252" y="654"/>
                  </a:lnTo>
                  <a:lnTo>
                    <a:pt x="366" y="762"/>
                  </a:lnTo>
                  <a:lnTo>
                    <a:pt x="384" y="756"/>
                  </a:lnTo>
                  <a:lnTo>
                    <a:pt x="414" y="690"/>
                  </a:lnTo>
                  <a:lnTo>
                    <a:pt x="414" y="660"/>
                  </a:lnTo>
                  <a:lnTo>
                    <a:pt x="426" y="648"/>
                  </a:lnTo>
                  <a:lnTo>
                    <a:pt x="432" y="648"/>
                  </a:lnTo>
                  <a:lnTo>
                    <a:pt x="444" y="636"/>
                  </a:lnTo>
                  <a:lnTo>
                    <a:pt x="444" y="624"/>
                  </a:lnTo>
                  <a:lnTo>
                    <a:pt x="438" y="618"/>
                  </a:lnTo>
                  <a:lnTo>
                    <a:pt x="438" y="600"/>
                  </a:lnTo>
                  <a:lnTo>
                    <a:pt x="444" y="594"/>
                  </a:lnTo>
                  <a:lnTo>
                    <a:pt x="456" y="588"/>
                  </a:lnTo>
                  <a:lnTo>
                    <a:pt x="468" y="588"/>
                  </a:lnTo>
                  <a:lnTo>
                    <a:pt x="474" y="582"/>
                  </a:lnTo>
                  <a:lnTo>
                    <a:pt x="480" y="582"/>
                  </a:lnTo>
                  <a:lnTo>
                    <a:pt x="486" y="540"/>
                  </a:lnTo>
                  <a:lnTo>
                    <a:pt x="516" y="540"/>
                  </a:lnTo>
                  <a:lnTo>
                    <a:pt x="528" y="534"/>
                  </a:lnTo>
                  <a:lnTo>
                    <a:pt x="534" y="522"/>
                  </a:lnTo>
                  <a:lnTo>
                    <a:pt x="540" y="516"/>
                  </a:lnTo>
                  <a:lnTo>
                    <a:pt x="498" y="450"/>
                  </a:lnTo>
                  <a:lnTo>
                    <a:pt x="498" y="150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58" name="Kazakhstan" descr="© INSCALE GmbH, 05.05.2010&#10;http://www.presentationload.com/">
              <a:extLst>
                <a:ext uri="{FF2B5EF4-FFF2-40B4-BE49-F238E27FC236}">
                  <a16:creationId xmlns:a16="http://schemas.microsoft.com/office/drawing/2014/main" id="{D43FF6E0-5A02-46B0-9282-B3D8A2AA4378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2377394" y="1345032"/>
              <a:ext cx="983117" cy="455628"/>
            </a:xfrm>
            <a:custGeom>
              <a:avLst/>
              <a:gdLst>
                <a:gd name="T0" fmla="*/ 2147483647 w 2514"/>
                <a:gd name="T1" fmla="*/ 2147483647 h 1164"/>
                <a:gd name="T2" fmla="*/ 2147483647 w 2514"/>
                <a:gd name="T3" fmla="*/ 2147483647 h 1164"/>
                <a:gd name="T4" fmla="*/ 2147483647 w 2514"/>
                <a:gd name="T5" fmla="*/ 2147483647 h 1164"/>
                <a:gd name="T6" fmla="*/ 2147483647 w 2514"/>
                <a:gd name="T7" fmla="*/ 2147483647 h 1164"/>
                <a:gd name="T8" fmla="*/ 2147483647 w 2514"/>
                <a:gd name="T9" fmla="*/ 2147483647 h 1164"/>
                <a:gd name="T10" fmla="*/ 2147483647 w 2514"/>
                <a:gd name="T11" fmla="*/ 2147483647 h 1164"/>
                <a:gd name="T12" fmla="*/ 2147483647 w 2514"/>
                <a:gd name="T13" fmla="*/ 2147483647 h 1164"/>
                <a:gd name="T14" fmla="*/ 2147483647 w 2514"/>
                <a:gd name="T15" fmla="*/ 2147483647 h 1164"/>
                <a:gd name="T16" fmla="*/ 2147483647 w 2514"/>
                <a:gd name="T17" fmla="*/ 2147483647 h 1164"/>
                <a:gd name="T18" fmla="*/ 2147483647 w 2514"/>
                <a:gd name="T19" fmla="*/ 2147483647 h 1164"/>
                <a:gd name="T20" fmla="*/ 2147483647 w 2514"/>
                <a:gd name="T21" fmla="*/ 2147483647 h 1164"/>
                <a:gd name="T22" fmla="*/ 2147483647 w 2514"/>
                <a:gd name="T23" fmla="*/ 2147483647 h 1164"/>
                <a:gd name="T24" fmla="*/ 2147483647 w 2514"/>
                <a:gd name="T25" fmla="*/ 2147483647 h 1164"/>
                <a:gd name="T26" fmla="*/ 2147483647 w 2514"/>
                <a:gd name="T27" fmla="*/ 2147483647 h 1164"/>
                <a:gd name="T28" fmla="*/ 2147483647 w 2514"/>
                <a:gd name="T29" fmla="*/ 2147483647 h 1164"/>
                <a:gd name="T30" fmla="*/ 2147483647 w 2514"/>
                <a:gd name="T31" fmla="*/ 2147483647 h 1164"/>
                <a:gd name="T32" fmla="*/ 2147483647 w 2514"/>
                <a:gd name="T33" fmla="*/ 2147483647 h 1164"/>
                <a:gd name="T34" fmla="*/ 2147483647 w 2514"/>
                <a:gd name="T35" fmla="*/ 2147483647 h 1164"/>
                <a:gd name="T36" fmla="*/ 2147483647 w 2514"/>
                <a:gd name="T37" fmla="*/ 2147483647 h 1164"/>
                <a:gd name="T38" fmla="*/ 2147483647 w 2514"/>
                <a:gd name="T39" fmla="*/ 2147483647 h 1164"/>
                <a:gd name="T40" fmla="*/ 2147483647 w 2514"/>
                <a:gd name="T41" fmla="*/ 2147483647 h 1164"/>
                <a:gd name="T42" fmla="*/ 2147483647 w 2514"/>
                <a:gd name="T43" fmla="*/ 2147483647 h 1164"/>
                <a:gd name="T44" fmla="*/ 2147483647 w 2514"/>
                <a:gd name="T45" fmla="*/ 2147483647 h 1164"/>
                <a:gd name="T46" fmla="*/ 2147483647 w 2514"/>
                <a:gd name="T47" fmla="*/ 2147483647 h 1164"/>
                <a:gd name="T48" fmla="*/ 2147483647 w 2514"/>
                <a:gd name="T49" fmla="*/ 2147483647 h 1164"/>
                <a:gd name="T50" fmla="*/ 2147483647 w 2514"/>
                <a:gd name="T51" fmla="*/ 2147483647 h 1164"/>
                <a:gd name="T52" fmla="*/ 2147483647 w 2514"/>
                <a:gd name="T53" fmla="*/ 2147483647 h 1164"/>
                <a:gd name="T54" fmla="*/ 2147483647 w 2514"/>
                <a:gd name="T55" fmla="*/ 2147483647 h 1164"/>
                <a:gd name="T56" fmla="*/ 2147483647 w 2514"/>
                <a:gd name="T57" fmla="*/ 2147483647 h 1164"/>
                <a:gd name="T58" fmla="*/ 2147483647 w 2514"/>
                <a:gd name="T59" fmla="*/ 2147483647 h 1164"/>
                <a:gd name="T60" fmla="*/ 2147483647 w 2514"/>
                <a:gd name="T61" fmla="*/ 2147483647 h 1164"/>
                <a:gd name="T62" fmla="*/ 2147483647 w 2514"/>
                <a:gd name="T63" fmla="*/ 2147483647 h 1164"/>
                <a:gd name="T64" fmla="*/ 2147483647 w 2514"/>
                <a:gd name="T65" fmla="*/ 2147483647 h 1164"/>
                <a:gd name="T66" fmla="*/ 2147483647 w 2514"/>
                <a:gd name="T67" fmla="*/ 2147483647 h 1164"/>
                <a:gd name="T68" fmla="*/ 2147483647 w 2514"/>
                <a:gd name="T69" fmla="*/ 2147483647 h 1164"/>
                <a:gd name="T70" fmla="*/ 2147483647 w 2514"/>
                <a:gd name="T71" fmla="*/ 2147483647 h 1164"/>
                <a:gd name="T72" fmla="*/ 2147483647 w 2514"/>
                <a:gd name="T73" fmla="*/ 2147483647 h 1164"/>
                <a:gd name="T74" fmla="*/ 2147483647 w 2514"/>
                <a:gd name="T75" fmla="*/ 2147483647 h 1164"/>
                <a:gd name="T76" fmla="*/ 2147483647 w 2514"/>
                <a:gd name="T77" fmla="*/ 2147483647 h 1164"/>
                <a:gd name="T78" fmla="*/ 2147483647 w 2514"/>
                <a:gd name="T79" fmla="*/ 2147483647 h 1164"/>
                <a:gd name="T80" fmla="*/ 2147483647 w 2514"/>
                <a:gd name="T81" fmla="*/ 2147483647 h 1164"/>
                <a:gd name="T82" fmla="*/ 2147483647 w 2514"/>
                <a:gd name="T83" fmla="*/ 2147483647 h 1164"/>
                <a:gd name="T84" fmla="*/ 2147483647 w 2514"/>
                <a:gd name="T85" fmla="*/ 2147483647 h 1164"/>
                <a:gd name="T86" fmla="*/ 2147483647 w 2514"/>
                <a:gd name="T87" fmla="*/ 2147483647 h 1164"/>
                <a:gd name="T88" fmla="*/ 2147483647 w 2514"/>
                <a:gd name="T89" fmla="*/ 2147483647 h 1164"/>
                <a:gd name="T90" fmla="*/ 2147483647 w 2514"/>
                <a:gd name="T91" fmla="*/ 2147483647 h 1164"/>
                <a:gd name="T92" fmla="*/ 2147483647 w 2514"/>
                <a:gd name="T93" fmla="*/ 2147483647 h 1164"/>
                <a:gd name="T94" fmla="*/ 2147483647 w 2514"/>
                <a:gd name="T95" fmla="*/ 2147483647 h 1164"/>
                <a:gd name="T96" fmla="*/ 2147483647 w 2514"/>
                <a:gd name="T97" fmla="*/ 2147483647 h 1164"/>
                <a:gd name="T98" fmla="*/ 2147483647 w 2514"/>
                <a:gd name="T99" fmla="*/ 2147483647 h 1164"/>
                <a:gd name="T100" fmla="*/ 2147483647 w 2514"/>
                <a:gd name="T101" fmla="*/ 2147483647 h 1164"/>
                <a:gd name="T102" fmla="*/ 2147483647 w 2514"/>
                <a:gd name="T103" fmla="*/ 2147483647 h 1164"/>
                <a:gd name="T104" fmla="*/ 2147483647 w 2514"/>
                <a:gd name="T105" fmla="*/ 2147483647 h 1164"/>
                <a:gd name="T106" fmla="*/ 2147483647 w 2514"/>
                <a:gd name="T107" fmla="*/ 2147483647 h 1164"/>
                <a:gd name="T108" fmla="*/ 2147483647 w 2514"/>
                <a:gd name="T109" fmla="*/ 2147483647 h 1164"/>
                <a:gd name="T110" fmla="*/ 2147483647 w 2514"/>
                <a:gd name="T111" fmla="*/ 2147483647 h 1164"/>
                <a:gd name="T112" fmla="*/ 2147483647 w 2514"/>
                <a:gd name="T113" fmla="*/ 2147483647 h 1164"/>
                <a:gd name="T114" fmla="*/ 2147483647 w 2514"/>
                <a:gd name="T115" fmla="*/ 2147483647 h 1164"/>
                <a:gd name="T116" fmla="*/ 2147483647 w 2514"/>
                <a:gd name="T117" fmla="*/ 2147483647 h 1164"/>
                <a:gd name="T118" fmla="*/ 2147483647 w 2514"/>
                <a:gd name="T119" fmla="*/ 2147483647 h 1164"/>
                <a:gd name="T120" fmla="*/ 2147483647 w 2514"/>
                <a:gd name="T121" fmla="*/ 2147483647 h 1164"/>
                <a:gd name="T122" fmla="*/ 2147483647 w 2514"/>
                <a:gd name="T123" fmla="*/ 2147483647 h 116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514"/>
                <a:gd name="T187" fmla="*/ 0 h 1164"/>
                <a:gd name="T188" fmla="*/ 2514 w 2514"/>
                <a:gd name="T189" fmla="*/ 1164 h 116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514" h="1164">
                  <a:moveTo>
                    <a:pt x="852" y="756"/>
                  </a:moveTo>
                  <a:lnTo>
                    <a:pt x="840" y="744"/>
                  </a:lnTo>
                  <a:lnTo>
                    <a:pt x="822" y="768"/>
                  </a:lnTo>
                  <a:lnTo>
                    <a:pt x="816" y="780"/>
                  </a:lnTo>
                  <a:lnTo>
                    <a:pt x="870" y="804"/>
                  </a:lnTo>
                  <a:lnTo>
                    <a:pt x="870" y="786"/>
                  </a:lnTo>
                  <a:lnTo>
                    <a:pt x="864" y="780"/>
                  </a:lnTo>
                  <a:lnTo>
                    <a:pt x="858" y="768"/>
                  </a:lnTo>
                  <a:lnTo>
                    <a:pt x="858" y="762"/>
                  </a:lnTo>
                  <a:lnTo>
                    <a:pt x="852" y="756"/>
                  </a:lnTo>
                  <a:close/>
                  <a:moveTo>
                    <a:pt x="2484" y="492"/>
                  </a:moveTo>
                  <a:lnTo>
                    <a:pt x="2484" y="486"/>
                  </a:lnTo>
                  <a:lnTo>
                    <a:pt x="2514" y="486"/>
                  </a:lnTo>
                  <a:lnTo>
                    <a:pt x="2478" y="444"/>
                  </a:lnTo>
                  <a:lnTo>
                    <a:pt x="2454" y="420"/>
                  </a:lnTo>
                  <a:lnTo>
                    <a:pt x="2442" y="456"/>
                  </a:lnTo>
                  <a:lnTo>
                    <a:pt x="2370" y="450"/>
                  </a:lnTo>
                  <a:lnTo>
                    <a:pt x="2370" y="444"/>
                  </a:lnTo>
                  <a:lnTo>
                    <a:pt x="2364" y="438"/>
                  </a:lnTo>
                  <a:lnTo>
                    <a:pt x="2358" y="426"/>
                  </a:lnTo>
                  <a:lnTo>
                    <a:pt x="2352" y="420"/>
                  </a:lnTo>
                  <a:lnTo>
                    <a:pt x="2346" y="408"/>
                  </a:lnTo>
                  <a:lnTo>
                    <a:pt x="2346" y="402"/>
                  </a:lnTo>
                  <a:lnTo>
                    <a:pt x="2340" y="402"/>
                  </a:lnTo>
                  <a:lnTo>
                    <a:pt x="2328" y="396"/>
                  </a:lnTo>
                  <a:lnTo>
                    <a:pt x="2316" y="396"/>
                  </a:lnTo>
                  <a:lnTo>
                    <a:pt x="2304" y="390"/>
                  </a:lnTo>
                  <a:lnTo>
                    <a:pt x="2292" y="390"/>
                  </a:lnTo>
                  <a:lnTo>
                    <a:pt x="2286" y="378"/>
                  </a:lnTo>
                  <a:lnTo>
                    <a:pt x="2274" y="372"/>
                  </a:lnTo>
                  <a:lnTo>
                    <a:pt x="2250" y="348"/>
                  </a:lnTo>
                  <a:lnTo>
                    <a:pt x="2226" y="336"/>
                  </a:lnTo>
                  <a:lnTo>
                    <a:pt x="2208" y="336"/>
                  </a:lnTo>
                  <a:lnTo>
                    <a:pt x="2196" y="342"/>
                  </a:lnTo>
                  <a:lnTo>
                    <a:pt x="2178" y="348"/>
                  </a:lnTo>
                  <a:lnTo>
                    <a:pt x="2166" y="354"/>
                  </a:lnTo>
                  <a:lnTo>
                    <a:pt x="2160" y="366"/>
                  </a:lnTo>
                  <a:lnTo>
                    <a:pt x="2136" y="366"/>
                  </a:lnTo>
                  <a:lnTo>
                    <a:pt x="2124" y="360"/>
                  </a:lnTo>
                  <a:lnTo>
                    <a:pt x="2118" y="348"/>
                  </a:lnTo>
                  <a:lnTo>
                    <a:pt x="2106" y="342"/>
                  </a:lnTo>
                  <a:lnTo>
                    <a:pt x="2076" y="342"/>
                  </a:lnTo>
                  <a:lnTo>
                    <a:pt x="2076" y="336"/>
                  </a:lnTo>
                  <a:lnTo>
                    <a:pt x="2070" y="330"/>
                  </a:lnTo>
                  <a:lnTo>
                    <a:pt x="2070" y="318"/>
                  </a:lnTo>
                  <a:lnTo>
                    <a:pt x="2064" y="312"/>
                  </a:lnTo>
                  <a:lnTo>
                    <a:pt x="2052" y="312"/>
                  </a:lnTo>
                  <a:lnTo>
                    <a:pt x="2052" y="318"/>
                  </a:lnTo>
                  <a:lnTo>
                    <a:pt x="2046" y="324"/>
                  </a:lnTo>
                  <a:lnTo>
                    <a:pt x="2046" y="336"/>
                  </a:lnTo>
                  <a:lnTo>
                    <a:pt x="2034" y="348"/>
                  </a:lnTo>
                  <a:lnTo>
                    <a:pt x="2022" y="354"/>
                  </a:lnTo>
                  <a:lnTo>
                    <a:pt x="2010" y="354"/>
                  </a:lnTo>
                  <a:lnTo>
                    <a:pt x="1998" y="348"/>
                  </a:lnTo>
                  <a:lnTo>
                    <a:pt x="1986" y="336"/>
                  </a:lnTo>
                  <a:lnTo>
                    <a:pt x="1974" y="318"/>
                  </a:lnTo>
                  <a:lnTo>
                    <a:pt x="1938" y="282"/>
                  </a:lnTo>
                  <a:lnTo>
                    <a:pt x="1920" y="258"/>
                  </a:lnTo>
                  <a:lnTo>
                    <a:pt x="1848" y="198"/>
                  </a:lnTo>
                  <a:lnTo>
                    <a:pt x="1818" y="168"/>
                  </a:lnTo>
                  <a:lnTo>
                    <a:pt x="1800" y="156"/>
                  </a:lnTo>
                  <a:lnTo>
                    <a:pt x="1788" y="150"/>
                  </a:lnTo>
                  <a:lnTo>
                    <a:pt x="1758" y="132"/>
                  </a:lnTo>
                  <a:lnTo>
                    <a:pt x="1728" y="120"/>
                  </a:lnTo>
                  <a:lnTo>
                    <a:pt x="1692" y="102"/>
                  </a:lnTo>
                  <a:lnTo>
                    <a:pt x="1698" y="102"/>
                  </a:lnTo>
                  <a:lnTo>
                    <a:pt x="1710" y="90"/>
                  </a:lnTo>
                  <a:lnTo>
                    <a:pt x="1710" y="72"/>
                  </a:lnTo>
                  <a:lnTo>
                    <a:pt x="1704" y="66"/>
                  </a:lnTo>
                  <a:lnTo>
                    <a:pt x="1698" y="66"/>
                  </a:lnTo>
                  <a:lnTo>
                    <a:pt x="1680" y="84"/>
                  </a:lnTo>
                  <a:lnTo>
                    <a:pt x="1644" y="96"/>
                  </a:lnTo>
                  <a:lnTo>
                    <a:pt x="1632" y="114"/>
                  </a:lnTo>
                  <a:lnTo>
                    <a:pt x="1620" y="114"/>
                  </a:lnTo>
                  <a:lnTo>
                    <a:pt x="1608" y="120"/>
                  </a:lnTo>
                  <a:lnTo>
                    <a:pt x="1602" y="126"/>
                  </a:lnTo>
                  <a:lnTo>
                    <a:pt x="1602" y="144"/>
                  </a:lnTo>
                  <a:lnTo>
                    <a:pt x="1590" y="156"/>
                  </a:lnTo>
                  <a:lnTo>
                    <a:pt x="1578" y="150"/>
                  </a:lnTo>
                  <a:lnTo>
                    <a:pt x="1572" y="144"/>
                  </a:lnTo>
                  <a:lnTo>
                    <a:pt x="1560" y="138"/>
                  </a:lnTo>
                  <a:lnTo>
                    <a:pt x="1554" y="132"/>
                  </a:lnTo>
                  <a:lnTo>
                    <a:pt x="1548" y="132"/>
                  </a:lnTo>
                  <a:lnTo>
                    <a:pt x="1542" y="138"/>
                  </a:lnTo>
                  <a:lnTo>
                    <a:pt x="1536" y="138"/>
                  </a:lnTo>
                  <a:lnTo>
                    <a:pt x="1530" y="144"/>
                  </a:lnTo>
                  <a:lnTo>
                    <a:pt x="1524" y="144"/>
                  </a:lnTo>
                  <a:lnTo>
                    <a:pt x="1524" y="138"/>
                  </a:lnTo>
                  <a:lnTo>
                    <a:pt x="1530" y="132"/>
                  </a:lnTo>
                  <a:lnTo>
                    <a:pt x="1530" y="108"/>
                  </a:lnTo>
                  <a:lnTo>
                    <a:pt x="1518" y="102"/>
                  </a:lnTo>
                  <a:lnTo>
                    <a:pt x="1512" y="102"/>
                  </a:lnTo>
                  <a:lnTo>
                    <a:pt x="1506" y="108"/>
                  </a:lnTo>
                  <a:lnTo>
                    <a:pt x="1482" y="96"/>
                  </a:lnTo>
                  <a:lnTo>
                    <a:pt x="1458" y="108"/>
                  </a:lnTo>
                  <a:lnTo>
                    <a:pt x="1434" y="72"/>
                  </a:lnTo>
                  <a:lnTo>
                    <a:pt x="1422" y="90"/>
                  </a:lnTo>
                  <a:lnTo>
                    <a:pt x="1404" y="90"/>
                  </a:lnTo>
                  <a:lnTo>
                    <a:pt x="1392" y="96"/>
                  </a:lnTo>
                  <a:lnTo>
                    <a:pt x="1374" y="96"/>
                  </a:lnTo>
                  <a:lnTo>
                    <a:pt x="1368" y="90"/>
                  </a:lnTo>
                  <a:lnTo>
                    <a:pt x="1368" y="48"/>
                  </a:lnTo>
                  <a:lnTo>
                    <a:pt x="1362" y="42"/>
                  </a:lnTo>
                  <a:lnTo>
                    <a:pt x="1350" y="42"/>
                  </a:lnTo>
                  <a:lnTo>
                    <a:pt x="1344" y="36"/>
                  </a:lnTo>
                  <a:lnTo>
                    <a:pt x="1338" y="24"/>
                  </a:lnTo>
                  <a:lnTo>
                    <a:pt x="1320" y="6"/>
                  </a:lnTo>
                  <a:lnTo>
                    <a:pt x="1314" y="6"/>
                  </a:lnTo>
                  <a:lnTo>
                    <a:pt x="1302" y="18"/>
                  </a:lnTo>
                  <a:lnTo>
                    <a:pt x="1290" y="18"/>
                  </a:lnTo>
                  <a:lnTo>
                    <a:pt x="1278" y="6"/>
                  </a:lnTo>
                  <a:lnTo>
                    <a:pt x="1260" y="6"/>
                  </a:lnTo>
                  <a:lnTo>
                    <a:pt x="1242" y="0"/>
                  </a:lnTo>
                  <a:lnTo>
                    <a:pt x="1218" y="0"/>
                  </a:lnTo>
                  <a:lnTo>
                    <a:pt x="1200" y="6"/>
                  </a:lnTo>
                  <a:lnTo>
                    <a:pt x="1188" y="12"/>
                  </a:lnTo>
                  <a:lnTo>
                    <a:pt x="1176" y="24"/>
                  </a:lnTo>
                  <a:lnTo>
                    <a:pt x="1176" y="36"/>
                  </a:lnTo>
                  <a:lnTo>
                    <a:pt x="1164" y="36"/>
                  </a:lnTo>
                  <a:lnTo>
                    <a:pt x="1110" y="54"/>
                  </a:lnTo>
                  <a:lnTo>
                    <a:pt x="1020" y="54"/>
                  </a:lnTo>
                  <a:lnTo>
                    <a:pt x="1014" y="60"/>
                  </a:lnTo>
                  <a:lnTo>
                    <a:pt x="1014" y="78"/>
                  </a:lnTo>
                  <a:lnTo>
                    <a:pt x="948" y="78"/>
                  </a:lnTo>
                  <a:lnTo>
                    <a:pt x="942" y="96"/>
                  </a:lnTo>
                  <a:lnTo>
                    <a:pt x="888" y="96"/>
                  </a:lnTo>
                  <a:lnTo>
                    <a:pt x="828" y="102"/>
                  </a:lnTo>
                  <a:lnTo>
                    <a:pt x="792" y="114"/>
                  </a:lnTo>
                  <a:lnTo>
                    <a:pt x="780" y="126"/>
                  </a:lnTo>
                  <a:lnTo>
                    <a:pt x="780" y="132"/>
                  </a:lnTo>
                  <a:lnTo>
                    <a:pt x="786" y="138"/>
                  </a:lnTo>
                  <a:lnTo>
                    <a:pt x="786" y="144"/>
                  </a:lnTo>
                  <a:lnTo>
                    <a:pt x="810" y="144"/>
                  </a:lnTo>
                  <a:lnTo>
                    <a:pt x="798" y="162"/>
                  </a:lnTo>
                  <a:lnTo>
                    <a:pt x="810" y="162"/>
                  </a:lnTo>
                  <a:lnTo>
                    <a:pt x="834" y="174"/>
                  </a:lnTo>
                  <a:lnTo>
                    <a:pt x="846" y="174"/>
                  </a:lnTo>
                  <a:lnTo>
                    <a:pt x="858" y="186"/>
                  </a:lnTo>
                  <a:lnTo>
                    <a:pt x="804" y="186"/>
                  </a:lnTo>
                  <a:lnTo>
                    <a:pt x="792" y="198"/>
                  </a:lnTo>
                  <a:lnTo>
                    <a:pt x="798" y="204"/>
                  </a:lnTo>
                  <a:lnTo>
                    <a:pt x="804" y="216"/>
                  </a:lnTo>
                  <a:lnTo>
                    <a:pt x="810" y="222"/>
                  </a:lnTo>
                  <a:lnTo>
                    <a:pt x="810" y="234"/>
                  </a:lnTo>
                  <a:lnTo>
                    <a:pt x="798" y="246"/>
                  </a:lnTo>
                  <a:lnTo>
                    <a:pt x="786" y="246"/>
                  </a:lnTo>
                  <a:lnTo>
                    <a:pt x="774" y="252"/>
                  </a:lnTo>
                  <a:lnTo>
                    <a:pt x="762" y="252"/>
                  </a:lnTo>
                  <a:lnTo>
                    <a:pt x="792" y="282"/>
                  </a:lnTo>
                  <a:lnTo>
                    <a:pt x="816" y="282"/>
                  </a:lnTo>
                  <a:lnTo>
                    <a:pt x="834" y="288"/>
                  </a:lnTo>
                  <a:lnTo>
                    <a:pt x="846" y="294"/>
                  </a:lnTo>
                  <a:lnTo>
                    <a:pt x="870" y="318"/>
                  </a:lnTo>
                  <a:lnTo>
                    <a:pt x="876" y="336"/>
                  </a:lnTo>
                  <a:lnTo>
                    <a:pt x="876" y="348"/>
                  </a:lnTo>
                  <a:lnTo>
                    <a:pt x="870" y="360"/>
                  </a:lnTo>
                  <a:lnTo>
                    <a:pt x="864" y="366"/>
                  </a:lnTo>
                  <a:lnTo>
                    <a:pt x="828" y="366"/>
                  </a:lnTo>
                  <a:lnTo>
                    <a:pt x="816" y="360"/>
                  </a:lnTo>
                  <a:lnTo>
                    <a:pt x="810" y="354"/>
                  </a:lnTo>
                  <a:lnTo>
                    <a:pt x="798" y="354"/>
                  </a:lnTo>
                  <a:lnTo>
                    <a:pt x="792" y="348"/>
                  </a:lnTo>
                  <a:lnTo>
                    <a:pt x="780" y="372"/>
                  </a:lnTo>
                  <a:lnTo>
                    <a:pt x="768" y="372"/>
                  </a:lnTo>
                  <a:lnTo>
                    <a:pt x="756" y="366"/>
                  </a:lnTo>
                  <a:lnTo>
                    <a:pt x="732" y="366"/>
                  </a:lnTo>
                  <a:lnTo>
                    <a:pt x="708" y="354"/>
                  </a:lnTo>
                  <a:lnTo>
                    <a:pt x="702" y="342"/>
                  </a:lnTo>
                  <a:lnTo>
                    <a:pt x="690" y="336"/>
                  </a:lnTo>
                  <a:lnTo>
                    <a:pt x="684" y="330"/>
                  </a:lnTo>
                  <a:lnTo>
                    <a:pt x="672" y="330"/>
                  </a:lnTo>
                  <a:lnTo>
                    <a:pt x="666" y="336"/>
                  </a:lnTo>
                  <a:lnTo>
                    <a:pt x="654" y="342"/>
                  </a:lnTo>
                  <a:lnTo>
                    <a:pt x="636" y="348"/>
                  </a:lnTo>
                  <a:lnTo>
                    <a:pt x="624" y="348"/>
                  </a:lnTo>
                  <a:lnTo>
                    <a:pt x="588" y="330"/>
                  </a:lnTo>
                  <a:lnTo>
                    <a:pt x="582" y="330"/>
                  </a:lnTo>
                  <a:lnTo>
                    <a:pt x="570" y="336"/>
                  </a:lnTo>
                  <a:lnTo>
                    <a:pt x="558" y="348"/>
                  </a:lnTo>
                  <a:lnTo>
                    <a:pt x="546" y="354"/>
                  </a:lnTo>
                  <a:lnTo>
                    <a:pt x="540" y="366"/>
                  </a:lnTo>
                  <a:lnTo>
                    <a:pt x="534" y="372"/>
                  </a:lnTo>
                  <a:lnTo>
                    <a:pt x="462" y="336"/>
                  </a:lnTo>
                  <a:lnTo>
                    <a:pt x="450" y="336"/>
                  </a:lnTo>
                  <a:lnTo>
                    <a:pt x="450" y="342"/>
                  </a:lnTo>
                  <a:lnTo>
                    <a:pt x="462" y="354"/>
                  </a:lnTo>
                  <a:lnTo>
                    <a:pt x="462" y="372"/>
                  </a:lnTo>
                  <a:lnTo>
                    <a:pt x="450" y="372"/>
                  </a:lnTo>
                  <a:lnTo>
                    <a:pt x="438" y="360"/>
                  </a:lnTo>
                  <a:lnTo>
                    <a:pt x="438" y="354"/>
                  </a:lnTo>
                  <a:lnTo>
                    <a:pt x="426" y="324"/>
                  </a:lnTo>
                  <a:lnTo>
                    <a:pt x="390" y="324"/>
                  </a:lnTo>
                  <a:lnTo>
                    <a:pt x="384" y="312"/>
                  </a:lnTo>
                  <a:lnTo>
                    <a:pt x="384" y="306"/>
                  </a:lnTo>
                  <a:lnTo>
                    <a:pt x="378" y="300"/>
                  </a:lnTo>
                  <a:lnTo>
                    <a:pt x="318" y="300"/>
                  </a:lnTo>
                  <a:lnTo>
                    <a:pt x="312" y="288"/>
                  </a:lnTo>
                  <a:lnTo>
                    <a:pt x="306" y="282"/>
                  </a:lnTo>
                  <a:lnTo>
                    <a:pt x="288" y="282"/>
                  </a:lnTo>
                  <a:lnTo>
                    <a:pt x="276" y="288"/>
                  </a:lnTo>
                  <a:lnTo>
                    <a:pt x="264" y="300"/>
                  </a:lnTo>
                  <a:lnTo>
                    <a:pt x="234" y="300"/>
                  </a:lnTo>
                  <a:lnTo>
                    <a:pt x="228" y="294"/>
                  </a:lnTo>
                  <a:lnTo>
                    <a:pt x="228" y="288"/>
                  </a:lnTo>
                  <a:lnTo>
                    <a:pt x="222" y="288"/>
                  </a:lnTo>
                  <a:lnTo>
                    <a:pt x="210" y="282"/>
                  </a:lnTo>
                  <a:lnTo>
                    <a:pt x="180" y="282"/>
                  </a:lnTo>
                  <a:lnTo>
                    <a:pt x="180" y="288"/>
                  </a:lnTo>
                  <a:lnTo>
                    <a:pt x="186" y="294"/>
                  </a:lnTo>
                  <a:lnTo>
                    <a:pt x="186" y="312"/>
                  </a:lnTo>
                  <a:lnTo>
                    <a:pt x="174" y="324"/>
                  </a:lnTo>
                  <a:lnTo>
                    <a:pt x="162" y="330"/>
                  </a:lnTo>
                  <a:lnTo>
                    <a:pt x="150" y="330"/>
                  </a:lnTo>
                  <a:lnTo>
                    <a:pt x="138" y="336"/>
                  </a:lnTo>
                  <a:lnTo>
                    <a:pt x="132" y="336"/>
                  </a:lnTo>
                  <a:lnTo>
                    <a:pt x="132" y="360"/>
                  </a:lnTo>
                  <a:lnTo>
                    <a:pt x="102" y="372"/>
                  </a:lnTo>
                  <a:lnTo>
                    <a:pt x="114" y="384"/>
                  </a:lnTo>
                  <a:lnTo>
                    <a:pt x="120" y="396"/>
                  </a:lnTo>
                  <a:lnTo>
                    <a:pt x="114" y="402"/>
                  </a:lnTo>
                  <a:lnTo>
                    <a:pt x="108" y="414"/>
                  </a:lnTo>
                  <a:lnTo>
                    <a:pt x="102" y="420"/>
                  </a:lnTo>
                  <a:lnTo>
                    <a:pt x="90" y="420"/>
                  </a:lnTo>
                  <a:lnTo>
                    <a:pt x="78" y="414"/>
                  </a:lnTo>
                  <a:lnTo>
                    <a:pt x="72" y="402"/>
                  </a:lnTo>
                  <a:lnTo>
                    <a:pt x="60" y="396"/>
                  </a:lnTo>
                  <a:lnTo>
                    <a:pt x="48" y="384"/>
                  </a:lnTo>
                  <a:lnTo>
                    <a:pt x="36" y="378"/>
                  </a:lnTo>
                  <a:lnTo>
                    <a:pt x="24" y="378"/>
                  </a:lnTo>
                  <a:lnTo>
                    <a:pt x="18" y="384"/>
                  </a:lnTo>
                  <a:lnTo>
                    <a:pt x="18" y="396"/>
                  </a:lnTo>
                  <a:lnTo>
                    <a:pt x="24" y="402"/>
                  </a:lnTo>
                  <a:lnTo>
                    <a:pt x="24" y="426"/>
                  </a:lnTo>
                  <a:lnTo>
                    <a:pt x="0" y="426"/>
                  </a:lnTo>
                  <a:lnTo>
                    <a:pt x="6" y="462"/>
                  </a:lnTo>
                  <a:lnTo>
                    <a:pt x="12" y="468"/>
                  </a:lnTo>
                  <a:lnTo>
                    <a:pt x="12" y="492"/>
                  </a:lnTo>
                  <a:lnTo>
                    <a:pt x="0" y="516"/>
                  </a:lnTo>
                  <a:lnTo>
                    <a:pt x="0" y="546"/>
                  </a:lnTo>
                  <a:lnTo>
                    <a:pt x="6" y="546"/>
                  </a:lnTo>
                  <a:lnTo>
                    <a:pt x="12" y="552"/>
                  </a:lnTo>
                  <a:lnTo>
                    <a:pt x="36" y="552"/>
                  </a:lnTo>
                  <a:lnTo>
                    <a:pt x="42" y="558"/>
                  </a:lnTo>
                  <a:lnTo>
                    <a:pt x="42" y="588"/>
                  </a:lnTo>
                  <a:lnTo>
                    <a:pt x="48" y="594"/>
                  </a:lnTo>
                  <a:lnTo>
                    <a:pt x="90" y="594"/>
                  </a:lnTo>
                  <a:lnTo>
                    <a:pt x="102" y="588"/>
                  </a:lnTo>
                  <a:lnTo>
                    <a:pt x="114" y="588"/>
                  </a:lnTo>
                  <a:lnTo>
                    <a:pt x="162" y="636"/>
                  </a:lnTo>
                  <a:lnTo>
                    <a:pt x="168" y="648"/>
                  </a:lnTo>
                  <a:lnTo>
                    <a:pt x="180" y="660"/>
                  </a:lnTo>
                  <a:lnTo>
                    <a:pt x="180" y="672"/>
                  </a:lnTo>
                  <a:lnTo>
                    <a:pt x="144" y="672"/>
                  </a:lnTo>
                  <a:lnTo>
                    <a:pt x="144" y="678"/>
                  </a:lnTo>
                  <a:lnTo>
                    <a:pt x="156" y="690"/>
                  </a:lnTo>
                  <a:lnTo>
                    <a:pt x="174" y="696"/>
                  </a:lnTo>
                  <a:lnTo>
                    <a:pt x="186" y="696"/>
                  </a:lnTo>
                  <a:lnTo>
                    <a:pt x="192" y="702"/>
                  </a:lnTo>
                  <a:lnTo>
                    <a:pt x="198" y="702"/>
                  </a:lnTo>
                  <a:lnTo>
                    <a:pt x="204" y="690"/>
                  </a:lnTo>
                  <a:lnTo>
                    <a:pt x="222" y="690"/>
                  </a:lnTo>
                  <a:lnTo>
                    <a:pt x="228" y="684"/>
                  </a:lnTo>
                  <a:lnTo>
                    <a:pt x="246" y="672"/>
                  </a:lnTo>
                  <a:lnTo>
                    <a:pt x="306" y="648"/>
                  </a:lnTo>
                  <a:lnTo>
                    <a:pt x="324" y="642"/>
                  </a:lnTo>
                  <a:lnTo>
                    <a:pt x="336" y="648"/>
                  </a:lnTo>
                  <a:lnTo>
                    <a:pt x="342" y="654"/>
                  </a:lnTo>
                  <a:lnTo>
                    <a:pt x="360" y="666"/>
                  </a:lnTo>
                  <a:lnTo>
                    <a:pt x="366" y="672"/>
                  </a:lnTo>
                  <a:lnTo>
                    <a:pt x="384" y="672"/>
                  </a:lnTo>
                  <a:lnTo>
                    <a:pt x="390" y="666"/>
                  </a:lnTo>
                  <a:lnTo>
                    <a:pt x="402" y="666"/>
                  </a:lnTo>
                  <a:lnTo>
                    <a:pt x="408" y="660"/>
                  </a:lnTo>
                  <a:lnTo>
                    <a:pt x="414" y="666"/>
                  </a:lnTo>
                  <a:lnTo>
                    <a:pt x="426" y="672"/>
                  </a:lnTo>
                  <a:lnTo>
                    <a:pt x="450" y="696"/>
                  </a:lnTo>
                  <a:lnTo>
                    <a:pt x="450" y="726"/>
                  </a:lnTo>
                  <a:lnTo>
                    <a:pt x="444" y="732"/>
                  </a:lnTo>
                  <a:lnTo>
                    <a:pt x="444" y="738"/>
                  </a:lnTo>
                  <a:lnTo>
                    <a:pt x="438" y="744"/>
                  </a:lnTo>
                  <a:lnTo>
                    <a:pt x="438" y="750"/>
                  </a:lnTo>
                  <a:lnTo>
                    <a:pt x="444" y="756"/>
                  </a:lnTo>
                  <a:lnTo>
                    <a:pt x="450" y="768"/>
                  </a:lnTo>
                  <a:lnTo>
                    <a:pt x="462" y="774"/>
                  </a:lnTo>
                  <a:lnTo>
                    <a:pt x="474" y="786"/>
                  </a:lnTo>
                  <a:lnTo>
                    <a:pt x="486" y="786"/>
                  </a:lnTo>
                  <a:lnTo>
                    <a:pt x="504" y="768"/>
                  </a:lnTo>
                  <a:lnTo>
                    <a:pt x="516" y="762"/>
                  </a:lnTo>
                  <a:lnTo>
                    <a:pt x="528" y="762"/>
                  </a:lnTo>
                  <a:lnTo>
                    <a:pt x="528" y="792"/>
                  </a:lnTo>
                  <a:lnTo>
                    <a:pt x="546" y="810"/>
                  </a:lnTo>
                  <a:lnTo>
                    <a:pt x="510" y="816"/>
                  </a:lnTo>
                  <a:lnTo>
                    <a:pt x="510" y="828"/>
                  </a:lnTo>
                  <a:lnTo>
                    <a:pt x="504" y="834"/>
                  </a:lnTo>
                  <a:lnTo>
                    <a:pt x="498" y="834"/>
                  </a:lnTo>
                  <a:lnTo>
                    <a:pt x="486" y="822"/>
                  </a:lnTo>
                  <a:lnTo>
                    <a:pt x="486" y="816"/>
                  </a:lnTo>
                  <a:lnTo>
                    <a:pt x="498" y="804"/>
                  </a:lnTo>
                  <a:lnTo>
                    <a:pt x="504" y="804"/>
                  </a:lnTo>
                  <a:lnTo>
                    <a:pt x="510" y="798"/>
                  </a:lnTo>
                  <a:lnTo>
                    <a:pt x="480" y="798"/>
                  </a:lnTo>
                  <a:lnTo>
                    <a:pt x="462" y="792"/>
                  </a:lnTo>
                  <a:lnTo>
                    <a:pt x="450" y="792"/>
                  </a:lnTo>
                  <a:lnTo>
                    <a:pt x="432" y="786"/>
                  </a:lnTo>
                  <a:lnTo>
                    <a:pt x="408" y="786"/>
                  </a:lnTo>
                  <a:lnTo>
                    <a:pt x="390" y="780"/>
                  </a:lnTo>
                  <a:lnTo>
                    <a:pt x="372" y="780"/>
                  </a:lnTo>
                  <a:lnTo>
                    <a:pt x="360" y="774"/>
                  </a:lnTo>
                  <a:lnTo>
                    <a:pt x="348" y="774"/>
                  </a:lnTo>
                  <a:lnTo>
                    <a:pt x="360" y="804"/>
                  </a:lnTo>
                  <a:lnTo>
                    <a:pt x="342" y="804"/>
                  </a:lnTo>
                  <a:lnTo>
                    <a:pt x="330" y="816"/>
                  </a:lnTo>
                  <a:lnTo>
                    <a:pt x="330" y="822"/>
                  </a:lnTo>
                  <a:lnTo>
                    <a:pt x="336" y="828"/>
                  </a:lnTo>
                  <a:lnTo>
                    <a:pt x="348" y="834"/>
                  </a:lnTo>
                  <a:lnTo>
                    <a:pt x="354" y="840"/>
                  </a:lnTo>
                  <a:lnTo>
                    <a:pt x="366" y="840"/>
                  </a:lnTo>
                  <a:lnTo>
                    <a:pt x="372" y="846"/>
                  </a:lnTo>
                  <a:lnTo>
                    <a:pt x="372" y="852"/>
                  </a:lnTo>
                  <a:lnTo>
                    <a:pt x="360" y="852"/>
                  </a:lnTo>
                  <a:lnTo>
                    <a:pt x="348" y="846"/>
                  </a:lnTo>
                  <a:lnTo>
                    <a:pt x="336" y="846"/>
                  </a:lnTo>
                  <a:lnTo>
                    <a:pt x="324" y="840"/>
                  </a:lnTo>
                  <a:lnTo>
                    <a:pt x="306" y="834"/>
                  </a:lnTo>
                  <a:lnTo>
                    <a:pt x="300" y="834"/>
                  </a:lnTo>
                  <a:lnTo>
                    <a:pt x="294" y="840"/>
                  </a:lnTo>
                  <a:lnTo>
                    <a:pt x="294" y="846"/>
                  </a:lnTo>
                  <a:lnTo>
                    <a:pt x="306" y="858"/>
                  </a:lnTo>
                  <a:lnTo>
                    <a:pt x="318" y="864"/>
                  </a:lnTo>
                  <a:lnTo>
                    <a:pt x="324" y="870"/>
                  </a:lnTo>
                  <a:lnTo>
                    <a:pt x="336" y="870"/>
                  </a:lnTo>
                  <a:lnTo>
                    <a:pt x="336" y="882"/>
                  </a:lnTo>
                  <a:lnTo>
                    <a:pt x="342" y="894"/>
                  </a:lnTo>
                  <a:lnTo>
                    <a:pt x="366" y="918"/>
                  </a:lnTo>
                  <a:lnTo>
                    <a:pt x="372" y="930"/>
                  </a:lnTo>
                  <a:lnTo>
                    <a:pt x="372" y="954"/>
                  </a:lnTo>
                  <a:lnTo>
                    <a:pt x="408" y="960"/>
                  </a:lnTo>
                  <a:lnTo>
                    <a:pt x="414" y="978"/>
                  </a:lnTo>
                  <a:lnTo>
                    <a:pt x="444" y="978"/>
                  </a:lnTo>
                  <a:lnTo>
                    <a:pt x="480" y="996"/>
                  </a:lnTo>
                  <a:lnTo>
                    <a:pt x="486" y="1002"/>
                  </a:lnTo>
                  <a:lnTo>
                    <a:pt x="486" y="1014"/>
                  </a:lnTo>
                  <a:lnTo>
                    <a:pt x="480" y="1020"/>
                  </a:lnTo>
                  <a:lnTo>
                    <a:pt x="468" y="1026"/>
                  </a:lnTo>
                  <a:lnTo>
                    <a:pt x="462" y="1038"/>
                  </a:lnTo>
                  <a:lnTo>
                    <a:pt x="462" y="1056"/>
                  </a:lnTo>
                  <a:lnTo>
                    <a:pt x="468" y="1062"/>
                  </a:lnTo>
                  <a:lnTo>
                    <a:pt x="492" y="1062"/>
                  </a:lnTo>
                  <a:lnTo>
                    <a:pt x="498" y="1056"/>
                  </a:lnTo>
                  <a:lnTo>
                    <a:pt x="504" y="1038"/>
                  </a:lnTo>
                  <a:lnTo>
                    <a:pt x="510" y="1026"/>
                  </a:lnTo>
                  <a:lnTo>
                    <a:pt x="516" y="1020"/>
                  </a:lnTo>
                  <a:lnTo>
                    <a:pt x="528" y="1020"/>
                  </a:lnTo>
                  <a:lnTo>
                    <a:pt x="546" y="1026"/>
                  </a:lnTo>
                  <a:lnTo>
                    <a:pt x="546" y="1020"/>
                  </a:lnTo>
                  <a:lnTo>
                    <a:pt x="552" y="1014"/>
                  </a:lnTo>
                  <a:lnTo>
                    <a:pt x="570" y="1014"/>
                  </a:lnTo>
                  <a:lnTo>
                    <a:pt x="594" y="1026"/>
                  </a:lnTo>
                  <a:lnTo>
                    <a:pt x="606" y="1026"/>
                  </a:lnTo>
                  <a:lnTo>
                    <a:pt x="618" y="1038"/>
                  </a:lnTo>
                  <a:lnTo>
                    <a:pt x="630" y="1044"/>
                  </a:lnTo>
                  <a:lnTo>
                    <a:pt x="636" y="1056"/>
                  </a:lnTo>
                  <a:lnTo>
                    <a:pt x="642" y="1062"/>
                  </a:lnTo>
                  <a:lnTo>
                    <a:pt x="648" y="1074"/>
                  </a:lnTo>
                  <a:lnTo>
                    <a:pt x="672" y="1098"/>
                  </a:lnTo>
                  <a:lnTo>
                    <a:pt x="684" y="1104"/>
                  </a:lnTo>
                  <a:lnTo>
                    <a:pt x="690" y="1110"/>
                  </a:lnTo>
                  <a:lnTo>
                    <a:pt x="696" y="1104"/>
                  </a:lnTo>
                  <a:lnTo>
                    <a:pt x="696" y="1098"/>
                  </a:lnTo>
                  <a:lnTo>
                    <a:pt x="702" y="1092"/>
                  </a:lnTo>
                  <a:lnTo>
                    <a:pt x="654" y="810"/>
                  </a:lnTo>
                  <a:lnTo>
                    <a:pt x="798" y="768"/>
                  </a:lnTo>
                  <a:lnTo>
                    <a:pt x="804" y="774"/>
                  </a:lnTo>
                  <a:lnTo>
                    <a:pt x="804" y="762"/>
                  </a:lnTo>
                  <a:lnTo>
                    <a:pt x="810" y="756"/>
                  </a:lnTo>
                  <a:lnTo>
                    <a:pt x="810" y="750"/>
                  </a:lnTo>
                  <a:lnTo>
                    <a:pt x="816" y="738"/>
                  </a:lnTo>
                  <a:lnTo>
                    <a:pt x="816" y="732"/>
                  </a:lnTo>
                  <a:lnTo>
                    <a:pt x="822" y="726"/>
                  </a:lnTo>
                  <a:lnTo>
                    <a:pt x="846" y="726"/>
                  </a:lnTo>
                  <a:lnTo>
                    <a:pt x="852" y="750"/>
                  </a:lnTo>
                  <a:lnTo>
                    <a:pt x="864" y="744"/>
                  </a:lnTo>
                  <a:lnTo>
                    <a:pt x="870" y="744"/>
                  </a:lnTo>
                  <a:lnTo>
                    <a:pt x="876" y="738"/>
                  </a:lnTo>
                  <a:lnTo>
                    <a:pt x="876" y="732"/>
                  </a:lnTo>
                  <a:lnTo>
                    <a:pt x="852" y="708"/>
                  </a:lnTo>
                  <a:lnTo>
                    <a:pt x="870" y="708"/>
                  </a:lnTo>
                  <a:lnTo>
                    <a:pt x="882" y="720"/>
                  </a:lnTo>
                  <a:lnTo>
                    <a:pt x="936" y="720"/>
                  </a:lnTo>
                  <a:lnTo>
                    <a:pt x="924" y="708"/>
                  </a:lnTo>
                  <a:lnTo>
                    <a:pt x="918" y="708"/>
                  </a:lnTo>
                  <a:lnTo>
                    <a:pt x="906" y="696"/>
                  </a:lnTo>
                  <a:lnTo>
                    <a:pt x="882" y="696"/>
                  </a:lnTo>
                  <a:lnTo>
                    <a:pt x="876" y="690"/>
                  </a:lnTo>
                  <a:lnTo>
                    <a:pt x="876" y="684"/>
                  </a:lnTo>
                  <a:lnTo>
                    <a:pt x="882" y="678"/>
                  </a:lnTo>
                  <a:lnTo>
                    <a:pt x="906" y="678"/>
                  </a:lnTo>
                  <a:lnTo>
                    <a:pt x="924" y="666"/>
                  </a:lnTo>
                  <a:lnTo>
                    <a:pt x="930" y="672"/>
                  </a:lnTo>
                  <a:lnTo>
                    <a:pt x="936" y="684"/>
                  </a:lnTo>
                  <a:lnTo>
                    <a:pt x="942" y="690"/>
                  </a:lnTo>
                  <a:lnTo>
                    <a:pt x="948" y="690"/>
                  </a:lnTo>
                  <a:lnTo>
                    <a:pt x="954" y="684"/>
                  </a:lnTo>
                  <a:lnTo>
                    <a:pt x="960" y="690"/>
                  </a:lnTo>
                  <a:lnTo>
                    <a:pt x="966" y="702"/>
                  </a:lnTo>
                  <a:lnTo>
                    <a:pt x="966" y="708"/>
                  </a:lnTo>
                  <a:lnTo>
                    <a:pt x="960" y="714"/>
                  </a:lnTo>
                  <a:lnTo>
                    <a:pt x="954" y="714"/>
                  </a:lnTo>
                  <a:lnTo>
                    <a:pt x="942" y="720"/>
                  </a:lnTo>
                  <a:lnTo>
                    <a:pt x="924" y="738"/>
                  </a:lnTo>
                  <a:lnTo>
                    <a:pt x="888" y="738"/>
                  </a:lnTo>
                  <a:lnTo>
                    <a:pt x="882" y="744"/>
                  </a:lnTo>
                  <a:lnTo>
                    <a:pt x="882" y="756"/>
                  </a:lnTo>
                  <a:lnTo>
                    <a:pt x="888" y="762"/>
                  </a:lnTo>
                  <a:lnTo>
                    <a:pt x="900" y="762"/>
                  </a:lnTo>
                  <a:lnTo>
                    <a:pt x="906" y="768"/>
                  </a:lnTo>
                  <a:lnTo>
                    <a:pt x="918" y="768"/>
                  </a:lnTo>
                  <a:lnTo>
                    <a:pt x="918" y="786"/>
                  </a:lnTo>
                  <a:lnTo>
                    <a:pt x="912" y="798"/>
                  </a:lnTo>
                  <a:lnTo>
                    <a:pt x="912" y="816"/>
                  </a:lnTo>
                  <a:lnTo>
                    <a:pt x="918" y="822"/>
                  </a:lnTo>
                  <a:lnTo>
                    <a:pt x="984" y="858"/>
                  </a:lnTo>
                  <a:lnTo>
                    <a:pt x="1062" y="930"/>
                  </a:lnTo>
                  <a:lnTo>
                    <a:pt x="1068" y="930"/>
                  </a:lnTo>
                  <a:lnTo>
                    <a:pt x="1074" y="924"/>
                  </a:lnTo>
                  <a:lnTo>
                    <a:pt x="1110" y="924"/>
                  </a:lnTo>
                  <a:lnTo>
                    <a:pt x="1128" y="918"/>
                  </a:lnTo>
                  <a:lnTo>
                    <a:pt x="1188" y="918"/>
                  </a:lnTo>
                  <a:lnTo>
                    <a:pt x="1206" y="924"/>
                  </a:lnTo>
                  <a:lnTo>
                    <a:pt x="1224" y="924"/>
                  </a:lnTo>
                  <a:lnTo>
                    <a:pt x="1230" y="918"/>
                  </a:lnTo>
                  <a:lnTo>
                    <a:pt x="1254" y="906"/>
                  </a:lnTo>
                  <a:lnTo>
                    <a:pt x="1266" y="906"/>
                  </a:lnTo>
                  <a:lnTo>
                    <a:pt x="1272" y="918"/>
                  </a:lnTo>
                  <a:lnTo>
                    <a:pt x="1290" y="936"/>
                  </a:lnTo>
                  <a:lnTo>
                    <a:pt x="1296" y="954"/>
                  </a:lnTo>
                  <a:lnTo>
                    <a:pt x="1308" y="960"/>
                  </a:lnTo>
                  <a:lnTo>
                    <a:pt x="1314" y="972"/>
                  </a:lnTo>
                  <a:lnTo>
                    <a:pt x="1344" y="972"/>
                  </a:lnTo>
                  <a:lnTo>
                    <a:pt x="1344" y="984"/>
                  </a:lnTo>
                  <a:lnTo>
                    <a:pt x="1350" y="1002"/>
                  </a:lnTo>
                  <a:lnTo>
                    <a:pt x="1350" y="1044"/>
                  </a:lnTo>
                  <a:lnTo>
                    <a:pt x="1356" y="1050"/>
                  </a:lnTo>
                  <a:lnTo>
                    <a:pt x="1362" y="1050"/>
                  </a:lnTo>
                  <a:lnTo>
                    <a:pt x="1368" y="1044"/>
                  </a:lnTo>
                  <a:lnTo>
                    <a:pt x="1380" y="1044"/>
                  </a:lnTo>
                  <a:lnTo>
                    <a:pt x="1386" y="1050"/>
                  </a:lnTo>
                  <a:lnTo>
                    <a:pt x="1416" y="1110"/>
                  </a:lnTo>
                  <a:lnTo>
                    <a:pt x="1494" y="1110"/>
                  </a:lnTo>
                  <a:lnTo>
                    <a:pt x="1512" y="1116"/>
                  </a:lnTo>
                  <a:lnTo>
                    <a:pt x="1512" y="1134"/>
                  </a:lnTo>
                  <a:lnTo>
                    <a:pt x="1506" y="1140"/>
                  </a:lnTo>
                  <a:lnTo>
                    <a:pt x="1506" y="1152"/>
                  </a:lnTo>
                  <a:lnTo>
                    <a:pt x="1512" y="1152"/>
                  </a:lnTo>
                  <a:lnTo>
                    <a:pt x="1524" y="1158"/>
                  </a:lnTo>
                  <a:lnTo>
                    <a:pt x="1536" y="1158"/>
                  </a:lnTo>
                  <a:lnTo>
                    <a:pt x="1542" y="1164"/>
                  </a:lnTo>
                  <a:lnTo>
                    <a:pt x="1542" y="1152"/>
                  </a:lnTo>
                  <a:lnTo>
                    <a:pt x="1536" y="1146"/>
                  </a:lnTo>
                  <a:lnTo>
                    <a:pt x="1536" y="1134"/>
                  </a:lnTo>
                  <a:lnTo>
                    <a:pt x="1548" y="1122"/>
                  </a:lnTo>
                  <a:lnTo>
                    <a:pt x="1560" y="1116"/>
                  </a:lnTo>
                  <a:lnTo>
                    <a:pt x="1566" y="1110"/>
                  </a:lnTo>
                  <a:lnTo>
                    <a:pt x="1572" y="1110"/>
                  </a:lnTo>
                  <a:lnTo>
                    <a:pt x="1572" y="1092"/>
                  </a:lnTo>
                  <a:lnTo>
                    <a:pt x="1584" y="1080"/>
                  </a:lnTo>
                  <a:lnTo>
                    <a:pt x="1596" y="1074"/>
                  </a:lnTo>
                  <a:lnTo>
                    <a:pt x="1608" y="1074"/>
                  </a:lnTo>
                  <a:lnTo>
                    <a:pt x="1614" y="1068"/>
                  </a:lnTo>
                  <a:lnTo>
                    <a:pt x="1620" y="1068"/>
                  </a:lnTo>
                  <a:lnTo>
                    <a:pt x="1632" y="1044"/>
                  </a:lnTo>
                  <a:lnTo>
                    <a:pt x="1656" y="1044"/>
                  </a:lnTo>
                  <a:lnTo>
                    <a:pt x="1686" y="1026"/>
                  </a:lnTo>
                  <a:lnTo>
                    <a:pt x="1662" y="1026"/>
                  </a:lnTo>
                  <a:lnTo>
                    <a:pt x="1662" y="1008"/>
                  </a:lnTo>
                  <a:lnTo>
                    <a:pt x="1668" y="996"/>
                  </a:lnTo>
                  <a:lnTo>
                    <a:pt x="1686" y="978"/>
                  </a:lnTo>
                  <a:lnTo>
                    <a:pt x="1716" y="978"/>
                  </a:lnTo>
                  <a:lnTo>
                    <a:pt x="1728" y="984"/>
                  </a:lnTo>
                  <a:lnTo>
                    <a:pt x="1746" y="990"/>
                  </a:lnTo>
                  <a:lnTo>
                    <a:pt x="1782" y="1008"/>
                  </a:lnTo>
                  <a:lnTo>
                    <a:pt x="1812" y="1008"/>
                  </a:lnTo>
                  <a:lnTo>
                    <a:pt x="1830" y="1014"/>
                  </a:lnTo>
                  <a:lnTo>
                    <a:pt x="1830" y="1002"/>
                  </a:lnTo>
                  <a:lnTo>
                    <a:pt x="1824" y="990"/>
                  </a:lnTo>
                  <a:lnTo>
                    <a:pt x="1824" y="960"/>
                  </a:lnTo>
                  <a:lnTo>
                    <a:pt x="1830" y="954"/>
                  </a:lnTo>
                  <a:lnTo>
                    <a:pt x="1872" y="954"/>
                  </a:lnTo>
                  <a:lnTo>
                    <a:pt x="1884" y="960"/>
                  </a:lnTo>
                  <a:lnTo>
                    <a:pt x="1890" y="972"/>
                  </a:lnTo>
                  <a:lnTo>
                    <a:pt x="1914" y="972"/>
                  </a:lnTo>
                  <a:lnTo>
                    <a:pt x="1926" y="978"/>
                  </a:lnTo>
                  <a:lnTo>
                    <a:pt x="1944" y="978"/>
                  </a:lnTo>
                  <a:lnTo>
                    <a:pt x="1962" y="972"/>
                  </a:lnTo>
                  <a:lnTo>
                    <a:pt x="2082" y="972"/>
                  </a:lnTo>
                  <a:lnTo>
                    <a:pt x="2094" y="978"/>
                  </a:lnTo>
                  <a:lnTo>
                    <a:pt x="2106" y="978"/>
                  </a:lnTo>
                  <a:lnTo>
                    <a:pt x="2154" y="972"/>
                  </a:lnTo>
                  <a:lnTo>
                    <a:pt x="2166" y="984"/>
                  </a:lnTo>
                  <a:lnTo>
                    <a:pt x="2184" y="984"/>
                  </a:lnTo>
                  <a:lnTo>
                    <a:pt x="2208" y="1014"/>
                  </a:lnTo>
                  <a:lnTo>
                    <a:pt x="2250" y="1014"/>
                  </a:lnTo>
                  <a:lnTo>
                    <a:pt x="2268" y="1020"/>
                  </a:lnTo>
                  <a:lnTo>
                    <a:pt x="2262" y="1014"/>
                  </a:lnTo>
                  <a:lnTo>
                    <a:pt x="2262" y="1002"/>
                  </a:lnTo>
                  <a:lnTo>
                    <a:pt x="2256" y="996"/>
                  </a:lnTo>
                  <a:lnTo>
                    <a:pt x="2256" y="984"/>
                  </a:lnTo>
                  <a:lnTo>
                    <a:pt x="2280" y="984"/>
                  </a:lnTo>
                  <a:lnTo>
                    <a:pt x="2262" y="966"/>
                  </a:lnTo>
                  <a:lnTo>
                    <a:pt x="2262" y="960"/>
                  </a:lnTo>
                  <a:lnTo>
                    <a:pt x="2268" y="954"/>
                  </a:lnTo>
                  <a:lnTo>
                    <a:pt x="2286" y="954"/>
                  </a:lnTo>
                  <a:lnTo>
                    <a:pt x="2286" y="942"/>
                  </a:lnTo>
                  <a:lnTo>
                    <a:pt x="2274" y="936"/>
                  </a:lnTo>
                  <a:lnTo>
                    <a:pt x="2268" y="924"/>
                  </a:lnTo>
                  <a:lnTo>
                    <a:pt x="2226" y="882"/>
                  </a:lnTo>
                  <a:lnTo>
                    <a:pt x="2214" y="858"/>
                  </a:lnTo>
                  <a:lnTo>
                    <a:pt x="2214" y="828"/>
                  </a:lnTo>
                  <a:lnTo>
                    <a:pt x="2196" y="828"/>
                  </a:lnTo>
                  <a:lnTo>
                    <a:pt x="2184" y="822"/>
                  </a:lnTo>
                  <a:lnTo>
                    <a:pt x="2178" y="816"/>
                  </a:lnTo>
                  <a:lnTo>
                    <a:pt x="2178" y="810"/>
                  </a:lnTo>
                  <a:lnTo>
                    <a:pt x="2184" y="804"/>
                  </a:lnTo>
                  <a:lnTo>
                    <a:pt x="2196" y="798"/>
                  </a:lnTo>
                  <a:lnTo>
                    <a:pt x="2208" y="798"/>
                  </a:lnTo>
                  <a:lnTo>
                    <a:pt x="2220" y="792"/>
                  </a:lnTo>
                  <a:lnTo>
                    <a:pt x="2232" y="792"/>
                  </a:lnTo>
                  <a:lnTo>
                    <a:pt x="2268" y="774"/>
                  </a:lnTo>
                  <a:lnTo>
                    <a:pt x="2280" y="774"/>
                  </a:lnTo>
                  <a:lnTo>
                    <a:pt x="2286" y="780"/>
                  </a:lnTo>
                  <a:lnTo>
                    <a:pt x="2292" y="792"/>
                  </a:lnTo>
                  <a:lnTo>
                    <a:pt x="2298" y="798"/>
                  </a:lnTo>
                  <a:lnTo>
                    <a:pt x="2316" y="786"/>
                  </a:lnTo>
                  <a:lnTo>
                    <a:pt x="2328" y="798"/>
                  </a:lnTo>
                  <a:lnTo>
                    <a:pt x="2334" y="798"/>
                  </a:lnTo>
                  <a:lnTo>
                    <a:pt x="2340" y="792"/>
                  </a:lnTo>
                  <a:lnTo>
                    <a:pt x="2340" y="780"/>
                  </a:lnTo>
                  <a:lnTo>
                    <a:pt x="2334" y="774"/>
                  </a:lnTo>
                  <a:lnTo>
                    <a:pt x="2328" y="774"/>
                  </a:lnTo>
                  <a:lnTo>
                    <a:pt x="2322" y="768"/>
                  </a:lnTo>
                  <a:lnTo>
                    <a:pt x="2316" y="768"/>
                  </a:lnTo>
                  <a:lnTo>
                    <a:pt x="2316" y="630"/>
                  </a:lnTo>
                  <a:lnTo>
                    <a:pt x="2328" y="630"/>
                  </a:lnTo>
                  <a:lnTo>
                    <a:pt x="2340" y="636"/>
                  </a:lnTo>
                  <a:lnTo>
                    <a:pt x="2352" y="636"/>
                  </a:lnTo>
                  <a:lnTo>
                    <a:pt x="2376" y="648"/>
                  </a:lnTo>
                  <a:lnTo>
                    <a:pt x="2424" y="648"/>
                  </a:lnTo>
                  <a:lnTo>
                    <a:pt x="2436" y="660"/>
                  </a:lnTo>
                  <a:lnTo>
                    <a:pt x="2454" y="642"/>
                  </a:lnTo>
                  <a:lnTo>
                    <a:pt x="2472" y="642"/>
                  </a:lnTo>
                  <a:lnTo>
                    <a:pt x="2478" y="636"/>
                  </a:lnTo>
                  <a:lnTo>
                    <a:pt x="2478" y="618"/>
                  </a:lnTo>
                  <a:lnTo>
                    <a:pt x="2466" y="594"/>
                  </a:lnTo>
                  <a:lnTo>
                    <a:pt x="2454" y="582"/>
                  </a:lnTo>
                  <a:lnTo>
                    <a:pt x="2442" y="558"/>
                  </a:lnTo>
                  <a:lnTo>
                    <a:pt x="2442" y="540"/>
                  </a:lnTo>
                  <a:lnTo>
                    <a:pt x="2454" y="528"/>
                  </a:lnTo>
                  <a:lnTo>
                    <a:pt x="2496" y="528"/>
                  </a:lnTo>
                  <a:lnTo>
                    <a:pt x="2502" y="522"/>
                  </a:lnTo>
                  <a:lnTo>
                    <a:pt x="2502" y="510"/>
                  </a:lnTo>
                  <a:lnTo>
                    <a:pt x="2484" y="492"/>
                  </a:lnTo>
                  <a:close/>
                  <a:moveTo>
                    <a:pt x="2082" y="696"/>
                  </a:moveTo>
                  <a:lnTo>
                    <a:pt x="2046" y="696"/>
                  </a:lnTo>
                  <a:lnTo>
                    <a:pt x="2046" y="702"/>
                  </a:lnTo>
                  <a:lnTo>
                    <a:pt x="2040" y="708"/>
                  </a:lnTo>
                  <a:lnTo>
                    <a:pt x="2028" y="708"/>
                  </a:lnTo>
                  <a:lnTo>
                    <a:pt x="2022" y="702"/>
                  </a:lnTo>
                  <a:lnTo>
                    <a:pt x="2010" y="696"/>
                  </a:lnTo>
                  <a:lnTo>
                    <a:pt x="1980" y="702"/>
                  </a:lnTo>
                  <a:lnTo>
                    <a:pt x="1950" y="696"/>
                  </a:lnTo>
                  <a:lnTo>
                    <a:pt x="1932" y="696"/>
                  </a:lnTo>
                  <a:lnTo>
                    <a:pt x="1908" y="690"/>
                  </a:lnTo>
                  <a:lnTo>
                    <a:pt x="1860" y="690"/>
                  </a:lnTo>
                  <a:lnTo>
                    <a:pt x="1854" y="684"/>
                  </a:lnTo>
                  <a:lnTo>
                    <a:pt x="1854" y="678"/>
                  </a:lnTo>
                  <a:lnTo>
                    <a:pt x="1836" y="696"/>
                  </a:lnTo>
                  <a:lnTo>
                    <a:pt x="1830" y="696"/>
                  </a:lnTo>
                  <a:lnTo>
                    <a:pt x="1824" y="708"/>
                  </a:lnTo>
                  <a:lnTo>
                    <a:pt x="1824" y="714"/>
                  </a:lnTo>
                  <a:lnTo>
                    <a:pt x="1818" y="726"/>
                  </a:lnTo>
                  <a:lnTo>
                    <a:pt x="1812" y="732"/>
                  </a:lnTo>
                  <a:lnTo>
                    <a:pt x="1794" y="732"/>
                  </a:lnTo>
                  <a:lnTo>
                    <a:pt x="1800" y="762"/>
                  </a:lnTo>
                  <a:lnTo>
                    <a:pt x="1788" y="768"/>
                  </a:lnTo>
                  <a:lnTo>
                    <a:pt x="1806" y="786"/>
                  </a:lnTo>
                  <a:lnTo>
                    <a:pt x="1800" y="810"/>
                  </a:lnTo>
                  <a:lnTo>
                    <a:pt x="1794" y="810"/>
                  </a:lnTo>
                  <a:lnTo>
                    <a:pt x="1788" y="798"/>
                  </a:lnTo>
                  <a:lnTo>
                    <a:pt x="1776" y="792"/>
                  </a:lnTo>
                  <a:lnTo>
                    <a:pt x="1770" y="780"/>
                  </a:lnTo>
                  <a:lnTo>
                    <a:pt x="1758" y="774"/>
                  </a:lnTo>
                  <a:lnTo>
                    <a:pt x="1752" y="762"/>
                  </a:lnTo>
                  <a:lnTo>
                    <a:pt x="1752" y="750"/>
                  </a:lnTo>
                  <a:lnTo>
                    <a:pt x="1746" y="732"/>
                  </a:lnTo>
                  <a:lnTo>
                    <a:pt x="1746" y="720"/>
                  </a:lnTo>
                  <a:lnTo>
                    <a:pt x="1764" y="702"/>
                  </a:lnTo>
                  <a:lnTo>
                    <a:pt x="1776" y="702"/>
                  </a:lnTo>
                  <a:lnTo>
                    <a:pt x="1782" y="696"/>
                  </a:lnTo>
                  <a:lnTo>
                    <a:pt x="1788" y="684"/>
                  </a:lnTo>
                  <a:lnTo>
                    <a:pt x="1788" y="678"/>
                  </a:lnTo>
                  <a:lnTo>
                    <a:pt x="1800" y="666"/>
                  </a:lnTo>
                  <a:lnTo>
                    <a:pt x="1818" y="666"/>
                  </a:lnTo>
                  <a:lnTo>
                    <a:pt x="1830" y="672"/>
                  </a:lnTo>
                  <a:lnTo>
                    <a:pt x="1848" y="672"/>
                  </a:lnTo>
                  <a:lnTo>
                    <a:pt x="1854" y="666"/>
                  </a:lnTo>
                  <a:lnTo>
                    <a:pt x="1896" y="666"/>
                  </a:lnTo>
                  <a:lnTo>
                    <a:pt x="1908" y="672"/>
                  </a:lnTo>
                  <a:lnTo>
                    <a:pt x="1914" y="678"/>
                  </a:lnTo>
                  <a:lnTo>
                    <a:pt x="1932" y="678"/>
                  </a:lnTo>
                  <a:lnTo>
                    <a:pt x="1944" y="684"/>
                  </a:lnTo>
                  <a:lnTo>
                    <a:pt x="1974" y="684"/>
                  </a:lnTo>
                  <a:lnTo>
                    <a:pt x="1986" y="672"/>
                  </a:lnTo>
                  <a:lnTo>
                    <a:pt x="2028" y="672"/>
                  </a:lnTo>
                  <a:lnTo>
                    <a:pt x="2034" y="678"/>
                  </a:lnTo>
                  <a:lnTo>
                    <a:pt x="2046" y="678"/>
                  </a:lnTo>
                  <a:lnTo>
                    <a:pt x="2052" y="672"/>
                  </a:lnTo>
                  <a:lnTo>
                    <a:pt x="2064" y="666"/>
                  </a:lnTo>
                  <a:lnTo>
                    <a:pt x="2088" y="666"/>
                  </a:lnTo>
                  <a:lnTo>
                    <a:pt x="2088" y="684"/>
                  </a:lnTo>
                  <a:lnTo>
                    <a:pt x="2082" y="690"/>
                  </a:lnTo>
                  <a:lnTo>
                    <a:pt x="2082" y="696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4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59" name="Jordan" descr="© INSCALE GmbH, 05.05.2010&#10;http://www.presentationload.com/">
              <a:extLst>
                <a:ext uri="{FF2B5EF4-FFF2-40B4-BE49-F238E27FC236}">
                  <a16:creationId xmlns:a16="http://schemas.microsoft.com/office/drawing/2014/main" id="{58E6B4BB-CC1F-44BA-B424-FE2B637612A7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152636" y="2028475"/>
              <a:ext cx="110085" cy="131490"/>
            </a:xfrm>
            <a:custGeom>
              <a:avLst/>
              <a:gdLst>
                <a:gd name="T0" fmla="*/ 2147483647 w 282"/>
                <a:gd name="T1" fmla="*/ 2147483647 h 336"/>
                <a:gd name="T2" fmla="*/ 2147483647 w 282"/>
                <a:gd name="T3" fmla="*/ 2147483647 h 336"/>
                <a:gd name="T4" fmla="*/ 2147483647 w 282"/>
                <a:gd name="T5" fmla="*/ 0 h 336"/>
                <a:gd name="T6" fmla="*/ 2147483647 w 282"/>
                <a:gd name="T7" fmla="*/ 2147483647 h 336"/>
                <a:gd name="T8" fmla="*/ 2147483647 w 282"/>
                <a:gd name="T9" fmla="*/ 2147483647 h 336"/>
                <a:gd name="T10" fmla="*/ 2147483647 w 282"/>
                <a:gd name="T11" fmla="*/ 2147483647 h 336"/>
                <a:gd name="T12" fmla="*/ 2147483647 w 282"/>
                <a:gd name="T13" fmla="*/ 2147483647 h 336"/>
                <a:gd name="T14" fmla="*/ 2147483647 w 282"/>
                <a:gd name="T15" fmla="*/ 2147483647 h 336"/>
                <a:gd name="T16" fmla="*/ 2147483647 w 282"/>
                <a:gd name="T17" fmla="*/ 2147483647 h 336"/>
                <a:gd name="T18" fmla="*/ 2147483647 w 282"/>
                <a:gd name="T19" fmla="*/ 2147483647 h 336"/>
                <a:gd name="T20" fmla="*/ 2147483647 w 282"/>
                <a:gd name="T21" fmla="*/ 2147483647 h 336"/>
                <a:gd name="T22" fmla="*/ 2147483647 w 282"/>
                <a:gd name="T23" fmla="*/ 2147483647 h 336"/>
                <a:gd name="T24" fmla="*/ 2147483647 w 282"/>
                <a:gd name="T25" fmla="*/ 2147483647 h 336"/>
                <a:gd name="T26" fmla="*/ 2147483647 w 282"/>
                <a:gd name="T27" fmla="*/ 2147483647 h 336"/>
                <a:gd name="T28" fmla="*/ 2147483647 w 282"/>
                <a:gd name="T29" fmla="*/ 2147483647 h 336"/>
                <a:gd name="T30" fmla="*/ 2147483647 w 282"/>
                <a:gd name="T31" fmla="*/ 2147483647 h 336"/>
                <a:gd name="T32" fmla="*/ 2147483647 w 282"/>
                <a:gd name="T33" fmla="*/ 2147483647 h 336"/>
                <a:gd name="T34" fmla="*/ 2147483647 w 282"/>
                <a:gd name="T35" fmla="*/ 2147483647 h 336"/>
                <a:gd name="T36" fmla="*/ 2147483647 w 282"/>
                <a:gd name="T37" fmla="*/ 2147483647 h 336"/>
                <a:gd name="T38" fmla="*/ 2147483647 w 282"/>
                <a:gd name="T39" fmla="*/ 2147483647 h 336"/>
                <a:gd name="T40" fmla="*/ 2147483647 w 282"/>
                <a:gd name="T41" fmla="*/ 2147483647 h 336"/>
                <a:gd name="T42" fmla="*/ 2147483647 w 282"/>
                <a:gd name="T43" fmla="*/ 2147483647 h 336"/>
                <a:gd name="T44" fmla="*/ 2147483647 w 282"/>
                <a:gd name="T45" fmla="*/ 2147483647 h 336"/>
                <a:gd name="T46" fmla="*/ 0 w 282"/>
                <a:gd name="T47" fmla="*/ 2147483647 h 336"/>
                <a:gd name="T48" fmla="*/ 0 w 282"/>
                <a:gd name="T49" fmla="*/ 2147483647 h 336"/>
                <a:gd name="T50" fmla="*/ 2147483647 w 282"/>
                <a:gd name="T51" fmla="*/ 2147483647 h 336"/>
                <a:gd name="T52" fmla="*/ 2147483647 w 282"/>
                <a:gd name="T53" fmla="*/ 2147483647 h 336"/>
                <a:gd name="T54" fmla="*/ 2147483647 w 282"/>
                <a:gd name="T55" fmla="*/ 2147483647 h 336"/>
                <a:gd name="T56" fmla="*/ 2147483647 w 282"/>
                <a:gd name="T57" fmla="*/ 2147483647 h 336"/>
                <a:gd name="T58" fmla="*/ 2147483647 w 282"/>
                <a:gd name="T59" fmla="*/ 2147483647 h 336"/>
                <a:gd name="T60" fmla="*/ 2147483647 w 282"/>
                <a:gd name="T61" fmla="*/ 2147483647 h 336"/>
                <a:gd name="T62" fmla="*/ 2147483647 w 282"/>
                <a:gd name="T63" fmla="*/ 2147483647 h 336"/>
                <a:gd name="T64" fmla="*/ 2147483647 w 282"/>
                <a:gd name="T65" fmla="*/ 2147483647 h 336"/>
                <a:gd name="T66" fmla="*/ 2147483647 w 282"/>
                <a:gd name="T67" fmla="*/ 2147483647 h 336"/>
                <a:gd name="T68" fmla="*/ 2147483647 w 282"/>
                <a:gd name="T69" fmla="*/ 2147483647 h 336"/>
                <a:gd name="T70" fmla="*/ 2147483647 w 282"/>
                <a:gd name="T71" fmla="*/ 2147483647 h 336"/>
                <a:gd name="T72" fmla="*/ 2147483647 w 282"/>
                <a:gd name="T73" fmla="*/ 2147483647 h 336"/>
                <a:gd name="T74" fmla="*/ 2147483647 w 282"/>
                <a:gd name="T75" fmla="*/ 2147483647 h 336"/>
                <a:gd name="T76" fmla="*/ 2147483647 w 282"/>
                <a:gd name="T77" fmla="*/ 2147483647 h 336"/>
                <a:gd name="T78" fmla="*/ 2147483647 w 282"/>
                <a:gd name="T79" fmla="*/ 2147483647 h 336"/>
                <a:gd name="T80" fmla="*/ 2147483647 w 282"/>
                <a:gd name="T81" fmla="*/ 2147483647 h 336"/>
                <a:gd name="T82" fmla="*/ 2147483647 w 282"/>
                <a:gd name="T83" fmla="*/ 2147483647 h 336"/>
                <a:gd name="T84" fmla="*/ 2147483647 w 282"/>
                <a:gd name="T85" fmla="*/ 2147483647 h 336"/>
                <a:gd name="T86" fmla="*/ 2147483647 w 282"/>
                <a:gd name="T87" fmla="*/ 2147483647 h 336"/>
                <a:gd name="T88" fmla="*/ 2147483647 w 282"/>
                <a:gd name="T89" fmla="*/ 2147483647 h 336"/>
                <a:gd name="T90" fmla="*/ 2147483647 w 282"/>
                <a:gd name="T91" fmla="*/ 2147483647 h 336"/>
                <a:gd name="T92" fmla="*/ 2147483647 w 282"/>
                <a:gd name="T93" fmla="*/ 2147483647 h 336"/>
                <a:gd name="T94" fmla="*/ 2147483647 w 282"/>
                <a:gd name="T95" fmla="*/ 2147483647 h 336"/>
                <a:gd name="T96" fmla="*/ 2147483647 w 282"/>
                <a:gd name="T97" fmla="*/ 2147483647 h 336"/>
                <a:gd name="T98" fmla="*/ 2147483647 w 282"/>
                <a:gd name="T99" fmla="*/ 2147483647 h 336"/>
                <a:gd name="T100" fmla="*/ 2147483647 w 282"/>
                <a:gd name="T101" fmla="*/ 2147483647 h 336"/>
                <a:gd name="T102" fmla="*/ 2147483647 w 282"/>
                <a:gd name="T103" fmla="*/ 2147483647 h 336"/>
                <a:gd name="T104" fmla="*/ 2147483647 w 282"/>
                <a:gd name="T105" fmla="*/ 2147483647 h 336"/>
                <a:gd name="T106" fmla="*/ 2147483647 w 282"/>
                <a:gd name="T107" fmla="*/ 2147483647 h 336"/>
                <a:gd name="T108" fmla="*/ 2147483647 w 282"/>
                <a:gd name="T109" fmla="*/ 2147483647 h 336"/>
                <a:gd name="T110" fmla="*/ 2147483647 w 282"/>
                <a:gd name="T111" fmla="*/ 2147483647 h 336"/>
                <a:gd name="T112" fmla="*/ 2147483647 w 282"/>
                <a:gd name="T113" fmla="*/ 2147483647 h 336"/>
                <a:gd name="T114" fmla="*/ 2147483647 w 282"/>
                <a:gd name="T115" fmla="*/ 2147483647 h 336"/>
                <a:gd name="T116" fmla="*/ 2147483647 w 282"/>
                <a:gd name="T117" fmla="*/ 2147483647 h 336"/>
                <a:gd name="T118" fmla="*/ 2147483647 w 282"/>
                <a:gd name="T119" fmla="*/ 2147483647 h 336"/>
                <a:gd name="T120" fmla="*/ 2147483647 w 282"/>
                <a:gd name="T121" fmla="*/ 2147483647 h 336"/>
                <a:gd name="T122" fmla="*/ 2147483647 w 282"/>
                <a:gd name="T123" fmla="*/ 2147483647 h 3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82"/>
                <a:gd name="T187" fmla="*/ 0 h 336"/>
                <a:gd name="T188" fmla="*/ 282 w 282"/>
                <a:gd name="T189" fmla="*/ 336 h 3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82" h="336">
                  <a:moveTo>
                    <a:pt x="258" y="60"/>
                  </a:moveTo>
                  <a:lnTo>
                    <a:pt x="258" y="42"/>
                  </a:lnTo>
                  <a:lnTo>
                    <a:pt x="234" y="0"/>
                  </a:lnTo>
                  <a:lnTo>
                    <a:pt x="222" y="6"/>
                  </a:lnTo>
                  <a:lnTo>
                    <a:pt x="198" y="30"/>
                  </a:lnTo>
                  <a:lnTo>
                    <a:pt x="138" y="78"/>
                  </a:lnTo>
                  <a:lnTo>
                    <a:pt x="114" y="84"/>
                  </a:lnTo>
                  <a:lnTo>
                    <a:pt x="96" y="84"/>
                  </a:lnTo>
                  <a:lnTo>
                    <a:pt x="84" y="78"/>
                  </a:lnTo>
                  <a:lnTo>
                    <a:pt x="72" y="66"/>
                  </a:lnTo>
                  <a:lnTo>
                    <a:pt x="36" y="48"/>
                  </a:lnTo>
                  <a:lnTo>
                    <a:pt x="30" y="48"/>
                  </a:lnTo>
                  <a:lnTo>
                    <a:pt x="24" y="66"/>
                  </a:lnTo>
                  <a:lnTo>
                    <a:pt x="30" y="138"/>
                  </a:lnTo>
                  <a:lnTo>
                    <a:pt x="18" y="150"/>
                  </a:lnTo>
                  <a:lnTo>
                    <a:pt x="18" y="162"/>
                  </a:lnTo>
                  <a:lnTo>
                    <a:pt x="30" y="174"/>
                  </a:lnTo>
                  <a:lnTo>
                    <a:pt x="30" y="186"/>
                  </a:lnTo>
                  <a:lnTo>
                    <a:pt x="24" y="198"/>
                  </a:lnTo>
                  <a:lnTo>
                    <a:pt x="18" y="204"/>
                  </a:lnTo>
                  <a:lnTo>
                    <a:pt x="12" y="216"/>
                  </a:lnTo>
                  <a:lnTo>
                    <a:pt x="6" y="222"/>
                  </a:lnTo>
                  <a:lnTo>
                    <a:pt x="6" y="282"/>
                  </a:lnTo>
                  <a:lnTo>
                    <a:pt x="0" y="294"/>
                  </a:lnTo>
                  <a:lnTo>
                    <a:pt x="0" y="312"/>
                  </a:lnTo>
                  <a:lnTo>
                    <a:pt x="6" y="324"/>
                  </a:lnTo>
                  <a:lnTo>
                    <a:pt x="24" y="324"/>
                  </a:lnTo>
                  <a:lnTo>
                    <a:pt x="48" y="336"/>
                  </a:lnTo>
                  <a:lnTo>
                    <a:pt x="84" y="336"/>
                  </a:lnTo>
                  <a:lnTo>
                    <a:pt x="96" y="324"/>
                  </a:lnTo>
                  <a:lnTo>
                    <a:pt x="108" y="300"/>
                  </a:lnTo>
                  <a:lnTo>
                    <a:pt x="108" y="288"/>
                  </a:lnTo>
                  <a:lnTo>
                    <a:pt x="120" y="276"/>
                  </a:lnTo>
                  <a:lnTo>
                    <a:pt x="126" y="276"/>
                  </a:lnTo>
                  <a:lnTo>
                    <a:pt x="138" y="270"/>
                  </a:lnTo>
                  <a:lnTo>
                    <a:pt x="150" y="270"/>
                  </a:lnTo>
                  <a:lnTo>
                    <a:pt x="162" y="264"/>
                  </a:lnTo>
                  <a:lnTo>
                    <a:pt x="168" y="258"/>
                  </a:lnTo>
                  <a:lnTo>
                    <a:pt x="174" y="246"/>
                  </a:lnTo>
                  <a:lnTo>
                    <a:pt x="180" y="240"/>
                  </a:lnTo>
                  <a:lnTo>
                    <a:pt x="180" y="228"/>
                  </a:lnTo>
                  <a:lnTo>
                    <a:pt x="186" y="222"/>
                  </a:lnTo>
                  <a:lnTo>
                    <a:pt x="186" y="210"/>
                  </a:lnTo>
                  <a:lnTo>
                    <a:pt x="180" y="204"/>
                  </a:lnTo>
                  <a:lnTo>
                    <a:pt x="168" y="180"/>
                  </a:lnTo>
                  <a:lnTo>
                    <a:pt x="144" y="156"/>
                  </a:lnTo>
                  <a:lnTo>
                    <a:pt x="132" y="156"/>
                  </a:lnTo>
                  <a:lnTo>
                    <a:pt x="120" y="150"/>
                  </a:lnTo>
                  <a:lnTo>
                    <a:pt x="96" y="150"/>
                  </a:lnTo>
                  <a:lnTo>
                    <a:pt x="96" y="144"/>
                  </a:lnTo>
                  <a:lnTo>
                    <a:pt x="108" y="144"/>
                  </a:lnTo>
                  <a:lnTo>
                    <a:pt x="120" y="138"/>
                  </a:lnTo>
                  <a:lnTo>
                    <a:pt x="186" y="138"/>
                  </a:lnTo>
                  <a:lnTo>
                    <a:pt x="198" y="114"/>
                  </a:lnTo>
                  <a:lnTo>
                    <a:pt x="240" y="114"/>
                  </a:lnTo>
                  <a:lnTo>
                    <a:pt x="252" y="108"/>
                  </a:lnTo>
                  <a:lnTo>
                    <a:pt x="258" y="102"/>
                  </a:lnTo>
                  <a:lnTo>
                    <a:pt x="264" y="102"/>
                  </a:lnTo>
                  <a:lnTo>
                    <a:pt x="276" y="96"/>
                  </a:lnTo>
                  <a:lnTo>
                    <a:pt x="282" y="90"/>
                  </a:lnTo>
                  <a:lnTo>
                    <a:pt x="282" y="78"/>
                  </a:lnTo>
                  <a:lnTo>
                    <a:pt x="258" y="60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60" name="Japan" descr="© INSCALE GmbH, 05.05.2010&#10;http://www.presentationload.com/">
              <a:extLst>
                <a:ext uri="{FF2B5EF4-FFF2-40B4-BE49-F238E27FC236}">
                  <a16:creationId xmlns:a16="http://schemas.microsoft.com/office/drawing/2014/main" id="{8F364EE5-60F5-4804-8728-0D776C8C8952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4566857" y="1646237"/>
              <a:ext cx="342488" cy="668154"/>
            </a:xfrm>
            <a:custGeom>
              <a:avLst/>
              <a:gdLst>
                <a:gd name="T0" fmla="*/ 2147483647 w 876"/>
                <a:gd name="T1" fmla="*/ 2147483647 h 1710"/>
                <a:gd name="T2" fmla="*/ 2147483647 w 876"/>
                <a:gd name="T3" fmla="*/ 2147483647 h 1710"/>
                <a:gd name="T4" fmla="*/ 2147483647 w 876"/>
                <a:gd name="T5" fmla="*/ 2147483647 h 1710"/>
                <a:gd name="T6" fmla="*/ 2147483647 w 876"/>
                <a:gd name="T7" fmla="*/ 2147483647 h 1710"/>
                <a:gd name="T8" fmla="*/ 2147483647 w 876"/>
                <a:gd name="T9" fmla="*/ 2147483647 h 1710"/>
                <a:gd name="T10" fmla="*/ 2147483647 w 876"/>
                <a:gd name="T11" fmla="*/ 2147483647 h 1710"/>
                <a:gd name="T12" fmla="*/ 2147483647 w 876"/>
                <a:gd name="T13" fmla="*/ 2147483647 h 1710"/>
                <a:gd name="T14" fmla="*/ 2147483647 w 876"/>
                <a:gd name="T15" fmla="*/ 2147483647 h 1710"/>
                <a:gd name="T16" fmla="*/ 2147483647 w 876"/>
                <a:gd name="T17" fmla="*/ 2147483647 h 1710"/>
                <a:gd name="T18" fmla="*/ 2147483647 w 876"/>
                <a:gd name="T19" fmla="*/ 2147483647 h 1710"/>
                <a:gd name="T20" fmla="*/ 2147483647 w 876"/>
                <a:gd name="T21" fmla="*/ 2147483647 h 1710"/>
                <a:gd name="T22" fmla="*/ 2147483647 w 876"/>
                <a:gd name="T23" fmla="*/ 2147483647 h 1710"/>
                <a:gd name="T24" fmla="*/ 2147483647 w 876"/>
                <a:gd name="T25" fmla="*/ 2147483647 h 1710"/>
                <a:gd name="T26" fmla="*/ 2147483647 w 876"/>
                <a:gd name="T27" fmla="*/ 2147483647 h 1710"/>
                <a:gd name="T28" fmla="*/ 2147483647 w 876"/>
                <a:gd name="T29" fmla="*/ 2147483647 h 1710"/>
                <a:gd name="T30" fmla="*/ 2147483647 w 876"/>
                <a:gd name="T31" fmla="*/ 2147483647 h 1710"/>
                <a:gd name="T32" fmla="*/ 2147483647 w 876"/>
                <a:gd name="T33" fmla="*/ 2147483647 h 1710"/>
                <a:gd name="T34" fmla="*/ 2147483647 w 876"/>
                <a:gd name="T35" fmla="*/ 2147483647 h 1710"/>
                <a:gd name="T36" fmla="*/ 2147483647 w 876"/>
                <a:gd name="T37" fmla="*/ 2147483647 h 1710"/>
                <a:gd name="T38" fmla="*/ 2147483647 w 876"/>
                <a:gd name="T39" fmla="*/ 2147483647 h 1710"/>
                <a:gd name="T40" fmla="*/ 2147483647 w 876"/>
                <a:gd name="T41" fmla="*/ 2147483647 h 1710"/>
                <a:gd name="T42" fmla="*/ 2147483647 w 876"/>
                <a:gd name="T43" fmla="*/ 2147483647 h 1710"/>
                <a:gd name="T44" fmla="*/ 2147483647 w 876"/>
                <a:gd name="T45" fmla="*/ 2147483647 h 1710"/>
                <a:gd name="T46" fmla="*/ 2147483647 w 876"/>
                <a:gd name="T47" fmla="*/ 2147483647 h 1710"/>
                <a:gd name="T48" fmla="*/ 2147483647 w 876"/>
                <a:gd name="T49" fmla="*/ 2147483647 h 1710"/>
                <a:gd name="T50" fmla="*/ 2147483647 w 876"/>
                <a:gd name="T51" fmla="*/ 2147483647 h 1710"/>
                <a:gd name="T52" fmla="*/ 2147483647 w 876"/>
                <a:gd name="T53" fmla="*/ 2147483647 h 1710"/>
                <a:gd name="T54" fmla="*/ 2147483647 w 876"/>
                <a:gd name="T55" fmla="*/ 2147483647 h 1710"/>
                <a:gd name="T56" fmla="*/ 2147483647 w 876"/>
                <a:gd name="T57" fmla="*/ 2147483647 h 1710"/>
                <a:gd name="T58" fmla="*/ 2147483647 w 876"/>
                <a:gd name="T59" fmla="*/ 2147483647 h 1710"/>
                <a:gd name="T60" fmla="*/ 2147483647 w 876"/>
                <a:gd name="T61" fmla="*/ 2147483647 h 1710"/>
                <a:gd name="T62" fmla="*/ 2147483647 w 876"/>
                <a:gd name="T63" fmla="*/ 2147483647 h 1710"/>
                <a:gd name="T64" fmla="*/ 2147483647 w 876"/>
                <a:gd name="T65" fmla="*/ 2147483647 h 1710"/>
                <a:gd name="T66" fmla="*/ 2147483647 w 876"/>
                <a:gd name="T67" fmla="*/ 2147483647 h 1710"/>
                <a:gd name="T68" fmla="*/ 2147483647 w 876"/>
                <a:gd name="T69" fmla="*/ 2147483647 h 1710"/>
                <a:gd name="T70" fmla="*/ 2147483647 w 876"/>
                <a:gd name="T71" fmla="*/ 2147483647 h 1710"/>
                <a:gd name="T72" fmla="*/ 2147483647 w 876"/>
                <a:gd name="T73" fmla="*/ 2147483647 h 1710"/>
                <a:gd name="T74" fmla="*/ 2147483647 w 876"/>
                <a:gd name="T75" fmla="*/ 2147483647 h 1710"/>
                <a:gd name="T76" fmla="*/ 2147483647 w 876"/>
                <a:gd name="T77" fmla="*/ 2147483647 h 1710"/>
                <a:gd name="T78" fmla="*/ 2147483647 w 876"/>
                <a:gd name="T79" fmla="*/ 2147483647 h 1710"/>
                <a:gd name="T80" fmla="*/ 2147483647 w 876"/>
                <a:gd name="T81" fmla="*/ 2147483647 h 1710"/>
                <a:gd name="T82" fmla="*/ 2147483647 w 876"/>
                <a:gd name="T83" fmla="*/ 2147483647 h 1710"/>
                <a:gd name="T84" fmla="*/ 2147483647 w 876"/>
                <a:gd name="T85" fmla="*/ 2147483647 h 1710"/>
                <a:gd name="T86" fmla="*/ 2147483647 w 876"/>
                <a:gd name="T87" fmla="*/ 2147483647 h 1710"/>
                <a:gd name="T88" fmla="*/ 2147483647 w 876"/>
                <a:gd name="T89" fmla="*/ 2147483647 h 1710"/>
                <a:gd name="T90" fmla="*/ 2147483647 w 876"/>
                <a:gd name="T91" fmla="*/ 2147483647 h 1710"/>
                <a:gd name="T92" fmla="*/ 2147483647 w 876"/>
                <a:gd name="T93" fmla="*/ 2147483647 h 1710"/>
                <a:gd name="T94" fmla="*/ 2147483647 w 876"/>
                <a:gd name="T95" fmla="*/ 2147483647 h 1710"/>
                <a:gd name="T96" fmla="*/ 2147483647 w 876"/>
                <a:gd name="T97" fmla="*/ 2147483647 h 1710"/>
                <a:gd name="T98" fmla="*/ 2147483647 w 876"/>
                <a:gd name="T99" fmla="*/ 2147483647 h 1710"/>
                <a:gd name="T100" fmla="*/ 2147483647 w 876"/>
                <a:gd name="T101" fmla="*/ 2147483647 h 1710"/>
                <a:gd name="T102" fmla="*/ 2147483647 w 876"/>
                <a:gd name="T103" fmla="*/ 2147483647 h 1710"/>
                <a:gd name="T104" fmla="*/ 2147483647 w 876"/>
                <a:gd name="T105" fmla="*/ 2147483647 h 1710"/>
                <a:gd name="T106" fmla="*/ 2147483647 w 876"/>
                <a:gd name="T107" fmla="*/ 2147483647 h 1710"/>
                <a:gd name="T108" fmla="*/ 2147483647 w 876"/>
                <a:gd name="T109" fmla="*/ 2147483647 h 1710"/>
                <a:gd name="T110" fmla="*/ 2147483647 w 876"/>
                <a:gd name="T111" fmla="*/ 2147483647 h 1710"/>
                <a:gd name="T112" fmla="*/ 2147483647 w 876"/>
                <a:gd name="T113" fmla="*/ 2147483647 h 1710"/>
                <a:gd name="T114" fmla="*/ 2147483647 w 876"/>
                <a:gd name="T115" fmla="*/ 2147483647 h 1710"/>
                <a:gd name="T116" fmla="*/ 2147483647 w 876"/>
                <a:gd name="T117" fmla="*/ 2147483647 h 1710"/>
                <a:gd name="T118" fmla="*/ 2147483647 w 876"/>
                <a:gd name="T119" fmla="*/ 2147483647 h 171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876"/>
                <a:gd name="T181" fmla="*/ 0 h 1710"/>
                <a:gd name="T182" fmla="*/ 876 w 876"/>
                <a:gd name="T183" fmla="*/ 1710 h 171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876" h="1710">
                  <a:moveTo>
                    <a:pt x="876" y="780"/>
                  </a:moveTo>
                  <a:lnTo>
                    <a:pt x="864" y="774"/>
                  </a:lnTo>
                  <a:lnTo>
                    <a:pt x="858" y="768"/>
                  </a:lnTo>
                  <a:lnTo>
                    <a:pt x="846" y="762"/>
                  </a:lnTo>
                  <a:lnTo>
                    <a:pt x="840" y="750"/>
                  </a:lnTo>
                  <a:lnTo>
                    <a:pt x="828" y="744"/>
                  </a:lnTo>
                  <a:lnTo>
                    <a:pt x="828" y="720"/>
                  </a:lnTo>
                  <a:lnTo>
                    <a:pt x="834" y="702"/>
                  </a:lnTo>
                  <a:lnTo>
                    <a:pt x="834" y="684"/>
                  </a:lnTo>
                  <a:lnTo>
                    <a:pt x="828" y="666"/>
                  </a:lnTo>
                  <a:lnTo>
                    <a:pt x="816" y="642"/>
                  </a:lnTo>
                  <a:lnTo>
                    <a:pt x="792" y="618"/>
                  </a:lnTo>
                  <a:lnTo>
                    <a:pt x="786" y="600"/>
                  </a:lnTo>
                  <a:lnTo>
                    <a:pt x="786" y="576"/>
                  </a:lnTo>
                  <a:lnTo>
                    <a:pt x="792" y="570"/>
                  </a:lnTo>
                  <a:lnTo>
                    <a:pt x="810" y="570"/>
                  </a:lnTo>
                  <a:lnTo>
                    <a:pt x="810" y="528"/>
                  </a:lnTo>
                  <a:lnTo>
                    <a:pt x="798" y="516"/>
                  </a:lnTo>
                  <a:lnTo>
                    <a:pt x="810" y="510"/>
                  </a:lnTo>
                  <a:lnTo>
                    <a:pt x="810" y="498"/>
                  </a:lnTo>
                  <a:lnTo>
                    <a:pt x="804" y="486"/>
                  </a:lnTo>
                  <a:lnTo>
                    <a:pt x="804" y="474"/>
                  </a:lnTo>
                  <a:lnTo>
                    <a:pt x="798" y="468"/>
                  </a:lnTo>
                  <a:lnTo>
                    <a:pt x="792" y="456"/>
                  </a:lnTo>
                  <a:lnTo>
                    <a:pt x="786" y="450"/>
                  </a:lnTo>
                  <a:lnTo>
                    <a:pt x="774" y="444"/>
                  </a:lnTo>
                  <a:lnTo>
                    <a:pt x="768" y="438"/>
                  </a:lnTo>
                  <a:lnTo>
                    <a:pt x="762" y="420"/>
                  </a:lnTo>
                  <a:lnTo>
                    <a:pt x="756" y="420"/>
                  </a:lnTo>
                  <a:lnTo>
                    <a:pt x="738" y="402"/>
                  </a:lnTo>
                  <a:lnTo>
                    <a:pt x="714" y="390"/>
                  </a:lnTo>
                  <a:lnTo>
                    <a:pt x="702" y="378"/>
                  </a:lnTo>
                  <a:lnTo>
                    <a:pt x="696" y="360"/>
                  </a:lnTo>
                  <a:lnTo>
                    <a:pt x="690" y="348"/>
                  </a:lnTo>
                  <a:lnTo>
                    <a:pt x="690" y="330"/>
                  </a:lnTo>
                  <a:lnTo>
                    <a:pt x="684" y="324"/>
                  </a:lnTo>
                  <a:lnTo>
                    <a:pt x="678" y="324"/>
                  </a:lnTo>
                  <a:lnTo>
                    <a:pt x="666" y="318"/>
                  </a:lnTo>
                  <a:lnTo>
                    <a:pt x="654" y="318"/>
                  </a:lnTo>
                  <a:lnTo>
                    <a:pt x="648" y="324"/>
                  </a:lnTo>
                  <a:lnTo>
                    <a:pt x="648" y="342"/>
                  </a:lnTo>
                  <a:lnTo>
                    <a:pt x="654" y="342"/>
                  </a:lnTo>
                  <a:lnTo>
                    <a:pt x="660" y="348"/>
                  </a:lnTo>
                  <a:lnTo>
                    <a:pt x="672" y="342"/>
                  </a:lnTo>
                  <a:lnTo>
                    <a:pt x="678" y="348"/>
                  </a:lnTo>
                  <a:lnTo>
                    <a:pt x="678" y="366"/>
                  </a:lnTo>
                  <a:lnTo>
                    <a:pt x="672" y="366"/>
                  </a:lnTo>
                  <a:lnTo>
                    <a:pt x="666" y="360"/>
                  </a:lnTo>
                  <a:lnTo>
                    <a:pt x="654" y="372"/>
                  </a:lnTo>
                  <a:lnTo>
                    <a:pt x="630" y="342"/>
                  </a:lnTo>
                  <a:lnTo>
                    <a:pt x="612" y="342"/>
                  </a:lnTo>
                  <a:lnTo>
                    <a:pt x="636" y="378"/>
                  </a:lnTo>
                  <a:lnTo>
                    <a:pt x="618" y="378"/>
                  </a:lnTo>
                  <a:lnTo>
                    <a:pt x="648" y="426"/>
                  </a:lnTo>
                  <a:lnTo>
                    <a:pt x="636" y="438"/>
                  </a:lnTo>
                  <a:lnTo>
                    <a:pt x="648" y="444"/>
                  </a:lnTo>
                  <a:lnTo>
                    <a:pt x="666" y="462"/>
                  </a:lnTo>
                  <a:lnTo>
                    <a:pt x="678" y="468"/>
                  </a:lnTo>
                  <a:lnTo>
                    <a:pt x="684" y="480"/>
                  </a:lnTo>
                  <a:lnTo>
                    <a:pt x="684" y="504"/>
                  </a:lnTo>
                  <a:lnTo>
                    <a:pt x="678" y="516"/>
                  </a:lnTo>
                  <a:lnTo>
                    <a:pt x="678" y="534"/>
                  </a:lnTo>
                  <a:lnTo>
                    <a:pt x="672" y="540"/>
                  </a:lnTo>
                  <a:lnTo>
                    <a:pt x="672" y="570"/>
                  </a:lnTo>
                  <a:lnTo>
                    <a:pt x="678" y="570"/>
                  </a:lnTo>
                  <a:lnTo>
                    <a:pt x="690" y="582"/>
                  </a:lnTo>
                  <a:lnTo>
                    <a:pt x="690" y="600"/>
                  </a:lnTo>
                  <a:lnTo>
                    <a:pt x="678" y="606"/>
                  </a:lnTo>
                  <a:lnTo>
                    <a:pt x="660" y="606"/>
                  </a:lnTo>
                  <a:lnTo>
                    <a:pt x="660" y="618"/>
                  </a:lnTo>
                  <a:lnTo>
                    <a:pt x="666" y="630"/>
                  </a:lnTo>
                  <a:lnTo>
                    <a:pt x="666" y="642"/>
                  </a:lnTo>
                  <a:lnTo>
                    <a:pt x="660" y="654"/>
                  </a:lnTo>
                  <a:lnTo>
                    <a:pt x="654" y="660"/>
                  </a:lnTo>
                  <a:lnTo>
                    <a:pt x="642" y="666"/>
                  </a:lnTo>
                  <a:lnTo>
                    <a:pt x="630" y="666"/>
                  </a:lnTo>
                  <a:lnTo>
                    <a:pt x="618" y="672"/>
                  </a:lnTo>
                  <a:lnTo>
                    <a:pt x="612" y="678"/>
                  </a:lnTo>
                  <a:lnTo>
                    <a:pt x="606" y="678"/>
                  </a:lnTo>
                  <a:lnTo>
                    <a:pt x="606" y="696"/>
                  </a:lnTo>
                  <a:lnTo>
                    <a:pt x="588" y="696"/>
                  </a:lnTo>
                  <a:lnTo>
                    <a:pt x="564" y="672"/>
                  </a:lnTo>
                  <a:lnTo>
                    <a:pt x="564" y="654"/>
                  </a:lnTo>
                  <a:lnTo>
                    <a:pt x="570" y="636"/>
                  </a:lnTo>
                  <a:lnTo>
                    <a:pt x="558" y="636"/>
                  </a:lnTo>
                  <a:lnTo>
                    <a:pt x="552" y="642"/>
                  </a:lnTo>
                  <a:lnTo>
                    <a:pt x="540" y="648"/>
                  </a:lnTo>
                  <a:lnTo>
                    <a:pt x="534" y="654"/>
                  </a:lnTo>
                  <a:lnTo>
                    <a:pt x="534" y="660"/>
                  </a:lnTo>
                  <a:lnTo>
                    <a:pt x="540" y="666"/>
                  </a:lnTo>
                  <a:lnTo>
                    <a:pt x="558" y="702"/>
                  </a:lnTo>
                  <a:lnTo>
                    <a:pt x="558" y="714"/>
                  </a:lnTo>
                  <a:lnTo>
                    <a:pt x="552" y="720"/>
                  </a:lnTo>
                  <a:lnTo>
                    <a:pt x="540" y="744"/>
                  </a:lnTo>
                  <a:lnTo>
                    <a:pt x="540" y="756"/>
                  </a:lnTo>
                  <a:lnTo>
                    <a:pt x="546" y="762"/>
                  </a:lnTo>
                  <a:lnTo>
                    <a:pt x="546" y="768"/>
                  </a:lnTo>
                  <a:lnTo>
                    <a:pt x="552" y="780"/>
                  </a:lnTo>
                  <a:lnTo>
                    <a:pt x="558" y="786"/>
                  </a:lnTo>
                  <a:lnTo>
                    <a:pt x="558" y="792"/>
                  </a:lnTo>
                  <a:lnTo>
                    <a:pt x="522" y="792"/>
                  </a:lnTo>
                  <a:lnTo>
                    <a:pt x="498" y="780"/>
                  </a:lnTo>
                  <a:lnTo>
                    <a:pt x="474" y="780"/>
                  </a:lnTo>
                  <a:lnTo>
                    <a:pt x="450" y="792"/>
                  </a:lnTo>
                  <a:lnTo>
                    <a:pt x="438" y="792"/>
                  </a:lnTo>
                  <a:lnTo>
                    <a:pt x="420" y="798"/>
                  </a:lnTo>
                  <a:lnTo>
                    <a:pt x="414" y="804"/>
                  </a:lnTo>
                  <a:lnTo>
                    <a:pt x="378" y="804"/>
                  </a:lnTo>
                  <a:lnTo>
                    <a:pt x="366" y="792"/>
                  </a:lnTo>
                  <a:lnTo>
                    <a:pt x="336" y="816"/>
                  </a:lnTo>
                  <a:lnTo>
                    <a:pt x="330" y="828"/>
                  </a:lnTo>
                  <a:lnTo>
                    <a:pt x="312" y="846"/>
                  </a:lnTo>
                  <a:lnTo>
                    <a:pt x="306" y="864"/>
                  </a:lnTo>
                  <a:lnTo>
                    <a:pt x="300" y="870"/>
                  </a:lnTo>
                  <a:lnTo>
                    <a:pt x="294" y="882"/>
                  </a:lnTo>
                  <a:lnTo>
                    <a:pt x="270" y="882"/>
                  </a:lnTo>
                  <a:lnTo>
                    <a:pt x="264" y="888"/>
                  </a:lnTo>
                  <a:lnTo>
                    <a:pt x="258" y="888"/>
                  </a:lnTo>
                  <a:lnTo>
                    <a:pt x="258" y="900"/>
                  </a:lnTo>
                  <a:lnTo>
                    <a:pt x="264" y="912"/>
                  </a:lnTo>
                  <a:lnTo>
                    <a:pt x="276" y="924"/>
                  </a:lnTo>
                  <a:lnTo>
                    <a:pt x="288" y="924"/>
                  </a:lnTo>
                  <a:lnTo>
                    <a:pt x="294" y="918"/>
                  </a:lnTo>
                  <a:lnTo>
                    <a:pt x="312" y="918"/>
                  </a:lnTo>
                  <a:lnTo>
                    <a:pt x="318" y="924"/>
                  </a:lnTo>
                  <a:lnTo>
                    <a:pt x="324" y="924"/>
                  </a:lnTo>
                  <a:lnTo>
                    <a:pt x="336" y="930"/>
                  </a:lnTo>
                  <a:lnTo>
                    <a:pt x="342" y="930"/>
                  </a:lnTo>
                  <a:lnTo>
                    <a:pt x="348" y="924"/>
                  </a:lnTo>
                  <a:lnTo>
                    <a:pt x="348" y="912"/>
                  </a:lnTo>
                  <a:lnTo>
                    <a:pt x="354" y="906"/>
                  </a:lnTo>
                  <a:lnTo>
                    <a:pt x="354" y="894"/>
                  </a:lnTo>
                  <a:lnTo>
                    <a:pt x="372" y="906"/>
                  </a:lnTo>
                  <a:lnTo>
                    <a:pt x="378" y="906"/>
                  </a:lnTo>
                  <a:lnTo>
                    <a:pt x="384" y="900"/>
                  </a:lnTo>
                  <a:lnTo>
                    <a:pt x="420" y="882"/>
                  </a:lnTo>
                  <a:lnTo>
                    <a:pt x="426" y="882"/>
                  </a:lnTo>
                  <a:lnTo>
                    <a:pt x="432" y="876"/>
                  </a:lnTo>
                  <a:lnTo>
                    <a:pt x="444" y="876"/>
                  </a:lnTo>
                  <a:lnTo>
                    <a:pt x="456" y="882"/>
                  </a:lnTo>
                  <a:lnTo>
                    <a:pt x="480" y="882"/>
                  </a:lnTo>
                  <a:lnTo>
                    <a:pt x="480" y="876"/>
                  </a:lnTo>
                  <a:lnTo>
                    <a:pt x="474" y="870"/>
                  </a:lnTo>
                  <a:lnTo>
                    <a:pt x="474" y="864"/>
                  </a:lnTo>
                  <a:lnTo>
                    <a:pt x="480" y="858"/>
                  </a:lnTo>
                  <a:lnTo>
                    <a:pt x="498" y="858"/>
                  </a:lnTo>
                  <a:lnTo>
                    <a:pt x="516" y="876"/>
                  </a:lnTo>
                  <a:lnTo>
                    <a:pt x="522" y="870"/>
                  </a:lnTo>
                  <a:lnTo>
                    <a:pt x="534" y="864"/>
                  </a:lnTo>
                  <a:lnTo>
                    <a:pt x="540" y="864"/>
                  </a:lnTo>
                  <a:lnTo>
                    <a:pt x="546" y="858"/>
                  </a:lnTo>
                  <a:lnTo>
                    <a:pt x="552" y="864"/>
                  </a:lnTo>
                  <a:lnTo>
                    <a:pt x="552" y="882"/>
                  </a:lnTo>
                  <a:lnTo>
                    <a:pt x="546" y="894"/>
                  </a:lnTo>
                  <a:lnTo>
                    <a:pt x="540" y="900"/>
                  </a:lnTo>
                  <a:lnTo>
                    <a:pt x="540" y="912"/>
                  </a:lnTo>
                  <a:lnTo>
                    <a:pt x="546" y="918"/>
                  </a:lnTo>
                  <a:lnTo>
                    <a:pt x="552" y="930"/>
                  </a:lnTo>
                  <a:lnTo>
                    <a:pt x="576" y="954"/>
                  </a:lnTo>
                  <a:lnTo>
                    <a:pt x="600" y="966"/>
                  </a:lnTo>
                  <a:lnTo>
                    <a:pt x="612" y="960"/>
                  </a:lnTo>
                  <a:lnTo>
                    <a:pt x="618" y="954"/>
                  </a:lnTo>
                  <a:lnTo>
                    <a:pt x="630" y="930"/>
                  </a:lnTo>
                  <a:lnTo>
                    <a:pt x="630" y="906"/>
                  </a:lnTo>
                  <a:lnTo>
                    <a:pt x="660" y="900"/>
                  </a:lnTo>
                  <a:lnTo>
                    <a:pt x="654" y="894"/>
                  </a:lnTo>
                  <a:lnTo>
                    <a:pt x="648" y="882"/>
                  </a:lnTo>
                  <a:lnTo>
                    <a:pt x="636" y="870"/>
                  </a:lnTo>
                  <a:lnTo>
                    <a:pt x="624" y="870"/>
                  </a:lnTo>
                  <a:lnTo>
                    <a:pt x="612" y="858"/>
                  </a:lnTo>
                  <a:lnTo>
                    <a:pt x="630" y="834"/>
                  </a:lnTo>
                  <a:lnTo>
                    <a:pt x="636" y="834"/>
                  </a:lnTo>
                  <a:lnTo>
                    <a:pt x="636" y="840"/>
                  </a:lnTo>
                  <a:lnTo>
                    <a:pt x="642" y="852"/>
                  </a:lnTo>
                  <a:lnTo>
                    <a:pt x="642" y="858"/>
                  </a:lnTo>
                  <a:lnTo>
                    <a:pt x="654" y="858"/>
                  </a:lnTo>
                  <a:lnTo>
                    <a:pt x="666" y="870"/>
                  </a:lnTo>
                  <a:lnTo>
                    <a:pt x="666" y="876"/>
                  </a:lnTo>
                  <a:lnTo>
                    <a:pt x="684" y="864"/>
                  </a:lnTo>
                  <a:lnTo>
                    <a:pt x="696" y="870"/>
                  </a:lnTo>
                  <a:lnTo>
                    <a:pt x="732" y="870"/>
                  </a:lnTo>
                  <a:lnTo>
                    <a:pt x="744" y="858"/>
                  </a:lnTo>
                  <a:lnTo>
                    <a:pt x="744" y="852"/>
                  </a:lnTo>
                  <a:lnTo>
                    <a:pt x="738" y="846"/>
                  </a:lnTo>
                  <a:lnTo>
                    <a:pt x="738" y="840"/>
                  </a:lnTo>
                  <a:lnTo>
                    <a:pt x="744" y="834"/>
                  </a:lnTo>
                  <a:lnTo>
                    <a:pt x="762" y="834"/>
                  </a:lnTo>
                  <a:lnTo>
                    <a:pt x="768" y="840"/>
                  </a:lnTo>
                  <a:lnTo>
                    <a:pt x="768" y="858"/>
                  </a:lnTo>
                  <a:lnTo>
                    <a:pt x="774" y="864"/>
                  </a:lnTo>
                  <a:lnTo>
                    <a:pt x="774" y="870"/>
                  </a:lnTo>
                  <a:lnTo>
                    <a:pt x="780" y="870"/>
                  </a:lnTo>
                  <a:lnTo>
                    <a:pt x="786" y="864"/>
                  </a:lnTo>
                  <a:lnTo>
                    <a:pt x="786" y="852"/>
                  </a:lnTo>
                  <a:lnTo>
                    <a:pt x="780" y="840"/>
                  </a:lnTo>
                  <a:lnTo>
                    <a:pt x="780" y="816"/>
                  </a:lnTo>
                  <a:lnTo>
                    <a:pt x="804" y="816"/>
                  </a:lnTo>
                  <a:lnTo>
                    <a:pt x="804" y="798"/>
                  </a:lnTo>
                  <a:lnTo>
                    <a:pt x="810" y="792"/>
                  </a:lnTo>
                  <a:lnTo>
                    <a:pt x="810" y="786"/>
                  </a:lnTo>
                  <a:lnTo>
                    <a:pt x="816" y="780"/>
                  </a:lnTo>
                  <a:lnTo>
                    <a:pt x="828" y="792"/>
                  </a:lnTo>
                  <a:lnTo>
                    <a:pt x="828" y="840"/>
                  </a:lnTo>
                  <a:lnTo>
                    <a:pt x="852" y="840"/>
                  </a:lnTo>
                  <a:lnTo>
                    <a:pt x="858" y="828"/>
                  </a:lnTo>
                  <a:lnTo>
                    <a:pt x="858" y="792"/>
                  </a:lnTo>
                  <a:lnTo>
                    <a:pt x="876" y="780"/>
                  </a:lnTo>
                  <a:close/>
                  <a:moveTo>
                    <a:pt x="498" y="912"/>
                  </a:moveTo>
                  <a:lnTo>
                    <a:pt x="486" y="906"/>
                  </a:lnTo>
                  <a:lnTo>
                    <a:pt x="480" y="900"/>
                  </a:lnTo>
                  <a:lnTo>
                    <a:pt x="468" y="894"/>
                  </a:lnTo>
                  <a:lnTo>
                    <a:pt x="444" y="894"/>
                  </a:lnTo>
                  <a:lnTo>
                    <a:pt x="438" y="900"/>
                  </a:lnTo>
                  <a:lnTo>
                    <a:pt x="438" y="924"/>
                  </a:lnTo>
                  <a:lnTo>
                    <a:pt x="432" y="924"/>
                  </a:lnTo>
                  <a:lnTo>
                    <a:pt x="426" y="918"/>
                  </a:lnTo>
                  <a:lnTo>
                    <a:pt x="396" y="918"/>
                  </a:lnTo>
                  <a:lnTo>
                    <a:pt x="390" y="924"/>
                  </a:lnTo>
                  <a:lnTo>
                    <a:pt x="390" y="942"/>
                  </a:lnTo>
                  <a:lnTo>
                    <a:pt x="396" y="948"/>
                  </a:lnTo>
                  <a:lnTo>
                    <a:pt x="396" y="954"/>
                  </a:lnTo>
                  <a:lnTo>
                    <a:pt x="378" y="972"/>
                  </a:lnTo>
                  <a:lnTo>
                    <a:pt x="390" y="978"/>
                  </a:lnTo>
                  <a:lnTo>
                    <a:pt x="396" y="990"/>
                  </a:lnTo>
                  <a:lnTo>
                    <a:pt x="408" y="1002"/>
                  </a:lnTo>
                  <a:lnTo>
                    <a:pt x="432" y="1014"/>
                  </a:lnTo>
                  <a:lnTo>
                    <a:pt x="438" y="1020"/>
                  </a:lnTo>
                  <a:lnTo>
                    <a:pt x="450" y="1026"/>
                  </a:lnTo>
                  <a:lnTo>
                    <a:pt x="450" y="984"/>
                  </a:lnTo>
                  <a:lnTo>
                    <a:pt x="456" y="972"/>
                  </a:lnTo>
                  <a:lnTo>
                    <a:pt x="462" y="966"/>
                  </a:lnTo>
                  <a:lnTo>
                    <a:pt x="474" y="960"/>
                  </a:lnTo>
                  <a:lnTo>
                    <a:pt x="486" y="960"/>
                  </a:lnTo>
                  <a:lnTo>
                    <a:pt x="492" y="966"/>
                  </a:lnTo>
                  <a:lnTo>
                    <a:pt x="504" y="972"/>
                  </a:lnTo>
                  <a:lnTo>
                    <a:pt x="510" y="984"/>
                  </a:lnTo>
                  <a:lnTo>
                    <a:pt x="516" y="990"/>
                  </a:lnTo>
                  <a:lnTo>
                    <a:pt x="516" y="978"/>
                  </a:lnTo>
                  <a:lnTo>
                    <a:pt x="522" y="966"/>
                  </a:lnTo>
                  <a:lnTo>
                    <a:pt x="522" y="954"/>
                  </a:lnTo>
                  <a:lnTo>
                    <a:pt x="528" y="942"/>
                  </a:lnTo>
                  <a:lnTo>
                    <a:pt x="528" y="930"/>
                  </a:lnTo>
                  <a:lnTo>
                    <a:pt x="522" y="918"/>
                  </a:lnTo>
                  <a:lnTo>
                    <a:pt x="516" y="912"/>
                  </a:lnTo>
                  <a:lnTo>
                    <a:pt x="516" y="906"/>
                  </a:lnTo>
                  <a:lnTo>
                    <a:pt x="498" y="912"/>
                  </a:lnTo>
                  <a:close/>
                  <a:moveTo>
                    <a:pt x="354" y="1050"/>
                  </a:moveTo>
                  <a:lnTo>
                    <a:pt x="354" y="1038"/>
                  </a:lnTo>
                  <a:lnTo>
                    <a:pt x="372" y="1020"/>
                  </a:lnTo>
                  <a:lnTo>
                    <a:pt x="372" y="1008"/>
                  </a:lnTo>
                  <a:lnTo>
                    <a:pt x="360" y="1002"/>
                  </a:lnTo>
                  <a:lnTo>
                    <a:pt x="354" y="990"/>
                  </a:lnTo>
                  <a:lnTo>
                    <a:pt x="348" y="984"/>
                  </a:lnTo>
                  <a:lnTo>
                    <a:pt x="336" y="978"/>
                  </a:lnTo>
                  <a:lnTo>
                    <a:pt x="336" y="966"/>
                  </a:lnTo>
                  <a:lnTo>
                    <a:pt x="330" y="960"/>
                  </a:lnTo>
                  <a:lnTo>
                    <a:pt x="324" y="960"/>
                  </a:lnTo>
                  <a:lnTo>
                    <a:pt x="318" y="954"/>
                  </a:lnTo>
                  <a:lnTo>
                    <a:pt x="300" y="954"/>
                  </a:lnTo>
                  <a:lnTo>
                    <a:pt x="294" y="948"/>
                  </a:lnTo>
                  <a:lnTo>
                    <a:pt x="270" y="936"/>
                  </a:lnTo>
                  <a:lnTo>
                    <a:pt x="258" y="936"/>
                  </a:lnTo>
                  <a:lnTo>
                    <a:pt x="240" y="954"/>
                  </a:lnTo>
                  <a:lnTo>
                    <a:pt x="204" y="972"/>
                  </a:lnTo>
                  <a:lnTo>
                    <a:pt x="234" y="1026"/>
                  </a:lnTo>
                  <a:lnTo>
                    <a:pt x="252" y="1014"/>
                  </a:lnTo>
                  <a:lnTo>
                    <a:pt x="252" y="1008"/>
                  </a:lnTo>
                  <a:lnTo>
                    <a:pt x="246" y="1002"/>
                  </a:lnTo>
                  <a:lnTo>
                    <a:pt x="246" y="990"/>
                  </a:lnTo>
                  <a:lnTo>
                    <a:pt x="252" y="990"/>
                  </a:lnTo>
                  <a:lnTo>
                    <a:pt x="264" y="1002"/>
                  </a:lnTo>
                  <a:lnTo>
                    <a:pt x="270" y="1014"/>
                  </a:lnTo>
                  <a:lnTo>
                    <a:pt x="276" y="1020"/>
                  </a:lnTo>
                  <a:lnTo>
                    <a:pt x="282" y="1032"/>
                  </a:lnTo>
                  <a:lnTo>
                    <a:pt x="282" y="1068"/>
                  </a:lnTo>
                  <a:lnTo>
                    <a:pt x="264" y="1074"/>
                  </a:lnTo>
                  <a:lnTo>
                    <a:pt x="264" y="1080"/>
                  </a:lnTo>
                  <a:lnTo>
                    <a:pt x="270" y="1086"/>
                  </a:lnTo>
                  <a:lnTo>
                    <a:pt x="270" y="1104"/>
                  </a:lnTo>
                  <a:lnTo>
                    <a:pt x="276" y="1116"/>
                  </a:lnTo>
                  <a:lnTo>
                    <a:pt x="282" y="1134"/>
                  </a:lnTo>
                  <a:lnTo>
                    <a:pt x="294" y="1146"/>
                  </a:lnTo>
                  <a:lnTo>
                    <a:pt x="300" y="1146"/>
                  </a:lnTo>
                  <a:lnTo>
                    <a:pt x="306" y="1140"/>
                  </a:lnTo>
                  <a:lnTo>
                    <a:pt x="306" y="1104"/>
                  </a:lnTo>
                  <a:lnTo>
                    <a:pt x="336" y="1116"/>
                  </a:lnTo>
                  <a:lnTo>
                    <a:pt x="336" y="1140"/>
                  </a:lnTo>
                  <a:lnTo>
                    <a:pt x="342" y="1146"/>
                  </a:lnTo>
                  <a:lnTo>
                    <a:pt x="342" y="1152"/>
                  </a:lnTo>
                  <a:lnTo>
                    <a:pt x="348" y="1152"/>
                  </a:lnTo>
                  <a:lnTo>
                    <a:pt x="348" y="1140"/>
                  </a:lnTo>
                  <a:lnTo>
                    <a:pt x="360" y="1128"/>
                  </a:lnTo>
                  <a:lnTo>
                    <a:pt x="366" y="1116"/>
                  </a:lnTo>
                  <a:lnTo>
                    <a:pt x="366" y="1110"/>
                  </a:lnTo>
                  <a:lnTo>
                    <a:pt x="360" y="1104"/>
                  </a:lnTo>
                  <a:lnTo>
                    <a:pt x="360" y="1074"/>
                  </a:lnTo>
                  <a:lnTo>
                    <a:pt x="354" y="1062"/>
                  </a:lnTo>
                  <a:lnTo>
                    <a:pt x="354" y="1050"/>
                  </a:lnTo>
                  <a:close/>
                  <a:moveTo>
                    <a:pt x="264" y="1026"/>
                  </a:moveTo>
                  <a:lnTo>
                    <a:pt x="246" y="1062"/>
                  </a:lnTo>
                  <a:lnTo>
                    <a:pt x="264" y="1056"/>
                  </a:lnTo>
                  <a:lnTo>
                    <a:pt x="264" y="1026"/>
                  </a:lnTo>
                  <a:close/>
                  <a:moveTo>
                    <a:pt x="624" y="618"/>
                  </a:moveTo>
                  <a:lnTo>
                    <a:pt x="636" y="618"/>
                  </a:lnTo>
                  <a:lnTo>
                    <a:pt x="636" y="594"/>
                  </a:lnTo>
                  <a:lnTo>
                    <a:pt x="630" y="594"/>
                  </a:lnTo>
                  <a:lnTo>
                    <a:pt x="612" y="570"/>
                  </a:lnTo>
                  <a:lnTo>
                    <a:pt x="606" y="582"/>
                  </a:lnTo>
                  <a:lnTo>
                    <a:pt x="618" y="600"/>
                  </a:lnTo>
                  <a:lnTo>
                    <a:pt x="624" y="618"/>
                  </a:lnTo>
                  <a:close/>
                  <a:moveTo>
                    <a:pt x="546" y="72"/>
                  </a:moveTo>
                  <a:lnTo>
                    <a:pt x="552" y="96"/>
                  </a:lnTo>
                  <a:lnTo>
                    <a:pt x="558" y="102"/>
                  </a:lnTo>
                  <a:lnTo>
                    <a:pt x="570" y="108"/>
                  </a:lnTo>
                  <a:lnTo>
                    <a:pt x="576" y="114"/>
                  </a:lnTo>
                  <a:lnTo>
                    <a:pt x="576" y="132"/>
                  </a:lnTo>
                  <a:lnTo>
                    <a:pt x="564" y="144"/>
                  </a:lnTo>
                  <a:lnTo>
                    <a:pt x="564" y="150"/>
                  </a:lnTo>
                  <a:lnTo>
                    <a:pt x="570" y="156"/>
                  </a:lnTo>
                  <a:lnTo>
                    <a:pt x="576" y="168"/>
                  </a:lnTo>
                  <a:lnTo>
                    <a:pt x="582" y="174"/>
                  </a:lnTo>
                  <a:lnTo>
                    <a:pt x="582" y="186"/>
                  </a:lnTo>
                  <a:lnTo>
                    <a:pt x="576" y="186"/>
                  </a:lnTo>
                  <a:lnTo>
                    <a:pt x="564" y="180"/>
                  </a:lnTo>
                  <a:lnTo>
                    <a:pt x="552" y="180"/>
                  </a:lnTo>
                  <a:lnTo>
                    <a:pt x="540" y="174"/>
                  </a:lnTo>
                  <a:lnTo>
                    <a:pt x="528" y="174"/>
                  </a:lnTo>
                  <a:lnTo>
                    <a:pt x="522" y="168"/>
                  </a:lnTo>
                  <a:lnTo>
                    <a:pt x="522" y="180"/>
                  </a:lnTo>
                  <a:lnTo>
                    <a:pt x="540" y="198"/>
                  </a:lnTo>
                  <a:lnTo>
                    <a:pt x="516" y="228"/>
                  </a:lnTo>
                  <a:lnTo>
                    <a:pt x="522" y="240"/>
                  </a:lnTo>
                  <a:lnTo>
                    <a:pt x="528" y="246"/>
                  </a:lnTo>
                  <a:lnTo>
                    <a:pt x="528" y="252"/>
                  </a:lnTo>
                  <a:lnTo>
                    <a:pt x="534" y="258"/>
                  </a:lnTo>
                  <a:lnTo>
                    <a:pt x="546" y="264"/>
                  </a:lnTo>
                  <a:lnTo>
                    <a:pt x="552" y="270"/>
                  </a:lnTo>
                  <a:lnTo>
                    <a:pt x="564" y="276"/>
                  </a:lnTo>
                  <a:lnTo>
                    <a:pt x="570" y="282"/>
                  </a:lnTo>
                  <a:lnTo>
                    <a:pt x="576" y="282"/>
                  </a:lnTo>
                  <a:lnTo>
                    <a:pt x="576" y="318"/>
                  </a:lnTo>
                  <a:lnTo>
                    <a:pt x="582" y="330"/>
                  </a:lnTo>
                  <a:lnTo>
                    <a:pt x="600" y="330"/>
                  </a:lnTo>
                  <a:lnTo>
                    <a:pt x="600" y="300"/>
                  </a:lnTo>
                  <a:lnTo>
                    <a:pt x="636" y="300"/>
                  </a:lnTo>
                  <a:lnTo>
                    <a:pt x="642" y="294"/>
                  </a:lnTo>
                  <a:lnTo>
                    <a:pt x="606" y="270"/>
                  </a:lnTo>
                  <a:lnTo>
                    <a:pt x="588" y="270"/>
                  </a:lnTo>
                  <a:lnTo>
                    <a:pt x="576" y="264"/>
                  </a:lnTo>
                  <a:lnTo>
                    <a:pt x="570" y="264"/>
                  </a:lnTo>
                  <a:lnTo>
                    <a:pt x="558" y="258"/>
                  </a:lnTo>
                  <a:lnTo>
                    <a:pt x="558" y="246"/>
                  </a:lnTo>
                  <a:lnTo>
                    <a:pt x="564" y="240"/>
                  </a:lnTo>
                  <a:lnTo>
                    <a:pt x="576" y="234"/>
                  </a:lnTo>
                  <a:lnTo>
                    <a:pt x="600" y="246"/>
                  </a:lnTo>
                  <a:lnTo>
                    <a:pt x="606" y="252"/>
                  </a:lnTo>
                  <a:lnTo>
                    <a:pt x="618" y="240"/>
                  </a:lnTo>
                  <a:lnTo>
                    <a:pt x="630" y="234"/>
                  </a:lnTo>
                  <a:lnTo>
                    <a:pt x="636" y="234"/>
                  </a:lnTo>
                  <a:lnTo>
                    <a:pt x="690" y="252"/>
                  </a:lnTo>
                  <a:lnTo>
                    <a:pt x="726" y="270"/>
                  </a:lnTo>
                  <a:lnTo>
                    <a:pt x="756" y="282"/>
                  </a:lnTo>
                  <a:lnTo>
                    <a:pt x="768" y="282"/>
                  </a:lnTo>
                  <a:lnTo>
                    <a:pt x="768" y="270"/>
                  </a:lnTo>
                  <a:lnTo>
                    <a:pt x="762" y="258"/>
                  </a:lnTo>
                  <a:lnTo>
                    <a:pt x="762" y="222"/>
                  </a:lnTo>
                  <a:lnTo>
                    <a:pt x="780" y="204"/>
                  </a:lnTo>
                  <a:lnTo>
                    <a:pt x="792" y="204"/>
                  </a:lnTo>
                  <a:lnTo>
                    <a:pt x="798" y="210"/>
                  </a:lnTo>
                  <a:lnTo>
                    <a:pt x="816" y="210"/>
                  </a:lnTo>
                  <a:lnTo>
                    <a:pt x="840" y="198"/>
                  </a:lnTo>
                  <a:lnTo>
                    <a:pt x="858" y="180"/>
                  </a:lnTo>
                  <a:lnTo>
                    <a:pt x="804" y="144"/>
                  </a:lnTo>
                  <a:lnTo>
                    <a:pt x="804" y="120"/>
                  </a:lnTo>
                  <a:lnTo>
                    <a:pt x="798" y="108"/>
                  </a:lnTo>
                  <a:lnTo>
                    <a:pt x="792" y="102"/>
                  </a:lnTo>
                  <a:lnTo>
                    <a:pt x="786" y="102"/>
                  </a:lnTo>
                  <a:lnTo>
                    <a:pt x="774" y="114"/>
                  </a:lnTo>
                  <a:lnTo>
                    <a:pt x="774" y="126"/>
                  </a:lnTo>
                  <a:lnTo>
                    <a:pt x="756" y="120"/>
                  </a:lnTo>
                  <a:lnTo>
                    <a:pt x="720" y="114"/>
                  </a:lnTo>
                  <a:lnTo>
                    <a:pt x="678" y="102"/>
                  </a:lnTo>
                  <a:lnTo>
                    <a:pt x="648" y="90"/>
                  </a:lnTo>
                  <a:lnTo>
                    <a:pt x="624" y="72"/>
                  </a:lnTo>
                  <a:lnTo>
                    <a:pt x="552" y="24"/>
                  </a:lnTo>
                  <a:lnTo>
                    <a:pt x="516" y="6"/>
                  </a:lnTo>
                  <a:lnTo>
                    <a:pt x="498" y="0"/>
                  </a:lnTo>
                  <a:lnTo>
                    <a:pt x="498" y="18"/>
                  </a:lnTo>
                  <a:lnTo>
                    <a:pt x="510" y="30"/>
                  </a:lnTo>
                  <a:lnTo>
                    <a:pt x="516" y="42"/>
                  </a:lnTo>
                  <a:lnTo>
                    <a:pt x="528" y="54"/>
                  </a:lnTo>
                  <a:lnTo>
                    <a:pt x="534" y="66"/>
                  </a:lnTo>
                  <a:lnTo>
                    <a:pt x="546" y="72"/>
                  </a:lnTo>
                  <a:close/>
                  <a:moveTo>
                    <a:pt x="282" y="1458"/>
                  </a:moveTo>
                  <a:lnTo>
                    <a:pt x="306" y="1458"/>
                  </a:lnTo>
                  <a:lnTo>
                    <a:pt x="276" y="1440"/>
                  </a:lnTo>
                  <a:lnTo>
                    <a:pt x="282" y="1458"/>
                  </a:lnTo>
                  <a:close/>
                  <a:moveTo>
                    <a:pt x="300" y="1386"/>
                  </a:moveTo>
                  <a:lnTo>
                    <a:pt x="312" y="1398"/>
                  </a:lnTo>
                  <a:lnTo>
                    <a:pt x="318" y="1398"/>
                  </a:lnTo>
                  <a:lnTo>
                    <a:pt x="330" y="1386"/>
                  </a:lnTo>
                  <a:lnTo>
                    <a:pt x="336" y="1386"/>
                  </a:lnTo>
                  <a:lnTo>
                    <a:pt x="342" y="1380"/>
                  </a:lnTo>
                  <a:lnTo>
                    <a:pt x="342" y="1368"/>
                  </a:lnTo>
                  <a:lnTo>
                    <a:pt x="336" y="1362"/>
                  </a:lnTo>
                  <a:lnTo>
                    <a:pt x="318" y="1362"/>
                  </a:lnTo>
                  <a:lnTo>
                    <a:pt x="306" y="1368"/>
                  </a:lnTo>
                  <a:lnTo>
                    <a:pt x="300" y="1380"/>
                  </a:lnTo>
                  <a:lnTo>
                    <a:pt x="300" y="1386"/>
                  </a:lnTo>
                  <a:close/>
                  <a:moveTo>
                    <a:pt x="312" y="1416"/>
                  </a:moveTo>
                  <a:lnTo>
                    <a:pt x="300" y="1416"/>
                  </a:lnTo>
                  <a:lnTo>
                    <a:pt x="300" y="1428"/>
                  </a:lnTo>
                  <a:lnTo>
                    <a:pt x="318" y="1428"/>
                  </a:lnTo>
                  <a:lnTo>
                    <a:pt x="318" y="1422"/>
                  </a:lnTo>
                  <a:lnTo>
                    <a:pt x="312" y="1416"/>
                  </a:lnTo>
                  <a:close/>
                  <a:moveTo>
                    <a:pt x="336" y="1200"/>
                  </a:moveTo>
                  <a:lnTo>
                    <a:pt x="336" y="1206"/>
                  </a:lnTo>
                  <a:lnTo>
                    <a:pt x="330" y="1206"/>
                  </a:lnTo>
                  <a:lnTo>
                    <a:pt x="318" y="1212"/>
                  </a:lnTo>
                  <a:lnTo>
                    <a:pt x="342" y="1230"/>
                  </a:lnTo>
                  <a:lnTo>
                    <a:pt x="342" y="1218"/>
                  </a:lnTo>
                  <a:lnTo>
                    <a:pt x="336" y="1206"/>
                  </a:lnTo>
                  <a:lnTo>
                    <a:pt x="336" y="1200"/>
                  </a:lnTo>
                  <a:close/>
                  <a:moveTo>
                    <a:pt x="366" y="1170"/>
                  </a:moveTo>
                  <a:lnTo>
                    <a:pt x="366" y="1182"/>
                  </a:lnTo>
                  <a:lnTo>
                    <a:pt x="360" y="1194"/>
                  </a:lnTo>
                  <a:lnTo>
                    <a:pt x="378" y="1224"/>
                  </a:lnTo>
                  <a:lnTo>
                    <a:pt x="378" y="1200"/>
                  </a:lnTo>
                  <a:lnTo>
                    <a:pt x="372" y="1194"/>
                  </a:lnTo>
                  <a:lnTo>
                    <a:pt x="372" y="1176"/>
                  </a:lnTo>
                  <a:lnTo>
                    <a:pt x="366" y="1170"/>
                  </a:lnTo>
                  <a:close/>
                  <a:moveTo>
                    <a:pt x="36" y="1698"/>
                  </a:moveTo>
                  <a:lnTo>
                    <a:pt x="54" y="1698"/>
                  </a:lnTo>
                  <a:lnTo>
                    <a:pt x="60" y="1692"/>
                  </a:lnTo>
                  <a:lnTo>
                    <a:pt x="72" y="1692"/>
                  </a:lnTo>
                  <a:lnTo>
                    <a:pt x="42" y="1680"/>
                  </a:lnTo>
                  <a:lnTo>
                    <a:pt x="36" y="1686"/>
                  </a:lnTo>
                  <a:lnTo>
                    <a:pt x="36" y="1698"/>
                  </a:lnTo>
                  <a:close/>
                  <a:moveTo>
                    <a:pt x="114" y="1662"/>
                  </a:moveTo>
                  <a:lnTo>
                    <a:pt x="96" y="1632"/>
                  </a:lnTo>
                  <a:lnTo>
                    <a:pt x="96" y="1662"/>
                  </a:lnTo>
                  <a:lnTo>
                    <a:pt x="102" y="1674"/>
                  </a:lnTo>
                  <a:lnTo>
                    <a:pt x="114" y="1680"/>
                  </a:lnTo>
                  <a:lnTo>
                    <a:pt x="120" y="1680"/>
                  </a:lnTo>
                  <a:lnTo>
                    <a:pt x="126" y="1674"/>
                  </a:lnTo>
                  <a:lnTo>
                    <a:pt x="126" y="1662"/>
                  </a:lnTo>
                  <a:lnTo>
                    <a:pt x="114" y="1662"/>
                  </a:lnTo>
                  <a:close/>
                  <a:moveTo>
                    <a:pt x="12" y="1686"/>
                  </a:moveTo>
                  <a:lnTo>
                    <a:pt x="6" y="1686"/>
                  </a:lnTo>
                  <a:lnTo>
                    <a:pt x="0" y="1692"/>
                  </a:lnTo>
                  <a:lnTo>
                    <a:pt x="0" y="1704"/>
                  </a:lnTo>
                  <a:lnTo>
                    <a:pt x="6" y="1710"/>
                  </a:lnTo>
                  <a:lnTo>
                    <a:pt x="12" y="1710"/>
                  </a:lnTo>
                  <a:lnTo>
                    <a:pt x="24" y="1698"/>
                  </a:lnTo>
                  <a:lnTo>
                    <a:pt x="24" y="1686"/>
                  </a:lnTo>
                  <a:lnTo>
                    <a:pt x="12" y="1686"/>
                  </a:lnTo>
                  <a:close/>
                  <a:moveTo>
                    <a:pt x="168" y="1536"/>
                  </a:moveTo>
                  <a:lnTo>
                    <a:pt x="168" y="1542"/>
                  </a:lnTo>
                  <a:lnTo>
                    <a:pt x="180" y="1548"/>
                  </a:lnTo>
                  <a:lnTo>
                    <a:pt x="186" y="1548"/>
                  </a:lnTo>
                  <a:lnTo>
                    <a:pt x="186" y="1536"/>
                  </a:lnTo>
                  <a:lnTo>
                    <a:pt x="180" y="1530"/>
                  </a:lnTo>
                  <a:lnTo>
                    <a:pt x="168" y="1530"/>
                  </a:lnTo>
                  <a:lnTo>
                    <a:pt x="168" y="1536"/>
                  </a:lnTo>
                  <a:close/>
                  <a:moveTo>
                    <a:pt x="264" y="1494"/>
                  </a:moveTo>
                  <a:lnTo>
                    <a:pt x="252" y="1518"/>
                  </a:lnTo>
                  <a:lnTo>
                    <a:pt x="246" y="1536"/>
                  </a:lnTo>
                  <a:lnTo>
                    <a:pt x="246" y="1548"/>
                  </a:lnTo>
                  <a:lnTo>
                    <a:pt x="240" y="1554"/>
                  </a:lnTo>
                  <a:lnTo>
                    <a:pt x="240" y="1560"/>
                  </a:lnTo>
                  <a:lnTo>
                    <a:pt x="258" y="1566"/>
                  </a:lnTo>
                  <a:lnTo>
                    <a:pt x="264" y="1554"/>
                  </a:lnTo>
                  <a:lnTo>
                    <a:pt x="264" y="1548"/>
                  </a:lnTo>
                  <a:lnTo>
                    <a:pt x="270" y="1542"/>
                  </a:lnTo>
                  <a:lnTo>
                    <a:pt x="270" y="1524"/>
                  </a:lnTo>
                  <a:lnTo>
                    <a:pt x="288" y="1506"/>
                  </a:lnTo>
                  <a:lnTo>
                    <a:pt x="282" y="1500"/>
                  </a:lnTo>
                  <a:lnTo>
                    <a:pt x="282" y="1494"/>
                  </a:lnTo>
                  <a:lnTo>
                    <a:pt x="276" y="1488"/>
                  </a:lnTo>
                  <a:lnTo>
                    <a:pt x="264" y="1494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4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62" name="Italy" descr="© INSCALE GmbH, 05.05.2010&#10;http://www.presentationload.com/">
              <a:extLst>
                <a:ext uri="{FF2B5EF4-FFF2-40B4-BE49-F238E27FC236}">
                  <a16:creationId xmlns:a16="http://schemas.microsoft.com/office/drawing/2014/main" id="{CF67699E-5423-4C02-9C48-BA4598F3F0BE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1397327" y="1595782"/>
              <a:ext cx="304263" cy="324138"/>
            </a:xfrm>
            <a:custGeom>
              <a:avLst/>
              <a:gdLst>
                <a:gd name="T0" fmla="*/ 2147483647 w 780"/>
                <a:gd name="T1" fmla="*/ 2147483647 h 828"/>
                <a:gd name="T2" fmla="*/ 2147483647 w 780"/>
                <a:gd name="T3" fmla="*/ 2147483647 h 828"/>
                <a:gd name="T4" fmla="*/ 2147483647 w 780"/>
                <a:gd name="T5" fmla="*/ 2147483647 h 828"/>
                <a:gd name="T6" fmla="*/ 2147483647 w 780"/>
                <a:gd name="T7" fmla="*/ 2147483647 h 828"/>
                <a:gd name="T8" fmla="*/ 2147483647 w 780"/>
                <a:gd name="T9" fmla="*/ 2147483647 h 828"/>
                <a:gd name="T10" fmla="*/ 2147483647 w 780"/>
                <a:gd name="T11" fmla="*/ 2147483647 h 828"/>
                <a:gd name="T12" fmla="*/ 2147483647 w 780"/>
                <a:gd name="T13" fmla="*/ 2147483647 h 828"/>
                <a:gd name="T14" fmla="*/ 2147483647 w 780"/>
                <a:gd name="T15" fmla="*/ 2147483647 h 828"/>
                <a:gd name="T16" fmla="*/ 2147483647 w 780"/>
                <a:gd name="T17" fmla="*/ 2147483647 h 828"/>
                <a:gd name="T18" fmla="*/ 2147483647 w 780"/>
                <a:gd name="T19" fmla="*/ 2147483647 h 828"/>
                <a:gd name="T20" fmla="*/ 2147483647 w 780"/>
                <a:gd name="T21" fmla="*/ 2147483647 h 828"/>
                <a:gd name="T22" fmla="*/ 2147483647 w 780"/>
                <a:gd name="T23" fmla="*/ 2147483647 h 828"/>
                <a:gd name="T24" fmla="*/ 2147483647 w 780"/>
                <a:gd name="T25" fmla="*/ 2147483647 h 828"/>
                <a:gd name="T26" fmla="*/ 2147483647 w 780"/>
                <a:gd name="T27" fmla="*/ 2147483647 h 828"/>
                <a:gd name="T28" fmla="*/ 2147483647 w 780"/>
                <a:gd name="T29" fmla="*/ 2147483647 h 828"/>
                <a:gd name="T30" fmla="*/ 2147483647 w 780"/>
                <a:gd name="T31" fmla="*/ 2147483647 h 828"/>
                <a:gd name="T32" fmla="*/ 2147483647 w 780"/>
                <a:gd name="T33" fmla="*/ 2147483647 h 828"/>
                <a:gd name="T34" fmla="*/ 2147483647 w 780"/>
                <a:gd name="T35" fmla="*/ 2147483647 h 828"/>
                <a:gd name="T36" fmla="*/ 2147483647 w 780"/>
                <a:gd name="T37" fmla="*/ 2147483647 h 828"/>
                <a:gd name="T38" fmla="*/ 2147483647 w 780"/>
                <a:gd name="T39" fmla="*/ 2147483647 h 828"/>
                <a:gd name="T40" fmla="*/ 2147483647 w 780"/>
                <a:gd name="T41" fmla="*/ 2147483647 h 828"/>
                <a:gd name="T42" fmla="*/ 2147483647 w 780"/>
                <a:gd name="T43" fmla="*/ 2147483647 h 828"/>
                <a:gd name="T44" fmla="*/ 2147483647 w 780"/>
                <a:gd name="T45" fmla="*/ 2147483647 h 828"/>
                <a:gd name="T46" fmla="*/ 2147483647 w 780"/>
                <a:gd name="T47" fmla="*/ 2147483647 h 828"/>
                <a:gd name="T48" fmla="*/ 2147483647 w 780"/>
                <a:gd name="T49" fmla="*/ 2147483647 h 828"/>
                <a:gd name="T50" fmla="*/ 2147483647 w 780"/>
                <a:gd name="T51" fmla="*/ 2147483647 h 828"/>
                <a:gd name="T52" fmla="*/ 2147483647 w 780"/>
                <a:gd name="T53" fmla="*/ 2147483647 h 828"/>
                <a:gd name="T54" fmla="*/ 2147483647 w 780"/>
                <a:gd name="T55" fmla="*/ 2147483647 h 828"/>
                <a:gd name="T56" fmla="*/ 2147483647 w 780"/>
                <a:gd name="T57" fmla="*/ 2147483647 h 828"/>
                <a:gd name="T58" fmla="*/ 2147483647 w 780"/>
                <a:gd name="T59" fmla="*/ 2147483647 h 828"/>
                <a:gd name="T60" fmla="*/ 2147483647 w 780"/>
                <a:gd name="T61" fmla="*/ 2147483647 h 828"/>
                <a:gd name="T62" fmla="*/ 2147483647 w 780"/>
                <a:gd name="T63" fmla="*/ 2147483647 h 828"/>
                <a:gd name="T64" fmla="*/ 2147483647 w 780"/>
                <a:gd name="T65" fmla="*/ 2147483647 h 828"/>
                <a:gd name="T66" fmla="*/ 2147483647 w 780"/>
                <a:gd name="T67" fmla="*/ 2147483647 h 828"/>
                <a:gd name="T68" fmla="*/ 2147483647 w 780"/>
                <a:gd name="T69" fmla="*/ 2147483647 h 828"/>
                <a:gd name="T70" fmla="*/ 2147483647 w 780"/>
                <a:gd name="T71" fmla="*/ 2147483647 h 828"/>
                <a:gd name="T72" fmla="*/ 2147483647 w 780"/>
                <a:gd name="T73" fmla="*/ 2147483647 h 828"/>
                <a:gd name="T74" fmla="*/ 2147483647 w 780"/>
                <a:gd name="T75" fmla="*/ 2147483647 h 828"/>
                <a:gd name="T76" fmla="*/ 2147483647 w 780"/>
                <a:gd name="T77" fmla="*/ 2147483647 h 828"/>
                <a:gd name="T78" fmla="*/ 2147483647 w 780"/>
                <a:gd name="T79" fmla="*/ 2147483647 h 828"/>
                <a:gd name="T80" fmla="*/ 2147483647 w 780"/>
                <a:gd name="T81" fmla="*/ 2147483647 h 828"/>
                <a:gd name="T82" fmla="*/ 2147483647 w 780"/>
                <a:gd name="T83" fmla="*/ 2147483647 h 828"/>
                <a:gd name="T84" fmla="*/ 2147483647 w 780"/>
                <a:gd name="T85" fmla="*/ 2147483647 h 828"/>
                <a:gd name="T86" fmla="*/ 2147483647 w 780"/>
                <a:gd name="T87" fmla="*/ 2147483647 h 828"/>
                <a:gd name="T88" fmla="*/ 2147483647 w 780"/>
                <a:gd name="T89" fmla="*/ 2147483647 h 828"/>
                <a:gd name="T90" fmla="*/ 2147483647 w 780"/>
                <a:gd name="T91" fmla="*/ 2147483647 h 828"/>
                <a:gd name="T92" fmla="*/ 2147483647 w 780"/>
                <a:gd name="T93" fmla="*/ 2147483647 h 828"/>
                <a:gd name="T94" fmla="*/ 2147483647 w 780"/>
                <a:gd name="T95" fmla="*/ 2147483647 h 828"/>
                <a:gd name="T96" fmla="*/ 2147483647 w 780"/>
                <a:gd name="T97" fmla="*/ 2147483647 h 828"/>
                <a:gd name="T98" fmla="*/ 2147483647 w 780"/>
                <a:gd name="T99" fmla="*/ 2147483647 h 828"/>
                <a:gd name="T100" fmla="*/ 2147483647 w 780"/>
                <a:gd name="T101" fmla="*/ 2147483647 h 828"/>
                <a:gd name="T102" fmla="*/ 2147483647 w 780"/>
                <a:gd name="T103" fmla="*/ 2147483647 h 828"/>
                <a:gd name="T104" fmla="*/ 2147483647 w 780"/>
                <a:gd name="T105" fmla="*/ 2147483647 h 828"/>
                <a:gd name="T106" fmla="*/ 2147483647 w 780"/>
                <a:gd name="T107" fmla="*/ 2147483647 h 828"/>
                <a:gd name="T108" fmla="*/ 2147483647 w 780"/>
                <a:gd name="T109" fmla="*/ 2147483647 h 828"/>
                <a:gd name="T110" fmla="*/ 2147483647 w 780"/>
                <a:gd name="T111" fmla="*/ 2147483647 h 828"/>
                <a:gd name="T112" fmla="*/ 2147483647 w 780"/>
                <a:gd name="T113" fmla="*/ 2147483647 h 82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80"/>
                <a:gd name="T172" fmla="*/ 0 h 828"/>
                <a:gd name="T173" fmla="*/ 780 w 780"/>
                <a:gd name="T174" fmla="*/ 828 h 82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80" h="828">
                  <a:moveTo>
                    <a:pt x="570" y="720"/>
                  </a:moveTo>
                  <a:lnTo>
                    <a:pt x="558" y="714"/>
                  </a:lnTo>
                  <a:lnTo>
                    <a:pt x="552" y="708"/>
                  </a:lnTo>
                  <a:lnTo>
                    <a:pt x="540" y="708"/>
                  </a:lnTo>
                  <a:lnTo>
                    <a:pt x="534" y="714"/>
                  </a:lnTo>
                  <a:lnTo>
                    <a:pt x="522" y="720"/>
                  </a:lnTo>
                  <a:lnTo>
                    <a:pt x="516" y="726"/>
                  </a:lnTo>
                  <a:lnTo>
                    <a:pt x="468" y="726"/>
                  </a:lnTo>
                  <a:lnTo>
                    <a:pt x="456" y="720"/>
                  </a:lnTo>
                  <a:lnTo>
                    <a:pt x="444" y="708"/>
                  </a:lnTo>
                  <a:lnTo>
                    <a:pt x="438" y="708"/>
                  </a:lnTo>
                  <a:lnTo>
                    <a:pt x="420" y="726"/>
                  </a:lnTo>
                  <a:lnTo>
                    <a:pt x="402" y="714"/>
                  </a:lnTo>
                  <a:lnTo>
                    <a:pt x="396" y="714"/>
                  </a:lnTo>
                  <a:lnTo>
                    <a:pt x="384" y="726"/>
                  </a:lnTo>
                  <a:lnTo>
                    <a:pt x="384" y="738"/>
                  </a:lnTo>
                  <a:lnTo>
                    <a:pt x="396" y="750"/>
                  </a:lnTo>
                  <a:lnTo>
                    <a:pt x="420" y="762"/>
                  </a:lnTo>
                  <a:lnTo>
                    <a:pt x="426" y="762"/>
                  </a:lnTo>
                  <a:lnTo>
                    <a:pt x="444" y="780"/>
                  </a:lnTo>
                  <a:lnTo>
                    <a:pt x="444" y="786"/>
                  </a:lnTo>
                  <a:lnTo>
                    <a:pt x="456" y="786"/>
                  </a:lnTo>
                  <a:lnTo>
                    <a:pt x="468" y="798"/>
                  </a:lnTo>
                  <a:lnTo>
                    <a:pt x="480" y="804"/>
                  </a:lnTo>
                  <a:lnTo>
                    <a:pt x="498" y="798"/>
                  </a:lnTo>
                  <a:lnTo>
                    <a:pt x="504" y="804"/>
                  </a:lnTo>
                  <a:lnTo>
                    <a:pt x="516" y="810"/>
                  </a:lnTo>
                  <a:lnTo>
                    <a:pt x="522" y="822"/>
                  </a:lnTo>
                  <a:lnTo>
                    <a:pt x="534" y="828"/>
                  </a:lnTo>
                  <a:lnTo>
                    <a:pt x="558" y="828"/>
                  </a:lnTo>
                  <a:lnTo>
                    <a:pt x="570" y="816"/>
                  </a:lnTo>
                  <a:lnTo>
                    <a:pt x="570" y="792"/>
                  </a:lnTo>
                  <a:lnTo>
                    <a:pt x="564" y="780"/>
                  </a:lnTo>
                  <a:lnTo>
                    <a:pt x="564" y="768"/>
                  </a:lnTo>
                  <a:lnTo>
                    <a:pt x="570" y="750"/>
                  </a:lnTo>
                  <a:lnTo>
                    <a:pt x="576" y="738"/>
                  </a:lnTo>
                  <a:lnTo>
                    <a:pt x="582" y="732"/>
                  </a:lnTo>
                  <a:lnTo>
                    <a:pt x="582" y="714"/>
                  </a:lnTo>
                  <a:lnTo>
                    <a:pt x="576" y="702"/>
                  </a:lnTo>
                  <a:lnTo>
                    <a:pt x="570" y="720"/>
                  </a:lnTo>
                  <a:close/>
                  <a:moveTo>
                    <a:pt x="180" y="468"/>
                  </a:moveTo>
                  <a:lnTo>
                    <a:pt x="156" y="480"/>
                  </a:lnTo>
                  <a:lnTo>
                    <a:pt x="150" y="486"/>
                  </a:lnTo>
                  <a:lnTo>
                    <a:pt x="138" y="492"/>
                  </a:lnTo>
                  <a:lnTo>
                    <a:pt x="132" y="498"/>
                  </a:lnTo>
                  <a:lnTo>
                    <a:pt x="126" y="498"/>
                  </a:lnTo>
                  <a:lnTo>
                    <a:pt x="114" y="492"/>
                  </a:lnTo>
                  <a:lnTo>
                    <a:pt x="102" y="480"/>
                  </a:lnTo>
                  <a:lnTo>
                    <a:pt x="96" y="498"/>
                  </a:lnTo>
                  <a:lnTo>
                    <a:pt x="102" y="504"/>
                  </a:lnTo>
                  <a:lnTo>
                    <a:pt x="114" y="510"/>
                  </a:lnTo>
                  <a:lnTo>
                    <a:pt x="120" y="522"/>
                  </a:lnTo>
                  <a:lnTo>
                    <a:pt x="120" y="540"/>
                  </a:lnTo>
                  <a:lnTo>
                    <a:pt x="114" y="558"/>
                  </a:lnTo>
                  <a:lnTo>
                    <a:pt x="114" y="570"/>
                  </a:lnTo>
                  <a:lnTo>
                    <a:pt x="126" y="582"/>
                  </a:lnTo>
                  <a:lnTo>
                    <a:pt x="114" y="588"/>
                  </a:lnTo>
                  <a:lnTo>
                    <a:pt x="120" y="636"/>
                  </a:lnTo>
                  <a:lnTo>
                    <a:pt x="108" y="636"/>
                  </a:lnTo>
                  <a:lnTo>
                    <a:pt x="126" y="654"/>
                  </a:lnTo>
                  <a:lnTo>
                    <a:pt x="138" y="654"/>
                  </a:lnTo>
                  <a:lnTo>
                    <a:pt x="144" y="642"/>
                  </a:lnTo>
                  <a:lnTo>
                    <a:pt x="156" y="630"/>
                  </a:lnTo>
                  <a:lnTo>
                    <a:pt x="156" y="618"/>
                  </a:lnTo>
                  <a:lnTo>
                    <a:pt x="168" y="630"/>
                  </a:lnTo>
                  <a:lnTo>
                    <a:pt x="180" y="636"/>
                  </a:lnTo>
                  <a:lnTo>
                    <a:pt x="186" y="636"/>
                  </a:lnTo>
                  <a:lnTo>
                    <a:pt x="192" y="630"/>
                  </a:lnTo>
                  <a:lnTo>
                    <a:pt x="198" y="618"/>
                  </a:lnTo>
                  <a:lnTo>
                    <a:pt x="198" y="594"/>
                  </a:lnTo>
                  <a:lnTo>
                    <a:pt x="204" y="582"/>
                  </a:lnTo>
                  <a:lnTo>
                    <a:pt x="204" y="558"/>
                  </a:lnTo>
                  <a:lnTo>
                    <a:pt x="198" y="552"/>
                  </a:lnTo>
                  <a:lnTo>
                    <a:pt x="192" y="552"/>
                  </a:lnTo>
                  <a:lnTo>
                    <a:pt x="192" y="546"/>
                  </a:lnTo>
                  <a:lnTo>
                    <a:pt x="198" y="540"/>
                  </a:lnTo>
                  <a:lnTo>
                    <a:pt x="204" y="540"/>
                  </a:lnTo>
                  <a:lnTo>
                    <a:pt x="210" y="534"/>
                  </a:lnTo>
                  <a:lnTo>
                    <a:pt x="210" y="522"/>
                  </a:lnTo>
                  <a:lnTo>
                    <a:pt x="204" y="510"/>
                  </a:lnTo>
                  <a:lnTo>
                    <a:pt x="204" y="492"/>
                  </a:lnTo>
                  <a:lnTo>
                    <a:pt x="198" y="480"/>
                  </a:lnTo>
                  <a:lnTo>
                    <a:pt x="186" y="474"/>
                  </a:lnTo>
                  <a:lnTo>
                    <a:pt x="180" y="468"/>
                  </a:lnTo>
                  <a:close/>
                  <a:moveTo>
                    <a:pt x="774" y="546"/>
                  </a:moveTo>
                  <a:lnTo>
                    <a:pt x="768" y="534"/>
                  </a:lnTo>
                  <a:lnTo>
                    <a:pt x="756" y="528"/>
                  </a:lnTo>
                  <a:lnTo>
                    <a:pt x="738" y="510"/>
                  </a:lnTo>
                  <a:lnTo>
                    <a:pt x="678" y="480"/>
                  </a:lnTo>
                  <a:lnTo>
                    <a:pt x="672" y="480"/>
                  </a:lnTo>
                  <a:lnTo>
                    <a:pt x="660" y="474"/>
                  </a:lnTo>
                  <a:lnTo>
                    <a:pt x="648" y="474"/>
                  </a:lnTo>
                  <a:lnTo>
                    <a:pt x="630" y="468"/>
                  </a:lnTo>
                  <a:lnTo>
                    <a:pt x="606" y="456"/>
                  </a:lnTo>
                  <a:lnTo>
                    <a:pt x="606" y="450"/>
                  </a:lnTo>
                  <a:lnTo>
                    <a:pt x="612" y="438"/>
                  </a:lnTo>
                  <a:lnTo>
                    <a:pt x="624" y="426"/>
                  </a:lnTo>
                  <a:lnTo>
                    <a:pt x="624" y="420"/>
                  </a:lnTo>
                  <a:lnTo>
                    <a:pt x="618" y="414"/>
                  </a:lnTo>
                  <a:lnTo>
                    <a:pt x="612" y="414"/>
                  </a:lnTo>
                  <a:lnTo>
                    <a:pt x="594" y="408"/>
                  </a:lnTo>
                  <a:lnTo>
                    <a:pt x="552" y="408"/>
                  </a:lnTo>
                  <a:lnTo>
                    <a:pt x="540" y="402"/>
                  </a:lnTo>
                  <a:lnTo>
                    <a:pt x="534" y="396"/>
                  </a:lnTo>
                  <a:lnTo>
                    <a:pt x="516" y="384"/>
                  </a:lnTo>
                  <a:lnTo>
                    <a:pt x="492" y="360"/>
                  </a:lnTo>
                  <a:lnTo>
                    <a:pt x="480" y="342"/>
                  </a:lnTo>
                  <a:lnTo>
                    <a:pt x="474" y="336"/>
                  </a:lnTo>
                  <a:lnTo>
                    <a:pt x="468" y="324"/>
                  </a:lnTo>
                  <a:lnTo>
                    <a:pt x="468" y="312"/>
                  </a:lnTo>
                  <a:lnTo>
                    <a:pt x="450" y="276"/>
                  </a:lnTo>
                  <a:lnTo>
                    <a:pt x="438" y="270"/>
                  </a:lnTo>
                  <a:lnTo>
                    <a:pt x="432" y="264"/>
                  </a:lnTo>
                  <a:lnTo>
                    <a:pt x="420" y="258"/>
                  </a:lnTo>
                  <a:lnTo>
                    <a:pt x="414" y="252"/>
                  </a:lnTo>
                  <a:lnTo>
                    <a:pt x="378" y="222"/>
                  </a:lnTo>
                  <a:lnTo>
                    <a:pt x="372" y="210"/>
                  </a:lnTo>
                  <a:lnTo>
                    <a:pt x="360" y="198"/>
                  </a:lnTo>
                  <a:lnTo>
                    <a:pt x="360" y="186"/>
                  </a:lnTo>
                  <a:lnTo>
                    <a:pt x="366" y="180"/>
                  </a:lnTo>
                  <a:lnTo>
                    <a:pt x="384" y="180"/>
                  </a:lnTo>
                  <a:lnTo>
                    <a:pt x="384" y="174"/>
                  </a:lnTo>
                  <a:lnTo>
                    <a:pt x="372" y="162"/>
                  </a:lnTo>
                  <a:lnTo>
                    <a:pt x="366" y="150"/>
                  </a:lnTo>
                  <a:lnTo>
                    <a:pt x="366" y="138"/>
                  </a:lnTo>
                  <a:lnTo>
                    <a:pt x="402" y="120"/>
                  </a:lnTo>
                  <a:lnTo>
                    <a:pt x="408" y="114"/>
                  </a:lnTo>
                  <a:lnTo>
                    <a:pt x="414" y="114"/>
                  </a:lnTo>
                  <a:lnTo>
                    <a:pt x="438" y="108"/>
                  </a:lnTo>
                  <a:lnTo>
                    <a:pt x="444" y="72"/>
                  </a:lnTo>
                  <a:lnTo>
                    <a:pt x="432" y="66"/>
                  </a:lnTo>
                  <a:lnTo>
                    <a:pt x="438" y="60"/>
                  </a:lnTo>
                  <a:lnTo>
                    <a:pt x="438" y="42"/>
                  </a:lnTo>
                  <a:lnTo>
                    <a:pt x="384" y="42"/>
                  </a:lnTo>
                  <a:lnTo>
                    <a:pt x="378" y="24"/>
                  </a:lnTo>
                  <a:lnTo>
                    <a:pt x="366" y="24"/>
                  </a:lnTo>
                  <a:lnTo>
                    <a:pt x="366" y="6"/>
                  </a:lnTo>
                  <a:lnTo>
                    <a:pt x="360" y="0"/>
                  </a:lnTo>
                  <a:lnTo>
                    <a:pt x="342" y="0"/>
                  </a:lnTo>
                  <a:lnTo>
                    <a:pt x="336" y="6"/>
                  </a:lnTo>
                  <a:lnTo>
                    <a:pt x="336" y="12"/>
                  </a:lnTo>
                  <a:lnTo>
                    <a:pt x="294" y="12"/>
                  </a:lnTo>
                  <a:lnTo>
                    <a:pt x="282" y="30"/>
                  </a:lnTo>
                  <a:lnTo>
                    <a:pt x="270" y="24"/>
                  </a:lnTo>
                  <a:lnTo>
                    <a:pt x="252" y="24"/>
                  </a:lnTo>
                  <a:lnTo>
                    <a:pt x="246" y="42"/>
                  </a:lnTo>
                  <a:lnTo>
                    <a:pt x="222" y="42"/>
                  </a:lnTo>
                  <a:lnTo>
                    <a:pt x="222" y="48"/>
                  </a:lnTo>
                  <a:lnTo>
                    <a:pt x="234" y="60"/>
                  </a:lnTo>
                  <a:lnTo>
                    <a:pt x="228" y="72"/>
                  </a:lnTo>
                  <a:lnTo>
                    <a:pt x="210" y="60"/>
                  </a:lnTo>
                  <a:lnTo>
                    <a:pt x="192" y="66"/>
                  </a:lnTo>
                  <a:lnTo>
                    <a:pt x="180" y="48"/>
                  </a:lnTo>
                  <a:lnTo>
                    <a:pt x="174" y="72"/>
                  </a:lnTo>
                  <a:lnTo>
                    <a:pt x="162" y="84"/>
                  </a:lnTo>
                  <a:lnTo>
                    <a:pt x="162" y="102"/>
                  </a:lnTo>
                  <a:lnTo>
                    <a:pt x="138" y="78"/>
                  </a:lnTo>
                  <a:lnTo>
                    <a:pt x="132" y="78"/>
                  </a:lnTo>
                  <a:lnTo>
                    <a:pt x="132" y="72"/>
                  </a:lnTo>
                  <a:lnTo>
                    <a:pt x="126" y="66"/>
                  </a:lnTo>
                  <a:lnTo>
                    <a:pt x="126" y="60"/>
                  </a:lnTo>
                  <a:lnTo>
                    <a:pt x="120" y="54"/>
                  </a:lnTo>
                  <a:lnTo>
                    <a:pt x="108" y="54"/>
                  </a:lnTo>
                  <a:lnTo>
                    <a:pt x="102" y="60"/>
                  </a:lnTo>
                  <a:lnTo>
                    <a:pt x="102" y="78"/>
                  </a:lnTo>
                  <a:lnTo>
                    <a:pt x="84" y="96"/>
                  </a:lnTo>
                  <a:lnTo>
                    <a:pt x="78" y="96"/>
                  </a:lnTo>
                  <a:lnTo>
                    <a:pt x="66" y="84"/>
                  </a:lnTo>
                  <a:lnTo>
                    <a:pt x="54" y="84"/>
                  </a:lnTo>
                  <a:lnTo>
                    <a:pt x="42" y="96"/>
                  </a:lnTo>
                  <a:lnTo>
                    <a:pt x="30" y="96"/>
                  </a:lnTo>
                  <a:lnTo>
                    <a:pt x="30" y="102"/>
                  </a:lnTo>
                  <a:lnTo>
                    <a:pt x="24" y="102"/>
                  </a:lnTo>
                  <a:lnTo>
                    <a:pt x="18" y="108"/>
                  </a:lnTo>
                  <a:lnTo>
                    <a:pt x="42" y="132"/>
                  </a:lnTo>
                  <a:lnTo>
                    <a:pt x="42" y="138"/>
                  </a:lnTo>
                  <a:lnTo>
                    <a:pt x="24" y="156"/>
                  </a:lnTo>
                  <a:lnTo>
                    <a:pt x="0" y="156"/>
                  </a:lnTo>
                  <a:lnTo>
                    <a:pt x="12" y="174"/>
                  </a:lnTo>
                  <a:lnTo>
                    <a:pt x="24" y="174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24" y="198"/>
                  </a:lnTo>
                  <a:lnTo>
                    <a:pt x="24" y="204"/>
                  </a:lnTo>
                  <a:lnTo>
                    <a:pt x="18" y="210"/>
                  </a:lnTo>
                  <a:lnTo>
                    <a:pt x="18" y="216"/>
                  </a:lnTo>
                  <a:lnTo>
                    <a:pt x="24" y="222"/>
                  </a:lnTo>
                  <a:lnTo>
                    <a:pt x="36" y="228"/>
                  </a:lnTo>
                  <a:lnTo>
                    <a:pt x="42" y="228"/>
                  </a:lnTo>
                  <a:lnTo>
                    <a:pt x="42" y="234"/>
                  </a:lnTo>
                  <a:lnTo>
                    <a:pt x="66" y="234"/>
                  </a:lnTo>
                  <a:lnTo>
                    <a:pt x="72" y="240"/>
                  </a:lnTo>
                  <a:lnTo>
                    <a:pt x="72" y="246"/>
                  </a:lnTo>
                  <a:lnTo>
                    <a:pt x="54" y="264"/>
                  </a:lnTo>
                  <a:lnTo>
                    <a:pt x="54" y="270"/>
                  </a:lnTo>
                  <a:lnTo>
                    <a:pt x="66" y="270"/>
                  </a:lnTo>
                  <a:lnTo>
                    <a:pt x="90" y="258"/>
                  </a:lnTo>
                  <a:lnTo>
                    <a:pt x="120" y="228"/>
                  </a:lnTo>
                  <a:lnTo>
                    <a:pt x="144" y="216"/>
                  </a:lnTo>
                  <a:lnTo>
                    <a:pt x="156" y="216"/>
                  </a:lnTo>
                  <a:lnTo>
                    <a:pt x="168" y="222"/>
                  </a:lnTo>
                  <a:lnTo>
                    <a:pt x="204" y="234"/>
                  </a:lnTo>
                  <a:lnTo>
                    <a:pt x="216" y="240"/>
                  </a:lnTo>
                  <a:lnTo>
                    <a:pt x="228" y="252"/>
                  </a:lnTo>
                  <a:lnTo>
                    <a:pt x="234" y="264"/>
                  </a:lnTo>
                  <a:lnTo>
                    <a:pt x="234" y="276"/>
                  </a:lnTo>
                  <a:lnTo>
                    <a:pt x="240" y="282"/>
                  </a:lnTo>
                  <a:lnTo>
                    <a:pt x="240" y="288"/>
                  </a:lnTo>
                  <a:lnTo>
                    <a:pt x="252" y="300"/>
                  </a:lnTo>
                  <a:lnTo>
                    <a:pt x="252" y="306"/>
                  </a:lnTo>
                  <a:lnTo>
                    <a:pt x="246" y="318"/>
                  </a:lnTo>
                  <a:lnTo>
                    <a:pt x="246" y="324"/>
                  </a:lnTo>
                  <a:lnTo>
                    <a:pt x="258" y="336"/>
                  </a:lnTo>
                  <a:lnTo>
                    <a:pt x="282" y="348"/>
                  </a:lnTo>
                  <a:lnTo>
                    <a:pt x="288" y="354"/>
                  </a:lnTo>
                  <a:lnTo>
                    <a:pt x="294" y="354"/>
                  </a:lnTo>
                  <a:lnTo>
                    <a:pt x="300" y="372"/>
                  </a:lnTo>
                  <a:lnTo>
                    <a:pt x="330" y="372"/>
                  </a:lnTo>
                  <a:lnTo>
                    <a:pt x="348" y="390"/>
                  </a:lnTo>
                  <a:lnTo>
                    <a:pt x="354" y="402"/>
                  </a:lnTo>
                  <a:lnTo>
                    <a:pt x="366" y="414"/>
                  </a:lnTo>
                  <a:lnTo>
                    <a:pt x="378" y="420"/>
                  </a:lnTo>
                  <a:lnTo>
                    <a:pt x="384" y="432"/>
                  </a:lnTo>
                  <a:lnTo>
                    <a:pt x="420" y="468"/>
                  </a:lnTo>
                  <a:lnTo>
                    <a:pt x="456" y="468"/>
                  </a:lnTo>
                  <a:lnTo>
                    <a:pt x="462" y="474"/>
                  </a:lnTo>
                  <a:lnTo>
                    <a:pt x="468" y="486"/>
                  </a:lnTo>
                  <a:lnTo>
                    <a:pt x="492" y="498"/>
                  </a:lnTo>
                  <a:lnTo>
                    <a:pt x="510" y="504"/>
                  </a:lnTo>
                  <a:lnTo>
                    <a:pt x="528" y="504"/>
                  </a:lnTo>
                  <a:lnTo>
                    <a:pt x="540" y="510"/>
                  </a:lnTo>
                  <a:lnTo>
                    <a:pt x="546" y="510"/>
                  </a:lnTo>
                  <a:lnTo>
                    <a:pt x="552" y="522"/>
                  </a:lnTo>
                  <a:lnTo>
                    <a:pt x="552" y="534"/>
                  </a:lnTo>
                  <a:lnTo>
                    <a:pt x="564" y="558"/>
                  </a:lnTo>
                  <a:lnTo>
                    <a:pt x="570" y="564"/>
                  </a:lnTo>
                  <a:lnTo>
                    <a:pt x="582" y="564"/>
                  </a:lnTo>
                  <a:lnTo>
                    <a:pt x="594" y="558"/>
                  </a:lnTo>
                  <a:lnTo>
                    <a:pt x="600" y="558"/>
                  </a:lnTo>
                  <a:lnTo>
                    <a:pt x="600" y="570"/>
                  </a:lnTo>
                  <a:lnTo>
                    <a:pt x="606" y="582"/>
                  </a:lnTo>
                  <a:lnTo>
                    <a:pt x="606" y="606"/>
                  </a:lnTo>
                  <a:lnTo>
                    <a:pt x="612" y="618"/>
                  </a:lnTo>
                  <a:lnTo>
                    <a:pt x="630" y="636"/>
                  </a:lnTo>
                  <a:lnTo>
                    <a:pt x="630" y="666"/>
                  </a:lnTo>
                  <a:lnTo>
                    <a:pt x="612" y="666"/>
                  </a:lnTo>
                  <a:lnTo>
                    <a:pt x="612" y="690"/>
                  </a:lnTo>
                  <a:lnTo>
                    <a:pt x="606" y="696"/>
                  </a:lnTo>
                  <a:lnTo>
                    <a:pt x="600" y="708"/>
                  </a:lnTo>
                  <a:lnTo>
                    <a:pt x="594" y="714"/>
                  </a:lnTo>
                  <a:lnTo>
                    <a:pt x="594" y="732"/>
                  </a:lnTo>
                  <a:lnTo>
                    <a:pt x="606" y="732"/>
                  </a:lnTo>
                  <a:lnTo>
                    <a:pt x="618" y="726"/>
                  </a:lnTo>
                  <a:lnTo>
                    <a:pt x="624" y="726"/>
                  </a:lnTo>
                  <a:lnTo>
                    <a:pt x="636" y="702"/>
                  </a:lnTo>
                  <a:lnTo>
                    <a:pt x="654" y="696"/>
                  </a:lnTo>
                  <a:lnTo>
                    <a:pt x="654" y="666"/>
                  </a:lnTo>
                  <a:lnTo>
                    <a:pt x="666" y="654"/>
                  </a:lnTo>
                  <a:lnTo>
                    <a:pt x="678" y="654"/>
                  </a:lnTo>
                  <a:lnTo>
                    <a:pt x="684" y="648"/>
                  </a:lnTo>
                  <a:lnTo>
                    <a:pt x="696" y="648"/>
                  </a:lnTo>
                  <a:lnTo>
                    <a:pt x="696" y="636"/>
                  </a:lnTo>
                  <a:lnTo>
                    <a:pt x="690" y="630"/>
                  </a:lnTo>
                  <a:lnTo>
                    <a:pt x="690" y="618"/>
                  </a:lnTo>
                  <a:lnTo>
                    <a:pt x="678" y="606"/>
                  </a:lnTo>
                  <a:lnTo>
                    <a:pt x="666" y="606"/>
                  </a:lnTo>
                  <a:lnTo>
                    <a:pt x="648" y="588"/>
                  </a:lnTo>
                  <a:lnTo>
                    <a:pt x="654" y="582"/>
                  </a:lnTo>
                  <a:lnTo>
                    <a:pt x="660" y="570"/>
                  </a:lnTo>
                  <a:lnTo>
                    <a:pt x="666" y="552"/>
                  </a:lnTo>
                  <a:lnTo>
                    <a:pt x="672" y="540"/>
                  </a:lnTo>
                  <a:lnTo>
                    <a:pt x="684" y="528"/>
                  </a:lnTo>
                  <a:lnTo>
                    <a:pt x="690" y="534"/>
                  </a:lnTo>
                  <a:lnTo>
                    <a:pt x="702" y="534"/>
                  </a:lnTo>
                  <a:lnTo>
                    <a:pt x="708" y="540"/>
                  </a:lnTo>
                  <a:lnTo>
                    <a:pt x="738" y="540"/>
                  </a:lnTo>
                  <a:lnTo>
                    <a:pt x="738" y="552"/>
                  </a:lnTo>
                  <a:lnTo>
                    <a:pt x="744" y="558"/>
                  </a:lnTo>
                  <a:lnTo>
                    <a:pt x="744" y="564"/>
                  </a:lnTo>
                  <a:lnTo>
                    <a:pt x="750" y="576"/>
                  </a:lnTo>
                  <a:lnTo>
                    <a:pt x="762" y="576"/>
                  </a:lnTo>
                  <a:lnTo>
                    <a:pt x="774" y="570"/>
                  </a:lnTo>
                  <a:lnTo>
                    <a:pt x="780" y="564"/>
                  </a:lnTo>
                  <a:lnTo>
                    <a:pt x="780" y="558"/>
                  </a:lnTo>
                  <a:lnTo>
                    <a:pt x="774" y="546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63" name="Israel" descr="© INSCALE GmbH, 05.05.2010&#10;http://www.presentationload.com/">
              <a:extLst>
                <a:ext uri="{FF2B5EF4-FFF2-40B4-BE49-F238E27FC236}">
                  <a16:creationId xmlns:a16="http://schemas.microsoft.com/office/drawing/2014/main" id="{7CF22982-02A8-40F2-AE3E-093E5DC1431C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129702" y="2023892"/>
              <a:ext cx="39752" cy="125375"/>
            </a:xfrm>
            <a:custGeom>
              <a:avLst/>
              <a:gdLst>
                <a:gd name="T0" fmla="*/ 0 w 102"/>
                <a:gd name="T1" fmla="*/ 2147483647 h 324"/>
                <a:gd name="T2" fmla="*/ 2147483647 w 102"/>
                <a:gd name="T3" fmla="*/ 2147483647 h 324"/>
                <a:gd name="T4" fmla="*/ 2147483647 w 102"/>
                <a:gd name="T5" fmla="*/ 2147483647 h 324"/>
                <a:gd name="T6" fmla="*/ 2147483647 w 102"/>
                <a:gd name="T7" fmla="*/ 2147483647 h 324"/>
                <a:gd name="T8" fmla="*/ 2147483647 w 102"/>
                <a:gd name="T9" fmla="*/ 2147483647 h 324"/>
                <a:gd name="T10" fmla="*/ 2147483647 w 102"/>
                <a:gd name="T11" fmla="*/ 2147483647 h 324"/>
                <a:gd name="T12" fmla="*/ 2147483647 w 102"/>
                <a:gd name="T13" fmla="*/ 2147483647 h 324"/>
                <a:gd name="T14" fmla="*/ 2147483647 w 102"/>
                <a:gd name="T15" fmla="*/ 2147483647 h 324"/>
                <a:gd name="T16" fmla="*/ 2147483647 w 102"/>
                <a:gd name="T17" fmla="*/ 2147483647 h 324"/>
                <a:gd name="T18" fmla="*/ 2147483647 w 102"/>
                <a:gd name="T19" fmla="*/ 2147483647 h 324"/>
                <a:gd name="T20" fmla="*/ 2147483647 w 102"/>
                <a:gd name="T21" fmla="*/ 2147483647 h 324"/>
                <a:gd name="T22" fmla="*/ 2147483647 w 102"/>
                <a:gd name="T23" fmla="*/ 2147483647 h 324"/>
                <a:gd name="T24" fmla="*/ 2147483647 w 102"/>
                <a:gd name="T25" fmla="*/ 2147483647 h 324"/>
                <a:gd name="T26" fmla="*/ 2147483647 w 102"/>
                <a:gd name="T27" fmla="*/ 2147483647 h 324"/>
                <a:gd name="T28" fmla="*/ 2147483647 w 102"/>
                <a:gd name="T29" fmla="*/ 2147483647 h 324"/>
                <a:gd name="T30" fmla="*/ 2147483647 w 102"/>
                <a:gd name="T31" fmla="*/ 2147483647 h 324"/>
                <a:gd name="T32" fmla="*/ 2147483647 w 102"/>
                <a:gd name="T33" fmla="*/ 2147483647 h 324"/>
                <a:gd name="T34" fmla="*/ 2147483647 w 102"/>
                <a:gd name="T35" fmla="*/ 2147483647 h 324"/>
                <a:gd name="T36" fmla="*/ 2147483647 w 102"/>
                <a:gd name="T37" fmla="*/ 2147483647 h 324"/>
                <a:gd name="T38" fmla="*/ 2147483647 w 102"/>
                <a:gd name="T39" fmla="*/ 2147483647 h 324"/>
                <a:gd name="T40" fmla="*/ 2147483647 w 102"/>
                <a:gd name="T41" fmla="*/ 2147483647 h 324"/>
                <a:gd name="T42" fmla="*/ 2147483647 w 102"/>
                <a:gd name="T43" fmla="*/ 2147483647 h 324"/>
                <a:gd name="T44" fmla="*/ 2147483647 w 102"/>
                <a:gd name="T45" fmla="*/ 2147483647 h 324"/>
                <a:gd name="T46" fmla="*/ 2147483647 w 102"/>
                <a:gd name="T47" fmla="*/ 2147483647 h 324"/>
                <a:gd name="T48" fmla="*/ 2147483647 w 102"/>
                <a:gd name="T49" fmla="*/ 0 h 324"/>
                <a:gd name="T50" fmla="*/ 2147483647 w 102"/>
                <a:gd name="T51" fmla="*/ 2147483647 h 324"/>
                <a:gd name="T52" fmla="*/ 2147483647 w 102"/>
                <a:gd name="T53" fmla="*/ 2147483647 h 324"/>
                <a:gd name="T54" fmla="*/ 2147483647 w 102"/>
                <a:gd name="T55" fmla="*/ 2147483647 h 324"/>
                <a:gd name="T56" fmla="*/ 2147483647 w 102"/>
                <a:gd name="T57" fmla="*/ 2147483647 h 324"/>
                <a:gd name="T58" fmla="*/ 2147483647 w 102"/>
                <a:gd name="T59" fmla="*/ 2147483647 h 324"/>
                <a:gd name="T60" fmla="*/ 2147483647 w 102"/>
                <a:gd name="T61" fmla="*/ 2147483647 h 324"/>
                <a:gd name="T62" fmla="*/ 2147483647 w 102"/>
                <a:gd name="T63" fmla="*/ 2147483647 h 324"/>
                <a:gd name="T64" fmla="*/ 2147483647 w 102"/>
                <a:gd name="T65" fmla="*/ 2147483647 h 324"/>
                <a:gd name="T66" fmla="*/ 2147483647 w 102"/>
                <a:gd name="T67" fmla="*/ 2147483647 h 324"/>
                <a:gd name="T68" fmla="*/ 2147483647 w 102"/>
                <a:gd name="T69" fmla="*/ 2147483647 h 324"/>
                <a:gd name="T70" fmla="*/ 2147483647 w 102"/>
                <a:gd name="T71" fmla="*/ 2147483647 h 324"/>
                <a:gd name="T72" fmla="*/ 2147483647 w 102"/>
                <a:gd name="T73" fmla="*/ 2147483647 h 324"/>
                <a:gd name="T74" fmla="*/ 2147483647 w 102"/>
                <a:gd name="T75" fmla="*/ 2147483647 h 324"/>
                <a:gd name="T76" fmla="*/ 2147483647 w 102"/>
                <a:gd name="T77" fmla="*/ 2147483647 h 324"/>
                <a:gd name="T78" fmla="*/ 0 w 102"/>
                <a:gd name="T79" fmla="*/ 2147483647 h 32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02"/>
                <a:gd name="T121" fmla="*/ 0 h 324"/>
                <a:gd name="T122" fmla="*/ 102 w 102"/>
                <a:gd name="T123" fmla="*/ 324 h 324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02" h="324">
                  <a:moveTo>
                    <a:pt x="0" y="168"/>
                  </a:moveTo>
                  <a:lnTo>
                    <a:pt x="54" y="312"/>
                  </a:lnTo>
                  <a:lnTo>
                    <a:pt x="60" y="324"/>
                  </a:lnTo>
                  <a:lnTo>
                    <a:pt x="60" y="306"/>
                  </a:lnTo>
                  <a:lnTo>
                    <a:pt x="66" y="294"/>
                  </a:lnTo>
                  <a:lnTo>
                    <a:pt x="66" y="234"/>
                  </a:lnTo>
                  <a:lnTo>
                    <a:pt x="72" y="228"/>
                  </a:lnTo>
                  <a:lnTo>
                    <a:pt x="78" y="216"/>
                  </a:lnTo>
                  <a:lnTo>
                    <a:pt x="84" y="210"/>
                  </a:lnTo>
                  <a:lnTo>
                    <a:pt x="90" y="198"/>
                  </a:lnTo>
                  <a:lnTo>
                    <a:pt x="90" y="186"/>
                  </a:lnTo>
                  <a:lnTo>
                    <a:pt x="78" y="174"/>
                  </a:lnTo>
                  <a:lnTo>
                    <a:pt x="78" y="162"/>
                  </a:lnTo>
                  <a:lnTo>
                    <a:pt x="72" y="156"/>
                  </a:lnTo>
                  <a:lnTo>
                    <a:pt x="66" y="162"/>
                  </a:lnTo>
                  <a:lnTo>
                    <a:pt x="66" y="168"/>
                  </a:lnTo>
                  <a:lnTo>
                    <a:pt x="60" y="168"/>
                  </a:lnTo>
                  <a:lnTo>
                    <a:pt x="54" y="174"/>
                  </a:lnTo>
                  <a:lnTo>
                    <a:pt x="48" y="168"/>
                  </a:lnTo>
                  <a:lnTo>
                    <a:pt x="48" y="96"/>
                  </a:lnTo>
                  <a:lnTo>
                    <a:pt x="66" y="78"/>
                  </a:lnTo>
                  <a:lnTo>
                    <a:pt x="84" y="78"/>
                  </a:lnTo>
                  <a:lnTo>
                    <a:pt x="90" y="60"/>
                  </a:lnTo>
                  <a:lnTo>
                    <a:pt x="84" y="18"/>
                  </a:lnTo>
                  <a:lnTo>
                    <a:pt x="102" y="0"/>
                  </a:lnTo>
                  <a:lnTo>
                    <a:pt x="78" y="6"/>
                  </a:lnTo>
                  <a:lnTo>
                    <a:pt x="78" y="18"/>
                  </a:lnTo>
                  <a:lnTo>
                    <a:pt x="72" y="30"/>
                  </a:lnTo>
                  <a:lnTo>
                    <a:pt x="66" y="36"/>
                  </a:lnTo>
                  <a:lnTo>
                    <a:pt x="60" y="36"/>
                  </a:lnTo>
                  <a:lnTo>
                    <a:pt x="54" y="30"/>
                  </a:lnTo>
                  <a:lnTo>
                    <a:pt x="42" y="54"/>
                  </a:lnTo>
                  <a:lnTo>
                    <a:pt x="30" y="60"/>
                  </a:lnTo>
                  <a:lnTo>
                    <a:pt x="36" y="72"/>
                  </a:lnTo>
                  <a:lnTo>
                    <a:pt x="36" y="84"/>
                  </a:lnTo>
                  <a:lnTo>
                    <a:pt x="42" y="90"/>
                  </a:lnTo>
                  <a:lnTo>
                    <a:pt x="42" y="96"/>
                  </a:lnTo>
                  <a:lnTo>
                    <a:pt x="18" y="138"/>
                  </a:lnTo>
                  <a:lnTo>
                    <a:pt x="18" y="156"/>
                  </a:lnTo>
                  <a:lnTo>
                    <a:pt x="0" y="168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64" name="Ireland" descr="© INSCALE GmbH, 05.05.2010&#10;http://www.presentationload.com/">
              <a:extLst>
                <a:ext uri="{FF2B5EF4-FFF2-40B4-BE49-F238E27FC236}">
                  <a16:creationId xmlns:a16="http://schemas.microsoft.com/office/drawing/2014/main" id="{11B8F199-5BBD-404C-BB98-682C2C2E83F7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998277" y="1348092"/>
              <a:ext cx="110085" cy="116201"/>
            </a:xfrm>
            <a:custGeom>
              <a:avLst/>
              <a:gdLst>
                <a:gd name="T0" fmla="*/ 2147483647 w 282"/>
                <a:gd name="T1" fmla="*/ 2147483647 h 300"/>
                <a:gd name="T2" fmla="*/ 2147483647 w 282"/>
                <a:gd name="T3" fmla="*/ 2147483647 h 300"/>
                <a:gd name="T4" fmla="*/ 2147483647 w 282"/>
                <a:gd name="T5" fmla="*/ 2147483647 h 300"/>
                <a:gd name="T6" fmla="*/ 2147483647 w 282"/>
                <a:gd name="T7" fmla="*/ 2147483647 h 300"/>
                <a:gd name="T8" fmla="*/ 2147483647 w 282"/>
                <a:gd name="T9" fmla="*/ 2147483647 h 300"/>
                <a:gd name="T10" fmla="*/ 2147483647 w 282"/>
                <a:gd name="T11" fmla="*/ 2147483647 h 300"/>
                <a:gd name="T12" fmla="*/ 2147483647 w 282"/>
                <a:gd name="T13" fmla="*/ 2147483647 h 300"/>
                <a:gd name="T14" fmla="*/ 2147483647 w 282"/>
                <a:gd name="T15" fmla="*/ 2147483647 h 300"/>
                <a:gd name="T16" fmla="*/ 2147483647 w 282"/>
                <a:gd name="T17" fmla="*/ 2147483647 h 300"/>
                <a:gd name="T18" fmla="*/ 2147483647 w 282"/>
                <a:gd name="T19" fmla="*/ 2147483647 h 300"/>
                <a:gd name="T20" fmla="*/ 2147483647 w 282"/>
                <a:gd name="T21" fmla="*/ 2147483647 h 300"/>
                <a:gd name="T22" fmla="*/ 2147483647 w 282"/>
                <a:gd name="T23" fmla="*/ 2147483647 h 300"/>
                <a:gd name="T24" fmla="*/ 2147483647 w 282"/>
                <a:gd name="T25" fmla="*/ 0 h 300"/>
                <a:gd name="T26" fmla="*/ 2147483647 w 282"/>
                <a:gd name="T27" fmla="*/ 2147483647 h 300"/>
                <a:gd name="T28" fmla="*/ 2147483647 w 282"/>
                <a:gd name="T29" fmla="*/ 2147483647 h 300"/>
                <a:gd name="T30" fmla="*/ 2147483647 w 282"/>
                <a:gd name="T31" fmla="*/ 2147483647 h 300"/>
                <a:gd name="T32" fmla="*/ 2147483647 w 282"/>
                <a:gd name="T33" fmla="*/ 2147483647 h 300"/>
                <a:gd name="T34" fmla="*/ 2147483647 w 282"/>
                <a:gd name="T35" fmla="*/ 2147483647 h 300"/>
                <a:gd name="T36" fmla="*/ 2147483647 w 282"/>
                <a:gd name="T37" fmla="*/ 2147483647 h 300"/>
                <a:gd name="T38" fmla="*/ 2147483647 w 282"/>
                <a:gd name="T39" fmla="*/ 2147483647 h 300"/>
                <a:gd name="T40" fmla="*/ 2147483647 w 282"/>
                <a:gd name="T41" fmla="*/ 2147483647 h 300"/>
                <a:gd name="T42" fmla="*/ 2147483647 w 282"/>
                <a:gd name="T43" fmla="*/ 2147483647 h 300"/>
                <a:gd name="T44" fmla="*/ 2147483647 w 282"/>
                <a:gd name="T45" fmla="*/ 2147483647 h 300"/>
                <a:gd name="T46" fmla="*/ 2147483647 w 282"/>
                <a:gd name="T47" fmla="*/ 2147483647 h 300"/>
                <a:gd name="T48" fmla="*/ 2147483647 w 282"/>
                <a:gd name="T49" fmla="*/ 2147483647 h 300"/>
                <a:gd name="T50" fmla="*/ 2147483647 w 282"/>
                <a:gd name="T51" fmla="*/ 2147483647 h 300"/>
                <a:gd name="T52" fmla="*/ 2147483647 w 282"/>
                <a:gd name="T53" fmla="*/ 2147483647 h 300"/>
                <a:gd name="T54" fmla="*/ 2147483647 w 282"/>
                <a:gd name="T55" fmla="*/ 2147483647 h 300"/>
                <a:gd name="T56" fmla="*/ 2147483647 w 282"/>
                <a:gd name="T57" fmla="*/ 2147483647 h 300"/>
                <a:gd name="T58" fmla="*/ 2147483647 w 282"/>
                <a:gd name="T59" fmla="*/ 2147483647 h 300"/>
                <a:gd name="T60" fmla="*/ 2147483647 w 282"/>
                <a:gd name="T61" fmla="*/ 2147483647 h 300"/>
                <a:gd name="T62" fmla="*/ 2147483647 w 282"/>
                <a:gd name="T63" fmla="*/ 2147483647 h 300"/>
                <a:gd name="T64" fmla="*/ 2147483647 w 282"/>
                <a:gd name="T65" fmla="*/ 2147483647 h 300"/>
                <a:gd name="T66" fmla="*/ 2147483647 w 282"/>
                <a:gd name="T67" fmla="*/ 2147483647 h 300"/>
                <a:gd name="T68" fmla="*/ 2147483647 w 282"/>
                <a:gd name="T69" fmla="*/ 2147483647 h 300"/>
                <a:gd name="T70" fmla="*/ 2147483647 w 282"/>
                <a:gd name="T71" fmla="*/ 2147483647 h 300"/>
                <a:gd name="T72" fmla="*/ 2147483647 w 282"/>
                <a:gd name="T73" fmla="*/ 2147483647 h 300"/>
                <a:gd name="T74" fmla="*/ 2147483647 w 282"/>
                <a:gd name="T75" fmla="*/ 2147483647 h 300"/>
                <a:gd name="T76" fmla="*/ 2147483647 w 282"/>
                <a:gd name="T77" fmla="*/ 2147483647 h 300"/>
                <a:gd name="T78" fmla="*/ 2147483647 w 282"/>
                <a:gd name="T79" fmla="*/ 2147483647 h 300"/>
                <a:gd name="T80" fmla="*/ 0 w 282"/>
                <a:gd name="T81" fmla="*/ 2147483647 h 300"/>
                <a:gd name="T82" fmla="*/ 2147483647 w 282"/>
                <a:gd name="T83" fmla="*/ 2147483647 h 300"/>
                <a:gd name="T84" fmla="*/ 2147483647 w 282"/>
                <a:gd name="T85" fmla="*/ 2147483647 h 300"/>
                <a:gd name="T86" fmla="*/ 2147483647 w 282"/>
                <a:gd name="T87" fmla="*/ 2147483647 h 300"/>
                <a:gd name="T88" fmla="*/ 2147483647 w 282"/>
                <a:gd name="T89" fmla="*/ 2147483647 h 300"/>
                <a:gd name="T90" fmla="*/ 2147483647 w 282"/>
                <a:gd name="T91" fmla="*/ 2147483647 h 300"/>
                <a:gd name="T92" fmla="*/ 2147483647 w 282"/>
                <a:gd name="T93" fmla="*/ 2147483647 h 300"/>
                <a:gd name="T94" fmla="*/ 2147483647 w 282"/>
                <a:gd name="T95" fmla="*/ 2147483647 h 300"/>
                <a:gd name="T96" fmla="*/ 2147483647 w 282"/>
                <a:gd name="T97" fmla="*/ 2147483647 h 300"/>
                <a:gd name="T98" fmla="*/ 2147483647 w 282"/>
                <a:gd name="T99" fmla="*/ 2147483647 h 300"/>
                <a:gd name="T100" fmla="*/ 2147483647 w 282"/>
                <a:gd name="T101" fmla="*/ 2147483647 h 300"/>
                <a:gd name="T102" fmla="*/ 2147483647 w 282"/>
                <a:gd name="T103" fmla="*/ 2147483647 h 300"/>
                <a:gd name="T104" fmla="*/ 2147483647 w 282"/>
                <a:gd name="T105" fmla="*/ 2147483647 h 300"/>
                <a:gd name="T106" fmla="*/ 2147483647 w 282"/>
                <a:gd name="T107" fmla="*/ 2147483647 h 300"/>
                <a:gd name="T108" fmla="*/ 2147483647 w 282"/>
                <a:gd name="T109" fmla="*/ 2147483647 h 300"/>
                <a:gd name="T110" fmla="*/ 2147483647 w 282"/>
                <a:gd name="T111" fmla="*/ 2147483647 h 30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82"/>
                <a:gd name="T169" fmla="*/ 0 h 300"/>
                <a:gd name="T170" fmla="*/ 282 w 282"/>
                <a:gd name="T171" fmla="*/ 300 h 30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82" h="300">
                  <a:moveTo>
                    <a:pt x="276" y="156"/>
                  </a:moveTo>
                  <a:lnTo>
                    <a:pt x="276" y="144"/>
                  </a:lnTo>
                  <a:lnTo>
                    <a:pt x="270" y="132"/>
                  </a:lnTo>
                  <a:lnTo>
                    <a:pt x="264" y="126"/>
                  </a:lnTo>
                  <a:lnTo>
                    <a:pt x="264" y="114"/>
                  </a:lnTo>
                  <a:lnTo>
                    <a:pt x="258" y="108"/>
                  </a:lnTo>
                  <a:lnTo>
                    <a:pt x="258" y="102"/>
                  </a:lnTo>
                  <a:lnTo>
                    <a:pt x="276" y="102"/>
                  </a:lnTo>
                  <a:lnTo>
                    <a:pt x="282" y="96"/>
                  </a:lnTo>
                  <a:lnTo>
                    <a:pt x="246" y="90"/>
                  </a:lnTo>
                  <a:lnTo>
                    <a:pt x="228" y="66"/>
                  </a:lnTo>
                  <a:lnTo>
                    <a:pt x="204" y="90"/>
                  </a:lnTo>
                  <a:lnTo>
                    <a:pt x="192" y="90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74" y="60"/>
                  </a:lnTo>
                  <a:lnTo>
                    <a:pt x="180" y="60"/>
                  </a:lnTo>
                  <a:lnTo>
                    <a:pt x="186" y="54"/>
                  </a:lnTo>
                  <a:lnTo>
                    <a:pt x="192" y="54"/>
                  </a:lnTo>
                  <a:lnTo>
                    <a:pt x="192" y="42"/>
                  </a:lnTo>
                  <a:lnTo>
                    <a:pt x="234" y="18"/>
                  </a:lnTo>
                  <a:lnTo>
                    <a:pt x="240" y="12"/>
                  </a:lnTo>
                  <a:lnTo>
                    <a:pt x="240" y="6"/>
                  </a:lnTo>
                  <a:lnTo>
                    <a:pt x="234" y="6"/>
                  </a:lnTo>
                  <a:lnTo>
                    <a:pt x="228" y="0"/>
                  </a:lnTo>
                  <a:lnTo>
                    <a:pt x="222" y="0"/>
                  </a:lnTo>
                  <a:lnTo>
                    <a:pt x="210" y="6"/>
                  </a:lnTo>
                  <a:lnTo>
                    <a:pt x="204" y="18"/>
                  </a:lnTo>
                  <a:lnTo>
                    <a:pt x="198" y="6"/>
                  </a:lnTo>
                  <a:lnTo>
                    <a:pt x="174" y="6"/>
                  </a:lnTo>
                  <a:lnTo>
                    <a:pt x="162" y="12"/>
                  </a:lnTo>
                  <a:lnTo>
                    <a:pt x="156" y="12"/>
                  </a:lnTo>
                  <a:lnTo>
                    <a:pt x="150" y="18"/>
                  </a:lnTo>
                  <a:lnTo>
                    <a:pt x="150" y="30"/>
                  </a:lnTo>
                  <a:lnTo>
                    <a:pt x="144" y="36"/>
                  </a:lnTo>
                  <a:lnTo>
                    <a:pt x="144" y="42"/>
                  </a:lnTo>
                  <a:lnTo>
                    <a:pt x="126" y="42"/>
                  </a:lnTo>
                  <a:lnTo>
                    <a:pt x="120" y="48"/>
                  </a:lnTo>
                  <a:lnTo>
                    <a:pt x="120" y="54"/>
                  </a:lnTo>
                  <a:lnTo>
                    <a:pt x="138" y="54"/>
                  </a:lnTo>
                  <a:lnTo>
                    <a:pt x="144" y="60"/>
                  </a:lnTo>
                  <a:lnTo>
                    <a:pt x="150" y="60"/>
                  </a:lnTo>
                  <a:lnTo>
                    <a:pt x="150" y="66"/>
                  </a:lnTo>
                  <a:lnTo>
                    <a:pt x="144" y="72"/>
                  </a:lnTo>
                  <a:lnTo>
                    <a:pt x="132" y="72"/>
                  </a:lnTo>
                  <a:lnTo>
                    <a:pt x="132" y="78"/>
                  </a:lnTo>
                  <a:lnTo>
                    <a:pt x="126" y="84"/>
                  </a:lnTo>
                  <a:lnTo>
                    <a:pt x="102" y="84"/>
                  </a:lnTo>
                  <a:lnTo>
                    <a:pt x="102" y="90"/>
                  </a:lnTo>
                  <a:lnTo>
                    <a:pt x="90" y="78"/>
                  </a:lnTo>
                  <a:lnTo>
                    <a:pt x="42" y="78"/>
                  </a:lnTo>
                  <a:lnTo>
                    <a:pt x="42" y="102"/>
                  </a:lnTo>
                  <a:lnTo>
                    <a:pt x="54" y="102"/>
                  </a:lnTo>
                  <a:lnTo>
                    <a:pt x="54" y="108"/>
                  </a:lnTo>
                  <a:lnTo>
                    <a:pt x="60" y="114"/>
                  </a:lnTo>
                  <a:lnTo>
                    <a:pt x="42" y="126"/>
                  </a:lnTo>
                  <a:lnTo>
                    <a:pt x="36" y="126"/>
                  </a:lnTo>
                  <a:lnTo>
                    <a:pt x="30" y="132"/>
                  </a:lnTo>
                  <a:lnTo>
                    <a:pt x="30" y="138"/>
                  </a:lnTo>
                  <a:lnTo>
                    <a:pt x="42" y="150"/>
                  </a:lnTo>
                  <a:lnTo>
                    <a:pt x="54" y="156"/>
                  </a:lnTo>
                  <a:lnTo>
                    <a:pt x="60" y="162"/>
                  </a:lnTo>
                  <a:lnTo>
                    <a:pt x="72" y="162"/>
                  </a:lnTo>
                  <a:lnTo>
                    <a:pt x="78" y="156"/>
                  </a:lnTo>
                  <a:lnTo>
                    <a:pt x="96" y="156"/>
                  </a:lnTo>
                  <a:lnTo>
                    <a:pt x="96" y="168"/>
                  </a:lnTo>
                  <a:lnTo>
                    <a:pt x="90" y="174"/>
                  </a:lnTo>
                  <a:lnTo>
                    <a:pt x="72" y="174"/>
                  </a:lnTo>
                  <a:lnTo>
                    <a:pt x="72" y="192"/>
                  </a:lnTo>
                  <a:lnTo>
                    <a:pt x="54" y="192"/>
                  </a:lnTo>
                  <a:lnTo>
                    <a:pt x="48" y="198"/>
                  </a:lnTo>
                  <a:lnTo>
                    <a:pt x="48" y="210"/>
                  </a:lnTo>
                  <a:lnTo>
                    <a:pt x="42" y="222"/>
                  </a:lnTo>
                  <a:lnTo>
                    <a:pt x="42" y="234"/>
                  </a:lnTo>
                  <a:lnTo>
                    <a:pt x="18" y="234"/>
                  </a:lnTo>
                  <a:lnTo>
                    <a:pt x="12" y="240"/>
                  </a:lnTo>
                  <a:lnTo>
                    <a:pt x="6" y="240"/>
                  </a:lnTo>
                  <a:lnTo>
                    <a:pt x="6" y="246"/>
                  </a:lnTo>
                  <a:lnTo>
                    <a:pt x="12" y="246"/>
                  </a:lnTo>
                  <a:lnTo>
                    <a:pt x="18" y="252"/>
                  </a:lnTo>
                  <a:lnTo>
                    <a:pt x="6" y="252"/>
                  </a:lnTo>
                  <a:lnTo>
                    <a:pt x="0" y="258"/>
                  </a:lnTo>
                  <a:lnTo>
                    <a:pt x="0" y="270"/>
                  </a:lnTo>
                  <a:lnTo>
                    <a:pt x="42" y="270"/>
                  </a:lnTo>
                  <a:lnTo>
                    <a:pt x="24" y="288"/>
                  </a:lnTo>
                  <a:lnTo>
                    <a:pt x="30" y="282"/>
                  </a:lnTo>
                  <a:lnTo>
                    <a:pt x="48" y="282"/>
                  </a:lnTo>
                  <a:lnTo>
                    <a:pt x="48" y="288"/>
                  </a:lnTo>
                  <a:lnTo>
                    <a:pt x="42" y="288"/>
                  </a:lnTo>
                  <a:lnTo>
                    <a:pt x="36" y="294"/>
                  </a:lnTo>
                  <a:lnTo>
                    <a:pt x="30" y="294"/>
                  </a:lnTo>
                  <a:lnTo>
                    <a:pt x="36" y="300"/>
                  </a:lnTo>
                  <a:lnTo>
                    <a:pt x="60" y="300"/>
                  </a:lnTo>
                  <a:lnTo>
                    <a:pt x="96" y="288"/>
                  </a:lnTo>
                  <a:lnTo>
                    <a:pt x="108" y="282"/>
                  </a:lnTo>
                  <a:lnTo>
                    <a:pt x="120" y="270"/>
                  </a:lnTo>
                  <a:lnTo>
                    <a:pt x="120" y="264"/>
                  </a:lnTo>
                  <a:lnTo>
                    <a:pt x="132" y="270"/>
                  </a:lnTo>
                  <a:lnTo>
                    <a:pt x="138" y="270"/>
                  </a:lnTo>
                  <a:lnTo>
                    <a:pt x="150" y="264"/>
                  </a:lnTo>
                  <a:lnTo>
                    <a:pt x="162" y="252"/>
                  </a:lnTo>
                  <a:lnTo>
                    <a:pt x="180" y="246"/>
                  </a:lnTo>
                  <a:lnTo>
                    <a:pt x="204" y="246"/>
                  </a:lnTo>
                  <a:lnTo>
                    <a:pt x="210" y="240"/>
                  </a:lnTo>
                  <a:lnTo>
                    <a:pt x="252" y="240"/>
                  </a:lnTo>
                  <a:lnTo>
                    <a:pt x="246" y="222"/>
                  </a:lnTo>
                  <a:lnTo>
                    <a:pt x="264" y="222"/>
                  </a:lnTo>
                  <a:lnTo>
                    <a:pt x="264" y="198"/>
                  </a:lnTo>
                  <a:lnTo>
                    <a:pt x="270" y="192"/>
                  </a:lnTo>
                  <a:lnTo>
                    <a:pt x="270" y="180"/>
                  </a:lnTo>
                  <a:lnTo>
                    <a:pt x="276" y="168"/>
                  </a:lnTo>
                  <a:lnTo>
                    <a:pt x="276" y="156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65" name="Iraq" descr="© INSCALE GmbH, 05.05.2010&#10;http://www.presentationload.com/">
              <a:extLst>
                <a:ext uri="{FF2B5EF4-FFF2-40B4-BE49-F238E27FC236}">
                  <a16:creationId xmlns:a16="http://schemas.microsoft.com/office/drawing/2014/main" id="{1F9AB234-7A01-466A-A644-412653AE729F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244374" y="1901576"/>
              <a:ext cx="267567" cy="258393"/>
            </a:xfrm>
            <a:custGeom>
              <a:avLst/>
              <a:gdLst>
                <a:gd name="T0" fmla="*/ 2147483647 w 684"/>
                <a:gd name="T1" fmla="*/ 2147483647 h 660"/>
                <a:gd name="T2" fmla="*/ 2147483647 w 684"/>
                <a:gd name="T3" fmla="*/ 2147483647 h 660"/>
                <a:gd name="T4" fmla="*/ 2147483647 w 684"/>
                <a:gd name="T5" fmla="*/ 2147483647 h 660"/>
                <a:gd name="T6" fmla="*/ 2147483647 w 684"/>
                <a:gd name="T7" fmla="*/ 2147483647 h 660"/>
                <a:gd name="T8" fmla="*/ 2147483647 w 684"/>
                <a:gd name="T9" fmla="*/ 2147483647 h 660"/>
                <a:gd name="T10" fmla="*/ 2147483647 w 684"/>
                <a:gd name="T11" fmla="*/ 2147483647 h 660"/>
                <a:gd name="T12" fmla="*/ 2147483647 w 684"/>
                <a:gd name="T13" fmla="*/ 2147483647 h 660"/>
                <a:gd name="T14" fmla="*/ 2147483647 w 684"/>
                <a:gd name="T15" fmla="*/ 2147483647 h 660"/>
                <a:gd name="T16" fmla="*/ 2147483647 w 684"/>
                <a:gd name="T17" fmla="*/ 2147483647 h 660"/>
                <a:gd name="T18" fmla="*/ 2147483647 w 684"/>
                <a:gd name="T19" fmla="*/ 2147483647 h 660"/>
                <a:gd name="T20" fmla="*/ 2147483647 w 684"/>
                <a:gd name="T21" fmla="*/ 2147483647 h 660"/>
                <a:gd name="T22" fmla="*/ 2147483647 w 684"/>
                <a:gd name="T23" fmla="*/ 2147483647 h 660"/>
                <a:gd name="T24" fmla="*/ 2147483647 w 684"/>
                <a:gd name="T25" fmla="*/ 2147483647 h 660"/>
                <a:gd name="T26" fmla="*/ 2147483647 w 684"/>
                <a:gd name="T27" fmla="*/ 2147483647 h 660"/>
                <a:gd name="T28" fmla="*/ 2147483647 w 684"/>
                <a:gd name="T29" fmla="*/ 2147483647 h 660"/>
                <a:gd name="T30" fmla="*/ 2147483647 w 684"/>
                <a:gd name="T31" fmla="*/ 2147483647 h 660"/>
                <a:gd name="T32" fmla="*/ 2147483647 w 684"/>
                <a:gd name="T33" fmla="*/ 2147483647 h 660"/>
                <a:gd name="T34" fmla="*/ 2147483647 w 684"/>
                <a:gd name="T35" fmla="*/ 2147483647 h 660"/>
                <a:gd name="T36" fmla="*/ 2147483647 w 684"/>
                <a:gd name="T37" fmla="*/ 2147483647 h 660"/>
                <a:gd name="T38" fmla="*/ 2147483647 w 684"/>
                <a:gd name="T39" fmla="*/ 2147483647 h 660"/>
                <a:gd name="T40" fmla="*/ 2147483647 w 684"/>
                <a:gd name="T41" fmla="*/ 2147483647 h 660"/>
                <a:gd name="T42" fmla="*/ 2147483647 w 684"/>
                <a:gd name="T43" fmla="*/ 2147483647 h 660"/>
                <a:gd name="T44" fmla="*/ 2147483647 w 684"/>
                <a:gd name="T45" fmla="*/ 2147483647 h 660"/>
                <a:gd name="T46" fmla="*/ 2147483647 w 684"/>
                <a:gd name="T47" fmla="*/ 2147483647 h 660"/>
                <a:gd name="T48" fmla="*/ 2147483647 w 684"/>
                <a:gd name="T49" fmla="*/ 2147483647 h 660"/>
                <a:gd name="T50" fmla="*/ 2147483647 w 684"/>
                <a:gd name="T51" fmla="*/ 2147483647 h 660"/>
                <a:gd name="T52" fmla="*/ 2147483647 w 684"/>
                <a:gd name="T53" fmla="*/ 0 h 660"/>
                <a:gd name="T54" fmla="*/ 2147483647 w 684"/>
                <a:gd name="T55" fmla="*/ 2147483647 h 660"/>
                <a:gd name="T56" fmla="*/ 2147483647 w 684"/>
                <a:gd name="T57" fmla="*/ 2147483647 h 660"/>
                <a:gd name="T58" fmla="*/ 2147483647 w 684"/>
                <a:gd name="T59" fmla="*/ 0 h 660"/>
                <a:gd name="T60" fmla="*/ 2147483647 w 684"/>
                <a:gd name="T61" fmla="*/ 2147483647 h 660"/>
                <a:gd name="T62" fmla="*/ 2147483647 w 684"/>
                <a:gd name="T63" fmla="*/ 2147483647 h 660"/>
                <a:gd name="T64" fmla="*/ 2147483647 w 684"/>
                <a:gd name="T65" fmla="*/ 2147483647 h 660"/>
                <a:gd name="T66" fmla="*/ 2147483647 w 684"/>
                <a:gd name="T67" fmla="*/ 2147483647 h 660"/>
                <a:gd name="T68" fmla="*/ 2147483647 w 684"/>
                <a:gd name="T69" fmla="*/ 2147483647 h 660"/>
                <a:gd name="T70" fmla="*/ 2147483647 w 684"/>
                <a:gd name="T71" fmla="*/ 2147483647 h 660"/>
                <a:gd name="T72" fmla="*/ 2147483647 w 684"/>
                <a:gd name="T73" fmla="*/ 2147483647 h 660"/>
                <a:gd name="T74" fmla="*/ 2147483647 w 684"/>
                <a:gd name="T75" fmla="*/ 2147483647 h 660"/>
                <a:gd name="T76" fmla="*/ 2147483647 w 684"/>
                <a:gd name="T77" fmla="*/ 2147483647 h 660"/>
                <a:gd name="T78" fmla="*/ 2147483647 w 684"/>
                <a:gd name="T79" fmla="*/ 2147483647 h 660"/>
                <a:gd name="T80" fmla="*/ 2147483647 w 684"/>
                <a:gd name="T81" fmla="*/ 2147483647 h 660"/>
                <a:gd name="T82" fmla="*/ 2147483647 w 684"/>
                <a:gd name="T83" fmla="*/ 2147483647 h 660"/>
                <a:gd name="T84" fmla="*/ 2147483647 w 684"/>
                <a:gd name="T85" fmla="*/ 2147483647 h 660"/>
                <a:gd name="T86" fmla="*/ 0 w 684"/>
                <a:gd name="T87" fmla="*/ 2147483647 h 660"/>
                <a:gd name="T88" fmla="*/ 2147483647 w 684"/>
                <a:gd name="T89" fmla="*/ 2147483647 h 660"/>
                <a:gd name="T90" fmla="*/ 2147483647 w 684"/>
                <a:gd name="T91" fmla="*/ 2147483647 h 660"/>
                <a:gd name="T92" fmla="*/ 2147483647 w 684"/>
                <a:gd name="T93" fmla="*/ 2147483647 h 660"/>
                <a:gd name="T94" fmla="*/ 2147483647 w 684"/>
                <a:gd name="T95" fmla="*/ 2147483647 h 660"/>
                <a:gd name="T96" fmla="*/ 2147483647 w 684"/>
                <a:gd name="T97" fmla="*/ 2147483647 h 660"/>
                <a:gd name="T98" fmla="*/ 2147483647 w 684"/>
                <a:gd name="T99" fmla="*/ 2147483647 h 660"/>
                <a:gd name="T100" fmla="*/ 2147483647 w 684"/>
                <a:gd name="T101" fmla="*/ 2147483647 h 660"/>
                <a:gd name="T102" fmla="*/ 2147483647 w 684"/>
                <a:gd name="T103" fmla="*/ 2147483647 h 660"/>
                <a:gd name="T104" fmla="*/ 2147483647 w 684"/>
                <a:gd name="T105" fmla="*/ 2147483647 h 660"/>
                <a:gd name="T106" fmla="*/ 2147483647 w 684"/>
                <a:gd name="T107" fmla="*/ 2147483647 h 660"/>
                <a:gd name="T108" fmla="*/ 2147483647 w 684"/>
                <a:gd name="T109" fmla="*/ 2147483647 h 660"/>
                <a:gd name="T110" fmla="*/ 2147483647 w 684"/>
                <a:gd name="T111" fmla="*/ 2147483647 h 660"/>
                <a:gd name="T112" fmla="*/ 2147483647 w 684"/>
                <a:gd name="T113" fmla="*/ 2147483647 h 660"/>
                <a:gd name="T114" fmla="*/ 2147483647 w 684"/>
                <a:gd name="T115" fmla="*/ 2147483647 h 66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84"/>
                <a:gd name="T175" fmla="*/ 0 h 660"/>
                <a:gd name="T176" fmla="*/ 684 w 684"/>
                <a:gd name="T177" fmla="*/ 660 h 66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84" h="660">
                  <a:moveTo>
                    <a:pt x="678" y="564"/>
                  </a:moveTo>
                  <a:lnTo>
                    <a:pt x="666" y="552"/>
                  </a:lnTo>
                  <a:lnTo>
                    <a:pt x="654" y="546"/>
                  </a:lnTo>
                  <a:lnTo>
                    <a:pt x="648" y="516"/>
                  </a:lnTo>
                  <a:lnTo>
                    <a:pt x="642" y="516"/>
                  </a:lnTo>
                  <a:lnTo>
                    <a:pt x="636" y="510"/>
                  </a:lnTo>
                  <a:lnTo>
                    <a:pt x="624" y="504"/>
                  </a:lnTo>
                  <a:lnTo>
                    <a:pt x="618" y="498"/>
                  </a:lnTo>
                  <a:lnTo>
                    <a:pt x="618" y="462"/>
                  </a:lnTo>
                  <a:lnTo>
                    <a:pt x="624" y="450"/>
                  </a:lnTo>
                  <a:lnTo>
                    <a:pt x="624" y="438"/>
                  </a:lnTo>
                  <a:lnTo>
                    <a:pt x="594" y="402"/>
                  </a:lnTo>
                  <a:lnTo>
                    <a:pt x="588" y="390"/>
                  </a:lnTo>
                  <a:lnTo>
                    <a:pt x="582" y="384"/>
                  </a:lnTo>
                  <a:lnTo>
                    <a:pt x="564" y="384"/>
                  </a:lnTo>
                  <a:lnTo>
                    <a:pt x="546" y="366"/>
                  </a:lnTo>
                  <a:lnTo>
                    <a:pt x="534" y="360"/>
                  </a:lnTo>
                  <a:lnTo>
                    <a:pt x="528" y="354"/>
                  </a:lnTo>
                  <a:lnTo>
                    <a:pt x="504" y="354"/>
                  </a:lnTo>
                  <a:lnTo>
                    <a:pt x="504" y="312"/>
                  </a:lnTo>
                  <a:lnTo>
                    <a:pt x="498" y="312"/>
                  </a:lnTo>
                  <a:lnTo>
                    <a:pt x="492" y="306"/>
                  </a:lnTo>
                  <a:lnTo>
                    <a:pt x="468" y="294"/>
                  </a:lnTo>
                  <a:lnTo>
                    <a:pt x="456" y="282"/>
                  </a:lnTo>
                  <a:lnTo>
                    <a:pt x="444" y="276"/>
                  </a:lnTo>
                  <a:lnTo>
                    <a:pt x="438" y="270"/>
                  </a:lnTo>
                  <a:lnTo>
                    <a:pt x="438" y="264"/>
                  </a:lnTo>
                  <a:lnTo>
                    <a:pt x="444" y="252"/>
                  </a:lnTo>
                  <a:lnTo>
                    <a:pt x="450" y="246"/>
                  </a:lnTo>
                  <a:lnTo>
                    <a:pt x="438" y="234"/>
                  </a:lnTo>
                  <a:lnTo>
                    <a:pt x="438" y="228"/>
                  </a:lnTo>
                  <a:lnTo>
                    <a:pt x="450" y="216"/>
                  </a:lnTo>
                  <a:lnTo>
                    <a:pt x="462" y="216"/>
                  </a:lnTo>
                  <a:lnTo>
                    <a:pt x="462" y="186"/>
                  </a:lnTo>
                  <a:lnTo>
                    <a:pt x="468" y="186"/>
                  </a:lnTo>
                  <a:lnTo>
                    <a:pt x="480" y="174"/>
                  </a:lnTo>
                  <a:lnTo>
                    <a:pt x="480" y="168"/>
                  </a:lnTo>
                  <a:lnTo>
                    <a:pt x="474" y="156"/>
                  </a:lnTo>
                  <a:lnTo>
                    <a:pt x="462" y="144"/>
                  </a:lnTo>
                  <a:lnTo>
                    <a:pt x="462" y="138"/>
                  </a:lnTo>
                  <a:lnTo>
                    <a:pt x="480" y="120"/>
                  </a:lnTo>
                  <a:lnTo>
                    <a:pt x="480" y="114"/>
                  </a:lnTo>
                  <a:lnTo>
                    <a:pt x="468" y="114"/>
                  </a:lnTo>
                  <a:lnTo>
                    <a:pt x="456" y="120"/>
                  </a:lnTo>
                  <a:lnTo>
                    <a:pt x="450" y="126"/>
                  </a:lnTo>
                  <a:lnTo>
                    <a:pt x="438" y="108"/>
                  </a:lnTo>
                  <a:lnTo>
                    <a:pt x="414" y="102"/>
                  </a:lnTo>
                  <a:lnTo>
                    <a:pt x="414" y="84"/>
                  </a:lnTo>
                  <a:lnTo>
                    <a:pt x="402" y="72"/>
                  </a:lnTo>
                  <a:lnTo>
                    <a:pt x="378" y="24"/>
                  </a:lnTo>
                  <a:lnTo>
                    <a:pt x="378" y="12"/>
                  </a:lnTo>
                  <a:lnTo>
                    <a:pt x="336" y="24"/>
                  </a:lnTo>
                  <a:lnTo>
                    <a:pt x="336" y="6"/>
                  </a:lnTo>
                  <a:lnTo>
                    <a:pt x="330" y="0"/>
                  </a:lnTo>
                  <a:lnTo>
                    <a:pt x="306" y="0"/>
                  </a:lnTo>
                  <a:lnTo>
                    <a:pt x="306" y="6"/>
                  </a:lnTo>
                  <a:lnTo>
                    <a:pt x="300" y="12"/>
                  </a:lnTo>
                  <a:lnTo>
                    <a:pt x="288" y="12"/>
                  </a:lnTo>
                  <a:lnTo>
                    <a:pt x="276" y="0"/>
                  </a:lnTo>
                  <a:lnTo>
                    <a:pt x="234" y="0"/>
                  </a:lnTo>
                  <a:lnTo>
                    <a:pt x="234" y="12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204" y="36"/>
                  </a:lnTo>
                  <a:lnTo>
                    <a:pt x="198" y="48"/>
                  </a:lnTo>
                  <a:lnTo>
                    <a:pt x="192" y="54"/>
                  </a:lnTo>
                  <a:lnTo>
                    <a:pt x="180" y="54"/>
                  </a:lnTo>
                  <a:lnTo>
                    <a:pt x="168" y="60"/>
                  </a:lnTo>
                  <a:lnTo>
                    <a:pt x="156" y="60"/>
                  </a:lnTo>
                  <a:lnTo>
                    <a:pt x="150" y="66"/>
                  </a:lnTo>
                  <a:lnTo>
                    <a:pt x="144" y="78"/>
                  </a:lnTo>
                  <a:lnTo>
                    <a:pt x="144" y="90"/>
                  </a:lnTo>
                  <a:lnTo>
                    <a:pt x="150" y="102"/>
                  </a:lnTo>
                  <a:lnTo>
                    <a:pt x="156" y="108"/>
                  </a:lnTo>
                  <a:lnTo>
                    <a:pt x="156" y="120"/>
                  </a:lnTo>
                  <a:lnTo>
                    <a:pt x="162" y="132"/>
                  </a:lnTo>
                  <a:lnTo>
                    <a:pt x="162" y="162"/>
                  </a:lnTo>
                  <a:lnTo>
                    <a:pt x="156" y="174"/>
                  </a:lnTo>
                  <a:lnTo>
                    <a:pt x="150" y="192"/>
                  </a:lnTo>
                  <a:lnTo>
                    <a:pt x="150" y="198"/>
                  </a:lnTo>
                  <a:lnTo>
                    <a:pt x="168" y="216"/>
                  </a:lnTo>
                  <a:lnTo>
                    <a:pt x="168" y="222"/>
                  </a:lnTo>
                  <a:lnTo>
                    <a:pt x="162" y="228"/>
                  </a:lnTo>
                  <a:lnTo>
                    <a:pt x="138" y="240"/>
                  </a:lnTo>
                  <a:lnTo>
                    <a:pt x="78" y="264"/>
                  </a:lnTo>
                  <a:lnTo>
                    <a:pt x="66" y="270"/>
                  </a:lnTo>
                  <a:lnTo>
                    <a:pt x="6" y="318"/>
                  </a:lnTo>
                  <a:lnTo>
                    <a:pt x="0" y="318"/>
                  </a:lnTo>
                  <a:lnTo>
                    <a:pt x="0" y="324"/>
                  </a:lnTo>
                  <a:lnTo>
                    <a:pt x="24" y="366"/>
                  </a:lnTo>
                  <a:lnTo>
                    <a:pt x="24" y="384"/>
                  </a:lnTo>
                  <a:lnTo>
                    <a:pt x="48" y="402"/>
                  </a:lnTo>
                  <a:lnTo>
                    <a:pt x="48" y="414"/>
                  </a:lnTo>
                  <a:lnTo>
                    <a:pt x="60" y="426"/>
                  </a:lnTo>
                  <a:lnTo>
                    <a:pt x="126" y="426"/>
                  </a:lnTo>
                  <a:lnTo>
                    <a:pt x="156" y="456"/>
                  </a:lnTo>
                  <a:lnTo>
                    <a:pt x="168" y="462"/>
                  </a:lnTo>
                  <a:lnTo>
                    <a:pt x="180" y="474"/>
                  </a:lnTo>
                  <a:lnTo>
                    <a:pt x="228" y="498"/>
                  </a:lnTo>
                  <a:lnTo>
                    <a:pt x="234" y="504"/>
                  </a:lnTo>
                  <a:lnTo>
                    <a:pt x="246" y="510"/>
                  </a:lnTo>
                  <a:lnTo>
                    <a:pt x="438" y="654"/>
                  </a:lnTo>
                  <a:lnTo>
                    <a:pt x="522" y="654"/>
                  </a:lnTo>
                  <a:lnTo>
                    <a:pt x="570" y="660"/>
                  </a:lnTo>
                  <a:lnTo>
                    <a:pt x="564" y="660"/>
                  </a:lnTo>
                  <a:lnTo>
                    <a:pt x="570" y="654"/>
                  </a:lnTo>
                  <a:lnTo>
                    <a:pt x="588" y="618"/>
                  </a:lnTo>
                  <a:lnTo>
                    <a:pt x="588" y="606"/>
                  </a:lnTo>
                  <a:lnTo>
                    <a:pt x="594" y="600"/>
                  </a:lnTo>
                  <a:lnTo>
                    <a:pt x="600" y="588"/>
                  </a:lnTo>
                  <a:lnTo>
                    <a:pt x="648" y="588"/>
                  </a:lnTo>
                  <a:lnTo>
                    <a:pt x="654" y="594"/>
                  </a:lnTo>
                  <a:lnTo>
                    <a:pt x="678" y="582"/>
                  </a:lnTo>
                  <a:lnTo>
                    <a:pt x="684" y="576"/>
                  </a:lnTo>
                  <a:lnTo>
                    <a:pt x="678" y="570"/>
                  </a:lnTo>
                  <a:lnTo>
                    <a:pt x="678" y="564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66" name="Iran" descr="© INSCALE GmbH, 05.05.2010&#10;http://www.presentationload.com/">
              <a:extLst>
                <a:ext uri="{FF2B5EF4-FFF2-40B4-BE49-F238E27FC236}">
                  <a16:creationId xmlns:a16="http://schemas.microsoft.com/office/drawing/2014/main" id="{4A25DD98-23CA-4998-9DA4-DC6AEAC7DF26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359047" y="1823595"/>
              <a:ext cx="562655" cy="461745"/>
            </a:xfrm>
            <a:custGeom>
              <a:avLst/>
              <a:gdLst>
                <a:gd name="T0" fmla="*/ 2147483647 w 1440"/>
                <a:gd name="T1" fmla="*/ 2147483647 h 1182"/>
                <a:gd name="T2" fmla="*/ 2147483647 w 1440"/>
                <a:gd name="T3" fmla="*/ 2147483647 h 1182"/>
                <a:gd name="T4" fmla="*/ 2147483647 w 1440"/>
                <a:gd name="T5" fmla="*/ 2147483647 h 1182"/>
                <a:gd name="T6" fmla="*/ 2147483647 w 1440"/>
                <a:gd name="T7" fmla="*/ 2147483647 h 1182"/>
                <a:gd name="T8" fmla="*/ 2147483647 w 1440"/>
                <a:gd name="T9" fmla="*/ 2147483647 h 1182"/>
                <a:gd name="T10" fmla="*/ 2147483647 w 1440"/>
                <a:gd name="T11" fmla="*/ 2147483647 h 1182"/>
                <a:gd name="T12" fmla="*/ 2147483647 w 1440"/>
                <a:gd name="T13" fmla="*/ 2147483647 h 1182"/>
                <a:gd name="T14" fmla="*/ 2147483647 w 1440"/>
                <a:gd name="T15" fmla="*/ 2147483647 h 1182"/>
                <a:gd name="T16" fmla="*/ 2147483647 w 1440"/>
                <a:gd name="T17" fmla="*/ 2147483647 h 1182"/>
                <a:gd name="T18" fmla="*/ 2147483647 w 1440"/>
                <a:gd name="T19" fmla="*/ 2147483647 h 1182"/>
                <a:gd name="T20" fmla="*/ 2147483647 w 1440"/>
                <a:gd name="T21" fmla="*/ 2147483647 h 1182"/>
                <a:gd name="T22" fmla="*/ 2147483647 w 1440"/>
                <a:gd name="T23" fmla="*/ 2147483647 h 1182"/>
                <a:gd name="T24" fmla="*/ 2147483647 w 1440"/>
                <a:gd name="T25" fmla="*/ 2147483647 h 1182"/>
                <a:gd name="T26" fmla="*/ 2147483647 w 1440"/>
                <a:gd name="T27" fmla="*/ 2147483647 h 1182"/>
                <a:gd name="T28" fmla="*/ 2147483647 w 1440"/>
                <a:gd name="T29" fmla="*/ 2147483647 h 1182"/>
                <a:gd name="T30" fmla="*/ 2147483647 w 1440"/>
                <a:gd name="T31" fmla="*/ 2147483647 h 1182"/>
                <a:gd name="T32" fmla="*/ 2147483647 w 1440"/>
                <a:gd name="T33" fmla="*/ 2147483647 h 1182"/>
                <a:gd name="T34" fmla="*/ 2147483647 w 1440"/>
                <a:gd name="T35" fmla="*/ 2147483647 h 1182"/>
                <a:gd name="T36" fmla="*/ 2147483647 w 1440"/>
                <a:gd name="T37" fmla="*/ 2147483647 h 1182"/>
                <a:gd name="T38" fmla="*/ 2147483647 w 1440"/>
                <a:gd name="T39" fmla="*/ 2147483647 h 1182"/>
                <a:gd name="T40" fmla="*/ 2147483647 w 1440"/>
                <a:gd name="T41" fmla="*/ 2147483647 h 1182"/>
                <a:gd name="T42" fmla="*/ 2147483647 w 1440"/>
                <a:gd name="T43" fmla="*/ 2147483647 h 1182"/>
                <a:gd name="T44" fmla="*/ 2147483647 w 1440"/>
                <a:gd name="T45" fmla="*/ 2147483647 h 1182"/>
                <a:gd name="T46" fmla="*/ 2147483647 w 1440"/>
                <a:gd name="T47" fmla="*/ 2147483647 h 1182"/>
                <a:gd name="T48" fmla="*/ 2147483647 w 1440"/>
                <a:gd name="T49" fmla="*/ 2147483647 h 1182"/>
                <a:gd name="T50" fmla="*/ 2147483647 w 1440"/>
                <a:gd name="T51" fmla="*/ 2147483647 h 1182"/>
                <a:gd name="T52" fmla="*/ 2147483647 w 1440"/>
                <a:gd name="T53" fmla="*/ 2147483647 h 1182"/>
                <a:gd name="T54" fmla="*/ 2147483647 w 1440"/>
                <a:gd name="T55" fmla="*/ 2147483647 h 1182"/>
                <a:gd name="T56" fmla="*/ 2147483647 w 1440"/>
                <a:gd name="T57" fmla="*/ 2147483647 h 1182"/>
                <a:gd name="T58" fmla="*/ 2147483647 w 1440"/>
                <a:gd name="T59" fmla="*/ 2147483647 h 1182"/>
                <a:gd name="T60" fmla="*/ 2147483647 w 1440"/>
                <a:gd name="T61" fmla="*/ 0 h 1182"/>
                <a:gd name="T62" fmla="*/ 2147483647 w 1440"/>
                <a:gd name="T63" fmla="*/ 2147483647 h 1182"/>
                <a:gd name="T64" fmla="*/ 2147483647 w 1440"/>
                <a:gd name="T65" fmla="*/ 2147483647 h 1182"/>
                <a:gd name="T66" fmla="*/ 2147483647 w 1440"/>
                <a:gd name="T67" fmla="*/ 2147483647 h 1182"/>
                <a:gd name="T68" fmla="*/ 2147483647 w 1440"/>
                <a:gd name="T69" fmla="*/ 2147483647 h 1182"/>
                <a:gd name="T70" fmla="*/ 2147483647 w 1440"/>
                <a:gd name="T71" fmla="*/ 2147483647 h 1182"/>
                <a:gd name="T72" fmla="*/ 2147483647 w 1440"/>
                <a:gd name="T73" fmla="*/ 2147483647 h 1182"/>
                <a:gd name="T74" fmla="*/ 2147483647 w 1440"/>
                <a:gd name="T75" fmla="*/ 2147483647 h 1182"/>
                <a:gd name="T76" fmla="*/ 2147483647 w 1440"/>
                <a:gd name="T77" fmla="*/ 2147483647 h 1182"/>
                <a:gd name="T78" fmla="*/ 2147483647 w 1440"/>
                <a:gd name="T79" fmla="*/ 2147483647 h 1182"/>
                <a:gd name="T80" fmla="*/ 2147483647 w 1440"/>
                <a:gd name="T81" fmla="*/ 2147483647 h 1182"/>
                <a:gd name="T82" fmla="*/ 2147483647 w 1440"/>
                <a:gd name="T83" fmla="*/ 2147483647 h 1182"/>
                <a:gd name="T84" fmla="*/ 2147483647 w 1440"/>
                <a:gd name="T85" fmla="*/ 2147483647 h 1182"/>
                <a:gd name="T86" fmla="*/ 2147483647 w 1440"/>
                <a:gd name="T87" fmla="*/ 2147483647 h 1182"/>
                <a:gd name="T88" fmla="*/ 2147483647 w 1440"/>
                <a:gd name="T89" fmla="*/ 2147483647 h 1182"/>
                <a:gd name="T90" fmla="*/ 2147483647 w 1440"/>
                <a:gd name="T91" fmla="*/ 2147483647 h 1182"/>
                <a:gd name="T92" fmla="*/ 2147483647 w 1440"/>
                <a:gd name="T93" fmla="*/ 2147483647 h 1182"/>
                <a:gd name="T94" fmla="*/ 2147483647 w 1440"/>
                <a:gd name="T95" fmla="*/ 2147483647 h 1182"/>
                <a:gd name="T96" fmla="*/ 2147483647 w 1440"/>
                <a:gd name="T97" fmla="*/ 2147483647 h 1182"/>
                <a:gd name="T98" fmla="*/ 2147483647 w 1440"/>
                <a:gd name="T99" fmla="*/ 2147483647 h 1182"/>
                <a:gd name="T100" fmla="*/ 2147483647 w 1440"/>
                <a:gd name="T101" fmla="*/ 2147483647 h 1182"/>
                <a:gd name="T102" fmla="*/ 2147483647 w 1440"/>
                <a:gd name="T103" fmla="*/ 2147483647 h 1182"/>
                <a:gd name="T104" fmla="*/ 2147483647 w 1440"/>
                <a:gd name="T105" fmla="*/ 2147483647 h 1182"/>
                <a:gd name="T106" fmla="*/ 2147483647 w 1440"/>
                <a:gd name="T107" fmla="*/ 2147483647 h 1182"/>
                <a:gd name="T108" fmla="*/ 2147483647 w 1440"/>
                <a:gd name="T109" fmla="*/ 2147483647 h 1182"/>
                <a:gd name="T110" fmla="*/ 2147483647 w 1440"/>
                <a:gd name="T111" fmla="*/ 2147483647 h 118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40"/>
                <a:gd name="T169" fmla="*/ 0 h 1182"/>
                <a:gd name="T170" fmla="*/ 1440 w 1440"/>
                <a:gd name="T171" fmla="*/ 1182 h 118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40" h="1182">
                  <a:moveTo>
                    <a:pt x="1338" y="1176"/>
                  </a:moveTo>
                  <a:lnTo>
                    <a:pt x="1338" y="1170"/>
                  </a:lnTo>
                  <a:lnTo>
                    <a:pt x="1332" y="1158"/>
                  </a:lnTo>
                  <a:lnTo>
                    <a:pt x="1332" y="1128"/>
                  </a:lnTo>
                  <a:lnTo>
                    <a:pt x="1344" y="1116"/>
                  </a:lnTo>
                  <a:lnTo>
                    <a:pt x="1344" y="1110"/>
                  </a:lnTo>
                  <a:lnTo>
                    <a:pt x="1350" y="1104"/>
                  </a:lnTo>
                  <a:lnTo>
                    <a:pt x="1356" y="1086"/>
                  </a:lnTo>
                  <a:lnTo>
                    <a:pt x="1368" y="1086"/>
                  </a:lnTo>
                  <a:lnTo>
                    <a:pt x="1374" y="1080"/>
                  </a:lnTo>
                  <a:lnTo>
                    <a:pt x="1374" y="1074"/>
                  </a:lnTo>
                  <a:lnTo>
                    <a:pt x="1380" y="1074"/>
                  </a:lnTo>
                  <a:lnTo>
                    <a:pt x="1380" y="1068"/>
                  </a:lnTo>
                  <a:lnTo>
                    <a:pt x="1386" y="1062"/>
                  </a:lnTo>
                  <a:lnTo>
                    <a:pt x="1398" y="1056"/>
                  </a:lnTo>
                  <a:lnTo>
                    <a:pt x="1428" y="1056"/>
                  </a:lnTo>
                  <a:lnTo>
                    <a:pt x="1428" y="1062"/>
                  </a:lnTo>
                  <a:lnTo>
                    <a:pt x="1434" y="1062"/>
                  </a:lnTo>
                  <a:lnTo>
                    <a:pt x="1440" y="1056"/>
                  </a:lnTo>
                  <a:lnTo>
                    <a:pt x="1440" y="1044"/>
                  </a:lnTo>
                  <a:lnTo>
                    <a:pt x="1434" y="1026"/>
                  </a:lnTo>
                  <a:lnTo>
                    <a:pt x="1428" y="1014"/>
                  </a:lnTo>
                  <a:lnTo>
                    <a:pt x="1422" y="1008"/>
                  </a:lnTo>
                  <a:lnTo>
                    <a:pt x="1404" y="1008"/>
                  </a:lnTo>
                  <a:lnTo>
                    <a:pt x="1404" y="996"/>
                  </a:lnTo>
                  <a:lnTo>
                    <a:pt x="1398" y="984"/>
                  </a:lnTo>
                  <a:lnTo>
                    <a:pt x="1398" y="960"/>
                  </a:lnTo>
                  <a:lnTo>
                    <a:pt x="1392" y="960"/>
                  </a:lnTo>
                  <a:lnTo>
                    <a:pt x="1398" y="930"/>
                  </a:lnTo>
                  <a:lnTo>
                    <a:pt x="1374" y="930"/>
                  </a:lnTo>
                  <a:lnTo>
                    <a:pt x="1362" y="912"/>
                  </a:lnTo>
                  <a:lnTo>
                    <a:pt x="1350" y="918"/>
                  </a:lnTo>
                  <a:lnTo>
                    <a:pt x="1332" y="918"/>
                  </a:lnTo>
                  <a:lnTo>
                    <a:pt x="1326" y="912"/>
                  </a:lnTo>
                  <a:lnTo>
                    <a:pt x="1314" y="894"/>
                  </a:lnTo>
                  <a:lnTo>
                    <a:pt x="1308" y="876"/>
                  </a:lnTo>
                  <a:lnTo>
                    <a:pt x="1296" y="864"/>
                  </a:lnTo>
                  <a:lnTo>
                    <a:pt x="1284" y="846"/>
                  </a:lnTo>
                  <a:lnTo>
                    <a:pt x="1278" y="840"/>
                  </a:lnTo>
                  <a:lnTo>
                    <a:pt x="1272" y="828"/>
                  </a:lnTo>
                  <a:lnTo>
                    <a:pt x="1248" y="804"/>
                  </a:lnTo>
                  <a:lnTo>
                    <a:pt x="1242" y="804"/>
                  </a:lnTo>
                  <a:lnTo>
                    <a:pt x="1242" y="792"/>
                  </a:lnTo>
                  <a:lnTo>
                    <a:pt x="1260" y="774"/>
                  </a:lnTo>
                  <a:lnTo>
                    <a:pt x="1266" y="762"/>
                  </a:lnTo>
                  <a:lnTo>
                    <a:pt x="1272" y="756"/>
                  </a:lnTo>
                  <a:lnTo>
                    <a:pt x="1296" y="708"/>
                  </a:lnTo>
                  <a:lnTo>
                    <a:pt x="1284" y="684"/>
                  </a:lnTo>
                  <a:lnTo>
                    <a:pt x="1278" y="678"/>
                  </a:lnTo>
                  <a:lnTo>
                    <a:pt x="1242" y="678"/>
                  </a:lnTo>
                  <a:lnTo>
                    <a:pt x="1230" y="672"/>
                  </a:lnTo>
                  <a:lnTo>
                    <a:pt x="1224" y="672"/>
                  </a:lnTo>
                  <a:lnTo>
                    <a:pt x="1218" y="666"/>
                  </a:lnTo>
                  <a:lnTo>
                    <a:pt x="1218" y="612"/>
                  </a:lnTo>
                  <a:lnTo>
                    <a:pt x="1212" y="606"/>
                  </a:lnTo>
                  <a:lnTo>
                    <a:pt x="1200" y="582"/>
                  </a:lnTo>
                  <a:lnTo>
                    <a:pt x="1188" y="564"/>
                  </a:lnTo>
                  <a:lnTo>
                    <a:pt x="1176" y="540"/>
                  </a:lnTo>
                  <a:lnTo>
                    <a:pt x="1182" y="528"/>
                  </a:lnTo>
                  <a:lnTo>
                    <a:pt x="1200" y="510"/>
                  </a:lnTo>
                  <a:lnTo>
                    <a:pt x="1200" y="504"/>
                  </a:lnTo>
                  <a:lnTo>
                    <a:pt x="1194" y="498"/>
                  </a:lnTo>
                  <a:lnTo>
                    <a:pt x="1170" y="498"/>
                  </a:lnTo>
                  <a:lnTo>
                    <a:pt x="1170" y="468"/>
                  </a:lnTo>
                  <a:lnTo>
                    <a:pt x="1158" y="456"/>
                  </a:lnTo>
                  <a:lnTo>
                    <a:pt x="1158" y="450"/>
                  </a:lnTo>
                  <a:lnTo>
                    <a:pt x="1164" y="444"/>
                  </a:lnTo>
                  <a:lnTo>
                    <a:pt x="1176" y="438"/>
                  </a:lnTo>
                  <a:lnTo>
                    <a:pt x="1182" y="432"/>
                  </a:lnTo>
                  <a:lnTo>
                    <a:pt x="1188" y="432"/>
                  </a:lnTo>
                  <a:lnTo>
                    <a:pt x="1176" y="414"/>
                  </a:lnTo>
                  <a:lnTo>
                    <a:pt x="1200" y="408"/>
                  </a:lnTo>
                  <a:lnTo>
                    <a:pt x="1200" y="402"/>
                  </a:lnTo>
                  <a:lnTo>
                    <a:pt x="1194" y="396"/>
                  </a:lnTo>
                  <a:lnTo>
                    <a:pt x="1194" y="372"/>
                  </a:lnTo>
                  <a:lnTo>
                    <a:pt x="1188" y="360"/>
                  </a:lnTo>
                  <a:lnTo>
                    <a:pt x="1188" y="354"/>
                  </a:lnTo>
                  <a:lnTo>
                    <a:pt x="1194" y="342"/>
                  </a:lnTo>
                  <a:lnTo>
                    <a:pt x="1200" y="336"/>
                  </a:lnTo>
                  <a:lnTo>
                    <a:pt x="1188" y="306"/>
                  </a:lnTo>
                  <a:lnTo>
                    <a:pt x="1194" y="282"/>
                  </a:lnTo>
                  <a:lnTo>
                    <a:pt x="1182" y="282"/>
                  </a:lnTo>
                  <a:lnTo>
                    <a:pt x="1182" y="246"/>
                  </a:lnTo>
                  <a:lnTo>
                    <a:pt x="1116" y="252"/>
                  </a:lnTo>
                  <a:lnTo>
                    <a:pt x="1110" y="246"/>
                  </a:lnTo>
                  <a:lnTo>
                    <a:pt x="1104" y="234"/>
                  </a:lnTo>
                  <a:lnTo>
                    <a:pt x="1092" y="228"/>
                  </a:lnTo>
                  <a:lnTo>
                    <a:pt x="1080" y="216"/>
                  </a:lnTo>
                  <a:lnTo>
                    <a:pt x="1068" y="216"/>
                  </a:lnTo>
                  <a:lnTo>
                    <a:pt x="1062" y="210"/>
                  </a:lnTo>
                  <a:lnTo>
                    <a:pt x="1056" y="210"/>
                  </a:lnTo>
                  <a:lnTo>
                    <a:pt x="1050" y="204"/>
                  </a:lnTo>
                  <a:lnTo>
                    <a:pt x="1044" y="192"/>
                  </a:lnTo>
                  <a:lnTo>
                    <a:pt x="1044" y="186"/>
                  </a:lnTo>
                  <a:lnTo>
                    <a:pt x="1038" y="180"/>
                  </a:lnTo>
                  <a:lnTo>
                    <a:pt x="1032" y="180"/>
                  </a:lnTo>
                  <a:lnTo>
                    <a:pt x="1020" y="174"/>
                  </a:lnTo>
                  <a:lnTo>
                    <a:pt x="1002" y="174"/>
                  </a:lnTo>
                  <a:lnTo>
                    <a:pt x="990" y="168"/>
                  </a:lnTo>
                  <a:lnTo>
                    <a:pt x="972" y="168"/>
                  </a:lnTo>
                  <a:lnTo>
                    <a:pt x="972" y="174"/>
                  </a:lnTo>
                  <a:lnTo>
                    <a:pt x="960" y="168"/>
                  </a:lnTo>
                  <a:lnTo>
                    <a:pt x="954" y="162"/>
                  </a:lnTo>
                  <a:lnTo>
                    <a:pt x="942" y="156"/>
                  </a:lnTo>
                  <a:lnTo>
                    <a:pt x="936" y="150"/>
                  </a:lnTo>
                  <a:lnTo>
                    <a:pt x="906" y="150"/>
                  </a:lnTo>
                  <a:lnTo>
                    <a:pt x="906" y="138"/>
                  </a:lnTo>
                  <a:lnTo>
                    <a:pt x="894" y="126"/>
                  </a:lnTo>
                  <a:lnTo>
                    <a:pt x="834" y="126"/>
                  </a:lnTo>
                  <a:lnTo>
                    <a:pt x="834" y="132"/>
                  </a:lnTo>
                  <a:lnTo>
                    <a:pt x="828" y="138"/>
                  </a:lnTo>
                  <a:lnTo>
                    <a:pt x="816" y="132"/>
                  </a:lnTo>
                  <a:lnTo>
                    <a:pt x="780" y="132"/>
                  </a:lnTo>
                  <a:lnTo>
                    <a:pt x="768" y="138"/>
                  </a:lnTo>
                  <a:lnTo>
                    <a:pt x="750" y="156"/>
                  </a:lnTo>
                  <a:lnTo>
                    <a:pt x="738" y="162"/>
                  </a:lnTo>
                  <a:lnTo>
                    <a:pt x="732" y="168"/>
                  </a:lnTo>
                  <a:lnTo>
                    <a:pt x="732" y="180"/>
                  </a:lnTo>
                  <a:lnTo>
                    <a:pt x="720" y="186"/>
                  </a:lnTo>
                  <a:lnTo>
                    <a:pt x="708" y="198"/>
                  </a:lnTo>
                  <a:lnTo>
                    <a:pt x="678" y="198"/>
                  </a:lnTo>
                  <a:lnTo>
                    <a:pt x="690" y="210"/>
                  </a:lnTo>
                  <a:lnTo>
                    <a:pt x="690" y="222"/>
                  </a:lnTo>
                  <a:lnTo>
                    <a:pt x="696" y="228"/>
                  </a:lnTo>
                  <a:lnTo>
                    <a:pt x="696" y="234"/>
                  </a:lnTo>
                  <a:lnTo>
                    <a:pt x="690" y="240"/>
                  </a:lnTo>
                  <a:lnTo>
                    <a:pt x="678" y="240"/>
                  </a:lnTo>
                  <a:lnTo>
                    <a:pt x="666" y="234"/>
                  </a:lnTo>
                  <a:lnTo>
                    <a:pt x="660" y="228"/>
                  </a:lnTo>
                  <a:lnTo>
                    <a:pt x="654" y="228"/>
                  </a:lnTo>
                  <a:lnTo>
                    <a:pt x="648" y="234"/>
                  </a:lnTo>
                  <a:lnTo>
                    <a:pt x="624" y="234"/>
                  </a:lnTo>
                  <a:lnTo>
                    <a:pt x="612" y="240"/>
                  </a:lnTo>
                  <a:lnTo>
                    <a:pt x="600" y="240"/>
                  </a:lnTo>
                  <a:lnTo>
                    <a:pt x="582" y="246"/>
                  </a:lnTo>
                  <a:lnTo>
                    <a:pt x="558" y="258"/>
                  </a:lnTo>
                  <a:lnTo>
                    <a:pt x="546" y="252"/>
                  </a:lnTo>
                  <a:lnTo>
                    <a:pt x="534" y="252"/>
                  </a:lnTo>
                  <a:lnTo>
                    <a:pt x="522" y="246"/>
                  </a:lnTo>
                  <a:lnTo>
                    <a:pt x="498" y="246"/>
                  </a:lnTo>
                  <a:lnTo>
                    <a:pt x="480" y="240"/>
                  </a:lnTo>
                  <a:lnTo>
                    <a:pt x="468" y="228"/>
                  </a:lnTo>
                  <a:lnTo>
                    <a:pt x="456" y="222"/>
                  </a:lnTo>
                  <a:lnTo>
                    <a:pt x="444" y="210"/>
                  </a:lnTo>
                  <a:lnTo>
                    <a:pt x="438" y="198"/>
                  </a:lnTo>
                  <a:lnTo>
                    <a:pt x="432" y="192"/>
                  </a:lnTo>
                  <a:lnTo>
                    <a:pt x="432" y="186"/>
                  </a:lnTo>
                  <a:lnTo>
                    <a:pt x="378" y="186"/>
                  </a:lnTo>
                  <a:lnTo>
                    <a:pt x="354" y="162"/>
                  </a:lnTo>
                  <a:lnTo>
                    <a:pt x="336" y="126"/>
                  </a:lnTo>
                  <a:lnTo>
                    <a:pt x="330" y="120"/>
                  </a:lnTo>
                  <a:lnTo>
                    <a:pt x="330" y="114"/>
                  </a:lnTo>
                  <a:lnTo>
                    <a:pt x="312" y="114"/>
                  </a:lnTo>
                  <a:lnTo>
                    <a:pt x="312" y="108"/>
                  </a:lnTo>
                  <a:lnTo>
                    <a:pt x="306" y="102"/>
                  </a:lnTo>
                  <a:lnTo>
                    <a:pt x="300" y="102"/>
                  </a:lnTo>
                  <a:lnTo>
                    <a:pt x="294" y="96"/>
                  </a:lnTo>
                  <a:lnTo>
                    <a:pt x="282" y="90"/>
                  </a:lnTo>
                  <a:lnTo>
                    <a:pt x="270" y="78"/>
                  </a:lnTo>
                  <a:lnTo>
                    <a:pt x="270" y="72"/>
                  </a:lnTo>
                  <a:lnTo>
                    <a:pt x="282" y="72"/>
                  </a:lnTo>
                  <a:lnTo>
                    <a:pt x="288" y="66"/>
                  </a:lnTo>
                  <a:lnTo>
                    <a:pt x="288" y="60"/>
                  </a:lnTo>
                  <a:lnTo>
                    <a:pt x="282" y="54"/>
                  </a:lnTo>
                  <a:lnTo>
                    <a:pt x="276" y="54"/>
                  </a:lnTo>
                  <a:lnTo>
                    <a:pt x="276" y="42"/>
                  </a:lnTo>
                  <a:lnTo>
                    <a:pt x="282" y="36"/>
                  </a:lnTo>
                  <a:lnTo>
                    <a:pt x="282" y="18"/>
                  </a:lnTo>
                  <a:lnTo>
                    <a:pt x="276" y="12"/>
                  </a:lnTo>
                  <a:lnTo>
                    <a:pt x="270" y="0"/>
                  </a:lnTo>
                  <a:lnTo>
                    <a:pt x="258" y="0"/>
                  </a:lnTo>
                  <a:lnTo>
                    <a:pt x="246" y="6"/>
                  </a:lnTo>
                  <a:lnTo>
                    <a:pt x="234" y="18"/>
                  </a:lnTo>
                  <a:lnTo>
                    <a:pt x="222" y="24"/>
                  </a:lnTo>
                  <a:lnTo>
                    <a:pt x="204" y="36"/>
                  </a:lnTo>
                  <a:lnTo>
                    <a:pt x="192" y="48"/>
                  </a:lnTo>
                  <a:lnTo>
                    <a:pt x="192" y="54"/>
                  </a:lnTo>
                  <a:lnTo>
                    <a:pt x="186" y="60"/>
                  </a:lnTo>
                  <a:lnTo>
                    <a:pt x="180" y="72"/>
                  </a:lnTo>
                  <a:lnTo>
                    <a:pt x="132" y="72"/>
                  </a:lnTo>
                  <a:lnTo>
                    <a:pt x="96" y="60"/>
                  </a:lnTo>
                  <a:lnTo>
                    <a:pt x="84" y="54"/>
                  </a:lnTo>
                  <a:lnTo>
                    <a:pt x="66" y="36"/>
                  </a:lnTo>
                  <a:lnTo>
                    <a:pt x="54" y="12"/>
                  </a:lnTo>
                  <a:lnTo>
                    <a:pt x="54" y="6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24" y="18"/>
                  </a:lnTo>
                  <a:lnTo>
                    <a:pt x="24" y="30"/>
                  </a:lnTo>
                  <a:lnTo>
                    <a:pt x="0" y="30"/>
                  </a:lnTo>
                  <a:lnTo>
                    <a:pt x="18" y="54"/>
                  </a:lnTo>
                  <a:lnTo>
                    <a:pt x="18" y="84"/>
                  </a:lnTo>
                  <a:lnTo>
                    <a:pt x="30" y="96"/>
                  </a:lnTo>
                  <a:lnTo>
                    <a:pt x="30" y="108"/>
                  </a:lnTo>
                  <a:lnTo>
                    <a:pt x="36" y="114"/>
                  </a:lnTo>
                  <a:lnTo>
                    <a:pt x="42" y="114"/>
                  </a:lnTo>
                  <a:lnTo>
                    <a:pt x="36" y="120"/>
                  </a:lnTo>
                  <a:lnTo>
                    <a:pt x="36" y="126"/>
                  </a:lnTo>
                  <a:lnTo>
                    <a:pt x="30" y="138"/>
                  </a:lnTo>
                  <a:lnTo>
                    <a:pt x="24" y="144"/>
                  </a:lnTo>
                  <a:lnTo>
                    <a:pt x="60" y="162"/>
                  </a:lnTo>
                  <a:lnTo>
                    <a:pt x="60" y="192"/>
                  </a:lnTo>
                  <a:lnTo>
                    <a:pt x="84" y="198"/>
                  </a:lnTo>
                  <a:lnTo>
                    <a:pt x="84" y="210"/>
                  </a:lnTo>
                  <a:lnTo>
                    <a:pt x="96" y="246"/>
                  </a:lnTo>
                  <a:lnTo>
                    <a:pt x="108" y="270"/>
                  </a:lnTo>
                  <a:lnTo>
                    <a:pt x="120" y="282"/>
                  </a:lnTo>
                  <a:lnTo>
                    <a:pt x="120" y="300"/>
                  </a:lnTo>
                  <a:lnTo>
                    <a:pt x="144" y="306"/>
                  </a:lnTo>
                  <a:lnTo>
                    <a:pt x="156" y="324"/>
                  </a:lnTo>
                  <a:lnTo>
                    <a:pt x="162" y="318"/>
                  </a:lnTo>
                  <a:lnTo>
                    <a:pt x="174" y="312"/>
                  </a:lnTo>
                  <a:lnTo>
                    <a:pt x="186" y="312"/>
                  </a:lnTo>
                  <a:lnTo>
                    <a:pt x="186" y="318"/>
                  </a:lnTo>
                  <a:lnTo>
                    <a:pt x="168" y="336"/>
                  </a:lnTo>
                  <a:lnTo>
                    <a:pt x="168" y="342"/>
                  </a:lnTo>
                  <a:lnTo>
                    <a:pt x="180" y="354"/>
                  </a:lnTo>
                  <a:lnTo>
                    <a:pt x="186" y="366"/>
                  </a:lnTo>
                  <a:lnTo>
                    <a:pt x="186" y="372"/>
                  </a:lnTo>
                  <a:lnTo>
                    <a:pt x="174" y="384"/>
                  </a:lnTo>
                  <a:lnTo>
                    <a:pt x="168" y="384"/>
                  </a:lnTo>
                  <a:lnTo>
                    <a:pt x="168" y="414"/>
                  </a:lnTo>
                  <a:lnTo>
                    <a:pt x="156" y="414"/>
                  </a:lnTo>
                  <a:lnTo>
                    <a:pt x="144" y="426"/>
                  </a:lnTo>
                  <a:lnTo>
                    <a:pt x="144" y="432"/>
                  </a:lnTo>
                  <a:lnTo>
                    <a:pt x="156" y="444"/>
                  </a:lnTo>
                  <a:lnTo>
                    <a:pt x="150" y="450"/>
                  </a:lnTo>
                  <a:lnTo>
                    <a:pt x="144" y="462"/>
                  </a:lnTo>
                  <a:lnTo>
                    <a:pt x="144" y="468"/>
                  </a:lnTo>
                  <a:lnTo>
                    <a:pt x="150" y="474"/>
                  </a:lnTo>
                  <a:lnTo>
                    <a:pt x="162" y="480"/>
                  </a:lnTo>
                  <a:lnTo>
                    <a:pt x="174" y="492"/>
                  </a:lnTo>
                  <a:lnTo>
                    <a:pt x="198" y="504"/>
                  </a:lnTo>
                  <a:lnTo>
                    <a:pt x="204" y="510"/>
                  </a:lnTo>
                  <a:lnTo>
                    <a:pt x="210" y="510"/>
                  </a:lnTo>
                  <a:lnTo>
                    <a:pt x="210" y="552"/>
                  </a:lnTo>
                  <a:lnTo>
                    <a:pt x="234" y="552"/>
                  </a:lnTo>
                  <a:lnTo>
                    <a:pt x="240" y="558"/>
                  </a:lnTo>
                  <a:lnTo>
                    <a:pt x="252" y="564"/>
                  </a:lnTo>
                  <a:lnTo>
                    <a:pt x="270" y="582"/>
                  </a:lnTo>
                  <a:lnTo>
                    <a:pt x="288" y="582"/>
                  </a:lnTo>
                  <a:lnTo>
                    <a:pt x="294" y="588"/>
                  </a:lnTo>
                  <a:lnTo>
                    <a:pt x="300" y="600"/>
                  </a:lnTo>
                  <a:lnTo>
                    <a:pt x="330" y="636"/>
                  </a:lnTo>
                  <a:lnTo>
                    <a:pt x="330" y="648"/>
                  </a:lnTo>
                  <a:lnTo>
                    <a:pt x="324" y="660"/>
                  </a:lnTo>
                  <a:lnTo>
                    <a:pt x="324" y="696"/>
                  </a:lnTo>
                  <a:lnTo>
                    <a:pt x="330" y="702"/>
                  </a:lnTo>
                  <a:lnTo>
                    <a:pt x="342" y="708"/>
                  </a:lnTo>
                  <a:lnTo>
                    <a:pt x="348" y="714"/>
                  </a:lnTo>
                  <a:lnTo>
                    <a:pt x="354" y="714"/>
                  </a:lnTo>
                  <a:lnTo>
                    <a:pt x="360" y="744"/>
                  </a:lnTo>
                  <a:lnTo>
                    <a:pt x="372" y="750"/>
                  </a:lnTo>
                  <a:lnTo>
                    <a:pt x="384" y="762"/>
                  </a:lnTo>
                  <a:lnTo>
                    <a:pt x="384" y="768"/>
                  </a:lnTo>
                  <a:lnTo>
                    <a:pt x="390" y="774"/>
                  </a:lnTo>
                  <a:lnTo>
                    <a:pt x="402" y="780"/>
                  </a:lnTo>
                  <a:lnTo>
                    <a:pt x="408" y="786"/>
                  </a:lnTo>
                  <a:lnTo>
                    <a:pt x="420" y="792"/>
                  </a:lnTo>
                  <a:lnTo>
                    <a:pt x="426" y="786"/>
                  </a:lnTo>
                  <a:lnTo>
                    <a:pt x="426" y="774"/>
                  </a:lnTo>
                  <a:lnTo>
                    <a:pt x="420" y="768"/>
                  </a:lnTo>
                  <a:lnTo>
                    <a:pt x="420" y="762"/>
                  </a:lnTo>
                  <a:lnTo>
                    <a:pt x="426" y="756"/>
                  </a:lnTo>
                  <a:lnTo>
                    <a:pt x="438" y="750"/>
                  </a:lnTo>
                  <a:lnTo>
                    <a:pt x="444" y="756"/>
                  </a:lnTo>
                  <a:lnTo>
                    <a:pt x="450" y="756"/>
                  </a:lnTo>
                  <a:lnTo>
                    <a:pt x="450" y="768"/>
                  </a:lnTo>
                  <a:lnTo>
                    <a:pt x="456" y="780"/>
                  </a:lnTo>
                  <a:lnTo>
                    <a:pt x="474" y="780"/>
                  </a:lnTo>
                  <a:lnTo>
                    <a:pt x="474" y="786"/>
                  </a:lnTo>
                  <a:lnTo>
                    <a:pt x="474" y="780"/>
                  </a:lnTo>
                  <a:lnTo>
                    <a:pt x="480" y="780"/>
                  </a:lnTo>
                  <a:lnTo>
                    <a:pt x="480" y="768"/>
                  </a:lnTo>
                  <a:lnTo>
                    <a:pt x="504" y="768"/>
                  </a:lnTo>
                  <a:lnTo>
                    <a:pt x="504" y="804"/>
                  </a:lnTo>
                  <a:lnTo>
                    <a:pt x="510" y="810"/>
                  </a:lnTo>
                  <a:lnTo>
                    <a:pt x="516" y="810"/>
                  </a:lnTo>
                  <a:lnTo>
                    <a:pt x="528" y="816"/>
                  </a:lnTo>
                  <a:lnTo>
                    <a:pt x="540" y="828"/>
                  </a:lnTo>
                  <a:lnTo>
                    <a:pt x="540" y="846"/>
                  </a:lnTo>
                  <a:lnTo>
                    <a:pt x="552" y="858"/>
                  </a:lnTo>
                  <a:lnTo>
                    <a:pt x="558" y="870"/>
                  </a:lnTo>
                  <a:lnTo>
                    <a:pt x="564" y="876"/>
                  </a:lnTo>
                  <a:lnTo>
                    <a:pt x="570" y="876"/>
                  </a:lnTo>
                  <a:lnTo>
                    <a:pt x="582" y="894"/>
                  </a:lnTo>
                  <a:lnTo>
                    <a:pt x="582" y="906"/>
                  </a:lnTo>
                  <a:lnTo>
                    <a:pt x="594" y="930"/>
                  </a:lnTo>
                  <a:lnTo>
                    <a:pt x="600" y="936"/>
                  </a:lnTo>
                  <a:lnTo>
                    <a:pt x="606" y="936"/>
                  </a:lnTo>
                  <a:lnTo>
                    <a:pt x="612" y="942"/>
                  </a:lnTo>
                  <a:lnTo>
                    <a:pt x="618" y="954"/>
                  </a:lnTo>
                  <a:lnTo>
                    <a:pt x="618" y="960"/>
                  </a:lnTo>
                  <a:lnTo>
                    <a:pt x="648" y="960"/>
                  </a:lnTo>
                  <a:lnTo>
                    <a:pt x="666" y="984"/>
                  </a:lnTo>
                  <a:lnTo>
                    <a:pt x="684" y="978"/>
                  </a:lnTo>
                  <a:lnTo>
                    <a:pt x="702" y="978"/>
                  </a:lnTo>
                  <a:lnTo>
                    <a:pt x="720" y="996"/>
                  </a:lnTo>
                  <a:lnTo>
                    <a:pt x="738" y="1008"/>
                  </a:lnTo>
                  <a:lnTo>
                    <a:pt x="756" y="1026"/>
                  </a:lnTo>
                  <a:lnTo>
                    <a:pt x="792" y="1050"/>
                  </a:lnTo>
                  <a:lnTo>
                    <a:pt x="810" y="1050"/>
                  </a:lnTo>
                  <a:lnTo>
                    <a:pt x="822" y="1056"/>
                  </a:lnTo>
                  <a:lnTo>
                    <a:pt x="834" y="1068"/>
                  </a:lnTo>
                  <a:lnTo>
                    <a:pt x="852" y="1068"/>
                  </a:lnTo>
                  <a:lnTo>
                    <a:pt x="876" y="1056"/>
                  </a:lnTo>
                  <a:lnTo>
                    <a:pt x="876" y="1050"/>
                  </a:lnTo>
                  <a:lnTo>
                    <a:pt x="900" y="1056"/>
                  </a:lnTo>
                  <a:lnTo>
                    <a:pt x="912" y="1032"/>
                  </a:lnTo>
                  <a:lnTo>
                    <a:pt x="930" y="1032"/>
                  </a:lnTo>
                  <a:lnTo>
                    <a:pt x="954" y="1008"/>
                  </a:lnTo>
                  <a:lnTo>
                    <a:pt x="966" y="1020"/>
                  </a:lnTo>
                  <a:lnTo>
                    <a:pt x="972" y="1014"/>
                  </a:lnTo>
                  <a:lnTo>
                    <a:pt x="984" y="1014"/>
                  </a:lnTo>
                  <a:lnTo>
                    <a:pt x="1002" y="1032"/>
                  </a:lnTo>
                  <a:lnTo>
                    <a:pt x="1014" y="1050"/>
                  </a:lnTo>
                  <a:lnTo>
                    <a:pt x="1020" y="1068"/>
                  </a:lnTo>
                  <a:lnTo>
                    <a:pt x="1032" y="1080"/>
                  </a:lnTo>
                  <a:lnTo>
                    <a:pt x="1032" y="1098"/>
                  </a:lnTo>
                  <a:lnTo>
                    <a:pt x="1038" y="1110"/>
                  </a:lnTo>
                  <a:lnTo>
                    <a:pt x="1044" y="1116"/>
                  </a:lnTo>
                  <a:lnTo>
                    <a:pt x="1056" y="1122"/>
                  </a:lnTo>
                  <a:lnTo>
                    <a:pt x="1080" y="1122"/>
                  </a:lnTo>
                  <a:lnTo>
                    <a:pt x="1080" y="1128"/>
                  </a:lnTo>
                  <a:lnTo>
                    <a:pt x="1086" y="1134"/>
                  </a:lnTo>
                  <a:lnTo>
                    <a:pt x="1098" y="1140"/>
                  </a:lnTo>
                  <a:lnTo>
                    <a:pt x="1164" y="1140"/>
                  </a:lnTo>
                  <a:lnTo>
                    <a:pt x="1176" y="1146"/>
                  </a:lnTo>
                  <a:lnTo>
                    <a:pt x="1200" y="1170"/>
                  </a:lnTo>
                  <a:lnTo>
                    <a:pt x="1212" y="1170"/>
                  </a:lnTo>
                  <a:lnTo>
                    <a:pt x="1224" y="1164"/>
                  </a:lnTo>
                  <a:lnTo>
                    <a:pt x="1230" y="1164"/>
                  </a:lnTo>
                  <a:lnTo>
                    <a:pt x="1242" y="1158"/>
                  </a:lnTo>
                  <a:lnTo>
                    <a:pt x="1248" y="1158"/>
                  </a:lnTo>
                  <a:lnTo>
                    <a:pt x="1254" y="1164"/>
                  </a:lnTo>
                  <a:lnTo>
                    <a:pt x="1278" y="1176"/>
                  </a:lnTo>
                  <a:lnTo>
                    <a:pt x="1296" y="1182"/>
                  </a:lnTo>
                  <a:lnTo>
                    <a:pt x="1326" y="1182"/>
                  </a:lnTo>
                  <a:lnTo>
                    <a:pt x="1338" y="1176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67" name="Indonesia" descr="© INSCALE GmbH, 05.05.2010&#10;http://www.presentationload.com/">
              <a:extLst>
                <a:ext uri="{FF2B5EF4-FFF2-40B4-BE49-F238E27FC236}">
                  <a16:creationId xmlns:a16="http://schemas.microsoft.com/office/drawing/2014/main" id="{41579620-F054-44BC-907F-F2264697CA60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3852835" y="2898453"/>
              <a:ext cx="1276678" cy="509141"/>
            </a:xfrm>
            <a:custGeom>
              <a:avLst/>
              <a:gdLst>
                <a:gd name="T0" fmla="*/ 2147483647 w 3264"/>
                <a:gd name="T1" fmla="*/ 2147483647 h 1302"/>
                <a:gd name="T2" fmla="*/ 2147483647 w 3264"/>
                <a:gd name="T3" fmla="*/ 2147483647 h 1302"/>
                <a:gd name="T4" fmla="*/ 2147483647 w 3264"/>
                <a:gd name="T5" fmla="*/ 2147483647 h 1302"/>
                <a:gd name="T6" fmla="*/ 2147483647 w 3264"/>
                <a:gd name="T7" fmla="*/ 2147483647 h 1302"/>
                <a:gd name="T8" fmla="*/ 2147483647 w 3264"/>
                <a:gd name="T9" fmla="*/ 2147483647 h 1302"/>
                <a:gd name="T10" fmla="*/ 2147483647 w 3264"/>
                <a:gd name="T11" fmla="*/ 2147483647 h 1302"/>
                <a:gd name="T12" fmla="*/ 2147483647 w 3264"/>
                <a:gd name="T13" fmla="*/ 2147483647 h 1302"/>
                <a:gd name="T14" fmla="*/ 2147483647 w 3264"/>
                <a:gd name="T15" fmla="*/ 2147483647 h 1302"/>
                <a:gd name="T16" fmla="*/ 2147483647 w 3264"/>
                <a:gd name="T17" fmla="*/ 2147483647 h 1302"/>
                <a:gd name="T18" fmla="*/ 2147483647 w 3264"/>
                <a:gd name="T19" fmla="*/ 2147483647 h 1302"/>
                <a:gd name="T20" fmla="*/ 2147483647 w 3264"/>
                <a:gd name="T21" fmla="*/ 2147483647 h 1302"/>
                <a:gd name="T22" fmla="*/ 2147483647 w 3264"/>
                <a:gd name="T23" fmla="*/ 2147483647 h 1302"/>
                <a:gd name="T24" fmla="*/ 2147483647 w 3264"/>
                <a:gd name="T25" fmla="*/ 2147483647 h 1302"/>
                <a:gd name="T26" fmla="*/ 2147483647 w 3264"/>
                <a:gd name="T27" fmla="*/ 2147483647 h 1302"/>
                <a:gd name="T28" fmla="*/ 2147483647 w 3264"/>
                <a:gd name="T29" fmla="*/ 2147483647 h 1302"/>
                <a:gd name="T30" fmla="*/ 2147483647 w 3264"/>
                <a:gd name="T31" fmla="*/ 2147483647 h 1302"/>
                <a:gd name="T32" fmla="*/ 2147483647 w 3264"/>
                <a:gd name="T33" fmla="*/ 2147483647 h 1302"/>
                <a:gd name="T34" fmla="*/ 2147483647 w 3264"/>
                <a:gd name="T35" fmla="*/ 2147483647 h 1302"/>
                <a:gd name="T36" fmla="*/ 2147483647 w 3264"/>
                <a:gd name="T37" fmla="*/ 2147483647 h 1302"/>
                <a:gd name="T38" fmla="*/ 2147483647 w 3264"/>
                <a:gd name="T39" fmla="*/ 2147483647 h 1302"/>
                <a:gd name="T40" fmla="*/ 2147483647 w 3264"/>
                <a:gd name="T41" fmla="*/ 2147483647 h 1302"/>
                <a:gd name="T42" fmla="*/ 2147483647 w 3264"/>
                <a:gd name="T43" fmla="*/ 2147483647 h 1302"/>
                <a:gd name="T44" fmla="*/ 2147483647 w 3264"/>
                <a:gd name="T45" fmla="*/ 2147483647 h 1302"/>
                <a:gd name="T46" fmla="*/ 2147483647 w 3264"/>
                <a:gd name="T47" fmla="*/ 2147483647 h 1302"/>
                <a:gd name="T48" fmla="*/ 2147483647 w 3264"/>
                <a:gd name="T49" fmla="*/ 2147483647 h 1302"/>
                <a:gd name="T50" fmla="*/ 2147483647 w 3264"/>
                <a:gd name="T51" fmla="*/ 2147483647 h 1302"/>
                <a:gd name="T52" fmla="*/ 2147483647 w 3264"/>
                <a:gd name="T53" fmla="*/ 2147483647 h 1302"/>
                <a:gd name="T54" fmla="*/ 2147483647 w 3264"/>
                <a:gd name="T55" fmla="*/ 2147483647 h 1302"/>
                <a:gd name="T56" fmla="*/ 2147483647 w 3264"/>
                <a:gd name="T57" fmla="*/ 2147483647 h 1302"/>
                <a:gd name="T58" fmla="*/ 2147483647 w 3264"/>
                <a:gd name="T59" fmla="*/ 2147483647 h 1302"/>
                <a:gd name="T60" fmla="*/ 2147483647 w 3264"/>
                <a:gd name="T61" fmla="*/ 2147483647 h 1302"/>
                <a:gd name="T62" fmla="*/ 2147483647 w 3264"/>
                <a:gd name="T63" fmla="*/ 2147483647 h 1302"/>
                <a:gd name="T64" fmla="*/ 2147483647 w 3264"/>
                <a:gd name="T65" fmla="*/ 2147483647 h 1302"/>
                <a:gd name="T66" fmla="*/ 2147483647 w 3264"/>
                <a:gd name="T67" fmla="*/ 2147483647 h 1302"/>
                <a:gd name="T68" fmla="*/ 2147483647 w 3264"/>
                <a:gd name="T69" fmla="*/ 2147483647 h 1302"/>
                <a:gd name="T70" fmla="*/ 2147483647 w 3264"/>
                <a:gd name="T71" fmla="*/ 2147483647 h 1302"/>
                <a:gd name="T72" fmla="*/ 2147483647 w 3264"/>
                <a:gd name="T73" fmla="*/ 2147483647 h 1302"/>
                <a:gd name="T74" fmla="*/ 2147483647 w 3264"/>
                <a:gd name="T75" fmla="*/ 2147483647 h 1302"/>
                <a:gd name="T76" fmla="*/ 2147483647 w 3264"/>
                <a:gd name="T77" fmla="*/ 2147483647 h 1302"/>
                <a:gd name="T78" fmla="*/ 2147483647 w 3264"/>
                <a:gd name="T79" fmla="*/ 2147483647 h 1302"/>
                <a:gd name="T80" fmla="*/ 2147483647 w 3264"/>
                <a:gd name="T81" fmla="*/ 2147483647 h 1302"/>
                <a:gd name="T82" fmla="*/ 2147483647 w 3264"/>
                <a:gd name="T83" fmla="*/ 2147483647 h 1302"/>
                <a:gd name="T84" fmla="*/ 2147483647 w 3264"/>
                <a:gd name="T85" fmla="*/ 2147483647 h 1302"/>
                <a:gd name="T86" fmla="*/ 2147483647 w 3264"/>
                <a:gd name="T87" fmla="*/ 2147483647 h 1302"/>
                <a:gd name="T88" fmla="*/ 2147483647 w 3264"/>
                <a:gd name="T89" fmla="*/ 2147483647 h 1302"/>
                <a:gd name="T90" fmla="*/ 2147483647 w 3264"/>
                <a:gd name="T91" fmla="*/ 2147483647 h 1302"/>
                <a:gd name="T92" fmla="*/ 2147483647 w 3264"/>
                <a:gd name="T93" fmla="*/ 2147483647 h 1302"/>
                <a:gd name="T94" fmla="*/ 2147483647 w 3264"/>
                <a:gd name="T95" fmla="*/ 2147483647 h 1302"/>
                <a:gd name="T96" fmla="*/ 2147483647 w 3264"/>
                <a:gd name="T97" fmla="*/ 2147483647 h 1302"/>
                <a:gd name="T98" fmla="*/ 2147483647 w 3264"/>
                <a:gd name="T99" fmla="*/ 2147483647 h 1302"/>
                <a:gd name="T100" fmla="*/ 2147483647 w 3264"/>
                <a:gd name="T101" fmla="*/ 2147483647 h 1302"/>
                <a:gd name="T102" fmla="*/ 2147483647 w 3264"/>
                <a:gd name="T103" fmla="*/ 2147483647 h 1302"/>
                <a:gd name="T104" fmla="*/ 2147483647 w 3264"/>
                <a:gd name="T105" fmla="*/ 2147483647 h 1302"/>
                <a:gd name="T106" fmla="*/ 2147483647 w 3264"/>
                <a:gd name="T107" fmla="*/ 2147483647 h 1302"/>
                <a:gd name="T108" fmla="*/ 2147483647 w 3264"/>
                <a:gd name="T109" fmla="*/ 2147483647 h 1302"/>
                <a:gd name="T110" fmla="*/ 2147483647 w 3264"/>
                <a:gd name="T111" fmla="*/ 2147483647 h 1302"/>
                <a:gd name="T112" fmla="*/ 2147483647 w 3264"/>
                <a:gd name="T113" fmla="*/ 2147483647 h 1302"/>
                <a:gd name="T114" fmla="*/ 2147483647 w 3264"/>
                <a:gd name="T115" fmla="*/ 2147483647 h 1302"/>
                <a:gd name="T116" fmla="*/ 2147483647 w 3264"/>
                <a:gd name="T117" fmla="*/ 2147483647 h 1302"/>
                <a:gd name="T118" fmla="*/ 2147483647 w 3264"/>
                <a:gd name="T119" fmla="*/ 2147483647 h 1302"/>
                <a:gd name="T120" fmla="*/ 2147483647 w 3264"/>
                <a:gd name="T121" fmla="*/ 2147483647 h 1302"/>
                <a:gd name="T122" fmla="*/ 2147483647 w 3264"/>
                <a:gd name="T123" fmla="*/ 2147483647 h 1302"/>
                <a:gd name="T124" fmla="*/ 2147483647 w 3264"/>
                <a:gd name="T125" fmla="*/ 2147483647 h 130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264"/>
                <a:gd name="T190" fmla="*/ 0 h 1302"/>
                <a:gd name="T191" fmla="*/ 3264 w 3264"/>
                <a:gd name="T192" fmla="*/ 1302 h 130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264" h="1302">
                  <a:moveTo>
                    <a:pt x="1788" y="984"/>
                  </a:moveTo>
                  <a:lnTo>
                    <a:pt x="1806" y="978"/>
                  </a:lnTo>
                  <a:lnTo>
                    <a:pt x="1818" y="954"/>
                  </a:lnTo>
                  <a:lnTo>
                    <a:pt x="1812" y="930"/>
                  </a:lnTo>
                  <a:lnTo>
                    <a:pt x="1788" y="984"/>
                  </a:lnTo>
                  <a:close/>
                  <a:moveTo>
                    <a:pt x="672" y="462"/>
                  </a:moveTo>
                  <a:lnTo>
                    <a:pt x="702" y="480"/>
                  </a:lnTo>
                  <a:lnTo>
                    <a:pt x="702" y="450"/>
                  </a:lnTo>
                  <a:lnTo>
                    <a:pt x="672" y="426"/>
                  </a:lnTo>
                  <a:lnTo>
                    <a:pt x="672" y="462"/>
                  </a:lnTo>
                  <a:close/>
                  <a:moveTo>
                    <a:pt x="678" y="492"/>
                  </a:moveTo>
                  <a:lnTo>
                    <a:pt x="654" y="516"/>
                  </a:lnTo>
                  <a:lnTo>
                    <a:pt x="678" y="546"/>
                  </a:lnTo>
                  <a:lnTo>
                    <a:pt x="678" y="492"/>
                  </a:lnTo>
                  <a:close/>
                  <a:moveTo>
                    <a:pt x="906" y="714"/>
                  </a:moveTo>
                  <a:lnTo>
                    <a:pt x="930" y="732"/>
                  </a:lnTo>
                  <a:lnTo>
                    <a:pt x="936" y="708"/>
                  </a:lnTo>
                  <a:lnTo>
                    <a:pt x="936" y="702"/>
                  </a:lnTo>
                  <a:lnTo>
                    <a:pt x="930" y="696"/>
                  </a:lnTo>
                  <a:lnTo>
                    <a:pt x="930" y="690"/>
                  </a:lnTo>
                  <a:lnTo>
                    <a:pt x="912" y="672"/>
                  </a:lnTo>
                  <a:lnTo>
                    <a:pt x="900" y="666"/>
                  </a:lnTo>
                  <a:lnTo>
                    <a:pt x="888" y="666"/>
                  </a:lnTo>
                  <a:lnTo>
                    <a:pt x="882" y="672"/>
                  </a:lnTo>
                  <a:lnTo>
                    <a:pt x="876" y="684"/>
                  </a:lnTo>
                  <a:lnTo>
                    <a:pt x="882" y="696"/>
                  </a:lnTo>
                  <a:lnTo>
                    <a:pt x="882" y="708"/>
                  </a:lnTo>
                  <a:lnTo>
                    <a:pt x="888" y="720"/>
                  </a:lnTo>
                  <a:lnTo>
                    <a:pt x="906" y="714"/>
                  </a:lnTo>
                  <a:close/>
                  <a:moveTo>
                    <a:pt x="684" y="372"/>
                  </a:moveTo>
                  <a:lnTo>
                    <a:pt x="672" y="360"/>
                  </a:lnTo>
                  <a:lnTo>
                    <a:pt x="660" y="372"/>
                  </a:lnTo>
                  <a:lnTo>
                    <a:pt x="672" y="396"/>
                  </a:lnTo>
                  <a:lnTo>
                    <a:pt x="684" y="396"/>
                  </a:lnTo>
                  <a:lnTo>
                    <a:pt x="684" y="372"/>
                  </a:lnTo>
                  <a:close/>
                  <a:moveTo>
                    <a:pt x="750" y="624"/>
                  </a:moveTo>
                  <a:lnTo>
                    <a:pt x="750" y="630"/>
                  </a:lnTo>
                  <a:lnTo>
                    <a:pt x="756" y="636"/>
                  </a:lnTo>
                  <a:lnTo>
                    <a:pt x="756" y="648"/>
                  </a:lnTo>
                  <a:lnTo>
                    <a:pt x="774" y="684"/>
                  </a:lnTo>
                  <a:lnTo>
                    <a:pt x="786" y="690"/>
                  </a:lnTo>
                  <a:lnTo>
                    <a:pt x="804" y="696"/>
                  </a:lnTo>
                  <a:lnTo>
                    <a:pt x="816" y="702"/>
                  </a:lnTo>
                  <a:lnTo>
                    <a:pt x="834" y="702"/>
                  </a:lnTo>
                  <a:lnTo>
                    <a:pt x="828" y="660"/>
                  </a:lnTo>
                  <a:lnTo>
                    <a:pt x="810" y="648"/>
                  </a:lnTo>
                  <a:lnTo>
                    <a:pt x="810" y="618"/>
                  </a:lnTo>
                  <a:lnTo>
                    <a:pt x="804" y="606"/>
                  </a:lnTo>
                  <a:lnTo>
                    <a:pt x="792" y="600"/>
                  </a:lnTo>
                  <a:lnTo>
                    <a:pt x="786" y="588"/>
                  </a:lnTo>
                  <a:lnTo>
                    <a:pt x="768" y="582"/>
                  </a:lnTo>
                  <a:lnTo>
                    <a:pt x="756" y="576"/>
                  </a:lnTo>
                  <a:lnTo>
                    <a:pt x="732" y="576"/>
                  </a:lnTo>
                  <a:lnTo>
                    <a:pt x="732" y="582"/>
                  </a:lnTo>
                  <a:lnTo>
                    <a:pt x="726" y="588"/>
                  </a:lnTo>
                  <a:lnTo>
                    <a:pt x="726" y="600"/>
                  </a:lnTo>
                  <a:lnTo>
                    <a:pt x="714" y="600"/>
                  </a:lnTo>
                  <a:lnTo>
                    <a:pt x="714" y="606"/>
                  </a:lnTo>
                  <a:lnTo>
                    <a:pt x="708" y="612"/>
                  </a:lnTo>
                  <a:lnTo>
                    <a:pt x="714" y="624"/>
                  </a:lnTo>
                  <a:lnTo>
                    <a:pt x="750" y="624"/>
                  </a:lnTo>
                  <a:close/>
                  <a:moveTo>
                    <a:pt x="246" y="438"/>
                  </a:moveTo>
                  <a:lnTo>
                    <a:pt x="222" y="462"/>
                  </a:lnTo>
                  <a:lnTo>
                    <a:pt x="234" y="492"/>
                  </a:lnTo>
                  <a:lnTo>
                    <a:pt x="234" y="498"/>
                  </a:lnTo>
                  <a:lnTo>
                    <a:pt x="228" y="504"/>
                  </a:lnTo>
                  <a:lnTo>
                    <a:pt x="228" y="510"/>
                  </a:lnTo>
                  <a:lnTo>
                    <a:pt x="240" y="510"/>
                  </a:lnTo>
                  <a:lnTo>
                    <a:pt x="246" y="504"/>
                  </a:lnTo>
                  <a:lnTo>
                    <a:pt x="246" y="468"/>
                  </a:lnTo>
                  <a:lnTo>
                    <a:pt x="252" y="456"/>
                  </a:lnTo>
                  <a:lnTo>
                    <a:pt x="246" y="438"/>
                  </a:lnTo>
                  <a:close/>
                  <a:moveTo>
                    <a:pt x="264" y="534"/>
                  </a:moveTo>
                  <a:lnTo>
                    <a:pt x="258" y="546"/>
                  </a:lnTo>
                  <a:lnTo>
                    <a:pt x="258" y="588"/>
                  </a:lnTo>
                  <a:lnTo>
                    <a:pt x="264" y="600"/>
                  </a:lnTo>
                  <a:lnTo>
                    <a:pt x="276" y="612"/>
                  </a:lnTo>
                  <a:lnTo>
                    <a:pt x="288" y="612"/>
                  </a:lnTo>
                  <a:lnTo>
                    <a:pt x="294" y="606"/>
                  </a:lnTo>
                  <a:lnTo>
                    <a:pt x="294" y="588"/>
                  </a:lnTo>
                  <a:lnTo>
                    <a:pt x="288" y="576"/>
                  </a:lnTo>
                  <a:lnTo>
                    <a:pt x="282" y="558"/>
                  </a:lnTo>
                  <a:lnTo>
                    <a:pt x="282" y="546"/>
                  </a:lnTo>
                  <a:lnTo>
                    <a:pt x="276" y="534"/>
                  </a:lnTo>
                  <a:lnTo>
                    <a:pt x="264" y="534"/>
                  </a:lnTo>
                  <a:close/>
                  <a:moveTo>
                    <a:pt x="48" y="222"/>
                  </a:moveTo>
                  <a:lnTo>
                    <a:pt x="42" y="228"/>
                  </a:lnTo>
                  <a:lnTo>
                    <a:pt x="42" y="246"/>
                  </a:lnTo>
                  <a:lnTo>
                    <a:pt x="48" y="258"/>
                  </a:lnTo>
                  <a:lnTo>
                    <a:pt x="66" y="258"/>
                  </a:lnTo>
                  <a:lnTo>
                    <a:pt x="84" y="276"/>
                  </a:lnTo>
                  <a:lnTo>
                    <a:pt x="90" y="270"/>
                  </a:lnTo>
                  <a:lnTo>
                    <a:pt x="90" y="252"/>
                  </a:lnTo>
                  <a:lnTo>
                    <a:pt x="78" y="246"/>
                  </a:lnTo>
                  <a:lnTo>
                    <a:pt x="72" y="234"/>
                  </a:lnTo>
                  <a:lnTo>
                    <a:pt x="60" y="228"/>
                  </a:lnTo>
                  <a:lnTo>
                    <a:pt x="54" y="222"/>
                  </a:lnTo>
                  <a:lnTo>
                    <a:pt x="48" y="222"/>
                  </a:lnTo>
                  <a:close/>
                  <a:moveTo>
                    <a:pt x="162" y="330"/>
                  </a:moveTo>
                  <a:lnTo>
                    <a:pt x="156" y="330"/>
                  </a:lnTo>
                  <a:lnTo>
                    <a:pt x="144" y="342"/>
                  </a:lnTo>
                  <a:lnTo>
                    <a:pt x="144" y="354"/>
                  </a:lnTo>
                  <a:lnTo>
                    <a:pt x="156" y="366"/>
                  </a:lnTo>
                  <a:lnTo>
                    <a:pt x="162" y="378"/>
                  </a:lnTo>
                  <a:lnTo>
                    <a:pt x="174" y="390"/>
                  </a:lnTo>
                  <a:lnTo>
                    <a:pt x="180" y="402"/>
                  </a:lnTo>
                  <a:lnTo>
                    <a:pt x="192" y="414"/>
                  </a:lnTo>
                  <a:lnTo>
                    <a:pt x="198" y="408"/>
                  </a:lnTo>
                  <a:lnTo>
                    <a:pt x="198" y="402"/>
                  </a:lnTo>
                  <a:lnTo>
                    <a:pt x="204" y="390"/>
                  </a:lnTo>
                  <a:lnTo>
                    <a:pt x="204" y="384"/>
                  </a:lnTo>
                  <a:lnTo>
                    <a:pt x="198" y="372"/>
                  </a:lnTo>
                  <a:lnTo>
                    <a:pt x="198" y="366"/>
                  </a:lnTo>
                  <a:lnTo>
                    <a:pt x="192" y="360"/>
                  </a:lnTo>
                  <a:lnTo>
                    <a:pt x="186" y="348"/>
                  </a:lnTo>
                  <a:lnTo>
                    <a:pt x="180" y="342"/>
                  </a:lnTo>
                  <a:lnTo>
                    <a:pt x="168" y="336"/>
                  </a:lnTo>
                  <a:lnTo>
                    <a:pt x="162" y="330"/>
                  </a:lnTo>
                  <a:close/>
                  <a:moveTo>
                    <a:pt x="2574" y="486"/>
                  </a:moveTo>
                  <a:lnTo>
                    <a:pt x="2574" y="474"/>
                  </a:lnTo>
                  <a:lnTo>
                    <a:pt x="2568" y="474"/>
                  </a:lnTo>
                  <a:lnTo>
                    <a:pt x="2556" y="468"/>
                  </a:lnTo>
                  <a:lnTo>
                    <a:pt x="2520" y="468"/>
                  </a:lnTo>
                  <a:lnTo>
                    <a:pt x="2514" y="474"/>
                  </a:lnTo>
                  <a:lnTo>
                    <a:pt x="2520" y="498"/>
                  </a:lnTo>
                  <a:lnTo>
                    <a:pt x="2526" y="498"/>
                  </a:lnTo>
                  <a:lnTo>
                    <a:pt x="2538" y="492"/>
                  </a:lnTo>
                  <a:lnTo>
                    <a:pt x="2562" y="492"/>
                  </a:lnTo>
                  <a:lnTo>
                    <a:pt x="2568" y="486"/>
                  </a:lnTo>
                  <a:lnTo>
                    <a:pt x="2574" y="486"/>
                  </a:lnTo>
                  <a:close/>
                  <a:moveTo>
                    <a:pt x="336" y="648"/>
                  </a:moveTo>
                  <a:lnTo>
                    <a:pt x="342" y="648"/>
                  </a:lnTo>
                  <a:lnTo>
                    <a:pt x="342" y="636"/>
                  </a:lnTo>
                  <a:lnTo>
                    <a:pt x="330" y="624"/>
                  </a:lnTo>
                  <a:lnTo>
                    <a:pt x="318" y="624"/>
                  </a:lnTo>
                  <a:lnTo>
                    <a:pt x="318" y="636"/>
                  </a:lnTo>
                  <a:lnTo>
                    <a:pt x="330" y="648"/>
                  </a:lnTo>
                  <a:lnTo>
                    <a:pt x="336" y="648"/>
                  </a:lnTo>
                  <a:close/>
                  <a:moveTo>
                    <a:pt x="2472" y="654"/>
                  </a:moveTo>
                  <a:lnTo>
                    <a:pt x="2484" y="648"/>
                  </a:lnTo>
                  <a:lnTo>
                    <a:pt x="2502" y="630"/>
                  </a:lnTo>
                  <a:lnTo>
                    <a:pt x="2502" y="618"/>
                  </a:lnTo>
                  <a:lnTo>
                    <a:pt x="2430" y="612"/>
                  </a:lnTo>
                  <a:lnTo>
                    <a:pt x="2430" y="624"/>
                  </a:lnTo>
                  <a:lnTo>
                    <a:pt x="2436" y="630"/>
                  </a:lnTo>
                  <a:lnTo>
                    <a:pt x="2442" y="642"/>
                  </a:lnTo>
                  <a:lnTo>
                    <a:pt x="2448" y="648"/>
                  </a:lnTo>
                  <a:lnTo>
                    <a:pt x="2460" y="654"/>
                  </a:lnTo>
                  <a:lnTo>
                    <a:pt x="2472" y="654"/>
                  </a:lnTo>
                  <a:close/>
                  <a:moveTo>
                    <a:pt x="2406" y="288"/>
                  </a:moveTo>
                  <a:lnTo>
                    <a:pt x="2418" y="276"/>
                  </a:lnTo>
                  <a:lnTo>
                    <a:pt x="2418" y="264"/>
                  </a:lnTo>
                  <a:lnTo>
                    <a:pt x="2412" y="258"/>
                  </a:lnTo>
                  <a:lnTo>
                    <a:pt x="2400" y="252"/>
                  </a:lnTo>
                  <a:lnTo>
                    <a:pt x="2376" y="252"/>
                  </a:lnTo>
                  <a:lnTo>
                    <a:pt x="2370" y="258"/>
                  </a:lnTo>
                  <a:lnTo>
                    <a:pt x="2370" y="264"/>
                  </a:lnTo>
                  <a:lnTo>
                    <a:pt x="2394" y="288"/>
                  </a:lnTo>
                  <a:lnTo>
                    <a:pt x="2406" y="288"/>
                  </a:lnTo>
                  <a:close/>
                  <a:moveTo>
                    <a:pt x="2868" y="528"/>
                  </a:moveTo>
                  <a:lnTo>
                    <a:pt x="2886" y="534"/>
                  </a:lnTo>
                  <a:lnTo>
                    <a:pt x="2892" y="534"/>
                  </a:lnTo>
                  <a:lnTo>
                    <a:pt x="2898" y="528"/>
                  </a:lnTo>
                  <a:lnTo>
                    <a:pt x="2898" y="522"/>
                  </a:lnTo>
                  <a:lnTo>
                    <a:pt x="2874" y="510"/>
                  </a:lnTo>
                  <a:lnTo>
                    <a:pt x="2868" y="516"/>
                  </a:lnTo>
                  <a:lnTo>
                    <a:pt x="2862" y="516"/>
                  </a:lnTo>
                  <a:lnTo>
                    <a:pt x="2862" y="522"/>
                  </a:lnTo>
                  <a:lnTo>
                    <a:pt x="2868" y="528"/>
                  </a:lnTo>
                  <a:close/>
                  <a:moveTo>
                    <a:pt x="2916" y="618"/>
                  </a:moveTo>
                  <a:lnTo>
                    <a:pt x="2928" y="618"/>
                  </a:lnTo>
                  <a:lnTo>
                    <a:pt x="2940" y="612"/>
                  </a:lnTo>
                  <a:lnTo>
                    <a:pt x="2958" y="612"/>
                  </a:lnTo>
                  <a:lnTo>
                    <a:pt x="2964" y="606"/>
                  </a:lnTo>
                  <a:lnTo>
                    <a:pt x="2970" y="606"/>
                  </a:lnTo>
                  <a:lnTo>
                    <a:pt x="2964" y="606"/>
                  </a:lnTo>
                  <a:lnTo>
                    <a:pt x="2958" y="600"/>
                  </a:lnTo>
                  <a:lnTo>
                    <a:pt x="2946" y="594"/>
                  </a:lnTo>
                  <a:lnTo>
                    <a:pt x="2934" y="594"/>
                  </a:lnTo>
                  <a:lnTo>
                    <a:pt x="2928" y="588"/>
                  </a:lnTo>
                  <a:lnTo>
                    <a:pt x="2922" y="588"/>
                  </a:lnTo>
                  <a:lnTo>
                    <a:pt x="2910" y="594"/>
                  </a:lnTo>
                  <a:lnTo>
                    <a:pt x="2892" y="594"/>
                  </a:lnTo>
                  <a:lnTo>
                    <a:pt x="2886" y="600"/>
                  </a:lnTo>
                  <a:lnTo>
                    <a:pt x="2880" y="600"/>
                  </a:lnTo>
                  <a:lnTo>
                    <a:pt x="2892" y="606"/>
                  </a:lnTo>
                  <a:lnTo>
                    <a:pt x="2898" y="612"/>
                  </a:lnTo>
                  <a:lnTo>
                    <a:pt x="2910" y="618"/>
                  </a:lnTo>
                  <a:lnTo>
                    <a:pt x="2916" y="618"/>
                  </a:lnTo>
                  <a:close/>
                  <a:moveTo>
                    <a:pt x="1710" y="552"/>
                  </a:moveTo>
                  <a:lnTo>
                    <a:pt x="1710" y="564"/>
                  </a:lnTo>
                  <a:lnTo>
                    <a:pt x="1716" y="570"/>
                  </a:lnTo>
                  <a:lnTo>
                    <a:pt x="1716" y="582"/>
                  </a:lnTo>
                  <a:lnTo>
                    <a:pt x="1722" y="594"/>
                  </a:lnTo>
                  <a:lnTo>
                    <a:pt x="1722" y="612"/>
                  </a:lnTo>
                  <a:lnTo>
                    <a:pt x="1716" y="618"/>
                  </a:lnTo>
                  <a:lnTo>
                    <a:pt x="1692" y="630"/>
                  </a:lnTo>
                  <a:lnTo>
                    <a:pt x="1686" y="636"/>
                  </a:lnTo>
                  <a:lnTo>
                    <a:pt x="1674" y="642"/>
                  </a:lnTo>
                  <a:lnTo>
                    <a:pt x="1674" y="678"/>
                  </a:lnTo>
                  <a:lnTo>
                    <a:pt x="1680" y="684"/>
                  </a:lnTo>
                  <a:lnTo>
                    <a:pt x="1686" y="696"/>
                  </a:lnTo>
                  <a:lnTo>
                    <a:pt x="1674" y="708"/>
                  </a:lnTo>
                  <a:lnTo>
                    <a:pt x="1674" y="720"/>
                  </a:lnTo>
                  <a:lnTo>
                    <a:pt x="1680" y="726"/>
                  </a:lnTo>
                  <a:lnTo>
                    <a:pt x="1692" y="732"/>
                  </a:lnTo>
                  <a:lnTo>
                    <a:pt x="1698" y="726"/>
                  </a:lnTo>
                  <a:lnTo>
                    <a:pt x="1722" y="726"/>
                  </a:lnTo>
                  <a:lnTo>
                    <a:pt x="1728" y="732"/>
                  </a:lnTo>
                  <a:lnTo>
                    <a:pt x="1728" y="756"/>
                  </a:lnTo>
                  <a:lnTo>
                    <a:pt x="1722" y="762"/>
                  </a:lnTo>
                  <a:lnTo>
                    <a:pt x="1740" y="780"/>
                  </a:lnTo>
                  <a:lnTo>
                    <a:pt x="1728" y="846"/>
                  </a:lnTo>
                  <a:lnTo>
                    <a:pt x="1710" y="864"/>
                  </a:lnTo>
                  <a:lnTo>
                    <a:pt x="1704" y="876"/>
                  </a:lnTo>
                  <a:lnTo>
                    <a:pt x="1704" y="888"/>
                  </a:lnTo>
                  <a:lnTo>
                    <a:pt x="1710" y="906"/>
                  </a:lnTo>
                  <a:lnTo>
                    <a:pt x="1722" y="924"/>
                  </a:lnTo>
                  <a:lnTo>
                    <a:pt x="1746" y="936"/>
                  </a:lnTo>
                  <a:lnTo>
                    <a:pt x="1764" y="930"/>
                  </a:lnTo>
                  <a:lnTo>
                    <a:pt x="1788" y="906"/>
                  </a:lnTo>
                  <a:lnTo>
                    <a:pt x="1788" y="864"/>
                  </a:lnTo>
                  <a:lnTo>
                    <a:pt x="1782" y="858"/>
                  </a:lnTo>
                  <a:lnTo>
                    <a:pt x="1776" y="846"/>
                  </a:lnTo>
                  <a:lnTo>
                    <a:pt x="1800" y="822"/>
                  </a:lnTo>
                  <a:lnTo>
                    <a:pt x="1806" y="804"/>
                  </a:lnTo>
                  <a:lnTo>
                    <a:pt x="1806" y="774"/>
                  </a:lnTo>
                  <a:lnTo>
                    <a:pt x="1812" y="756"/>
                  </a:lnTo>
                  <a:lnTo>
                    <a:pt x="1812" y="726"/>
                  </a:lnTo>
                  <a:lnTo>
                    <a:pt x="1806" y="714"/>
                  </a:lnTo>
                  <a:lnTo>
                    <a:pt x="1800" y="696"/>
                  </a:lnTo>
                  <a:lnTo>
                    <a:pt x="1794" y="684"/>
                  </a:lnTo>
                  <a:lnTo>
                    <a:pt x="1794" y="636"/>
                  </a:lnTo>
                  <a:lnTo>
                    <a:pt x="1800" y="630"/>
                  </a:lnTo>
                  <a:lnTo>
                    <a:pt x="1800" y="624"/>
                  </a:lnTo>
                  <a:lnTo>
                    <a:pt x="1806" y="618"/>
                  </a:lnTo>
                  <a:lnTo>
                    <a:pt x="1812" y="618"/>
                  </a:lnTo>
                  <a:lnTo>
                    <a:pt x="1818" y="624"/>
                  </a:lnTo>
                  <a:lnTo>
                    <a:pt x="1824" y="642"/>
                  </a:lnTo>
                  <a:lnTo>
                    <a:pt x="1830" y="666"/>
                  </a:lnTo>
                  <a:lnTo>
                    <a:pt x="1836" y="684"/>
                  </a:lnTo>
                  <a:lnTo>
                    <a:pt x="1836" y="702"/>
                  </a:lnTo>
                  <a:lnTo>
                    <a:pt x="1866" y="738"/>
                  </a:lnTo>
                  <a:lnTo>
                    <a:pt x="1866" y="792"/>
                  </a:lnTo>
                  <a:lnTo>
                    <a:pt x="1890" y="822"/>
                  </a:lnTo>
                  <a:lnTo>
                    <a:pt x="1890" y="858"/>
                  </a:lnTo>
                  <a:lnTo>
                    <a:pt x="1902" y="930"/>
                  </a:lnTo>
                  <a:lnTo>
                    <a:pt x="1920" y="918"/>
                  </a:lnTo>
                  <a:lnTo>
                    <a:pt x="1962" y="930"/>
                  </a:lnTo>
                  <a:lnTo>
                    <a:pt x="1962" y="870"/>
                  </a:lnTo>
                  <a:lnTo>
                    <a:pt x="1968" y="864"/>
                  </a:lnTo>
                  <a:lnTo>
                    <a:pt x="1974" y="852"/>
                  </a:lnTo>
                  <a:lnTo>
                    <a:pt x="1980" y="876"/>
                  </a:lnTo>
                  <a:lnTo>
                    <a:pt x="1998" y="876"/>
                  </a:lnTo>
                  <a:lnTo>
                    <a:pt x="2004" y="870"/>
                  </a:lnTo>
                  <a:lnTo>
                    <a:pt x="2010" y="858"/>
                  </a:lnTo>
                  <a:lnTo>
                    <a:pt x="2010" y="828"/>
                  </a:lnTo>
                  <a:lnTo>
                    <a:pt x="2004" y="822"/>
                  </a:lnTo>
                  <a:lnTo>
                    <a:pt x="2004" y="816"/>
                  </a:lnTo>
                  <a:lnTo>
                    <a:pt x="1992" y="810"/>
                  </a:lnTo>
                  <a:lnTo>
                    <a:pt x="1986" y="798"/>
                  </a:lnTo>
                  <a:lnTo>
                    <a:pt x="1974" y="792"/>
                  </a:lnTo>
                  <a:lnTo>
                    <a:pt x="1962" y="780"/>
                  </a:lnTo>
                  <a:lnTo>
                    <a:pt x="1956" y="768"/>
                  </a:lnTo>
                  <a:lnTo>
                    <a:pt x="1944" y="756"/>
                  </a:lnTo>
                  <a:lnTo>
                    <a:pt x="1944" y="750"/>
                  </a:lnTo>
                  <a:lnTo>
                    <a:pt x="1956" y="726"/>
                  </a:lnTo>
                  <a:lnTo>
                    <a:pt x="1968" y="720"/>
                  </a:lnTo>
                  <a:lnTo>
                    <a:pt x="1968" y="708"/>
                  </a:lnTo>
                  <a:lnTo>
                    <a:pt x="1962" y="696"/>
                  </a:lnTo>
                  <a:lnTo>
                    <a:pt x="1938" y="684"/>
                  </a:lnTo>
                  <a:lnTo>
                    <a:pt x="1932" y="672"/>
                  </a:lnTo>
                  <a:lnTo>
                    <a:pt x="1932" y="642"/>
                  </a:lnTo>
                  <a:lnTo>
                    <a:pt x="1938" y="636"/>
                  </a:lnTo>
                  <a:lnTo>
                    <a:pt x="1938" y="630"/>
                  </a:lnTo>
                  <a:lnTo>
                    <a:pt x="1926" y="618"/>
                  </a:lnTo>
                  <a:lnTo>
                    <a:pt x="1914" y="612"/>
                  </a:lnTo>
                  <a:lnTo>
                    <a:pt x="1896" y="594"/>
                  </a:lnTo>
                  <a:lnTo>
                    <a:pt x="1884" y="588"/>
                  </a:lnTo>
                  <a:lnTo>
                    <a:pt x="1878" y="582"/>
                  </a:lnTo>
                  <a:lnTo>
                    <a:pt x="1914" y="582"/>
                  </a:lnTo>
                  <a:lnTo>
                    <a:pt x="1926" y="576"/>
                  </a:lnTo>
                  <a:lnTo>
                    <a:pt x="1932" y="570"/>
                  </a:lnTo>
                  <a:lnTo>
                    <a:pt x="1944" y="546"/>
                  </a:lnTo>
                  <a:lnTo>
                    <a:pt x="1950" y="540"/>
                  </a:lnTo>
                  <a:lnTo>
                    <a:pt x="1956" y="528"/>
                  </a:lnTo>
                  <a:lnTo>
                    <a:pt x="1992" y="528"/>
                  </a:lnTo>
                  <a:lnTo>
                    <a:pt x="2004" y="522"/>
                  </a:lnTo>
                  <a:lnTo>
                    <a:pt x="2010" y="522"/>
                  </a:lnTo>
                  <a:lnTo>
                    <a:pt x="2016" y="516"/>
                  </a:lnTo>
                  <a:lnTo>
                    <a:pt x="2016" y="504"/>
                  </a:lnTo>
                  <a:lnTo>
                    <a:pt x="1998" y="486"/>
                  </a:lnTo>
                  <a:lnTo>
                    <a:pt x="1986" y="480"/>
                  </a:lnTo>
                  <a:lnTo>
                    <a:pt x="1974" y="486"/>
                  </a:lnTo>
                  <a:lnTo>
                    <a:pt x="1956" y="504"/>
                  </a:lnTo>
                  <a:lnTo>
                    <a:pt x="1956" y="510"/>
                  </a:lnTo>
                  <a:lnTo>
                    <a:pt x="1944" y="510"/>
                  </a:lnTo>
                  <a:lnTo>
                    <a:pt x="1932" y="504"/>
                  </a:lnTo>
                  <a:lnTo>
                    <a:pt x="1896" y="504"/>
                  </a:lnTo>
                  <a:lnTo>
                    <a:pt x="1890" y="510"/>
                  </a:lnTo>
                  <a:lnTo>
                    <a:pt x="1884" y="522"/>
                  </a:lnTo>
                  <a:lnTo>
                    <a:pt x="1854" y="552"/>
                  </a:lnTo>
                  <a:lnTo>
                    <a:pt x="1848" y="546"/>
                  </a:lnTo>
                  <a:lnTo>
                    <a:pt x="1836" y="540"/>
                  </a:lnTo>
                  <a:lnTo>
                    <a:pt x="1824" y="516"/>
                  </a:lnTo>
                  <a:lnTo>
                    <a:pt x="1788" y="498"/>
                  </a:lnTo>
                  <a:lnTo>
                    <a:pt x="1776" y="498"/>
                  </a:lnTo>
                  <a:lnTo>
                    <a:pt x="1776" y="486"/>
                  </a:lnTo>
                  <a:lnTo>
                    <a:pt x="1782" y="468"/>
                  </a:lnTo>
                  <a:lnTo>
                    <a:pt x="1782" y="456"/>
                  </a:lnTo>
                  <a:lnTo>
                    <a:pt x="1794" y="420"/>
                  </a:lnTo>
                  <a:lnTo>
                    <a:pt x="1806" y="408"/>
                  </a:lnTo>
                  <a:lnTo>
                    <a:pt x="1824" y="408"/>
                  </a:lnTo>
                  <a:lnTo>
                    <a:pt x="1842" y="414"/>
                  </a:lnTo>
                  <a:lnTo>
                    <a:pt x="1896" y="414"/>
                  </a:lnTo>
                  <a:lnTo>
                    <a:pt x="1902" y="408"/>
                  </a:lnTo>
                  <a:lnTo>
                    <a:pt x="1908" y="408"/>
                  </a:lnTo>
                  <a:lnTo>
                    <a:pt x="1908" y="402"/>
                  </a:lnTo>
                  <a:lnTo>
                    <a:pt x="1914" y="396"/>
                  </a:lnTo>
                  <a:lnTo>
                    <a:pt x="1920" y="396"/>
                  </a:lnTo>
                  <a:lnTo>
                    <a:pt x="1944" y="402"/>
                  </a:lnTo>
                  <a:lnTo>
                    <a:pt x="1980" y="420"/>
                  </a:lnTo>
                  <a:lnTo>
                    <a:pt x="2010" y="432"/>
                  </a:lnTo>
                  <a:lnTo>
                    <a:pt x="2034" y="438"/>
                  </a:lnTo>
                  <a:lnTo>
                    <a:pt x="2040" y="438"/>
                  </a:lnTo>
                  <a:lnTo>
                    <a:pt x="2052" y="432"/>
                  </a:lnTo>
                  <a:lnTo>
                    <a:pt x="2064" y="420"/>
                  </a:lnTo>
                  <a:lnTo>
                    <a:pt x="2082" y="420"/>
                  </a:lnTo>
                  <a:lnTo>
                    <a:pt x="2094" y="414"/>
                  </a:lnTo>
                  <a:lnTo>
                    <a:pt x="2106" y="414"/>
                  </a:lnTo>
                  <a:lnTo>
                    <a:pt x="2112" y="408"/>
                  </a:lnTo>
                  <a:lnTo>
                    <a:pt x="2112" y="402"/>
                  </a:lnTo>
                  <a:lnTo>
                    <a:pt x="2106" y="396"/>
                  </a:lnTo>
                  <a:lnTo>
                    <a:pt x="2106" y="390"/>
                  </a:lnTo>
                  <a:lnTo>
                    <a:pt x="2118" y="378"/>
                  </a:lnTo>
                  <a:lnTo>
                    <a:pt x="2142" y="366"/>
                  </a:lnTo>
                  <a:lnTo>
                    <a:pt x="2148" y="360"/>
                  </a:lnTo>
                  <a:lnTo>
                    <a:pt x="2160" y="354"/>
                  </a:lnTo>
                  <a:lnTo>
                    <a:pt x="2148" y="324"/>
                  </a:lnTo>
                  <a:lnTo>
                    <a:pt x="2070" y="360"/>
                  </a:lnTo>
                  <a:lnTo>
                    <a:pt x="2076" y="366"/>
                  </a:lnTo>
                  <a:lnTo>
                    <a:pt x="2076" y="372"/>
                  </a:lnTo>
                  <a:lnTo>
                    <a:pt x="2070" y="378"/>
                  </a:lnTo>
                  <a:lnTo>
                    <a:pt x="2046" y="378"/>
                  </a:lnTo>
                  <a:lnTo>
                    <a:pt x="2022" y="366"/>
                  </a:lnTo>
                  <a:lnTo>
                    <a:pt x="2004" y="366"/>
                  </a:lnTo>
                  <a:lnTo>
                    <a:pt x="1968" y="384"/>
                  </a:lnTo>
                  <a:lnTo>
                    <a:pt x="1950" y="384"/>
                  </a:lnTo>
                  <a:lnTo>
                    <a:pt x="1938" y="378"/>
                  </a:lnTo>
                  <a:lnTo>
                    <a:pt x="1926" y="378"/>
                  </a:lnTo>
                  <a:lnTo>
                    <a:pt x="1902" y="366"/>
                  </a:lnTo>
                  <a:lnTo>
                    <a:pt x="1860" y="366"/>
                  </a:lnTo>
                  <a:lnTo>
                    <a:pt x="1872" y="348"/>
                  </a:lnTo>
                  <a:lnTo>
                    <a:pt x="1860" y="348"/>
                  </a:lnTo>
                  <a:lnTo>
                    <a:pt x="1848" y="342"/>
                  </a:lnTo>
                  <a:lnTo>
                    <a:pt x="1824" y="342"/>
                  </a:lnTo>
                  <a:lnTo>
                    <a:pt x="1824" y="366"/>
                  </a:lnTo>
                  <a:lnTo>
                    <a:pt x="1812" y="378"/>
                  </a:lnTo>
                  <a:lnTo>
                    <a:pt x="1788" y="390"/>
                  </a:lnTo>
                  <a:lnTo>
                    <a:pt x="1764" y="390"/>
                  </a:lnTo>
                  <a:lnTo>
                    <a:pt x="1758" y="396"/>
                  </a:lnTo>
                  <a:lnTo>
                    <a:pt x="1758" y="426"/>
                  </a:lnTo>
                  <a:lnTo>
                    <a:pt x="1740" y="432"/>
                  </a:lnTo>
                  <a:lnTo>
                    <a:pt x="1752" y="498"/>
                  </a:lnTo>
                  <a:lnTo>
                    <a:pt x="1740" y="498"/>
                  </a:lnTo>
                  <a:lnTo>
                    <a:pt x="1734" y="510"/>
                  </a:lnTo>
                  <a:lnTo>
                    <a:pt x="1728" y="516"/>
                  </a:lnTo>
                  <a:lnTo>
                    <a:pt x="1710" y="552"/>
                  </a:lnTo>
                  <a:close/>
                  <a:moveTo>
                    <a:pt x="1986" y="576"/>
                  </a:moveTo>
                  <a:lnTo>
                    <a:pt x="1986" y="594"/>
                  </a:lnTo>
                  <a:lnTo>
                    <a:pt x="1992" y="600"/>
                  </a:lnTo>
                  <a:lnTo>
                    <a:pt x="2004" y="600"/>
                  </a:lnTo>
                  <a:lnTo>
                    <a:pt x="2016" y="588"/>
                  </a:lnTo>
                  <a:lnTo>
                    <a:pt x="2016" y="576"/>
                  </a:lnTo>
                  <a:lnTo>
                    <a:pt x="1986" y="576"/>
                  </a:lnTo>
                  <a:close/>
                  <a:moveTo>
                    <a:pt x="1686" y="1110"/>
                  </a:moveTo>
                  <a:lnTo>
                    <a:pt x="1674" y="1110"/>
                  </a:lnTo>
                  <a:lnTo>
                    <a:pt x="1668" y="1116"/>
                  </a:lnTo>
                  <a:lnTo>
                    <a:pt x="1662" y="1116"/>
                  </a:lnTo>
                  <a:lnTo>
                    <a:pt x="1614" y="1104"/>
                  </a:lnTo>
                  <a:lnTo>
                    <a:pt x="1644" y="1146"/>
                  </a:lnTo>
                  <a:lnTo>
                    <a:pt x="1650" y="1152"/>
                  </a:lnTo>
                  <a:lnTo>
                    <a:pt x="1662" y="1158"/>
                  </a:lnTo>
                  <a:lnTo>
                    <a:pt x="1668" y="1164"/>
                  </a:lnTo>
                  <a:lnTo>
                    <a:pt x="1680" y="1170"/>
                  </a:lnTo>
                  <a:lnTo>
                    <a:pt x="1692" y="1158"/>
                  </a:lnTo>
                  <a:lnTo>
                    <a:pt x="1698" y="1140"/>
                  </a:lnTo>
                  <a:lnTo>
                    <a:pt x="1698" y="1128"/>
                  </a:lnTo>
                  <a:lnTo>
                    <a:pt x="1692" y="1116"/>
                  </a:lnTo>
                  <a:lnTo>
                    <a:pt x="1686" y="1110"/>
                  </a:lnTo>
                  <a:close/>
                  <a:moveTo>
                    <a:pt x="2094" y="1104"/>
                  </a:moveTo>
                  <a:lnTo>
                    <a:pt x="2064" y="1128"/>
                  </a:lnTo>
                  <a:lnTo>
                    <a:pt x="2094" y="1134"/>
                  </a:lnTo>
                  <a:lnTo>
                    <a:pt x="2094" y="1104"/>
                  </a:lnTo>
                  <a:close/>
                  <a:moveTo>
                    <a:pt x="486" y="294"/>
                  </a:moveTo>
                  <a:lnTo>
                    <a:pt x="474" y="288"/>
                  </a:lnTo>
                  <a:lnTo>
                    <a:pt x="468" y="288"/>
                  </a:lnTo>
                  <a:lnTo>
                    <a:pt x="456" y="294"/>
                  </a:lnTo>
                  <a:lnTo>
                    <a:pt x="456" y="312"/>
                  </a:lnTo>
                  <a:lnTo>
                    <a:pt x="468" y="324"/>
                  </a:lnTo>
                  <a:lnTo>
                    <a:pt x="474" y="318"/>
                  </a:lnTo>
                  <a:lnTo>
                    <a:pt x="486" y="318"/>
                  </a:lnTo>
                  <a:lnTo>
                    <a:pt x="486" y="312"/>
                  </a:lnTo>
                  <a:lnTo>
                    <a:pt x="492" y="300"/>
                  </a:lnTo>
                  <a:lnTo>
                    <a:pt x="486" y="294"/>
                  </a:lnTo>
                  <a:close/>
                  <a:moveTo>
                    <a:pt x="2346" y="588"/>
                  </a:moveTo>
                  <a:lnTo>
                    <a:pt x="2340" y="576"/>
                  </a:lnTo>
                  <a:lnTo>
                    <a:pt x="2328" y="570"/>
                  </a:lnTo>
                  <a:lnTo>
                    <a:pt x="2310" y="552"/>
                  </a:lnTo>
                  <a:lnTo>
                    <a:pt x="2304" y="552"/>
                  </a:lnTo>
                  <a:lnTo>
                    <a:pt x="2304" y="600"/>
                  </a:lnTo>
                  <a:lnTo>
                    <a:pt x="2316" y="600"/>
                  </a:lnTo>
                  <a:lnTo>
                    <a:pt x="2328" y="606"/>
                  </a:lnTo>
                  <a:lnTo>
                    <a:pt x="2334" y="606"/>
                  </a:lnTo>
                  <a:lnTo>
                    <a:pt x="2346" y="600"/>
                  </a:lnTo>
                  <a:lnTo>
                    <a:pt x="2346" y="588"/>
                  </a:lnTo>
                  <a:close/>
                  <a:moveTo>
                    <a:pt x="2310" y="474"/>
                  </a:moveTo>
                  <a:lnTo>
                    <a:pt x="2340" y="504"/>
                  </a:lnTo>
                  <a:lnTo>
                    <a:pt x="2358" y="516"/>
                  </a:lnTo>
                  <a:lnTo>
                    <a:pt x="2382" y="528"/>
                  </a:lnTo>
                  <a:lnTo>
                    <a:pt x="2400" y="528"/>
                  </a:lnTo>
                  <a:lnTo>
                    <a:pt x="2400" y="522"/>
                  </a:lnTo>
                  <a:lnTo>
                    <a:pt x="2358" y="480"/>
                  </a:lnTo>
                  <a:lnTo>
                    <a:pt x="2358" y="468"/>
                  </a:lnTo>
                  <a:lnTo>
                    <a:pt x="2364" y="456"/>
                  </a:lnTo>
                  <a:lnTo>
                    <a:pt x="2376" y="450"/>
                  </a:lnTo>
                  <a:lnTo>
                    <a:pt x="2394" y="450"/>
                  </a:lnTo>
                  <a:lnTo>
                    <a:pt x="2406" y="456"/>
                  </a:lnTo>
                  <a:lnTo>
                    <a:pt x="2424" y="444"/>
                  </a:lnTo>
                  <a:lnTo>
                    <a:pt x="2400" y="432"/>
                  </a:lnTo>
                  <a:lnTo>
                    <a:pt x="2412" y="426"/>
                  </a:lnTo>
                  <a:lnTo>
                    <a:pt x="2424" y="402"/>
                  </a:lnTo>
                  <a:lnTo>
                    <a:pt x="2412" y="378"/>
                  </a:lnTo>
                  <a:lnTo>
                    <a:pt x="2400" y="372"/>
                  </a:lnTo>
                  <a:lnTo>
                    <a:pt x="2382" y="372"/>
                  </a:lnTo>
                  <a:lnTo>
                    <a:pt x="2358" y="396"/>
                  </a:lnTo>
                  <a:lnTo>
                    <a:pt x="2346" y="402"/>
                  </a:lnTo>
                  <a:lnTo>
                    <a:pt x="2340" y="408"/>
                  </a:lnTo>
                  <a:lnTo>
                    <a:pt x="2334" y="408"/>
                  </a:lnTo>
                  <a:lnTo>
                    <a:pt x="2328" y="402"/>
                  </a:lnTo>
                  <a:lnTo>
                    <a:pt x="2328" y="366"/>
                  </a:lnTo>
                  <a:lnTo>
                    <a:pt x="2334" y="360"/>
                  </a:lnTo>
                  <a:lnTo>
                    <a:pt x="2346" y="336"/>
                  </a:lnTo>
                  <a:lnTo>
                    <a:pt x="2346" y="318"/>
                  </a:lnTo>
                  <a:lnTo>
                    <a:pt x="2340" y="312"/>
                  </a:lnTo>
                  <a:lnTo>
                    <a:pt x="2358" y="276"/>
                  </a:lnTo>
                  <a:lnTo>
                    <a:pt x="2316" y="312"/>
                  </a:lnTo>
                  <a:lnTo>
                    <a:pt x="2316" y="342"/>
                  </a:lnTo>
                  <a:lnTo>
                    <a:pt x="2304" y="348"/>
                  </a:lnTo>
                  <a:lnTo>
                    <a:pt x="2298" y="354"/>
                  </a:lnTo>
                  <a:lnTo>
                    <a:pt x="2286" y="378"/>
                  </a:lnTo>
                  <a:lnTo>
                    <a:pt x="2286" y="408"/>
                  </a:lnTo>
                  <a:lnTo>
                    <a:pt x="2298" y="420"/>
                  </a:lnTo>
                  <a:lnTo>
                    <a:pt x="2304" y="432"/>
                  </a:lnTo>
                  <a:lnTo>
                    <a:pt x="2310" y="438"/>
                  </a:lnTo>
                  <a:lnTo>
                    <a:pt x="2310" y="444"/>
                  </a:lnTo>
                  <a:lnTo>
                    <a:pt x="2304" y="450"/>
                  </a:lnTo>
                  <a:lnTo>
                    <a:pt x="2304" y="468"/>
                  </a:lnTo>
                  <a:lnTo>
                    <a:pt x="2310" y="474"/>
                  </a:lnTo>
                  <a:close/>
                  <a:moveTo>
                    <a:pt x="2250" y="708"/>
                  </a:moveTo>
                  <a:lnTo>
                    <a:pt x="2238" y="696"/>
                  </a:lnTo>
                  <a:lnTo>
                    <a:pt x="2214" y="708"/>
                  </a:lnTo>
                  <a:lnTo>
                    <a:pt x="2214" y="732"/>
                  </a:lnTo>
                  <a:lnTo>
                    <a:pt x="2220" y="744"/>
                  </a:lnTo>
                  <a:lnTo>
                    <a:pt x="2226" y="750"/>
                  </a:lnTo>
                  <a:lnTo>
                    <a:pt x="2250" y="762"/>
                  </a:lnTo>
                  <a:lnTo>
                    <a:pt x="2274" y="762"/>
                  </a:lnTo>
                  <a:lnTo>
                    <a:pt x="2280" y="750"/>
                  </a:lnTo>
                  <a:lnTo>
                    <a:pt x="2280" y="738"/>
                  </a:lnTo>
                  <a:lnTo>
                    <a:pt x="2274" y="726"/>
                  </a:lnTo>
                  <a:lnTo>
                    <a:pt x="2274" y="714"/>
                  </a:lnTo>
                  <a:lnTo>
                    <a:pt x="2268" y="708"/>
                  </a:lnTo>
                  <a:lnTo>
                    <a:pt x="2268" y="702"/>
                  </a:lnTo>
                  <a:lnTo>
                    <a:pt x="2250" y="708"/>
                  </a:lnTo>
                  <a:close/>
                  <a:moveTo>
                    <a:pt x="2148" y="1104"/>
                  </a:moveTo>
                  <a:lnTo>
                    <a:pt x="2226" y="1092"/>
                  </a:lnTo>
                  <a:lnTo>
                    <a:pt x="2166" y="1074"/>
                  </a:lnTo>
                  <a:lnTo>
                    <a:pt x="2148" y="1104"/>
                  </a:lnTo>
                  <a:close/>
                  <a:moveTo>
                    <a:pt x="2544" y="750"/>
                  </a:moveTo>
                  <a:lnTo>
                    <a:pt x="2520" y="732"/>
                  </a:lnTo>
                  <a:lnTo>
                    <a:pt x="2526" y="714"/>
                  </a:lnTo>
                  <a:lnTo>
                    <a:pt x="2514" y="702"/>
                  </a:lnTo>
                  <a:lnTo>
                    <a:pt x="2508" y="690"/>
                  </a:lnTo>
                  <a:lnTo>
                    <a:pt x="2490" y="684"/>
                  </a:lnTo>
                  <a:lnTo>
                    <a:pt x="2472" y="672"/>
                  </a:lnTo>
                  <a:lnTo>
                    <a:pt x="2442" y="666"/>
                  </a:lnTo>
                  <a:lnTo>
                    <a:pt x="2424" y="666"/>
                  </a:lnTo>
                  <a:lnTo>
                    <a:pt x="2388" y="684"/>
                  </a:lnTo>
                  <a:lnTo>
                    <a:pt x="2358" y="684"/>
                  </a:lnTo>
                  <a:lnTo>
                    <a:pt x="2346" y="696"/>
                  </a:lnTo>
                  <a:lnTo>
                    <a:pt x="2340" y="708"/>
                  </a:lnTo>
                  <a:lnTo>
                    <a:pt x="2340" y="726"/>
                  </a:lnTo>
                  <a:lnTo>
                    <a:pt x="2346" y="732"/>
                  </a:lnTo>
                  <a:lnTo>
                    <a:pt x="2364" y="714"/>
                  </a:lnTo>
                  <a:lnTo>
                    <a:pt x="2364" y="726"/>
                  </a:lnTo>
                  <a:lnTo>
                    <a:pt x="2370" y="738"/>
                  </a:lnTo>
                  <a:lnTo>
                    <a:pt x="2376" y="744"/>
                  </a:lnTo>
                  <a:lnTo>
                    <a:pt x="2388" y="738"/>
                  </a:lnTo>
                  <a:lnTo>
                    <a:pt x="2394" y="732"/>
                  </a:lnTo>
                  <a:lnTo>
                    <a:pt x="2394" y="726"/>
                  </a:lnTo>
                  <a:lnTo>
                    <a:pt x="2400" y="720"/>
                  </a:lnTo>
                  <a:lnTo>
                    <a:pt x="2400" y="714"/>
                  </a:lnTo>
                  <a:lnTo>
                    <a:pt x="2406" y="726"/>
                  </a:lnTo>
                  <a:lnTo>
                    <a:pt x="2418" y="732"/>
                  </a:lnTo>
                  <a:lnTo>
                    <a:pt x="2430" y="732"/>
                  </a:lnTo>
                  <a:lnTo>
                    <a:pt x="2442" y="720"/>
                  </a:lnTo>
                  <a:lnTo>
                    <a:pt x="2454" y="714"/>
                  </a:lnTo>
                  <a:lnTo>
                    <a:pt x="2460" y="708"/>
                  </a:lnTo>
                  <a:lnTo>
                    <a:pt x="2472" y="762"/>
                  </a:lnTo>
                  <a:lnTo>
                    <a:pt x="2502" y="738"/>
                  </a:lnTo>
                  <a:lnTo>
                    <a:pt x="2538" y="774"/>
                  </a:lnTo>
                  <a:lnTo>
                    <a:pt x="2544" y="750"/>
                  </a:lnTo>
                  <a:close/>
                  <a:moveTo>
                    <a:pt x="3264" y="678"/>
                  </a:moveTo>
                  <a:lnTo>
                    <a:pt x="3222" y="648"/>
                  </a:lnTo>
                  <a:lnTo>
                    <a:pt x="3210" y="648"/>
                  </a:lnTo>
                  <a:lnTo>
                    <a:pt x="3198" y="654"/>
                  </a:lnTo>
                  <a:lnTo>
                    <a:pt x="3180" y="654"/>
                  </a:lnTo>
                  <a:lnTo>
                    <a:pt x="3162" y="648"/>
                  </a:lnTo>
                  <a:lnTo>
                    <a:pt x="3126" y="630"/>
                  </a:lnTo>
                  <a:lnTo>
                    <a:pt x="3096" y="612"/>
                  </a:lnTo>
                  <a:lnTo>
                    <a:pt x="3060" y="594"/>
                  </a:lnTo>
                  <a:lnTo>
                    <a:pt x="3042" y="582"/>
                  </a:lnTo>
                  <a:lnTo>
                    <a:pt x="3030" y="582"/>
                  </a:lnTo>
                  <a:lnTo>
                    <a:pt x="3006" y="594"/>
                  </a:lnTo>
                  <a:lnTo>
                    <a:pt x="3000" y="600"/>
                  </a:lnTo>
                  <a:lnTo>
                    <a:pt x="2988" y="606"/>
                  </a:lnTo>
                  <a:lnTo>
                    <a:pt x="3006" y="630"/>
                  </a:lnTo>
                  <a:lnTo>
                    <a:pt x="2928" y="642"/>
                  </a:lnTo>
                  <a:lnTo>
                    <a:pt x="2934" y="666"/>
                  </a:lnTo>
                  <a:lnTo>
                    <a:pt x="2928" y="678"/>
                  </a:lnTo>
                  <a:lnTo>
                    <a:pt x="2922" y="684"/>
                  </a:lnTo>
                  <a:lnTo>
                    <a:pt x="2916" y="696"/>
                  </a:lnTo>
                  <a:lnTo>
                    <a:pt x="2880" y="720"/>
                  </a:lnTo>
                  <a:lnTo>
                    <a:pt x="2862" y="726"/>
                  </a:lnTo>
                  <a:lnTo>
                    <a:pt x="2844" y="726"/>
                  </a:lnTo>
                  <a:lnTo>
                    <a:pt x="2832" y="720"/>
                  </a:lnTo>
                  <a:lnTo>
                    <a:pt x="2826" y="714"/>
                  </a:lnTo>
                  <a:lnTo>
                    <a:pt x="2820" y="702"/>
                  </a:lnTo>
                  <a:lnTo>
                    <a:pt x="2820" y="678"/>
                  </a:lnTo>
                  <a:lnTo>
                    <a:pt x="2814" y="672"/>
                  </a:lnTo>
                  <a:lnTo>
                    <a:pt x="2814" y="660"/>
                  </a:lnTo>
                  <a:lnTo>
                    <a:pt x="2808" y="666"/>
                  </a:lnTo>
                  <a:lnTo>
                    <a:pt x="2808" y="672"/>
                  </a:lnTo>
                  <a:lnTo>
                    <a:pt x="2802" y="684"/>
                  </a:lnTo>
                  <a:lnTo>
                    <a:pt x="2796" y="690"/>
                  </a:lnTo>
                  <a:lnTo>
                    <a:pt x="2796" y="696"/>
                  </a:lnTo>
                  <a:lnTo>
                    <a:pt x="2796" y="690"/>
                  </a:lnTo>
                  <a:lnTo>
                    <a:pt x="2790" y="684"/>
                  </a:lnTo>
                  <a:lnTo>
                    <a:pt x="2790" y="672"/>
                  </a:lnTo>
                  <a:lnTo>
                    <a:pt x="2784" y="660"/>
                  </a:lnTo>
                  <a:lnTo>
                    <a:pt x="2784" y="576"/>
                  </a:lnTo>
                  <a:lnTo>
                    <a:pt x="2778" y="558"/>
                  </a:lnTo>
                  <a:lnTo>
                    <a:pt x="2760" y="522"/>
                  </a:lnTo>
                  <a:lnTo>
                    <a:pt x="2724" y="522"/>
                  </a:lnTo>
                  <a:lnTo>
                    <a:pt x="2718" y="510"/>
                  </a:lnTo>
                  <a:lnTo>
                    <a:pt x="2694" y="498"/>
                  </a:lnTo>
                  <a:lnTo>
                    <a:pt x="2676" y="486"/>
                  </a:lnTo>
                  <a:lnTo>
                    <a:pt x="2652" y="486"/>
                  </a:lnTo>
                  <a:lnTo>
                    <a:pt x="2634" y="498"/>
                  </a:lnTo>
                  <a:lnTo>
                    <a:pt x="2628" y="504"/>
                  </a:lnTo>
                  <a:lnTo>
                    <a:pt x="2616" y="510"/>
                  </a:lnTo>
                  <a:lnTo>
                    <a:pt x="2610" y="522"/>
                  </a:lnTo>
                  <a:lnTo>
                    <a:pt x="2586" y="528"/>
                  </a:lnTo>
                  <a:lnTo>
                    <a:pt x="2580" y="546"/>
                  </a:lnTo>
                  <a:lnTo>
                    <a:pt x="2562" y="558"/>
                  </a:lnTo>
                  <a:lnTo>
                    <a:pt x="2562" y="540"/>
                  </a:lnTo>
                  <a:lnTo>
                    <a:pt x="2556" y="534"/>
                  </a:lnTo>
                  <a:lnTo>
                    <a:pt x="2532" y="534"/>
                  </a:lnTo>
                  <a:lnTo>
                    <a:pt x="2532" y="546"/>
                  </a:lnTo>
                  <a:lnTo>
                    <a:pt x="2544" y="570"/>
                  </a:lnTo>
                  <a:lnTo>
                    <a:pt x="2568" y="582"/>
                  </a:lnTo>
                  <a:lnTo>
                    <a:pt x="2604" y="582"/>
                  </a:lnTo>
                  <a:lnTo>
                    <a:pt x="2616" y="588"/>
                  </a:lnTo>
                  <a:lnTo>
                    <a:pt x="2622" y="594"/>
                  </a:lnTo>
                  <a:lnTo>
                    <a:pt x="2628" y="594"/>
                  </a:lnTo>
                  <a:lnTo>
                    <a:pt x="2628" y="618"/>
                  </a:lnTo>
                  <a:lnTo>
                    <a:pt x="2634" y="630"/>
                  </a:lnTo>
                  <a:lnTo>
                    <a:pt x="2640" y="636"/>
                  </a:lnTo>
                  <a:lnTo>
                    <a:pt x="2652" y="642"/>
                  </a:lnTo>
                  <a:lnTo>
                    <a:pt x="2694" y="642"/>
                  </a:lnTo>
                  <a:lnTo>
                    <a:pt x="2712" y="636"/>
                  </a:lnTo>
                  <a:lnTo>
                    <a:pt x="2754" y="636"/>
                  </a:lnTo>
                  <a:lnTo>
                    <a:pt x="2760" y="642"/>
                  </a:lnTo>
                  <a:lnTo>
                    <a:pt x="2760" y="660"/>
                  </a:lnTo>
                  <a:lnTo>
                    <a:pt x="2700" y="660"/>
                  </a:lnTo>
                  <a:lnTo>
                    <a:pt x="2688" y="666"/>
                  </a:lnTo>
                  <a:lnTo>
                    <a:pt x="2676" y="678"/>
                  </a:lnTo>
                  <a:lnTo>
                    <a:pt x="2640" y="678"/>
                  </a:lnTo>
                  <a:lnTo>
                    <a:pt x="2616" y="690"/>
                  </a:lnTo>
                  <a:lnTo>
                    <a:pt x="2616" y="696"/>
                  </a:lnTo>
                  <a:lnTo>
                    <a:pt x="2622" y="696"/>
                  </a:lnTo>
                  <a:lnTo>
                    <a:pt x="2646" y="708"/>
                  </a:lnTo>
                  <a:lnTo>
                    <a:pt x="2658" y="708"/>
                  </a:lnTo>
                  <a:lnTo>
                    <a:pt x="2676" y="726"/>
                  </a:lnTo>
                  <a:lnTo>
                    <a:pt x="2682" y="738"/>
                  </a:lnTo>
                  <a:lnTo>
                    <a:pt x="2688" y="744"/>
                  </a:lnTo>
                  <a:lnTo>
                    <a:pt x="2682" y="750"/>
                  </a:lnTo>
                  <a:lnTo>
                    <a:pt x="2676" y="762"/>
                  </a:lnTo>
                  <a:lnTo>
                    <a:pt x="2676" y="774"/>
                  </a:lnTo>
                  <a:lnTo>
                    <a:pt x="2670" y="780"/>
                  </a:lnTo>
                  <a:lnTo>
                    <a:pt x="2676" y="792"/>
                  </a:lnTo>
                  <a:lnTo>
                    <a:pt x="2682" y="798"/>
                  </a:lnTo>
                  <a:lnTo>
                    <a:pt x="2694" y="792"/>
                  </a:lnTo>
                  <a:lnTo>
                    <a:pt x="2706" y="780"/>
                  </a:lnTo>
                  <a:lnTo>
                    <a:pt x="2712" y="768"/>
                  </a:lnTo>
                  <a:lnTo>
                    <a:pt x="2718" y="762"/>
                  </a:lnTo>
                  <a:lnTo>
                    <a:pt x="2718" y="750"/>
                  </a:lnTo>
                  <a:lnTo>
                    <a:pt x="2724" y="744"/>
                  </a:lnTo>
                  <a:lnTo>
                    <a:pt x="2736" y="720"/>
                  </a:lnTo>
                  <a:lnTo>
                    <a:pt x="2742" y="714"/>
                  </a:lnTo>
                  <a:lnTo>
                    <a:pt x="2748" y="702"/>
                  </a:lnTo>
                  <a:lnTo>
                    <a:pt x="2748" y="744"/>
                  </a:lnTo>
                  <a:lnTo>
                    <a:pt x="2754" y="750"/>
                  </a:lnTo>
                  <a:lnTo>
                    <a:pt x="2766" y="756"/>
                  </a:lnTo>
                  <a:lnTo>
                    <a:pt x="2772" y="768"/>
                  </a:lnTo>
                  <a:lnTo>
                    <a:pt x="2784" y="774"/>
                  </a:lnTo>
                  <a:lnTo>
                    <a:pt x="2790" y="780"/>
                  </a:lnTo>
                  <a:lnTo>
                    <a:pt x="2814" y="780"/>
                  </a:lnTo>
                  <a:lnTo>
                    <a:pt x="2820" y="774"/>
                  </a:lnTo>
                  <a:lnTo>
                    <a:pt x="2826" y="774"/>
                  </a:lnTo>
                  <a:lnTo>
                    <a:pt x="2814" y="792"/>
                  </a:lnTo>
                  <a:lnTo>
                    <a:pt x="2844" y="822"/>
                  </a:lnTo>
                  <a:lnTo>
                    <a:pt x="2904" y="822"/>
                  </a:lnTo>
                  <a:lnTo>
                    <a:pt x="2940" y="846"/>
                  </a:lnTo>
                  <a:lnTo>
                    <a:pt x="2976" y="864"/>
                  </a:lnTo>
                  <a:lnTo>
                    <a:pt x="3006" y="876"/>
                  </a:lnTo>
                  <a:lnTo>
                    <a:pt x="3036" y="894"/>
                  </a:lnTo>
                  <a:lnTo>
                    <a:pt x="3066" y="924"/>
                  </a:lnTo>
                  <a:lnTo>
                    <a:pt x="3066" y="972"/>
                  </a:lnTo>
                  <a:lnTo>
                    <a:pt x="3090" y="996"/>
                  </a:lnTo>
                  <a:lnTo>
                    <a:pt x="3102" y="1002"/>
                  </a:lnTo>
                  <a:lnTo>
                    <a:pt x="3096" y="1002"/>
                  </a:lnTo>
                  <a:lnTo>
                    <a:pt x="3084" y="1008"/>
                  </a:lnTo>
                  <a:lnTo>
                    <a:pt x="3078" y="1014"/>
                  </a:lnTo>
                  <a:lnTo>
                    <a:pt x="3078" y="1020"/>
                  </a:lnTo>
                  <a:lnTo>
                    <a:pt x="3090" y="1032"/>
                  </a:lnTo>
                  <a:lnTo>
                    <a:pt x="3114" y="1032"/>
                  </a:lnTo>
                  <a:lnTo>
                    <a:pt x="3090" y="1044"/>
                  </a:lnTo>
                  <a:lnTo>
                    <a:pt x="3090" y="1056"/>
                  </a:lnTo>
                  <a:lnTo>
                    <a:pt x="3102" y="1062"/>
                  </a:lnTo>
                  <a:lnTo>
                    <a:pt x="3108" y="1092"/>
                  </a:lnTo>
                  <a:lnTo>
                    <a:pt x="3096" y="1122"/>
                  </a:lnTo>
                  <a:lnTo>
                    <a:pt x="3120" y="1122"/>
                  </a:lnTo>
                  <a:lnTo>
                    <a:pt x="3126" y="1116"/>
                  </a:lnTo>
                  <a:lnTo>
                    <a:pt x="3138" y="1116"/>
                  </a:lnTo>
                  <a:lnTo>
                    <a:pt x="3150" y="1110"/>
                  </a:lnTo>
                  <a:lnTo>
                    <a:pt x="3162" y="1110"/>
                  </a:lnTo>
                  <a:lnTo>
                    <a:pt x="3168" y="1104"/>
                  </a:lnTo>
                  <a:lnTo>
                    <a:pt x="3174" y="1104"/>
                  </a:lnTo>
                  <a:lnTo>
                    <a:pt x="3174" y="1134"/>
                  </a:lnTo>
                  <a:lnTo>
                    <a:pt x="3234" y="1194"/>
                  </a:lnTo>
                  <a:lnTo>
                    <a:pt x="3240" y="1194"/>
                  </a:lnTo>
                  <a:lnTo>
                    <a:pt x="3240" y="1146"/>
                  </a:lnTo>
                  <a:lnTo>
                    <a:pt x="3234" y="1122"/>
                  </a:lnTo>
                  <a:lnTo>
                    <a:pt x="3234" y="1116"/>
                  </a:lnTo>
                  <a:lnTo>
                    <a:pt x="3240" y="1110"/>
                  </a:lnTo>
                  <a:lnTo>
                    <a:pt x="3240" y="1098"/>
                  </a:lnTo>
                  <a:lnTo>
                    <a:pt x="3246" y="1086"/>
                  </a:lnTo>
                  <a:lnTo>
                    <a:pt x="3246" y="1062"/>
                  </a:lnTo>
                  <a:lnTo>
                    <a:pt x="3252" y="1050"/>
                  </a:lnTo>
                  <a:lnTo>
                    <a:pt x="3252" y="1020"/>
                  </a:lnTo>
                  <a:lnTo>
                    <a:pt x="3240" y="1020"/>
                  </a:lnTo>
                  <a:lnTo>
                    <a:pt x="3228" y="1014"/>
                  </a:lnTo>
                  <a:lnTo>
                    <a:pt x="3222" y="1008"/>
                  </a:lnTo>
                  <a:lnTo>
                    <a:pt x="3222" y="1002"/>
                  </a:lnTo>
                  <a:lnTo>
                    <a:pt x="3234" y="990"/>
                  </a:lnTo>
                  <a:lnTo>
                    <a:pt x="3246" y="984"/>
                  </a:lnTo>
                  <a:lnTo>
                    <a:pt x="3252" y="978"/>
                  </a:lnTo>
                  <a:lnTo>
                    <a:pt x="3252" y="864"/>
                  </a:lnTo>
                  <a:lnTo>
                    <a:pt x="3258" y="846"/>
                  </a:lnTo>
                  <a:lnTo>
                    <a:pt x="3258" y="708"/>
                  </a:lnTo>
                  <a:lnTo>
                    <a:pt x="3264" y="678"/>
                  </a:lnTo>
                  <a:close/>
                  <a:moveTo>
                    <a:pt x="336" y="666"/>
                  </a:moveTo>
                  <a:lnTo>
                    <a:pt x="330" y="672"/>
                  </a:lnTo>
                  <a:lnTo>
                    <a:pt x="354" y="696"/>
                  </a:lnTo>
                  <a:lnTo>
                    <a:pt x="360" y="708"/>
                  </a:lnTo>
                  <a:lnTo>
                    <a:pt x="366" y="714"/>
                  </a:lnTo>
                  <a:lnTo>
                    <a:pt x="378" y="714"/>
                  </a:lnTo>
                  <a:lnTo>
                    <a:pt x="378" y="696"/>
                  </a:lnTo>
                  <a:lnTo>
                    <a:pt x="366" y="690"/>
                  </a:lnTo>
                  <a:lnTo>
                    <a:pt x="360" y="678"/>
                  </a:lnTo>
                  <a:lnTo>
                    <a:pt x="348" y="672"/>
                  </a:lnTo>
                  <a:lnTo>
                    <a:pt x="342" y="666"/>
                  </a:lnTo>
                  <a:lnTo>
                    <a:pt x="336" y="666"/>
                  </a:lnTo>
                  <a:close/>
                  <a:moveTo>
                    <a:pt x="2526" y="1104"/>
                  </a:moveTo>
                  <a:lnTo>
                    <a:pt x="2544" y="1116"/>
                  </a:lnTo>
                  <a:lnTo>
                    <a:pt x="2574" y="1092"/>
                  </a:lnTo>
                  <a:lnTo>
                    <a:pt x="2592" y="1092"/>
                  </a:lnTo>
                  <a:lnTo>
                    <a:pt x="2604" y="1080"/>
                  </a:lnTo>
                  <a:lnTo>
                    <a:pt x="2604" y="1062"/>
                  </a:lnTo>
                  <a:lnTo>
                    <a:pt x="2592" y="1056"/>
                  </a:lnTo>
                  <a:lnTo>
                    <a:pt x="2586" y="1056"/>
                  </a:lnTo>
                  <a:lnTo>
                    <a:pt x="2574" y="1062"/>
                  </a:lnTo>
                  <a:lnTo>
                    <a:pt x="2556" y="1068"/>
                  </a:lnTo>
                  <a:lnTo>
                    <a:pt x="2526" y="1098"/>
                  </a:lnTo>
                  <a:lnTo>
                    <a:pt x="2526" y="1104"/>
                  </a:lnTo>
                  <a:close/>
                  <a:moveTo>
                    <a:pt x="3096" y="1068"/>
                  </a:moveTo>
                  <a:lnTo>
                    <a:pt x="3090" y="1068"/>
                  </a:lnTo>
                  <a:lnTo>
                    <a:pt x="3090" y="1062"/>
                  </a:lnTo>
                  <a:lnTo>
                    <a:pt x="3084" y="1062"/>
                  </a:lnTo>
                  <a:lnTo>
                    <a:pt x="3078" y="1056"/>
                  </a:lnTo>
                  <a:lnTo>
                    <a:pt x="3066" y="1056"/>
                  </a:lnTo>
                  <a:lnTo>
                    <a:pt x="3048" y="1062"/>
                  </a:lnTo>
                  <a:lnTo>
                    <a:pt x="3024" y="1086"/>
                  </a:lnTo>
                  <a:lnTo>
                    <a:pt x="3012" y="1122"/>
                  </a:lnTo>
                  <a:lnTo>
                    <a:pt x="3012" y="1134"/>
                  </a:lnTo>
                  <a:lnTo>
                    <a:pt x="3072" y="1128"/>
                  </a:lnTo>
                  <a:lnTo>
                    <a:pt x="3084" y="1128"/>
                  </a:lnTo>
                  <a:lnTo>
                    <a:pt x="3090" y="1122"/>
                  </a:lnTo>
                  <a:lnTo>
                    <a:pt x="3102" y="1092"/>
                  </a:lnTo>
                  <a:lnTo>
                    <a:pt x="3096" y="1068"/>
                  </a:lnTo>
                  <a:close/>
                  <a:moveTo>
                    <a:pt x="2778" y="942"/>
                  </a:moveTo>
                  <a:lnTo>
                    <a:pt x="2766" y="960"/>
                  </a:lnTo>
                  <a:lnTo>
                    <a:pt x="2766" y="1014"/>
                  </a:lnTo>
                  <a:lnTo>
                    <a:pt x="2784" y="1014"/>
                  </a:lnTo>
                  <a:lnTo>
                    <a:pt x="2778" y="996"/>
                  </a:lnTo>
                  <a:lnTo>
                    <a:pt x="2790" y="990"/>
                  </a:lnTo>
                  <a:lnTo>
                    <a:pt x="2790" y="972"/>
                  </a:lnTo>
                  <a:lnTo>
                    <a:pt x="2778" y="972"/>
                  </a:lnTo>
                  <a:lnTo>
                    <a:pt x="2796" y="936"/>
                  </a:lnTo>
                  <a:lnTo>
                    <a:pt x="2814" y="906"/>
                  </a:lnTo>
                  <a:lnTo>
                    <a:pt x="2784" y="912"/>
                  </a:lnTo>
                  <a:lnTo>
                    <a:pt x="2778" y="942"/>
                  </a:lnTo>
                  <a:close/>
                  <a:moveTo>
                    <a:pt x="2136" y="600"/>
                  </a:moveTo>
                  <a:lnTo>
                    <a:pt x="2124" y="594"/>
                  </a:lnTo>
                  <a:lnTo>
                    <a:pt x="2118" y="594"/>
                  </a:lnTo>
                  <a:lnTo>
                    <a:pt x="2106" y="588"/>
                  </a:lnTo>
                  <a:lnTo>
                    <a:pt x="2088" y="588"/>
                  </a:lnTo>
                  <a:lnTo>
                    <a:pt x="2082" y="594"/>
                  </a:lnTo>
                  <a:lnTo>
                    <a:pt x="2082" y="600"/>
                  </a:lnTo>
                  <a:lnTo>
                    <a:pt x="2076" y="606"/>
                  </a:lnTo>
                  <a:lnTo>
                    <a:pt x="2082" y="612"/>
                  </a:lnTo>
                  <a:lnTo>
                    <a:pt x="2094" y="618"/>
                  </a:lnTo>
                  <a:lnTo>
                    <a:pt x="2136" y="618"/>
                  </a:lnTo>
                  <a:lnTo>
                    <a:pt x="2214" y="606"/>
                  </a:lnTo>
                  <a:lnTo>
                    <a:pt x="2136" y="600"/>
                  </a:lnTo>
                  <a:close/>
                  <a:moveTo>
                    <a:pt x="1308" y="1038"/>
                  </a:moveTo>
                  <a:lnTo>
                    <a:pt x="1368" y="1002"/>
                  </a:lnTo>
                  <a:lnTo>
                    <a:pt x="1362" y="990"/>
                  </a:lnTo>
                  <a:lnTo>
                    <a:pt x="1350" y="990"/>
                  </a:lnTo>
                  <a:lnTo>
                    <a:pt x="1332" y="996"/>
                  </a:lnTo>
                  <a:lnTo>
                    <a:pt x="1320" y="996"/>
                  </a:lnTo>
                  <a:lnTo>
                    <a:pt x="1302" y="1002"/>
                  </a:lnTo>
                  <a:lnTo>
                    <a:pt x="1290" y="1008"/>
                  </a:lnTo>
                  <a:lnTo>
                    <a:pt x="1284" y="1014"/>
                  </a:lnTo>
                  <a:lnTo>
                    <a:pt x="1284" y="1032"/>
                  </a:lnTo>
                  <a:lnTo>
                    <a:pt x="1290" y="1038"/>
                  </a:lnTo>
                  <a:lnTo>
                    <a:pt x="1308" y="1038"/>
                  </a:lnTo>
                  <a:close/>
                  <a:moveTo>
                    <a:pt x="1428" y="1116"/>
                  </a:moveTo>
                  <a:lnTo>
                    <a:pt x="1392" y="1116"/>
                  </a:lnTo>
                  <a:lnTo>
                    <a:pt x="1386" y="1146"/>
                  </a:lnTo>
                  <a:lnTo>
                    <a:pt x="1386" y="1152"/>
                  </a:lnTo>
                  <a:lnTo>
                    <a:pt x="1404" y="1170"/>
                  </a:lnTo>
                  <a:lnTo>
                    <a:pt x="1416" y="1176"/>
                  </a:lnTo>
                  <a:lnTo>
                    <a:pt x="1428" y="1164"/>
                  </a:lnTo>
                  <a:lnTo>
                    <a:pt x="1440" y="1140"/>
                  </a:lnTo>
                  <a:lnTo>
                    <a:pt x="1440" y="1128"/>
                  </a:lnTo>
                  <a:lnTo>
                    <a:pt x="1428" y="1116"/>
                  </a:lnTo>
                  <a:close/>
                  <a:moveTo>
                    <a:pt x="708" y="930"/>
                  </a:moveTo>
                  <a:lnTo>
                    <a:pt x="714" y="924"/>
                  </a:lnTo>
                  <a:lnTo>
                    <a:pt x="714" y="900"/>
                  </a:lnTo>
                  <a:lnTo>
                    <a:pt x="744" y="924"/>
                  </a:lnTo>
                  <a:lnTo>
                    <a:pt x="744" y="918"/>
                  </a:lnTo>
                  <a:lnTo>
                    <a:pt x="750" y="912"/>
                  </a:lnTo>
                  <a:lnTo>
                    <a:pt x="750" y="900"/>
                  </a:lnTo>
                  <a:lnTo>
                    <a:pt x="756" y="882"/>
                  </a:lnTo>
                  <a:lnTo>
                    <a:pt x="756" y="840"/>
                  </a:lnTo>
                  <a:lnTo>
                    <a:pt x="762" y="822"/>
                  </a:lnTo>
                  <a:lnTo>
                    <a:pt x="762" y="810"/>
                  </a:lnTo>
                  <a:lnTo>
                    <a:pt x="768" y="792"/>
                  </a:lnTo>
                  <a:lnTo>
                    <a:pt x="768" y="780"/>
                  </a:lnTo>
                  <a:lnTo>
                    <a:pt x="762" y="774"/>
                  </a:lnTo>
                  <a:lnTo>
                    <a:pt x="756" y="762"/>
                  </a:lnTo>
                  <a:lnTo>
                    <a:pt x="756" y="750"/>
                  </a:lnTo>
                  <a:lnTo>
                    <a:pt x="768" y="726"/>
                  </a:lnTo>
                  <a:lnTo>
                    <a:pt x="774" y="720"/>
                  </a:lnTo>
                  <a:lnTo>
                    <a:pt x="774" y="714"/>
                  </a:lnTo>
                  <a:lnTo>
                    <a:pt x="756" y="696"/>
                  </a:lnTo>
                  <a:lnTo>
                    <a:pt x="744" y="654"/>
                  </a:lnTo>
                  <a:lnTo>
                    <a:pt x="702" y="654"/>
                  </a:lnTo>
                  <a:lnTo>
                    <a:pt x="702" y="618"/>
                  </a:lnTo>
                  <a:lnTo>
                    <a:pt x="666" y="618"/>
                  </a:lnTo>
                  <a:lnTo>
                    <a:pt x="660" y="546"/>
                  </a:lnTo>
                  <a:lnTo>
                    <a:pt x="606" y="546"/>
                  </a:lnTo>
                  <a:lnTo>
                    <a:pt x="594" y="534"/>
                  </a:lnTo>
                  <a:lnTo>
                    <a:pt x="594" y="504"/>
                  </a:lnTo>
                  <a:lnTo>
                    <a:pt x="600" y="498"/>
                  </a:lnTo>
                  <a:lnTo>
                    <a:pt x="606" y="486"/>
                  </a:lnTo>
                  <a:lnTo>
                    <a:pt x="582" y="486"/>
                  </a:lnTo>
                  <a:lnTo>
                    <a:pt x="600" y="468"/>
                  </a:lnTo>
                  <a:lnTo>
                    <a:pt x="606" y="456"/>
                  </a:lnTo>
                  <a:lnTo>
                    <a:pt x="612" y="450"/>
                  </a:lnTo>
                  <a:lnTo>
                    <a:pt x="612" y="438"/>
                  </a:lnTo>
                  <a:lnTo>
                    <a:pt x="600" y="426"/>
                  </a:lnTo>
                  <a:lnTo>
                    <a:pt x="588" y="432"/>
                  </a:lnTo>
                  <a:lnTo>
                    <a:pt x="570" y="432"/>
                  </a:lnTo>
                  <a:lnTo>
                    <a:pt x="552" y="438"/>
                  </a:lnTo>
                  <a:lnTo>
                    <a:pt x="540" y="438"/>
                  </a:lnTo>
                  <a:lnTo>
                    <a:pt x="534" y="444"/>
                  </a:lnTo>
                  <a:lnTo>
                    <a:pt x="528" y="444"/>
                  </a:lnTo>
                  <a:lnTo>
                    <a:pt x="534" y="438"/>
                  </a:lnTo>
                  <a:lnTo>
                    <a:pt x="546" y="432"/>
                  </a:lnTo>
                  <a:lnTo>
                    <a:pt x="552" y="420"/>
                  </a:lnTo>
                  <a:lnTo>
                    <a:pt x="558" y="414"/>
                  </a:lnTo>
                  <a:lnTo>
                    <a:pt x="558" y="402"/>
                  </a:lnTo>
                  <a:lnTo>
                    <a:pt x="546" y="396"/>
                  </a:lnTo>
                  <a:lnTo>
                    <a:pt x="534" y="396"/>
                  </a:lnTo>
                  <a:lnTo>
                    <a:pt x="522" y="390"/>
                  </a:lnTo>
                  <a:lnTo>
                    <a:pt x="510" y="390"/>
                  </a:lnTo>
                  <a:lnTo>
                    <a:pt x="516" y="384"/>
                  </a:lnTo>
                  <a:lnTo>
                    <a:pt x="516" y="378"/>
                  </a:lnTo>
                  <a:lnTo>
                    <a:pt x="504" y="354"/>
                  </a:lnTo>
                  <a:lnTo>
                    <a:pt x="492" y="342"/>
                  </a:lnTo>
                  <a:lnTo>
                    <a:pt x="480" y="336"/>
                  </a:lnTo>
                  <a:lnTo>
                    <a:pt x="462" y="330"/>
                  </a:lnTo>
                  <a:lnTo>
                    <a:pt x="456" y="324"/>
                  </a:lnTo>
                  <a:lnTo>
                    <a:pt x="450" y="324"/>
                  </a:lnTo>
                  <a:lnTo>
                    <a:pt x="450" y="318"/>
                  </a:lnTo>
                  <a:lnTo>
                    <a:pt x="444" y="312"/>
                  </a:lnTo>
                  <a:lnTo>
                    <a:pt x="438" y="300"/>
                  </a:lnTo>
                  <a:lnTo>
                    <a:pt x="438" y="288"/>
                  </a:lnTo>
                  <a:lnTo>
                    <a:pt x="426" y="276"/>
                  </a:lnTo>
                  <a:lnTo>
                    <a:pt x="414" y="276"/>
                  </a:lnTo>
                  <a:lnTo>
                    <a:pt x="408" y="282"/>
                  </a:lnTo>
                  <a:lnTo>
                    <a:pt x="414" y="306"/>
                  </a:lnTo>
                  <a:lnTo>
                    <a:pt x="408" y="300"/>
                  </a:lnTo>
                  <a:lnTo>
                    <a:pt x="396" y="294"/>
                  </a:lnTo>
                  <a:lnTo>
                    <a:pt x="360" y="258"/>
                  </a:lnTo>
                  <a:lnTo>
                    <a:pt x="360" y="246"/>
                  </a:lnTo>
                  <a:lnTo>
                    <a:pt x="354" y="240"/>
                  </a:lnTo>
                  <a:lnTo>
                    <a:pt x="348" y="228"/>
                  </a:lnTo>
                  <a:lnTo>
                    <a:pt x="342" y="222"/>
                  </a:lnTo>
                  <a:lnTo>
                    <a:pt x="342" y="216"/>
                  </a:lnTo>
                  <a:lnTo>
                    <a:pt x="330" y="210"/>
                  </a:lnTo>
                  <a:lnTo>
                    <a:pt x="312" y="192"/>
                  </a:lnTo>
                  <a:lnTo>
                    <a:pt x="294" y="186"/>
                  </a:lnTo>
                  <a:lnTo>
                    <a:pt x="288" y="174"/>
                  </a:lnTo>
                  <a:lnTo>
                    <a:pt x="276" y="168"/>
                  </a:lnTo>
                  <a:lnTo>
                    <a:pt x="264" y="156"/>
                  </a:lnTo>
                  <a:lnTo>
                    <a:pt x="252" y="150"/>
                  </a:lnTo>
                  <a:lnTo>
                    <a:pt x="240" y="138"/>
                  </a:lnTo>
                  <a:lnTo>
                    <a:pt x="234" y="126"/>
                  </a:lnTo>
                  <a:lnTo>
                    <a:pt x="222" y="120"/>
                  </a:lnTo>
                  <a:lnTo>
                    <a:pt x="222" y="102"/>
                  </a:lnTo>
                  <a:lnTo>
                    <a:pt x="204" y="84"/>
                  </a:lnTo>
                  <a:lnTo>
                    <a:pt x="198" y="72"/>
                  </a:lnTo>
                  <a:lnTo>
                    <a:pt x="168" y="42"/>
                  </a:lnTo>
                  <a:lnTo>
                    <a:pt x="150" y="42"/>
                  </a:lnTo>
                  <a:lnTo>
                    <a:pt x="66" y="36"/>
                  </a:lnTo>
                  <a:lnTo>
                    <a:pt x="42" y="12"/>
                  </a:lnTo>
                  <a:lnTo>
                    <a:pt x="30" y="6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6" y="6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8" y="78"/>
                  </a:lnTo>
                  <a:lnTo>
                    <a:pt x="66" y="126"/>
                  </a:lnTo>
                  <a:lnTo>
                    <a:pt x="96" y="150"/>
                  </a:lnTo>
                  <a:lnTo>
                    <a:pt x="126" y="180"/>
                  </a:lnTo>
                  <a:lnTo>
                    <a:pt x="162" y="234"/>
                  </a:lnTo>
                  <a:lnTo>
                    <a:pt x="174" y="228"/>
                  </a:lnTo>
                  <a:lnTo>
                    <a:pt x="174" y="252"/>
                  </a:lnTo>
                  <a:lnTo>
                    <a:pt x="180" y="264"/>
                  </a:lnTo>
                  <a:lnTo>
                    <a:pt x="186" y="270"/>
                  </a:lnTo>
                  <a:lnTo>
                    <a:pt x="198" y="276"/>
                  </a:lnTo>
                  <a:lnTo>
                    <a:pt x="216" y="288"/>
                  </a:lnTo>
                  <a:lnTo>
                    <a:pt x="228" y="300"/>
                  </a:lnTo>
                  <a:lnTo>
                    <a:pt x="246" y="312"/>
                  </a:lnTo>
                  <a:lnTo>
                    <a:pt x="258" y="324"/>
                  </a:lnTo>
                  <a:lnTo>
                    <a:pt x="264" y="336"/>
                  </a:lnTo>
                  <a:lnTo>
                    <a:pt x="276" y="372"/>
                  </a:lnTo>
                  <a:lnTo>
                    <a:pt x="276" y="384"/>
                  </a:lnTo>
                  <a:lnTo>
                    <a:pt x="282" y="390"/>
                  </a:lnTo>
                  <a:lnTo>
                    <a:pt x="282" y="426"/>
                  </a:lnTo>
                  <a:lnTo>
                    <a:pt x="288" y="438"/>
                  </a:lnTo>
                  <a:lnTo>
                    <a:pt x="288" y="444"/>
                  </a:lnTo>
                  <a:lnTo>
                    <a:pt x="294" y="450"/>
                  </a:lnTo>
                  <a:lnTo>
                    <a:pt x="300" y="450"/>
                  </a:lnTo>
                  <a:lnTo>
                    <a:pt x="312" y="444"/>
                  </a:lnTo>
                  <a:lnTo>
                    <a:pt x="324" y="444"/>
                  </a:lnTo>
                  <a:lnTo>
                    <a:pt x="324" y="450"/>
                  </a:lnTo>
                  <a:lnTo>
                    <a:pt x="330" y="462"/>
                  </a:lnTo>
                  <a:lnTo>
                    <a:pt x="330" y="474"/>
                  </a:lnTo>
                  <a:lnTo>
                    <a:pt x="336" y="480"/>
                  </a:lnTo>
                  <a:lnTo>
                    <a:pt x="336" y="486"/>
                  </a:lnTo>
                  <a:lnTo>
                    <a:pt x="378" y="522"/>
                  </a:lnTo>
                  <a:lnTo>
                    <a:pt x="372" y="546"/>
                  </a:lnTo>
                  <a:lnTo>
                    <a:pt x="408" y="606"/>
                  </a:lnTo>
                  <a:lnTo>
                    <a:pt x="402" y="618"/>
                  </a:lnTo>
                  <a:lnTo>
                    <a:pt x="402" y="636"/>
                  </a:lnTo>
                  <a:lnTo>
                    <a:pt x="408" y="648"/>
                  </a:lnTo>
                  <a:lnTo>
                    <a:pt x="438" y="678"/>
                  </a:lnTo>
                  <a:lnTo>
                    <a:pt x="438" y="684"/>
                  </a:lnTo>
                  <a:lnTo>
                    <a:pt x="444" y="690"/>
                  </a:lnTo>
                  <a:lnTo>
                    <a:pt x="462" y="726"/>
                  </a:lnTo>
                  <a:lnTo>
                    <a:pt x="498" y="744"/>
                  </a:lnTo>
                  <a:lnTo>
                    <a:pt x="504" y="750"/>
                  </a:lnTo>
                  <a:lnTo>
                    <a:pt x="510" y="750"/>
                  </a:lnTo>
                  <a:lnTo>
                    <a:pt x="510" y="786"/>
                  </a:lnTo>
                  <a:lnTo>
                    <a:pt x="522" y="792"/>
                  </a:lnTo>
                  <a:lnTo>
                    <a:pt x="528" y="804"/>
                  </a:lnTo>
                  <a:lnTo>
                    <a:pt x="540" y="810"/>
                  </a:lnTo>
                  <a:lnTo>
                    <a:pt x="564" y="834"/>
                  </a:lnTo>
                  <a:lnTo>
                    <a:pt x="576" y="840"/>
                  </a:lnTo>
                  <a:lnTo>
                    <a:pt x="594" y="858"/>
                  </a:lnTo>
                  <a:lnTo>
                    <a:pt x="600" y="858"/>
                  </a:lnTo>
                  <a:lnTo>
                    <a:pt x="606" y="864"/>
                  </a:lnTo>
                  <a:lnTo>
                    <a:pt x="612" y="864"/>
                  </a:lnTo>
                  <a:lnTo>
                    <a:pt x="612" y="870"/>
                  </a:lnTo>
                  <a:lnTo>
                    <a:pt x="618" y="876"/>
                  </a:lnTo>
                  <a:lnTo>
                    <a:pt x="630" y="900"/>
                  </a:lnTo>
                  <a:lnTo>
                    <a:pt x="642" y="912"/>
                  </a:lnTo>
                  <a:lnTo>
                    <a:pt x="654" y="936"/>
                  </a:lnTo>
                  <a:lnTo>
                    <a:pt x="660" y="942"/>
                  </a:lnTo>
                  <a:lnTo>
                    <a:pt x="660" y="906"/>
                  </a:lnTo>
                  <a:lnTo>
                    <a:pt x="672" y="906"/>
                  </a:lnTo>
                  <a:lnTo>
                    <a:pt x="684" y="918"/>
                  </a:lnTo>
                  <a:lnTo>
                    <a:pt x="696" y="924"/>
                  </a:lnTo>
                  <a:lnTo>
                    <a:pt x="702" y="930"/>
                  </a:lnTo>
                  <a:lnTo>
                    <a:pt x="708" y="930"/>
                  </a:lnTo>
                  <a:close/>
                  <a:moveTo>
                    <a:pt x="2118" y="1194"/>
                  </a:moveTo>
                  <a:lnTo>
                    <a:pt x="2106" y="1176"/>
                  </a:lnTo>
                  <a:lnTo>
                    <a:pt x="2088" y="1176"/>
                  </a:lnTo>
                  <a:lnTo>
                    <a:pt x="2064" y="1200"/>
                  </a:lnTo>
                  <a:lnTo>
                    <a:pt x="2064" y="1212"/>
                  </a:lnTo>
                  <a:lnTo>
                    <a:pt x="2052" y="1212"/>
                  </a:lnTo>
                  <a:lnTo>
                    <a:pt x="2040" y="1218"/>
                  </a:lnTo>
                  <a:lnTo>
                    <a:pt x="2010" y="1248"/>
                  </a:lnTo>
                  <a:lnTo>
                    <a:pt x="1998" y="1272"/>
                  </a:lnTo>
                  <a:lnTo>
                    <a:pt x="1992" y="1278"/>
                  </a:lnTo>
                  <a:lnTo>
                    <a:pt x="1992" y="1290"/>
                  </a:lnTo>
                  <a:lnTo>
                    <a:pt x="2004" y="1302"/>
                  </a:lnTo>
                  <a:lnTo>
                    <a:pt x="2022" y="1302"/>
                  </a:lnTo>
                  <a:lnTo>
                    <a:pt x="2052" y="1284"/>
                  </a:lnTo>
                  <a:lnTo>
                    <a:pt x="2082" y="1260"/>
                  </a:lnTo>
                  <a:lnTo>
                    <a:pt x="2106" y="1242"/>
                  </a:lnTo>
                  <a:lnTo>
                    <a:pt x="2100" y="1236"/>
                  </a:lnTo>
                  <a:lnTo>
                    <a:pt x="2100" y="1224"/>
                  </a:lnTo>
                  <a:lnTo>
                    <a:pt x="2112" y="1200"/>
                  </a:lnTo>
                  <a:lnTo>
                    <a:pt x="2118" y="1194"/>
                  </a:lnTo>
                  <a:close/>
                  <a:moveTo>
                    <a:pt x="1374" y="1128"/>
                  </a:moveTo>
                  <a:lnTo>
                    <a:pt x="1374" y="1116"/>
                  </a:lnTo>
                  <a:lnTo>
                    <a:pt x="1368" y="1110"/>
                  </a:lnTo>
                  <a:lnTo>
                    <a:pt x="1344" y="1098"/>
                  </a:lnTo>
                  <a:lnTo>
                    <a:pt x="1332" y="1098"/>
                  </a:lnTo>
                  <a:lnTo>
                    <a:pt x="1320" y="1092"/>
                  </a:lnTo>
                  <a:lnTo>
                    <a:pt x="1314" y="1092"/>
                  </a:lnTo>
                  <a:lnTo>
                    <a:pt x="1302" y="1098"/>
                  </a:lnTo>
                  <a:lnTo>
                    <a:pt x="1296" y="1104"/>
                  </a:lnTo>
                  <a:lnTo>
                    <a:pt x="1296" y="1116"/>
                  </a:lnTo>
                  <a:lnTo>
                    <a:pt x="1290" y="1122"/>
                  </a:lnTo>
                  <a:lnTo>
                    <a:pt x="1290" y="1134"/>
                  </a:lnTo>
                  <a:lnTo>
                    <a:pt x="1254" y="1104"/>
                  </a:lnTo>
                  <a:lnTo>
                    <a:pt x="1260" y="1092"/>
                  </a:lnTo>
                  <a:lnTo>
                    <a:pt x="1260" y="1080"/>
                  </a:lnTo>
                  <a:lnTo>
                    <a:pt x="1266" y="1068"/>
                  </a:lnTo>
                  <a:lnTo>
                    <a:pt x="1266" y="1050"/>
                  </a:lnTo>
                  <a:lnTo>
                    <a:pt x="1260" y="1038"/>
                  </a:lnTo>
                  <a:lnTo>
                    <a:pt x="1254" y="1032"/>
                  </a:lnTo>
                  <a:lnTo>
                    <a:pt x="1242" y="1026"/>
                  </a:lnTo>
                  <a:lnTo>
                    <a:pt x="1188" y="1026"/>
                  </a:lnTo>
                  <a:lnTo>
                    <a:pt x="1158" y="1008"/>
                  </a:lnTo>
                  <a:lnTo>
                    <a:pt x="1158" y="984"/>
                  </a:lnTo>
                  <a:lnTo>
                    <a:pt x="1116" y="984"/>
                  </a:lnTo>
                  <a:lnTo>
                    <a:pt x="1116" y="996"/>
                  </a:lnTo>
                  <a:lnTo>
                    <a:pt x="1110" y="1008"/>
                  </a:lnTo>
                  <a:lnTo>
                    <a:pt x="1110" y="1026"/>
                  </a:lnTo>
                  <a:lnTo>
                    <a:pt x="1086" y="1026"/>
                  </a:lnTo>
                  <a:lnTo>
                    <a:pt x="1074" y="1020"/>
                  </a:lnTo>
                  <a:lnTo>
                    <a:pt x="1056" y="1014"/>
                  </a:lnTo>
                  <a:lnTo>
                    <a:pt x="1044" y="1014"/>
                  </a:lnTo>
                  <a:lnTo>
                    <a:pt x="1032" y="1008"/>
                  </a:lnTo>
                  <a:lnTo>
                    <a:pt x="966" y="1008"/>
                  </a:lnTo>
                  <a:lnTo>
                    <a:pt x="960" y="996"/>
                  </a:lnTo>
                  <a:lnTo>
                    <a:pt x="948" y="990"/>
                  </a:lnTo>
                  <a:lnTo>
                    <a:pt x="942" y="978"/>
                  </a:lnTo>
                  <a:lnTo>
                    <a:pt x="918" y="954"/>
                  </a:lnTo>
                  <a:lnTo>
                    <a:pt x="900" y="954"/>
                  </a:lnTo>
                  <a:lnTo>
                    <a:pt x="888" y="960"/>
                  </a:lnTo>
                  <a:lnTo>
                    <a:pt x="876" y="954"/>
                  </a:lnTo>
                  <a:lnTo>
                    <a:pt x="870" y="948"/>
                  </a:lnTo>
                  <a:lnTo>
                    <a:pt x="858" y="942"/>
                  </a:lnTo>
                  <a:lnTo>
                    <a:pt x="846" y="942"/>
                  </a:lnTo>
                  <a:lnTo>
                    <a:pt x="840" y="936"/>
                  </a:lnTo>
                  <a:lnTo>
                    <a:pt x="822" y="936"/>
                  </a:lnTo>
                  <a:lnTo>
                    <a:pt x="810" y="930"/>
                  </a:lnTo>
                  <a:lnTo>
                    <a:pt x="792" y="930"/>
                  </a:lnTo>
                  <a:lnTo>
                    <a:pt x="786" y="924"/>
                  </a:lnTo>
                  <a:lnTo>
                    <a:pt x="762" y="924"/>
                  </a:lnTo>
                  <a:lnTo>
                    <a:pt x="750" y="930"/>
                  </a:lnTo>
                  <a:lnTo>
                    <a:pt x="738" y="954"/>
                  </a:lnTo>
                  <a:lnTo>
                    <a:pt x="738" y="966"/>
                  </a:lnTo>
                  <a:lnTo>
                    <a:pt x="732" y="978"/>
                  </a:lnTo>
                  <a:lnTo>
                    <a:pt x="720" y="990"/>
                  </a:lnTo>
                  <a:lnTo>
                    <a:pt x="714" y="990"/>
                  </a:lnTo>
                  <a:lnTo>
                    <a:pt x="702" y="1002"/>
                  </a:lnTo>
                  <a:lnTo>
                    <a:pt x="702" y="1014"/>
                  </a:lnTo>
                  <a:lnTo>
                    <a:pt x="738" y="1008"/>
                  </a:lnTo>
                  <a:lnTo>
                    <a:pt x="786" y="1008"/>
                  </a:lnTo>
                  <a:lnTo>
                    <a:pt x="780" y="1014"/>
                  </a:lnTo>
                  <a:lnTo>
                    <a:pt x="768" y="1020"/>
                  </a:lnTo>
                  <a:lnTo>
                    <a:pt x="762" y="1032"/>
                  </a:lnTo>
                  <a:lnTo>
                    <a:pt x="762" y="1044"/>
                  </a:lnTo>
                  <a:lnTo>
                    <a:pt x="774" y="1050"/>
                  </a:lnTo>
                  <a:lnTo>
                    <a:pt x="780" y="1050"/>
                  </a:lnTo>
                  <a:lnTo>
                    <a:pt x="798" y="1044"/>
                  </a:lnTo>
                  <a:lnTo>
                    <a:pt x="810" y="1044"/>
                  </a:lnTo>
                  <a:lnTo>
                    <a:pt x="816" y="1038"/>
                  </a:lnTo>
                  <a:lnTo>
                    <a:pt x="828" y="1032"/>
                  </a:lnTo>
                  <a:lnTo>
                    <a:pt x="840" y="1038"/>
                  </a:lnTo>
                  <a:lnTo>
                    <a:pt x="870" y="1056"/>
                  </a:lnTo>
                  <a:lnTo>
                    <a:pt x="900" y="1068"/>
                  </a:lnTo>
                  <a:lnTo>
                    <a:pt x="924" y="1080"/>
                  </a:lnTo>
                  <a:lnTo>
                    <a:pt x="960" y="1086"/>
                  </a:lnTo>
                  <a:lnTo>
                    <a:pt x="1014" y="1092"/>
                  </a:lnTo>
                  <a:lnTo>
                    <a:pt x="1062" y="1092"/>
                  </a:lnTo>
                  <a:lnTo>
                    <a:pt x="1080" y="1110"/>
                  </a:lnTo>
                  <a:lnTo>
                    <a:pt x="1086" y="1122"/>
                  </a:lnTo>
                  <a:lnTo>
                    <a:pt x="1098" y="1128"/>
                  </a:lnTo>
                  <a:lnTo>
                    <a:pt x="1110" y="1140"/>
                  </a:lnTo>
                  <a:lnTo>
                    <a:pt x="1128" y="1146"/>
                  </a:lnTo>
                  <a:lnTo>
                    <a:pt x="1152" y="1152"/>
                  </a:lnTo>
                  <a:lnTo>
                    <a:pt x="1170" y="1152"/>
                  </a:lnTo>
                  <a:lnTo>
                    <a:pt x="1182" y="1158"/>
                  </a:lnTo>
                  <a:lnTo>
                    <a:pt x="1248" y="1158"/>
                  </a:lnTo>
                  <a:lnTo>
                    <a:pt x="1260" y="1164"/>
                  </a:lnTo>
                  <a:lnTo>
                    <a:pt x="1278" y="1170"/>
                  </a:lnTo>
                  <a:lnTo>
                    <a:pt x="1290" y="1182"/>
                  </a:lnTo>
                  <a:lnTo>
                    <a:pt x="1302" y="1188"/>
                  </a:lnTo>
                  <a:lnTo>
                    <a:pt x="1320" y="1206"/>
                  </a:lnTo>
                  <a:lnTo>
                    <a:pt x="1338" y="1206"/>
                  </a:lnTo>
                  <a:lnTo>
                    <a:pt x="1350" y="1200"/>
                  </a:lnTo>
                  <a:lnTo>
                    <a:pt x="1356" y="1206"/>
                  </a:lnTo>
                  <a:lnTo>
                    <a:pt x="1374" y="1206"/>
                  </a:lnTo>
                  <a:lnTo>
                    <a:pt x="1374" y="1194"/>
                  </a:lnTo>
                  <a:lnTo>
                    <a:pt x="1368" y="1182"/>
                  </a:lnTo>
                  <a:lnTo>
                    <a:pt x="1362" y="1176"/>
                  </a:lnTo>
                  <a:lnTo>
                    <a:pt x="1356" y="1164"/>
                  </a:lnTo>
                  <a:lnTo>
                    <a:pt x="1374" y="1146"/>
                  </a:lnTo>
                  <a:lnTo>
                    <a:pt x="1374" y="1128"/>
                  </a:lnTo>
                  <a:close/>
                  <a:moveTo>
                    <a:pt x="1500" y="726"/>
                  </a:moveTo>
                  <a:lnTo>
                    <a:pt x="1542" y="684"/>
                  </a:lnTo>
                  <a:lnTo>
                    <a:pt x="1548" y="672"/>
                  </a:lnTo>
                  <a:lnTo>
                    <a:pt x="1554" y="654"/>
                  </a:lnTo>
                  <a:lnTo>
                    <a:pt x="1560" y="642"/>
                  </a:lnTo>
                  <a:lnTo>
                    <a:pt x="1566" y="624"/>
                  </a:lnTo>
                  <a:lnTo>
                    <a:pt x="1566" y="612"/>
                  </a:lnTo>
                  <a:lnTo>
                    <a:pt x="1572" y="606"/>
                  </a:lnTo>
                  <a:lnTo>
                    <a:pt x="1572" y="600"/>
                  </a:lnTo>
                  <a:lnTo>
                    <a:pt x="1566" y="600"/>
                  </a:lnTo>
                  <a:lnTo>
                    <a:pt x="1554" y="594"/>
                  </a:lnTo>
                  <a:lnTo>
                    <a:pt x="1542" y="582"/>
                  </a:lnTo>
                  <a:lnTo>
                    <a:pt x="1542" y="564"/>
                  </a:lnTo>
                  <a:lnTo>
                    <a:pt x="1554" y="516"/>
                  </a:lnTo>
                  <a:lnTo>
                    <a:pt x="1590" y="498"/>
                  </a:lnTo>
                  <a:lnTo>
                    <a:pt x="1626" y="498"/>
                  </a:lnTo>
                  <a:lnTo>
                    <a:pt x="1632" y="486"/>
                  </a:lnTo>
                  <a:lnTo>
                    <a:pt x="1638" y="480"/>
                  </a:lnTo>
                  <a:lnTo>
                    <a:pt x="1644" y="468"/>
                  </a:lnTo>
                  <a:lnTo>
                    <a:pt x="1644" y="444"/>
                  </a:lnTo>
                  <a:lnTo>
                    <a:pt x="1626" y="444"/>
                  </a:lnTo>
                  <a:lnTo>
                    <a:pt x="1620" y="450"/>
                  </a:lnTo>
                  <a:lnTo>
                    <a:pt x="1608" y="450"/>
                  </a:lnTo>
                  <a:lnTo>
                    <a:pt x="1608" y="438"/>
                  </a:lnTo>
                  <a:lnTo>
                    <a:pt x="1614" y="420"/>
                  </a:lnTo>
                  <a:lnTo>
                    <a:pt x="1626" y="408"/>
                  </a:lnTo>
                  <a:lnTo>
                    <a:pt x="1650" y="396"/>
                  </a:lnTo>
                  <a:lnTo>
                    <a:pt x="1662" y="396"/>
                  </a:lnTo>
                  <a:lnTo>
                    <a:pt x="1680" y="402"/>
                  </a:lnTo>
                  <a:lnTo>
                    <a:pt x="1704" y="402"/>
                  </a:lnTo>
                  <a:lnTo>
                    <a:pt x="1716" y="390"/>
                  </a:lnTo>
                  <a:lnTo>
                    <a:pt x="1716" y="384"/>
                  </a:lnTo>
                  <a:lnTo>
                    <a:pt x="1680" y="348"/>
                  </a:lnTo>
                  <a:lnTo>
                    <a:pt x="1680" y="312"/>
                  </a:lnTo>
                  <a:lnTo>
                    <a:pt x="1668" y="312"/>
                  </a:lnTo>
                  <a:lnTo>
                    <a:pt x="1650" y="294"/>
                  </a:lnTo>
                  <a:lnTo>
                    <a:pt x="1650" y="282"/>
                  </a:lnTo>
                  <a:lnTo>
                    <a:pt x="1662" y="270"/>
                  </a:lnTo>
                  <a:lnTo>
                    <a:pt x="1668" y="258"/>
                  </a:lnTo>
                  <a:lnTo>
                    <a:pt x="1668" y="246"/>
                  </a:lnTo>
                  <a:lnTo>
                    <a:pt x="1662" y="240"/>
                  </a:lnTo>
                  <a:lnTo>
                    <a:pt x="1638" y="228"/>
                  </a:lnTo>
                  <a:lnTo>
                    <a:pt x="1614" y="228"/>
                  </a:lnTo>
                  <a:lnTo>
                    <a:pt x="1632" y="198"/>
                  </a:lnTo>
                  <a:lnTo>
                    <a:pt x="1614" y="192"/>
                  </a:lnTo>
                  <a:lnTo>
                    <a:pt x="1620" y="162"/>
                  </a:lnTo>
                  <a:lnTo>
                    <a:pt x="1608" y="144"/>
                  </a:lnTo>
                  <a:lnTo>
                    <a:pt x="1602" y="138"/>
                  </a:lnTo>
                  <a:lnTo>
                    <a:pt x="1590" y="132"/>
                  </a:lnTo>
                  <a:lnTo>
                    <a:pt x="1566" y="108"/>
                  </a:lnTo>
                  <a:lnTo>
                    <a:pt x="1470" y="108"/>
                  </a:lnTo>
                  <a:lnTo>
                    <a:pt x="1464" y="114"/>
                  </a:lnTo>
                  <a:lnTo>
                    <a:pt x="1458" y="126"/>
                  </a:lnTo>
                  <a:lnTo>
                    <a:pt x="1458" y="180"/>
                  </a:lnTo>
                  <a:lnTo>
                    <a:pt x="1452" y="198"/>
                  </a:lnTo>
                  <a:lnTo>
                    <a:pt x="1452" y="204"/>
                  </a:lnTo>
                  <a:lnTo>
                    <a:pt x="1446" y="216"/>
                  </a:lnTo>
                  <a:lnTo>
                    <a:pt x="1428" y="216"/>
                  </a:lnTo>
                  <a:lnTo>
                    <a:pt x="1422" y="222"/>
                  </a:lnTo>
                  <a:lnTo>
                    <a:pt x="1422" y="246"/>
                  </a:lnTo>
                  <a:lnTo>
                    <a:pt x="1428" y="252"/>
                  </a:lnTo>
                  <a:lnTo>
                    <a:pt x="1434" y="264"/>
                  </a:lnTo>
                  <a:lnTo>
                    <a:pt x="1398" y="294"/>
                  </a:lnTo>
                  <a:lnTo>
                    <a:pt x="1404" y="306"/>
                  </a:lnTo>
                  <a:lnTo>
                    <a:pt x="1374" y="342"/>
                  </a:lnTo>
                  <a:lnTo>
                    <a:pt x="1350" y="342"/>
                  </a:lnTo>
                  <a:lnTo>
                    <a:pt x="1344" y="348"/>
                  </a:lnTo>
                  <a:lnTo>
                    <a:pt x="1332" y="354"/>
                  </a:lnTo>
                  <a:lnTo>
                    <a:pt x="1320" y="366"/>
                  </a:lnTo>
                  <a:lnTo>
                    <a:pt x="1314" y="366"/>
                  </a:lnTo>
                  <a:lnTo>
                    <a:pt x="1308" y="360"/>
                  </a:lnTo>
                  <a:lnTo>
                    <a:pt x="1284" y="348"/>
                  </a:lnTo>
                  <a:lnTo>
                    <a:pt x="1272" y="336"/>
                  </a:lnTo>
                  <a:lnTo>
                    <a:pt x="1230" y="336"/>
                  </a:lnTo>
                  <a:lnTo>
                    <a:pt x="1224" y="348"/>
                  </a:lnTo>
                  <a:lnTo>
                    <a:pt x="1194" y="378"/>
                  </a:lnTo>
                  <a:lnTo>
                    <a:pt x="1170" y="378"/>
                  </a:lnTo>
                  <a:lnTo>
                    <a:pt x="1152" y="372"/>
                  </a:lnTo>
                  <a:lnTo>
                    <a:pt x="1128" y="372"/>
                  </a:lnTo>
                  <a:lnTo>
                    <a:pt x="1110" y="390"/>
                  </a:lnTo>
                  <a:lnTo>
                    <a:pt x="1104" y="390"/>
                  </a:lnTo>
                  <a:lnTo>
                    <a:pt x="1080" y="378"/>
                  </a:lnTo>
                  <a:lnTo>
                    <a:pt x="1074" y="372"/>
                  </a:lnTo>
                  <a:lnTo>
                    <a:pt x="1062" y="366"/>
                  </a:lnTo>
                  <a:lnTo>
                    <a:pt x="1050" y="354"/>
                  </a:lnTo>
                  <a:lnTo>
                    <a:pt x="1050" y="342"/>
                  </a:lnTo>
                  <a:lnTo>
                    <a:pt x="1044" y="336"/>
                  </a:lnTo>
                  <a:lnTo>
                    <a:pt x="1032" y="330"/>
                  </a:lnTo>
                  <a:lnTo>
                    <a:pt x="1008" y="330"/>
                  </a:lnTo>
                  <a:lnTo>
                    <a:pt x="996" y="336"/>
                  </a:lnTo>
                  <a:lnTo>
                    <a:pt x="990" y="348"/>
                  </a:lnTo>
                  <a:lnTo>
                    <a:pt x="978" y="366"/>
                  </a:lnTo>
                  <a:lnTo>
                    <a:pt x="972" y="384"/>
                  </a:lnTo>
                  <a:lnTo>
                    <a:pt x="972" y="402"/>
                  </a:lnTo>
                  <a:lnTo>
                    <a:pt x="966" y="408"/>
                  </a:lnTo>
                  <a:lnTo>
                    <a:pt x="966" y="414"/>
                  </a:lnTo>
                  <a:lnTo>
                    <a:pt x="990" y="444"/>
                  </a:lnTo>
                  <a:lnTo>
                    <a:pt x="1002" y="498"/>
                  </a:lnTo>
                  <a:lnTo>
                    <a:pt x="1050" y="528"/>
                  </a:lnTo>
                  <a:lnTo>
                    <a:pt x="1038" y="564"/>
                  </a:lnTo>
                  <a:lnTo>
                    <a:pt x="1068" y="582"/>
                  </a:lnTo>
                  <a:lnTo>
                    <a:pt x="1050" y="606"/>
                  </a:lnTo>
                  <a:lnTo>
                    <a:pt x="1068" y="636"/>
                  </a:lnTo>
                  <a:lnTo>
                    <a:pt x="1056" y="648"/>
                  </a:lnTo>
                  <a:lnTo>
                    <a:pt x="1068" y="702"/>
                  </a:lnTo>
                  <a:lnTo>
                    <a:pt x="1110" y="696"/>
                  </a:lnTo>
                  <a:lnTo>
                    <a:pt x="1140" y="708"/>
                  </a:lnTo>
                  <a:lnTo>
                    <a:pt x="1146" y="696"/>
                  </a:lnTo>
                  <a:lnTo>
                    <a:pt x="1170" y="672"/>
                  </a:lnTo>
                  <a:lnTo>
                    <a:pt x="1182" y="672"/>
                  </a:lnTo>
                  <a:lnTo>
                    <a:pt x="1182" y="690"/>
                  </a:lnTo>
                  <a:lnTo>
                    <a:pt x="1188" y="702"/>
                  </a:lnTo>
                  <a:lnTo>
                    <a:pt x="1188" y="726"/>
                  </a:lnTo>
                  <a:lnTo>
                    <a:pt x="1194" y="738"/>
                  </a:lnTo>
                  <a:lnTo>
                    <a:pt x="1212" y="738"/>
                  </a:lnTo>
                  <a:lnTo>
                    <a:pt x="1218" y="726"/>
                  </a:lnTo>
                  <a:lnTo>
                    <a:pt x="1218" y="720"/>
                  </a:lnTo>
                  <a:lnTo>
                    <a:pt x="1224" y="714"/>
                  </a:lnTo>
                  <a:lnTo>
                    <a:pt x="1224" y="708"/>
                  </a:lnTo>
                  <a:lnTo>
                    <a:pt x="1254" y="726"/>
                  </a:lnTo>
                  <a:lnTo>
                    <a:pt x="1266" y="720"/>
                  </a:lnTo>
                  <a:lnTo>
                    <a:pt x="1272" y="708"/>
                  </a:lnTo>
                  <a:lnTo>
                    <a:pt x="1284" y="702"/>
                  </a:lnTo>
                  <a:lnTo>
                    <a:pt x="1296" y="702"/>
                  </a:lnTo>
                  <a:lnTo>
                    <a:pt x="1296" y="714"/>
                  </a:lnTo>
                  <a:lnTo>
                    <a:pt x="1302" y="720"/>
                  </a:lnTo>
                  <a:lnTo>
                    <a:pt x="1302" y="738"/>
                  </a:lnTo>
                  <a:lnTo>
                    <a:pt x="1308" y="744"/>
                  </a:lnTo>
                  <a:lnTo>
                    <a:pt x="1332" y="744"/>
                  </a:lnTo>
                  <a:lnTo>
                    <a:pt x="1350" y="738"/>
                  </a:lnTo>
                  <a:lnTo>
                    <a:pt x="1362" y="732"/>
                  </a:lnTo>
                  <a:lnTo>
                    <a:pt x="1392" y="732"/>
                  </a:lnTo>
                  <a:lnTo>
                    <a:pt x="1404" y="744"/>
                  </a:lnTo>
                  <a:lnTo>
                    <a:pt x="1404" y="786"/>
                  </a:lnTo>
                  <a:lnTo>
                    <a:pt x="1398" y="798"/>
                  </a:lnTo>
                  <a:lnTo>
                    <a:pt x="1398" y="810"/>
                  </a:lnTo>
                  <a:lnTo>
                    <a:pt x="1404" y="810"/>
                  </a:lnTo>
                  <a:lnTo>
                    <a:pt x="1410" y="804"/>
                  </a:lnTo>
                  <a:lnTo>
                    <a:pt x="1422" y="798"/>
                  </a:lnTo>
                  <a:lnTo>
                    <a:pt x="1440" y="792"/>
                  </a:lnTo>
                  <a:lnTo>
                    <a:pt x="1452" y="786"/>
                  </a:lnTo>
                  <a:lnTo>
                    <a:pt x="1476" y="762"/>
                  </a:lnTo>
                  <a:lnTo>
                    <a:pt x="1482" y="750"/>
                  </a:lnTo>
                  <a:lnTo>
                    <a:pt x="1500" y="732"/>
                  </a:lnTo>
                  <a:lnTo>
                    <a:pt x="1500" y="726"/>
                  </a:lnTo>
                  <a:close/>
                  <a:moveTo>
                    <a:pt x="1476" y="1116"/>
                  </a:moveTo>
                  <a:lnTo>
                    <a:pt x="1470" y="1116"/>
                  </a:lnTo>
                  <a:lnTo>
                    <a:pt x="1458" y="1122"/>
                  </a:lnTo>
                  <a:lnTo>
                    <a:pt x="1452" y="1128"/>
                  </a:lnTo>
                  <a:lnTo>
                    <a:pt x="1458" y="1134"/>
                  </a:lnTo>
                  <a:lnTo>
                    <a:pt x="1470" y="1140"/>
                  </a:lnTo>
                  <a:lnTo>
                    <a:pt x="1476" y="1140"/>
                  </a:lnTo>
                  <a:lnTo>
                    <a:pt x="1488" y="1146"/>
                  </a:lnTo>
                  <a:lnTo>
                    <a:pt x="1500" y="1134"/>
                  </a:lnTo>
                  <a:lnTo>
                    <a:pt x="1500" y="1128"/>
                  </a:lnTo>
                  <a:lnTo>
                    <a:pt x="1488" y="1116"/>
                  </a:lnTo>
                  <a:lnTo>
                    <a:pt x="1476" y="1116"/>
                  </a:lnTo>
                  <a:close/>
                  <a:moveTo>
                    <a:pt x="1716" y="1230"/>
                  </a:moveTo>
                  <a:lnTo>
                    <a:pt x="1680" y="1218"/>
                  </a:lnTo>
                  <a:lnTo>
                    <a:pt x="1674" y="1224"/>
                  </a:lnTo>
                  <a:lnTo>
                    <a:pt x="1674" y="1230"/>
                  </a:lnTo>
                  <a:lnTo>
                    <a:pt x="1686" y="1254"/>
                  </a:lnTo>
                  <a:lnTo>
                    <a:pt x="1692" y="1260"/>
                  </a:lnTo>
                  <a:lnTo>
                    <a:pt x="1704" y="1266"/>
                  </a:lnTo>
                  <a:lnTo>
                    <a:pt x="1716" y="1266"/>
                  </a:lnTo>
                  <a:lnTo>
                    <a:pt x="1722" y="1260"/>
                  </a:lnTo>
                  <a:lnTo>
                    <a:pt x="1740" y="1260"/>
                  </a:lnTo>
                  <a:lnTo>
                    <a:pt x="1746" y="1266"/>
                  </a:lnTo>
                  <a:lnTo>
                    <a:pt x="1746" y="1278"/>
                  </a:lnTo>
                  <a:lnTo>
                    <a:pt x="1752" y="1290"/>
                  </a:lnTo>
                  <a:lnTo>
                    <a:pt x="1764" y="1296"/>
                  </a:lnTo>
                  <a:lnTo>
                    <a:pt x="1788" y="1296"/>
                  </a:lnTo>
                  <a:lnTo>
                    <a:pt x="1794" y="1290"/>
                  </a:lnTo>
                  <a:lnTo>
                    <a:pt x="1800" y="1290"/>
                  </a:lnTo>
                  <a:lnTo>
                    <a:pt x="1800" y="1284"/>
                  </a:lnTo>
                  <a:lnTo>
                    <a:pt x="1794" y="1272"/>
                  </a:lnTo>
                  <a:lnTo>
                    <a:pt x="1782" y="1260"/>
                  </a:lnTo>
                  <a:lnTo>
                    <a:pt x="1770" y="1236"/>
                  </a:lnTo>
                  <a:lnTo>
                    <a:pt x="1746" y="1224"/>
                  </a:lnTo>
                  <a:lnTo>
                    <a:pt x="1728" y="1224"/>
                  </a:lnTo>
                  <a:lnTo>
                    <a:pt x="1716" y="1230"/>
                  </a:lnTo>
                  <a:close/>
                  <a:moveTo>
                    <a:pt x="1962" y="1122"/>
                  </a:moveTo>
                  <a:lnTo>
                    <a:pt x="1932" y="1146"/>
                  </a:lnTo>
                  <a:lnTo>
                    <a:pt x="1920" y="1134"/>
                  </a:lnTo>
                  <a:lnTo>
                    <a:pt x="1890" y="1134"/>
                  </a:lnTo>
                  <a:lnTo>
                    <a:pt x="1884" y="1140"/>
                  </a:lnTo>
                  <a:lnTo>
                    <a:pt x="1872" y="1146"/>
                  </a:lnTo>
                  <a:lnTo>
                    <a:pt x="1866" y="1152"/>
                  </a:lnTo>
                  <a:lnTo>
                    <a:pt x="1860" y="1140"/>
                  </a:lnTo>
                  <a:lnTo>
                    <a:pt x="1836" y="1116"/>
                  </a:lnTo>
                  <a:lnTo>
                    <a:pt x="1824" y="1116"/>
                  </a:lnTo>
                  <a:lnTo>
                    <a:pt x="1800" y="1128"/>
                  </a:lnTo>
                  <a:lnTo>
                    <a:pt x="1764" y="1164"/>
                  </a:lnTo>
                  <a:lnTo>
                    <a:pt x="1728" y="1158"/>
                  </a:lnTo>
                  <a:lnTo>
                    <a:pt x="1716" y="1176"/>
                  </a:lnTo>
                  <a:lnTo>
                    <a:pt x="1746" y="1176"/>
                  </a:lnTo>
                  <a:lnTo>
                    <a:pt x="1752" y="1182"/>
                  </a:lnTo>
                  <a:lnTo>
                    <a:pt x="1764" y="1182"/>
                  </a:lnTo>
                  <a:lnTo>
                    <a:pt x="1776" y="1188"/>
                  </a:lnTo>
                  <a:lnTo>
                    <a:pt x="1788" y="1188"/>
                  </a:lnTo>
                  <a:lnTo>
                    <a:pt x="1794" y="1182"/>
                  </a:lnTo>
                  <a:lnTo>
                    <a:pt x="1806" y="1176"/>
                  </a:lnTo>
                  <a:lnTo>
                    <a:pt x="1812" y="1170"/>
                  </a:lnTo>
                  <a:lnTo>
                    <a:pt x="1908" y="1164"/>
                  </a:lnTo>
                  <a:lnTo>
                    <a:pt x="1956" y="1158"/>
                  </a:lnTo>
                  <a:lnTo>
                    <a:pt x="1992" y="1128"/>
                  </a:lnTo>
                  <a:lnTo>
                    <a:pt x="1992" y="1110"/>
                  </a:lnTo>
                  <a:lnTo>
                    <a:pt x="1962" y="1122"/>
                  </a:lnTo>
                  <a:close/>
                  <a:moveTo>
                    <a:pt x="1578" y="1158"/>
                  </a:moveTo>
                  <a:lnTo>
                    <a:pt x="1566" y="1152"/>
                  </a:lnTo>
                  <a:lnTo>
                    <a:pt x="1560" y="1146"/>
                  </a:lnTo>
                  <a:lnTo>
                    <a:pt x="1548" y="1140"/>
                  </a:lnTo>
                  <a:lnTo>
                    <a:pt x="1536" y="1140"/>
                  </a:lnTo>
                  <a:lnTo>
                    <a:pt x="1512" y="1164"/>
                  </a:lnTo>
                  <a:lnTo>
                    <a:pt x="1506" y="1176"/>
                  </a:lnTo>
                  <a:lnTo>
                    <a:pt x="1500" y="1182"/>
                  </a:lnTo>
                  <a:lnTo>
                    <a:pt x="1554" y="1188"/>
                  </a:lnTo>
                  <a:lnTo>
                    <a:pt x="1554" y="1212"/>
                  </a:lnTo>
                  <a:lnTo>
                    <a:pt x="1578" y="1206"/>
                  </a:lnTo>
                  <a:lnTo>
                    <a:pt x="1590" y="1188"/>
                  </a:lnTo>
                  <a:lnTo>
                    <a:pt x="1614" y="1206"/>
                  </a:lnTo>
                  <a:lnTo>
                    <a:pt x="1644" y="1170"/>
                  </a:lnTo>
                  <a:lnTo>
                    <a:pt x="1596" y="1152"/>
                  </a:lnTo>
                  <a:lnTo>
                    <a:pt x="1578" y="1158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4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68" name="India" descr="© INSCALE GmbH, 05.05.2010&#10;http://www.presentationload.com/">
              <a:extLst>
                <a:ext uri="{FF2B5EF4-FFF2-40B4-BE49-F238E27FC236}">
                  <a16:creationId xmlns:a16="http://schemas.microsoft.com/office/drawing/2014/main" id="{30FE9C5F-49C4-49F6-BFD9-822AD9272A3F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3070010" y="1942853"/>
              <a:ext cx="764479" cy="921961"/>
            </a:xfrm>
            <a:custGeom>
              <a:avLst/>
              <a:gdLst>
                <a:gd name="T0" fmla="*/ 2147483647 w 1956"/>
                <a:gd name="T1" fmla="*/ 2147483647 h 2358"/>
                <a:gd name="T2" fmla="*/ 2147483647 w 1956"/>
                <a:gd name="T3" fmla="*/ 2147483647 h 2358"/>
                <a:gd name="T4" fmla="*/ 2147483647 w 1956"/>
                <a:gd name="T5" fmla="*/ 2147483647 h 2358"/>
                <a:gd name="T6" fmla="*/ 2147483647 w 1956"/>
                <a:gd name="T7" fmla="*/ 2147483647 h 2358"/>
                <a:gd name="T8" fmla="*/ 2147483647 w 1956"/>
                <a:gd name="T9" fmla="*/ 2147483647 h 2358"/>
                <a:gd name="T10" fmla="*/ 2147483647 w 1956"/>
                <a:gd name="T11" fmla="*/ 2147483647 h 2358"/>
                <a:gd name="T12" fmla="*/ 2147483647 w 1956"/>
                <a:gd name="T13" fmla="*/ 2147483647 h 2358"/>
                <a:gd name="T14" fmla="*/ 2147483647 w 1956"/>
                <a:gd name="T15" fmla="*/ 2147483647 h 2358"/>
                <a:gd name="T16" fmla="*/ 2147483647 w 1956"/>
                <a:gd name="T17" fmla="*/ 2147483647 h 2358"/>
                <a:gd name="T18" fmla="*/ 2147483647 w 1956"/>
                <a:gd name="T19" fmla="*/ 2147483647 h 2358"/>
                <a:gd name="T20" fmla="*/ 2147483647 w 1956"/>
                <a:gd name="T21" fmla="*/ 2147483647 h 2358"/>
                <a:gd name="T22" fmla="*/ 2147483647 w 1956"/>
                <a:gd name="T23" fmla="*/ 2147483647 h 2358"/>
                <a:gd name="T24" fmla="*/ 2147483647 w 1956"/>
                <a:gd name="T25" fmla="*/ 2147483647 h 2358"/>
                <a:gd name="T26" fmla="*/ 2147483647 w 1956"/>
                <a:gd name="T27" fmla="*/ 2147483647 h 2358"/>
                <a:gd name="T28" fmla="*/ 2147483647 w 1956"/>
                <a:gd name="T29" fmla="*/ 2147483647 h 2358"/>
                <a:gd name="T30" fmla="*/ 2147483647 w 1956"/>
                <a:gd name="T31" fmla="*/ 2147483647 h 2358"/>
                <a:gd name="T32" fmla="*/ 2147483647 w 1956"/>
                <a:gd name="T33" fmla="*/ 2147483647 h 2358"/>
                <a:gd name="T34" fmla="*/ 2147483647 w 1956"/>
                <a:gd name="T35" fmla="*/ 2147483647 h 2358"/>
                <a:gd name="T36" fmla="*/ 2147483647 w 1956"/>
                <a:gd name="T37" fmla="*/ 2147483647 h 2358"/>
                <a:gd name="T38" fmla="*/ 2147483647 w 1956"/>
                <a:gd name="T39" fmla="*/ 2147483647 h 2358"/>
                <a:gd name="T40" fmla="*/ 2147483647 w 1956"/>
                <a:gd name="T41" fmla="*/ 2147483647 h 2358"/>
                <a:gd name="T42" fmla="*/ 2147483647 w 1956"/>
                <a:gd name="T43" fmla="*/ 2147483647 h 2358"/>
                <a:gd name="T44" fmla="*/ 2147483647 w 1956"/>
                <a:gd name="T45" fmla="*/ 2147483647 h 2358"/>
                <a:gd name="T46" fmla="*/ 2147483647 w 1956"/>
                <a:gd name="T47" fmla="*/ 2147483647 h 2358"/>
                <a:gd name="T48" fmla="*/ 2147483647 w 1956"/>
                <a:gd name="T49" fmla="*/ 2147483647 h 2358"/>
                <a:gd name="T50" fmla="*/ 2147483647 w 1956"/>
                <a:gd name="T51" fmla="*/ 2147483647 h 2358"/>
                <a:gd name="T52" fmla="*/ 2147483647 w 1956"/>
                <a:gd name="T53" fmla="*/ 2147483647 h 2358"/>
                <a:gd name="T54" fmla="*/ 2147483647 w 1956"/>
                <a:gd name="T55" fmla="*/ 2147483647 h 2358"/>
                <a:gd name="T56" fmla="*/ 2147483647 w 1956"/>
                <a:gd name="T57" fmla="*/ 2147483647 h 2358"/>
                <a:gd name="T58" fmla="*/ 2147483647 w 1956"/>
                <a:gd name="T59" fmla="*/ 2147483647 h 2358"/>
                <a:gd name="T60" fmla="*/ 2147483647 w 1956"/>
                <a:gd name="T61" fmla="*/ 2147483647 h 2358"/>
                <a:gd name="T62" fmla="*/ 2147483647 w 1956"/>
                <a:gd name="T63" fmla="*/ 2147483647 h 2358"/>
                <a:gd name="T64" fmla="*/ 2147483647 w 1956"/>
                <a:gd name="T65" fmla="*/ 2147483647 h 2358"/>
                <a:gd name="T66" fmla="*/ 2147483647 w 1956"/>
                <a:gd name="T67" fmla="*/ 2147483647 h 2358"/>
                <a:gd name="T68" fmla="*/ 2147483647 w 1956"/>
                <a:gd name="T69" fmla="*/ 2147483647 h 2358"/>
                <a:gd name="T70" fmla="*/ 2147483647 w 1956"/>
                <a:gd name="T71" fmla="*/ 2147483647 h 2358"/>
                <a:gd name="T72" fmla="*/ 2147483647 w 1956"/>
                <a:gd name="T73" fmla="*/ 2147483647 h 2358"/>
                <a:gd name="T74" fmla="*/ 2147483647 w 1956"/>
                <a:gd name="T75" fmla="*/ 2147483647 h 2358"/>
                <a:gd name="T76" fmla="*/ 2147483647 w 1956"/>
                <a:gd name="T77" fmla="*/ 2147483647 h 2358"/>
                <a:gd name="T78" fmla="*/ 2147483647 w 1956"/>
                <a:gd name="T79" fmla="*/ 2147483647 h 2358"/>
                <a:gd name="T80" fmla="*/ 2147483647 w 1956"/>
                <a:gd name="T81" fmla="*/ 2147483647 h 2358"/>
                <a:gd name="T82" fmla="*/ 2147483647 w 1956"/>
                <a:gd name="T83" fmla="*/ 2147483647 h 2358"/>
                <a:gd name="T84" fmla="*/ 2147483647 w 1956"/>
                <a:gd name="T85" fmla="*/ 2147483647 h 2358"/>
                <a:gd name="T86" fmla="*/ 2147483647 w 1956"/>
                <a:gd name="T87" fmla="*/ 2147483647 h 2358"/>
                <a:gd name="T88" fmla="*/ 2147483647 w 1956"/>
                <a:gd name="T89" fmla="*/ 2147483647 h 2358"/>
                <a:gd name="T90" fmla="*/ 2147483647 w 1956"/>
                <a:gd name="T91" fmla="*/ 2147483647 h 2358"/>
                <a:gd name="T92" fmla="*/ 2147483647 w 1956"/>
                <a:gd name="T93" fmla="*/ 2147483647 h 2358"/>
                <a:gd name="T94" fmla="*/ 2147483647 w 1956"/>
                <a:gd name="T95" fmla="*/ 2147483647 h 2358"/>
                <a:gd name="T96" fmla="*/ 2147483647 w 1956"/>
                <a:gd name="T97" fmla="*/ 2147483647 h 2358"/>
                <a:gd name="T98" fmla="*/ 2147483647 w 1956"/>
                <a:gd name="T99" fmla="*/ 2147483647 h 2358"/>
                <a:gd name="T100" fmla="*/ 2147483647 w 1956"/>
                <a:gd name="T101" fmla="*/ 2147483647 h 2358"/>
                <a:gd name="T102" fmla="*/ 2147483647 w 1956"/>
                <a:gd name="T103" fmla="*/ 2147483647 h 2358"/>
                <a:gd name="T104" fmla="*/ 2147483647 w 1956"/>
                <a:gd name="T105" fmla="*/ 2147483647 h 2358"/>
                <a:gd name="T106" fmla="*/ 2147483647 w 1956"/>
                <a:gd name="T107" fmla="*/ 2147483647 h 2358"/>
                <a:gd name="T108" fmla="*/ 2147483647 w 1956"/>
                <a:gd name="T109" fmla="*/ 2147483647 h 2358"/>
                <a:gd name="T110" fmla="*/ 2147483647 w 1956"/>
                <a:gd name="T111" fmla="*/ 2147483647 h 2358"/>
                <a:gd name="T112" fmla="*/ 2147483647 w 1956"/>
                <a:gd name="T113" fmla="*/ 2147483647 h 2358"/>
                <a:gd name="T114" fmla="*/ 2147483647 w 1956"/>
                <a:gd name="T115" fmla="*/ 2147483647 h 2358"/>
                <a:gd name="T116" fmla="*/ 2147483647 w 1956"/>
                <a:gd name="T117" fmla="*/ 2147483647 h 2358"/>
                <a:gd name="T118" fmla="*/ 2147483647 w 1956"/>
                <a:gd name="T119" fmla="*/ 2147483647 h 23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56"/>
                <a:gd name="T181" fmla="*/ 0 h 2358"/>
                <a:gd name="T182" fmla="*/ 1956 w 1956"/>
                <a:gd name="T183" fmla="*/ 2358 h 23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56" h="2358">
                  <a:moveTo>
                    <a:pt x="1806" y="1788"/>
                  </a:moveTo>
                  <a:lnTo>
                    <a:pt x="1794" y="1800"/>
                  </a:lnTo>
                  <a:lnTo>
                    <a:pt x="1782" y="1824"/>
                  </a:lnTo>
                  <a:lnTo>
                    <a:pt x="1782" y="1884"/>
                  </a:lnTo>
                  <a:lnTo>
                    <a:pt x="1788" y="1980"/>
                  </a:lnTo>
                  <a:lnTo>
                    <a:pt x="1800" y="1950"/>
                  </a:lnTo>
                  <a:lnTo>
                    <a:pt x="1800" y="1848"/>
                  </a:lnTo>
                  <a:lnTo>
                    <a:pt x="1806" y="1836"/>
                  </a:lnTo>
                  <a:lnTo>
                    <a:pt x="1806" y="1830"/>
                  </a:lnTo>
                  <a:lnTo>
                    <a:pt x="1812" y="1818"/>
                  </a:lnTo>
                  <a:lnTo>
                    <a:pt x="1812" y="1806"/>
                  </a:lnTo>
                  <a:lnTo>
                    <a:pt x="1818" y="1800"/>
                  </a:lnTo>
                  <a:lnTo>
                    <a:pt x="1812" y="1788"/>
                  </a:lnTo>
                  <a:lnTo>
                    <a:pt x="1806" y="1788"/>
                  </a:lnTo>
                  <a:close/>
                  <a:moveTo>
                    <a:pt x="1794" y="2028"/>
                  </a:moveTo>
                  <a:lnTo>
                    <a:pt x="1788" y="2028"/>
                  </a:lnTo>
                  <a:lnTo>
                    <a:pt x="1782" y="2040"/>
                  </a:lnTo>
                  <a:lnTo>
                    <a:pt x="1782" y="2046"/>
                  </a:lnTo>
                  <a:lnTo>
                    <a:pt x="1788" y="2058"/>
                  </a:lnTo>
                  <a:lnTo>
                    <a:pt x="1788" y="2064"/>
                  </a:lnTo>
                  <a:lnTo>
                    <a:pt x="1794" y="2076"/>
                  </a:lnTo>
                  <a:lnTo>
                    <a:pt x="1800" y="2064"/>
                  </a:lnTo>
                  <a:lnTo>
                    <a:pt x="1800" y="2028"/>
                  </a:lnTo>
                  <a:lnTo>
                    <a:pt x="1794" y="2028"/>
                  </a:lnTo>
                  <a:close/>
                  <a:moveTo>
                    <a:pt x="1890" y="2310"/>
                  </a:moveTo>
                  <a:lnTo>
                    <a:pt x="1884" y="2316"/>
                  </a:lnTo>
                  <a:lnTo>
                    <a:pt x="1884" y="2334"/>
                  </a:lnTo>
                  <a:lnTo>
                    <a:pt x="1890" y="2346"/>
                  </a:lnTo>
                  <a:lnTo>
                    <a:pt x="1896" y="2352"/>
                  </a:lnTo>
                  <a:lnTo>
                    <a:pt x="1908" y="2358"/>
                  </a:lnTo>
                  <a:lnTo>
                    <a:pt x="1908" y="2346"/>
                  </a:lnTo>
                  <a:lnTo>
                    <a:pt x="1902" y="2334"/>
                  </a:lnTo>
                  <a:lnTo>
                    <a:pt x="1902" y="2322"/>
                  </a:lnTo>
                  <a:lnTo>
                    <a:pt x="1896" y="2310"/>
                  </a:lnTo>
                  <a:lnTo>
                    <a:pt x="1890" y="2310"/>
                  </a:lnTo>
                  <a:close/>
                  <a:moveTo>
                    <a:pt x="1920" y="672"/>
                  </a:moveTo>
                  <a:lnTo>
                    <a:pt x="1932" y="660"/>
                  </a:lnTo>
                  <a:lnTo>
                    <a:pt x="1944" y="654"/>
                  </a:lnTo>
                  <a:lnTo>
                    <a:pt x="1950" y="648"/>
                  </a:lnTo>
                  <a:lnTo>
                    <a:pt x="1956" y="648"/>
                  </a:lnTo>
                  <a:lnTo>
                    <a:pt x="1956" y="618"/>
                  </a:lnTo>
                  <a:lnTo>
                    <a:pt x="1950" y="618"/>
                  </a:lnTo>
                  <a:lnTo>
                    <a:pt x="1944" y="612"/>
                  </a:lnTo>
                  <a:lnTo>
                    <a:pt x="1878" y="612"/>
                  </a:lnTo>
                  <a:lnTo>
                    <a:pt x="1878" y="606"/>
                  </a:lnTo>
                  <a:lnTo>
                    <a:pt x="1890" y="594"/>
                  </a:lnTo>
                  <a:lnTo>
                    <a:pt x="1896" y="594"/>
                  </a:lnTo>
                  <a:lnTo>
                    <a:pt x="1878" y="564"/>
                  </a:lnTo>
                  <a:lnTo>
                    <a:pt x="1848" y="564"/>
                  </a:lnTo>
                  <a:lnTo>
                    <a:pt x="1842" y="558"/>
                  </a:lnTo>
                  <a:lnTo>
                    <a:pt x="1848" y="558"/>
                  </a:lnTo>
                  <a:lnTo>
                    <a:pt x="1860" y="546"/>
                  </a:lnTo>
                  <a:lnTo>
                    <a:pt x="1854" y="540"/>
                  </a:lnTo>
                  <a:lnTo>
                    <a:pt x="1818" y="522"/>
                  </a:lnTo>
                  <a:lnTo>
                    <a:pt x="1806" y="534"/>
                  </a:lnTo>
                  <a:lnTo>
                    <a:pt x="1806" y="558"/>
                  </a:lnTo>
                  <a:lnTo>
                    <a:pt x="1788" y="558"/>
                  </a:lnTo>
                  <a:lnTo>
                    <a:pt x="1770" y="546"/>
                  </a:lnTo>
                  <a:lnTo>
                    <a:pt x="1758" y="540"/>
                  </a:lnTo>
                  <a:lnTo>
                    <a:pt x="1740" y="540"/>
                  </a:lnTo>
                  <a:lnTo>
                    <a:pt x="1728" y="552"/>
                  </a:lnTo>
                  <a:lnTo>
                    <a:pt x="1716" y="558"/>
                  </a:lnTo>
                  <a:lnTo>
                    <a:pt x="1692" y="582"/>
                  </a:lnTo>
                  <a:lnTo>
                    <a:pt x="1656" y="582"/>
                  </a:lnTo>
                  <a:lnTo>
                    <a:pt x="1656" y="588"/>
                  </a:lnTo>
                  <a:lnTo>
                    <a:pt x="1662" y="594"/>
                  </a:lnTo>
                  <a:lnTo>
                    <a:pt x="1662" y="618"/>
                  </a:lnTo>
                  <a:lnTo>
                    <a:pt x="1656" y="624"/>
                  </a:lnTo>
                  <a:lnTo>
                    <a:pt x="1626" y="624"/>
                  </a:lnTo>
                  <a:lnTo>
                    <a:pt x="1632" y="636"/>
                  </a:lnTo>
                  <a:lnTo>
                    <a:pt x="1632" y="654"/>
                  </a:lnTo>
                  <a:lnTo>
                    <a:pt x="1620" y="666"/>
                  </a:lnTo>
                  <a:lnTo>
                    <a:pt x="1566" y="666"/>
                  </a:lnTo>
                  <a:lnTo>
                    <a:pt x="1566" y="684"/>
                  </a:lnTo>
                  <a:lnTo>
                    <a:pt x="1572" y="690"/>
                  </a:lnTo>
                  <a:lnTo>
                    <a:pt x="1596" y="690"/>
                  </a:lnTo>
                  <a:lnTo>
                    <a:pt x="1596" y="714"/>
                  </a:lnTo>
                  <a:lnTo>
                    <a:pt x="1608" y="726"/>
                  </a:lnTo>
                  <a:lnTo>
                    <a:pt x="1608" y="732"/>
                  </a:lnTo>
                  <a:lnTo>
                    <a:pt x="1584" y="744"/>
                  </a:lnTo>
                  <a:lnTo>
                    <a:pt x="1572" y="744"/>
                  </a:lnTo>
                  <a:lnTo>
                    <a:pt x="1566" y="738"/>
                  </a:lnTo>
                  <a:lnTo>
                    <a:pt x="1554" y="738"/>
                  </a:lnTo>
                  <a:lnTo>
                    <a:pt x="1542" y="744"/>
                  </a:lnTo>
                  <a:lnTo>
                    <a:pt x="1512" y="744"/>
                  </a:lnTo>
                  <a:lnTo>
                    <a:pt x="1500" y="738"/>
                  </a:lnTo>
                  <a:lnTo>
                    <a:pt x="1482" y="738"/>
                  </a:lnTo>
                  <a:lnTo>
                    <a:pt x="1476" y="744"/>
                  </a:lnTo>
                  <a:lnTo>
                    <a:pt x="1464" y="750"/>
                  </a:lnTo>
                  <a:lnTo>
                    <a:pt x="1440" y="750"/>
                  </a:lnTo>
                  <a:lnTo>
                    <a:pt x="1428" y="738"/>
                  </a:lnTo>
                  <a:lnTo>
                    <a:pt x="1428" y="732"/>
                  </a:lnTo>
                  <a:lnTo>
                    <a:pt x="1428" y="738"/>
                  </a:lnTo>
                  <a:lnTo>
                    <a:pt x="1416" y="738"/>
                  </a:lnTo>
                  <a:lnTo>
                    <a:pt x="1392" y="726"/>
                  </a:lnTo>
                  <a:lnTo>
                    <a:pt x="1374" y="708"/>
                  </a:lnTo>
                  <a:lnTo>
                    <a:pt x="1374" y="696"/>
                  </a:lnTo>
                  <a:lnTo>
                    <a:pt x="1380" y="696"/>
                  </a:lnTo>
                  <a:lnTo>
                    <a:pt x="1374" y="696"/>
                  </a:lnTo>
                  <a:lnTo>
                    <a:pt x="1368" y="690"/>
                  </a:lnTo>
                  <a:lnTo>
                    <a:pt x="1368" y="642"/>
                  </a:lnTo>
                  <a:lnTo>
                    <a:pt x="1362" y="636"/>
                  </a:lnTo>
                  <a:lnTo>
                    <a:pt x="1350" y="630"/>
                  </a:lnTo>
                  <a:lnTo>
                    <a:pt x="1338" y="630"/>
                  </a:lnTo>
                  <a:lnTo>
                    <a:pt x="1326" y="642"/>
                  </a:lnTo>
                  <a:lnTo>
                    <a:pt x="1314" y="648"/>
                  </a:lnTo>
                  <a:lnTo>
                    <a:pt x="1326" y="666"/>
                  </a:lnTo>
                  <a:lnTo>
                    <a:pt x="1326" y="714"/>
                  </a:lnTo>
                  <a:lnTo>
                    <a:pt x="1338" y="738"/>
                  </a:lnTo>
                  <a:lnTo>
                    <a:pt x="1338" y="774"/>
                  </a:lnTo>
                  <a:lnTo>
                    <a:pt x="1272" y="774"/>
                  </a:lnTo>
                  <a:lnTo>
                    <a:pt x="1272" y="762"/>
                  </a:lnTo>
                  <a:lnTo>
                    <a:pt x="1266" y="756"/>
                  </a:lnTo>
                  <a:lnTo>
                    <a:pt x="1260" y="756"/>
                  </a:lnTo>
                  <a:lnTo>
                    <a:pt x="1248" y="762"/>
                  </a:lnTo>
                  <a:lnTo>
                    <a:pt x="1242" y="774"/>
                  </a:lnTo>
                  <a:lnTo>
                    <a:pt x="1236" y="762"/>
                  </a:lnTo>
                  <a:lnTo>
                    <a:pt x="1224" y="756"/>
                  </a:lnTo>
                  <a:lnTo>
                    <a:pt x="1206" y="750"/>
                  </a:lnTo>
                  <a:lnTo>
                    <a:pt x="1188" y="750"/>
                  </a:lnTo>
                  <a:lnTo>
                    <a:pt x="1182" y="756"/>
                  </a:lnTo>
                  <a:lnTo>
                    <a:pt x="1152" y="738"/>
                  </a:lnTo>
                  <a:lnTo>
                    <a:pt x="1134" y="750"/>
                  </a:lnTo>
                  <a:lnTo>
                    <a:pt x="1080" y="696"/>
                  </a:lnTo>
                  <a:lnTo>
                    <a:pt x="1056" y="696"/>
                  </a:lnTo>
                  <a:lnTo>
                    <a:pt x="1056" y="690"/>
                  </a:lnTo>
                  <a:lnTo>
                    <a:pt x="1044" y="678"/>
                  </a:lnTo>
                  <a:lnTo>
                    <a:pt x="1038" y="678"/>
                  </a:lnTo>
                  <a:lnTo>
                    <a:pt x="1032" y="684"/>
                  </a:lnTo>
                  <a:lnTo>
                    <a:pt x="1032" y="702"/>
                  </a:lnTo>
                  <a:lnTo>
                    <a:pt x="1032" y="696"/>
                  </a:lnTo>
                  <a:lnTo>
                    <a:pt x="1026" y="690"/>
                  </a:lnTo>
                  <a:lnTo>
                    <a:pt x="1008" y="690"/>
                  </a:lnTo>
                  <a:lnTo>
                    <a:pt x="996" y="702"/>
                  </a:lnTo>
                  <a:lnTo>
                    <a:pt x="990" y="690"/>
                  </a:lnTo>
                  <a:lnTo>
                    <a:pt x="984" y="684"/>
                  </a:lnTo>
                  <a:lnTo>
                    <a:pt x="960" y="684"/>
                  </a:lnTo>
                  <a:lnTo>
                    <a:pt x="954" y="678"/>
                  </a:lnTo>
                  <a:lnTo>
                    <a:pt x="954" y="666"/>
                  </a:lnTo>
                  <a:lnTo>
                    <a:pt x="942" y="666"/>
                  </a:lnTo>
                  <a:lnTo>
                    <a:pt x="936" y="672"/>
                  </a:lnTo>
                  <a:lnTo>
                    <a:pt x="918" y="672"/>
                  </a:lnTo>
                  <a:lnTo>
                    <a:pt x="912" y="666"/>
                  </a:lnTo>
                  <a:lnTo>
                    <a:pt x="906" y="654"/>
                  </a:lnTo>
                  <a:lnTo>
                    <a:pt x="900" y="648"/>
                  </a:lnTo>
                  <a:lnTo>
                    <a:pt x="888" y="648"/>
                  </a:lnTo>
                  <a:lnTo>
                    <a:pt x="846" y="630"/>
                  </a:lnTo>
                  <a:lnTo>
                    <a:pt x="834" y="612"/>
                  </a:lnTo>
                  <a:lnTo>
                    <a:pt x="810" y="612"/>
                  </a:lnTo>
                  <a:lnTo>
                    <a:pt x="792" y="588"/>
                  </a:lnTo>
                  <a:lnTo>
                    <a:pt x="780" y="594"/>
                  </a:lnTo>
                  <a:lnTo>
                    <a:pt x="750" y="564"/>
                  </a:lnTo>
                  <a:lnTo>
                    <a:pt x="750" y="552"/>
                  </a:lnTo>
                  <a:lnTo>
                    <a:pt x="762" y="540"/>
                  </a:lnTo>
                  <a:lnTo>
                    <a:pt x="768" y="540"/>
                  </a:lnTo>
                  <a:lnTo>
                    <a:pt x="756" y="528"/>
                  </a:lnTo>
                  <a:lnTo>
                    <a:pt x="756" y="522"/>
                  </a:lnTo>
                  <a:lnTo>
                    <a:pt x="762" y="516"/>
                  </a:lnTo>
                  <a:lnTo>
                    <a:pt x="756" y="504"/>
                  </a:lnTo>
                  <a:lnTo>
                    <a:pt x="780" y="480"/>
                  </a:lnTo>
                  <a:lnTo>
                    <a:pt x="786" y="456"/>
                  </a:lnTo>
                  <a:lnTo>
                    <a:pt x="762" y="438"/>
                  </a:lnTo>
                  <a:lnTo>
                    <a:pt x="750" y="438"/>
                  </a:lnTo>
                  <a:lnTo>
                    <a:pt x="738" y="432"/>
                  </a:lnTo>
                  <a:lnTo>
                    <a:pt x="738" y="414"/>
                  </a:lnTo>
                  <a:lnTo>
                    <a:pt x="720" y="420"/>
                  </a:lnTo>
                  <a:lnTo>
                    <a:pt x="702" y="402"/>
                  </a:lnTo>
                  <a:lnTo>
                    <a:pt x="696" y="402"/>
                  </a:lnTo>
                  <a:lnTo>
                    <a:pt x="690" y="396"/>
                  </a:lnTo>
                  <a:lnTo>
                    <a:pt x="678" y="396"/>
                  </a:lnTo>
                  <a:lnTo>
                    <a:pt x="666" y="390"/>
                  </a:lnTo>
                  <a:lnTo>
                    <a:pt x="654" y="378"/>
                  </a:lnTo>
                  <a:lnTo>
                    <a:pt x="648" y="366"/>
                  </a:lnTo>
                  <a:lnTo>
                    <a:pt x="618" y="366"/>
                  </a:lnTo>
                  <a:lnTo>
                    <a:pt x="612" y="360"/>
                  </a:lnTo>
                  <a:lnTo>
                    <a:pt x="612" y="342"/>
                  </a:lnTo>
                  <a:lnTo>
                    <a:pt x="618" y="336"/>
                  </a:lnTo>
                  <a:lnTo>
                    <a:pt x="618" y="324"/>
                  </a:lnTo>
                  <a:lnTo>
                    <a:pt x="612" y="324"/>
                  </a:lnTo>
                  <a:lnTo>
                    <a:pt x="600" y="312"/>
                  </a:lnTo>
                  <a:lnTo>
                    <a:pt x="594" y="300"/>
                  </a:lnTo>
                  <a:lnTo>
                    <a:pt x="588" y="294"/>
                  </a:lnTo>
                  <a:lnTo>
                    <a:pt x="588" y="276"/>
                  </a:lnTo>
                  <a:lnTo>
                    <a:pt x="594" y="276"/>
                  </a:lnTo>
                  <a:lnTo>
                    <a:pt x="600" y="270"/>
                  </a:lnTo>
                  <a:lnTo>
                    <a:pt x="612" y="270"/>
                  </a:lnTo>
                  <a:lnTo>
                    <a:pt x="612" y="288"/>
                  </a:lnTo>
                  <a:lnTo>
                    <a:pt x="624" y="300"/>
                  </a:lnTo>
                  <a:lnTo>
                    <a:pt x="636" y="282"/>
                  </a:lnTo>
                  <a:lnTo>
                    <a:pt x="642" y="282"/>
                  </a:lnTo>
                  <a:lnTo>
                    <a:pt x="648" y="276"/>
                  </a:lnTo>
                  <a:lnTo>
                    <a:pt x="660" y="270"/>
                  </a:lnTo>
                  <a:lnTo>
                    <a:pt x="660" y="258"/>
                  </a:lnTo>
                  <a:lnTo>
                    <a:pt x="642" y="240"/>
                  </a:lnTo>
                  <a:lnTo>
                    <a:pt x="636" y="228"/>
                  </a:lnTo>
                  <a:lnTo>
                    <a:pt x="630" y="222"/>
                  </a:lnTo>
                  <a:lnTo>
                    <a:pt x="618" y="222"/>
                  </a:lnTo>
                  <a:lnTo>
                    <a:pt x="594" y="210"/>
                  </a:lnTo>
                  <a:lnTo>
                    <a:pt x="594" y="186"/>
                  </a:lnTo>
                  <a:lnTo>
                    <a:pt x="612" y="180"/>
                  </a:lnTo>
                  <a:lnTo>
                    <a:pt x="594" y="156"/>
                  </a:lnTo>
                  <a:lnTo>
                    <a:pt x="624" y="156"/>
                  </a:lnTo>
                  <a:lnTo>
                    <a:pt x="636" y="150"/>
                  </a:lnTo>
                  <a:lnTo>
                    <a:pt x="642" y="138"/>
                  </a:lnTo>
                  <a:lnTo>
                    <a:pt x="642" y="114"/>
                  </a:lnTo>
                  <a:lnTo>
                    <a:pt x="636" y="108"/>
                  </a:lnTo>
                  <a:lnTo>
                    <a:pt x="636" y="102"/>
                  </a:lnTo>
                  <a:lnTo>
                    <a:pt x="654" y="102"/>
                  </a:lnTo>
                  <a:lnTo>
                    <a:pt x="660" y="96"/>
                  </a:lnTo>
                  <a:lnTo>
                    <a:pt x="660" y="36"/>
                  </a:lnTo>
                  <a:lnTo>
                    <a:pt x="618" y="36"/>
                  </a:lnTo>
                  <a:lnTo>
                    <a:pt x="594" y="12"/>
                  </a:lnTo>
                  <a:lnTo>
                    <a:pt x="576" y="0"/>
                  </a:lnTo>
                  <a:lnTo>
                    <a:pt x="564" y="0"/>
                  </a:lnTo>
                  <a:lnTo>
                    <a:pt x="540" y="12"/>
                  </a:lnTo>
                  <a:lnTo>
                    <a:pt x="522" y="18"/>
                  </a:lnTo>
                  <a:lnTo>
                    <a:pt x="516" y="30"/>
                  </a:lnTo>
                  <a:lnTo>
                    <a:pt x="504" y="36"/>
                  </a:lnTo>
                  <a:lnTo>
                    <a:pt x="480" y="36"/>
                  </a:lnTo>
                  <a:lnTo>
                    <a:pt x="456" y="72"/>
                  </a:lnTo>
                  <a:lnTo>
                    <a:pt x="432" y="78"/>
                  </a:lnTo>
                  <a:lnTo>
                    <a:pt x="432" y="96"/>
                  </a:lnTo>
                  <a:lnTo>
                    <a:pt x="408" y="96"/>
                  </a:lnTo>
                  <a:lnTo>
                    <a:pt x="402" y="102"/>
                  </a:lnTo>
                  <a:lnTo>
                    <a:pt x="396" y="96"/>
                  </a:lnTo>
                  <a:lnTo>
                    <a:pt x="390" y="102"/>
                  </a:lnTo>
                  <a:lnTo>
                    <a:pt x="378" y="108"/>
                  </a:lnTo>
                  <a:lnTo>
                    <a:pt x="372" y="114"/>
                  </a:lnTo>
                  <a:lnTo>
                    <a:pt x="360" y="120"/>
                  </a:lnTo>
                  <a:lnTo>
                    <a:pt x="348" y="120"/>
                  </a:lnTo>
                  <a:lnTo>
                    <a:pt x="348" y="108"/>
                  </a:lnTo>
                  <a:lnTo>
                    <a:pt x="342" y="102"/>
                  </a:lnTo>
                  <a:lnTo>
                    <a:pt x="324" y="102"/>
                  </a:lnTo>
                  <a:lnTo>
                    <a:pt x="306" y="96"/>
                  </a:lnTo>
                  <a:lnTo>
                    <a:pt x="264" y="96"/>
                  </a:lnTo>
                  <a:lnTo>
                    <a:pt x="240" y="108"/>
                  </a:lnTo>
                  <a:lnTo>
                    <a:pt x="234" y="120"/>
                  </a:lnTo>
                  <a:lnTo>
                    <a:pt x="234" y="126"/>
                  </a:lnTo>
                  <a:lnTo>
                    <a:pt x="258" y="144"/>
                  </a:lnTo>
                  <a:lnTo>
                    <a:pt x="252" y="156"/>
                  </a:lnTo>
                  <a:lnTo>
                    <a:pt x="282" y="162"/>
                  </a:lnTo>
                  <a:lnTo>
                    <a:pt x="276" y="168"/>
                  </a:lnTo>
                  <a:lnTo>
                    <a:pt x="270" y="180"/>
                  </a:lnTo>
                  <a:lnTo>
                    <a:pt x="264" y="186"/>
                  </a:lnTo>
                  <a:lnTo>
                    <a:pt x="264" y="192"/>
                  </a:lnTo>
                  <a:lnTo>
                    <a:pt x="276" y="204"/>
                  </a:lnTo>
                  <a:lnTo>
                    <a:pt x="282" y="204"/>
                  </a:lnTo>
                  <a:lnTo>
                    <a:pt x="282" y="210"/>
                  </a:lnTo>
                  <a:lnTo>
                    <a:pt x="276" y="222"/>
                  </a:lnTo>
                  <a:lnTo>
                    <a:pt x="276" y="234"/>
                  </a:lnTo>
                  <a:lnTo>
                    <a:pt x="294" y="234"/>
                  </a:lnTo>
                  <a:lnTo>
                    <a:pt x="306" y="252"/>
                  </a:lnTo>
                  <a:lnTo>
                    <a:pt x="324" y="252"/>
                  </a:lnTo>
                  <a:lnTo>
                    <a:pt x="330" y="288"/>
                  </a:lnTo>
                  <a:lnTo>
                    <a:pt x="366" y="288"/>
                  </a:lnTo>
                  <a:lnTo>
                    <a:pt x="378" y="294"/>
                  </a:lnTo>
                  <a:lnTo>
                    <a:pt x="384" y="300"/>
                  </a:lnTo>
                  <a:lnTo>
                    <a:pt x="384" y="306"/>
                  </a:lnTo>
                  <a:lnTo>
                    <a:pt x="378" y="312"/>
                  </a:lnTo>
                  <a:lnTo>
                    <a:pt x="354" y="324"/>
                  </a:lnTo>
                  <a:lnTo>
                    <a:pt x="342" y="324"/>
                  </a:lnTo>
                  <a:lnTo>
                    <a:pt x="336" y="330"/>
                  </a:lnTo>
                  <a:lnTo>
                    <a:pt x="336" y="366"/>
                  </a:lnTo>
                  <a:lnTo>
                    <a:pt x="342" y="378"/>
                  </a:lnTo>
                  <a:lnTo>
                    <a:pt x="354" y="390"/>
                  </a:lnTo>
                  <a:lnTo>
                    <a:pt x="354" y="396"/>
                  </a:lnTo>
                  <a:lnTo>
                    <a:pt x="324" y="414"/>
                  </a:lnTo>
                  <a:lnTo>
                    <a:pt x="300" y="450"/>
                  </a:lnTo>
                  <a:lnTo>
                    <a:pt x="318" y="474"/>
                  </a:lnTo>
                  <a:lnTo>
                    <a:pt x="306" y="474"/>
                  </a:lnTo>
                  <a:lnTo>
                    <a:pt x="300" y="480"/>
                  </a:lnTo>
                  <a:lnTo>
                    <a:pt x="288" y="486"/>
                  </a:lnTo>
                  <a:lnTo>
                    <a:pt x="282" y="492"/>
                  </a:lnTo>
                  <a:lnTo>
                    <a:pt x="282" y="504"/>
                  </a:lnTo>
                  <a:lnTo>
                    <a:pt x="276" y="522"/>
                  </a:lnTo>
                  <a:lnTo>
                    <a:pt x="276" y="534"/>
                  </a:lnTo>
                  <a:lnTo>
                    <a:pt x="270" y="552"/>
                  </a:lnTo>
                  <a:lnTo>
                    <a:pt x="258" y="564"/>
                  </a:lnTo>
                  <a:lnTo>
                    <a:pt x="234" y="576"/>
                  </a:lnTo>
                  <a:lnTo>
                    <a:pt x="228" y="582"/>
                  </a:lnTo>
                  <a:lnTo>
                    <a:pt x="228" y="588"/>
                  </a:lnTo>
                  <a:lnTo>
                    <a:pt x="222" y="594"/>
                  </a:lnTo>
                  <a:lnTo>
                    <a:pt x="222" y="612"/>
                  </a:lnTo>
                  <a:lnTo>
                    <a:pt x="204" y="624"/>
                  </a:lnTo>
                  <a:lnTo>
                    <a:pt x="204" y="630"/>
                  </a:lnTo>
                  <a:lnTo>
                    <a:pt x="198" y="636"/>
                  </a:lnTo>
                  <a:lnTo>
                    <a:pt x="192" y="648"/>
                  </a:lnTo>
                  <a:lnTo>
                    <a:pt x="186" y="654"/>
                  </a:lnTo>
                  <a:lnTo>
                    <a:pt x="168" y="654"/>
                  </a:lnTo>
                  <a:lnTo>
                    <a:pt x="162" y="648"/>
                  </a:lnTo>
                  <a:lnTo>
                    <a:pt x="156" y="654"/>
                  </a:lnTo>
                  <a:lnTo>
                    <a:pt x="132" y="666"/>
                  </a:lnTo>
                  <a:lnTo>
                    <a:pt x="126" y="666"/>
                  </a:lnTo>
                  <a:lnTo>
                    <a:pt x="120" y="660"/>
                  </a:lnTo>
                  <a:lnTo>
                    <a:pt x="120" y="648"/>
                  </a:lnTo>
                  <a:lnTo>
                    <a:pt x="114" y="642"/>
                  </a:lnTo>
                  <a:lnTo>
                    <a:pt x="108" y="642"/>
                  </a:lnTo>
                  <a:lnTo>
                    <a:pt x="96" y="648"/>
                  </a:lnTo>
                  <a:lnTo>
                    <a:pt x="84" y="660"/>
                  </a:lnTo>
                  <a:lnTo>
                    <a:pt x="84" y="666"/>
                  </a:lnTo>
                  <a:lnTo>
                    <a:pt x="78" y="678"/>
                  </a:lnTo>
                  <a:lnTo>
                    <a:pt x="72" y="684"/>
                  </a:lnTo>
                  <a:lnTo>
                    <a:pt x="66" y="696"/>
                  </a:lnTo>
                  <a:lnTo>
                    <a:pt x="54" y="708"/>
                  </a:lnTo>
                  <a:lnTo>
                    <a:pt x="48" y="720"/>
                  </a:lnTo>
                  <a:lnTo>
                    <a:pt x="48" y="744"/>
                  </a:lnTo>
                  <a:lnTo>
                    <a:pt x="54" y="750"/>
                  </a:lnTo>
                  <a:lnTo>
                    <a:pt x="66" y="756"/>
                  </a:lnTo>
                  <a:lnTo>
                    <a:pt x="72" y="756"/>
                  </a:lnTo>
                  <a:lnTo>
                    <a:pt x="102" y="750"/>
                  </a:lnTo>
                  <a:lnTo>
                    <a:pt x="102" y="768"/>
                  </a:lnTo>
                  <a:lnTo>
                    <a:pt x="96" y="798"/>
                  </a:lnTo>
                  <a:lnTo>
                    <a:pt x="102" y="804"/>
                  </a:lnTo>
                  <a:lnTo>
                    <a:pt x="108" y="816"/>
                  </a:lnTo>
                  <a:lnTo>
                    <a:pt x="120" y="828"/>
                  </a:lnTo>
                  <a:lnTo>
                    <a:pt x="144" y="828"/>
                  </a:lnTo>
                  <a:lnTo>
                    <a:pt x="144" y="852"/>
                  </a:lnTo>
                  <a:lnTo>
                    <a:pt x="168" y="894"/>
                  </a:lnTo>
                  <a:lnTo>
                    <a:pt x="174" y="906"/>
                  </a:lnTo>
                  <a:lnTo>
                    <a:pt x="180" y="912"/>
                  </a:lnTo>
                  <a:lnTo>
                    <a:pt x="180" y="936"/>
                  </a:lnTo>
                  <a:lnTo>
                    <a:pt x="168" y="942"/>
                  </a:lnTo>
                  <a:lnTo>
                    <a:pt x="162" y="948"/>
                  </a:lnTo>
                  <a:lnTo>
                    <a:pt x="144" y="948"/>
                  </a:lnTo>
                  <a:lnTo>
                    <a:pt x="138" y="942"/>
                  </a:lnTo>
                  <a:lnTo>
                    <a:pt x="138" y="930"/>
                  </a:lnTo>
                  <a:lnTo>
                    <a:pt x="132" y="930"/>
                  </a:lnTo>
                  <a:lnTo>
                    <a:pt x="120" y="936"/>
                  </a:lnTo>
                  <a:lnTo>
                    <a:pt x="108" y="948"/>
                  </a:lnTo>
                  <a:lnTo>
                    <a:pt x="84" y="948"/>
                  </a:lnTo>
                  <a:lnTo>
                    <a:pt x="78" y="942"/>
                  </a:lnTo>
                  <a:lnTo>
                    <a:pt x="78" y="936"/>
                  </a:lnTo>
                  <a:lnTo>
                    <a:pt x="54" y="948"/>
                  </a:lnTo>
                  <a:lnTo>
                    <a:pt x="48" y="942"/>
                  </a:lnTo>
                  <a:lnTo>
                    <a:pt x="36" y="936"/>
                  </a:lnTo>
                  <a:lnTo>
                    <a:pt x="24" y="936"/>
                  </a:lnTo>
                  <a:lnTo>
                    <a:pt x="12" y="948"/>
                  </a:lnTo>
                  <a:lnTo>
                    <a:pt x="12" y="960"/>
                  </a:lnTo>
                  <a:lnTo>
                    <a:pt x="18" y="966"/>
                  </a:lnTo>
                  <a:lnTo>
                    <a:pt x="0" y="972"/>
                  </a:lnTo>
                  <a:lnTo>
                    <a:pt x="36" y="972"/>
                  </a:lnTo>
                  <a:lnTo>
                    <a:pt x="30" y="984"/>
                  </a:lnTo>
                  <a:lnTo>
                    <a:pt x="30" y="1014"/>
                  </a:lnTo>
                  <a:lnTo>
                    <a:pt x="36" y="1026"/>
                  </a:lnTo>
                  <a:lnTo>
                    <a:pt x="48" y="1032"/>
                  </a:lnTo>
                  <a:lnTo>
                    <a:pt x="66" y="1038"/>
                  </a:lnTo>
                  <a:lnTo>
                    <a:pt x="120" y="1038"/>
                  </a:lnTo>
                  <a:lnTo>
                    <a:pt x="132" y="1032"/>
                  </a:lnTo>
                  <a:lnTo>
                    <a:pt x="150" y="1014"/>
                  </a:lnTo>
                  <a:lnTo>
                    <a:pt x="162" y="1008"/>
                  </a:lnTo>
                  <a:lnTo>
                    <a:pt x="168" y="1020"/>
                  </a:lnTo>
                  <a:lnTo>
                    <a:pt x="168" y="1026"/>
                  </a:lnTo>
                  <a:lnTo>
                    <a:pt x="162" y="1038"/>
                  </a:lnTo>
                  <a:lnTo>
                    <a:pt x="144" y="1056"/>
                  </a:lnTo>
                  <a:lnTo>
                    <a:pt x="120" y="1068"/>
                  </a:lnTo>
                  <a:lnTo>
                    <a:pt x="114" y="1074"/>
                  </a:lnTo>
                  <a:lnTo>
                    <a:pt x="90" y="1074"/>
                  </a:lnTo>
                  <a:lnTo>
                    <a:pt x="78" y="1080"/>
                  </a:lnTo>
                  <a:lnTo>
                    <a:pt x="60" y="1086"/>
                  </a:lnTo>
                  <a:lnTo>
                    <a:pt x="48" y="1092"/>
                  </a:lnTo>
                  <a:lnTo>
                    <a:pt x="42" y="1098"/>
                  </a:lnTo>
                  <a:lnTo>
                    <a:pt x="54" y="1122"/>
                  </a:lnTo>
                  <a:lnTo>
                    <a:pt x="66" y="1128"/>
                  </a:lnTo>
                  <a:lnTo>
                    <a:pt x="78" y="1140"/>
                  </a:lnTo>
                  <a:lnTo>
                    <a:pt x="96" y="1152"/>
                  </a:lnTo>
                  <a:lnTo>
                    <a:pt x="108" y="1164"/>
                  </a:lnTo>
                  <a:lnTo>
                    <a:pt x="132" y="1182"/>
                  </a:lnTo>
                  <a:lnTo>
                    <a:pt x="162" y="1206"/>
                  </a:lnTo>
                  <a:lnTo>
                    <a:pt x="204" y="1224"/>
                  </a:lnTo>
                  <a:lnTo>
                    <a:pt x="240" y="1218"/>
                  </a:lnTo>
                  <a:lnTo>
                    <a:pt x="270" y="1200"/>
                  </a:lnTo>
                  <a:lnTo>
                    <a:pt x="294" y="1176"/>
                  </a:lnTo>
                  <a:lnTo>
                    <a:pt x="300" y="1158"/>
                  </a:lnTo>
                  <a:lnTo>
                    <a:pt x="300" y="1128"/>
                  </a:lnTo>
                  <a:lnTo>
                    <a:pt x="306" y="1116"/>
                  </a:lnTo>
                  <a:lnTo>
                    <a:pt x="318" y="1104"/>
                  </a:lnTo>
                  <a:lnTo>
                    <a:pt x="324" y="1092"/>
                  </a:lnTo>
                  <a:lnTo>
                    <a:pt x="330" y="1086"/>
                  </a:lnTo>
                  <a:lnTo>
                    <a:pt x="342" y="1086"/>
                  </a:lnTo>
                  <a:lnTo>
                    <a:pt x="348" y="1080"/>
                  </a:lnTo>
                  <a:lnTo>
                    <a:pt x="354" y="1080"/>
                  </a:lnTo>
                  <a:lnTo>
                    <a:pt x="360" y="1086"/>
                  </a:lnTo>
                  <a:lnTo>
                    <a:pt x="360" y="1098"/>
                  </a:lnTo>
                  <a:lnTo>
                    <a:pt x="348" y="1110"/>
                  </a:lnTo>
                  <a:lnTo>
                    <a:pt x="336" y="1128"/>
                  </a:lnTo>
                  <a:lnTo>
                    <a:pt x="324" y="1140"/>
                  </a:lnTo>
                  <a:lnTo>
                    <a:pt x="318" y="1152"/>
                  </a:lnTo>
                  <a:lnTo>
                    <a:pt x="318" y="1164"/>
                  </a:lnTo>
                  <a:lnTo>
                    <a:pt x="324" y="1176"/>
                  </a:lnTo>
                  <a:lnTo>
                    <a:pt x="336" y="1182"/>
                  </a:lnTo>
                  <a:lnTo>
                    <a:pt x="342" y="1182"/>
                  </a:lnTo>
                  <a:lnTo>
                    <a:pt x="354" y="1194"/>
                  </a:lnTo>
                  <a:lnTo>
                    <a:pt x="354" y="1206"/>
                  </a:lnTo>
                  <a:lnTo>
                    <a:pt x="348" y="1242"/>
                  </a:lnTo>
                  <a:lnTo>
                    <a:pt x="342" y="1284"/>
                  </a:lnTo>
                  <a:lnTo>
                    <a:pt x="336" y="1338"/>
                  </a:lnTo>
                  <a:lnTo>
                    <a:pt x="342" y="1398"/>
                  </a:lnTo>
                  <a:lnTo>
                    <a:pt x="354" y="1446"/>
                  </a:lnTo>
                  <a:lnTo>
                    <a:pt x="384" y="1536"/>
                  </a:lnTo>
                  <a:lnTo>
                    <a:pt x="402" y="1554"/>
                  </a:lnTo>
                  <a:lnTo>
                    <a:pt x="402" y="1596"/>
                  </a:lnTo>
                  <a:lnTo>
                    <a:pt x="414" y="1620"/>
                  </a:lnTo>
                  <a:lnTo>
                    <a:pt x="426" y="1626"/>
                  </a:lnTo>
                  <a:lnTo>
                    <a:pt x="438" y="1626"/>
                  </a:lnTo>
                  <a:lnTo>
                    <a:pt x="444" y="1632"/>
                  </a:lnTo>
                  <a:lnTo>
                    <a:pt x="450" y="1632"/>
                  </a:lnTo>
                  <a:lnTo>
                    <a:pt x="450" y="1644"/>
                  </a:lnTo>
                  <a:lnTo>
                    <a:pt x="456" y="1656"/>
                  </a:lnTo>
                  <a:lnTo>
                    <a:pt x="456" y="1674"/>
                  </a:lnTo>
                  <a:lnTo>
                    <a:pt x="474" y="1710"/>
                  </a:lnTo>
                  <a:lnTo>
                    <a:pt x="498" y="1722"/>
                  </a:lnTo>
                  <a:lnTo>
                    <a:pt x="504" y="1728"/>
                  </a:lnTo>
                  <a:lnTo>
                    <a:pt x="510" y="1728"/>
                  </a:lnTo>
                  <a:lnTo>
                    <a:pt x="510" y="1746"/>
                  </a:lnTo>
                  <a:lnTo>
                    <a:pt x="516" y="1782"/>
                  </a:lnTo>
                  <a:lnTo>
                    <a:pt x="522" y="1830"/>
                  </a:lnTo>
                  <a:lnTo>
                    <a:pt x="534" y="1872"/>
                  </a:lnTo>
                  <a:lnTo>
                    <a:pt x="552" y="1908"/>
                  </a:lnTo>
                  <a:lnTo>
                    <a:pt x="576" y="1944"/>
                  </a:lnTo>
                  <a:lnTo>
                    <a:pt x="600" y="1974"/>
                  </a:lnTo>
                  <a:lnTo>
                    <a:pt x="612" y="1998"/>
                  </a:lnTo>
                  <a:lnTo>
                    <a:pt x="618" y="2016"/>
                  </a:lnTo>
                  <a:lnTo>
                    <a:pt x="618" y="2070"/>
                  </a:lnTo>
                  <a:lnTo>
                    <a:pt x="624" y="2094"/>
                  </a:lnTo>
                  <a:lnTo>
                    <a:pt x="642" y="2124"/>
                  </a:lnTo>
                  <a:lnTo>
                    <a:pt x="672" y="2166"/>
                  </a:lnTo>
                  <a:lnTo>
                    <a:pt x="696" y="2202"/>
                  </a:lnTo>
                  <a:lnTo>
                    <a:pt x="714" y="2232"/>
                  </a:lnTo>
                  <a:lnTo>
                    <a:pt x="720" y="2244"/>
                  </a:lnTo>
                  <a:lnTo>
                    <a:pt x="726" y="2244"/>
                  </a:lnTo>
                  <a:lnTo>
                    <a:pt x="732" y="2238"/>
                  </a:lnTo>
                  <a:lnTo>
                    <a:pt x="744" y="2238"/>
                  </a:lnTo>
                  <a:lnTo>
                    <a:pt x="768" y="2226"/>
                  </a:lnTo>
                  <a:lnTo>
                    <a:pt x="774" y="2220"/>
                  </a:lnTo>
                  <a:lnTo>
                    <a:pt x="780" y="2208"/>
                  </a:lnTo>
                  <a:lnTo>
                    <a:pt x="780" y="2172"/>
                  </a:lnTo>
                  <a:lnTo>
                    <a:pt x="786" y="2160"/>
                  </a:lnTo>
                  <a:lnTo>
                    <a:pt x="798" y="2154"/>
                  </a:lnTo>
                  <a:lnTo>
                    <a:pt x="804" y="2154"/>
                  </a:lnTo>
                  <a:lnTo>
                    <a:pt x="810" y="2160"/>
                  </a:lnTo>
                  <a:lnTo>
                    <a:pt x="828" y="2160"/>
                  </a:lnTo>
                  <a:lnTo>
                    <a:pt x="834" y="2154"/>
                  </a:lnTo>
                  <a:lnTo>
                    <a:pt x="846" y="2148"/>
                  </a:lnTo>
                  <a:lnTo>
                    <a:pt x="852" y="2142"/>
                  </a:lnTo>
                  <a:lnTo>
                    <a:pt x="864" y="2136"/>
                  </a:lnTo>
                  <a:lnTo>
                    <a:pt x="852" y="2136"/>
                  </a:lnTo>
                  <a:lnTo>
                    <a:pt x="846" y="2130"/>
                  </a:lnTo>
                  <a:lnTo>
                    <a:pt x="846" y="2118"/>
                  </a:lnTo>
                  <a:lnTo>
                    <a:pt x="852" y="2100"/>
                  </a:lnTo>
                  <a:lnTo>
                    <a:pt x="858" y="2088"/>
                  </a:lnTo>
                  <a:lnTo>
                    <a:pt x="906" y="2064"/>
                  </a:lnTo>
                  <a:lnTo>
                    <a:pt x="918" y="2052"/>
                  </a:lnTo>
                  <a:lnTo>
                    <a:pt x="918" y="2040"/>
                  </a:lnTo>
                  <a:lnTo>
                    <a:pt x="912" y="2028"/>
                  </a:lnTo>
                  <a:lnTo>
                    <a:pt x="912" y="2010"/>
                  </a:lnTo>
                  <a:lnTo>
                    <a:pt x="900" y="1974"/>
                  </a:lnTo>
                  <a:lnTo>
                    <a:pt x="900" y="1908"/>
                  </a:lnTo>
                  <a:lnTo>
                    <a:pt x="906" y="1890"/>
                  </a:lnTo>
                  <a:lnTo>
                    <a:pt x="906" y="1884"/>
                  </a:lnTo>
                  <a:lnTo>
                    <a:pt x="912" y="1878"/>
                  </a:lnTo>
                  <a:lnTo>
                    <a:pt x="912" y="1860"/>
                  </a:lnTo>
                  <a:lnTo>
                    <a:pt x="918" y="1842"/>
                  </a:lnTo>
                  <a:lnTo>
                    <a:pt x="918" y="1800"/>
                  </a:lnTo>
                  <a:lnTo>
                    <a:pt x="906" y="1776"/>
                  </a:lnTo>
                  <a:lnTo>
                    <a:pt x="888" y="1758"/>
                  </a:lnTo>
                  <a:lnTo>
                    <a:pt x="888" y="1728"/>
                  </a:lnTo>
                  <a:lnTo>
                    <a:pt x="894" y="1722"/>
                  </a:lnTo>
                  <a:lnTo>
                    <a:pt x="900" y="1710"/>
                  </a:lnTo>
                  <a:lnTo>
                    <a:pt x="900" y="1698"/>
                  </a:lnTo>
                  <a:lnTo>
                    <a:pt x="894" y="1686"/>
                  </a:lnTo>
                  <a:lnTo>
                    <a:pt x="894" y="1644"/>
                  </a:lnTo>
                  <a:lnTo>
                    <a:pt x="918" y="1632"/>
                  </a:lnTo>
                  <a:lnTo>
                    <a:pt x="924" y="1632"/>
                  </a:lnTo>
                  <a:lnTo>
                    <a:pt x="948" y="1620"/>
                  </a:lnTo>
                  <a:lnTo>
                    <a:pt x="948" y="1596"/>
                  </a:lnTo>
                  <a:lnTo>
                    <a:pt x="954" y="1584"/>
                  </a:lnTo>
                  <a:lnTo>
                    <a:pt x="960" y="1578"/>
                  </a:lnTo>
                  <a:lnTo>
                    <a:pt x="972" y="1572"/>
                  </a:lnTo>
                  <a:lnTo>
                    <a:pt x="990" y="1572"/>
                  </a:lnTo>
                  <a:lnTo>
                    <a:pt x="996" y="1560"/>
                  </a:lnTo>
                  <a:lnTo>
                    <a:pt x="1002" y="1566"/>
                  </a:lnTo>
                  <a:lnTo>
                    <a:pt x="1032" y="1566"/>
                  </a:lnTo>
                  <a:lnTo>
                    <a:pt x="1032" y="1548"/>
                  </a:lnTo>
                  <a:lnTo>
                    <a:pt x="1038" y="1530"/>
                  </a:lnTo>
                  <a:lnTo>
                    <a:pt x="1050" y="1518"/>
                  </a:lnTo>
                  <a:lnTo>
                    <a:pt x="1056" y="1500"/>
                  </a:lnTo>
                  <a:lnTo>
                    <a:pt x="1068" y="1488"/>
                  </a:lnTo>
                  <a:lnTo>
                    <a:pt x="1074" y="1476"/>
                  </a:lnTo>
                  <a:lnTo>
                    <a:pt x="1086" y="1470"/>
                  </a:lnTo>
                  <a:lnTo>
                    <a:pt x="1092" y="1464"/>
                  </a:lnTo>
                  <a:lnTo>
                    <a:pt x="1110" y="1458"/>
                  </a:lnTo>
                  <a:lnTo>
                    <a:pt x="1116" y="1452"/>
                  </a:lnTo>
                  <a:lnTo>
                    <a:pt x="1128" y="1446"/>
                  </a:lnTo>
                  <a:lnTo>
                    <a:pt x="1134" y="1428"/>
                  </a:lnTo>
                  <a:lnTo>
                    <a:pt x="1158" y="1380"/>
                  </a:lnTo>
                  <a:lnTo>
                    <a:pt x="1176" y="1362"/>
                  </a:lnTo>
                  <a:lnTo>
                    <a:pt x="1188" y="1356"/>
                  </a:lnTo>
                  <a:lnTo>
                    <a:pt x="1206" y="1344"/>
                  </a:lnTo>
                  <a:lnTo>
                    <a:pt x="1218" y="1338"/>
                  </a:lnTo>
                  <a:lnTo>
                    <a:pt x="1236" y="1320"/>
                  </a:lnTo>
                  <a:lnTo>
                    <a:pt x="1242" y="1320"/>
                  </a:lnTo>
                  <a:lnTo>
                    <a:pt x="1230" y="1290"/>
                  </a:lnTo>
                  <a:lnTo>
                    <a:pt x="1236" y="1284"/>
                  </a:lnTo>
                  <a:lnTo>
                    <a:pt x="1260" y="1314"/>
                  </a:lnTo>
                  <a:lnTo>
                    <a:pt x="1320" y="1254"/>
                  </a:lnTo>
                  <a:lnTo>
                    <a:pt x="1332" y="1230"/>
                  </a:lnTo>
                  <a:lnTo>
                    <a:pt x="1326" y="1224"/>
                  </a:lnTo>
                  <a:lnTo>
                    <a:pt x="1320" y="1212"/>
                  </a:lnTo>
                  <a:lnTo>
                    <a:pt x="1314" y="1206"/>
                  </a:lnTo>
                  <a:lnTo>
                    <a:pt x="1308" y="1194"/>
                  </a:lnTo>
                  <a:lnTo>
                    <a:pt x="1308" y="1182"/>
                  </a:lnTo>
                  <a:lnTo>
                    <a:pt x="1320" y="1176"/>
                  </a:lnTo>
                  <a:lnTo>
                    <a:pt x="1326" y="1170"/>
                  </a:lnTo>
                  <a:lnTo>
                    <a:pt x="1338" y="1170"/>
                  </a:lnTo>
                  <a:lnTo>
                    <a:pt x="1350" y="1164"/>
                  </a:lnTo>
                  <a:lnTo>
                    <a:pt x="1362" y="1152"/>
                  </a:lnTo>
                  <a:lnTo>
                    <a:pt x="1374" y="1134"/>
                  </a:lnTo>
                  <a:lnTo>
                    <a:pt x="1374" y="1110"/>
                  </a:lnTo>
                  <a:lnTo>
                    <a:pt x="1392" y="1116"/>
                  </a:lnTo>
                  <a:lnTo>
                    <a:pt x="1398" y="1146"/>
                  </a:lnTo>
                  <a:lnTo>
                    <a:pt x="1416" y="1110"/>
                  </a:lnTo>
                  <a:lnTo>
                    <a:pt x="1416" y="1128"/>
                  </a:lnTo>
                  <a:lnTo>
                    <a:pt x="1422" y="1140"/>
                  </a:lnTo>
                  <a:lnTo>
                    <a:pt x="1422" y="1158"/>
                  </a:lnTo>
                  <a:lnTo>
                    <a:pt x="1428" y="1170"/>
                  </a:lnTo>
                  <a:lnTo>
                    <a:pt x="1434" y="1176"/>
                  </a:lnTo>
                  <a:lnTo>
                    <a:pt x="1440" y="1176"/>
                  </a:lnTo>
                  <a:lnTo>
                    <a:pt x="1446" y="1170"/>
                  </a:lnTo>
                  <a:lnTo>
                    <a:pt x="1446" y="1158"/>
                  </a:lnTo>
                  <a:lnTo>
                    <a:pt x="1452" y="1152"/>
                  </a:lnTo>
                  <a:lnTo>
                    <a:pt x="1452" y="1140"/>
                  </a:lnTo>
                  <a:lnTo>
                    <a:pt x="1458" y="1110"/>
                  </a:lnTo>
                  <a:lnTo>
                    <a:pt x="1440" y="1068"/>
                  </a:lnTo>
                  <a:lnTo>
                    <a:pt x="1440" y="1038"/>
                  </a:lnTo>
                  <a:lnTo>
                    <a:pt x="1410" y="1014"/>
                  </a:lnTo>
                  <a:lnTo>
                    <a:pt x="1398" y="984"/>
                  </a:lnTo>
                  <a:lnTo>
                    <a:pt x="1404" y="972"/>
                  </a:lnTo>
                  <a:lnTo>
                    <a:pt x="1410" y="966"/>
                  </a:lnTo>
                  <a:lnTo>
                    <a:pt x="1416" y="948"/>
                  </a:lnTo>
                  <a:lnTo>
                    <a:pt x="1416" y="942"/>
                  </a:lnTo>
                  <a:lnTo>
                    <a:pt x="1410" y="936"/>
                  </a:lnTo>
                  <a:lnTo>
                    <a:pt x="1398" y="930"/>
                  </a:lnTo>
                  <a:lnTo>
                    <a:pt x="1380" y="930"/>
                  </a:lnTo>
                  <a:lnTo>
                    <a:pt x="1368" y="924"/>
                  </a:lnTo>
                  <a:lnTo>
                    <a:pt x="1356" y="912"/>
                  </a:lnTo>
                  <a:lnTo>
                    <a:pt x="1368" y="900"/>
                  </a:lnTo>
                  <a:lnTo>
                    <a:pt x="1374" y="900"/>
                  </a:lnTo>
                  <a:lnTo>
                    <a:pt x="1374" y="870"/>
                  </a:lnTo>
                  <a:lnTo>
                    <a:pt x="1410" y="870"/>
                  </a:lnTo>
                  <a:lnTo>
                    <a:pt x="1410" y="858"/>
                  </a:lnTo>
                  <a:lnTo>
                    <a:pt x="1380" y="840"/>
                  </a:lnTo>
                  <a:lnTo>
                    <a:pt x="1374" y="840"/>
                  </a:lnTo>
                  <a:lnTo>
                    <a:pt x="1362" y="828"/>
                  </a:lnTo>
                  <a:lnTo>
                    <a:pt x="1350" y="822"/>
                  </a:lnTo>
                  <a:lnTo>
                    <a:pt x="1344" y="810"/>
                  </a:lnTo>
                  <a:lnTo>
                    <a:pt x="1344" y="804"/>
                  </a:lnTo>
                  <a:lnTo>
                    <a:pt x="1350" y="792"/>
                  </a:lnTo>
                  <a:lnTo>
                    <a:pt x="1362" y="780"/>
                  </a:lnTo>
                  <a:lnTo>
                    <a:pt x="1350" y="762"/>
                  </a:lnTo>
                  <a:lnTo>
                    <a:pt x="1368" y="762"/>
                  </a:lnTo>
                  <a:lnTo>
                    <a:pt x="1392" y="774"/>
                  </a:lnTo>
                  <a:lnTo>
                    <a:pt x="1386" y="768"/>
                  </a:lnTo>
                  <a:lnTo>
                    <a:pt x="1404" y="762"/>
                  </a:lnTo>
                  <a:lnTo>
                    <a:pt x="1410" y="774"/>
                  </a:lnTo>
                  <a:lnTo>
                    <a:pt x="1410" y="780"/>
                  </a:lnTo>
                  <a:lnTo>
                    <a:pt x="1416" y="792"/>
                  </a:lnTo>
                  <a:lnTo>
                    <a:pt x="1422" y="798"/>
                  </a:lnTo>
                  <a:lnTo>
                    <a:pt x="1434" y="798"/>
                  </a:lnTo>
                  <a:lnTo>
                    <a:pt x="1440" y="804"/>
                  </a:lnTo>
                  <a:lnTo>
                    <a:pt x="1446" y="786"/>
                  </a:lnTo>
                  <a:lnTo>
                    <a:pt x="1452" y="792"/>
                  </a:lnTo>
                  <a:lnTo>
                    <a:pt x="1458" y="792"/>
                  </a:lnTo>
                  <a:lnTo>
                    <a:pt x="1464" y="798"/>
                  </a:lnTo>
                  <a:lnTo>
                    <a:pt x="1464" y="828"/>
                  </a:lnTo>
                  <a:lnTo>
                    <a:pt x="1470" y="828"/>
                  </a:lnTo>
                  <a:lnTo>
                    <a:pt x="1470" y="864"/>
                  </a:lnTo>
                  <a:lnTo>
                    <a:pt x="1476" y="864"/>
                  </a:lnTo>
                  <a:lnTo>
                    <a:pt x="1482" y="870"/>
                  </a:lnTo>
                  <a:lnTo>
                    <a:pt x="1542" y="870"/>
                  </a:lnTo>
                  <a:lnTo>
                    <a:pt x="1554" y="876"/>
                  </a:lnTo>
                  <a:lnTo>
                    <a:pt x="1572" y="876"/>
                  </a:lnTo>
                  <a:lnTo>
                    <a:pt x="1620" y="864"/>
                  </a:lnTo>
                  <a:lnTo>
                    <a:pt x="1626" y="864"/>
                  </a:lnTo>
                  <a:lnTo>
                    <a:pt x="1650" y="888"/>
                  </a:lnTo>
                  <a:lnTo>
                    <a:pt x="1650" y="894"/>
                  </a:lnTo>
                  <a:lnTo>
                    <a:pt x="1644" y="900"/>
                  </a:lnTo>
                  <a:lnTo>
                    <a:pt x="1638" y="900"/>
                  </a:lnTo>
                  <a:lnTo>
                    <a:pt x="1638" y="912"/>
                  </a:lnTo>
                  <a:lnTo>
                    <a:pt x="1632" y="930"/>
                  </a:lnTo>
                  <a:lnTo>
                    <a:pt x="1626" y="942"/>
                  </a:lnTo>
                  <a:lnTo>
                    <a:pt x="1620" y="948"/>
                  </a:lnTo>
                  <a:lnTo>
                    <a:pt x="1614" y="948"/>
                  </a:lnTo>
                  <a:lnTo>
                    <a:pt x="1602" y="954"/>
                  </a:lnTo>
                  <a:lnTo>
                    <a:pt x="1596" y="954"/>
                  </a:lnTo>
                  <a:lnTo>
                    <a:pt x="1584" y="966"/>
                  </a:lnTo>
                  <a:lnTo>
                    <a:pt x="1578" y="978"/>
                  </a:lnTo>
                  <a:lnTo>
                    <a:pt x="1578" y="996"/>
                  </a:lnTo>
                  <a:lnTo>
                    <a:pt x="1584" y="1008"/>
                  </a:lnTo>
                  <a:lnTo>
                    <a:pt x="1602" y="1026"/>
                  </a:lnTo>
                  <a:lnTo>
                    <a:pt x="1608" y="1026"/>
                  </a:lnTo>
                  <a:lnTo>
                    <a:pt x="1626" y="1050"/>
                  </a:lnTo>
                  <a:lnTo>
                    <a:pt x="1632" y="1014"/>
                  </a:lnTo>
                  <a:lnTo>
                    <a:pt x="1632" y="990"/>
                  </a:lnTo>
                  <a:lnTo>
                    <a:pt x="1650" y="990"/>
                  </a:lnTo>
                  <a:lnTo>
                    <a:pt x="1662" y="996"/>
                  </a:lnTo>
                  <a:lnTo>
                    <a:pt x="1668" y="1002"/>
                  </a:lnTo>
                  <a:lnTo>
                    <a:pt x="1668" y="1020"/>
                  </a:lnTo>
                  <a:lnTo>
                    <a:pt x="1674" y="1032"/>
                  </a:lnTo>
                  <a:lnTo>
                    <a:pt x="1674" y="1038"/>
                  </a:lnTo>
                  <a:lnTo>
                    <a:pt x="1680" y="1050"/>
                  </a:lnTo>
                  <a:lnTo>
                    <a:pt x="1680" y="1062"/>
                  </a:lnTo>
                  <a:lnTo>
                    <a:pt x="1686" y="1074"/>
                  </a:lnTo>
                  <a:lnTo>
                    <a:pt x="1692" y="1092"/>
                  </a:lnTo>
                  <a:lnTo>
                    <a:pt x="1698" y="1104"/>
                  </a:lnTo>
                  <a:lnTo>
                    <a:pt x="1704" y="1110"/>
                  </a:lnTo>
                  <a:lnTo>
                    <a:pt x="1704" y="1116"/>
                  </a:lnTo>
                  <a:lnTo>
                    <a:pt x="1722" y="1134"/>
                  </a:lnTo>
                  <a:lnTo>
                    <a:pt x="1722" y="1110"/>
                  </a:lnTo>
                  <a:lnTo>
                    <a:pt x="1728" y="1110"/>
                  </a:lnTo>
                  <a:lnTo>
                    <a:pt x="1734" y="1116"/>
                  </a:lnTo>
                  <a:lnTo>
                    <a:pt x="1746" y="1116"/>
                  </a:lnTo>
                  <a:lnTo>
                    <a:pt x="1746" y="1104"/>
                  </a:lnTo>
                  <a:lnTo>
                    <a:pt x="1728" y="1086"/>
                  </a:lnTo>
                  <a:lnTo>
                    <a:pt x="1728" y="1062"/>
                  </a:lnTo>
                  <a:lnTo>
                    <a:pt x="1722" y="1050"/>
                  </a:lnTo>
                  <a:lnTo>
                    <a:pt x="1740" y="1032"/>
                  </a:lnTo>
                  <a:lnTo>
                    <a:pt x="1746" y="1032"/>
                  </a:lnTo>
                  <a:lnTo>
                    <a:pt x="1740" y="984"/>
                  </a:lnTo>
                  <a:lnTo>
                    <a:pt x="1722" y="966"/>
                  </a:lnTo>
                  <a:lnTo>
                    <a:pt x="1716" y="966"/>
                  </a:lnTo>
                  <a:lnTo>
                    <a:pt x="1770" y="966"/>
                  </a:lnTo>
                  <a:lnTo>
                    <a:pt x="1782" y="972"/>
                  </a:lnTo>
                  <a:lnTo>
                    <a:pt x="1794" y="972"/>
                  </a:lnTo>
                  <a:lnTo>
                    <a:pt x="1794" y="936"/>
                  </a:lnTo>
                  <a:lnTo>
                    <a:pt x="1812" y="882"/>
                  </a:lnTo>
                  <a:lnTo>
                    <a:pt x="1806" y="876"/>
                  </a:lnTo>
                  <a:lnTo>
                    <a:pt x="1800" y="864"/>
                  </a:lnTo>
                  <a:lnTo>
                    <a:pt x="1800" y="846"/>
                  </a:lnTo>
                  <a:lnTo>
                    <a:pt x="1812" y="840"/>
                  </a:lnTo>
                  <a:lnTo>
                    <a:pt x="1818" y="834"/>
                  </a:lnTo>
                  <a:lnTo>
                    <a:pt x="1836" y="804"/>
                  </a:lnTo>
                  <a:lnTo>
                    <a:pt x="1836" y="792"/>
                  </a:lnTo>
                  <a:lnTo>
                    <a:pt x="1830" y="786"/>
                  </a:lnTo>
                  <a:lnTo>
                    <a:pt x="1830" y="780"/>
                  </a:lnTo>
                  <a:lnTo>
                    <a:pt x="1824" y="774"/>
                  </a:lnTo>
                  <a:lnTo>
                    <a:pt x="1824" y="750"/>
                  </a:lnTo>
                  <a:lnTo>
                    <a:pt x="1830" y="750"/>
                  </a:lnTo>
                  <a:lnTo>
                    <a:pt x="1836" y="744"/>
                  </a:lnTo>
                  <a:lnTo>
                    <a:pt x="1848" y="744"/>
                  </a:lnTo>
                  <a:lnTo>
                    <a:pt x="1860" y="738"/>
                  </a:lnTo>
                  <a:lnTo>
                    <a:pt x="1872" y="726"/>
                  </a:lnTo>
                  <a:lnTo>
                    <a:pt x="1872" y="708"/>
                  </a:lnTo>
                  <a:lnTo>
                    <a:pt x="1878" y="708"/>
                  </a:lnTo>
                  <a:lnTo>
                    <a:pt x="1890" y="702"/>
                  </a:lnTo>
                  <a:lnTo>
                    <a:pt x="1926" y="702"/>
                  </a:lnTo>
                  <a:lnTo>
                    <a:pt x="1932" y="708"/>
                  </a:lnTo>
                  <a:lnTo>
                    <a:pt x="1950" y="708"/>
                  </a:lnTo>
                  <a:lnTo>
                    <a:pt x="1950" y="702"/>
                  </a:lnTo>
                  <a:lnTo>
                    <a:pt x="1944" y="696"/>
                  </a:lnTo>
                  <a:lnTo>
                    <a:pt x="1932" y="690"/>
                  </a:lnTo>
                  <a:lnTo>
                    <a:pt x="1926" y="684"/>
                  </a:lnTo>
                  <a:lnTo>
                    <a:pt x="1920" y="672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4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69" name="Iceland" descr="© INSCALE GmbH, 05.05.2010&#10;http://www.presentationload.com/">
              <a:extLst>
                <a:ext uri="{FF2B5EF4-FFF2-40B4-BE49-F238E27FC236}">
                  <a16:creationId xmlns:a16="http://schemas.microsoft.com/office/drawing/2014/main" id="{C344A00D-3461-4538-BFEF-4E18D62821AF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762817" y="1025484"/>
              <a:ext cx="223227" cy="87150"/>
            </a:xfrm>
            <a:custGeom>
              <a:avLst/>
              <a:gdLst>
                <a:gd name="T0" fmla="*/ 2147483647 w 570"/>
                <a:gd name="T1" fmla="*/ 2147483647 h 222"/>
                <a:gd name="T2" fmla="*/ 2147483647 w 570"/>
                <a:gd name="T3" fmla="*/ 2147483647 h 222"/>
                <a:gd name="T4" fmla="*/ 2147483647 w 570"/>
                <a:gd name="T5" fmla="*/ 2147483647 h 222"/>
                <a:gd name="T6" fmla="*/ 2147483647 w 570"/>
                <a:gd name="T7" fmla="*/ 2147483647 h 222"/>
                <a:gd name="T8" fmla="*/ 2147483647 w 570"/>
                <a:gd name="T9" fmla="*/ 2147483647 h 222"/>
                <a:gd name="T10" fmla="*/ 2147483647 w 570"/>
                <a:gd name="T11" fmla="*/ 2147483647 h 222"/>
                <a:gd name="T12" fmla="*/ 2147483647 w 570"/>
                <a:gd name="T13" fmla="*/ 2147483647 h 222"/>
                <a:gd name="T14" fmla="*/ 2147483647 w 570"/>
                <a:gd name="T15" fmla="*/ 2147483647 h 222"/>
                <a:gd name="T16" fmla="*/ 2147483647 w 570"/>
                <a:gd name="T17" fmla="*/ 2147483647 h 222"/>
                <a:gd name="T18" fmla="*/ 2147483647 w 570"/>
                <a:gd name="T19" fmla="*/ 2147483647 h 222"/>
                <a:gd name="T20" fmla="*/ 2147483647 w 570"/>
                <a:gd name="T21" fmla="*/ 2147483647 h 222"/>
                <a:gd name="T22" fmla="*/ 2147483647 w 570"/>
                <a:gd name="T23" fmla="*/ 2147483647 h 222"/>
                <a:gd name="T24" fmla="*/ 2147483647 w 570"/>
                <a:gd name="T25" fmla="*/ 2147483647 h 222"/>
                <a:gd name="T26" fmla="*/ 2147483647 w 570"/>
                <a:gd name="T27" fmla="*/ 2147483647 h 222"/>
                <a:gd name="T28" fmla="*/ 2147483647 w 570"/>
                <a:gd name="T29" fmla="*/ 2147483647 h 222"/>
                <a:gd name="T30" fmla="*/ 2147483647 w 570"/>
                <a:gd name="T31" fmla="*/ 2147483647 h 222"/>
                <a:gd name="T32" fmla="*/ 2147483647 w 570"/>
                <a:gd name="T33" fmla="*/ 2147483647 h 222"/>
                <a:gd name="T34" fmla="*/ 2147483647 w 570"/>
                <a:gd name="T35" fmla="*/ 2147483647 h 222"/>
                <a:gd name="T36" fmla="*/ 2147483647 w 570"/>
                <a:gd name="T37" fmla="*/ 2147483647 h 222"/>
                <a:gd name="T38" fmla="*/ 2147483647 w 570"/>
                <a:gd name="T39" fmla="*/ 2147483647 h 222"/>
                <a:gd name="T40" fmla="*/ 2147483647 w 570"/>
                <a:gd name="T41" fmla="*/ 2147483647 h 222"/>
                <a:gd name="T42" fmla="*/ 2147483647 w 570"/>
                <a:gd name="T43" fmla="*/ 2147483647 h 222"/>
                <a:gd name="T44" fmla="*/ 2147483647 w 570"/>
                <a:gd name="T45" fmla="*/ 2147483647 h 222"/>
                <a:gd name="T46" fmla="*/ 2147483647 w 570"/>
                <a:gd name="T47" fmla="*/ 2147483647 h 222"/>
                <a:gd name="T48" fmla="*/ 2147483647 w 570"/>
                <a:gd name="T49" fmla="*/ 2147483647 h 222"/>
                <a:gd name="T50" fmla="*/ 2147483647 w 570"/>
                <a:gd name="T51" fmla="*/ 2147483647 h 222"/>
                <a:gd name="T52" fmla="*/ 2147483647 w 570"/>
                <a:gd name="T53" fmla="*/ 2147483647 h 222"/>
                <a:gd name="T54" fmla="*/ 2147483647 w 570"/>
                <a:gd name="T55" fmla="*/ 2147483647 h 222"/>
                <a:gd name="T56" fmla="*/ 2147483647 w 570"/>
                <a:gd name="T57" fmla="*/ 2147483647 h 222"/>
                <a:gd name="T58" fmla="*/ 2147483647 w 570"/>
                <a:gd name="T59" fmla="*/ 2147483647 h 222"/>
                <a:gd name="T60" fmla="*/ 2147483647 w 570"/>
                <a:gd name="T61" fmla="*/ 2147483647 h 222"/>
                <a:gd name="T62" fmla="*/ 2147483647 w 570"/>
                <a:gd name="T63" fmla="*/ 2147483647 h 222"/>
                <a:gd name="T64" fmla="*/ 2147483647 w 570"/>
                <a:gd name="T65" fmla="*/ 2147483647 h 222"/>
                <a:gd name="T66" fmla="*/ 0 w 570"/>
                <a:gd name="T67" fmla="*/ 2147483647 h 222"/>
                <a:gd name="T68" fmla="*/ 2147483647 w 570"/>
                <a:gd name="T69" fmla="*/ 2147483647 h 222"/>
                <a:gd name="T70" fmla="*/ 2147483647 w 570"/>
                <a:gd name="T71" fmla="*/ 2147483647 h 222"/>
                <a:gd name="T72" fmla="*/ 2147483647 w 570"/>
                <a:gd name="T73" fmla="*/ 2147483647 h 222"/>
                <a:gd name="T74" fmla="*/ 2147483647 w 570"/>
                <a:gd name="T75" fmla="*/ 2147483647 h 222"/>
                <a:gd name="T76" fmla="*/ 2147483647 w 570"/>
                <a:gd name="T77" fmla="*/ 2147483647 h 222"/>
                <a:gd name="T78" fmla="*/ 2147483647 w 570"/>
                <a:gd name="T79" fmla="*/ 2147483647 h 222"/>
                <a:gd name="T80" fmla="*/ 2147483647 w 570"/>
                <a:gd name="T81" fmla="*/ 2147483647 h 222"/>
                <a:gd name="T82" fmla="*/ 2147483647 w 570"/>
                <a:gd name="T83" fmla="*/ 2147483647 h 222"/>
                <a:gd name="T84" fmla="*/ 2147483647 w 570"/>
                <a:gd name="T85" fmla="*/ 2147483647 h 222"/>
                <a:gd name="T86" fmla="*/ 2147483647 w 570"/>
                <a:gd name="T87" fmla="*/ 2147483647 h 222"/>
                <a:gd name="T88" fmla="*/ 2147483647 w 570"/>
                <a:gd name="T89" fmla="*/ 2147483647 h 222"/>
                <a:gd name="T90" fmla="*/ 2147483647 w 570"/>
                <a:gd name="T91" fmla="*/ 2147483647 h 222"/>
                <a:gd name="T92" fmla="*/ 2147483647 w 570"/>
                <a:gd name="T93" fmla="*/ 2147483647 h 22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70"/>
                <a:gd name="T142" fmla="*/ 0 h 222"/>
                <a:gd name="T143" fmla="*/ 570 w 570"/>
                <a:gd name="T144" fmla="*/ 222 h 22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70" h="222">
                  <a:moveTo>
                    <a:pt x="252" y="222"/>
                  </a:moveTo>
                  <a:lnTo>
                    <a:pt x="270" y="216"/>
                  </a:lnTo>
                  <a:lnTo>
                    <a:pt x="306" y="216"/>
                  </a:lnTo>
                  <a:lnTo>
                    <a:pt x="312" y="204"/>
                  </a:lnTo>
                  <a:lnTo>
                    <a:pt x="312" y="192"/>
                  </a:lnTo>
                  <a:lnTo>
                    <a:pt x="324" y="198"/>
                  </a:lnTo>
                  <a:lnTo>
                    <a:pt x="330" y="198"/>
                  </a:lnTo>
                  <a:lnTo>
                    <a:pt x="342" y="204"/>
                  </a:lnTo>
                  <a:lnTo>
                    <a:pt x="348" y="204"/>
                  </a:lnTo>
                  <a:lnTo>
                    <a:pt x="360" y="192"/>
                  </a:lnTo>
                  <a:lnTo>
                    <a:pt x="360" y="186"/>
                  </a:lnTo>
                  <a:lnTo>
                    <a:pt x="372" y="186"/>
                  </a:lnTo>
                  <a:lnTo>
                    <a:pt x="378" y="192"/>
                  </a:lnTo>
                  <a:lnTo>
                    <a:pt x="390" y="192"/>
                  </a:lnTo>
                  <a:lnTo>
                    <a:pt x="414" y="180"/>
                  </a:lnTo>
                  <a:lnTo>
                    <a:pt x="432" y="168"/>
                  </a:lnTo>
                  <a:lnTo>
                    <a:pt x="456" y="156"/>
                  </a:lnTo>
                  <a:lnTo>
                    <a:pt x="474" y="156"/>
                  </a:lnTo>
                  <a:lnTo>
                    <a:pt x="480" y="162"/>
                  </a:lnTo>
                  <a:lnTo>
                    <a:pt x="492" y="162"/>
                  </a:lnTo>
                  <a:lnTo>
                    <a:pt x="504" y="156"/>
                  </a:lnTo>
                  <a:lnTo>
                    <a:pt x="510" y="144"/>
                  </a:lnTo>
                  <a:lnTo>
                    <a:pt x="510" y="138"/>
                  </a:lnTo>
                  <a:lnTo>
                    <a:pt x="516" y="126"/>
                  </a:lnTo>
                  <a:lnTo>
                    <a:pt x="528" y="126"/>
                  </a:lnTo>
                  <a:lnTo>
                    <a:pt x="552" y="114"/>
                  </a:lnTo>
                  <a:lnTo>
                    <a:pt x="564" y="102"/>
                  </a:lnTo>
                  <a:lnTo>
                    <a:pt x="570" y="102"/>
                  </a:lnTo>
                  <a:lnTo>
                    <a:pt x="552" y="102"/>
                  </a:lnTo>
                  <a:lnTo>
                    <a:pt x="570" y="84"/>
                  </a:lnTo>
                  <a:lnTo>
                    <a:pt x="570" y="78"/>
                  </a:lnTo>
                  <a:lnTo>
                    <a:pt x="564" y="72"/>
                  </a:lnTo>
                  <a:lnTo>
                    <a:pt x="552" y="66"/>
                  </a:lnTo>
                  <a:lnTo>
                    <a:pt x="540" y="66"/>
                  </a:lnTo>
                  <a:lnTo>
                    <a:pt x="534" y="72"/>
                  </a:lnTo>
                  <a:lnTo>
                    <a:pt x="528" y="72"/>
                  </a:lnTo>
                  <a:lnTo>
                    <a:pt x="534" y="60"/>
                  </a:lnTo>
                  <a:lnTo>
                    <a:pt x="504" y="60"/>
                  </a:lnTo>
                  <a:lnTo>
                    <a:pt x="522" y="36"/>
                  </a:lnTo>
                  <a:lnTo>
                    <a:pt x="504" y="36"/>
                  </a:lnTo>
                  <a:lnTo>
                    <a:pt x="510" y="18"/>
                  </a:lnTo>
                  <a:lnTo>
                    <a:pt x="480" y="24"/>
                  </a:lnTo>
                  <a:lnTo>
                    <a:pt x="474" y="18"/>
                  </a:lnTo>
                  <a:lnTo>
                    <a:pt x="462" y="12"/>
                  </a:lnTo>
                  <a:lnTo>
                    <a:pt x="456" y="6"/>
                  </a:lnTo>
                  <a:lnTo>
                    <a:pt x="444" y="0"/>
                  </a:lnTo>
                  <a:lnTo>
                    <a:pt x="432" y="0"/>
                  </a:lnTo>
                  <a:lnTo>
                    <a:pt x="432" y="24"/>
                  </a:lnTo>
                  <a:lnTo>
                    <a:pt x="414" y="30"/>
                  </a:lnTo>
                  <a:lnTo>
                    <a:pt x="408" y="30"/>
                  </a:lnTo>
                  <a:lnTo>
                    <a:pt x="402" y="24"/>
                  </a:lnTo>
                  <a:lnTo>
                    <a:pt x="378" y="24"/>
                  </a:lnTo>
                  <a:lnTo>
                    <a:pt x="372" y="30"/>
                  </a:lnTo>
                  <a:lnTo>
                    <a:pt x="366" y="42"/>
                  </a:lnTo>
                  <a:lnTo>
                    <a:pt x="360" y="36"/>
                  </a:lnTo>
                  <a:lnTo>
                    <a:pt x="348" y="30"/>
                  </a:lnTo>
                  <a:lnTo>
                    <a:pt x="342" y="24"/>
                  </a:lnTo>
                  <a:lnTo>
                    <a:pt x="336" y="24"/>
                  </a:lnTo>
                  <a:lnTo>
                    <a:pt x="330" y="30"/>
                  </a:lnTo>
                  <a:lnTo>
                    <a:pt x="330" y="60"/>
                  </a:lnTo>
                  <a:lnTo>
                    <a:pt x="324" y="48"/>
                  </a:lnTo>
                  <a:lnTo>
                    <a:pt x="318" y="42"/>
                  </a:lnTo>
                  <a:lnTo>
                    <a:pt x="306" y="36"/>
                  </a:lnTo>
                  <a:lnTo>
                    <a:pt x="300" y="24"/>
                  </a:lnTo>
                  <a:lnTo>
                    <a:pt x="288" y="24"/>
                  </a:lnTo>
                  <a:lnTo>
                    <a:pt x="288" y="30"/>
                  </a:lnTo>
                  <a:lnTo>
                    <a:pt x="270" y="30"/>
                  </a:lnTo>
                  <a:lnTo>
                    <a:pt x="264" y="36"/>
                  </a:lnTo>
                  <a:lnTo>
                    <a:pt x="264" y="54"/>
                  </a:lnTo>
                  <a:lnTo>
                    <a:pt x="252" y="54"/>
                  </a:lnTo>
                  <a:lnTo>
                    <a:pt x="240" y="42"/>
                  </a:lnTo>
                  <a:lnTo>
                    <a:pt x="228" y="36"/>
                  </a:lnTo>
                  <a:lnTo>
                    <a:pt x="222" y="30"/>
                  </a:lnTo>
                  <a:lnTo>
                    <a:pt x="216" y="30"/>
                  </a:lnTo>
                  <a:lnTo>
                    <a:pt x="216" y="48"/>
                  </a:lnTo>
                  <a:lnTo>
                    <a:pt x="210" y="60"/>
                  </a:lnTo>
                  <a:lnTo>
                    <a:pt x="210" y="72"/>
                  </a:lnTo>
                  <a:lnTo>
                    <a:pt x="204" y="72"/>
                  </a:lnTo>
                  <a:lnTo>
                    <a:pt x="192" y="60"/>
                  </a:lnTo>
                  <a:lnTo>
                    <a:pt x="186" y="60"/>
                  </a:lnTo>
                  <a:lnTo>
                    <a:pt x="162" y="84"/>
                  </a:lnTo>
                  <a:lnTo>
                    <a:pt x="162" y="90"/>
                  </a:lnTo>
                  <a:lnTo>
                    <a:pt x="156" y="84"/>
                  </a:lnTo>
                  <a:lnTo>
                    <a:pt x="144" y="60"/>
                  </a:lnTo>
                  <a:lnTo>
                    <a:pt x="162" y="42"/>
                  </a:lnTo>
                  <a:lnTo>
                    <a:pt x="162" y="36"/>
                  </a:lnTo>
                  <a:lnTo>
                    <a:pt x="156" y="30"/>
                  </a:lnTo>
                  <a:lnTo>
                    <a:pt x="108" y="6"/>
                  </a:lnTo>
                  <a:lnTo>
                    <a:pt x="96" y="6"/>
                  </a:lnTo>
                  <a:lnTo>
                    <a:pt x="96" y="36"/>
                  </a:lnTo>
                  <a:lnTo>
                    <a:pt x="90" y="36"/>
                  </a:lnTo>
                  <a:lnTo>
                    <a:pt x="84" y="30"/>
                  </a:lnTo>
                  <a:lnTo>
                    <a:pt x="78" y="30"/>
                  </a:lnTo>
                  <a:lnTo>
                    <a:pt x="66" y="24"/>
                  </a:lnTo>
                  <a:lnTo>
                    <a:pt x="54" y="24"/>
                  </a:lnTo>
                  <a:lnTo>
                    <a:pt x="42" y="30"/>
                  </a:lnTo>
                  <a:lnTo>
                    <a:pt x="30" y="42"/>
                  </a:lnTo>
                  <a:lnTo>
                    <a:pt x="48" y="54"/>
                  </a:lnTo>
                  <a:lnTo>
                    <a:pt x="30" y="54"/>
                  </a:lnTo>
                  <a:lnTo>
                    <a:pt x="18" y="60"/>
                  </a:lnTo>
                  <a:lnTo>
                    <a:pt x="12" y="66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8" y="78"/>
                  </a:lnTo>
                  <a:lnTo>
                    <a:pt x="30" y="78"/>
                  </a:lnTo>
                  <a:lnTo>
                    <a:pt x="54" y="66"/>
                  </a:lnTo>
                  <a:lnTo>
                    <a:pt x="66" y="66"/>
                  </a:lnTo>
                  <a:lnTo>
                    <a:pt x="72" y="60"/>
                  </a:lnTo>
                  <a:lnTo>
                    <a:pt x="78" y="60"/>
                  </a:lnTo>
                  <a:lnTo>
                    <a:pt x="126" y="72"/>
                  </a:lnTo>
                  <a:lnTo>
                    <a:pt x="90" y="90"/>
                  </a:lnTo>
                  <a:lnTo>
                    <a:pt x="102" y="90"/>
                  </a:lnTo>
                  <a:lnTo>
                    <a:pt x="108" y="96"/>
                  </a:lnTo>
                  <a:lnTo>
                    <a:pt x="114" y="96"/>
                  </a:lnTo>
                  <a:lnTo>
                    <a:pt x="120" y="102"/>
                  </a:lnTo>
                  <a:lnTo>
                    <a:pt x="114" y="102"/>
                  </a:lnTo>
                  <a:lnTo>
                    <a:pt x="108" y="108"/>
                  </a:lnTo>
                  <a:lnTo>
                    <a:pt x="6" y="108"/>
                  </a:lnTo>
                  <a:lnTo>
                    <a:pt x="0" y="114"/>
                  </a:lnTo>
                  <a:lnTo>
                    <a:pt x="12" y="120"/>
                  </a:lnTo>
                  <a:lnTo>
                    <a:pt x="60" y="120"/>
                  </a:lnTo>
                  <a:lnTo>
                    <a:pt x="84" y="132"/>
                  </a:lnTo>
                  <a:lnTo>
                    <a:pt x="90" y="138"/>
                  </a:lnTo>
                  <a:lnTo>
                    <a:pt x="126" y="132"/>
                  </a:lnTo>
                  <a:lnTo>
                    <a:pt x="108" y="150"/>
                  </a:lnTo>
                  <a:lnTo>
                    <a:pt x="120" y="156"/>
                  </a:lnTo>
                  <a:lnTo>
                    <a:pt x="114" y="162"/>
                  </a:lnTo>
                  <a:lnTo>
                    <a:pt x="114" y="168"/>
                  </a:lnTo>
                  <a:lnTo>
                    <a:pt x="108" y="174"/>
                  </a:lnTo>
                  <a:lnTo>
                    <a:pt x="90" y="174"/>
                  </a:lnTo>
                  <a:lnTo>
                    <a:pt x="78" y="180"/>
                  </a:lnTo>
                  <a:lnTo>
                    <a:pt x="54" y="180"/>
                  </a:lnTo>
                  <a:lnTo>
                    <a:pt x="54" y="186"/>
                  </a:lnTo>
                  <a:lnTo>
                    <a:pt x="66" y="192"/>
                  </a:lnTo>
                  <a:lnTo>
                    <a:pt x="120" y="192"/>
                  </a:lnTo>
                  <a:lnTo>
                    <a:pt x="132" y="186"/>
                  </a:lnTo>
                  <a:lnTo>
                    <a:pt x="138" y="180"/>
                  </a:lnTo>
                  <a:lnTo>
                    <a:pt x="168" y="198"/>
                  </a:lnTo>
                  <a:lnTo>
                    <a:pt x="180" y="186"/>
                  </a:lnTo>
                  <a:lnTo>
                    <a:pt x="180" y="198"/>
                  </a:lnTo>
                  <a:lnTo>
                    <a:pt x="228" y="222"/>
                  </a:lnTo>
                  <a:lnTo>
                    <a:pt x="252" y="222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70" name="Hungary" descr="© INSCALE GmbH, 05.05.2010&#10;http://www.presentationload.com/">
              <a:extLst>
                <a:ext uri="{FF2B5EF4-FFF2-40B4-BE49-F238E27FC236}">
                  <a16:creationId xmlns:a16="http://schemas.microsoft.com/office/drawing/2014/main" id="{770B4309-A136-459A-9359-7DDEC2D35469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635850" y="1551444"/>
              <a:ext cx="166655" cy="87150"/>
            </a:xfrm>
            <a:custGeom>
              <a:avLst/>
              <a:gdLst>
                <a:gd name="T0" fmla="*/ 2147483647 w 426"/>
                <a:gd name="T1" fmla="*/ 2147483647 h 222"/>
                <a:gd name="T2" fmla="*/ 2147483647 w 426"/>
                <a:gd name="T3" fmla="*/ 2147483647 h 222"/>
                <a:gd name="T4" fmla="*/ 2147483647 w 426"/>
                <a:gd name="T5" fmla="*/ 2147483647 h 222"/>
                <a:gd name="T6" fmla="*/ 0 w 426"/>
                <a:gd name="T7" fmla="*/ 2147483647 h 222"/>
                <a:gd name="T8" fmla="*/ 2147483647 w 426"/>
                <a:gd name="T9" fmla="*/ 2147483647 h 222"/>
                <a:gd name="T10" fmla="*/ 2147483647 w 426"/>
                <a:gd name="T11" fmla="*/ 2147483647 h 222"/>
                <a:gd name="T12" fmla="*/ 2147483647 w 426"/>
                <a:gd name="T13" fmla="*/ 2147483647 h 222"/>
                <a:gd name="T14" fmla="*/ 2147483647 w 426"/>
                <a:gd name="T15" fmla="*/ 2147483647 h 222"/>
                <a:gd name="T16" fmla="*/ 2147483647 w 426"/>
                <a:gd name="T17" fmla="*/ 2147483647 h 222"/>
                <a:gd name="T18" fmla="*/ 2147483647 w 426"/>
                <a:gd name="T19" fmla="*/ 2147483647 h 222"/>
                <a:gd name="T20" fmla="*/ 2147483647 w 426"/>
                <a:gd name="T21" fmla="*/ 2147483647 h 222"/>
                <a:gd name="T22" fmla="*/ 2147483647 w 426"/>
                <a:gd name="T23" fmla="*/ 2147483647 h 222"/>
                <a:gd name="T24" fmla="*/ 2147483647 w 426"/>
                <a:gd name="T25" fmla="*/ 2147483647 h 222"/>
                <a:gd name="T26" fmla="*/ 2147483647 w 426"/>
                <a:gd name="T27" fmla="*/ 2147483647 h 222"/>
                <a:gd name="T28" fmla="*/ 2147483647 w 426"/>
                <a:gd name="T29" fmla="*/ 2147483647 h 222"/>
                <a:gd name="T30" fmla="*/ 2147483647 w 426"/>
                <a:gd name="T31" fmla="*/ 2147483647 h 222"/>
                <a:gd name="T32" fmla="*/ 2147483647 w 426"/>
                <a:gd name="T33" fmla="*/ 2147483647 h 222"/>
                <a:gd name="T34" fmla="*/ 2147483647 w 426"/>
                <a:gd name="T35" fmla="*/ 2147483647 h 222"/>
                <a:gd name="T36" fmla="*/ 2147483647 w 426"/>
                <a:gd name="T37" fmla="*/ 2147483647 h 222"/>
                <a:gd name="T38" fmla="*/ 2147483647 w 426"/>
                <a:gd name="T39" fmla="*/ 2147483647 h 222"/>
                <a:gd name="T40" fmla="*/ 2147483647 w 426"/>
                <a:gd name="T41" fmla="*/ 2147483647 h 222"/>
                <a:gd name="T42" fmla="*/ 2147483647 w 426"/>
                <a:gd name="T43" fmla="*/ 2147483647 h 222"/>
                <a:gd name="T44" fmla="*/ 2147483647 w 426"/>
                <a:gd name="T45" fmla="*/ 2147483647 h 222"/>
                <a:gd name="T46" fmla="*/ 2147483647 w 426"/>
                <a:gd name="T47" fmla="*/ 2147483647 h 222"/>
                <a:gd name="T48" fmla="*/ 2147483647 w 426"/>
                <a:gd name="T49" fmla="*/ 0 h 222"/>
                <a:gd name="T50" fmla="*/ 2147483647 w 426"/>
                <a:gd name="T51" fmla="*/ 2147483647 h 222"/>
                <a:gd name="T52" fmla="*/ 2147483647 w 426"/>
                <a:gd name="T53" fmla="*/ 0 h 222"/>
                <a:gd name="T54" fmla="*/ 2147483647 w 426"/>
                <a:gd name="T55" fmla="*/ 2147483647 h 222"/>
                <a:gd name="T56" fmla="*/ 2147483647 w 426"/>
                <a:gd name="T57" fmla="*/ 2147483647 h 222"/>
                <a:gd name="T58" fmla="*/ 2147483647 w 426"/>
                <a:gd name="T59" fmla="*/ 2147483647 h 222"/>
                <a:gd name="T60" fmla="*/ 2147483647 w 426"/>
                <a:gd name="T61" fmla="*/ 2147483647 h 222"/>
                <a:gd name="T62" fmla="*/ 2147483647 w 426"/>
                <a:gd name="T63" fmla="*/ 2147483647 h 222"/>
                <a:gd name="T64" fmla="*/ 2147483647 w 426"/>
                <a:gd name="T65" fmla="*/ 2147483647 h 222"/>
                <a:gd name="T66" fmla="*/ 2147483647 w 426"/>
                <a:gd name="T67" fmla="*/ 2147483647 h 222"/>
                <a:gd name="T68" fmla="*/ 2147483647 w 426"/>
                <a:gd name="T69" fmla="*/ 2147483647 h 222"/>
                <a:gd name="T70" fmla="*/ 2147483647 w 426"/>
                <a:gd name="T71" fmla="*/ 2147483647 h 22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426"/>
                <a:gd name="T109" fmla="*/ 0 h 222"/>
                <a:gd name="T110" fmla="*/ 426 w 426"/>
                <a:gd name="T111" fmla="*/ 222 h 22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426" h="222">
                  <a:moveTo>
                    <a:pt x="42" y="66"/>
                  </a:moveTo>
                  <a:lnTo>
                    <a:pt x="24" y="66"/>
                  </a:lnTo>
                  <a:lnTo>
                    <a:pt x="18" y="78"/>
                  </a:lnTo>
                  <a:lnTo>
                    <a:pt x="30" y="78"/>
                  </a:lnTo>
                  <a:lnTo>
                    <a:pt x="18" y="96"/>
                  </a:lnTo>
                  <a:lnTo>
                    <a:pt x="18" y="120"/>
                  </a:lnTo>
                  <a:lnTo>
                    <a:pt x="0" y="120"/>
                  </a:lnTo>
                  <a:lnTo>
                    <a:pt x="0" y="126"/>
                  </a:lnTo>
                  <a:lnTo>
                    <a:pt x="6" y="132"/>
                  </a:lnTo>
                  <a:lnTo>
                    <a:pt x="12" y="150"/>
                  </a:lnTo>
                  <a:lnTo>
                    <a:pt x="30" y="162"/>
                  </a:lnTo>
                  <a:lnTo>
                    <a:pt x="42" y="168"/>
                  </a:lnTo>
                  <a:lnTo>
                    <a:pt x="48" y="174"/>
                  </a:lnTo>
                  <a:lnTo>
                    <a:pt x="48" y="180"/>
                  </a:lnTo>
                  <a:lnTo>
                    <a:pt x="60" y="192"/>
                  </a:lnTo>
                  <a:lnTo>
                    <a:pt x="72" y="198"/>
                  </a:lnTo>
                  <a:lnTo>
                    <a:pt x="78" y="204"/>
                  </a:lnTo>
                  <a:lnTo>
                    <a:pt x="90" y="210"/>
                  </a:lnTo>
                  <a:lnTo>
                    <a:pt x="108" y="210"/>
                  </a:lnTo>
                  <a:lnTo>
                    <a:pt x="114" y="222"/>
                  </a:lnTo>
                  <a:lnTo>
                    <a:pt x="156" y="216"/>
                  </a:lnTo>
                  <a:lnTo>
                    <a:pt x="168" y="210"/>
                  </a:lnTo>
                  <a:lnTo>
                    <a:pt x="174" y="204"/>
                  </a:lnTo>
                  <a:lnTo>
                    <a:pt x="198" y="204"/>
                  </a:lnTo>
                  <a:lnTo>
                    <a:pt x="216" y="186"/>
                  </a:lnTo>
                  <a:lnTo>
                    <a:pt x="240" y="186"/>
                  </a:lnTo>
                  <a:lnTo>
                    <a:pt x="258" y="198"/>
                  </a:lnTo>
                  <a:lnTo>
                    <a:pt x="288" y="192"/>
                  </a:lnTo>
                  <a:lnTo>
                    <a:pt x="288" y="174"/>
                  </a:lnTo>
                  <a:lnTo>
                    <a:pt x="306" y="180"/>
                  </a:lnTo>
                  <a:lnTo>
                    <a:pt x="312" y="174"/>
                  </a:lnTo>
                  <a:lnTo>
                    <a:pt x="324" y="168"/>
                  </a:lnTo>
                  <a:lnTo>
                    <a:pt x="330" y="162"/>
                  </a:lnTo>
                  <a:lnTo>
                    <a:pt x="330" y="144"/>
                  </a:lnTo>
                  <a:lnTo>
                    <a:pt x="336" y="138"/>
                  </a:lnTo>
                  <a:lnTo>
                    <a:pt x="348" y="132"/>
                  </a:lnTo>
                  <a:lnTo>
                    <a:pt x="366" y="114"/>
                  </a:lnTo>
                  <a:lnTo>
                    <a:pt x="366" y="72"/>
                  </a:lnTo>
                  <a:lnTo>
                    <a:pt x="378" y="60"/>
                  </a:lnTo>
                  <a:lnTo>
                    <a:pt x="408" y="60"/>
                  </a:lnTo>
                  <a:lnTo>
                    <a:pt x="426" y="42"/>
                  </a:lnTo>
                  <a:lnTo>
                    <a:pt x="420" y="36"/>
                  </a:lnTo>
                  <a:lnTo>
                    <a:pt x="408" y="36"/>
                  </a:lnTo>
                  <a:lnTo>
                    <a:pt x="402" y="30"/>
                  </a:lnTo>
                  <a:lnTo>
                    <a:pt x="396" y="30"/>
                  </a:lnTo>
                  <a:lnTo>
                    <a:pt x="372" y="6"/>
                  </a:lnTo>
                  <a:lnTo>
                    <a:pt x="348" y="6"/>
                  </a:lnTo>
                  <a:lnTo>
                    <a:pt x="336" y="12"/>
                  </a:lnTo>
                  <a:lnTo>
                    <a:pt x="324" y="12"/>
                  </a:lnTo>
                  <a:lnTo>
                    <a:pt x="324" y="0"/>
                  </a:lnTo>
                  <a:lnTo>
                    <a:pt x="312" y="0"/>
                  </a:lnTo>
                  <a:lnTo>
                    <a:pt x="312" y="18"/>
                  </a:lnTo>
                  <a:lnTo>
                    <a:pt x="294" y="12"/>
                  </a:lnTo>
                  <a:lnTo>
                    <a:pt x="294" y="0"/>
                  </a:lnTo>
                  <a:lnTo>
                    <a:pt x="270" y="0"/>
                  </a:lnTo>
                  <a:lnTo>
                    <a:pt x="264" y="12"/>
                  </a:lnTo>
                  <a:lnTo>
                    <a:pt x="252" y="24"/>
                  </a:lnTo>
                  <a:lnTo>
                    <a:pt x="246" y="24"/>
                  </a:lnTo>
                  <a:lnTo>
                    <a:pt x="234" y="30"/>
                  </a:lnTo>
                  <a:lnTo>
                    <a:pt x="210" y="30"/>
                  </a:lnTo>
                  <a:lnTo>
                    <a:pt x="204" y="42"/>
                  </a:lnTo>
                  <a:lnTo>
                    <a:pt x="168" y="36"/>
                  </a:lnTo>
                  <a:lnTo>
                    <a:pt x="156" y="60"/>
                  </a:lnTo>
                  <a:lnTo>
                    <a:pt x="144" y="60"/>
                  </a:lnTo>
                  <a:lnTo>
                    <a:pt x="126" y="66"/>
                  </a:lnTo>
                  <a:lnTo>
                    <a:pt x="84" y="66"/>
                  </a:lnTo>
                  <a:lnTo>
                    <a:pt x="78" y="60"/>
                  </a:lnTo>
                  <a:lnTo>
                    <a:pt x="72" y="48"/>
                  </a:lnTo>
                  <a:lnTo>
                    <a:pt x="66" y="42"/>
                  </a:lnTo>
                  <a:lnTo>
                    <a:pt x="54" y="60"/>
                  </a:lnTo>
                  <a:lnTo>
                    <a:pt x="42" y="54"/>
                  </a:lnTo>
                  <a:lnTo>
                    <a:pt x="42" y="66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75" name="Guinea-Bissau" descr="© INSCALE GmbH, 05.05.2010&#10;http://www.presentationload.com/">
              <a:extLst>
                <a:ext uri="{FF2B5EF4-FFF2-40B4-BE49-F238E27FC236}">
                  <a16:creationId xmlns:a16="http://schemas.microsoft.com/office/drawing/2014/main" id="{1970879B-544C-4FAB-ABA6-C0A082A1E8E3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756700" y="2675224"/>
              <a:ext cx="71861" cy="61159"/>
            </a:xfrm>
            <a:custGeom>
              <a:avLst/>
              <a:gdLst>
                <a:gd name="T0" fmla="*/ 2147483647 w 186"/>
                <a:gd name="T1" fmla="*/ 2147483647 h 156"/>
                <a:gd name="T2" fmla="*/ 2147483647 w 186"/>
                <a:gd name="T3" fmla="*/ 2147483647 h 156"/>
                <a:gd name="T4" fmla="*/ 2147483647 w 186"/>
                <a:gd name="T5" fmla="*/ 2147483647 h 156"/>
                <a:gd name="T6" fmla="*/ 2147483647 w 186"/>
                <a:gd name="T7" fmla="*/ 2147483647 h 156"/>
                <a:gd name="T8" fmla="*/ 2147483647 w 186"/>
                <a:gd name="T9" fmla="*/ 2147483647 h 156"/>
                <a:gd name="T10" fmla="*/ 2147483647 w 186"/>
                <a:gd name="T11" fmla="*/ 2147483647 h 156"/>
                <a:gd name="T12" fmla="*/ 2147483647 w 186"/>
                <a:gd name="T13" fmla="*/ 2147483647 h 156"/>
                <a:gd name="T14" fmla="*/ 2147483647 w 186"/>
                <a:gd name="T15" fmla="*/ 2147483647 h 156"/>
                <a:gd name="T16" fmla="*/ 2147483647 w 186"/>
                <a:gd name="T17" fmla="*/ 2147483647 h 156"/>
                <a:gd name="T18" fmla="*/ 2147483647 w 186"/>
                <a:gd name="T19" fmla="*/ 2147483647 h 156"/>
                <a:gd name="T20" fmla="*/ 2147483647 w 186"/>
                <a:gd name="T21" fmla="*/ 2147483647 h 156"/>
                <a:gd name="T22" fmla="*/ 2147483647 w 186"/>
                <a:gd name="T23" fmla="*/ 2147483647 h 156"/>
                <a:gd name="T24" fmla="*/ 2147483647 w 186"/>
                <a:gd name="T25" fmla="*/ 2147483647 h 156"/>
                <a:gd name="T26" fmla="*/ 2147483647 w 186"/>
                <a:gd name="T27" fmla="*/ 2147483647 h 156"/>
                <a:gd name="T28" fmla="*/ 2147483647 w 186"/>
                <a:gd name="T29" fmla="*/ 0 h 156"/>
                <a:gd name="T30" fmla="*/ 2147483647 w 186"/>
                <a:gd name="T31" fmla="*/ 2147483647 h 156"/>
                <a:gd name="T32" fmla="*/ 2147483647 w 186"/>
                <a:gd name="T33" fmla="*/ 2147483647 h 156"/>
                <a:gd name="T34" fmla="*/ 2147483647 w 186"/>
                <a:gd name="T35" fmla="*/ 2147483647 h 156"/>
                <a:gd name="T36" fmla="*/ 0 w 186"/>
                <a:gd name="T37" fmla="*/ 2147483647 h 156"/>
                <a:gd name="T38" fmla="*/ 2147483647 w 186"/>
                <a:gd name="T39" fmla="*/ 2147483647 h 156"/>
                <a:gd name="T40" fmla="*/ 2147483647 w 186"/>
                <a:gd name="T41" fmla="*/ 2147483647 h 156"/>
                <a:gd name="T42" fmla="*/ 2147483647 w 186"/>
                <a:gd name="T43" fmla="*/ 2147483647 h 156"/>
                <a:gd name="T44" fmla="*/ 2147483647 w 186"/>
                <a:gd name="T45" fmla="*/ 2147483647 h 156"/>
                <a:gd name="T46" fmla="*/ 2147483647 w 186"/>
                <a:gd name="T47" fmla="*/ 2147483647 h 156"/>
                <a:gd name="T48" fmla="*/ 2147483647 w 186"/>
                <a:gd name="T49" fmla="*/ 2147483647 h 156"/>
                <a:gd name="T50" fmla="*/ 2147483647 w 186"/>
                <a:gd name="T51" fmla="*/ 2147483647 h 156"/>
                <a:gd name="T52" fmla="*/ 2147483647 w 186"/>
                <a:gd name="T53" fmla="*/ 2147483647 h 156"/>
                <a:gd name="T54" fmla="*/ 2147483647 w 186"/>
                <a:gd name="T55" fmla="*/ 2147483647 h 156"/>
                <a:gd name="T56" fmla="*/ 2147483647 w 186"/>
                <a:gd name="T57" fmla="*/ 2147483647 h 156"/>
                <a:gd name="T58" fmla="*/ 2147483647 w 186"/>
                <a:gd name="T59" fmla="*/ 2147483647 h 156"/>
                <a:gd name="T60" fmla="*/ 2147483647 w 186"/>
                <a:gd name="T61" fmla="*/ 2147483647 h 156"/>
                <a:gd name="T62" fmla="*/ 2147483647 w 186"/>
                <a:gd name="T63" fmla="*/ 2147483647 h 156"/>
                <a:gd name="T64" fmla="*/ 2147483647 w 186"/>
                <a:gd name="T65" fmla="*/ 2147483647 h 156"/>
                <a:gd name="T66" fmla="*/ 2147483647 w 186"/>
                <a:gd name="T67" fmla="*/ 2147483647 h 156"/>
                <a:gd name="T68" fmla="*/ 2147483647 w 186"/>
                <a:gd name="T69" fmla="*/ 2147483647 h 156"/>
                <a:gd name="T70" fmla="*/ 2147483647 w 186"/>
                <a:gd name="T71" fmla="*/ 2147483647 h 156"/>
                <a:gd name="T72" fmla="*/ 2147483647 w 186"/>
                <a:gd name="T73" fmla="*/ 2147483647 h 15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86"/>
                <a:gd name="T112" fmla="*/ 0 h 156"/>
                <a:gd name="T113" fmla="*/ 186 w 186"/>
                <a:gd name="T114" fmla="*/ 156 h 15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86" h="156">
                  <a:moveTo>
                    <a:pt x="126" y="102"/>
                  </a:moveTo>
                  <a:lnTo>
                    <a:pt x="132" y="96"/>
                  </a:lnTo>
                  <a:lnTo>
                    <a:pt x="144" y="90"/>
                  </a:lnTo>
                  <a:lnTo>
                    <a:pt x="174" y="90"/>
                  </a:lnTo>
                  <a:lnTo>
                    <a:pt x="180" y="84"/>
                  </a:lnTo>
                  <a:lnTo>
                    <a:pt x="186" y="72"/>
                  </a:lnTo>
                  <a:lnTo>
                    <a:pt x="186" y="66"/>
                  </a:lnTo>
                  <a:lnTo>
                    <a:pt x="180" y="60"/>
                  </a:lnTo>
                  <a:lnTo>
                    <a:pt x="168" y="54"/>
                  </a:lnTo>
                  <a:lnTo>
                    <a:pt x="162" y="48"/>
                  </a:lnTo>
                  <a:lnTo>
                    <a:pt x="162" y="36"/>
                  </a:lnTo>
                  <a:lnTo>
                    <a:pt x="168" y="30"/>
                  </a:lnTo>
                  <a:lnTo>
                    <a:pt x="186" y="30"/>
                  </a:lnTo>
                  <a:lnTo>
                    <a:pt x="186" y="6"/>
                  </a:lnTo>
                  <a:lnTo>
                    <a:pt x="84" y="0"/>
                  </a:lnTo>
                  <a:lnTo>
                    <a:pt x="54" y="24"/>
                  </a:lnTo>
                  <a:lnTo>
                    <a:pt x="18" y="24"/>
                  </a:lnTo>
                  <a:lnTo>
                    <a:pt x="6" y="36"/>
                  </a:lnTo>
                  <a:lnTo>
                    <a:pt x="0" y="72"/>
                  </a:lnTo>
                  <a:lnTo>
                    <a:pt x="6" y="78"/>
                  </a:lnTo>
                  <a:lnTo>
                    <a:pt x="18" y="78"/>
                  </a:lnTo>
                  <a:lnTo>
                    <a:pt x="42" y="66"/>
                  </a:lnTo>
                  <a:lnTo>
                    <a:pt x="66" y="66"/>
                  </a:lnTo>
                  <a:lnTo>
                    <a:pt x="90" y="60"/>
                  </a:lnTo>
                  <a:lnTo>
                    <a:pt x="90" y="84"/>
                  </a:lnTo>
                  <a:lnTo>
                    <a:pt x="78" y="78"/>
                  </a:lnTo>
                  <a:lnTo>
                    <a:pt x="72" y="78"/>
                  </a:lnTo>
                  <a:lnTo>
                    <a:pt x="66" y="72"/>
                  </a:lnTo>
                  <a:lnTo>
                    <a:pt x="54" y="72"/>
                  </a:lnTo>
                  <a:lnTo>
                    <a:pt x="54" y="96"/>
                  </a:lnTo>
                  <a:lnTo>
                    <a:pt x="60" y="102"/>
                  </a:lnTo>
                  <a:lnTo>
                    <a:pt x="90" y="96"/>
                  </a:lnTo>
                  <a:lnTo>
                    <a:pt x="54" y="114"/>
                  </a:lnTo>
                  <a:lnTo>
                    <a:pt x="84" y="156"/>
                  </a:lnTo>
                  <a:lnTo>
                    <a:pt x="90" y="132"/>
                  </a:lnTo>
                  <a:lnTo>
                    <a:pt x="108" y="102"/>
                  </a:lnTo>
                  <a:lnTo>
                    <a:pt x="126" y="102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77" name="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D72607A4-F0CB-4F3A-B742-37F3194E72FF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791868" y="2678281"/>
              <a:ext cx="203352" cy="172772"/>
            </a:xfrm>
            <a:custGeom>
              <a:avLst/>
              <a:gdLst>
                <a:gd name="T0" fmla="*/ 2147483647 w 522"/>
                <a:gd name="T1" fmla="*/ 2147483647 h 444"/>
                <a:gd name="T2" fmla="*/ 2147483647 w 522"/>
                <a:gd name="T3" fmla="*/ 2147483647 h 444"/>
                <a:gd name="T4" fmla="*/ 2147483647 w 522"/>
                <a:gd name="T5" fmla="*/ 2147483647 h 444"/>
                <a:gd name="T6" fmla="*/ 2147483647 w 522"/>
                <a:gd name="T7" fmla="*/ 2147483647 h 444"/>
                <a:gd name="T8" fmla="*/ 2147483647 w 522"/>
                <a:gd name="T9" fmla="*/ 2147483647 h 444"/>
                <a:gd name="T10" fmla="*/ 2147483647 w 522"/>
                <a:gd name="T11" fmla="*/ 2147483647 h 444"/>
                <a:gd name="T12" fmla="*/ 2147483647 w 522"/>
                <a:gd name="T13" fmla="*/ 2147483647 h 444"/>
                <a:gd name="T14" fmla="*/ 2147483647 w 522"/>
                <a:gd name="T15" fmla="*/ 2147483647 h 444"/>
                <a:gd name="T16" fmla="*/ 2147483647 w 522"/>
                <a:gd name="T17" fmla="*/ 2147483647 h 444"/>
                <a:gd name="T18" fmla="*/ 2147483647 w 522"/>
                <a:gd name="T19" fmla="*/ 2147483647 h 444"/>
                <a:gd name="T20" fmla="*/ 2147483647 w 522"/>
                <a:gd name="T21" fmla="*/ 2147483647 h 444"/>
                <a:gd name="T22" fmla="*/ 2147483647 w 522"/>
                <a:gd name="T23" fmla="*/ 2147483647 h 444"/>
                <a:gd name="T24" fmla="*/ 2147483647 w 522"/>
                <a:gd name="T25" fmla="*/ 2147483647 h 444"/>
                <a:gd name="T26" fmla="*/ 2147483647 w 522"/>
                <a:gd name="T27" fmla="*/ 2147483647 h 444"/>
                <a:gd name="T28" fmla="*/ 2147483647 w 522"/>
                <a:gd name="T29" fmla="*/ 2147483647 h 444"/>
                <a:gd name="T30" fmla="*/ 2147483647 w 522"/>
                <a:gd name="T31" fmla="*/ 2147483647 h 444"/>
                <a:gd name="T32" fmla="*/ 2147483647 w 522"/>
                <a:gd name="T33" fmla="*/ 2147483647 h 444"/>
                <a:gd name="T34" fmla="*/ 2147483647 w 522"/>
                <a:gd name="T35" fmla="*/ 2147483647 h 444"/>
                <a:gd name="T36" fmla="*/ 2147483647 w 522"/>
                <a:gd name="T37" fmla="*/ 2147483647 h 444"/>
                <a:gd name="T38" fmla="*/ 2147483647 w 522"/>
                <a:gd name="T39" fmla="*/ 2147483647 h 444"/>
                <a:gd name="T40" fmla="*/ 2147483647 w 522"/>
                <a:gd name="T41" fmla="*/ 2147483647 h 444"/>
                <a:gd name="T42" fmla="*/ 2147483647 w 522"/>
                <a:gd name="T43" fmla="*/ 2147483647 h 444"/>
                <a:gd name="T44" fmla="*/ 2147483647 w 522"/>
                <a:gd name="T45" fmla="*/ 2147483647 h 444"/>
                <a:gd name="T46" fmla="*/ 2147483647 w 522"/>
                <a:gd name="T47" fmla="*/ 2147483647 h 444"/>
                <a:gd name="T48" fmla="*/ 2147483647 w 522"/>
                <a:gd name="T49" fmla="*/ 2147483647 h 444"/>
                <a:gd name="T50" fmla="*/ 2147483647 w 522"/>
                <a:gd name="T51" fmla="*/ 2147483647 h 444"/>
                <a:gd name="T52" fmla="*/ 2147483647 w 522"/>
                <a:gd name="T53" fmla="*/ 2147483647 h 444"/>
                <a:gd name="T54" fmla="*/ 2147483647 w 522"/>
                <a:gd name="T55" fmla="*/ 2147483647 h 444"/>
                <a:gd name="T56" fmla="*/ 2147483647 w 522"/>
                <a:gd name="T57" fmla="*/ 2147483647 h 444"/>
                <a:gd name="T58" fmla="*/ 2147483647 w 522"/>
                <a:gd name="T59" fmla="*/ 2147483647 h 444"/>
                <a:gd name="T60" fmla="*/ 2147483647 w 522"/>
                <a:gd name="T61" fmla="*/ 2147483647 h 444"/>
                <a:gd name="T62" fmla="*/ 2147483647 w 522"/>
                <a:gd name="T63" fmla="*/ 2147483647 h 444"/>
                <a:gd name="T64" fmla="*/ 2147483647 w 522"/>
                <a:gd name="T65" fmla="*/ 2147483647 h 444"/>
                <a:gd name="T66" fmla="*/ 2147483647 w 522"/>
                <a:gd name="T67" fmla="*/ 2147483647 h 444"/>
                <a:gd name="T68" fmla="*/ 2147483647 w 522"/>
                <a:gd name="T69" fmla="*/ 2147483647 h 444"/>
                <a:gd name="T70" fmla="*/ 2147483647 w 522"/>
                <a:gd name="T71" fmla="*/ 2147483647 h 444"/>
                <a:gd name="T72" fmla="*/ 2147483647 w 522"/>
                <a:gd name="T73" fmla="*/ 2147483647 h 444"/>
                <a:gd name="T74" fmla="*/ 2147483647 w 522"/>
                <a:gd name="T75" fmla="*/ 2147483647 h 444"/>
                <a:gd name="T76" fmla="*/ 2147483647 w 522"/>
                <a:gd name="T77" fmla="*/ 2147483647 h 444"/>
                <a:gd name="T78" fmla="*/ 2147483647 w 522"/>
                <a:gd name="T79" fmla="*/ 2147483647 h 444"/>
                <a:gd name="T80" fmla="*/ 2147483647 w 522"/>
                <a:gd name="T81" fmla="*/ 2147483647 h 444"/>
                <a:gd name="T82" fmla="*/ 2147483647 w 522"/>
                <a:gd name="T83" fmla="*/ 2147483647 h 444"/>
                <a:gd name="T84" fmla="*/ 2147483647 w 522"/>
                <a:gd name="T85" fmla="*/ 2147483647 h 444"/>
                <a:gd name="T86" fmla="*/ 2147483647 w 522"/>
                <a:gd name="T87" fmla="*/ 2147483647 h 444"/>
                <a:gd name="T88" fmla="*/ 2147483647 w 522"/>
                <a:gd name="T89" fmla="*/ 2147483647 h 444"/>
                <a:gd name="T90" fmla="*/ 2147483647 w 522"/>
                <a:gd name="T91" fmla="*/ 2147483647 h 444"/>
                <a:gd name="T92" fmla="*/ 2147483647 w 522"/>
                <a:gd name="T93" fmla="*/ 2147483647 h 44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22"/>
                <a:gd name="T142" fmla="*/ 0 h 444"/>
                <a:gd name="T143" fmla="*/ 522 w 522"/>
                <a:gd name="T144" fmla="*/ 444 h 444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22" h="444">
                  <a:moveTo>
                    <a:pt x="96" y="0"/>
                  </a:moveTo>
                  <a:lnTo>
                    <a:pt x="96" y="24"/>
                  </a:lnTo>
                  <a:lnTo>
                    <a:pt x="78" y="24"/>
                  </a:lnTo>
                  <a:lnTo>
                    <a:pt x="72" y="30"/>
                  </a:lnTo>
                  <a:lnTo>
                    <a:pt x="72" y="42"/>
                  </a:lnTo>
                  <a:lnTo>
                    <a:pt x="78" y="48"/>
                  </a:lnTo>
                  <a:lnTo>
                    <a:pt x="90" y="54"/>
                  </a:lnTo>
                  <a:lnTo>
                    <a:pt x="96" y="60"/>
                  </a:lnTo>
                  <a:lnTo>
                    <a:pt x="96" y="66"/>
                  </a:lnTo>
                  <a:lnTo>
                    <a:pt x="90" y="78"/>
                  </a:lnTo>
                  <a:lnTo>
                    <a:pt x="84" y="84"/>
                  </a:lnTo>
                  <a:lnTo>
                    <a:pt x="54" y="84"/>
                  </a:lnTo>
                  <a:lnTo>
                    <a:pt x="42" y="90"/>
                  </a:lnTo>
                  <a:lnTo>
                    <a:pt x="36" y="96"/>
                  </a:lnTo>
                  <a:lnTo>
                    <a:pt x="18" y="96"/>
                  </a:lnTo>
                  <a:lnTo>
                    <a:pt x="0" y="126"/>
                  </a:lnTo>
                  <a:lnTo>
                    <a:pt x="0" y="132"/>
                  </a:lnTo>
                  <a:lnTo>
                    <a:pt x="18" y="150"/>
                  </a:lnTo>
                  <a:lnTo>
                    <a:pt x="30" y="150"/>
                  </a:lnTo>
                  <a:lnTo>
                    <a:pt x="30" y="162"/>
                  </a:lnTo>
                  <a:lnTo>
                    <a:pt x="24" y="168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54" y="204"/>
                  </a:lnTo>
                  <a:lnTo>
                    <a:pt x="72" y="204"/>
                  </a:lnTo>
                  <a:lnTo>
                    <a:pt x="72" y="228"/>
                  </a:lnTo>
                  <a:lnTo>
                    <a:pt x="84" y="228"/>
                  </a:lnTo>
                  <a:lnTo>
                    <a:pt x="90" y="222"/>
                  </a:lnTo>
                  <a:lnTo>
                    <a:pt x="90" y="234"/>
                  </a:lnTo>
                  <a:lnTo>
                    <a:pt x="96" y="246"/>
                  </a:lnTo>
                  <a:lnTo>
                    <a:pt x="96" y="258"/>
                  </a:lnTo>
                  <a:lnTo>
                    <a:pt x="114" y="276"/>
                  </a:lnTo>
                  <a:lnTo>
                    <a:pt x="126" y="282"/>
                  </a:lnTo>
                  <a:lnTo>
                    <a:pt x="132" y="288"/>
                  </a:lnTo>
                  <a:lnTo>
                    <a:pt x="138" y="282"/>
                  </a:lnTo>
                  <a:lnTo>
                    <a:pt x="150" y="276"/>
                  </a:lnTo>
                  <a:lnTo>
                    <a:pt x="156" y="264"/>
                  </a:lnTo>
                  <a:lnTo>
                    <a:pt x="168" y="252"/>
                  </a:lnTo>
                  <a:lnTo>
                    <a:pt x="174" y="240"/>
                  </a:lnTo>
                  <a:lnTo>
                    <a:pt x="180" y="234"/>
                  </a:lnTo>
                  <a:lnTo>
                    <a:pt x="180" y="228"/>
                  </a:lnTo>
                  <a:lnTo>
                    <a:pt x="216" y="228"/>
                  </a:lnTo>
                  <a:lnTo>
                    <a:pt x="222" y="210"/>
                  </a:lnTo>
                  <a:lnTo>
                    <a:pt x="258" y="210"/>
                  </a:lnTo>
                  <a:lnTo>
                    <a:pt x="300" y="270"/>
                  </a:lnTo>
                  <a:lnTo>
                    <a:pt x="300" y="288"/>
                  </a:lnTo>
                  <a:lnTo>
                    <a:pt x="312" y="300"/>
                  </a:lnTo>
                  <a:lnTo>
                    <a:pt x="312" y="318"/>
                  </a:lnTo>
                  <a:lnTo>
                    <a:pt x="306" y="330"/>
                  </a:lnTo>
                  <a:lnTo>
                    <a:pt x="300" y="336"/>
                  </a:lnTo>
                  <a:lnTo>
                    <a:pt x="294" y="354"/>
                  </a:lnTo>
                  <a:lnTo>
                    <a:pt x="324" y="342"/>
                  </a:lnTo>
                  <a:lnTo>
                    <a:pt x="348" y="348"/>
                  </a:lnTo>
                  <a:lnTo>
                    <a:pt x="348" y="336"/>
                  </a:lnTo>
                  <a:lnTo>
                    <a:pt x="354" y="330"/>
                  </a:lnTo>
                  <a:lnTo>
                    <a:pt x="360" y="330"/>
                  </a:lnTo>
                  <a:lnTo>
                    <a:pt x="372" y="336"/>
                  </a:lnTo>
                  <a:lnTo>
                    <a:pt x="384" y="348"/>
                  </a:lnTo>
                  <a:lnTo>
                    <a:pt x="390" y="366"/>
                  </a:lnTo>
                  <a:lnTo>
                    <a:pt x="390" y="426"/>
                  </a:lnTo>
                  <a:lnTo>
                    <a:pt x="402" y="426"/>
                  </a:lnTo>
                  <a:lnTo>
                    <a:pt x="402" y="432"/>
                  </a:lnTo>
                  <a:lnTo>
                    <a:pt x="414" y="444"/>
                  </a:lnTo>
                  <a:lnTo>
                    <a:pt x="420" y="444"/>
                  </a:lnTo>
                  <a:lnTo>
                    <a:pt x="432" y="432"/>
                  </a:lnTo>
                  <a:lnTo>
                    <a:pt x="432" y="420"/>
                  </a:lnTo>
                  <a:lnTo>
                    <a:pt x="438" y="408"/>
                  </a:lnTo>
                  <a:lnTo>
                    <a:pt x="444" y="402"/>
                  </a:lnTo>
                  <a:lnTo>
                    <a:pt x="456" y="402"/>
                  </a:lnTo>
                  <a:lnTo>
                    <a:pt x="468" y="408"/>
                  </a:lnTo>
                  <a:lnTo>
                    <a:pt x="474" y="414"/>
                  </a:lnTo>
                  <a:lnTo>
                    <a:pt x="480" y="414"/>
                  </a:lnTo>
                  <a:lnTo>
                    <a:pt x="486" y="408"/>
                  </a:lnTo>
                  <a:lnTo>
                    <a:pt x="486" y="390"/>
                  </a:lnTo>
                  <a:lnTo>
                    <a:pt x="480" y="384"/>
                  </a:lnTo>
                  <a:lnTo>
                    <a:pt x="480" y="378"/>
                  </a:lnTo>
                  <a:lnTo>
                    <a:pt x="498" y="378"/>
                  </a:lnTo>
                  <a:lnTo>
                    <a:pt x="492" y="366"/>
                  </a:lnTo>
                  <a:lnTo>
                    <a:pt x="480" y="360"/>
                  </a:lnTo>
                  <a:lnTo>
                    <a:pt x="474" y="348"/>
                  </a:lnTo>
                  <a:lnTo>
                    <a:pt x="474" y="336"/>
                  </a:lnTo>
                  <a:lnTo>
                    <a:pt x="492" y="336"/>
                  </a:lnTo>
                  <a:lnTo>
                    <a:pt x="498" y="342"/>
                  </a:lnTo>
                  <a:lnTo>
                    <a:pt x="510" y="342"/>
                  </a:lnTo>
                  <a:lnTo>
                    <a:pt x="516" y="348"/>
                  </a:lnTo>
                  <a:lnTo>
                    <a:pt x="516" y="342"/>
                  </a:lnTo>
                  <a:lnTo>
                    <a:pt x="522" y="336"/>
                  </a:lnTo>
                  <a:lnTo>
                    <a:pt x="522" y="324"/>
                  </a:lnTo>
                  <a:lnTo>
                    <a:pt x="516" y="324"/>
                  </a:lnTo>
                  <a:lnTo>
                    <a:pt x="504" y="318"/>
                  </a:lnTo>
                  <a:lnTo>
                    <a:pt x="498" y="318"/>
                  </a:lnTo>
                  <a:lnTo>
                    <a:pt x="498" y="306"/>
                  </a:lnTo>
                  <a:lnTo>
                    <a:pt x="504" y="294"/>
                  </a:lnTo>
                  <a:lnTo>
                    <a:pt x="510" y="288"/>
                  </a:lnTo>
                  <a:lnTo>
                    <a:pt x="492" y="282"/>
                  </a:lnTo>
                  <a:lnTo>
                    <a:pt x="504" y="264"/>
                  </a:lnTo>
                  <a:lnTo>
                    <a:pt x="486" y="258"/>
                  </a:lnTo>
                  <a:lnTo>
                    <a:pt x="480" y="222"/>
                  </a:lnTo>
                  <a:lnTo>
                    <a:pt x="498" y="198"/>
                  </a:lnTo>
                  <a:lnTo>
                    <a:pt x="468" y="168"/>
                  </a:lnTo>
                  <a:lnTo>
                    <a:pt x="468" y="132"/>
                  </a:lnTo>
                  <a:lnTo>
                    <a:pt x="444" y="132"/>
                  </a:lnTo>
                  <a:lnTo>
                    <a:pt x="468" y="96"/>
                  </a:lnTo>
                  <a:lnTo>
                    <a:pt x="432" y="78"/>
                  </a:lnTo>
                  <a:lnTo>
                    <a:pt x="444" y="48"/>
                  </a:lnTo>
                  <a:lnTo>
                    <a:pt x="426" y="36"/>
                  </a:lnTo>
                  <a:lnTo>
                    <a:pt x="426" y="18"/>
                  </a:lnTo>
                  <a:lnTo>
                    <a:pt x="414" y="12"/>
                  </a:lnTo>
                  <a:lnTo>
                    <a:pt x="402" y="12"/>
                  </a:lnTo>
                  <a:lnTo>
                    <a:pt x="396" y="18"/>
                  </a:lnTo>
                  <a:lnTo>
                    <a:pt x="396" y="36"/>
                  </a:lnTo>
                  <a:lnTo>
                    <a:pt x="378" y="54"/>
                  </a:lnTo>
                  <a:lnTo>
                    <a:pt x="366" y="48"/>
                  </a:lnTo>
                  <a:lnTo>
                    <a:pt x="360" y="42"/>
                  </a:lnTo>
                  <a:lnTo>
                    <a:pt x="348" y="36"/>
                  </a:lnTo>
                  <a:lnTo>
                    <a:pt x="342" y="36"/>
                  </a:lnTo>
                  <a:lnTo>
                    <a:pt x="336" y="30"/>
                  </a:lnTo>
                  <a:lnTo>
                    <a:pt x="330" y="30"/>
                  </a:lnTo>
                  <a:lnTo>
                    <a:pt x="324" y="42"/>
                  </a:lnTo>
                  <a:lnTo>
                    <a:pt x="312" y="54"/>
                  </a:lnTo>
                  <a:lnTo>
                    <a:pt x="306" y="66"/>
                  </a:lnTo>
                  <a:lnTo>
                    <a:pt x="306" y="54"/>
                  </a:lnTo>
                  <a:lnTo>
                    <a:pt x="300" y="42"/>
                  </a:lnTo>
                  <a:lnTo>
                    <a:pt x="288" y="30"/>
                  </a:lnTo>
                  <a:lnTo>
                    <a:pt x="276" y="42"/>
                  </a:lnTo>
                  <a:lnTo>
                    <a:pt x="270" y="54"/>
                  </a:lnTo>
                  <a:lnTo>
                    <a:pt x="264" y="60"/>
                  </a:lnTo>
                  <a:lnTo>
                    <a:pt x="258" y="54"/>
                  </a:lnTo>
                  <a:lnTo>
                    <a:pt x="258" y="48"/>
                  </a:lnTo>
                  <a:lnTo>
                    <a:pt x="252" y="36"/>
                  </a:lnTo>
                  <a:lnTo>
                    <a:pt x="252" y="24"/>
                  </a:lnTo>
                  <a:lnTo>
                    <a:pt x="210" y="24"/>
                  </a:lnTo>
                  <a:lnTo>
                    <a:pt x="204" y="30"/>
                  </a:lnTo>
                  <a:lnTo>
                    <a:pt x="192" y="36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18"/>
                  </a:lnTo>
                  <a:lnTo>
                    <a:pt x="162" y="12"/>
                  </a:lnTo>
                  <a:lnTo>
                    <a:pt x="156" y="18"/>
                  </a:lnTo>
                  <a:lnTo>
                    <a:pt x="138" y="18"/>
                  </a:lnTo>
                  <a:lnTo>
                    <a:pt x="132" y="6"/>
                  </a:lnTo>
                  <a:lnTo>
                    <a:pt x="132" y="0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79" name="Greece" descr="© INSCALE GmbH, 05.05.2010&#10;http://www.presentationload.com/">
              <a:extLst>
                <a:ext uri="{FF2B5EF4-FFF2-40B4-BE49-F238E27FC236}">
                  <a16:creationId xmlns:a16="http://schemas.microsoft.com/office/drawing/2014/main" id="{E364278B-0FC5-4C3B-AB5B-27BA2511D691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1748988" y="1762440"/>
              <a:ext cx="207938" cy="215584"/>
            </a:xfrm>
            <a:custGeom>
              <a:avLst/>
              <a:gdLst>
                <a:gd name="T0" fmla="*/ 0 w 534"/>
                <a:gd name="T1" fmla="*/ 2147483647 h 552"/>
                <a:gd name="T2" fmla="*/ 2147483647 w 534"/>
                <a:gd name="T3" fmla="*/ 2147483647 h 552"/>
                <a:gd name="T4" fmla="*/ 2147483647 w 534"/>
                <a:gd name="T5" fmla="*/ 2147483647 h 552"/>
                <a:gd name="T6" fmla="*/ 2147483647 w 534"/>
                <a:gd name="T7" fmla="*/ 2147483647 h 552"/>
                <a:gd name="T8" fmla="*/ 2147483647 w 534"/>
                <a:gd name="T9" fmla="*/ 2147483647 h 552"/>
                <a:gd name="T10" fmla="*/ 2147483647 w 534"/>
                <a:gd name="T11" fmla="*/ 2147483647 h 552"/>
                <a:gd name="T12" fmla="*/ 2147483647 w 534"/>
                <a:gd name="T13" fmla="*/ 2147483647 h 552"/>
                <a:gd name="T14" fmla="*/ 2147483647 w 534"/>
                <a:gd name="T15" fmla="*/ 2147483647 h 552"/>
                <a:gd name="T16" fmla="*/ 2147483647 w 534"/>
                <a:gd name="T17" fmla="*/ 2147483647 h 552"/>
                <a:gd name="T18" fmla="*/ 2147483647 w 534"/>
                <a:gd name="T19" fmla="*/ 2147483647 h 552"/>
                <a:gd name="T20" fmla="*/ 2147483647 w 534"/>
                <a:gd name="T21" fmla="*/ 2147483647 h 552"/>
                <a:gd name="T22" fmla="*/ 2147483647 w 534"/>
                <a:gd name="T23" fmla="*/ 2147483647 h 552"/>
                <a:gd name="T24" fmla="*/ 2147483647 w 534"/>
                <a:gd name="T25" fmla="*/ 2147483647 h 552"/>
                <a:gd name="T26" fmla="*/ 2147483647 w 534"/>
                <a:gd name="T27" fmla="*/ 2147483647 h 552"/>
                <a:gd name="T28" fmla="*/ 2147483647 w 534"/>
                <a:gd name="T29" fmla="*/ 2147483647 h 552"/>
                <a:gd name="T30" fmla="*/ 2147483647 w 534"/>
                <a:gd name="T31" fmla="*/ 2147483647 h 552"/>
                <a:gd name="T32" fmla="*/ 2147483647 w 534"/>
                <a:gd name="T33" fmla="*/ 2147483647 h 552"/>
                <a:gd name="T34" fmla="*/ 2147483647 w 534"/>
                <a:gd name="T35" fmla="*/ 2147483647 h 552"/>
                <a:gd name="T36" fmla="*/ 2147483647 w 534"/>
                <a:gd name="T37" fmla="*/ 2147483647 h 552"/>
                <a:gd name="T38" fmla="*/ 2147483647 w 534"/>
                <a:gd name="T39" fmla="*/ 2147483647 h 552"/>
                <a:gd name="T40" fmla="*/ 2147483647 w 534"/>
                <a:gd name="T41" fmla="*/ 2147483647 h 552"/>
                <a:gd name="T42" fmla="*/ 2147483647 w 534"/>
                <a:gd name="T43" fmla="*/ 2147483647 h 552"/>
                <a:gd name="T44" fmla="*/ 2147483647 w 534"/>
                <a:gd name="T45" fmla="*/ 2147483647 h 552"/>
                <a:gd name="T46" fmla="*/ 2147483647 w 534"/>
                <a:gd name="T47" fmla="*/ 2147483647 h 552"/>
                <a:gd name="T48" fmla="*/ 2147483647 w 534"/>
                <a:gd name="T49" fmla="*/ 2147483647 h 552"/>
                <a:gd name="T50" fmla="*/ 2147483647 w 534"/>
                <a:gd name="T51" fmla="*/ 2147483647 h 552"/>
                <a:gd name="T52" fmla="*/ 2147483647 w 534"/>
                <a:gd name="T53" fmla="*/ 2147483647 h 552"/>
                <a:gd name="T54" fmla="*/ 2147483647 w 534"/>
                <a:gd name="T55" fmla="*/ 2147483647 h 552"/>
                <a:gd name="T56" fmla="*/ 2147483647 w 534"/>
                <a:gd name="T57" fmla="*/ 2147483647 h 552"/>
                <a:gd name="T58" fmla="*/ 2147483647 w 534"/>
                <a:gd name="T59" fmla="*/ 2147483647 h 552"/>
                <a:gd name="T60" fmla="*/ 2147483647 w 534"/>
                <a:gd name="T61" fmla="*/ 2147483647 h 552"/>
                <a:gd name="T62" fmla="*/ 2147483647 w 534"/>
                <a:gd name="T63" fmla="*/ 2147483647 h 552"/>
                <a:gd name="T64" fmla="*/ 2147483647 w 534"/>
                <a:gd name="T65" fmla="*/ 2147483647 h 552"/>
                <a:gd name="T66" fmla="*/ 2147483647 w 534"/>
                <a:gd name="T67" fmla="*/ 2147483647 h 552"/>
                <a:gd name="T68" fmla="*/ 2147483647 w 534"/>
                <a:gd name="T69" fmla="*/ 2147483647 h 552"/>
                <a:gd name="T70" fmla="*/ 2147483647 w 534"/>
                <a:gd name="T71" fmla="*/ 2147483647 h 552"/>
                <a:gd name="T72" fmla="*/ 2147483647 w 534"/>
                <a:gd name="T73" fmla="*/ 2147483647 h 552"/>
                <a:gd name="T74" fmla="*/ 2147483647 w 534"/>
                <a:gd name="T75" fmla="*/ 2147483647 h 552"/>
                <a:gd name="T76" fmla="*/ 2147483647 w 534"/>
                <a:gd name="T77" fmla="*/ 2147483647 h 552"/>
                <a:gd name="T78" fmla="*/ 2147483647 w 534"/>
                <a:gd name="T79" fmla="*/ 2147483647 h 552"/>
                <a:gd name="T80" fmla="*/ 2147483647 w 534"/>
                <a:gd name="T81" fmla="*/ 2147483647 h 552"/>
                <a:gd name="T82" fmla="*/ 2147483647 w 534"/>
                <a:gd name="T83" fmla="*/ 2147483647 h 552"/>
                <a:gd name="T84" fmla="*/ 2147483647 w 534"/>
                <a:gd name="T85" fmla="*/ 2147483647 h 552"/>
                <a:gd name="T86" fmla="*/ 2147483647 w 534"/>
                <a:gd name="T87" fmla="*/ 2147483647 h 552"/>
                <a:gd name="T88" fmla="*/ 2147483647 w 534"/>
                <a:gd name="T89" fmla="*/ 2147483647 h 552"/>
                <a:gd name="T90" fmla="*/ 2147483647 w 534"/>
                <a:gd name="T91" fmla="*/ 2147483647 h 552"/>
                <a:gd name="T92" fmla="*/ 2147483647 w 534"/>
                <a:gd name="T93" fmla="*/ 2147483647 h 552"/>
                <a:gd name="T94" fmla="*/ 2147483647 w 534"/>
                <a:gd name="T95" fmla="*/ 2147483647 h 552"/>
                <a:gd name="T96" fmla="*/ 2147483647 w 534"/>
                <a:gd name="T97" fmla="*/ 2147483647 h 552"/>
                <a:gd name="T98" fmla="*/ 2147483647 w 534"/>
                <a:gd name="T99" fmla="*/ 2147483647 h 552"/>
                <a:gd name="T100" fmla="*/ 2147483647 w 534"/>
                <a:gd name="T101" fmla="*/ 2147483647 h 552"/>
                <a:gd name="T102" fmla="*/ 2147483647 w 534"/>
                <a:gd name="T103" fmla="*/ 2147483647 h 552"/>
                <a:gd name="T104" fmla="*/ 2147483647 w 534"/>
                <a:gd name="T105" fmla="*/ 2147483647 h 552"/>
                <a:gd name="T106" fmla="*/ 2147483647 w 534"/>
                <a:gd name="T107" fmla="*/ 2147483647 h 55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34"/>
                <a:gd name="T163" fmla="*/ 0 h 552"/>
                <a:gd name="T164" fmla="*/ 534 w 534"/>
                <a:gd name="T165" fmla="*/ 552 h 55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34" h="552">
                  <a:moveTo>
                    <a:pt x="240" y="108"/>
                  </a:moveTo>
                  <a:lnTo>
                    <a:pt x="270" y="126"/>
                  </a:lnTo>
                  <a:lnTo>
                    <a:pt x="282" y="120"/>
                  </a:lnTo>
                  <a:lnTo>
                    <a:pt x="240" y="108"/>
                  </a:lnTo>
                  <a:close/>
                  <a:moveTo>
                    <a:pt x="24" y="258"/>
                  </a:moveTo>
                  <a:lnTo>
                    <a:pt x="0" y="282"/>
                  </a:lnTo>
                  <a:lnTo>
                    <a:pt x="42" y="294"/>
                  </a:lnTo>
                  <a:lnTo>
                    <a:pt x="24" y="258"/>
                  </a:lnTo>
                  <a:close/>
                  <a:moveTo>
                    <a:pt x="312" y="414"/>
                  </a:moveTo>
                  <a:lnTo>
                    <a:pt x="312" y="420"/>
                  </a:lnTo>
                  <a:lnTo>
                    <a:pt x="324" y="420"/>
                  </a:lnTo>
                  <a:lnTo>
                    <a:pt x="324" y="414"/>
                  </a:lnTo>
                  <a:lnTo>
                    <a:pt x="318" y="408"/>
                  </a:lnTo>
                  <a:lnTo>
                    <a:pt x="312" y="408"/>
                  </a:lnTo>
                  <a:lnTo>
                    <a:pt x="312" y="414"/>
                  </a:lnTo>
                  <a:close/>
                  <a:moveTo>
                    <a:pt x="306" y="390"/>
                  </a:moveTo>
                  <a:lnTo>
                    <a:pt x="300" y="378"/>
                  </a:lnTo>
                  <a:lnTo>
                    <a:pt x="294" y="390"/>
                  </a:lnTo>
                  <a:lnTo>
                    <a:pt x="306" y="390"/>
                  </a:lnTo>
                  <a:close/>
                  <a:moveTo>
                    <a:pt x="294" y="294"/>
                  </a:moveTo>
                  <a:lnTo>
                    <a:pt x="318" y="336"/>
                  </a:lnTo>
                  <a:lnTo>
                    <a:pt x="330" y="318"/>
                  </a:lnTo>
                  <a:lnTo>
                    <a:pt x="294" y="294"/>
                  </a:lnTo>
                  <a:close/>
                  <a:moveTo>
                    <a:pt x="108" y="264"/>
                  </a:moveTo>
                  <a:lnTo>
                    <a:pt x="138" y="264"/>
                  </a:lnTo>
                  <a:lnTo>
                    <a:pt x="144" y="270"/>
                  </a:lnTo>
                  <a:lnTo>
                    <a:pt x="156" y="270"/>
                  </a:lnTo>
                  <a:lnTo>
                    <a:pt x="180" y="282"/>
                  </a:lnTo>
                  <a:lnTo>
                    <a:pt x="192" y="282"/>
                  </a:lnTo>
                  <a:lnTo>
                    <a:pt x="198" y="288"/>
                  </a:lnTo>
                  <a:lnTo>
                    <a:pt x="204" y="288"/>
                  </a:lnTo>
                  <a:lnTo>
                    <a:pt x="216" y="300"/>
                  </a:lnTo>
                  <a:lnTo>
                    <a:pt x="228" y="306"/>
                  </a:lnTo>
                  <a:lnTo>
                    <a:pt x="234" y="312"/>
                  </a:lnTo>
                  <a:lnTo>
                    <a:pt x="246" y="312"/>
                  </a:lnTo>
                  <a:lnTo>
                    <a:pt x="252" y="306"/>
                  </a:lnTo>
                  <a:lnTo>
                    <a:pt x="252" y="288"/>
                  </a:lnTo>
                  <a:lnTo>
                    <a:pt x="228" y="264"/>
                  </a:lnTo>
                  <a:lnTo>
                    <a:pt x="216" y="258"/>
                  </a:lnTo>
                  <a:lnTo>
                    <a:pt x="210" y="252"/>
                  </a:lnTo>
                  <a:lnTo>
                    <a:pt x="204" y="252"/>
                  </a:lnTo>
                  <a:lnTo>
                    <a:pt x="198" y="246"/>
                  </a:lnTo>
                  <a:lnTo>
                    <a:pt x="186" y="246"/>
                  </a:lnTo>
                  <a:lnTo>
                    <a:pt x="174" y="234"/>
                  </a:lnTo>
                  <a:lnTo>
                    <a:pt x="168" y="234"/>
                  </a:lnTo>
                  <a:lnTo>
                    <a:pt x="174" y="228"/>
                  </a:lnTo>
                  <a:lnTo>
                    <a:pt x="192" y="228"/>
                  </a:lnTo>
                  <a:lnTo>
                    <a:pt x="198" y="240"/>
                  </a:lnTo>
                  <a:lnTo>
                    <a:pt x="222" y="252"/>
                  </a:lnTo>
                  <a:lnTo>
                    <a:pt x="234" y="264"/>
                  </a:lnTo>
                  <a:lnTo>
                    <a:pt x="258" y="264"/>
                  </a:lnTo>
                  <a:lnTo>
                    <a:pt x="270" y="252"/>
                  </a:lnTo>
                  <a:lnTo>
                    <a:pt x="258" y="240"/>
                  </a:lnTo>
                  <a:lnTo>
                    <a:pt x="246" y="240"/>
                  </a:lnTo>
                  <a:lnTo>
                    <a:pt x="234" y="234"/>
                  </a:lnTo>
                  <a:lnTo>
                    <a:pt x="222" y="234"/>
                  </a:lnTo>
                  <a:lnTo>
                    <a:pt x="210" y="228"/>
                  </a:lnTo>
                  <a:lnTo>
                    <a:pt x="204" y="216"/>
                  </a:lnTo>
                  <a:lnTo>
                    <a:pt x="198" y="210"/>
                  </a:lnTo>
                  <a:lnTo>
                    <a:pt x="198" y="204"/>
                  </a:lnTo>
                  <a:lnTo>
                    <a:pt x="192" y="192"/>
                  </a:lnTo>
                  <a:lnTo>
                    <a:pt x="186" y="186"/>
                  </a:lnTo>
                  <a:lnTo>
                    <a:pt x="174" y="162"/>
                  </a:lnTo>
                  <a:lnTo>
                    <a:pt x="168" y="156"/>
                  </a:lnTo>
                  <a:lnTo>
                    <a:pt x="162" y="144"/>
                  </a:lnTo>
                  <a:lnTo>
                    <a:pt x="150" y="132"/>
                  </a:lnTo>
                  <a:lnTo>
                    <a:pt x="150" y="120"/>
                  </a:lnTo>
                  <a:lnTo>
                    <a:pt x="144" y="114"/>
                  </a:lnTo>
                  <a:lnTo>
                    <a:pt x="144" y="102"/>
                  </a:lnTo>
                  <a:lnTo>
                    <a:pt x="150" y="96"/>
                  </a:lnTo>
                  <a:lnTo>
                    <a:pt x="156" y="96"/>
                  </a:lnTo>
                  <a:lnTo>
                    <a:pt x="162" y="102"/>
                  </a:lnTo>
                  <a:lnTo>
                    <a:pt x="162" y="108"/>
                  </a:lnTo>
                  <a:lnTo>
                    <a:pt x="168" y="114"/>
                  </a:lnTo>
                  <a:lnTo>
                    <a:pt x="180" y="114"/>
                  </a:lnTo>
                  <a:lnTo>
                    <a:pt x="180" y="120"/>
                  </a:lnTo>
                  <a:lnTo>
                    <a:pt x="186" y="120"/>
                  </a:lnTo>
                  <a:lnTo>
                    <a:pt x="198" y="132"/>
                  </a:lnTo>
                  <a:lnTo>
                    <a:pt x="198" y="144"/>
                  </a:lnTo>
                  <a:lnTo>
                    <a:pt x="204" y="144"/>
                  </a:lnTo>
                  <a:lnTo>
                    <a:pt x="210" y="138"/>
                  </a:lnTo>
                  <a:lnTo>
                    <a:pt x="216" y="138"/>
                  </a:lnTo>
                  <a:lnTo>
                    <a:pt x="204" y="120"/>
                  </a:lnTo>
                  <a:lnTo>
                    <a:pt x="210" y="120"/>
                  </a:lnTo>
                  <a:lnTo>
                    <a:pt x="234" y="132"/>
                  </a:lnTo>
                  <a:lnTo>
                    <a:pt x="222" y="114"/>
                  </a:lnTo>
                  <a:lnTo>
                    <a:pt x="228" y="108"/>
                  </a:lnTo>
                  <a:lnTo>
                    <a:pt x="228" y="84"/>
                  </a:lnTo>
                  <a:lnTo>
                    <a:pt x="240" y="72"/>
                  </a:lnTo>
                  <a:lnTo>
                    <a:pt x="270" y="72"/>
                  </a:lnTo>
                  <a:lnTo>
                    <a:pt x="276" y="78"/>
                  </a:lnTo>
                  <a:lnTo>
                    <a:pt x="276" y="90"/>
                  </a:lnTo>
                  <a:lnTo>
                    <a:pt x="288" y="90"/>
                  </a:lnTo>
                  <a:lnTo>
                    <a:pt x="294" y="84"/>
                  </a:lnTo>
                  <a:lnTo>
                    <a:pt x="300" y="72"/>
                  </a:lnTo>
                  <a:lnTo>
                    <a:pt x="306" y="66"/>
                  </a:lnTo>
                  <a:lnTo>
                    <a:pt x="342" y="66"/>
                  </a:lnTo>
                  <a:lnTo>
                    <a:pt x="360" y="72"/>
                  </a:lnTo>
                  <a:lnTo>
                    <a:pt x="372" y="72"/>
                  </a:lnTo>
                  <a:lnTo>
                    <a:pt x="378" y="78"/>
                  </a:lnTo>
                  <a:lnTo>
                    <a:pt x="384" y="78"/>
                  </a:lnTo>
                  <a:lnTo>
                    <a:pt x="384" y="72"/>
                  </a:lnTo>
                  <a:lnTo>
                    <a:pt x="390" y="60"/>
                  </a:lnTo>
                  <a:lnTo>
                    <a:pt x="390" y="48"/>
                  </a:lnTo>
                  <a:lnTo>
                    <a:pt x="384" y="42"/>
                  </a:lnTo>
                  <a:lnTo>
                    <a:pt x="384" y="36"/>
                  </a:lnTo>
                  <a:lnTo>
                    <a:pt x="390" y="30"/>
                  </a:lnTo>
                  <a:lnTo>
                    <a:pt x="408" y="30"/>
                  </a:lnTo>
                  <a:lnTo>
                    <a:pt x="408" y="18"/>
                  </a:lnTo>
                  <a:lnTo>
                    <a:pt x="402" y="12"/>
                  </a:lnTo>
                  <a:lnTo>
                    <a:pt x="402" y="6"/>
                  </a:lnTo>
                  <a:lnTo>
                    <a:pt x="390" y="6"/>
                  </a:lnTo>
                  <a:lnTo>
                    <a:pt x="384" y="0"/>
                  </a:lnTo>
                  <a:lnTo>
                    <a:pt x="366" y="6"/>
                  </a:lnTo>
                  <a:lnTo>
                    <a:pt x="372" y="12"/>
                  </a:lnTo>
                  <a:lnTo>
                    <a:pt x="372" y="30"/>
                  </a:lnTo>
                  <a:lnTo>
                    <a:pt x="366" y="36"/>
                  </a:lnTo>
                  <a:lnTo>
                    <a:pt x="348" y="36"/>
                  </a:lnTo>
                  <a:lnTo>
                    <a:pt x="336" y="24"/>
                  </a:lnTo>
                  <a:lnTo>
                    <a:pt x="324" y="36"/>
                  </a:lnTo>
                  <a:lnTo>
                    <a:pt x="312" y="36"/>
                  </a:lnTo>
                  <a:lnTo>
                    <a:pt x="300" y="24"/>
                  </a:lnTo>
                  <a:lnTo>
                    <a:pt x="294" y="30"/>
                  </a:lnTo>
                  <a:lnTo>
                    <a:pt x="282" y="30"/>
                  </a:lnTo>
                  <a:lnTo>
                    <a:pt x="264" y="12"/>
                  </a:lnTo>
                  <a:lnTo>
                    <a:pt x="264" y="6"/>
                  </a:lnTo>
                  <a:lnTo>
                    <a:pt x="234" y="12"/>
                  </a:lnTo>
                  <a:lnTo>
                    <a:pt x="228" y="30"/>
                  </a:lnTo>
                  <a:lnTo>
                    <a:pt x="204" y="24"/>
                  </a:lnTo>
                  <a:lnTo>
                    <a:pt x="198" y="30"/>
                  </a:lnTo>
                  <a:lnTo>
                    <a:pt x="186" y="36"/>
                  </a:lnTo>
                  <a:lnTo>
                    <a:pt x="174" y="36"/>
                  </a:lnTo>
                  <a:lnTo>
                    <a:pt x="168" y="30"/>
                  </a:lnTo>
                  <a:lnTo>
                    <a:pt x="162" y="30"/>
                  </a:lnTo>
                  <a:lnTo>
                    <a:pt x="150" y="36"/>
                  </a:lnTo>
                  <a:lnTo>
                    <a:pt x="138" y="48"/>
                  </a:lnTo>
                  <a:lnTo>
                    <a:pt x="126" y="54"/>
                  </a:lnTo>
                  <a:lnTo>
                    <a:pt x="102" y="54"/>
                  </a:lnTo>
                  <a:lnTo>
                    <a:pt x="102" y="60"/>
                  </a:lnTo>
                  <a:lnTo>
                    <a:pt x="96" y="72"/>
                  </a:lnTo>
                  <a:lnTo>
                    <a:pt x="72" y="72"/>
                  </a:lnTo>
                  <a:lnTo>
                    <a:pt x="66" y="66"/>
                  </a:lnTo>
                  <a:lnTo>
                    <a:pt x="60" y="66"/>
                  </a:lnTo>
                  <a:lnTo>
                    <a:pt x="48" y="72"/>
                  </a:lnTo>
                  <a:lnTo>
                    <a:pt x="54" y="84"/>
                  </a:lnTo>
                  <a:lnTo>
                    <a:pt x="54" y="90"/>
                  </a:lnTo>
                  <a:lnTo>
                    <a:pt x="42" y="102"/>
                  </a:lnTo>
                  <a:lnTo>
                    <a:pt x="24" y="102"/>
                  </a:lnTo>
                  <a:lnTo>
                    <a:pt x="24" y="126"/>
                  </a:lnTo>
                  <a:lnTo>
                    <a:pt x="12" y="132"/>
                  </a:lnTo>
                  <a:lnTo>
                    <a:pt x="0" y="132"/>
                  </a:lnTo>
                  <a:lnTo>
                    <a:pt x="0" y="198"/>
                  </a:lnTo>
                  <a:lnTo>
                    <a:pt x="6" y="204"/>
                  </a:lnTo>
                  <a:lnTo>
                    <a:pt x="18" y="210"/>
                  </a:lnTo>
                  <a:lnTo>
                    <a:pt x="24" y="216"/>
                  </a:lnTo>
                  <a:lnTo>
                    <a:pt x="30" y="228"/>
                  </a:lnTo>
                  <a:lnTo>
                    <a:pt x="36" y="234"/>
                  </a:lnTo>
                  <a:lnTo>
                    <a:pt x="42" y="246"/>
                  </a:lnTo>
                  <a:lnTo>
                    <a:pt x="54" y="258"/>
                  </a:lnTo>
                  <a:lnTo>
                    <a:pt x="60" y="270"/>
                  </a:lnTo>
                  <a:lnTo>
                    <a:pt x="84" y="270"/>
                  </a:lnTo>
                  <a:lnTo>
                    <a:pt x="96" y="264"/>
                  </a:lnTo>
                  <a:lnTo>
                    <a:pt x="108" y="264"/>
                  </a:lnTo>
                  <a:close/>
                  <a:moveTo>
                    <a:pt x="396" y="252"/>
                  </a:moveTo>
                  <a:lnTo>
                    <a:pt x="372" y="252"/>
                  </a:lnTo>
                  <a:lnTo>
                    <a:pt x="372" y="270"/>
                  </a:lnTo>
                  <a:lnTo>
                    <a:pt x="384" y="294"/>
                  </a:lnTo>
                  <a:lnTo>
                    <a:pt x="396" y="252"/>
                  </a:lnTo>
                  <a:close/>
                  <a:moveTo>
                    <a:pt x="24" y="312"/>
                  </a:moveTo>
                  <a:lnTo>
                    <a:pt x="18" y="318"/>
                  </a:lnTo>
                  <a:lnTo>
                    <a:pt x="24" y="324"/>
                  </a:lnTo>
                  <a:lnTo>
                    <a:pt x="30" y="324"/>
                  </a:lnTo>
                  <a:lnTo>
                    <a:pt x="36" y="330"/>
                  </a:lnTo>
                  <a:lnTo>
                    <a:pt x="42" y="324"/>
                  </a:lnTo>
                  <a:lnTo>
                    <a:pt x="42" y="318"/>
                  </a:lnTo>
                  <a:lnTo>
                    <a:pt x="30" y="306"/>
                  </a:lnTo>
                  <a:lnTo>
                    <a:pt x="24" y="312"/>
                  </a:lnTo>
                  <a:close/>
                  <a:moveTo>
                    <a:pt x="378" y="390"/>
                  </a:moveTo>
                  <a:lnTo>
                    <a:pt x="378" y="408"/>
                  </a:lnTo>
                  <a:lnTo>
                    <a:pt x="390" y="390"/>
                  </a:lnTo>
                  <a:lnTo>
                    <a:pt x="378" y="390"/>
                  </a:lnTo>
                  <a:close/>
                  <a:moveTo>
                    <a:pt x="408" y="330"/>
                  </a:moveTo>
                  <a:lnTo>
                    <a:pt x="396" y="330"/>
                  </a:lnTo>
                  <a:lnTo>
                    <a:pt x="384" y="336"/>
                  </a:lnTo>
                  <a:lnTo>
                    <a:pt x="384" y="342"/>
                  </a:lnTo>
                  <a:lnTo>
                    <a:pt x="396" y="342"/>
                  </a:lnTo>
                  <a:lnTo>
                    <a:pt x="402" y="336"/>
                  </a:lnTo>
                  <a:lnTo>
                    <a:pt x="408" y="336"/>
                  </a:lnTo>
                  <a:lnTo>
                    <a:pt x="408" y="330"/>
                  </a:lnTo>
                  <a:close/>
                  <a:moveTo>
                    <a:pt x="396" y="192"/>
                  </a:moveTo>
                  <a:lnTo>
                    <a:pt x="372" y="198"/>
                  </a:lnTo>
                  <a:lnTo>
                    <a:pt x="372" y="210"/>
                  </a:lnTo>
                  <a:lnTo>
                    <a:pt x="390" y="210"/>
                  </a:lnTo>
                  <a:lnTo>
                    <a:pt x="396" y="216"/>
                  </a:lnTo>
                  <a:lnTo>
                    <a:pt x="396" y="222"/>
                  </a:lnTo>
                  <a:lnTo>
                    <a:pt x="414" y="222"/>
                  </a:lnTo>
                  <a:lnTo>
                    <a:pt x="414" y="210"/>
                  </a:lnTo>
                  <a:lnTo>
                    <a:pt x="396" y="192"/>
                  </a:lnTo>
                  <a:close/>
                  <a:moveTo>
                    <a:pt x="342" y="372"/>
                  </a:moveTo>
                  <a:lnTo>
                    <a:pt x="342" y="378"/>
                  </a:lnTo>
                  <a:lnTo>
                    <a:pt x="348" y="384"/>
                  </a:lnTo>
                  <a:lnTo>
                    <a:pt x="360" y="384"/>
                  </a:lnTo>
                  <a:lnTo>
                    <a:pt x="366" y="378"/>
                  </a:lnTo>
                  <a:lnTo>
                    <a:pt x="366" y="372"/>
                  </a:lnTo>
                  <a:lnTo>
                    <a:pt x="360" y="366"/>
                  </a:lnTo>
                  <a:lnTo>
                    <a:pt x="342" y="366"/>
                  </a:lnTo>
                  <a:lnTo>
                    <a:pt x="342" y="372"/>
                  </a:lnTo>
                  <a:close/>
                  <a:moveTo>
                    <a:pt x="444" y="312"/>
                  </a:moveTo>
                  <a:lnTo>
                    <a:pt x="432" y="312"/>
                  </a:lnTo>
                  <a:lnTo>
                    <a:pt x="432" y="330"/>
                  </a:lnTo>
                  <a:lnTo>
                    <a:pt x="444" y="336"/>
                  </a:lnTo>
                  <a:lnTo>
                    <a:pt x="450" y="330"/>
                  </a:lnTo>
                  <a:lnTo>
                    <a:pt x="450" y="318"/>
                  </a:lnTo>
                  <a:lnTo>
                    <a:pt x="444" y="312"/>
                  </a:lnTo>
                  <a:close/>
                  <a:moveTo>
                    <a:pt x="444" y="372"/>
                  </a:moveTo>
                  <a:lnTo>
                    <a:pt x="456" y="354"/>
                  </a:lnTo>
                  <a:lnTo>
                    <a:pt x="438" y="354"/>
                  </a:lnTo>
                  <a:lnTo>
                    <a:pt x="444" y="372"/>
                  </a:lnTo>
                  <a:close/>
                  <a:moveTo>
                    <a:pt x="276" y="222"/>
                  </a:moveTo>
                  <a:lnTo>
                    <a:pt x="276" y="240"/>
                  </a:lnTo>
                  <a:lnTo>
                    <a:pt x="288" y="240"/>
                  </a:lnTo>
                  <a:lnTo>
                    <a:pt x="276" y="222"/>
                  </a:lnTo>
                  <a:close/>
                  <a:moveTo>
                    <a:pt x="534" y="420"/>
                  </a:moveTo>
                  <a:lnTo>
                    <a:pt x="522" y="420"/>
                  </a:lnTo>
                  <a:lnTo>
                    <a:pt x="516" y="426"/>
                  </a:lnTo>
                  <a:lnTo>
                    <a:pt x="510" y="438"/>
                  </a:lnTo>
                  <a:lnTo>
                    <a:pt x="510" y="468"/>
                  </a:lnTo>
                  <a:lnTo>
                    <a:pt x="516" y="468"/>
                  </a:lnTo>
                  <a:lnTo>
                    <a:pt x="522" y="456"/>
                  </a:lnTo>
                  <a:lnTo>
                    <a:pt x="528" y="450"/>
                  </a:lnTo>
                  <a:lnTo>
                    <a:pt x="534" y="438"/>
                  </a:lnTo>
                  <a:lnTo>
                    <a:pt x="534" y="420"/>
                  </a:lnTo>
                  <a:close/>
                  <a:moveTo>
                    <a:pt x="462" y="384"/>
                  </a:moveTo>
                  <a:lnTo>
                    <a:pt x="456" y="408"/>
                  </a:lnTo>
                  <a:lnTo>
                    <a:pt x="498" y="378"/>
                  </a:lnTo>
                  <a:lnTo>
                    <a:pt x="486" y="372"/>
                  </a:lnTo>
                  <a:lnTo>
                    <a:pt x="462" y="384"/>
                  </a:lnTo>
                  <a:close/>
                  <a:moveTo>
                    <a:pt x="462" y="510"/>
                  </a:moveTo>
                  <a:lnTo>
                    <a:pt x="480" y="510"/>
                  </a:lnTo>
                  <a:lnTo>
                    <a:pt x="468" y="468"/>
                  </a:lnTo>
                  <a:lnTo>
                    <a:pt x="462" y="510"/>
                  </a:lnTo>
                  <a:close/>
                  <a:moveTo>
                    <a:pt x="276" y="330"/>
                  </a:moveTo>
                  <a:lnTo>
                    <a:pt x="270" y="336"/>
                  </a:lnTo>
                  <a:lnTo>
                    <a:pt x="270" y="348"/>
                  </a:lnTo>
                  <a:lnTo>
                    <a:pt x="276" y="348"/>
                  </a:lnTo>
                  <a:lnTo>
                    <a:pt x="288" y="336"/>
                  </a:lnTo>
                  <a:lnTo>
                    <a:pt x="282" y="330"/>
                  </a:lnTo>
                  <a:lnTo>
                    <a:pt x="276" y="330"/>
                  </a:lnTo>
                  <a:close/>
                  <a:moveTo>
                    <a:pt x="186" y="432"/>
                  </a:moveTo>
                  <a:lnTo>
                    <a:pt x="180" y="438"/>
                  </a:lnTo>
                  <a:lnTo>
                    <a:pt x="180" y="450"/>
                  </a:lnTo>
                  <a:lnTo>
                    <a:pt x="186" y="456"/>
                  </a:lnTo>
                  <a:lnTo>
                    <a:pt x="198" y="444"/>
                  </a:lnTo>
                  <a:lnTo>
                    <a:pt x="198" y="438"/>
                  </a:lnTo>
                  <a:lnTo>
                    <a:pt x="192" y="432"/>
                  </a:lnTo>
                  <a:lnTo>
                    <a:pt x="186" y="432"/>
                  </a:lnTo>
                  <a:close/>
                  <a:moveTo>
                    <a:pt x="384" y="528"/>
                  </a:moveTo>
                  <a:lnTo>
                    <a:pt x="378" y="528"/>
                  </a:lnTo>
                  <a:lnTo>
                    <a:pt x="378" y="516"/>
                  </a:lnTo>
                  <a:lnTo>
                    <a:pt x="372" y="510"/>
                  </a:lnTo>
                  <a:lnTo>
                    <a:pt x="342" y="510"/>
                  </a:lnTo>
                  <a:lnTo>
                    <a:pt x="306" y="504"/>
                  </a:lnTo>
                  <a:lnTo>
                    <a:pt x="276" y="504"/>
                  </a:lnTo>
                  <a:lnTo>
                    <a:pt x="246" y="486"/>
                  </a:lnTo>
                  <a:lnTo>
                    <a:pt x="228" y="504"/>
                  </a:lnTo>
                  <a:lnTo>
                    <a:pt x="234" y="510"/>
                  </a:lnTo>
                  <a:lnTo>
                    <a:pt x="246" y="516"/>
                  </a:lnTo>
                  <a:lnTo>
                    <a:pt x="252" y="522"/>
                  </a:lnTo>
                  <a:lnTo>
                    <a:pt x="258" y="516"/>
                  </a:lnTo>
                  <a:lnTo>
                    <a:pt x="264" y="528"/>
                  </a:lnTo>
                  <a:lnTo>
                    <a:pt x="300" y="528"/>
                  </a:lnTo>
                  <a:lnTo>
                    <a:pt x="312" y="552"/>
                  </a:lnTo>
                  <a:lnTo>
                    <a:pt x="354" y="546"/>
                  </a:lnTo>
                  <a:lnTo>
                    <a:pt x="354" y="540"/>
                  </a:lnTo>
                  <a:lnTo>
                    <a:pt x="402" y="540"/>
                  </a:lnTo>
                  <a:lnTo>
                    <a:pt x="414" y="528"/>
                  </a:lnTo>
                  <a:lnTo>
                    <a:pt x="414" y="522"/>
                  </a:lnTo>
                  <a:lnTo>
                    <a:pt x="408" y="516"/>
                  </a:lnTo>
                  <a:lnTo>
                    <a:pt x="402" y="516"/>
                  </a:lnTo>
                  <a:lnTo>
                    <a:pt x="396" y="522"/>
                  </a:lnTo>
                  <a:lnTo>
                    <a:pt x="390" y="522"/>
                  </a:lnTo>
                  <a:lnTo>
                    <a:pt x="384" y="528"/>
                  </a:lnTo>
                  <a:close/>
                  <a:moveTo>
                    <a:pt x="420" y="408"/>
                  </a:moveTo>
                  <a:lnTo>
                    <a:pt x="408" y="408"/>
                  </a:lnTo>
                  <a:lnTo>
                    <a:pt x="408" y="420"/>
                  </a:lnTo>
                  <a:lnTo>
                    <a:pt x="420" y="420"/>
                  </a:lnTo>
                  <a:lnTo>
                    <a:pt x="426" y="414"/>
                  </a:lnTo>
                  <a:lnTo>
                    <a:pt x="420" y="408"/>
                  </a:lnTo>
                  <a:close/>
                  <a:moveTo>
                    <a:pt x="114" y="276"/>
                  </a:moveTo>
                  <a:lnTo>
                    <a:pt x="90" y="288"/>
                  </a:lnTo>
                  <a:lnTo>
                    <a:pt x="84" y="288"/>
                  </a:lnTo>
                  <a:lnTo>
                    <a:pt x="66" y="312"/>
                  </a:lnTo>
                  <a:lnTo>
                    <a:pt x="96" y="336"/>
                  </a:lnTo>
                  <a:lnTo>
                    <a:pt x="96" y="348"/>
                  </a:lnTo>
                  <a:lnTo>
                    <a:pt x="90" y="366"/>
                  </a:lnTo>
                  <a:lnTo>
                    <a:pt x="90" y="384"/>
                  </a:lnTo>
                  <a:lnTo>
                    <a:pt x="96" y="390"/>
                  </a:lnTo>
                  <a:lnTo>
                    <a:pt x="108" y="396"/>
                  </a:lnTo>
                  <a:lnTo>
                    <a:pt x="114" y="396"/>
                  </a:lnTo>
                  <a:lnTo>
                    <a:pt x="114" y="390"/>
                  </a:lnTo>
                  <a:lnTo>
                    <a:pt x="126" y="378"/>
                  </a:lnTo>
                  <a:lnTo>
                    <a:pt x="132" y="378"/>
                  </a:lnTo>
                  <a:lnTo>
                    <a:pt x="156" y="420"/>
                  </a:lnTo>
                  <a:lnTo>
                    <a:pt x="162" y="390"/>
                  </a:lnTo>
                  <a:lnTo>
                    <a:pt x="180" y="414"/>
                  </a:lnTo>
                  <a:lnTo>
                    <a:pt x="204" y="420"/>
                  </a:lnTo>
                  <a:lnTo>
                    <a:pt x="186" y="402"/>
                  </a:lnTo>
                  <a:lnTo>
                    <a:pt x="192" y="396"/>
                  </a:lnTo>
                  <a:lnTo>
                    <a:pt x="192" y="372"/>
                  </a:lnTo>
                  <a:lnTo>
                    <a:pt x="186" y="366"/>
                  </a:lnTo>
                  <a:lnTo>
                    <a:pt x="180" y="354"/>
                  </a:lnTo>
                  <a:lnTo>
                    <a:pt x="174" y="348"/>
                  </a:lnTo>
                  <a:lnTo>
                    <a:pt x="168" y="336"/>
                  </a:lnTo>
                  <a:lnTo>
                    <a:pt x="168" y="330"/>
                  </a:lnTo>
                  <a:lnTo>
                    <a:pt x="186" y="330"/>
                  </a:lnTo>
                  <a:lnTo>
                    <a:pt x="198" y="336"/>
                  </a:lnTo>
                  <a:lnTo>
                    <a:pt x="210" y="348"/>
                  </a:lnTo>
                  <a:lnTo>
                    <a:pt x="222" y="342"/>
                  </a:lnTo>
                  <a:lnTo>
                    <a:pt x="210" y="336"/>
                  </a:lnTo>
                  <a:lnTo>
                    <a:pt x="204" y="324"/>
                  </a:lnTo>
                  <a:lnTo>
                    <a:pt x="192" y="318"/>
                  </a:lnTo>
                  <a:lnTo>
                    <a:pt x="186" y="312"/>
                  </a:lnTo>
                  <a:lnTo>
                    <a:pt x="174" y="306"/>
                  </a:lnTo>
                  <a:lnTo>
                    <a:pt x="156" y="294"/>
                  </a:lnTo>
                  <a:lnTo>
                    <a:pt x="138" y="288"/>
                  </a:lnTo>
                  <a:lnTo>
                    <a:pt x="126" y="282"/>
                  </a:lnTo>
                  <a:lnTo>
                    <a:pt x="120" y="276"/>
                  </a:lnTo>
                  <a:lnTo>
                    <a:pt x="114" y="276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80" name="Ghana" descr="© INSCALE GmbH, 05.05.2010&#10;http://www.presentationload.com/">
              <a:extLst>
                <a:ext uri="{FF2B5EF4-FFF2-40B4-BE49-F238E27FC236}">
                  <a16:creationId xmlns:a16="http://schemas.microsoft.com/office/drawing/2014/main" id="{F077C8AB-4576-4C27-B325-F8785CD8161D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112947" y="2727209"/>
              <a:ext cx="126905" cy="201822"/>
            </a:xfrm>
            <a:custGeom>
              <a:avLst/>
              <a:gdLst>
                <a:gd name="T0" fmla="*/ 2147483647 w 324"/>
                <a:gd name="T1" fmla="*/ 2147483647 h 516"/>
                <a:gd name="T2" fmla="*/ 2147483647 w 324"/>
                <a:gd name="T3" fmla="*/ 2147483647 h 516"/>
                <a:gd name="T4" fmla="*/ 2147483647 w 324"/>
                <a:gd name="T5" fmla="*/ 2147483647 h 516"/>
                <a:gd name="T6" fmla="*/ 2147483647 w 324"/>
                <a:gd name="T7" fmla="*/ 2147483647 h 516"/>
                <a:gd name="T8" fmla="*/ 2147483647 w 324"/>
                <a:gd name="T9" fmla="*/ 2147483647 h 516"/>
                <a:gd name="T10" fmla="*/ 2147483647 w 324"/>
                <a:gd name="T11" fmla="*/ 2147483647 h 516"/>
                <a:gd name="T12" fmla="*/ 2147483647 w 324"/>
                <a:gd name="T13" fmla="*/ 2147483647 h 516"/>
                <a:gd name="T14" fmla="*/ 2147483647 w 324"/>
                <a:gd name="T15" fmla="*/ 2147483647 h 516"/>
                <a:gd name="T16" fmla="*/ 2147483647 w 324"/>
                <a:gd name="T17" fmla="*/ 2147483647 h 516"/>
                <a:gd name="T18" fmla="*/ 2147483647 w 324"/>
                <a:gd name="T19" fmla="*/ 2147483647 h 516"/>
                <a:gd name="T20" fmla="*/ 2147483647 w 324"/>
                <a:gd name="T21" fmla="*/ 2147483647 h 516"/>
                <a:gd name="T22" fmla="*/ 2147483647 w 324"/>
                <a:gd name="T23" fmla="*/ 2147483647 h 516"/>
                <a:gd name="T24" fmla="*/ 2147483647 w 324"/>
                <a:gd name="T25" fmla="*/ 2147483647 h 516"/>
                <a:gd name="T26" fmla="*/ 2147483647 w 324"/>
                <a:gd name="T27" fmla="*/ 0 h 516"/>
                <a:gd name="T28" fmla="*/ 2147483647 w 324"/>
                <a:gd name="T29" fmla="*/ 2147483647 h 516"/>
                <a:gd name="T30" fmla="*/ 2147483647 w 324"/>
                <a:gd name="T31" fmla="*/ 2147483647 h 516"/>
                <a:gd name="T32" fmla="*/ 2147483647 w 324"/>
                <a:gd name="T33" fmla="*/ 2147483647 h 516"/>
                <a:gd name="T34" fmla="*/ 2147483647 w 324"/>
                <a:gd name="T35" fmla="*/ 2147483647 h 516"/>
                <a:gd name="T36" fmla="*/ 2147483647 w 324"/>
                <a:gd name="T37" fmla="*/ 2147483647 h 516"/>
                <a:gd name="T38" fmla="*/ 2147483647 w 324"/>
                <a:gd name="T39" fmla="*/ 2147483647 h 516"/>
                <a:gd name="T40" fmla="*/ 2147483647 w 324"/>
                <a:gd name="T41" fmla="*/ 2147483647 h 516"/>
                <a:gd name="T42" fmla="*/ 2147483647 w 324"/>
                <a:gd name="T43" fmla="*/ 2147483647 h 516"/>
                <a:gd name="T44" fmla="*/ 2147483647 w 324"/>
                <a:gd name="T45" fmla="*/ 2147483647 h 516"/>
                <a:gd name="T46" fmla="*/ 2147483647 w 324"/>
                <a:gd name="T47" fmla="*/ 2147483647 h 516"/>
                <a:gd name="T48" fmla="*/ 2147483647 w 324"/>
                <a:gd name="T49" fmla="*/ 2147483647 h 516"/>
                <a:gd name="T50" fmla="*/ 2147483647 w 324"/>
                <a:gd name="T51" fmla="*/ 2147483647 h 516"/>
                <a:gd name="T52" fmla="*/ 2147483647 w 324"/>
                <a:gd name="T53" fmla="*/ 2147483647 h 516"/>
                <a:gd name="T54" fmla="*/ 0 w 324"/>
                <a:gd name="T55" fmla="*/ 2147483647 h 516"/>
                <a:gd name="T56" fmla="*/ 2147483647 w 324"/>
                <a:gd name="T57" fmla="*/ 2147483647 h 516"/>
                <a:gd name="T58" fmla="*/ 2147483647 w 324"/>
                <a:gd name="T59" fmla="*/ 2147483647 h 516"/>
                <a:gd name="T60" fmla="*/ 2147483647 w 324"/>
                <a:gd name="T61" fmla="*/ 2147483647 h 516"/>
                <a:gd name="T62" fmla="*/ 2147483647 w 324"/>
                <a:gd name="T63" fmla="*/ 2147483647 h 516"/>
                <a:gd name="T64" fmla="*/ 2147483647 w 324"/>
                <a:gd name="T65" fmla="*/ 2147483647 h 516"/>
                <a:gd name="T66" fmla="*/ 2147483647 w 324"/>
                <a:gd name="T67" fmla="*/ 2147483647 h 516"/>
                <a:gd name="T68" fmla="*/ 2147483647 w 324"/>
                <a:gd name="T69" fmla="*/ 2147483647 h 516"/>
                <a:gd name="T70" fmla="*/ 2147483647 w 324"/>
                <a:gd name="T71" fmla="*/ 2147483647 h 516"/>
                <a:gd name="T72" fmla="*/ 2147483647 w 324"/>
                <a:gd name="T73" fmla="*/ 2147483647 h 516"/>
                <a:gd name="T74" fmla="*/ 2147483647 w 324"/>
                <a:gd name="T75" fmla="*/ 2147483647 h 516"/>
                <a:gd name="T76" fmla="*/ 2147483647 w 324"/>
                <a:gd name="T77" fmla="*/ 2147483647 h 516"/>
                <a:gd name="T78" fmla="*/ 2147483647 w 324"/>
                <a:gd name="T79" fmla="*/ 2147483647 h 516"/>
                <a:gd name="T80" fmla="*/ 2147483647 w 324"/>
                <a:gd name="T81" fmla="*/ 2147483647 h 516"/>
                <a:gd name="T82" fmla="*/ 2147483647 w 324"/>
                <a:gd name="T83" fmla="*/ 2147483647 h 516"/>
                <a:gd name="T84" fmla="*/ 2147483647 w 324"/>
                <a:gd name="T85" fmla="*/ 2147483647 h 516"/>
                <a:gd name="T86" fmla="*/ 2147483647 w 324"/>
                <a:gd name="T87" fmla="*/ 2147483647 h 51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24"/>
                <a:gd name="T133" fmla="*/ 0 h 516"/>
                <a:gd name="T134" fmla="*/ 324 w 324"/>
                <a:gd name="T135" fmla="*/ 516 h 51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24" h="516">
                  <a:moveTo>
                    <a:pt x="282" y="342"/>
                  </a:moveTo>
                  <a:lnTo>
                    <a:pt x="282" y="330"/>
                  </a:lnTo>
                  <a:lnTo>
                    <a:pt x="288" y="318"/>
                  </a:lnTo>
                  <a:lnTo>
                    <a:pt x="288" y="306"/>
                  </a:lnTo>
                  <a:lnTo>
                    <a:pt x="282" y="300"/>
                  </a:lnTo>
                  <a:lnTo>
                    <a:pt x="276" y="300"/>
                  </a:lnTo>
                  <a:lnTo>
                    <a:pt x="276" y="282"/>
                  </a:lnTo>
                  <a:lnTo>
                    <a:pt x="282" y="276"/>
                  </a:lnTo>
                  <a:lnTo>
                    <a:pt x="282" y="234"/>
                  </a:lnTo>
                  <a:lnTo>
                    <a:pt x="288" y="228"/>
                  </a:lnTo>
                  <a:lnTo>
                    <a:pt x="288" y="216"/>
                  </a:lnTo>
                  <a:lnTo>
                    <a:pt x="282" y="210"/>
                  </a:lnTo>
                  <a:lnTo>
                    <a:pt x="270" y="204"/>
                  </a:lnTo>
                  <a:lnTo>
                    <a:pt x="264" y="198"/>
                  </a:lnTo>
                  <a:lnTo>
                    <a:pt x="276" y="186"/>
                  </a:lnTo>
                  <a:lnTo>
                    <a:pt x="282" y="186"/>
                  </a:lnTo>
                  <a:lnTo>
                    <a:pt x="282" y="180"/>
                  </a:lnTo>
                  <a:lnTo>
                    <a:pt x="270" y="168"/>
                  </a:lnTo>
                  <a:lnTo>
                    <a:pt x="276" y="156"/>
                  </a:lnTo>
                  <a:lnTo>
                    <a:pt x="276" y="132"/>
                  </a:lnTo>
                  <a:lnTo>
                    <a:pt x="270" y="126"/>
                  </a:lnTo>
                  <a:lnTo>
                    <a:pt x="264" y="126"/>
                  </a:lnTo>
                  <a:lnTo>
                    <a:pt x="252" y="138"/>
                  </a:lnTo>
                  <a:lnTo>
                    <a:pt x="264" y="60"/>
                  </a:lnTo>
                  <a:lnTo>
                    <a:pt x="228" y="36"/>
                  </a:lnTo>
                  <a:lnTo>
                    <a:pt x="240" y="24"/>
                  </a:lnTo>
                  <a:lnTo>
                    <a:pt x="240" y="6"/>
                  </a:lnTo>
                  <a:lnTo>
                    <a:pt x="222" y="0"/>
                  </a:lnTo>
                  <a:lnTo>
                    <a:pt x="198" y="12"/>
                  </a:lnTo>
                  <a:lnTo>
                    <a:pt x="42" y="12"/>
                  </a:lnTo>
                  <a:lnTo>
                    <a:pt x="36" y="18"/>
                  </a:lnTo>
                  <a:lnTo>
                    <a:pt x="30" y="30"/>
                  </a:lnTo>
                  <a:lnTo>
                    <a:pt x="30" y="48"/>
                  </a:lnTo>
                  <a:lnTo>
                    <a:pt x="36" y="48"/>
                  </a:lnTo>
                  <a:lnTo>
                    <a:pt x="42" y="78"/>
                  </a:lnTo>
                  <a:lnTo>
                    <a:pt x="42" y="132"/>
                  </a:lnTo>
                  <a:lnTo>
                    <a:pt x="48" y="126"/>
                  </a:lnTo>
                  <a:lnTo>
                    <a:pt x="54" y="156"/>
                  </a:lnTo>
                  <a:lnTo>
                    <a:pt x="42" y="156"/>
                  </a:lnTo>
                  <a:lnTo>
                    <a:pt x="42" y="162"/>
                  </a:lnTo>
                  <a:lnTo>
                    <a:pt x="48" y="168"/>
                  </a:lnTo>
                  <a:lnTo>
                    <a:pt x="48" y="180"/>
                  </a:lnTo>
                  <a:lnTo>
                    <a:pt x="54" y="192"/>
                  </a:lnTo>
                  <a:lnTo>
                    <a:pt x="54" y="204"/>
                  </a:lnTo>
                  <a:lnTo>
                    <a:pt x="60" y="216"/>
                  </a:lnTo>
                  <a:lnTo>
                    <a:pt x="60" y="228"/>
                  </a:lnTo>
                  <a:lnTo>
                    <a:pt x="48" y="252"/>
                  </a:lnTo>
                  <a:lnTo>
                    <a:pt x="42" y="258"/>
                  </a:lnTo>
                  <a:lnTo>
                    <a:pt x="36" y="270"/>
                  </a:lnTo>
                  <a:lnTo>
                    <a:pt x="36" y="288"/>
                  </a:lnTo>
                  <a:lnTo>
                    <a:pt x="30" y="300"/>
                  </a:lnTo>
                  <a:lnTo>
                    <a:pt x="30" y="312"/>
                  </a:lnTo>
                  <a:lnTo>
                    <a:pt x="12" y="330"/>
                  </a:lnTo>
                  <a:lnTo>
                    <a:pt x="6" y="342"/>
                  </a:lnTo>
                  <a:lnTo>
                    <a:pt x="0" y="348"/>
                  </a:lnTo>
                  <a:lnTo>
                    <a:pt x="0" y="372"/>
                  </a:lnTo>
                  <a:lnTo>
                    <a:pt x="6" y="384"/>
                  </a:lnTo>
                  <a:lnTo>
                    <a:pt x="12" y="402"/>
                  </a:lnTo>
                  <a:lnTo>
                    <a:pt x="12" y="414"/>
                  </a:lnTo>
                  <a:lnTo>
                    <a:pt x="18" y="426"/>
                  </a:lnTo>
                  <a:lnTo>
                    <a:pt x="24" y="432"/>
                  </a:lnTo>
                  <a:lnTo>
                    <a:pt x="24" y="438"/>
                  </a:lnTo>
                  <a:lnTo>
                    <a:pt x="48" y="444"/>
                  </a:lnTo>
                  <a:lnTo>
                    <a:pt x="48" y="498"/>
                  </a:lnTo>
                  <a:lnTo>
                    <a:pt x="72" y="498"/>
                  </a:lnTo>
                  <a:lnTo>
                    <a:pt x="78" y="504"/>
                  </a:lnTo>
                  <a:lnTo>
                    <a:pt x="78" y="510"/>
                  </a:lnTo>
                  <a:lnTo>
                    <a:pt x="84" y="516"/>
                  </a:lnTo>
                  <a:lnTo>
                    <a:pt x="96" y="516"/>
                  </a:lnTo>
                  <a:lnTo>
                    <a:pt x="108" y="510"/>
                  </a:lnTo>
                  <a:lnTo>
                    <a:pt x="114" y="504"/>
                  </a:lnTo>
                  <a:lnTo>
                    <a:pt x="132" y="492"/>
                  </a:lnTo>
                  <a:lnTo>
                    <a:pt x="138" y="486"/>
                  </a:lnTo>
                  <a:lnTo>
                    <a:pt x="150" y="480"/>
                  </a:lnTo>
                  <a:lnTo>
                    <a:pt x="180" y="480"/>
                  </a:lnTo>
                  <a:lnTo>
                    <a:pt x="186" y="474"/>
                  </a:lnTo>
                  <a:lnTo>
                    <a:pt x="198" y="468"/>
                  </a:lnTo>
                  <a:lnTo>
                    <a:pt x="216" y="450"/>
                  </a:lnTo>
                  <a:lnTo>
                    <a:pt x="228" y="450"/>
                  </a:lnTo>
                  <a:lnTo>
                    <a:pt x="234" y="444"/>
                  </a:lnTo>
                  <a:lnTo>
                    <a:pt x="240" y="444"/>
                  </a:lnTo>
                  <a:lnTo>
                    <a:pt x="258" y="426"/>
                  </a:lnTo>
                  <a:lnTo>
                    <a:pt x="270" y="426"/>
                  </a:lnTo>
                  <a:lnTo>
                    <a:pt x="276" y="432"/>
                  </a:lnTo>
                  <a:lnTo>
                    <a:pt x="294" y="432"/>
                  </a:lnTo>
                  <a:lnTo>
                    <a:pt x="306" y="426"/>
                  </a:lnTo>
                  <a:lnTo>
                    <a:pt x="324" y="408"/>
                  </a:lnTo>
                  <a:lnTo>
                    <a:pt x="294" y="384"/>
                  </a:lnTo>
                  <a:lnTo>
                    <a:pt x="282" y="342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81" name="Germany" descr="© INSCALE GmbH, 05.05.2010&#10;http://www.presentationload.com/">
              <a:extLst>
                <a:ext uri="{FF2B5EF4-FFF2-40B4-BE49-F238E27FC236}">
                  <a16:creationId xmlns:a16="http://schemas.microsoft.com/office/drawing/2014/main" id="{FA7C6A08-6DD0-45B8-A810-44F22C50C541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385102" y="1358799"/>
              <a:ext cx="220169" cy="230872"/>
            </a:xfrm>
            <a:custGeom>
              <a:avLst/>
              <a:gdLst>
                <a:gd name="T0" fmla="*/ 2147483647 w 564"/>
                <a:gd name="T1" fmla="*/ 2147483647 h 588"/>
                <a:gd name="T2" fmla="*/ 2147483647 w 564"/>
                <a:gd name="T3" fmla="*/ 2147483647 h 588"/>
                <a:gd name="T4" fmla="*/ 2147483647 w 564"/>
                <a:gd name="T5" fmla="*/ 2147483647 h 588"/>
                <a:gd name="T6" fmla="*/ 2147483647 w 564"/>
                <a:gd name="T7" fmla="*/ 2147483647 h 588"/>
                <a:gd name="T8" fmla="*/ 2147483647 w 564"/>
                <a:gd name="T9" fmla="*/ 2147483647 h 588"/>
                <a:gd name="T10" fmla="*/ 2147483647 w 564"/>
                <a:gd name="T11" fmla="*/ 2147483647 h 588"/>
                <a:gd name="T12" fmla="*/ 2147483647 w 564"/>
                <a:gd name="T13" fmla="*/ 2147483647 h 588"/>
                <a:gd name="T14" fmla="*/ 2147483647 w 564"/>
                <a:gd name="T15" fmla="*/ 2147483647 h 588"/>
                <a:gd name="T16" fmla="*/ 2147483647 w 564"/>
                <a:gd name="T17" fmla="*/ 2147483647 h 588"/>
                <a:gd name="T18" fmla="*/ 2147483647 w 564"/>
                <a:gd name="T19" fmla="*/ 2147483647 h 588"/>
                <a:gd name="T20" fmla="*/ 2147483647 w 564"/>
                <a:gd name="T21" fmla="*/ 2147483647 h 588"/>
                <a:gd name="T22" fmla="*/ 2147483647 w 564"/>
                <a:gd name="T23" fmla="*/ 2147483647 h 588"/>
                <a:gd name="T24" fmla="*/ 2147483647 w 564"/>
                <a:gd name="T25" fmla="*/ 2147483647 h 588"/>
                <a:gd name="T26" fmla="*/ 2147483647 w 564"/>
                <a:gd name="T27" fmla="*/ 2147483647 h 588"/>
                <a:gd name="T28" fmla="*/ 2147483647 w 564"/>
                <a:gd name="T29" fmla="*/ 2147483647 h 588"/>
                <a:gd name="T30" fmla="*/ 2147483647 w 564"/>
                <a:gd name="T31" fmla="*/ 2147483647 h 588"/>
                <a:gd name="T32" fmla="*/ 2147483647 w 564"/>
                <a:gd name="T33" fmla="*/ 2147483647 h 588"/>
                <a:gd name="T34" fmla="*/ 2147483647 w 564"/>
                <a:gd name="T35" fmla="*/ 2147483647 h 588"/>
                <a:gd name="T36" fmla="*/ 2147483647 w 564"/>
                <a:gd name="T37" fmla="*/ 2147483647 h 588"/>
                <a:gd name="T38" fmla="*/ 2147483647 w 564"/>
                <a:gd name="T39" fmla="*/ 2147483647 h 588"/>
                <a:gd name="T40" fmla="*/ 2147483647 w 564"/>
                <a:gd name="T41" fmla="*/ 2147483647 h 588"/>
                <a:gd name="T42" fmla="*/ 2147483647 w 564"/>
                <a:gd name="T43" fmla="*/ 2147483647 h 588"/>
                <a:gd name="T44" fmla="*/ 2147483647 w 564"/>
                <a:gd name="T45" fmla="*/ 2147483647 h 588"/>
                <a:gd name="T46" fmla="*/ 2147483647 w 564"/>
                <a:gd name="T47" fmla="*/ 2147483647 h 588"/>
                <a:gd name="T48" fmla="*/ 2147483647 w 564"/>
                <a:gd name="T49" fmla="*/ 2147483647 h 588"/>
                <a:gd name="T50" fmla="*/ 2147483647 w 564"/>
                <a:gd name="T51" fmla="*/ 2147483647 h 588"/>
                <a:gd name="T52" fmla="*/ 2147483647 w 564"/>
                <a:gd name="T53" fmla="*/ 2147483647 h 588"/>
                <a:gd name="T54" fmla="*/ 2147483647 w 564"/>
                <a:gd name="T55" fmla="*/ 2147483647 h 588"/>
                <a:gd name="T56" fmla="*/ 2147483647 w 564"/>
                <a:gd name="T57" fmla="*/ 2147483647 h 588"/>
                <a:gd name="T58" fmla="*/ 2147483647 w 564"/>
                <a:gd name="T59" fmla="*/ 2147483647 h 588"/>
                <a:gd name="T60" fmla="*/ 2147483647 w 564"/>
                <a:gd name="T61" fmla="*/ 2147483647 h 588"/>
                <a:gd name="T62" fmla="*/ 2147483647 w 564"/>
                <a:gd name="T63" fmla="*/ 2147483647 h 588"/>
                <a:gd name="T64" fmla="*/ 2147483647 w 564"/>
                <a:gd name="T65" fmla="*/ 2147483647 h 588"/>
                <a:gd name="T66" fmla="*/ 2147483647 w 564"/>
                <a:gd name="T67" fmla="*/ 2147483647 h 588"/>
                <a:gd name="T68" fmla="*/ 2147483647 w 564"/>
                <a:gd name="T69" fmla="*/ 2147483647 h 588"/>
                <a:gd name="T70" fmla="*/ 2147483647 w 564"/>
                <a:gd name="T71" fmla="*/ 2147483647 h 588"/>
                <a:gd name="T72" fmla="*/ 2147483647 w 564"/>
                <a:gd name="T73" fmla="*/ 2147483647 h 588"/>
                <a:gd name="T74" fmla="*/ 2147483647 w 564"/>
                <a:gd name="T75" fmla="*/ 2147483647 h 588"/>
                <a:gd name="T76" fmla="*/ 2147483647 w 564"/>
                <a:gd name="T77" fmla="*/ 2147483647 h 588"/>
                <a:gd name="T78" fmla="*/ 2147483647 w 564"/>
                <a:gd name="T79" fmla="*/ 2147483647 h 588"/>
                <a:gd name="T80" fmla="*/ 2147483647 w 564"/>
                <a:gd name="T81" fmla="*/ 2147483647 h 588"/>
                <a:gd name="T82" fmla="*/ 2147483647 w 564"/>
                <a:gd name="T83" fmla="*/ 0 h 588"/>
                <a:gd name="T84" fmla="*/ 2147483647 w 564"/>
                <a:gd name="T85" fmla="*/ 2147483647 h 588"/>
                <a:gd name="T86" fmla="*/ 2147483647 w 564"/>
                <a:gd name="T87" fmla="*/ 2147483647 h 588"/>
                <a:gd name="T88" fmla="*/ 2147483647 w 564"/>
                <a:gd name="T89" fmla="*/ 2147483647 h 588"/>
                <a:gd name="T90" fmla="*/ 2147483647 w 564"/>
                <a:gd name="T91" fmla="*/ 2147483647 h 588"/>
                <a:gd name="T92" fmla="*/ 2147483647 w 564"/>
                <a:gd name="T93" fmla="*/ 2147483647 h 588"/>
                <a:gd name="T94" fmla="*/ 2147483647 w 564"/>
                <a:gd name="T95" fmla="*/ 2147483647 h 588"/>
                <a:gd name="T96" fmla="*/ 2147483647 w 564"/>
                <a:gd name="T97" fmla="*/ 2147483647 h 588"/>
                <a:gd name="T98" fmla="*/ 2147483647 w 564"/>
                <a:gd name="T99" fmla="*/ 2147483647 h 588"/>
                <a:gd name="T100" fmla="*/ 2147483647 w 564"/>
                <a:gd name="T101" fmla="*/ 2147483647 h 588"/>
                <a:gd name="T102" fmla="*/ 2147483647 w 564"/>
                <a:gd name="T103" fmla="*/ 2147483647 h 588"/>
                <a:gd name="T104" fmla="*/ 0 w 564"/>
                <a:gd name="T105" fmla="*/ 2147483647 h 588"/>
                <a:gd name="T106" fmla="*/ 2147483647 w 564"/>
                <a:gd name="T107" fmla="*/ 2147483647 h 588"/>
                <a:gd name="T108" fmla="*/ 2147483647 w 564"/>
                <a:gd name="T109" fmla="*/ 2147483647 h 588"/>
                <a:gd name="T110" fmla="*/ 2147483647 w 564"/>
                <a:gd name="T111" fmla="*/ 2147483647 h 58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64"/>
                <a:gd name="T169" fmla="*/ 0 h 588"/>
                <a:gd name="T170" fmla="*/ 564 w 564"/>
                <a:gd name="T171" fmla="*/ 588 h 58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64" h="588">
                  <a:moveTo>
                    <a:pt x="30" y="414"/>
                  </a:moveTo>
                  <a:lnTo>
                    <a:pt x="30" y="420"/>
                  </a:lnTo>
                  <a:lnTo>
                    <a:pt x="36" y="420"/>
                  </a:lnTo>
                  <a:lnTo>
                    <a:pt x="36" y="444"/>
                  </a:lnTo>
                  <a:lnTo>
                    <a:pt x="60" y="444"/>
                  </a:lnTo>
                  <a:lnTo>
                    <a:pt x="60" y="450"/>
                  </a:lnTo>
                  <a:lnTo>
                    <a:pt x="72" y="450"/>
                  </a:lnTo>
                  <a:lnTo>
                    <a:pt x="84" y="444"/>
                  </a:lnTo>
                  <a:lnTo>
                    <a:pt x="96" y="444"/>
                  </a:lnTo>
                  <a:lnTo>
                    <a:pt x="96" y="450"/>
                  </a:lnTo>
                  <a:lnTo>
                    <a:pt x="120" y="450"/>
                  </a:lnTo>
                  <a:lnTo>
                    <a:pt x="138" y="456"/>
                  </a:lnTo>
                  <a:lnTo>
                    <a:pt x="132" y="468"/>
                  </a:lnTo>
                  <a:lnTo>
                    <a:pt x="114" y="486"/>
                  </a:lnTo>
                  <a:lnTo>
                    <a:pt x="114" y="498"/>
                  </a:lnTo>
                  <a:lnTo>
                    <a:pt x="108" y="510"/>
                  </a:lnTo>
                  <a:lnTo>
                    <a:pt x="102" y="516"/>
                  </a:lnTo>
                  <a:lnTo>
                    <a:pt x="96" y="528"/>
                  </a:lnTo>
                  <a:lnTo>
                    <a:pt x="96" y="570"/>
                  </a:lnTo>
                  <a:lnTo>
                    <a:pt x="132" y="570"/>
                  </a:lnTo>
                  <a:lnTo>
                    <a:pt x="150" y="564"/>
                  </a:lnTo>
                  <a:lnTo>
                    <a:pt x="156" y="570"/>
                  </a:lnTo>
                  <a:lnTo>
                    <a:pt x="150" y="564"/>
                  </a:lnTo>
                  <a:lnTo>
                    <a:pt x="150" y="552"/>
                  </a:lnTo>
                  <a:lnTo>
                    <a:pt x="156" y="546"/>
                  </a:lnTo>
                  <a:lnTo>
                    <a:pt x="162" y="546"/>
                  </a:lnTo>
                  <a:lnTo>
                    <a:pt x="174" y="552"/>
                  </a:lnTo>
                  <a:lnTo>
                    <a:pt x="180" y="558"/>
                  </a:lnTo>
                  <a:lnTo>
                    <a:pt x="192" y="558"/>
                  </a:lnTo>
                  <a:lnTo>
                    <a:pt x="210" y="564"/>
                  </a:lnTo>
                  <a:lnTo>
                    <a:pt x="216" y="576"/>
                  </a:lnTo>
                  <a:lnTo>
                    <a:pt x="252" y="576"/>
                  </a:lnTo>
                  <a:lnTo>
                    <a:pt x="258" y="582"/>
                  </a:lnTo>
                  <a:lnTo>
                    <a:pt x="258" y="588"/>
                  </a:lnTo>
                  <a:lnTo>
                    <a:pt x="270" y="588"/>
                  </a:lnTo>
                  <a:lnTo>
                    <a:pt x="276" y="582"/>
                  </a:lnTo>
                  <a:lnTo>
                    <a:pt x="276" y="570"/>
                  </a:lnTo>
                  <a:lnTo>
                    <a:pt x="294" y="570"/>
                  </a:lnTo>
                  <a:lnTo>
                    <a:pt x="312" y="588"/>
                  </a:lnTo>
                  <a:lnTo>
                    <a:pt x="330" y="588"/>
                  </a:lnTo>
                  <a:lnTo>
                    <a:pt x="336" y="582"/>
                  </a:lnTo>
                  <a:lnTo>
                    <a:pt x="354" y="570"/>
                  </a:lnTo>
                  <a:lnTo>
                    <a:pt x="372" y="570"/>
                  </a:lnTo>
                  <a:lnTo>
                    <a:pt x="390" y="558"/>
                  </a:lnTo>
                  <a:lnTo>
                    <a:pt x="402" y="564"/>
                  </a:lnTo>
                  <a:lnTo>
                    <a:pt x="420" y="570"/>
                  </a:lnTo>
                  <a:lnTo>
                    <a:pt x="432" y="582"/>
                  </a:lnTo>
                  <a:lnTo>
                    <a:pt x="438" y="582"/>
                  </a:lnTo>
                  <a:lnTo>
                    <a:pt x="438" y="540"/>
                  </a:lnTo>
                  <a:lnTo>
                    <a:pt x="426" y="540"/>
                  </a:lnTo>
                  <a:lnTo>
                    <a:pt x="426" y="534"/>
                  </a:lnTo>
                  <a:lnTo>
                    <a:pt x="432" y="528"/>
                  </a:lnTo>
                  <a:lnTo>
                    <a:pt x="432" y="522"/>
                  </a:lnTo>
                  <a:lnTo>
                    <a:pt x="438" y="516"/>
                  </a:lnTo>
                  <a:lnTo>
                    <a:pt x="456" y="516"/>
                  </a:lnTo>
                  <a:lnTo>
                    <a:pt x="462" y="522"/>
                  </a:lnTo>
                  <a:lnTo>
                    <a:pt x="468" y="522"/>
                  </a:lnTo>
                  <a:lnTo>
                    <a:pt x="468" y="504"/>
                  </a:lnTo>
                  <a:lnTo>
                    <a:pt x="462" y="492"/>
                  </a:lnTo>
                  <a:lnTo>
                    <a:pt x="480" y="492"/>
                  </a:lnTo>
                  <a:lnTo>
                    <a:pt x="486" y="474"/>
                  </a:lnTo>
                  <a:lnTo>
                    <a:pt x="486" y="462"/>
                  </a:lnTo>
                  <a:lnTo>
                    <a:pt x="480" y="462"/>
                  </a:lnTo>
                  <a:lnTo>
                    <a:pt x="474" y="456"/>
                  </a:lnTo>
                  <a:lnTo>
                    <a:pt x="462" y="456"/>
                  </a:lnTo>
                  <a:lnTo>
                    <a:pt x="456" y="444"/>
                  </a:lnTo>
                  <a:lnTo>
                    <a:pt x="450" y="444"/>
                  </a:lnTo>
                  <a:lnTo>
                    <a:pt x="444" y="432"/>
                  </a:lnTo>
                  <a:lnTo>
                    <a:pt x="432" y="432"/>
                  </a:lnTo>
                  <a:lnTo>
                    <a:pt x="420" y="426"/>
                  </a:lnTo>
                  <a:lnTo>
                    <a:pt x="420" y="420"/>
                  </a:lnTo>
                  <a:lnTo>
                    <a:pt x="414" y="420"/>
                  </a:lnTo>
                  <a:lnTo>
                    <a:pt x="408" y="408"/>
                  </a:lnTo>
                  <a:lnTo>
                    <a:pt x="396" y="396"/>
                  </a:lnTo>
                  <a:lnTo>
                    <a:pt x="396" y="390"/>
                  </a:lnTo>
                  <a:lnTo>
                    <a:pt x="402" y="390"/>
                  </a:lnTo>
                  <a:lnTo>
                    <a:pt x="408" y="384"/>
                  </a:lnTo>
                  <a:lnTo>
                    <a:pt x="396" y="372"/>
                  </a:lnTo>
                  <a:lnTo>
                    <a:pt x="390" y="372"/>
                  </a:lnTo>
                  <a:lnTo>
                    <a:pt x="384" y="366"/>
                  </a:lnTo>
                  <a:lnTo>
                    <a:pt x="384" y="354"/>
                  </a:lnTo>
                  <a:lnTo>
                    <a:pt x="390" y="354"/>
                  </a:lnTo>
                  <a:lnTo>
                    <a:pt x="390" y="360"/>
                  </a:lnTo>
                  <a:lnTo>
                    <a:pt x="402" y="360"/>
                  </a:lnTo>
                  <a:lnTo>
                    <a:pt x="402" y="354"/>
                  </a:lnTo>
                  <a:lnTo>
                    <a:pt x="414" y="354"/>
                  </a:lnTo>
                  <a:lnTo>
                    <a:pt x="414" y="348"/>
                  </a:lnTo>
                  <a:lnTo>
                    <a:pt x="420" y="342"/>
                  </a:lnTo>
                  <a:lnTo>
                    <a:pt x="426" y="342"/>
                  </a:lnTo>
                  <a:lnTo>
                    <a:pt x="438" y="348"/>
                  </a:lnTo>
                  <a:lnTo>
                    <a:pt x="450" y="336"/>
                  </a:lnTo>
                  <a:lnTo>
                    <a:pt x="468" y="330"/>
                  </a:lnTo>
                  <a:lnTo>
                    <a:pt x="468" y="324"/>
                  </a:lnTo>
                  <a:lnTo>
                    <a:pt x="492" y="324"/>
                  </a:lnTo>
                  <a:lnTo>
                    <a:pt x="492" y="318"/>
                  </a:lnTo>
                  <a:lnTo>
                    <a:pt x="510" y="318"/>
                  </a:lnTo>
                  <a:lnTo>
                    <a:pt x="510" y="312"/>
                  </a:lnTo>
                  <a:lnTo>
                    <a:pt x="516" y="306"/>
                  </a:lnTo>
                  <a:lnTo>
                    <a:pt x="522" y="306"/>
                  </a:lnTo>
                  <a:lnTo>
                    <a:pt x="528" y="300"/>
                  </a:lnTo>
                  <a:lnTo>
                    <a:pt x="540" y="312"/>
                  </a:lnTo>
                  <a:lnTo>
                    <a:pt x="552" y="312"/>
                  </a:lnTo>
                  <a:lnTo>
                    <a:pt x="558" y="300"/>
                  </a:lnTo>
                  <a:lnTo>
                    <a:pt x="558" y="294"/>
                  </a:lnTo>
                  <a:lnTo>
                    <a:pt x="564" y="288"/>
                  </a:lnTo>
                  <a:lnTo>
                    <a:pt x="564" y="282"/>
                  </a:lnTo>
                  <a:lnTo>
                    <a:pt x="552" y="282"/>
                  </a:lnTo>
                  <a:lnTo>
                    <a:pt x="558" y="276"/>
                  </a:lnTo>
                  <a:lnTo>
                    <a:pt x="558" y="264"/>
                  </a:lnTo>
                  <a:lnTo>
                    <a:pt x="552" y="264"/>
                  </a:lnTo>
                  <a:lnTo>
                    <a:pt x="546" y="270"/>
                  </a:lnTo>
                  <a:lnTo>
                    <a:pt x="546" y="252"/>
                  </a:lnTo>
                  <a:lnTo>
                    <a:pt x="540" y="246"/>
                  </a:lnTo>
                  <a:lnTo>
                    <a:pt x="534" y="246"/>
                  </a:lnTo>
                  <a:lnTo>
                    <a:pt x="528" y="240"/>
                  </a:lnTo>
                  <a:lnTo>
                    <a:pt x="528" y="234"/>
                  </a:lnTo>
                  <a:lnTo>
                    <a:pt x="540" y="228"/>
                  </a:lnTo>
                  <a:lnTo>
                    <a:pt x="546" y="222"/>
                  </a:lnTo>
                  <a:lnTo>
                    <a:pt x="540" y="216"/>
                  </a:lnTo>
                  <a:lnTo>
                    <a:pt x="534" y="216"/>
                  </a:lnTo>
                  <a:lnTo>
                    <a:pt x="540" y="210"/>
                  </a:lnTo>
                  <a:lnTo>
                    <a:pt x="540" y="204"/>
                  </a:lnTo>
                  <a:lnTo>
                    <a:pt x="528" y="204"/>
                  </a:lnTo>
                  <a:lnTo>
                    <a:pt x="528" y="192"/>
                  </a:lnTo>
                  <a:lnTo>
                    <a:pt x="534" y="192"/>
                  </a:lnTo>
                  <a:lnTo>
                    <a:pt x="534" y="174"/>
                  </a:lnTo>
                  <a:lnTo>
                    <a:pt x="522" y="174"/>
                  </a:lnTo>
                  <a:lnTo>
                    <a:pt x="516" y="168"/>
                  </a:lnTo>
                  <a:lnTo>
                    <a:pt x="510" y="168"/>
                  </a:lnTo>
                  <a:lnTo>
                    <a:pt x="504" y="162"/>
                  </a:lnTo>
                  <a:lnTo>
                    <a:pt x="504" y="150"/>
                  </a:lnTo>
                  <a:lnTo>
                    <a:pt x="510" y="150"/>
                  </a:lnTo>
                  <a:lnTo>
                    <a:pt x="522" y="138"/>
                  </a:lnTo>
                  <a:lnTo>
                    <a:pt x="522" y="120"/>
                  </a:lnTo>
                  <a:lnTo>
                    <a:pt x="516" y="114"/>
                  </a:lnTo>
                  <a:lnTo>
                    <a:pt x="510" y="114"/>
                  </a:lnTo>
                  <a:lnTo>
                    <a:pt x="510" y="96"/>
                  </a:lnTo>
                  <a:lnTo>
                    <a:pt x="504" y="90"/>
                  </a:lnTo>
                  <a:lnTo>
                    <a:pt x="486" y="84"/>
                  </a:lnTo>
                  <a:lnTo>
                    <a:pt x="486" y="78"/>
                  </a:lnTo>
                  <a:lnTo>
                    <a:pt x="480" y="66"/>
                  </a:lnTo>
                  <a:lnTo>
                    <a:pt x="474" y="60"/>
                  </a:lnTo>
                  <a:lnTo>
                    <a:pt x="456" y="60"/>
                  </a:lnTo>
                  <a:lnTo>
                    <a:pt x="450" y="54"/>
                  </a:lnTo>
                  <a:lnTo>
                    <a:pt x="444" y="54"/>
                  </a:lnTo>
                  <a:lnTo>
                    <a:pt x="438" y="48"/>
                  </a:lnTo>
                  <a:lnTo>
                    <a:pt x="426" y="48"/>
                  </a:lnTo>
                  <a:lnTo>
                    <a:pt x="420" y="42"/>
                  </a:lnTo>
                  <a:lnTo>
                    <a:pt x="396" y="42"/>
                  </a:lnTo>
                  <a:lnTo>
                    <a:pt x="384" y="54"/>
                  </a:lnTo>
                  <a:lnTo>
                    <a:pt x="342" y="54"/>
                  </a:lnTo>
                  <a:lnTo>
                    <a:pt x="342" y="72"/>
                  </a:lnTo>
                  <a:lnTo>
                    <a:pt x="300" y="72"/>
                  </a:lnTo>
                  <a:lnTo>
                    <a:pt x="300" y="60"/>
                  </a:lnTo>
                  <a:lnTo>
                    <a:pt x="312" y="48"/>
                  </a:lnTo>
                  <a:lnTo>
                    <a:pt x="312" y="42"/>
                  </a:lnTo>
                  <a:lnTo>
                    <a:pt x="318" y="30"/>
                  </a:lnTo>
                  <a:lnTo>
                    <a:pt x="294" y="42"/>
                  </a:lnTo>
                  <a:lnTo>
                    <a:pt x="252" y="36"/>
                  </a:lnTo>
                  <a:lnTo>
                    <a:pt x="246" y="30"/>
                  </a:lnTo>
                  <a:lnTo>
                    <a:pt x="246" y="18"/>
                  </a:lnTo>
                  <a:lnTo>
                    <a:pt x="240" y="6"/>
                  </a:lnTo>
                  <a:lnTo>
                    <a:pt x="234" y="6"/>
                  </a:lnTo>
                  <a:lnTo>
                    <a:pt x="234" y="12"/>
                  </a:lnTo>
                  <a:lnTo>
                    <a:pt x="228" y="6"/>
                  </a:lnTo>
                  <a:lnTo>
                    <a:pt x="204" y="6"/>
                  </a:lnTo>
                  <a:lnTo>
                    <a:pt x="198" y="0"/>
                  </a:lnTo>
                  <a:lnTo>
                    <a:pt x="168" y="0"/>
                  </a:lnTo>
                  <a:lnTo>
                    <a:pt x="192" y="36"/>
                  </a:lnTo>
                  <a:lnTo>
                    <a:pt x="180" y="48"/>
                  </a:lnTo>
                  <a:lnTo>
                    <a:pt x="198" y="72"/>
                  </a:lnTo>
                  <a:lnTo>
                    <a:pt x="216" y="90"/>
                  </a:lnTo>
                  <a:lnTo>
                    <a:pt x="186" y="78"/>
                  </a:lnTo>
                  <a:lnTo>
                    <a:pt x="162" y="84"/>
                  </a:lnTo>
                  <a:lnTo>
                    <a:pt x="162" y="108"/>
                  </a:lnTo>
                  <a:lnTo>
                    <a:pt x="132" y="108"/>
                  </a:lnTo>
                  <a:lnTo>
                    <a:pt x="126" y="96"/>
                  </a:lnTo>
                  <a:lnTo>
                    <a:pt x="84" y="96"/>
                  </a:lnTo>
                  <a:lnTo>
                    <a:pt x="84" y="126"/>
                  </a:lnTo>
                  <a:lnTo>
                    <a:pt x="90" y="126"/>
                  </a:lnTo>
                  <a:lnTo>
                    <a:pt x="84" y="132"/>
                  </a:lnTo>
                  <a:lnTo>
                    <a:pt x="90" y="144"/>
                  </a:lnTo>
                  <a:lnTo>
                    <a:pt x="78" y="150"/>
                  </a:lnTo>
                  <a:lnTo>
                    <a:pt x="72" y="150"/>
                  </a:lnTo>
                  <a:lnTo>
                    <a:pt x="72" y="168"/>
                  </a:lnTo>
                  <a:lnTo>
                    <a:pt x="78" y="174"/>
                  </a:lnTo>
                  <a:lnTo>
                    <a:pt x="66" y="174"/>
                  </a:lnTo>
                  <a:lnTo>
                    <a:pt x="54" y="180"/>
                  </a:lnTo>
                  <a:lnTo>
                    <a:pt x="48" y="180"/>
                  </a:lnTo>
                  <a:lnTo>
                    <a:pt x="48" y="186"/>
                  </a:lnTo>
                  <a:lnTo>
                    <a:pt x="54" y="192"/>
                  </a:lnTo>
                  <a:lnTo>
                    <a:pt x="60" y="192"/>
                  </a:lnTo>
                  <a:lnTo>
                    <a:pt x="72" y="204"/>
                  </a:lnTo>
                  <a:lnTo>
                    <a:pt x="72" y="210"/>
                  </a:lnTo>
                  <a:lnTo>
                    <a:pt x="66" y="210"/>
                  </a:lnTo>
                  <a:lnTo>
                    <a:pt x="60" y="216"/>
                  </a:lnTo>
                  <a:lnTo>
                    <a:pt x="54" y="228"/>
                  </a:lnTo>
                  <a:lnTo>
                    <a:pt x="48" y="228"/>
                  </a:lnTo>
                  <a:lnTo>
                    <a:pt x="42" y="234"/>
                  </a:lnTo>
                  <a:lnTo>
                    <a:pt x="42" y="240"/>
                  </a:lnTo>
                  <a:lnTo>
                    <a:pt x="18" y="240"/>
                  </a:lnTo>
                  <a:lnTo>
                    <a:pt x="12" y="234"/>
                  </a:lnTo>
                  <a:lnTo>
                    <a:pt x="6" y="234"/>
                  </a:lnTo>
                  <a:lnTo>
                    <a:pt x="12" y="258"/>
                  </a:lnTo>
                  <a:lnTo>
                    <a:pt x="12" y="264"/>
                  </a:lnTo>
                  <a:lnTo>
                    <a:pt x="18" y="270"/>
                  </a:lnTo>
                  <a:lnTo>
                    <a:pt x="18" y="276"/>
                  </a:lnTo>
                  <a:lnTo>
                    <a:pt x="6" y="282"/>
                  </a:lnTo>
                  <a:lnTo>
                    <a:pt x="0" y="288"/>
                  </a:lnTo>
                  <a:lnTo>
                    <a:pt x="6" y="294"/>
                  </a:lnTo>
                  <a:lnTo>
                    <a:pt x="6" y="306"/>
                  </a:lnTo>
                  <a:lnTo>
                    <a:pt x="0" y="312"/>
                  </a:lnTo>
                  <a:lnTo>
                    <a:pt x="0" y="324"/>
                  </a:lnTo>
                  <a:lnTo>
                    <a:pt x="12" y="324"/>
                  </a:lnTo>
                  <a:lnTo>
                    <a:pt x="24" y="336"/>
                  </a:lnTo>
                  <a:lnTo>
                    <a:pt x="24" y="354"/>
                  </a:lnTo>
                  <a:lnTo>
                    <a:pt x="30" y="360"/>
                  </a:lnTo>
                  <a:lnTo>
                    <a:pt x="18" y="360"/>
                  </a:lnTo>
                  <a:lnTo>
                    <a:pt x="12" y="366"/>
                  </a:lnTo>
                  <a:lnTo>
                    <a:pt x="12" y="384"/>
                  </a:lnTo>
                  <a:lnTo>
                    <a:pt x="18" y="390"/>
                  </a:lnTo>
                  <a:lnTo>
                    <a:pt x="24" y="390"/>
                  </a:lnTo>
                  <a:lnTo>
                    <a:pt x="36" y="396"/>
                  </a:lnTo>
                  <a:lnTo>
                    <a:pt x="36" y="408"/>
                  </a:lnTo>
                  <a:lnTo>
                    <a:pt x="30" y="414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82" name="Georgia" descr="© INSCALE GmbH, 05.05.2010&#10;http://www.presentationload.com/">
              <a:extLst>
                <a:ext uri="{FF2B5EF4-FFF2-40B4-BE49-F238E27FC236}">
                  <a16:creationId xmlns:a16="http://schemas.microsoft.com/office/drawing/2014/main" id="{8E35A7B5-20F6-4CF7-AAA8-7AFECE7892C3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239787" y="1704338"/>
              <a:ext cx="180418" cy="82564"/>
            </a:xfrm>
            <a:custGeom>
              <a:avLst/>
              <a:gdLst>
                <a:gd name="T0" fmla="*/ 2147483647 w 462"/>
                <a:gd name="T1" fmla="*/ 2147483647 h 210"/>
                <a:gd name="T2" fmla="*/ 2147483647 w 462"/>
                <a:gd name="T3" fmla="*/ 2147483647 h 210"/>
                <a:gd name="T4" fmla="*/ 2147483647 w 462"/>
                <a:gd name="T5" fmla="*/ 2147483647 h 210"/>
                <a:gd name="T6" fmla="*/ 2147483647 w 462"/>
                <a:gd name="T7" fmla="*/ 2147483647 h 210"/>
                <a:gd name="T8" fmla="*/ 2147483647 w 462"/>
                <a:gd name="T9" fmla="*/ 2147483647 h 210"/>
                <a:gd name="T10" fmla="*/ 2147483647 w 462"/>
                <a:gd name="T11" fmla="*/ 2147483647 h 210"/>
                <a:gd name="T12" fmla="*/ 2147483647 w 462"/>
                <a:gd name="T13" fmla="*/ 2147483647 h 210"/>
                <a:gd name="T14" fmla="*/ 2147483647 w 462"/>
                <a:gd name="T15" fmla="*/ 2147483647 h 210"/>
                <a:gd name="T16" fmla="*/ 2147483647 w 462"/>
                <a:gd name="T17" fmla="*/ 2147483647 h 210"/>
                <a:gd name="T18" fmla="*/ 2147483647 w 462"/>
                <a:gd name="T19" fmla="*/ 2147483647 h 210"/>
                <a:gd name="T20" fmla="*/ 2147483647 w 462"/>
                <a:gd name="T21" fmla="*/ 2147483647 h 210"/>
                <a:gd name="T22" fmla="*/ 2147483647 w 462"/>
                <a:gd name="T23" fmla="*/ 2147483647 h 210"/>
                <a:gd name="T24" fmla="*/ 2147483647 w 462"/>
                <a:gd name="T25" fmla="*/ 2147483647 h 210"/>
                <a:gd name="T26" fmla="*/ 2147483647 w 462"/>
                <a:gd name="T27" fmla="*/ 2147483647 h 210"/>
                <a:gd name="T28" fmla="*/ 2147483647 w 462"/>
                <a:gd name="T29" fmla="*/ 2147483647 h 210"/>
                <a:gd name="T30" fmla="*/ 2147483647 w 462"/>
                <a:gd name="T31" fmla="*/ 2147483647 h 210"/>
                <a:gd name="T32" fmla="*/ 2147483647 w 462"/>
                <a:gd name="T33" fmla="*/ 2147483647 h 210"/>
                <a:gd name="T34" fmla="*/ 2147483647 w 462"/>
                <a:gd name="T35" fmla="*/ 2147483647 h 210"/>
                <a:gd name="T36" fmla="*/ 2147483647 w 462"/>
                <a:gd name="T37" fmla="*/ 2147483647 h 210"/>
                <a:gd name="T38" fmla="*/ 2147483647 w 462"/>
                <a:gd name="T39" fmla="*/ 2147483647 h 210"/>
                <a:gd name="T40" fmla="*/ 2147483647 w 462"/>
                <a:gd name="T41" fmla="*/ 2147483647 h 210"/>
                <a:gd name="T42" fmla="*/ 2147483647 w 462"/>
                <a:gd name="T43" fmla="*/ 2147483647 h 210"/>
                <a:gd name="T44" fmla="*/ 2147483647 w 462"/>
                <a:gd name="T45" fmla="*/ 2147483647 h 210"/>
                <a:gd name="T46" fmla="*/ 2147483647 w 462"/>
                <a:gd name="T47" fmla="*/ 2147483647 h 210"/>
                <a:gd name="T48" fmla="*/ 2147483647 w 462"/>
                <a:gd name="T49" fmla="*/ 2147483647 h 210"/>
                <a:gd name="T50" fmla="*/ 2147483647 w 462"/>
                <a:gd name="T51" fmla="*/ 2147483647 h 210"/>
                <a:gd name="T52" fmla="*/ 2147483647 w 462"/>
                <a:gd name="T53" fmla="*/ 2147483647 h 210"/>
                <a:gd name="T54" fmla="*/ 2147483647 w 462"/>
                <a:gd name="T55" fmla="*/ 2147483647 h 210"/>
                <a:gd name="T56" fmla="*/ 2147483647 w 462"/>
                <a:gd name="T57" fmla="*/ 2147483647 h 210"/>
                <a:gd name="T58" fmla="*/ 2147483647 w 462"/>
                <a:gd name="T59" fmla="*/ 2147483647 h 210"/>
                <a:gd name="T60" fmla="*/ 2147483647 w 462"/>
                <a:gd name="T61" fmla="*/ 2147483647 h 210"/>
                <a:gd name="T62" fmla="*/ 2147483647 w 462"/>
                <a:gd name="T63" fmla="*/ 2147483647 h 210"/>
                <a:gd name="T64" fmla="*/ 2147483647 w 462"/>
                <a:gd name="T65" fmla="*/ 2147483647 h 210"/>
                <a:gd name="T66" fmla="*/ 2147483647 w 462"/>
                <a:gd name="T67" fmla="*/ 2147483647 h 210"/>
                <a:gd name="T68" fmla="*/ 2147483647 w 462"/>
                <a:gd name="T69" fmla="*/ 2147483647 h 210"/>
                <a:gd name="T70" fmla="*/ 2147483647 w 462"/>
                <a:gd name="T71" fmla="*/ 2147483647 h 210"/>
                <a:gd name="T72" fmla="*/ 2147483647 w 462"/>
                <a:gd name="T73" fmla="*/ 2147483647 h 210"/>
                <a:gd name="T74" fmla="*/ 2147483647 w 462"/>
                <a:gd name="T75" fmla="*/ 2147483647 h 210"/>
                <a:gd name="T76" fmla="*/ 2147483647 w 462"/>
                <a:gd name="T77" fmla="*/ 2147483647 h 210"/>
                <a:gd name="T78" fmla="*/ 2147483647 w 462"/>
                <a:gd name="T79" fmla="*/ 2147483647 h 210"/>
                <a:gd name="T80" fmla="*/ 2147483647 w 462"/>
                <a:gd name="T81" fmla="*/ 0 h 210"/>
                <a:gd name="T82" fmla="*/ 0 w 462"/>
                <a:gd name="T83" fmla="*/ 2147483647 h 21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62"/>
                <a:gd name="T127" fmla="*/ 0 h 210"/>
                <a:gd name="T128" fmla="*/ 462 w 462"/>
                <a:gd name="T129" fmla="*/ 210 h 21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62" h="210">
                  <a:moveTo>
                    <a:pt x="6" y="18"/>
                  </a:moveTo>
                  <a:lnTo>
                    <a:pt x="12" y="18"/>
                  </a:lnTo>
                  <a:lnTo>
                    <a:pt x="18" y="24"/>
                  </a:lnTo>
                  <a:lnTo>
                    <a:pt x="30" y="30"/>
                  </a:lnTo>
                  <a:lnTo>
                    <a:pt x="42" y="42"/>
                  </a:lnTo>
                  <a:lnTo>
                    <a:pt x="60" y="48"/>
                  </a:lnTo>
                  <a:lnTo>
                    <a:pt x="72" y="54"/>
                  </a:lnTo>
                  <a:lnTo>
                    <a:pt x="78" y="54"/>
                  </a:lnTo>
                  <a:lnTo>
                    <a:pt x="84" y="60"/>
                  </a:lnTo>
                  <a:lnTo>
                    <a:pt x="96" y="66"/>
                  </a:lnTo>
                  <a:lnTo>
                    <a:pt x="102" y="78"/>
                  </a:lnTo>
                  <a:lnTo>
                    <a:pt x="114" y="84"/>
                  </a:lnTo>
                  <a:lnTo>
                    <a:pt x="114" y="96"/>
                  </a:lnTo>
                  <a:lnTo>
                    <a:pt x="120" y="114"/>
                  </a:lnTo>
                  <a:lnTo>
                    <a:pt x="120" y="132"/>
                  </a:lnTo>
                  <a:lnTo>
                    <a:pt x="126" y="138"/>
                  </a:lnTo>
                  <a:lnTo>
                    <a:pt x="132" y="150"/>
                  </a:lnTo>
                  <a:lnTo>
                    <a:pt x="138" y="156"/>
                  </a:lnTo>
                  <a:lnTo>
                    <a:pt x="138" y="162"/>
                  </a:lnTo>
                  <a:lnTo>
                    <a:pt x="132" y="168"/>
                  </a:lnTo>
                  <a:lnTo>
                    <a:pt x="168" y="174"/>
                  </a:lnTo>
                  <a:lnTo>
                    <a:pt x="174" y="168"/>
                  </a:lnTo>
                  <a:lnTo>
                    <a:pt x="186" y="162"/>
                  </a:lnTo>
                  <a:lnTo>
                    <a:pt x="198" y="162"/>
                  </a:lnTo>
                  <a:lnTo>
                    <a:pt x="210" y="168"/>
                  </a:lnTo>
                  <a:lnTo>
                    <a:pt x="216" y="174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46" y="192"/>
                  </a:lnTo>
                  <a:lnTo>
                    <a:pt x="246" y="198"/>
                  </a:lnTo>
                  <a:lnTo>
                    <a:pt x="252" y="204"/>
                  </a:lnTo>
                  <a:lnTo>
                    <a:pt x="276" y="198"/>
                  </a:lnTo>
                  <a:lnTo>
                    <a:pt x="282" y="192"/>
                  </a:lnTo>
                  <a:lnTo>
                    <a:pt x="336" y="198"/>
                  </a:lnTo>
                  <a:lnTo>
                    <a:pt x="336" y="180"/>
                  </a:lnTo>
                  <a:lnTo>
                    <a:pt x="342" y="180"/>
                  </a:lnTo>
                  <a:lnTo>
                    <a:pt x="348" y="186"/>
                  </a:lnTo>
                  <a:lnTo>
                    <a:pt x="354" y="186"/>
                  </a:lnTo>
                  <a:lnTo>
                    <a:pt x="354" y="180"/>
                  </a:lnTo>
                  <a:lnTo>
                    <a:pt x="366" y="168"/>
                  </a:lnTo>
                  <a:lnTo>
                    <a:pt x="390" y="168"/>
                  </a:lnTo>
                  <a:lnTo>
                    <a:pt x="396" y="174"/>
                  </a:lnTo>
                  <a:lnTo>
                    <a:pt x="396" y="180"/>
                  </a:lnTo>
                  <a:lnTo>
                    <a:pt x="414" y="198"/>
                  </a:lnTo>
                  <a:lnTo>
                    <a:pt x="426" y="192"/>
                  </a:lnTo>
                  <a:lnTo>
                    <a:pt x="438" y="192"/>
                  </a:lnTo>
                  <a:lnTo>
                    <a:pt x="456" y="210"/>
                  </a:lnTo>
                  <a:lnTo>
                    <a:pt x="462" y="204"/>
                  </a:lnTo>
                  <a:lnTo>
                    <a:pt x="456" y="192"/>
                  </a:lnTo>
                  <a:lnTo>
                    <a:pt x="450" y="186"/>
                  </a:lnTo>
                  <a:lnTo>
                    <a:pt x="444" y="174"/>
                  </a:lnTo>
                  <a:lnTo>
                    <a:pt x="438" y="168"/>
                  </a:lnTo>
                  <a:lnTo>
                    <a:pt x="432" y="168"/>
                  </a:lnTo>
                  <a:lnTo>
                    <a:pt x="414" y="150"/>
                  </a:lnTo>
                  <a:lnTo>
                    <a:pt x="420" y="144"/>
                  </a:lnTo>
                  <a:lnTo>
                    <a:pt x="432" y="144"/>
                  </a:lnTo>
                  <a:lnTo>
                    <a:pt x="420" y="132"/>
                  </a:lnTo>
                  <a:lnTo>
                    <a:pt x="408" y="126"/>
                  </a:lnTo>
                  <a:lnTo>
                    <a:pt x="396" y="114"/>
                  </a:lnTo>
                  <a:lnTo>
                    <a:pt x="378" y="114"/>
                  </a:lnTo>
                  <a:lnTo>
                    <a:pt x="378" y="108"/>
                  </a:lnTo>
                  <a:lnTo>
                    <a:pt x="384" y="102"/>
                  </a:lnTo>
                  <a:lnTo>
                    <a:pt x="384" y="90"/>
                  </a:lnTo>
                  <a:lnTo>
                    <a:pt x="354" y="84"/>
                  </a:lnTo>
                  <a:lnTo>
                    <a:pt x="342" y="72"/>
                  </a:lnTo>
                  <a:lnTo>
                    <a:pt x="330" y="66"/>
                  </a:lnTo>
                  <a:lnTo>
                    <a:pt x="300" y="66"/>
                  </a:lnTo>
                  <a:lnTo>
                    <a:pt x="300" y="72"/>
                  </a:lnTo>
                  <a:lnTo>
                    <a:pt x="288" y="72"/>
                  </a:lnTo>
                  <a:lnTo>
                    <a:pt x="282" y="78"/>
                  </a:lnTo>
                  <a:lnTo>
                    <a:pt x="258" y="78"/>
                  </a:lnTo>
                  <a:lnTo>
                    <a:pt x="246" y="72"/>
                  </a:lnTo>
                  <a:lnTo>
                    <a:pt x="240" y="72"/>
                  </a:lnTo>
                  <a:lnTo>
                    <a:pt x="240" y="66"/>
                  </a:lnTo>
                  <a:lnTo>
                    <a:pt x="192" y="36"/>
                  </a:lnTo>
                  <a:lnTo>
                    <a:pt x="186" y="36"/>
                  </a:lnTo>
                  <a:lnTo>
                    <a:pt x="180" y="30"/>
                  </a:lnTo>
                  <a:lnTo>
                    <a:pt x="144" y="30"/>
                  </a:lnTo>
                  <a:lnTo>
                    <a:pt x="84" y="18"/>
                  </a:lnTo>
                  <a:lnTo>
                    <a:pt x="66" y="12"/>
                  </a:lnTo>
                  <a:lnTo>
                    <a:pt x="54" y="6"/>
                  </a:lnTo>
                  <a:lnTo>
                    <a:pt x="36" y="0"/>
                  </a:lnTo>
                  <a:lnTo>
                    <a:pt x="24" y="0"/>
                  </a:lnTo>
                  <a:lnTo>
                    <a:pt x="0" y="18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83" name="The Gambia" descr="© INSCALE GmbH, 05.05.2010&#10;http://www.presentationload.com/">
              <a:extLst>
                <a:ext uri="{FF2B5EF4-FFF2-40B4-BE49-F238E27FC236}">
                  <a16:creationId xmlns:a16="http://schemas.microsoft.com/office/drawing/2014/main" id="{54CD498C-F5FA-4AF8-8434-95F12C2416FA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742943" y="2643116"/>
              <a:ext cx="84093" cy="19877"/>
            </a:xfrm>
            <a:custGeom>
              <a:avLst/>
              <a:gdLst>
                <a:gd name="T0" fmla="*/ 2147483647 w 216"/>
                <a:gd name="T1" fmla="*/ 2147483647 h 54"/>
                <a:gd name="T2" fmla="*/ 2147483647 w 216"/>
                <a:gd name="T3" fmla="*/ 2147483647 h 54"/>
                <a:gd name="T4" fmla="*/ 2147483647 w 216"/>
                <a:gd name="T5" fmla="*/ 2147483647 h 54"/>
                <a:gd name="T6" fmla="*/ 2147483647 w 216"/>
                <a:gd name="T7" fmla="*/ 2147483647 h 54"/>
                <a:gd name="T8" fmla="*/ 0 w 216"/>
                <a:gd name="T9" fmla="*/ 2147483647 h 54"/>
                <a:gd name="T10" fmla="*/ 0 w 216"/>
                <a:gd name="T11" fmla="*/ 2147483647 h 54"/>
                <a:gd name="T12" fmla="*/ 2147483647 w 216"/>
                <a:gd name="T13" fmla="*/ 2147483647 h 54"/>
                <a:gd name="T14" fmla="*/ 2147483647 w 216"/>
                <a:gd name="T15" fmla="*/ 2147483647 h 54"/>
                <a:gd name="T16" fmla="*/ 2147483647 w 216"/>
                <a:gd name="T17" fmla="*/ 2147483647 h 54"/>
                <a:gd name="T18" fmla="*/ 2147483647 w 216"/>
                <a:gd name="T19" fmla="*/ 2147483647 h 54"/>
                <a:gd name="T20" fmla="*/ 2147483647 w 216"/>
                <a:gd name="T21" fmla="*/ 2147483647 h 54"/>
                <a:gd name="T22" fmla="*/ 2147483647 w 216"/>
                <a:gd name="T23" fmla="*/ 2147483647 h 54"/>
                <a:gd name="T24" fmla="*/ 2147483647 w 216"/>
                <a:gd name="T25" fmla="*/ 2147483647 h 54"/>
                <a:gd name="T26" fmla="*/ 2147483647 w 216"/>
                <a:gd name="T27" fmla="*/ 2147483647 h 54"/>
                <a:gd name="T28" fmla="*/ 2147483647 w 216"/>
                <a:gd name="T29" fmla="*/ 2147483647 h 54"/>
                <a:gd name="T30" fmla="*/ 2147483647 w 216"/>
                <a:gd name="T31" fmla="*/ 2147483647 h 54"/>
                <a:gd name="T32" fmla="*/ 2147483647 w 216"/>
                <a:gd name="T33" fmla="*/ 2147483647 h 54"/>
                <a:gd name="T34" fmla="*/ 2147483647 w 216"/>
                <a:gd name="T35" fmla="*/ 2147483647 h 54"/>
                <a:gd name="T36" fmla="*/ 2147483647 w 216"/>
                <a:gd name="T37" fmla="*/ 2147483647 h 54"/>
                <a:gd name="T38" fmla="*/ 2147483647 w 216"/>
                <a:gd name="T39" fmla="*/ 2147483647 h 54"/>
                <a:gd name="T40" fmla="*/ 2147483647 w 216"/>
                <a:gd name="T41" fmla="*/ 2147483647 h 54"/>
                <a:gd name="T42" fmla="*/ 2147483647 w 216"/>
                <a:gd name="T43" fmla="*/ 2147483647 h 54"/>
                <a:gd name="T44" fmla="*/ 2147483647 w 216"/>
                <a:gd name="T45" fmla="*/ 2147483647 h 54"/>
                <a:gd name="T46" fmla="*/ 2147483647 w 216"/>
                <a:gd name="T47" fmla="*/ 2147483647 h 54"/>
                <a:gd name="T48" fmla="*/ 2147483647 w 216"/>
                <a:gd name="T49" fmla="*/ 2147483647 h 54"/>
                <a:gd name="T50" fmla="*/ 2147483647 w 216"/>
                <a:gd name="T51" fmla="*/ 2147483647 h 54"/>
                <a:gd name="T52" fmla="*/ 2147483647 w 216"/>
                <a:gd name="T53" fmla="*/ 2147483647 h 54"/>
                <a:gd name="T54" fmla="*/ 2147483647 w 216"/>
                <a:gd name="T55" fmla="*/ 2147483647 h 54"/>
                <a:gd name="T56" fmla="*/ 2147483647 w 216"/>
                <a:gd name="T57" fmla="*/ 2147483647 h 54"/>
                <a:gd name="T58" fmla="*/ 2147483647 w 216"/>
                <a:gd name="T59" fmla="*/ 0 h 54"/>
                <a:gd name="T60" fmla="*/ 2147483647 w 216"/>
                <a:gd name="T61" fmla="*/ 0 h 54"/>
                <a:gd name="T62" fmla="*/ 2147483647 w 216"/>
                <a:gd name="T63" fmla="*/ 2147483647 h 54"/>
                <a:gd name="T64" fmla="*/ 2147483647 w 216"/>
                <a:gd name="T65" fmla="*/ 2147483647 h 54"/>
                <a:gd name="T66" fmla="*/ 2147483647 w 216"/>
                <a:gd name="T67" fmla="*/ 2147483647 h 5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16"/>
                <a:gd name="T103" fmla="*/ 0 h 54"/>
                <a:gd name="T104" fmla="*/ 216 w 216"/>
                <a:gd name="T105" fmla="*/ 54 h 5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16" h="54">
                  <a:moveTo>
                    <a:pt x="18" y="18"/>
                  </a:moveTo>
                  <a:lnTo>
                    <a:pt x="12" y="24"/>
                  </a:lnTo>
                  <a:lnTo>
                    <a:pt x="6" y="36"/>
                  </a:lnTo>
                  <a:lnTo>
                    <a:pt x="6" y="42"/>
                  </a:lnTo>
                  <a:lnTo>
                    <a:pt x="0" y="48"/>
                  </a:lnTo>
                  <a:lnTo>
                    <a:pt x="0" y="54"/>
                  </a:lnTo>
                  <a:lnTo>
                    <a:pt x="72" y="54"/>
                  </a:lnTo>
                  <a:lnTo>
                    <a:pt x="72" y="42"/>
                  </a:lnTo>
                  <a:lnTo>
                    <a:pt x="84" y="42"/>
                  </a:lnTo>
                  <a:lnTo>
                    <a:pt x="90" y="36"/>
                  </a:lnTo>
                  <a:lnTo>
                    <a:pt x="114" y="36"/>
                  </a:lnTo>
                  <a:lnTo>
                    <a:pt x="120" y="24"/>
                  </a:lnTo>
                  <a:lnTo>
                    <a:pt x="126" y="18"/>
                  </a:lnTo>
                  <a:lnTo>
                    <a:pt x="132" y="24"/>
                  </a:lnTo>
                  <a:lnTo>
                    <a:pt x="144" y="30"/>
                  </a:lnTo>
                  <a:lnTo>
                    <a:pt x="150" y="42"/>
                  </a:lnTo>
                  <a:lnTo>
                    <a:pt x="168" y="48"/>
                  </a:lnTo>
                  <a:lnTo>
                    <a:pt x="192" y="48"/>
                  </a:lnTo>
                  <a:lnTo>
                    <a:pt x="198" y="42"/>
                  </a:lnTo>
                  <a:lnTo>
                    <a:pt x="210" y="36"/>
                  </a:lnTo>
                  <a:lnTo>
                    <a:pt x="216" y="30"/>
                  </a:lnTo>
                  <a:lnTo>
                    <a:pt x="216" y="24"/>
                  </a:lnTo>
                  <a:lnTo>
                    <a:pt x="210" y="18"/>
                  </a:lnTo>
                  <a:lnTo>
                    <a:pt x="186" y="18"/>
                  </a:lnTo>
                  <a:lnTo>
                    <a:pt x="180" y="24"/>
                  </a:lnTo>
                  <a:lnTo>
                    <a:pt x="168" y="24"/>
                  </a:lnTo>
                  <a:lnTo>
                    <a:pt x="162" y="12"/>
                  </a:lnTo>
                  <a:lnTo>
                    <a:pt x="156" y="6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90" y="0"/>
                  </a:lnTo>
                  <a:lnTo>
                    <a:pt x="90" y="12"/>
                  </a:lnTo>
                  <a:lnTo>
                    <a:pt x="18" y="12"/>
                  </a:lnTo>
                  <a:lnTo>
                    <a:pt x="18" y="18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84" name="Gabon" descr="© INSCALE GmbH, 05.05.2010&#10;http://www.presentationload.com/">
              <a:extLst>
                <a:ext uri="{FF2B5EF4-FFF2-40B4-BE49-F238E27FC236}">
                  <a16:creationId xmlns:a16="http://schemas.microsoft.com/office/drawing/2014/main" id="{3061CE8A-D940-4393-81FE-7DA4366673AC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446260" y="3000893"/>
              <a:ext cx="163597" cy="200294"/>
            </a:xfrm>
            <a:custGeom>
              <a:avLst/>
              <a:gdLst>
                <a:gd name="T0" fmla="*/ 2147483647 w 420"/>
                <a:gd name="T1" fmla="*/ 2147483647 h 510"/>
                <a:gd name="T2" fmla="*/ 2147483647 w 420"/>
                <a:gd name="T3" fmla="*/ 2147483647 h 510"/>
                <a:gd name="T4" fmla="*/ 2147483647 w 420"/>
                <a:gd name="T5" fmla="*/ 2147483647 h 510"/>
                <a:gd name="T6" fmla="*/ 2147483647 w 420"/>
                <a:gd name="T7" fmla="*/ 2147483647 h 510"/>
                <a:gd name="T8" fmla="*/ 2147483647 w 420"/>
                <a:gd name="T9" fmla="*/ 2147483647 h 510"/>
                <a:gd name="T10" fmla="*/ 2147483647 w 420"/>
                <a:gd name="T11" fmla="*/ 2147483647 h 510"/>
                <a:gd name="T12" fmla="*/ 2147483647 w 420"/>
                <a:gd name="T13" fmla="*/ 2147483647 h 510"/>
                <a:gd name="T14" fmla="*/ 2147483647 w 420"/>
                <a:gd name="T15" fmla="*/ 2147483647 h 510"/>
                <a:gd name="T16" fmla="*/ 2147483647 w 420"/>
                <a:gd name="T17" fmla="*/ 2147483647 h 510"/>
                <a:gd name="T18" fmla="*/ 2147483647 w 420"/>
                <a:gd name="T19" fmla="*/ 2147483647 h 510"/>
                <a:gd name="T20" fmla="*/ 2147483647 w 420"/>
                <a:gd name="T21" fmla="*/ 2147483647 h 510"/>
                <a:gd name="T22" fmla="*/ 2147483647 w 420"/>
                <a:gd name="T23" fmla="*/ 2147483647 h 510"/>
                <a:gd name="T24" fmla="*/ 2147483647 w 420"/>
                <a:gd name="T25" fmla="*/ 2147483647 h 510"/>
                <a:gd name="T26" fmla="*/ 2147483647 w 420"/>
                <a:gd name="T27" fmla="*/ 2147483647 h 510"/>
                <a:gd name="T28" fmla="*/ 2147483647 w 420"/>
                <a:gd name="T29" fmla="*/ 2147483647 h 510"/>
                <a:gd name="T30" fmla="*/ 2147483647 w 420"/>
                <a:gd name="T31" fmla="*/ 2147483647 h 510"/>
                <a:gd name="T32" fmla="*/ 2147483647 w 420"/>
                <a:gd name="T33" fmla="*/ 2147483647 h 510"/>
                <a:gd name="T34" fmla="*/ 2147483647 w 420"/>
                <a:gd name="T35" fmla="*/ 2147483647 h 510"/>
                <a:gd name="T36" fmla="*/ 2147483647 w 420"/>
                <a:gd name="T37" fmla="*/ 2147483647 h 510"/>
                <a:gd name="T38" fmla="*/ 2147483647 w 420"/>
                <a:gd name="T39" fmla="*/ 2147483647 h 510"/>
                <a:gd name="T40" fmla="*/ 2147483647 w 420"/>
                <a:gd name="T41" fmla="*/ 2147483647 h 510"/>
                <a:gd name="T42" fmla="*/ 2147483647 w 420"/>
                <a:gd name="T43" fmla="*/ 2147483647 h 510"/>
                <a:gd name="T44" fmla="*/ 2147483647 w 420"/>
                <a:gd name="T45" fmla="*/ 2147483647 h 510"/>
                <a:gd name="T46" fmla="*/ 2147483647 w 420"/>
                <a:gd name="T47" fmla="*/ 2147483647 h 510"/>
                <a:gd name="T48" fmla="*/ 2147483647 w 420"/>
                <a:gd name="T49" fmla="*/ 2147483647 h 510"/>
                <a:gd name="T50" fmla="*/ 2147483647 w 420"/>
                <a:gd name="T51" fmla="*/ 2147483647 h 510"/>
                <a:gd name="T52" fmla="*/ 2147483647 w 420"/>
                <a:gd name="T53" fmla="*/ 2147483647 h 510"/>
                <a:gd name="T54" fmla="*/ 2147483647 w 420"/>
                <a:gd name="T55" fmla="*/ 2147483647 h 510"/>
                <a:gd name="T56" fmla="*/ 2147483647 w 420"/>
                <a:gd name="T57" fmla="*/ 2147483647 h 510"/>
                <a:gd name="T58" fmla="*/ 2147483647 w 420"/>
                <a:gd name="T59" fmla="*/ 2147483647 h 510"/>
                <a:gd name="T60" fmla="*/ 2147483647 w 420"/>
                <a:gd name="T61" fmla="*/ 2147483647 h 510"/>
                <a:gd name="T62" fmla="*/ 2147483647 w 420"/>
                <a:gd name="T63" fmla="*/ 2147483647 h 510"/>
                <a:gd name="T64" fmla="*/ 2147483647 w 420"/>
                <a:gd name="T65" fmla="*/ 2147483647 h 510"/>
                <a:gd name="T66" fmla="*/ 2147483647 w 420"/>
                <a:gd name="T67" fmla="*/ 2147483647 h 510"/>
                <a:gd name="T68" fmla="*/ 2147483647 w 420"/>
                <a:gd name="T69" fmla="*/ 2147483647 h 510"/>
                <a:gd name="T70" fmla="*/ 2147483647 w 420"/>
                <a:gd name="T71" fmla="*/ 2147483647 h 510"/>
                <a:gd name="T72" fmla="*/ 2147483647 w 420"/>
                <a:gd name="T73" fmla="*/ 2147483647 h 510"/>
                <a:gd name="T74" fmla="*/ 2147483647 w 420"/>
                <a:gd name="T75" fmla="*/ 2147483647 h 510"/>
                <a:gd name="T76" fmla="*/ 2147483647 w 420"/>
                <a:gd name="T77" fmla="*/ 2147483647 h 510"/>
                <a:gd name="T78" fmla="*/ 2147483647 w 420"/>
                <a:gd name="T79" fmla="*/ 2147483647 h 510"/>
                <a:gd name="T80" fmla="*/ 2147483647 w 420"/>
                <a:gd name="T81" fmla="*/ 2147483647 h 510"/>
                <a:gd name="T82" fmla="*/ 2147483647 w 420"/>
                <a:gd name="T83" fmla="*/ 2147483647 h 510"/>
                <a:gd name="T84" fmla="*/ 2147483647 w 420"/>
                <a:gd name="T85" fmla="*/ 2147483647 h 510"/>
                <a:gd name="T86" fmla="*/ 2147483647 w 420"/>
                <a:gd name="T87" fmla="*/ 2147483647 h 510"/>
                <a:gd name="T88" fmla="*/ 2147483647 w 420"/>
                <a:gd name="T89" fmla="*/ 2147483647 h 510"/>
                <a:gd name="T90" fmla="*/ 2147483647 w 420"/>
                <a:gd name="T91" fmla="*/ 2147483647 h 510"/>
                <a:gd name="T92" fmla="*/ 2147483647 w 420"/>
                <a:gd name="T93" fmla="*/ 2147483647 h 510"/>
                <a:gd name="T94" fmla="*/ 2147483647 w 420"/>
                <a:gd name="T95" fmla="*/ 2147483647 h 510"/>
                <a:gd name="T96" fmla="*/ 2147483647 w 420"/>
                <a:gd name="T97" fmla="*/ 2147483647 h 510"/>
                <a:gd name="T98" fmla="*/ 2147483647 w 420"/>
                <a:gd name="T99" fmla="*/ 2147483647 h 510"/>
                <a:gd name="T100" fmla="*/ 2147483647 w 420"/>
                <a:gd name="T101" fmla="*/ 2147483647 h 510"/>
                <a:gd name="T102" fmla="*/ 2147483647 w 420"/>
                <a:gd name="T103" fmla="*/ 2147483647 h 510"/>
                <a:gd name="T104" fmla="*/ 2147483647 w 420"/>
                <a:gd name="T105" fmla="*/ 2147483647 h 510"/>
                <a:gd name="T106" fmla="*/ 2147483647 w 420"/>
                <a:gd name="T107" fmla="*/ 2147483647 h 510"/>
                <a:gd name="T108" fmla="*/ 2147483647 w 420"/>
                <a:gd name="T109" fmla="*/ 2147483647 h 510"/>
                <a:gd name="T110" fmla="*/ 2147483647 w 420"/>
                <a:gd name="T111" fmla="*/ 2147483647 h 51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0"/>
                <a:gd name="T169" fmla="*/ 0 h 510"/>
                <a:gd name="T170" fmla="*/ 420 w 420"/>
                <a:gd name="T171" fmla="*/ 510 h 51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0" h="510">
                  <a:moveTo>
                    <a:pt x="420" y="240"/>
                  </a:moveTo>
                  <a:lnTo>
                    <a:pt x="414" y="234"/>
                  </a:lnTo>
                  <a:lnTo>
                    <a:pt x="396" y="234"/>
                  </a:lnTo>
                  <a:lnTo>
                    <a:pt x="390" y="216"/>
                  </a:lnTo>
                  <a:lnTo>
                    <a:pt x="372" y="210"/>
                  </a:lnTo>
                  <a:lnTo>
                    <a:pt x="372" y="174"/>
                  </a:lnTo>
                  <a:lnTo>
                    <a:pt x="384" y="150"/>
                  </a:lnTo>
                  <a:lnTo>
                    <a:pt x="396" y="150"/>
                  </a:lnTo>
                  <a:lnTo>
                    <a:pt x="402" y="144"/>
                  </a:lnTo>
                  <a:lnTo>
                    <a:pt x="408" y="132"/>
                  </a:lnTo>
                  <a:lnTo>
                    <a:pt x="414" y="126"/>
                  </a:lnTo>
                  <a:lnTo>
                    <a:pt x="414" y="114"/>
                  </a:lnTo>
                  <a:lnTo>
                    <a:pt x="402" y="108"/>
                  </a:lnTo>
                  <a:lnTo>
                    <a:pt x="402" y="90"/>
                  </a:lnTo>
                  <a:lnTo>
                    <a:pt x="396" y="84"/>
                  </a:lnTo>
                  <a:lnTo>
                    <a:pt x="396" y="78"/>
                  </a:lnTo>
                  <a:lnTo>
                    <a:pt x="384" y="78"/>
                  </a:lnTo>
                  <a:lnTo>
                    <a:pt x="378" y="72"/>
                  </a:lnTo>
                  <a:lnTo>
                    <a:pt x="360" y="72"/>
                  </a:lnTo>
                  <a:lnTo>
                    <a:pt x="360" y="90"/>
                  </a:lnTo>
                  <a:lnTo>
                    <a:pt x="354" y="96"/>
                  </a:lnTo>
                  <a:lnTo>
                    <a:pt x="330" y="96"/>
                  </a:lnTo>
                  <a:lnTo>
                    <a:pt x="324" y="90"/>
                  </a:lnTo>
                  <a:lnTo>
                    <a:pt x="318" y="54"/>
                  </a:lnTo>
                  <a:lnTo>
                    <a:pt x="336" y="24"/>
                  </a:lnTo>
                  <a:lnTo>
                    <a:pt x="336" y="6"/>
                  </a:lnTo>
                  <a:lnTo>
                    <a:pt x="288" y="12"/>
                  </a:lnTo>
                  <a:lnTo>
                    <a:pt x="282" y="12"/>
                  </a:lnTo>
                  <a:lnTo>
                    <a:pt x="270" y="6"/>
                  </a:lnTo>
                  <a:lnTo>
                    <a:pt x="264" y="6"/>
                  </a:lnTo>
                  <a:lnTo>
                    <a:pt x="252" y="18"/>
                  </a:lnTo>
                  <a:lnTo>
                    <a:pt x="222" y="18"/>
                  </a:lnTo>
                  <a:lnTo>
                    <a:pt x="210" y="0"/>
                  </a:lnTo>
                  <a:lnTo>
                    <a:pt x="192" y="18"/>
                  </a:lnTo>
                  <a:lnTo>
                    <a:pt x="186" y="54"/>
                  </a:lnTo>
                  <a:lnTo>
                    <a:pt x="192" y="60"/>
                  </a:lnTo>
                  <a:lnTo>
                    <a:pt x="192" y="90"/>
                  </a:lnTo>
                  <a:lnTo>
                    <a:pt x="186" y="108"/>
                  </a:lnTo>
                  <a:lnTo>
                    <a:pt x="186" y="114"/>
                  </a:lnTo>
                  <a:lnTo>
                    <a:pt x="84" y="114"/>
                  </a:lnTo>
                  <a:lnTo>
                    <a:pt x="84" y="108"/>
                  </a:lnTo>
                  <a:lnTo>
                    <a:pt x="72" y="108"/>
                  </a:lnTo>
                  <a:lnTo>
                    <a:pt x="60" y="120"/>
                  </a:lnTo>
                  <a:lnTo>
                    <a:pt x="60" y="126"/>
                  </a:lnTo>
                  <a:lnTo>
                    <a:pt x="66" y="132"/>
                  </a:lnTo>
                  <a:lnTo>
                    <a:pt x="66" y="144"/>
                  </a:lnTo>
                  <a:lnTo>
                    <a:pt x="72" y="150"/>
                  </a:lnTo>
                  <a:lnTo>
                    <a:pt x="72" y="162"/>
                  </a:lnTo>
                  <a:lnTo>
                    <a:pt x="48" y="162"/>
                  </a:lnTo>
                  <a:lnTo>
                    <a:pt x="48" y="210"/>
                  </a:lnTo>
                  <a:lnTo>
                    <a:pt x="42" y="228"/>
                  </a:lnTo>
                  <a:lnTo>
                    <a:pt x="36" y="240"/>
                  </a:lnTo>
                  <a:lnTo>
                    <a:pt x="30" y="246"/>
                  </a:lnTo>
                  <a:lnTo>
                    <a:pt x="18" y="252"/>
                  </a:lnTo>
                  <a:lnTo>
                    <a:pt x="0" y="252"/>
                  </a:lnTo>
                  <a:lnTo>
                    <a:pt x="30" y="306"/>
                  </a:lnTo>
                  <a:lnTo>
                    <a:pt x="42" y="294"/>
                  </a:lnTo>
                  <a:lnTo>
                    <a:pt x="54" y="312"/>
                  </a:lnTo>
                  <a:lnTo>
                    <a:pt x="48" y="318"/>
                  </a:lnTo>
                  <a:lnTo>
                    <a:pt x="48" y="330"/>
                  </a:lnTo>
                  <a:lnTo>
                    <a:pt x="42" y="336"/>
                  </a:lnTo>
                  <a:lnTo>
                    <a:pt x="42" y="342"/>
                  </a:lnTo>
                  <a:lnTo>
                    <a:pt x="48" y="348"/>
                  </a:lnTo>
                  <a:lnTo>
                    <a:pt x="66" y="348"/>
                  </a:lnTo>
                  <a:lnTo>
                    <a:pt x="72" y="390"/>
                  </a:lnTo>
                  <a:lnTo>
                    <a:pt x="102" y="396"/>
                  </a:lnTo>
                  <a:lnTo>
                    <a:pt x="96" y="408"/>
                  </a:lnTo>
                  <a:lnTo>
                    <a:pt x="144" y="462"/>
                  </a:lnTo>
                  <a:lnTo>
                    <a:pt x="138" y="468"/>
                  </a:lnTo>
                  <a:lnTo>
                    <a:pt x="174" y="510"/>
                  </a:lnTo>
                  <a:lnTo>
                    <a:pt x="180" y="492"/>
                  </a:lnTo>
                  <a:lnTo>
                    <a:pt x="204" y="480"/>
                  </a:lnTo>
                  <a:lnTo>
                    <a:pt x="222" y="498"/>
                  </a:lnTo>
                  <a:lnTo>
                    <a:pt x="228" y="492"/>
                  </a:lnTo>
                  <a:lnTo>
                    <a:pt x="228" y="456"/>
                  </a:lnTo>
                  <a:lnTo>
                    <a:pt x="210" y="444"/>
                  </a:lnTo>
                  <a:lnTo>
                    <a:pt x="228" y="432"/>
                  </a:lnTo>
                  <a:lnTo>
                    <a:pt x="198" y="414"/>
                  </a:lnTo>
                  <a:lnTo>
                    <a:pt x="210" y="414"/>
                  </a:lnTo>
                  <a:lnTo>
                    <a:pt x="210" y="402"/>
                  </a:lnTo>
                  <a:lnTo>
                    <a:pt x="204" y="396"/>
                  </a:lnTo>
                  <a:lnTo>
                    <a:pt x="204" y="378"/>
                  </a:lnTo>
                  <a:lnTo>
                    <a:pt x="210" y="378"/>
                  </a:lnTo>
                  <a:lnTo>
                    <a:pt x="216" y="384"/>
                  </a:lnTo>
                  <a:lnTo>
                    <a:pt x="228" y="384"/>
                  </a:lnTo>
                  <a:lnTo>
                    <a:pt x="240" y="390"/>
                  </a:lnTo>
                  <a:lnTo>
                    <a:pt x="258" y="390"/>
                  </a:lnTo>
                  <a:lnTo>
                    <a:pt x="264" y="384"/>
                  </a:lnTo>
                  <a:lnTo>
                    <a:pt x="270" y="372"/>
                  </a:lnTo>
                  <a:lnTo>
                    <a:pt x="282" y="366"/>
                  </a:lnTo>
                  <a:lnTo>
                    <a:pt x="264" y="348"/>
                  </a:lnTo>
                  <a:lnTo>
                    <a:pt x="264" y="342"/>
                  </a:lnTo>
                  <a:lnTo>
                    <a:pt x="294" y="342"/>
                  </a:lnTo>
                  <a:lnTo>
                    <a:pt x="312" y="384"/>
                  </a:lnTo>
                  <a:lnTo>
                    <a:pt x="342" y="384"/>
                  </a:lnTo>
                  <a:lnTo>
                    <a:pt x="348" y="378"/>
                  </a:lnTo>
                  <a:lnTo>
                    <a:pt x="354" y="366"/>
                  </a:lnTo>
                  <a:lnTo>
                    <a:pt x="360" y="360"/>
                  </a:lnTo>
                  <a:lnTo>
                    <a:pt x="366" y="360"/>
                  </a:lnTo>
                  <a:lnTo>
                    <a:pt x="366" y="390"/>
                  </a:lnTo>
                  <a:lnTo>
                    <a:pt x="372" y="396"/>
                  </a:lnTo>
                  <a:lnTo>
                    <a:pt x="384" y="396"/>
                  </a:lnTo>
                  <a:lnTo>
                    <a:pt x="390" y="390"/>
                  </a:lnTo>
                  <a:lnTo>
                    <a:pt x="396" y="378"/>
                  </a:lnTo>
                  <a:lnTo>
                    <a:pt x="396" y="354"/>
                  </a:lnTo>
                  <a:lnTo>
                    <a:pt x="408" y="348"/>
                  </a:lnTo>
                  <a:lnTo>
                    <a:pt x="414" y="342"/>
                  </a:lnTo>
                  <a:lnTo>
                    <a:pt x="408" y="318"/>
                  </a:lnTo>
                  <a:lnTo>
                    <a:pt x="414" y="306"/>
                  </a:lnTo>
                  <a:lnTo>
                    <a:pt x="414" y="258"/>
                  </a:lnTo>
                  <a:lnTo>
                    <a:pt x="420" y="252"/>
                  </a:lnTo>
                  <a:lnTo>
                    <a:pt x="420" y="240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85" name="France" descr="© INSCALE GmbH, 05.05.2010&#10;http://www.presentationload.com/">
              <a:extLst>
                <a:ext uri="{FF2B5EF4-FFF2-40B4-BE49-F238E27FC236}">
                  <a16:creationId xmlns:a16="http://schemas.microsoft.com/office/drawing/2014/main" id="{35817155-3B6B-4E39-AEE9-170909270122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1117535" y="1470412"/>
              <a:ext cx="356246" cy="307321"/>
            </a:xfrm>
            <a:custGeom>
              <a:avLst/>
              <a:gdLst>
                <a:gd name="T0" fmla="*/ 2147483647 w 230"/>
                <a:gd name="T1" fmla="*/ 2147483647 h 198"/>
                <a:gd name="T2" fmla="*/ 2147483647 w 230"/>
                <a:gd name="T3" fmla="*/ 2147483647 h 198"/>
                <a:gd name="T4" fmla="*/ 2147483647 w 230"/>
                <a:gd name="T5" fmla="*/ 2147483647 h 198"/>
                <a:gd name="T6" fmla="*/ 2147483647 w 230"/>
                <a:gd name="T7" fmla="*/ 2147483647 h 198"/>
                <a:gd name="T8" fmla="*/ 2147483647 w 230"/>
                <a:gd name="T9" fmla="*/ 2147483647 h 198"/>
                <a:gd name="T10" fmla="*/ 2147483647 w 230"/>
                <a:gd name="T11" fmla="*/ 2147483647 h 198"/>
                <a:gd name="T12" fmla="*/ 2147483647 w 230"/>
                <a:gd name="T13" fmla="*/ 2147483647 h 198"/>
                <a:gd name="T14" fmla="*/ 2147483647 w 230"/>
                <a:gd name="T15" fmla="*/ 2147483647 h 198"/>
                <a:gd name="T16" fmla="*/ 2147483647 w 230"/>
                <a:gd name="T17" fmla="*/ 2147483647 h 198"/>
                <a:gd name="T18" fmla="*/ 2147483647 w 230"/>
                <a:gd name="T19" fmla="*/ 2147483647 h 198"/>
                <a:gd name="T20" fmla="*/ 2147483647 w 230"/>
                <a:gd name="T21" fmla="*/ 2147483647 h 198"/>
                <a:gd name="T22" fmla="*/ 2147483647 w 230"/>
                <a:gd name="T23" fmla="*/ 2147483647 h 198"/>
                <a:gd name="T24" fmla="*/ 2147483647 w 230"/>
                <a:gd name="T25" fmla="*/ 2147483647 h 198"/>
                <a:gd name="T26" fmla="*/ 2147483647 w 230"/>
                <a:gd name="T27" fmla="*/ 2147483647 h 198"/>
                <a:gd name="T28" fmla="*/ 2147483647 w 230"/>
                <a:gd name="T29" fmla="*/ 2147483647 h 198"/>
                <a:gd name="T30" fmla="*/ 2147483647 w 230"/>
                <a:gd name="T31" fmla="*/ 2147483647 h 198"/>
                <a:gd name="T32" fmla="*/ 2147483647 w 230"/>
                <a:gd name="T33" fmla="*/ 2147483647 h 198"/>
                <a:gd name="T34" fmla="*/ 2147483647 w 230"/>
                <a:gd name="T35" fmla="*/ 2147483647 h 198"/>
                <a:gd name="T36" fmla="*/ 2147483647 w 230"/>
                <a:gd name="T37" fmla="*/ 2147483647 h 198"/>
                <a:gd name="T38" fmla="*/ 2147483647 w 230"/>
                <a:gd name="T39" fmla="*/ 2147483647 h 198"/>
                <a:gd name="T40" fmla="*/ 2147483647 w 230"/>
                <a:gd name="T41" fmla="*/ 2147483647 h 198"/>
                <a:gd name="T42" fmla="*/ 2147483647 w 230"/>
                <a:gd name="T43" fmla="*/ 2147483647 h 198"/>
                <a:gd name="T44" fmla="*/ 2147483647 w 230"/>
                <a:gd name="T45" fmla="*/ 2147483647 h 198"/>
                <a:gd name="T46" fmla="*/ 2147483647 w 230"/>
                <a:gd name="T47" fmla="*/ 2147483647 h 198"/>
                <a:gd name="T48" fmla="*/ 2147483647 w 230"/>
                <a:gd name="T49" fmla="*/ 2147483647 h 198"/>
                <a:gd name="T50" fmla="*/ 2147483647 w 230"/>
                <a:gd name="T51" fmla="*/ 2147483647 h 198"/>
                <a:gd name="T52" fmla="*/ 2147483647 w 230"/>
                <a:gd name="T53" fmla="*/ 2147483647 h 198"/>
                <a:gd name="T54" fmla="*/ 2147483647 w 230"/>
                <a:gd name="T55" fmla="*/ 2147483647 h 198"/>
                <a:gd name="T56" fmla="*/ 2147483647 w 230"/>
                <a:gd name="T57" fmla="*/ 2147483647 h 198"/>
                <a:gd name="T58" fmla="*/ 2147483647 w 230"/>
                <a:gd name="T59" fmla="*/ 2147483647 h 198"/>
                <a:gd name="T60" fmla="*/ 2147483647 w 230"/>
                <a:gd name="T61" fmla="*/ 2147483647 h 198"/>
                <a:gd name="T62" fmla="*/ 2147483647 w 230"/>
                <a:gd name="T63" fmla="*/ 2147483647 h 198"/>
                <a:gd name="T64" fmla="*/ 2147483647 w 230"/>
                <a:gd name="T65" fmla="*/ 2147483647 h 198"/>
                <a:gd name="T66" fmla="*/ 2147483647 w 230"/>
                <a:gd name="T67" fmla="*/ 2147483647 h 198"/>
                <a:gd name="T68" fmla="*/ 2147483647 w 230"/>
                <a:gd name="T69" fmla="*/ 2147483647 h 198"/>
                <a:gd name="T70" fmla="*/ 2147483647 w 230"/>
                <a:gd name="T71" fmla="*/ 2147483647 h 198"/>
                <a:gd name="T72" fmla="*/ 2147483647 w 230"/>
                <a:gd name="T73" fmla="*/ 2147483647 h 198"/>
                <a:gd name="T74" fmla="*/ 2147483647 w 230"/>
                <a:gd name="T75" fmla="*/ 2147483647 h 198"/>
                <a:gd name="T76" fmla="*/ 2147483647 w 230"/>
                <a:gd name="T77" fmla="*/ 2147483647 h 198"/>
                <a:gd name="T78" fmla="*/ 2147483647 w 230"/>
                <a:gd name="T79" fmla="*/ 2147483647 h 198"/>
                <a:gd name="T80" fmla="*/ 2147483647 w 230"/>
                <a:gd name="T81" fmla="*/ 2147483647 h 198"/>
                <a:gd name="T82" fmla="*/ 2147483647 w 230"/>
                <a:gd name="T83" fmla="*/ 2147483647 h 198"/>
                <a:gd name="T84" fmla="*/ 2147483647 w 230"/>
                <a:gd name="T85" fmla="*/ 2147483647 h 198"/>
                <a:gd name="T86" fmla="*/ 2147483647 w 230"/>
                <a:gd name="T87" fmla="*/ 2147483647 h 198"/>
                <a:gd name="T88" fmla="*/ 2147483647 w 230"/>
                <a:gd name="T89" fmla="*/ 2147483647 h 198"/>
                <a:gd name="T90" fmla="*/ 2147483647 w 230"/>
                <a:gd name="T91" fmla="*/ 2147483647 h 198"/>
                <a:gd name="T92" fmla="*/ 2147483647 w 230"/>
                <a:gd name="T93" fmla="*/ 2147483647 h 198"/>
                <a:gd name="T94" fmla="*/ 2147483647 w 230"/>
                <a:gd name="T95" fmla="*/ 2147483647 h 198"/>
                <a:gd name="T96" fmla="*/ 2147483647 w 230"/>
                <a:gd name="T97" fmla="*/ 2147483647 h 198"/>
                <a:gd name="T98" fmla="*/ 2147483647 w 230"/>
                <a:gd name="T99" fmla="*/ 2147483647 h 198"/>
                <a:gd name="T100" fmla="*/ 2147483647 w 230"/>
                <a:gd name="T101" fmla="*/ 2147483647 h 198"/>
                <a:gd name="T102" fmla="*/ 2147483647 w 230"/>
                <a:gd name="T103" fmla="*/ 2147483647 h 198"/>
                <a:gd name="T104" fmla="*/ 2147483647 w 230"/>
                <a:gd name="T105" fmla="*/ 2147483647 h 198"/>
                <a:gd name="T106" fmla="*/ 2147483647 w 230"/>
                <a:gd name="T107" fmla="*/ 2147483647 h 198"/>
                <a:gd name="T108" fmla="*/ 2147483647 w 230"/>
                <a:gd name="T109" fmla="*/ 2147483647 h 198"/>
                <a:gd name="T110" fmla="*/ 2147483647 w 230"/>
                <a:gd name="T111" fmla="*/ 2147483647 h 198"/>
                <a:gd name="T112" fmla="*/ 2147483647 w 230"/>
                <a:gd name="T113" fmla="*/ 2147483647 h 198"/>
                <a:gd name="T114" fmla="*/ 2147483647 w 230"/>
                <a:gd name="T115" fmla="*/ 2147483647 h 198"/>
                <a:gd name="T116" fmla="*/ 2147483647 w 230"/>
                <a:gd name="T117" fmla="*/ 2147483647 h 198"/>
                <a:gd name="T118" fmla="*/ 2147483647 w 230"/>
                <a:gd name="T119" fmla="*/ 2147483647 h 198"/>
                <a:gd name="T120" fmla="*/ 2147483647 w 230"/>
                <a:gd name="T121" fmla="*/ 2147483647 h 19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0"/>
                <a:gd name="T184" fmla="*/ 0 h 198"/>
                <a:gd name="T185" fmla="*/ 230 w 230"/>
                <a:gd name="T186" fmla="*/ 198 h 19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0" h="198">
                  <a:moveTo>
                    <a:pt x="230" y="172"/>
                  </a:moveTo>
                  <a:lnTo>
                    <a:pt x="230" y="172"/>
                  </a:lnTo>
                  <a:lnTo>
                    <a:pt x="230" y="166"/>
                  </a:lnTo>
                  <a:lnTo>
                    <a:pt x="228" y="166"/>
                  </a:lnTo>
                  <a:lnTo>
                    <a:pt x="224" y="168"/>
                  </a:lnTo>
                  <a:lnTo>
                    <a:pt x="224" y="170"/>
                  </a:lnTo>
                  <a:lnTo>
                    <a:pt x="220" y="172"/>
                  </a:lnTo>
                  <a:lnTo>
                    <a:pt x="218" y="174"/>
                  </a:lnTo>
                  <a:lnTo>
                    <a:pt x="216" y="178"/>
                  </a:lnTo>
                  <a:lnTo>
                    <a:pt x="216" y="182"/>
                  </a:lnTo>
                  <a:lnTo>
                    <a:pt x="218" y="186"/>
                  </a:lnTo>
                  <a:lnTo>
                    <a:pt x="218" y="190"/>
                  </a:lnTo>
                  <a:lnTo>
                    <a:pt x="218" y="192"/>
                  </a:lnTo>
                  <a:lnTo>
                    <a:pt x="218" y="194"/>
                  </a:lnTo>
                  <a:lnTo>
                    <a:pt x="222" y="196"/>
                  </a:lnTo>
                  <a:lnTo>
                    <a:pt x="224" y="198"/>
                  </a:lnTo>
                  <a:lnTo>
                    <a:pt x="230" y="192"/>
                  </a:lnTo>
                  <a:lnTo>
                    <a:pt x="230" y="186"/>
                  </a:lnTo>
                  <a:lnTo>
                    <a:pt x="228" y="186"/>
                  </a:lnTo>
                  <a:lnTo>
                    <a:pt x="230" y="184"/>
                  </a:lnTo>
                  <a:lnTo>
                    <a:pt x="230" y="172"/>
                  </a:lnTo>
                  <a:close/>
                  <a:moveTo>
                    <a:pt x="198" y="40"/>
                  </a:moveTo>
                  <a:lnTo>
                    <a:pt x="198" y="40"/>
                  </a:lnTo>
                  <a:lnTo>
                    <a:pt x="196" y="40"/>
                  </a:lnTo>
                  <a:lnTo>
                    <a:pt x="192" y="40"/>
                  </a:lnTo>
                  <a:lnTo>
                    <a:pt x="190" y="40"/>
                  </a:lnTo>
                  <a:lnTo>
                    <a:pt x="184" y="40"/>
                  </a:lnTo>
                  <a:lnTo>
                    <a:pt x="184" y="34"/>
                  </a:lnTo>
                  <a:lnTo>
                    <a:pt x="182" y="34"/>
                  </a:lnTo>
                  <a:lnTo>
                    <a:pt x="182" y="32"/>
                  </a:lnTo>
                  <a:lnTo>
                    <a:pt x="178" y="30"/>
                  </a:lnTo>
                  <a:lnTo>
                    <a:pt x="174" y="34"/>
                  </a:lnTo>
                  <a:lnTo>
                    <a:pt x="172" y="32"/>
                  </a:lnTo>
                  <a:lnTo>
                    <a:pt x="166" y="32"/>
                  </a:lnTo>
                  <a:lnTo>
                    <a:pt x="164" y="28"/>
                  </a:lnTo>
                  <a:lnTo>
                    <a:pt x="162" y="28"/>
                  </a:lnTo>
                  <a:lnTo>
                    <a:pt x="158" y="28"/>
                  </a:lnTo>
                  <a:lnTo>
                    <a:pt x="156" y="28"/>
                  </a:lnTo>
                  <a:lnTo>
                    <a:pt x="156" y="22"/>
                  </a:lnTo>
                  <a:lnTo>
                    <a:pt x="152" y="24"/>
                  </a:lnTo>
                  <a:lnTo>
                    <a:pt x="146" y="24"/>
                  </a:lnTo>
                  <a:lnTo>
                    <a:pt x="146" y="18"/>
                  </a:lnTo>
                  <a:lnTo>
                    <a:pt x="144" y="16"/>
                  </a:lnTo>
                  <a:lnTo>
                    <a:pt x="142" y="14"/>
                  </a:lnTo>
                  <a:lnTo>
                    <a:pt x="136" y="14"/>
                  </a:lnTo>
                  <a:lnTo>
                    <a:pt x="132" y="12"/>
                  </a:lnTo>
                  <a:lnTo>
                    <a:pt x="126" y="10"/>
                  </a:lnTo>
                  <a:lnTo>
                    <a:pt x="126" y="6"/>
                  </a:lnTo>
                  <a:lnTo>
                    <a:pt x="126" y="0"/>
                  </a:lnTo>
                  <a:lnTo>
                    <a:pt x="118" y="0"/>
                  </a:lnTo>
                  <a:lnTo>
                    <a:pt x="114" y="2"/>
                  </a:lnTo>
                  <a:lnTo>
                    <a:pt x="112" y="2"/>
                  </a:lnTo>
                  <a:lnTo>
                    <a:pt x="110" y="4"/>
                  </a:lnTo>
                  <a:lnTo>
                    <a:pt x="104" y="4"/>
                  </a:lnTo>
                  <a:lnTo>
                    <a:pt x="104" y="6"/>
                  </a:lnTo>
                  <a:lnTo>
                    <a:pt x="104" y="8"/>
                  </a:lnTo>
                  <a:lnTo>
                    <a:pt x="104" y="12"/>
                  </a:lnTo>
                  <a:lnTo>
                    <a:pt x="106" y="14"/>
                  </a:lnTo>
                  <a:lnTo>
                    <a:pt x="106" y="20"/>
                  </a:lnTo>
                  <a:lnTo>
                    <a:pt x="104" y="22"/>
                  </a:lnTo>
                  <a:lnTo>
                    <a:pt x="98" y="24"/>
                  </a:lnTo>
                  <a:lnTo>
                    <a:pt x="92" y="24"/>
                  </a:lnTo>
                  <a:lnTo>
                    <a:pt x="82" y="32"/>
                  </a:lnTo>
                  <a:lnTo>
                    <a:pt x="86" y="34"/>
                  </a:lnTo>
                  <a:lnTo>
                    <a:pt x="84" y="34"/>
                  </a:lnTo>
                  <a:lnTo>
                    <a:pt x="82" y="34"/>
                  </a:lnTo>
                  <a:lnTo>
                    <a:pt x="76" y="38"/>
                  </a:lnTo>
                  <a:lnTo>
                    <a:pt x="68" y="38"/>
                  </a:lnTo>
                  <a:lnTo>
                    <a:pt x="66" y="36"/>
                  </a:lnTo>
                  <a:lnTo>
                    <a:pt x="60" y="30"/>
                  </a:lnTo>
                  <a:lnTo>
                    <a:pt x="58" y="30"/>
                  </a:lnTo>
                  <a:lnTo>
                    <a:pt x="56" y="28"/>
                  </a:lnTo>
                  <a:lnTo>
                    <a:pt x="52" y="28"/>
                  </a:lnTo>
                  <a:lnTo>
                    <a:pt x="52" y="30"/>
                  </a:lnTo>
                  <a:lnTo>
                    <a:pt x="52" y="34"/>
                  </a:lnTo>
                  <a:lnTo>
                    <a:pt x="54" y="34"/>
                  </a:lnTo>
                  <a:lnTo>
                    <a:pt x="56" y="38"/>
                  </a:lnTo>
                  <a:lnTo>
                    <a:pt x="58" y="40"/>
                  </a:lnTo>
                  <a:lnTo>
                    <a:pt x="58" y="46"/>
                  </a:lnTo>
                  <a:lnTo>
                    <a:pt x="56" y="48"/>
                  </a:lnTo>
                  <a:lnTo>
                    <a:pt x="54" y="48"/>
                  </a:lnTo>
                  <a:lnTo>
                    <a:pt x="48" y="48"/>
                  </a:lnTo>
                  <a:lnTo>
                    <a:pt x="38" y="48"/>
                  </a:lnTo>
                  <a:lnTo>
                    <a:pt x="38" y="54"/>
                  </a:lnTo>
                  <a:lnTo>
                    <a:pt x="36" y="52"/>
                  </a:lnTo>
                  <a:lnTo>
                    <a:pt x="34" y="48"/>
                  </a:lnTo>
                  <a:lnTo>
                    <a:pt x="32" y="48"/>
                  </a:lnTo>
                  <a:lnTo>
                    <a:pt x="30" y="46"/>
                  </a:lnTo>
                  <a:lnTo>
                    <a:pt x="26" y="46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0" y="48"/>
                  </a:lnTo>
                  <a:lnTo>
                    <a:pt x="16" y="48"/>
                  </a:lnTo>
                  <a:lnTo>
                    <a:pt x="12" y="50"/>
                  </a:lnTo>
                  <a:lnTo>
                    <a:pt x="8" y="50"/>
                  </a:lnTo>
                  <a:lnTo>
                    <a:pt x="6" y="52"/>
                  </a:lnTo>
                  <a:lnTo>
                    <a:pt x="4" y="54"/>
                  </a:lnTo>
                  <a:lnTo>
                    <a:pt x="6" y="56"/>
                  </a:lnTo>
                  <a:lnTo>
                    <a:pt x="8" y="56"/>
                  </a:lnTo>
                  <a:lnTo>
                    <a:pt x="10" y="58"/>
                  </a:lnTo>
                  <a:lnTo>
                    <a:pt x="10" y="60"/>
                  </a:lnTo>
                  <a:lnTo>
                    <a:pt x="6" y="60"/>
                  </a:lnTo>
                  <a:lnTo>
                    <a:pt x="2" y="60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12" y="64"/>
                  </a:lnTo>
                  <a:lnTo>
                    <a:pt x="26" y="72"/>
                  </a:lnTo>
                  <a:lnTo>
                    <a:pt x="32" y="72"/>
                  </a:lnTo>
                  <a:lnTo>
                    <a:pt x="38" y="76"/>
                  </a:lnTo>
                  <a:lnTo>
                    <a:pt x="48" y="76"/>
                  </a:lnTo>
                  <a:lnTo>
                    <a:pt x="40" y="80"/>
                  </a:lnTo>
                  <a:lnTo>
                    <a:pt x="42" y="84"/>
                  </a:lnTo>
                  <a:lnTo>
                    <a:pt x="44" y="86"/>
                  </a:lnTo>
                  <a:lnTo>
                    <a:pt x="46" y="92"/>
                  </a:lnTo>
                  <a:lnTo>
                    <a:pt x="52" y="96"/>
                  </a:lnTo>
                  <a:lnTo>
                    <a:pt x="58" y="96"/>
                  </a:lnTo>
                  <a:lnTo>
                    <a:pt x="58" y="106"/>
                  </a:lnTo>
                  <a:lnTo>
                    <a:pt x="62" y="114"/>
                  </a:lnTo>
                  <a:lnTo>
                    <a:pt x="66" y="124"/>
                  </a:lnTo>
                  <a:lnTo>
                    <a:pt x="58" y="114"/>
                  </a:lnTo>
                  <a:lnTo>
                    <a:pt x="58" y="118"/>
                  </a:lnTo>
                  <a:lnTo>
                    <a:pt x="56" y="120"/>
                  </a:lnTo>
                  <a:lnTo>
                    <a:pt x="56" y="132"/>
                  </a:lnTo>
                  <a:lnTo>
                    <a:pt x="54" y="134"/>
                  </a:lnTo>
                  <a:lnTo>
                    <a:pt x="52" y="144"/>
                  </a:lnTo>
                  <a:lnTo>
                    <a:pt x="52" y="146"/>
                  </a:lnTo>
                  <a:lnTo>
                    <a:pt x="50" y="150"/>
                  </a:lnTo>
                  <a:lnTo>
                    <a:pt x="50" y="152"/>
                  </a:lnTo>
                  <a:lnTo>
                    <a:pt x="48" y="152"/>
                  </a:lnTo>
                  <a:lnTo>
                    <a:pt x="48" y="154"/>
                  </a:lnTo>
                  <a:lnTo>
                    <a:pt x="46" y="156"/>
                  </a:lnTo>
                  <a:lnTo>
                    <a:pt x="44" y="158"/>
                  </a:lnTo>
                  <a:lnTo>
                    <a:pt x="46" y="160"/>
                  </a:lnTo>
                  <a:lnTo>
                    <a:pt x="46" y="158"/>
                  </a:lnTo>
                  <a:lnTo>
                    <a:pt x="48" y="158"/>
                  </a:lnTo>
                  <a:lnTo>
                    <a:pt x="52" y="160"/>
                  </a:lnTo>
                  <a:lnTo>
                    <a:pt x="52" y="162"/>
                  </a:lnTo>
                  <a:lnTo>
                    <a:pt x="50" y="164"/>
                  </a:lnTo>
                  <a:lnTo>
                    <a:pt x="60" y="164"/>
                  </a:lnTo>
                  <a:lnTo>
                    <a:pt x="64" y="168"/>
                  </a:lnTo>
                  <a:lnTo>
                    <a:pt x="66" y="166"/>
                  </a:lnTo>
                  <a:lnTo>
                    <a:pt x="68" y="166"/>
                  </a:lnTo>
                  <a:lnTo>
                    <a:pt x="72" y="170"/>
                  </a:lnTo>
                  <a:lnTo>
                    <a:pt x="78" y="170"/>
                  </a:lnTo>
                  <a:lnTo>
                    <a:pt x="78" y="172"/>
                  </a:lnTo>
                  <a:lnTo>
                    <a:pt x="84" y="172"/>
                  </a:lnTo>
                  <a:lnTo>
                    <a:pt x="84" y="168"/>
                  </a:lnTo>
                  <a:lnTo>
                    <a:pt x="86" y="166"/>
                  </a:lnTo>
                  <a:lnTo>
                    <a:pt x="90" y="166"/>
                  </a:lnTo>
                  <a:lnTo>
                    <a:pt x="92" y="168"/>
                  </a:lnTo>
                  <a:lnTo>
                    <a:pt x="92" y="170"/>
                  </a:lnTo>
                  <a:lnTo>
                    <a:pt x="96" y="170"/>
                  </a:lnTo>
                  <a:lnTo>
                    <a:pt x="96" y="172"/>
                  </a:lnTo>
                  <a:lnTo>
                    <a:pt x="104" y="172"/>
                  </a:lnTo>
                  <a:lnTo>
                    <a:pt x="104" y="174"/>
                  </a:lnTo>
                  <a:lnTo>
                    <a:pt x="104" y="176"/>
                  </a:lnTo>
                  <a:lnTo>
                    <a:pt x="112" y="176"/>
                  </a:lnTo>
                  <a:lnTo>
                    <a:pt x="112" y="178"/>
                  </a:lnTo>
                  <a:lnTo>
                    <a:pt x="118" y="178"/>
                  </a:lnTo>
                  <a:lnTo>
                    <a:pt x="118" y="176"/>
                  </a:lnTo>
                  <a:lnTo>
                    <a:pt x="118" y="174"/>
                  </a:lnTo>
                  <a:lnTo>
                    <a:pt x="122" y="174"/>
                  </a:lnTo>
                  <a:lnTo>
                    <a:pt x="122" y="170"/>
                  </a:lnTo>
                  <a:lnTo>
                    <a:pt x="126" y="164"/>
                  </a:lnTo>
                  <a:lnTo>
                    <a:pt x="130" y="160"/>
                  </a:lnTo>
                  <a:lnTo>
                    <a:pt x="132" y="158"/>
                  </a:lnTo>
                  <a:lnTo>
                    <a:pt x="134" y="156"/>
                  </a:lnTo>
                  <a:lnTo>
                    <a:pt x="138" y="154"/>
                  </a:lnTo>
                  <a:lnTo>
                    <a:pt x="140" y="152"/>
                  </a:lnTo>
                  <a:lnTo>
                    <a:pt x="144" y="152"/>
                  </a:lnTo>
                  <a:lnTo>
                    <a:pt x="146" y="154"/>
                  </a:lnTo>
                  <a:lnTo>
                    <a:pt x="150" y="154"/>
                  </a:lnTo>
                  <a:lnTo>
                    <a:pt x="152" y="156"/>
                  </a:lnTo>
                  <a:lnTo>
                    <a:pt x="162" y="156"/>
                  </a:lnTo>
                  <a:lnTo>
                    <a:pt x="166" y="160"/>
                  </a:lnTo>
                  <a:lnTo>
                    <a:pt x="166" y="162"/>
                  </a:lnTo>
                  <a:lnTo>
                    <a:pt x="170" y="162"/>
                  </a:lnTo>
                  <a:lnTo>
                    <a:pt x="172" y="164"/>
                  </a:lnTo>
                  <a:lnTo>
                    <a:pt x="178" y="164"/>
                  </a:lnTo>
                  <a:lnTo>
                    <a:pt x="182" y="162"/>
                  </a:lnTo>
                  <a:lnTo>
                    <a:pt x="184" y="160"/>
                  </a:lnTo>
                  <a:lnTo>
                    <a:pt x="186" y="154"/>
                  </a:lnTo>
                  <a:lnTo>
                    <a:pt x="192" y="150"/>
                  </a:lnTo>
                  <a:lnTo>
                    <a:pt x="196" y="150"/>
                  </a:lnTo>
                  <a:lnTo>
                    <a:pt x="196" y="148"/>
                  </a:lnTo>
                  <a:lnTo>
                    <a:pt x="200" y="144"/>
                  </a:lnTo>
                  <a:lnTo>
                    <a:pt x="200" y="142"/>
                  </a:lnTo>
                  <a:lnTo>
                    <a:pt x="198" y="140"/>
                  </a:lnTo>
                  <a:lnTo>
                    <a:pt x="192" y="140"/>
                  </a:lnTo>
                  <a:lnTo>
                    <a:pt x="188" y="138"/>
                  </a:lnTo>
                  <a:lnTo>
                    <a:pt x="186" y="136"/>
                  </a:lnTo>
                  <a:lnTo>
                    <a:pt x="186" y="134"/>
                  </a:lnTo>
                  <a:lnTo>
                    <a:pt x="188" y="132"/>
                  </a:lnTo>
                  <a:lnTo>
                    <a:pt x="190" y="130"/>
                  </a:lnTo>
                  <a:lnTo>
                    <a:pt x="190" y="126"/>
                  </a:lnTo>
                  <a:lnTo>
                    <a:pt x="188" y="126"/>
                  </a:lnTo>
                  <a:lnTo>
                    <a:pt x="184" y="126"/>
                  </a:lnTo>
                  <a:lnTo>
                    <a:pt x="182" y="120"/>
                  </a:lnTo>
                  <a:lnTo>
                    <a:pt x="188" y="120"/>
                  </a:lnTo>
                  <a:lnTo>
                    <a:pt x="192" y="116"/>
                  </a:lnTo>
                  <a:lnTo>
                    <a:pt x="192" y="114"/>
                  </a:lnTo>
                  <a:lnTo>
                    <a:pt x="186" y="108"/>
                  </a:lnTo>
                  <a:lnTo>
                    <a:pt x="188" y="106"/>
                  </a:lnTo>
                  <a:lnTo>
                    <a:pt x="190" y="106"/>
                  </a:lnTo>
                  <a:lnTo>
                    <a:pt x="190" y="104"/>
                  </a:lnTo>
                  <a:lnTo>
                    <a:pt x="186" y="100"/>
                  </a:lnTo>
                  <a:lnTo>
                    <a:pt x="188" y="94"/>
                  </a:lnTo>
                  <a:lnTo>
                    <a:pt x="186" y="94"/>
                  </a:lnTo>
                  <a:lnTo>
                    <a:pt x="182" y="94"/>
                  </a:lnTo>
                  <a:lnTo>
                    <a:pt x="176" y="100"/>
                  </a:lnTo>
                  <a:lnTo>
                    <a:pt x="174" y="100"/>
                  </a:lnTo>
                  <a:lnTo>
                    <a:pt x="174" y="98"/>
                  </a:lnTo>
                  <a:lnTo>
                    <a:pt x="176" y="96"/>
                  </a:lnTo>
                  <a:lnTo>
                    <a:pt x="174" y="94"/>
                  </a:lnTo>
                  <a:lnTo>
                    <a:pt x="178" y="92"/>
                  </a:lnTo>
                  <a:lnTo>
                    <a:pt x="178" y="88"/>
                  </a:lnTo>
                  <a:lnTo>
                    <a:pt x="182" y="86"/>
                  </a:lnTo>
                  <a:lnTo>
                    <a:pt x="182" y="82"/>
                  </a:lnTo>
                  <a:lnTo>
                    <a:pt x="186" y="82"/>
                  </a:lnTo>
                  <a:lnTo>
                    <a:pt x="188" y="80"/>
                  </a:lnTo>
                  <a:lnTo>
                    <a:pt x="190" y="78"/>
                  </a:lnTo>
                  <a:lnTo>
                    <a:pt x="192" y="76"/>
                  </a:lnTo>
                  <a:lnTo>
                    <a:pt x="192" y="74"/>
                  </a:lnTo>
                  <a:lnTo>
                    <a:pt x="198" y="76"/>
                  </a:lnTo>
                  <a:lnTo>
                    <a:pt x="198" y="72"/>
                  </a:lnTo>
                  <a:lnTo>
                    <a:pt x="198" y="60"/>
                  </a:lnTo>
                  <a:lnTo>
                    <a:pt x="200" y="58"/>
                  </a:lnTo>
                  <a:lnTo>
                    <a:pt x="202" y="56"/>
                  </a:lnTo>
                  <a:lnTo>
                    <a:pt x="204" y="54"/>
                  </a:lnTo>
                  <a:lnTo>
                    <a:pt x="204" y="50"/>
                  </a:lnTo>
                  <a:lnTo>
                    <a:pt x="208" y="46"/>
                  </a:lnTo>
                  <a:lnTo>
                    <a:pt x="210" y="42"/>
                  </a:lnTo>
                  <a:lnTo>
                    <a:pt x="204" y="40"/>
                  </a:lnTo>
                  <a:lnTo>
                    <a:pt x="198" y="40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86" name="Finland" descr="© INSCALE GmbH, 05.05.2010&#10;http://www.presentationload.com/">
              <a:extLst>
                <a:ext uri="{FF2B5EF4-FFF2-40B4-BE49-F238E27FC236}">
                  <a16:creationId xmlns:a16="http://schemas.microsoft.com/office/drawing/2014/main" id="{D7CBB51B-CB95-445E-BE24-82768B4F9455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701596" y="932216"/>
              <a:ext cx="246161" cy="279799"/>
            </a:xfrm>
            <a:custGeom>
              <a:avLst/>
              <a:gdLst>
                <a:gd name="T0" fmla="*/ 2147483647 w 630"/>
                <a:gd name="T1" fmla="*/ 2147483647 h 714"/>
                <a:gd name="T2" fmla="*/ 2147483647 w 630"/>
                <a:gd name="T3" fmla="*/ 2147483647 h 714"/>
                <a:gd name="T4" fmla="*/ 2147483647 w 630"/>
                <a:gd name="T5" fmla="*/ 2147483647 h 714"/>
                <a:gd name="T6" fmla="*/ 2147483647 w 630"/>
                <a:gd name="T7" fmla="*/ 2147483647 h 714"/>
                <a:gd name="T8" fmla="*/ 2147483647 w 630"/>
                <a:gd name="T9" fmla="*/ 2147483647 h 714"/>
                <a:gd name="T10" fmla="*/ 2147483647 w 630"/>
                <a:gd name="T11" fmla="*/ 2147483647 h 714"/>
                <a:gd name="T12" fmla="*/ 2147483647 w 630"/>
                <a:gd name="T13" fmla="*/ 2147483647 h 714"/>
                <a:gd name="T14" fmla="*/ 2147483647 w 630"/>
                <a:gd name="T15" fmla="*/ 2147483647 h 714"/>
                <a:gd name="T16" fmla="*/ 2147483647 w 630"/>
                <a:gd name="T17" fmla="*/ 2147483647 h 714"/>
                <a:gd name="T18" fmla="*/ 2147483647 w 630"/>
                <a:gd name="T19" fmla="*/ 2147483647 h 714"/>
                <a:gd name="T20" fmla="*/ 2147483647 w 630"/>
                <a:gd name="T21" fmla="*/ 2147483647 h 714"/>
                <a:gd name="T22" fmla="*/ 2147483647 w 630"/>
                <a:gd name="T23" fmla="*/ 2147483647 h 714"/>
                <a:gd name="T24" fmla="*/ 2147483647 w 630"/>
                <a:gd name="T25" fmla="*/ 2147483647 h 714"/>
                <a:gd name="T26" fmla="*/ 2147483647 w 630"/>
                <a:gd name="T27" fmla="*/ 2147483647 h 714"/>
                <a:gd name="T28" fmla="*/ 2147483647 w 630"/>
                <a:gd name="T29" fmla="*/ 2147483647 h 714"/>
                <a:gd name="T30" fmla="*/ 2147483647 w 630"/>
                <a:gd name="T31" fmla="*/ 2147483647 h 714"/>
                <a:gd name="T32" fmla="*/ 2147483647 w 630"/>
                <a:gd name="T33" fmla="*/ 2147483647 h 714"/>
                <a:gd name="T34" fmla="*/ 2147483647 w 630"/>
                <a:gd name="T35" fmla="*/ 2147483647 h 714"/>
                <a:gd name="T36" fmla="*/ 2147483647 w 630"/>
                <a:gd name="T37" fmla="*/ 2147483647 h 714"/>
                <a:gd name="T38" fmla="*/ 2147483647 w 630"/>
                <a:gd name="T39" fmla="*/ 2147483647 h 714"/>
                <a:gd name="T40" fmla="*/ 2147483647 w 630"/>
                <a:gd name="T41" fmla="*/ 2147483647 h 714"/>
                <a:gd name="T42" fmla="*/ 2147483647 w 630"/>
                <a:gd name="T43" fmla="*/ 2147483647 h 714"/>
                <a:gd name="T44" fmla="*/ 2147483647 w 630"/>
                <a:gd name="T45" fmla="*/ 2147483647 h 714"/>
                <a:gd name="T46" fmla="*/ 2147483647 w 630"/>
                <a:gd name="T47" fmla="*/ 2147483647 h 714"/>
                <a:gd name="T48" fmla="*/ 2147483647 w 630"/>
                <a:gd name="T49" fmla="*/ 2147483647 h 714"/>
                <a:gd name="T50" fmla="*/ 2147483647 w 630"/>
                <a:gd name="T51" fmla="*/ 2147483647 h 714"/>
                <a:gd name="T52" fmla="*/ 2147483647 w 630"/>
                <a:gd name="T53" fmla="*/ 2147483647 h 714"/>
                <a:gd name="T54" fmla="*/ 2147483647 w 630"/>
                <a:gd name="T55" fmla="*/ 2147483647 h 714"/>
                <a:gd name="T56" fmla="*/ 2147483647 w 630"/>
                <a:gd name="T57" fmla="*/ 2147483647 h 714"/>
                <a:gd name="T58" fmla="*/ 2147483647 w 630"/>
                <a:gd name="T59" fmla="*/ 2147483647 h 714"/>
                <a:gd name="T60" fmla="*/ 2147483647 w 630"/>
                <a:gd name="T61" fmla="*/ 2147483647 h 714"/>
                <a:gd name="T62" fmla="*/ 2147483647 w 630"/>
                <a:gd name="T63" fmla="*/ 2147483647 h 714"/>
                <a:gd name="T64" fmla="*/ 2147483647 w 630"/>
                <a:gd name="T65" fmla="*/ 2147483647 h 714"/>
                <a:gd name="T66" fmla="*/ 2147483647 w 630"/>
                <a:gd name="T67" fmla="*/ 2147483647 h 714"/>
                <a:gd name="T68" fmla="*/ 2147483647 w 630"/>
                <a:gd name="T69" fmla="*/ 2147483647 h 714"/>
                <a:gd name="T70" fmla="*/ 2147483647 w 630"/>
                <a:gd name="T71" fmla="*/ 2147483647 h 714"/>
                <a:gd name="T72" fmla="*/ 2147483647 w 630"/>
                <a:gd name="T73" fmla="*/ 2147483647 h 714"/>
                <a:gd name="T74" fmla="*/ 2147483647 w 630"/>
                <a:gd name="T75" fmla="*/ 2147483647 h 714"/>
                <a:gd name="T76" fmla="*/ 2147483647 w 630"/>
                <a:gd name="T77" fmla="*/ 2147483647 h 714"/>
                <a:gd name="T78" fmla="*/ 2147483647 w 630"/>
                <a:gd name="T79" fmla="*/ 2147483647 h 714"/>
                <a:gd name="T80" fmla="*/ 2147483647 w 630"/>
                <a:gd name="T81" fmla="*/ 2147483647 h 714"/>
                <a:gd name="T82" fmla="*/ 2147483647 w 630"/>
                <a:gd name="T83" fmla="*/ 2147483647 h 714"/>
                <a:gd name="T84" fmla="*/ 2147483647 w 630"/>
                <a:gd name="T85" fmla="*/ 2147483647 h 714"/>
                <a:gd name="T86" fmla="*/ 2147483647 w 630"/>
                <a:gd name="T87" fmla="*/ 2147483647 h 714"/>
                <a:gd name="T88" fmla="*/ 2147483647 w 630"/>
                <a:gd name="T89" fmla="*/ 2147483647 h 714"/>
                <a:gd name="T90" fmla="*/ 2147483647 w 630"/>
                <a:gd name="T91" fmla="*/ 2147483647 h 714"/>
                <a:gd name="T92" fmla="*/ 2147483647 w 630"/>
                <a:gd name="T93" fmla="*/ 2147483647 h 714"/>
                <a:gd name="T94" fmla="*/ 2147483647 w 630"/>
                <a:gd name="T95" fmla="*/ 2147483647 h 714"/>
                <a:gd name="T96" fmla="*/ 2147483647 w 630"/>
                <a:gd name="T97" fmla="*/ 2147483647 h 714"/>
                <a:gd name="T98" fmla="*/ 2147483647 w 630"/>
                <a:gd name="T99" fmla="*/ 2147483647 h 714"/>
                <a:gd name="T100" fmla="*/ 2147483647 w 630"/>
                <a:gd name="T101" fmla="*/ 2147483647 h 714"/>
                <a:gd name="T102" fmla="*/ 2147483647 w 630"/>
                <a:gd name="T103" fmla="*/ 2147483647 h 714"/>
                <a:gd name="T104" fmla="*/ 2147483647 w 630"/>
                <a:gd name="T105" fmla="*/ 2147483647 h 714"/>
                <a:gd name="T106" fmla="*/ 2147483647 w 630"/>
                <a:gd name="T107" fmla="*/ 0 h 714"/>
                <a:gd name="T108" fmla="*/ 2147483647 w 630"/>
                <a:gd name="T109" fmla="*/ 2147483647 h 714"/>
                <a:gd name="T110" fmla="*/ 2147483647 w 630"/>
                <a:gd name="T111" fmla="*/ 2147483647 h 714"/>
                <a:gd name="T112" fmla="*/ 2147483647 w 630"/>
                <a:gd name="T113" fmla="*/ 2147483647 h 714"/>
                <a:gd name="T114" fmla="*/ 2147483647 w 630"/>
                <a:gd name="T115" fmla="*/ 2147483647 h 714"/>
                <a:gd name="T116" fmla="*/ 2147483647 w 630"/>
                <a:gd name="T117" fmla="*/ 2147483647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30"/>
                <a:gd name="T178" fmla="*/ 0 h 714"/>
                <a:gd name="T179" fmla="*/ 630 w 630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30" h="714">
                  <a:moveTo>
                    <a:pt x="162" y="84"/>
                  </a:moveTo>
                  <a:lnTo>
                    <a:pt x="156" y="90"/>
                  </a:lnTo>
                  <a:lnTo>
                    <a:pt x="144" y="96"/>
                  </a:lnTo>
                  <a:lnTo>
                    <a:pt x="132" y="96"/>
                  </a:lnTo>
                  <a:lnTo>
                    <a:pt x="126" y="90"/>
                  </a:lnTo>
                  <a:lnTo>
                    <a:pt x="108" y="90"/>
                  </a:lnTo>
                  <a:lnTo>
                    <a:pt x="96" y="84"/>
                  </a:lnTo>
                  <a:lnTo>
                    <a:pt x="84" y="84"/>
                  </a:lnTo>
                  <a:lnTo>
                    <a:pt x="72" y="72"/>
                  </a:lnTo>
                  <a:lnTo>
                    <a:pt x="60" y="66"/>
                  </a:lnTo>
                  <a:lnTo>
                    <a:pt x="54" y="54"/>
                  </a:lnTo>
                  <a:lnTo>
                    <a:pt x="48" y="48"/>
                  </a:lnTo>
                  <a:lnTo>
                    <a:pt x="30" y="48"/>
                  </a:lnTo>
                  <a:lnTo>
                    <a:pt x="24" y="54"/>
                  </a:lnTo>
                  <a:lnTo>
                    <a:pt x="24" y="66"/>
                  </a:lnTo>
                  <a:lnTo>
                    <a:pt x="6" y="60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8" y="78"/>
                  </a:lnTo>
                  <a:lnTo>
                    <a:pt x="24" y="84"/>
                  </a:lnTo>
                  <a:lnTo>
                    <a:pt x="36" y="90"/>
                  </a:lnTo>
                  <a:lnTo>
                    <a:pt x="48" y="90"/>
                  </a:lnTo>
                  <a:lnTo>
                    <a:pt x="54" y="96"/>
                  </a:lnTo>
                  <a:lnTo>
                    <a:pt x="60" y="96"/>
                  </a:lnTo>
                  <a:lnTo>
                    <a:pt x="72" y="108"/>
                  </a:lnTo>
                  <a:lnTo>
                    <a:pt x="108" y="108"/>
                  </a:lnTo>
                  <a:lnTo>
                    <a:pt x="138" y="126"/>
                  </a:lnTo>
                  <a:lnTo>
                    <a:pt x="150" y="126"/>
                  </a:lnTo>
                  <a:lnTo>
                    <a:pt x="156" y="132"/>
                  </a:lnTo>
                  <a:lnTo>
                    <a:pt x="162" y="132"/>
                  </a:lnTo>
                  <a:lnTo>
                    <a:pt x="162" y="156"/>
                  </a:lnTo>
                  <a:lnTo>
                    <a:pt x="156" y="162"/>
                  </a:lnTo>
                  <a:lnTo>
                    <a:pt x="156" y="168"/>
                  </a:lnTo>
                  <a:lnTo>
                    <a:pt x="168" y="174"/>
                  </a:lnTo>
                  <a:lnTo>
                    <a:pt x="162" y="198"/>
                  </a:lnTo>
                  <a:lnTo>
                    <a:pt x="186" y="210"/>
                  </a:lnTo>
                  <a:lnTo>
                    <a:pt x="180" y="222"/>
                  </a:lnTo>
                  <a:lnTo>
                    <a:pt x="174" y="228"/>
                  </a:lnTo>
                  <a:lnTo>
                    <a:pt x="168" y="240"/>
                  </a:lnTo>
                  <a:lnTo>
                    <a:pt x="168" y="246"/>
                  </a:lnTo>
                  <a:lnTo>
                    <a:pt x="180" y="258"/>
                  </a:lnTo>
                  <a:lnTo>
                    <a:pt x="192" y="264"/>
                  </a:lnTo>
                  <a:lnTo>
                    <a:pt x="198" y="270"/>
                  </a:lnTo>
                  <a:lnTo>
                    <a:pt x="210" y="306"/>
                  </a:lnTo>
                  <a:lnTo>
                    <a:pt x="222" y="294"/>
                  </a:lnTo>
                  <a:lnTo>
                    <a:pt x="228" y="294"/>
                  </a:lnTo>
                  <a:lnTo>
                    <a:pt x="234" y="300"/>
                  </a:lnTo>
                  <a:lnTo>
                    <a:pt x="246" y="300"/>
                  </a:lnTo>
                  <a:lnTo>
                    <a:pt x="270" y="324"/>
                  </a:lnTo>
                  <a:lnTo>
                    <a:pt x="270" y="336"/>
                  </a:lnTo>
                  <a:lnTo>
                    <a:pt x="276" y="348"/>
                  </a:lnTo>
                  <a:lnTo>
                    <a:pt x="276" y="354"/>
                  </a:lnTo>
                  <a:lnTo>
                    <a:pt x="264" y="348"/>
                  </a:lnTo>
                  <a:lnTo>
                    <a:pt x="246" y="348"/>
                  </a:lnTo>
                  <a:lnTo>
                    <a:pt x="240" y="354"/>
                  </a:lnTo>
                  <a:lnTo>
                    <a:pt x="234" y="366"/>
                  </a:lnTo>
                  <a:lnTo>
                    <a:pt x="228" y="372"/>
                  </a:lnTo>
                  <a:lnTo>
                    <a:pt x="222" y="384"/>
                  </a:lnTo>
                  <a:lnTo>
                    <a:pt x="216" y="390"/>
                  </a:lnTo>
                  <a:lnTo>
                    <a:pt x="180" y="420"/>
                  </a:lnTo>
                  <a:lnTo>
                    <a:pt x="144" y="432"/>
                  </a:lnTo>
                  <a:lnTo>
                    <a:pt x="138" y="438"/>
                  </a:lnTo>
                  <a:lnTo>
                    <a:pt x="126" y="444"/>
                  </a:lnTo>
                  <a:lnTo>
                    <a:pt x="120" y="456"/>
                  </a:lnTo>
                  <a:lnTo>
                    <a:pt x="120" y="462"/>
                  </a:lnTo>
                  <a:lnTo>
                    <a:pt x="108" y="474"/>
                  </a:lnTo>
                  <a:lnTo>
                    <a:pt x="90" y="474"/>
                  </a:lnTo>
                  <a:lnTo>
                    <a:pt x="66" y="504"/>
                  </a:lnTo>
                  <a:lnTo>
                    <a:pt x="66" y="534"/>
                  </a:lnTo>
                  <a:lnTo>
                    <a:pt x="72" y="540"/>
                  </a:lnTo>
                  <a:lnTo>
                    <a:pt x="72" y="570"/>
                  </a:lnTo>
                  <a:lnTo>
                    <a:pt x="96" y="588"/>
                  </a:lnTo>
                  <a:lnTo>
                    <a:pt x="96" y="594"/>
                  </a:lnTo>
                  <a:lnTo>
                    <a:pt x="90" y="600"/>
                  </a:lnTo>
                  <a:lnTo>
                    <a:pt x="90" y="612"/>
                  </a:lnTo>
                  <a:lnTo>
                    <a:pt x="84" y="630"/>
                  </a:lnTo>
                  <a:lnTo>
                    <a:pt x="84" y="648"/>
                  </a:lnTo>
                  <a:lnTo>
                    <a:pt x="90" y="654"/>
                  </a:lnTo>
                  <a:lnTo>
                    <a:pt x="96" y="666"/>
                  </a:lnTo>
                  <a:lnTo>
                    <a:pt x="108" y="678"/>
                  </a:lnTo>
                  <a:lnTo>
                    <a:pt x="132" y="690"/>
                  </a:lnTo>
                  <a:lnTo>
                    <a:pt x="174" y="690"/>
                  </a:lnTo>
                  <a:lnTo>
                    <a:pt x="174" y="696"/>
                  </a:lnTo>
                  <a:lnTo>
                    <a:pt x="168" y="702"/>
                  </a:lnTo>
                  <a:lnTo>
                    <a:pt x="168" y="708"/>
                  </a:lnTo>
                  <a:lnTo>
                    <a:pt x="174" y="714"/>
                  </a:lnTo>
                  <a:lnTo>
                    <a:pt x="240" y="714"/>
                  </a:lnTo>
                  <a:lnTo>
                    <a:pt x="252" y="708"/>
                  </a:lnTo>
                  <a:lnTo>
                    <a:pt x="270" y="708"/>
                  </a:lnTo>
                  <a:lnTo>
                    <a:pt x="300" y="696"/>
                  </a:lnTo>
                  <a:lnTo>
                    <a:pt x="336" y="696"/>
                  </a:lnTo>
                  <a:lnTo>
                    <a:pt x="384" y="672"/>
                  </a:lnTo>
                  <a:lnTo>
                    <a:pt x="462" y="672"/>
                  </a:lnTo>
                  <a:lnTo>
                    <a:pt x="456" y="660"/>
                  </a:lnTo>
                  <a:lnTo>
                    <a:pt x="516" y="630"/>
                  </a:lnTo>
                  <a:lnTo>
                    <a:pt x="576" y="570"/>
                  </a:lnTo>
                  <a:lnTo>
                    <a:pt x="582" y="570"/>
                  </a:lnTo>
                  <a:lnTo>
                    <a:pt x="618" y="534"/>
                  </a:lnTo>
                  <a:lnTo>
                    <a:pt x="624" y="522"/>
                  </a:lnTo>
                  <a:lnTo>
                    <a:pt x="630" y="516"/>
                  </a:lnTo>
                  <a:lnTo>
                    <a:pt x="630" y="504"/>
                  </a:lnTo>
                  <a:lnTo>
                    <a:pt x="624" y="492"/>
                  </a:lnTo>
                  <a:lnTo>
                    <a:pt x="618" y="486"/>
                  </a:lnTo>
                  <a:lnTo>
                    <a:pt x="612" y="474"/>
                  </a:lnTo>
                  <a:lnTo>
                    <a:pt x="540" y="438"/>
                  </a:lnTo>
                  <a:lnTo>
                    <a:pt x="546" y="438"/>
                  </a:lnTo>
                  <a:lnTo>
                    <a:pt x="570" y="414"/>
                  </a:lnTo>
                  <a:lnTo>
                    <a:pt x="570" y="408"/>
                  </a:lnTo>
                  <a:lnTo>
                    <a:pt x="564" y="402"/>
                  </a:lnTo>
                  <a:lnTo>
                    <a:pt x="552" y="396"/>
                  </a:lnTo>
                  <a:lnTo>
                    <a:pt x="528" y="390"/>
                  </a:lnTo>
                  <a:lnTo>
                    <a:pt x="534" y="378"/>
                  </a:lnTo>
                  <a:lnTo>
                    <a:pt x="540" y="372"/>
                  </a:lnTo>
                  <a:lnTo>
                    <a:pt x="540" y="366"/>
                  </a:lnTo>
                  <a:lnTo>
                    <a:pt x="534" y="360"/>
                  </a:lnTo>
                  <a:lnTo>
                    <a:pt x="528" y="360"/>
                  </a:lnTo>
                  <a:lnTo>
                    <a:pt x="522" y="354"/>
                  </a:lnTo>
                  <a:lnTo>
                    <a:pt x="510" y="354"/>
                  </a:lnTo>
                  <a:lnTo>
                    <a:pt x="510" y="342"/>
                  </a:lnTo>
                  <a:lnTo>
                    <a:pt x="498" y="330"/>
                  </a:lnTo>
                  <a:lnTo>
                    <a:pt x="504" y="300"/>
                  </a:lnTo>
                  <a:lnTo>
                    <a:pt x="510" y="300"/>
                  </a:lnTo>
                  <a:lnTo>
                    <a:pt x="522" y="306"/>
                  </a:lnTo>
                  <a:lnTo>
                    <a:pt x="534" y="306"/>
                  </a:lnTo>
                  <a:lnTo>
                    <a:pt x="540" y="300"/>
                  </a:lnTo>
                  <a:lnTo>
                    <a:pt x="540" y="294"/>
                  </a:lnTo>
                  <a:lnTo>
                    <a:pt x="534" y="288"/>
                  </a:lnTo>
                  <a:lnTo>
                    <a:pt x="522" y="282"/>
                  </a:lnTo>
                  <a:lnTo>
                    <a:pt x="498" y="258"/>
                  </a:lnTo>
                  <a:lnTo>
                    <a:pt x="486" y="252"/>
                  </a:lnTo>
                  <a:lnTo>
                    <a:pt x="480" y="240"/>
                  </a:lnTo>
                  <a:lnTo>
                    <a:pt x="468" y="234"/>
                  </a:lnTo>
                  <a:lnTo>
                    <a:pt x="450" y="216"/>
                  </a:lnTo>
                  <a:lnTo>
                    <a:pt x="456" y="210"/>
                  </a:lnTo>
                  <a:lnTo>
                    <a:pt x="468" y="204"/>
                  </a:lnTo>
                  <a:lnTo>
                    <a:pt x="474" y="204"/>
                  </a:lnTo>
                  <a:lnTo>
                    <a:pt x="474" y="192"/>
                  </a:lnTo>
                  <a:lnTo>
                    <a:pt x="480" y="192"/>
                  </a:lnTo>
                  <a:lnTo>
                    <a:pt x="492" y="186"/>
                  </a:lnTo>
                  <a:lnTo>
                    <a:pt x="498" y="186"/>
                  </a:lnTo>
                  <a:lnTo>
                    <a:pt x="498" y="174"/>
                  </a:lnTo>
                  <a:lnTo>
                    <a:pt x="450" y="126"/>
                  </a:lnTo>
                  <a:lnTo>
                    <a:pt x="432" y="126"/>
                  </a:lnTo>
                  <a:lnTo>
                    <a:pt x="426" y="132"/>
                  </a:lnTo>
                  <a:lnTo>
                    <a:pt x="420" y="132"/>
                  </a:lnTo>
                  <a:lnTo>
                    <a:pt x="414" y="126"/>
                  </a:lnTo>
                  <a:lnTo>
                    <a:pt x="414" y="120"/>
                  </a:lnTo>
                  <a:lnTo>
                    <a:pt x="408" y="108"/>
                  </a:lnTo>
                  <a:lnTo>
                    <a:pt x="408" y="96"/>
                  </a:lnTo>
                  <a:lnTo>
                    <a:pt x="426" y="96"/>
                  </a:lnTo>
                  <a:lnTo>
                    <a:pt x="426" y="90"/>
                  </a:lnTo>
                  <a:lnTo>
                    <a:pt x="414" y="78"/>
                  </a:lnTo>
                  <a:lnTo>
                    <a:pt x="420" y="54"/>
                  </a:lnTo>
                  <a:lnTo>
                    <a:pt x="426" y="54"/>
                  </a:lnTo>
                  <a:lnTo>
                    <a:pt x="426" y="60"/>
                  </a:lnTo>
                  <a:lnTo>
                    <a:pt x="432" y="60"/>
                  </a:lnTo>
                  <a:lnTo>
                    <a:pt x="432" y="42"/>
                  </a:lnTo>
                  <a:lnTo>
                    <a:pt x="426" y="30"/>
                  </a:lnTo>
                  <a:lnTo>
                    <a:pt x="414" y="18"/>
                  </a:lnTo>
                  <a:lnTo>
                    <a:pt x="408" y="18"/>
                  </a:lnTo>
                  <a:lnTo>
                    <a:pt x="372" y="12"/>
                  </a:lnTo>
                  <a:lnTo>
                    <a:pt x="372" y="0"/>
                  </a:lnTo>
                  <a:lnTo>
                    <a:pt x="336" y="0"/>
                  </a:lnTo>
                  <a:lnTo>
                    <a:pt x="324" y="6"/>
                  </a:lnTo>
                  <a:lnTo>
                    <a:pt x="294" y="6"/>
                  </a:lnTo>
                  <a:lnTo>
                    <a:pt x="282" y="12"/>
                  </a:lnTo>
                  <a:lnTo>
                    <a:pt x="276" y="12"/>
                  </a:lnTo>
                  <a:lnTo>
                    <a:pt x="264" y="18"/>
                  </a:lnTo>
                  <a:lnTo>
                    <a:pt x="264" y="30"/>
                  </a:lnTo>
                  <a:lnTo>
                    <a:pt x="258" y="36"/>
                  </a:lnTo>
                  <a:lnTo>
                    <a:pt x="258" y="72"/>
                  </a:lnTo>
                  <a:lnTo>
                    <a:pt x="234" y="72"/>
                  </a:lnTo>
                  <a:lnTo>
                    <a:pt x="234" y="78"/>
                  </a:lnTo>
                  <a:lnTo>
                    <a:pt x="228" y="84"/>
                  </a:lnTo>
                  <a:lnTo>
                    <a:pt x="228" y="96"/>
                  </a:lnTo>
                  <a:lnTo>
                    <a:pt x="210" y="96"/>
                  </a:lnTo>
                  <a:lnTo>
                    <a:pt x="204" y="90"/>
                  </a:lnTo>
                  <a:lnTo>
                    <a:pt x="192" y="84"/>
                  </a:lnTo>
                  <a:lnTo>
                    <a:pt x="162" y="84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87" name="Ethiopia" descr="© INSCALE GmbH, 05.05.2010&#10;http://www.presentationload.com/">
              <a:extLst>
                <a:ext uri="{FF2B5EF4-FFF2-40B4-BE49-F238E27FC236}">
                  <a16:creationId xmlns:a16="http://schemas.microsoft.com/office/drawing/2014/main" id="{DCD58C58-E02C-48ED-ACF5-5C398D1A3011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123586" y="2607952"/>
              <a:ext cx="412817" cy="360834"/>
            </a:xfrm>
            <a:custGeom>
              <a:avLst/>
              <a:gdLst>
                <a:gd name="T0" fmla="*/ 2147483647 w 1056"/>
                <a:gd name="T1" fmla="*/ 2147483647 h 924"/>
                <a:gd name="T2" fmla="*/ 2147483647 w 1056"/>
                <a:gd name="T3" fmla="*/ 2147483647 h 924"/>
                <a:gd name="T4" fmla="*/ 2147483647 w 1056"/>
                <a:gd name="T5" fmla="*/ 2147483647 h 924"/>
                <a:gd name="T6" fmla="*/ 2147483647 w 1056"/>
                <a:gd name="T7" fmla="*/ 2147483647 h 924"/>
                <a:gd name="T8" fmla="*/ 2147483647 w 1056"/>
                <a:gd name="T9" fmla="*/ 2147483647 h 924"/>
                <a:gd name="T10" fmla="*/ 2147483647 w 1056"/>
                <a:gd name="T11" fmla="*/ 2147483647 h 924"/>
                <a:gd name="T12" fmla="*/ 2147483647 w 1056"/>
                <a:gd name="T13" fmla="*/ 2147483647 h 924"/>
                <a:gd name="T14" fmla="*/ 2147483647 w 1056"/>
                <a:gd name="T15" fmla="*/ 2147483647 h 924"/>
                <a:gd name="T16" fmla="*/ 2147483647 w 1056"/>
                <a:gd name="T17" fmla="*/ 2147483647 h 924"/>
                <a:gd name="T18" fmla="*/ 2147483647 w 1056"/>
                <a:gd name="T19" fmla="*/ 2147483647 h 924"/>
                <a:gd name="T20" fmla="*/ 2147483647 w 1056"/>
                <a:gd name="T21" fmla="*/ 2147483647 h 924"/>
                <a:gd name="T22" fmla="*/ 2147483647 w 1056"/>
                <a:gd name="T23" fmla="*/ 2147483647 h 924"/>
                <a:gd name="T24" fmla="*/ 2147483647 w 1056"/>
                <a:gd name="T25" fmla="*/ 2147483647 h 924"/>
                <a:gd name="T26" fmla="*/ 2147483647 w 1056"/>
                <a:gd name="T27" fmla="*/ 2147483647 h 924"/>
                <a:gd name="T28" fmla="*/ 2147483647 w 1056"/>
                <a:gd name="T29" fmla="*/ 2147483647 h 924"/>
                <a:gd name="T30" fmla="*/ 2147483647 w 1056"/>
                <a:gd name="T31" fmla="*/ 2147483647 h 924"/>
                <a:gd name="T32" fmla="*/ 2147483647 w 1056"/>
                <a:gd name="T33" fmla="*/ 2147483647 h 924"/>
                <a:gd name="T34" fmla="*/ 2147483647 w 1056"/>
                <a:gd name="T35" fmla="*/ 2147483647 h 924"/>
                <a:gd name="T36" fmla="*/ 2147483647 w 1056"/>
                <a:gd name="T37" fmla="*/ 2147483647 h 924"/>
                <a:gd name="T38" fmla="*/ 2147483647 w 1056"/>
                <a:gd name="T39" fmla="*/ 2147483647 h 924"/>
                <a:gd name="T40" fmla="*/ 2147483647 w 1056"/>
                <a:gd name="T41" fmla="*/ 2147483647 h 924"/>
                <a:gd name="T42" fmla="*/ 2147483647 w 1056"/>
                <a:gd name="T43" fmla="*/ 2147483647 h 924"/>
                <a:gd name="T44" fmla="*/ 2147483647 w 1056"/>
                <a:gd name="T45" fmla="*/ 2147483647 h 924"/>
                <a:gd name="T46" fmla="*/ 2147483647 w 1056"/>
                <a:gd name="T47" fmla="*/ 2147483647 h 924"/>
                <a:gd name="T48" fmla="*/ 2147483647 w 1056"/>
                <a:gd name="T49" fmla="*/ 2147483647 h 924"/>
                <a:gd name="T50" fmla="*/ 2147483647 w 1056"/>
                <a:gd name="T51" fmla="*/ 2147483647 h 924"/>
                <a:gd name="T52" fmla="*/ 2147483647 w 1056"/>
                <a:gd name="T53" fmla="*/ 2147483647 h 924"/>
                <a:gd name="T54" fmla="*/ 2147483647 w 1056"/>
                <a:gd name="T55" fmla="*/ 2147483647 h 924"/>
                <a:gd name="T56" fmla="*/ 2147483647 w 1056"/>
                <a:gd name="T57" fmla="*/ 2147483647 h 924"/>
                <a:gd name="T58" fmla="*/ 2147483647 w 1056"/>
                <a:gd name="T59" fmla="*/ 2147483647 h 924"/>
                <a:gd name="T60" fmla="*/ 2147483647 w 1056"/>
                <a:gd name="T61" fmla="*/ 2147483647 h 924"/>
                <a:gd name="T62" fmla="*/ 2147483647 w 1056"/>
                <a:gd name="T63" fmla="*/ 2147483647 h 924"/>
                <a:gd name="T64" fmla="*/ 2147483647 w 1056"/>
                <a:gd name="T65" fmla="*/ 2147483647 h 924"/>
                <a:gd name="T66" fmla="*/ 2147483647 w 1056"/>
                <a:gd name="T67" fmla="*/ 2147483647 h 924"/>
                <a:gd name="T68" fmla="*/ 2147483647 w 1056"/>
                <a:gd name="T69" fmla="*/ 2147483647 h 924"/>
                <a:gd name="T70" fmla="*/ 2147483647 w 1056"/>
                <a:gd name="T71" fmla="*/ 2147483647 h 924"/>
                <a:gd name="T72" fmla="*/ 2147483647 w 1056"/>
                <a:gd name="T73" fmla="*/ 0 h 924"/>
                <a:gd name="T74" fmla="*/ 2147483647 w 1056"/>
                <a:gd name="T75" fmla="*/ 2147483647 h 924"/>
                <a:gd name="T76" fmla="*/ 2147483647 w 1056"/>
                <a:gd name="T77" fmla="*/ 2147483647 h 924"/>
                <a:gd name="T78" fmla="*/ 2147483647 w 1056"/>
                <a:gd name="T79" fmla="*/ 2147483647 h 924"/>
                <a:gd name="T80" fmla="*/ 2147483647 w 1056"/>
                <a:gd name="T81" fmla="*/ 2147483647 h 924"/>
                <a:gd name="T82" fmla="*/ 2147483647 w 1056"/>
                <a:gd name="T83" fmla="*/ 2147483647 h 924"/>
                <a:gd name="T84" fmla="*/ 2147483647 w 1056"/>
                <a:gd name="T85" fmla="*/ 2147483647 h 924"/>
                <a:gd name="T86" fmla="*/ 2147483647 w 1056"/>
                <a:gd name="T87" fmla="*/ 2147483647 h 924"/>
                <a:gd name="T88" fmla="*/ 2147483647 w 1056"/>
                <a:gd name="T89" fmla="*/ 2147483647 h 924"/>
                <a:gd name="T90" fmla="*/ 2147483647 w 1056"/>
                <a:gd name="T91" fmla="*/ 2147483647 h 924"/>
                <a:gd name="T92" fmla="*/ 2147483647 w 1056"/>
                <a:gd name="T93" fmla="*/ 2147483647 h 924"/>
                <a:gd name="T94" fmla="*/ 2147483647 w 1056"/>
                <a:gd name="T95" fmla="*/ 2147483647 h 924"/>
                <a:gd name="T96" fmla="*/ 2147483647 w 1056"/>
                <a:gd name="T97" fmla="*/ 2147483647 h 924"/>
                <a:gd name="T98" fmla="*/ 2147483647 w 1056"/>
                <a:gd name="T99" fmla="*/ 2147483647 h 924"/>
                <a:gd name="T100" fmla="*/ 2147483647 w 1056"/>
                <a:gd name="T101" fmla="*/ 2147483647 h 924"/>
                <a:gd name="T102" fmla="*/ 2147483647 w 1056"/>
                <a:gd name="T103" fmla="*/ 2147483647 h 924"/>
                <a:gd name="T104" fmla="*/ 2147483647 w 1056"/>
                <a:gd name="T105" fmla="*/ 2147483647 h 924"/>
                <a:gd name="T106" fmla="*/ 2147483647 w 1056"/>
                <a:gd name="T107" fmla="*/ 2147483647 h 924"/>
                <a:gd name="T108" fmla="*/ 2147483647 w 1056"/>
                <a:gd name="T109" fmla="*/ 2147483647 h 924"/>
                <a:gd name="T110" fmla="*/ 2147483647 w 1056"/>
                <a:gd name="T111" fmla="*/ 2147483647 h 924"/>
                <a:gd name="T112" fmla="*/ 2147483647 w 1056"/>
                <a:gd name="T113" fmla="*/ 2147483647 h 924"/>
                <a:gd name="T114" fmla="*/ 2147483647 w 1056"/>
                <a:gd name="T115" fmla="*/ 2147483647 h 924"/>
                <a:gd name="T116" fmla="*/ 2147483647 w 1056"/>
                <a:gd name="T117" fmla="*/ 2147483647 h 9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56"/>
                <a:gd name="T178" fmla="*/ 0 h 924"/>
                <a:gd name="T179" fmla="*/ 1056 w 1056"/>
                <a:gd name="T180" fmla="*/ 924 h 9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56" h="924">
                  <a:moveTo>
                    <a:pt x="84" y="642"/>
                  </a:moveTo>
                  <a:lnTo>
                    <a:pt x="108" y="642"/>
                  </a:lnTo>
                  <a:lnTo>
                    <a:pt x="114" y="666"/>
                  </a:lnTo>
                  <a:lnTo>
                    <a:pt x="126" y="666"/>
                  </a:lnTo>
                  <a:lnTo>
                    <a:pt x="126" y="702"/>
                  </a:lnTo>
                  <a:lnTo>
                    <a:pt x="138" y="708"/>
                  </a:lnTo>
                  <a:lnTo>
                    <a:pt x="138" y="726"/>
                  </a:lnTo>
                  <a:lnTo>
                    <a:pt x="156" y="762"/>
                  </a:lnTo>
                  <a:lnTo>
                    <a:pt x="168" y="768"/>
                  </a:lnTo>
                  <a:lnTo>
                    <a:pt x="186" y="768"/>
                  </a:lnTo>
                  <a:lnTo>
                    <a:pt x="192" y="774"/>
                  </a:lnTo>
                  <a:lnTo>
                    <a:pt x="198" y="786"/>
                  </a:lnTo>
                  <a:lnTo>
                    <a:pt x="198" y="804"/>
                  </a:lnTo>
                  <a:lnTo>
                    <a:pt x="210" y="840"/>
                  </a:lnTo>
                  <a:lnTo>
                    <a:pt x="282" y="846"/>
                  </a:lnTo>
                  <a:lnTo>
                    <a:pt x="360" y="906"/>
                  </a:lnTo>
                  <a:lnTo>
                    <a:pt x="390" y="906"/>
                  </a:lnTo>
                  <a:lnTo>
                    <a:pt x="402" y="912"/>
                  </a:lnTo>
                  <a:lnTo>
                    <a:pt x="432" y="912"/>
                  </a:lnTo>
                  <a:lnTo>
                    <a:pt x="444" y="918"/>
                  </a:lnTo>
                  <a:lnTo>
                    <a:pt x="450" y="918"/>
                  </a:lnTo>
                  <a:lnTo>
                    <a:pt x="462" y="924"/>
                  </a:lnTo>
                  <a:lnTo>
                    <a:pt x="486" y="906"/>
                  </a:lnTo>
                  <a:lnTo>
                    <a:pt x="486" y="894"/>
                  </a:lnTo>
                  <a:lnTo>
                    <a:pt x="498" y="882"/>
                  </a:lnTo>
                  <a:lnTo>
                    <a:pt x="510" y="882"/>
                  </a:lnTo>
                  <a:lnTo>
                    <a:pt x="522" y="876"/>
                  </a:lnTo>
                  <a:lnTo>
                    <a:pt x="528" y="870"/>
                  </a:lnTo>
                  <a:lnTo>
                    <a:pt x="534" y="870"/>
                  </a:lnTo>
                  <a:lnTo>
                    <a:pt x="552" y="852"/>
                  </a:lnTo>
                  <a:lnTo>
                    <a:pt x="576" y="882"/>
                  </a:lnTo>
                  <a:lnTo>
                    <a:pt x="606" y="882"/>
                  </a:lnTo>
                  <a:lnTo>
                    <a:pt x="612" y="876"/>
                  </a:lnTo>
                  <a:lnTo>
                    <a:pt x="636" y="882"/>
                  </a:lnTo>
                  <a:lnTo>
                    <a:pt x="636" y="876"/>
                  </a:lnTo>
                  <a:lnTo>
                    <a:pt x="648" y="864"/>
                  </a:lnTo>
                  <a:lnTo>
                    <a:pt x="660" y="864"/>
                  </a:lnTo>
                  <a:lnTo>
                    <a:pt x="672" y="858"/>
                  </a:lnTo>
                  <a:lnTo>
                    <a:pt x="696" y="858"/>
                  </a:lnTo>
                  <a:lnTo>
                    <a:pt x="714" y="840"/>
                  </a:lnTo>
                  <a:lnTo>
                    <a:pt x="714" y="828"/>
                  </a:lnTo>
                  <a:lnTo>
                    <a:pt x="726" y="822"/>
                  </a:lnTo>
                  <a:lnTo>
                    <a:pt x="732" y="816"/>
                  </a:lnTo>
                  <a:lnTo>
                    <a:pt x="744" y="810"/>
                  </a:lnTo>
                  <a:lnTo>
                    <a:pt x="756" y="810"/>
                  </a:lnTo>
                  <a:lnTo>
                    <a:pt x="762" y="804"/>
                  </a:lnTo>
                  <a:lnTo>
                    <a:pt x="846" y="804"/>
                  </a:lnTo>
                  <a:lnTo>
                    <a:pt x="1056" y="558"/>
                  </a:lnTo>
                  <a:lnTo>
                    <a:pt x="984" y="564"/>
                  </a:lnTo>
                  <a:lnTo>
                    <a:pt x="948" y="546"/>
                  </a:lnTo>
                  <a:lnTo>
                    <a:pt x="936" y="534"/>
                  </a:lnTo>
                  <a:lnTo>
                    <a:pt x="918" y="528"/>
                  </a:lnTo>
                  <a:lnTo>
                    <a:pt x="906" y="522"/>
                  </a:lnTo>
                  <a:lnTo>
                    <a:pt x="882" y="516"/>
                  </a:lnTo>
                  <a:lnTo>
                    <a:pt x="810" y="492"/>
                  </a:lnTo>
                  <a:lnTo>
                    <a:pt x="774" y="474"/>
                  </a:lnTo>
                  <a:lnTo>
                    <a:pt x="768" y="462"/>
                  </a:lnTo>
                  <a:lnTo>
                    <a:pt x="762" y="456"/>
                  </a:lnTo>
                  <a:lnTo>
                    <a:pt x="756" y="444"/>
                  </a:lnTo>
                  <a:lnTo>
                    <a:pt x="732" y="444"/>
                  </a:lnTo>
                  <a:lnTo>
                    <a:pt x="732" y="438"/>
                  </a:lnTo>
                  <a:lnTo>
                    <a:pt x="726" y="432"/>
                  </a:lnTo>
                  <a:lnTo>
                    <a:pt x="714" y="408"/>
                  </a:lnTo>
                  <a:lnTo>
                    <a:pt x="708" y="402"/>
                  </a:lnTo>
                  <a:lnTo>
                    <a:pt x="702" y="390"/>
                  </a:lnTo>
                  <a:lnTo>
                    <a:pt x="696" y="384"/>
                  </a:lnTo>
                  <a:lnTo>
                    <a:pt x="690" y="372"/>
                  </a:lnTo>
                  <a:lnTo>
                    <a:pt x="690" y="360"/>
                  </a:lnTo>
                  <a:lnTo>
                    <a:pt x="678" y="348"/>
                  </a:lnTo>
                  <a:lnTo>
                    <a:pt x="696" y="318"/>
                  </a:lnTo>
                  <a:lnTo>
                    <a:pt x="690" y="312"/>
                  </a:lnTo>
                  <a:lnTo>
                    <a:pt x="678" y="306"/>
                  </a:lnTo>
                  <a:lnTo>
                    <a:pt x="666" y="306"/>
                  </a:lnTo>
                  <a:lnTo>
                    <a:pt x="660" y="312"/>
                  </a:lnTo>
                  <a:lnTo>
                    <a:pt x="654" y="312"/>
                  </a:lnTo>
                  <a:lnTo>
                    <a:pt x="648" y="318"/>
                  </a:lnTo>
                  <a:lnTo>
                    <a:pt x="624" y="318"/>
                  </a:lnTo>
                  <a:lnTo>
                    <a:pt x="612" y="306"/>
                  </a:lnTo>
                  <a:lnTo>
                    <a:pt x="612" y="294"/>
                  </a:lnTo>
                  <a:lnTo>
                    <a:pt x="606" y="276"/>
                  </a:lnTo>
                  <a:lnTo>
                    <a:pt x="606" y="264"/>
                  </a:lnTo>
                  <a:lnTo>
                    <a:pt x="624" y="246"/>
                  </a:lnTo>
                  <a:lnTo>
                    <a:pt x="654" y="192"/>
                  </a:lnTo>
                  <a:lnTo>
                    <a:pt x="642" y="174"/>
                  </a:lnTo>
                  <a:lnTo>
                    <a:pt x="630" y="174"/>
                  </a:lnTo>
                  <a:lnTo>
                    <a:pt x="618" y="168"/>
                  </a:lnTo>
                  <a:lnTo>
                    <a:pt x="612" y="162"/>
                  </a:lnTo>
                  <a:lnTo>
                    <a:pt x="612" y="138"/>
                  </a:lnTo>
                  <a:lnTo>
                    <a:pt x="600" y="126"/>
                  </a:lnTo>
                  <a:lnTo>
                    <a:pt x="576" y="114"/>
                  </a:lnTo>
                  <a:lnTo>
                    <a:pt x="570" y="108"/>
                  </a:lnTo>
                  <a:lnTo>
                    <a:pt x="546" y="72"/>
                  </a:lnTo>
                  <a:lnTo>
                    <a:pt x="534" y="66"/>
                  </a:lnTo>
                  <a:lnTo>
                    <a:pt x="528" y="60"/>
                  </a:lnTo>
                  <a:lnTo>
                    <a:pt x="516" y="60"/>
                  </a:lnTo>
                  <a:lnTo>
                    <a:pt x="498" y="36"/>
                  </a:lnTo>
                  <a:lnTo>
                    <a:pt x="468" y="36"/>
                  </a:lnTo>
                  <a:lnTo>
                    <a:pt x="462" y="30"/>
                  </a:lnTo>
                  <a:lnTo>
                    <a:pt x="444" y="30"/>
                  </a:lnTo>
                  <a:lnTo>
                    <a:pt x="432" y="36"/>
                  </a:lnTo>
                  <a:lnTo>
                    <a:pt x="420" y="36"/>
                  </a:lnTo>
                  <a:lnTo>
                    <a:pt x="420" y="24"/>
                  </a:lnTo>
                  <a:lnTo>
                    <a:pt x="414" y="18"/>
                  </a:lnTo>
                  <a:lnTo>
                    <a:pt x="408" y="24"/>
                  </a:lnTo>
                  <a:lnTo>
                    <a:pt x="402" y="36"/>
                  </a:lnTo>
                  <a:lnTo>
                    <a:pt x="372" y="36"/>
                  </a:lnTo>
                  <a:lnTo>
                    <a:pt x="366" y="24"/>
                  </a:lnTo>
                  <a:lnTo>
                    <a:pt x="360" y="18"/>
                  </a:lnTo>
                  <a:lnTo>
                    <a:pt x="354" y="18"/>
                  </a:lnTo>
                  <a:lnTo>
                    <a:pt x="342" y="6"/>
                  </a:lnTo>
                  <a:lnTo>
                    <a:pt x="330" y="0"/>
                  </a:lnTo>
                  <a:lnTo>
                    <a:pt x="330" y="12"/>
                  </a:lnTo>
                  <a:lnTo>
                    <a:pt x="324" y="24"/>
                  </a:lnTo>
                  <a:lnTo>
                    <a:pt x="318" y="42"/>
                  </a:lnTo>
                  <a:lnTo>
                    <a:pt x="318" y="54"/>
                  </a:lnTo>
                  <a:lnTo>
                    <a:pt x="306" y="66"/>
                  </a:lnTo>
                  <a:lnTo>
                    <a:pt x="288" y="48"/>
                  </a:lnTo>
                  <a:lnTo>
                    <a:pt x="288" y="42"/>
                  </a:lnTo>
                  <a:lnTo>
                    <a:pt x="282" y="36"/>
                  </a:lnTo>
                  <a:lnTo>
                    <a:pt x="276" y="36"/>
                  </a:lnTo>
                  <a:lnTo>
                    <a:pt x="276" y="42"/>
                  </a:lnTo>
                  <a:lnTo>
                    <a:pt x="270" y="48"/>
                  </a:lnTo>
                  <a:lnTo>
                    <a:pt x="234" y="48"/>
                  </a:lnTo>
                  <a:lnTo>
                    <a:pt x="234" y="90"/>
                  </a:lnTo>
                  <a:lnTo>
                    <a:pt x="228" y="96"/>
                  </a:lnTo>
                  <a:lnTo>
                    <a:pt x="222" y="108"/>
                  </a:lnTo>
                  <a:lnTo>
                    <a:pt x="216" y="114"/>
                  </a:lnTo>
                  <a:lnTo>
                    <a:pt x="210" y="126"/>
                  </a:lnTo>
                  <a:lnTo>
                    <a:pt x="210" y="174"/>
                  </a:lnTo>
                  <a:lnTo>
                    <a:pt x="180" y="174"/>
                  </a:lnTo>
                  <a:lnTo>
                    <a:pt x="174" y="180"/>
                  </a:lnTo>
                  <a:lnTo>
                    <a:pt x="168" y="192"/>
                  </a:lnTo>
                  <a:lnTo>
                    <a:pt x="162" y="198"/>
                  </a:lnTo>
                  <a:lnTo>
                    <a:pt x="162" y="234"/>
                  </a:lnTo>
                  <a:lnTo>
                    <a:pt x="156" y="240"/>
                  </a:lnTo>
                  <a:lnTo>
                    <a:pt x="144" y="240"/>
                  </a:lnTo>
                  <a:lnTo>
                    <a:pt x="138" y="246"/>
                  </a:lnTo>
                  <a:lnTo>
                    <a:pt x="138" y="270"/>
                  </a:lnTo>
                  <a:lnTo>
                    <a:pt x="126" y="288"/>
                  </a:lnTo>
                  <a:lnTo>
                    <a:pt x="126" y="294"/>
                  </a:lnTo>
                  <a:lnTo>
                    <a:pt x="132" y="300"/>
                  </a:lnTo>
                  <a:lnTo>
                    <a:pt x="132" y="336"/>
                  </a:lnTo>
                  <a:lnTo>
                    <a:pt x="126" y="342"/>
                  </a:lnTo>
                  <a:lnTo>
                    <a:pt x="114" y="342"/>
                  </a:lnTo>
                  <a:lnTo>
                    <a:pt x="108" y="336"/>
                  </a:lnTo>
                  <a:lnTo>
                    <a:pt x="108" y="324"/>
                  </a:lnTo>
                  <a:lnTo>
                    <a:pt x="102" y="324"/>
                  </a:lnTo>
                  <a:lnTo>
                    <a:pt x="84" y="342"/>
                  </a:lnTo>
                  <a:lnTo>
                    <a:pt x="84" y="360"/>
                  </a:lnTo>
                  <a:lnTo>
                    <a:pt x="90" y="372"/>
                  </a:lnTo>
                  <a:lnTo>
                    <a:pt x="90" y="390"/>
                  </a:lnTo>
                  <a:lnTo>
                    <a:pt x="84" y="396"/>
                  </a:lnTo>
                  <a:lnTo>
                    <a:pt x="72" y="402"/>
                  </a:lnTo>
                  <a:lnTo>
                    <a:pt x="66" y="414"/>
                  </a:lnTo>
                  <a:lnTo>
                    <a:pt x="66" y="426"/>
                  </a:lnTo>
                  <a:lnTo>
                    <a:pt x="72" y="438"/>
                  </a:lnTo>
                  <a:lnTo>
                    <a:pt x="72" y="450"/>
                  </a:lnTo>
                  <a:lnTo>
                    <a:pt x="78" y="456"/>
                  </a:lnTo>
                  <a:lnTo>
                    <a:pt x="78" y="492"/>
                  </a:lnTo>
                  <a:lnTo>
                    <a:pt x="72" y="504"/>
                  </a:lnTo>
                  <a:lnTo>
                    <a:pt x="72" y="516"/>
                  </a:lnTo>
                  <a:lnTo>
                    <a:pt x="66" y="522"/>
                  </a:lnTo>
                  <a:lnTo>
                    <a:pt x="54" y="522"/>
                  </a:lnTo>
                  <a:lnTo>
                    <a:pt x="48" y="528"/>
                  </a:lnTo>
                  <a:lnTo>
                    <a:pt x="42" y="522"/>
                  </a:lnTo>
                  <a:lnTo>
                    <a:pt x="6" y="522"/>
                  </a:lnTo>
                  <a:lnTo>
                    <a:pt x="12" y="546"/>
                  </a:lnTo>
                  <a:lnTo>
                    <a:pt x="6" y="552"/>
                  </a:lnTo>
                  <a:lnTo>
                    <a:pt x="0" y="564"/>
                  </a:lnTo>
                  <a:lnTo>
                    <a:pt x="0" y="576"/>
                  </a:lnTo>
                  <a:lnTo>
                    <a:pt x="6" y="576"/>
                  </a:lnTo>
                  <a:lnTo>
                    <a:pt x="18" y="582"/>
                  </a:lnTo>
                  <a:lnTo>
                    <a:pt x="42" y="582"/>
                  </a:lnTo>
                  <a:lnTo>
                    <a:pt x="48" y="588"/>
                  </a:lnTo>
                  <a:lnTo>
                    <a:pt x="60" y="594"/>
                  </a:lnTo>
                  <a:lnTo>
                    <a:pt x="66" y="606"/>
                  </a:lnTo>
                  <a:lnTo>
                    <a:pt x="78" y="612"/>
                  </a:lnTo>
                  <a:lnTo>
                    <a:pt x="78" y="630"/>
                  </a:lnTo>
                  <a:lnTo>
                    <a:pt x="84" y="642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88" name="Estonia" descr="© INSCALE GmbH, 05.05.2010&#10;http://www.presentationload.com/">
              <a:extLst>
                <a:ext uri="{FF2B5EF4-FFF2-40B4-BE49-F238E27FC236}">
                  <a16:creationId xmlns:a16="http://schemas.microsoft.com/office/drawing/2014/main" id="{BE936CBF-BFEA-4C61-8CB8-166A3BE4C426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1750524" y="1221189"/>
              <a:ext cx="136077" cy="61159"/>
            </a:xfrm>
            <a:custGeom>
              <a:avLst/>
              <a:gdLst>
                <a:gd name="T0" fmla="*/ 2147483647 w 348"/>
                <a:gd name="T1" fmla="*/ 2147483647 h 156"/>
                <a:gd name="T2" fmla="*/ 2147483647 w 348"/>
                <a:gd name="T3" fmla="*/ 2147483647 h 156"/>
                <a:gd name="T4" fmla="*/ 2147483647 w 348"/>
                <a:gd name="T5" fmla="*/ 2147483647 h 156"/>
                <a:gd name="T6" fmla="*/ 2147483647 w 348"/>
                <a:gd name="T7" fmla="*/ 2147483647 h 156"/>
                <a:gd name="T8" fmla="*/ 2147483647 w 348"/>
                <a:gd name="T9" fmla="*/ 2147483647 h 156"/>
                <a:gd name="T10" fmla="*/ 2147483647 w 348"/>
                <a:gd name="T11" fmla="*/ 2147483647 h 156"/>
                <a:gd name="T12" fmla="*/ 2147483647 w 348"/>
                <a:gd name="T13" fmla="*/ 2147483647 h 156"/>
                <a:gd name="T14" fmla="*/ 2147483647 w 348"/>
                <a:gd name="T15" fmla="*/ 0 h 156"/>
                <a:gd name="T16" fmla="*/ 2147483647 w 348"/>
                <a:gd name="T17" fmla="*/ 2147483647 h 156"/>
                <a:gd name="T18" fmla="*/ 2147483647 w 348"/>
                <a:gd name="T19" fmla="*/ 2147483647 h 156"/>
                <a:gd name="T20" fmla="*/ 2147483647 w 348"/>
                <a:gd name="T21" fmla="*/ 2147483647 h 156"/>
                <a:gd name="T22" fmla="*/ 2147483647 w 348"/>
                <a:gd name="T23" fmla="*/ 2147483647 h 156"/>
                <a:gd name="T24" fmla="*/ 2147483647 w 348"/>
                <a:gd name="T25" fmla="*/ 2147483647 h 156"/>
                <a:gd name="T26" fmla="*/ 2147483647 w 348"/>
                <a:gd name="T27" fmla="*/ 2147483647 h 156"/>
                <a:gd name="T28" fmla="*/ 2147483647 w 348"/>
                <a:gd name="T29" fmla="*/ 2147483647 h 156"/>
                <a:gd name="T30" fmla="*/ 2147483647 w 348"/>
                <a:gd name="T31" fmla="*/ 2147483647 h 156"/>
                <a:gd name="T32" fmla="*/ 2147483647 w 348"/>
                <a:gd name="T33" fmla="*/ 2147483647 h 156"/>
                <a:gd name="T34" fmla="*/ 2147483647 w 348"/>
                <a:gd name="T35" fmla="*/ 2147483647 h 156"/>
                <a:gd name="T36" fmla="*/ 2147483647 w 348"/>
                <a:gd name="T37" fmla="*/ 2147483647 h 156"/>
                <a:gd name="T38" fmla="*/ 2147483647 w 348"/>
                <a:gd name="T39" fmla="*/ 2147483647 h 156"/>
                <a:gd name="T40" fmla="*/ 2147483647 w 348"/>
                <a:gd name="T41" fmla="*/ 2147483647 h 156"/>
                <a:gd name="T42" fmla="*/ 2147483647 w 348"/>
                <a:gd name="T43" fmla="*/ 2147483647 h 156"/>
                <a:gd name="T44" fmla="*/ 2147483647 w 348"/>
                <a:gd name="T45" fmla="*/ 2147483647 h 156"/>
                <a:gd name="T46" fmla="*/ 2147483647 w 348"/>
                <a:gd name="T47" fmla="*/ 2147483647 h 156"/>
                <a:gd name="T48" fmla="*/ 0 w 348"/>
                <a:gd name="T49" fmla="*/ 2147483647 h 156"/>
                <a:gd name="T50" fmla="*/ 2147483647 w 348"/>
                <a:gd name="T51" fmla="*/ 2147483647 h 156"/>
                <a:gd name="T52" fmla="*/ 2147483647 w 348"/>
                <a:gd name="T53" fmla="*/ 2147483647 h 156"/>
                <a:gd name="T54" fmla="*/ 2147483647 w 348"/>
                <a:gd name="T55" fmla="*/ 2147483647 h 156"/>
                <a:gd name="T56" fmla="*/ 2147483647 w 348"/>
                <a:gd name="T57" fmla="*/ 2147483647 h 156"/>
                <a:gd name="T58" fmla="*/ 2147483647 w 348"/>
                <a:gd name="T59" fmla="*/ 2147483647 h 156"/>
                <a:gd name="T60" fmla="*/ 2147483647 w 348"/>
                <a:gd name="T61" fmla="*/ 2147483647 h 156"/>
                <a:gd name="T62" fmla="*/ 2147483647 w 348"/>
                <a:gd name="T63" fmla="*/ 2147483647 h 156"/>
                <a:gd name="T64" fmla="*/ 2147483647 w 348"/>
                <a:gd name="T65" fmla="*/ 2147483647 h 156"/>
                <a:gd name="T66" fmla="*/ 2147483647 w 348"/>
                <a:gd name="T67" fmla="*/ 2147483647 h 156"/>
                <a:gd name="T68" fmla="*/ 2147483647 w 348"/>
                <a:gd name="T69" fmla="*/ 2147483647 h 156"/>
                <a:gd name="T70" fmla="*/ 2147483647 w 348"/>
                <a:gd name="T71" fmla="*/ 2147483647 h 15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48"/>
                <a:gd name="T109" fmla="*/ 0 h 156"/>
                <a:gd name="T110" fmla="*/ 348 w 348"/>
                <a:gd name="T111" fmla="*/ 156 h 15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48" h="156">
                  <a:moveTo>
                    <a:pt x="336" y="114"/>
                  </a:moveTo>
                  <a:lnTo>
                    <a:pt x="324" y="108"/>
                  </a:lnTo>
                  <a:lnTo>
                    <a:pt x="336" y="84"/>
                  </a:lnTo>
                  <a:lnTo>
                    <a:pt x="318" y="78"/>
                  </a:lnTo>
                  <a:lnTo>
                    <a:pt x="318" y="60"/>
                  </a:lnTo>
                  <a:lnTo>
                    <a:pt x="330" y="48"/>
                  </a:lnTo>
                  <a:lnTo>
                    <a:pt x="336" y="48"/>
                  </a:lnTo>
                  <a:lnTo>
                    <a:pt x="342" y="42"/>
                  </a:lnTo>
                  <a:lnTo>
                    <a:pt x="336" y="30"/>
                  </a:lnTo>
                  <a:lnTo>
                    <a:pt x="342" y="18"/>
                  </a:lnTo>
                  <a:lnTo>
                    <a:pt x="330" y="12"/>
                  </a:lnTo>
                  <a:lnTo>
                    <a:pt x="312" y="12"/>
                  </a:lnTo>
                  <a:lnTo>
                    <a:pt x="294" y="6"/>
                  </a:lnTo>
                  <a:lnTo>
                    <a:pt x="276" y="6"/>
                  </a:lnTo>
                  <a:lnTo>
                    <a:pt x="264" y="0"/>
                  </a:lnTo>
                  <a:lnTo>
                    <a:pt x="204" y="0"/>
                  </a:lnTo>
                  <a:lnTo>
                    <a:pt x="192" y="6"/>
                  </a:lnTo>
                  <a:lnTo>
                    <a:pt x="156" y="6"/>
                  </a:lnTo>
                  <a:lnTo>
                    <a:pt x="150" y="12"/>
                  </a:lnTo>
                  <a:lnTo>
                    <a:pt x="126" y="24"/>
                  </a:lnTo>
                  <a:lnTo>
                    <a:pt x="108" y="30"/>
                  </a:lnTo>
                  <a:lnTo>
                    <a:pt x="96" y="36"/>
                  </a:lnTo>
                  <a:lnTo>
                    <a:pt x="90" y="36"/>
                  </a:lnTo>
                  <a:lnTo>
                    <a:pt x="84" y="42"/>
                  </a:lnTo>
                  <a:lnTo>
                    <a:pt x="84" y="48"/>
                  </a:lnTo>
                  <a:lnTo>
                    <a:pt x="90" y="60"/>
                  </a:lnTo>
                  <a:lnTo>
                    <a:pt x="90" y="72"/>
                  </a:lnTo>
                  <a:lnTo>
                    <a:pt x="96" y="78"/>
                  </a:lnTo>
                  <a:lnTo>
                    <a:pt x="96" y="84"/>
                  </a:lnTo>
                  <a:lnTo>
                    <a:pt x="150" y="90"/>
                  </a:lnTo>
                  <a:lnTo>
                    <a:pt x="138" y="126"/>
                  </a:lnTo>
                  <a:lnTo>
                    <a:pt x="150" y="126"/>
                  </a:lnTo>
                  <a:lnTo>
                    <a:pt x="180" y="114"/>
                  </a:lnTo>
                  <a:lnTo>
                    <a:pt x="210" y="114"/>
                  </a:lnTo>
                  <a:lnTo>
                    <a:pt x="234" y="126"/>
                  </a:lnTo>
                  <a:lnTo>
                    <a:pt x="240" y="132"/>
                  </a:lnTo>
                  <a:lnTo>
                    <a:pt x="252" y="138"/>
                  </a:lnTo>
                  <a:lnTo>
                    <a:pt x="270" y="156"/>
                  </a:lnTo>
                  <a:lnTo>
                    <a:pt x="288" y="156"/>
                  </a:lnTo>
                  <a:lnTo>
                    <a:pt x="294" y="150"/>
                  </a:lnTo>
                  <a:lnTo>
                    <a:pt x="312" y="150"/>
                  </a:lnTo>
                  <a:lnTo>
                    <a:pt x="318" y="156"/>
                  </a:lnTo>
                  <a:lnTo>
                    <a:pt x="330" y="156"/>
                  </a:lnTo>
                  <a:lnTo>
                    <a:pt x="330" y="144"/>
                  </a:lnTo>
                  <a:lnTo>
                    <a:pt x="348" y="132"/>
                  </a:lnTo>
                  <a:lnTo>
                    <a:pt x="336" y="114"/>
                  </a:lnTo>
                  <a:close/>
                  <a:moveTo>
                    <a:pt x="36" y="78"/>
                  </a:moveTo>
                  <a:lnTo>
                    <a:pt x="6" y="78"/>
                  </a:lnTo>
                  <a:lnTo>
                    <a:pt x="0" y="84"/>
                  </a:lnTo>
                  <a:lnTo>
                    <a:pt x="0" y="102"/>
                  </a:lnTo>
                  <a:lnTo>
                    <a:pt x="6" y="108"/>
                  </a:lnTo>
                  <a:lnTo>
                    <a:pt x="18" y="132"/>
                  </a:lnTo>
                  <a:lnTo>
                    <a:pt x="24" y="126"/>
                  </a:lnTo>
                  <a:lnTo>
                    <a:pt x="30" y="114"/>
                  </a:lnTo>
                  <a:lnTo>
                    <a:pt x="42" y="108"/>
                  </a:lnTo>
                  <a:lnTo>
                    <a:pt x="54" y="108"/>
                  </a:lnTo>
                  <a:lnTo>
                    <a:pt x="60" y="102"/>
                  </a:lnTo>
                  <a:lnTo>
                    <a:pt x="72" y="96"/>
                  </a:lnTo>
                  <a:lnTo>
                    <a:pt x="78" y="90"/>
                  </a:lnTo>
                  <a:lnTo>
                    <a:pt x="72" y="72"/>
                  </a:lnTo>
                  <a:lnTo>
                    <a:pt x="36" y="78"/>
                  </a:lnTo>
                  <a:close/>
                  <a:moveTo>
                    <a:pt x="36" y="66"/>
                  </a:moveTo>
                  <a:lnTo>
                    <a:pt x="48" y="66"/>
                  </a:lnTo>
                  <a:lnTo>
                    <a:pt x="54" y="54"/>
                  </a:lnTo>
                  <a:lnTo>
                    <a:pt x="60" y="48"/>
                  </a:lnTo>
                  <a:lnTo>
                    <a:pt x="60" y="42"/>
                  </a:lnTo>
                  <a:lnTo>
                    <a:pt x="54" y="36"/>
                  </a:lnTo>
                  <a:lnTo>
                    <a:pt x="48" y="36"/>
                  </a:lnTo>
                  <a:lnTo>
                    <a:pt x="36" y="42"/>
                  </a:lnTo>
                  <a:lnTo>
                    <a:pt x="30" y="48"/>
                  </a:lnTo>
                  <a:lnTo>
                    <a:pt x="24" y="60"/>
                  </a:lnTo>
                  <a:lnTo>
                    <a:pt x="30" y="66"/>
                  </a:lnTo>
                  <a:lnTo>
                    <a:pt x="36" y="66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89" name="Eritrea" descr="© INSCALE GmbH, 05.05.2010&#10;http://www.presentationload.com/">
              <a:extLst>
                <a:ext uri="{FF2B5EF4-FFF2-40B4-BE49-F238E27FC236}">
                  <a16:creationId xmlns:a16="http://schemas.microsoft.com/office/drawing/2014/main" id="{82F8B4AA-CD0D-4E6C-B85D-84FE7B35CDA5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210738" y="2508568"/>
              <a:ext cx="188062" cy="178888"/>
            </a:xfrm>
            <a:custGeom>
              <a:avLst/>
              <a:gdLst>
                <a:gd name="T0" fmla="*/ 2147483647 w 480"/>
                <a:gd name="T1" fmla="*/ 2147483647 h 456"/>
                <a:gd name="T2" fmla="*/ 2147483647 w 480"/>
                <a:gd name="T3" fmla="*/ 2147483647 h 456"/>
                <a:gd name="T4" fmla="*/ 2147483647 w 480"/>
                <a:gd name="T5" fmla="*/ 2147483647 h 456"/>
                <a:gd name="T6" fmla="*/ 2147483647 w 480"/>
                <a:gd name="T7" fmla="*/ 2147483647 h 456"/>
                <a:gd name="T8" fmla="*/ 2147483647 w 480"/>
                <a:gd name="T9" fmla="*/ 2147483647 h 456"/>
                <a:gd name="T10" fmla="*/ 2147483647 w 480"/>
                <a:gd name="T11" fmla="*/ 2147483647 h 456"/>
                <a:gd name="T12" fmla="*/ 2147483647 w 480"/>
                <a:gd name="T13" fmla="*/ 2147483647 h 456"/>
                <a:gd name="T14" fmla="*/ 2147483647 w 480"/>
                <a:gd name="T15" fmla="*/ 2147483647 h 456"/>
                <a:gd name="T16" fmla="*/ 0 w 480"/>
                <a:gd name="T17" fmla="*/ 2147483647 h 456"/>
                <a:gd name="T18" fmla="*/ 2147483647 w 480"/>
                <a:gd name="T19" fmla="*/ 2147483647 h 456"/>
                <a:gd name="T20" fmla="*/ 2147483647 w 480"/>
                <a:gd name="T21" fmla="*/ 2147483647 h 456"/>
                <a:gd name="T22" fmla="*/ 2147483647 w 480"/>
                <a:gd name="T23" fmla="*/ 2147483647 h 456"/>
                <a:gd name="T24" fmla="*/ 2147483647 w 480"/>
                <a:gd name="T25" fmla="*/ 2147483647 h 456"/>
                <a:gd name="T26" fmla="*/ 2147483647 w 480"/>
                <a:gd name="T27" fmla="*/ 2147483647 h 456"/>
                <a:gd name="T28" fmla="*/ 2147483647 w 480"/>
                <a:gd name="T29" fmla="*/ 2147483647 h 456"/>
                <a:gd name="T30" fmla="*/ 2147483647 w 480"/>
                <a:gd name="T31" fmla="*/ 2147483647 h 456"/>
                <a:gd name="T32" fmla="*/ 2147483647 w 480"/>
                <a:gd name="T33" fmla="*/ 2147483647 h 456"/>
                <a:gd name="T34" fmla="*/ 2147483647 w 480"/>
                <a:gd name="T35" fmla="*/ 2147483647 h 456"/>
                <a:gd name="T36" fmla="*/ 2147483647 w 480"/>
                <a:gd name="T37" fmla="*/ 2147483647 h 456"/>
                <a:gd name="T38" fmla="*/ 2147483647 w 480"/>
                <a:gd name="T39" fmla="*/ 2147483647 h 456"/>
                <a:gd name="T40" fmla="*/ 2147483647 w 480"/>
                <a:gd name="T41" fmla="*/ 2147483647 h 456"/>
                <a:gd name="T42" fmla="*/ 2147483647 w 480"/>
                <a:gd name="T43" fmla="*/ 2147483647 h 456"/>
                <a:gd name="T44" fmla="*/ 2147483647 w 480"/>
                <a:gd name="T45" fmla="*/ 2147483647 h 456"/>
                <a:gd name="T46" fmla="*/ 2147483647 w 480"/>
                <a:gd name="T47" fmla="*/ 2147483647 h 456"/>
                <a:gd name="T48" fmla="*/ 2147483647 w 480"/>
                <a:gd name="T49" fmla="*/ 2147483647 h 456"/>
                <a:gd name="T50" fmla="*/ 2147483647 w 480"/>
                <a:gd name="T51" fmla="*/ 2147483647 h 456"/>
                <a:gd name="T52" fmla="*/ 2147483647 w 480"/>
                <a:gd name="T53" fmla="*/ 2147483647 h 456"/>
                <a:gd name="T54" fmla="*/ 2147483647 w 480"/>
                <a:gd name="T55" fmla="*/ 2147483647 h 456"/>
                <a:gd name="T56" fmla="*/ 2147483647 w 480"/>
                <a:gd name="T57" fmla="*/ 2147483647 h 456"/>
                <a:gd name="T58" fmla="*/ 2147483647 w 480"/>
                <a:gd name="T59" fmla="*/ 2147483647 h 456"/>
                <a:gd name="T60" fmla="*/ 2147483647 w 480"/>
                <a:gd name="T61" fmla="*/ 2147483647 h 456"/>
                <a:gd name="T62" fmla="*/ 2147483647 w 480"/>
                <a:gd name="T63" fmla="*/ 2147483647 h 456"/>
                <a:gd name="T64" fmla="*/ 2147483647 w 480"/>
                <a:gd name="T65" fmla="*/ 2147483647 h 456"/>
                <a:gd name="T66" fmla="*/ 2147483647 w 480"/>
                <a:gd name="T67" fmla="*/ 2147483647 h 456"/>
                <a:gd name="T68" fmla="*/ 2147483647 w 480"/>
                <a:gd name="T69" fmla="*/ 2147483647 h 456"/>
                <a:gd name="T70" fmla="*/ 2147483647 w 480"/>
                <a:gd name="T71" fmla="*/ 2147483647 h 456"/>
                <a:gd name="T72" fmla="*/ 2147483647 w 480"/>
                <a:gd name="T73" fmla="*/ 2147483647 h 456"/>
                <a:gd name="T74" fmla="*/ 2147483647 w 480"/>
                <a:gd name="T75" fmla="*/ 2147483647 h 456"/>
                <a:gd name="T76" fmla="*/ 2147483647 w 480"/>
                <a:gd name="T77" fmla="*/ 2147483647 h 456"/>
                <a:gd name="T78" fmla="*/ 2147483647 w 480"/>
                <a:gd name="T79" fmla="*/ 2147483647 h 456"/>
                <a:gd name="T80" fmla="*/ 2147483647 w 480"/>
                <a:gd name="T81" fmla="*/ 2147483647 h 456"/>
                <a:gd name="T82" fmla="*/ 2147483647 w 480"/>
                <a:gd name="T83" fmla="*/ 2147483647 h 456"/>
                <a:gd name="T84" fmla="*/ 2147483647 w 480"/>
                <a:gd name="T85" fmla="*/ 2147483647 h 456"/>
                <a:gd name="T86" fmla="*/ 2147483647 w 480"/>
                <a:gd name="T87" fmla="*/ 2147483647 h 456"/>
                <a:gd name="T88" fmla="*/ 2147483647 w 480"/>
                <a:gd name="T89" fmla="*/ 2147483647 h 456"/>
                <a:gd name="T90" fmla="*/ 2147483647 w 480"/>
                <a:gd name="T91" fmla="*/ 2147483647 h 456"/>
                <a:gd name="T92" fmla="*/ 2147483647 w 480"/>
                <a:gd name="T93" fmla="*/ 2147483647 h 456"/>
                <a:gd name="T94" fmla="*/ 2147483647 w 480"/>
                <a:gd name="T95" fmla="*/ 2147483647 h 456"/>
                <a:gd name="T96" fmla="*/ 2147483647 w 480"/>
                <a:gd name="T97" fmla="*/ 0 h 456"/>
                <a:gd name="T98" fmla="*/ 2147483647 w 480"/>
                <a:gd name="T99" fmla="*/ 2147483647 h 456"/>
                <a:gd name="T100" fmla="*/ 2147483647 w 480"/>
                <a:gd name="T101" fmla="*/ 2147483647 h 456"/>
                <a:gd name="T102" fmla="*/ 2147483647 w 480"/>
                <a:gd name="T103" fmla="*/ 2147483647 h 45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480"/>
                <a:gd name="T157" fmla="*/ 0 h 456"/>
                <a:gd name="T158" fmla="*/ 480 w 480"/>
                <a:gd name="T159" fmla="*/ 456 h 45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480" h="456">
                  <a:moveTo>
                    <a:pt x="78" y="54"/>
                  </a:moveTo>
                  <a:lnTo>
                    <a:pt x="78" y="66"/>
                  </a:lnTo>
                  <a:lnTo>
                    <a:pt x="72" y="72"/>
                  </a:lnTo>
                  <a:lnTo>
                    <a:pt x="72" y="78"/>
                  </a:lnTo>
                  <a:lnTo>
                    <a:pt x="66" y="84"/>
                  </a:lnTo>
                  <a:lnTo>
                    <a:pt x="48" y="84"/>
                  </a:lnTo>
                  <a:lnTo>
                    <a:pt x="48" y="102"/>
                  </a:lnTo>
                  <a:lnTo>
                    <a:pt x="42" y="108"/>
                  </a:lnTo>
                  <a:lnTo>
                    <a:pt x="30" y="108"/>
                  </a:lnTo>
                  <a:lnTo>
                    <a:pt x="30" y="120"/>
                  </a:lnTo>
                  <a:lnTo>
                    <a:pt x="36" y="126"/>
                  </a:lnTo>
                  <a:lnTo>
                    <a:pt x="36" y="168"/>
                  </a:lnTo>
                  <a:lnTo>
                    <a:pt x="30" y="180"/>
                  </a:lnTo>
                  <a:lnTo>
                    <a:pt x="24" y="186"/>
                  </a:lnTo>
                  <a:lnTo>
                    <a:pt x="18" y="186"/>
                  </a:lnTo>
                  <a:lnTo>
                    <a:pt x="18" y="222"/>
                  </a:lnTo>
                  <a:lnTo>
                    <a:pt x="12" y="222"/>
                  </a:lnTo>
                  <a:lnTo>
                    <a:pt x="0" y="228"/>
                  </a:lnTo>
                  <a:lnTo>
                    <a:pt x="0" y="246"/>
                  </a:lnTo>
                  <a:lnTo>
                    <a:pt x="6" y="252"/>
                  </a:lnTo>
                  <a:lnTo>
                    <a:pt x="12" y="300"/>
                  </a:lnTo>
                  <a:lnTo>
                    <a:pt x="48" y="300"/>
                  </a:lnTo>
                  <a:lnTo>
                    <a:pt x="54" y="294"/>
                  </a:lnTo>
                  <a:lnTo>
                    <a:pt x="54" y="288"/>
                  </a:lnTo>
                  <a:lnTo>
                    <a:pt x="60" y="288"/>
                  </a:lnTo>
                  <a:lnTo>
                    <a:pt x="66" y="294"/>
                  </a:lnTo>
                  <a:lnTo>
                    <a:pt x="66" y="300"/>
                  </a:lnTo>
                  <a:lnTo>
                    <a:pt x="84" y="318"/>
                  </a:lnTo>
                  <a:lnTo>
                    <a:pt x="96" y="306"/>
                  </a:lnTo>
                  <a:lnTo>
                    <a:pt x="96" y="294"/>
                  </a:lnTo>
                  <a:lnTo>
                    <a:pt x="102" y="276"/>
                  </a:lnTo>
                  <a:lnTo>
                    <a:pt x="108" y="264"/>
                  </a:lnTo>
                  <a:lnTo>
                    <a:pt x="108" y="252"/>
                  </a:lnTo>
                  <a:lnTo>
                    <a:pt x="120" y="258"/>
                  </a:lnTo>
                  <a:lnTo>
                    <a:pt x="132" y="270"/>
                  </a:lnTo>
                  <a:lnTo>
                    <a:pt x="138" y="270"/>
                  </a:lnTo>
                  <a:lnTo>
                    <a:pt x="144" y="276"/>
                  </a:lnTo>
                  <a:lnTo>
                    <a:pt x="150" y="288"/>
                  </a:lnTo>
                  <a:lnTo>
                    <a:pt x="180" y="288"/>
                  </a:lnTo>
                  <a:lnTo>
                    <a:pt x="186" y="276"/>
                  </a:lnTo>
                  <a:lnTo>
                    <a:pt x="192" y="270"/>
                  </a:lnTo>
                  <a:lnTo>
                    <a:pt x="198" y="276"/>
                  </a:lnTo>
                  <a:lnTo>
                    <a:pt x="198" y="288"/>
                  </a:lnTo>
                  <a:lnTo>
                    <a:pt x="210" y="288"/>
                  </a:lnTo>
                  <a:lnTo>
                    <a:pt x="222" y="282"/>
                  </a:lnTo>
                  <a:lnTo>
                    <a:pt x="240" y="282"/>
                  </a:lnTo>
                  <a:lnTo>
                    <a:pt x="246" y="288"/>
                  </a:lnTo>
                  <a:lnTo>
                    <a:pt x="276" y="288"/>
                  </a:lnTo>
                  <a:lnTo>
                    <a:pt x="294" y="312"/>
                  </a:lnTo>
                  <a:lnTo>
                    <a:pt x="306" y="312"/>
                  </a:lnTo>
                  <a:lnTo>
                    <a:pt x="312" y="318"/>
                  </a:lnTo>
                  <a:lnTo>
                    <a:pt x="324" y="324"/>
                  </a:lnTo>
                  <a:lnTo>
                    <a:pt x="348" y="360"/>
                  </a:lnTo>
                  <a:lnTo>
                    <a:pt x="354" y="366"/>
                  </a:lnTo>
                  <a:lnTo>
                    <a:pt x="378" y="378"/>
                  </a:lnTo>
                  <a:lnTo>
                    <a:pt x="390" y="390"/>
                  </a:lnTo>
                  <a:lnTo>
                    <a:pt x="390" y="414"/>
                  </a:lnTo>
                  <a:lnTo>
                    <a:pt x="396" y="420"/>
                  </a:lnTo>
                  <a:lnTo>
                    <a:pt x="408" y="426"/>
                  </a:lnTo>
                  <a:lnTo>
                    <a:pt x="420" y="426"/>
                  </a:lnTo>
                  <a:lnTo>
                    <a:pt x="432" y="444"/>
                  </a:lnTo>
                  <a:lnTo>
                    <a:pt x="456" y="456"/>
                  </a:lnTo>
                  <a:lnTo>
                    <a:pt x="468" y="438"/>
                  </a:lnTo>
                  <a:lnTo>
                    <a:pt x="480" y="432"/>
                  </a:lnTo>
                  <a:lnTo>
                    <a:pt x="474" y="420"/>
                  </a:lnTo>
                  <a:lnTo>
                    <a:pt x="456" y="402"/>
                  </a:lnTo>
                  <a:lnTo>
                    <a:pt x="432" y="402"/>
                  </a:lnTo>
                  <a:lnTo>
                    <a:pt x="426" y="396"/>
                  </a:lnTo>
                  <a:lnTo>
                    <a:pt x="426" y="360"/>
                  </a:lnTo>
                  <a:lnTo>
                    <a:pt x="420" y="360"/>
                  </a:lnTo>
                  <a:lnTo>
                    <a:pt x="414" y="354"/>
                  </a:lnTo>
                  <a:lnTo>
                    <a:pt x="366" y="330"/>
                  </a:lnTo>
                  <a:lnTo>
                    <a:pt x="360" y="324"/>
                  </a:lnTo>
                  <a:lnTo>
                    <a:pt x="360" y="312"/>
                  </a:lnTo>
                  <a:lnTo>
                    <a:pt x="354" y="300"/>
                  </a:lnTo>
                  <a:lnTo>
                    <a:pt x="354" y="288"/>
                  </a:lnTo>
                  <a:lnTo>
                    <a:pt x="348" y="276"/>
                  </a:lnTo>
                  <a:lnTo>
                    <a:pt x="348" y="270"/>
                  </a:lnTo>
                  <a:lnTo>
                    <a:pt x="336" y="270"/>
                  </a:lnTo>
                  <a:lnTo>
                    <a:pt x="324" y="264"/>
                  </a:lnTo>
                  <a:lnTo>
                    <a:pt x="306" y="264"/>
                  </a:lnTo>
                  <a:lnTo>
                    <a:pt x="282" y="240"/>
                  </a:lnTo>
                  <a:lnTo>
                    <a:pt x="264" y="246"/>
                  </a:lnTo>
                  <a:lnTo>
                    <a:pt x="252" y="228"/>
                  </a:lnTo>
                  <a:lnTo>
                    <a:pt x="234" y="222"/>
                  </a:lnTo>
                  <a:lnTo>
                    <a:pt x="216" y="204"/>
                  </a:lnTo>
                  <a:lnTo>
                    <a:pt x="210" y="192"/>
                  </a:lnTo>
                  <a:lnTo>
                    <a:pt x="204" y="186"/>
                  </a:lnTo>
                  <a:lnTo>
                    <a:pt x="198" y="174"/>
                  </a:lnTo>
                  <a:lnTo>
                    <a:pt x="198" y="114"/>
                  </a:lnTo>
                  <a:lnTo>
                    <a:pt x="192" y="90"/>
                  </a:lnTo>
                  <a:lnTo>
                    <a:pt x="186" y="78"/>
                  </a:lnTo>
                  <a:lnTo>
                    <a:pt x="180" y="60"/>
                  </a:lnTo>
                  <a:lnTo>
                    <a:pt x="168" y="42"/>
                  </a:lnTo>
                  <a:lnTo>
                    <a:pt x="162" y="24"/>
                  </a:lnTo>
                  <a:lnTo>
                    <a:pt x="156" y="12"/>
                  </a:lnTo>
                  <a:lnTo>
                    <a:pt x="150" y="6"/>
                  </a:lnTo>
                  <a:lnTo>
                    <a:pt x="150" y="0"/>
                  </a:lnTo>
                  <a:lnTo>
                    <a:pt x="144" y="0"/>
                  </a:lnTo>
                  <a:lnTo>
                    <a:pt x="144" y="12"/>
                  </a:lnTo>
                  <a:lnTo>
                    <a:pt x="132" y="36"/>
                  </a:lnTo>
                  <a:lnTo>
                    <a:pt x="108" y="48"/>
                  </a:lnTo>
                  <a:lnTo>
                    <a:pt x="90" y="54"/>
                  </a:lnTo>
                  <a:lnTo>
                    <a:pt x="78" y="54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90" name="Equatorial 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AEBA37CC-5D8B-4532-955D-1FE95819431D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464608" y="3003949"/>
              <a:ext cx="56572" cy="42812"/>
            </a:xfrm>
            <a:custGeom>
              <a:avLst/>
              <a:gdLst>
                <a:gd name="T0" fmla="*/ 2147483647 w 144"/>
                <a:gd name="T1" fmla="*/ 2147483647 h 108"/>
                <a:gd name="T2" fmla="*/ 2147483647 w 144"/>
                <a:gd name="T3" fmla="*/ 2147483647 h 108"/>
                <a:gd name="T4" fmla="*/ 2147483647 w 144"/>
                <a:gd name="T5" fmla="*/ 2147483647 h 108"/>
                <a:gd name="T6" fmla="*/ 2147483647 w 144"/>
                <a:gd name="T7" fmla="*/ 0 h 108"/>
                <a:gd name="T8" fmla="*/ 2147483647 w 144"/>
                <a:gd name="T9" fmla="*/ 2147483647 h 108"/>
                <a:gd name="T10" fmla="*/ 2147483647 w 144"/>
                <a:gd name="T11" fmla="*/ 2147483647 h 108"/>
                <a:gd name="T12" fmla="*/ 2147483647 w 144"/>
                <a:gd name="T13" fmla="*/ 2147483647 h 108"/>
                <a:gd name="T14" fmla="*/ 2147483647 w 144"/>
                <a:gd name="T15" fmla="*/ 2147483647 h 108"/>
                <a:gd name="T16" fmla="*/ 2147483647 w 144"/>
                <a:gd name="T17" fmla="*/ 2147483647 h 108"/>
                <a:gd name="T18" fmla="*/ 0 w 144"/>
                <a:gd name="T19" fmla="*/ 2147483647 h 108"/>
                <a:gd name="T20" fmla="*/ 0 w 144"/>
                <a:gd name="T21" fmla="*/ 2147483647 h 108"/>
                <a:gd name="T22" fmla="*/ 2147483647 w 144"/>
                <a:gd name="T23" fmla="*/ 2147483647 h 108"/>
                <a:gd name="T24" fmla="*/ 2147483647 w 144"/>
                <a:gd name="T25" fmla="*/ 2147483647 h 108"/>
                <a:gd name="T26" fmla="*/ 2147483647 w 144"/>
                <a:gd name="T27" fmla="*/ 2147483647 h 108"/>
                <a:gd name="T28" fmla="*/ 2147483647 w 144"/>
                <a:gd name="T29" fmla="*/ 2147483647 h 108"/>
                <a:gd name="T30" fmla="*/ 2147483647 w 144"/>
                <a:gd name="T31" fmla="*/ 2147483647 h 108"/>
                <a:gd name="T32" fmla="*/ 2147483647 w 144"/>
                <a:gd name="T33" fmla="*/ 2147483647 h 108"/>
                <a:gd name="T34" fmla="*/ 2147483647 w 144"/>
                <a:gd name="T35" fmla="*/ 2147483647 h 108"/>
                <a:gd name="T36" fmla="*/ 2147483647 w 144"/>
                <a:gd name="T37" fmla="*/ 2147483647 h 108"/>
                <a:gd name="T38" fmla="*/ 2147483647 w 144"/>
                <a:gd name="T39" fmla="*/ 2147483647 h 10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44"/>
                <a:gd name="T61" fmla="*/ 0 h 108"/>
                <a:gd name="T62" fmla="*/ 144 w 144"/>
                <a:gd name="T63" fmla="*/ 108 h 108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44" h="108">
                  <a:moveTo>
                    <a:pt x="138" y="48"/>
                  </a:moveTo>
                  <a:lnTo>
                    <a:pt x="144" y="12"/>
                  </a:lnTo>
                  <a:lnTo>
                    <a:pt x="48" y="12"/>
                  </a:lnTo>
                  <a:lnTo>
                    <a:pt x="36" y="0"/>
                  </a:lnTo>
                  <a:lnTo>
                    <a:pt x="30" y="6"/>
                  </a:lnTo>
                  <a:lnTo>
                    <a:pt x="30" y="42"/>
                  </a:lnTo>
                  <a:lnTo>
                    <a:pt x="18" y="54"/>
                  </a:lnTo>
                  <a:lnTo>
                    <a:pt x="12" y="66"/>
                  </a:lnTo>
                  <a:lnTo>
                    <a:pt x="6" y="72"/>
                  </a:lnTo>
                  <a:lnTo>
                    <a:pt x="0" y="84"/>
                  </a:lnTo>
                  <a:lnTo>
                    <a:pt x="0" y="90"/>
                  </a:lnTo>
                  <a:lnTo>
                    <a:pt x="6" y="96"/>
                  </a:lnTo>
                  <a:lnTo>
                    <a:pt x="18" y="102"/>
                  </a:lnTo>
                  <a:lnTo>
                    <a:pt x="36" y="102"/>
                  </a:lnTo>
                  <a:lnTo>
                    <a:pt x="36" y="108"/>
                  </a:lnTo>
                  <a:lnTo>
                    <a:pt x="138" y="108"/>
                  </a:lnTo>
                  <a:lnTo>
                    <a:pt x="138" y="102"/>
                  </a:lnTo>
                  <a:lnTo>
                    <a:pt x="144" y="84"/>
                  </a:lnTo>
                  <a:lnTo>
                    <a:pt x="144" y="54"/>
                  </a:lnTo>
                  <a:lnTo>
                    <a:pt x="138" y="48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92" name="Egypt" descr="© INSCALE GmbH, 05.05.2010&#10;http://www.presentationload.com/">
              <a:extLst>
                <a:ext uri="{FF2B5EF4-FFF2-40B4-BE49-F238E27FC236}">
                  <a16:creationId xmlns:a16="http://schemas.microsoft.com/office/drawing/2014/main" id="{62E475BE-0DF1-4615-9E91-D8B7093AD5A5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875896" y="2078934"/>
              <a:ext cx="308850" cy="314965"/>
            </a:xfrm>
            <a:custGeom>
              <a:avLst/>
              <a:gdLst>
                <a:gd name="T0" fmla="*/ 2147483647 w 792"/>
                <a:gd name="T1" fmla="*/ 2147483647 h 804"/>
                <a:gd name="T2" fmla="*/ 2147483647 w 792"/>
                <a:gd name="T3" fmla="*/ 2147483647 h 804"/>
                <a:gd name="T4" fmla="*/ 2147483647 w 792"/>
                <a:gd name="T5" fmla="*/ 2147483647 h 804"/>
                <a:gd name="T6" fmla="*/ 2147483647 w 792"/>
                <a:gd name="T7" fmla="*/ 2147483647 h 804"/>
                <a:gd name="T8" fmla="*/ 2147483647 w 792"/>
                <a:gd name="T9" fmla="*/ 2147483647 h 804"/>
                <a:gd name="T10" fmla="*/ 2147483647 w 792"/>
                <a:gd name="T11" fmla="*/ 2147483647 h 804"/>
                <a:gd name="T12" fmla="*/ 2147483647 w 792"/>
                <a:gd name="T13" fmla="*/ 2147483647 h 804"/>
                <a:gd name="T14" fmla="*/ 2147483647 w 792"/>
                <a:gd name="T15" fmla="*/ 2147483647 h 804"/>
                <a:gd name="T16" fmla="*/ 2147483647 w 792"/>
                <a:gd name="T17" fmla="*/ 2147483647 h 804"/>
                <a:gd name="T18" fmla="*/ 2147483647 w 792"/>
                <a:gd name="T19" fmla="*/ 2147483647 h 804"/>
                <a:gd name="T20" fmla="*/ 2147483647 w 792"/>
                <a:gd name="T21" fmla="*/ 2147483647 h 804"/>
                <a:gd name="T22" fmla="*/ 2147483647 w 792"/>
                <a:gd name="T23" fmla="*/ 2147483647 h 804"/>
                <a:gd name="T24" fmla="*/ 2147483647 w 792"/>
                <a:gd name="T25" fmla="*/ 2147483647 h 804"/>
                <a:gd name="T26" fmla="*/ 2147483647 w 792"/>
                <a:gd name="T27" fmla="*/ 2147483647 h 804"/>
                <a:gd name="T28" fmla="*/ 2147483647 w 792"/>
                <a:gd name="T29" fmla="*/ 2147483647 h 804"/>
                <a:gd name="T30" fmla="*/ 2147483647 w 792"/>
                <a:gd name="T31" fmla="*/ 2147483647 h 804"/>
                <a:gd name="T32" fmla="*/ 2147483647 w 792"/>
                <a:gd name="T33" fmla="*/ 2147483647 h 804"/>
                <a:gd name="T34" fmla="*/ 2147483647 w 792"/>
                <a:gd name="T35" fmla="*/ 2147483647 h 804"/>
                <a:gd name="T36" fmla="*/ 2147483647 w 792"/>
                <a:gd name="T37" fmla="*/ 2147483647 h 804"/>
                <a:gd name="T38" fmla="*/ 2147483647 w 792"/>
                <a:gd name="T39" fmla="*/ 2147483647 h 804"/>
                <a:gd name="T40" fmla="*/ 2147483647 w 792"/>
                <a:gd name="T41" fmla="*/ 2147483647 h 804"/>
                <a:gd name="T42" fmla="*/ 2147483647 w 792"/>
                <a:gd name="T43" fmla="*/ 2147483647 h 804"/>
                <a:gd name="T44" fmla="*/ 2147483647 w 792"/>
                <a:gd name="T45" fmla="*/ 2147483647 h 804"/>
                <a:gd name="T46" fmla="*/ 2147483647 w 792"/>
                <a:gd name="T47" fmla="*/ 2147483647 h 804"/>
                <a:gd name="T48" fmla="*/ 2147483647 w 792"/>
                <a:gd name="T49" fmla="*/ 2147483647 h 804"/>
                <a:gd name="T50" fmla="*/ 2147483647 w 792"/>
                <a:gd name="T51" fmla="*/ 2147483647 h 804"/>
                <a:gd name="T52" fmla="*/ 2147483647 w 792"/>
                <a:gd name="T53" fmla="*/ 2147483647 h 804"/>
                <a:gd name="T54" fmla="*/ 2147483647 w 792"/>
                <a:gd name="T55" fmla="*/ 2147483647 h 804"/>
                <a:gd name="T56" fmla="*/ 2147483647 w 792"/>
                <a:gd name="T57" fmla="*/ 2147483647 h 804"/>
                <a:gd name="T58" fmla="*/ 2147483647 w 792"/>
                <a:gd name="T59" fmla="*/ 2147483647 h 804"/>
                <a:gd name="T60" fmla="*/ 2147483647 w 792"/>
                <a:gd name="T61" fmla="*/ 2147483647 h 804"/>
                <a:gd name="T62" fmla="*/ 2147483647 w 792"/>
                <a:gd name="T63" fmla="*/ 2147483647 h 804"/>
                <a:gd name="T64" fmla="*/ 2147483647 w 792"/>
                <a:gd name="T65" fmla="*/ 2147483647 h 804"/>
                <a:gd name="T66" fmla="*/ 2147483647 w 792"/>
                <a:gd name="T67" fmla="*/ 2147483647 h 804"/>
                <a:gd name="T68" fmla="*/ 2147483647 w 792"/>
                <a:gd name="T69" fmla="*/ 2147483647 h 804"/>
                <a:gd name="T70" fmla="*/ 2147483647 w 792"/>
                <a:gd name="T71" fmla="*/ 2147483647 h 804"/>
                <a:gd name="T72" fmla="*/ 2147483647 w 792"/>
                <a:gd name="T73" fmla="*/ 2147483647 h 804"/>
                <a:gd name="T74" fmla="*/ 2147483647 w 792"/>
                <a:gd name="T75" fmla="*/ 2147483647 h 804"/>
                <a:gd name="T76" fmla="*/ 2147483647 w 792"/>
                <a:gd name="T77" fmla="*/ 2147483647 h 804"/>
                <a:gd name="T78" fmla="*/ 2147483647 w 792"/>
                <a:gd name="T79" fmla="*/ 2147483647 h 804"/>
                <a:gd name="T80" fmla="*/ 2147483647 w 792"/>
                <a:gd name="T81" fmla="*/ 2147483647 h 804"/>
                <a:gd name="T82" fmla="*/ 2147483647 w 792"/>
                <a:gd name="T83" fmla="*/ 2147483647 h 804"/>
                <a:gd name="T84" fmla="*/ 2147483647 w 792"/>
                <a:gd name="T85" fmla="*/ 2147483647 h 804"/>
                <a:gd name="T86" fmla="*/ 2147483647 w 792"/>
                <a:gd name="T87" fmla="*/ 2147483647 h 804"/>
                <a:gd name="T88" fmla="*/ 2147483647 w 792"/>
                <a:gd name="T89" fmla="*/ 2147483647 h 804"/>
                <a:gd name="T90" fmla="*/ 2147483647 w 792"/>
                <a:gd name="T91" fmla="*/ 0 h 804"/>
                <a:gd name="T92" fmla="*/ 2147483647 w 792"/>
                <a:gd name="T93" fmla="*/ 2147483647 h 804"/>
                <a:gd name="T94" fmla="*/ 2147483647 w 792"/>
                <a:gd name="T95" fmla="*/ 0 h 80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792"/>
                <a:gd name="T145" fmla="*/ 0 h 804"/>
                <a:gd name="T146" fmla="*/ 792 w 792"/>
                <a:gd name="T147" fmla="*/ 804 h 80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792" h="804">
                  <a:moveTo>
                    <a:pt x="12" y="18"/>
                  </a:moveTo>
                  <a:lnTo>
                    <a:pt x="6" y="24"/>
                  </a:lnTo>
                  <a:lnTo>
                    <a:pt x="6" y="54"/>
                  </a:lnTo>
                  <a:lnTo>
                    <a:pt x="18" y="60"/>
                  </a:lnTo>
                  <a:lnTo>
                    <a:pt x="24" y="72"/>
                  </a:lnTo>
                  <a:lnTo>
                    <a:pt x="24" y="78"/>
                  </a:lnTo>
                  <a:lnTo>
                    <a:pt x="18" y="84"/>
                  </a:lnTo>
                  <a:lnTo>
                    <a:pt x="12" y="96"/>
                  </a:lnTo>
                  <a:lnTo>
                    <a:pt x="6" y="102"/>
                  </a:lnTo>
                  <a:lnTo>
                    <a:pt x="0" y="114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18" y="144"/>
                  </a:lnTo>
                  <a:lnTo>
                    <a:pt x="30" y="180"/>
                  </a:lnTo>
                  <a:lnTo>
                    <a:pt x="30" y="264"/>
                  </a:lnTo>
                  <a:lnTo>
                    <a:pt x="36" y="342"/>
                  </a:lnTo>
                  <a:lnTo>
                    <a:pt x="36" y="438"/>
                  </a:lnTo>
                  <a:lnTo>
                    <a:pt x="42" y="534"/>
                  </a:lnTo>
                  <a:lnTo>
                    <a:pt x="42" y="624"/>
                  </a:lnTo>
                  <a:lnTo>
                    <a:pt x="48" y="702"/>
                  </a:lnTo>
                  <a:lnTo>
                    <a:pt x="48" y="774"/>
                  </a:lnTo>
                  <a:lnTo>
                    <a:pt x="474" y="780"/>
                  </a:lnTo>
                  <a:lnTo>
                    <a:pt x="492" y="762"/>
                  </a:lnTo>
                  <a:lnTo>
                    <a:pt x="498" y="762"/>
                  </a:lnTo>
                  <a:lnTo>
                    <a:pt x="498" y="774"/>
                  </a:lnTo>
                  <a:lnTo>
                    <a:pt x="618" y="780"/>
                  </a:lnTo>
                  <a:lnTo>
                    <a:pt x="624" y="786"/>
                  </a:lnTo>
                  <a:lnTo>
                    <a:pt x="630" y="798"/>
                  </a:lnTo>
                  <a:lnTo>
                    <a:pt x="636" y="804"/>
                  </a:lnTo>
                  <a:lnTo>
                    <a:pt x="654" y="804"/>
                  </a:lnTo>
                  <a:lnTo>
                    <a:pt x="660" y="798"/>
                  </a:lnTo>
                  <a:lnTo>
                    <a:pt x="672" y="774"/>
                  </a:lnTo>
                  <a:lnTo>
                    <a:pt x="684" y="762"/>
                  </a:lnTo>
                  <a:lnTo>
                    <a:pt x="696" y="762"/>
                  </a:lnTo>
                  <a:lnTo>
                    <a:pt x="702" y="756"/>
                  </a:lnTo>
                  <a:lnTo>
                    <a:pt x="720" y="756"/>
                  </a:lnTo>
                  <a:lnTo>
                    <a:pt x="726" y="750"/>
                  </a:lnTo>
                  <a:lnTo>
                    <a:pt x="732" y="738"/>
                  </a:lnTo>
                  <a:lnTo>
                    <a:pt x="732" y="714"/>
                  </a:lnTo>
                  <a:lnTo>
                    <a:pt x="762" y="714"/>
                  </a:lnTo>
                  <a:lnTo>
                    <a:pt x="786" y="690"/>
                  </a:lnTo>
                  <a:lnTo>
                    <a:pt x="780" y="684"/>
                  </a:lnTo>
                  <a:lnTo>
                    <a:pt x="774" y="672"/>
                  </a:lnTo>
                  <a:lnTo>
                    <a:pt x="774" y="624"/>
                  </a:lnTo>
                  <a:lnTo>
                    <a:pt x="792" y="618"/>
                  </a:lnTo>
                  <a:lnTo>
                    <a:pt x="786" y="618"/>
                  </a:lnTo>
                  <a:lnTo>
                    <a:pt x="756" y="588"/>
                  </a:lnTo>
                  <a:lnTo>
                    <a:pt x="732" y="552"/>
                  </a:lnTo>
                  <a:lnTo>
                    <a:pt x="726" y="528"/>
                  </a:lnTo>
                  <a:lnTo>
                    <a:pt x="714" y="492"/>
                  </a:lnTo>
                  <a:lnTo>
                    <a:pt x="702" y="468"/>
                  </a:lnTo>
                  <a:lnTo>
                    <a:pt x="690" y="462"/>
                  </a:lnTo>
                  <a:lnTo>
                    <a:pt x="684" y="450"/>
                  </a:lnTo>
                  <a:lnTo>
                    <a:pt x="672" y="444"/>
                  </a:lnTo>
                  <a:lnTo>
                    <a:pt x="666" y="432"/>
                  </a:lnTo>
                  <a:lnTo>
                    <a:pt x="654" y="396"/>
                  </a:lnTo>
                  <a:lnTo>
                    <a:pt x="654" y="378"/>
                  </a:lnTo>
                  <a:lnTo>
                    <a:pt x="618" y="336"/>
                  </a:lnTo>
                  <a:lnTo>
                    <a:pt x="618" y="318"/>
                  </a:lnTo>
                  <a:lnTo>
                    <a:pt x="606" y="294"/>
                  </a:lnTo>
                  <a:lnTo>
                    <a:pt x="594" y="282"/>
                  </a:lnTo>
                  <a:lnTo>
                    <a:pt x="588" y="270"/>
                  </a:lnTo>
                  <a:lnTo>
                    <a:pt x="576" y="258"/>
                  </a:lnTo>
                  <a:lnTo>
                    <a:pt x="570" y="246"/>
                  </a:lnTo>
                  <a:lnTo>
                    <a:pt x="558" y="234"/>
                  </a:lnTo>
                  <a:lnTo>
                    <a:pt x="552" y="222"/>
                  </a:lnTo>
                  <a:lnTo>
                    <a:pt x="546" y="216"/>
                  </a:lnTo>
                  <a:lnTo>
                    <a:pt x="552" y="210"/>
                  </a:lnTo>
                  <a:lnTo>
                    <a:pt x="552" y="198"/>
                  </a:lnTo>
                  <a:lnTo>
                    <a:pt x="540" y="174"/>
                  </a:lnTo>
                  <a:lnTo>
                    <a:pt x="528" y="168"/>
                  </a:lnTo>
                  <a:lnTo>
                    <a:pt x="522" y="168"/>
                  </a:lnTo>
                  <a:lnTo>
                    <a:pt x="540" y="144"/>
                  </a:lnTo>
                  <a:lnTo>
                    <a:pt x="558" y="156"/>
                  </a:lnTo>
                  <a:lnTo>
                    <a:pt x="558" y="174"/>
                  </a:lnTo>
                  <a:lnTo>
                    <a:pt x="564" y="186"/>
                  </a:lnTo>
                  <a:lnTo>
                    <a:pt x="576" y="198"/>
                  </a:lnTo>
                  <a:lnTo>
                    <a:pt x="582" y="210"/>
                  </a:lnTo>
                  <a:lnTo>
                    <a:pt x="588" y="216"/>
                  </a:lnTo>
                  <a:lnTo>
                    <a:pt x="588" y="246"/>
                  </a:lnTo>
                  <a:lnTo>
                    <a:pt x="606" y="264"/>
                  </a:lnTo>
                  <a:lnTo>
                    <a:pt x="612" y="276"/>
                  </a:lnTo>
                  <a:lnTo>
                    <a:pt x="636" y="300"/>
                  </a:lnTo>
                  <a:lnTo>
                    <a:pt x="648" y="306"/>
                  </a:lnTo>
                  <a:lnTo>
                    <a:pt x="654" y="306"/>
                  </a:lnTo>
                  <a:lnTo>
                    <a:pt x="666" y="300"/>
                  </a:lnTo>
                  <a:lnTo>
                    <a:pt x="678" y="288"/>
                  </a:lnTo>
                  <a:lnTo>
                    <a:pt x="672" y="270"/>
                  </a:lnTo>
                  <a:lnTo>
                    <a:pt x="684" y="246"/>
                  </a:lnTo>
                  <a:lnTo>
                    <a:pt x="684" y="234"/>
                  </a:lnTo>
                  <a:lnTo>
                    <a:pt x="690" y="222"/>
                  </a:lnTo>
                  <a:lnTo>
                    <a:pt x="690" y="198"/>
                  </a:lnTo>
                  <a:lnTo>
                    <a:pt x="696" y="186"/>
                  </a:lnTo>
                  <a:lnTo>
                    <a:pt x="696" y="180"/>
                  </a:lnTo>
                  <a:lnTo>
                    <a:pt x="702" y="168"/>
                  </a:lnTo>
                  <a:lnTo>
                    <a:pt x="648" y="24"/>
                  </a:lnTo>
                  <a:lnTo>
                    <a:pt x="642" y="24"/>
                  </a:lnTo>
                  <a:lnTo>
                    <a:pt x="636" y="30"/>
                  </a:lnTo>
                  <a:lnTo>
                    <a:pt x="624" y="30"/>
                  </a:lnTo>
                  <a:lnTo>
                    <a:pt x="600" y="42"/>
                  </a:lnTo>
                  <a:lnTo>
                    <a:pt x="576" y="42"/>
                  </a:lnTo>
                  <a:lnTo>
                    <a:pt x="564" y="36"/>
                  </a:lnTo>
                  <a:lnTo>
                    <a:pt x="558" y="30"/>
                  </a:lnTo>
                  <a:lnTo>
                    <a:pt x="552" y="36"/>
                  </a:lnTo>
                  <a:lnTo>
                    <a:pt x="540" y="42"/>
                  </a:lnTo>
                  <a:lnTo>
                    <a:pt x="534" y="42"/>
                  </a:lnTo>
                  <a:lnTo>
                    <a:pt x="510" y="30"/>
                  </a:lnTo>
                  <a:lnTo>
                    <a:pt x="504" y="24"/>
                  </a:lnTo>
                  <a:lnTo>
                    <a:pt x="504" y="18"/>
                  </a:lnTo>
                  <a:lnTo>
                    <a:pt x="498" y="12"/>
                  </a:lnTo>
                  <a:lnTo>
                    <a:pt x="486" y="6"/>
                  </a:lnTo>
                  <a:lnTo>
                    <a:pt x="468" y="6"/>
                  </a:lnTo>
                  <a:lnTo>
                    <a:pt x="456" y="12"/>
                  </a:lnTo>
                  <a:lnTo>
                    <a:pt x="438" y="12"/>
                  </a:lnTo>
                  <a:lnTo>
                    <a:pt x="432" y="18"/>
                  </a:lnTo>
                  <a:lnTo>
                    <a:pt x="420" y="18"/>
                  </a:lnTo>
                  <a:lnTo>
                    <a:pt x="414" y="12"/>
                  </a:lnTo>
                  <a:lnTo>
                    <a:pt x="390" y="12"/>
                  </a:lnTo>
                  <a:lnTo>
                    <a:pt x="378" y="18"/>
                  </a:lnTo>
                  <a:lnTo>
                    <a:pt x="372" y="24"/>
                  </a:lnTo>
                  <a:lnTo>
                    <a:pt x="366" y="36"/>
                  </a:lnTo>
                  <a:lnTo>
                    <a:pt x="360" y="42"/>
                  </a:lnTo>
                  <a:lnTo>
                    <a:pt x="336" y="42"/>
                  </a:lnTo>
                  <a:lnTo>
                    <a:pt x="324" y="54"/>
                  </a:lnTo>
                  <a:lnTo>
                    <a:pt x="312" y="60"/>
                  </a:lnTo>
                  <a:lnTo>
                    <a:pt x="306" y="60"/>
                  </a:lnTo>
                  <a:lnTo>
                    <a:pt x="300" y="54"/>
                  </a:lnTo>
                  <a:lnTo>
                    <a:pt x="288" y="54"/>
                  </a:lnTo>
                  <a:lnTo>
                    <a:pt x="276" y="48"/>
                  </a:lnTo>
                  <a:lnTo>
                    <a:pt x="264" y="48"/>
                  </a:lnTo>
                  <a:lnTo>
                    <a:pt x="258" y="42"/>
                  </a:lnTo>
                  <a:lnTo>
                    <a:pt x="204" y="42"/>
                  </a:lnTo>
                  <a:lnTo>
                    <a:pt x="198" y="36"/>
                  </a:lnTo>
                  <a:lnTo>
                    <a:pt x="186" y="30"/>
                  </a:lnTo>
                  <a:lnTo>
                    <a:pt x="174" y="18"/>
                  </a:lnTo>
                  <a:lnTo>
                    <a:pt x="126" y="18"/>
                  </a:lnTo>
                  <a:lnTo>
                    <a:pt x="120" y="12"/>
                  </a:lnTo>
                  <a:lnTo>
                    <a:pt x="96" y="0"/>
                  </a:lnTo>
                  <a:lnTo>
                    <a:pt x="78" y="0"/>
                  </a:lnTo>
                  <a:lnTo>
                    <a:pt x="66" y="12"/>
                  </a:lnTo>
                  <a:lnTo>
                    <a:pt x="54" y="12"/>
                  </a:lnTo>
                  <a:lnTo>
                    <a:pt x="42" y="6"/>
                  </a:lnTo>
                  <a:lnTo>
                    <a:pt x="36" y="6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12" y="18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94" name="East Timor" descr="© INSCALE GmbH, 05.05.2010&#10;http://www.presentationload.com/">
              <a:extLst>
                <a:ext uri="{FF2B5EF4-FFF2-40B4-BE49-F238E27FC236}">
                  <a16:creationId xmlns:a16="http://schemas.microsoft.com/office/drawing/2014/main" id="{C8939B7A-2667-4333-8CA5-1D24115F34AA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4646362" y="3337261"/>
              <a:ext cx="97853" cy="45868"/>
            </a:xfrm>
            <a:custGeom>
              <a:avLst/>
              <a:gdLst>
                <a:gd name="T0" fmla="*/ 2147483647 w 252"/>
                <a:gd name="T1" fmla="*/ 0 h 120"/>
                <a:gd name="T2" fmla="*/ 2147483647 w 252"/>
                <a:gd name="T3" fmla="*/ 2147483647 h 120"/>
                <a:gd name="T4" fmla="*/ 2147483647 w 252"/>
                <a:gd name="T5" fmla="*/ 2147483647 h 120"/>
                <a:gd name="T6" fmla="*/ 2147483647 w 252"/>
                <a:gd name="T7" fmla="*/ 2147483647 h 120"/>
                <a:gd name="T8" fmla="*/ 2147483647 w 252"/>
                <a:gd name="T9" fmla="*/ 2147483647 h 120"/>
                <a:gd name="T10" fmla="*/ 2147483647 w 252"/>
                <a:gd name="T11" fmla="*/ 2147483647 h 120"/>
                <a:gd name="T12" fmla="*/ 2147483647 w 252"/>
                <a:gd name="T13" fmla="*/ 2147483647 h 120"/>
                <a:gd name="T14" fmla="*/ 2147483647 w 252"/>
                <a:gd name="T15" fmla="*/ 2147483647 h 120"/>
                <a:gd name="T16" fmla="*/ 2147483647 w 252"/>
                <a:gd name="T17" fmla="*/ 2147483647 h 120"/>
                <a:gd name="T18" fmla="*/ 2147483647 w 252"/>
                <a:gd name="T19" fmla="*/ 2147483647 h 120"/>
                <a:gd name="T20" fmla="*/ 2147483647 w 252"/>
                <a:gd name="T21" fmla="*/ 2147483647 h 120"/>
                <a:gd name="T22" fmla="*/ 2147483647 w 252"/>
                <a:gd name="T23" fmla="*/ 2147483647 h 120"/>
                <a:gd name="T24" fmla="*/ 2147483647 w 252"/>
                <a:gd name="T25" fmla="*/ 2147483647 h 120"/>
                <a:gd name="T26" fmla="*/ 2147483647 w 252"/>
                <a:gd name="T27" fmla="*/ 2147483647 h 120"/>
                <a:gd name="T28" fmla="*/ 2147483647 w 252"/>
                <a:gd name="T29" fmla="*/ 2147483647 h 120"/>
                <a:gd name="T30" fmla="*/ 2147483647 w 252"/>
                <a:gd name="T31" fmla="*/ 2147483647 h 120"/>
                <a:gd name="T32" fmla="*/ 2147483647 w 252"/>
                <a:gd name="T33" fmla="*/ 2147483647 h 120"/>
                <a:gd name="T34" fmla="*/ 2147483647 w 252"/>
                <a:gd name="T35" fmla="*/ 2147483647 h 120"/>
                <a:gd name="T36" fmla="*/ 2147483647 w 252"/>
                <a:gd name="T37" fmla="*/ 2147483647 h 120"/>
                <a:gd name="T38" fmla="*/ 2147483647 w 252"/>
                <a:gd name="T39" fmla="*/ 2147483647 h 120"/>
                <a:gd name="T40" fmla="*/ 2147483647 w 252"/>
                <a:gd name="T41" fmla="*/ 2147483647 h 120"/>
                <a:gd name="T42" fmla="*/ 2147483647 w 252"/>
                <a:gd name="T43" fmla="*/ 2147483647 h 120"/>
                <a:gd name="T44" fmla="*/ 2147483647 w 252"/>
                <a:gd name="T45" fmla="*/ 2147483647 h 120"/>
                <a:gd name="T46" fmla="*/ 2147483647 w 252"/>
                <a:gd name="T47" fmla="*/ 0 h 120"/>
                <a:gd name="T48" fmla="*/ 0 w 252"/>
                <a:gd name="T49" fmla="*/ 2147483647 h 120"/>
                <a:gd name="T50" fmla="*/ 2147483647 w 252"/>
                <a:gd name="T51" fmla="*/ 2147483647 h 120"/>
                <a:gd name="T52" fmla="*/ 2147483647 w 252"/>
                <a:gd name="T53" fmla="*/ 2147483647 h 120"/>
                <a:gd name="T54" fmla="*/ 2147483647 w 252"/>
                <a:gd name="T55" fmla="*/ 2147483647 h 120"/>
                <a:gd name="T56" fmla="*/ 2147483647 w 252"/>
                <a:gd name="T57" fmla="*/ 2147483647 h 120"/>
                <a:gd name="T58" fmla="*/ 2147483647 w 252"/>
                <a:gd name="T59" fmla="*/ 2147483647 h 120"/>
                <a:gd name="T60" fmla="*/ 2147483647 w 252"/>
                <a:gd name="T61" fmla="*/ 2147483647 h 120"/>
                <a:gd name="T62" fmla="*/ 2147483647 w 252"/>
                <a:gd name="T63" fmla="*/ 2147483647 h 120"/>
                <a:gd name="T64" fmla="*/ 0 w 252"/>
                <a:gd name="T65" fmla="*/ 2147483647 h 12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52"/>
                <a:gd name="T100" fmla="*/ 0 h 120"/>
                <a:gd name="T101" fmla="*/ 252 w 252"/>
                <a:gd name="T102" fmla="*/ 120 h 12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52" h="120">
                  <a:moveTo>
                    <a:pt x="228" y="0"/>
                  </a:moveTo>
                  <a:lnTo>
                    <a:pt x="204" y="24"/>
                  </a:lnTo>
                  <a:lnTo>
                    <a:pt x="114" y="24"/>
                  </a:lnTo>
                  <a:lnTo>
                    <a:pt x="108" y="30"/>
                  </a:lnTo>
                  <a:lnTo>
                    <a:pt x="102" y="42"/>
                  </a:lnTo>
                  <a:lnTo>
                    <a:pt x="96" y="48"/>
                  </a:lnTo>
                  <a:lnTo>
                    <a:pt x="90" y="48"/>
                  </a:lnTo>
                  <a:lnTo>
                    <a:pt x="78" y="54"/>
                  </a:lnTo>
                  <a:lnTo>
                    <a:pt x="90" y="72"/>
                  </a:lnTo>
                  <a:lnTo>
                    <a:pt x="84" y="78"/>
                  </a:lnTo>
                  <a:lnTo>
                    <a:pt x="72" y="102"/>
                  </a:lnTo>
                  <a:lnTo>
                    <a:pt x="72" y="114"/>
                  </a:lnTo>
                  <a:lnTo>
                    <a:pt x="78" y="120"/>
                  </a:lnTo>
                  <a:lnTo>
                    <a:pt x="78" y="114"/>
                  </a:lnTo>
                  <a:lnTo>
                    <a:pt x="84" y="108"/>
                  </a:lnTo>
                  <a:lnTo>
                    <a:pt x="96" y="108"/>
                  </a:lnTo>
                  <a:lnTo>
                    <a:pt x="132" y="84"/>
                  </a:lnTo>
                  <a:lnTo>
                    <a:pt x="138" y="90"/>
                  </a:lnTo>
                  <a:lnTo>
                    <a:pt x="162" y="90"/>
                  </a:lnTo>
                  <a:lnTo>
                    <a:pt x="186" y="78"/>
                  </a:lnTo>
                  <a:lnTo>
                    <a:pt x="198" y="66"/>
                  </a:lnTo>
                  <a:lnTo>
                    <a:pt x="210" y="60"/>
                  </a:lnTo>
                  <a:lnTo>
                    <a:pt x="252" y="18"/>
                  </a:lnTo>
                  <a:lnTo>
                    <a:pt x="228" y="0"/>
                  </a:lnTo>
                  <a:close/>
                  <a:moveTo>
                    <a:pt x="0" y="90"/>
                  </a:moveTo>
                  <a:lnTo>
                    <a:pt x="6" y="102"/>
                  </a:lnTo>
                  <a:lnTo>
                    <a:pt x="18" y="96"/>
                  </a:lnTo>
                  <a:lnTo>
                    <a:pt x="24" y="90"/>
                  </a:lnTo>
                  <a:lnTo>
                    <a:pt x="36" y="90"/>
                  </a:lnTo>
                  <a:lnTo>
                    <a:pt x="36" y="84"/>
                  </a:lnTo>
                  <a:lnTo>
                    <a:pt x="42" y="72"/>
                  </a:lnTo>
                  <a:lnTo>
                    <a:pt x="18" y="72"/>
                  </a:lnTo>
                  <a:lnTo>
                    <a:pt x="0" y="90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95" name="Djibouti" descr="© INSCALE GmbH, 05.05.2010&#10;http://www.presentationload.com/">
              <a:extLst>
                <a:ext uri="{FF2B5EF4-FFF2-40B4-BE49-F238E27FC236}">
                  <a16:creationId xmlns:a16="http://schemas.microsoft.com/office/drawing/2014/main" id="{57E788BE-1A34-4144-A083-2BA1022EFD28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360573" y="2678281"/>
              <a:ext cx="45868" cy="53513"/>
            </a:xfrm>
            <a:custGeom>
              <a:avLst/>
              <a:gdLst>
                <a:gd name="T0" fmla="*/ 2147483647 w 114"/>
                <a:gd name="T1" fmla="*/ 2147483647 h 138"/>
                <a:gd name="T2" fmla="*/ 2147483647 w 114"/>
                <a:gd name="T3" fmla="*/ 2147483647 h 138"/>
                <a:gd name="T4" fmla="*/ 2147483647 w 114"/>
                <a:gd name="T5" fmla="*/ 2147483647 h 138"/>
                <a:gd name="T6" fmla="*/ 0 w 114"/>
                <a:gd name="T7" fmla="*/ 2147483647 h 138"/>
                <a:gd name="T8" fmla="*/ 0 w 114"/>
                <a:gd name="T9" fmla="*/ 2147483647 h 138"/>
                <a:gd name="T10" fmla="*/ 2147483647 w 114"/>
                <a:gd name="T11" fmla="*/ 2147483647 h 138"/>
                <a:gd name="T12" fmla="*/ 2147483647 w 114"/>
                <a:gd name="T13" fmla="*/ 2147483647 h 138"/>
                <a:gd name="T14" fmla="*/ 2147483647 w 114"/>
                <a:gd name="T15" fmla="*/ 2147483647 h 138"/>
                <a:gd name="T16" fmla="*/ 2147483647 w 114"/>
                <a:gd name="T17" fmla="*/ 2147483647 h 138"/>
                <a:gd name="T18" fmla="*/ 2147483647 w 114"/>
                <a:gd name="T19" fmla="*/ 2147483647 h 138"/>
                <a:gd name="T20" fmla="*/ 2147483647 w 114"/>
                <a:gd name="T21" fmla="*/ 2147483647 h 138"/>
                <a:gd name="T22" fmla="*/ 2147483647 w 114"/>
                <a:gd name="T23" fmla="*/ 2147483647 h 138"/>
                <a:gd name="T24" fmla="*/ 2147483647 w 114"/>
                <a:gd name="T25" fmla="*/ 2147483647 h 138"/>
                <a:gd name="T26" fmla="*/ 2147483647 w 114"/>
                <a:gd name="T27" fmla="*/ 2147483647 h 138"/>
                <a:gd name="T28" fmla="*/ 2147483647 w 114"/>
                <a:gd name="T29" fmla="*/ 2147483647 h 138"/>
                <a:gd name="T30" fmla="*/ 2147483647 w 114"/>
                <a:gd name="T31" fmla="*/ 2147483647 h 138"/>
                <a:gd name="T32" fmla="*/ 2147483647 w 114"/>
                <a:gd name="T33" fmla="*/ 2147483647 h 138"/>
                <a:gd name="T34" fmla="*/ 2147483647 w 114"/>
                <a:gd name="T35" fmla="*/ 2147483647 h 138"/>
                <a:gd name="T36" fmla="*/ 2147483647 w 114"/>
                <a:gd name="T37" fmla="*/ 2147483647 h 138"/>
                <a:gd name="T38" fmla="*/ 2147483647 w 114"/>
                <a:gd name="T39" fmla="*/ 2147483647 h 138"/>
                <a:gd name="T40" fmla="*/ 2147483647 w 114"/>
                <a:gd name="T41" fmla="*/ 2147483647 h 138"/>
                <a:gd name="T42" fmla="*/ 2147483647 w 114"/>
                <a:gd name="T43" fmla="*/ 2147483647 h 138"/>
                <a:gd name="T44" fmla="*/ 2147483647 w 114"/>
                <a:gd name="T45" fmla="*/ 2147483647 h 138"/>
                <a:gd name="T46" fmla="*/ 2147483647 w 114"/>
                <a:gd name="T47" fmla="*/ 2147483647 h 138"/>
                <a:gd name="T48" fmla="*/ 2147483647 w 114"/>
                <a:gd name="T49" fmla="*/ 2147483647 h 138"/>
                <a:gd name="T50" fmla="*/ 2147483647 w 114"/>
                <a:gd name="T51" fmla="*/ 2147483647 h 138"/>
                <a:gd name="T52" fmla="*/ 2147483647 w 114"/>
                <a:gd name="T53" fmla="*/ 2147483647 h 138"/>
                <a:gd name="T54" fmla="*/ 2147483647 w 114"/>
                <a:gd name="T55" fmla="*/ 0 h 138"/>
                <a:gd name="T56" fmla="*/ 2147483647 w 114"/>
                <a:gd name="T57" fmla="*/ 2147483647 h 138"/>
                <a:gd name="T58" fmla="*/ 2147483647 w 114"/>
                <a:gd name="T59" fmla="*/ 2147483647 h 13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14"/>
                <a:gd name="T91" fmla="*/ 0 h 138"/>
                <a:gd name="T92" fmla="*/ 114 w 114"/>
                <a:gd name="T93" fmla="*/ 138 h 138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14" h="138">
                  <a:moveTo>
                    <a:pt x="72" y="24"/>
                  </a:moveTo>
                  <a:lnTo>
                    <a:pt x="48" y="12"/>
                  </a:lnTo>
                  <a:lnTo>
                    <a:pt x="18" y="66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6" y="114"/>
                  </a:lnTo>
                  <a:lnTo>
                    <a:pt x="6" y="126"/>
                  </a:lnTo>
                  <a:lnTo>
                    <a:pt x="18" y="138"/>
                  </a:lnTo>
                  <a:lnTo>
                    <a:pt x="42" y="138"/>
                  </a:lnTo>
                  <a:lnTo>
                    <a:pt x="48" y="132"/>
                  </a:lnTo>
                  <a:lnTo>
                    <a:pt x="54" y="132"/>
                  </a:lnTo>
                  <a:lnTo>
                    <a:pt x="60" y="126"/>
                  </a:lnTo>
                  <a:lnTo>
                    <a:pt x="72" y="126"/>
                  </a:lnTo>
                  <a:lnTo>
                    <a:pt x="84" y="132"/>
                  </a:lnTo>
                  <a:lnTo>
                    <a:pt x="90" y="138"/>
                  </a:lnTo>
                  <a:lnTo>
                    <a:pt x="90" y="132"/>
                  </a:lnTo>
                  <a:lnTo>
                    <a:pt x="114" y="108"/>
                  </a:lnTo>
                  <a:lnTo>
                    <a:pt x="114" y="102"/>
                  </a:lnTo>
                  <a:lnTo>
                    <a:pt x="102" y="90"/>
                  </a:lnTo>
                  <a:lnTo>
                    <a:pt x="66" y="90"/>
                  </a:lnTo>
                  <a:lnTo>
                    <a:pt x="78" y="84"/>
                  </a:lnTo>
                  <a:lnTo>
                    <a:pt x="84" y="72"/>
                  </a:lnTo>
                  <a:lnTo>
                    <a:pt x="96" y="66"/>
                  </a:lnTo>
                  <a:lnTo>
                    <a:pt x="102" y="54"/>
                  </a:lnTo>
                  <a:lnTo>
                    <a:pt x="114" y="42"/>
                  </a:lnTo>
                  <a:lnTo>
                    <a:pt x="114" y="24"/>
                  </a:lnTo>
                  <a:lnTo>
                    <a:pt x="108" y="12"/>
                  </a:lnTo>
                  <a:lnTo>
                    <a:pt x="96" y="0"/>
                  </a:lnTo>
                  <a:lnTo>
                    <a:pt x="84" y="6"/>
                  </a:lnTo>
                  <a:lnTo>
                    <a:pt x="72" y="24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97" name="Denmark" descr="© INSCALE GmbH, 05.05.2010&#10;http://www.presentationload.com/">
              <a:extLst>
                <a:ext uri="{FF2B5EF4-FFF2-40B4-BE49-F238E27FC236}">
                  <a16:creationId xmlns:a16="http://schemas.microsoft.com/office/drawing/2014/main" id="{DEA32129-515D-4385-8ABC-36B3E4F51CD1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1438616" y="1279294"/>
              <a:ext cx="108556" cy="91738"/>
            </a:xfrm>
            <a:custGeom>
              <a:avLst/>
              <a:gdLst>
                <a:gd name="T0" fmla="*/ 2147483647 w 71"/>
                <a:gd name="T1" fmla="*/ 2147483647 h 60"/>
                <a:gd name="T2" fmla="*/ 2147483647 w 71"/>
                <a:gd name="T3" fmla="*/ 2147483647 h 60"/>
                <a:gd name="T4" fmla="*/ 2147483647 w 71"/>
                <a:gd name="T5" fmla="*/ 2147483647 h 60"/>
                <a:gd name="T6" fmla="*/ 2147483647 w 71"/>
                <a:gd name="T7" fmla="*/ 2147483647 h 60"/>
                <a:gd name="T8" fmla="*/ 2147483647 w 71"/>
                <a:gd name="T9" fmla="*/ 2147483647 h 60"/>
                <a:gd name="T10" fmla="*/ 2147483647 w 71"/>
                <a:gd name="T11" fmla="*/ 2147483647 h 60"/>
                <a:gd name="T12" fmla="*/ 2147483647 w 71"/>
                <a:gd name="T13" fmla="*/ 2147483647 h 60"/>
                <a:gd name="T14" fmla="*/ 2147483647 w 71"/>
                <a:gd name="T15" fmla="*/ 2147483647 h 60"/>
                <a:gd name="T16" fmla="*/ 2147483647 w 71"/>
                <a:gd name="T17" fmla="*/ 2147483647 h 60"/>
                <a:gd name="T18" fmla="*/ 2147483647 w 71"/>
                <a:gd name="T19" fmla="*/ 2147483647 h 60"/>
                <a:gd name="T20" fmla="*/ 2147483647 w 71"/>
                <a:gd name="T21" fmla="*/ 2147483647 h 60"/>
                <a:gd name="T22" fmla="*/ 2147483647 w 71"/>
                <a:gd name="T23" fmla="*/ 2147483647 h 60"/>
                <a:gd name="T24" fmla="*/ 2147483647 w 71"/>
                <a:gd name="T25" fmla="*/ 2147483647 h 60"/>
                <a:gd name="T26" fmla="*/ 2147483647 w 71"/>
                <a:gd name="T27" fmla="*/ 2147483647 h 60"/>
                <a:gd name="T28" fmla="*/ 2147483647 w 71"/>
                <a:gd name="T29" fmla="*/ 2147483647 h 60"/>
                <a:gd name="T30" fmla="*/ 2147483647 w 71"/>
                <a:gd name="T31" fmla="*/ 2147483647 h 60"/>
                <a:gd name="T32" fmla="*/ 2147483647 w 71"/>
                <a:gd name="T33" fmla="*/ 2147483647 h 60"/>
                <a:gd name="T34" fmla="*/ 2147483647 w 71"/>
                <a:gd name="T35" fmla="*/ 2147483647 h 60"/>
                <a:gd name="T36" fmla="*/ 2147483647 w 71"/>
                <a:gd name="T37" fmla="*/ 2147483647 h 60"/>
                <a:gd name="T38" fmla="*/ 2147483647 w 71"/>
                <a:gd name="T39" fmla="*/ 2147483647 h 60"/>
                <a:gd name="T40" fmla="*/ 2147483647 w 71"/>
                <a:gd name="T41" fmla="*/ 2147483647 h 60"/>
                <a:gd name="T42" fmla="*/ 2147483647 w 71"/>
                <a:gd name="T43" fmla="*/ 2147483647 h 60"/>
                <a:gd name="T44" fmla="*/ 2147483647 w 71"/>
                <a:gd name="T45" fmla="*/ 2147483647 h 60"/>
                <a:gd name="T46" fmla="*/ 2147483647 w 71"/>
                <a:gd name="T47" fmla="*/ 2147483647 h 60"/>
                <a:gd name="T48" fmla="*/ 2147483647 w 71"/>
                <a:gd name="T49" fmla="*/ 2147483647 h 60"/>
                <a:gd name="T50" fmla="*/ 2147483647 w 71"/>
                <a:gd name="T51" fmla="*/ 2147483647 h 60"/>
                <a:gd name="T52" fmla="*/ 2147483647 w 71"/>
                <a:gd name="T53" fmla="*/ 2147483647 h 60"/>
                <a:gd name="T54" fmla="*/ 2147483647 w 71"/>
                <a:gd name="T55" fmla="*/ 2147483647 h 60"/>
                <a:gd name="T56" fmla="*/ 2147483647 w 71"/>
                <a:gd name="T57" fmla="*/ 2147483647 h 60"/>
                <a:gd name="T58" fmla="*/ 2147483647 w 71"/>
                <a:gd name="T59" fmla="*/ 2147483647 h 60"/>
                <a:gd name="T60" fmla="*/ 2147483647 w 71"/>
                <a:gd name="T61" fmla="*/ 2147483647 h 60"/>
                <a:gd name="T62" fmla="*/ 2147483647 w 71"/>
                <a:gd name="T63" fmla="*/ 0 h 60"/>
                <a:gd name="T64" fmla="*/ 2147483647 w 71"/>
                <a:gd name="T65" fmla="*/ 2147483647 h 60"/>
                <a:gd name="T66" fmla="*/ 2147483647 w 71"/>
                <a:gd name="T67" fmla="*/ 2147483647 h 60"/>
                <a:gd name="T68" fmla="*/ 2147483647 w 71"/>
                <a:gd name="T69" fmla="*/ 2147483647 h 60"/>
                <a:gd name="T70" fmla="*/ 2147483647 w 71"/>
                <a:gd name="T71" fmla="*/ 2147483647 h 60"/>
                <a:gd name="T72" fmla="*/ 2147483647 w 71"/>
                <a:gd name="T73" fmla="*/ 2147483647 h 60"/>
                <a:gd name="T74" fmla="*/ 2147483647 w 71"/>
                <a:gd name="T75" fmla="*/ 2147483647 h 60"/>
                <a:gd name="T76" fmla="*/ 2147483647 w 71"/>
                <a:gd name="T77" fmla="*/ 2147483647 h 60"/>
                <a:gd name="T78" fmla="*/ 2147483647 w 71"/>
                <a:gd name="T79" fmla="*/ 2147483647 h 60"/>
                <a:gd name="T80" fmla="*/ 2147483647 w 71"/>
                <a:gd name="T81" fmla="*/ 2147483647 h 60"/>
                <a:gd name="T82" fmla="*/ 0 w 71"/>
                <a:gd name="T83" fmla="*/ 2147483647 h 60"/>
                <a:gd name="T84" fmla="*/ 0 w 71"/>
                <a:gd name="T85" fmla="*/ 2147483647 h 60"/>
                <a:gd name="T86" fmla="*/ 2147483647 w 71"/>
                <a:gd name="T87" fmla="*/ 2147483647 h 60"/>
                <a:gd name="T88" fmla="*/ 2147483647 w 71"/>
                <a:gd name="T89" fmla="*/ 2147483647 h 60"/>
                <a:gd name="T90" fmla="*/ 2147483647 w 71"/>
                <a:gd name="T91" fmla="*/ 2147483647 h 60"/>
                <a:gd name="T92" fmla="*/ 2147483647 w 71"/>
                <a:gd name="T93" fmla="*/ 2147483647 h 60"/>
                <a:gd name="T94" fmla="*/ 2147483647 w 71"/>
                <a:gd name="T95" fmla="*/ 2147483647 h 60"/>
                <a:gd name="T96" fmla="*/ 2147483647 w 71"/>
                <a:gd name="T97" fmla="*/ 2147483647 h 60"/>
                <a:gd name="T98" fmla="*/ 2147483647 w 71"/>
                <a:gd name="T99" fmla="*/ 2147483647 h 60"/>
                <a:gd name="T100" fmla="*/ 2147483647 w 71"/>
                <a:gd name="T101" fmla="*/ 2147483647 h 60"/>
                <a:gd name="T102" fmla="*/ 2147483647 w 71"/>
                <a:gd name="T103" fmla="*/ 2147483647 h 60"/>
                <a:gd name="T104" fmla="*/ 2147483647 w 71"/>
                <a:gd name="T105" fmla="*/ 2147483647 h 60"/>
                <a:gd name="T106" fmla="*/ 2147483647 w 71"/>
                <a:gd name="T107" fmla="*/ 2147483647 h 60"/>
                <a:gd name="T108" fmla="*/ 2147483647 w 71"/>
                <a:gd name="T109" fmla="*/ 2147483647 h 60"/>
                <a:gd name="T110" fmla="*/ 2147483647 w 71"/>
                <a:gd name="T111" fmla="*/ 2147483647 h 60"/>
                <a:gd name="T112" fmla="*/ 2147483647 w 71"/>
                <a:gd name="T113" fmla="*/ 2147483647 h 60"/>
                <a:gd name="T114" fmla="*/ 2147483647 w 71"/>
                <a:gd name="T115" fmla="*/ 2147483647 h 60"/>
                <a:gd name="T116" fmla="*/ 2147483647 w 71"/>
                <a:gd name="T117" fmla="*/ 2147483647 h 60"/>
                <a:gd name="T118" fmla="*/ 2147483647 w 71"/>
                <a:gd name="T119" fmla="*/ 2147483647 h 60"/>
                <a:gd name="T120" fmla="*/ 2147483647 w 71"/>
                <a:gd name="T121" fmla="*/ 2147483647 h 6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1"/>
                <a:gd name="T184" fmla="*/ 0 h 60"/>
                <a:gd name="T185" fmla="*/ 71 w 71"/>
                <a:gd name="T186" fmla="*/ 60 h 6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1" h="60">
                  <a:moveTo>
                    <a:pt x="62" y="48"/>
                  </a:moveTo>
                  <a:lnTo>
                    <a:pt x="67" y="46"/>
                  </a:lnTo>
                  <a:lnTo>
                    <a:pt x="69" y="46"/>
                  </a:lnTo>
                  <a:lnTo>
                    <a:pt x="69" y="43"/>
                  </a:lnTo>
                  <a:lnTo>
                    <a:pt x="67" y="43"/>
                  </a:lnTo>
                  <a:lnTo>
                    <a:pt x="62" y="41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64" y="36"/>
                  </a:lnTo>
                  <a:lnTo>
                    <a:pt x="67" y="34"/>
                  </a:lnTo>
                  <a:lnTo>
                    <a:pt x="67" y="29"/>
                  </a:lnTo>
                  <a:lnTo>
                    <a:pt x="64" y="29"/>
                  </a:lnTo>
                  <a:lnTo>
                    <a:pt x="62" y="29"/>
                  </a:lnTo>
                  <a:lnTo>
                    <a:pt x="60" y="31"/>
                  </a:lnTo>
                  <a:lnTo>
                    <a:pt x="60" y="34"/>
                  </a:lnTo>
                  <a:lnTo>
                    <a:pt x="57" y="36"/>
                  </a:lnTo>
                  <a:lnTo>
                    <a:pt x="57" y="34"/>
                  </a:lnTo>
                  <a:lnTo>
                    <a:pt x="55" y="31"/>
                  </a:lnTo>
                  <a:lnTo>
                    <a:pt x="52" y="34"/>
                  </a:lnTo>
                  <a:lnTo>
                    <a:pt x="45" y="38"/>
                  </a:lnTo>
                  <a:lnTo>
                    <a:pt x="48" y="38"/>
                  </a:lnTo>
                  <a:lnTo>
                    <a:pt x="50" y="41"/>
                  </a:lnTo>
                  <a:lnTo>
                    <a:pt x="50" y="43"/>
                  </a:lnTo>
                  <a:lnTo>
                    <a:pt x="50" y="46"/>
                  </a:lnTo>
                  <a:lnTo>
                    <a:pt x="50" y="48"/>
                  </a:lnTo>
                  <a:lnTo>
                    <a:pt x="48" y="48"/>
                  </a:lnTo>
                  <a:lnTo>
                    <a:pt x="50" y="48"/>
                  </a:lnTo>
                  <a:lnTo>
                    <a:pt x="50" y="50"/>
                  </a:lnTo>
                  <a:lnTo>
                    <a:pt x="55" y="50"/>
                  </a:lnTo>
                  <a:lnTo>
                    <a:pt x="55" y="48"/>
                  </a:lnTo>
                  <a:lnTo>
                    <a:pt x="57" y="48"/>
                  </a:lnTo>
                  <a:lnTo>
                    <a:pt x="57" y="50"/>
                  </a:lnTo>
                  <a:lnTo>
                    <a:pt x="60" y="53"/>
                  </a:lnTo>
                  <a:lnTo>
                    <a:pt x="60" y="55"/>
                  </a:lnTo>
                  <a:lnTo>
                    <a:pt x="62" y="55"/>
                  </a:lnTo>
                  <a:lnTo>
                    <a:pt x="62" y="53"/>
                  </a:lnTo>
                  <a:lnTo>
                    <a:pt x="62" y="48"/>
                  </a:lnTo>
                  <a:close/>
                  <a:moveTo>
                    <a:pt x="71" y="53"/>
                  </a:moveTo>
                  <a:lnTo>
                    <a:pt x="62" y="55"/>
                  </a:lnTo>
                  <a:lnTo>
                    <a:pt x="60" y="58"/>
                  </a:lnTo>
                  <a:lnTo>
                    <a:pt x="57" y="58"/>
                  </a:lnTo>
                  <a:lnTo>
                    <a:pt x="57" y="55"/>
                  </a:lnTo>
                  <a:lnTo>
                    <a:pt x="55" y="55"/>
                  </a:lnTo>
                  <a:lnTo>
                    <a:pt x="50" y="53"/>
                  </a:lnTo>
                  <a:lnTo>
                    <a:pt x="45" y="53"/>
                  </a:lnTo>
                  <a:lnTo>
                    <a:pt x="45" y="58"/>
                  </a:lnTo>
                  <a:lnTo>
                    <a:pt x="50" y="58"/>
                  </a:lnTo>
                  <a:lnTo>
                    <a:pt x="52" y="58"/>
                  </a:lnTo>
                  <a:lnTo>
                    <a:pt x="55" y="60"/>
                  </a:lnTo>
                  <a:lnTo>
                    <a:pt x="57" y="60"/>
                  </a:lnTo>
                  <a:lnTo>
                    <a:pt x="60" y="60"/>
                  </a:lnTo>
                  <a:lnTo>
                    <a:pt x="62" y="60"/>
                  </a:lnTo>
                  <a:lnTo>
                    <a:pt x="69" y="58"/>
                  </a:lnTo>
                  <a:lnTo>
                    <a:pt x="71" y="58"/>
                  </a:lnTo>
                  <a:lnTo>
                    <a:pt x="71" y="53"/>
                  </a:lnTo>
                  <a:close/>
                  <a:moveTo>
                    <a:pt x="31" y="12"/>
                  </a:moveTo>
                  <a:lnTo>
                    <a:pt x="36" y="7"/>
                  </a:lnTo>
                  <a:lnTo>
                    <a:pt x="36" y="3"/>
                  </a:lnTo>
                  <a:lnTo>
                    <a:pt x="36" y="0"/>
                  </a:lnTo>
                  <a:lnTo>
                    <a:pt x="26" y="0"/>
                  </a:lnTo>
                  <a:lnTo>
                    <a:pt x="26" y="3"/>
                  </a:lnTo>
                  <a:lnTo>
                    <a:pt x="21" y="7"/>
                  </a:lnTo>
                  <a:lnTo>
                    <a:pt x="21" y="10"/>
                  </a:lnTo>
                  <a:lnTo>
                    <a:pt x="19" y="10"/>
                  </a:lnTo>
                  <a:lnTo>
                    <a:pt x="19" y="19"/>
                  </a:lnTo>
                  <a:lnTo>
                    <a:pt x="14" y="14"/>
                  </a:lnTo>
                  <a:lnTo>
                    <a:pt x="12" y="7"/>
                  </a:lnTo>
                  <a:lnTo>
                    <a:pt x="7" y="10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7" y="14"/>
                  </a:lnTo>
                  <a:lnTo>
                    <a:pt x="12" y="19"/>
                  </a:lnTo>
                  <a:lnTo>
                    <a:pt x="12" y="22"/>
                  </a:lnTo>
                  <a:lnTo>
                    <a:pt x="5" y="19"/>
                  </a:lnTo>
                  <a:lnTo>
                    <a:pt x="2" y="24"/>
                  </a:lnTo>
                  <a:lnTo>
                    <a:pt x="0" y="24"/>
                  </a:lnTo>
                  <a:lnTo>
                    <a:pt x="0" y="29"/>
                  </a:lnTo>
                  <a:lnTo>
                    <a:pt x="0" y="31"/>
                  </a:lnTo>
                  <a:lnTo>
                    <a:pt x="5" y="34"/>
                  </a:lnTo>
                  <a:lnTo>
                    <a:pt x="7" y="34"/>
                  </a:lnTo>
                  <a:lnTo>
                    <a:pt x="2" y="38"/>
                  </a:lnTo>
                  <a:lnTo>
                    <a:pt x="2" y="41"/>
                  </a:lnTo>
                  <a:lnTo>
                    <a:pt x="5" y="43"/>
                  </a:lnTo>
                  <a:lnTo>
                    <a:pt x="7" y="43"/>
                  </a:lnTo>
                  <a:lnTo>
                    <a:pt x="7" y="48"/>
                  </a:lnTo>
                  <a:lnTo>
                    <a:pt x="5" y="53"/>
                  </a:lnTo>
                  <a:lnTo>
                    <a:pt x="7" y="53"/>
                  </a:lnTo>
                  <a:lnTo>
                    <a:pt x="17" y="53"/>
                  </a:lnTo>
                  <a:lnTo>
                    <a:pt x="17" y="55"/>
                  </a:lnTo>
                  <a:lnTo>
                    <a:pt x="24" y="55"/>
                  </a:lnTo>
                  <a:lnTo>
                    <a:pt x="26" y="58"/>
                  </a:lnTo>
                  <a:lnTo>
                    <a:pt x="26" y="55"/>
                  </a:lnTo>
                  <a:lnTo>
                    <a:pt x="24" y="53"/>
                  </a:lnTo>
                  <a:lnTo>
                    <a:pt x="24" y="48"/>
                  </a:lnTo>
                  <a:lnTo>
                    <a:pt x="26" y="43"/>
                  </a:lnTo>
                  <a:lnTo>
                    <a:pt x="24" y="41"/>
                  </a:lnTo>
                  <a:lnTo>
                    <a:pt x="24" y="38"/>
                  </a:lnTo>
                  <a:lnTo>
                    <a:pt x="21" y="38"/>
                  </a:lnTo>
                  <a:lnTo>
                    <a:pt x="24" y="38"/>
                  </a:lnTo>
                  <a:lnTo>
                    <a:pt x="31" y="34"/>
                  </a:lnTo>
                  <a:lnTo>
                    <a:pt x="33" y="26"/>
                  </a:lnTo>
                  <a:lnTo>
                    <a:pt x="38" y="26"/>
                  </a:lnTo>
                  <a:lnTo>
                    <a:pt x="41" y="19"/>
                  </a:lnTo>
                  <a:lnTo>
                    <a:pt x="31" y="19"/>
                  </a:lnTo>
                  <a:lnTo>
                    <a:pt x="31" y="12"/>
                  </a:lnTo>
                  <a:close/>
                  <a:moveTo>
                    <a:pt x="29" y="38"/>
                  </a:moveTo>
                  <a:lnTo>
                    <a:pt x="31" y="48"/>
                  </a:lnTo>
                  <a:lnTo>
                    <a:pt x="36" y="53"/>
                  </a:lnTo>
                  <a:lnTo>
                    <a:pt x="38" y="46"/>
                  </a:lnTo>
                  <a:lnTo>
                    <a:pt x="33" y="41"/>
                  </a:lnTo>
                  <a:lnTo>
                    <a:pt x="29" y="38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98" name="Czech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01CFEFB7-B2CA-497D-9C99-0CEEC13ACBDE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534941" y="1476528"/>
              <a:ext cx="165128" cy="74919"/>
            </a:xfrm>
            <a:custGeom>
              <a:avLst/>
              <a:gdLst>
                <a:gd name="T0" fmla="*/ 2147483647 w 420"/>
                <a:gd name="T1" fmla="*/ 2147483647 h 192"/>
                <a:gd name="T2" fmla="*/ 2147483647 w 420"/>
                <a:gd name="T3" fmla="*/ 2147483647 h 192"/>
                <a:gd name="T4" fmla="*/ 2147483647 w 420"/>
                <a:gd name="T5" fmla="*/ 2147483647 h 192"/>
                <a:gd name="T6" fmla="*/ 2147483647 w 420"/>
                <a:gd name="T7" fmla="*/ 2147483647 h 192"/>
                <a:gd name="T8" fmla="*/ 2147483647 w 420"/>
                <a:gd name="T9" fmla="*/ 2147483647 h 192"/>
                <a:gd name="T10" fmla="*/ 2147483647 w 420"/>
                <a:gd name="T11" fmla="*/ 2147483647 h 192"/>
                <a:gd name="T12" fmla="*/ 2147483647 w 420"/>
                <a:gd name="T13" fmla="*/ 2147483647 h 192"/>
                <a:gd name="T14" fmla="*/ 2147483647 w 420"/>
                <a:gd name="T15" fmla="*/ 2147483647 h 192"/>
                <a:gd name="T16" fmla="*/ 2147483647 w 420"/>
                <a:gd name="T17" fmla="*/ 2147483647 h 192"/>
                <a:gd name="T18" fmla="*/ 2147483647 w 420"/>
                <a:gd name="T19" fmla="*/ 2147483647 h 192"/>
                <a:gd name="T20" fmla="*/ 2147483647 w 420"/>
                <a:gd name="T21" fmla="*/ 2147483647 h 192"/>
                <a:gd name="T22" fmla="*/ 2147483647 w 420"/>
                <a:gd name="T23" fmla="*/ 2147483647 h 192"/>
                <a:gd name="T24" fmla="*/ 2147483647 w 420"/>
                <a:gd name="T25" fmla="*/ 2147483647 h 192"/>
                <a:gd name="T26" fmla="*/ 2147483647 w 420"/>
                <a:gd name="T27" fmla="*/ 2147483647 h 192"/>
                <a:gd name="T28" fmla="*/ 2147483647 w 420"/>
                <a:gd name="T29" fmla="*/ 0 h 192"/>
                <a:gd name="T30" fmla="*/ 2147483647 w 420"/>
                <a:gd name="T31" fmla="*/ 2147483647 h 192"/>
                <a:gd name="T32" fmla="*/ 2147483647 w 420"/>
                <a:gd name="T33" fmla="*/ 0 h 192"/>
                <a:gd name="T34" fmla="*/ 2147483647 w 420"/>
                <a:gd name="T35" fmla="*/ 2147483647 h 192"/>
                <a:gd name="T36" fmla="*/ 2147483647 w 420"/>
                <a:gd name="T37" fmla="*/ 2147483647 h 192"/>
                <a:gd name="T38" fmla="*/ 2147483647 w 420"/>
                <a:gd name="T39" fmla="*/ 2147483647 h 192"/>
                <a:gd name="T40" fmla="*/ 2147483647 w 420"/>
                <a:gd name="T41" fmla="*/ 2147483647 h 192"/>
                <a:gd name="T42" fmla="*/ 2147483647 w 420"/>
                <a:gd name="T43" fmla="*/ 2147483647 h 192"/>
                <a:gd name="T44" fmla="*/ 2147483647 w 420"/>
                <a:gd name="T45" fmla="*/ 2147483647 h 192"/>
                <a:gd name="T46" fmla="*/ 2147483647 w 420"/>
                <a:gd name="T47" fmla="*/ 2147483647 h 192"/>
                <a:gd name="T48" fmla="*/ 2147483647 w 420"/>
                <a:gd name="T49" fmla="*/ 2147483647 h 192"/>
                <a:gd name="T50" fmla="*/ 2147483647 w 420"/>
                <a:gd name="T51" fmla="*/ 2147483647 h 192"/>
                <a:gd name="T52" fmla="*/ 0 w 420"/>
                <a:gd name="T53" fmla="*/ 2147483647 h 192"/>
                <a:gd name="T54" fmla="*/ 2147483647 w 420"/>
                <a:gd name="T55" fmla="*/ 2147483647 h 192"/>
                <a:gd name="T56" fmla="*/ 2147483647 w 420"/>
                <a:gd name="T57" fmla="*/ 2147483647 h 192"/>
                <a:gd name="T58" fmla="*/ 2147483647 w 420"/>
                <a:gd name="T59" fmla="*/ 2147483647 h 192"/>
                <a:gd name="T60" fmla="*/ 2147483647 w 420"/>
                <a:gd name="T61" fmla="*/ 2147483647 h 192"/>
                <a:gd name="T62" fmla="*/ 2147483647 w 420"/>
                <a:gd name="T63" fmla="*/ 2147483647 h 192"/>
                <a:gd name="T64" fmla="*/ 2147483647 w 420"/>
                <a:gd name="T65" fmla="*/ 2147483647 h 192"/>
                <a:gd name="T66" fmla="*/ 2147483647 w 420"/>
                <a:gd name="T67" fmla="*/ 2147483647 h 192"/>
                <a:gd name="T68" fmla="*/ 2147483647 w 420"/>
                <a:gd name="T69" fmla="*/ 2147483647 h 192"/>
                <a:gd name="T70" fmla="*/ 2147483647 w 420"/>
                <a:gd name="T71" fmla="*/ 2147483647 h 192"/>
                <a:gd name="T72" fmla="*/ 2147483647 w 420"/>
                <a:gd name="T73" fmla="*/ 2147483647 h 192"/>
                <a:gd name="T74" fmla="*/ 2147483647 w 420"/>
                <a:gd name="T75" fmla="*/ 2147483647 h 192"/>
                <a:gd name="T76" fmla="*/ 2147483647 w 420"/>
                <a:gd name="T77" fmla="*/ 2147483647 h 192"/>
                <a:gd name="T78" fmla="*/ 2147483647 w 420"/>
                <a:gd name="T79" fmla="*/ 2147483647 h 192"/>
                <a:gd name="T80" fmla="*/ 2147483647 w 420"/>
                <a:gd name="T81" fmla="*/ 2147483647 h 192"/>
                <a:gd name="T82" fmla="*/ 2147483647 w 420"/>
                <a:gd name="T83" fmla="*/ 2147483647 h 192"/>
                <a:gd name="T84" fmla="*/ 2147483647 w 420"/>
                <a:gd name="T85" fmla="*/ 2147483647 h 192"/>
                <a:gd name="T86" fmla="*/ 2147483647 w 420"/>
                <a:gd name="T87" fmla="*/ 2147483647 h 192"/>
                <a:gd name="T88" fmla="*/ 2147483647 w 420"/>
                <a:gd name="T89" fmla="*/ 2147483647 h 192"/>
                <a:gd name="T90" fmla="*/ 2147483647 w 420"/>
                <a:gd name="T91" fmla="*/ 2147483647 h 192"/>
                <a:gd name="T92" fmla="*/ 2147483647 w 420"/>
                <a:gd name="T93" fmla="*/ 2147483647 h 192"/>
                <a:gd name="T94" fmla="*/ 2147483647 w 420"/>
                <a:gd name="T95" fmla="*/ 2147483647 h 192"/>
                <a:gd name="T96" fmla="*/ 2147483647 w 420"/>
                <a:gd name="T97" fmla="*/ 2147483647 h 192"/>
                <a:gd name="T98" fmla="*/ 2147483647 w 420"/>
                <a:gd name="T99" fmla="*/ 2147483647 h 192"/>
                <a:gd name="T100" fmla="*/ 2147483647 w 420"/>
                <a:gd name="T101" fmla="*/ 2147483647 h 192"/>
                <a:gd name="T102" fmla="*/ 2147483647 w 420"/>
                <a:gd name="T103" fmla="*/ 2147483647 h 192"/>
                <a:gd name="T104" fmla="*/ 2147483647 w 420"/>
                <a:gd name="T105" fmla="*/ 2147483647 h 19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20"/>
                <a:gd name="T160" fmla="*/ 0 h 192"/>
                <a:gd name="T161" fmla="*/ 420 w 420"/>
                <a:gd name="T162" fmla="*/ 192 h 19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20" h="192">
                  <a:moveTo>
                    <a:pt x="408" y="108"/>
                  </a:moveTo>
                  <a:lnTo>
                    <a:pt x="402" y="96"/>
                  </a:lnTo>
                  <a:lnTo>
                    <a:pt x="402" y="90"/>
                  </a:lnTo>
                  <a:lnTo>
                    <a:pt x="390" y="84"/>
                  </a:lnTo>
                  <a:lnTo>
                    <a:pt x="372" y="84"/>
                  </a:lnTo>
                  <a:lnTo>
                    <a:pt x="372" y="78"/>
                  </a:lnTo>
                  <a:lnTo>
                    <a:pt x="366" y="72"/>
                  </a:lnTo>
                  <a:lnTo>
                    <a:pt x="360" y="84"/>
                  </a:lnTo>
                  <a:lnTo>
                    <a:pt x="354" y="78"/>
                  </a:lnTo>
                  <a:lnTo>
                    <a:pt x="348" y="66"/>
                  </a:lnTo>
                  <a:lnTo>
                    <a:pt x="342" y="60"/>
                  </a:lnTo>
                  <a:lnTo>
                    <a:pt x="324" y="60"/>
                  </a:lnTo>
                  <a:lnTo>
                    <a:pt x="330" y="54"/>
                  </a:lnTo>
                  <a:lnTo>
                    <a:pt x="312" y="54"/>
                  </a:lnTo>
                  <a:lnTo>
                    <a:pt x="300" y="60"/>
                  </a:lnTo>
                  <a:lnTo>
                    <a:pt x="294" y="60"/>
                  </a:lnTo>
                  <a:lnTo>
                    <a:pt x="294" y="66"/>
                  </a:lnTo>
                  <a:lnTo>
                    <a:pt x="276" y="66"/>
                  </a:lnTo>
                  <a:lnTo>
                    <a:pt x="270" y="60"/>
                  </a:lnTo>
                  <a:lnTo>
                    <a:pt x="264" y="60"/>
                  </a:lnTo>
                  <a:lnTo>
                    <a:pt x="264" y="48"/>
                  </a:lnTo>
                  <a:lnTo>
                    <a:pt x="252" y="42"/>
                  </a:lnTo>
                  <a:lnTo>
                    <a:pt x="264" y="36"/>
                  </a:lnTo>
                  <a:lnTo>
                    <a:pt x="258" y="30"/>
                  </a:lnTo>
                  <a:lnTo>
                    <a:pt x="234" y="30"/>
                  </a:lnTo>
                  <a:lnTo>
                    <a:pt x="234" y="24"/>
                  </a:lnTo>
                  <a:lnTo>
                    <a:pt x="228" y="24"/>
                  </a:lnTo>
                  <a:lnTo>
                    <a:pt x="216" y="18"/>
                  </a:lnTo>
                  <a:lnTo>
                    <a:pt x="198" y="18"/>
                  </a:lnTo>
                  <a:lnTo>
                    <a:pt x="192" y="0"/>
                  </a:lnTo>
                  <a:lnTo>
                    <a:pt x="174" y="0"/>
                  </a:lnTo>
                  <a:lnTo>
                    <a:pt x="162" y="12"/>
                  </a:lnTo>
                  <a:lnTo>
                    <a:pt x="156" y="12"/>
                  </a:lnTo>
                  <a:lnTo>
                    <a:pt x="144" y="0"/>
                  </a:lnTo>
                  <a:lnTo>
                    <a:pt x="138" y="6"/>
                  </a:lnTo>
                  <a:lnTo>
                    <a:pt x="132" y="6"/>
                  </a:lnTo>
                  <a:lnTo>
                    <a:pt x="126" y="12"/>
                  </a:lnTo>
                  <a:lnTo>
                    <a:pt x="126" y="18"/>
                  </a:lnTo>
                  <a:lnTo>
                    <a:pt x="108" y="18"/>
                  </a:lnTo>
                  <a:lnTo>
                    <a:pt x="108" y="24"/>
                  </a:lnTo>
                  <a:lnTo>
                    <a:pt x="84" y="24"/>
                  </a:lnTo>
                  <a:lnTo>
                    <a:pt x="84" y="30"/>
                  </a:lnTo>
                  <a:lnTo>
                    <a:pt x="66" y="36"/>
                  </a:lnTo>
                  <a:lnTo>
                    <a:pt x="54" y="48"/>
                  </a:lnTo>
                  <a:lnTo>
                    <a:pt x="42" y="42"/>
                  </a:lnTo>
                  <a:lnTo>
                    <a:pt x="36" y="42"/>
                  </a:lnTo>
                  <a:lnTo>
                    <a:pt x="30" y="48"/>
                  </a:lnTo>
                  <a:lnTo>
                    <a:pt x="30" y="54"/>
                  </a:lnTo>
                  <a:lnTo>
                    <a:pt x="18" y="54"/>
                  </a:lnTo>
                  <a:lnTo>
                    <a:pt x="18" y="60"/>
                  </a:lnTo>
                  <a:lnTo>
                    <a:pt x="6" y="60"/>
                  </a:lnTo>
                  <a:lnTo>
                    <a:pt x="6" y="54"/>
                  </a:lnTo>
                  <a:lnTo>
                    <a:pt x="0" y="54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2" y="72"/>
                  </a:lnTo>
                  <a:lnTo>
                    <a:pt x="24" y="84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12" y="96"/>
                  </a:lnTo>
                  <a:lnTo>
                    <a:pt x="24" y="108"/>
                  </a:lnTo>
                  <a:lnTo>
                    <a:pt x="30" y="120"/>
                  </a:lnTo>
                  <a:lnTo>
                    <a:pt x="36" y="120"/>
                  </a:lnTo>
                  <a:lnTo>
                    <a:pt x="36" y="126"/>
                  </a:lnTo>
                  <a:lnTo>
                    <a:pt x="48" y="132"/>
                  </a:lnTo>
                  <a:lnTo>
                    <a:pt x="60" y="132"/>
                  </a:lnTo>
                  <a:lnTo>
                    <a:pt x="66" y="144"/>
                  </a:lnTo>
                  <a:lnTo>
                    <a:pt x="72" y="144"/>
                  </a:lnTo>
                  <a:lnTo>
                    <a:pt x="78" y="156"/>
                  </a:lnTo>
                  <a:lnTo>
                    <a:pt x="90" y="156"/>
                  </a:lnTo>
                  <a:lnTo>
                    <a:pt x="96" y="162"/>
                  </a:lnTo>
                  <a:lnTo>
                    <a:pt x="102" y="162"/>
                  </a:lnTo>
                  <a:lnTo>
                    <a:pt x="102" y="174"/>
                  </a:lnTo>
                  <a:lnTo>
                    <a:pt x="120" y="192"/>
                  </a:lnTo>
                  <a:lnTo>
                    <a:pt x="132" y="192"/>
                  </a:lnTo>
                  <a:lnTo>
                    <a:pt x="144" y="186"/>
                  </a:lnTo>
                  <a:lnTo>
                    <a:pt x="150" y="186"/>
                  </a:lnTo>
                  <a:lnTo>
                    <a:pt x="162" y="192"/>
                  </a:lnTo>
                  <a:lnTo>
                    <a:pt x="162" y="174"/>
                  </a:lnTo>
                  <a:lnTo>
                    <a:pt x="168" y="174"/>
                  </a:lnTo>
                  <a:lnTo>
                    <a:pt x="174" y="162"/>
                  </a:lnTo>
                  <a:lnTo>
                    <a:pt x="180" y="156"/>
                  </a:lnTo>
                  <a:lnTo>
                    <a:pt x="198" y="156"/>
                  </a:lnTo>
                  <a:lnTo>
                    <a:pt x="210" y="162"/>
                  </a:lnTo>
                  <a:lnTo>
                    <a:pt x="222" y="174"/>
                  </a:lnTo>
                  <a:lnTo>
                    <a:pt x="234" y="168"/>
                  </a:lnTo>
                  <a:lnTo>
                    <a:pt x="246" y="180"/>
                  </a:lnTo>
                  <a:lnTo>
                    <a:pt x="258" y="174"/>
                  </a:lnTo>
                  <a:lnTo>
                    <a:pt x="264" y="168"/>
                  </a:lnTo>
                  <a:lnTo>
                    <a:pt x="276" y="168"/>
                  </a:lnTo>
                  <a:lnTo>
                    <a:pt x="282" y="174"/>
                  </a:lnTo>
                  <a:lnTo>
                    <a:pt x="288" y="174"/>
                  </a:lnTo>
                  <a:lnTo>
                    <a:pt x="300" y="180"/>
                  </a:lnTo>
                  <a:lnTo>
                    <a:pt x="306" y="174"/>
                  </a:lnTo>
                  <a:lnTo>
                    <a:pt x="324" y="174"/>
                  </a:lnTo>
                  <a:lnTo>
                    <a:pt x="330" y="168"/>
                  </a:lnTo>
                  <a:lnTo>
                    <a:pt x="330" y="174"/>
                  </a:lnTo>
                  <a:lnTo>
                    <a:pt x="348" y="174"/>
                  </a:lnTo>
                  <a:lnTo>
                    <a:pt x="360" y="168"/>
                  </a:lnTo>
                  <a:lnTo>
                    <a:pt x="366" y="162"/>
                  </a:lnTo>
                  <a:lnTo>
                    <a:pt x="378" y="156"/>
                  </a:lnTo>
                  <a:lnTo>
                    <a:pt x="378" y="132"/>
                  </a:lnTo>
                  <a:lnTo>
                    <a:pt x="402" y="126"/>
                  </a:lnTo>
                  <a:lnTo>
                    <a:pt x="420" y="114"/>
                  </a:lnTo>
                  <a:lnTo>
                    <a:pt x="414" y="108"/>
                  </a:lnTo>
                  <a:lnTo>
                    <a:pt x="408" y="108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399" name="Cyprus" descr="© INSCALE GmbH, 05.05.2010&#10;http://www.presentationload.com/">
              <a:extLst>
                <a:ext uri="{FF2B5EF4-FFF2-40B4-BE49-F238E27FC236}">
                  <a16:creationId xmlns:a16="http://schemas.microsoft.com/office/drawing/2014/main" id="{441BB828-8871-43A3-99A2-4967767EE1C5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065487" y="1955087"/>
              <a:ext cx="58102" cy="33637"/>
            </a:xfrm>
            <a:custGeom>
              <a:avLst/>
              <a:gdLst>
                <a:gd name="T0" fmla="*/ 0 w 150"/>
                <a:gd name="T1" fmla="*/ 2147483647 h 84"/>
                <a:gd name="T2" fmla="*/ 2147483647 w 150"/>
                <a:gd name="T3" fmla="*/ 2147483647 h 84"/>
                <a:gd name="T4" fmla="*/ 2147483647 w 150"/>
                <a:gd name="T5" fmla="*/ 2147483647 h 84"/>
                <a:gd name="T6" fmla="*/ 2147483647 w 150"/>
                <a:gd name="T7" fmla="*/ 2147483647 h 84"/>
                <a:gd name="T8" fmla="*/ 2147483647 w 150"/>
                <a:gd name="T9" fmla="*/ 2147483647 h 84"/>
                <a:gd name="T10" fmla="*/ 2147483647 w 150"/>
                <a:gd name="T11" fmla="*/ 2147483647 h 84"/>
                <a:gd name="T12" fmla="*/ 2147483647 w 150"/>
                <a:gd name="T13" fmla="*/ 2147483647 h 84"/>
                <a:gd name="T14" fmla="*/ 2147483647 w 150"/>
                <a:gd name="T15" fmla="*/ 2147483647 h 84"/>
                <a:gd name="T16" fmla="*/ 2147483647 w 150"/>
                <a:gd name="T17" fmla="*/ 2147483647 h 84"/>
                <a:gd name="T18" fmla="*/ 2147483647 w 150"/>
                <a:gd name="T19" fmla="*/ 2147483647 h 84"/>
                <a:gd name="T20" fmla="*/ 2147483647 w 150"/>
                <a:gd name="T21" fmla="*/ 2147483647 h 84"/>
                <a:gd name="T22" fmla="*/ 2147483647 w 150"/>
                <a:gd name="T23" fmla="*/ 2147483647 h 84"/>
                <a:gd name="T24" fmla="*/ 2147483647 w 150"/>
                <a:gd name="T25" fmla="*/ 2147483647 h 84"/>
                <a:gd name="T26" fmla="*/ 2147483647 w 150"/>
                <a:gd name="T27" fmla="*/ 0 h 84"/>
                <a:gd name="T28" fmla="*/ 2147483647 w 150"/>
                <a:gd name="T29" fmla="*/ 2147483647 h 84"/>
                <a:gd name="T30" fmla="*/ 2147483647 w 150"/>
                <a:gd name="T31" fmla="*/ 2147483647 h 84"/>
                <a:gd name="T32" fmla="*/ 2147483647 w 150"/>
                <a:gd name="T33" fmla="*/ 2147483647 h 84"/>
                <a:gd name="T34" fmla="*/ 2147483647 w 150"/>
                <a:gd name="T35" fmla="*/ 2147483647 h 84"/>
                <a:gd name="T36" fmla="*/ 2147483647 w 150"/>
                <a:gd name="T37" fmla="*/ 2147483647 h 84"/>
                <a:gd name="T38" fmla="*/ 0 w 150"/>
                <a:gd name="T39" fmla="*/ 2147483647 h 84"/>
                <a:gd name="T40" fmla="*/ 0 w 150"/>
                <a:gd name="T41" fmla="*/ 2147483647 h 8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50"/>
                <a:gd name="T64" fmla="*/ 0 h 84"/>
                <a:gd name="T65" fmla="*/ 150 w 150"/>
                <a:gd name="T66" fmla="*/ 84 h 8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50" h="84">
                  <a:moveTo>
                    <a:pt x="0" y="48"/>
                  </a:moveTo>
                  <a:lnTo>
                    <a:pt x="6" y="60"/>
                  </a:lnTo>
                  <a:lnTo>
                    <a:pt x="30" y="72"/>
                  </a:lnTo>
                  <a:lnTo>
                    <a:pt x="36" y="84"/>
                  </a:lnTo>
                  <a:lnTo>
                    <a:pt x="54" y="84"/>
                  </a:lnTo>
                  <a:lnTo>
                    <a:pt x="60" y="78"/>
                  </a:lnTo>
                  <a:lnTo>
                    <a:pt x="72" y="72"/>
                  </a:lnTo>
                  <a:lnTo>
                    <a:pt x="78" y="66"/>
                  </a:lnTo>
                  <a:lnTo>
                    <a:pt x="90" y="60"/>
                  </a:lnTo>
                  <a:lnTo>
                    <a:pt x="96" y="54"/>
                  </a:lnTo>
                  <a:lnTo>
                    <a:pt x="102" y="60"/>
                  </a:lnTo>
                  <a:lnTo>
                    <a:pt x="120" y="60"/>
                  </a:lnTo>
                  <a:lnTo>
                    <a:pt x="120" y="36"/>
                  </a:lnTo>
                  <a:lnTo>
                    <a:pt x="150" y="0"/>
                  </a:lnTo>
                  <a:lnTo>
                    <a:pt x="108" y="24"/>
                  </a:lnTo>
                  <a:lnTo>
                    <a:pt x="54" y="24"/>
                  </a:lnTo>
                  <a:lnTo>
                    <a:pt x="48" y="30"/>
                  </a:lnTo>
                  <a:lnTo>
                    <a:pt x="48" y="36"/>
                  </a:lnTo>
                  <a:lnTo>
                    <a:pt x="12" y="36"/>
                  </a:lnTo>
                  <a:lnTo>
                    <a:pt x="0" y="42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01" name="Croatia" descr="© INSCALE GmbH, 05.05.2010&#10;http://www.presentationload.com/">
              <a:extLst>
                <a:ext uri="{FF2B5EF4-FFF2-40B4-BE49-F238E27FC236}">
                  <a16:creationId xmlns:a16="http://schemas.microsoft.com/office/drawing/2014/main" id="{B8481544-57D9-4A04-8CA2-67C2028E2201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574691" y="1615657"/>
              <a:ext cx="143721" cy="107026"/>
            </a:xfrm>
            <a:custGeom>
              <a:avLst/>
              <a:gdLst>
                <a:gd name="T0" fmla="*/ 2147483647 w 366"/>
                <a:gd name="T1" fmla="*/ 2147483647 h 276"/>
                <a:gd name="T2" fmla="*/ 2147483647 w 366"/>
                <a:gd name="T3" fmla="*/ 2147483647 h 276"/>
                <a:gd name="T4" fmla="*/ 2147483647 w 366"/>
                <a:gd name="T5" fmla="*/ 2147483647 h 276"/>
                <a:gd name="T6" fmla="*/ 2147483647 w 366"/>
                <a:gd name="T7" fmla="*/ 2147483647 h 276"/>
                <a:gd name="T8" fmla="*/ 2147483647 w 366"/>
                <a:gd name="T9" fmla="*/ 2147483647 h 276"/>
                <a:gd name="T10" fmla="*/ 2147483647 w 366"/>
                <a:gd name="T11" fmla="*/ 2147483647 h 276"/>
                <a:gd name="T12" fmla="*/ 2147483647 w 366"/>
                <a:gd name="T13" fmla="*/ 2147483647 h 276"/>
                <a:gd name="T14" fmla="*/ 2147483647 w 366"/>
                <a:gd name="T15" fmla="*/ 2147483647 h 276"/>
                <a:gd name="T16" fmla="*/ 2147483647 w 366"/>
                <a:gd name="T17" fmla="*/ 2147483647 h 276"/>
                <a:gd name="T18" fmla="*/ 2147483647 w 366"/>
                <a:gd name="T19" fmla="*/ 2147483647 h 276"/>
                <a:gd name="T20" fmla="*/ 2147483647 w 366"/>
                <a:gd name="T21" fmla="*/ 2147483647 h 276"/>
                <a:gd name="T22" fmla="*/ 2147483647 w 366"/>
                <a:gd name="T23" fmla="*/ 0 h 276"/>
                <a:gd name="T24" fmla="*/ 2147483647 w 366"/>
                <a:gd name="T25" fmla="*/ 2147483647 h 276"/>
                <a:gd name="T26" fmla="*/ 2147483647 w 366"/>
                <a:gd name="T27" fmla="*/ 2147483647 h 276"/>
                <a:gd name="T28" fmla="*/ 2147483647 w 366"/>
                <a:gd name="T29" fmla="*/ 2147483647 h 276"/>
                <a:gd name="T30" fmla="*/ 2147483647 w 366"/>
                <a:gd name="T31" fmla="*/ 2147483647 h 276"/>
                <a:gd name="T32" fmla="*/ 2147483647 w 366"/>
                <a:gd name="T33" fmla="*/ 2147483647 h 276"/>
                <a:gd name="T34" fmla="*/ 2147483647 w 366"/>
                <a:gd name="T35" fmla="*/ 2147483647 h 276"/>
                <a:gd name="T36" fmla="*/ 2147483647 w 366"/>
                <a:gd name="T37" fmla="*/ 2147483647 h 276"/>
                <a:gd name="T38" fmla="*/ 2147483647 w 366"/>
                <a:gd name="T39" fmla="*/ 2147483647 h 276"/>
                <a:gd name="T40" fmla="*/ 0 w 366"/>
                <a:gd name="T41" fmla="*/ 2147483647 h 276"/>
                <a:gd name="T42" fmla="*/ 2147483647 w 366"/>
                <a:gd name="T43" fmla="*/ 2147483647 h 276"/>
                <a:gd name="T44" fmla="*/ 2147483647 w 366"/>
                <a:gd name="T45" fmla="*/ 2147483647 h 276"/>
                <a:gd name="T46" fmla="*/ 2147483647 w 366"/>
                <a:gd name="T47" fmla="*/ 2147483647 h 276"/>
                <a:gd name="T48" fmla="*/ 2147483647 w 366"/>
                <a:gd name="T49" fmla="*/ 2147483647 h 276"/>
                <a:gd name="T50" fmla="*/ 2147483647 w 366"/>
                <a:gd name="T51" fmla="*/ 2147483647 h 276"/>
                <a:gd name="T52" fmla="*/ 2147483647 w 366"/>
                <a:gd name="T53" fmla="*/ 2147483647 h 276"/>
                <a:gd name="T54" fmla="*/ 2147483647 w 366"/>
                <a:gd name="T55" fmla="*/ 2147483647 h 276"/>
                <a:gd name="T56" fmla="*/ 2147483647 w 366"/>
                <a:gd name="T57" fmla="*/ 2147483647 h 276"/>
                <a:gd name="T58" fmla="*/ 2147483647 w 366"/>
                <a:gd name="T59" fmla="*/ 2147483647 h 276"/>
                <a:gd name="T60" fmla="*/ 2147483647 w 366"/>
                <a:gd name="T61" fmla="*/ 2147483647 h 276"/>
                <a:gd name="T62" fmla="*/ 2147483647 w 366"/>
                <a:gd name="T63" fmla="*/ 2147483647 h 276"/>
                <a:gd name="T64" fmla="*/ 2147483647 w 366"/>
                <a:gd name="T65" fmla="*/ 2147483647 h 276"/>
                <a:gd name="T66" fmla="*/ 2147483647 w 366"/>
                <a:gd name="T67" fmla="*/ 2147483647 h 276"/>
                <a:gd name="T68" fmla="*/ 2147483647 w 366"/>
                <a:gd name="T69" fmla="*/ 2147483647 h 276"/>
                <a:gd name="T70" fmla="*/ 2147483647 w 366"/>
                <a:gd name="T71" fmla="*/ 2147483647 h 276"/>
                <a:gd name="T72" fmla="*/ 2147483647 w 366"/>
                <a:gd name="T73" fmla="*/ 2147483647 h 276"/>
                <a:gd name="T74" fmla="*/ 2147483647 w 366"/>
                <a:gd name="T75" fmla="*/ 2147483647 h 276"/>
                <a:gd name="T76" fmla="*/ 2147483647 w 366"/>
                <a:gd name="T77" fmla="*/ 2147483647 h 276"/>
                <a:gd name="T78" fmla="*/ 2147483647 w 366"/>
                <a:gd name="T79" fmla="*/ 2147483647 h 276"/>
                <a:gd name="T80" fmla="*/ 2147483647 w 366"/>
                <a:gd name="T81" fmla="*/ 2147483647 h 276"/>
                <a:gd name="T82" fmla="*/ 2147483647 w 366"/>
                <a:gd name="T83" fmla="*/ 2147483647 h 276"/>
                <a:gd name="T84" fmla="*/ 2147483647 w 366"/>
                <a:gd name="T85" fmla="*/ 2147483647 h 276"/>
                <a:gd name="T86" fmla="*/ 2147483647 w 366"/>
                <a:gd name="T87" fmla="*/ 2147483647 h 276"/>
                <a:gd name="T88" fmla="*/ 2147483647 w 366"/>
                <a:gd name="T89" fmla="*/ 2147483647 h 276"/>
                <a:gd name="T90" fmla="*/ 2147483647 w 366"/>
                <a:gd name="T91" fmla="*/ 2147483647 h 27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66"/>
                <a:gd name="T139" fmla="*/ 0 h 276"/>
                <a:gd name="T140" fmla="*/ 366 w 366"/>
                <a:gd name="T141" fmla="*/ 276 h 27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66" h="276">
                  <a:moveTo>
                    <a:pt x="342" y="126"/>
                  </a:moveTo>
                  <a:lnTo>
                    <a:pt x="342" y="114"/>
                  </a:lnTo>
                  <a:lnTo>
                    <a:pt x="348" y="114"/>
                  </a:lnTo>
                  <a:lnTo>
                    <a:pt x="354" y="108"/>
                  </a:lnTo>
                  <a:lnTo>
                    <a:pt x="360" y="108"/>
                  </a:lnTo>
                  <a:lnTo>
                    <a:pt x="366" y="102"/>
                  </a:lnTo>
                  <a:lnTo>
                    <a:pt x="360" y="102"/>
                  </a:lnTo>
                  <a:lnTo>
                    <a:pt x="348" y="96"/>
                  </a:lnTo>
                  <a:lnTo>
                    <a:pt x="336" y="96"/>
                  </a:lnTo>
                  <a:lnTo>
                    <a:pt x="342" y="78"/>
                  </a:lnTo>
                  <a:lnTo>
                    <a:pt x="336" y="78"/>
                  </a:lnTo>
                  <a:lnTo>
                    <a:pt x="330" y="48"/>
                  </a:lnTo>
                  <a:lnTo>
                    <a:pt x="324" y="48"/>
                  </a:lnTo>
                  <a:lnTo>
                    <a:pt x="312" y="54"/>
                  </a:lnTo>
                  <a:lnTo>
                    <a:pt x="270" y="60"/>
                  </a:lnTo>
                  <a:lnTo>
                    <a:pt x="264" y="48"/>
                  </a:lnTo>
                  <a:lnTo>
                    <a:pt x="246" y="48"/>
                  </a:lnTo>
                  <a:lnTo>
                    <a:pt x="234" y="42"/>
                  </a:lnTo>
                  <a:lnTo>
                    <a:pt x="228" y="36"/>
                  </a:lnTo>
                  <a:lnTo>
                    <a:pt x="216" y="30"/>
                  </a:lnTo>
                  <a:lnTo>
                    <a:pt x="204" y="18"/>
                  </a:lnTo>
                  <a:lnTo>
                    <a:pt x="204" y="12"/>
                  </a:lnTo>
                  <a:lnTo>
                    <a:pt x="198" y="6"/>
                  </a:lnTo>
                  <a:lnTo>
                    <a:pt x="186" y="0"/>
                  </a:lnTo>
                  <a:lnTo>
                    <a:pt x="162" y="0"/>
                  </a:lnTo>
                  <a:lnTo>
                    <a:pt x="162" y="12"/>
                  </a:lnTo>
                  <a:lnTo>
                    <a:pt x="150" y="18"/>
                  </a:lnTo>
                  <a:lnTo>
                    <a:pt x="120" y="18"/>
                  </a:lnTo>
                  <a:lnTo>
                    <a:pt x="120" y="30"/>
                  </a:lnTo>
                  <a:lnTo>
                    <a:pt x="126" y="36"/>
                  </a:lnTo>
                  <a:lnTo>
                    <a:pt x="126" y="42"/>
                  </a:lnTo>
                  <a:lnTo>
                    <a:pt x="114" y="54"/>
                  </a:lnTo>
                  <a:lnTo>
                    <a:pt x="102" y="60"/>
                  </a:lnTo>
                  <a:lnTo>
                    <a:pt x="102" y="78"/>
                  </a:lnTo>
                  <a:lnTo>
                    <a:pt x="60" y="78"/>
                  </a:lnTo>
                  <a:lnTo>
                    <a:pt x="54" y="72"/>
                  </a:lnTo>
                  <a:lnTo>
                    <a:pt x="54" y="66"/>
                  </a:lnTo>
                  <a:lnTo>
                    <a:pt x="48" y="78"/>
                  </a:lnTo>
                  <a:lnTo>
                    <a:pt x="30" y="78"/>
                  </a:lnTo>
                  <a:lnTo>
                    <a:pt x="18" y="72"/>
                  </a:lnTo>
                  <a:lnTo>
                    <a:pt x="18" y="84"/>
                  </a:lnTo>
                  <a:lnTo>
                    <a:pt x="0" y="84"/>
                  </a:lnTo>
                  <a:lnTo>
                    <a:pt x="0" y="132"/>
                  </a:lnTo>
                  <a:lnTo>
                    <a:pt x="6" y="132"/>
                  </a:lnTo>
                  <a:lnTo>
                    <a:pt x="12" y="120"/>
                  </a:lnTo>
                  <a:lnTo>
                    <a:pt x="24" y="114"/>
                  </a:lnTo>
                  <a:lnTo>
                    <a:pt x="30" y="102"/>
                  </a:lnTo>
                  <a:lnTo>
                    <a:pt x="42" y="102"/>
                  </a:lnTo>
                  <a:lnTo>
                    <a:pt x="48" y="114"/>
                  </a:lnTo>
                  <a:lnTo>
                    <a:pt x="48" y="132"/>
                  </a:lnTo>
                  <a:lnTo>
                    <a:pt x="78" y="126"/>
                  </a:lnTo>
                  <a:lnTo>
                    <a:pt x="78" y="132"/>
                  </a:lnTo>
                  <a:lnTo>
                    <a:pt x="72" y="144"/>
                  </a:lnTo>
                  <a:lnTo>
                    <a:pt x="72" y="150"/>
                  </a:lnTo>
                  <a:lnTo>
                    <a:pt x="84" y="162"/>
                  </a:lnTo>
                  <a:lnTo>
                    <a:pt x="96" y="168"/>
                  </a:lnTo>
                  <a:lnTo>
                    <a:pt x="96" y="180"/>
                  </a:lnTo>
                  <a:lnTo>
                    <a:pt x="144" y="216"/>
                  </a:lnTo>
                  <a:lnTo>
                    <a:pt x="144" y="240"/>
                  </a:lnTo>
                  <a:lnTo>
                    <a:pt x="198" y="240"/>
                  </a:lnTo>
                  <a:lnTo>
                    <a:pt x="210" y="246"/>
                  </a:lnTo>
                  <a:lnTo>
                    <a:pt x="216" y="252"/>
                  </a:lnTo>
                  <a:lnTo>
                    <a:pt x="216" y="276"/>
                  </a:lnTo>
                  <a:lnTo>
                    <a:pt x="246" y="276"/>
                  </a:lnTo>
                  <a:lnTo>
                    <a:pt x="252" y="270"/>
                  </a:lnTo>
                  <a:lnTo>
                    <a:pt x="252" y="264"/>
                  </a:lnTo>
                  <a:lnTo>
                    <a:pt x="246" y="252"/>
                  </a:lnTo>
                  <a:lnTo>
                    <a:pt x="234" y="246"/>
                  </a:lnTo>
                  <a:lnTo>
                    <a:pt x="216" y="234"/>
                  </a:lnTo>
                  <a:lnTo>
                    <a:pt x="204" y="228"/>
                  </a:lnTo>
                  <a:lnTo>
                    <a:pt x="192" y="216"/>
                  </a:lnTo>
                  <a:lnTo>
                    <a:pt x="180" y="186"/>
                  </a:lnTo>
                  <a:lnTo>
                    <a:pt x="162" y="180"/>
                  </a:lnTo>
                  <a:lnTo>
                    <a:pt x="162" y="162"/>
                  </a:lnTo>
                  <a:lnTo>
                    <a:pt x="156" y="156"/>
                  </a:lnTo>
                  <a:lnTo>
                    <a:pt x="150" y="156"/>
                  </a:lnTo>
                  <a:lnTo>
                    <a:pt x="150" y="144"/>
                  </a:lnTo>
                  <a:lnTo>
                    <a:pt x="132" y="138"/>
                  </a:lnTo>
                  <a:lnTo>
                    <a:pt x="120" y="126"/>
                  </a:lnTo>
                  <a:lnTo>
                    <a:pt x="138" y="120"/>
                  </a:lnTo>
                  <a:lnTo>
                    <a:pt x="138" y="96"/>
                  </a:lnTo>
                  <a:lnTo>
                    <a:pt x="144" y="96"/>
                  </a:lnTo>
                  <a:lnTo>
                    <a:pt x="150" y="102"/>
                  </a:lnTo>
                  <a:lnTo>
                    <a:pt x="162" y="108"/>
                  </a:lnTo>
                  <a:lnTo>
                    <a:pt x="186" y="102"/>
                  </a:lnTo>
                  <a:lnTo>
                    <a:pt x="210" y="102"/>
                  </a:lnTo>
                  <a:lnTo>
                    <a:pt x="228" y="108"/>
                  </a:lnTo>
                  <a:lnTo>
                    <a:pt x="240" y="102"/>
                  </a:lnTo>
                  <a:lnTo>
                    <a:pt x="252" y="102"/>
                  </a:lnTo>
                  <a:lnTo>
                    <a:pt x="258" y="108"/>
                  </a:lnTo>
                  <a:lnTo>
                    <a:pt x="312" y="108"/>
                  </a:lnTo>
                  <a:lnTo>
                    <a:pt x="324" y="126"/>
                  </a:lnTo>
                  <a:lnTo>
                    <a:pt x="342" y="126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02" name="Côte d'Ivoire" descr="© INSCALE GmbH, 05.05.2010&#10;http://www.presentationload.com/">
              <a:extLst>
                <a:ext uri="{FF2B5EF4-FFF2-40B4-BE49-F238E27FC236}">
                  <a16:creationId xmlns:a16="http://schemas.microsoft.com/office/drawing/2014/main" id="{4D4A76DB-3862-4F01-BCDA-2E8FFC6AC02C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964642" y="2739441"/>
              <a:ext cx="171243" cy="201822"/>
            </a:xfrm>
            <a:custGeom>
              <a:avLst/>
              <a:gdLst>
                <a:gd name="T0" fmla="*/ 2147483647 w 438"/>
                <a:gd name="T1" fmla="*/ 2147483647 h 516"/>
                <a:gd name="T2" fmla="*/ 2147483647 w 438"/>
                <a:gd name="T3" fmla="*/ 2147483647 h 516"/>
                <a:gd name="T4" fmla="*/ 2147483647 w 438"/>
                <a:gd name="T5" fmla="*/ 2147483647 h 516"/>
                <a:gd name="T6" fmla="*/ 2147483647 w 438"/>
                <a:gd name="T7" fmla="*/ 2147483647 h 516"/>
                <a:gd name="T8" fmla="*/ 2147483647 w 438"/>
                <a:gd name="T9" fmla="*/ 2147483647 h 516"/>
                <a:gd name="T10" fmla="*/ 2147483647 w 438"/>
                <a:gd name="T11" fmla="*/ 2147483647 h 516"/>
                <a:gd name="T12" fmla="*/ 2147483647 w 438"/>
                <a:gd name="T13" fmla="*/ 2147483647 h 516"/>
                <a:gd name="T14" fmla="*/ 2147483647 w 438"/>
                <a:gd name="T15" fmla="*/ 2147483647 h 516"/>
                <a:gd name="T16" fmla="*/ 2147483647 w 438"/>
                <a:gd name="T17" fmla="*/ 2147483647 h 516"/>
                <a:gd name="T18" fmla="*/ 2147483647 w 438"/>
                <a:gd name="T19" fmla="*/ 2147483647 h 516"/>
                <a:gd name="T20" fmla="*/ 2147483647 w 438"/>
                <a:gd name="T21" fmla="*/ 2147483647 h 516"/>
                <a:gd name="T22" fmla="*/ 2147483647 w 438"/>
                <a:gd name="T23" fmla="*/ 2147483647 h 516"/>
                <a:gd name="T24" fmla="*/ 2147483647 w 438"/>
                <a:gd name="T25" fmla="*/ 2147483647 h 516"/>
                <a:gd name="T26" fmla="*/ 2147483647 w 438"/>
                <a:gd name="T27" fmla="*/ 2147483647 h 516"/>
                <a:gd name="T28" fmla="*/ 2147483647 w 438"/>
                <a:gd name="T29" fmla="*/ 2147483647 h 516"/>
                <a:gd name="T30" fmla="*/ 2147483647 w 438"/>
                <a:gd name="T31" fmla="*/ 2147483647 h 516"/>
                <a:gd name="T32" fmla="*/ 2147483647 w 438"/>
                <a:gd name="T33" fmla="*/ 0 h 516"/>
                <a:gd name="T34" fmla="*/ 2147483647 w 438"/>
                <a:gd name="T35" fmla="*/ 2147483647 h 516"/>
                <a:gd name="T36" fmla="*/ 2147483647 w 438"/>
                <a:gd name="T37" fmla="*/ 2147483647 h 516"/>
                <a:gd name="T38" fmla="*/ 2147483647 w 438"/>
                <a:gd name="T39" fmla="*/ 2147483647 h 516"/>
                <a:gd name="T40" fmla="*/ 2147483647 w 438"/>
                <a:gd name="T41" fmla="*/ 2147483647 h 516"/>
                <a:gd name="T42" fmla="*/ 2147483647 w 438"/>
                <a:gd name="T43" fmla="*/ 2147483647 h 516"/>
                <a:gd name="T44" fmla="*/ 2147483647 w 438"/>
                <a:gd name="T45" fmla="*/ 2147483647 h 516"/>
                <a:gd name="T46" fmla="*/ 2147483647 w 438"/>
                <a:gd name="T47" fmla="*/ 2147483647 h 516"/>
                <a:gd name="T48" fmla="*/ 2147483647 w 438"/>
                <a:gd name="T49" fmla="*/ 2147483647 h 516"/>
                <a:gd name="T50" fmla="*/ 2147483647 w 438"/>
                <a:gd name="T51" fmla="*/ 2147483647 h 516"/>
                <a:gd name="T52" fmla="*/ 2147483647 w 438"/>
                <a:gd name="T53" fmla="*/ 2147483647 h 516"/>
                <a:gd name="T54" fmla="*/ 2147483647 w 438"/>
                <a:gd name="T55" fmla="*/ 2147483647 h 516"/>
                <a:gd name="T56" fmla="*/ 2147483647 w 438"/>
                <a:gd name="T57" fmla="*/ 2147483647 h 516"/>
                <a:gd name="T58" fmla="*/ 2147483647 w 438"/>
                <a:gd name="T59" fmla="*/ 2147483647 h 516"/>
                <a:gd name="T60" fmla="*/ 2147483647 w 438"/>
                <a:gd name="T61" fmla="*/ 2147483647 h 516"/>
                <a:gd name="T62" fmla="*/ 2147483647 w 438"/>
                <a:gd name="T63" fmla="*/ 2147483647 h 516"/>
                <a:gd name="T64" fmla="*/ 2147483647 w 438"/>
                <a:gd name="T65" fmla="*/ 2147483647 h 516"/>
                <a:gd name="T66" fmla="*/ 2147483647 w 438"/>
                <a:gd name="T67" fmla="*/ 2147483647 h 516"/>
                <a:gd name="T68" fmla="*/ 2147483647 w 438"/>
                <a:gd name="T69" fmla="*/ 2147483647 h 516"/>
                <a:gd name="T70" fmla="*/ 2147483647 w 438"/>
                <a:gd name="T71" fmla="*/ 2147483647 h 516"/>
                <a:gd name="T72" fmla="*/ 2147483647 w 438"/>
                <a:gd name="T73" fmla="*/ 2147483647 h 516"/>
                <a:gd name="T74" fmla="*/ 2147483647 w 438"/>
                <a:gd name="T75" fmla="*/ 2147483647 h 516"/>
                <a:gd name="T76" fmla="*/ 2147483647 w 438"/>
                <a:gd name="T77" fmla="*/ 2147483647 h 516"/>
                <a:gd name="T78" fmla="*/ 2147483647 w 438"/>
                <a:gd name="T79" fmla="*/ 2147483647 h 516"/>
                <a:gd name="T80" fmla="*/ 2147483647 w 438"/>
                <a:gd name="T81" fmla="*/ 2147483647 h 516"/>
                <a:gd name="T82" fmla="*/ 2147483647 w 438"/>
                <a:gd name="T83" fmla="*/ 2147483647 h 516"/>
                <a:gd name="T84" fmla="*/ 2147483647 w 438"/>
                <a:gd name="T85" fmla="*/ 2147483647 h 516"/>
                <a:gd name="T86" fmla="*/ 2147483647 w 438"/>
                <a:gd name="T87" fmla="*/ 2147483647 h 516"/>
                <a:gd name="T88" fmla="*/ 2147483647 w 438"/>
                <a:gd name="T89" fmla="*/ 2147483647 h 51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38"/>
                <a:gd name="T136" fmla="*/ 0 h 516"/>
                <a:gd name="T137" fmla="*/ 438 w 438"/>
                <a:gd name="T138" fmla="*/ 516 h 51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38" h="516">
                  <a:moveTo>
                    <a:pt x="402" y="408"/>
                  </a:moveTo>
                  <a:lnTo>
                    <a:pt x="402" y="402"/>
                  </a:lnTo>
                  <a:lnTo>
                    <a:pt x="396" y="396"/>
                  </a:lnTo>
                  <a:lnTo>
                    <a:pt x="390" y="384"/>
                  </a:lnTo>
                  <a:lnTo>
                    <a:pt x="390" y="372"/>
                  </a:lnTo>
                  <a:lnTo>
                    <a:pt x="384" y="354"/>
                  </a:lnTo>
                  <a:lnTo>
                    <a:pt x="378" y="342"/>
                  </a:lnTo>
                  <a:lnTo>
                    <a:pt x="378" y="318"/>
                  </a:lnTo>
                  <a:lnTo>
                    <a:pt x="384" y="312"/>
                  </a:lnTo>
                  <a:lnTo>
                    <a:pt x="390" y="300"/>
                  </a:lnTo>
                  <a:lnTo>
                    <a:pt x="408" y="282"/>
                  </a:lnTo>
                  <a:lnTo>
                    <a:pt x="408" y="270"/>
                  </a:lnTo>
                  <a:lnTo>
                    <a:pt x="414" y="258"/>
                  </a:lnTo>
                  <a:lnTo>
                    <a:pt x="414" y="240"/>
                  </a:lnTo>
                  <a:lnTo>
                    <a:pt x="420" y="228"/>
                  </a:lnTo>
                  <a:lnTo>
                    <a:pt x="426" y="222"/>
                  </a:lnTo>
                  <a:lnTo>
                    <a:pt x="438" y="198"/>
                  </a:lnTo>
                  <a:lnTo>
                    <a:pt x="438" y="186"/>
                  </a:lnTo>
                  <a:lnTo>
                    <a:pt x="432" y="174"/>
                  </a:lnTo>
                  <a:lnTo>
                    <a:pt x="432" y="162"/>
                  </a:lnTo>
                  <a:lnTo>
                    <a:pt x="426" y="150"/>
                  </a:lnTo>
                  <a:lnTo>
                    <a:pt x="426" y="138"/>
                  </a:lnTo>
                  <a:lnTo>
                    <a:pt x="420" y="132"/>
                  </a:lnTo>
                  <a:lnTo>
                    <a:pt x="420" y="126"/>
                  </a:lnTo>
                  <a:lnTo>
                    <a:pt x="432" y="126"/>
                  </a:lnTo>
                  <a:lnTo>
                    <a:pt x="426" y="96"/>
                  </a:lnTo>
                  <a:lnTo>
                    <a:pt x="408" y="102"/>
                  </a:lnTo>
                  <a:lnTo>
                    <a:pt x="408" y="90"/>
                  </a:lnTo>
                  <a:lnTo>
                    <a:pt x="390" y="72"/>
                  </a:lnTo>
                  <a:lnTo>
                    <a:pt x="372" y="66"/>
                  </a:lnTo>
                  <a:lnTo>
                    <a:pt x="342" y="66"/>
                  </a:lnTo>
                  <a:lnTo>
                    <a:pt x="318" y="78"/>
                  </a:lnTo>
                  <a:lnTo>
                    <a:pt x="318" y="84"/>
                  </a:lnTo>
                  <a:lnTo>
                    <a:pt x="312" y="90"/>
                  </a:lnTo>
                  <a:lnTo>
                    <a:pt x="300" y="90"/>
                  </a:lnTo>
                  <a:lnTo>
                    <a:pt x="294" y="84"/>
                  </a:lnTo>
                  <a:lnTo>
                    <a:pt x="282" y="84"/>
                  </a:lnTo>
                  <a:lnTo>
                    <a:pt x="276" y="78"/>
                  </a:lnTo>
                  <a:lnTo>
                    <a:pt x="264" y="72"/>
                  </a:lnTo>
                  <a:lnTo>
                    <a:pt x="258" y="60"/>
                  </a:lnTo>
                  <a:lnTo>
                    <a:pt x="258" y="48"/>
                  </a:lnTo>
                  <a:lnTo>
                    <a:pt x="252" y="42"/>
                  </a:lnTo>
                  <a:lnTo>
                    <a:pt x="252" y="36"/>
                  </a:lnTo>
                  <a:lnTo>
                    <a:pt x="228" y="42"/>
                  </a:lnTo>
                  <a:lnTo>
                    <a:pt x="228" y="18"/>
                  </a:lnTo>
                  <a:lnTo>
                    <a:pt x="216" y="18"/>
                  </a:lnTo>
                  <a:lnTo>
                    <a:pt x="210" y="24"/>
                  </a:lnTo>
                  <a:lnTo>
                    <a:pt x="204" y="36"/>
                  </a:lnTo>
                  <a:lnTo>
                    <a:pt x="198" y="42"/>
                  </a:lnTo>
                  <a:lnTo>
                    <a:pt x="174" y="36"/>
                  </a:lnTo>
                  <a:lnTo>
                    <a:pt x="174" y="0"/>
                  </a:lnTo>
                  <a:lnTo>
                    <a:pt x="162" y="24"/>
                  </a:lnTo>
                  <a:lnTo>
                    <a:pt x="150" y="6"/>
                  </a:lnTo>
                  <a:lnTo>
                    <a:pt x="144" y="30"/>
                  </a:lnTo>
                  <a:lnTo>
                    <a:pt x="126" y="30"/>
                  </a:lnTo>
                  <a:lnTo>
                    <a:pt x="120" y="48"/>
                  </a:lnTo>
                  <a:lnTo>
                    <a:pt x="102" y="30"/>
                  </a:lnTo>
                  <a:lnTo>
                    <a:pt x="84" y="24"/>
                  </a:lnTo>
                  <a:lnTo>
                    <a:pt x="72" y="24"/>
                  </a:lnTo>
                  <a:lnTo>
                    <a:pt x="66" y="30"/>
                  </a:lnTo>
                  <a:lnTo>
                    <a:pt x="66" y="48"/>
                  </a:lnTo>
                  <a:lnTo>
                    <a:pt x="54" y="42"/>
                  </a:lnTo>
                  <a:lnTo>
                    <a:pt x="36" y="66"/>
                  </a:lnTo>
                  <a:lnTo>
                    <a:pt x="42" y="102"/>
                  </a:lnTo>
                  <a:lnTo>
                    <a:pt x="60" y="108"/>
                  </a:lnTo>
                  <a:lnTo>
                    <a:pt x="48" y="126"/>
                  </a:lnTo>
                  <a:lnTo>
                    <a:pt x="66" y="132"/>
                  </a:lnTo>
                  <a:lnTo>
                    <a:pt x="60" y="138"/>
                  </a:lnTo>
                  <a:lnTo>
                    <a:pt x="54" y="150"/>
                  </a:lnTo>
                  <a:lnTo>
                    <a:pt x="54" y="162"/>
                  </a:lnTo>
                  <a:lnTo>
                    <a:pt x="60" y="162"/>
                  </a:lnTo>
                  <a:lnTo>
                    <a:pt x="72" y="168"/>
                  </a:lnTo>
                  <a:lnTo>
                    <a:pt x="78" y="168"/>
                  </a:lnTo>
                  <a:lnTo>
                    <a:pt x="78" y="180"/>
                  </a:lnTo>
                  <a:lnTo>
                    <a:pt x="72" y="186"/>
                  </a:lnTo>
                  <a:lnTo>
                    <a:pt x="72" y="192"/>
                  </a:lnTo>
                  <a:lnTo>
                    <a:pt x="66" y="186"/>
                  </a:lnTo>
                  <a:lnTo>
                    <a:pt x="54" y="186"/>
                  </a:lnTo>
                  <a:lnTo>
                    <a:pt x="48" y="180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36" y="204"/>
                  </a:lnTo>
                  <a:lnTo>
                    <a:pt x="48" y="210"/>
                  </a:lnTo>
                  <a:lnTo>
                    <a:pt x="54" y="222"/>
                  </a:lnTo>
                  <a:lnTo>
                    <a:pt x="36" y="222"/>
                  </a:lnTo>
                  <a:lnTo>
                    <a:pt x="36" y="228"/>
                  </a:lnTo>
                  <a:lnTo>
                    <a:pt x="42" y="234"/>
                  </a:lnTo>
                  <a:lnTo>
                    <a:pt x="42" y="252"/>
                  </a:lnTo>
                  <a:lnTo>
                    <a:pt x="36" y="258"/>
                  </a:lnTo>
                  <a:lnTo>
                    <a:pt x="30" y="258"/>
                  </a:lnTo>
                  <a:lnTo>
                    <a:pt x="18" y="252"/>
                  </a:lnTo>
                  <a:lnTo>
                    <a:pt x="12" y="246"/>
                  </a:lnTo>
                  <a:lnTo>
                    <a:pt x="6" y="246"/>
                  </a:lnTo>
                  <a:lnTo>
                    <a:pt x="24" y="282"/>
                  </a:lnTo>
                  <a:lnTo>
                    <a:pt x="24" y="306"/>
                  </a:lnTo>
                  <a:lnTo>
                    <a:pt x="18" y="324"/>
                  </a:lnTo>
                  <a:lnTo>
                    <a:pt x="6" y="330"/>
                  </a:lnTo>
                  <a:lnTo>
                    <a:pt x="0" y="342"/>
                  </a:lnTo>
                  <a:lnTo>
                    <a:pt x="6" y="348"/>
                  </a:lnTo>
                  <a:lnTo>
                    <a:pt x="24" y="348"/>
                  </a:lnTo>
                  <a:lnTo>
                    <a:pt x="24" y="360"/>
                  </a:lnTo>
                  <a:lnTo>
                    <a:pt x="60" y="354"/>
                  </a:lnTo>
                  <a:lnTo>
                    <a:pt x="60" y="384"/>
                  </a:lnTo>
                  <a:lnTo>
                    <a:pt x="90" y="414"/>
                  </a:lnTo>
                  <a:lnTo>
                    <a:pt x="90" y="438"/>
                  </a:lnTo>
                  <a:lnTo>
                    <a:pt x="84" y="450"/>
                  </a:lnTo>
                  <a:lnTo>
                    <a:pt x="84" y="462"/>
                  </a:lnTo>
                  <a:lnTo>
                    <a:pt x="78" y="468"/>
                  </a:lnTo>
                  <a:lnTo>
                    <a:pt x="78" y="516"/>
                  </a:lnTo>
                  <a:lnTo>
                    <a:pt x="90" y="516"/>
                  </a:lnTo>
                  <a:lnTo>
                    <a:pt x="96" y="510"/>
                  </a:lnTo>
                  <a:lnTo>
                    <a:pt x="102" y="498"/>
                  </a:lnTo>
                  <a:lnTo>
                    <a:pt x="114" y="498"/>
                  </a:lnTo>
                  <a:lnTo>
                    <a:pt x="126" y="486"/>
                  </a:lnTo>
                  <a:lnTo>
                    <a:pt x="138" y="480"/>
                  </a:lnTo>
                  <a:lnTo>
                    <a:pt x="198" y="456"/>
                  </a:lnTo>
                  <a:lnTo>
                    <a:pt x="228" y="450"/>
                  </a:lnTo>
                  <a:lnTo>
                    <a:pt x="264" y="450"/>
                  </a:lnTo>
                  <a:lnTo>
                    <a:pt x="270" y="444"/>
                  </a:lnTo>
                  <a:lnTo>
                    <a:pt x="282" y="444"/>
                  </a:lnTo>
                  <a:lnTo>
                    <a:pt x="294" y="438"/>
                  </a:lnTo>
                  <a:lnTo>
                    <a:pt x="330" y="438"/>
                  </a:lnTo>
                  <a:lnTo>
                    <a:pt x="336" y="444"/>
                  </a:lnTo>
                  <a:lnTo>
                    <a:pt x="342" y="444"/>
                  </a:lnTo>
                  <a:lnTo>
                    <a:pt x="348" y="450"/>
                  </a:lnTo>
                  <a:lnTo>
                    <a:pt x="366" y="450"/>
                  </a:lnTo>
                  <a:lnTo>
                    <a:pt x="378" y="438"/>
                  </a:lnTo>
                  <a:lnTo>
                    <a:pt x="384" y="438"/>
                  </a:lnTo>
                  <a:lnTo>
                    <a:pt x="384" y="444"/>
                  </a:lnTo>
                  <a:lnTo>
                    <a:pt x="396" y="456"/>
                  </a:lnTo>
                  <a:lnTo>
                    <a:pt x="408" y="462"/>
                  </a:lnTo>
                  <a:lnTo>
                    <a:pt x="420" y="462"/>
                  </a:lnTo>
                  <a:lnTo>
                    <a:pt x="426" y="468"/>
                  </a:lnTo>
                  <a:lnTo>
                    <a:pt x="426" y="414"/>
                  </a:lnTo>
                  <a:lnTo>
                    <a:pt x="402" y="408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04" name="Congo" descr="© INSCALE GmbH, 05.05.2010&#10;http://www.presentationload.com/">
              <a:extLst>
                <a:ext uri="{FF2B5EF4-FFF2-40B4-BE49-F238E27FC236}">
                  <a16:creationId xmlns:a16="http://schemas.microsoft.com/office/drawing/2014/main" id="{519FC11C-3154-4335-8C15-D34A79676391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547173" y="2907627"/>
              <a:ext cx="527490" cy="593235"/>
            </a:xfrm>
            <a:custGeom>
              <a:avLst/>
              <a:gdLst>
                <a:gd name="T0" fmla="*/ 2147483647 w 1350"/>
                <a:gd name="T1" fmla="*/ 2147483647 h 1518"/>
                <a:gd name="T2" fmla="*/ 2147483647 w 1350"/>
                <a:gd name="T3" fmla="*/ 2147483647 h 1518"/>
                <a:gd name="T4" fmla="*/ 2147483647 w 1350"/>
                <a:gd name="T5" fmla="*/ 2147483647 h 1518"/>
                <a:gd name="T6" fmla="*/ 2147483647 w 1350"/>
                <a:gd name="T7" fmla="*/ 2147483647 h 1518"/>
                <a:gd name="T8" fmla="*/ 2147483647 w 1350"/>
                <a:gd name="T9" fmla="*/ 2147483647 h 1518"/>
                <a:gd name="T10" fmla="*/ 2147483647 w 1350"/>
                <a:gd name="T11" fmla="*/ 2147483647 h 1518"/>
                <a:gd name="T12" fmla="*/ 2147483647 w 1350"/>
                <a:gd name="T13" fmla="*/ 2147483647 h 1518"/>
                <a:gd name="T14" fmla="*/ 2147483647 w 1350"/>
                <a:gd name="T15" fmla="*/ 2147483647 h 1518"/>
                <a:gd name="T16" fmla="*/ 2147483647 w 1350"/>
                <a:gd name="T17" fmla="*/ 2147483647 h 1518"/>
                <a:gd name="T18" fmla="*/ 2147483647 w 1350"/>
                <a:gd name="T19" fmla="*/ 2147483647 h 1518"/>
                <a:gd name="T20" fmla="*/ 2147483647 w 1350"/>
                <a:gd name="T21" fmla="*/ 2147483647 h 1518"/>
                <a:gd name="T22" fmla="*/ 2147483647 w 1350"/>
                <a:gd name="T23" fmla="*/ 2147483647 h 1518"/>
                <a:gd name="T24" fmla="*/ 2147483647 w 1350"/>
                <a:gd name="T25" fmla="*/ 2147483647 h 1518"/>
                <a:gd name="T26" fmla="*/ 2147483647 w 1350"/>
                <a:gd name="T27" fmla="*/ 2147483647 h 1518"/>
                <a:gd name="T28" fmla="*/ 2147483647 w 1350"/>
                <a:gd name="T29" fmla="*/ 2147483647 h 1518"/>
                <a:gd name="T30" fmla="*/ 2147483647 w 1350"/>
                <a:gd name="T31" fmla="*/ 2147483647 h 1518"/>
                <a:gd name="T32" fmla="*/ 2147483647 w 1350"/>
                <a:gd name="T33" fmla="*/ 2147483647 h 1518"/>
                <a:gd name="T34" fmla="*/ 2147483647 w 1350"/>
                <a:gd name="T35" fmla="*/ 2147483647 h 1518"/>
                <a:gd name="T36" fmla="*/ 2147483647 w 1350"/>
                <a:gd name="T37" fmla="*/ 2147483647 h 1518"/>
                <a:gd name="T38" fmla="*/ 2147483647 w 1350"/>
                <a:gd name="T39" fmla="*/ 2147483647 h 1518"/>
                <a:gd name="T40" fmla="*/ 2147483647 w 1350"/>
                <a:gd name="T41" fmla="*/ 2147483647 h 1518"/>
                <a:gd name="T42" fmla="*/ 2147483647 w 1350"/>
                <a:gd name="T43" fmla="*/ 2147483647 h 1518"/>
                <a:gd name="T44" fmla="*/ 2147483647 w 1350"/>
                <a:gd name="T45" fmla="*/ 2147483647 h 1518"/>
                <a:gd name="T46" fmla="*/ 2147483647 w 1350"/>
                <a:gd name="T47" fmla="*/ 2147483647 h 1518"/>
                <a:gd name="T48" fmla="*/ 2147483647 w 1350"/>
                <a:gd name="T49" fmla="*/ 2147483647 h 1518"/>
                <a:gd name="T50" fmla="*/ 2147483647 w 1350"/>
                <a:gd name="T51" fmla="*/ 2147483647 h 1518"/>
                <a:gd name="T52" fmla="*/ 2147483647 w 1350"/>
                <a:gd name="T53" fmla="*/ 2147483647 h 1518"/>
                <a:gd name="T54" fmla="*/ 2147483647 w 1350"/>
                <a:gd name="T55" fmla="*/ 2147483647 h 1518"/>
                <a:gd name="T56" fmla="*/ 2147483647 w 1350"/>
                <a:gd name="T57" fmla="*/ 2147483647 h 1518"/>
                <a:gd name="T58" fmla="*/ 2147483647 w 1350"/>
                <a:gd name="T59" fmla="*/ 2147483647 h 1518"/>
                <a:gd name="T60" fmla="*/ 2147483647 w 1350"/>
                <a:gd name="T61" fmla="*/ 2147483647 h 1518"/>
                <a:gd name="T62" fmla="*/ 2147483647 w 1350"/>
                <a:gd name="T63" fmla="*/ 2147483647 h 1518"/>
                <a:gd name="T64" fmla="*/ 2147483647 w 1350"/>
                <a:gd name="T65" fmla="*/ 2147483647 h 1518"/>
                <a:gd name="T66" fmla="*/ 2147483647 w 1350"/>
                <a:gd name="T67" fmla="*/ 2147483647 h 1518"/>
                <a:gd name="T68" fmla="*/ 2147483647 w 1350"/>
                <a:gd name="T69" fmla="*/ 2147483647 h 1518"/>
                <a:gd name="T70" fmla="*/ 2147483647 w 1350"/>
                <a:gd name="T71" fmla="*/ 2147483647 h 1518"/>
                <a:gd name="T72" fmla="*/ 2147483647 w 1350"/>
                <a:gd name="T73" fmla="*/ 2147483647 h 1518"/>
                <a:gd name="T74" fmla="*/ 2147483647 w 1350"/>
                <a:gd name="T75" fmla="*/ 2147483647 h 1518"/>
                <a:gd name="T76" fmla="*/ 2147483647 w 1350"/>
                <a:gd name="T77" fmla="*/ 2147483647 h 1518"/>
                <a:gd name="T78" fmla="*/ 2147483647 w 1350"/>
                <a:gd name="T79" fmla="*/ 2147483647 h 1518"/>
                <a:gd name="T80" fmla="*/ 2147483647 w 1350"/>
                <a:gd name="T81" fmla="*/ 2147483647 h 1518"/>
                <a:gd name="T82" fmla="*/ 2147483647 w 1350"/>
                <a:gd name="T83" fmla="*/ 2147483647 h 1518"/>
                <a:gd name="T84" fmla="*/ 2147483647 w 1350"/>
                <a:gd name="T85" fmla="*/ 2147483647 h 1518"/>
                <a:gd name="T86" fmla="*/ 2147483647 w 1350"/>
                <a:gd name="T87" fmla="*/ 2147483647 h 1518"/>
                <a:gd name="T88" fmla="*/ 2147483647 w 1350"/>
                <a:gd name="T89" fmla="*/ 2147483647 h 1518"/>
                <a:gd name="T90" fmla="*/ 2147483647 w 1350"/>
                <a:gd name="T91" fmla="*/ 2147483647 h 1518"/>
                <a:gd name="T92" fmla="*/ 2147483647 w 1350"/>
                <a:gd name="T93" fmla="*/ 2147483647 h 1518"/>
                <a:gd name="T94" fmla="*/ 2147483647 w 1350"/>
                <a:gd name="T95" fmla="*/ 2147483647 h 1518"/>
                <a:gd name="T96" fmla="*/ 2147483647 w 1350"/>
                <a:gd name="T97" fmla="*/ 2147483647 h 1518"/>
                <a:gd name="T98" fmla="*/ 2147483647 w 1350"/>
                <a:gd name="T99" fmla="*/ 2147483647 h 1518"/>
                <a:gd name="T100" fmla="*/ 2147483647 w 1350"/>
                <a:gd name="T101" fmla="*/ 2147483647 h 1518"/>
                <a:gd name="T102" fmla="*/ 2147483647 w 1350"/>
                <a:gd name="T103" fmla="*/ 2147483647 h 1518"/>
                <a:gd name="T104" fmla="*/ 2147483647 w 1350"/>
                <a:gd name="T105" fmla="*/ 2147483647 h 1518"/>
                <a:gd name="T106" fmla="*/ 2147483647 w 1350"/>
                <a:gd name="T107" fmla="*/ 2147483647 h 1518"/>
                <a:gd name="T108" fmla="*/ 2147483647 w 1350"/>
                <a:gd name="T109" fmla="*/ 2147483647 h 1518"/>
                <a:gd name="T110" fmla="*/ 2147483647 w 1350"/>
                <a:gd name="T111" fmla="*/ 2147483647 h 1518"/>
                <a:gd name="T112" fmla="*/ 2147483647 w 1350"/>
                <a:gd name="T113" fmla="*/ 2147483647 h 1518"/>
                <a:gd name="T114" fmla="*/ 2147483647 w 1350"/>
                <a:gd name="T115" fmla="*/ 2147483647 h 1518"/>
                <a:gd name="T116" fmla="*/ 2147483647 w 1350"/>
                <a:gd name="T117" fmla="*/ 2147483647 h 1518"/>
                <a:gd name="T118" fmla="*/ 2147483647 w 1350"/>
                <a:gd name="T119" fmla="*/ 2147483647 h 1518"/>
                <a:gd name="T120" fmla="*/ 2147483647 w 1350"/>
                <a:gd name="T121" fmla="*/ 2147483647 h 1518"/>
                <a:gd name="T122" fmla="*/ 2147483647 w 1350"/>
                <a:gd name="T123" fmla="*/ 2147483647 h 1518"/>
                <a:gd name="T124" fmla="*/ 2147483647 w 1350"/>
                <a:gd name="T125" fmla="*/ 2147483647 h 151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350"/>
                <a:gd name="T190" fmla="*/ 0 h 1518"/>
                <a:gd name="T191" fmla="*/ 1350 w 1350"/>
                <a:gd name="T192" fmla="*/ 1518 h 1518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350" h="1518">
                  <a:moveTo>
                    <a:pt x="1242" y="468"/>
                  </a:moveTo>
                  <a:lnTo>
                    <a:pt x="1242" y="438"/>
                  </a:lnTo>
                  <a:lnTo>
                    <a:pt x="1260" y="366"/>
                  </a:lnTo>
                  <a:lnTo>
                    <a:pt x="1278" y="354"/>
                  </a:lnTo>
                  <a:lnTo>
                    <a:pt x="1278" y="342"/>
                  </a:lnTo>
                  <a:lnTo>
                    <a:pt x="1302" y="330"/>
                  </a:lnTo>
                  <a:lnTo>
                    <a:pt x="1308" y="318"/>
                  </a:lnTo>
                  <a:lnTo>
                    <a:pt x="1320" y="312"/>
                  </a:lnTo>
                  <a:lnTo>
                    <a:pt x="1332" y="288"/>
                  </a:lnTo>
                  <a:lnTo>
                    <a:pt x="1344" y="276"/>
                  </a:lnTo>
                  <a:lnTo>
                    <a:pt x="1350" y="264"/>
                  </a:lnTo>
                  <a:lnTo>
                    <a:pt x="1350" y="252"/>
                  </a:lnTo>
                  <a:lnTo>
                    <a:pt x="1344" y="246"/>
                  </a:lnTo>
                  <a:lnTo>
                    <a:pt x="1332" y="240"/>
                  </a:lnTo>
                  <a:lnTo>
                    <a:pt x="1320" y="240"/>
                  </a:lnTo>
                  <a:lnTo>
                    <a:pt x="1314" y="234"/>
                  </a:lnTo>
                  <a:lnTo>
                    <a:pt x="1314" y="222"/>
                  </a:lnTo>
                  <a:lnTo>
                    <a:pt x="1320" y="210"/>
                  </a:lnTo>
                  <a:lnTo>
                    <a:pt x="1326" y="204"/>
                  </a:lnTo>
                  <a:lnTo>
                    <a:pt x="1326" y="198"/>
                  </a:lnTo>
                  <a:lnTo>
                    <a:pt x="1320" y="192"/>
                  </a:lnTo>
                  <a:lnTo>
                    <a:pt x="1308" y="186"/>
                  </a:lnTo>
                  <a:lnTo>
                    <a:pt x="1326" y="168"/>
                  </a:lnTo>
                  <a:lnTo>
                    <a:pt x="1320" y="144"/>
                  </a:lnTo>
                  <a:lnTo>
                    <a:pt x="1302" y="144"/>
                  </a:lnTo>
                  <a:lnTo>
                    <a:pt x="1296" y="120"/>
                  </a:lnTo>
                  <a:lnTo>
                    <a:pt x="1290" y="120"/>
                  </a:lnTo>
                  <a:lnTo>
                    <a:pt x="1284" y="114"/>
                  </a:lnTo>
                  <a:lnTo>
                    <a:pt x="1272" y="108"/>
                  </a:lnTo>
                  <a:lnTo>
                    <a:pt x="1260" y="96"/>
                  </a:lnTo>
                  <a:lnTo>
                    <a:pt x="1254" y="84"/>
                  </a:lnTo>
                  <a:lnTo>
                    <a:pt x="1248" y="66"/>
                  </a:lnTo>
                  <a:lnTo>
                    <a:pt x="1236" y="60"/>
                  </a:lnTo>
                  <a:lnTo>
                    <a:pt x="1230" y="54"/>
                  </a:lnTo>
                  <a:lnTo>
                    <a:pt x="1218" y="66"/>
                  </a:lnTo>
                  <a:lnTo>
                    <a:pt x="1218" y="72"/>
                  </a:lnTo>
                  <a:lnTo>
                    <a:pt x="1206" y="84"/>
                  </a:lnTo>
                  <a:lnTo>
                    <a:pt x="1200" y="84"/>
                  </a:lnTo>
                  <a:lnTo>
                    <a:pt x="1188" y="78"/>
                  </a:lnTo>
                  <a:lnTo>
                    <a:pt x="1188" y="72"/>
                  </a:lnTo>
                  <a:lnTo>
                    <a:pt x="1176" y="66"/>
                  </a:lnTo>
                  <a:lnTo>
                    <a:pt x="1164" y="66"/>
                  </a:lnTo>
                  <a:lnTo>
                    <a:pt x="1158" y="72"/>
                  </a:lnTo>
                  <a:lnTo>
                    <a:pt x="1152" y="84"/>
                  </a:lnTo>
                  <a:lnTo>
                    <a:pt x="1146" y="90"/>
                  </a:lnTo>
                  <a:lnTo>
                    <a:pt x="1098" y="66"/>
                  </a:lnTo>
                  <a:lnTo>
                    <a:pt x="1098" y="42"/>
                  </a:lnTo>
                  <a:lnTo>
                    <a:pt x="1068" y="18"/>
                  </a:lnTo>
                  <a:lnTo>
                    <a:pt x="1062" y="6"/>
                  </a:lnTo>
                  <a:lnTo>
                    <a:pt x="1044" y="24"/>
                  </a:lnTo>
                  <a:lnTo>
                    <a:pt x="1026" y="30"/>
                  </a:lnTo>
                  <a:lnTo>
                    <a:pt x="1002" y="30"/>
                  </a:lnTo>
                  <a:lnTo>
                    <a:pt x="990" y="18"/>
                  </a:lnTo>
                  <a:lnTo>
                    <a:pt x="990" y="12"/>
                  </a:lnTo>
                  <a:lnTo>
                    <a:pt x="954" y="18"/>
                  </a:lnTo>
                  <a:lnTo>
                    <a:pt x="942" y="6"/>
                  </a:lnTo>
                  <a:lnTo>
                    <a:pt x="942" y="0"/>
                  </a:lnTo>
                  <a:lnTo>
                    <a:pt x="936" y="0"/>
                  </a:lnTo>
                  <a:lnTo>
                    <a:pt x="918" y="18"/>
                  </a:lnTo>
                  <a:lnTo>
                    <a:pt x="918" y="30"/>
                  </a:lnTo>
                  <a:lnTo>
                    <a:pt x="906" y="30"/>
                  </a:lnTo>
                  <a:lnTo>
                    <a:pt x="900" y="36"/>
                  </a:lnTo>
                  <a:lnTo>
                    <a:pt x="876" y="36"/>
                  </a:lnTo>
                  <a:lnTo>
                    <a:pt x="864" y="24"/>
                  </a:lnTo>
                  <a:lnTo>
                    <a:pt x="840" y="42"/>
                  </a:lnTo>
                  <a:lnTo>
                    <a:pt x="822" y="42"/>
                  </a:lnTo>
                  <a:lnTo>
                    <a:pt x="810" y="54"/>
                  </a:lnTo>
                  <a:lnTo>
                    <a:pt x="798" y="60"/>
                  </a:lnTo>
                  <a:lnTo>
                    <a:pt x="792" y="66"/>
                  </a:lnTo>
                  <a:lnTo>
                    <a:pt x="786" y="66"/>
                  </a:lnTo>
                  <a:lnTo>
                    <a:pt x="762" y="42"/>
                  </a:lnTo>
                  <a:lnTo>
                    <a:pt x="756" y="54"/>
                  </a:lnTo>
                  <a:lnTo>
                    <a:pt x="738" y="72"/>
                  </a:lnTo>
                  <a:lnTo>
                    <a:pt x="738" y="84"/>
                  </a:lnTo>
                  <a:lnTo>
                    <a:pt x="732" y="90"/>
                  </a:lnTo>
                  <a:lnTo>
                    <a:pt x="726" y="102"/>
                  </a:lnTo>
                  <a:lnTo>
                    <a:pt x="720" y="108"/>
                  </a:lnTo>
                  <a:lnTo>
                    <a:pt x="708" y="102"/>
                  </a:lnTo>
                  <a:lnTo>
                    <a:pt x="702" y="96"/>
                  </a:lnTo>
                  <a:lnTo>
                    <a:pt x="690" y="90"/>
                  </a:lnTo>
                  <a:lnTo>
                    <a:pt x="642" y="90"/>
                  </a:lnTo>
                  <a:lnTo>
                    <a:pt x="630" y="84"/>
                  </a:lnTo>
                  <a:lnTo>
                    <a:pt x="624" y="78"/>
                  </a:lnTo>
                  <a:lnTo>
                    <a:pt x="582" y="78"/>
                  </a:lnTo>
                  <a:lnTo>
                    <a:pt x="582" y="48"/>
                  </a:lnTo>
                  <a:lnTo>
                    <a:pt x="576" y="42"/>
                  </a:lnTo>
                  <a:lnTo>
                    <a:pt x="558" y="42"/>
                  </a:lnTo>
                  <a:lnTo>
                    <a:pt x="558" y="30"/>
                  </a:lnTo>
                  <a:lnTo>
                    <a:pt x="546" y="24"/>
                  </a:lnTo>
                  <a:lnTo>
                    <a:pt x="534" y="24"/>
                  </a:lnTo>
                  <a:lnTo>
                    <a:pt x="516" y="18"/>
                  </a:lnTo>
                  <a:lnTo>
                    <a:pt x="504" y="18"/>
                  </a:lnTo>
                  <a:lnTo>
                    <a:pt x="492" y="24"/>
                  </a:lnTo>
                  <a:lnTo>
                    <a:pt x="486" y="30"/>
                  </a:lnTo>
                  <a:lnTo>
                    <a:pt x="486" y="36"/>
                  </a:lnTo>
                  <a:lnTo>
                    <a:pt x="480" y="48"/>
                  </a:lnTo>
                  <a:lnTo>
                    <a:pt x="480" y="54"/>
                  </a:lnTo>
                  <a:lnTo>
                    <a:pt x="474" y="66"/>
                  </a:lnTo>
                  <a:lnTo>
                    <a:pt x="462" y="78"/>
                  </a:lnTo>
                  <a:lnTo>
                    <a:pt x="456" y="78"/>
                  </a:lnTo>
                  <a:lnTo>
                    <a:pt x="444" y="90"/>
                  </a:lnTo>
                  <a:lnTo>
                    <a:pt x="444" y="102"/>
                  </a:lnTo>
                  <a:lnTo>
                    <a:pt x="450" y="102"/>
                  </a:lnTo>
                  <a:lnTo>
                    <a:pt x="450" y="120"/>
                  </a:lnTo>
                  <a:lnTo>
                    <a:pt x="438" y="138"/>
                  </a:lnTo>
                  <a:lnTo>
                    <a:pt x="450" y="150"/>
                  </a:lnTo>
                  <a:lnTo>
                    <a:pt x="450" y="186"/>
                  </a:lnTo>
                  <a:lnTo>
                    <a:pt x="444" y="198"/>
                  </a:lnTo>
                  <a:lnTo>
                    <a:pt x="438" y="216"/>
                  </a:lnTo>
                  <a:lnTo>
                    <a:pt x="426" y="228"/>
                  </a:lnTo>
                  <a:lnTo>
                    <a:pt x="414" y="252"/>
                  </a:lnTo>
                  <a:lnTo>
                    <a:pt x="408" y="258"/>
                  </a:lnTo>
                  <a:lnTo>
                    <a:pt x="408" y="288"/>
                  </a:lnTo>
                  <a:lnTo>
                    <a:pt x="414" y="300"/>
                  </a:lnTo>
                  <a:lnTo>
                    <a:pt x="414" y="324"/>
                  </a:lnTo>
                  <a:lnTo>
                    <a:pt x="396" y="360"/>
                  </a:lnTo>
                  <a:lnTo>
                    <a:pt x="396" y="372"/>
                  </a:lnTo>
                  <a:lnTo>
                    <a:pt x="402" y="378"/>
                  </a:lnTo>
                  <a:lnTo>
                    <a:pt x="408" y="390"/>
                  </a:lnTo>
                  <a:lnTo>
                    <a:pt x="408" y="414"/>
                  </a:lnTo>
                  <a:lnTo>
                    <a:pt x="402" y="426"/>
                  </a:lnTo>
                  <a:lnTo>
                    <a:pt x="390" y="432"/>
                  </a:lnTo>
                  <a:lnTo>
                    <a:pt x="390" y="486"/>
                  </a:lnTo>
                  <a:lnTo>
                    <a:pt x="384" y="492"/>
                  </a:lnTo>
                  <a:lnTo>
                    <a:pt x="372" y="498"/>
                  </a:lnTo>
                  <a:lnTo>
                    <a:pt x="366" y="510"/>
                  </a:lnTo>
                  <a:lnTo>
                    <a:pt x="318" y="534"/>
                  </a:lnTo>
                  <a:lnTo>
                    <a:pt x="312" y="540"/>
                  </a:lnTo>
                  <a:lnTo>
                    <a:pt x="306" y="552"/>
                  </a:lnTo>
                  <a:lnTo>
                    <a:pt x="306" y="588"/>
                  </a:lnTo>
                  <a:lnTo>
                    <a:pt x="282" y="612"/>
                  </a:lnTo>
                  <a:lnTo>
                    <a:pt x="276" y="612"/>
                  </a:lnTo>
                  <a:lnTo>
                    <a:pt x="282" y="714"/>
                  </a:lnTo>
                  <a:lnTo>
                    <a:pt x="252" y="756"/>
                  </a:lnTo>
                  <a:lnTo>
                    <a:pt x="246" y="762"/>
                  </a:lnTo>
                  <a:lnTo>
                    <a:pt x="228" y="762"/>
                  </a:lnTo>
                  <a:lnTo>
                    <a:pt x="216" y="774"/>
                  </a:lnTo>
                  <a:lnTo>
                    <a:pt x="210" y="786"/>
                  </a:lnTo>
                  <a:lnTo>
                    <a:pt x="192" y="804"/>
                  </a:lnTo>
                  <a:lnTo>
                    <a:pt x="186" y="816"/>
                  </a:lnTo>
                  <a:lnTo>
                    <a:pt x="180" y="822"/>
                  </a:lnTo>
                  <a:lnTo>
                    <a:pt x="168" y="828"/>
                  </a:lnTo>
                  <a:lnTo>
                    <a:pt x="150" y="828"/>
                  </a:lnTo>
                  <a:lnTo>
                    <a:pt x="144" y="822"/>
                  </a:lnTo>
                  <a:lnTo>
                    <a:pt x="150" y="810"/>
                  </a:lnTo>
                  <a:lnTo>
                    <a:pt x="150" y="780"/>
                  </a:lnTo>
                  <a:lnTo>
                    <a:pt x="144" y="780"/>
                  </a:lnTo>
                  <a:lnTo>
                    <a:pt x="126" y="798"/>
                  </a:lnTo>
                  <a:lnTo>
                    <a:pt x="102" y="792"/>
                  </a:lnTo>
                  <a:lnTo>
                    <a:pt x="102" y="810"/>
                  </a:lnTo>
                  <a:lnTo>
                    <a:pt x="96" y="822"/>
                  </a:lnTo>
                  <a:lnTo>
                    <a:pt x="90" y="828"/>
                  </a:lnTo>
                  <a:lnTo>
                    <a:pt x="78" y="828"/>
                  </a:lnTo>
                  <a:lnTo>
                    <a:pt x="72" y="822"/>
                  </a:lnTo>
                  <a:lnTo>
                    <a:pt x="72" y="816"/>
                  </a:lnTo>
                  <a:lnTo>
                    <a:pt x="66" y="810"/>
                  </a:lnTo>
                  <a:lnTo>
                    <a:pt x="66" y="804"/>
                  </a:lnTo>
                  <a:lnTo>
                    <a:pt x="54" y="804"/>
                  </a:lnTo>
                  <a:lnTo>
                    <a:pt x="48" y="816"/>
                  </a:lnTo>
                  <a:lnTo>
                    <a:pt x="12" y="846"/>
                  </a:lnTo>
                  <a:lnTo>
                    <a:pt x="18" y="858"/>
                  </a:lnTo>
                  <a:lnTo>
                    <a:pt x="18" y="864"/>
                  </a:lnTo>
                  <a:lnTo>
                    <a:pt x="24" y="876"/>
                  </a:lnTo>
                  <a:lnTo>
                    <a:pt x="24" y="882"/>
                  </a:lnTo>
                  <a:lnTo>
                    <a:pt x="18" y="888"/>
                  </a:lnTo>
                  <a:lnTo>
                    <a:pt x="6" y="894"/>
                  </a:lnTo>
                  <a:lnTo>
                    <a:pt x="0" y="900"/>
                  </a:lnTo>
                  <a:lnTo>
                    <a:pt x="6" y="906"/>
                  </a:lnTo>
                  <a:lnTo>
                    <a:pt x="6" y="912"/>
                  </a:lnTo>
                  <a:lnTo>
                    <a:pt x="18" y="918"/>
                  </a:lnTo>
                  <a:lnTo>
                    <a:pt x="18" y="924"/>
                  </a:lnTo>
                  <a:lnTo>
                    <a:pt x="54" y="906"/>
                  </a:lnTo>
                  <a:lnTo>
                    <a:pt x="78" y="912"/>
                  </a:lnTo>
                  <a:lnTo>
                    <a:pt x="84" y="906"/>
                  </a:lnTo>
                  <a:lnTo>
                    <a:pt x="96" y="912"/>
                  </a:lnTo>
                  <a:lnTo>
                    <a:pt x="120" y="906"/>
                  </a:lnTo>
                  <a:lnTo>
                    <a:pt x="132" y="912"/>
                  </a:lnTo>
                  <a:lnTo>
                    <a:pt x="162" y="912"/>
                  </a:lnTo>
                  <a:lnTo>
                    <a:pt x="174" y="906"/>
                  </a:lnTo>
                  <a:lnTo>
                    <a:pt x="186" y="906"/>
                  </a:lnTo>
                  <a:lnTo>
                    <a:pt x="198" y="912"/>
                  </a:lnTo>
                  <a:lnTo>
                    <a:pt x="228" y="912"/>
                  </a:lnTo>
                  <a:lnTo>
                    <a:pt x="246" y="906"/>
                  </a:lnTo>
                  <a:lnTo>
                    <a:pt x="270" y="906"/>
                  </a:lnTo>
                  <a:lnTo>
                    <a:pt x="276" y="900"/>
                  </a:lnTo>
                  <a:lnTo>
                    <a:pt x="294" y="900"/>
                  </a:lnTo>
                  <a:lnTo>
                    <a:pt x="300" y="906"/>
                  </a:lnTo>
                  <a:lnTo>
                    <a:pt x="306" y="918"/>
                  </a:lnTo>
                  <a:lnTo>
                    <a:pt x="318" y="930"/>
                  </a:lnTo>
                  <a:lnTo>
                    <a:pt x="318" y="972"/>
                  </a:lnTo>
                  <a:lnTo>
                    <a:pt x="336" y="990"/>
                  </a:lnTo>
                  <a:lnTo>
                    <a:pt x="336" y="1014"/>
                  </a:lnTo>
                  <a:lnTo>
                    <a:pt x="330" y="1020"/>
                  </a:lnTo>
                  <a:lnTo>
                    <a:pt x="330" y="1026"/>
                  </a:lnTo>
                  <a:lnTo>
                    <a:pt x="336" y="1032"/>
                  </a:lnTo>
                  <a:lnTo>
                    <a:pt x="342" y="1032"/>
                  </a:lnTo>
                  <a:lnTo>
                    <a:pt x="354" y="1044"/>
                  </a:lnTo>
                  <a:lnTo>
                    <a:pt x="354" y="1056"/>
                  </a:lnTo>
                  <a:lnTo>
                    <a:pt x="360" y="1062"/>
                  </a:lnTo>
                  <a:lnTo>
                    <a:pt x="372" y="1086"/>
                  </a:lnTo>
                  <a:lnTo>
                    <a:pt x="402" y="1086"/>
                  </a:lnTo>
                  <a:lnTo>
                    <a:pt x="414" y="1092"/>
                  </a:lnTo>
                  <a:lnTo>
                    <a:pt x="420" y="1080"/>
                  </a:lnTo>
                  <a:lnTo>
                    <a:pt x="444" y="1080"/>
                  </a:lnTo>
                  <a:lnTo>
                    <a:pt x="456" y="1074"/>
                  </a:lnTo>
                  <a:lnTo>
                    <a:pt x="462" y="1080"/>
                  </a:lnTo>
                  <a:lnTo>
                    <a:pt x="504" y="1074"/>
                  </a:lnTo>
                  <a:lnTo>
                    <a:pt x="504" y="1056"/>
                  </a:lnTo>
                  <a:lnTo>
                    <a:pt x="510" y="1050"/>
                  </a:lnTo>
                  <a:lnTo>
                    <a:pt x="510" y="1044"/>
                  </a:lnTo>
                  <a:lnTo>
                    <a:pt x="522" y="1044"/>
                  </a:lnTo>
                  <a:lnTo>
                    <a:pt x="522" y="1032"/>
                  </a:lnTo>
                  <a:lnTo>
                    <a:pt x="516" y="1020"/>
                  </a:lnTo>
                  <a:lnTo>
                    <a:pt x="510" y="1014"/>
                  </a:lnTo>
                  <a:lnTo>
                    <a:pt x="510" y="1008"/>
                  </a:lnTo>
                  <a:lnTo>
                    <a:pt x="516" y="1002"/>
                  </a:lnTo>
                  <a:lnTo>
                    <a:pt x="564" y="1002"/>
                  </a:lnTo>
                  <a:lnTo>
                    <a:pt x="564" y="996"/>
                  </a:lnTo>
                  <a:lnTo>
                    <a:pt x="576" y="996"/>
                  </a:lnTo>
                  <a:lnTo>
                    <a:pt x="588" y="1002"/>
                  </a:lnTo>
                  <a:lnTo>
                    <a:pt x="588" y="1026"/>
                  </a:lnTo>
                  <a:lnTo>
                    <a:pt x="678" y="1026"/>
                  </a:lnTo>
                  <a:lnTo>
                    <a:pt x="678" y="1050"/>
                  </a:lnTo>
                  <a:lnTo>
                    <a:pt x="666" y="1068"/>
                  </a:lnTo>
                  <a:lnTo>
                    <a:pt x="672" y="1086"/>
                  </a:lnTo>
                  <a:lnTo>
                    <a:pt x="684" y="1098"/>
                  </a:lnTo>
                  <a:lnTo>
                    <a:pt x="690" y="1110"/>
                  </a:lnTo>
                  <a:lnTo>
                    <a:pt x="690" y="1122"/>
                  </a:lnTo>
                  <a:lnTo>
                    <a:pt x="684" y="1134"/>
                  </a:lnTo>
                  <a:lnTo>
                    <a:pt x="678" y="1140"/>
                  </a:lnTo>
                  <a:lnTo>
                    <a:pt x="684" y="1164"/>
                  </a:lnTo>
                  <a:lnTo>
                    <a:pt x="684" y="1176"/>
                  </a:lnTo>
                  <a:lnTo>
                    <a:pt x="678" y="1182"/>
                  </a:lnTo>
                  <a:lnTo>
                    <a:pt x="678" y="1194"/>
                  </a:lnTo>
                  <a:lnTo>
                    <a:pt x="684" y="1212"/>
                  </a:lnTo>
                  <a:lnTo>
                    <a:pt x="696" y="1230"/>
                  </a:lnTo>
                  <a:lnTo>
                    <a:pt x="708" y="1254"/>
                  </a:lnTo>
                  <a:lnTo>
                    <a:pt x="714" y="1260"/>
                  </a:lnTo>
                  <a:lnTo>
                    <a:pt x="714" y="1278"/>
                  </a:lnTo>
                  <a:lnTo>
                    <a:pt x="708" y="1290"/>
                  </a:lnTo>
                  <a:lnTo>
                    <a:pt x="708" y="1302"/>
                  </a:lnTo>
                  <a:lnTo>
                    <a:pt x="702" y="1308"/>
                  </a:lnTo>
                  <a:lnTo>
                    <a:pt x="702" y="1332"/>
                  </a:lnTo>
                  <a:lnTo>
                    <a:pt x="708" y="1338"/>
                  </a:lnTo>
                  <a:lnTo>
                    <a:pt x="714" y="1338"/>
                  </a:lnTo>
                  <a:lnTo>
                    <a:pt x="720" y="1344"/>
                  </a:lnTo>
                  <a:lnTo>
                    <a:pt x="726" y="1326"/>
                  </a:lnTo>
                  <a:lnTo>
                    <a:pt x="756" y="1332"/>
                  </a:lnTo>
                  <a:lnTo>
                    <a:pt x="780" y="1326"/>
                  </a:lnTo>
                  <a:lnTo>
                    <a:pt x="780" y="1314"/>
                  </a:lnTo>
                  <a:lnTo>
                    <a:pt x="792" y="1314"/>
                  </a:lnTo>
                  <a:lnTo>
                    <a:pt x="804" y="1326"/>
                  </a:lnTo>
                  <a:lnTo>
                    <a:pt x="828" y="1326"/>
                  </a:lnTo>
                  <a:lnTo>
                    <a:pt x="834" y="1308"/>
                  </a:lnTo>
                  <a:lnTo>
                    <a:pt x="840" y="1320"/>
                  </a:lnTo>
                  <a:lnTo>
                    <a:pt x="858" y="1320"/>
                  </a:lnTo>
                  <a:lnTo>
                    <a:pt x="858" y="1350"/>
                  </a:lnTo>
                  <a:lnTo>
                    <a:pt x="864" y="1356"/>
                  </a:lnTo>
                  <a:lnTo>
                    <a:pt x="882" y="1356"/>
                  </a:lnTo>
                  <a:lnTo>
                    <a:pt x="882" y="1350"/>
                  </a:lnTo>
                  <a:lnTo>
                    <a:pt x="876" y="1344"/>
                  </a:lnTo>
                  <a:lnTo>
                    <a:pt x="918" y="1338"/>
                  </a:lnTo>
                  <a:lnTo>
                    <a:pt x="918" y="1356"/>
                  </a:lnTo>
                  <a:lnTo>
                    <a:pt x="924" y="1368"/>
                  </a:lnTo>
                  <a:lnTo>
                    <a:pt x="930" y="1374"/>
                  </a:lnTo>
                  <a:lnTo>
                    <a:pt x="948" y="1386"/>
                  </a:lnTo>
                  <a:lnTo>
                    <a:pt x="984" y="1392"/>
                  </a:lnTo>
                  <a:lnTo>
                    <a:pt x="1014" y="1398"/>
                  </a:lnTo>
                  <a:lnTo>
                    <a:pt x="1032" y="1398"/>
                  </a:lnTo>
                  <a:lnTo>
                    <a:pt x="1032" y="1392"/>
                  </a:lnTo>
                  <a:lnTo>
                    <a:pt x="1038" y="1386"/>
                  </a:lnTo>
                  <a:lnTo>
                    <a:pt x="1038" y="1368"/>
                  </a:lnTo>
                  <a:lnTo>
                    <a:pt x="1044" y="1362"/>
                  </a:lnTo>
                  <a:lnTo>
                    <a:pt x="1050" y="1362"/>
                  </a:lnTo>
                  <a:lnTo>
                    <a:pt x="1062" y="1374"/>
                  </a:lnTo>
                  <a:lnTo>
                    <a:pt x="1062" y="1386"/>
                  </a:lnTo>
                  <a:lnTo>
                    <a:pt x="1068" y="1392"/>
                  </a:lnTo>
                  <a:lnTo>
                    <a:pt x="1080" y="1392"/>
                  </a:lnTo>
                  <a:lnTo>
                    <a:pt x="1080" y="1404"/>
                  </a:lnTo>
                  <a:lnTo>
                    <a:pt x="1074" y="1404"/>
                  </a:lnTo>
                  <a:lnTo>
                    <a:pt x="1074" y="1416"/>
                  </a:lnTo>
                  <a:lnTo>
                    <a:pt x="1104" y="1416"/>
                  </a:lnTo>
                  <a:lnTo>
                    <a:pt x="1110" y="1422"/>
                  </a:lnTo>
                  <a:lnTo>
                    <a:pt x="1110" y="1434"/>
                  </a:lnTo>
                  <a:lnTo>
                    <a:pt x="1122" y="1434"/>
                  </a:lnTo>
                  <a:lnTo>
                    <a:pt x="1128" y="1428"/>
                  </a:lnTo>
                  <a:lnTo>
                    <a:pt x="1134" y="1428"/>
                  </a:lnTo>
                  <a:lnTo>
                    <a:pt x="1140" y="1434"/>
                  </a:lnTo>
                  <a:lnTo>
                    <a:pt x="1146" y="1446"/>
                  </a:lnTo>
                  <a:lnTo>
                    <a:pt x="1146" y="1452"/>
                  </a:lnTo>
                  <a:lnTo>
                    <a:pt x="1152" y="1464"/>
                  </a:lnTo>
                  <a:lnTo>
                    <a:pt x="1164" y="1464"/>
                  </a:lnTo>
                  <a:lnTo>
                    <a:pt x="1176" y="1476"/>
                  </a:lnTo>
                  <a:lnTo>
                    <a:pt x="1176" y="1488"/>
                  </a:lnTo>
                  <a:lnTo>
                    <a:pt x="1182" y="1500"/>
                  </a:lnTo>
                  <a:lnTo>
                    <a:pt x="1182" y="1512"/>
                  </a:lnTo>
                  <a:lnTo>
                    <a:pt x="1200" y="1512"/>
                  </a:lnTo>
                  <a:lnTo>
                    <a:pt x="1218" y="1500"/>
                  </a:lnTo>
                  <a:lnTo>
                    <a:pt x="1224" y="1512"/>
                  </a:lnTo>
                  <a:lnTo>
                    <a:pt x="1224" y="1518"/>
                  </a:lnTo>
                  <a:lnTo>
                    <a:pt x="1230" y="1518"/>
                  </a:lnTo>
                  <a:lnTo>
                    <a:pt x="1236" y="1500"/>
                  </a:lnTo>
                  <a:lnTo>
                    <a:pt x="1242" y="1464"/>
                  </a:lnTo>
                  <a:lnTo>
                    <a:pt x="1242" y="1416"/>
                  </a:lnTo>
                  <a:lnTo>
                    <a:pt x="1218" y="1416"/>
                  </a:lnTo>
                  <a:lnTo>
                    <a:pt x="1218" y="1434"/>
                  </a:lnTo>
                  <a:lnTo>
                    <a:pt x="1212" y="1440"/>
                  </a:lnTo>
                  <a:lnTo>
                    <a:pt x="1206" y="1440"/>
                  </a:lnTo>
                  <a:lnTo>
                    <a:pt x="1194" y="1434"/>
                  </a:lnTo>
                  <a:lnTo>
                    <a:pt x="1164" y="1404"/>
                  </a:lnTo>
                  <a:lnTo>
                    <a:pt x="1158" y="1404"/>
                  </a:lnTo>
                  <a:lnTo>
                    <a:pt x="1158" y="1398"/>
                  </a:lnTo>
                  <a:lnTo>
                    <a:pt x="1152" y="1398"/>
                  </a:lnTo>
                  <a:lnTo>
                    <a:pt x="1140" y="1386"/>
                  </a:lnTo>
                  <a:lnTo>
                    <a:pt x="1140" y="1362"/>
                  </a:lnTo>
                  <a:lnTo>
                    <a:pt x="1146" y="1350"/>
                  </a:lnTo>
                  <a:lnTo>
                    <a:pt x="1152" y="1332"/>
                  </a:lnTo>
                  <a:lnTo>
                    <a:pt x="1158" y="1320"/>
                  </a:lnTo>
                  <a:lnTo>
                    <a:pt x="1170" y="1308"/>
                  </a:lnTo>
                  <a:lnTo>
                    <a:pt x="1170" y="1254"/>
                  </a:lnTo>
                  <a:lnTo>
                    <a:pt x="1164" y="1236"/>
                  </a:lnTo>
                  <a:lnTo>
                    <a:pt x="1164" y="1212"/>
                  </a:lnTo>
                  <a:lnTo>
                    <a:pt x="1158" y="1206"/>
                  </a:lnTo>
                  <a:lnTo>
                    <a:pt x="1158" y="1200"/>
                  </a:lnTo>
                  <a:lnTo>
                    <a:pt x="1152" y="1194"/>
                  </a:lnTo>
                  <a:lnTo>
                    <a:pt x="1152" y="1188"/>
                  </a:lnTo>
                  <a:lnTo>
                    <a:pt x="1140" y="1176"/>
                  </a:lnTo>
                  <a:lnTo>
                    <a:pt x="1146" y="1176"/>
                  </a:lnTo>
                  <a:lnTo>
                    <a:pt x="1152" y="1170"/>
                  </a:lnTo>
                  <a:lnTo>
                    <a:pt x="1164" y="1164"/>
                  </a:lnTo>
                  <a:lnTo>
                    <a:pt x="1182" y="1146"/>
                  </a:lnTo>
                  <a:lnTo>
                    <a:pt x="1182" y="1116"/>
                  </a:lnTo>
                  <a:lnTo>
                    <a:pt x="1194" y="1116"/>
                  </a:lnTo>
                  <a:lnTo>
                    <a:pt x="1212" y="1110"/>
                  </a:lnTo>
                  <a:lnTo>
                    <a:pt x="1230" y="1110"/>
                  </a:lnTo>
                  <a:lnTo>
                    <a:pt x="1242" y="1104"/>
                  </a:lnTo>
                  <a:lnTo>
                    <a:pt x="1260" y="1104"/>
                  </a:lnTo>
                  <a:lnTo>
                    <a:pt x="1284" y="1092"/>
                  </a:lnTo>
                  <a:lnTo>
                    <a:pt x="1290" y="1092"/>
                  </a:lnTo>
                  <a:lnTo>
                    <a:pt x="1290" y="1086"/>
                  </a:lnTo>
                  <a:lnTo>
                    <a:pt x="1284" y="1074"/>
                  </a:lnTo>
                  <a:lnTo>
                    <a:pt x="1272" y="1062"/>
                  </a:lnTo>
                  <a:lnTo>
                    <a:pt x="1272" y="1014"/>
                  </a:lnTo>
                  <a:lnTo>
                    <a:pt x="1248" y="1014"/>
                  </a:lnTo>
                  <a:lnTo>
                    <a:pt x="1248" y="1008"/>
                  </a:lnTo>
                  <a:lnTo>
                    <a:pt x="1242" y="996"/>
                  </a:lnTo>
                  <a:lnTo>
                    <a:pt x="1242" y="978"/>
                  </a:lnTo>
                  <a:lnTo>
                    <a:pt x="1236" y="972"/>
                  </a:lnTo>
                  <a:lnTo>
                    <a:pt x="1224" y="966"/>
                  </a:lnTo>
                  <a:lnTo>
                    <a:pt x="1218" y="960"/>
                  </a:lnTo>
                  <a:lnTo>
                    <a:pt x="1206" y="936"/>
                  </a:lnTo>
                  <a:lnTo>
                    <a:pt x="1206" y="906"/>
                  </a:lnTo>
                  <a:lnTo>
                    <a:pt x="1212" y="900"/>
                  </a:lnTo>
                  <a:lnTo>
                    <a:pt x="1212" y="876"/>
                  </a:lnTo>
                  <a:lnTo>
                    <a:pt x="1200" y="864"/>
                  </a:lnTo>
                  <a:lnTo>
                    <a:pt x="1194" y="852"/>
                  </a:lnTo>
                  <a:lnTo>
                    <a:pt x="1194" y="804"/>
                  </a:lnTo>
                  <a:lnTo>
                    <a:pt x="1200" y="780"/>
                  </a:lnTo>
                  <a:lnTo>
                    <a:pt x="1200" y="750"/>
                  </a:lnTo>
                  <a:lnTo>
                    <a:pt x="1212" y="738"/>
                  </a:lnTo>
                  <a:lnTo>
                    <a:pt x="1218" y="744"/>
                  </a:lnTo>
                  <a:lnTo>
                    <a:pt x="1218" y="732"/>
                  </a:lnTo>
                  <a:lnTo>
                    <a:pt x="1224" y="726"/>
                  </a:lnTo>
                  <a:lnTo>
                    <a:pt x="1224" y="696"/>
                  </a:lnTo>
                  <a:lnTo>
                    <a:pt x="1218" y="690"/>
                  </a:lnTo>
                  <a:lnTo>
                    <a:pt x="1206" y="684"/>
                  </a:lnTo>
                  <a:lnTo>
                    <a:pt x="1200" y="678"/>
                  </a:lnTo>
                  <a:lnTo>
                    <a:pt x="1188" y="648"/>
                  </a:lnTo>
                  <a:lnTo>
                    <a:pt x="1182" y="642"/>
                  </a:lnTo>
                  <a:lnTo>
                    <a:pt x="1176" y="642"/>
                  </a:lnTo>
                  <a:lnTo>
                    <a:pt x="1176" y="636"/>
                  </a:lnTo>
                  <a:lnTo>
                    <a:pt x="1182" y="624"/>
                  </a:lnTo>
                  <a:lnTo>
                    <a:pt x="1194" y="618"/>
                  </a:lnTo>
                  <a:lnTo>
                    <a:pt x="1206" y="606"/>
                  </a:lnTo>
                  <a:lnTo>
                    <a:pt x="1206" y="594"/>
                  </a:lnTo>
                  <a:lnTo>
                    <a:pt x="1200" y="588"/>
                  </a:lnTo>
                  <a:lnTo>
                    <a:pt x="1194" y="576"/>
                  </a:lnTo>
                  <a:lnTo>
                    <a:pt x="1194" y="570"/>
                  </a:lnTo>
                  <a:lnTo>
                    <a:pt x="1200" y="564"/>
                  </a:lnTo>
                  <a:lnTo>
                    <a:pt x="1224" y="552"/>
                  </a:lnTo>
                  <a:lnTo>
                    <a:pt x="1230" y="546"/>
                  </a:lnTo>
                  <a:lnTo>
                    <a:pt x="1236" y="546"/>
                  </a:lnTo>
                  <a:lnTo>
                    <a:pt x="1242" y="468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05" name="Congo (Brazzaville)" descr="© INSCALE GmbH, 05.05.2010&#10;http://www.presentationload.com/">
              <a:extLst>
                <a:ext uri="{FF2B5EF4-FFF2-40B4-BE49-F238E27FC236}">
                  <a16:creationId xmlns:a16="http://schemas.microsoft.com/office/drawing/2014/main" id="{4B7BE9E3-6FA5-4531-940C-221EFB4F9CC0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513535" y="2959611"/>
              <a:ext cx="209468" cy="273683"/>
            </a:xfrm>
            <a:custGeom>
              <a:avLst/>
              <a:gdLst>
                <a:gd name="T0" fmla="*/ 2147483647 w 534"/>
                <a:gd name="T1" fmla="*/ 2147483647 h 702"/>
                <a:gd name="T2" fmla="*/ 2147483647 w 534"/>
                <a:gd name="T3" fmla="*/ 2147483647 h 702"/>
                <a:gd name="T4" fmla="*/ 2147483647 w 534"/>
                <a:gd name="T5" fmla="*/ 2147483647 h 702"/>
                <a:gd name="T6" fmla="*/ 2147483647 w 534"/>
                <a:gd name="T7" fmla="*/ 2147483647 h 702"/>
                <a:gd name="T8" fmla="*/ 2147483647 w 534"/>
                <a:gd name="T9" fmla="*/ 2147483647 h 702"/>
                <a:gd name="T10" fmla="*/ 2147483647 w 534"/>
                <a:gd name="T11" fmla="*/ 2147483647 h 702"/>
                <a:gd name="T12" fmla="*/ 2147483647 w 534"/>
                <a:gd name="T13" fmla="*/ 2147483647 h 702"/>
                <a:gd name="T14" fmla="*/ 2147483647 w 534"/>
                <a:gd name="T15" fmla="*/ 2147483647 h 702"/>
                <a:gd name="T16" fmla="*/ 2147483647 w 534"/>
                <a:gd name="T17" fmla="*/ 2147483647 h 702"/>
                <a:gd name="T18" fmla="*/ 2147483647 w 534"/>
                <a:gd name="T19" fmla="*/ 2147483647 h 702"/>
                <a:gd name="T20" fmla="*/ 2147483647 w 534"/>
                <a:gd name="T21" fmla="*/ 2147483647 h 702"/>
                <a:gd name="T22" fmla="*/ 2147483647 w 534"/>
                <a:gd name="T23" fmla="*/ 2147483647 h 702"/>
                <a:gd name="T24" fmla="*/ 2147483647 w 534"/>
                <a:gd name="T25" fmla="*/ 2147483647 h 702"/>
                <a:gd name="T26" fmla="*/ 2147483647 w 534"/>
                <a:gd name="T27" fmla="*/ 2147483647 h 702"/>
                <a:gd name="T28" fmla="*/ 2147483647 w 534"/>
                <a:gd name="T29" fmla="*/ 2147483647 h 702"/>
                <a:gd name="T30" fmla="*/ 2147483647 w 534"/>
                <a:gd name="T31" fmla="*/ 2147483647 h 702"/>
                <a:gd name="T32" fmla="*/ 2147483647 w 534"/>
                <a:gd name="T33" fmla="*/ 2147483647 h 702"/>
                <a:gd name="T34" fmla="*/ 2147483647 w 534"/>
                <a:gd name="T35" fmla="*/ 2147483647 h 702"/>
                <a:gd name="T36" fmla="*/ 2147483647 w 534"/>
                <a:gd name="T37" fmla="*/ 2147483647 h 702"/>
                <a:gd name="T38" fmla="*/ 2147483647 w 534"/>
                <a:gd name="T39" fmla="*/ 2147483647 h 702"/>
                <a:gd name="T40" fmla="*/ 2147483647 w 534"/>
                <a:gd name="T41" fmla="*/ 2147483647 h 702"/>
                <a:gd name="T42" fmla="*/ 2147483647 w 534"/>
                <a:gd name="T43" fmla="*/ 2147483647 h 702"/>
                <a:gd name="T44" fmla="*/ 2147483647 w 534"/>
                <a:gd name="T45" fmla="*/ 2147483647 h 702"/>
                <a:gd name="T46" fmla="*/ 2147483647 w 534"/>
                <a:gd name="T47" fmla="*/ 2147483647 h 702"/>
                <a:gd name="T48" fmla="*/ 2147483647 w 534"/>
                <a:gd name="T49" fmla="*/ 2147483647 h 702"/>
                <a:gd name="T50" fmla="*/ 0 w 534"/>
                <a:gd name="T51" fmla="*/ 2147483647 h 702"/>
                <a:gd name="T52" fmla="*/ 2147483647 w 534"/>
                <a:gd name="T53" fmla="*/ 2147483647 h 702"/>
                <a:gd name="T54" fmla="*/ 2147483647 w 534"/>
                <a:gd name="T55" fmla="*/ 2147483647 h 702"/>
                <a:gd name="T56" fmla="*/ 2147483647 w 534"/>
                <a:gd name="T57" fmla="*/ 2147483647 h 702"/>
                <a:gd name="T58" fmla="*/ 2147483647 w 534"/>
                <a:gd name="T59" fmla="*/ 2147483647 h 702"/>
                <a:gd name="T60" fmla="*/ 2147483647 w 534"/>
                <a:gd name="T61" fmla="*/ 2147483647 h 702"/>
                <a:gd name="T62" fmla="*/ 2147483647 w 534"/>
                <a:gd name="T63" fmla="*/ 2147483647 h 702"/>
                <a:gd name="T64" fmla="*/ 2147483647 w 534"/>
                <a:gd name="T65" fmla="*/ 2147483647 h 702"/>
                <a:gd name="T66" fmla="*/ 2147483647 w 534"/>
                <a:gd name="T67" fmla="*/ 2147483647 h 702"/>
                <a:gd name="T68" fmla="*/ 2147483647 w 534"/>
                <a:gd name="T69" fmla="*/ 2147483647 h 702"/>
                <a:gd name="T70" fmla="*/ 2147483647 w 534"/>
                <a:gd name="T71" fmla="*/ 2147483647 h 702"/>
                <a:gd name="T72" fmla="*/ 2147483647 w 534"/>
                <a:gd name="T73" fmla="*/ 2147483647 h 702"/>
                <a:gd name="T74" fmla="*/ 2147483647 w 534"/>
                <a:gd name="T75" fmla="*/ 2147483647 h 702"/>
                <a:gd name="T76" fmla="*/ 2147483647 w 534"/>
                <a:gd name="T77" fmla="*/ 2147483647 h 702"/>
                <a:gd name="T78" fmla="*/ 2147483647 w 534"/>
                <a:gd name="T79" fmla="*/ 2147483647 h 702"/>
                <a:gd name="T80" fmla="*/ 2147483647 w 534"/>
                <a:gd name="T81" fmla="*/ 2147483647 h 702"/>
                <a:gd name="T82" fmla="*/ 2147483647 w 534"/>
                <a:gd name="T83" fmla="*/ 2147483647 h 702"/>
                <a:gd name="T84" fmla="*/ 2147483647 w 534"/>
                <a:gd name="T85" fmla="*/ 2147483647 h 702"/>
                <a:gd name="T86" fmla="*/ 2147483647 w 534"/>
                <a:gd name="T87" fmla="*/ 2147483647 h 702"/>
                <a:gd name="T88" fmla="*/ 2147483647 w 534"/>
                <a:gd name="T89" fmla="*/ 2147483647 h 702"/>
                <a:gd name="T90" fmla="*/ 2147483647 w 534"/>
                <a:gd name="T91" fmla="*/ 2147483647 h 702"/>
                <a:gd name="T92" fmla="*/ 2147483647 w 534"/>
                <a:gd name="T93" fmla="*/ 2147483647 h 702"/>
                <a:gd name="T94" fmla="*/ 2147483647 w 534"/>
                <a:gd name="T95" fmla="*/ 2147483647 h 702"/>
                <a:gd name="T96" fmla="*/ 2147483647 w 534"/>
                <a:gd name="T97" fmla="*/ 2147483647 h 702"/>
                <a:gd name="T98" fmla="*/ 2147483647 w 534"/>
                <a:gd name="T99" fmla="*/ 2147483647 h 702"/>
                <a:gd name="T100" fmla="*/ 2147483647 w 534"/>
                <a:gd name="T101" fmla="*/ 2147483647 h 702"/>
                <a:gd name="T102" fmla="*/ 2147483647 w 534"/>
                <a:gd name="T103" fmla="*/ 2147483647 h 70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34"/>
                <a:gd name="T157" fmla="*/ 0 h 702"/>
                <a:gd name="T158" fmla="*/ 534 w 534"/>
                <a:gd name="T159" fmla="*/ 702 h 70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34" h="702">
                  <a:moveTo>
                    <a:pt x="366" y="120"/>
                  </a:moveTo>
                  <a:lnTo>
                    <a:pt x="360" y="126"/>
                  </a:lnTo>
                  <a:lnTo>
                    <a:pt x="354" y="168"/>
                  </a:lnTo>
                  <a:lnTo>
                    <a:pt x="330" y="144"/>
                  </a:lnTo>
                  <a:lnTo>
                    <a:pt x="294" y="144"/>
                  </a:lnTo>
                  <a:lnTo>
                    <a:pt x="288" y="138"/>
                  </a:lnTo>
                  <a:lnTo>
                    <a:pt x="276" y="138"/>
                  </a:lnTo>
                  <a:lnTo>
                    <a:pt x="270" y="132"/>
                  </a:lnTo>
                  <a:lnTo>
                    <a:pt x="258" y="126"/>
                  </a:lnTo>
                  <a:lnTo>
                    <a:pt x="210" y="126"/>
                  </a:lnTo>
                  <a:lnTo>
                    <a:pt x="192" y="132"/>
                  </a:lnTo>
                  <a:lnTo>
                    <a:pt x="162" y="132"/>
                  </a:lnTo>
                  <a:lnTo>
                    <a:pt x="144" y="162"/>
                  </a:lnTo>
                  <a:lnTo>
                    <a:pt x="150" y="198"/>
                  </a:lnTo>
                  <a:lnTo>
                    <a:pt x="156" y="204"/>
                  </a:lnTo>
                  <a:lnTo>
                    <a:pt x="180" y="204"/>
                  </a:lnTo>
                  <a:lnTo>
                    <a:pt x="186" y="198"/>
                  </a:lnTo>
                  <a:lnTo>
                    <a:pt x="186" y="180"/>
                  </a:lnTo>
                  <a:lnTo>
                    <a:pt x="204" y="180"/>
                  </a:lnTo>
                  <a:lnTo>
                    <a:pt x="210" y="186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28" y="198"/>
                  </a:lnTo>
                  <a:lnTo>
                    <a:pt x="228" y="216"/>
                  </a:lnTo>
                  <a:lnTo>
                    <a:pt x="240" y="222"/>
                  </a:lnTo>
                  <a:lnTo>
                    <a:pt x="240" y="234"/>
                  </a:lnTo>
                  <a:lnTo>
                    <a:pt x="234" y="240"/>
                  </a:lnTo>
                  <a:lnTo>
                    <a:pt x="228" y="252"/>
                  </a:lnTo>
                  <a:lnTo>
                    <a:pt x="222" y="258"/>
                  </a:lnTo>
                  <a:lnTo>
                    <a:pt x="210" y="258"/>
                  </a:lnTo>
                  <a:lnTo>
                    <a:pt x="198" y="282"/>
                  </a:lnTo>
                  <a:lnTo>
                    <a:pt x="198" y="318"/>
                  </a:lnTo>
                  <a:lnTo>
                    <a:pt x="216" y="324"/>
                  </a:lnTo>
                  <a:lnTo>
                    <a:pt x="222" y="342"/>
                  </a:lnTo>
                  <a:lnTo>
                    <a:pt x="240" y="342"/>
                  </a:lnTo>
                  <a:lnTo>
                    <a:pt x="246" y="348"/>
                  </a:lnTo>
                  <a:lnTo>
                    <a:pt x="246" y="360"/>
                  </a:lnTo>
                  <a:lnTo>
                    <a:pt x="240" y="366"/>
                  </a:lnTo>
                  <a:lnTo>
                    <a:pt x="240" y="414"/>
                  </a:lnTo>
                  <a:lnTo>
                    <a:pt x="234" y="426"/>
                  </a:lnTo>
                  <a:lnTo>
                    <a:pt x="240" y="450"/>
                  </a:lnTo>
                  <a:lnTo>
                    <a:pt x="234" y="456"/>
                  </a:lnTo>
                  <a:lnTo>
                    <a:pt x="222" y="462"/>
                  </a:lnTo>
                  <a:lnTo>
                    <a:pt x="222" y="486"/>
                  </a:lnTo>
                  <a:lnTo>
                    <a:pt x="216" y="498"/>
                  </a:lnTo>
                  <a:lnTo>
                    <a:pt x="210" y="504"/>
                  </a:lnTo>
                  <a:lnTo>
                    <a:pt x="198" y="504"/>
                  </a:lnTo>
                  <a:lnTo>
                    <a:pt x="192" y="498"/>
                  </a:lnTo>
                  <a:lnTo>
                    <a:pt x="192" y="468"/>
                  </a:lnTo>
                  <a:lnTo>
                    <a:pt x="186" y="468"/>
                  </a:lnTo>
                  <a:lnTo>
                    <a:pt x="180" y="474"/>
                  </a:lnTo>
                  <a:lnTo>
                    <a:pt x="174" y="486"/>
                  </a:lnTo>
                  <a:lnTo>
                    <a:pt x="168" y="492"/>
                  </a:lnTo>
                  <a:lnTo>
                    <a:pt x="138" y="492"/>
                  </a:lnTo>
                  <a:lnTo>
                    <a:pt x="120" y="450"/>
                  </a:lnTo>
                  <a:lnTo>
                    <a:pt x="90" y="450"/>
                  </a:lnTo>
                  <a:lnTo>
                    <a:pt x="90" y="456"/>
                  </a:lnTo>
                  <a:lnTo>
                    <a:pt x="108" y="474"/>
                  </a:lnTo>
                  <a:lnTo>
                    <a:pt x="96" y="480"/>
                  </a:lnTo>
                  <a:lnTo>
                    <a:pt x="90" y="492"/>
                  </a:lnTo>
                  <a:lnTo>
                    <a:pt x="84" y="498"/>
                  </a:lnTo>
                  <a:lnTo>
                    <a:pt x="66" y="498"/>
                  </a:lnTo>
                  <a:lnTo>
                    <a:pt x="54" y="492"/>
                  </a:lnTo>
                  <a:lnTo>
                    <a:pt x="42" y="492"/>
                  </a:lnTo>
                  <a:lnTo>
                    <a:pt x="36" y="486"/>
                  </a:lnTo>
                  <a:lnTo>
                    <a:pt x="30" y="486"/>
                  </a:lnTo>
                  <a:lnTo>
                    <a:pt x="30" y="504"/>
                  </a:lnTo>
                  <a:lnTo>
                    <a:pt x="36" y="510"/>
                  </a:lnTo>
                  <a:lnTo>
                    <a:pt x="36" y="522"/>
                  </a:lnTo>
                  <a:lnTo>
                    <a:pt x="24" y="522"/>
                  </a:lnTo>
                  <a:lnTo>
                    <a:pt x="54" y="540"/>
                  </a:lnTo>
                  <a:lnTo>
                    <a:pt x="36" y="552"/>
                  </a:lnTo>
                  <a:lnTo>
                    <a:pt x="54" y="564"/>
                  </a:lnTo>
                  <a:lnTo>
                    <a:pt x="54" y="600"/>
                  </a:lnTo>
                  <a:lnTo>
                    <a:pt x="48" y="606"/>
                  </a:lnTo>
                  <a:lnTo>
                    <a:pt x="30" y="588"/>
                  </a:lnTo>
                  <a:lnTo>
                    <a:pt x="6" y="600"/>
                  </a:lnTo>
                  <a:lnTo>
                    <a:pt x="0" y="618"/>
                  </a:lnTo>
                  <a:lnTo>
                    <a:pt x="54" y="666"/>
                  </a:lnTo>
                  <a:lnTo>
                    <a:pt x="54" y="684"/>
                  </a:lnTo>
                  <a:lnTo>
                    <a:pt x="72" y="702"/>
                  </a:lnTo>
                  <a:lnTo>
                    <a:pt x="72" y="690"/>
                  </a:lnTo>
                  <a:lnTo>
                    <a:pt x="90" y="690"/>
                  </a:lnTo>
                  <a:lnTo>
                    <a:pt x="90" y="672"/>
                  </a:lnTo>
                  <a:lnTo>
                    <a:pt x="102" y="666"/>
                  </a:lnTo>
                  <a:lnTo>
                    <a:pt x="108" y="660"/>
                  </a:lnTo>
                  <a:lnTo>
                    <a:pt x="120" y="654"/>
                  </a:lnTo>
                  <a:lnTo>
                    <a:pt x="126" y="648"/>
                  </a:lnTo>
                  <a:lnTo>
                    <a:pt x="132" y="654"/>
                  </a:lnTo>
                  <a:lnTo>
                    <a:pt x="132" y="660"/>
                  </a:lnTo>
                  <a:lnTo>
                    <a:pt x="138" y="666"/>
                  </a:lnTo>
                  <a:lnTo>
                    <a:pt x="138" y="672"/>
                  </a:lnTo>
                  <a:lnTo>
                    <a:pt x="150" y="672"/>
                  </a:lnTo>
                  <a:lnTo>
                    <a:pt x="150" y="678"/>
                  </a:lnTo>
                  <a:lnTo>
                    <a:pt x="156" y="684"/>
                  </a:lnTo>
                  <a:lnTo>
                    <a:pt x="156" y="690"/>
                  </a:lnTo>
                  <a:lnTo>
                    <a:pt x="162" y="696"/>
                  </a:lnTo>
                  <a:lnTo>
                    <a:pt x="174" y="696"/>
                  </a:lnTo>
                  <a:lnTo>
                    <a:pt x="180" y="690"/>
                  </a:lnTo>
                  <a:lnTo>
                    <a:pt x="186" y="678"/>
                  </a:lnTo>
                  <a:lnTo>
                    <a:pt x="186" y="660"/>
                  </a:lnTo>
                  <a:lnTo>
                    <a:pt x="210" y="666"/>
                  </a:lnTo>
                  <a:lnTo>
                    <a:pt x="228" y="648"/>
                  </a:lnTo>
                  <a:lnTo>
                    <a:pt x="234" y="648"/>
                  </a:lnTo>
                  <a:lnTo>
                    <a:pt x="234" y="678"/>
                  </a:lnTo>
                  <a:lnTo>
                    <a:pt x="228" y="690"/>
                  </a:lnTo>
                  <a:lnTo>
                    <a:pt x="234" y="696"/>
                  </a:lnTo>
                  <a:lnTo>
                    <a:pt x="252" y="696"/>
                  </a:lnTo>
                  <a:lnTo>
                    <a:pt x="264" y="690"/>
                  </a:lnTo>
                  <a:lnTo>
                    <a:pt x="270" y="684"/>
                  </a:lnTo>
                  <a:lnTo>
                    <a:pt x="276" y="672"/>
                  </a:lnTo>
                  <a:lnTo>
                    <a:pt x="294" y="654"/>
                  </a:lnTo>
                  <a:lnTo>
                    <a:pt x="300" y="642"/>
                  </a:lnTo>
                  <a:lnTo>
                    <a:pt x="312" y="630"/>
                  </a:lnTo>
                  <a:lnTo>
                    <a:pt x="330" y="630"/>
                  </a:lnTo>
                  <a:lnTo>
                    <a:pt x="336" y="624"/>
                  </a:lnTo>
                  <a:lnTo>
                    <a:pt x="366" y="582"/>
                  </a:lnTo>
                  <a:lnTo>
                    <a:pt x="360" y="480"/>
                  </a:lnTo>
                  <a:lnTo>
                    <a:pt x="366" y="480"/>
                  </a:lnTo>
                  <a:lnTo>
                    <a:pt x="390" y="456"/>
                  </a:lnTo>
                  <a:lnTo>
                    <a:pt x="390" y="420"/>
                  </a:lnTo>
                  <a:lnTo>
                    <a:pt x="396" y="408"/>
                  </a:lnTo>
                  <a:lnTo>
                    <a:pt x="402" y="402"/>
                  </a:lnTo>
                  <a:lnTo>
                    <a:pt x="450" y="378"/>
                  </a:lnTo>
                  <a:lnTo>
                    <a:pt x="456" y="366"/>
                  </a:lnTo>
                  <a:lnTo>
                    <a:pt x="468" y="360"/>
                  </a:lnTo>
                  <a:lnTo>
                    <a:pt x="474" y="354"/>
                  </a:lnTo>
                  <a:lnTo>
                    <a:pt x="474" y="300"/>
                  </a:lnTo>
                  <a:lnTo>
                    <a:pt x="486" y="294"/>
                  </a:lnTo>
                  <a:lnTo>
                    <a:pt x="492" y="282"/>
                  </a:lnTo>
                  <a:lnTo>
                    <a:pt x="492" y="258"/>
                  </a:lnTo>
                  <a:lnTo>
                    <a:pt x="486" y="246"/>
                  </a:lnTo>
                  <a:lnTo>
                    <a:pt x="480" y="240"/>
                  </a:lnTo>
                  <a:lnTo>
                    <a:pt x="480" y="228"/>
                  </a:lnTo>
                  <a:lnTo>
                    <a:pt x="498" y="192"/>
                  </a:lnTo>
                  <a:lnTo>
                    <a:pt x="498" y="168"/>
                  </a:lnTo>
                  <a:lnTo>
                    <a:pt x="492" y="156"/>
                  </a:lnTo>
                  <a:lnTo>
                    <a:pt x="492" y="126"/>
                  </a:lnTo>
                  <a:lnTo>
                    <a:pt x="498" y="120"/>
                  </a:lnTo>
                  <a:lnTo>
                    <a:pt x="510" y="96"/>
                  </a:lnTo>
                  <a:lnTo>
                    <a:pt x="522" y="84"/>
                  </a:lnTo>
                  <a:lnTo>
                    <a:pt x="528" y="66"/>
                  </a:lnTo>
                  <a:lnTo>
                    <a:pt x="534" y="54"/>
                  </a:lnTo>
                  <a:lnTo>
                    <a:pt x="534" y="18"/>
                  </a:lnTo>
                  <a:lnTo>
                    <a:pt x="522" y="6"/>
                  </a:lnTo>
                  <a:lnTo>
                    <a:pt x="510" y="18"/>
                  </a:lnTo>
                  <a:lnTo>
                    <a:pt x="498" y="18"/>
                  </a:lnTo>
                  <a:lnTo>
                    <a:pt x="462" y="0"/>
                  </a:lnTo>
                  <a:lnTo>
                    <a:pt x="444" y="0"/>
                  </a:lnTo>
                  <a:lnTo>
                    <a:pt x="426" y="18"/>
                  </a:lnTo>
                  <a:lnTo>
                    <a:pt x="396" y="18"/>
                  </a:lnTo>
                  <a:lnTo>
                    <a:pt x="378" y="48"/>
                  </a:lnTo>
                  <a:lnTo>
                    <a:pt x="390" y="60"/>
                  </a:lnTo>
                  <a:lnTo>
                    <a:pt x="390" y="84"/>
                  </a:lnTo>
                  <a:lnTo>
                    <a:pt x="384" y="96"/>
                  </a:lnTo>
                  <a:lnTo>
                    <a:pt x="378" y="102"/>
                  </a:lnTo>
                  <a:lnTo>
                    <a:pt x="372" y="114"/>
                  </a:lnTo>
                  <a:lnTo>
                    <a:pt x="366" y="120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07" name="China" descr="© INSCALE GmbH, 05.05.2010&#10;http://www.presentationload.com/">
              <a:extLst>
                <a:ext uri="{FF2B5EF4-FFF2-40B4-BE49-F238E27FC236}">
                  <a16:creationId xmlns:a16="http://schemas.microsoft.com/office/drawing/2014/main" id="{79C13459-CD47-43B1-80DA-70C211F407C0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3123524" y="1397020"/>
              <a:ext cx="1431102" cy="1105435"/>
            </a:xfrm>
            <a:custGeom>
              <a:avLst/>
              <a:gdLst>
                <a:gd name="T0" fmla="*/ 2147483647 w 3660"/>
                <a:gd name="T1" fmla="*/ 2147483647 h 2826"/>
                <a:gd name="T2" fmla="*/ 2147483647 w 3660"/>
                <a:gd name="T3" fmla="*/ 2147483647 h 2826"/>
                <a:gd name="T4" fmla="*/ 2147483647 w 3660"/>
                <a:gd name="T5" fmla="*/ 2147483647 h 2826"/>
                <a:gd name="T6" fmla="*/ 2147483647 w 3660"/>
                <a:gd name="T7" fmla="*/ 2147483647 h 2826"/>
                <a:gd name="T8" fmla="*/ 2147483647 w 3660"/>
                <a:gd name="T9" fmla="*/ 2147483647 h 2826"/>
                <a:gd name="T10" fmla="*/ 2147483647 w 3660"/>
                <a:gd name="T11" fmla="*/ 2147483647 h 2826"/>
                <a:gd name="T12" fmla="*/ 2147483647 w 3660"/>
                <a:gd name="T13" fmla="*/ 2147483647 h 2826"/>
                <a:gd name="T14" fmla="*/ 2147483647 w 3660"/>
                <a:gd name="T15" fmla="*/ 2147483647 h 2826"/>
                <a:gd name="T16" fmla="*/ 2147483647 w 3660"/>
                <a:gd name="T17" fmla="*/ 2147483647 h 2826"/>
                <a:gd name="T18" fmla="*/ 2147483647 w 3660"/>
                <a:gd name="T19" fmla="*/ 2147483647 h 2826"/>
                <a:gd name="T20" fmla="*/ 2147483647 w 3660"/>
                <a:gd name="T21" fmla="*/ 2147483647 h 2826"/>
                <a:gd name="T22" fmla="*/ 2147483647 w 3660"/>
                <a:gd name="T23" fmla="*/ 2147483647 h 2826"/>
                <a:gd name="T24" fmla="*/ 2147483647 w 3660"/>
                <a:gd name="T25" fmla="*/ 2147483647 h 2826"/>
                <a:gd name="T26" fmla="*/ 2147483647 w 3660"/>
                <a:gd name="T27" fmla="*/ 2147483647 h 2826"/>
                <a:gd name="T28" fmla="*/ 2147483647 w 3660"/>
                <a:gd name="T29" fmla="*/ 2147483647 h 2826"/>
                <a:gd name="T30" fmla="*/ 2147483647 w 3660"/>
                <a:gd name="T31" fmla="*/ 2147483647 h 2826"/>
                <a:gd name="T32" fmla="*/ 2147483647 w 3660"/>
                <a:gd name="T33" fmla="*/ 2147483647 h 2826"/>
                <a:gd name="T34" fmla="*/ 2147483647 w 3660"/>
                <a:gd name="T35" fmla="*/ 2147483647 h 2826"/>
                <a:gd name="T36" fmla="*/ 2147483647 w 3660"/>
                <a:gd name="T37" fmla="*/ 2147483647 h 2826"/>
                <a:gd name="T38" fmla="*/ 2147483647 w 3660"/>
                <a:gd name="T39" fmla="*/ 2147483647 h 2826"/>
                <a:gd name="T40" fmla="*/ 2147483647 w 3660"/>
                <a:gd name="T41" fmla="*/ 2147483647 h 2826"/>
                <a:gd name="T42" fmla="*/ 2147483647 w 3660"/>
                <a:gd name="T43" fmla="*/ 2147483647 h 2826"/>
                <a:gd name="T44" fmla="*/ 2147483647 w 3660"/>
                <a:gd name="T45" fmla="*/ 2147483647 h 2826"/>
                <a:gd name="T46" fmla="*/ 0 w 3660"/>
                <a:gd name="T47" fmla="*/ 2147483647 h 2826"/>
                <a:gd name="T48" fmla="*/ 2147483647 w 3660"/>
                <a:gd name="T49" fmla="*/ 2147483647 h 2826"/>
                <a:gd name="T50" fmla="*/ 2147483647 w 3660"/>
                <a:gd name="T51" fmla="*/ 2147483647 h 2826"/>
                <a:gd name="T52" fmla="*/ 2147483647 w 3660"/>
                <a:gd name="T53" fmla="*/ 2147483647 h 2826"/>
                <a:gd name="T54" fmla="*/ 2147483647 w 3660"/>
                <a:gd name="T55" fmla="*/ 2147483647 h 2826"/>
                <a:gd name="T56" fmla="*/ 2147483647 w 3660"/>
                <a:gd name="T57" fmla="*/ 2147483647 h 2826"/>
                <a:gd name="T58" fmla="*/ 2147483647 w 3660"/>
                <a:gd name="T59" fmla="*/ 2147483647 h 2826"/>
                <a:gd name="T60" fmla="*/ 2147483647 w 3660"/>
                <a:gd name="T61" fmla="*/ 2147483647 h 2826"/>
                <a:gd name="T62" fmla="*/ 2147483647 w 3660"/>
                <a:gd name="T63" fmla="*/ 2147483647 h 2826"/>
                <a:gd name="T64" fmla="*/ 2147483647 w 3660"/>
                <a:gd name="T65" fmla="*/ 2147483647 h 2826"/>
                <a:gd name="T66" fmla="*/ 2147483647 w 3660"/>
                <a:gd name="T67" fmla="*/ 2147483647 h 2826"/>
                <a:gd name="T68" fmla="*/ 2147483647 w 3660"/>
                <a:gd name="T69" fmla="*/ 2147483647 h 2826"/>
                <a:gd name="T70" fmla="*/ 2147483647 w 3660"/>
                <a:gd name="T71" fmla="*/ 2147483647 h 2826"/>
                <a:gd name="T72" fmla="*/ 2147483647 w 3660"/>
                <a:gd name="T73" fmla="*/ 2147483647 h 2826"/>
                <a:gd name="T74" fmla="*/ 2147483647 w 3660"/>
                <a:gd name="T75" fmla="*/ 2147483647 h 2826"/>
                <a:gd name="T76" fmla="*/ 2147483647 w 3660"/>
                <a:gd name="T77" fmla="*/ 2147483647 h 2826"/>
                <a:gd name="T78" fmla="*/ 2147483647 w 3660"/>
                <a:gd name="T79" fmla="*/ 2147483647 h 2826"/>
                <a:gd name="T80" fmla="*/ 2147483647 w 3660"/>
                <a:gd name="T81" fmla="*/ 2147483647 h 2826"/>
                <a:gd name="T82" fmla="*/ 2147483647 w 3660"/>
                <a:gd name="T83" fmla="*/ 2147483647 h 2826"/>
                <a:gd name="T84" fmla="*/ 2147483647 w 3660"/>
                <a:gd name="T85" fmla="*/ 2147483647 h 2826"/>
                <a:gd name="T86" fmla="*/ 2147483647 w 3660"/>
                <a:gd name="T87" fmla="*/ 2147483647 h 2826"/>
                <a:gd name="T88" fmla="*/ 2147483647 w 3660"/>
                <a:gd name="T89" fmla="*/ 2147483647 h 2826"/>
                <a:gd name="T90" fmla="*/ 2147483647 w 3660"/>
                <a:gd name="T91" fmla="*/ 2147483647 h 2826"/>
                <a:gd name="T92" fmla="*/ 2147483647 w 3660"/>
                <a:gd name="T93" fmla="*/ 2147483647 h 2826"/>
                <a:gd name="T94" fmla="*/ 2147483647 w 3660"/>
                <a:gd name="T95" fmla="*/ 2147483647 h 2826"/>
                <a:gd name="T96" fmla="*/ 2147483647 w 3660"/>
                <a:gd name="T97" fmla="*/ 2147483647 h 2826"/>
                <a:gd name="T98" fmla="*/ 2147483647 w 3660"/>
                <a:gd name="T99" fmla="*/ 2147483647 h 2826"/>
                <a:gd name="T100" fmla="*/ 2147483647 w 3660"/>
                <a:gd name="T101" fmla="*/ 2147483647 h 2826"/>
                <a:gd name="T102" fmla="*/ 2147483647 w 3660"/>
                <a:gd name="T103" fmla="*/ 2147483647 h 2826"/>
                <a:gd name="T104" fmla="*/ 2147483647 w 3660"/>
                <a:gd name="T105" fmla="*/ 2147483647 h 2826"/>
                <a:gd name="T106" fmla="*/ 2147483647 w 3660"/>
                <a:gd name="T107" fmla="*/ 2147483647 h 2826"/>
                <a:gd name="T108" fmla="*/ 2147483647 w 3660"/>
                <a:gd name="T109" fmla="*/ 2147483647 h 2826"/>
                <a:gd name="T110" fmla="*/ 2147483647 w 3660"/>
                <a:gd name="T111" fmla="*/ 2147483647 h 2826"/>
                <a:gd name="T112" fmla="*/ 2147483647 w 3660"/>
                <a:gd name="T113" fmla="*/ 2147483647 h 2826"/>
                <a:gd name="T114" fmla="*/ 2147483647 w 3660"/>
                <a:gd name="T115" fmla="*/ 2147483647 h 2826"/>
                <a:gd name="T116" fmla="*/ 2147483647 w 3660"/>
                <a:gd name="T117" fmla="*/ 2147483647 h 2826"/>
                <a:gd name="T118" fmla="*/ 2147483647 w 3660"/>
                <a:gd name="T119" fmla="*/ 2147483647 h 2826"/>
                <a:gd name="T120" fmla="*/ 2147483647 w 3660"/>
                <a:gd name="T121" fmla="*/ 2147483647 h 2826"/>
                <a:gd name="T122" fmla="*/ 2147483647 w 3660"/>
                <a:gd name="T123" fmla="*/ 2147483647 h 282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660"/>
                <a:gd name="T187" fmla="*/ 0 h 2826"/>
                <a:gd name="T188" fmla="*/ 3660 w 3660"/>
                <a:gd name="T189" fmla="*/ 2826 h 282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660" h="2826">
                  <a:moveTo>
                    <a:pt x="2862" y="2688"/>
                  </a:moveTo>
                  <a:lnTo>
                    <a:pt x="2850" y="2682"/>
                  </a:lnTo>
                  <a:lnTo>
                    <a:pt x="2772" y="2682"/>
                  </a:lnTo>
                  <a:lnTo>
                    <a:pt x="2766" y="2700"/>
                  </a:lnTo>
                  <a:lnTo>
                    <a:pt x="2748" y="2694"/>
                  </a:lnTo>
                  <a:lnTo>
                    <a:pt x="2736" y="2718"/>
                  </a:lnTo>
                  <a:lnTo>
                    <a:pt x="2730" y="2724"/>
                  </a:lnTo>
                  <a:lnTo>
                    <a:pt x="2712" y="2760"/>
                  </a:lnTo>
                  <a:lnTo>
                    <a:pt x="2718" y="2772"/>
                  </a:lnTo>
                  <a:lnTo>
                    <a:pt x="2724" y="2790"/>
                  </a:lnTo>
                  <a:lnTo>
                    <a:pt x="2754" y="2820"/>
                  </a:lnTo>
                  <a:lnTo>
                    <a:pt x="2766" y="2826"/>
                  </a:lnTo>
                  <a:lnTo>
                    <a:pt x="2772" y="2826"/>
                  </a:lnTo>
                  <a:lnTo>
                    <a:pt x="2802" y="2820"/>
                  </a:lnTo>
                  <a:lnTo>
                    <a:pt x="2820" y="2820"/>
                  </a:lnTo>
                  <a:lnTo>
                    <a:pt x="2844" y="2808"/>
                  </a:lnTo>
                  <a:lnTo>
                    <a:pt x="2850" y="2802"/>
                  </a:lnTo>
                  <a:lnTo>
                    <a:pt x="2850" y="2754"/>
                  </a:lnTo>
                  <a:lnTo>
                    <a:pt x="2856" y="2742"/>
                  </a:lnTo>
                  <a:lnTo>
                    <a:pt x="2862" y="2736"/>
                  </a:lnTo>
                  <a:lnTo>
                    <a:pt x="2868" y="2724"/>
                  </a:lnTo>
                  <a:lnTo>
                    <a:pt x="2868" y="2700"/>
                  </a:lnTo>
                  <a:lnTo>
                    <a:pt x="2862" y="2688"/>
                  </a:lnTo>
                  <a:close/>
                  <a:moveTo>
                    <a:pt x="3660" y="624"/>
                  </a:moveTo>
                  <a:lnTo>
                    <a:pt x="3654" y="600"/>
                  </a:lnTo>
                  <a:lnTo>
                    <a:pt x="3660" y="570"/>
                  </a:lnTo>
                  <a:lnTo>
                    <a:pt x="3642" y="564"/>
                  </a:lnTo>
                  <a:lnTo>
                    <a:pt x="3642" y="540"/>
                  </a:lnTo>
                  <a:lnTo>
                    <a:pt x="3630" y="528"/>
                  </a:lnTo>
                  <a:lnTo>
                    <a:pt x="3630" y="510"/>
                  </a:lnTo>
                  <a:lnTo>
                    <a:pt x="3618" y="492"/>
                  </a:lnTo>
                  <a:lnTo>
                    <a:pt x="3636" y="486"/>
                  </a:lnTo>
                  <a:lnTo>
                    <a:pt x="3636" y="456"/>
                  </a:lnTo>
                  <a:lnTo>
                    <a:pt x="3612" y="444"/>
                  </a:lnTo>
                  <a:lnTo>
                    <a:pt x="3612" y="426"/>
                  </a:lnTo>
                  <a:lnTo>
                    <a:pt x="3606" y="414"/>
                  </a:lnTo>
                  <a:lnTo>
                    <a:pt x="3594" y="408"/>
                  </a:lnTo>
                  <a:lnTo>
                    <a:pt x="3552" y="408"/>
                  </a:lnTo>
                  <a:lnTo>
                    <a:pt x="3546" y="432"/>
                  </a:lnTo>
                  <a:lnTo>
                    <a:pt x="3516" y="432"/>
                  </a:lnTo>
                  <a:lnTo>
                    <a:pt x="3504" y="438"/>
                  </a:lnTo>
                  <a:lnTo>
                    <a:pt x="3498" y="438"/>
                  </a:lnTo>
                  <a:lnTo>
                    <a:pt x="3492" y="444"/>
                  </a:lnTo>
                  <a:lnTo>
                    <a:pt x="3492" y="462"/>
                  </a:lnTo>
                  <a:lnTo>
                    <a:pt x="3462" y="456"/>
                  </a:lnTo>
                  <a:lnTo>
                    <a:pt x="3462" y="468"/>
                  </a:lnTo>
                  <a:lnTo>
                    <a:pt x="3444" y="468"/>
                  </a:lnTo>
                  <a:lnTo>
                    <a:pt x="3432" y="456"/>
                  </a:lnTo>
                  <a:lnTo>
                    <a:pt x="3408" y="462"/>
                  </a:lnTo>
                  <a:lnTo>
                    <a:pt x="3366" y="432"/>
                  </a:lnTo>
                  <a:lnTo>
                    <a:pt x="3366" y="420"/>
                  </a:lnTo>
                  <a:lnTo>
                    <a:pt x="3360" y="408"/>
                  </a:lnTo>
                  <a:lnTo>
                    <a:pt x="3360" y="402"/>
                  </a:lnTo>
                  <a:lnTo>
                    <a:pt x="3354" y="396"/>
                  </a:lnTo>
                  <a:lnTo>
                    <a:pt x="3336" y="396"/>
                  </a:lnTo>
                  <a:lnTo>
                    <a:pt x="3318" y="366"/>
                  </a:lnTo>
                  <a:lnTo>
                    <a:pt x="3276" y="366"/>
                  </a:lnTo>
                  <a:lnTo>
                    <a:pt x="3258" y="348"/>
                  </a:lnTo>
                  <a:lnTo>
                    <a:pt x="3246" y="342"/>
                  </a:lnTo>
                  <a:lnTo>
                    <a:pt x="3228" y="324"/>
                  </a:lnTo>
                  <a:lnTo>
                    <a:pt x="3216" y="324"/>
                  </a:lnTo>
                  <a:lnTo>
                    <a:pt x="3204" y="336"/>
                  </a:lnTo>
                  <a:lnTo>
                    <a:pt x="3192" y="330"/>
                  </a:lnTo>
                  <a:lnTo>
                    <a:pt x="3186" y="324"/>
                  </a:lnTo>
                  <a:lnTo>
                    <a:pt x="3174" y="318"/>
                  </a:lnTo>
                  <a:lnTo>
                    <a:pt x="3126" y="318"/>
                  </a:lnTo>
                  <a:lnTo>
                    <a:pt x="3114" y="312"/>
                  </a:lnTo>
                  <a:lnTo>
                    <a:pt x="3108" y="306"/>
                  </a:lnTo>
                  <a:lnTo>
                    <a:pt x="3084" y="294"/>
                  </a:lnTo>
                  <a:lnTo>
                    <a:pt x="3078" y="288"/>
                  </a:lnTo>
                  <a:lnTo>
                    <a:pt x="3072" y="288"/>
                  </a:lnTo>
                  <a:lnTo>
                    <a:pt x="3066" y="264"/>
                  </a:lnTo>
                  <a:lnTo>
                    <a:pt x="3054" y="264"/>
                  </a:lnTo>
                  <a:lnTo>
                    <a:pt x="3048" y="252"/>
                  </a:lnTo>
                  <a:lnTo>
                    <a:pt x="3030" y="234"/>
                  </a:lnTo>
                  <a:lnTo>
                    <a:pt x="3024" y="222"/>
                  </a:lnTo>
                  <a:lnTo>
                    <a:pt x="2976" y="198"/>
                  </a:lnTo>
                  <a:lnTo>
                    <a:pt x="2964" y="198"/>
                  </a:lnTo>
                  <a:lnTo>
                    <a:pt x="2952" y="168"/>
                  </a:lnTo>
                  <a:lnTo>
                    <a:pt x="2904" y="144"/>
                  </a:lnTo>
                  <a:lnTo>
                    <a:pt x="2898" y="114"/>
                  </a:lnTo>
                  <a:lnTo>
                    <a:pt x="2892" y="114"/>
                  </a:lnTo>
                  <a:lnTo>
                    <a:pt x="2886" y="108"/>
                  </a:lnTo>
                  <a:lnTo>
                    <a:pt x="2874" y="108"/>
                  </a:lnTo>
                  <a:lnTo>
                    <a:pt x="2862" y="96"/>
                  </a:lnTo>
                  <a:lnTo>
                    <a:pt x="2850" y="90"/>
                  </a:lnTo>
                  <a:lnTo>
                    <a:pt x="2838" y="78"/>
                  </a:lnTo>
                  <a:lnTo>
                    <a:pt x="2832" y="78"/>
                  </a:lnTo>
                  <a:lnTo>
                    <a:pt x="2832" y="66"/>
                  </a:lnTo>
                  <a:lnTo>
                    <a:pt x="2820" y="60"/>
                  </a:lnTo>
                  <a:lnTo>
                    <a:pt x="2814" y="54"/>
                  </a:lnTo>
                  <a:lnTo>
                    <a:pt x="2802" y="48"/>
                  </a:lnTo>
                  <a:lnTo>
                    <a:pt x="2796" y="42"/>
                  </a:lnTo>
                  <a:lnTo>
                    <a:pt x="2724" y="42"/>
                  </a:lnTo>
                  <a:lnTo>
                    <a:pt x="2688" y="18"/>
                  </a:lnTo>
                  <a:lnTo>
                    <a:pt x="2652" y="0"/>
                  </a:lnTo>
                  <a:lnTo>
                    <a:pt x="2598" y="12"/>
                  </a:lnTo>
                  <a:lnTo>
                    <a:pt x="2556" y="6"/>
                  </a:lnTo>
                  <a:lnTo>
                    <a:pt x="2550" y="18"/>
                  </a:lnTo>
                  <a:lnTo>
                    <a:pt x="2514" y="24"/>
                  </a:lnTo>
                  <a:lnTo>
                    <a:pt x="2472" y="66"/>
                  </a:lnTo>
                  <a:lnTo>
                    <a:pt x="2466" y="66"/>
                  </a:lnTo>
                  <a:lnTo>
                    <a:pt x="2466" y="78"/>
                  </a:lnTo>
                  <a:lnTo>
                    <a:pt x="2472" y="78"/>
                  </a:lnTo>
                  <a:lnTo>
                    <a:pt x="2490" y="84"/>
                  </a:lnTo>
                  <a:lnTo>
                    <a:pt x="2502" y="84"/>
                  </a:lnTo>
                  <a:lnTo>
                    <a:pt x="2508" y="90"/>
                  </a:lnTo>
                  <a:lnTo>
                    <a:pt x="2520" y="90"/>
                  </a:lnTo>
                  <a:lnTo>
                    <a:pt x="2532" y="102"/>
                  </a:lnTo>
                  <a:lnTo>
                    <a:pt x="2544" y="108"/>
                  </a:lnTo>
                  <a:lnTo>
                    <a:pt x="2550" y="114"/>
                  </a:lnTo>
                  <a:lnTo>
                    <a:pt x="2550" y="126"/>
                  </a:lnTo>
                  <a:lnTo>
                    <a:pt x="2532" y="144"/>
                  </a:lnTo>
                  <a:lnTo>
                    <a:pt x="2532" y="216"/>
                  </a:lnTo>
                  <a:lnTo>
                    <a:pt x="2538" y="258"/>
                  </a:lnTo>
                  <a:lnTo>
                    <a:pt x="2544" y="264"/>
                  </a:lnTo>
                  <a:lnTo>
                    <a:pt x="2556" y="264"/>
                  </a:lnTo>
                  <a:lnTo>
                    <a:pt x="2556" y="276"/>
                  </a:lnTo>
                  <a:lnTo>
                    <a:pt x="2550" y="282"/>
                  </a:lnTo>
                  <a:lnTo>
                    <a:pt x="2538" y="288"/>
                  </a:lnTo>
                  <a:lnTo>
                    <a:pt x="2514" y="288"/>
                  </a:lnTo>
                  <a:lnTo>
                    <a:pt x="2514" y="300"/>
                  </a:lnTo>
                  <a:lnTo>
                    <a:pt x="2496" y="318"/>
                  </a:lnTo>
                  <a:lnTo>
                    <a:pt x="2484" y="318"/>
                  </a:lnTo>
                  <a:lnTo>
                    <a:pt x="2478" y="312"/>
                  </a:lnTo>
                  <a:lnTo>
                    <a:pt x="2442" y="312"/>
                  </a:lnTo>
                  <a:lnTo>
                    <a:pt x="2406" y="288"/>
                  </a:lnTo>
                  <a:lnTo>
                    <a:pt x="2406" y="372"/>
                  </a:lnTo>
                  <a:lnTo>
                    <a:pt x="2412" y="384"/>
                  </a:lnTo>
                  <a:lnTo>
                    <a:pt x="2418" y="408"/>
                  </a:lnTo>
                  <a:lnTo>
                    <a:pt x="2424" y="420"/>
                  </a:lnTo>
                  <a:lnTo>
                    <a:pt x="2418" y="420"/>
                  </a:lnTo>
                  <a:lnTo>
                    <a:pt x="2418" y="438"/>
                  </a:lnTo>
                  <a:lnTo>
                    <a:pt x="2424" y="450"/>
                  </a:lnTo>
                  <a:lnTo>
                    <a:pt x="2436" y="456"/>
                  </a:lnTo>
                  <a:lnTo>
                    <a:pt x="2442" y="462"/>
                  </a:lnTo>
                  <a:lnTo>
                    <a:pt x="2460" y="462"/>
                  </a:lnTo>
                  <a:lnTo>
                    <a:pt x="2460" y="456"/>
                  </a:lnTo>
                  <a:lnTo>
                    <a:pt x="2454" y="456"/>
                  </a:lnTo>
                  <a:lnTo>
                    <a:pt x="2460" y="450"/>
                  </a:lnTo>
                  <a:lnTo>
                    <a:pt x="2514" y="450"/>
                  </a:lnTo>
                  <a:lnTo>
                    <a:pt x="2526" y="462"/>
                  </a:lnTo>
                  <a:lnTo>
                    <a:pt x="2538" y="468"/>
                  </a:lnTo>
                  <a:lnTo>
                    <a:pt x="2544" y="468"/>
                  </a:lnTo>
                  <a:lnTo>
                    <a:pt x="2550" y="462"/>
                  </a:lnTo>
                  <a:lnTo>
                    <a:pt x="2550" y="438"/>
                  </a:lnTo>
                  <a:lnTo>
                    <a:pt x="2616" y="438"/>
                  </a:lnTo>
                  <a:lnTo>
                    <a:pt x="2616" y="450"/>
                  </a:lnTo>
                  <a:lnTo>
                    <a:pt x="2622" y="456"/>
                  </a:lnTo>
                  <a:lnTo>
                    <a:pt x="2634" y="462"/>
                  </a:lnTo>
                  <a:lnTo>
                    <a:pt x="2652" y="462"/>
                  </a:lnTo>
                  <a:lnTo>
                    <a:pt x="2658" y="468"/>
                  </a:lnTo>
                  <a:lnTo>
                    <a:pt x="2670" y="474"/>
                  </a:lnTo>
                  <a:lnTo>
                    <a:pt x="2682" y="486"/>
                  </a:lnTo>
                  <a:lnTo>
                    <a:pt x="2706" y="498"/>
                  </a:lnTo>
                  <a:lnTo>
                    <a:pt x="2718" y="498"/>
                  </a:lnTo>
                  <a:lnTo>
                    <a:pt x="2724" y="510"/>
                  </a:lnTo>
                  <a:lnTo>
                    <a:pt x="2748" y="534"/>
                  </a:lnTo>
                  <a:lnTo>
                    <a:pt x="2748" y="540"/>
                  </a:lnTo>
                  <a:lnTo>
                    <a:pt x="2742" y="546"/>
                  </a:lnTo>
                  <a:lnTo>
                    <a:pt x="2706" y="546"/>
                  </a:lnTo>
                  <a:lnTo>
                    <a:pt x="2700" y="540"/>
                  </a:lnTo>
                  <a:lnTo>
                    <a:pt x="2688" y="534"/>
                  </a:lnTo>
                  <a:lnTo>
                    <a:pt x="2658" y="534"/>
                  </a:lnTo>
                  <a:lnTo>
                    <a:pt x="2652" y="540"/>
                  </a:lnTo>
                  <a:lnTo>
                    <a:pt x="2646" y="540"/>
                  </a:lnTo>
                  <a:lnTo>
                    <a:pt x="2628" y="558"/>
                  </a:lnTo>
                  <a:lnTo>
                    <a:pt x="2598" y="552"/>
                  </a:lnTo>
                  <a:lnTo>
                    <a:pt x="2598" y="570"/>
                  </a:lnTo>
                  <a:lnTo>
                    <a:pt x="2586" y="570"/>
                  </a:lnTo>
                  <a:lnTo>
                    <a:pt x="2550" y="588"/>
                  </a:lnTo>
                  <a:lnTo>
                    <a:pt x="2544" y="594"/>
                  </a:lnTo>
                  <a:lnTo>
                    <a:pt x="2550" y="606"/>
                  </a:lnTo>
                  <a:lnTo>
                    <a:pt x="2562" y="618"/>
                  </a:lnTo>
                  <a:lnTo>
                    <a:pt x="2538" y="642"/>
                  </a:lnTo>
                  <a:lnTo>
                    <a:pt x="2466" y="642"/>
                  </a:lnTo>
                  <a:lnTo>
                    <a:pt x="2466" y="666"/>
                  </a:lnTo>
                  <a:lnTo>
                    <a:pt x="2460" y="672"/>
                  </a:lnTo>
                  <a:lnTo>
                    <a:pt x="2454" y="684"/>
                  </a:lnTo>
                  <a:lnTo>
                    <a:pt x="2442" y="690"/>
                  </a:lnTo>
                  <a:lnTo>
                    <a:pt x="2424" y="690"/>
                  </a:lnTo>
                  <a:lnTo>
                    <a:pt x="2412" y="696"/>
                  </a:lnTo>
                  <a:lnTo>
                    <a:pt x="2388" y="696"/>
                  </a:lnTo>
                  <a:lnTo>
                    <a:pt x="2376" y="690"/>
                  </a:lnTo>
                  <a:lnTo>
                    <a:pt x="2370" y="684"/>
                  </a:lnTo>
                  <a:lnTo>
                    <a:pt x="2358" y="678"/>
                  </a:lnTo>
                  <a:lnTo>
                    <a:pt x="2352" y="672"/>
                  </a:lnTo>
                  <a:lnTo>
                    <a:pt x="2346" y="672"/>
                  </a:lnTo>
                  <a:lnTo>
                    <a:pt x="2340" y="666"/>
                  </a:lnTo>
                  <a:lnTo>
                    <a:pt x="2316" y="666"/>
                  </a:lnTo>
                  <a:lnTo>
                    <a:pt x="2304" y="672"/>
                  </a:lnTo>
                  <a:lnTo>
                    <a:pt x="2304" y="684"/>
                  </a:lnTo>
                  <a:lnTo>
                    <a:pt x="2298" y="696"/>
                  </a:lnTo>
                  <a:lnTo>
                    <a:pt x="2298" y="708"/>
                  </a:lnTo>
                  <a:lnTo>
                    <a:pt x="2304" y="720"/>
                  </a:lnTo>
                  <a:lnTo>
                    <a:pt x="2322" y="738"/>
                  </a:lnTo>
                  <a:lnTo>
                    <a:pt x="2334" y="744"/>
                  </a:lnTo>
                  <a:lnTo>
                    <a:pt x="2352" y="762"/>
                  </a:lnTo>
                  <a:lnTo>
                    <a:pt x="2364" y="768"/>
                  </a:lnTo>
                  <a:lnTo>
                    <a:pt x="2364" y="774"/>
                  </a:lnTo>
                  <a:lnTo>
                    <a:pt x="2358" y="780"/>
                  </a:lnTo>
                  <a:lnTo>
                    <a:pt x="2352" y="792"/>
                  </a:lnTo>
                  <a:lnTo>
                    <a:pt x="2340" y="804"/>
                  </a:lnTo>
                  <a:lnTo>
                    <a:pt x="2316" y="804"/>
                  </a:lnTo>
                  <a:lnTo>
                    <a:pt x="2316" y="810"/>
                  </a:lnTo>
                  <a:lnTo>
                    <a:pt x="2310" y="822"/>
                  </a:lnTo>
                  <a:lnTo>
                    <a:pt x="2310" y="828"/>
                  </a:lnTo>
                  <a:lnTo>
                    <a:pt x="2298" y="852"/>
                  </a:lnTo>
                  <a:lnTo>
                    <a:pt x="2286" y="858"/>
                  </a:lnTo>
                  <a:lnTo>
                    <a:pt x="2262" y="858"/>
                  </a:lnTo>
                  <a:lnTo>
                    <a:pt x="2244" y="882"/>
                  </a:lnTo>
                  <a:lnTo>
                    <a:pt x="2088" y="882"/>
                  </a:lnTo>
                  <a:lnTo>
                    <a:pt x="2070" y="894"/>
                  </a:lnTo>
                  <a:lnTo>
                    <a:pt x="2010" y="930"/>
                  </a:lnTo>
                  <a:lnTo>
                    <a:pt x="1992" y="942"/>
                  </a:lnTo>
                  <a:lnTo>
                    <a:pt x="1986" y="948"/>
                  </a:lnTo>
                  <a:lnTo>
                    <a:pt x="1968" y="948"/>
                  </a:lnTo>
                  <a:lnTo>
                    <a:pt x="1962" y="942"/>
                  </a:lnTo>
                  <a:lnTo>
                    <a:pt x="1956" y="942"/>
                  </a:lnTo>
                  <a:lnTo>
                    <a:pt x="1950" y="930"/>
                  </a:lnTo>
                  <a:lnTo>
                    <a:pt x="1950" y="924"/>
                  </a:lnTo>
                  <a:lnTo>
                    <a:pt x="1938" y="924"/>
                  </a:lnTo>
                  <a:lnTo>
                    <a:pt x="1926" y="930"/>
                  </a:lnTo>
                  <a:lnTo>
                    <a:pt x="1914" y="930"/>
                  </a:lnTo>
                  <a:lnTo>
                    <a:pt x="1908" y="936"/>
                  </a:lnTo>
                  <a:lnTo>
                    <a:pt x="1896" y="936"/>
                  </a:lnTo>
                  <a:lnTo>
                    <a:pt x="1890" y="930"/>
                  </a:lnTo>
                  <a:lnTo>
                    <a:pt x="1866" y="918"/>
                  </a:lnTo>
                  <a:lnTo>
                    <a:pt x="1848" y="912"/>
                  </a:lnTo>
                  <a:lnTo>
                    <a:pt x="1800" y="912"/>
                  </a:lnTo>
                  <a:lnTo>
                    <a:pt x="1776" y="906"/>
                  </a:lnTo>
                  <a:lnTo>
                    <a:pt x="1764" y="900"/>
                  </a:lnTo>
                  <a:lnTo>
                    <a:pt x="1758" y="888"/>
                  </a:lnTo>
                  <a:lnTo>
                    <a:pt x="1740" y="870"/>
                  </a:lnTo>
                  <a:lnTo>
                    <a:pt x="1728" y="870"/>
                  </a:lnTo>
                  <a:lnTo>
                    <a:pt x="1710" y="864"/>
                  </a:lnTo>
                  <a:lnTo>
                    <a:pt x="1656" y="864"/>
                  </a:lnTo>
                  <a:lnTo>
                    <a:pt x="1650" y="858"/>
                  </a:lnTo>
                  <a:lnTo>
                    <a:pt x="1644" y="858"/>
                  </a:lnTo>
                  <a:lnTo>
                    <a:pt x="1632" y="852"/>
                  </a:lnTo>
                  <a:lnTo>
                    <a:pt x="1620" y="852"/>
                  </a:lnTo>
                  <a:lnTo>
                    <a:pt x="1614" y="858"/>
                  </a:lnTo>
                  <a:lnTo>
                    <a:pt x="1602" y="864"/>
                  </a:lnTo>
                  <a:lnTo>
                    <a:pt x="1596" y="870"/>
                  </a:lnTo>
                  <a:lnTo>
                    <a:pt x="1560" y="864"/>
                  </a:lnTo>
                  <a:lnTo>
                    <a:pt x="1512" y="864"/>
                  </a:lnTo>
                  <a:lnTo>
                    <a:pt x="1458" y="858"/>
                  </a:lnTo>
                  <a:lnTo>
                    <a:pt x="1398" y="864"/>
                  </a:lnTo>
                  <a:lnTo>
                    <a:pt x="1386" y="858"/>
                  </a:lnTo>
                  <a:lnTo>
                    <a:pt x="1380" y="846"/>
                  </a:lnTo>
                  <a:lnTo>
                    <a:pt x="1368" y="840"/>
                  </a:lnTo>
                  <a:lnTo>
                    <a:pt x="1338" y="810"/>
                  </a:lnTo>
                  <a:lnTo>
                    <a:pt x="1332" y="798"/>
                  </a:lnTo>
                  <a:lnTo>
                    <a:pt x="1290" y="756"/>
                  </a:lnTo>
                  <a:lnTo>
                    <a:pt x="1278" y="732"/>
                  </a:lnTo>
                  <a:lnTo>
                    <a:pt x="1242" y="732"/>
                  </a:lnTo>
                  <a:lnTo>
                    <a:pt x="1236" y="726"/>
                  </a:lnTo>
                  <a:lnTo>
                    <a:pt x="1224" y="726"/>
                  </a:lnTo>
                  <a:lnTo>
                    <a:pt x="1200" y="714"/>
                  </a:lnTo>
                  <a:lnTo>
                    <a:pt x="1194" y="714"/>
                  </a:lnTo>
                  <a:lnTo>
                    <a:pt x="1188" y="708"/>
                  </a:lnTo>
                  <a:lnTo>
                    <a:pt x="1182" y="708"/>
                  </a:lnTo>
                  <a:lnTo>
                    <a:pt x="1176" y="696"/>
                  </a:lnTo>
                  <a:lnTo>
                    <a:pt x="1164" y="690"/>
                  </a:lnTo>
                  <a:lnTo>
                    <a:pt x="1158" y="690"/>
                  </a:lnTo>
                  <a:lnTo>
                    <a:pt x="1146" y="684"/>
                  </a:lnTo>
                  <a:lnTo>
                    <a:pt x="1140" y="684"/>
                  </a:lnTo>
                  <a:lnTo>
                    <a:pt x="1134" y="678"/>
                  </a:lnTo>
                  <a:lnTo>
                    <a:pt x="1038" y="678"/>
                  </a:lnTo>
                  <a:lnTo>
                    <a:pt x="1014" y="672"/>
                  </a:lnTo>
                  <a:lnTo>
                    <a:pt x="996" y="666"/>
                  </a:lnTo>
                  <a:lnTo>
                    <a:pt x="990" y="666"/>
                  </a:lnTo>
                  <a:lnTo>
                    <a:pt x="978" y="660"/>
                  </a:lnTo>
                  <a:lnTo>
                    <a:pt x="966" y="660"/>
                  </a:lnTo>
                  <a:lnTo>
                    <a:pt x="954" y="654"/>
                  </a:lnTo>
                  <a:lnTo>
                    <a:pt x="948" y="648"/>
                  </a:lnTo>
                  <a:lnTo>
                    <a:pt x="942" y="636"/>
                  </a:lnTo>
                  <a:lnTo>
                    <a:pt x="936" y="618"/>
                  </a:lnTo>
                  <a:lnTo>
                    <a:pt x="936" y="606"/>
                  </a:lnTo>
                  <a:lnTo>
                    <a:pt x="948" y="594"/>
                  </a:lnTo>
                  <a:lnTo>
                    <a:pt x="948" y="588"/>
                  </a:lnTo>
                  <a:lnTo>
                    <a:pt x="942" y="582"/>
                  </a:lnTo>
                  <a:lnTo>
                    <a:pt x="936" y="570"/>
                  </a:lnTo>
                  <a:lnTo>
                    <a:pt x="930" y="564"/>
                  </a:lnTo>
                  <a:lnTo>
                    <a:pt x="930" y="552"/>
                  </a:lnTo>
                  <a:lnTo>
                    <a:pt x="924" y="540"/>
                  </a:lnTo>
                  <a:lnTo>
                    <a:pt x="912" y="528"/>
                  </a:lnTo>
                  <a:lnTo>
                    <a:pt x="888" y="510"/>
                  </a:lnTo>
                  <a:lnTo>
                    <a:pt x="876" y="492"/>
                  </a:lnTo>
                  <a:lnTo>
                    <a:pt x="870" y="480"/>
                  </a:lnTo>
                  <a:lnTo>
                    <a:pt x="852" y="462"/>
                  </a:lnTo>
                  <a:lnTo>
                    <a:pt x="834" y="456"/>
                  </a:lnTo>
                  <a:lnTo>
                    <a:pt x="822" y="450"/>
                  </a:lnTo>
                  <a:lnTo>
                    <a:pt x="810" y="450"/>
                  </a:lnTo>
                  <a:lnTo>
                    <a:pt x="804" y="444"/>
                  </a:lnTo>
                  <a:lnTo>
                    <a:pt x="786" y="432"/>
                  </a:lnTo>
                  <a:lnTo>
                    <a:pt x="750" y="444"/>
                  </a:lnTo>
                  <a:lnTo>
                    <a:pt x="726" y="420"/>
                  </a:lnTo>
                  <a:lnTo>
                    <a:pt x="720" y="408"/>
                  </a:lnTo>
                  <a:lnTo>
                    <a:pt x="708" y="408"/>
                  </a:lnTo>
                  <a:lnTo>
                    <a:pt x="696" y="402"/>
                  </a:lnTo>
                  <a:lnTo>
                    <a:pt x="684" y="402"/>
                  </a:lnTo>
                  <a:lnTo>
                    <a:pt x="672" y="396"/>
                  </a:lnTo>
                  <a:lnTo>
                    <a:pt x="672" y="378"/>
                  </a:lnTo>
                  <a:lnTo>
                    <a:pt x="648" y="378"/>
                  </a:lnTo>
                  <a:lnTo>
                    <a:pt x="654" y="372"/>
                  </a:lnTo>
                  <a:lnTo>
                    <a:pt x="654" y="360"/>
                  </a:lnTo>
                  <a:lnTo>
                    <a:pt x="648" y="354"/>
                  </a:lnTo>
                  <a:lnTo>
                    <a:pt x="612" y="354"/>
                  </a:lnTo>
                  <a:lnTo>
                    <a:pt x="600" y="348"/>
                  </a:lnTo>
                  <a:lnTo>
                    <a:pt x="582" y="348"/>
                  </a:lnTo>
                  <a:lnTo>
                    <a:pt x="576" y="354"/>
                  </a:lnTo>
                  <a:lnTo>
                    <a:pt x="576" y="360"/>
                  </a:lnTo>
                  <a:lnTo>
                    <a:pt x="594" y="378"/>
                  </a:lnTo>
                  <a:lnTo>
                    <a:pt x="594" y="390"/>
                  </a:lnTo>
                  <a:lnTo>
                    <a:pt x="588" y="396"/>
                  </a:lnTo>
                  <a:lnTo>
                    <a:pt x="546" y="396"/>
                  </a:lnTo>
                  <a:lnTo>
                    <a:pt x="534" y="408"/>
                  </a:lnTo>
                  <a:lnTo>
                    <a:pt x="534" y="426"/>
                  </a:lnTo>
                  <a:lnTo>
                    <a:pt x="546" y="450"/>
                  </a:lnTo>
                  <a:lnTo>
                    <a:pt x="558" y="462"/>
                  </a:lnTo>
                  <a:lnTo>
                    <a:pt x="570" y="486"/>
                  </a:lnTo>
                  <a:lnTo>
                    <a:pt x="570" y="504"/>
                  </a:lnTo>
                  <a:lnTo>
                    <a:pt x="564" y="510"/>
                  </a:lnTo>
                  <a:lnTo>
                    <a:pt x="546" y="510"/>
                  </a:lnTo>
                  <a:lnTo>
                    <a:pt x="528" y="528"/>
                  </a:lnTo>
                  <a:lnTo>
                    <a:pt x="516" y="516"/>
                  </a:lnTo>
                  <a:lnTo>
                    <a:pt x="468" y="516"/>
                  </a:lnTo>
                  <a:lnTo>
                    <a:pt x="444" y="504"/>
                  </a:lnTo>
                  <a:lnTo>
                    <a:pt x="432" y="504"/>
                  </a:lnTo>
                  <a:lnTo>
                    <a:pt x="420" y="498"/>
                  </a:lnTo>
                  <a:lnTo>
                    <a:pt x="408" y="498"/>
                  </a:lnTo>
                  <a:lnTo>
                    <a:pt x="408" y="636"/>
                  </a:lnTo>
                  <a:lnTo>
                    <a:pt x="414" y="636"/>
                  </a:lnTo>
                  <a:lnTo>
                    <a:pt x="420" y="642"/>
                  </a:lnTo>
                  <a:lnTo>
                    <a:pt x="426" y="642"/>
                  </a:lnTo>
                  <a:lnTo>
                    <a:pt x="432" y="648"/>
                  </a:lnTo>
                  <a:lnTo>
                    <a:pt x="432" y="660"/>
                  </a:lnTo>
                  <a:lnTo>
                    <a:pt x="426" y="666"/>
                  </a:lnTo>
                  <a:lnTo>
                    <a:pt x="420" y="666"/>
                  </a:lnTo>
                  <a:lnTo>
                    <a:pt x="408" y="654"/>
                  </a:lnTo>
                  <a:lnTo>
                    <a:pt x="390" y="666"/>
                  </a:lnTo>
                  <a:lnTo>
                    <a:pt x="384" y="660"/>
                  </a:lnTo>
                  <a:lnTo>
                    <a:pt x="378" y="648"/>
                  </a:lnTo>
                  <a:lnTo>
                    <a:pt x="372" y="642"/>
                  </a:lnTo>
                  <a:lnTo>
                    <a:pt x="360" y="642"/>
                  </a:lnTo>
                  <a:lnTo>
                    <a:pt x="324" y="660"/>
                  </a:lnTo>
                  <a:lnTo>
                    <a:pt x="312" y="660"/>
                  </a:lnTo>
                  <a:lnTo>
                    <a:pt x="300" y="666"/>
                  </a:lnTo>
                  <a:lnTo>
                    <a:pt x="288" y="666"/>
                  </a:lnTo>
                  <a:lnTo>
                    <a:pt x="276" y="672"/>
                  </a:lnTo>
                  <a:lnTo>
                    <a:pt x="270" y="678"/>
                  </a:lnTo>
                  <a:lnTo>
                    <a:pt x="270" y="684"/>
                  </a:lnTo>
                  <a:lnTo>
                    <a:pt x="276" y="690"/>
                  </a:lnTo>
                  <a:lnTo>
                    <a:pt x="288" y="696"/>
                  </a:lnTo>
                  <a:lnTo>
                    <a:pt x="306" y="696"/>
                  </a:lnTo>
                  <a:lnTo>
                    <a:pt x="306" y="726"/>
                  </a:lnTo>
                  <a:lnTo>
                    <a:pt x="318" y="750"/>
                  </a:lnTo>
                  <a:lnTo>
                    <a:pt x="360" y="792"/>
                  </a:lnTo>
                  <a:lnTo>
                    <a:pt x="366" y="804"/>
                  </a:lnTo>
                  <a:lnTo>
                    <a:pt x="378" y="810"/>
                  </a:lnTo>
                  <a:lnTo>
                    <a:pt x="378" y="822"/>
                  </a:lnTo>
                  <a:lnTo>
                    <a:pt x="360" y="822"/>
                  </a:lnTo>
                  <a:lnTo>
                    <a:pt x="354" y="828"/>
                  </a:lnTo>
                  <a:lnTo>
                    <a:pt x="354" y="834"/>
                  </a:lnTo>
                  <a:lnTo>
                    <a:pt x="372" y="852"/>
                  </a:lnTo>
                  <a:lnTo>
                    <a:pt x="348" y="852"/>
                  </a:lnTo>
                  <a:lnTo>
                    <a:pt x="348" y="864"/>
                  </a:lnTo>
                  <a:lnTo>
                    <a:pt x="354" y="870"/>
                  </a:lnTo>
                  <a:lnTo>
                    <a:pt x="354" y="882"/>
                  </a:lnTo>
                  <a:lnTo>
                    <a:pt x="372" y="900"/>
                  </a:lnTo>
                  <a:lnTo>
                    <a:pt x="372" y="912"/>
                  </a:lnTo>
                  <a:lnTo>
                    <a:pt x="366" y="918"/>
                  </a:lnTo>
                  <a:lnTo>
                    <a:pt x="342" y="918"/>
                  </a:lnTo>
                  <a:lnTo>
                    <a:pt x="294" y="936"/>
                  </a:lnTo>
                  <a:lnTo>
                    <a:pt x="282" y="948"/>
                  </a:lnTo>
                  <a:lnTo>
                    <a:pt x="270" y="954"/>
                  </a:lnTo>
                  <a:lnTo>
                    <a:pt x="264" y="960"/>
                  </a:lnTo>
                  <a:lnTo>
                    <a:pt x="264" y="978"/>
                  </a:lnTo>
                  <a:lnTo>
                    <a:pt x="258" y="990"/>
                  </a:lnTo>
                  <a:lnTo>
                    <a:pt x="252" y="996"/>
                  </a:lnTo>
                  <a:lnTo>
                    <a:pt x="234" y="996"/>
                  </a:lnTo>
                  <a:lnTo>
                    <a:pt x="216" y="990"/>
                  </a:lnTo>
                  <a:lnTo>
                    <a:pt x="186" y="990"/>
                  </a:lnTo>
                  <a:lnTo>
                    <a:pt x="168" y="1008"/>
                  </a:lnTo>
                  <a:lnTo>
                    <a:pt x="162" y="1020"/>
                  </a:lnTo>
                  <a:lnTo>
                    <a:pt x="162" y="1044"/>
                  </a:lnTo>
                  <a:lnTo>
                    <a:pt x="156" y="1050"/>
                  </a:lnTo>
                  <a:lnTo>
                    <a:pt x="126" y="1044"/>
                  </a:lnTo>
                  <a:lnTo>
                    <a:pt x="114" y="1050"/>
                  </a:lnTo>
                  <a:lnTo>
                    <a:pt x="108" y="1044"/>
                  </a:lnTo>
                  <a:lnTo>
                    <a:pt x="102" y="1032"/>
                  </a:lnTo>
                  <a:lnTo>
                    <a:pt x="96" y="1026"/>
                  </a:lnTo>
                  <a:lnTo>
                    <a:pt x="84" y="1026"/>
                  </a:lnTo>
                  <a:lnTo>
                    <a:pt x="72" y="1038"/>
                  </a:lnTo>
                  <a:lnTo>
                    <a:pt x="48" y="1038"/>
                  </a:lnTo>
                  <a:lnTo>
                    <a:pt x="48" y="1056"/>
                  </a:lnTo>
                  <a:lnTo>
                    <a:pt x="36" y="1062"/>
                  </a:lnTo>
                  <a:lnTo>
                    <a:pt x="30" y="1068"/>
                  </a:lnTo>
                  <a:lnTo>
                    <a:pt x="18" y="1068"/>
                  </a:lnTo>
                  <a:lnTo>
                    <a:pt x="6" y="1074"/>
                  </a:lnTo>
                  <a:lnTo>
                    <a:pt x="0" y="1080"/>
                  </a:lnTo>
                  <a:lnTo>
                    <a:pt x="0" y="1086"/>
                  </a:lnTo>
                  <a:lnTo>
                    <a:pt x="12" y="1092"/>
                  </a:lnTo>
                  <a:lnTo>
                    <a:pt x="18" y="1104"/>
                  </a:lnTo>
                  <a:lnTo>
                    <a:pt x="18" y="1116"/>
                  </a:lnTo>
                  <a:lnTo>
                    <a:pt x="0" y="1116"/>
                  </a:lnTo>
                  <a:lnTo>
                    <a:pt x="0" y="1140"/>
                  </a:lnTo>
                  <a:lnTo>
                    <a:pt x="18" y="1140"/>
                  </a:lnTo>
                  <a:lnTo>
                    <a:pt x="18" y="1152"/>
                  </a:lnTo>
                  <a:lnTo>
                    <a:pt x="12" y="1164"/>
                  </a:lnTo>
                  <a:lnTo>
                    <a:pt x="12" y="1176"/>
                  </a:lnTo>
                  <a:lnTo>
                    <a:pt x="24" y="1188"/>
                  </a:lnTo>
                  <a:lnTo>
                    <a:pt x="36" y="1188"/>
                  </a:lnTo>
                  <a:lnTo>
                    <a:pt x="42" y="1182"/>
                  </a:lnTo>
                  <a:lnTo>
                    <a:pt x="66" y="1182"/>
                  </a:lnTo>
                  <a:lnTo>
                    <a:pt x="78" y="1188"/>
                  </a:lnTo>
                  <a:lnTo>
                    <a:pt x="84" y="1188"/>
                  </a:lnTo>
                  <a:lnTo>
                    <a:pt x="96" y="1194"/>
                  </a:lnTo>
                  <a:lnTo>
                    <a:pt x="102" y="1200"/>
                  </a:lnTo>
                  <a:lnTo>
                    <a:pt x="102" y="1242"/>
                  </a:lnTo>
                  <a:lnTo>
                    <a:pt x="114" y="1266"/>
                  </a:lnTo>
                  <a:lnTo>
                    <a:pt x="120" y="1272"/>
                  </a:lnTo>
                  <a:lnTo>
                    <a:pt x="126" y="1272"/>
                  </a:lnTo>
                  <a:lnTo>
                    <a:pt x="138" y="1284"/>
                  </a:lnTo>
                  <a:lnTo>
                    <a:pt x="132" y="1290"/>
                  </a:lnTo>
                  <a:lnTo>
                    <a:pt x="102" y="1290"/>
                  </a:lnTo>
                  <a:lnTo>
                    <a:pt x="96" y="1296"/>
                  </a:lnTo>
                  <a:lnTo>
                    <a:pt x="96" y="1308"/>
                  </a:lnTo>
                  <a:lnTo>
                    <a:pt x="108" y="1314"/>
                  </a:lnTo>
                  <a:lnTo>
                    <a:pt x="114" y="1320"/>
                  </a:lnTo>
                  <a:lnTo>
                    <a:pt x="162" y="1320"/>
                  </a:lnTo>
                  <a:lnTo>
                    <a:pt x="168" y="1332"/>
                  </a:lnTo>
                  <a:lnTo>
                    <a:pt x="180" y="1332"/>
                  </a:lnTo>
                  <a:lnTo>
                    <a:pt x="192" y="1338"/>
                  </a:lnTo>
                  <a:lnTo>
                    <a:pt x="204" y="1350"/>
                  </a:lnTo>
                  <a:lnTo>
                    <a:pt x="216" y="1374"/>
                  </a:lnTo>
                  <a:lnTo>
                    <a:pt x="216" y="1398"/>
                  </a:lnTo>
                  <a:lnTo>
                    <a:pt x="252" y="1410"/>
                  </a:lnTo>
                  <a:lnTo>
                    <a:pt x="264" y="1404"/>
                  </a:lnTo>
                  <a:lnTo>
                    <a:pt x="264" y="1410"/>
                  </a:lnTo>
                  <a:lnTo>
                    <a:pt x="270" y="1416"/>
                  </a:lnTo>
                  <a:lnTo>
                    <a:pt x="276" y="1428"/>
                  </a:lnTo>
                  <a:lnTo>
                    <a:pt x="288" y="1434"/>
                  </a:lnTo>
                  <a:lnTo>
                    <a:pt x="366" y="1434"/>
                  </a:lnTo>
                  <a:lnTo>
                    <a:pt x="378" y="1428"/>
                  </a:lnTo>
                  <a:lnTo>
                    <a:pt x="384" y="1416"/>
                  </a:lnTo>
                  <a:lnTo>
                    <a:pt x="402" y="1410"/>
                  </a:lnTo>
                  <a:lnTo>
                    <a:pt x="426" y="1398"/>
                  </a:lnTo>
                  <a:lnTo>
                    <a:pt x="438" y="1398"/>
                  </a:lnTo>
                  <a:lnTo>
                    <a:pt x="456" y="1410"/>
                  </a:lnTo>
                  <a:lnTo>
                    <a:pt x="480" y="1434"/>
                  </a:lnTo>
                  <a:lnTo>
                    <a:pt x="522" y="1434"/>
                  </a:lnTo>
                  <a:lnTo>
                    <a:pt x="522" y="1494"/>
                  </a:lnTo>
                  <a:lnTo>
                    <a:pt x="516" y="1500"/>
                  </a:lnTo>
                  <a:lnTo>
                    <a:pt x="498" y="1500"/>
                  </a:lnTo>
                  <a:lnTo>
                    <a:pt x="498" y="1506"/>
                  </a:lnTo>
                  <a:lnTo>
                    <a:pt x="504" y="1512"/>
                  </a:lnTo>
                  <a:lnTo>
                    <a:pt x="504" y="1536"/>
                  </a:lnTo>
                  <a:lnTo>
                    <a:pt x="498" y="1548"/>
                  </a:lnTo>
                  <a:lnTo>
                    <a:pt x="486" y="1554"/>
                  </a:lnTo>
                  <a:lnTo>
                    <a:pt x="456" y="1554"/>
                  </a:lnTo>
                  <a:lnTo>
                    <a:pt x="474" y="1578"/>
                  </a:lnTo>
                  <a:lnTo>
                    <a:pt x="456" y="1584"/>
                  </a:lnTo>
                  <a:lnTo>
                    <a:pt x="456" y="1608"/>
                  </a:lnTo>
                  <a:lnTo>
                    <a:pt x="480" y="1620"/>
                  </a:lnTo>
                  <a:lnTo>
                    <a:pt x="492" y="1620"/>
                  </a:lnTo>
                  <a:lnTo>
                    <a:pt x="498" y="1626"/>
                  </a:lnTo>
                  <a:lnTo>
                    <a:pt x="504" y="1638"/>
                  </a:lnTo>
                  <a:lnTo>
                    <a:pt x="522" y="1656"/>
                  </a:lnTo>
                  <a:lnTo>
                    <a:pt x="522" y="1668"/>
                  </a:lnTo>
                  <a:lnTo>
                    <a:pt x="510" y="1674"/>
                  </a:lnTo>
                  <a:lnTo>
                    <a:pt x="504" y="1680"/>
                  </a:lnTo>
                  <a:lnTo>
                    <a:pt x="498" y="1680"/>
                  </a:lnTo>
                  <a:lnTo>
                    <a:pt x="486" y="1698"/>
                  </a:lnTo>
                  <a:lnTo>
                    <a:pt x="474" y="1686"/>
                  </a:lnTo>
                  <a:lnTo>
                    <a:pt x="474" y="1668"/>
                  </a:lnTo>
                  <a:lnTo>
                    <a:pt x="462" y="1668"/>
                  </a:lnTo>
                  <a:lnTo>
                    <a:pt x="456" y="1674"/>
                  </a:lnTo>
                  <a:lnTo>
                    <a:pt x="450" y="1674"/>
                  </a:lnTo>
                  <a:lnTo>
                    <a:pt x="450" y="1692"/>
                  </a:lnTo>
                  <a:lnTo>
                    <a:pt x="456" y="1698"/>
                  </a:lnTo>
                  <a:lnTo>
                    <a:pt x="462" y="1710"/>
                  </a:lnTo>
                  <a:lnTo>
                    <a:pt x="474" y="1722"/>
                  </a:lnTo>
                  <a:lnTo>
                    <a:pt x="480" y="1722"/>
                  </a:lnTo>
                  <a:lnTo>
                    <a:pt x="480" y="1734"/>
                  </a:lnTo>
                  <a:lnTo>
                    <a:pt x="474" y="1740"/>
                  </a:lnTo>
                  <a:lnTo>
                    <a:pt x="474" y="1758"/>
                  </a:lnTo>
                  <a:lnTo>
                    <a:pt x="480" y="1764"/>
                  </a:lnTo>
                  <a:lnTo>
                    <a:pt x="510" y="1764"/>
                  </a:lnTo>
                  <a:lnTo>
                    <a:pt x="516" y="1776"/>
                  </a:lnTo>
                  <a:lnTo>
                    <a:pt x="528" y="1788"/>
                  </a:lnTo>
                  <a:lnTo>
                    <a:pt x="540" y="1794"/>
                  </a:lnTo>
                  <a:lnTo>
                    <a:pt x="552" y="1794"/>
                  </a:lnTo>
                  <a:lnTo>
                    <a:pt x="558" y="1800"/>
                  </a:lnTo>
                  <a:lnTo>
                    <a:pt x="564" y="1800"/>
                  </a:lnTo>
                  <a:lnTo>
                    <a:pt x="582" y="1818"/>
                  </a:lnTo>
                  <a:lnTo>
                    <a:pt x="600" y="1812"/>
                  </a:lnTo>
                  <a:lnTo>
                    <a:pt x="600" y="1830"/>
                  </a:lnTo>
                  <a:lnTo>
                    <a:pt x="612" y="1836"/>
                  </a:lnTo>
                  <a:lnTo>
                    <a:pt x="624" y="1836"/>
                  </a:lnTo>
                  <a:lnTo>
                    <a:pt x="666" y="1872"/>
                  </a:lnTo>
                  <a:lnTo>
                    <a:pt x="690" y="1854"/>
                  </a:lnTo>
                  <a:lnTo>
                    <a:pt x="696" y="1848"/>
                  </a:lnTo>
                  <a:lnTo>
                    <a:pt x="708" y="1842"/>
                  </a:lnTo>
                  <a:lnTo>
                    <a:pt x="720" y="1842"/>
                  </a:lnTo>
                  <a:lnTo>
                    <a:pt x="732" y="1848"/>
                  </a:lnTo>
                  <a:lnTo>
                    <a:pt x="744" y="1860"/>
                  </a:lnTo>
                  <a:lnTo>
                    <a:pt x="750" y="1872"/>
                  </a:lnTo>
                  <a:lnTo>
                    <a:pt x="762" y="1878"/>
                  </a:lnTo>
                  <a:lnTo>
                    <a:pt x="780" y="1896"/>
                  </a:lnTo>
                  <a:lnTo>
                    <a:pt x="822" y="1902"/>
                  </a:lnTo>
                  <a:lnTo>
                    <a:pt x="828" y="1914"/>
                  </a:lnTo>
                  <a:lnTo>
                    <a:pt x="834" y="1920"/>
                  </a:lnTo>
                  <a:lnTo>
                    <a:pt x="840" y="1932"/>
                  </a:lnTo>
                  <a:lnTo>
                    <a:pt x="846" y="1938"/>
                  </a:lnTo>
                  <a:lnTo>
                    <a:pt x="846" y="1950"/>
                  </a:lnTo>
                  <a:lnTo>
                    <a:pt x="858" y="1950"/>
                  </a:lnTo>
                  <a:lnTo>
                    <a:pt x="858" y="1944"/>
                  </a:lnTo>
                  <a:lnTo>
                    <a:pt x="864" y="1938"/>
                  </a:lnTo>
                  <a:lnTo>
                    <a:pt x="870" y="1926"/>
                  </a:lnTo>
                  <a:lnTo>
                    <a:pt x="882" y="1926"/>
                  </a:lnTo>
                  <a:lnTo>
                    <a:pt x="888" y="1932"/>
                  </a:lnTo>
                  <a:lnTo>
                    <a:pt x="894" y="1944"/>
                  </a:lnTo>
                  <a:lnTo>
                    <a:pt x="894" y="1962"/>
                  </a:lnTo>
                  <a:lnTo>
                    <a:pt x="924" y="1992"/>
                  </a:lnTo>
                  <a:lnTo>
                    <a:pt x="936" y="1998"/>
                  </a:lnTo>
                  <a:lnTo>
                    <a:pt x="942" y="1992"/>
                  </a:lnTo>
                  <a:lnTo>
                    <a:pt x="954" y="1986"/>
                  </a:lnTo>
                  <a:lnTo>
                    <a:pt x="960" y="1986"/>
                  </a:lnTo>
                  <a:lnTo>
                    <a:pt x="966" y="1992"/>
                  </a:lnTo>
                  <a:lnTo>
                    <a:pt x="966" y="1998"/>
                  </a:lnTo>
                  <a:lnTo>
                    <a:pt x="960" y="2004"/>
                  </a:lnTo>
                  <a:lnTo>
                    <a:pt x="960" y="2010"/>
                  </a:lnTo>
                  <a:lnTo>
                    <a:pt x="966" y="2010"/>
                  </a:lnTo>
                  <a:lnTo>
                    <a:pt x="972" y="2016"/>
                  </a:lnTo>
                  <a:lnTo>
                    <a:pt x="990" y="2022"/>
                  </a:lnTo>
                  <a:lnTo>
                    <a:pt x="1002" y="2022"/>
                  </a:lnTo>
                  <a:lnTo>
                    <a:pt x="1008" y="2016"/>
                  </a:lnTo>
                  <a:lnTo>
                    <a:pt x="1014" y="2016"/>
                  </a:lnTo>
                  <a:lnTo>
                    <a:pt x="1014" y="2034"/>
                  </a:lnTo>
                  <a:lnTo>
                    <a:pt x="1020" y="2040"/>
                  </a:lnTo>
                  <a:lnTo>
                    <a:pt x="1032" y="2040"/>
                  </a:lnTo>
                  <a:lnTo>
                    <a:pt x="1044" y="2028"/>
                  </a:lnTo>
                  <a:lnTo>
                    <a:pt x="1044" y="2022"/>
                  </a:lnTo>
                  <a:lnTo>
                    <a:pt x="1044" y="2034"/>
                  </a:lnTo>
                  <a:lnTo>
                    <a:pt x="1050" y="2040"/>
                  </a:lnTo>
                  <a:lnTo>
                    <a:pt x="1068" y="2040"/>
                  </a:lnTo>
                  <a:lnTo>
                    <a:pt x="1074" y="2034"/>
                  </a:lnTo>
                  <a:lnTo>
                    <a:pt x="1074" y="2028"/>
                  </a:lnTo>
                  <a:lnTo>
                    <a:pt x="1086" y="2034"/>
                  </a:lnTo>
                  <a:lnTo>
                    <a:pt x="1092" y="2040"/>
                  </a:lnTo>
                  <a:lnTo>
                    <a:pt x="1110" y="2046"/>
                  </a:lnTo>
                  <a:lnTo>
                    <a:pt x="1134" y="2058"/>
                  </a:lnTo>
                  <a:lnTo>
                    <a:pt x="1158" y="2058"/>
                  </a:lnTo>
                  <a:lnTo>
                    <a:pt x="1176" y="2040"/>
                  </a:lnTo>
                  <a:lnTo>
                    <a:pt x="1194" y="2034"/>
                  </a:lnTo>
                  <a:lnTo>
                    <a:pt x="1206" y="2028"/>
                  </a:lnTo>
                  <a:lnTo>
                    <a:pt x="1212" y="2028"/>
                  </a:lnTo>
                  <a:lnTo>
                    <a:pt x="1224" y="2034"/>
                  </a:lnTo>
                  <a:lnTo>
                    <a:pt x="1230" y="2040"/>
                  </a:lnTo>
                  <a:lnTo>
                    <a:pt x="1230" y="2088"/>
                  </a:lnTo>
                  <a:lnTo>
                    <a:pt x="1236" y="2094"/>
                  </a:lnTo>
                  <a:lnTo>
                    <a:pt x="1242" y="2094"/>
                  </a:lnTo>
                  <a:lnTo>
                    <a:pt x="1242" y="2088"/>
                  </a:lnTo>
                  <a:lnTo>
                    <a:pt x="1248" y="2082"/>
                  </a:lnTo>
                  <a:lnTo>
                    <a:pt x="1254" y="2070"/>
                  </a:lnTo>
                  <a:lnTo>
                    <a:pt x="1266" y="2052"/>
                  </a:lnTo>
                  <a:lnTo>
                    <a:pt x="1272" y="2040"/>
                  </a:lnTo>
                  <a:lnTo>
                    <a:pt x="1284" y="2028"/>
                  </a:lnTo>
                  <a:lnTo>
                    <a:pt x="1290" y="2016"/>
                  </a:lnTo>
                  <a:lnTo>
                    <a:pt x="1302" y="2016"/>
                  </a:lnTo>
                  <a:lnTo>
                    <a:pt x="1314" y="2022"/>
                  </a:lnTo>
                  <a:lnTo>
                    <a:pt x="1338" y="2022"/>
                  </a:lnTo>
                  <a:lnTo>
                    <a:pt x="1338" y="2046"/>
                  </a:lnTo>
                  <a:lnTo>
                    <a:pt x="1344" y="2046"/>
                  </a:lnTo>
                  <a:lnTo>
                    <a:pt x="1350" y="2040"/>
                  </a:lnTo>
                  <a:lnTo>
                    <a:pt x="1362" y="2034"/>
                  </a:lnTo>
                  <a:lnTo>
                    <a:pt x="1374" y="2034"/>
                  </a:lnTo>
                  <a:lnTo>
                    <a:pt x="1386" y="2028"/>
                  </a:lnTo>
                  <a:lnTo>
                    <a:pt x="1398" y="2028"/>
                  </a:lnTo>
                  <a:lnTo>
                    <a:pt x="1410" y="2034"/>
                  </a:lnTo>
                  <a:lnTo>
                    <a:pt x="1422" y="2046"/>
                  </a:lnTo>
                  <a:lnTo>
                    <a:pt x="1428" y="2058"/>
                  </a:lnTo>
                  <a:lnTo>
                    <a:pt x="1428" y="2064"/>
                  </a:lnTo>
                  <a:lnTo>
                    <a:pt x="1482" y="2064"/>
                  </a:lnTo>
                  <a:lnTo>
                    <a:pt x="1494" y="2052"/>
                  </a:lnTo>
                  <a:lnTo>
                    <a:pt x="1494" y="2034"/>
                  </a:lnTo>
                  <a:lnTo>
                    <a:pt x="1488" y="2022"/>
                  </a:lnTo>
                  <a:lnTo>
                    <a:pt x="1518" y="2022"/>
                  </a:lnTo>
                  <a:lnTo>
                    <a:pt x="1524" y="2016"/>
                  </a:lnTo>
                  <a:lnTo>
                    <a:pt x="1524" y="1992"/>
                  </a:lnTo>
                  <a:lnTo>
                    <a:pt x="1518" y="1986"/>
                  </a:lnTo>
                  <a:lnTo>
                    <a:pt x="1518" y="1980"/>
                  </a:lnTo>
                  <a:lnTo>
                    <a:pt x="1554" y="1980"/>
                  </a:lnTo>
                  <a:lnTo>
                    <a:pt x="1578" y="1956"/>
                  </a:lnTo>
                  <a:lnTo>
                    <a:pt x="1590" y="1950"/>
                  </a:lnTo>
                  <a:lnTo>
                    <a:pt x="1602" y="1938"/>
                  </a:lnTo>
                  <a:lnTo>
                    <a:pt x="1620" y="1938"/>
                  </a:lnTo>
                  <a:lnTo>
                    <a:pt x="1632" y="1944"/>
                  </a:lnTo>
                  <a:lnTo>
                    <a:pt x="1650" y="1956"/>
                  </a:lnTo>
                  <a:lnTo>
                    <a:pt x="1668" y="1956"/>
                  </a:lnTo>
                  <a:lnTo>
                    <a:pt x="1668" y="1932"/>
                  </a:lnTo>
                  <a:lnTo>
                    <a:pt x="1680" y="1920"/>
                  </a:lnTo>
                  <a:lnTo>
                    <a:pt x="1716" y="1938"/>
                  </a:lnTo>
                  <a:lnTo>
                    <a:pt x="1722" y="1944"/>
                  </a:lnTo>
                  <a:lnTo>
                    <a:pt x="1710" y="1956"/>
                  </a:lnTo>
                  <a:lnTo>
                    <a:pt x="1704" y="1956"/>
                  </a:lnTo>
                  <a:lnTo>
                    <a:pt x="1710" y="1962"/>
                  </a:lnTo>
                  <a:lnTo>
                    <a:pt x="1740" y="1962"/>
                  </a:lnTo>
                  <a:lnTo>
                    <a:pt x="1758" y="1992"/>
                  </a:lnTo>
                  <a:lnTo>
                    <a:pt x="1752" y="1992"/>
                  </a:lnTo>
                  <a:lnTo>
                    <a:pt x="1740" y="2004"/>
                  </a:lnTo>
                  <a:lnTo>
                    <a:pt x="1740" y="2010"/>
                  </a:lnTo>
                  <a:lnTo>
                    <a:pt x="1806" y="2010"/>
                  </a:lnTo>
                  <a:lnTo>
                    <a:pt x="1812" y="2016"/>
                  </a:lnTo>
                  <a:lnTo>
                    <a:pt x="1818" y="2016"/>
                  </a:lnTo>
                  <a:lnTo>
                    <a:pt x="1824" y="1998"/>
                  </a:lnTo>
                  <a:lnTo>
                    <a:pt x="1830" y="1998"/>
                  </a:lnTo>
                  <a:lnTo>
                    <a:pt x="1836" y="2004"/>
                  </a:lnTo>
                  <a:lnTo>
                    <a:pt x="1842" y="2016"/>
                  </a:lnTo>
                  <a:lnTo>
                    <a:pt x="1854" y="2022"/>
                  </a:lnTo>
                  <a:lnTo>
                    <a:pt x="1872" y="2058"/>
                  </a:lnTo>
                  <a:lnTo>
                    <a:pt x="1878" y="2064"/>
                  </a:lnTo>
                  <a:lnTo>
                    <a:pt x="1878" y="2070"/>
                  </a:lnTo>
                  <a:lnTo>
                    <a:pt x="1914" y="2070"/>
                  </a:lnTo>
                  <a:lnTo>
                    <a:pt x="1920" y="2076"/>
                  </a:lnTo>
                  <a:lnTo>
                    <a:pt x="1920" y="2106"/>
                  </a:lnTo>
                  <a:lnTo>
                    <a:pt x="1932" y="2130"/>
                  </a:lnTo>
                  <a:lnTo>
                    <a:pt x="1944" y="2190"/>
                  </a:lnTo>
                  <a:lnTo>
                    <a:pt x="1932" y="2190"/>
                  </a:lnTo>
                  <a:lnTo>
                    <a:pt x="1926" y="2196"/>
                  </a:lnTo>
                  <a:lnTo>
                    <a:pt x="1914" y="2196"/>
                  </a:lnTo>
                  <a:lnTo>
                    <a:pt x="1932" y="2214"/>
                  </a:lnTo>
                  <a:lnTo>
                    <a:pt x="1932" y="2220"/>
                  </a:lnTo>
                  <a:lnTo>
                    <a:pt x="1926" y="2232"/>
                  </a:lnTo>
                  <a:lnTo>
                    <a:pt x="1920" y="2238"/>
                  </a:lnTo>
                  <a:lnTo>
                    <a:pt x="1908" y="2238"/>
                  </a:lnTo>
                  <a:lnTo>
                    <a:pt x="1902" y="2232"/>
                  </a:lnTo>
                  <a:lnTo>
                    <a:pt x="1902" y="2268"/>
                  </a:lnTo>
                  <a:lnTo>
                    <a:pt x="1896" y="2274"/>
                  </a:lnTo>
                  <a:lnTo>
                    <a:pt x="1884" y="2274"/>
                  </a:lnTo>
                  <a:lnTo>
                    <a:pt x="1890" y="2304"/>
                  </a:lnTo>
                  <a:lnTo>
                    <a:pt x="1878" y="2304"/>
                  </a:lnTo>
                  <a:lnTo>
                    <a:pt x="1878" y="2322"/>
                  </a:lnTo>
                  <a:lnTo>
                    <a:pt x="1896" y="2340"/>
                  </a:lnTo>
                  <a:lnTo>
                    <a:pt x="1902" y="2352"/>
                  </a:lnTo>
                  <a:lnTo>
                    <a:pt x="1890" y="2370"/>
                  </a:lnTo>
                  <a:lnTo>
                    <a:pt x="1902" y="2364"/>
                  </a:lnTo>
                  <a:lnTo>
                    <a:pt x="1908" y="2358"/>
                  </a:lnTo>
                  <a:lnTo>
                    <a:pt x="1920" y="2358"/>
                  </a:lnTo>
                  <a:lnTo>
                    <a:pt x="1926" y="2352"/>
                  </a:lnTo>
                  <a:lnTo>
                    <a:pt x="1986" y="2352"/>
                  </a:lnTo>
                  <a:lnTo>
                    <a:pt x="1956" y="2376"/>
                  </a:lnTo>
                  <a:lnTo>
                    <a:pt x="1980" y="2394"/>
                  </a:lnTo>
                  <a:lnTo>
                    <a:pt x="1992" y="2436"/>
                  </a:lnTo>
                  <a:lnTo>
                    <a:pt x="2022" y="2436"/>
                  </a:lnTo>
                  <a:lnTo>
                    <a:pt x="2034" y="2442"/>
                  </a:lnTo>
                  <a:lnTo>
                    <a:pt x="2040" y="2448"/>
                  </a:lnTo>
                  <a:lnTo>
                    <a:pt x="2040" y="2454"/>
                  </a:lnTo>
                  <a:lnTo>
                    <a:pt x="2034" y="2460"/>
                  </a:lnTo>
                  <a:lnTo>
                    <a:pt x="2022" y="2460"/>
                  </a:lnTo>
                  <a:lnTo>
                    <a:pt x="2016" y="2466"/>
                  </a:lnTo>
                  <a:lnTo>
                    <a:pt x="2028" y="2478"/>
                  </a:lnTo>
                  <a:lnTo>
                    <a:pt x="2028" y="2490"/>
                  </a:lnTo>
                  <a:lnTo>
                    <a:pt x="2022" y="2496"/>
                  </a:lnTo>
                  <a:lnTo>
                    <a:pt x="2022" y="2502"/>
                  </a:lnTo>
                  <a:lnTo>
                    <a:pt x="2016" y="2514"/>
                  </a:lnTo>
                  <a:lnTo>
                    <a:pt x="2070" y="2520"/>
                  </a:lnTo>
                  <a:lnTo>
                    <a:pt x="2082" y="2550"/>
                  </a:lnTo>
                  <a:lnTo>
                    <a:pt x="2094" y="2550"/>
                  </a:lnTo>
                  <a:lnTo>
                    <a:pt x="2094" y="2568"/>
                  </a:lnTo>
                  <a:lnTo>
                    <a:pt x="2136" y="2568"/>
                  </a:lnTo>
                  <a:lnTo>
                    <a:pt x="2136" y="2562"/>
                  </a:lnTo>
                  <a:lnTo>
                    <a:pt x="2154" y="2544"/>
                  </a:lnTo>
                  <a:lnTo>
                    <a:pt x="2166" y="2544"/>
                  </a:lnTo>
                  <a:lnTo>
                    <a:pt x="2172" y="2550"/>
                  </a:lnTo>
                  <a:lnTo>
                    <a:pt x="2172" y="2592"/>
                  </a:lnTo>
                  <a:lnTo>
                    <a:pt x="2214" y="2592"/>
                  </a:lnTo>
                  <a:lnTo>
                    <a:pt x="2214" y="2556"/>
                  </a:lnTo>
                  <a:lnTo>
                    <a:pt x="2190" y="2532"/>
                  </a:lnTo>
                  <a:lnTo>
                    <a:pt x="2190" y="2490"/>
                  </a:lnTo>
                  <a:lnTo>
                    <a:pt x="2196" y="2484"/>
                  </a:lnTo>
                  <a:lnTo>
                    <a:pt x="2232" y="2490"/>
                  </a:lnTo>
                  <a:lnTo>
                    <a:pt x="2232" y="2472"/>
                  </a:lnTo>
                  <a:lnTo>
                    <a:pt x="2238" y="2460"/>
                  </a:lnTo>
                  <a:lnTo>
                    <a:pt x="2250" y="2460"/>
                  </a:lnTo>
                  <a:lnTo>
                    <a:pt x="2274" y="2484"/>
                  </a:lnTo>
                  <a:lnTo>
                    <a:pt x="2286" y="2484"/>
                  </a:lnTo>
                  <a:lnTo>
                    <a:pt x="2292" y="2478"/>
                  </a:lnTo>
                  <a:lnTo>
                    <a:pt x="2298" y="2466"/>
                  </a:lnTo>
                  <a:lnTo>
                    <a:pt x="2304" y="2460"/>
                  </a:lnTo>
                  <a:lnTo>
                    <a:pt x="2322" y="2478"/>
                  </a:lnTo>
                  <a:lnTo>
                    <a:pt x="2322" y="2460"/>
                  </a:lnTo>
                  <a:lnTo>
                    <a:pt x="2328" y="2460"/>
                  </a:lnTo>
                  <a:lnTo>
                    <a:pt x="2340" y="2478"/>
                  </a:lnTo>
                  <a:lnTo>
                    <a:pt x="2346" y="2484"/>
                  </a:lnTo>
                  <a:lnTo>
                    <a:pt x="2364" y="2484"/>
                  </a:lnTo>
                  <a:lnTo>
                    <a:pt x="2364" y="2472"/>
                  </a:lnTo>
                  <a:lnTo>
                    <a:pt x="2352" y="2460"/>
                  </a:lnTo>
                  <a:lnTo>
                    <a:pt x="2370" y="2460"/>
                  </a:lnTo>
                  <a:lnTo>
                    <a:pt x="2376" y="2466"/>
                  </a:lnTo>
                  <a:lnTo>
                    <a:pt x="2382" y="2460"/>
                  </a:lnTo>
                  <a:lnTo>
                    <a:pt x="2400" y="2460"/>
                  </a:lnTo>
                  <a:lnTo>
                    <a:pt x="2400" y="2454"/>
                  </a:lnTo>
                  <a:lnTo>
                    <a:pt x="2406" y="2442"/>
                  </a:lnTo>
                  <a:lnTo>
                    <a:pt x="2406" y="2430"/>
                  </a:lnTo>
                  <a:lnTo>
                    <a:pt x="2412" y="2424"/>
                  </a:lnTo>
                  <a:lnTo>
                    <a:pt x="2424" y="2418"/>
                  </a:lnTo>
                  <a:lnTo>
                    <a:pt x="2430" y="2412"/>
                  </a:lnTo>
                  <a:lnTo>
                    <a:pt x="2436" y="2412"/>
                  </a:lnTo>
                  <a:lnTo>
                    <a:pt x="2466" y="2448"/>
                  </a:lnTo>
                  <a:lnTo>
                    <a:pt x="2496" y="2442"/>
                  </a:lnTo>
                  <a:lnTo>
                    <a:pt x="2508" y="2454"/>
                  </a:lnTo>
                  <a:lnTo>
                    <a:pt x="2538" y="2454"/>
                  </a:lnTo>
                  <a:lnTo>
                    <a:pt x="2544" y="2460"/>
                  </a:lnTo>
                  <a:lnTo>
                    <a:pt x="2544" y="2466"/>
                  </a:lnTo>
                  <a:lnTo>
                    <a:pt x="2526" y="2484"/>
                  </a:lnTo>
                  <a:lnTo>
                    <a:pt x="2532" y="2502"/>
                  </a:lnTo>
                  <a:lnTo>
                    <a:pt x="2544" y="2508"/>
                  </a:lnTo>
                  <a:lnTo>
                    <a:pt x="2544" y="2526"/>
                  </a:lnTo>
                  <a:lnTo>
                    <a:pt x="2562" y="2526"/>
                  </a:lnTo>
                  <a:lnTo>
                    <a:pt x="2568" y="2532"/>
                  </a:lnTo>
                  <a:lnTo>
                    <a:pt x="2574" y="2544"/>
                  </a:lnTo>
                  <a:lnTo>
                    <a:pt x="2586" y="2550"/>
                  </a:lnTo>
                  <a:lnTo>
                    <a:pt x="2616" y="2550"/>
                  </a:lnTo>
                  <a:lnTo>
                    <a:pt x="2622" y="2556"/>
                  </a:lnTo>
                  <a:lnTo>
                    <a:pt x="2628" y="2556"/>
                  </a:lnTo>
                  <a:lnTo>
                    <a:pt x="2676" y="2526"/>
                  </a:lnTo>
                  <a:lnTo>
                    <a:pt x="2694" y="2538"/>
                  </a:lnTo>
                  <a:lnTo>
                    <a:pt x="2718" y="2538"/>
                  </a:lnTo>
                  <a:lnTo>
                    <a:pt x="2736" y="2544"/>
                  </a:lnTo>
                  <a:lnTo>
                    <a:pt x="2748" y="2544"/>
                  </a:lnTo>
                  <a:lnTo>
                    <a:pt x="2760" y="2550"/>
                  </a:lnTo>
                  <a:lnTo>
                    <a:pt x="2766" y="2556"/>
                  </a:lnTo>
                  <a:lnTo>
                    <a:pt x="2772" y="2568"/>
                  </a:lnTo>
                  <a:lnTo>
                    <a:pt x="2766" y="2580"/>
                  </a:lnTo>
                  <a:lnTo>
                    <a:pt x="2766" y="2604"/>
                  </a:lnTo>
                  <a:lnTo>
                    <a:pt x="2760" y="2616"/>
                  </a:lnTo>
                  <a:lnTo>
                    <a:pt x="2766" y="2628"/>
                  </a:lnTo>
                  <a:lnTo>
                    <a:pt x="2772" y="2634"/>
                  </a:lnTo>
                  <a:lnTo>
                    <a:pt x="2784" y="2640"/>
                  </a:lnTo>
                  <a:lnTo>
                    <a:pt x="2790" y="2652"/>
                  </a:lnTo>
                  <a:lnTo>
                    <a:pt x="2802" y="2658"/>
                  </a:lnTo>
                  <a:lnTo>
                    <a:pt x="2808" y="2664"/>
                  </a:lnTo>
                  <a:lnTo>
                    <a:pt x="2826" y="2664"/>
                  </a:lnTo>
                  <a:lnTo>
                    <a:pt x="2832" y="2640"/>
                  </a:lnTo>
                  <a:lnTo>
                    <a:pt x="2832" y="2634"/>
                  </a:lnTo>
                  <a:lnTo>
                    <a:pt x="2826" y="2628"/>
                  </a:lnTo>
                  <a:lnTo>
                    <a:pt x="2826" y="2586"/>
                  </a:lnTo>
                  <a:lnTo>
                    <a:pt x="2832" y="2568"/>
                  </a:lnTo>
                  <a:lnTo>
                    <a:pt x="2844" y="2556"/>
                  </a:lnTo>
                  <a:lnTo>
                    <a:pt x="2856" y="2550"/>
                  </a:lnTo>
                  <a:lnTo>
                    <a:pt x="2886" y="2550"/>
                  </a:lnTo>
                  <a:lnTo>
                    <a:pt x="2898" y="2544"/>
                  </a:lnTo>
                  <a:lnTo>
                    <a:pt x="2910" y="2544"/>
                  </a:lnTo>
                  <a:lnTo>
                    <a:pt x="2922" y="2538"/>
                  </a:lnTo>
                  <a:lnTo>
                    <a:pt x="2940" y="2538"/>
                  </a:lnTo>
                  <a:lnTo>
                    <a:pt x="2964" y="2532"/>
                  </a:lnTo>
                  <a:lnTo>
                    <a:pt x="2982" y="2526"/>
                  </a:lnTo>
                  <a:lnTo>
                    <a:pt x="3000" y="2508"/>
                  </a:lnTo>
                  <a:lnTo>
                    <a:pt x="3000" y="2466"/>
                  </a:lnTo>
                  <a:lnTo>
                    <a:pt x="3006" y="2454"/>
                  </a:lnTo>
                  <a:lnTo>
                    <a:pt x="3012" y="2448"/>
                  </a:lnTo>
                  <a:lnTo>
                    <a:pt x="3024" y="2460"/>
                  </a:lnTo>
                  <a:lnTo>
                    <a:pt x="3036" y="2484"/>
                  </a:lnTo>
                  <a:lnTo>
                    <a:pt x="3042" y="2490"/>
                  </a:lnTo>
                  <a:lnTo>
                    <a:pt x="3048" y="2490"/>
                  </a:lnTo>
                  <a:lnTo>
                    <a:pt x="3054" y="2484"/>
                  </a:lnTo>
                  <a:lnTo>
                    <a:pt x="3066" y="2478"/>
                  </a:lnTo>
                  <a:lnTo>
                    <a:pt x="3072" y="2466"/>
                  </a:lnTo>
                  <a:lnTo>
                    <a:pt x="3090" y="2448"/>
                  </a:lnTo>
                  <a:lnTo>
                    <a:pt x="3096" y="2436"/>
                  </a:lnTo>
                  <a:lnTo>
                    <a:pt x="3114" y="2454"/>
                  </a:lnTo>
                  <a:lnTo>
                    <a:pt x="3144" y="2442"/>
                  </a:lnTo>
                  <a:lnTo>
                    <a:pt x="3150" y="2442"/>
                  </a:lnTo>
                  <a:lnTo>
                    <a:pt x="3156" y="2448"/>
                  </a:lnTo>
                  <a:lnTo>
                    <a:pt x="3186" y="2448"/>
                  </a:lnTo>
                  <a:lnTo>
                    <a:pt x="3234" y="2424"/>
                  </a:lnTo>
                  <a:lnTo>
                    <a:pt x="3288" y="2370"/>
                  </a:lnTo>
                  <a:lnTo>
                    <a:pt x="3294" y="2358"/>
                  </a:lnTo>
                  <a:lnTo>
                    <a:pt x="3300" y="2352"/>
                  </a:lnTo>
                  <a:lnTo>
                    <a:pt x="3294" y="2340"/>
                  </a:lnTo>
                  <a:lnTo>
                    <a:pt x="3294" y="2334"/>
                  </a:lnTo>
                  <a:lnTo>
                    <a:pt x="3288" y="2322"/>
                  </a:lnTo>
                  <a:lnTo>
                    <a:pt x="3282" y="2316"/>
                  </a:lnTo>
                  <a:lnTo>
                    <a:pt x="3300" y="2316"/>
                  </a:lnTo>
                  <a:lnTo>
                    <a:pt x="3312" y="2286"/>
                  </a:lnTo>
                  <a:lnTo>
                    <a:pt x="3336" y="2286"/>
                  </a:lnTo>
                  <a:lnTo>
                    <a:pt x="3348" y="2250"/>
                  </a:lnTo>
                  <a:lnTo>
                    <a:pt x="3360" y="2250"/>
                  </a:lnTo>
                  <a:lnTo>
                    <a:pt x="3360" y="2208"/>
                  </a:lnTo>
                  <a:lnTo>
                    <a:pt x="3372" y="2208"/>
                  </a:lnTo>
                  <a:lnTo>
                    <a:pt x="3384" y="2196"/>
                  </a:lnTo>
                  <a:lnTo>
                    <a:pt x="3384" y="2172"/>
                  </a:lnTo>
                  <a:lnTo>
                    <a:pt x="3378" y="2160"/>
                  </a:lnTo>
                  <a:lnTo>
                    <a:pt x="3372" y="2154"/>
                  </a:lnTo>
                  <a:lnTo>
                    <a:pt x="3372" y="2142"/>
                  </a:lnTo>
                  <a:lnTo>
                    <a:pt x="3378" y="2136"/>
                  </a:lnTo>
                  <a:lnTo>
                    <a:pt x="3384" y="2136"/>
                  </a:lnTo>
                  <a:lnTo>
                    <a:pt x="3390" y="2130"/>
                  </a:lnTo>
                  <a:lnTo>
                    <a:pt x="3402" y="2124"/>
                  </a:lnTo>
                  <a:lnTo>
                    <a:pt x="3408" y="2118"/>
                  </a:lnTo>
                  <a:lnTo>
                    <a:pt x="3408" y="2094"/>
                  </a:lnTo>
                  <a:lnTo>
                    <a:pt x="3390" y="2076"/>
                  </a:lnTo>
                  <a:lnTo>
                    <a:pt x="3390" y="2064"/>
                  </a:lnTo>
                  <a:lnTo>
                    <a:pt x="3402" y="2058"/>
                  </a:lnTo>
                  <a:lnTo>
                    <a:pt x="3408" y="2052"/>
                  </a:lnTo>
                  <a:lnTo>
                    <a:pt x="3408" y="2016"/>
                  </a:lnTo>
                  <a:lnTo>
                    <a:pt x="3414" y="2016"/>
                  </a:lnTo>
                  <a:lnTo>
                    <a:pt x="3420" y="2010"/>
                  </a:lnTo>
                  <a:lnTo>
                    <a:pt x="3456" y="1992"/>
                  </a:lnTo>
                  <a:lnTo>
                    <a:pt x="3462" y="1980"/>
                  </a:lnTo>
                  <a:lnTo>
                    <a:pt x="3462" y="1962"/>
                  </a:lnTo>
                  <a:lnTo>
                    <a:pt x="3456" y="1956"/>
                  </a:lnTo>
                  <a:lnTo>
                    <a:pt x="3444" y="1956"/>
                  </a:lnTo>
                  <a:lnTo>
                    <a:pt x="3450" y="1956"/>
                  </a:lnTo>
                  <a:lnTo>
                    <a:pt x="3456" y="1950"/>
                  </a:lnTo>
                  <a:lnTo>
                    <a:pt x="3468" y="1950"/>
                  </a:lnTo>
                  <a:lnTo>
                    <a:pt x="3480" y="1944"/>
                  </a:lnTo>
                  <a:lnTo>
                    <a:pt x="3492" y="1932"/>
                  </a:lnTo>
                  <a:lnTo>
                    <a:pt x="3474" y="1914"/>
                  </a:lnTo>
                  <a:lnTo>
                    <a:pt x="3468" y="1914"/>
                  </a:lnTo>
                  <a:lnTo>
                    <a:pt x="3486" y="1896"/>
                  </a:lnTo>
                  <a:lnTo>
                    <a:pt x="3498" y="1872"/>
                  </a:lnTo>
                  <a:lnTo>
                    <a:pt x="3504" y="1866"/>
                  </a:lnTo>
                  <a:lnTo>
                    <a:pt x="3504" y="1854"/>
                  </a:lnTo>
                  <a:lnTo>
                    <a:pt x="3498" y="1848"/>
                  </a:lnTo>
                  <a:lnTo>
                    <a:pt x="3474" y="1842"/>
                  </a:lnTo>
                  <a:lnTo>
                    <a:pt x="3438" y="1848"/>
                  </a:lnTo>
                  <a:lnTo>
                    <a:pt x="3396" y="1854"/>
                  </a:lnTo>
                  <a:lnTo>
                    <a:pt x="3366" y="1860"/>
                  </a:lnTo>
                  <a:lnTo>
                    <a:pt x="3354" y="1866"/>
                  </a:lnTo>
                  <a:lnTo>
                    <a:pt x="3336" y="1848"/>
                  </a:lnTo>
                  <a:lnTo>
                    <a:pt x="3378" y="1848"/>
                  </a:lnTo>
                  <a:lnTo>
                    <a:pt x="3378" y="1836"/>
                  </a:lnTo>
                  <a:lnTo>
                    <a:pt x="3384" y="1824"/>
                  </a:lnTo>
                  <a:lnTo>
                    <a:pt x="3390" y="1818"/>
                  </a:lnTo>
                  <a:lnTo>
                    <a:pt x="3402" y="1812"/>
                  </a:lnTo>
                  <a:lnTo>
                    <a:pt x="3432" y="1812"/>
                  </a:lnTo>
                  <a:lnTo>
                    <a:pt x="3426" y="1800"/>
                  </a:lnTo>
                  <a:lnTo>
                    <a:pt x="3420" y="1794"/>
                  </a:lnTo>
                  <a:lnTo>
                    <a:pt x="3414" y="1782"/>
                  </a:lnTo>
                  <a:lnTo>
                    <a:pt x="3414" y="1776"/>
                  </a:lnTo>
                  <a:lnTo>
                    <a:pt x="3408" y="1770"/>
                  </a:lnTo>
                  <a:lnTo>
                    <a:pt x="3390" y="1770"/>
                  </a:lnTo>
                  <a:lnTo>
                    <a:pt x="3378" y="1764"/>
                  </a:lnTo>
                  <a:lnTo>
                    <a:pt x="3366" y="1764"/>
                  </a:lnTo>
                  <a:lnTo>
                    <a:pt x="3354" y="1746"/>
                  </a:lnTo>
                  <a:lnTo>
                    <a:pt x="3342" y="1746"/>
                  </a:lnTo>
                  <a:lnTo>
                    <a:pt x="3336" y="1734"/>
                  </a:lnTo>
                  <a:lnTo>
                    <a:pt x="3324" y="1728"/>
                  </a:lnTo>
                  <a:lnTo>
                    <a:pt x="3294" y="1728"/>
                  </a:lnTo>
                  <a:lnTo>
                    <a:pt x="3288" y="1734"/>
                  </a:lnTo>
                  <a:lnTo>
                    <a:pt x="3282" y="1734"/>
                  </a:lnTo>
                  <a:lnTo>
                    <a:pt x="3246" y="1686"/>
                  </a:lnTo>
                  <a:lnTo>
                    <a:pt x="3252" y="1698"/>
                  </a:lnTo>
                  <a:lnTo>
                    <a:pt x="3264" y="1704"/>
                  </a:lnTo>
                  <a:lnTo>
                    <a:pt x="3270" y="1710"/>
                  </a:lnTo>
                  <a:lnTo>
                    <a:pt x="3282" y="1716"/>
                  </a:lnTo>
                  <a:lnTo>
                    <a:pt x="3294" y="1716"/>
                  </a:lnTo>
                  <a:lnTo>
                    <a:pt x="3300" y="1710"/>
                  </a:lnTo>
                  <a:lnTo>
                    <a:pt x="3306" y="1710"/>
                  </a:lnTo>
                  <a:lnTo>
                    <a:pt x="3336" y="1716"/>
                  </a:lnTo>
                  <a:lnTo>
                    <a:pt x="3348" y="1734"/>
                  </a:lnTo>
                  <a:lnTo>
                    <a:pt x="3366" y="1728"/>
                  </a:lnTo>
                  <a:lnTo>
                    <a:pt x="3408" y="1740"/>
                  </a:lnTo>
                  <a:lnTo>
                    <a:pt x="3390" y="1716"/>
                  </a:lnTo>
                  <a:lnTo>
                    <a:pt x="3372" y="1710"/>
                  </a:lnTo>
                  <a:lnTo>
                    <a:pt x="3372" y="1692"/>
                  </a:lnTo>
                  <a:lnTo>
                    <a:pt x="3360" y="1680"/>
                  </a:lnTo>
                  <a:lnTo>
                    <a:pt x="3348" y="1674"/>
                  </a:lnTo>
                  <a:lnTo>
                    <a:pt x="3330" y="1674"/>
                  </a:lnTo>
                  <a:lnTo>
                    <a:pt x="3318" y="1662"/>
                  </a:lnTo>
                  <a:lnTo>
                    <a:pt x="3318" y="1650"/>
                  </a:lnTo>
                  <a:lnTo>
                    <a:pt x="3312" y="1644"/>
                  </a:lnTo>
                  <a:lnTo>
                    <a:pt x="3312" y="1632"/>
                  </a:lnTo>
                  <a:lnTo>
                    <a:pt x="3234" y="1530"/>
                  </a:lnTo>
                  <a:lnTo>
                    <a:pt x="3198" y="1524"/>
                  </a:lnTo>
                  <a:lnTo>
                    <a:pt x="3162" y="1494"/>
                  </a:lnTo>
                  <a:lnTo>
                    <a:pt x="3144" y="1500"/>
                  </a:lnTo>
                  <a:lnTo>
                    <a:pt x="3138" y="1488"/>
                  </a:lnTo>
                  <a:lnTo>
                    <a:pt x="3132" y="1482"/>
                  </a:lnTo>
                  <a:lnTo>
                    <a:pt x="3132" y="1470"/>
                  </a:lnTo>
                  <a:lnTo>
                    <a:pt x="3126" y="1464"/>
                  </a:lnTo>
                  <a:lnTo>
                    <a:pt x="3138" y="1452"/>
                  </a:lnTo>
                  <a:lnTo>
                    <a:pt x="3150" y="1446"/>
                  </a:lnTo>
                  <a:lnTo>
                    <a:pt x="3156" y="1434"/>
                  </a:lnTo>
                  <a:lnTo>
                    <a:pt x="3162" y="1428"/>
                  </a:lnTo>
                  <a:lnTo>
                    <a:pt x="3168" y="1416"/>
                  </a:lnTo>
                  <a:lnTo>
                    <a:pt x="3168" y="1410"/>
                  </a:lnTo>
                  <a:lnTo>
                    <a:pt x="3162" y="1398"/>
                  </a:lnTo>
                  <a:lnTo>
                    <a:pt x="3162" y="1392"/>
                  </a:lnTo>
                  <a:lnTo>
                    <a:pt x="3156" y="1380"/>
                  </a:lnTo>
                  <a:lnTo>
                    <a:pt x="3168" y="1386"/>
                  </a:lnTo>
                  <a:lnTo>
                    <a:pt x="3174" y="1392"/>
                  </a:lnTo>
                  <a:lnTo>
                    <a:pt x="3186" y="1398"/>
                  </a:lnTo>
                  <a:lnTo>
                    <a:pt x="3198" y="1386"/>
                  </a:lnTo>
                  <a:lnTo>
                    <a:pt x="3198" y="1368"/>
                  </a:lnTo>
                  <a:lnTo>
                    <a:pt x="3192" y="1356"/>
                  </a:lnTo>
                  <a:lnTo>
                    <a:pt x="3192" y="1344"/>
                  </a:lnTo>
                  <a:lnTo>
                    <a:pt x="3216" y="1344"/>
                  </a:lnTo>
                  <a:lnTo>
                    <a:pt x="3252" y="1320"/>
                  </a:lnTo>
                  <a:lnTo>
                    <a:pt x="3264" y="1320"/>
                  </a:lnTo>
                  <a:lnTo>
                    <a:pt x="3270" y="1326"/>
                  </a:lnTo>
                  <a:lnTo>
                    <a:pt x="3294" y="1326"/>
                  </a:lnTo>
                  <a:lnTo>
                    <a:pt x="3294" y="1320"/>
                  </a:lnTo>
                  <a:lnTo>
                    <a:pt x="3288" y="1314"/>
                  </a:lnTo>
                  <a:lnTo>
                    <a:pt x="3288" y="1308"/>
                  </a:lnTo>
                  <a:lnTo>
                    <a:pt x="3282" y="1302"/>
                  </a:lnTo>
                  <a:lnTo>
                    <a:pt x="3288" y="1278"/>
                  </a:lnTo>
                  <a:lnTo>
                    <a:pt x="3258" y="1278"/>
                  </a:lnTo>
                  <a:lnTo>
                    <a:pt x="3246" y="1266"/>
                  </a:lnTo>
                  <a:lnTo>
                    <a:pt x="3240" y="1278"/>
                  </a:lnTo>
                  <a:lnTo>
                    <a:pt x="3204" y="1278"/>
                  </a:lnTo>
                  <a:lnTo>
                    <a:pt x="3198" y="1272"/>
                  </a:lnTo>
                  <a:lnTo>
                    <a:pt x="3192" y="1260"/>
                  </a:lnTo>
                  <a:lnTo>
                    <a:pt x="3180" y="1254"/>
                  </a:lnTo>
                  <a:lnTo>
                    <a:pt x="3174" y="1248"/>
                  </a:lnTo>
                  <a:lnTo>
                    <a:pt x="3150" y="1248"/>
                  </a:lnTo>
                  <a:lnTo>
                    <a:pt x="3144" y="1260"/>
                  </a:lnTo>
                  <a:lnTo>
                    <a:pt x="3132" y="1266"/>
                  </a:lnTo>
                  <a:lnTo>
                    <a:pt x="3114" y="1284"/>
                  </a:lnTo>
                  <a:lnTo>
                    <a:pt x="3114" y="1296"/>
                  </a:lnTo>
                  <a:lnTo>
                    <a:pt x="3108" y="1302"/>
                  </a:lnTo>
                  <a:lnTo>
                    <a:pt x="3108" y="1308"/>
                  </a:lnTo>
                  <a:lnTo>
                    <a:pt x="3078" y="1308"/>
                  </a:lnTo>
                  <a:lnTo>
                    <a:pt x="3054" y="1296"/>
                  </a:lnTo>
                  <a:lnTo>
                    <a:pt x="3048" y="1290"/>
                  </a:lnTo>
                  <a:lnTo>
                    <a:pt x="3042" y="1278"/>
                  </a:lnTo>
                  <a:lnTo>
                    <a:pt x="3030" y="1242"/>
                  </a:lnTo>
                  <a:lnTo>
                    <a:pt x="3024" y="1230"/>
                  </a:lnTo>
                  <a:lnTo>
                    <a:pt x="3018" y="1224"/>
                  </a:lnTo>
                  <a:lnTo>
                    <a:pt x="3006" y="1224"/>
                  </a:lnTo>
                  <a:lnTo>
                    <a:pt x="3000" y="1230"/>
                  </a:lnTo>
                  <a:lnTo>
                    <a:pt x="3000" y="1242"/>
                  </a:lnTo>
                  <a:lnTo>
                    <a:pt x="2988" y="1224"/>
                  </a:lnTo>
                  <a:lnTo>
                    <a:pt x="2952" y="1224"/>
                  </a:lnTo>
                  <a:lnTo>
                    <a:pt x="2940" y="1218"/>
                  </a:lnTo>
                  <a:lnTo>
                    <a:pt x="2934" y="1212"/>
                  </a:lnTo>
                  <a:lnTo>
                    <a:pt x="2928" y="1200"/>
                  </a:lnTo>
                  <a:lnTo>
                    <a:pt x="2916" y="1194"/>
                  </a:lnTo>
                  <a:lnTo>
                    <a:pt x="2910" y="1182"/>
                  </a:lnTo>
                  <a:lnTo>
                    <a:pt x="2910" y="1140"/>
                  </a:lnTo>
                  <a:lnTo>
                    <a:pt x="2928" y="1140"/>
                  </a:lnTo>
                  <a:lnTo>
                    <a:pt x="2940" y="1152"/>
                  </a:lnTo>
                  <a:lnTo>
                    <a:pt x="2946" y="1152"/>
                  </a:lnTo>
                  <a:lnTo>
                    <a:pt x="2952" y="1146"/>
                  </a:lnTo>
                  <a:lnTo>
                    <a:pt x="2952" y="1140"/>
                  </a:lnTo>
                  <a:lnTo>
                    <a:pt x="2958" y="1134"/>
                  </a:lnTo>
                  <a:lnTo>
                    <a:pt x="2964" y="1134"/>
                  </a:lnTo>
                  <a:lnTo>
                    <a:pt x="2970" y="1140"/>
                  </a:lnTo>
                  <a:lnTo>
                    <a:pt x="2982" y="1140"/>
                  </a:lnTo>
                  <a:lnTo>
                    <a:pt x="2994" y="1134"/>
                  </a:lnTo>
                  <a:lnTo>
                    <a:pt x="3000" y="1128"/>
                  </a:lnTo>
                  <a:lnTo>
                    <a:pt x="3000" y="1116"/>
                  </a:lnTo>
                  <a:lnTo>
                    <a:pt x="2994" y="1110"/>
                  </a:lnTo>
                  <a:lnTo>
                    <a:pt x="2994" y="1086"/>
                  </a:lnTo>
                  <a:lnTo>
                    <a:pt x="3000" y="1074"/>
                  </a:lnTo>
                  <a:lnTo>
                    <a:pt x="3000" y="1068"/>
                  </a:lnTo>
                  <a:lnTo>
                    <a:pt x="3036" y="1068"/>
                  </a:lnTo>
                  <a:lnTo>
                    <a:pt x="3042" y="1062"/>
                  </a:lnTo>
                  <a:lnTo>
                    <a:pt x="3048" y="1050"/>
                  </a:lnTo>
                  <a:lnTo>
                    <a:pt x="3048" y="1038"/>
                  </a:lnTo>
                  <a:lnTo>
                    <a:pt x="3054" y="1032"/>
                  </a:lnTo>
                  <a:lnTo>
                    <a:pt x="3054" y="1026"/>
                  </a:lnTo>
                  <a:lnTo>
                    <a:pt x="3072" y="1014"/>
                  </a:lnTo>
                  <a:lnTo>
                    <a:pt x="3060" y="1002"/>
                  </a:lnTo>
                  <a:lnTo>
                    <a:pt x="3096" y="1014"/>
                  </a:lnTo>
                  <a:lnTo>
                    <a:pt x="3114" y="996"/>
                  </a:lnTo>
                  <a:lnTo>
                    <a:pt x="3126" y="1002"/>
                  </a:lnTo>
                  <a:lnTo>
                    <a:pt x="3132" y="1014"/>
                  </a:lnTo>
                  <a:lnTo>
                    <a:pt x="3144" y="1020"/>
                  </a:lnTo>
                  <a:lnTo>
                    <a:pt x="3156" y="1044"/>
                  </a:lnTo>
                  <a:lnTo>
                    <a:pt x="3156" y="1050"/>
                  </a:lnTo>
                  <a:lnTo>
                    <a:pt x="3144" y="1074"/>
                  </a:lnTo>
                  <a:lnTo>
                    <a:pt x="3126" y="1092"/>
                  </a:lnTo>
                  <a:lnTo>
                    <a:pt x="3126" y="1104"/>
                  </a:lnTo>
                  <a:lnTo>
                    <a:pt x="3132" y="1116"/>
                  </a:lnTo>
                  <a:lnTo>
                    <a:pt x="3144" y="1128"/>
                  </a:lnTo>
                  <a:lnTo>
                    <a:pt x="3150" y="1128"/>
                  </a:lnTo>
                  <a:lnTo>
                    <a:pt x="3162" y="1122"/>
                  </a:lnTo>
                  <a:lnTo>
                    <a:pt x="3168" y="1122"/>
                  </a:lnTo>
                  <a:lnTo>
                    <a:pt x="3162" y="1152"/>
                  </a:lnTo>
                  <a:lnTo>
                    <a:pt x="3144" y="1170"/>
                  </a:lnTo>
                  <a:lnTo>
                    <a:pt x="3144" y="1176"/>
                  </a:lnTo>
                  <a:lnTo>
                    <a:pt x="3150" y="1176"/>
                  </a:lnTo>
                  <a:lnTo>
                    <a:pt x="3162" y="1170"/>
                  </a:lnTo>
                  <a:lnTo>
                    <a:pt x="3168" y="1164"/>
                  </a:lnTo>
                  <a:lnTo>
                    <a:pt x="3180" y="1158"/>
                  </a:lnTo>
                  <a:lnTo>
                    <a:pt x="3186" y="1158"/>
                  </a:lnTo>
                  <a:lnTo>
                    <a:pt x="3198" y="1146"/>
                  </a:lnTo>
                  <a:lnTo>
                    <a:pt x="3198" y="1122"/>
                  </a:lnTo>
                  <a:lnTo>
                    <a:pt x="3204" y="1122"/>
                  </a:lnTo>
                  <a:lnTo>
                    <a:pt x="3210" y="1116"/>
                  </a:lnTo>
                  <a:lnTo>
                    <a:pt x="3258" y="1092"/>
                  </a:lnTo>
                  <a:lnTo>
                    <a:pt x="3264" y="1086"/>
                  </a:lnTo>
                  <a:lnTo>
                    <a:pt x="3306" y="1086"/>
                  </a:lnTo>
                  <a:lnTo>
                    <a:pt x="3312" y="1074"/>
                  </a:lnTo>
                  <a:lnTo>
                    <a:pt x="3312" y="1062"/>
                  </a:lnTo>
                  <a:lnTo>
                    <a:pt x="3318" y="1056"/>
                  </a:lnTo>
                  <a:lnTo>
                    <a:pt x="3324" y="1044"/>
                  </a:lnTo>
                  <a:lnTo>
                    <a:pt x="3360" y="1026"/>
                  </a:lnTo>
                  <a:lnTo>
                    <a:pt x="3372" y="1014"/>
                  </a:lnTo>
                  <a:lnTo>
                    <a:pt x="3390" y="978"/>
                  </a:lnTo>
                  <a:lnTo>
                    <a:pt x="3390" y="948"/>
                  </a:lnTo>
                  <a:lnTo>
                    <a:pt x="3396" y="942"/>
                  </a:lnTo>
                  <a:lnTo>
                    <a:pt x="3396" y="936"/>
                  </a:lnTo>
                  <a:lnTo>
                    <a:pt x="3408" y="936"/>
                  </a:lnTo>
                  <a:lnTo>
                    <a:pt x="3420" y="942"/>
                  </a:lnTo>
                  <a:lnTo>
                    <a:pt x="3432" y="954"/>
                  </a:lnTo>
                  <a:lnTo>
                    <a:pt x="3444" y="954"/>
                  </a:lnTo>
                  <a:lnTo>
                    <a:pt x="3456" y="960"/>
                  </a:lnTo>
                  <a:lnTo>
                    <a:pt x="3504" y="960"/>
                  </a:lnTo>
                  <a:lnTo>
                    <a:pt x="3504" y="948"/>
                  </a:lnTo>
                  <a:lnTo>
                    <a:pt x="3498" y="948"/>
                  </a:lnTo>
                  <a:lnTo>
                    <a:pt x="3474" y="924"/>
                  </a:lnTo>
                  <a:lnTo>
                    <a:pt x="3474" y="912"/>
                  </a:lnTo>
                  <a:lnTo>
                    <a:pt x="3480" y="906"/>
                  </a:lnTo>
                  <a:lnTo>
                    <a:pt x="3486" y="912"/>
                  </a:lnTo>
                  <a:lnTo>
                    <a:pt x="3510" y="912"/>
                  </a:lnTo>
                  <a:lnTo>
                    <a:pt x="3522" y="918"/>
                  </a:lnTo>
                  <a:lnTo>
                    <a:pt x="3534" y="912"/>
                  </a:lnTo>
                  <a:lnTo>
                    <a:pt x="3540" y="900"/>
                  </a:lnTo>
                  <a:lnTo>
                    <a:pt x="3540" y="894"/>
                  </a:lnTo>
                  <a:lnTo>
                    <a:pt x="3534" y="882"/>
                  </a:lnTo>
                  <a:lnTo>
                    <a:pt x="3558" y="882"/>
                  </a:lnTo>
                  <a:lnTo>
                    <a:pt x="3558" y="864"/>
                  </a:lnTo>
                  <a:lnTo>
                    <a:pt x="3552" y="852"/>
                  </a:lnTo>
                  <a:lnTo>
                    <a:pt x="3546" y="846"/>
                  </a:lnTo>
                  <a:lnTo>
                    <a:pt x="3546" y="840"/>
                  </a:lnTo>
                  <a:lnTo>
                    <a:pt x="3576" y="840"/>
                  </a:lnTo>
                  <a:lnTo>
                    <a:pt x="3594" y="864"/>
                  </a:lnTo>
                  <a:lnTo>
                    <a:pt x="3600" y="840"/>
                  </a:lnTo>
                  <a:lnTo>
                    <a:pt x="3630" y="846"/>
                  </a:lnTo>
                  <a:lnTo>
                    <a:pt x="3624" y="810"/>
                  </a:lnTo>
                  <a:lnTo>
                    <a:pt x="3618" y="798"/>
                  </a:lnTo>
                  <a:lnTo>
                    <a:pt x="3606" y="786"/>
                  </a:lnTo>
                  <a:lnTo>
                    <a:pt x="3606" y="774"/>
                  </a:lnTo>
                  <a:lnTo>
                    <a:pt x="3600" y="756"/>
                  </a:lnTo>
                  <a:lnTo>
                    <a:pt x="3588" y="744"/>
                  </a:lnTo>
                  <a:lnTo>
                    <a:pt x="3576" y="726"/>
                  </a:lnTo>
                  <a:lnTo>
                    <a:pt x="3564" y="720"/>
                  </a:lnTo>
                  <a:lnTo>
                    <a:pt x="3552" y="708"/>
                  </a:lnTo>
                  <a:lnTo>
                    <a:pt x="3546" y="708"/>
                  </a:lnTo>
                  <a:lnTo>
                    <a:pt x="3540" y="696"/>
                  </a:lnTo>
                  <a:lnTo>
                    <a:pt x="3540" y="684"/>
                  </a:lnTo>
                  <a:lnTo>
                    <a:pt x="3564" y="684"/>
                  </a:lnTo>
                  <a:lnTo>
                    <a:pt x="3564" y="672"/>
                  </a:lnTo>
                  <a:lnTo>
                    <a:pt x="3558" y="666"/>
                  </a:lnTo>
                  <a:lnTo>
                    <a:pt x="3564" y="660"/>
                  </a:lnTo>
                  <a:lnTo>
                    <a:pt x="3588" y="660"/>
                  </a:lnTo>
                  <a:lnTo>
                    <a:pt x="3600" y="666"/>
                  </a:lnTo>
                  <a:lnTo>
                    <a:pt x="3618" y="672"/>
                  </a:lnTo>
                  <a:lnTo>
                    <a:pt x="3630" y="672"/>
                  </a:lnTo>
                  <a:lnTo>
                    <a:pt x="3642" y="678"/>
                  </a:lnTo>
                  <a:lnTo>
                    <a:pt x="3648" y="678"/>
                  </a:lnTo>
                  <a:lnTo>
                    <a:pt x="3654" y="672"/>
                  </a:lnTo>
                  <a:lnTo>
                    <a:pt x="3654" y="660"/>
                  </a:lnTo>
                  <a:lnTo>
                    <a:pt x="3648" y="648"/>
                  </a:lnTo>
                  <a:lnTo>
                    <a:pt x="3648" y="630"/>
                  </a:lnTo>
                  <a:lnTo>
                    <a:pt x="3654" y="630"/>
                  </a:lnTo>
                  <a:lnTo>
                    <a:pt x="3660" y="624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4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lvl="0" defTabSz="913487"/>
              <a:endParaRPr lang="en-US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09" name="Chad" descr="© INSCALE GmbH, 05.05.2010&#10;http://www.presentationload.com/">
              <a:extLst>
                <a:ext uri="{FF2B5EF4-FFF2-40B4-BE49-F238E27FC236}">
                  <a16:creationId xmlns:a16="http://schemas.microsoft.com/office/drawing/2014/main" id="{7665AD9F-26D1-4636-BC86-AC5345585E4E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575367" y="2337327"/>
              <a:ext cx="290502" cy="504555"/>
            </a:xfrm>
            <a:custGeom>
              <a:avLst/>
              <a:gdLst>
                <a:gd name="T0" fmla="*/ 2147483647 w 744"/>
                <a:gd name="T1" fmla="*/ 2147483647 h 1290"/>
                <a:gd name="T2" fmla="*/ 2147483647 w 744"/>
                <a:gd name="T3" fmla="*/ 0 h 1290"/>
                <a:gd name="T4" fmla="*/ 2147483647 w 744"/>
                <a:gd name="T5" fmla="*/ 2147483647 h 1290"/>
                <a:gd name="T6" fmla="*/ 2147483647 w 744"/>
                <a:gd name="T7" fmla="*/ 2147483647 h 1290"/>
                <a:gd name="T8" fmla="*/ 2147483647 w 744"/>
                <a:gd name="T9" fmla="*/ 2147483647 h 1290"/>
                <a:gd name="T10" fmla="*/ 2147483647 w 744"/>
                <a:gd name="T11" fmla="*/ 2147483647 h 1290"/>
                <a:gd name="T12" fmla="*/ 2147483647 w 744"/>
                <a:gd name="T13" fmla="*/ 2147483647 h 1290"/>
                <a:gd name="T14" fmla="*/ 2147483647 w 744"/>
                <a:gd name="T15" fmla="*/ 2147483647 h 1290"/>
                <a:gd name="T16" fmla="*/ 2147483647 w 744"/>
                <a:gd name="T17" fmla="*/ 2147483647 h 1290"/>
                <a:gd name="T18" fmla="*/ 0 w 744"/>
                <a:gd name="T19" fmla="*/ 2147483647 h 1290"/>
                <a:gd name="T20" fmla="*/ 2147483647 w 744"/>
                <a:gd name="T21" fmla="*/ 2147483647 h 1290"/>
                <a:gd name="T22" fmla="*/ 2147483647 w 744"/>
                <a:gd name="T23" fmla="*/ 2147483647 h 1290"/>
                <a:gd name="T24" fmla="*/ 2147483647 w 744"/>
                <a:gd name="T25" fmla="*/ 2147483647 h 1290"/>
                <a:gd name="T26" fmla="*/ 2147483647 w 744"/>
                <a:gd name="T27" fmla="*/ 2147483647 h 1290"/>
                <a:gd name="T28" fmla="*/ 2147483647 w 744"/>
                <a:gd name="T29" fmla="*/ 2147483647 h 1290"/>
                <a:gd name="T30" fmla="*/ 2147483647 w 744"/>
                <a:gd name="T31" fmla="*/ 2147483647 h 1290"/>
                <a:gd name="T32" fmla="*/ 2147483647 w 744"/>
                <a:gd name="T33" fmla="*/ 2147483647 h 1290"/>
                <a:gd name="T34" fmla="*/ 2147483647 w 744"/>
                <a:gd name="T35" fmla="*/ 2147483647 h 1290"/>
                <a:gd name="T36" fmla="*/ 2147483647 w 744"/>
                <a:gd name="T37" fmla="*/ 2147483647 h 1290"/>
                <a:gd name="T38" fmla="*/ 2147483647 w 744"/>
                <a:gd name="T39" fmla="*/ 2147483647 h 1290"/>
                <a:gd name="T40" fmla="*/ 2147483647 w 744"/>
                <a:gd name="T41" fmla="*/ 2147483647 h 1290"/>
                <a:gd name="T42" fmla="*/ 2147483647 w 744"/>
                <a:gd name="T43" fmla="*/ 2147483647 h 1290"/>
                <a:gd name="T44" fmla="*/ 2147483647 w 744"/>
                <a:gd name="T45" fmla="*/ 2147483647 h 1290"/>
                <a:gd name="T46" fmla="*/ 2147483647 w 744"/>
                <a:gd name="T47" fmla="*/ 2147483647 h 1290"/>
                <a:gd name="T48" fmla="*/ 2147483647 w 744"/>
                <a:gd name="T49" fmla="*/ 2147483647 h 1290"/>
                <a:gd name="T50" fmla="*/ 2147483647 w 744"/>
                <a:gd name="T51" fmla="*/ 2147483647 h 1290"/>
                <a:gd name="T52" fmla="*/ 2147483647 w 744"/>
                <a:gd name="T53" fmla="*/ 2147483647 h 1290"/>
                <a:gd name="T54" fmla="*/ 2147483647 w 744"/>
                <a:gd name="T55" fmla="*/ 2147483647 h 1290"/>
                <a:gd name="T56" fmla="*/ 2147483647 w 744"/>
                <a:gd name="T57" fmla="*/ 2147483647 h 1290"/>
                <a:gd name="T58" fmla="*/ 2147483647 w 744"/>
                <a:gd name="T59" fmla="*/ 2147483647 h 1290"/>
                <a:gd name="T60" fmla="*/ 2147483647 w 744"/>
                <a:gd name="T61" fmla="*/ 2147483647 h 1290"/>
                <a:gd name="T62" fmla="*/ 2147483647 w 744"/>
                <a:gd name="T63" fmla="*/ 2147483647 h 1290"/>
                <a:gd name="T64" fmla="*/ 2147483647 w 744"/>
                <a:gd name="T65" fmla="*/ 2147483647 h 1290"/>
                <a:gd name="T66" fmla="*/ 2147483647 w 744"/>
                <a:gd name="T67" fmla="*/ 2147483647 h 1290"/>
                <a:gd name="T68" fmla="*/ 2147483647 w 744"/>
                <a:gd name="T69" fmla="*/ 2147483647 h 1290"/>
                <a:gd name="T70" fmla="*/ 2147483647 w 744"/>
                <a:gd name="T71" fmla="*/ 2147483647 h 1290"/>
                <a:gd name="T72" fmla="*/ 2147483647 w 744"/>
                <a:gd name="T73" fmla="*/ 2147483647 h 1290"/>
                <a:gd name="T74" fmla="*/ 2147483647 w 744"/>
                <a:gd name="T75" fmla="*/ 2147483647 h 1290"/>
                <a:gd name="T76" fmla="*/ 2147483647 w 744"/>
                <a:gd name="T77" fmla="*/ 2147483647 h 1290"/>
                <a:gd name="T78" fmla="*/ 2147483647 w 744"/>
                <a:gd name="T79" fmla="*/ 2147483647 h 1290"/>
                <a:gd name="T80" fmla="*/ 2147483647 w 744"/>
                <a:gd name="T81" fmla="*/ 2147483647 h 1290"/>
                <a:gd name="T82" fmla="*/ 2147483647 w 744"/>
                <a:gd name="T83" fmla="*/ 2147483647 h 1290"/>
                <a:gd name="T84" fmla="*/ 2147483647 w 744"/>
                <a:gd name="T85" fmla="*/ 2147483647 h 1290"/>
                <a:gd name="T86" fmla="*/ 2147483647 w 744"/>
                <a:gd name="T87" fmla="*/ 2147483647 h 1290"/>
                <a:gd name="T88" fmla="*/ 2147483647 w 744"/>
                <a:gd name="T89" fmla="*/ 2147483647 h 1290"/>
                <a:gd name="T90" fmla="*/ 2147483647 w 744"/>
                <a:gd name="T91" fmla="*/ 2147483647 h 1290"/>
                <a:gd name="T92" fmla="*/ 2147483647 w 744"/>
                <a:gd name="T93" fmla="*/ 2147483647 h 129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744"/>
                <a:gd name="T142" fmla="*/ 0 h 1290"/>
                <a:gd name="T143" fmla="*/ 744 w 744"/>
                <a:gd name="T144" fmla="*/ 1290 h 1290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744" h="1290">
                  <a:moveTo>
                    <a:pt x="678" y="624"/>
                  </a:moveTo>
                  <a:lnTo>
                    <a:pt x="720" y="624"/>
                  </a:lnTo>
                  <a:lnTo>
                    <a:pt x="732" y="630"/>
                  </a:lnTo>
                  <a:lnTo>
                    <a:pt x="744" y="630"/>
                  </a:lnTo>
                  <a:lnTo>
                    <a:pt x="738" y="324"/>
                  </a:lnTo>
                  <a:lnTo>
                    <a:pt x="180" y="0"/>
                  </a:lnTo>
                  <a:lnTo>
                    <a:pt x="156" y="12"/>
                  </a:lnTo>
                  <a:lnTo>
                    <a:pt x="144" y="24"/>
                  </a:lnTo>
                  <a:lnTo>
                    <a:pt x="126" y="30"/>
                  </a:lnTo>
                  <a:lnTo>
                    <a:pt x="108" y="42"/>
                  </a:lnTo>
                  <a:lnTo>
                    <a:pt x="126" y="108"/>
                  </a:lnTo>
                  <a:lnTo>
                    <a:pt x="114" y="156"/>
                  </a:lnTo>
                  <a:lnTo>
                    <a:pt x="144" y="192"/>
                  </a:lnTo>
                  <a:lnTo>
                    <a:pt x="150" y="216"/>
                  </a:lnTo>
                  <a:lnTo>
                    <a:pt x="180" y="252"/>
                  </a:lnTo>
                  <a:lnTo>
                    <a:pt x="162" y="288"/>
                  </a:lnTo>
                  <a:lnTo>
                    <a:pt x="144" y="534"/>
                  </a:lnTo>
                  <a:lnTo>
                    <a:pt x="138" y="540"/>
                  </a:lnTo>
                  <a:lnTo>
                    <a:pt x="120" y="564"/>
                  </a:lnTo>
                  <a:lnTo>
                    <a:pt x="96" y="588"/>
                  </a:lnTo>
                  <a:lnTo>
                    <a:pt x="72" y="618"/>
                  </a:lnTo>
                  <a:lnTo>
                    <a:pt x="54" y="636"/>
                  </a:lnTo>
                  <a:lnTo>
                    <a:pt x="48" y="648"/>
                  </a:lnTo>
                  <a:lnTo>
                    <a:pt x="36" y="666"/>
                  </a:lnTo>
                  <a:lnTo>
                    <a:pt x="30" y="678"/>
                  </a:lnTo>
                  <a:lnTo>
                    <a:pt x="24" y="696"/>
                  </a:lnTo>
                  <a:lnTo>
                    <a:pt x="24" y="708"/>
                  </a:lnTo>
                  <a:lnTo>
                    <a:pt x="18" y="714"/>
                  </a:lnTo>
                  <a:lnTo>
                    <a:pt x="18" y="720"/>
                  </a:lnTo>
                  <a:lnTo>
                    <a:pt x="0" y="726"/>
                  </a:lnTo>
                  <a:lnTo>
                    <a:pt x="6" y="786"/>
                  </a:lnTo>
                  <a:lnTo>
                    <a:pt x="18" y="786"/>
                  </a:lnTo>
                  <a:lnTo>
                    <a:pt x="48" y="834"/>
                  </a:lnTo>
                  <a:lnTo>
                    <a:pt x="48" y="846"/>
                  </a:lnTo>
                  <a:lnTo>
                    <a:pt x="48" y="840"/>
                  </a:lnTo>
                  <a:lnTo>
                    <a:pt x="72" y="834"/>
                  </a:lnTo>
                  <a:lnTo>
                    <a:pt x="72" y="852"/>
                  </a:lnTo>
                  <a:lnTo>
                    <a:pt x="78" y="864"/>
                  </a:lnTo>
                  <a:lnTo>
                    <a:pt x="84" y="870"/>
                  </a:lnTo>
                  <a:lnTo>
                    <a:pt x="96" y="870"/>
                  </a:lnTo>
                  <a:lnTo>
                    <a:pt x="102" y="876"/>
                  </a:lnTo>
                  <a:lnTo>
                    <a:pt x="108" y="876"/>
                  </a:lnTo>
                  <a:lnTo>
                    <a:pt x="102" y="912"/>
                  </a:lnTo>
                  <a:lnTo>
                    <a:pt x="114" y="918"/>
                  </a:lnTo>
                  <a:lnTo>
                    <a:pt x="120" y="930"/>
                  </a:lnTo>
                  <a:lnTo>
                    <a:pt x="120" y="966"/>
                  </a:lnTo>
                  <a:lnTo>
                    <a:pt x="114" y="966"/>
                  </a:lnTo>
                  <a:lnTo>
                    <a:pt x="114" y="1002"/>
                  </a:lnTo>
                  <a:lnTo>
                    <a:pt x="120" y="1020"/>
                  </a:lnTo>
                  <a:lnTo>
                    <a:pt x="120" y="1038"/>
                  </a:lnTo>
                  <a:lnTo>
                    <a:pt x="126" y="1050"/>
                  </a:lnTo>
                  <a:lnTo>
                    <a:pt x="138" y="1056"/>
                  </a:lnTo>
                  <a:lnTo>
                    <a:pt x="144" y="1068"/>
                  </a:lnTo>
                  <a:lnTo>
                    <a:pt x="162" y="1086"/>
                  </a:lnTo>
                  <a:lnTo>
                    <a:pt x="66" y="1086"/>
                  </a:lnTo>
                  <a:lnTo>
                    <a:pt x="54" y="1092"/>
                  </a:lnTo>
                  <a:lnTo>
                    <a:pt x="48" y="1098"/>
                  </a:lnTo>
                  <a:lnTo>
                    <a:pt x="48" y="1110"/>
                  </a:lnTo>
                  <a:lnTo>
                    <a:pt x="60" y="1134"/>
                  </a:lnTo>
                  <a:lnTo>
                    <a:pt x="72" y="1146"/>
                  </a:lnTo>
                  <a:lnTo>
                    <a:pt x="78" y="1158"/>
                  </a:lnTo>
                  <a:lnTo>
                    <a:pt x="90" y="1170"/>
                  </a:lnTo>
                  <a:lnTo>
                    <a:pt x="108" y="1182"/>
                  </a:lnTo>
                  <a:lnTo>
                    <a:pt x="120" y="1188"/>
                  </a:lnTo>
                  <a:lnTo>
                    <a:pt x="132" y="1200"/>
                  </a:lnTo>
                  <a:lnTo>
                    <a:pt x="144" y="1224"/>
                  </a:lnTo>
                  <a:lnTo>
                    <a:pt x="144" y="1242"/>
                  </a:lnTo>
                  <a:lnTo>
                    <a:pt x="150" y="1254"/>
                  </a:lnTo>
                  <a:lnTo>
                    <a:pt x="156" y="1272"/>
                  </a:lnTo>
                  <a:lnTo>
                    <a:pt x="156" y="1284"/>
                  </a:lnTo>
                  <a:lnTo>
                    <a:pt x="162" y="1284"/>
                  </a:lnTo>
                  <a:lnTo>
                    <a:pt x="168" y="1290"/>
                  </a:lnTo>
                  <a:lnTo>
                    <a:pt x="186" y="1290"/>
                  </a:lnTo>
                  <a:lnTo>
                    <a:pt x="198" y="1284"/>
                  </a:lnTo>
                  <a:lnTo>
                    <a:pt x="216" y="1266"/>
                  </a:lnTo>
                  <a:lnTo>
                    <a:pt x="228" y="1260"/>
                  </a:lnTo>
                  <a:lnTo>
                    <a:pt x="234" y="1254"/>
                  </a:lnTo>
                  <a:lnTo>
                    <a:pt x="234" y="1278"/>
                  </a:lnTo>
                  <a:lnTo>
                    <a:pt x="240" y="1284"/>
                  </a:lnTo>
                  <a:lnTo>
                    <a:pt x="246" y="1284"/>
                  </a:lnTo>
                  <a:lnTo>
                    <a:pt x="258" y="1278"/>
                  </a:lnTo>
                  <a:lnTo>
                    <a:pt x="270" y="1266"/>
                  </a:lnTo>
                  <a:lnTo>
                    <a:pt x="276" y="1254"/>
                  </a:lnTo>
                  <a:lnTo>
                    <a:pt x="282" y="1248"/>
                  </a:lnTo>
                  <a:lnTo>
                    <a:pt x="372" y="1248"/>
                  </a:lnTo>
                  <a:lnTo>
                    <a:pt x="378" y="1242"/>
                  </a:lnTo>
                  <a:lnTo>
                    <a:pt x="384" y="1230"/>
                  </a:lnTo>
                  <a:lnTo>
                    <a:pt x="390" y="1224"/>
                  </a:lnTo>
                  <a:lnTo>
                    <a:pt x="396" y="1212"/>
                  </a:lnTo>
                  <a:lnTo>
                    <a:pt x="402" y="1206"/>
                  </a:lnTo>
                  <a:lnTo>
                    <a:pt x="402" y="1194"/>
                  </a:lnTo>
                  <a:lnTo>
                    <a:pt x="390" y="1182"/>
                  </a:lnTo>
                  <a:lnTo>
                    <a:pt x="384" y="1182"/>
                  </a:lnTo>
                  <a:lnTo>
                    <a:pt x="402" y="1170"/>
                  </a:lnTo>
                  <a:lnTo>
                    <a:pt x="420" y="1170"/>
                  </a:lnTo>
                  <a:lnTo>
                    <a:pt x="462" y="1164"/>
                  </a:lnTo>
                  <a:lnTo>
                    <a:pt x="510" y="1146"/>
                  </a:lnTo>
                  <a:lnTo>
                    <a:pt x="528" y="1134"/>
                  </a:lnTo>
                  <a:lnTo>
                    <a:pt x="552" y="1110"/>
                  </a:lnTo>
                  <a:lnTo>
                    <a:pt x="552" y="1092"/>
                  </a:lnTo>
                  <a:lnTo>
                    <a:pt x="588" y="1068"/>
                  </a:lnTo>
                  <a:lnTo>
                    <a:pt x="594" y="1038"/>
                  </a:lnTo>
                  <a:lnTo>
                    <a:pt x="648" y="1008"/>
                  </a:lnTo>
                  <a:lnTo>
                    <a:pt x="672" y="1008"/>
                  </a:lnTo>
                  <a:lnTo>
                    <a:pt x="672" y="996"/>
                  </a:lnTo>
                  <a:lnTo>
                    <a:pt x="684" y="996"/>
                  </a:lnTo>
                  <a:lnTo>
                    <a:pt x="684" y="990"/>
                  </a:lnTo>
                  <a:lnTo>
                    <a:pt x="678" y="984"/>
                  </a:lnTo>
                  <a:lnTo>
                    <a:pt x="666" y="966"/>
                  </a:lnTo>
                  <a:lnTo>
                    <a:pt x="654" y="960"/>
                  </a:lnTo>
                  <a:lnTo>
                    <a:pt x="648" y="960"/>
                  </a:lnTo>
                  <a:lnTo>
                    <a:pt x="642" y="936"/>
                  </a:lnTo>
                  <a:lnTo>
                    <a:pt x="660" y="930"/>
                  </a:lnTo>
                  <a:lnTo>
                    <a:pt x="642" y="918"/>
                  </a:lnTo>
                  <a:lnTo>
                    <a:pt x="642" y="876"/>
                  </a:lnTo>
                  <a:lnTo>
                    <a:pt x="636" y="870"/>
                  </a:lnTo>
                  <a:lnTo>
                    <a:pt x="624" y="870"/>
                  </a:lnTo>
                  <a:lnTo>
                    <a:pt x="618" y="876"/>
                  </a:lnTo>
                  <a:lnTo>
                    <a:pt x="606" y="876"/>
                  </a:lnTo>
                  <a:lnTo>
                    <a:pt x="600" y="870"/>
                  </a:lnTo>
                  <a:lnTo>
                    <a:pt x="600" y="852"/>
                  </a:lnTo>
                  <a:lnTo>
                    <a:pt x="606" y="840"/>
                  </a:lnTo>
                  <a:lnTo>
                    <a:pt x="618" y="834"/>
                  </a:lnTo>
                  <a:lnTo>
                    <a:pt x="630" y="822"/>
                  </a:lnTo>
                  <a:lnTo>
                    <a:pt x="630" y="810"/>
                  </a:lnTo>
                  <a:lnTo>
                    <a:pt x="618" y="786"/>
                  </a:lnTo>
                  <a:lnTo>
                    <a:pt x="612" y="780"/>
                  </a:lnTo>
                  <a:lnTo>
                    <a:pt x="630" y="762"/>
                  </a:lnTo>
                  <a:lnTo>
                    <a:pt x="648" y="750"/>
                  </a:lnTo>
                  <a:lnTo>
                    <a:pt x="642" y="732"/>
                  </a:lnTo>
                  <a:lnTo>
                    <a:pt x="636" y="708"/>
                  </a:lnTo>
                  <a:lnTo>
                    <a:pt x="648" y="708"/>
                  </a:lnTo>
                  <a:lnTo>
                    <a:pt x="648" y="690"/>
                  </a:lnTo>
                  <a:lnTo>
                    <a:pt x="660" y="678"/>
                  </a:lnTo>
                  <a:lnTo>
                    <a:pt x="672" y="672"/>
                  </a:lnTo>
                  <a:lnTo>
                    <a:pt x="678" y="666"/>
                  </a:lnTo>
                  <a:lnTo>
                    <a:pt x="678" y="660"/>
                  </a:lnTo>
                  <a:lnTo>
                    <a:pt x="672" y="654"/>
                  </a:lnTo>
                  <a:lnTo>
                    <a:pt x="672" y="642"/>
                  </a:lnTo>
                  <a:lnTo>
                    <a:pt x="666" y="636"/>
                  </a:lnTo>
                  <a:lnTo>
                    <a:pt x="678" y="624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10" name="Central African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80EBD812-4B11-4E4F-A643-7F790C5F4F81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605275" y="2731795"/>
              <a:ext cx="357777" cy="273683"/>
            </a:xfrm>
            <a:custGeom>
              <a:avLst/>
              <a:gdLst>
                <a:gd name="T0" fmla="*/ 2147483647 w 912"/>
                <a:gd name="T1" fmla="*/ 2147483647 h 702"/>
                <a:gd name="T2" fmla="*/ 2147483647 w 912"/>
                <a:gd name="T3" fmla="*/ 2147483647 h 702"/>
                <a:gd name="T4" fmla="*/ 2147483647 w 912"/>
                <a:gd name="T5" fmla="*/ 2147483647 h 702"/>
                <a:gd name="T6" fmla="*/ 2147483647 w 912"/>
                <a:gd name="T7" fmla="*/ 2147483647 h 702"/>
                <a:gd name="T8" fmla="*/ 2147483647 w 912"/>
                <a:gd name="T9" fmla="*/ 2147483647 h 702"/>
                <a:gd name="T10" fmla="*/ 2147483647 w 912"/>
                <a:gd name="T11" fmla="*/ 2147483647 h 702"/>
                <a:gd name="T12" fmla="*/ 2147483647 w 912"/>
                <a:gd name="T13" fmla="*/ 2147483647 h 702"/>
                <a:gd name="T14" fmla="*/ 2147483647 w 912"/>
                <a:gd name="T15" fmla="*/ 2147483647 h 702"/>
                <a:gd name="T16" fmla="*/ 2147483647 w 912"/>
                <a:gd name="T17" fmla="*/ 2147483647 h 702"/>
                <a:gd name="T18" fmla="*/ 2147483647 w 912"/>
                <a:gd name="T19" fmla="*/ 2147483647 h 702"/>
                <a:gd name="T20" fmla="*/ 2147483647 w 912"/>
                <a:gd name="T21" fmla="*/ 2147483647 h 702"/>
                <a:gd name="T22" fmla="*/ 2147483647 w 912"/>
                <a:gd name="T23" fmla="*/ 2147483647 h 702"/>
                <a:gd name="T24" fmla="*/ 2147483647 w 912"/>
                <a:gd name="T25" fmla="*/ 2147483647 h 702"/>
                <a:gd name="T26" fmla="*/ 2147483647 w 912"/>
                <a:gd name="T27" fmla="*/ 2147483647 h 702"/>
                <a:gd name="T28" fmla="*/ 2147483647 w 912"/>
                <a:gd name="T29" fmla="*/ 2147483647 h 702"/>
                <a:gd name="T30" fmla="*/ 2147483647 w 912"/>
                <a:gd name="T31" fmla="*/ 0 h 702"/>
                <a:gd name="T32" fmla="*/ 2147483647 w 912"/>
                <a:gd name="T33" fmla="*/ 2147483647 h 702"/>
                <a:gd name="T34" fmla="*/ 2147483647 w 912"/>
                <a:gd name="T35" fmla="*/ 2147483647 h 702"/>
                <a:gd name="T36" fmla="*/ 2147483647 w 912"/>
                <a:gd name="T37" fmla="*/ 2147483647 h 702"/>
                <a:gd name="T38" fmla="*/ 2147483647 w 912"/>
                <a:gd name="T39" fmla="*/ 2147483647 h 702"/>
                <a:gd name="T40" fmla="*/ 2147483647 w 912"/>
                <a:gd name="T41" fmla="*/ 2147483647 h 702"/>
                <a:gd name="T42" fmla="*/ 2147483647 w 912"/>
                <a:gd name="T43" fmla="*/ 2147483647 h 702"/>
                <a:gd name="T44" fmla="*/ 2147483647 w 912"/>
                <a:gd name="T45" fmla="*/ 2147483647 h 702"/>
                <a:gd name="T46" fmla="*/ 2147483647 w 912"/>
                <a:gd name="T47" fmla="*/ 2147483647 h 702"/>
                <a:gd name="T48" fmla="*/ 2147483647 w 912"/>
                <a:gd name="T49" fmla="*/ 2147483647 h 702"/>
                <a:gd name="T50" fmla="*/ 2147483647 w 912"/>
                <a:gd name="T51" fmla="*/ 2147483647 h 702"/>
                <a:gd name="T52" fmla="*/ 2147483647 w 912"/>
                <a:gd name="T53" fmla="*/ 2147483647 h 702"/>
                <a:gd name="T54" fmla="*/ 2147483647 w 912"/>
                <a:gd name="T55" fmla="*/ 2147483647 h 702"/>
                <a:gd name="T56" fmla="*/ 2147483647 w 912"/>
                <a:gd name="T57" fmla="*/ 2147483647 h 702"/>
                <a:gd name="T58" fmla="*/ 2147483647 w 912"/>
                <a:gd name="T59" fmla="*/ 2147483647 h 702"/>
                <a:gd name="T60" fmla="*/ 0 w 912"/>
                <a:gd name="T61" fmla="*/ 2147483647 h 702"/>
                <a:gd name="T62" fmla="*/ 2147483647 w 912"/>
                <a:gd name="T63" fmla="*/ 2147483647 h 702"/>
                <a:gd name="T64" fmla="*/ 2147483647 w 912"/>
                <a:gd name="T65" fmla="*/ 2147483647 h 702"/>
                <a:gd name="T66" fmla="*/ 2147483647 w 912"/>
                <a:gd name="T67" fmla="*/ 2147483647 h 702"/>
                <a:gd name="T68" fmla="*/ 2147483647 w 912"/>
                <a:gd name="T69" fmla="*/ 2147483647 h 702"/>
                <a:gd name="T70" fmla="*/ 2147483647 w 912"/>
                <a:gd name="T71" fmla="*/ 2147483647 h 702"/>
                <a:gd name="T72" fmla="*/ 2147483647 w 912"/>
                <a:gd name="T73" fmla="*/ 2147483647 h 702"/>
                <a:gd name="T74" fmla="*/ 2147483647 w 912"/>
                <a:gd name="T75" fmla="*/ 2147483647 h 702"/>
                <a:gd name="T76" fmla="*/ 2147483647 w 912"/>
                <a:gd name="T77" fmla="*/ 2147483647 h 702"/>
                <a:gd name="T78" fmla="*/ 2147483647 w 912"/>
                <a:gd name="T79" fmla="*/ 2147483647 h 702"/>
                <a:gd name="T80" fmla="*/ 2147483647 w 912"/>
                <a:gd name="T81" fmla="*/ 2147483647 h 702"/>
                <a:gd name="T82" fmla="*/ 2147483647 w 912"/>
                <a:gd name="T83" fmla="*/ 2147483647 h 702"/>
                <a:gd name="T84" fmla="*/ 2147483647 w 912"/>
                <a:gd name="T85" fmla="*/ 2147483647 h 702"/>
                <a:gd name="T86" fmla="*/ 2147483647 w 912"/>
                <a:gd name="T87" fmla="*/ 2147483647 h 702"/>
                <a:gd name="T88" fmla="*/ 2147483647 w 912"/>
                <a:gd name="T89" fmla="*/ 2147483647 h 702"/>
                <a:gd name="T90" fmla="*/ 2147483647 w 912"/>
                <a:gd name="T91" fmla="*/ 2147483647 h 702"/>
                <a:gd name="T92" fmla="*/ 2147483647 w 912"/>
                <a:gd name="T93" fmla="*/ 2147483647 h 702"/>
                <a:gd name="T94" fmla="*/ 2147483647 w 912"/>
                <a:gd name="T95" fmla="*/ 2147483647 h 702"/>
                <a:gd name="T96" fmla="*/ 2147483647 w 912"/>
                <a:gd name="T97" fmla="*/ 2147483647 h 702"/>
                <a:gd name="T98" fmla="*/ 2147483647 w 912"/>
                <a:gd name="T99" fmla="*/ 2147483647 h 702"/>
                <a:gd name="T100" fmla="*/ 2147483647 w 912"/>
                <a:gd name="T101" fmla="*/ 2147483647 h 702"/>
                <a:gd name="T102" fmla="*/ 2147483647 w 912"/>
                <a:gd name="T103" fmla="*/ 2147483647 h 702"/>
                <a:gd name="T104" fmla="*/ 2147483647 w 912"/>
                <a:gd name="T105" fmla="*/ 2147483647 h 702"/>
                <a:gd name="T106" fmla="*/ 2147483647 w 912"/>
                <a:gd name="T107" fmla="*/ 2147483647 h 702"/>
                <a:gd name="T108" fmla="*/ 2147483647 w 912"/>
                <a:gd name="T109" fmla="*/ 2147483647 h 702"/>
                <a:gd name="T110" fmla="*/ 2147483647 w 912"/>
                <a:gd name="T111" fmla="*/ 2147483647 h 702"/>
                <a:gd name="T112" fmla="*/ 2147483647 w 912"/>
                <a:gd name="T113" fmla="*/ 2147483647 h 702"/>
                <a:gd name="T114" fmla="*/ 2147483647 w 912"/>
                <a:gd name="T115" fmla="*/ 2147483647 h 702"/>
                <a:gd name="T116" fmla="*/ 2147483647 w 912"/>
                <a:gd name="T117" fmla="*/ 2147483647 h 702"/>
                <a:gd name="T118" fmla="*/ 2147483647 w 912"/>
                <a:gd name="T119" fmla="*/ 2147483647 h 702"/>
                <a:gd name="T120" fmla="*/ 2147483647 w 912"/>
                <a:gd name="T121" fmla="*/ 2147483647 h 70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912"/>
                <a:gd name="T184" fmla="*/ 0 h 702"/>
                <a:gd name="T185" fmla="*/ 912 w 912"/>
                <a:gd name="T186" fmla="*/ 702 h 70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912" h="702">
                  <a:moveTo>
                    <a:pt x="906" y="420"/>
                  </a:moveTo>
                  <a:lnTo>
                    <a:pt x="900" y="414"/>
                  </a:lnTo>
                  <a:lnTo>
                    <a:pt x="888" y="408"/>
                  </a:lnTo>
                  <a:lnTo>
                    <a:pt x="882" y="402"/>
                  </a:lnTo>
                  <a:lnTo>
                    <a:pt x="858" y="396"/>
                  </a:lnTo>
                  <a:lnTo>
                    <a:pt x="858" y="378"/>
                  </a:lnTo>
                  <a:lnTo>
                    <a:pt x="846" y="366"/>
                  </a:lnTo>
                  <a:lnTo>
                    <a:pt x="846" y="360"/>
                  </a:lnTo>
                  <a:lnTo>
                    <a:pt x="858" y="360"/>
                  </a:lnTo>
                  <a:lnTo>
                    <a:pt x="858" y="348"/>
                  </a:lnTo>
                  <a:lnTo>
                    <a:pt x="852" y="342"/>
                  </a:lnTo>
                  <a:lnTo>
                    <a:pt x="834" y="342"/>
                  </a:lnTo>
                  <a:lnTo>
                    <a:pt x="834" y="336"/>
                  </a:lnTo>
                  <a:lnTo>
                    <a:pt x="828" y="330"/>
                  </a:lnTo>
                  <a:lnTo>
                    <a:pt x="822" y="318"/>
                  </a:lnTo>
                  <a:lnTo>
                    <a:pt x="810" y="306"/>
                  </a:lnTo>
                  <a:lnTo>
                    <a:pt x="798" y="300"/>
                  </a:lnTo>
                  <a:lnTo>
                    <a:pt x="792" y="300"/>
                  </a:lnTo>
                  <a:lnTo>
                    <a:pt x="780" y="294"/>
                  </a:lnTo>
                  <a:lnTo>
                    <a:pt x="768" y="282"/>
                  </a:lnTo>
                  <a:lnTo>
                    <a:pt x="768" y="276"/>
                  </a:lnTo>
                  <a:lnTo>
                    <a:pt x="774" y="276"/>
                  </a:lnTo>
                  <a:lnTo>
                    <a:pt x="774" y="270"/>
                  </a:lnTo>
                  <a:lnTo>
                    <a:pt x="780" y="270"/>
                  </a:lnTo>
                  <a:lnTo>
                    <a:pt x="780" y="264"/>
                  </a:lnTo>
                  <a:lnTo>
                    <a:pt x="768" y="252"/>
                  </a:lnTo>
                  <a:lnTo>
                    <a:pt x="756" y="246"/>
                  </a:lnTo>
                  <a:lnTo>
                    <a:pt x="750" y="246"/>
                  </a:lnTo>
                  <a:lnTo>
                    <a:pt x="750" y="228"/>
                  </a:lnTo>
                  <a:lnTo>
                    <a:pt x="720" y="228"/>
                  </a:lnTo>
                  <a:lnTo>
                    <a:pt x="696" y="216"/>
                  </a:lnTo>
                  <a:lnTo>
                    <a:pt x="696" y="186"/>
                  </a:lnTo>
                  <a:lnTo>
                    <a:pt x="648" y="180"/>
                  </a:lnTo>
                  <a:lnTo>
                    <a:pt x="654" y="162"/>
                  </a:lnTo>
                  <a:lnTo>
                    <a:pt x="648" y="162"/>
                  </a:lnTo>
                  <a:lnTo>
                    <a:pt x="642" y="156"/>
                  </a:lnTo>
                  <a:lnTo>
                    <a:pt x="642" y="150"/>
                  </a:lnTo>
                  <a:lnTo>
                    <a:pt x="648" y="144"/>
                  </a:lnTo>
                  <a:lnTo>
                    <a:pt x="654" y="132"/>
                  </a:lnTo>
                  <a:lnTo>
                    <a:pt x="660" y="126"/>
                  </a:lnTo>
                  <a:lnTo>
                    <a:pt x="660" y="96"/>
                  </a:lnTo>
                  <a:lnTo>
                    <a:pt x="654" y="84"/>
                  </a:lnTo>
                  <a:lnTo>
                    <a:pt x="648" y="66"/>
                  </a:lnTo>
                  <a:lnTo>
                    <a:pt x="636" y="54"/>
                  </a:lnTo>
                  <a:lnTo>
                    <a:pt x="630" y="42"/>
                  </a:lnTo>
                  <a:lnTo>
                    <a:pt x="600" y="12"/>
                  </a:lnTo>
                  <a:lnTo>
                    <a:pt x="600" y="0"/>
                  </a:lnTo>
                  <a:lnTo>
                    <a:pt x="576" y="0"/>
                  </a:lnTo>
                  <a:lnTo>
                    <a:pt x="522" y="30"/>
                  </a:lnTo>
                  <a:lnTo>
                    <a:pt x="516" y="60"/>
                  </a:lnTo>
                  <a:lnTo>
                    <a:pt x="480" y="84"/>
                  </a:lnTo>
                  <a:lnTo>
                    <a:pt x="480" y="102"/>
                  </a:lnTo>
                  <a:lnTo>
                    <a:pt x="456" y="126"/>
                  </a:lnTo>
                  <a:lnTo>
                    <a:pt x="438" y="138"/>
                  </a:lnTo>
                  <a:lnTo>
                    <a:pt x="390" y="156"/>
                  </a:lnTo>
                  <a:lnTo>
                    <a:pt x="348" y="162"/>
                  </a:lnTo>
                  <a:lnTo>
                    <a:pt x="330" y="162"/>
                  </a:lnTo>
                  <a:lnTo>
                    <a:pt x="312" y="174"/>
                  </a:lnTo>
                  <a:lnTo>
                    <a:pt x="318" y="174"/>
                  </a:lnTo>
                  <a:lnTo>
                    <a:pt x="330" y="186"/>
                  </a:lnTo>
                  <a:lnTo>
                    <a:pt x="330" y="198"/>
                  </a:lnTo>
                  <a:lnTo>
                    <a:pt x="324" y="204"/>
                  </a:lnTo>
                  <a:lnTo>
                    <a:pt x="318" y="216"/>
                  </a:lnTo>
                  <a:lnTo>
                    <a:pt x="312" y="222"/>
                  </a:lnTo>
                  <a:lnTo>
                    <a:pt x="306" y="234"/>
                  </a:lnTo>
                  <a:lnTo>
                    <a:pt x="300" y="240"/>
                  </a:lnTo>
                  <a:lnTo>
                    <a:pt x="210" y="240"/>
                  </a:lnTo>
                  <a:lnTo>
                    <a:pt x="204" y="246"/>
                  </a:lnTo>
                  <a:lnTo>
                    <a:pt x="198" y="258"/>
                  </a:lnTo>
                  <a:lnTo>
                    <a:pt x="186" y="270"/>
                  </a:lnTo>
                  <a:lnTo>
                    <a:pt x="174" y="276"/>
                  </a:lnTo>
                  <a:lnTo>
                    <a:pt x="168" y="276"/>
                  </a:lnTo>
                  <a:lnTo>
                    <a:pt x="162" y="270"/>
                  </a:lnTo>
                  <a:lnTo>
                    <a:pt x="162" y="246"/>
                  </a:lnTo>
                  <a:lnTo>
                    <a:pt x="156" y="252"/>
                  </a:lnTo>
                  <a:lnTo>
                    <a:pt x="144" y="258"/>
                  </a:lnTo>
                  <a:lnTo>
                    <a:pt x="126" y="276"/>
                  </a:lnTo>
                  <a:lnTo>
                    <a:pt x="114" y="282"/>
                  </a:lnTo>
                  <a:lnTo>
                    <a:pt x="96" y="282"/>
                  </a:lnTo>
                  <a:lnTo>
                    <a:pt x="90" y="276"/>
                  </a:lnTo>
                  <a:lnTo>
                    <a:pt x="78" y="276"/>
                  </a:lnTo>
                  <a:lnTo>
                    <a:pt x="66" y="288"/>
                  </a:lnTo>
                  <a:lnTo>
                    <a:pt x="60" y="300"/>
                  </a:lnTo>
                  <a:lnTo>
                    <a:pt x="54" y="306"/>
                  </a:lnTo>
                  <a:lnTo>
                    <a:pt x="54" y="324"/>
                  </a:lnTo>
                  <a:lnTo>
                    <a:pt x="48" y="336"/>
                  </a:lnTo>
                  <a:lnTo>
                    <a:pt x="42" y="336"/>
                  </a:lnTo>
                  <a:lnTo>
                    <a:pt x="36" y="372"/>
                  </a:lnTo>
                  <a:lnTo>
                    <a:pt x="30" y="372"/>
                  </a:lnTo>
                  <a:lnTo>
                    <a:pt x="24" y="378"/>
                  </a:lnTo>
                  <a:lnTo>
                    <a:pt x="12" y="384"/>
                  </a:lnTo>
                  <a:lnTo>
                    <a:pt x="0" y="396"/>
                  </a:lnTo>
                  <a:lnTo>
                    <a:pt x="0" y="402"/>
                  </a:lnTo>
                  <a:lnTo>
                    <a:pt x="12" y="408"/>
                  </a:lnTo>
                  <a:lnTo>
                    <a:pt x="18" y="408"/>
                  </a:lnTo>
                  <a:lnTo>
                    <a:pt x="18" y="444"/>
                  </a:lnTo>
                  <a:lnTo>
                    <a:pt x="6" y="456"/>
                  </a:lnTo>
                  <a:lnTo>
                    <a:pt x="24" y="468"/>
                  </a:lnTo>
                  <a:lnTo>
                    <a:pt x="24" y="516"/>
                  </a:lnTo>
                  <a:lnTo>
                    <a:pt x="30" y="516"/>
                  </a:lnTo>
                  <a:lnTo>
                    <a:pt x="48" y="534"/>
                  </a:lnTo>
                  <a:lnTo>
                    <a:pt x="54" y="534"/>
                  </a:lnTo>
                  <a:lnTo>
                    <a:pt x="54" y="576"/>
                  </a:lnTo>
                  <a:lnTo>
                    <a:pt x="60" y="582"/>
                  </a:lnTo>
                  <a:lnTo>
                    <a:pt x="72" y="606"/>
                  </a:lnTo>
                  <a:lnTo>
                    <a:pt x="84" y="618"/>
                  </a:lnTo>
                  <a:lnTo>
                    <a:pt x="96" y="624"/>
                  </a:lnTo>
                  <a:lnTo>
                    <a:pt x="102" y="636"/>
                  </a:lnTo>
                  <a:lnTo>
                    <a:pt x="114" y="642"/>
                  </a:lnTo>
                  <a:lnTo>
                    <a:pt x="120" y="660"/>
                  </a:lnTo>
                  <a:lnTo>
                    <a:pt x="120" y="690"/>
                  </a:lnTo>
                  <a:lnTo>
                    <a:pt x="132" y="702"/>
                  </a:lnTo>
                  <a:lnTo>
                    <a:pt x="138" y="696"/>
                  </a:lnTo>
                  <a:lnTo>
                    <a:pt x="144" y="684"/>
                  </a:lnTo>
                  <a:lnTo>
                    <a:pt x="150" y="678"/>
                  </a:lnTo>
                  <a:lnTo>
                    <a:pt x="156" y="666"/>
                  </a:lnTo>
                  <a:lnTo>
                    <a:pt x="156" y="642"/>
                  </a:lnTo>
                  <a:lnTo>
                    <a:pt x="144" y="630"/>
                  </a:lnTo>
                  <a:lnTo>
                    <a:pt x="162" y="600"/>
                  </a:lnTo>
                  <a:lnTo>
                    <a:pt x="192" y="600"/>
                  </a:lnTo>
                  <a:lnTo>
                    <a:pt x="210" y="582"/>
                  </a:lnTo>
                  <a:lnTo>
                    <a:pt x="228" y="582"/>
                  </a:lnTo>
                  <a:lnTo>
                    <a:pt x="264" y="600"/>
                  </a:lnTo>
                  <a:lnTo>
                    <a:pt x="276" y="600"/>
                  </a:lnTo>
                  <a:lnTo>
                    <a:pt x="288" y="588"/>
                  </a:lnTo>
                  <a:lnTo>
                    <a:pt x="300" y="570"/>
                  </a:lnTo>
                  <a:lnTo>
                    <a:pt x="300" y="552"/>
                  </a:lnTo>
                  <a:lnTo>
                    <a:pt x="294" y="552"/>
                  </a:lnTo>
                  <a:lnTo>
                    <a:pt x="294" y="540"/>
                  </a:lnTo>
                  <a:lnTo>
                    <a:pt x="306" y="528"/>
                  </a:lnTo>
                  <a:lnTo>
                    <a:pt x="312" y="528"/>
                  </a:lnTo>
                  <a:lnTo>
                    <a:pt x="324" y="516"/>
                  </a:lnTo>
                  <a:lnTo>
                    <a:pt x="330" y="504"/>
                  </a:lnTo>
                  <a:lnTo>
                    <a:pt x="330" y="498"/>
                  </a:lnTo>
                  <a:lnTo>
                    <a:pt x="336" y="486"/>
                  </a:lnTo>
                  <a:lnTo>
                    <a:pt x="336" y="480"/>
                  </a:lnTo>
                  <a:lnTo>
                    <a:pt x="342" y="474"/>
                  </a:lnTo>
                  <a:lnTo>
                    <a:pt x="354" y="468"/>
                  </a:lnTo>
                  <a:lnTo>
                    <a:pt x="366" y="468"/>
                  </a:lnTo>
                  <a:lnTo>
                    <a:pt x="384" y="474"/>
                  </a:lnTo>
                  <a:lnTo>
                    <a:pt x="396" y="474"/>
                  </a:lnTo>
                  <a:lnTo>
                    <a:pt x="408" y="480"/>
                  </a:lnTo>
                  <a:lnTo>
                    <a:pt x="408" y="492"/>
                  </a:lnTo>
                  <a:lnTo>
                    <a:pt x="426" y="492"/>
                  </a:lnTo>
                  <a:lnTo>
                    <a:pt x="432" y="498"/>
                  </a:lnTo>
                  <a:lnTo>
                    <a:pt x="432" y="528"/>
                  </a:lnTo>
                  <a:lnTo>
                    <a:pt x="474" y="528"/>
                  </a:lnTo>
                  <a:lnTo>
                    <a:pt x="480" y="534"/>
                  </a:lnTo>
                  <a:lnTo>
                    <a:pt x="492" y="540"/>
                  </a:lnTo>
                  <a:lnTo>
                    <a:pt x="540" y="540"/>
                  </a:lnTo>
                  <a:lnTo>
                    <a:pt x="552" y="546"/>
                  </a:lnTo>
                  <a:lnTo>
                    <a:pt x="558" y="552"/>
                  </a:lnTo>
                  <a:lnTo>
                    <a:pt x="570" y="558"/>
                  </a:lnTo>
                  <a:lnTo>
                    <a:pt x="576" y="552"/>
                  </a:lnTo>
                  <a:lnTo>
                    <a:pt x="582" y="540"/>
                  </a:lnTo>
                  <a:lnTo>
                    <a:pt x="588" y="534"/>
                  </a:lnTo>
                  <a:lnTo>
                    <a:pt x="588" y="522"/>
                  </a:lnTo>
                  <a:lnTo>
                    <a:pt x="606" y="504"/>
                  </a:lnTo>
                  <a:lnTo>
                    <a:pt x="612" y="492"/>
                  </a:lnTo>
                  <a:lnTo>
                    <a:pt x="636" y="516"/>
                  </a:lnTo>
                  <a:lnTo>
                    <a:pt x="642" y="516"/>
                  </a:lnTo>
                  <a:lnTo>
                    <a:pt x="648" y="510"/>
                  </a:lnTo>
                  <a:lnTo>
                    <a:pt x="660" y="504"/>
                  </a:lnTo>
                  <a:lnTo>
                    <a:pt x="672" y="492"/>
                  </a:lnTo>
                  <a:lnTo>
                    <a:pt x="690" y="492"/>
                  </a:lnTo>
                  <a:lnTo>
                    <a:pt x="714" y="474"/>
                  </a:lnTo>
                  <a:lnTo>
                    <a:pt x="726" y="486"/>
                  </a:lnTo>
                  <a:lnTo>
                    <a:pt x="750" y="486"/>
                  </a:lnTo>
                  <a:lnTo>
                    <a:pt x="756" y="480"/>
                  </a:lnTo>
                  <a:lnTo>
                    <a:pt x="768" y="480"/>
                  </a:lnTo>
                  <a:lnTo>
                    <a:pt x="768" y="468"/>
                  </a:lnTo>
                  <a:lnTo>
                    <a:pt x="786" y="450"/>
                  </a:lnTo>
                  <a:lnTo>
                    <a:pt x="792" y="450"/>
                  </a:lnTo>
                  <a:lnTo>
                    <a:pt x="792" y="456"/>
                  </a:lnTo>
                  <a:lnTo>
                    <a:pt x="804" y="468"/>
                  </a:lnTo>
                  <a:lnTo>
                    <a:pt x="840" y="462"/>
                  </a:lnTo>
                  <a:lnTo>
                    <a:pt x="840" y="468"/>
                  </a:lnTo>
                  <a:lnTo>
                    <a:pt x="852" y="480"/>
                  </a:lnTo>
                  <a:lnTo>
                    <a:pt x="876" y="480"/>
                  </a:lnTo>
                  <a:lnTo>
                    <a:pt x="894" y="474"/>
                  </a:lnTo>
                  <a:lnTo>
                    <a:pt x="912" y="456"/>
                  </a:lnTo>
                  <a:lnTo>
                    <a:pt x="912" y="432"/>
                  </a:lnTo>
                  <a:lnTo>
                    <a:pt x="906" y="420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12" name="Cameroon" descr="© INSCALE GmbH, 05.05.2010&#10;http://www.presentationload.com/">
              <a:extLst>
                <a:ext uri="{FF2B5EF4-FFF2-40B4-BE49-F238E27FC236}">
                  <a16:creationId xmlns:a16="http://schemas.microsoft.com/office/drawing/2014/main" id="{37B6134F-6C0E-4B91-9EE3-87E34F56ABE3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443202" y="2662994"/>
              <a:ext cx="214054" cy="362363"/>
            </a:xfrm>
            <a:custGeom>
              <a:avLst/>
              <a:gdLst>
                <a:gd name="T0" fmla="*/ 2147483647 w 546"/>
                <a:gd name="T1" fmla="*/ 0 h 924"/>
                <a:gd name="T2" fmla="*/ 2147483647 w 546"/>
                <a:gd name="T3" fmla="*/ 2147483647 h 924"/>
                <a:gd name="T4" fmla="*/ 2147483647 w 546"/>
                <a:gd name="T5" fmla="*/ 2147483647 h 924"/>
                <a:gd name="T6" fmla="*/ 2147483647 w 546"/>
                <a:gd name="T7" fmla="*/ 2147483647 h 924"/>
                <a:gd name="T8" fmla="*/ 2147483647 w 546"/>
                <a:gd name="T9" fmla="*/ 2147483647 h 924"/>
                <a:gd name="T10" fmla="*/ 2147483647 w 546"/>
                <a:gd name="T11" fmla="*/ 2147483647 h 924"/>
                <a:gd name="T12" fmla="*/ 2147483647 w 546"/>
                <a:gd name="T13" fmla="*/ 2147483647 h 924"/>
                <a:gd name="T14" fmla="*/ 2147483647 w 546"/>
                <a:gd name="T15" fmla="*/ 2147483647 h 924"/>
                <a:gd name="T16" fmla="*/ 2147483647 w 546"/>
                <a:gd name="T17" fmla="*/ 2147483647 h 924"/>
                <a:gd name="T18" fmla="*/ 2147483647 w 546"/>
                <a:gd name="T19" fmla="*/ 2147483647 h 924"/>
                <a:gd name="T20" fmla="*/ 2147483647 w 546"/>
                <a:gd name="T21" fmla="*/ 2147483647 h 924"/>
                <a:gd name="T22" fmla="*/ 2147483647 w 546"/>
                <a:gd name="T23" fmla="*/ 2147483647 h 924"/>
                <a:gd name="T24" fmla="*/ 2147483647 w 546"/>
                <a:gd name="T25" fmla="*/ 2147483647 h 924"/>
                <a:gd name="T26" fmla="*/ 2147483647 w 546"/>
                <a:gd name="T27" fmla="*/ 2147483647 h 924"/>
                <a:gd name="T28" fmla="*/ 2147483647 w 546"/>
                <a:gd name="T29" fmla="*/ 2147483647 h 924"/>
                <a:gd name="T30" fmla="*/ 2147483647 w 546"/>
                <a:gd name="T31" fmla="*/ 2147483647 h 924"/>
                <a:gd name="T32" fmla="*/ 2147483647 w 546"/>
                <a:gd name="T33" fmla="*/ 2147483647 h 924"/>
                <a:gd name="T34" fmla="*/ 2147483647 w 546"/>
                <a:gd name="T35" fmla="*/ 2147483647 h 924"/>
                <a:gd name="T36" fmla="*/ 2147483647 w 546"/>
                <a:gd name="T37" fmla="*/ 2147483647 h 924"/>
                <a:gd name="T38" fmla="*/ 2147483647 w 546"/>
                <a:gd name="T39" fmla="*/ 2147483647 h 924"/>
                <a:gd name="T40" fmla="*/ 2147483647 w 546"/>
                <a:gd name="T41" fmla="*/ 2147483647 h 924"/>
                <a:gd name="T42" fmla="*/ 2147483647 w 546"/>
                <a:gd name="T43" fmla="*/ 2147483647 h 924"/>
                <a:gd name="T44" fmla="*/ 2147483647 w 546"/>
                <a:gd name="T45" fmla="*/ 2147483647 h 924"/>
                <a:gd name="T46" fmla="*/ 2147483647 w 546"/>
                <a:gd name="T47" fmla="*/ 2147483647 h 924"/>
                <a:gd name="T48" fmla="*/ 2147483647 w 546"/>
                <a:gd name="T49" fmla="*/ 2147483647 h 924"/>
                <a:gd name="T50" fmla="*/ 2147483647 w 546"/>
                <a:gd name="T51" fmla="*/ 2147483647 h 924"/>
                <a:gd name="T52" fmla="*/ 2147483647 w 546"/>
                <a:gd name="T53" fmla="*/ 2147483647 h 924"/>
                <a:gd name="T54" fmla="*/ 2147483647 w 546"/>
                <a:gd name="T55" fmla="*/ 2147483647 h 924"/>
                <a:gd name="T56" fmla="*/ 2147483647 w 546"/>
                <a:gd name="T57" fmla="*/ 2147483647 h 924"/>
                <a:gd name="T58" fmla="*/ 2147483647 w 546"/>
                <a:gd name="T59" fmla="*/ 2147483647 h 924"/>
                <a:gd name="T60" fmla="*/ 2147483647 w 546"/>
                <a:gd name="T61" fmla="*/ 2147483647 h 924"/>
                <a:gd name="T62" fmla="*/ 2147483647 w 546"/>
                <a:gd name="T63" fmla="*/ 2147483647 h 924"/>
                <a:gd name="T64" fmla="*/ 2147483647 w 546"/>
                <a:gd name="T65" fmla="*/ 2147483647 h 924"/>
                <a:gd name="T66" fmla="*/ 2147483647 w 546"/>
                <a:gd name="T67" fmla="*/ 2147483647 h 924"/>
                <a:gd name="T68" fmla="*/ 2147483647 w 546"/>
                <a:gd name="T69" fmla="*/ 2147483647 h 924"/>
                <a:gd name="T70" fmla="*/ 2147483647 w 546"/>
                <a:gd name="T71" fmla="*/ 2147483647 h 924"/>
                <a:gd name="T72" fmla="*/ 2147483647 w 546"/>
                <a:gd name="T73" fmla="*/ 2147483647 h 924"/>
                <a:gd name="T74" fmla="*/ 2147483647 w 546"/>
                <a:gd name="T75" fmla="*/ 2147483647 h 924"/>
                <a:gd name="T76" fmla="*/ 2147483647 w 546"/>
                <a:gd name="T77" fmla="*/ 2147483647 h 924"/>
                <a:gd name="T78" fmla="*/ 2147483647 w 546"/>
                <a:gd name="T79" fmla="*/ 2147483647 h 924"/>
                <a:gd name="T80" fmla="*/ 2147483647 w 546"/>
                <a:gd name="T81" fmla="*/ 2147483647 h 924"/>
                <a:gd name="T82" fmla="*/ 2147483647 w 546"/>
                <a:gd name="T83" fmla="*/ 2147483647 h 924"/>
                <a:gd name="T84" fmla="*/ 2147483647 w 546"/>
                <a:gd name="T85" fmla="*/ 2147483647 h 924"/>
                <a:gd name="T86" fmla="*/ 2147483647 w 546"/>
                <a:gd name="T87" fmla="*/ 2147483647 h 924"/>
                <a:gd name="T88" fmla="*/ 2147483647 w 546"/>
                <a:gd name="T89" fmla="*/ 2147483647 h 924"/>
                <a:gd name="T90" fmla="*/ 2147483647 w 546"/>
                <a:gd name="T91" fmla="*/ 2147483647 h 924"/>
                <a:gd name="T92" fmla="*/ 2147483647 w 546"/>
                <a:gd name="T93" fmla="*/ 2147483647 h 924"/>
                <a:gd name="T94" fmla="*/ 2147483647 w 546"/>
                <a:gd name="T95" fmla="*/ 2147483647 h 924"/>
                <a:gd name="T96" fmla="*/ 2147483647 w 546"/>
                <a:gd name="T97" fmla="*/ 2147483647 h 924"/>
                <a:gd name="T98" fmla="*/ 2147483647 w 546"/>
                <a:gd name="T99" fmla="*/ 2147483647 h 924"/>
                <a:gd name="T100" fmla="*/ 2147483647 w 546"/>
                <a:gd name="T101" fmla="*/ 2147483647 h 924"/>
                <a:gd name="T102" fmla="*/ 2147483647 w 546"/>
                <a:gd name="T103" fmla="*/ 2147483647 h 924"/>
                <a:gd name="T104" fmla="*/ 2147483647 w 546"/>
                <a:gd name="T105" fmla="*/ 2147483647 h 924"/>
                <a:gd name="T106" fmla="*/ 2147483647 w 546"/>
                <a:gd name="T107" fmla="*/ 2147483647 h 924"/>
                <a:gd name="T108" fmla="*/ 2147483647 w 546"/>
                <a:gd name="T109" fmla="*/ 2147483647 h 924"/>
                <a:gd name="T110" fmla="*/ 2147483647 w 546"/>
                <a:gd name="T111" fmla="*/ 2147483647 h 92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6"/>
                <a:gd name="T169" fmla="*/ 0 h 924"/>
                <a:gd name="T170" fmla="*/ 546 w 546"/>
                <a:gd name="T171" fmla="*/ 924 h 92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6" h="924">
                  <a:moveTo>
                    <a:pt x="420" y="30"/>
                  </a:moveTo>
                  <a:lnTo>
                    <a:pt x="414" y="18"/>
                  </a:lnTo>
                  <a:lnTo>
                    <a:pt x="414" y="0"/>
                  </a:lnTo>
                  <a:lnTo>
                    <a:pt x="390" y="6"/>
                  </a:lnTo>
                  <a:lnTo>
                    <a:pt x="390" y="54"/>
                  </a:lnTo>
                  <a:lnTo>
                    <a:pt x="396" y="60"/>
                  </a:lnTo>
                  <a:lnTo>
                    <a:pt x="396" y="66"/>
                  </a:lnTo>
                  <a:lnTo>
                    <a:pt x="426" y="66"/>
                  </a:lnTo>
                  <a:lnTo>
                    <a:pt x="426" y="96"/>
                  </a:lnTo>
                  <a:lnTo>
                    <a:pt x="420" y="102"/>
                  </a:lnTo>
                  <a:lnTo>
                    <a:pt x="420" y="108"/>
                  </a:lnTo>
                  <a:lnTo>
                    <a:pt x="426" y="114"/>
                  </a:lnTo>
                  <a:lnTo>
                    <a:pt x="426" y="126"/>
                  </a:lnTo>
                  <a:lnTo>
                    <a:pt x="408" y="144"/>
                  </a:lnTo>
                  <a:lnTo>
                    <a:pt x="396" y="150"/>
                  </a:lnTo>
                  <a:lnTo>
                    <a:pt x="384" y="150"/>
                  </a:lnTo>
                  <a:lnTo>
                    <a:pt x="384" y="156"/>
                  </a:lnTo>
                  <a:lnTo>
                    <a:pt x="378" y="162"/>
                  </a:lnTo>
                  <a:lnTo>
                    <a:pt x="378" y="168"/>
                  </a:lnTo>
                  <a:lnTo>
                    <a:pt x="372" y="174"/>
                  </a:lnTo>
                  <a:lnTo>
                    <a:pt x="372" y="180"/>
                  </a:lnTo>
                  <a:lnTo>
                    <a:pt x="360" y="192"/>
                  </a:lnTo>
                  <a:lnTo>
                    <a:pt x="354" y="204"/>
                  </a:lnTo>
                  <a:lnTo>
                    <a:pt x="348" y="234"/>
                  </a:lnTo>
                  <a:lnTo>
                    <a:pt x="342" y="240"/>
                  </a:lnTo>
                  <a:lnTo>
                    <a:pt x="342" y="270"/>
                  </a:lnTo>
                  <a:lnTo>
                    <a:pt x="336" y="288"/>
                  </a:lnTo>
                  <a:lnTo>
                    <a:pt x="330" y="294"/>
                  </a:lnTo>
                  <a:lnTo>
                    <a:pt x="312" y="294"/>
                  </a:lnTo>
                  <a:lnTo>
                    <a:pt x="312" y="324"/>
                  </a:lnTo>
                  <a:lnTo>
                    <a:pt x="306" y="342"/>
                  </a:lnTo>
                  <a:lnTo>
                    <a:pt x="306" y="354"/>
                  </a:lnTo>
                  <a:lnTo>
                    <a:pt x="300" y="360"/>
                  </a:lnTo>
                  <a:lnTo>
                    <a:pt x="288" y="366"/>
                  </a:lnTo>
                  <a:lnTo>
                    <a:pt x="282" y="372"/>
                  </a:lnTo>
                  <a:lnTo>
                    <a:pt x="270" y="378"/>
                  </a:lnTo>
                  <a:lnTo>
                    <a:pt x="258" y="426"/>
                  </a:lnTo>
                  <a:lnTo>
                    <a:pt x="234" y="456"/>
                  </a:lnTo>
                  <a:lnTo>
                    <a:pt x="234" y="486"/>
                  </a:lnTo>
                  <a:lnTo>
                    <a:pt x="228" y="492"/>
                  </a:lnTo>
                  <a:lnTo>
                    <a:pt x="216" y="498"/>
                  </a:lnTo>
                  <a:lnTo>
                    <a:pt x="210" y="510"/>
                  </a:lnTo>
                  <a:lnTo>
                    <a:pt x="210" y="522"/>
                  </a:lnTo>
                  <a:lnTo>
                    <a:pt x="192" y="540"/>
                  </a:lnTo>
                  <a:lnTo>
                    <a:pt x="186" y="540"/>
                  </a:lnTo>
                  <a:lnTo>
                    <a:pt x="180" y="534"/>
                  </a:lnTo>
                  <a:lnTo>
                    <a:pt x="174" y="522"/>
                  </a:lnTo>
                  <a:lnTo>
                    <a:pt x="174" y="516"/>
                  </a:lnTo>
                  <a:lnTo>
                    <a:pt x="168" y="504"/>
                  </a:lnTo>
                  <a:lnTo>
                    <a:pt x="156" y="492"/>
                  </a:lnTo>
                  <a:lnTo>
                    <a:pt x="150" y="480"/>
                  </a:lnTo>
                  <a:lnTo>
                    <a:pt x="138" y="480"/>
                  </a:lnTo>
                  <a:lnTo>
                    <a:pt x="144" y="486"/>
                  </a:lnTo>
                  <a:lnTo>
                    <a:pt x="144" y="498"/>
                  </a:lnTo>
                  <a:lnTo>
                    <a:pt x="138" y="504"/>
                  </a:lnTo>
                  <a:lnTo>
                    <a:pt x="132" y="504"/>
                  </a:lnTo>
                  <a:lnTo>
                    <a:pt x="120" y="498"/>
                  </a:lnTo>
                  <a:lnTo>
                    <a:pt x="114" y="492"/>
                  </a:lnTo>
                  <a:lnTo>
                    <a:pt x="108" y="492"/>
                  </a:lnTo>
                  <a:lnTo>
                    <a:pt x="102" y="498"/>
                  </a:lnTo>
                  <a:lnTo>
                    <a:pt x="90" y="522"/>
                  </a:lnTo>
                  <a:lnTo>
                    <a:pt x="84" y="528"/>
                  </a:lnTo>
                  <a:lnTo>
                    <a:pt x="84" y="534"/>
                  </a:lnTo>
                  <a:lnTo>
                    <a:pt x="18" y="588"/>
                  </a:lnTo>
                  <a:lnTo>
                    <a:pt x="18" y="642"/>
                  </a:lnTo>
                  <a:lnTo>
                    <a:pt x="12" y="654"/>
                  </a:lnTo>
                  <a:lnTo>
                    <a:pt x="12" y="666"/>
                  </a:lnTo>
                  <a:lnTo>
                    <a:pt x="6" y="672"/>
                  </a:lnTo>
                  <a:lnTo>
                    <a:pt x="6" y="678"/>
                  </a:lnTo>
                  <a:lnTo>
                    <a:pt x="0" y="690"/>
                  </a:lnTo>
                  <a:lnTo>
                    <a:pt x="24" y="684"/>
                  </a:lnTo>
                  <a:lnTo>
                    <a:pt x="24" y="708"/>
                  </a:lnTo>
                  <a:lnTo>
                    <a:pt x="36" y="732"/>
                  </a:lnTo>
                  <a:lnTo>
                    <a:pt x="60" y="744"/>
                  </a:lnTo>
                  <a:lnTo>
                    <a:pt x="66" y="750"/>
                  </a:lnTo>
                  <a:lnTo>
                    <a:pt x="84" y="726"/>
                  </a:lnTo>
                  <a:lnTo>
                    <a:pt x="66" y="756"/>
                  </a:lnTo>
                  <a:lnTo>
                    <a:pt x="84" y="786"/>
                  </a:lnTo>
                  <a:lnTo>
                    <a:pt x="102" y="792"/>
                  </a:lnTo>
                  <a:lnTo>
                    <a:pt x="102" y="840"/>
                  </a:lnTo>
                  <a:lnTo>
                    <a:pt x="90" y="840"/>
                  </a:lnTo>
                  <a:lnTo>
                    <a:pt x="90" y="870"/>
                  </a:lnTo>
                  <a:lnTo>
                    <a:pt x="102" y="882"/>
                  </a:lnTo>
                  <a:lnTo>
                    <a:pt x="198" y="882"/>
                  </a:lnTo>
                  <a:lnTo>
                    <a:pt x="216" y="864"/>
                  </a:lnTo>
                  <a:lnTo>
                    <a:pt x="228" y="882"/>
                  </a:lnTo>
                  <a:lnTo>
                    <a:pt x="258" y="882"/>
                  </a:lnTo>
                  <a:lnTo>
                    <a:pt x="270" y="870"/>
                  </a:lnTo>
                  <a:lnTo>
                    <a:pt x="276" y="870"/>
                  </a:lnTo>
                  <a:lnTo>
                    <a:pt x="288" y="876"/>
                  </a:lnTo>
                  <a:lnTo>
                    <a:pt x="294" y="876"/>
                  </a:lnTo>
                  <a:lnTo>
                    <a:pt x="342" y="870"/>
                  </a:lnTo>
                  <a:lnTo>
                    <a:pt x="342" y="888"/>
                  </a:lnTo>
                  <a:lnTo>
                    <a:pt x="372" y="888"/>
                  </a:lnTo>
                  <a:lnTo>
                    <a:pt x="390" y="882"/>
                  </a:lnTo>
                  <a:lnTo>
                    <a:pt x="438" y="882"/>
                  </a:lnTo>
                  <a:lnTo>
                    <a:pt x="450" y="888"/>
                  </a:lnTo>
                  <a:lnTo>
                    <a:pt x="456" y="894"/>
                  </a:lnTo>
                  <a:lnTo>
                    <a:pt x="468" y="894"/>
                  </a:lnTo>
                  <a:lnTo>
                    <a:pt x="474" y="900"/>
                  </a:lnTo>
                  <a:lnTo>
                    <a:pt x="510" y="900"/>
                  </a:lnTo>
                  <a:lnTo>
                    <a:pt x="534" y="924"/>
                  </a:lnTo>
                  <a:lnTo>
                    <a:pt x="540" y="882"/>
                  </a:lnTo>
                  <a:lnTo>
                    <a:pt x="546" y="876"/>
                  </a:lnTo>
                  <a:lnTo>
                    <a:pt x="534" y="864"/>
                  </a:lnTo>
                  <a:lnTo>
                    <a:pt x="534" y="834"/>
                  </a:lnTo>
                  <a:lnTo>
                    <a:pt x="528" y="816"/>
                  </a:lnTo>
                  <a:lnTo>
                    <a:pt x="516" y="810"/>
                  </a:lnTo>
                  <a:lnTo>
                    <a:pt x="510" y="798"/>
                  </a:lnTo>
                  <a:lnTo>
                    <a:pt x="498" y="792"/>
                  </a:lnTo>
                  <a:lnTo>
                    <a:pt x="486" y="780"/>
                  </a:lnTo>
                  <a:lnTo>
                    <a:pt x="474" y="756"/>
                  </a:lnTo>
                  <a:lnTo>
                    <a:pt x="468" y="750"/>
                  </a:lnTo>
                  <a:lnTo>
                    <a:pt x="468" y="708"/>
                  </a:lnTo>
                  <a:lnTo>
                    <a:pt x="462" y="708"/>
                  </a:lnTo>
                  <a:lnTo>
                    <a:pt x="444" y="690"/>
                  </a:lnTo>
                  <a:lnTo>
                    <a:pt x="438" y="690"/>
                  </a:lnTo>
                  <a:lnTo>
                    <a:pt x="438" y="642"/>
                  </a:lnTo>
                  <a:lnTo>
                    <a:pt x="420" y="630"/>
                  </a:lnTo>
                  <a:lnTo>
                    <a:pt x="432" y="618"/>
                  </a:lnTo>
                  <a:lnTo>
                    <a:pt x="432" y="582"/>
                  </a:lnTo>
                  <a:lnTo>
                    <a:pt x="426" y="582"/>
                  </a:lnTo>
                  <a:lnTo>
                    <a:pt x="414" y="576"/>
                  </a:lnTo>
                  <a:lnTo>
                    <a:pt x="414" y="570"/>
                  </a:lnTo>
                  <a:lnTo>
                    <a:pt x="426" y="558"/>
                  </a:lnTo>
                  <a:lnTo>
                    <a:pt x="438" y="552"/>
                  </a:lnTo>
                  <a:lnTo>
                    <a:pt x="444" y="546"/>
                  </a:lnTo>
                  <a:lnTo>
                    <a:pt x="450" y="546"/>
                  </a:lnTo>
                  <a:lnTo>
                    <a:pt x="456" y="510"/>
                  </a:lnTo>
                  <a:lnTo>
                    <a:pt x="462" y="510"/>
                  </a:lnTo>
                  <a:lnTo>
                    <a:pt x="468" y="498"/>
                  </a:lnTo>
                  <a:lnTo>
                    <a:pt x="468" y="480"/>
                  </a:lnTo>
                  <a:lnTo>
                    <a:pt x="474" y="474"/>
                  </a:lnTo>
                  <a:lnTo>
                    <a:pt x="480" y="462"/>
                  </a:lnTo>
                  <a:lnTo>
                    <a:pt x="492" y="450"/>
                  </a:lnTo>
                  <a:lnTo>
                    <a:pt x="498" y="450"/>
                  </a:lnTo>
                  <a:lnTo>
                    <a:pt x="498" y="438"/>
                  </a:lnTo>
                  <a:lnTo>
                    <a:pt x="492" y="420"/>
                  </a:lnTo>
                  <a:lnTo>
                    <a:pt x="486" y="408"/>
                  </a:lnTo>
                  <a:lnTo>
                    <a:pt x="486" y="390"/>
                  </a:lnTo>
                  <a:lnTo>
                    <a:pt x="474" y="366"/>
                  </a:lnTo>
                  <a:lnTo>
                    <a:pt x="462" y="354"/>
                  </a:lnTo>
                  <a:lnTo>
                    <a:pt x="450" y="348"/>
                  </a:lnTo>
                  <a:lnTo>
                    <a:pt x="432" y="336"/>
                  </a:lnTo>
                  <a:lnTo>
                    <a:pt x="420" y="324"/>
                  </a:lnTo>
                  <a:lnTo>
                    <a:pt x="414" y="312"/>
                  </a:lnTo>
                  <a:lnTo>
                    <a:pt x="402" y="300"/>
                  </a:lnTo>
                  <a:lnTo>
                    <a:pt x="390" y="276"/>
                  </a:lnTo>
                  <a:lnTo>
                    <a:pt x="390" y="264"/>
                  </a:lnTo>
                  <a:lnTo>
                    <a:pt x="396" y="258"/>
                  </a:lnTo>
                  <a:lnTo>
                    <a:pt x="408" y="252"/>
                  </a:lnTo>
                  <a:lnTo>
                    <a:pt x="504" y="252"/>
                  </a:lnTo>
                  <a:lnTo>
                    <a:pt x="486" y="234"/>
                  </a:lnTo>
                  <a:lnTo>
                    <a:pt x="480" y="222"/>
                  </a:lnTo>
                  <a:lnTo>
                    <a:pt x="468" y="216"/>
                  </a:lnTo>
                  <a:lnTo>
                    <a:pt x="462" y="204"/>
                  </a:lnTo>
                  <a:lnTo>
                    <a:pt x="462" y="186"/>
                  </a:lnTo>
                  <a:lnTo>
                    <a:pt x="456" y="168"/>
                  </a:lnTo>
                  <a:lnTo>
                    <a:pt x="456" y="132"/>
                  </a:lnTo>
                  <a:lnTo>
                    <a:pt x="462" y="132"/>
                  </a:lnTo>
                  <a:lnTo>
                    <a:pt x="462" y="96"/>
                  </a:lnTo>
                  <a:lnTo>
                    <a:pt x="456" y="84"/>
                  </a:lnTo>
                  <a:lnTo>
                    <a:pt x="444" y="78"/>
                  </a:lnTo>
                  <a:lnTo>
                    <a:pt x="450" y="42"/>
                  </a:lnTo>
                  <a:lnTo>
                    <a:pt x="444" y="42"/>
                  </a:lnTo>
                  <a:lnTo>
                    <a:pt x="438" y="36"/>
                  </a:lnTo>
                  <a:lnTo>
                    <a:pt x="426" y="36"/>
                  </a:lnTo>
                  <a:lnTo>
                    <a:pt x="420" y="30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13" name="Cambodia" descr="© INSCALE GmbH, 05.05.2010&#10;http://www.presentationload.com/">
              <a:extLst>
                <a:ext uri="{FF2B5EF4-FFF2-40B4-BE49-F238E27FC236}">
                  <a16:creationId xmlns:a16="http://schemas.microsoft.com/office/drawing/2014/main" id="{A0DD9098-5224-4515-9514-5C7C41B5D5FE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036308" y="2618653"/>
              <a:ext cx="148308" cy="131490"/>
            </a:xfrm>
            <a:custGeom>
              <a:avLst/>
              <a:gdLst>
                <a:gd name="T0" fmla="*/ 2147483647 w 378"/>
                <a:gd name="T1" fmla="*/ 2147483647 h 336"/>
                <a:gd name="T2" fmla="*/ 2147483647 w 378"/>
                <a:gd name="T3" fmla="*/ 2147483647 h 336"/>
                <a:gd name="T4" fmla="*/ 2147483647 w 378"/>
                <a:gd name="T5" fmla="*/ 2147483647 h 336"/>
                <a:gd name="T6" fmla="*/ 2147483647 w 378"/>
                <a:gd name="T7" fmla="*/ 2147483647 h 336"/>
                <a:gd name="T8" fmla="*/ 2147483647 w 378"/>
                <a:gd name="T9" fmla="*/ 2147483647 h 336"/>
                <a:gd name="T10" fmla="*/ 2147483647 w 378"/>
                <a:gd name="T11" fmla="*/ 2147483647 h 336"/>
                <a:gd name="T12" fmla="*/ 2147483647 w 378"/>
                <a:gd name="T13" fmla="*/ 2147483647 h 336"/>
                <a:gd name="T14" fmla="*/ 2147483647 w 378"/>
                <a:gd name="T15" fmla="*/ 2147483647 h 336"/>
                <a:gd name="T16" fmla="*/ 2147483647 w 378"/>
                <a:gd name="T17" fmla="*/ 2147483647 h 336"/>
                <a:gd name="T18" fmla="*/ 2147483647 w 378"/>
                <a:gd name="T19" fmla="*/ 2147483647 h 336"/>
                <a:gd name="T20" fmla="*/ 2147483647 w 378"/>
                <a:gd name="T21" fmla="*/ 2147483647 h 336"/>
                <a:gd name="T22" fmla="*/ 2147483647 w 378"/>
                <a:gd name="T23" fmla="*/ 2147483647 h 336"/>
                <a:gd name="T24" fmla="*/ 2147483647 w 378"/>
                <a:gd name="T25" fmla="*/ 2147483647 h 336"/>
                <a:gd name="T26" fmla="*/ 2147483647 w 378"/>
                <a:gd name="T27" fmla="*/ 2147483647 h 336"/>
                <a:gd name="T28" fmla="*/ 0 w 378"/>
                <a:gd name="T29" fmla="*/ 2147483647 h 336"/>
                <a:gd name="T30" fmla="*/ 2147483647 w 378"/>
                <a:gd name="T31" fmla="*/ 2147483647 h 336"/>
                <a:gd name="T32" fmla="*/ 2147483647 w 378"/>
                <a:gd name="T33" fmla="*/ 2147483647 h 336"/>
                <a:gd name="T34" fmla="*/ 2147483647 w 378"/>
                <a:gd name="T35" fmla="*/ 2147483647 h 336"/>
                <a:gd name="T36" fmla="*/ 2147483647 w 378"/>
                <a:gd name="T37" fmla="*/ 2147483647 h 336"/>
                <a:gd name="T38" fmla="*/ 2147483647 w 378"/>
                <a:gd name="T39" fmla="*/ 2147483647 h 336"/>
                <a:gd name="T40" fmla="*/ 2147483647 w 378"/>
                <a:gd name="T41" fmla="*/ 2147483647 h 336"/>
                <a:gd name="T42" fmla="*/ 2147483647 w 378"/>
                <a:gd name="T43" fmla="*/ 2147483647 h 336"/>
                <a:gd name="T44" fmla="*/ 2147483647 w 378"/>
                <a:gd name="T45" fmla="*/ 2147483647 h 336"/>
                <a:gd name="T46" fmla="*/ 2147483647 w 378"/>
                <a:gd name="T47" fmla="*/ 2147483647 h 336"/>
                <a:gd name="T48" fmla="*/ 2147483647 w 378"/>
                <a:gd name="T49" fmla="*/ 2147483647 h 336"/>
                <a:gd name="T50" fmla="*/ 2147483647 w 378"/>
                <a:gd name="T51" fmla="*/ 2147483647 h 336"/>
                <a:gd name="T52" fmla="*/ 2147483647 w 378"/>
                <a:gd name="T53" fmla="*/ 2147483647 h 336"/>
                <a:gd name="T54" fmla="*/ 2147483647 w 378"/>
                <a:gd name="T55" fmla="*/ 2147483647 h 336"/>
                <a:gd name="T56" fmla="*/ 2147483647 w 378"/>
                <a:gd name="T57" fmla="*/ 2147483647 h 336"/>
                <a:gd name="T58" fmla="*/ 2147483647 w 378"/>
                <a:gd name="T59" fmla="*/ 2147483647 h 336"/>
                <a:gd name="T60" fmla="*/ 2147483647 w 378"/>
                <a:gd name="T61" fmla="*/ 2147483647 h 336"/>
                <a:gd name="T62" fmla="*/ 2147483647 w 378"/>
                <a:gd name="T63" fmla="*/ 2147483647 h 336"/>
                <a:gd name="T64" fmla="*/ 2147483647 w 378"/>
                <a:gd name="T65" fmla="*/ 2147483647 h 336"/>
                <a:gd name="T66" fmla="*/ 2147483647 w 378"/>
                <a:gd name="T67" fmla="*/ 2147483647 h 336"/>
                <a:gd name="T68" fmla="*/ 2147483647 w 378"/>
                <a:gd name="T69" fmla="*/ 2147483647 h 336"/>
                <a:gd name="T70" fmla="*/ 2147483647 w 378"/>
                <a:gd name="T71" fmla="*/ 2147483647 h 336"/>
                <a:gd name="T72" fmla="*/ 2147483647 w 378"/>
                <a:gd name="T73" fmla="*/ 2147483647 h 336"/>
                <a:gd name="T74" fmla="*/ 2147483647 w 378"/>
                <a:gd name="T75" fmla="*/ 2147483647 h 336"/>
                <a:gd name="T76" fmla="*/ 2147483647 w 378"/>
                <a:gd name="T77" fmla="*/ 2147483647 h 336"/>
                <a:gd name="T78" fmla="*/ 2147483647 w 378"/>
                <a:gd name="T79" fmla="*/ 2147483647 h 336"/>
                <a:gd name="T80" fmla="*/ 2147483647 w 378"/>
                <a:gd name="T81" fmla="*/ 2147483647 h 336"/>
                <a:gd name="T82" fmla="*/ 2147483647 w 378"/>
                <a:gd name="T83" fmla="*/ 2147483647 h 336"/>
                <a:gd name="T84" fmla="*/ 2147483647 w 378"/>
                <a:gd name="T85" fmla="*/ 2147483647 h 336"/>
                <a:gd name="T86" fmla="*/ 2147483647 w 378"/>
                <a:gd name="T87" fmla="*/ 2147483647 h 336"/>
                <a:gd name="T88" fmla="*/ 2147483647 w 378"/>
                <a:gd name="T89" fmla="*/ 2147483647 h 336"/>
                <a:gd name="T90" fmla="*/ 2147483647 w 378"/>
                <a:gd name="T91" fmla="*/ 2147483647 h 336"/>
                <a:gd name="T92" fmla="*/ 2147483647 w 378"/>
                <a:gd name="T93" fmla="*/ 2147483647 h 336"/>
                <a:gd name="T94" fmla="*/ 2147483647 w 378"/>
                <a:gd name="T95" fmla="*/ 0 h 3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378"/>
                <a:gd name="T145" fmla="*/ 0 h 336"/>
                <a:gd name="T146" fmla="*/ 378 w 378"/>
                <a:gd name="T147" fmla="*/ 336 h 3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378" h="336">
                  <a:moveTo>
                    <a:pt x="324" y="0"/>
                  </a:moveTo>
                  <a:lnTo>
                    <a:pt x="312" y="12"/>
                  </a:lnTo>
                  <a:lnTo>
                    <a:pt x="276" y="0"/>
                  </a:lnTo>
                  <a:lnTo>
                    <a:pt x="264" y="12"/>
                  </a:lnTo>
                  <a:lnTo>
                    <a:pt x="246" y="24"/>
                  </a:lnTo>
                  <a:lnTo>
                    <a:pt x="258" y="36"/>
                  </a:lnTo>
                  <a:lnTo>
                    <a:pt x="258" y="48"/>
                  </a:lnTo>
                  <a:lnTo>
                    <a:pt x="252" y="54"/>
                  </a:lnTo>
                  <a:lnTo>
                    <a:pt x="240" y="54"/>
                  </a:lnTo>
                  <a:lnTo>
                    <a:pt x="228" y="42"/>
                  </a:lnTo>
                  <a:lnTo>
                    <a:pt x="228" y="36"/>
                  </a:lnTo>
                  <a:lnTo>
                    <a:pt x="222" y="36"/>
                  </a:lnTo>
                  <a:lnTo>
                    <a:pt x="216" y="30"/>
                  </a:lnTo>
                  <a:lnTo>
                    <a:pt x="192" y="30"/>
                  </a:lnTo>
                  <a:lnTo>
                    <a:pt x="192" y="18"/>
                  </a:lnTo>
                  <a:lnTo>
                    <a:pt x="186" y="18"/>
                  </a:lnTo>
                  <a:lnTo>
                    <a:pt x="186" y="24"/>
                  </a:lnTo>
                  <a:lnTo>
                    <a:pt x="180" y="18"/>
                  </a:lnTo>
                  <a:lnTo>
                    <a:pt x="168" y="12"/>
                  </a:lnTo>
                  <a:lnTo>
                    <a:pt x="138" y="12"/>
                  </a:lnTo>
                  <a:lnTo>
                    <a:pt x="126" y="18"/>
                  </a:lnTo>
                  <a:lnTo>
                    <a:pt x="114" y="18"/>
                  </a:lnTo>
                  <a:lnTo>
                    <a:pt x="108" y="12"/>
                  </a:lnTo>
                  <a:lnTo>
                    <a:pt x="72" y="12"/>
                  </a:lnTo>
                  <a:lnTo>
                    <a:pt x="54" y="18"/>
                  </a:lnTo>
                  <a:lnTo>
                    <a:pt x="42" y="24"/>
                  </a:lnTo>
                  <a:lnTo>
                    <a:pt x="36" y="30"/>
                  </a:lnTo>
                  <a:lnTo>
                    <a:pt x="30" y="42"/>
                  </a:lnTo>
                  <a:lnTo>
                    <a:pt x="30" y="48"/>
                  </a:lnTo>
                  <a:lnTo>
                    <a:pt x="0" y="78"/>
                  </a:lnTo>
                  <a:lnTo>
                    <a:pt x="6" y="114"/>
                  </a:lnTo>
                  <a:lnTo>
                    <a:pt x="18" y="126"/>
                  </a:lnTo>
                  <a:lnTo>
                    <a:pt x="18" y="156"/>
                  </a:lnTo>
                  <a:lnTo>
                    <a:pt x="30" y="168"/>
                  </a:lnTo>
                  <a:lnTo>
                    <a:pt x="30" y="198"/>
                  </a:lnTo>
                  <a:lnTo>
                    <a:pt x="42" y="210"/>
                  </a:lnTo>
                  <a:lnTo>
                    <a:pt x="48" y="222"/>
                  </a:lnTo>
                  <a:lnTo>
                    <a:pt x="54" y="228"/>
                  </a:lnTo>
                  <a:lnTo>
                    <a:pt x="54" y="234"/>
                  </a:lnTo>
                  <a:lnTo>
                    <a:pt x="42" y="246"/>
                  </a:lnTo>
                  <a:lnTo>
                    <a:pt x="54" y="270"/>
                  </a:lnTo>
                  <a:lnTo>
                    <a:pt x="60" y="276"/>
                  </a:lnTo>
                  <a:lnTo>
                    <a:pt x="72" y="282"/>
                  </a:lnTo>
                  <a:lnTo>
                    <a:pt x="78" y="282"/>
                  </a:lnTo>
                  <a:lnTo>
                    <a:pt x="90" y="270"/>
                  </a:lnTo>
                  <a:lnTo>
                    <a:pt x="90" y="264"/>
                  </a:lnTo>
                  <a:lnTo>
                    <a:pt x="90" y="288"/>
                  </a:lnTo>
                  <a:lnTo>
                    <a:pt x="96" y="300"/>
                  </a:lnTo>
                  <a:lnTo>
                    <a:pt x="102" y="306"/>
                  </a:lnTo>
                  <a:lnTo>
                    <a:pt x="114" y="306"/>
                  </a:lnTo>
                  <a:lnTo>
                    <a:pt x="120" y="300"/>
                  </a:lnTo>
                  <a:lnTo>
                    <a:pt x="132" y="300"/>
                  </a:lnTo>
                  <a:lnTo>
                    <a:pt x="138" y="306"/>
                  </a:lnTo>
                  <a:lnTo>
                    <a:pt x="138" y="312"/>
                  </a:lnTo>
                  <a:lnTo>
                    <a:pt x="150" y="336"/>
                  </a:lnTo>
                  <a:lnTo>
                    <a:pt x="168" y="336"/>
                  </a:lnTo>
                  <a:lnTo>
                    <a:pt x="180" y="324"/>
                  </a:lnTo>
                  <a:lnTo>
                    <a:pt x="192" y="318"/>
                  </a:lnTo>
                  <a:lnTo>
                    <a:pt x="210" y="318"/>
                  </a:lnTo>
                  <a:lnTo>
                    <a:pt x="222" y="312"/>
                  </a:lnTo>
                  <a:lnTo>
                    <a:pt x="222" y="306"/>
                  </a:lnTo>
                  <a:lnTo>
                    <a:pt x="216" y="300"/>
                  </a:lnTo>
                  <a:lnTo>
                    <a:pt x="210" y="300"/>
                  </a:lnTo>
                  <a:lnTo>
                    <a:pt x="204" y="294"/>
                  </a:lnTo>
                  <a:lnTo>
                    <a:pt x="240" y="294"/>
                  </a:lnTo>
                  <a:lnTo>
                    <a:pt x="240" y="288"/>
                  </a:lnTo>
                  <a:lnTo>
                    <a:pt x="246" y="282"/>
                  </a:lnTo>
                  <a:lnTo>
                    <a:pt x="258" y="282"/>
                  </a:lnTo>
                  <a:lnTo>
                    <a:pt x="270" y="288"/>
                  </a:lnTo>
                  <a:lnTo>
                    <a:pt x="276" y="294"/>
                  </a:lnTo>
                  <a:lnTo>
                    <a:pt x="288" y="300"/>
                  </a:lnTo>
                  <a:lnTo>
                    <a:pt x="294" y="306"/>
                  </a:lnTo>
                  <a:lnTo>
                    <a:pt x="294" y="294"/>
                  </a:lnTo>
                  <a:lnTo>
                    <a:pt x="276" y="276"/>
                  </a:lnTo>
                  <a:lnTo>
                    <a:pt x="264" y="252"/>
                  </a:lnTo>
                  <a:lnTo>
                    <a:pt x="264" y="228"/>
                  </a:lnTo>
                  <a:lnTo>
                    <a:pt x="306" y="228"/>
                  </a:lnTo>
                  <a:lnTo>
                    <a:pt x="306" y="204"/>
                  </a:lnTo>
                  <a:lnTo>
                    <a:pt x="336" y="204"/>
                  </a:lnTo>
                  <a:lnTo>
                    <a:pt x="336" y="186"/>
                  </a:lnTo>
                  <a:lnTo>
                    <a:pt x="342" y="180"/>
                  </a:lnTo>
                  <a:lnTo>
                    <a:pt x="360" y="180"/>
                  </a:lnTo>
                  <a:lnTo>
                    <a:pt x="372" y="186"/>
                  </a:lnTo>
                  <a:lnTo>
                    <a:pt x="372" y="156"/>
                  </a:lnTo>
                  <a:lnTo>
                    <a:pt x="366" y="150"/>
                  </a:lnTo>
                  <a:lnTo>
                    <a:pt x="366" y="120"/>
                  </a:lnTo>
                  <a:lnTo>
                    <a:pt x="360" y="114"/>
                  </a:lnTo>
                  <a:lnTo>
                    <a:pt x="360" y="102"/>
                  </a:lnTo>
                  <a:lnTo>
                    <a:pt x="366" y="102"/>
                  </a:lnTo>
                  <a:lnTo>
                    <a:pt x="378" y="90"/>
                  </a:lnTo>
                  <a:lnTo>
                    <a:pt x="378" y="84"/>
                  </a:lnTo>
                  <a:lnTo>
                    <a:pt x="366" y="60"/>
                  </a:lnTo>
                  <a:lnTo>
                    <a:pt x="354" y="48"/>
                  </a:lnTo>
                  <a:lnTo>
                    <a:pt x="348" y="48"/>
                  </a:lnTo>
                  <a:lnTo>
                    <a:pt x="348" y="6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4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15" name="Burundi" descr="© INSCALE GmbH, 05.05.2010&#10;http://www.presentationload.com/">
              <a:extLst>
                <a:ext uri="{FF2B5EF4-FFF2-40B4-BE49-F238E27FC236}">
                  <a16:creationId xmlns:a16="http://schemas.microsoft.com/office/drawing/2014/main" id="{A5F28ECA-57E6-4B01-966D-0EA71E117183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011973" y="3153787"/>
              <a:ext cx="51985" cy="65746"/>
            </a:xfrm>
            <a:custGeom>
              <a:avLst/>
              <a:gdLst>
                <a:gd name="T0" fmla="*/ 2147483647 w 132"/>
                <a:gd name="T1" fmla="*/ 2147483647 h 168"/>
                <a:gd name="T2" fmla="*/ 2147483647 w 132"/>
                <a:gd name="T3" fmla="*/ 2147483647 h 168"/>
                <a:gd name="T4" fmla="*/ 2147483647 w 132"/>
                <a:gd name="T5" fmla="*/ 2147483647 h 168"/>
                <a:gd name="T6" fmla="*/ 2147483647 w 132"/>
                <a:gd name="T7" fmla="*/ 2147483647 h 168"/>
                <a:gd name="T8" fmla="*/ 2147483647 w 132"/>
                <a:gd name="T9" fmla="*/ 2147483647 h 168"/>
                <a:gd name="T10" fmla="*/ 2147483647 w 132"/>
                <a:gd name="T11" fmla="*/ 2147483647 h 168"/>
                <a:gd name="T12" fmla="*/ 2147483647 w 132"/>
                <a:gd name="T13" fmla="*/ 2147483647 h 168"/>
                <a:gd name="T14" fmla="*/ 2147483647 w 132"/>
                <a:gd name="T15" fmla="*/ 2147483647 h 168"/>
                <a:gd name="T16" fmla="*/ 2147483647 w 132"/>
                <a:gd name="T17" fmla="*/ 2147483647 h 168"/>
                <a:gd name="T18" fmla="*/ 2147483647 w 132"/>
                <a:gd name="T19" fmla="*/ 2147483647 h 168"/>
                <a:gd name="T20" fmla="*/ 2147483647 w 132"/>
                <a:gd name="T21" fmla="*/ 2147483647 h 168"/>
                <a:gd name="T22" fmla="*/ 2147483647 w 132"/>
                <a:gd name="T23" fmla="*/ 2147483647 h 168"/>
                <a:gd name="T24" fmla="*/ 2147483647 w 132"/>
                <a:gd name="T25" fmla="*/ 2147483647 h 168"/>
                <a:gd name="T26" fmla="*/ 2147483647 w 132"/>
                <a:gd name="T27" fmla="*/ 2147483647 h 168"/>
                <a:gd name="T28" fmla="*/ 2147483647 w 132"/>
                <a:gd name="T29" fmla="*/ 2147483647 h 168"/>
                <a:gd name="T30" fmla="*/ 2147483647 w 132"/>
                <a:gd name="T31" fmla="*/ 2147483647 h 168"/>
                <a:gd name="T32" fmla="*/ 2147483647 w 132"/>
                <a:gd name="T33" fmla="*/ 2147483647 h 168"/>
                <a:gd name="T34" fmla="*/ 2147483647 w 132"/>
                <a:gd name="T35" fmla="*/ 2147483647 h 168"/>
                <a:gd name="T36" fmla="*/ 2147483647 w 132"/>
                <a:gd name="T37" fmla="*/ 2147483647 h 168"/>
                <a:gd name="T38" fmla="*/ 2147483647 w 132"/>
                <a:gd name="T39" fmla="*/ 2147483647 h 168"/>
                <a:gd name="T40" fmla="*/ 2147483647 w 132"/>
                <a:gd name="T41" fmla="*/ 2147483647 h 168"/>
                <a:gd name="T42" fmla="*/ 2147483647 w 132"/>
                <a:gd name="T43" fmla="*/ 2147483647 h 168"/>
                <a:gd name="T44" fmla="*/ 2147483647 w 132"/>
                <a:gd name="T45" fmla="*/ 2147483647 h 168"/>
                <a:gd name="T46" fmla="*/ 2147483647 w 132"/>
                <a:gd name="T47" fmla="*/ 0 h 168"/>
                <a:gd name="T48" fmla="*/ 2147483647 w 132"/>
                <a:gd name="T49" fmla="*/ 0 h 168"/>
                <a:gd name="T50" fmla="*/ 2147483647 w 132"/>
                <a:gd name="T51" fmla="*/ 0 h 168"/>
                <a:gd name="T52" fmla="*/ 2147483647 w 132"/>
                <a:gd name="T53" fmla="*/ 2147483647 h 168"/>
                <a:gd name="T54" fmla="*/ 2147483647 w 132"/>
                <a:gd name="T55" fmla="*/ 2147483647 h 168"/>
                <a:gd name="T56" fmla="*/ 2147483647 w 132"/>
                <a:gd name="T57" fmla="*/ 2147483647 h 168"/>
                <a:gd name="T58" fmla="*/ 2147483647 w 132"/>
                <a:gd name="T59" fmla="*/ 2147483647 h 168"/>
                <a:gd name="T60" fmla="*/ 2147483647 w 132"/>
                <a:gd name="T61" fmla="*/ 2147483647 h 168"/>
                <a:gd name="T62" fmla="*/ 2147483647 w 132"/>
                <a:gd name="T63" fmla="*/ 2147483647 h 168"/>
                <a:gd name="T64" fmla="*/ 0 w 132"/>
                <a:gd name="T65" fmla="*/ 2147483647 h 168"/>
                <a:gd name="T66" fmla="*/ 2147483647 w 132"/>
                <a:gd name="T67" fmla="*/ 2147483647 h 168"/>
                <a:gd name="T68" fmla="*/ 2147483647 w 132"/>
                <a:gd name="T69" fmla="*/ 2147483647 h 168"/>
                <a:gd name="T70" fmla="*/ 2147483647 w 132"/>
                <a:gd name="T71" fmla="*/ 2147483647 h 168"/>
                <a:gd name="T72" fmla="*/ 2147483647 w 132"/>
                <a:gd name="T73" fmla="*/ 2147483647 h 168"/>
                <a:gd name="T74" fmla="*/ 2147483647 w 132"/>
                <a:gd name="T75" fmla="*/ 2147483647 h 16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2"/>
                <a:gd name="T115" fmla="*/ 0 h 168"/>
                <a:gd name="T116" fmla="*/ 132 w 132"/>
                <a:gd name="T117" fmla="*/ 168 h 16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2" h="168">
                  <a:moveTo>
                    <a:pt x="36" y="72"/>
                  </a:moveTo>
                  <a:lnTo>
                    <a:pt x="36" y="96"/>
                  </a:lnTo>
                  <a:lnTo>
                    <a:pt x="30" y="102"/>
                  </a:lnTo>
                  <a:lnTo>
                    <a:pt x="30" y="138"/>
                  </a:lnTo>
                  <a:lnTo>
                    <a:pt x="36" y="156"/>
                  </a:lnTo>
                  <a:lnTo>
                    <a:pt x="42" y="168"/>
                  </a:lnTo>
                  <a:lnTo>
                    <a:pt x="54" y="168"/>
                  </a:lnTo>
                  <a:lnTo>
                    <a:pt x="60" y="162"/>
                  </a:lnTo>
                  <a:lnTo>
                    <a:pt x="72" y="156"/>
                  </a:lnTo>
                  <a:lnTo>
                    <a:pt x="84" y="144"/>
                  </a:lnTo>
                  <a:lnTo>
                    <a:pt x="90" y="132"/>
                  </a:lnTo>
                  <a:lnTo>
                    <a:pt x="90" y="114"/>
                  </a:lnTo>
                  <a:lnTo>
                    <a:pt x="96" y="102"/>
                  </a:lnTo>
                  <a:lnTo>
                    <a:pt x="114" y="84"/>
                  </a:lnTo>
                  <a:lnTo>
                    <a:pt x="126" y="84"/>
                  </a:lnTo>
                  <a:lnTo>
                    <a:pt x="120" y="72"/>
                  </a:lnTo>
                  <a:lnTo>
                    <a:pt x="132" y="66"/>
                  </a:lnTo>
                  <a:lnTo>
                    <a:pt x="132" y="48"/>
                  </a:lnTo>
                  <a:lnTo>
                    <a:pt x="114" y="48"/>
                  </a:lnTo>
                  <a:lnTo>
                    <a:pt x="108" y="42"/>
                  </a:lnTo>
                  <a:lnTo>
                    <a:pt x="102" y="42"/>
                  </a:lnTo>
                  <a:lnTo>
                    <a:pt x="102" y="24"/>
                  </a:lnTo>
                  <a:lnTo>
                    <a:pt x="108" y="12"/>
                  </a:lnTo>
                  <a:lnTo>
                    <a:pt x="108" y="0"/>
                  </a:lnTo>
                  <a:lnTo>
                    <a:pt x="120" y="0"/>
                  </a:lnTo>
                  <a:lnTo>
                    <a:pt x="66" y="0"/>
                  </a:lnTo>
                  <a:lnTo>
                    <a:pt x="60" y="24"/>
                  </a:lnTo>
                  <a:lnTo>
                    <a:pt x="48" y="30"/>
                  </a:lnTo>
                  <a:lnTo>
                    <a:pt x="42" y="36"/>
                  </a:lnTo>
                  <a:lnTo>
                    <a:pt x="30" y="36"/>
                  </a:lnTo>
                  <a:lnTo>
                    <a:pt x="24" y="30"/>
                  </a:lnTo>
                  <a:lnTo>
                    <a:pt x="18" y="18"/>
                  </a:lnTo>
                  <a:lnTo>
                    <a:pt x="0" y="18"/>
                  </a:lnTo>
                  <a:lnTo>
                    <a:pt x="12" y="48"/>
                  </a:lnTo>
                  <a:lnTo>
                    <a:pt x="18" y="54"/>
                  </a:lnTo>
                  <a:lnTo>
                    <a:pt x="30" y="60"/>
                  </a:lnTo>
                  <a:lnTo>
                    <a:pt x="36" y="66"/>
                  </a:lnTo>
                  <a:lnTo>
                    <a:pt x="36" y="72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16" name="Bulgaria" descr="© INSCALE GmbH, 05.05.2010&#10;http://www.presentationload.com/">
              <a:extLst>
                <a:ext uri="{FF2B5EF4-FFF2-40B4-BE49-F238E27FC236}">
                  <a16:creationId xmlns:a16="http://schemas.microsoft.com/office/drawing/2014/main" id="{EA0AC7EA-4085-44B0-A260-44614FBBE71C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796390" y="1687520"/>
              <a:ext cx="154424" cy="88680"/>
            </a:xfrm>
            <a:custGeom>
              <a:avLst/>
              <a:gdLst>
                <a:gd name="T0" fmla="*/ 2147483647 w 396"/>
                <a:gd name="T1" fmla="*/ 2147483647 h 228"/>
                <a:gd name="T2" fmla="*/ 2147483647 w 396"/>
                <a:gd name="T3" fmla="*/ 2147483647 h 228"/>
                <a:gd name="T4" fmla="*/ 2147483647 w 396"/>
                <a:gd name="T5" fmla="*/ 2147483647 h 228"/>
                <a:gd name="T6" fmla="*/ 2147483647 w 396"/>
                <a:gd name="T7" fmla="*/ 2147483647 h 228"/>
                <a:gd name="T8" fmla="*/ 2147483647 w 396"/>
                <a:gd name="T9" fmla="*/ 2147483647 h 228"/>
                <a:gd name="T10" fmla="*/ 2147483647 w 396"/>
                <a:gd name="T11" fmla="*/ 2147483647 h 228"/>
                <a:gd name="T12" fmla="*/ 2147483647 w 396"/>
                <a:gd name="T13" fmla="*/ 2147483647 h 228"/>
                <a:gd name="T14" fmla="*/ 2147483647 w 396"/>
                <a:gd name="T15" fmla="*/ 0 h 228"/>
                <a:gd name="T16" fmla="*/ 2147483647 w 396"/>
                <a:gd name="T17" fmla="*/ 2147483647 h 228"/>
                <a:gd name="T18" fmla="*/ 2147483647 w 396"/>
                <a:gd name="T19" fmla="*/ 2147483647 h 228"/>
                <a:gd name="T20" fmla="*/ 2147483647 w 396"/>
                <a:gd name="T21" fmla="*/ 2147483647 h 228"/>
                <a:gd name="T22" fmla="*/ 2147483647 w 396"/>
                <a:gd name="T23" fmla="*/ 2147483647 h 228"/>
                <a:gd name="T24" fmla="*/ 2147483647 w 396"/>
                <a:gd name="T25" fmla="*/ 2147483647 h 228"/>
                <a:gd name="T26" fmla="*/ 2147483647 w 396"/>
                <a:gd name="T27" fmla="*/ 2147483647 h 228"/>
                <a:gd name="T28" fmla="*/ 2147483647 w 396"/>
                <a:gd name="T29" fmla="*/ 2147483647 h 228"/>
                <a:gd name="T30" fmla="*/ 2147483647 w 396"/>
                <a:gd name="T31" fmla="*/ 2147483647 h 228"/>
                <a:gd name="T32" fmla="*/ 2147483647 w 396"/>
                <a:gd name="T33" fmla="*/ 2147483647 h 228"/>
                <a:gd name="T34" fmla="*/ 2147483647 w 396"/>
                <a:gd name="T35" fmla="*/ 2147483647 h 228"/>
                <a:gd name="T36" fmla="*/ 2147483647 w 396"/>
                <a:gd name="T37" fmla="*/ 2147483647 h 228"/>
                <a:gd name="T38" fmla="*/ 2147483647 w 396"/>
                <a:gd name="T39" fmla="*/ 2147483647 h 228"/>
                <a:gd name="T40" fmla="*/ 2147483647 w 396"/>
                <a:gd name="T41" fmla="*/ 2147483647 h 228"/>
                <a:gd name="T42" fmla="*/ 2147483647 w 396"/>
                <a:gd name="T43" fmla="*/ 0 h 228"/>
                <a:gd name="T44" fmla="*/ 0 w 396"/>
                <a:gd name="T45" fmla="*/ 2147483647 h 228"/>
                <a:gd name="T46" fmla="*/ 2147483647 w 396"/>
                <a:gd name="T47" fmla="*/ 2147483647 h 228"/>
                <a:gd name="T48" fmla="*/ 2147483647 w 396"/>
                <a:gd name="T49" fmla="*/ 2147483647 h 228"/>
                <a:gd name="T50" fmla="*/ 2147483647 w 396"/>
                <a:gd name="T51" fmla="*/ 2147483647 h 228"/>
                <a:gd name="T52" fmla="*/ 2147483647 w 396"/>
                <a:gd name="T53" fmla="*/ 2147483647 h 228"/>
                <a:gd name="T54" fmla="*/ 2147483647 w 396"/>
                <a:gd name="T55" fmla="*/ 2147483647 h 228"/>
                <a:gd name="T56" fmla="*/ 0 w 396"/>
                <a:gd name="T57" fmla="*/ 2147483647 h 228"/>
                <a:gd name="T58" fmla="*/ 2147483647 w 396"/>
                <a:gd name="T59" fmla="*/ 2147483647 h 228"/>
                <a:gd name="T60" fmla="*/ 2147483647 w 396"/>
                <a:gd name="T61" fmla="*/ 2147483647 h 228"/>
                <a:gd name="T62" fmla="*/ 2147483647 w 396"/>
                <a:gd name="T63" fmla="*/ 2147483647 h 228"/>
                <a:gd name="T64" fmla="*/ 2147483647 w 396"/>
                <a:gd name="T65" fmla="*/ 2147483647 h 228"/>
                <a:gd name="T66" fmla="*/ 2147483647 w 396"/>
                <a:gd name="T67" fmla="*/ 2147483647 h 228"/>
                <a:gd name="T68" fmla="*/ 2147483647 w 396"/>
                <a:gd name="T69" fmla="*/ 2147483647 h 228"/>
                <a:gd name="T70" fmla="*/ 2147483647 w 396"/>
                <a:gd name="T71" fmla="*/ 2147483647 h 228"/>
                <a:gd name="T72" fmla="*/ 2147483647 w 396"/>
                <a:gd name="T73" fmla="*/ 2147483647 h 228"/>
                <a:gd name="T74" fmla="*/ 2147483647 w 396"/>
                <a:gd name="T75" fmla="*/ 2147483647 h 228"/>
                <a:gd name="T76" fmla="*/ 2147483647 w 396"/>
                <a:gd name="T77" fmla="*/ 2147483647 h 228"/>
                <a:gd name="T78" fmla="*/ 2147483647 w 396"/>
                <a:gd name="T79" fmla="*/ 2147483647 h 228"/>
                <a:gd name="T80" fmla="*/ 2147483647 w 396"/>
                <a:gd name="T81" fmla="*/ 2147483647 h 228"/>
                <a:gd name="T82" fmla="*/ 2147483647 w 396"/>
                <a:gd name="T83" fmla="*/ 2147483647 h 228"/>
                <a:gd name="T84" fmla="*/ 2147483647 w 396"/>
                <a:gd name="T85" fmla="*/ 2147483647 h 228"/>
                <a:gd name="T86" fmla="*/ 2147483647 w 396"/>
                <a:gd name="T87" fmla="*/ 2147483647 h 228"/>
                <a:gd name="T88" fmla="*/ 2147483647 w 396"/>
                <a:gd name="T89" fmla="*/ 2147483647 h 228"/>
                <a:gd name="T90" fmla="*/ 2147483647 w 396"/>
                <a:gd name="T91" fmla="*/ 2147483647 h 228"/>
                <a:gd name="T92" fmla="*/ 2147483647 w 396"/>
                <a:gd name="T93" fmla="*/ 2147483647 h 22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96"/>
                <a:gd name="T142" fmla="*/ 0 h 228"/>
                <a:gd name="T143" fmla="*/ 396 w 396"/>
                <a:gd name="T144" fmla="*/ 228 h 228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96" h="228">
                  <a:moveTo>
                    <a:pt x="372" y="168"/>
                  </a:moveTo>
                  <a:lnTo>
                    <a:pt x="336" y="126"/>
                  </a:lnTo>
                  <a:lnTo>
                    <a:pt x="354" y="108"/>
                  </a:lnTo>
                  <a:lnTo>
                    <a:pt x="354" y="78"/>
                  </a:lnTo>
                  <a:lnTo>
                    <a:pt x="360" y="72"/>
                  </a:lnTo>
                  <a:lnTo>
                    <a:pt x="372" y="66"/>
                  </a:lnTo>
                  <a:lnTo>
                    <a:pt x="396" y="66"/>
                  </a:lnTo>
                  <a:lnTo>
                    <a:pt x="396" y="48"/>
                  </a:lnTo>
                  <a:lnTo>
                    <a:pt x="390" y="36"/>
                  </a:lnTo>
                  <a:lnTo>
                    <a:pt x="372" y="36"/>
                  </a:lnTo>
                  <a:lnTo>
                    <a:pt x="348" y="12"/>
                  </a:lnTo>
                  <a:lnTo>
                    <a:pt x="324" y="12"/>
                  </a:lnTo>
                  <a:lnTo>
                    <a:pt x="312" y="6"/>
                  </a:lnTo>
                  <a:lnTo>
                    <a:pt x="300" y="6"/>
                  </a:lnTo>
                  <a:lnTo>
                    <a:pt x="288" y="0"/>
                  </a:lnTo>
                  <a:lnTo>
                    <a:pt x="282" y="0"/>
                  </a:lnTo>
                  <a:lnTo>
                    <a:pt x="282" y="12"/>
                  </a:lnTo>
                  <a:lnTo>
                    <a:pt x="252" y="6"/>
                  </a:lnTo>
                  <a:lnTo>
                    <a:pt x="252" y="12"/>
                  </a:lnTo>
                  <a:lnTo>
                    <a:pt x="246" y="12"/>
                  </a:lnTo>
                  <a:lnTo>
                    <a:pt x="234" y="18"/>
                  </a:lnTo>
                  <a:lnTo>
                    <a:pt x="228" y="18"/>
                  </a:lnTo>
                  <a:lnTo>
                    <a:pt x="222" y="24"/>
                  </a:lnTo>
                  <a:lnTo>
                    <a:pt x="222" y="36"/>
                  </a:lnTo>
                  <a:lnTo>
                    <a:pt x="216" y="42"/>
                  </a:lnTo>
                  <a:lnTo>
                    <a:pt x="198" y="42"/>
                  </a:lnTo>
                  <a:lnTo>
                    <a:pt x="186" y="36"/>
                  </a:lnTo>
                  <a:lnTo>
                    <a:pt x="180" y="30"/>
                  </a:lnTo>
                  <a:lnTo>
                    <a:pt x="156" y="30"/>
                  </a:lnTo>
                  <a:lnTo>
                    <a:pt x="138" y="24"/>
                  </a:lnTo>
                  <a:lnTo>
                    <a:pt x="138" y="30"/>
                  </a:lnTo>
                  <a:lnTo>
                    <a:pt x="132" y="36"/>
                  </a:lnTo>
                  <a:lnTo>
                    <a:pt x="108" y="36"/>
                  </a:lnTo>
                  <a:lnTo>
                    <a:pt x="102" y="30"/>
                  </a:lnTo>
                  <a:lnTo>
                    <a:pt x="90" y="30"/>
                  </a:lnTo>
                  <a:lnTo>
                    <a:pt x="66" y="18"/>
                  </a:lnTo>
                  <a:lnTo>
                    <a:pt x="54" y="30"/>
                  </a:lnTo>
                  <a:lnTo>
                    <a:pt x="36" y="30"/>
                  </a:lnTo>
                  <a:lnTo>
                    <a:pt x="30" y="24"/>
                  </a:lnTo>
                  <a:lnTo>
                    <a:pt x="36" y="18"/>
                  </a:lnTo>
                  <a:lnTo>
                    <a:pt x="36" y="12"/>
                  </a:lnTo>
                  <a:lnTo>
                    <a:pt x="42" y="6"/>
                  </a:lnTo>
                  <a:lnTo>
                    <a:pt x="36" y="0"/>
                  </a:lnTo>
                  <a:lnTo>
                    <a:pt x="12" y="0"/>
                  </a:lnTo>
                  <a:lnTo>
                    <a:pt x="12" y="12"/>
                  </a:lnTo>
                  <a:lnTo>
                    <a:pt x="0" y="24"/>
                  </a:lnTo>
                  <a:lnTo>
                    <a:pt x="0" y="42"/>
                  </a:lnTo>
                  <a:lnTo>
                    <a:pt x="18" y="48"/>
                  </a:lnTo>
                  <a:lnTo>
                    <a:pt x="12" y="60"/>
                  </a:lnTo>
                  <a:lnTo>
                    <a:pt x="30" y="66"/>
                  </a:lnTo>
                  <a:lnTo>
                    <a:pt x="36" y="72"/>
                  </a:lnTo>
                  <a:lnTo>
                    <a:pt x="36" y="96"/>
                  </a:lnTo>
                  <a:lnTo>
                    <a:pt x="30" y="102"/>
                  </a:lnTo>
                  <a:lnTo>
                    <a:pt x="6" y="102"/>
                  </a:lnTo>
                  <a:lnTo>
                    <a:pt x="6" y="108"/>
                  </a:lnTo>
                  <a:lnTo>
                    <a:pt x="12" y="114"/>
                  </a:lnTo>
                  <a:lnTo>
                    <a:pt x="12" y="138"/>
                  </a:lnTo>
                  <a:lnTo>
                    <a:pt x="0" y="138"/>
                  </a:lnTo>
                  <a:lnTo>
                    <a:pt x="12" y="156"/>
                  </a:lnTo>
                  <a:lnTo>
                    <a:pt x="18" y="156"/>
                  </a:lnTo>
                  <a:lnTo>
                    <a:pt x="18" y="168"/>
                  </a:lnTo>
                  <a:lnTo>
                    <a:pt x="36" y="180"/>
                  </a:lnTo>
                  <a:lnTo>
                    <a:pt x="42" y="186"/>
                  </a:lnTo>
                  <a:lnTo>
                    <a:pt x="48" y="198"/>
                  </a:lnTo>
                  <a:lnTo>
                    <a:pt x="48" y="210"/>
                  </a:lnTo>
                  <a:lnTo>
                    <a:pt x="42" y="222"/>
                  </a:lnTo>
                  <a:lnTo>
                    <a:pt x="48" y="222"/>
                  </a:lnTo>
                  <a:lnTo>
                    <a:pt x="54" y="228"/>
                  </a:lnTo>
                  <a:lnTo>
                    <a:pt x="66" y="228"/>
                  </a:lnTo>
                  <a:lnTo>
                    <a:pt x="78" y="222"/>
                  </a:lnTo>
                  <a:lnTo>
                    <a:pt x="84" y="216"/>
                  </a:lnTo>
                  <a:lnTo>
                    <a:pt x="108" y="222"/>
                  </a:lnTo>
                  <a:lnTo>
                    <a:pt x="114" y="204"/>
                  </a:lnTo>
                  <a:lnTo>
                    <a:pt x="144" y="198"/>
                  </a:lnTo>
                  <a:lnTo>
                    <a:pt x="144" y="204"/>
                  </a:lnTo>
                  <a:lnTo>
                    <a:pt x="162" y="222"/>
                  </a:lnTo>
                  <a:lnTo>
                    <a:pt x="174" y="222"/>
                  </a:lnTo>
                  <a:lnTo>
                    <a:pt x="180" y="216"/>
                  </a:lnTo>
                  <a:lnTo>
                    <a:pt x="192" y="228"/>
                  </a:lnTo>
                  <a:lnTo>
                    <a:pt x="204" y="228"/>
                  </a:lnTo>
                  <a:lnTo>
                    <a:pt x="216" y="216"/>
                  </a:lnTo>
                  <a:lnTo>
                    <a:pt x="228" y="228"/>
                  </a:lnTo>
                  <a:lnTo>
                    <a:pt x="246" y="228"/>
                  </a:lnTo>
                  <a:lnTo>
                    <a:pt x="252" y="222"/>
                  </a:lnTo>
                  <a:lnTo>
                    <a:pt x="252" y="204"/>
                  </a:lnTo>
                  <a:lnTo>
                    <a:pt x="246" y="198"/>
                  </a:lnTo>
                  <a:lnTo>
                    <a:pt x="264" y="192"/>
                  </a:lnTo>
                  <a:lnTo>
                    <a:pt x="282" y="168"/>
                  </a:lnTo>
                  <a:lnTo>
                    <a:pt x="312" y="174"/>
                  </a:lnTo>
                  <a:lnTo>
                    <a:pt x="324" y="156"/>
                  </a:lnTo>
                  <a:lnTo>
                    <a:pt x="336" y="174"/>
                  </a:lnTo>
                  <a:lnTo>
                    <a:pt x="348" y="174"/>
                  </a:lnTo>
                  <a:lnTo>
                    <a:pt x="360" y="180"/>
                  </a:lnTo>
                  <a:lnTo>
                    <a:pt x="372" y="180"/>
                  </a:lnTo>
                  <a:lnTo>
                    <a:pt x="372" y="168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17" name="Burkina Faso" descr="© INSCALE GmbH, 05.05.2010&#10;http://www.presentationload.com/">
              <a:extLst>
                <a:ext uri="{FF2B5EF4-FFF2-40B4-BE49-F238E27FC236}">
                  <a16:creationId xmlns:a16="http://schemas.microsoft.com/office/drawing/2014/main" id="{7BD7BEBB-F9C4-4D95-8B1D-92D142761770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051789" y="2603364"/>
              <a:ext cx="223227" cy="175829"/>
            </a:xfrm>
            <a:custGeom>
              <a:avLst/>
              <a:gdLst>
                <a:gd name="T0" fmla="*/ 2147483647 w 570"/>
                <a:gd name="T1" fmla="*/ 2147483647 h 450"/>
                <a:gd name="T2" fmla="*/ 2147483647 w 570"/>
                <a:gd name="T3" fmla="*/ 2147483647 h 450"/>
                <a:gd name="T4" fmla="*/ 2147483647 w 570"/>
                <a:gd name="T5" fmla="*/ 2147483647 h 450"/>
                <a:gd name="T6" fmla="*/ 2147483647 w 570"/>
                <a:gd name="T7" fmla="*/ 2147483647 h 450"/>
                <a:gd name="T8" fmla="*/ 2147483647 w 570"/>
                <a:gd name="T9" fmla="*/ 2147483647 h 450"/>
                <a:gd name="T10" fmla="*/ 2147483647 w 570"/>
                <a:gd name="T11" fmla="*/ 2147483647 h 450"/>
                <a:gd name="T12" fmla="*/ 2147483647 w 570"/>
                <a:gd name="T13" fmla="*/ 2147483647 h 450"/>
                <a:gd name="T14" fmla="*/ 2147483647 w 570"/>
                <a:gd name="T15" fmla="*/ 2147483647 h 450"/>
                <a:gd name="T16" fmla="*/ 2147483647 w 570"/>
                <a:gd name="T17" fmla="*/ 2147483647 h 450"/>
                <a:gd name="T18" fmla="*/ 2147483647 w 570"/>
                <a:gd name="T19" fmla="*/ 2147483647 h 450"/>
                <a:gd name="T20" fmla="*/ 2147483647 w 570"/>
                <a:gd name="T21" fmla="*/ 2147483647 h 450"/>
                <a:gd name="T22" fmla="*/ 2147483647 w 570"/>
                <a:gd name="T23" fmla="*/ 2147483647 h 450"/>
                <a:gd name="T24" fmla="*/ 2147483647 w 570"/>
                <a:gd name="T25" fmla="*/ 2147483647 h 450"/>
                <a:gd name="T26" fmla="*/ 2147483647 w 570"/>
                <a:gd name="T27" fmla="*/ 2147483647 h 450"/>
                <a:gd name="T28" fmla="*/ 2147483647 w 570"/>
                <a:gd name="T29" fmla="*/ 2147483647 h 450"/>
                <a:gd name="T30" fmla="*/ 2147483647 w 570"/>
                <a:gd name="T31" fmla="*/ 2147483647 h 450"/>
                <a:gd name="T32" fmla="*/ 2147483647 w 570"/>
                <a:gd name="T33" fmla="*/ 2147483647 h 450"/>
                <a:gd name="T34" fmla="*/ 2147483647 w 570"/>
                <a:gd name="T35" fmla="*/ 2147483647 h 450"/>
                <a:gd name="T36" fmla="*/ 2147483647 w 570"/>
                <a:gd name="T37" fmla="*/ 2147483647 h 450"/>
                <a:gd name="T38" fmla="*/ 2147483647 w 570"/>
                <a:gd name="T39" fmla="*/ 2147483647 h 450"/>
                <a:gd name="T40" fmla="*/ 2147483647 w 570"/>
                <a:gd name="T41" fmla="*/ 2147483647 h 450"/>
                <a:gd name="T42" fmla="*/ 2147483647 w 570"/>
                <a:gd name="T43" fmla="*/ 2147483647 h 450"/>
                <a:gd name="T44" fmla="*/ 2147483647 w 570"/>
                <a:gd name="T45" fmla="*/ 2147483647 h 450"/>
                <a:gd name="T46" fmla="*/ 2147483647 w 570"/>
                <a:gd name="T47" fmla="*/ 2147483647 h 450"/>
                <a:gd name="T48" fmla="*/ 2147483647 w 570"/>
                <a:gd name="T49" fmla="*/ 2147483647 h 450"/>
                <a:gd name="T50" fmla="*/ 2147483647 w 570"/>
                <a:gd name="T51" fmla="*/ 2147483647 h 450"/>
                <a:gd name="T52" fmla="*/ 2147483647 w 570"/>
                <a:gd name="T53" fmla="*/ 2147483647 h 450"/>
                <a:gd name="T54" fmla="*/ 2147483647 w 570"/>
                <a:gd name="T55" fmla="*/ 2147483647 h 450"/>
                <a:gd name="T56" fmla="*/ 2147483647 w 570"/>
                <a:gd name="T57" fmla="*/ 2147483647 h 450"/>
                <a:gd name="T58" fmla="*/ 2147483647 w 570"/>
                <a:gd name="T59" fmla="*/ 2147483647 h 450"/>
                <a:gd name="T60" fmla="*/ 2147483647 w 570"/>
                <a:gd name="T61" fmla="*/ 2147483647 h 450"/>
                <a:gd name="T62" fmla="*/ 2147483647 w 570"/>
                <a:gd name="T63" fmla="*/ 2147483647 h 450"/>
                <a:gd name="T64" fmla="*/ 2147483647 w 570"/>
                <a:gd name="T65" fmla="*/ 2147483647 h 450"/>
                <a:gd name="T66" fmla="*/ 2147483647 w 570"/>
                <a:gd name="T67" fmla="*/ 0 h 450"/>
                <a:gd name="T68" fmla="*/ 2147483647 w 570"/>
                <a:gd name="T69" fmla="*/ 2147483647 h 450"/>
                <a:gd name="T70" fmla="*/ 2147483647 w 570"/>
                <a:gd name="T71" fmla="*/ 2147483647 h 450"/>
                <a:gd name="T72" fmla="*/ 2147483647 w 570"/>
                <a:gd name="T73" fmla="*/ 2147483647 h 450"/>
                <a:gd name="T74" fmla="*/ 2147483647 w 570"/>
                <a:gd name="T75" fmla="*/ 2147483647 h 450"/>
                <a:gd name="T76" fmla="*/ 2147483647 w 570"/>
                <a:gd name="T77" fmla="*/ 2147483647 h 450"/>
                <a:gd name="T78" fmla="*/ 2147483647 w 570"/>
                <a:gd name="T79" fmla="*/ 2147483647 h 450"/>
                <a:gd name="T80" fmla="*/ 2147483647 w 570"/>
                <a:gd name="T81" fmla="*/ 2147483647 h 450"/>
                <a:gd name="T82" fmla="*/ 2147483647 w 570"/>
                <a:gd name="T83" fmla="*/ 2147483647 h 450"/>
                <a:gd name="T84" fmla="*/ 2147483647 w 570"/>
                <a:gd name="T85" fmla="*/ 2147483647 h 450"/>
                <a:gd name="T86" fmla="*/ 2147483647 w 570"/>
                <a:gd name="T87" fmla="*/ 2147483647 h 450"/>
                <a:gd name="T88" fmla="*/ 2147483647 w 570"/>
                <a:gd name="T89" fmla="*/ 2147483647 h 450"/>
                <a:gd name="T90" fmla="*/ 2147483647 w 570"/>
                <a:gd name="T91" fmla="*/ 2147483647 h 450"/>
                <a:gd name="T92" fmla="*/ 2147483647 w 570"/>
                <a:gd name="T93" fmla="*/ 2147483647 h 450"/>
                <a:gd name="T94" fmla="*/ 2147483647 w 570"/>
                <a:gd name="T95" fmla="*/ 2147483647 h 450"/>
                <a:gd name="T96" fmla="*/ 2147483647 w 570"/>
                <a:gd name="T97" fmla="*/ 2147483647 h 450"/>
                <a:gd name="T98" fmla="*/ 2147483647 w 570"/>
                <a:gd name="T99" fmla="*/ 2147483647 h 450"/>
                <a:gd name="T100" fmla="*/ 2147483647 w 570"/>
                <a:gd name="T101" fmla="*/ 2147483647 h 450"/>
                <a:gd name="T102" fmla="*/ 2147483647 w 570"/>
                <a:gd name="T103" fmla="*/ 2147483647 h 45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70"/>
                <a:gd name="T157" fmla="*/ 0 h 450"/>
                <a:gd name="T158" fmla="*/ 570 w 570"/>
                <a:gd name="T159" fmla="*/ 450 h 45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70" h="450">
                  <a:moveTo>
                    <a:pt x="0" y="312"/>
                  </a:moveTo>
                  <a:lnTo>
                    <a:pt x="6" y="366"/>
                  </a:lnTo>
                  <a:lnTo>
                    <a:pt x="6" y="390"/>
                  </a:lnTo>
                  <a:lnTo>
                    <a:pt x="30" y="384"/>
                  </a:lnTo>
                  <a:lnTo>
                    <a:pt x="30" y="390"/>
                  </a:lnTo>
                  <a:lnTo>
                    <a:pt x="36" y="396"/>
                  </a:lnTo>
                  <a:lnTo>
                    <a:pt x="36" y="408"/>
                  </a:lnTo>
                  <a:lnTo>
                    <a:pt x="42" y="420"/>
                  </a:lnTo>
                  <a:lnTo>
                    <a:pt x="54" y="426"/>
                  </a:lnTo>
                  <a:lnTo>
                    <a:pt x="60" y="432"/>
                  </a:lnTo>
                  <a:lnTo>
                    <a:pt x="72" y="432"/>
                  </a:lnTo>
                  <a:lnTo>
                    <a:pt x="78" y="438"/>
                  </a:lnTo>
                  <a:lnTo>
                    <a:pt x="90" y="438"/>
                  </a:lnTo>
                  <a:lnTo>
                    <a:pt x="96" y="432"/>
                  </a:lnTo>
                  <a:lnTo>
                    <a:pt x="96" y="426"/>
                  </a:lnTo>
                  <a:lnTo>
                    <a:pt x="120" y="414"/>
                  </a:lnTo>
                  <a:lnTo>
                    <a:pt x="150" y="414"/>
                  </a:lnTo>
                  <a:lnTo>
                    <a:pt x="168" y="420"/>
                  </a:lnTo>
                  <a:lnTo>
                    <a:pt x="186" y="438"/>
                  </a:lnTo>
                  <a:lnTo>
                    <a:pt x="186" y="450"/>
                  </a:lnTo>
                  <a:lnTo>
                    <a:pt x="204" y="444"/>
                  </a:lnTo>
                  <a:lnTo>
                    <a:pt x="198" y="450"/>
                  </a:lnTo>
                  <a:lnTo>
                    <a:pt x="198" y="396"/>
                  </a:lnTo>
                  <a:lnTo>
                    <a:pt x="192" y="366"/>
                  </a:lnTo>
                  <a:lnTo>
                    <a:pt x="186" y="366"/>
                  </a:lnTo>
                  <a:lnTo>
                    <a:pt x="186" y="348"/>
                  </a:lnTo>
                  <a:lnTo>
                    <a:pt x="192" y="336"/>
                  </a:lnTo>
                  <a:lnTo>
                    <a:pt x="198" y="330"/>
                  </a:lnTo>
                  <a:lnTo>
                    <a:pt x="354" y="330"/>
                  </a:lnTo>
                  <a:lnTo>
                    <a:pt x="378" y="318"/>
                  </a:lnTo>
                  <a:lnTo>
                    <a:pt x="396" y="324"/>
                  </a:lnTo>
                  <a:lnTo>
                    <a:pt x="414" y="324"/>
                  </a:lnTo>
                  <a:lnTo>
                    <a:pt x="438" y="330"/>
                  </a:lnTo>
                  <a:lnTo>
                    <a:pt x="456" y="330"/>
                  </a:lnTo>
                  <a:lnTo>
                    <a:pt x="462" y="318"/>
                  </a:lnTo>
                  <a:lnTo>
                    <a:pt x="474" y="318"/>
                  </a:lnTo>
                  <a:lnTo>
                    <a:pt x="480" y="306"/>
                  </a:lnTo>
                  <a:lnTo>
                    <a:pt x="498" y="288"/>
                  </a:lnTo>
                  <a:lnTo>
                    <a:pt x="528" y="288"/>
                  </a:lnTo>
                  <a:lnTo>
                    <a:pt x="534" y="294"/>
                  </a:lnTo>
                  <a:lnTo>
                    <a:pt x="534" y="282"/>
                  </a:lnTo>
                  <a:lnTo>
                    <a:pt x="540" y="282"/>
                  </a:lnTo>
                  <a:lnTo>
                    <a:pt x="546" y="276"/>
                  </a:lnTo>
                  <a:lnTo>
                    <a:pt x="558" y="276"/>
                  </a:lnTo>
                  <a:lnTo>
                    <a:pt x="564" y="258"/>
                  </a:lnTo>
                  <a:lnTo>
                    <a:pt x="570" y="252"/>
                  </a:lnTo>
                  <a:lnTo>
                    <a:pt x="564" y="252"/>
                  </a:lnTo>
                  <a:lnTo>
                    <a:pt x="540" y="216"/>
                  </a:lnTo>
                  <a:lnTo>
                    <a:pt x="564" y="210"/>
                  </a:lnTo>
                  <a:lnTo>
                    <a:pt x="558" y="198"/>
                  </a:lnTo>
                  <a:lnTo>
                    <a:pt x="546" y="186"/>
                  </a:lnTo>
                  <a:lnTo>
                    <a:pt x="534" y="186"/>
                  </a:lnTo>
                  <a:lnTo>
                    <a:pt x="522" y="198"/>
                  </a:lnTo>
                  <a:lnTo>
                    <a:pt x="504" y="198"/>
                  </a:lnTo>
                  <a:lnTo>
                    <a:pt x="498" y="186"/>
                  </a:lnTo>
                  <a:lnTo>
                    <a:pt x="486" y="180"/>
                  </a:lnTo>
                  <a:lnTo>
                    <a:pt x="462" y="156"/>
                  </a:lnTo>
                  <a:lnTo>
                    <a:pt x="462" y="150"/>
                  </a:lnTo>
                  <a:lnTo>
                    <a:pt x="480" y="132"/>
                  </a:lnTo>
                  <a:lnTo>
                    <a:pt x="468" y="132"/>
                  </a:lnTo>
                  <a:lnTo>
                    <a:pt x="468" y="114"/>
                  </a:lnTo>
                  <a:lnTo>
                    <a:pt x="444" y="114"/>
                  </a:lnTo>
                  <a:lnTo>
                    <a:pt x="432" y="108"/>
                  </a:lnTo>
                  <a:lnTo>
                    <a:pt x="420" y="84"/>
                  </a:lnTo>
                  <a:lnTo>
                    <a:pt x="420" y="60"/>
                  </a:lnTo>
                  <a:lnTo>
                    <a:pt x="414" y="48"/>
                  </a:lnTo>
                  <a:lnTo>
                    <a:pt x="414" y="12"/>
                  </a:lnTo>
                  <a:lnTo>
                    <a:pt x="390" y="0"/>
                  </a:lnTo>
                  <a:lnTo>
                    <a:pt x="342" y="0"/>
                  </a:lnTo>
                  <a:lnTo>
                    <a:pt x="324" y="18"/>
                  </a:lnTo>
                  <a:lnTo>
                    <a:pt x="300" y="18"/>
                  </a:lnTo>
                  <a:lnTo>
                    <a:pt x="282" y="42"/>
                  </a:lnTo>
                  <a:lnTo>
                    <a:pt x="258" y="42"/>
                  </a:lnTo>
                  <a:lnTo>
                    <a:pt x="258" y="60"/>
                  </a:lnTo>
                  <a:lnTo>
                    <a:pt x="252" y="66"/>
                  </a:lnTo>
                  <a:lnTo>
                    <a:pt x="252" y="72"/>
                  </a:lnTo>
                  <a:lnTo>
                    <a:pt x="240" y="72"/>
                  </a:lnTo>
                  <a:lnTo>
                    <a:pt x="228" y="60"/>
                  </a:lnTo>
                  <a:lnTo>
                    <a:pt x="222" y="60"/>
                  </a:lnTo>
                  <a:lnTo>
                    <a:pt x="216" y="66"/>
                  </a:lnTo>
                  <a:lnTo>
                    <a:pt x="210" y="78"/>
                  </a:lnTo>
                  <a:lnTo>
                    <a:pt x="198" y="84"/>
                  </a:lnTo>
                  <a:lnTo>
                    <a:pt x="192" y="96"/>
                  </a:lnTo>
                  <a:lnTo>
                    <a:pt x="186" y="102"/>
                  </a:lnTo>
                  <a:lnTo>
                    <a:pt x="186" y="108"/>
                  </a:lnTo>
                  <a:lnTo>
                    <a:pt x="168" y="108"/>
                  </a:lnTo>
                  <a:lnTo>
                    <a:pt x="168" y="144"/>
                  </a:lnTo>
                  <a:lnTo>
                    <a:pt x="144" y="150"/>
                  </a:lnTo>
                  <a:lnTo>
                    <a:pt x="114" y="120"/>
                  </a:lnTo>
                  <a:lnTo>
                    <a:pt x="96" y="150"/>
                  </a:lnTo>
                  <a:lnTo>
                    <a:pt x="102" y="156"/>
                  </a:lnTo>
                  <a:lnTo>
                    <a:pt x="102" y="186"/>
                  </a:lnTo>
                  <a:lnTo>
                    <a:pt x="84" y="186"/>
                  </a:lnTo>
                  <a:lnTo>
                    <a:pt x="84" y="216"/>
                  </a:lnTo>
                  <a:lnTo>
                    <a:pt x="78" y="222"/>
                  </a:lnTo>
                  <a:lnTo>
                    <a:pt x="72" y="222"/>
                  </a:lnTo>
                  <a:lnTo>
                    <a:pt x="78" y="228"/>
                  </a:lnTo>
                  <a:lnTo>
                    <a:pt x="78" y="240"/>
                  </a:lnTo>
                  <a:lnTo>
                    <a:pt x="42" y="240"/>
                  </a:lnTo>
                  <a:lnTo>
                    <a:pt x="36" y="246"/>
                  </a:lnTo>
                  <a:lnTo>
                    <a:pt x="30" y="246"/>
                  </a:lnTo>
                  <a:lnTo>
                    <a:pt x="12" y="258"/>
                  </a:lnTo>
                  <a:lnTo>
                    <a:pt x="36" y="288"/>
                  </a:lnTo>
                  <a:lnTo>
                    <a:pt x="24" y="312"/>
                  </a:lnTo>
                  <a:lnTo>
                    <a:pt x="0" y="312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18" name="Brunei" descr="© INSCALE GmbH, 05.05.2010&#10;http://www.presentationload.com/">
              <a:extLst>
                <a:ext uri="{FF2B5EF4-FFF2-40B4-BE49-F238E27FC236}">
                  <a16:creationId xmlns:a16="http://schemas.microsoft.com/office/drawing/2014/main" id="{594AFFCE-3B11-4D5E-9850-697F0F386712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4381847" y="2903576"/>
              <a:ext cx="43895" cy="41418"/>
            </a:xfrm>
            <a:custGeom>
              <a:avLst/>
              <a:gdLst/>
              <a:ahLst/>
              <a:cxnLst/>
              <a:rect l="l" t="t" r="r" b="b"/>
              <a:pathLst>
                <a:path w="37104" h="35043">
                  <a:moveTo>
                    <a:pt x="17188" y="0"/>
                  </a:moveTo>
                  <a:lnTo>
                    <a:pt x="19166" y="0"/>
                  </a:lnTo>
                  <a:lnTo>
                    <a:pt x="25100" y="1985"/>
                  </a:lnTo>
                  <a:lnTo>
                    <a:pt x="29056" y="1985"/>
                  </a:lnTo>
                  <a:lnTo>
                    <a:pt x="33506" y="3473"/>
                  </a:lnTo>
                  <a:cubicBezTo>
                    <a:pt x="36384" y="5627"/>
                    <a:pt x="37104" y="8809"/>
                    <a:pt x="37104" y="12160"/>
                  </a:cubicBezTo>
                  <a:cubicBezTo>
                    <a:pt x="37104" y="24798"/>
                    <a:pt x="26859" y="35043"/>
                    <a:pt x="14221" y="35043"/>
                  </a:cubicBezTo>
                  <a:lnTo>
                    <a:pt x="0" y="29153"/>
                  </a:lnTo>
                  <a:lnTo>
                    <a:pt x="11254" y="17861"/>
                  </a:lnTo>
                  <a:lnTo>
                    <a:pt x="11254" y="9923"/>
                  </a:lnTo>
                  <a:lnTo>
                    <a:pt x="13232" y="5954"/>
                  </a:lnTo>
                  <a:lnTo>
                    <a:pt x="13232" y="1985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4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19" name="Bosnia and Herzegovina" descr="© INSCALE GmbH, 05.05.2010&#10;http://www.presentationload.com/">
              <a:extLst>
                <a:ext uri="{FF2B5EF4-FFF2-40B4-BE49-F238E27FC236}">
                  <a16:creationId xmlns:a16="http://schemas.microsoft.com/office/drawing/2014/main" id="{6C666B0D-EEDA-47D1-BCB8-A697B752AE3F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622089" y="1652357"/>
              <a:ext cx="103970" cy="91738"/>
            </a:xfrm>
            <a:custGeom>
              <a:avLst/>
              <a:gdLst>
                <a:gd name="T0" fmla="*/ 2147483647 w 264"/>
                <a:gd name="T1" fmla="*/ 2147483647 h 234"/>
                <a:gd name="T2" fmla="*/ 2147483647 w 264"/>
                <a:gd name="T3" fmla="*/ 2147483647 h 234"/>
                <a:gd name="T4" fmla="*/ 2147483647 w 264"/>
                <a:gd name="T5" fmla="*/ 2147483647 h 234"/>
                <a:gd name="T6" fmla="*/ 2147483647 w 264"/>
                <a:gd name="T7" fmla="*/ 2147483647 h 234"/>
                <a:gd name="T8" fmla="*/ 2147483647 w 264"/>
                <a:gd name="T9" fmla="*/ 2147483647 h 234"/>
                <a:gd name="T10" fmla="*/ 2147483647 w 264"/>
                <a:gd name="T11" fmla="*/ 2147483647 h 234"/>
                <a:gd name="T12" fmla="*/ 2147483647 w 264"/>
                <a:gd name="T13" fmla="*/ 2147483647 h 234"/>
                <a:gd name="T14" fmla="*/ 2147483647 w 264"/>
                <a:gd name="T15" fmla="*/ 2147483647 h 234"/>
                <a:gd name="T16" fmla="*/ 2147483647 w 264"/>
                <a:gd name="T17" fmla="*/ 2147483647 h 234"/>
                <a:gd name="T18" fmla="*/ 2147483647 w 264"/>
                <a:gd name="T19" fmla="*/ 2147483647 h 234"/>
                <a:gd name="T20" fmla="*/ 2147483647 w 264"/>
                <a:gd name="T21" fmla="*/ 2147483647 h 234"/>
                <a:gd name="T22" fmla="*/ 2147483647 w 264"/>
                <a:gd name="T23" fmla="*/ 2147483647 h 234"/>
                <a:gd name="T24" fmla="*/ 2147483647 w 264"/>
                <a:gd name="T25" fmla="*/ 2147483647 h 234"/>
                <a:gd name="T26" fmla="*/ 2147483647 w 264"/>
                <a:gd name="T27" fmla="*/ 2147483647 h 234"/>
                <a:gd name="T28" fmla="*/ 2147483647 w 264"/>
                <a:gd name="T29" fmla="*/ 2147483647 h 234"/>
                <a:gd name="T30" fmla="*/ 2147483647 w 264"/>
                <a:gd name="T31" fmla="*/ 2147483647 h 234"/>
                <a:gd name="T32" fmla="*/ 2147483647 w 264"/>
                <a:gd name="T33" fmla="*/ 2147483647 h 234"/>
                <a:gd name="T34" fmla="*/ 2147483647 w 264"/>
                <a:gd name="T35" fmla="*/ 2147483647 h 234"/>
                <a:gd name="T36" fmla="*/ 2147483647 w 264"/>
                <a:gd name="T37" fmla="*/ 2147483647 h 234"/>
                <a:gd name="T38" fmla="*/ 2147483647 w 264"/>
                <a:gd name="T39" fmla="*/ 0 h 234"/>
                <a:gd name="T40" fmla="*/ 2147483647 w 264"/>
                <a:gd name="T41" fmla="*/ 0 h 234"/>
                <a:gd name="T42" fmla="*/ 2147483647 w 264"/>
                <a:gd name="T43" fmla="*/ 2147483647 h 234"/>
                <a:gd name="T44" fmla="*/ 0 w 264"/>
                <a:gd name="T45" fmla="*/ 2147483647 h 234"/>
                <a:gd name="T46" fmla="*/ 2147483647 w 264"/>
                <a:gd name="T47" fmla="*/ 2147483647 h 234"/>
                <a:gd name="T48" fmla="*/ 2147483647 w 264"/>
                <a:gd name="T49" fmla="*/ 2147483647 h 234"/>
                <a:gd name="T50" fmla="*/ 2147483647 w 264"/>
                <a:gd name="T51" fmla="*/ 2147483647 h 234"/>
                <a:gd name="T52" fmla="*/ 2147483647 w 264"/>
                <a:gd name="T53" fmla="*/ 2147483647 h 234"/>
                <a:gd name="T54" fmla="*/ 2147483647 w 264"/>
                <a:gd name="T55" fmla="*/ 2147483647 h 234"/>
                <a:gd name="T56" fmla="*/ 2147483647 w 264"/>
                <a:gd name="T57" fmla="*/ 2147483647 h 234"/>
                <a:gd name="T58" fmla="*/ 2147483647 w 264"/>
                <a:gd name="T59" fmla="*/ 2147483647 h 234"/>
                <a:gd name="T60" fmla="*/ 2147483647 w 264"/>
                <a:gd name="T61" fmla="*/ 2147483647 h 234"/>
                <a:gd name="T62" fmla="*/ 2147483647 w 264"/>
                <a:gd name="T63" fmla="*/ 2147483647 h 234"/>
                <a:gd name="T64" fmla="*/ 2147483647 w 264"/>
                <a:gd name="T65" fmla="*/ 2147483647 h 234"/>
                <a:gd name="T66" fmla="*/ 2147483647 w 264"/>
                <a:gd name="T67" fmla="*/ 2147483647 h 234"/>
                <a:gd name="T68" fmla="*/ 2147483647 w 264"/>
                <a:gd name="T69" fmla="*/ 2147483647 h 234"/>
                <a:gd name="T70" fmla="*/ 2147483647 w 264"/>
                <a:gd name="T71" fmla="*/ 2147483647 h 234"/>
                <a:gd name="T72" fmla="*/ 2147483647 w 264"/>
                <a:gd name="T73" fmla="*/ 2147483647 h 234"/>
                <a:gd name="T74" fmla="*/ 2147483647 w 264"/>
                <a:gd name="T75" fmla="*/ 2147483647 h 234"/>
                <a:gd name="T76" fmla="*/ 2147483647 w 264"/>
                <a:gd name="T77" fmla="*/ 2147483647 h 234"/>
                <a:gd name="T78" fmla="*/ 2147483647 w 264"/>
                <a:gd name="T79" fmla="*/ 2147483647 h 234"/>
                <a:gd name="T80" fmla="*/ 2147483647 w 264"/>
                <a:gd name="T81" fmla="*/ 2147483647 h 234"/>
                <a:gd name="T82" fmla="*/ 2147483647 w 264"/>
                <a:gd name="T83" fmla="*/ 2147483647 h 234"/>
                <a:gd name="T84" fmla="*/ 2147483647 w 264"/>
                <a:gd name="T85" fmla="*/ 2147483647 h 234"/>
                <a:gd name="T86" fmla="*/ 2147483647 w 264"/>
                <a:gd name="T87" fmla="*/ 2147483647 h 234"/>
                <a:gd name="T88" fmla="*/ 2147483647 w 264"/>
                <a:gd name="T89" fmla="*/ 2147483647 h 234"/>
                <a:gd name="T90" fmla="*/ 2147483647 w 264"/>
                <a:gd name="T91" fmla="*/ 2147483647 h 234"/>
                <a:gd name="T92" fmla="*/ 2147483647 w 264"/>
                <a:gd name="T93" fmla="*/ 2147483647 h 234"/>
                <a:gd name="T94" fmla="*/ 2147483647 w 264"/>
                <a:gd name="T95" fmla="*/ 2147483647 h 234"/>
                <a:gd name="T96" fmla="*/ 2147483647 w 264"/>
                <a:gd name="T97" fmla="*/ 2147483647 h 234"/>
                <a:gd name="T98" fmla="*/ 2147483647 w 264"/>
                <a:gd name="T99" fmla="*/ 2147483647 h 234"/>
                <a:gd name="T100" fmla="*/ 2147483647 w 264"/>
                <a:gd name="T101" fmla="*/ 2147483647 h 234"/>
                <a:gd name="T102" fmla="*/ 2147483647 w 264"/>
                <a:gd name="T103" fmla="*/ 2147483647 h 234"/>
                <a:gd name="T104" fmla="*/ 2147483647 w 264"/>
                <a:gd name="T105" fmla="*/ 2147483647 h 234"/>
                <a:gd name="T106" fmla="*/ 2147483647 w 264"/>
                <a:gd name="T107" fmla="*/ 2147483647 h 234"/>
                <a:gd name="T108" fmla="*/ 2147483647 w 264"/>
                <a:gd name="T109" fmla="*/ 2147483647 h 234"/>
                <a:gd name="T110" fmla="*/ 2147483647 w 264"/>
                <a:gd name="T111" fmla="*/ 2147483647 h 234"/>
                <a:gd name="T112" fmla="*/ 2147483647 w 264"/>
                <a:gd name="T113" fmla="*/ 2147483647 h 234"/>
                <a:gd name="T114" fmla="*/ 2147483647 w 264"/>
                <a:gd name="T115" fmla="*/ 2147483647 h 234"/>
                <a:gd name="T116" fmla="*/ 2147483647 w 264"/>
                <a:gd name="T117" fmla="*/ 2147483647 h 234"/>
                <a:gd name="T118" fmla="*/ 2147483647 w 264"/>
                <a:gd name="T119" fmla="*/ 2147483647 h 234"/>
                <a:gd name="T120" fmla="*/ 2147483647 w 264"/>
                <a:gd name="T121" fmla="*/ 2147483647 h 234"/>
                <a:gd name="T122" fmla="*/ 2147483647 w 264"/>
                <a:gd name="T123" fmla="*/ 2147483647 h 234"/>
                <a:gd name="T124" fmla="*/ 2147483647 w 264"/>
                <a:gd name="T125" fmla="*/ 2147483647 h 23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64"/>
                <a:gd name="T190" fmla="*/ 0 h 234"/>
                <a:gd name="T191" fmla="*/ 264 w 264"/>
                <a:gd name="T192" fmla="*/ 234 h 23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64" h="234">
                  <a:moveTo>
                    <a:pt x="246" y="78"/>
                  </a:moveTo>
                  <a:lnTo>
                    <a:pt x="228" y="78"/>
                  </a:lnTo>
                  <a:lnTo>
                    <a:pt x="228" y="60"/>
                  </a:lnTo>
                  <a:lnTo>
                    <a:pt x="246" y="42"/>
                  </a:lnTo>
                  <a:lnTo>
                    <a:pt x="246" y="30"/>
                  </a:lnTo>
                  <a:lnTo>
                    <a:pt x="234" y="30"/>
                  </a:lnTo>
                  <a:lnTo>
                    <a:pt x="222" y="36"/>
                  </a:lnTo>
                  <a:lnTo>
                    <a:pt x="216" y="36"/>
                  </a:lnTo>
                  <a:lnTo>
                    <a:pt x="216" y="30"/>
                  </a:lnTo>
                  <a:lnTo>
                    <a:pt x="204" y="30"/>
                  </a:lnTo>
                  <a:lnTo>
                    <a:pt x="192" y="12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120" y="6"/>
                  </a:lnTo>
                  <a:lnTo>
                    <a:pt x="108" y="12"/>
                  </a:lnTo>
                  <a:lnTo>
                    <a:pt x="90" y="6"/>
                  </a:lnTo>
                  <a:lnTo>
                    <a:pt x="66" y="6"/>
                  </a:lnTo>
                  <a:lnTo>
                    <a:pt x="42" y="12"/>
                  </a:lnTo>
                  <a:lnTo>
                    <a:pt x="30" y="6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8" y="24"/>
                  </a:lnTo>
                  <a:lnTo>
                    <a:pt x="0" y="30"/>
                  </a:lnTo>
                  <a:lnTo>
                    <a:pt x="12" y="42"/>
                  </a:lnTo>
                  <a:lnTo>
                    <a:pt x="30" y="48"/>
                  </a:lnTo>
                  <a:lnTo>
                    <a:pt x="30" y="60"/>
                  </a:lnTo>
                  <a:lnTo>
                    <a:pt x="36" y="60"/>
                  </a:lnTo>
                  <a:lnTo>
                    <a:pt x="42" y="66"/>
                  </a:lnTo>
                  <a:lnTo>
                    <a:pt x="42" y="84"/>
                  </a:lnTo>
                  <a:lnTo>
                    <a:pt x="60" y="90"/>
                  </a:lnTo>
                  <a:lnTo>
                    <a:pt x="72" y="120"/>
                  </a:lnTo>
                  <a:lnTo>
                    <a:pt x="84" y="132"/>
                  </a:lnTo>
                  <a:lnTo>
                    <a:pt x="96" y="138"/>
                  </a:lnTo>
                  <a:lnTo>
                    <a:pt x="114" y="150"/>
                  </a:lnTo>
                  <a:lnTo>
                    <a:pt x="126" y="156"/>
                  </a:lnTo>
                  <a:lnTo>
                    <a:pt x="132" y="168"/>
                  </a:lnTo>
                  <a:lnTo>
                    <a:pt x="132" y="174"/>
                  </a:lnTo>
                  <a:lnTo>
                    <a:pt x="126" y="180"/>
                  </a:lnTo>
                  <a:lnTo>
                    <a:pt x="138" y="180"/>
                  </a:lnTo>
                  <a:lnTo>
                    <a:pt x="156" y="198"/>
                  </a:lnTo>
                  <a:lnTo>
                    <a:pt x="162" y="210"/>
                  </a:lnTo>
                  <a:lnTo>
                    <a:pt x="174" y="216"/>
                  </a:lnTo>
                  <a:lnTo>
                    <a:pt x="192" y="234"/>
                  </a:lnTo>
                  <a:lnTo>
                    <a:pt x="210" y="204"/>
                  </a:lnTo>
                  <a:lnTo>
                    <a:pt x="198" y="198"/>
                  </a:lnTo>
                  <a:lnTo>
                    <a:pt x="192" y="198"/>
                  </a:lnTo>
                  <a:lnTo>
                    <a:pt x="186" y="192"/>
                  </a:lnTo>
                  <a:lnTo>
                    <a:pt x="186" y="186"/>
                  </a:lnTo>
                  <a:lnTo>
                    <a:pt x="192" y="180"/>
                  </a:lnTo>
                  <a:lnTo>
                    <a:pt x="198" y="180"/>
                  </a:lnTo>
                  <a:lnTo>
                    <a:pt x="204" y="168"/>
                  </a:lnTo>
                  <a:lnTo>
                    <a:pt x="204" y="162"/>
                  </a:lnTo>
                  <a:lnTo>
                    <a:pt x="210" y="156"/>
                  </a:lnTo>
                  <a:lnTo>
                    <a:pt x="228" y="156"/>
                  </a:lnTo>
                  <a:lnTo>
                    <a:pt x="228" y="132"/>
                  </a:lnTo>
                  <a:lnTo>
                    <a:pt x="258" y="132"/>
                  </a:lnTo>
                  <a:lnTo>
                    <a:pt x="258" y="126"/>
                  </a:lnTo>
                  <a:lnTo>
                    <a:pt x="252" y="114"/>
                  </a:lnTo>
                  <a:lnTo>
                    <a:pt x="240" y="102"/>
                  </a:lnTo>
                  <a:lnTo>
                    <a:pt x="264" y="96"/>
                  </a:lnTo>
                  <a:lnTo>
                    <a:pt x="258" y="84"/>
                  </a:lnTo>
                  <a:lnTo>
                    <a:pt x="252" y="78"/>
                  </a:lnTo>
                  <a:lnTo>
                    <a:pt x="246" y="78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20" name="Botswana" descr="© INSCALE GmbH, 05.05.2010&#10;http://www.presentationload.com/">
              <a:extLst>
                <a:ext uri="{FF2B5EF4-FFF2-40B4-BE49-F238E27FC236}">
                  <a16:creationId xmlns:a16="http://schemas.microsoft.com/office/drawing/2014/main" id="{C8F2A9B3-2341-4A19-8BB7-D82EE0B9A7DC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753580" y="3636937"/>
              <a:ext cx="253807" cy="285914"/>
            </a:xfrm>
            <a:custGeom>
              <a:avLst/>
              <a:gdLst>
                <a:gd name="T0" fmla="*/ 2147483647 w 648"/>
                <a:gd name="T1" fmla="*/ 2147483647 h 732"/>
                <a:gd name="T2" fmla="*/ 2147483647 w 648"/>
                <a:gd name="T3" fmla="*/ 2147483647 h 732"/>
                <a:gd name="T4" fmla="*/ 2147483647 w 648"/>
                <a:gd name="T5" fmla="*/ 2147483647 h 732"/>
                <a:gd name="T6" fmla="*/ 2147483647 w 648"/>
                <a:gd name="T7" fmla="*/ 2147483647 h 732"/>
                <a:gd name="T8" fmla="*/ 2147483647 w 648"/>
                <a:gd name="T9" fmla="*/ 2147483647 h 732"/>
                <a:gd name="T10" fmla="*/ 2147483647 w 648"/>
                <a:gd name="T11" fmla="*/ 2147483647 h 732"/>
                <a:gd name="T12" fmla="*/ 2147483647 w 648"/>
                <a:gd name="T13" fmla="*/ 2147483647 h 732"/>
                <a:gd name="T14" fmla="*/ 2147483647 w 648"/>
                <a:gd name="T15" fmla="*/ 2147483647 h 732"/>
                <a:gd name="T16" fmla="*/ 2147483647 w 648"/>
                <a:gd name="T17" fmla="*/ 2147483647 h 732"/>
                <a:gd name="T18" fmla="*/ 2147483647 w 648"/>
                <a:gd name="T19" fmla="*/ 2147483647 h 732"/>
                <a:gd name="T20" fmla="*/ 2147483647 w 648"/>
                <a:gd name="T21" fmla="*/ 2147483647 h 732"/>
                <a:gd name="T22" fmla="*/ 2147483647 w 648"/>
                <a:gd name="T23" fmla="*/ 2147483647 h 732"/>
                <a:gd name="T24" fmla="*/ 2147483647 w 648"/>
                <a:gd name="T25" fmla="*/ 2147483647 h 732"/>
                <a:gd name="T26" fmla="*/ 2147483647 w 648"/>
                <a:gd name="T27" fmla="*/ 2147483647 h 732"/>
                <a:gd name="T28" fmla="*/ 2147483647 w 648"/>
                <a:gd name="T29" fmla="*/ 2147483647 h 732"/>
                <a:gd name="T30" fmla="*/ 2147483647 w 648"/>
                <a:gd name="T31" fmla="*/ 2147483647 h 732"/>
                <a:gd name="T32" fmla="*/ 2147483647 w 648"/>
                <a:gd name="T33" fmla="*/ 2147483647 h 732"/>
                <a:gd name="T34" fmla="*/ 2147483647 w 648"/>
                <a:gd name="T35" fmla="*/ 2147483647 h 732"/>
                <a:gd name="T36" fmla="*/ 2147483647 w 648"/>
                <a:gd name="T37" fmla="*/ 2147483647 h 732"/>
                <a:gd name="T38" fmla="*/ 2147483647 w 648"/>
                <a:gd name="T39" fmla="*/ 2147483647 h 732"/>
                <a:gd name="T40" fmla="*/ 2147483647 w 648"/>
                <a:gd name="T41" fmla="*/ 2147483647 h 732"/>
                <a:gd name="T42" fmla="*/ 2147483647 w 648"/>
                <a:gd name="T43" fmla="*/ 2147483647 h 732"/>
                <a:gd name="T44" fmla="*/ 2147483647 w 648"/>
                <a:gd name="T45" fmla="*/ 2147483647 h 732"/>
                <a:gd name="T46" fmla="*/ 2147483647 w 648"/>
                <a:gd name="T47" fmla="*/ 2147483647 h 732"/>
                <a:gd name="T48" fmla="*/ 2147483647 w 648"/>
                <a:gd name="T49" fmla="*/ 2147483647 h 732"/>
                <a:gd name="T50" fmla="*/ 2147483647 w 648"/>
                <a:gd name="T51" fmla="*/ 2147483647 h 732"/>
                <a:gd name="T52" fmla="*/ 2147483647 w 648"/>
                <a:gd name="T53" fmla="*/ 2147483647 h 732"/>
                <a:gd name="T54" fmla="*/ 2147483647 w 648"/>
                <a:gd name="T55" fmla="*/ 2147483647 h 732"/>
                <a:gd name="T56" fmla="*/ 2147483647 w 648"/>
                <a:gd name="T57" fmla="*/ 2147483647 h 732"/>
                <a:gd name="T58" fmla="*/ 2147483647 w 648"/>
                <a:gd name="T59" fmla="*/ 2147483647 h 732"/>
                <a:gd name="T60" fmla="*/ 2147483647 w 648"/>
                <a:gd name="T61" fmla="*/ 2147483647 h 732"/>
                <a:gd name="T62" fmla="*/ 2147483647 w 648"/>
                <a:gd name="T63" fmla="*/ 2147483647 h 732"/>
                <a:gd name="T64" fmla="*/ 2147483647 w 648"/>
                <a:gd name="T65" fmla="*/ 2147483647 h 732"/>
                <a:gd name="T66" fmla="*/ 2147483647 w 648"/>
                <a:gd name="T67" fmla="*/ 2147483647 h 732"/>
                <a:gd name="T68" fmla="*/ 2147483647 w 648"/>
                <a:gd name="T69" fmla="*/ 2147483647 h 732"/>
                <a:gd name="T70" fmla="*/ 2147483647 w 648"/>
                <a:gd name="T71" fmla="*/ 2147483647 h 732"/>
                <a:gd name="T72" fmla="*/ 2147483647 w 648"/>
                <a:gd name="T73" fmla="*/ 2147483647 h 732"/>
                <a:gd name="T74" fmla="*/ 2147483647 w 648"/>
                <a:gd name="T75" fmla="*/ 2147483647 h 732"/>
                <a:gd name="T76" fmla="*/ 2147483647 w 648"/>
                <a:gd name="T77" fmla="*/ 2147483647 h 732"/>
                <a:gd name="T78" fmla="*/ 2147483647 w 648"/>
                <a:gd name="T79" fmla="*/ 2147483647 h 732"/>
                <a:gd name="T80" fmla="*/ 2147483647 w 648"/>
                <a:gd name="T81" fmla="*/ 2147483647 h 732"/>
                <a:gd name="T82" fmla="*/ 2147483647 w 648"/>
                <a:gd name="T83" fmla="*/ 2147483647 h 732"/>
                <a:gd name="T84" fmla="*/ 2147483647 w 648"/>
                <a:gd name="T85" fmla="*/ 2147483647 h 732"/>
                <a:gd name="T86" fmla="*/ 2147483647 w 648"/>
                <a:gd name="T87" fmla="*/ 2147483647 h 732"/>
                <a:gd name="T88" fmla="*/ 2147483647 w 648"/>
                <a:gd name="T89" fmla="*/ 2147483647 h 732"/>
                <a:gd name="T90" fmla="*/ 2147483647 w 648"/>
                <a:gd name="T91" fmla="*/ 2147483647 h 732"/>
                <a:gd name="T92" fmla="*/ 2147483647 w 648"/>
                <a:gd name="T93" fmla="*/ 2147483647 h 732"/>
                <a:gd name="T94" fmla="*/ 2147483647 w 648"/>
                <a:gd name="T95" fmla="*/ 0 h 732"/>
                <a:gd name="T96" fmla="*/ 2147483647 w 648"/>
                <a:gd name="T97" fmla="*/ 2147483647 h 732"/>
                <a:gd name="T98" fmla="*/ 2147483647 w 648"/>
                <a:gd name="T99" fmla="*/ 2147483647 h 732"/>
                <a:gd name="T100" fmla="*/ 2147483647 w 648"/>
                <a:gd name="T101" fmla="*/ 2147483647 h 732"/>
                <a:gd name="T102" fmla="*/ 2147483647 w 648"/>
                <a:gd name="T103" fmla="*/ 2147483647 h 732"/>
                <a:gd name="T104" fmla="*/ 2147483647 w 648"/>
                <a:gd name="T105" fmla="*/ 2147483647 h 732"/>
                <a:gd name="T106" fmla="*/ 2147483647 w 648"/>
                <a:gd name="T107" fmla="*/ 2147483647 h 732"/>
                <a:gd name="T108" fmla="*/ 2147483647 w 648"/>
                <a:gd name="T109" fmla="*/ 2147483647 h 732"/>
                <a:gd name="T110" fmla="*/ 2147483647 w 648"/>
                <a:gd name="T111" fmla="*/ 2147483647 h 732"/>
                <a:gd name="T112" fmla="*/ 2147483647 w 648"/>
                <a:gd name="T113" fmla="*/ 2147483647 h 732"/>
                <a:gd name="T114" fmla="*/ 0 w 648"/>
                <a:gd name="T115" fmla="*/ 2147483647 h 73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48"/>
                <a:gd name="T175" fmla="*/ 0 h 732"/>
                <a:gd name="T176" fmla="*/ 648 w 648"/>
                <a:gd name="T177" fmla="*/ 732 h 732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48" h="732">
                  <a:moveTo>
                    <a:pt x="0" y="570"/>
                  </a:moveTo>
                  <a:lnTo>
                    <a:pt x="12" y="576"/>
                  </a:lnTo>
                  <a:lnTo>
                    <a:pt x="18" y="582"/>
                  </a:lnTo>
                  <a:lnTo>
                    <a:pt x="30" y="588"/>
                  </a:lnTo>
                  <a:lnTo>
                    <a:pt x="36" y="594"/>
                  </a:lnTo>
                  <a:lnTo>
                    <a:pt x="42" y="612"/>
                  </a:lnTo>
                  <a:lnTo>
                    <a:pt x="48" y="624"/>
                  </a:lnTo>
                  <a:lnTo>
                    <a:pt x="48" y="642"/>
                  </a:lnTo>
                  <a:lnTo>
                    <a:pt x="54" y="648"/>
                  </a:lnTo>
                  <a:lnTo>
                    <a:pt x="54" y="672"/>
                  </a:lnTo>
                  <a:lnTo>
                    <a:pt x="48" y="684"/>
                  </a:lnTo>
                  <a:lnTo>
                    <a:pt x="48" y="690"/>
                  </a:lnTo>
                  <a:lnTo>
                    <a:pt x="42" y="702"/>
                  </a:lnTo>
                  <a:lnTo>
                    <a:pt x="42" y="732"/>
                  </a:lnTo>
                  <a:lnTo>
                    <a:pt x="120" y="732"/>
                  </a:lnTo>
                  <a:lnTo>
                    <a:pt x="120" y="714"/>
                  </a:lnTo>
                  <a:lnTo>
                    <a:pt x="144" y="714"/>
                  </a:lnTo>
                  <a:lnTo>
                    <a:pt x="144" y="708"/>
                  </a:lnTo>
                  <a:lnTo>
                    <a:pt x="150" y="702"/>
                  </a:lnTo>
                  <a:lnTo>
                    <a:pt x="156" y="690"/>
                  </a:lnTo>
                  <a:lnTo>
                    <a:pt x="162" y="684"/>
                  </a:lnTo>
                  <a:lnTo>
                    <a:pt x="168" y="684"/>
                  </a:lnTo>
                  <a:lnTo>
                    <a:pt x="174" y="678"/>
                  </a:lnTo>
                  <a:lnTo>
                    <a:pt x="186" y="678"/>
                  </a:lnTo>
                  <a:lnTo>
                    <a:pt x="186" y="654"/>
                  </a:lnTo>
                  <a:lnTo>
                    <a:pt x="192" y="642"/>
                  </a:lnTo>
                  <a:lnTo>
                    <a:pt x="192" y="630"/>
                  </a:lnTo>
                  <a:lnTo>
                    <a:pt x="198" y="618"/>
                  </a:lnTo>
                  <a:lnTo>
                    <a:pt x="204" y="612"/>
                  </a:lnTo>
                  <a:lnTo>
                    <a:pt x="216" y="606"/>
                  </a:lnTo>
                  <a:lnTo>
                    <a:pt x="228" y="606"/>
                  </a:lnTo>
                  <a:lnTo>
                    <a:pt x="240" y="612"/>
                  </a:lnTo>
                  <a:lnTo>
                    <a:pt x="246" y="618"/>
                  </a:lnTo>
                  <a:lnTo>
                    <a:pt x="258" y="624"/>
                  </a:lnTo>
                  <a:lnTo>
                    <a:pt x="270" y="636"/>
                  </a:lnTo>
                  <a:lnTo>
                    <a:pt x="300" y="636"/>
                  </a:lnTo>
                  <a:lnTo>
                    <a:pt x="306" y="642"/>
                  </a:lnTo>
                  <a:lnTo>
                    <a:pt x="318" y="648"/>
                  </a:lnTo>
                  <a:lnTo>
                    <a:pt x="324" y="654"/>
                  </a:lnTo>
                  <a:lnTo>
                    <a:pt x="336" y="654"/>
                  </a:lnTo>
                  <a:lnTo>
                    <a:pt x="348" y="648"/>
                  </a:lnTo>
                  <a:lnTo>
                    <a:pt x="354" y="642"/>
                  </a:lnTo>
                  <a:lnTo>
                    <a:pt x="360" y="648"/>
                  </a:lnTo>
                  <a:lnTo>
                    <a:pt x="372" y="648"/>
                  </a:lnTo>
                  <a:lnTo>
                    <a:pt x="384" y="642"/>
                  </a:lnTo>
                  <a:lnTo>
                    <a:pt x="390" y="636"/>
                  </a:lnTo>
                  <a:lnTo>
                    <a:pt x="396" y="624"/>
                  </a:lnTo>
                  <a:lnTo>
                    <a:pt x="402" y="606"/>
                  </a:lnTo>
                  <a:lnTo>
                    <a:pt x="408" y="594"/>
                  </a:lnTo>
                  <a:lnTo>
                    <a:pt x="408" y="582"/>
                  </a:lnTo>
                  <a:lnTo>
                    <a:pt x="426" y="564"/>
                  </a:lnTo>
                  <a:lnTo>
                    <a:pt x="444" y="558"/>
                  </a:lnTo>
                  <a:lnTo>
                    <a:pt x="456" y="552"/>
                  </a:lnTo>
                  <a:lnTo>
                    <a:pt x="462" y="546"/>
                  </a:lnTo>
                  <a:lnTo>
                    <a:pt x="468" y="534"/>
                  </a:lnTo>
                  <a:lnTo>
                    <a:pt x="480" y="528"/>
                  </a:lnTo>
                  <a:lnTo>
                    <a:pt x="480" y="492"/>
                  </a:lnTo>
                  <a:lnTo>
                    <a:pt x="492" y="468"/>
                  </a:lnTo>
                  <a:lnTo>
                    <a:pt x="504" y="462"/>
                  </a:lnTo>
                  <a:lnTo>
                    <a:pt x="510" y="462"/>
                  </a:lnTo>
                  <a:lnTo>
                    <a:pt x="522" y="456"/>
                  </a:lnTo>
                  <a:lnTo>
                    <a:pt x="564" y="414"/>
                  </a:lnTo>
                  <a:lnTo>
                    <a:pt x="576" y="390"/>
                  </a:lnTo>
                  <a:lnTo>
                    <a:pt x="582" y="384"/>
                  </a:lnTo>
                  <a:lnTo>
                    <a:pt x="594" y="384"/>
                  </a:lnTo>
                  <a:lnTo>
                    <a:pt x="606" y="378"/>
                  </a:lnTo>
                  <a:lnTo>
                    <a:pt x="618" y="378"/>
                  </a:lnTo>
                  <a:lnTo>
                    <a:pt x="630" y="354"/>
                  </a:lnTo>
                  <a:lnTo>
                    <a:pt x="648" y="354"/>
                  </a:lnTo>
                  <a:lnTo>
                    <a:pt x="648" y="348"/>
                  </a:lnTo>
                  <a:lnTo>
                    <a:pt x="642" y="336"/>
                  </a:lnTo>
                  <a:lnTo>
                    <a:pt x="624" y="318"/>
                  </a:lnTo>
                  <a:lnTo>
                    <a:pt x="606" y="312"/>
                  </a:lnTo>
                  <a:lnTo>
                    <a:pt x="594" y="312"/>
                  </a:lnTo>
                  <a:lnTo>
                    <a:pt x="576" y="306"/>
                  </a:lnTo>
                  <a:lnTo>
                    <a:pt x="564" y="306"/>
                  </a:lnTo>
                  <a:lnTo>
                    <a:pt x="564" y="276"/>
                  </a:lnTo>
                  <a:lnTo>
                    <a:pt x="546" y="276"/>
                  </a:lnTo>
                  <a:lnTo>
                    <a:pt x="546" y="246"/>
                  </a:lnTo>
                  <a:lnTo>
                    <a:pt x="552" y="240"/>
                  </a:lnTo>
                  <a:lnTo>
                    <a:pt x="546" y="216"/>
                  </a:lnTo>
                  <a:lnTo>
                    <a:pt x="516" y="216"/>
                  </a:lnTo>
                  <a:lnTo>
                    <a:pt x="516" y="186"/>
                  </a:lnTo>
                  <a:lnTo>
                    <a:pt x="510" y="180"/>
                  </a:lnTo>
                  <a:lnTo>
                    <a:pt x="480" y="180"/>
                  </a:lnTo>
                  <a:lnTo>
                    <a:pt x="462" y="162"/>
                  </a:lnTo>
                  <a:lnTo>
                    <a:pt x="450" y="156"/>
                  </a:lnTo>
                  <a:lnTo>
                    <a:pt x="432" y="120"/>
                  </a:lnTo>
                  <a:lnTo>
                    <a:pt x="432" y="96"/>
                  </a:lnTo>
                  <a:lnTo>
                    <a:pt x="426" y="90"/>
                  </a:lnTo>
                  <a:lnTo>
                    <a:pt x="414" y="66"/>
                  </a:lnTo>
                  <a:lnTo>
                    <a:pt x="408" y="60"/>
                  </a:lnTo>
                  <a:lnTo>
                    <a:pt x="396" y="60"/>
                  </a:lnTo>
                  <a:lnTo>
                    <a:pt x="396" y="30"/>
                  </a:lnTo>
                  <a:lnTo>
                    <a:pt x="384" y="18"/>
                  </a:lnTo>
                  <a:lnTo>
                    <a:pt x="378" y="0"/>
                  </a:lnTo>
                  <a:lnTo>
                    <a:pt x="342" y="6"/>
                  </a:lnTo>
                  <a:lnTo>
                    <a:pt x="330" y="18"/>
                  </a:lnTo>
                  <a:lnTo>
                    <a:pt x="306" y="18"/>
                  </a:lnTo>
                  <a:lnTo>
                    <a:pt x="264" y="60"/>
                  </a:lnTo>
                  <a:lnTo>
                    <a:pt x="258" y="60"/>
                  </a:lnTo>
                  <a:lnTo>
                    <a:pt x="258" y="42"/>
                  </a:lnTo>
                  <a:lnTo>
                    <a:pt x="252" y="42"/>
                  </a:lnTo>
                  <a:lnTo>
                    <a:pt x="252" y="24"/>
                  </a:lnTo>
                  <a:lnTo>
                    <a:pt x="246" y="18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168" y="36"/>
                  </a:lnTo>
                  <a:lnTo>
                    <a:pt x="132" y="36"/>
                  </a:lnTo>
                  <a:lnTo>
                    <a:pt x="114" y="42"/>
                  </a:lnTo>
                  <a:lnTo>
                    <a:pt x="78" y="42"/>
                  </a:lnTo>
                  <a:lnTo>
                    <a:pt x="78" y="216"/>
                  </a:lnTo>
                  <a:lnTo>
                    <a:pt x="72" y="222"/>
                  </a:lnTo>
                  <a:lnTo>
                    <a:pt x="78" y="348"/>
                  </a:lnTo>
                  <a:lnTo>
                    <a:pt x="6" y="348"/>
                  </a:lnTo>
                  <a:lnTo>
                    <a:pt x="0" y="570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22" name="Bhutan" descr="© INSCALE GmbH, 05.05.2010&#10;http://www.presentationload.com/">
              <a:extLst>
                <a:ext uri="{FF2B5EF4-FFF2-40B4-BE49-F238E27FC236}">
                  <a16:creationId xmlns:a16="http://schemas.microsoft.com/office/drawing/2014/main" id="{8545F1DD-8781-4C3E-99D3-D53703B31FAD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606674" y="2184431"/>
              <a:ext cx="91737" cy="51985"/>
            </a:xfrm>
            <a:custGeom>
              <a:avLst/>
              <a:gdLst>
                <a:gd name="T0" fmla="*/ 2147483647 w 234"/>
                <a:gd name="T1" fmla="*/ 2147483647 h 132"/>
                <a:gd name="T2" fmla="*/ 2147483647 w 234"/>
                <a:gd name="T3" fmla="*/ 2147483647 h 132"/>
                <a:gd name="T4" fmla="*/ 2147483647 w 234"/>
                <a:gd name="T5" fmla="*/ 2147483647 h 132"/>
                <a:gd name="T6" fmla="*/ 2147483647 w 234"/>
                <a:gd name="T7" fmla="*/ 2147483647 h 132"/>
                <a:gd name="T8" fmla="*/ 2147483647 w 234"/>
                <a:gd name="T9" fmla="*/ 2147483647 h 132"/>
                <a:gd name="T10" fmla="*/ 2147483647 w 234"/>
                <a:gd name="T11" fmla="*/ 2147483647 h 132"/>
                <a:gd name="T12" fmla="*/ 2147483647 w 234"/>
                <a:gd name="T13" fmla="*/ 2147483647 h 132"/>
                <a:gd name="T14" fmla="*/ 2147483647 w 234"/>
                <a:gd name="T15" fmla="*/ 2147483647 h 132"/>
                <a:gd name="T16" fmla="*/ 2147483647 w 234"/>
                <a:gd name="T17" fmla="*/ 2147483647 h 132"/>
                <a:gd name="T18" fmla="*/ 2147483647 w 234"/>
                <a:gd name="T19" fmla="*/ 2147483647 h 132"/>
                <a:gd name="T20" fmla="*/ 2147483647 w 234"/>
                <a:gd name="T21" fmla="*/ 2147483647 h 132"/>
                <a:gd name="T22" fmla="*/ 2147483647 w 234"/>
                <a:gd name="T23" fmla="*/ 2147483647 h 132"/>
                <a:gd name="T24" fmla="*/ 2147483647 w 234"/>
                <a:gd name="T25" fmla="*/ 2147483647 h 132"/>
                <a:gd name="T26" fmla="*/ 2147483647 w 234"/>
                <a:gd name="T27" fmla="*/ 2147483647 h 132"/>
                <a:gd name="T28" fmla="*/ 2147483647 w 234"/>
                <a:gd name="T29" fmla="*/ 2147483647 h 132"/>
                <a:gd name="T30" fmla="*/ 2147483647 w 234"/>
                <a:gd name="T31" fmla="*/ 2147483647 h 132"/>
                <a:gd name="T32" fmla="*/ 2147483647 w 234"/>
                <a:gd name="T33" fmla="*/ 2147483647 h 132"/>
                <a:gd name="T34" fmla="*/ 2147483647 w 234"/>
                <a:gd name="T35" fmla="*/ 2147483647 h 132"/>
                <a:gd name="T36" fmla="*/ 2147483647 w 234"/>
                <a:gd name="T37" fmla="*/ 2147483647 h 132"/>
                <a:gd name="T38" fmla="*/ 2147483647 w 234"/>
                <a:gd name="T39" fmla="*/ 2147483647 h 132"/>
                <a:gd name="T40" fmla="*/ 2147483647 w 234"/>
                <a:gd name="T41" fmla="*/ 2147483647 h 132"/>
                <a:gd name="T42" fmla="*/ 2147483647 w 234"/>
                <a:gd name="T43" fmla="*/ 2147483647 h 132"/>
                <a:gd name="T44" fmla="*/ 2147483647 w 234"/>
                <a:gd name="T45" fmla="*/ 2147483647 h 132"/>
                <a:gd name="T46" fmla="*/ 2147483647 w 234"/>
                <a:gd name="T47" fmla="*/ 2147483647 h 132"/>
                <a:gd name="T48" fmla="*/ 2147483647 w 234"/>
                <a:gd name="T49" fmla="*/ 2147483647 h 132"/>
                <a:gd name="T50" fmla="*/ 2147483647 w 234"/>
                <a:gd name="T51" fmla="*/ 2147483647 h 132"/>
                <a:gd name="T52" fmla="*/ 2147483647 w 234"/>
                <a:gd name="T53" fmla="*/ 2147483647 h 132"/>
                <a:gd name="T54" fmla="*/ 2147483647 w 234"/>
                <a:gd name="T55" fmla="*/ 2147483647 h 132"/>
                <a:gd name="T56" fmla="*/ 2147483647 w 234"/>
                <a:gd name="T57" fmla="*/ 2147483647 h 132"/>
                <a:gd name="T58" fmla="*/ 2147483647 w 234"/>
                <a:gd name="T59" fmla="*/ 0 h 132"/>
                <a:gd name="T60" fmla="*/ 2147483647 w 234"/>
                <a:gd name="T61" fmla="*/ 0 h 132"/>
                <a:gd name="T62" fmla="*/ 2147483647 w 234"/>
                <a:gd name="T63" fmla="*/ 2147483647 h 132"/>
                <a:gd name="T64" fmla="*/ 2147483647 w 234"/>
                <a:gd name="T65" fmla="*/ 2147483647 h 132"/>
                <a:gd name="T66" fmla="*/ 2147483647 w 234"/>
                <a:gd name="T67" fmla="*/ 2147483647 h 132"/>
                <a:gd name="T68" fmla="*/ 2147483647 w 234"/>
                <a:gd name="T69" fmla="*/ 2147483647 h 132"/>
                <a:gd name="T70" fmla="*/ 2147483647 w 234"/>
                <a:gd name="T71" fmla="*/ 2147483647 h 132"/>
                <a:gd name="T72" fmla="*/ 2147483647 w 234"/>
                <a:gd name="T73" fmla="*/ 2147483647 h 132"/>
                <a:gd name="T74" fmla="*/ 2147483647 w 234"/>
                <a:gd name="T75" fmla="*/ 2147483647 h 132"/>
                <a:gd name="T76" fmla="*/ 0 w 234"/>
                <a:gd name="T77" fmla="*/ 2147483647 h 132"/>
                <a:gd name="T78" fmla="*/ 0 w 234"/>
                <a:gd name="T79" fmla="*/ 2147483647 h 132"/>
                <a:gd name="T80" fmla="*/ 2147483647 w 234"/>
                <a:gd name="T81" fmla="*/ 2147483647 h 132"/>
                <a:gd name="T82" fmla="*/ 2147483647 w 234"/>
                <a:gd name="T83" fmla="*/ 2147483647 h 132"/>
                <a:gd name="T84" fmla="*/ 2147483647 w 234"/>
                <a:gd name="T85" fmla="*/ 2147483647 h 132"/>
                <a:gd name="T86" fmla="*/ 2147483647 w 234"/>
                <a:gd name="T87" fmla="*/ 2147483647 h 132"/>
                <a:gd name="T88" fmla="*/ 2147483647 w 234"/>
                <a:gd name="T89" fmla="*/ 2147483647 h 132"/>
                <a:gd name="T90" fmla="*/ 2147483647 w 234"/>
                <a:gd name="T91" fmla="*/ 2147483647 h 132"/>
                <a:gd name="T92" fmla="*/ 2147483647 w 234"/>
                <a:gd name="T93" fmla="*/ 2147483647 h 13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234"/>
                <a:gd name="T142" fmla="*/ 0 h 132"/>
                <a:gd name="T143" fmla="*/ 234 w 234"/>
                <a:gd name="T144" fmla="*/ 132 h 13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234" h="132">
                  <a:moveTo>
                    <a:pt x="78" y="132"/>
                  </a:moveTo>
                  <a:lnTo>
                    <a:pt x="90" y="132"/>
                  </a:lnTo>
                  <a:lnTo>
                    <a:pt x="102" y="126"/>
                  </a:lnTo>
                  <a:lnTo>
                    <a:pt x="108" y="120"/>
                  </a:lnTo>
                  <a:lnTo>
                    <a:pt x="126" y="120"/>
                  </a:lnTo>
                  <a:lnTo>
                    <a:pt x="138" y="126"/>
                  </a:lnTo>
                  <a:lnTo>
                    <a:pt x="168" y="126"/>
                  </a:lnTo>
                  <a:lnTo>
                    <a:pt x="180" y="120"/>
                  </a:lnTo>
                  <a:lnTo>
                    <a:pt x="192" y="120"/>
                  </a:lnTo>
                  <a:lnTo>
                    <a:pt x="198" y="126"/>
                  </a:lnTo>
                  <a:lnTo>
                    <a:pt x="210" y="126"/>
                  </a:lnTo>
                  <a:lnTo>
                    <a:pt x="234" y="114"/>
                  </a:lnTo>
                  <a:lnTo>
                    <a:pt x="234" y="108"/>
                  </a:lnTo>
                  <a:lnTo>
                    <a:pt x="222" y="96"/>
                  </a:lnTo>
                  <a:lnTo>
                    <a:pt x="222" y="72"/>
                  </a:lnTo>
                  <a:lnTo>
                    <a:pt x="198" y="72"/>
                  </a:lnTo>
                  <a:lnTo>
                    <a:pt x="192" y="66"/>
                  </a:lnTo>
                  <a:lnTo>
                    <a:pt x="192" y="42"/>
                  </a:lnTo>
                  <a:lnTo>
                    <a:pt x="186" y="30"/>
                  </a:lnTo>
                  <a:lnTo>
                    <a:pt x="174" y="18"/>
                  </a:lnTo>
                  <a:lnTo>
                    <a:pt x="162" y="12"/>
                  </a:lnTo>
                  <a:lnTo>
                    <a:pt x="150" y="12"/>
                  </a:lnTo>
                  <a:lnTo>
                    <a:pt x="138" y="18"/>
                  </a:lnTo>
                  <a:lnTo>
                    <a:pt x="126" y="18"/>
                  </a:lnTo>
                  <a:lnTo>
                    <a:pt x="114" y="24"/>
                  </a:lnTo>
                  <a:lnTo>
                    <a:pt x="108" y="30"/>
                  </a:lnTo>
                  <a:lnTo>
                    <a:pt x="102" y="30"/>
                  </a:lnTo>
                  <a:lnTo>
                    <a:pt x="102" y="6"/>
                  </a:lnTo>
                  <a:lnTo>
                    <a:pt x="78" y="6"/>
                  </a:lnTo>
                  <a:lnTo>
                    <a:pt x="66" y="0"/>
                  </a:lnTo>
                  <a:lnTo>
                    <a:pt x="54" y="0"/>
                  </a:lnTo>
                  <a:lnTo>
                    <a:pt x="48" y="12"/>
                  </a:lnTo>
                  <a:lnTo>
                    <a:pt x="36" y="24"/>
                  </a:lnTo>
                  <a:lnTo>
                    <a:pt x="30" y="36"/>
                  </a:lnTo>
                  <a:lnTo>
                    <a:pt x="18" y="54"/>
                  </a:lnTo>
                  <a:lnTo>
                    <a:pt x="12" y="66"/>
                  </a:lnTo>
                  <a:lnTo>
                    <a:pt x="6" y="72"/>
                  </a:lnTo>
                  <a:lnTo>
                    <a:pt x="6" y="78"/>
                  </a:lnTo>
                  <a:lnTo>
                    <a:pt x="0" y="78"/>
                  </a:lnTo>
                  <a:lnTo>
                    <a:pt x="0" y="90"/>
                  </a:lnTo>
                  <a:lnTo>
                    <a:pt x="18" y="108"/>
                  </a:lnTo>
                  <a:lnTo>
                    <a:pt x="42" y="120"/>
                  </a:lnTo>
                  <a:lnTo>
                    <a:pt x="54" y="120"/>
                  </a:lnTo>
                  <a:lnTo>
                    <a:pt x="54" y="114"/>
                  </a:lnTo>
                  <a:lnTo>
                    <a:pt x="54" y="120"/>
                  </a:lnTo>
                  <a:lnTo>
                    <a:pt x="66" y="132"/>
                  </a:lnTo>
                  <a:lnTo>
                    <a:pt x="78" y="132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4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23" name="Benin" descr="© INSCALE GmbH, 05.05.2010&#10;http://www.presentationload.com/">
              <a:extLst>
                <a:ext uri="{FF2B5EF4-FFF2-40B4-BE49-F238E27FC236}">
                  <a16:creationId xmlns:a16="http://schemas.microsoft.com/office/drawing/2014/main" id="{58472D77-D5EA-498E-AE38-77BCDD18F243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227617" y="2687454"/>
              <a:ext cx="87151" cy="194179"/>
            </a:xfrm>
            <a:custGeom>
              <a:avLst/>
              <a:gdLst>
                <a:gd name="T0" fmla="*/ 2147483647 w 222"/>
                <a:gd name="T1" fmla="*/ 2147483647 h 498"/>
                <a:gd name="T2" fmla="*/ 2147483647 w 222"/>
                <a:gd name="T3" fmla="*/ 2147483647 h 498"/>
                <a:gd name="T4" fmla="*/ 2147483647 w 222"/>
                <a:gd name="T5" fmla="*/ 2147483647 h 498"/>
                <a:gd name="T6" fmla="*/ 2147483647 w 222"/>
                <a:gd name="T7" fmla="*/ 2147483647 h 498"/>
                <a:gd name="T8" fmla="*/ 2147483647 w 222"/>
                <a:gd name="T9" fmla="*/ 2147483647 h 498"/>
                <a:gd name="T10" fmla="*/ 2147483647 w 222"/>
                <a:gd name="T11" fmla="*/ 2147483647 h 498"/>
                <a:gd name="T12" fmla="*/ 2147483647 w 222"/>
                <a:gd name="T13" fmla="*/ 2147483647 h 498"/>
                <a:gd name="T14" fmla="*/ 2147483647 w 222"/>
                <a:gd name="T15" fmla="*/ 2147483647 h 498"/>
                <a:gd name="T16" fmla="*/ 2147483647 w 222"/>
                <a:gd name="T17" fmla="*/ 2147483647 h 498"/>
                <a:gd name="T18" fmla="*/ 2147483647 w 222"/>
                <a:gd name="T19" fmla="*/ 2147483647 h 498"/>
                <a:gd name="T20" fmla="*/ 2147483647 w 222"/>
                <a:gd name="T21" fmla="*/ 2147483647 h 498"/>
                <a:gd name="T22" fmla="*/ 2147483647 w 222"/>
                <a:gd name="T23" fmla="*/ 2147483647 h 498"/>
                <a:gd name="T24" fmla="*/ 2147483647 w 222"/>
                <a:gd name="T25" fmla="*/ 2147483647 h 498"/>
                <a:gd name="T26" fmla="*/ 2147483647 w 222"/>
                <a:gd name="T27" fmla="*/ 2147483647 h 498"/>
                <a:gd name="T28" fmla="*/ 2147483647 w 222"/>
                <a:gd name="T29" fmla="*/ 2147483647 h 498"/>
                <a:gd name="T30" fmla="*/ 2147483647 w 222"/>
                <a:gd name="T31" fmla="*/ 2147483647 h 498"/>
                <a:gd name="T32" fmla="*/ 2147483647 w 222"/>
                <a:gd name="T33" fmla="*/ 2147483647 h 498"/>
                <a:gd name="T34" fmla="*/ 2147483647 w 222"/>
                <a:gd name="T35" fmla="*/ 2147483647 h 498"/>
                <a:gd name="T36" fmla="*/ 2147483647 w 222"/>
                <a:gd name="T37" fmla="*/ 2147483647 h 498"/>
                <a:gd name="T38" fmla="*/ 2147483647 w 222"/>
                <a:gd name="T39" fmla="*/ 2147483647 h 498"/>
                <a:gd name="T40" fmla="*/ 2147483647 w 222"/>
                <a:gd name="T41" fmla="*/ 2147483647 h 498"/>
                <a:gd name="T42" fmla="*/ 2147483647 w 222"/>
                <a:gd name="T43" fmla="*/ 2147483647 h 498"/>
                <a:gd name="T44" fmla="*/ 2147483647 w 222"/>
                <a:gd name="T45" fmla="*/ 2147483647 h 498"/>
                <a:gd name="T46" fmla="*/ 0 w 222"/>
                <a:gd name="T47" fmla="*/ 2147483647 h 498"/>
                <a:gd name="T48" fmla="*/ 2147483647 w 222"/>
                <a:gd name="T49" fmla="*/ 2147483647 h 498"/>
                <a:gd name="T50" fmla="*/ 2147483647 w 222"/>
                <a:gd name="T51" fmla="*/ 2147483647 h 498"/>
                <a:gd name="T52" fmla="*/ 2147483647 w 222"/>
                <a:gd name="T53" fmla="*/ 2147483647 h 498"/>
                <a:gd name="T54" fmla="*/ 2147483647 w 222"/>
                <a:gd name="T55" fmla="*/ 2147483647 h 498"/>
                <a:gd name="T56" fmla="*/ 2147483647 w 222"/>
                <a:gd name="T57" fmla="*/ 2147483647 h 498"/>
                <a:gd name="T58" fmla="*/ 2147483647 w 222"/>
                <a:gd name="T59" fmla="*/ 2147483647 h 498"/>
                <a:gd name="T60" fmla="*/ 2147483647 w 222"/>
                <a:gd name="T61" fmla="*/ 2147483647 h 498"/>
                <a:gd name="T62" fmla="*/ 2147483647 w 222"/>
                <a:gd name="T63" fmla="*/ 2147483647 h 498"/>
                <a:gd name="T64" fmla="*/ 2147483647 w 222"/>
                <a:gd name="T65" fmla="*/ 2147483647 h 498"/>
                <a:gd name="T66" fmla="*/ 2147483647 w 222"/>
                <a:gd name="T67" fmla="*/ 2147483647 h 498"/>
                <a:gd name="T68" fmla="*/ 2147483647 w 222"/>
                <a:gd name="T69" fmla="*/ 2147483647 h 4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22"/>
                <a:gd name="T106" fmla="*/ 0 h 498"/>
                <a:gd name="T107" fmla="*/ 222 w 222"/>
                <a:gd name="T108" fmla="*/ 498 h 4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22" h="498">
                  <a:moveTo>
                    <a:pt x="138" y="372"/>
                  </a:moveTo>
                  <a:lnTo>
                    <a:pt x="144" y="342"/>
                  </a:lnTo>
                  <a:lnTo>
                    <a:pt x="138" y="306"/>
                  </a:lnTo>
                  <a:lnTo>
                    <a:pt x="144" y="276"/>
                  </a:lnTo>
                  <a:lnTo>
                    <a:pt x="162" y="276"/>
                  </a:lnTo>
                  <a:lnTo>
                    <a:pt x="174" y="252"/>
                  </a:lnTo>
                  <a:lnTo>
                    <a:pt x="174" y="222"/>
                  </a:lnTo>
                  <a:lnTo>
                    <a:pt x="180" y="216"/>
                  </a:lnTo>
                  <a:lnTo>
                    <a:pt x="186" y="204"/>
                  </a:lnTo>
                  <a:lnTo>
                    <a:pt x="198" y="198"/>
                  </a:lnTo>
                  <a:lnTo>
                    <a:pt x="198" y="156"/>
                  </a:lnTo>
                  <a:lnTo>
                    <a:pt x="210" y="150"/>
                  </a:lnTo>
                  <a:lnTo>
                    <a:pt x="216" y="150"/>
                  </a:lnTo>
                  <a:lnTo>
                    <a:pt x="222" y="144"/>
                  </a:lnTo>
                  <a:lnTo>
                    <a:pt x="222" y="132"/>
                  </a:lnTo>
                  <a:lnTo>
                    <a:pt x="216" y="126"/>
                  </a:lnTo>
                  <a:lnTo>
                    <a:pt x="216" y="114"/>
                  </a:lnTo>
                  <a:lnTo>
                    <a:pt x="210" y="102"/>
                  </a:lnTo>
                  <a:lnTo>
                    <a:pt x="204" y="96"/>
                  </a:lnTo>
                  <a:lnTo>
                    <a:pt x="192" y="72"/>
                  </a:lnTo>
                  <a:lnTo>
                    <a:pt x="198" y="66"/>
                  </a:lnTo>
                  <a:lnTo>
                    <a:pt x="198" y="60"/>
                  </a:lnTo>
                  <a:lnTo>
                    <a:pt x="204" y="48"/>
                  </a:lnTo>
                  <a:lnTo>
                    <a:pt x="198" y="42"/>
                  </a:lnTo>
                  <a:lnTo>
                    <a:pt x="186" y="36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30"/>
                  </a:lnTo>
                  <a:lnTo>
                    <a:pt x="162" y="24"/>
                  </a:lnTo>
                  <a:lnTo>
                    <a:pt x="156" y="12"/>
                  </a:lnTo>
                  <a:lnTo>
                    <a:pt x="144" y="0"/>
                  </a:lnTo>
                  <a:lnTo>
                    <a:pt x="114" y="12"/>
                  </a:lnTo>
                  <a:lnTo>
                    <a:pt x="114" y="36"/>
                  </a:lnTo>
                  <a:lnTo>
                    <a:pt x="120" y="36"/>
                  </a:lnTo>
                  <a:lnTo>
                    <a:pt x="114" y="42"/>
                  </a:lnTo>
                  <a:lnTo>
                    <a:pt x="108" y="60"/>
                  </a:lnTo>
                  <a:lnTo>
                    <a:pt x="96" y="60"/>
                  </a:lnTo>
                  <a:lnTo>
                    <a:pt x="90" y="66"/>
                  </a:lnTo>
                  <a:lnTo>
                    <a:pt x="84" y="66"/>
                  </a:lnTo>
                  <a:lnTo>
                    <a:pt x="84" y="78"/>
                  </a:lnTo>
                  <a:lnTo>
                    <a:pt x="78" y="72"/>
                  </a:lnTo>
                  <a:lnTo>
                    <a:pt x="48" y="72"/>
                  </a:lnTo>
                  <a:lnTo>
                    <a:pt x="30" y="90"/>
                  </a:lnTo>
                  <a:lnTo>
                    <a:pt x="24" y="102"/>
                  </a:lnTo>
                  <a:lnTo>
                    <a:pt x="12" y="102"/>
                  </a:lnTo>
                  <a:lnTo>
                    <a:pt x="6" y="114"/>
                  </a:lnTo>
                  <a:lnTo>
                    <a:pt x="0" y="132"/>
                  </a:lnTo>
                  <a:lnTo>
                    <a:pt x="0" y="162"/>
                  </a:lnTo>
                  <a:lnTo>
                    <a:pt x="12" y="168"/>
                  </a:lnTo>
                  <a:lnTo>
                    <a:pt x="42" y="198"/>
                  </a:lnTo>
                  <a:lnTo>
                    <a:pt x="42" y="240"/>
                  </a:lnTo>
                  <a:lnTo>
                    <a:pt x="54" y="252"/>
                  </a:lnTo>
                  <a:lnTo>
                    <a:pt x="60" y="264"/>
                  </a:lnTo>
                  <a:lnTo>
                    <a:pt x="60" y="294"/>
                  </a:lnTo>
                  <a:lnTo>
                    <a:pt x="66" y="306"/>
                  </a:lnTo>
                  <a:lnTo>
                    <a:pt x="54" y="318"/>
                  </a:lnTo>
                  <a:lnTo>
                    <a:pt x="54" y="378"/>
                  </a:lnTo>
                  <a:lnTo>
                    <a:pt x="66" y="390"/>
                  </a:lnTo>
                  <a:lnTo>
                    <a:pt x="54" y="396"/>
                  </a:lnTo>
                  <a:lnTo>
                    <a:pt x="60" y="462"/>
                  </a:lnTo>
                  <a:lnTo>
                    <a:pt x="60" y="468"/>
                  </a:lnTo>
                  <a:lnTo>
                    <a:pt x="72" y="480"/>
                  </a:lnTo>
                  <a:lnTo>
                    <a:pt x="72" y="492"/>
                  </a:lnTo>
                  <a:lnTo>
                    <a:pt x="84" y="492"/>
                  </a:lnTo>
                  <a:lnTo>
                    <a:pt x="96" y="498"/>
                  </a:lnTo>
                  <a:lnTo>
                    <a:pt x="108" y="498"/>
                  </a:lnTo>
                  <a:lnTo>
                    <a:pt x="120" y="474"/>
                  </a:lnTo>
                  <a:lnTo>
                    <a:pt x="126" y="480"/>
                  </a:lnTo>
                  <a:lnTo>
                    <a:pt x="138" y="486"/>
                  </a:lnTo>
                  <a:lnTo>
                    <a:pt x="138" y="372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24" name="Belgium" descr="© INSCALE GmbH, 05.05.2010&#10;http://www.presentationload.com/">
              <a:extLst>
                <a:ext uri="{FF2B5EF4-FFF2-40B4-BE49-F238E27FC236}">
                  <a16:creationId xmlns:a16="http://schemas.microsoft.com/office/drawing/2014/main" id="{AC5031D6-1582-47D5-8DCF-7DD359A9E41B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310181" y="1464294"/>
              <a:ext cx="87151" cy="59630"/>
            </a:xfrm>
            <a:custGeom>
              <a:avLst/>
              <a:gdLst>
                <a:gd name="T0" fmla="*/ 0 w 222"/>
                <a:gd name="T1" fmla="*/ 2147483647 h 150"/>
                <a:gd name="T2" fmla="*/ 2147483647 w 222"/>
                <a:gd name="T3" fmla="*/ 2147483647 h 150"/>
                <a:gd name="T4" fmla="*/ 2147483647 w 222"/>
                <a:gd name="T5" fmla="*/ 2147483647 h 150"/>
                <a:gd name="T6" fmla="*/ 2147483647 w 222"/>
                <a:gd name="T7" fmla="*/ 2147483647 h 150"/>
                <a:gd name="T8" fmla="*/ 2147483647 w 222"/>
                <a:gd name="T9" fmla="*/ 2147483647 h 150"/>
                <a:gd name="T10" fmla="*/ 2147483647 w 222"/>
                <a:gd name="T11" fmla="*/ 2147483647 h 150"/>
                <a:gd name="T12" fmla="*/ 2147483647 w 222"/>
                <a:gd name="T13" fmla="*/ 2147483647 h 150"/>
                <a:gd name="T14" fmla="*/ 2147483647 w 222"/>
                <a:gd name="T15" fmla="*/ 2147483647 h 150"/>
                <a:gd name="T16" fmla="*/ 2147483647 w 222"/>
                <a:gd name="T17" fmla="*/ 2147483647 h 150"/>
                <a:gd name="T18" fmla="*/ 2147483647 w 222"/>
                <a:gd name="T19" fmla="*/ 2147483647 h 150"/>
                <a:gd name="T20" fmla="*/ 2147483647 w 222"/>
                <a:gd name="T21" fmla="*/ 2147483647 h 150"/>
                <a:gd name="T22" fmla="*/ 2147483647 w 222"/>
                <a:gd name="T23" fmla="*/ 2147483647 h 150"/>
                <a:gd name="T24" fmla="*/ 2147483647 w 222"/>
                <a:gd name="T25" fmla="*/ 2147483647 h 150"/>
                <a:gd name="T26" fmla="*/ 2147483647 w 222"/>
                <a:gd name="T27" fmla="*/ 2147483647 h 150"/>
                <a:gd name="T28" fmla="*/ 2147483647 w 222"/>
                <a:gd name="T29" fmla="*/ 2147483647 h 150"/>
                <a:gd name="T30" fmla="*/ 2147483647 w 222"/>
                <a:gd name="T31" fmla="*/ 2147483647 h 150"/>
                <a:gd name="T32" fmla="*/ 2147483647 w 222"/>
                <a:gd name="T33" fmla="*/ 2147483647 h 150"/>
                <a:gd name="T34" fmla="*/ 2147483647 w 222"/>
                <a:gd name="T35" fmla="*/ 2147483647 h 150"/>
                <a:gd name="T36" fmla="*/ 2147483647 w 222"/>
                <a:gd name="T37" fmla="*/ 2147483647 h 150"/>
                <a:gd name="T38" fmla="*/ 2147483647 w 222"/>
                <a:gd name="T39" fmla="*/ 2147483647 h 150"/>
                <a:gd name="T40" fmla="*/ 2147483647 w 222"/>
                <a:gd name="T41" fmla="*/ 2147483647 h 150"/>
                <a:gd name="T42" fmla="*/ 2147483647 w 222"/>
                <a:gd name="T43" fmla="*/ 2147483647 h 150"/>
                <a:gd name="T44" fmla="*/ 2147483647 w 222"/>
                <a:gd name="T45" fmla="*/ 2147483647 h 150"/>
                <a:gd name="T46" fmla="*/ 2147483647 w 222"/>
                <a:gd name="T47" fmla="*/ 2147483647 h 150"/>
                <a:gd name="T48" fmla="*/ 2147483647 w 222"/>
                <a:gd name="T49" fmla="*/ 2147483647 h 150"/>
                <a:gd name="T50" fmla="*/ 2147483647 w 222"/>
                <a:gd name="T51" fmla="*/ 2147483647 h 150"/>
                <a:gd name="T52" fmla="*/ 2147483647 w 222"/>
                <a:gd name="T53" fmla="*/ 2147483647 h 150"/>
                <a:gd name="T54" fmla="*/ 2147483647 w 222"/>
                <a:gd name="T55" fmla="*/ 2147483647 h 150"/>
                <a:gd name="T56" fmla="*/ 2147483647 w 222"/>
                <a:gd name="T57" fmla="*/ 2147483647 h 150"/>
                <a:gd name="T58" fmla="*/ 2147483647 w 222"/>
                <a:gd name="T59" fmla="*/ 2147483647 h 150"/>
                <a:gd name="T60" fmla="*/ 2147483647 w 222"/>
                <a:gd name="T61" fmla="*/ 2147483647 h 150"/>
                <a:gd name="T62" fmla="*/ 2147483647 w 222"/>
                <a:gd name="T63" fmla="*/ 2147483647 h 150"/>
                <a:gd name="T64" fmla="*/ 2147483647 w 222"/>
                <a:gd name="T65" fmla="*/ 2147483647 h 150"/>
                <a:gd name="T66" fmla="*/ 2147483647 w 222"/>
                <a:gd name="T67" fmla="*/ 2147483647 h 150"/>
                <a:gd name="T68" fmla="*/ 2147483647 w 222"/>
                <a:gd name="T69" fmla="*/ 2147483647 h 150"/>
                <a:gd name="T70" fmla="*/ 2147483647 w 222"/>
                <a:gd name="T71" fmla="*/ 2147483647 h 150"/>
                <a:gd name="T72" fmla="*/ 2147483647 w 222"/>
                <a:gd name="T73" fmla="*/ 2147483647 h 150"/>
                <a:gd name="T74" fmla="*/ 2147483647 w 222"/>
                <a:gd name="T75" fmla="*/ 2147483647 h 150"/>
                <a:gd name="T76" fmla="*/ 2147483647 w 222"/>
                <a:gd name="T77" fmla="*/ 2147483647 h 150"/>
                <a:gd name="T78" fmla="*/ 2147483647 w 222"/>
                <a:gd name="T79" fmla="*/ 2147483647 h 150"/>
                <a:gd name="T80" fmla="*/ 2147483647 w 222"/>
                <a:gd name="T81" fmla="*/ 0 h 150"/>
                <a:gd name="T82" fmla="*/ 2147483647 w 222"/>
                <a:gd name="T83" fmla="*/ 0 h 150"/>
                <a:gd name="T84" fmla="*/ 2147483647 w 222"/>
                <a:gd name="T85" fmla="*/ 2147483647 h 150"/>
                <a:gd name="T86" fmla="*/ 2147483647 w 222"/>
                <a:gd name="T87" fmla="*/ 0 h 150"/>
                <a:gd name="T88" fmla="*/ 2147483647 w 222"/>
                <a:gd name="T89" fmla="*/ 2147483647 h 150"/>
                <a:gd name="T90" fmla="*/ 2147483647 w 222"/>
                <a:gd name="T91" fmla="*/ 2147483647 h 150"/>
                <a:gd name="T92" fmla="*/ 2147483647 w 222"/>
                <a:gd name="T93" fmla="*/ 2147483647 h 150"/>
                <a:gd name="T94" fmla="*/ 2147483647 w 222"/>
                <a:gd name="T95" fmla="*/ 2147483647 h 150"/>
                <a:gd name="T96" fmla="*/ 2147483647 w 222"/>
                <a:gd name="T97" fmla="*/ 2147483647 h 150"/>
                <a:gd name="T98" fmla="*/ 2147483647 w 222"/>
                <a:gd name="T99" fmla="*/ 2147483647 h 150"/>
                <a:gd name="T100" fmla="*/ 2147483647 w 222"/>
                <a:gd name="T101" fmla="*/ 2147483647 h 150"/>
                <a:gd name="T102" fmla="*/ 0 w 222"/>
                <a:gd name="T103" fmla="*/ 2147483647 h 150"/>
                <a:gd name="T104" fmla="*/ 0 w 222"/>
                <a:gd name="T105" fmla="*/ 2147483647 h 15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22"/>
                <a:gd name="T160" fmla="*/ 0 h 150"/>
                <a:gd name="T161" fmla="*/ 222 w 222"/>
                <a:gd name="T162" fmla="*/ 150 h 15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22" h="150">
                  <a:moveTo>
                    <a:pt x="0" y="42"/>
                  </a:moveTo>
                  <a:lnTo>
                    <a:pt x="6" y="60"/>
                  </a:lnTo>
                  <a:lnTo>
                    <a:pt x="30" y="66"/>
                  </a:lnTo>
                  <a:lnTo>
                    <a:pt x="42" y="78"/>
                  </a:lnTo>
                  <a:lnTo>
                    <a:pt x="66" y="78"/>
                  </a:lnTo>
                  <a:lnTo>
                    <a:pt x="78" y="84"/>
                  </a:lnTo>
                  <a:lnTo>
                    <a:pt x="84" y="90"/>
                  </a:lnTo>
                  <a:lnTo>
                    <a:pt x="84" y="114"/>
                  </a:lnTo>
                  <a:lnTo>
                    <a:pt x="108" y="114"/>
                  </a:lnTo>
                  <a:lnTo>
                    <a:pt x="120" y="102"/>
                  </a:lnTo>
                  <a:lnTo>
                    <a:pt x="120" y="126"/>
                  </a:lnTo>
                  <a:lnTo>
                    <a:pt x="132" y="126"/>
                  </a:lnTo>
                  <a:lnTo>
                    <a:pt x="144" y="132"/>
                  </a:lnTo>
                  <a:lnTo>
                    <a:pt x="150" y="132"/>
                  </a:lnTo>
                  <a:lnTo>
                    <a:pt x="162" y="144"/>
                  </a:lnTo>
                  <a:lnTo>
                    <a:pt x="180" y="144"/>
                  </a:lnTo>
                  <a:lnTo>
                    <a:pt x="192" y="150"/>
                  </a:lnTo>
                  <a:lnTo>
                    <a:pt x="192" y="144"/>
                  </a:lnTo>
                  <a:lnTo>
                    <a:pt x="186" y="132"/>
                  </a:lnTo>
                  <a:lnTo>
                    <a:pt x="174" y="120"/>
                  </a:lnTo>
                  <a:lnTo>
                    <a:pt x="174" y="114"/>
                  </a:lnTo>
                  <a:lnTo>
                    <a:pt x="180" y="114"/>
                  </a:lnTo>
                  <a:lnTo>
                    <a:pt x="192" y="108"/>
                  </a:lnTo>
                  <a:lnTo>
                    <a:pt x="198" y="102"/>
                  </a:lnTo>
                  <a:lnTo>
                    <a:pt x="204" y="102"/>
                  </a:lnTo>
                  <a:lnTo>
                    <a:pt x="204" y="96"/>
                  </a:lnTo>
                  <a:lnTo>
                    <a:pt x="210" y="90"/>
                  </a:lnTo>
                  <a:lnTo>
                    <a:pt x="222" y="90"/>
                  </a:lnTo>
                  <a:lnTo>
                    <a:pt x="216" y="84"/>
                  </a:lnTo>
                  <a:lnTo>
                    <a:pt x="216" y="66"/>
                  </a:lnTo>
                  <a:lnTo>
                    <a:pt x="204" y="54"/>
                  </a:lnTo>
                  <a:lnTo>
                    <a:pt x="180" y="54"/>
                  </a:lnTo>
                  <a:lnTo>
                    <a:pt x="180" y="42"/>
                  </a:lnTo>
                  <a:lnTo>
                    <a:pt x="186" y="36"/>
                  </a:lnTo>
                  <a:lnTo>
                    <a:pt x="186" y="18"/>
                  </a:lnTo>
                  <a:lnTo>
                    <a:pt x="180" y="12"/>
                  </a:lnTo>
                  <a:lnTo>
                    <a:pt x="174" y="12"/>
                  </a:lnTo>
                  <a:lnTo>
                    <a:pt x="162" y="18"/>
                  </a:lnTo>
                  <a:lnTo>
                    <a:pt x="150" y="18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108" y="0"/>
                  </a:lnTo>
                  <a:lnTo>
                    <a:pt x="108" y="6"/>
                  </a:lnTo>
                  <a:lnTo>
                    <a:pt x="96" y="0"/>
                  </a:lnTo>
                  <a:lnTo>
                    <a:pt x="96" y="12"/>
                  </a:lnTo>
                  <a:lnTo>
                    <a:pt x="78" y="6"/>
                  </a:lnTo>
                  <a:lnTo>
                    <a:pt x="72" y="18"/>
                  </a:lnTo>
                  <a:lnTo>
                    <a:pt x="66" y="12"/>
                  </a:lnTo>
                  <a:lnTo>
                    <a:pt x="42" y="12"/>
                  </a:lnTo>
                  <a:lnTo>
                    <a:pt x="36" y="6"/>
                  </a:lnTo>
                  <a:lnTo>
                    <a:pt x="24" y="6"/>
                  </a:lnTo>
                  <a:lnTo>
                    <a:pt x="0" y="24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26" name="Belarus" descr="© INSCALE GmbH, 05.05.2010&#10;http://www.presentationload.com/">
              <a:extLst>
                <a:ext uri="{FF2B5EF4-FFF2-40B4-BE49-F238E27FC236}">
                  <a16:creationId xmlns:a16="http://schemas.microsoft.com/office/drawing/2014/main" id="{012540B9-35E3-4F1B-956C-3DD4FD43CD9A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797919" y="1322102"/>
              <a:ext cx="223227" cy="145251"/>
            </a:xfrm>
            <a:custGeom>
              <a:avLst/>
              <a:gdLst>
                <a:gd name="T0" fmla="*/ 2147483647 w 570"/>
                <a:gd name="T1" fmla="*/ 2147483647 h 372"/>
                <a:gd name="T2" fmla="*/ 2147483647 w 570"/>
                <a:gd name="T3" fmla="*/ 2147483647 h 372"/>
                <a:gd name="T4" fmla="*/ 2147483647 w 570"/>
                <a:gd name="T5" fmla="*/ 2147483647 h 372"/>
                <a:gd name="T6" fmla="*/ 2147483647 w 570"/>
                <a:gd name="T7" fmla="*/ 2147483647 h 372"/>
                <a:gd name="T8" fmla="*/ 2147483647 w 570"/>
                <a:gd name="T9" fmla="*/ 2147483647 h 372"/>
                <a:gd name="T10" fmla="*/ 2147483647 w 570"/>
                <a:gd name="T11" fmla="*/ 2147483647 h 372"/>
                <a:gd name="T12" fmla="*/ 2147483647 w 570"/>
                <a:gd name="T13" fmla="*/ 2147483647 h 372"/>
                <a:gd name="T14" fmla="*/ 2147483647 w 570"/>
                <a:gd name="T15" fmla="*/ 2147483647 h 372"/>
                <a:gd name="T16" fmla="*/ 2147483647 w 570"/>
                <a:gd name="T17" fmla="*/ 2147483647 h 372"/>
                <a:gd name="T18" fmla="*/ 2147483647 w 570"/>
                <a:gd name="T19" fmla="*/ 2147483647 h 372"/>
                <a:gd name="T20" fmla="*/ 2147483647 w 570"/>
                <a:gd name="T21" fmla="*/ 2147483647 h 372"/>
                <a:gd name="T22" fmla="*/ 2147483647 w 570"/>
                <a:gd name="T23" fmla="*/ 2147483647 h 372"/>
                <a:gd name="T24" fmla="*/ 2147483647 w 570"/>
                <a:gd name="T25" fmla="*/ 2147483647 h 372"/>
                <a:gd name="T26" fmla="*/ 2147483647 w 570"/>
                <a:gd name="T27" fmla="*/ 2147483647 h 372"/>
                <a:gd name="T28" fmla="*/ 2147483647 w 570"/>
                <a:gd name="T29" fmla="*/ 2147483647 h 372"/>
                <a:gd name="T30" fmla="*/ 2147483647 w 570"/>
                <a:gd name="T31" fmla="*/ 2147483647 h 372"/>
                <a:gd name="T32" fmla="*/ 2147483647 w 570"/>
                <a:gd name="T33" fmla="*/ 2147483647 h 372"/>
                <a:gd name="T34" fmla="*/ 2147483647 w 570"/>
                <a:gd name="T35" fmla="*/ 2147483647 h 372"/>
                <a:gd name="T36" fmla="*/ 2147483647 w 570"/>
                <a:gd name="T37" fmla="*/ 2147483647 h 372"/>
                <a:gd name="T38" fmla="*/ 2147483647 w 570"/>
                <a:gd name="T39" fmla="*/ 2147483647 h 372"/>
                <a:gd name="T40" fmla="*/ 2147483647 w 570"/>
                <a:gd name="T41" fmla="*/ 2147483647 h 372"/>
                <a:gd name="T42" fmla="*/ 2147483647 w 570"/>
                <a:gd name="T43" fmla="*/ 2147483647 h 372"/>
                <a:gd name="T44" fmla="*/ 2147483647 w 570"/>
                <a:gd name="T45" fmla="*/ 2147483647 h 372"/>
                <a:gd name="T46" fmla="*/ 2147483647 w 570"/>
                <a:gd name="T47" fmla="*/ 2147483647 h 372"/>
                <a:gd name="T48" fmla="*/ 2147483647 w 570"/>
                <a:gd name="T49" fmla="*/ 2147483647 h 372"/>
                <a:gd name="T50" fmla="*/ 2147483647 w 570"/>
                <a:gd name="T51" fmla="*/ 2147483647 h 372"/>
                <a:gd name="T52" fmla="*/ 2147483647 w 570"/>
                <a:gd name="T53" fmla="*/ 2147483647 h 372"/>
                <a:gd name="T54" fmla="*/ 2147483647 w 570"/>
                <a:gd name="T55" fmla="*/ 2147483647 h 372"/>
                <a:gd name="T56" fmla="*/ 2147483647 w 570"/>
                <a:gd name="T57" fmla="*/ 0 h 372"/>
                <a:gd name="T58" fmla="*/ 2147483647 w 570"/>
                <a:gd name="T59" fmla="*/ 2147483647 h 372"/>
                <a:gd name="T60" fmla="*/ 2147483647 w 570"/>
                <a:gd name="T61" fmla="*/ 2147483647 h 372"/>
                <a:gd name="T62" fmla="*/ 2147483647 w 570"/>
                <a:gd name="T63" fmla="*/ 2147483647 h 372"/>
                <a:gd name="T64" fmla="*/ 2147483647 w 570"/>
                <a:gd name="T65" fmla="*/ 2147483647 h 372"/>
                <a:gd name="T66" fmla="*/ 2147483647 w 570"/>
                <a:gd name="T67" fmla="*/ 2147483647 h 372"/>
                <a:gd name="T68" fmla="*/ 2147483647 w 570"/>
                <a:gd name="T69" fmla="*/ 2147483647 h 372"/>
                <a:gd name="T70" fmla="*/ 2147483647 w 570"/>
                <a:gd name="T71" fmla="*/ 2147483647 h 372"/>
                <a:gd name="T72" fmla="*/ 2147483647 w 570"/>
                <a:gd name="T73" fmla="*/ 2147483647 h 372"/>
                <a:gd name="T74" fmla="*/ 2147483647 w 570"/>
                <a:gd name="T75" fmla="*/ 2147483647 h 372"/>
                <a:gd name="T76" fmla="*/ 2147483647 w 570"/>
                <a:gd name="T77" fmla="*/ 2147483647 h 372"/>
                <a:gd name="T78" fmla="*/ 2147483647 w 570"/>
                <a:gd name="T79" fmla="*/ 2147483647 h 372"/>
                <a:gd name="T80" fmla="*/ 2147483647 w 570"/>
                <a:gd name="T81" fmla="*/ 2147483647 h 372"/>
                <a:gd name="T82" fmla="*/ 2147483647 w 570"/>
                <a:gd name="T83" fmla="*/ 2147483647 h 372"/>
                <a:gd name="T84" fmla="*/ 2147483647 w 570"/>
                <a:gd name="T85" fmla="*/ 2147483647 h 372"/>
                <a:gd name="T86" fmla="*/ 2147483647 w 570"/>
                <a:gd name="T87" fmla="*/ 2147483647 h 372"/>
                <a:gd name="T88" fmla="*/ 2147483647 w 570"/>
                <a:gd name="T89" fmla="*/ 2147483647 h 372"/>
                <a:gd name="T90" fmla="*/ 2147483647 w 570"/>
                <a:gd name="T91" fmla="*/ 2147483647 h 372"/>
                <a:gd name="T92" fmla="*/ 2147483647 w 570"/>
                <a:gd name="T93" fmla="*/ 2147483647 h 372"/>
                <a:gd name="T94" fmla="*/ 2147483647 w 570"/>
                <a:gd name="T95" fmla="*/ 2147483647 h 372"/>
                <a:gd name="T96" fmla="*/ 2147483647 w 570"/>
                <a:gd name="T97" fmla="*/ 2147483647 h 37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70"/>
                <a:gd name="T148" fmla="*/ 0 h 372"/>
                <a:gd name="T149" fmla="*/ 570 w 570"/>
                <a:gd name="T150" fmla="*/ 372 h 37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70" h="372">
                  <a:moveTo>
                    <a:pt x="24" y="312"/>
                  </a:moveTo>
                  <a:lnTo>
                    <a:pt x="24" y="342"/>
                  </a:lnTo>
                  <a:lnTo>
                    <a:pt x="30" y="354"/>
                  </a:lnTo>
                  <a:lnTo>
                    <a:pt x="36" y="360"/>
                  </a:lnTo>
                  <a:lnTo>
                    <a:pt x="48" y="360"/>
                  </a:lnTo>
                  <a:lnTo>
                    <a:pt x="60" y="354"/>
                  </a:lnTo>
                  <a:lnTo>
                    <a:pt x="72" y="342"/>
                  </a:lnTo>
                  <a:lnTo>
                    <a:pt x="72" y="336"/>
                  </a:lnTo>
                  <a:lnTo>
                    <a:pt x="108" y="336"/>
                  </a:lnTo>
                  <a:lnTo>
                    <a:pt x="120" y="330"/>
                  </a:lnTo>
                  <a:lnTo>
                    <a:pt x="126" y="324"/>
                  </a:lnTo>
                  <a:lnTo>
                    <a:pt x="174" y="324"/>
                  </a:lnTo>
                  <a:lnTo>
                    <a:pt x="174" y="330"/>
                  </a:lnTo>
                  <a:lnTo>
                    <a:pt x="180" y="336"/>
                  </a:lnTo>
                  <a:lnTo>
                    <a:pt x="216" y="336"/>
                  </a:lnTo>
                  <a:lnTo>
                    <a:pt x="240" y="342"/>
                  </a:lnTo>
                  <a:lnTo>
                    <a:pt x="258" y="354"/>
                  </a:lnTo>
                  <a:lnTo>
                    <a:pt x="264" y="348"/>
                  </a:lnTo>
                  <a:lnTo>
                    <a:pt x="282" y="360"/>
                  </a:lnTo>
                  <a:lnTo>
                    <a:pt x="294" y="348"/>
                  </a:lnTo>
                  <a:lnTo>
                    <a:pt x="300" y="360"/>
                  </a:lnTo>
                  <a:lnTo>
                    <a:pt x="318" y="354"/>
                  </a:lnTo>
                  <a:lnTo>
                    <a:pt x="324" y="360"/>
                  </a:lnTo>
                  <a:lnTo>
                    <a:pt x="336" y="354"/>
                  </a:lnTo>
                  <a:lnTo>
                    <a:pt x="348" y="366"/>
                  </a:lnTo>
                  <a:lnTo>
                    <a:pt x="348" y="360"/>
                  </a:lnTo>
                  <a:lnTo>
                    <a:pt x="354" y="354"/>
                  </a:lnTo>
                  <a:lnTo>
                    <a:pt x="372" y="354"/>
                  </a:lnTo>
                  <a:lnTo>
                    <a:pt x="378" y="360"/>
                  </a:lnTo>
                  <a:lnTo>
                    <a:pt x="378" y="372"/>
                  </a:lnTo>
                  <a:lnTo>
                    <a:pt x="384" y="372"/>
                  </a:lnTo>
                  <a:lnTo>
                    <a:pt x="396" y="366"/>
                  </a:lnTo>
                  <a:lnTo>
                    <a:pt x="420" y="366"/>
                  </a:lnTo>
                  <a:lnTo>
                    <a:pt x="426" y="372"/>
                  </a:lnTo>
                  <a:lnTo>
                    <a:pt x="444" y="372"/>
                  </a:lnTo>
                  <a:lnTo>
                    <a:pt x="450" y="366"/>
                  </a:lnTo>
                  <a:lnTo>
                    <a:pt x="450" y="354"/>
                  </a:lnTo>
                  <a:lnTo>
                    <a:pt x="444" y="348"/>
                  </a:lnTo>
                  <a:lnTo>
                    <a:pt x="450" y="336"/>
                  </a:lnTo>
                  <a:lnTo>
                    <a:pt x="456" y="330"/>
                  </a:lnTo>
                  <a:lnTo>
                    <a:pt x="468" y="324"/>
                  </a:lnTo>
                  <a:lnTo>
                    <a:pt x="474" y="312"/>
                  </a:lnTo>
                  <a:lnTo>
                    <a:pt x="498" y="312"/>
                  </a:lnTo>
                  <a:lnTo>
                    <a:pt x="516" y="318"/>
                  </a:lnTo>
                  <a:lnTo>
                    <a:pt x="516" y="300"/>
                  </a:lnTo>
                  <a:lnTo>
                    <a:pt x="510" y="288"/>
                  </a:lnTo>
                  <a:lnTo>
                    <a:pt x="504" y="282"/>
                  </a:lnTo>
                  <a:lnTo>
                    <a:pt x="504" y="264"/>
                  </a:lnTo>
                  <a:lnTo>
                    <a:pt x="480" y="240"/>
                  </a:lnTo>
                  <a:lnTo>
                    <a:pt x="480" y="234"/>
                  </a:lnTo>
                  <a:lnTo>
                    <a:pt x="486" y="228"/>
                  </a:lnTo>
                  <a:lnTo>
                    <a:pt x="510" y="228"/>
                  </a:lnTo>
                  <a:lnTo>
                    <a:pt x="510" y="234"/>
                  </a:lnTo>
                  <a:lnTo>
                    <a:pt x="516" y="234"/>
                  </a:lnTo>
                  <a:lnTo>
                    <a:pt x="522" y="240"/>
                  </a:lnTo>
                  <a:lnTo>
                    <a:pt x="528" y="240"/>
                  </a:lnTo>
                  <a:lnTo>
                    <a:pt x="552" y="228"/>
                  </a:lnTo>
                  <a:lnTo>
                    <a:pt x="558" y="216"/>
                  </a:lnTo>
                  <a:lnTo>
                    <a:pt x="570" y="210"/>
                  </a:lnTo>
                  <a:lnTo>
                    <a:pt x="546" y="198"/>
                  </a:lnTo>
                  <a:lnTo>
                    <a:pt x="552" y="192"/>
                  </a:lnTo>
                  <a:lnTo>
                    <a:pt x="552" y="186"/>
                  </a:lnTo>
                  <a:lnTo>
                    <a:pt x="546" y="186"/>
                  </a:lnTo>
                  <a:lnTo>
                    <a:pt x="540" y="180"/>
                  </a:lnTo>
                  <a:lnTo>
                    <a:pt x="504" y="180"/>
                  </a:lnTo>
                  <a:lnTo>
                    <a:pt x="504" y="156"/>
                  </a:lnTo>
                  <a:lnTo>
                    <a:pt x="474" y="144"/>
                  </a:lnTo>
                  <a:lnTo>
                    <a:pt x="474" y="132"/>
                  </a:lnTo>
                  <a:lnTo>
                    <a:pt x="456" y="114"/>
                  </a:lnTo>
                  <a:lnTo>
                    <a:pt x="444" y="108"/>
                  </a:lnTo>
                  <a:lnTo>
                    <a:pt x="438" y="102"/>
                  </a:lnTo>
                  <a:lnTo>
                    <a:pt x="444" y="84"/>
                  </a:lnTo>
                  <a:lnTo>
                    <a:pt x="432" y="66"/>
                  </a:lnTo>
                  <a:lnTo>
                    <a:pt x="438" y="60"/>
                  </a:lnTo>
                  <a:lnTo>
                    <a:pt x="438" y="48"/>
                  </a:lnTo>
                  <a:lnTo>
                    <a:pt x="432" y="42"/>
                  </a:lnTo>
                  <a:lnTo>
                    <a:pt x="396" y="24"/>
                  </a:lnTo>
                  <a:lnTo>
                    <a:pt x="390" y="18"/>
                  </a:lnTo>
                  <a:lnTo>
                    <a:pt x="384" y="18"/>
                  </a:lnTo>
                  <a:lnTo>
                    <a:pt x="354" y="36"/>
                  </a:lnTo>
                  <a:lnTo>
                    <a:pt x="348" y="18"/>
                  </a:lnTo>
                  <a:lnTo>
                    <a:pt x="312" y="12"/>
                  </a:lnTo>
                  <a:lnTo>
                    <a:pt x="300" y="18"/>
                  </a:lnTo>
                  <a:lnTo>
                    <a:pt x="300" y="12"/>
                  </a:lnTo>
                  <a:lnTo>
                    <a:pt x="294" y="6"/>
                  </a:lnTo>
                  <a:lnTo>
                    <a:pt x="276" y="6"/>
                  </a:lnTo>
                  <a:lnTo>
                    <a:pt x="270" y="0"/>
                  </a:lnTo>
                  <a:lnTo>
                    <a:pt x="258" y="0"/>
                  </a:lnTo>
                  <a:lnTo>
                    <a:pt x="252" y="6"/>
                  </a:lnTo>
                  <a:lnTo>
                    <a:pt x="246" y="18"/>
                  </a:lnTo>
                  <a:lnTo>
                    <a:pt x="240" y="24"/>
                  </a:lnTo>
                  <a:lnTo>
                    <a:pt x="234" y="24"/>
                  </a:lnTo>
                  <a:lnTo>
                    <a:pt x="228" y="30"/>
                  </a:lnTo>
                  <a:lnTo>
                    <a:pt x="222" y="24"/>
                  </a:lnTo>
                  <a:lnTo>
                    <a:pt x="198" y="24"/>
                  </a:lnTo>
                  <a:lnTo>
                    <a:pt x="192" y="30"/>
                  </a:lnTo>
                  <a:lnTo>
                    <a:pt x="180" y="36"/>
                  </a:lnTo>
                  <a:lnTo>
                    <a:pt x="174" y="42"/>
                  </a:lnTo>
                  <a:lnTo>
                    <a:pt x="174" y="54"/>
                  </a:lnTo>
                  <a:lnTo>
                    <a:pt x="192" y="72"/>
                  </a:lnTo>
                  <a:lnTo>
                    <a:pt x="186" y="78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56" y="72"/>
                  </a:lnTo>
                  <a:lnTo>
                    <a:pt x="162" y="90"/>
                  </a:lnTo>
                  <a:lnTo>
                    <a:pt x="144" y="90"/>
                  </a:lnTo>
                  <a:lnTo>
                    <a:pt x="138" y="96"/>
                  </a:lnTo>
                  <a:lnTo>
                    <a:pt x="138" y="102"/>
                  </a:lnTo>
                  <a:lnTo>
                    <a:pt x="144" y="114"/>
                  </a:lnTo>
                  <a:lnTo>
                    <a:pt x="144" y="120"/>
                  </a:lnTo>
                  <a:lnTo>
                    <a:pt x="132" y="120"/>
                  </a:lnTo>
                  <a:lnTo>
                    <a:pt x="132" y="126"/>
                  </a:lnTo>
                  <a:lnTo>
                    <a:pt x="138" y="132"/>
                  </a:lnTo>
                  <a:lnTo>
                    <a:pt x="138" y="144"/>
                  </a:lnTo>
                  <a:lnTo>
                    <a:pt x="144" y="150"/>
                  </a:lnTo>
                  <a:lnTo>
                    <a:pt x="144" y="156"/>
                  </a:lnTo>
                  <a:lnTo>
                    <a:pt x="132" y="156"/>
                  </a:lnTo>
                  <a:lnTo>
                    <a:pt x="138" y="150"/>
                  </a:lnTo>
                  <a:lnTo>
                    <a:pt x="138" y="144"/>
                  </a:lnTo>
                  <a:lnTo>
                    <a:pt x="120" y="144"/>
                  </a:lnTo>
                  <a:lnTo>
                    <a:pt x="108" y="150"/>
                  </a:lnTo>
                  <a:lnTo>
                    <a:pt x="102" y="156"/>
                  </a:lnTo>
                  <a:lnTo>
                    <a:pt x="96" y="168"/>
                  </a:lnTo>
                  <a:lnTo>
                    <a:pt x="84" y="156"/>
                  </a:lnTo>
                  <a:lnTo>
                    <a:pt x="84" y="174"/>
                  </a:lnTo>
                  <a:lnTo>
                    <a:pt x="54" y="174"/>
                  </a:lnTo>
                  <a:lnTo>
                    <a:pt x="54" y="168"/>
                  </a:lnTo>
                  <a:lnTo>
                    <a:pt x="48" y="162"/>
                  </a:lnTo>
                  <a:lnTo>
                    <a:pt x="42" y="162"/>
                  </a:lnTo>
                  <a:lnTo>
                    <a:pt x="30" y="168"/>
                  </a:lnTo>
                  <a:lnTo>
                    <a:pt x="18" y="168"/>
                  </a:lnTo>
                  <a:lnTo>
                    <a:pt x="12" y="174"/>
                  </a:lnTo>
                  <a:lnTo>
                    <a:pt x="6" y="174"/>
                  </a:lnTo>
                  <a:lnTo>
                    <a:pt x="12" y="186"/>
                  </a:lnTo>
                  <a:lnTo>
                    <a:pt x="18" y="192"/>
                  </a:lnTo>
                  <a:lnTo>
                    <a:pt x="18" y="204"/>
                  </a:lnTo>
                  <a:lnTo>
                    <a:pt x="24" y="210"/>
                  </a:lnTo>
                  <a:lnTo>
                    <a:pt x="36" y="234"/>
                  </a:lnTo>
                  <a:lnTo>
                    <a:pt x="42" y="240"/>
                  </a:lnTo>
                  <a:lnTo>
                    <a:pt x="42" y="246"/>
                  </a:lnTo>
                  <a:lnTo>
                    <a:pt x="36" y="252"/>
                  </a:lnTo>
                  <a:lnTo>
                    <a:pt x="36" y="264"/>
                  </a:lnTo>
                  <a:lnTo>
                    <a:pt x="12" y="270"/>
                  </a:lnTo>
                  <a:lnTo>
                    <a:pt x="12" y="288"/>
                  </a:lnTo>
                  <a:lnTo>
                    <a:pt x="0" y="288"/>
                  </a:lnTo>
                  <a:lnTo>
                    <a:pt x="0" y="294"/>
                  </a:lnTo>
                  <a:lnTo>
                    <a:pt x="6" y="300"/>
                  </a:lnTo>
                  <a:lnTo>
                    <a:pt x="12" y="300"/>
                  </a:lnTo>
                  <a:lnTo>
                    <a:pt x="24" y="312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/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27" name="Bangladesh" descr="© INSCALE GmbH, 05.05.2010&#10;http://www.presentationload.com/">
              <a:extLst>
                <a:ext uri="{FF2B5EF4-FFF2-40B4-BE49-F238E27FC236}">
                  <a16:creationId xmlns:a16="http://schemas.microsoft.com/office/drawing/2014/main" id="{DA680E1E-5E3A-4299-8112-813C86A0F985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3594440" y="2241002"/>
              <a:ext cx="146781" cy="166657"/>
            </a:xfrm>
            <a:custGeom>
              <a:avLst/>
              <a:gdLst>
                <a:gd name="T0" fmla="*/ 2147483647 w 372"/>
                <a:gd name="T1" fmla="*/ 2147483647 h 426"/>
                <a:gd name="T2" fmla="*/ 2147483647 w 372"/>
                <a:gd name="T3" fmla="*/ 2147483647 h 426"/>
                <a:gd name="T4" fmla="*/ 2147483647 w 372"/>
                <a:gd name="T5" fmla="*/ 2147483647 h 426"/>
                <a:gd name="T6" fmla="*/ 2147483647 w 372"/>
                <a:gd name="T7" fmla="*/ 2147483647 h 426"/>
                <a:gd name="T8" fmla="*/ 2147483647 w 372"/>
                <a:gd name="T9" fmla="*/ 2147483647 h 426"/>
                <a:gd name="T10" fmla="*/ 2147483647 w 372"/>
                <a:gd name="T11" fmla="*/ 2147483647 h 426"/>
                <a:gd name="T12" fmla="*/ 2147483647 w 372"/>
                <a:gd name="T13" fmla="*/ 2147483647 h 426"/>
                <a:gd name="T14" fmla="*/ 2147483647 w 372"/>
                <a:gd name="T15" fmla="*/ 2147483647 h 426"/>
                <a:gd name="T16" fmla="*/ 2147483647 w 372"/>
                <a:gd name="T17" fmla="*/ 2147483647 h 426"/>
                <a:gd name="T18" fmla="*/ 2147483647 w 372"/>
                <a:gd name="T19" fmla="*/ 2147483647 h 426"/>
                <a:gd name="T20" fmla="*/ 2147483647 w 372"/>
                <a:gd name="T21" fmla="*/ 2147483647 h 426"/>
                <a:gd name="T22" fmla="*/ 2147483647 w 372"/>
                <a:gd name="T23" fmla="*/ 2147483647 h 426"/>
                <a:gd name="T24" fmla="*/ 2147483647 w 372"/>
                <a:gd name="T25" fmla="*/ 2147483647 h 426"/>
                <a:gd name="T26" fmla="*/ 2147483647 w 372"/>
                <a:gd name="T27" fmla="*/ 2147483647 h 426"/>
                <a:gd name="T28" fmla="*/ 2147483647 w 372"/>
                <a:gd name="T29" fmla="*/ 2147483647 h 426"/>
                <a:gd name="T30" fmla="*/ 2147483647 w 372"/>
                <a:gd name="T31" fmla="*/ 2147483647 h 426"/>
                <a:gd name="T32" fmla="*/ 2147483647 w 372"/>
                <a:gd name="T33" fmla="*/ 2147483647 h 426"/>
                <a:gd name="T34" fmla="*/ 2147483647 w 372"/>
                <a:gd name="T35" fmla="*/ 2147483647 h 426"/>
                <a:gd name="T36" fmla="*/ 2147483647 w 372"/>
                <a:gd name="T37" fmla="*/ 2147483647 h 426"/>
                <a:gd name="T38" fmla="*/ 2147483647 w 372"/>
                <a:gd name="T39" fmla="*/ 2147483647 h 426"/>
                <a:gd name="T40" fmla="*/ 2147483647 w 372"/>
                <a:gd name="T41" fmla="*/ 2147483647 h 426"/>
                <a:gd name="T42" fmla="*/ 2147483647 w 372"/>
                <a:gd name="T43" fmla="*/ 2147483647 h 426"/>
                <a:gd name="T44" fmla="*/ 2147483647 w 372"/>
                <a:gd name="T45" fmla="*/ 2147483647 h 426"/>
                <a:gd name="T46" fmla="*/ 2147483647 w 372"/>
                <a:gd name="T47" fmla="*/ 2147483647 h 426"/>
                <a:gd name="T48" fmla="*/ 2147483647 w 372"/>
                <a:gd name="T49" fmla="*/ 2147483647 h 426"/>
                <a:gd name="T50" fmla="*/ 2147483647 w 372"/>
                <a:gd name="T51" fmla="*/ 2147483647 h 426"/>
                <a:gd name="T52" fmla="*/ 2147483647 w 372"/>
                <a:gd name="T53" fmla="*/ 2147483647 h 426"/>
                <a:gd name="T54" fmla="*/ 2147483647 w 372"/>
                <a:gd name="T55" fmla="*/ 2147483647 h 426"/>
                <a:gd name="T56" fmla="*/ 2147483647 w 372"/>
                <a:gd name="T57" fmla="*/ 2147483647 h 426"/>
                <a:gd name="T58" fmla="*/ 2147483647 w 372"/>
                <a:gd name="T59" fmla="*/ 2147483647 h 426"/>
                <a:gd name="T60" fmla="*/ 2147483647 w 372"/>
                <a:gd name="T61" fmla="*/ 2147483647 h 426"/>
                <a:gd name="T62" fmla="*/ 2147483647 w 372"/>
                <a:gd name="T63" fmla="*/ 2147483647 h 426"/>
                <a:gd name="T64" fmla="*/ 2147483647 w 372"/>
                <a:gd name="T65" fmla="*/ 2147483647 h 426"/>
                <a:gd name="T66" fmla="*/ 2147483647 w 372"/>
                <a:gd name="T67" fmla="*/ 2147483647 h 426"/>
                <a:gd name="T68" fmla="*/ 2147483647 w 372"/>
                <a:gd name="T69" fmla="*/ 2147483647 h 426"/>
                <a:gd name="T70" fmla="*/ 2147483647 w 372"/>
                <a:gd name="T71" fmla="*/ 2147483647 h 426"/>
                <a:gd name="T72" fmla="*/ 2147483647 w 372"/>
                <a:gd name="T73" fmla="*/ 2147483647 h 426"/>
                <a:gd name="T74" fmla="*/ 2147483647 w 372"/>
                <a:gd name="T75" fmla="*/ 2147483647 h 426"/>
                <a:gd name="T76" fmla="*/ 2147483647 w 372"/>
                <a:gd name="T77" fmla="*/ 2147483647 h 426"/>
                <a:gd name="T78" fmla="*/ 2147483647 w 372"/>
                <a:gd name="T79" fmla="*/ 2147483647 h 426"/>
                <a:gd name="T80" fmla="*/ 2147483647 w 372"/>
                <a:gd name="T81" fmla="*/ 2147483647 h 426"/>
                <a:gd name="T82" fmla="*/ 2147483647 w 372"/>
                <a:gd name="T83" fmla="*/ 2147483647 h 426"/>
                <a:gd name="T84" fmla="*/ 2147483647 w 372"/>
                <a:gd name="T85" fmla="*/ 0 h 426"/>
                <a:gd name="T86" fmla="*/ 2147483647 w 372"/>
                <a:gd name="T87" fmla="*/ 2147483647 h 426"/>
                <a:gd name="T88" fmla="*/ 0 w 372"/>
                <a:gd name="T89" fmla="*/ 2147483647 h 426"/>
                <a:gd name="T90" fmla="*/ 2147483647 w 372"/>
                <a:gd name="T91" fmla="*/ 2147483647 h 426"/>
                <a:gd name="T92" fmla="*/ 2147483647 w 372"/>
                <a:gd name="T93" fmla="*/ 2147483647 h 426"/>
                <a:gd name="T94" fmla="*/ 2147483647 w 372"/>
                <a:gd name="T95" fmla="*/ 2147483647 h 426"/>
                <a:gd name="T96" fmla="*/ 2147483647 w 372"/>
                <a:gd name="T97" fmla="*/ 2147483647 h 426"/>
                <a:gd name="T98" fmla="*/ 2147483647 w 372"/>
                <a:gd name="T99" fmla="*/ 2147483647 h 426"/>
                <a:gd name="T100" fmla="*/ 2147483647 w 372"/>
                <a:gd name="T101" fmla="*/ 2147483647 h 426"/>
                <a:gd name="T102" fmla="*/ 2147483647 w 372"/>
                <a:gd name="T103" fmla="*/ 2147483647 h 426"/>
                <a:gd name="T104" fmla="*/ 2147483647 w 372"/>
                <a:gd name="T105" fmla="*/ 2147483647 h 426"/>
                <a:gd name="T106" fmla="*/ 2147483647 w 372"/>
                <a:gd name="T107" fmla="*/ 2147483647 h 426"/>
                <a:gd name="T108" fmla="*/ 2147483647 w 372"/>
                <a:gd name="T109" fmla="*/ 2147483647 h 426"/>
                <a:gd name="T110" fmla="*/ 2147483647 w 372"/>
                <a:gd name="T111" fmla="*/ 2147483647 h 426"/>
                <a:gd name="T112" fmla="*/ 2147483647 w 372"/>
                <a:gd name="T113" fmla="*/ 2147483647 h 426"/>
                <a:gd name="T114" fmla="*/ 2147483647 w 372"/>
                <a:gd name="T115" fmla="*/ 2147483647 h 42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72"/>
                <a:gd name="T175" fmla="*/ 0 h 426"/>
                <a:gd name="T176" fmla="*/ 372 w 372"/>
                <a:gd name="T177" fmla="*/ 426 h 42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72" h="426">
                  <a:moveTo>
                    <a:pt x="132" y="414"/>
                  </a:moveTo>
                  <a:lnTo>
                    <a:pt x="138" y="354"/>
                  </a:lnTo>
                  <a:lnTo>
                    <a:pt x="144" y="354"/>
                  </a:lnTo>
                  <a:lnTo>
                    <a:pt x="150" y="360"/>
                  </a:lnTo>
                  <a:lnTo>
                    <a:pt x="162" y="360"/>
                  </a:lnTo>
                  <a:lnTo>
                    <a:pt x="174" y="366"/>
                  </a:lnTo>
                  <a:lnTo>
                    <a:pt x="192" y="372"/>
                  </a:lnTo>
                  <a:lnTo>
                    <a:pt x="216" y="372"/>
                  </a:lnTo>
                  <a:lnTo>
                    <a:pt x="210" y="366"/>
                  </a:lnTo>
                  <a:lnTo>
                    <a:pt x="210" y="348"/>
                  </a:lnTo>
                  <a:lnTo>
                    <a:pt x="204" y="342"/>
                  </a:lnTo>
                  <a:lnTo>
                    <a:pt x="222" y="342"/>
                  </a:lnTo>
                  <a:lnTo>
                    <a:pt x="258" y="360"/>
                  </a:lnTo>
                  <a:lnTo>
                    <a:pt x="270" y="360"/>
                  </a:lnTo>
                  <a:lnTo>
                    <a:pt x="282" y="348"/>
                  </a:lnTo>
                  <a:lnTo>
                    <a:pt x="282" y="336"/>
                  </a:lnTo>
                  <a:lnTo>
                    <a:pt x="270" y="300"/>
                  </a:lnTo>
                  <a:lnTo>
                    <a:pt x="318" y="354"/>
                  </a:lnTo>
                  <a:lnTo>
                    <a:pt x="318" y="360"/>
                  </a:lnTo>
                  <a:lnTo>
                    <a:pt x="312" y="366"/>
                  </a:lnTo>
                  <a:lnTo>
                    <a:pt x="312" y="390"/>
                  </a:lnTo>
                  <a:lnTo>
                    <a:pt x="306" y="402"/>
                  </a:lnTo>
                  <a:lnTo>
                    <a:pt x="306" y="414"/>
                  </a:lnTo>
                  <a:lnTo>
                    <a:pt x="312" y="420"/>
                  </a:lnTo>
                  <a:lnTo>
                    <a:pt x="324" y="420"/>
                  </a:lnTo>
                  <a:lnTo>
                    <a:pt x="330" y="426"/>
                  </a:lnTo>
                  <a:lnTo>
                    <a:pt x="336" y="414"/>
                  </a:lnTo>
                  <a:lnTo>
                    <a:pt x="336" y="408"/>
                  </a:lnTo>
                  <a:lnTo>
                    <a:pt x="372" y="414"/>
                  </a:lnTo>
                  <a:lnTo>
                    <a:pt x="360" y="354"/>
                  </a:lnTo>
                  <a:lnTo>
                    <a:pt x="360" y="348"/>
                  </a:lnTo>
                  <a:lnTo>
                    <a:pt x="354" y="342"/>
                  </a:lnTo>
                  <a:lnTo>
                    <a:pt x="348" y="330"/>
                  </a:lnTo>
                  <a:lnTo>
                    <a:pt x="342" y="312"/>
                  </a:lnTo>
                  <a:lnTo>
                    <a:pt x="336" y="300"/>
                  </a:lnTo>
                  <a:lnTo>
                    <a:pt x="336" y="288"/>
                  </a:lnTo>
                  <a:lnTo>
                    <a:pt x="330" y="276"/>
                  </a:lnTo>
                  <a:lnTo>
                    <a:pt x="330" y="270"/>
                  </a:lnTo>
                  <a:lnTo>
                    <a:pt x="324" y="258"/>
                  </a:lnTo>
                  <a:lnTo>
                    <a:pt x="324" y="240"/>
                  </a:lnTo>
                  <a:lnTo>
                    <a:pt x="318" y="234"/>
                  </a:lnTo>
                  <a:lnTo>
                    <a:pt x="306" y="228"/>
                  </a:lnTo>
                  <a:lnTo>
                    <a:pt x="288" y="228"/>
                  </a:lnTo>
                  <a:lnTo>
                    <a:pt x="288" y="252"/>
                  </a:lnTo>
                  <a:lnTo>
                    <a:pt x="282" y="288"/>
                  </a:lnTo>
                  <a:lnTo>
                    <a:pt x="264" y="264"/>
                  </a:lnTo>
                  <a:lnTo>
                    <a:pt x="258" y="264"/>
                  </a:lnTo>
                  <a:lnTo>
                    <a:pt x="240" y="246"/>
                  </a:lnTo>
                  <a:lnTo>
                    <a:pt x="234" y="234"/>
                  </a:lnTo>
                  <a:lnTo>
                    <a:pt x="234" y="216"/>
                  </a:lnTo>
                  <a:lnTo>
                    <a:pt x="240" y="204"/>
                  </a:lnTo>
                  <a:lnTo>
                    <a:pt x="252" y="192"/>
                  </a:lnTo>
                  <a:lnTo>
                    <a:pt x="258" y="192"/>
                  </a:lnTo>
                  <a:lnTo>
                    <a:pt x="270" y="186"/>
                  </a:lnTo>
                  <a:lnTo>
                    <a:pt x="276" y="186"/>
                  </a:lnTo>
                  <a:lnTo>
                    <a:pt x="282" y="180"/>
                  </a:lnTo>
                  <a:lnTo>
                    <a:pt x="288" y="168"/>
                  </a:lnTo>
                  <a:lnTo>
                    <a:pt x="294" y="150"/>
                  </a:lnTo>
                  <a:lnTo>
                    <a:pt x="294" y="138"/>
                  </a:lnTo>
                  <a:lnTo>
                    <a:pt x="300" y="138"/>
                  </a:lnTo>
                  <a:lnTo>
                    <a:pt x="306" y="132"/>
                  </a:lnTo>
                  <a:lnTo>
                    <a:pt x="306" y="126"/>
                  </a:lnTo>
                  <a:lnTo>
                    <a:pt x="282" y="102"/>
                  </a:lnTo>
                  <a:lnTo>
                    <a:pt x="276" y="102"/>
                  </a:lnTo>
                  <a:lnTo>
                    <a:pt x="228" y="114"/>
                  </a:lnTo>
                  <a:lnTo>
                    <a:pt x="210" y="114"/>
                  </a:lnTo>
                  <a:lnTo>
                    <a:pt x="198" y="108"/>
                  </a:lnTo>
                  <a:lnTo>
                    <a:pt x="138" y="108"/>
                  </a:lnTo>
                  <a:lnTo>
                    <a:pt x="132" y="102"/>
                  </a:lnTo>
                  <a:lnTo>
                    <a:pt x="126" y="102"/>
                  </a:lnTo>
                  <a:lnTo>
                    <a:pt x="126" y="66"/>
                  </a:lnTo>
                  <a:lnTo>
                    <a:pt x="120" y="66"/>
                  </a:lnTo>
                  <a:lnTo>
                    <a:pt x="120" y="36"/>
                  </a:lnTo>
                  <a:lnTo>
                    <a:pt x="114" y="30"/>
                  </a:lnTo>
                  <a:lnTo>
                    <a:pt x="108" y="30"/>
                  </a:lnTo>
                  <a:lnTo>
                    <a:pt x="102" y="24"/>
                  </a:lnTo>
                  <a:lnTo>
                    <a:pt x="96" y="42"/>
                  </a:lnTo>
                  <a:lnTo>
                    <a:pt x="90" y="36"/>
                  </a:lnTo>
                  <a:lnTo>
                    <a:pt x="78" y="36"/>
                  </a:lnTo>
                  <a:lnTo>
                    <a:pt x="72" y="30"/>
                  </a:lnTo>
                  <a:lnTo>
                    <a:pt x="66" y="18"/>
                  </a:lnTo>
                  <a:lnTo>
                    <a:pt x="66" y="12"/>
                  </a:lnTo>
                  <a:lnTo>
                    <a:pt x="60" y="0"/>
                  </a:lnTo>
                  <a:lnTo>
                    <a:pt x="42" y="6"/>
                  </a:lnTo>
                  <a:lnTo>
                    <a:pt x="48" y="12"/>
                  </a:lnTo>
                  <a:lnTo>
                    <a:pt x="24" y="0"/>
                  </a:lnTo>
                  <a:lnTo>
                    <a:pt x="6" y="0"/>
                  </a:lnTo>
                  <a:lnTo>
                    <a:pt x="18" y="18"/>
                  </a:lnTo>
                  <a:lnTo>
                    <a:pt x="6" y="30"/>
                  </a:lnTo>
                  <a:lnTo>
                    <a:pt x="0" y="42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8" y="66"/>
                  </a:lnTo>
                  <a:lnTo>
                    <a:pt x="30" y="78"/>
                  </a:lnTo>
                  <a:lnTo>
                    <a:pt x="36" y="78"/>
                  </a:lnTo>
                  <a:lnTo>
                    <a:pt x="66" y="96"/>
                  </a:lnTo>
                  <a:lnTo>
                    <a:pt x="66" y="108"/>
                  </a:lnTo>
                  <a:lnTo>
                    <a:pt x="30" y="108"/>
                  </a:lnTo>
                  <a:lnTo>
                    <a:pt x="30" y="138"/>
                  </a:lnTo>
                  <a:lnTo>
                    <a:pt x="24" y="138"/>
                  </a:lnTo>
                  <a:lnTo>
                    <a:pt x="12" y="150"/>
                  </a:lnTo>
                  <a:lnTo>
                    <a:pt x="24" y="162"/>
                  </a:lnTo>
                  <a:lnTo>
                    <a:pt x="36" y="168"/>
                  </a:lnTo>
                  <a:lnTo>
                    <a:pt x="54" y="168"/>
                  </a:lnTo>
                  <a:lnTo>
                    <a:pt x="66" y="174"/>
                  </a:lnTo>
                  <a:lnTo>
                    <a:pt x="72" y="180"/>
                  </a:lnTo>
                  <a:lnTo>
                    <a:pt x="72" y="186"/>
                  </a:lnTo>
                  <a:lnTo>
                    <a:pt x="66" y="204"/>
                  </a:lnTo>
                  <a:lnTo>
                    <a:pt x="60" y="210"/>
                  </a:lnTo>
                  <a:lnTo>
                    <a:pt x="54" y="222"/>
                  </a:lnTo>
                  <a:lnTo>
                    <a:pt x="66" y="252"/>
                  </a:lnTo>
                  <a:lnTo>
                    <a:pt x="96" y="276"/>
                  </a:lnTo>
                  <a:lnTo>
                    <a:pt x="96" y="306"/>
                  </a:lnTo>
                  <a:lnTo>
                    <a:pt x="114" y="348"/>
                  </a:lnTo>
                  <a:lnTo>
                    <a:pt x="108" y="378"/>
                  </a:lnTo>
                  <a:lnTo>
                    <a:pt x="132" y="414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4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28" name="Bahrain" descr="© INSCALE GmbH, 05.05.2010&#10;http://www.presentationload.com/">
              <a:extLst>
                <a:ext uri="{FF2B5EF4-FFF2-40B4-BE49-F238E27FC236}">
                  <a16:creationId xmlns:a16="http://schemas.microsoft.com/office/drawing/2014/main" id="{EFEEBE78-D922-4509-B770-6093BBBFFFB1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582271" y="2247117"/>
              <a:ext cx="10703" cy="21405"/>
            </a:xfrm>
            <a:custGeom>
              <a:avLst/>
              <a:gdLst>
                <a:gd name="T0" fmla="*/ 2147483647 w 15"/>
                <a:gd name="T1" fmla="*/ 0 h 28"/>
                <a:gd name="T2" fmla="*/ 2147483647 w 15"/>
                <a:gd name="T3" fmla="*/ 2147483647 h 28"/>
                <a:gd name="T4" fmla="*/ 2147483647 w 15"/>
                <a:gd name="T5" fmla="*/ 2147483647 h 28"/>
                <a:gd name="T6" fmla="*/ 2032697641 w 15"/>
                <a:gd name="T7" fmla="*/ 2147483647 h 28"/>
                <a:gd name="T8" fmla="*/ 813299296 w 15"/>
                <a:gd name="T9" fmla="*/ 2147483647 h 28"/>
                <a:gd name="T10" fmla="*/ 2147483647 w 15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"/>
                <a:gd name="T19" fmla="*/ 0 h 28"/>
                <a:gd name="T20" fmla="*/ 15 w 15"/>
                <a:gd name="T21" fmla="*/ 28 h 2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" h="28">
                  <a:moveTo>
                    <a:pt x="9" y="0"/>
                  </a:moveTo>
                  <a:cubicBezTo>
                    <a:pt x="14" y="0"/>
                    <a:pt x="15" y="10"/>
                    <a:pt x="14" y="14"/>
                  </a:cubicBezTo>
                  <a:cubicBezTo>
                    <a:pt x="13" y="18"/>
                    <a:pt x="15" y="28"/>
                    <a:pt x="9" y="28"/>
                  </a:cubicBezTo>
                  <a:cubicBezTo>
                    <a:pt x="4" y="27"/>
                    <a:pt x="5" y="21"/>
                    <a:pt x="5" y="18"/>
                  </a:cubicBezTo>
                  <a:cubicBezTo>
                    <a:pt x="5" y="14"/>
                    <a:pt x="0" y="14"/>
                    <a:pt x="2" y="8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29" name="Azerbaijan" descr="© INSCALE GmbH, 05.05.2010&#10;http://www.presentationload.com/">
              <a:extLst>
                <a:ext uri="{FF2B5EF4-FFF2-40B4-BE49-F238E27FC236}">
                  <a16:creationId xmlns:a16="http://schemas.microsoft.com/office/drawing/2014/main" id="{44AB79D9-CE19-4FAC-BB53-A65E500CCE6C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2377391" y="1757854"/>
              <a:ext cx="140663" cy="113142"/>
            </a:xfrm>
            <a:custGeom>
              <a:avLst/>
              <a:gdLst>
                <a:gd name="T0" fmla="*/ 2147483647 w 360"/>
                <a:gd name="T1" fmla="*/ 2147483647 h 288"/>
                <a:gd name="T2" fmla="*/ 2147483647 w 360"/>
                <a:gd name="T3" fmla="*/ 2147483647 h 288"/>
                <a:gd name="T4" fmla="*/ 2147483647 w 360"/>
                <a:gd name="T5" fmla="*/ 2147483647 h 288"/>
                <a:gd name="T6" fmla="*/ 2147483647 w 360"/>
                <a:gd name="T7" fmla="*/ 2147483647 h 288"/>
                <a:gd name="T8" fmla="*/ 2147483647 w 360"/>
                <a:gd name="T9" fmla="*/ 2147483647 h 288"/>
                <a:gd name="T10" fmla="*/ 2147483647 w 360"/>
                <a:gd name="T11" fmla="*/ 2147483647 h 288"/>
                <a:gd name="T12" fmla="*/ 2147483647 w 360"/>
                <a:gd name="T13" fmla="*/ 2147483647 h 288"/>
                <a:gd name="T14" fmla="*/ 2147483647 w 360"/>
                <a:gd name="T15" fmla="*/ 2147483647 h 288"/>
                <a:gd name="T16" fmla="*/ 2147483647 w 360"/>
                <a:gd name="T17" fmla="*/ 2147483647 h 288"/>
                <a:gd name="T18" fmla="*/ 2147483647 w 360"/>
                <a:gd name="T19" fmla="*/ 2147483647 h 288"/>
                <a:gd name="T20" fmla="*/ 2147483647 w 360"/>
                <a:gd name="T21" fmla="*/ 2147483647 h 288"/>
                <a:gd name="T22" fmla="*/ 2147483647 w 360"/>
                <a:gd name="T23" fmla="*/ 2147483647 h 288"/>
                <a:gd name="T24" fmla="*/ 2147483647 w 360"/>
                <a:gd name="T25" fmla="*/ 2147483647 h 288"/>
                <a:gd name="T26" fmla="*/ 2147483647 w 360"/>
                <a:gd name="T27" fmla="*/ 0 h 288"/>
                <a:gd name="T28" fmla="*/ 2147483647 w 360"/>
                <a:gd name="T29" fmla="*/ 2147483647 h 288"/>
                <a:gd name="T30" fmla="*/ 2147483647 w 360"/>
                <a:gd name="T31" fmla="*/ 2147483647 h 288"/>
                <a:gd name="T32" fmla="*/ 2147483647 w 360"/>
                <a:gd name="T33" fmla="*/ 2147483647 h 288"/>
                <a:gd name="T34" fmla="*/ 2147483647 w 360"/>
                <a:gd name="T35" fmla="*/ 2147483647 h 288"/>
                <a:gd name="T36" fmla="*/ 2147483647 w 360"/>
                <a:gd name="T37" fmla="*/ 2147483647 h 288"/>
                <a:gd name="T38" fmla="*/ 2147483647 w 360"/>
                <a:gd name="T39" fmla="*/ 0 h 288"/>
                <a:gd name="T40" fmla="*/ 2147483647 w 360"/>
                <a:gd name="T41" fmla="*/ 2147483647 h 288"/>
                <a:gd name="T42" fmla="*/ 2147483647 w 360"/>
                <a:gd name="T43" fmla="*/ 2147483647 h 288"/>
                <a:gd name="T44" fmla="*/ 2147483647 w 360"/>
                <a:gd name="T45" fmla="*/ 2147483647 h 288"/>
                <a:gd name="T46" fmla="*/ 2147483647 w 360"/>
                <a:gd name="T47" fmla="*/ 2147483647 h 288"/>
                <a:gd name="T48" fmla="*/ 2147483647 w 360"/>
                <a:gd name="T49" fmla="*/ 2147483647 h 288"/>
                <a:gd name="T50" fmla="*/ 2147483647 w 360"/>
                <a:gd name="T51" fmla="*/ 2147483647 h 288"/>
                <a:gd name="T52" fmla="*/ 2147483647 w 360"/>
                <a:gd name="T53" fmla="*/ 2147483647 h 288"/>
                <a:gd name="T54" fmla="*/ 0 w 360"/>
                <a:gd name="T55" fmla="*/ 2147483647 h 288"/>
                <a:gd name="T56" fmla="*/ 2147483647 w 360"/>
                <a:gd name="T57" fmla="*/ 2147483647 h 288"/>
                <a:gd name="T58" fmla="*/ 2147483647 w 360"/>
                <a:gd name="T59" fmla="*/ 2147483647 h 288"/>
                <a:gd name="T60" fmla="*/ 2147483647 w 360"/>
                <a:gd name="T61" fmla="*/ 2147483647 h 288"/>
                <a:gd name="T62" fmla="*/ 2147483647 w 360"/>
                <a:gd name="T63" fmla="*/ 2147483647 h 288"/>
                <a:gd name="T64" fmla="*/ 2147483647 w 360"/>
                <a:gd name="T65" fmla="*/ 2147483647 h 288"/>
                <a:gd name="T66" fmla="*/ 2147483647 w 360"/>
                <a:gd name="T67" fmla="*/ 2147483647 h 288"/>
                <a:gd name="T68" fmla="*/ 2147483647 w 360"/>
                <a:gd name="T69" fmla="*/ 2147483647 h 288"/>
                <a:gd name="T70" fmla="*/ 2147483647 w 360"/>
                <a:gd name="T71" fmla="*/ 2147483647 h 288"/>
                <a:gd name="T72" fmla="*/ 2147483647 w 360"/>
                <a:gd name="T73" fmla="*/ 2147483647 h 288"/>
                <a:gd name="T74" fmla="*/ 2147483647 w 360"/>
                <a:gd name="T75" fmla="*/ 2147483647 h 288"/>
                <a:gd name="T76" fmla="*/ 2147483647 w 360"/>
                <a:gd name="T77" fmla="*/ 2147483647 h 288"/>
                <a:gd name="T78" fmla="*/ 2147483647 w 360"/>
                <a:gd name="T79" fmla="*/ 2147483647 h 288"/>
                <a:gd name="T80" fmla="*/ 2147483647 w 360"/>
                <a:gd name="T81" fmla="*/ 2147483647 h 288"/>
                <a:gd name="T82" fmla="*/ 2147483647 w 360"/>
                <a:gd name="T83" fmla="*/ 2147483647 h 288"/>
                <a:gd name="T84" fmla="*/ 2147483647 w 360"/>
                <a:gd name="T85" fmla="*/ 2147483647 h 288"/>
                <a:gd name="T86" fmla="*/ 2147483647 w 360"/>
                <a:gd name="T87" fmla="*/ 2147483647 h 288"/>
                <a:gd name="T88" fmla="*/ 2147483647 w 360"/>
                <a:gd name="T89" fmla="*/ 2147483647 h 288"/>
                <a:gd name="T90" fmla="*/ 2147483647 w 360"/>
                <a:gd name="T91" fmla="*/ 2147483647 h 288"/>
                <a:gd name="T92" fmla="*/ 2147483647 w 360"/>
                <a:gd name="T93" fmla="*/ 2147483647 h 288"/>
                <a:gd name="T94" fmla="*/ 2147483647 w 360"/>
                <a:gd name="T95" fmla="*/ 2147483647 h 288"/>
                <a:gd name="T96" fmla="*/ 2147483647 w 360"/>
                <a:gd name="T97" fmla="*/ 2147483647 h 288"/>
                <a:gd name="T98" fmla="*/ 2147483647 w 360"/>
                <a:gd name="T99" fmla="*/ 2147483647 h 288"/>
                <a:gd name="T100" fmla="*/ 2147483647 w 360"/>
                <a:gd name="T101" fmla="*/ 2147483647 h 288"/>
                <a:gd name="T102" fmla="*/ 2147483647 w 360"/>
                <a:gd name="T103" fmla="*/ 2147483647 h 288"/>
                <a:gd name="T104" fmla="*/ 2147483647 w 360"/>
                <a:gd name="T105" fmla="*/ 2147483647 h 288"/>
                <a:gd name="T106" fmla="*/ 2147483647 w 360"/>
                <a:gd name="T107" fmla="*/ 2147483647 h 288"/>
                <a:gd name="T108" fmla="*/ 2147483647 w 360"/>
                <a:gd name="T109" fmla="*/ 2147483647 h 288"/>
                <a:gd name="T110" fmla="*/ 2147483647 w 360"/>
                <a:gd name="T111" fmla="*/ 2147483647 h 288"/>
                <a:gd name="T112" fmla="*/ 2147483647 w 360"/>
                <a:gd name="T113" fmla="*/ 2147483647 h 288"/>
                <a:gd name="T114" fmla="*/ 2147483647 w 360"/>
                <a:gd name="T115" fmla="*/ 2147483647 h 288"/>
                <a:gd name="T116" fmla="*/ 2147483647 w 360"/>
                <a:gd name="T117" fmla="*/ 2147483647 h 288"/>
                <a:gd name="T118" fmla="*/ 2147483647 w 360"/>
                <a:gd name="T119" fmla="*/ 2147483647 h 288"/>
                <a:gd name="T120" fmla="*/ 2147483647 w 360"/>
                <a:gd name="T121" fmla="*/ 2147483647 h 28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60"/>
                <a:gd name="T184" fmla="*/ 0 h 288"/>
                <a:gd name="T185" fmla="*/ 360 w 360"/>
                <a:gd name="T186" fmla="*/ 288 h 28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60" h="288">
                  <a:moveTo>
                    <a:pt x="66" y="186"/>
                  </a:moveTo>
                  <a:lnTo>
                    <a:pt x="36" y="186"/>
                  </a:lnTo>
                  <a:lnTo>
                    <a:pt x="24" y="174"/>
                  </a:lnTo>
                  <a:lnTo>
                    <a:pt x="6" y="174"/>
                  </a:lnTo>
                  <a:lnTo>
                    <a:pt x="12" y="186"/>
                  </a:lnTo>
                  <a:lnTo>
                    <a:pt x="12" y="192"/>
                  </a:lnTo>
                  <a:lnTo>
                    <a:pt x="18" y="204"/>
                  </a:lnTo>
                  <a:lnTo>
                    <a:pt x="36" y="222"/>
                  </a:lnTo>
                  <a:lnTo>
                    <a:pt x="48" y="228"/>
                  </a:lnTo>
                  <a:lnTo>
                    <a:pt x="84" y="240"/>
                  </a:lnTo>
                  <a:lnTo>
                    <a:pt x="90" y="240"/>
                  </a:lnTo>
                  <a:lnTo>
                    <a:pt x="84" y="234"/>
                  </a:lnTo>
                  <a:lnTo>
                    <a:pt x="84" y="222"/>
                  </a:lnTo>
                  <a:lnTo>
                    <a:pt x="78" y="216"/>
                  </a:lnTo>
                  <a:lnTo>
                    <a:pt x="78" y="204"/>
                  </a:lnTo>
                  <a:lnTo>
                    <a:pt x="72" y="198"/>
                  </a:lnTo>
                  <a:lnTo>
                    <a:pt x="72" y="186"/>
                  </a:lnTo>
                  <a:lnTo>
                    <a:pt x="66" y="186"/>
                  </a:lnTo>
                  <a:close/>
                  <a:moveTo>
                    <a:pt x="354" y="108"/>
                  </a:moveTo>
                  <a:lnTo>
                    <a:pt x="348" y="102"/>
                  </a:lnTo>
                  <a:lnTo>
                    <a:pt x="330" y="102"/>
                  </a:lnTo>
                  <a:lnTo>
                    <a:pt x="318" y="108"/>
                  </a:lnTo>
                  <a:lnTo>
                    <a:pt x="306" y="108"/>
                  </a:lnTo>
                  <a:lnTo>
                    <a:pt x="288" y="90"/>
                  </a:lnTo>
                  <a:lnTo>
                    <a:pt x="288" y="84"/>
                  </a:lnTo>
                  <a:lnTo>
                    <a:pt x="264" y="54"/>
                  </a:lnTo>
                  <a:lnTo>
                    <a:pt x="264" y="42"/>
                  </a:lnTo>
                  <a:lnTo>
                    <a:pt x="216" y="0"/>
                  </a:lnTo>
                  <a:lnTo>
                    <a:pt x="216" y="30"/>
                  </a:lnTo>
                  <a:lnTo>
                    <a:pt x="210" y="36"/>
                  </a:lnTo>
                  <a:lnTo>
                    <a:pt x="192" y="36"/>
                  </a:lnTo>
                  <a:lnTo>
                    <a:pt x="192" y="48"/>
                  </a:lnTo>
                  <a:lnTo>
                    <a:pt x="186" y="54"/>
                  </a:lnTo>
                  <a:lnTo>
                    <a:pt x="162" y="54"/>
                  </a:lnTo>
                  <a:lnTo>
                    <a:pt x="156" y="48"/>
                  </a:lnTo>
                  <a:lnTo>
                    <a:pt x="144" y="42"/>
                  </a:lnTo>
                  <a:lnTo>
                    <a:pt x="138" y="30"/>
                  </a:lnTo>
                  <a:lnTo>
                    <a:pt x="120" y="12"/>
                  </a:lnTo>
                  <a:lnTo>
                    <a:pt x="84" y="0"/>
                  </a:lnTo>
                  <a:lnTo>
                    <a:pt x="72" y="0"/>
                  </a:lnTo>
                  <a:lnTo>
                    <a:pt x="60" y="12"/>
                  </a:lnTo>
                  <a:lnTo>
                    <a:pt x="78" y="30"/>
                  </a:lnTo>
                  <a:lnTo>
                    <a:pt x="84" y="30"/>
                  </a:lnTo>
                  <a:lnTo>
                    <a:pt x="90" y="36"/>
                  </a:lnTo>
                  <a:lnTo>
                    <a:pt x="96" y="48"/>
                  </a:lnTo>
                  <a:lnTo>
                    <a:pt x="102" y="54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84" y="54"/>
                  </a:lnTo>
                  <a:lnTo>
                    <a:pt x="72" y="54"/>
                  </a:lnTo>
                  <a:lnTo>
                    <a:pt x="60" y="60"/>
                  </a:lnTo>
                  <a:lnTo>
                    <a:pt x="42" y="42"/>
                  </a:lnTo>
                  <a:lnTo>
                    <a:pt x="42" y="36"/>
                  </a:lnTo>
                  <a:lnTo>
                    <a:pt x="36" y="30"/>
                  </a:lnTo>
                  <a:lnTo>
                    <a:pt x="12" y="30"/>
                  </a:lnTo>
                  <a:lnTo>
                    <a:pt x="0" y="42"/>
                  </a:lnTo>
                  <a:lnTo>
                    <a:pt x="0" y="48"/>
                  </a:lnTo>
                  <a:lnTo>
                    <a:pt x="6" y="48"/>
                  </a:lnTo>
                  <a:lnTo>
                    <a:pt x="12" y="54"/>
                  </a:lnTo>
                  <a:lnTo>
                    <a:pt x="12" y="66"/>
                  </a:lnTo>
                  <a:lnTo>
                    <a:pt x="30" y="66"/>
                  </a:lnTo>
                  <a:lnTo>
                    <a:pt x="36" y="72"/>
                  </a:lnTo>
                  <a:lnTo>
                    <a:pt x="36" y="96"/>
                  </a:lnTo>
                  <a:lnTo>
                    <a:pt x="30" y="102"/>
                  </a:lnTo>
                  <a:lnTo>
                    <a:pt x="36" y="102"/>
                  </a:lnTo>
                  <a:lnTo>
                    <a:pt x="42" y="108"/>
                  </a:lnTo>
                  <a:lnTo>
                    <a:pt x="66" y="120"/>
                  </a:lnTo>
                  <a:lnTo>
                    <a:pt x="72" y="126"/>
                  </a:lnTo>
                  <a:lnTo>
                    <a:pt x="72" y="132"/>
                  </a:lnTo>
                  <a:lnTo>
                    <a:pt x="54" y="150"/>
                  </a:lnTo>
                  <a:lnTo>
                    <a:pt x="42" y="150"/>
                  </a:lnTo>
                  <a:lnTo>
                    <a:pt x="72" y="162"/>
                  </a:lnTo>
                  <a:lnTo>
                    <a:pt x="84" y="180"/>
                  </a:lnTo>
                  <a:lnTo>
                    <a:pt x="114" y="186"/>
                  </a:lnTo>
                  <a:lnTo>
                    <a:pt x="114" y="198"/>
                  </a:lnTo>
                  <a:lnTo>
                    <a:pt x="120" y="210"/>
                  </a:lnTo>
                  <a:lnTo>
                    <a:pt x="120" y="240"/>
                  </a:lnTo>
                  <a:lnTo>
                    <a:pt x="132" y="240"/>
                  </a:lnTo>
                  <a:lnTo>
                    <a:pt x="138" y="228"/>
                  </a:lnTo>
                  <a:lnTo>
                    <a:pt x="144" y="222"/>
                  </a:lnTo>
                  <a:lnTo>
                    <a:pt x="144" y="216"/>
                  </a:lnTo>
                  <a:lnTo>
                    <a:pt x="156" y="204"/>
                  </a:lnTo>
                  <a:lnTo>
                    <a:pt x="174" y="192"/>
                  </a:lnTo>
                  <a:lnTo>
                    <a:pt x="186" y="186"/>
                  </a:lnTo>
                  <a:lnTo>
                    <a:pt x="198" y="174"/>
                  </a:lnTo>
                  <a:lnTo>
                    <a:pt x="210" y="168"/>
                  </a:lnTo>
                  <a:lnTo>
                    <a:pt x="222" y="168"/>
                  </a:lnTo>
                  <a:lnTo>
                    <a:pt x="228" y="180"/>
                  </a:lnTo>
                  <a:lnTo>
                    <a:pt x="234" y="186"/>
                  </a:lnTo>
                  <a:lnTo>
                    <a:pt x="234" y="204"/>
                  </a:lnTo>
                  <a:lnTo>
                    <a:pt x="228" y="210"/>
                  </a:lnTo>
                  <a:lnTo>
                    <a:pt x="228" y="222"/>
                  </a:lnTo>
                  <a:lnTo>
                    <a:pt x="234" y="222"/>
                  </a:lnTo>
                  <a:lnTo>
                    <a:pt x="240" y="228"/>
                  </a:lnTo>
                  <a:lnTo>
                    <a:pt x="240" y="234"/>
                  </a:lnTo>
                  <a:lnTo>
                    <a:pt x="234" y="240"/>
                  </a:lnTo>
                  <a:lnTo>
                    <a:pt x="222" y="240"/>
                  </a:lnTo>
                  <a:lnTo>
                    <a:pt x="222" y="246"/>
                  </a:lnTo>
                  <a:lnTo>
                    <a:pt x="234" y="258"/>
                  </a:lnTo>
                  <a:lnTo>
                    <a:pt x="246" y="264"/>
                  </a:lnTo>
                  <a:lnTo>
                    <a:pt x="252" y="270"/>
                  </a:lnTo>
                  <a:lnTo>
                    <a:pt x="258" y="270"/>
                  </a:lnTo>
                  <a:lnTo>
                    <a:pt x="264" y="276"/>
                  </a:lnTo>
                  <a:lnTo>
                    <a:pt x="264" y="282"/>
                  </a:lnTo>
                  <a:lnTo>
                    <a:pt x="282" y="282"/>
                  </a:lnTo>
                  <a:lnTo>
                    <a:pt x="282" y="288"/>
                  </a:lnTo>
                  <a:lnTo>
                    <a:pt x="288" y="282"/>
                  </a:lnTo>
                  <a:lnTo>
                    <a:pt x="288" y="258"/>
                  </a:lnTo>
                  <a:lnTo>
                    <a:pt x="282" y="252"/>
                  </a:lnTo>
                  <a:lnTo>
                    <a:pt x="276" y="252"/>
                  </a:lnTo>
                  <a:lnTo>
                    <a:pt x="270" y="246"/>
                  </a:lnTo>
                  <a:lnTo>
                    <a:pt x="288" y="240"/>
                  </a:lnTo>
                  <a:lnTo>
                    <a:pt x="288" y="210"/>
                  </a:lnTo>
                  <a:lnTo>
                    <a:pt x="300" y="222"/>
                  </a:lnTo>
                  <a:lnTo>
                    <a:pt x="306" y="222"/>
                  </a:lnTo>
                  <a:lnTo>
                    <a:pt x="318" y="210"/>
                  </a:lnTo>
                  <a:lnTo>
                    <a:pt x="300" y="192"/>
                  </a:lnTo>
                  <a:lnTo>
                    <a:pt x="300" y="138"/>
                  </a:lnTo>
                  <a:lnTo>
                    <a:pt x="318" y="138"/>
                  </a:lnTo>
                  <a:lnTo>
                    <a:pt x="330" y="126"/>
                  </a:lnTo>
                  <a:lnTo>
                    <a:pt x="360" y="132"/>
                  </a:lnTo>
                  <a:lnTo>
                    <a:pt x="360" y="120"/>
                  </a:lnTo>
                  <a:lnTo>
                    <a:pt x="354" y="108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30" name="Austria" descr="© INSCALE GmbH, 05.05.2010&#10;http://www.presentationload.com/">
              <a:extLst>
                <a:ext uri="{FF2B5EF4-FFF2-40B4-BE49-F238E27FC236}">
                  <a16:creationId xmlns:a16="http://schemas.microsoft.com/office/drawing/2014/main" id="{CE6C50CD-27F4-4A31-A2A1-2FDDEAB461EB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473780" y="1537685"/>
              <a:ext cx="178887" cy="79505"/>
            </a:xfrm>
            <a:custGeom>
              <a:avLst/>
              <a:gdLst>
                <a:gd name="T0" fmla="*/ 2147483647 w 456"/>
                <a:gd name="T1" fmla="*/ 2147483647 h 204"/>
                <a:gd name="T2" fmla="*/ 2147483647 w 456"/>
                <a:gd name="T3" fmla="*/ 2147483647 h 204"/>
                <a:gd name="T4" fmla="*/ 2147483647 w 456"/>
                <a:gd name="T5" fmla="*/ 2147483647 h 204"/>
                <a:gd name="T6" fmla="*/ 2147483647 w 456"/>
                <a:gd name="T7" fmla="*/ 2147483647 h 204"/>
                <a:gd name="T8" fmla="*/ 2147483647 w 456"/>
                <a:gd name="T9" fmla="*/ 2147483647 h 204"/>
                <a:gd name="T10" fmla="*/ 2147483647 w 456"/>
                <a:gd name="T11" fmla="*/ 2147483647 h 204"/>
                <a:gd name="T12" fmla="*/ 2147483647 w 456"/>
                <a:gd name="T13" fmla="*/ 2147483647 h 204"/>
                <a:gd name="T14" fmla="*/ 2147483647 w 456"/>
                <a:gd name="T15" fmla="*/ 0 h 204"/>
                <a:gd name="T16" fmla="*/ 2147483647 w 456"/>
                <a:gd name="T17" fmla="*/ 2147483647 h 204"/>
                <a:gd name="T18" fmla="*/ 2147483647 w 456"/>
                <a:gd name="T19" fmla="*/ 2147483647 h 204"/>
                <a:gd name="T20" fmla="*/ 2147483647 w 456"/>
                <a:gd name="T21" fmla="*/ 2147483647 h 204"/>
                <a:gd name="T22" fmla="*/ 2147483647 w 456"/>
                <a:gd name="T23" fmla="*/ 2147483647 h 204"/>
                <a:gd name="T24" fmla="*/ 2147483647 w 456"/>
                <a:gd name="T25" fmla="*/ 2147483647 h 204"/>
                <a:gd name="T26" fmla="*/ 2147483647 w 456"/>
                <a:gd name="T27" fmla="*/ 2147483647 h 204"/>
                <a:gd name="T28" fmla="*/ 2147483647 w 456"/>
                <a:gd name="T29" fmla="*/ 2147483647 h 204"/>
                <a:gd name="T30" fmla="*/ 2147483647 w 456"/>
                <a:gd name="T31" fmla="*/ 2147483647 h 204"/>
                <a:gd name="T32" fmla="*/ 2147483647 w 456"/>
                <a:gd name="T33" fmla="*/ 2147483647 h 204"/>
                <a:gd name="T34" fmla="*/ 2147483647 w 456"/>
                <a:gd name="T35" fmla="*/ 2147483647 h 204"/>
                <a:gd name="T36" fmla="*/ 2147483647 w 456"/>
                <a:gd name="T37" fmla="*/ 2147483647 h 204"/>
                <a:gd name="T38" fmla="*/ 2147483647 w 456"/>
                <a:gd name="T39" fmla="*/ 2147483647 h 204"/>
                <a:gd name="T40" fmla="*/ 2147483647 w 456"/>
                <a:gd name="T41" fmla="*/ 2147483647 h 204"/>
                <a:gd name="T42" fmla="*/ 2147483647 w 456"/>
                <a:gd name="T43" fmla="*/ 2147483647 h 204"/>
                <a:gd name="T44" fmla="*/ 2147483647 w 456"/>
                <a:gd name="T45" fmla="*/ 2147483647 h 204"/>
                <a:gd name="T46" fmla="*/ 2147483647 w 456"/>
                <a:gd name="T47" fmla="*/ 2147483647 h 204"/>
                <a:gd name="T48" fmla="*/ 2147483647 w 456"/>
                <a:gd name="T49" fmla="*/ 2147483647 h 204"/>
                <a:gd name="T50" fmla="*/ 2147483647 w 456"/>
                <a:gd name="T51" fmla="*/ 2147483647 h 204"/>
                <a:gd name="T52" fmla="*/ 2147483647 w 456"/>
                <a:gd name="T53" fmla="*/ 2147483647 h 204"/>
                <a:gd name="T54" fmla="*/ 0 w 456"/>
                <a:gd name="T55" fmla="*/ 2147483647 h 204"/>
                <a:gd name="T56" fmla="*/ 2147483647 w 456"/>
                <a:gd name="T57" fmla="*/ 2147483647 h 204"/>
                <a:gd name="T58" fmla="*/ 2147483647 w 456"/>
                <a:gd name="T59" fmla="*/ 2147483647 h 204"/>
                <a:gd name="T60" fmla="*/ 2147483647 w 456"/>
                <a:gd name="T61" fmla="*/ 2147483647 h 204"/>
                <a:gd name="T62" fmla="*/ 2147483647 w 456"/>
                <a:gd name="T63" fmla="*/ 2147483647 h 204"/>
                <a:gd name="T64" fmla="*/ 2147483647 w 456"/>
                <a:gd name="T65" fmla="*/ 2147483647 h 204"/>
                <a:gd name="T66" fmla="*/ 2147483647 w 456"/>
                <a:gd name="T67" fmla="*/ 2147483647 h 204"/>
                <a:gd name="T68" fmla="*/ 2147483647 w 456"/>
                <a:gd name="T69" fmla="*/ 2147483647 h 204"/>
                <a:gd name="T70" fmla="*/ 2147483647 w 456"/>
                <a:gd name="T71" fmla="*/ 2147483647 h 204"/>
                <a:gd name="T72" fmla="*/ 2147483647 w 456"/>
                <a:gd name="T73" fmla="*/ 2147483647 h 204"/>
                <a:gd name="T74" fmla="*/ 2147483647 w 456"/>
                <a:gd name="T75" fmla="*/ 2147483647 h 204"/>
                <a:gd name="T76" fmla="*/ 2147483647 w 456"/>
                <a:gd name="T77" fmla="*/ 2147483647 h 204"/>
                <a:gd name="T78" fmla="*/ 2147483647 w 456"/>
                <a:gd name="T79" fmla="*/ 2147483647 h 204"/>
                <a:gd name="T80" fmla="*/ 2147483647 w 456"/>
                <a:gd name="T81" fmla="*/ 2147483647 h 204"/>
                <a:gd name="T82" fmla="*/ 2147483647 w 456"/>
                <a:gd name="T83" fmla="*/ 2147483647 h 204"/>
                <a:gd name="T84" fmla="*/ 2147483647 w 456"/>
                <a:gd name="T85" fmla="*/ 2147483647 h 204"/>
                <a:gd name="T86" fmla="*/ 2147483647 w 456"/>
                <a:gd name="T87" fmla="*/ 2147483647 h 204"/>
                <a:gd name="T88" fmla="*/ 2147483647 w 456"/>
                <a:gd name="T89" fmla="*/ 2147483647 h 204"/>
                <a:gd name="T90" fmla="*/ 2147483647 w 456"/>
                <a:gd name="T91" fmla="*/ 2147483647 h 20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56"/>
                <a:gd name="T139" fmla="*/ 0 h 204"/>
                <a:gd name="T140" fmla="*/ 456 w 456"/>
                <a:gd name="T141" fmla="*/ 204 h 20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56" h="204">
                  <a:moveTo>
                    <a:pt x="456" y="102"/>
                  </a:moveTo>
                  <a:lnTo>
                    <a:pt x="456" y="60"/>
                  </a:lnTo>
                  <a:lnTo>
                    <a:pt x="450" y="60"/>
                  </a:lnTo>
                  <a:lnTo>
                    <a:pt x="450" y="48"/>
                  </a:lnTo>
                  <a:lnTo>
                    <a:pt x="456" y="24"/>
                  </a:lnTo>
                  <a:lnTo>
                    <a:pt x="444" y="18"/>
                  </a:lnTo>
                  <a:lnTo>
                    <a:pt x="438" y="18"/>
                  </a:lnTo>
                  <a:lnTo>
                    <a:pt x="432" y="12"/>
                  </a:lnTo>
                  <a:lnTo>
                    <a:pt x="420" y="12"/>
                  </a:lnTo>
                  <a:lnTo>
                    <a:pt x="414" y="18"/>
                  </a:lnTo>
                  <a:lnTo>
                    <a:pt x="402" y="24"/>
                  </a:lnTo>
                  <a:lnTo>
                    <a:pt x="390" y="12"/>
                  </a:lnTo>
                  <a:lnTo>
                    <a:pt x="378" y="18"/>
                  </a:lnTo>
                  <a:lnTo>
                    <a:pt x="366" y="6"/>
                  </a:lnTo>
                  <a:lnTo>
                    <a:pt x="354" y="0"/>
                  </a:lnTo>
                  <a:lnTo>
                    <a:pt x="336" y="0"/>
                  </a:lnTo>
                  <a:lnTo>
                    <a:pt x="330" y="6"/>
                  </a:lnTo>
                  <a:lnTo>
                    <a:pt x="324" y="18"/>
                  </a:lnTo>
                  <a:lnTo>
                    <a:pt x="318" y="18"/>
                  </a:lnTo>
                  <a:lnTo>
                    <a:pt x="318" y="36"/>
                  </a:lnTo>
                  <a:lnTo>
                    <a:pt x="306" y="30"/>
                  </a:lnTo>
                  <a:lnTo>
                    <a:pt x="300" y="30"/>
                  </a:lnTo>
                  <a:lnTo>
                    <a:pt x="288" y="36"/>
                  </a:lnTo>
                  <a:lnTo>
                    <a:pt x="276" y="36"/>
                  </a:lnTo>
                  <a:lnTo>
                    <a:pt x="258" y="18"/>
                  </a:lnTo>
                  <a:lnTo>
                    <a:pt x="252" y="36"/>
                  </a:lnTo>
                  <a:lnTo>
                    <a:pt x="234" y="36"/>
                  </a:lnTo>
                  <a:lnTo>
                    <a:pt x="240" y="48"/>
                  </a:lnTo>
                  <a:lnTo>
                    <a:pt x="240" y="66"/>
                  </a:lnTo>
                  <a:lnTo>
                    <a:pt x="234" y="66"/>
                  </a:lnTo>
                  <a:lnTo>
                    <a:pt x="228" y="60"/>
                  </a:lnTo>
                  <a:lnTo>
                    <a:pt x="210" y="60"/>
                  </a:lnTo>
                  <a:lnTo>
                    <a:pt x="204" y="66"/>
                  </a:lnTo>
                  <a:lnTo>
                    <a:pt x="204" y="72"/>
                  </a:lnTo>
                  <a:lnTo>
                    <a:pt x="198" y="78"/>
                  </a:lnTo>
                  <a:lnTo>
                    <a:pt x="198" y="84"/>
                  </a:lnTo>
                  <a:lnTo>
                    <a:pt x="210" y="84"/>
                  </a:lnTo>
                  <a:lnTo>
                    <a:pt x="210" y="126"/>
                  </a:lnTo>
                  <a:lnTo>
                    <a:pt x="204" y="126"/>
                  </a:lnTo>
                  <a:lnTo>
                    <a:pt x="192" y="114"/>
                  </a:lnTo>
                  <a:lnTo>
                    <a:pt x="174" y="108"/>
                  </a:lnTo>
                  <a:lnTo>
                    <a:pt x="162" y="102"/>
                  </a:lnTo>
                  <a:lnTo>
                    <a:pt x="144" y="114"/>
                  </a:lnTo>
                  <a:lnTo>
                    <a:pt x="126" y="114"/>
                  </a:lnTo>
                  <a:lnTo>
                    <a:pt x="108" y="126"/>
                  </a:lnTo>
                  <a:lnTo>
                    <a:pt x="102" y="132"/>
                  </a:lnTo>
                  <a:lnTo>
                    <a:pt x="84" y="132"/>
                  </a:lnTo>
                  <a:lnTo>
                    <a:pt x="66" y="114"/>
                  </a:lnTo>
                  <a:lnTo>
                    <a:pt x="48" y="114"/>
                  </a:lnTo>
                  <a:lnTo>
                    <a:pt x="48" y="126"/>
                  </a:lnTo>
                  <a:lnTo>
                    <a:pt x="42" y="132"/>
                  </a:lnTo>
                  <a:lnTo>
                    <a:pt x="30" y="132"/>
                  </a:lnTo>
                  <a:lnTo>
                    <a:pt x="30" y="126"/>
                  </a:lnTo>
                  <a:lnTo>
                    <a:pt x="24" y="120"/>
                  </a:lnTo>
                  <a:lnTo>
                    <a:pt x="0" y="120"/>
                  </a:lnTo>
                  <a:lnTo>
                    <a:pt x="0" y="156"/>
                  </a:lnTo>
                  <a:lnTo>
                    <a:pt x="18" y="156"/>
                  </a:lnTo>
                  <a:lnTo>
                    <a:pt x="18" y="174"/>
                  </a:lnTo>
                  <a:lnTo>
                    <a:pt x="24" y="174"/>
                  </a:lnTo>
                  <a:lnTo>
                    <a:pt x="42" y="156"/>
                  </a:lnTo>
                  <a:lnTo>
                    <a:pt x="48" y="156"/>
                  </a:lnTo>
                  <a:lnTo>
                    <a:pt x="60" y="168"/>
                  </a:lnTo>
                  <a:lnTo>
                    <a:pt x="60" y="174"/>
                  </a:lnTo>
                  <a:lnTo>
                    <a:pt x="72" y="174"/>
                  </a:lnTo>
                  <a:lnTo>
                    <a:pt x="84" y="180"/>
                  </a:lnTo>
                  <a:lnTo>
                    <a:pt x="96" y="162"/>
                  </a:lnTo>
                  <a:lnTo>
                    <a:pt x="138" y="162"/>
                  </a:lnTo>
                  <a:lnTo>
                    <a:pt x="138" y="156"/>
                  </a:lnTo>
                  <a:lnTo>
                    <a:pt x="144" y="150"/>
                  </a:lnTo>
                  <a:lnTo>
                    <a:pt x="162" y="150"/>
                  </a:lnTo>
                  <a:lnTo>
                    <a:pt x="168" y="156"/>
                  </a:lnTo>
                  <a:lnTo>
                    <a:pt x="168" y="174"/>
                  </a:lnTo>
                  <a:lnTo>
                    <a:pt x="180" y="174"/>
                  </a:lnTo>
                  <a:lnTo>
                    <a:pt x="186" y="192"/>
                  </a:lnTo>
                  <a:lnTo>
                    <a:pt x="240" y="192"/>
                  </a:lnTo>
                  <a:lnTo>
                    <a:pt x="240" y="204"/>
                  </a:lnTo>
                  <a:lnTo>
                    <a:pt x="258" y="204"/>
                  </a:lnTo>
                  <a:lnTo>
                    <a:pt x="264" y="198"/>
                  </a:lnTo>
                  <a:lnTo>
                    <a:pt x="282" y="198"/>
                  </a:lnTo>
                  <a:lnTo>
                    <a:pt x="288" y="204"/>
                  </a:lnTo>
                  <a:lnTo>
                    <a:pt x="318" y="204"/>
                  </a:lnTo>
                  <a:lnTo>
                    <a:pt x="318" y="192"/>
                  </a:lnTo>
                  <a:lnTo>
                    <a:pt x="366" y="192"/>
                  </a:lnTo>
                  <a:lnTo>
                    <a:pt x="378" y="186"/>
                  </a:lnTo>
                  <a:lnTo>
                    <a:pt x="402" y="192"/>
                  </a:lnTo>
                  <a:lnTo>
                    <a:pt x="414" y="156"/>
                  </a:lnTo>
                  <a:lnTo>
                    <a:pt x="432" y="156"/>
                  </a:lnTo>
                  <a:lnTo>
                    <a:pt x="432" y="132"/>
                  </a:lnTo>
                  <a:lnTo>
                    <a:pt x="444" y="114"/>
                  </a:lnTo>
                  <a:lnTo>
                    <a:pt x="432" y="114"/>
                  </a:lnTo>
                  <a:lnTo>
                    <a:pt x="438" y="102"/>
                  </a:lnTo>
                  <a:lnTo>
                    <a:pt x="456" y="102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31" name="Australia" descr="© INSCALE GmbH, 05.05.2010&#10;http://www.presentationload.com/">
              <a:extLst>
                <a:ext uri="{FF2B5EF4-FFF2-40B4-BE49-F238E27FC236}">
                  <a16:creationId xmlns:a16="http://schemas.microsoft.com/office/drawing/2014/main" id="{ABAA4917-9D24-4A03-B131-A94DFF316B7D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4233542" y="3412179"/>
              <a:ext cx="1110022" cy="1041216"/>
            </a:xfrm>
            <a:custGeom>
              <a:avLst/>
              <a:gdLst>
                <a:gd name="T0" fmla="*/ 2147483647 w 2838"/>
                <a:gd name="T1" fmla="*/ 2147483647 h 2664"/>
                <a:gd name="T2" fmla="*/ 2147483647 w 2838"/>
                <a:gd name="T3" fmla="*/ 2147483647 h 2664"/>
                <a:gd name="T4" fmla="*/ 2147483647 w 2838"/>
                <a:gd name="T5" fmla="*/ 2147483647 h 2664"/>
                <a:gd name="T6" fmla="*/ 2147483647 w 2838"/>
                <a:gd name="T7" fmla="*/ 2147483647 h 2664"/>
                <a:gd name="T8" fmla="*/ 2147483647 w 2838"/>
                <a:gd name="T9" fmla="*/ 2147483647 h 2664"/>
                <a:gd name="T10" fmla="*/ 2147483647 w 2838"/>
                <a:gd name="T11" fmla="*/ 2147483647 h 2664"/>
                <a:gd name="T12" fmla="*/ 2147483647 w 2838"/>
                <a:gd name="T13" fmla="*/ 2147483647 h 2664"/>
                <a:gd name="T14" fmla="*/ 2147483647 w 2838"/>
                <a:gd name="T15" fmla="*/ 2147483647 h 2664"/>
                <a:gd name="T16" fmla="*/ 2147483647 w 2838"/>
                <a:gd name="T17" fmla="*/ 2147483647 h 2664"/>
                <a:gd name="T18" fmla="*/ 2147483647 w 2838"/>
                <a:gd name="T19" fmla="*/ 2147483647 h 2664"/>
                <a:gd name="T20" fmla="*/ 2147483647 w 2838"/>
                <a:gd name="T21" fmla="*/ 2147483647 h 2664"/>
                <a:gd name="T22" fmla="*/ 2147483647 w 2838"/>
                <a:gd name="T23" fmla="*/ 2147483647 h 2664"/>
                <a:gd name="T24" fmla="*/ 2147483647 w 2838"/>
                <a:gd name="T25" fmla="*/ 2147483647 h 2664"/>
                <a:gd name="T26" fmla="*/ 2147483647 w 2838"/>
                <a:gd name="T27" fmla="*/ 2147483647 h 2664"/>
                <a:gd name="T28" fmla="*/ 2147483647 w 2838"/>
                <a:gd name="T29" fmla="*/ 2147483647 h 2664"/>
                <a:gd name="T30" fmla="*/ 2147483647 w 2838"/>
                <a:gd name="T31" fmla="*/ 2147483647 h 2664"/>
                <a:gd name="T32" fmla="*/ 2147483647 w 2838"/>
                <a:gd name="T33" fmla="*/ 2147483647 h 2664"/>
                <a:gd name="T34" fmla="*/ 2147483647 w 2838"/>
                <a:gd name="T35" fmla="*/ 2147483647 h 2664"/>
                <a:gd name="T36" fmla="*/ 2147483647 w 2838"/>
                <a:gd name="T37" fmla="*/ 2147483647 h 2664"/>
                <a:gd name="T38" fmla="*/ 2147483647 w 2838"/>
                <a:gd name="T39" fmla="*/ 2147483647 h 2664"/>
                <a:gd name="T40" fmla="*/ 2147483647 w 2838"/>
                <a:gd name="T41" fmla="*/ 2147483647 h 2664"/>
                <a:gd name="T42" fmla="*/ 2147483647 w 2838"/>
                <a:gd name="T43" fmla="*/ 2147483647 h 2664"/>
                <a:gd name="T44" fmla="*/ 2147483647 w 2838"/>
                <a:gd name="T45" fmla="*/ 2147483647 h 2664"/>
                <a:gd name="T46" fmla="*/ 2147483647 w 2838"/>
                <a:gd name="T47" fmla="*/ 2147483647 h 2664"/>
                <a:gd name="T48" fmla="*/ 2147483647 w 2838"/>
                <a:gd name="T49" fmla="*/ 2147483647 h 2664"/>
                <a:gd name="T50" fmla="*/ 2147483647 w 2838"/>
                <a:gd name="T51" fmla="*/ 2147483647 h 2664"/>
                <a:gd name="T52" fmla="*/ 2147483647 w 2838"/>
                <a:gd name="T53" fmla="*/ 2147483647 h 2664"/>
                <a:gd name="T54" fmla="*/ 2147483647 w 2838"/>
                <a:gd name="T55" fmla="*/ 2147483647 h 2664"/>
                <a:gd name="T56" fmla="*/ 2147483647 w 2838"/>
                <a:gd name="T57" fmla="*/ 2147483647 h 2664"/>
                <a:gd name="T58" fmla="*/ 2147483647 w 2838"/>
                <a:gd name="T59" fmla="*/ 2147483647 h 2664"/>
                <a:gd name="T60" fmla="*/ 2147483647 w 2838"/>
                <a:gd name="T61" fmla="*/ 2147483647 h 2664"/>
                <a:gd name="T62" fmla="*/ 2147483647 w 2838"/>
                <a:gd name="T63" fmla="*/ 2147483647 h 2664"/>
                <a:gd name="T64" fmla="*/ 2147483647 w 2838"/>
                <a:gd name="T65" fmla="*/ 2147483647 h 2664"/>
                <a:gd name="T66" fmla="*/ 2147483647 w 2838"/>
                <a:gd name="T67" fmla="*/ 2147483647 h 2664"/>
                <a:gd name="T68" fmla="*/ 2147483647 w 2838"/>
                <a:gd name="T69" fmla="*/ 2147483647 h 2664"/>
                <a:gd name="T70" fmla="*/ 2147483647 w 2838"/>
                <a:gd name="T71" fmla="*/ 2147483647 h 2664"/>
                <a:gd name="T72" fmla="*/ 2147483647 w 2838"/>
                <a:gd name="T73" fmla="*/ 2147483647 h 2664"/>
                <a:gd name="T74" fmla="*/ 2147483647 w 2838"/>
                <a:gd name="T75" fmla="*/ 2147483647 h 2664"/>
                <a:gd name="T76" fmla="*/ 2147483647 w 2838"/>
                <a:gd name="T77" fmla="*/ 2147483647 h 2664"/>
                <a:gd name="T78" fmla="*/ 2147483647 w 2838"/>
                <a:gd name="T79" fmla="*/ 2147483647 h 2664"/>
                <a:gd name="T80" fmla="*/ 2147483647 w 2838"/>
                <a:gd name="T81" fmla="*/ 2147483647 h 2664"/>
                <a:gd name="T82" fmla="*/ 2147483647 w 2838"/>
                <a:gd name="T83" fmla="*/ 2147483647 h 2664"/>
                <a:gd name="T84" fmla="*/ 2147483647 w 2838"/>
                <a:gd name="T85" fmla="*/ 2147483647 h 2664"/>
                <a:gd name="T86" fmla="*/ 2147483647 w 2838"/>
                <a:gd name="T87" fmla="*/ 2147483647 h 2664"/>
                <a:gd name="T88" fmla="*/ 2147483647 w 2838"/>
                <a:gd name="T89" fmla="*/ 2147483647 h 2664"/>
                <a:gd name="T90" fmla="*/ 2147483647 w 2838"/>
                <a:gd name="T91" fmla="*/ 2147483647 h 2664"/>
                <a:gd name="T92" fmla="*/ 2147483647 w 2838"/>
                <a:gd name="T93" fmla="*/ 2147483647 h 2664"/>
                <a:gd name="T94" fmla="*/ 2147483647 w 2838"/>
                <a:gd name="T95" fmla="*/ 2147483647 h 2664"/>
                <a:gd name="T96" fmla="*/ 2147483647 w 2838"/>
                <a:gd name="T97" fmla="*/ 2147483647 h 2664"/>
                <a:gd name="T98" fmla="*/ 2147483647 w 2838"/>
                <a:gd name="T99" fmla="*/ 2147483647 h 2664"/>
                <a:gd name="T100" fmla="*/ 2147483647 w 2838"/>
                <a:gd name="T101" fmla="*/ 2147483647 h 2664"/>
                <a:gd name="T102" fmla="*/ 2147483647 w 2838"/>
                <a:gd name="T103" fmla="*/ 2147483647 h 2664"/>
                <a:gd name="T104" fmla="*/ 2147483647 w 2838"/>
                <a:gd name="T105" fmla="*/ 2147483647 h 2664"/>
                <a:gd name="T106" fmla="*/ 2147483647 w 2838"/>
                <a:gd name="T107" fmla="*/ 2147483647 h 2664"/>
                <a:gd name="T108" fmla="*/ 2147483647 w 2838"/>
                <a:gd name="T109" fmla="*/ 2147483647 h 2664"/>
                <a:gd name="T110" fmla="*/ 2147483647 w 2838"/>
                <a:gd name="T111" fmla="*/ 2147483647 h 2664"/>
                <a:gd name="T112" fmla="*/ 2147483647 w 2838"/>
                <a:gd name="T113" fmla="*/ 2147483647 h 2664"/>
                <a:gd name="T114" fmla="*/ 2147483647 w 2838"/>
                <a:gd name="T115" fmla="*/ 2147483647 h 2664"/>
                <a:gd name="T116" fmla="*/ 2147483647 w 2838"/>
                <a:gd name="T117" fmla="*/ 2147483647 h 26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838"/>
                <a:gd name="T178" fmla="*/ 0 h 2664"/>
                <a:gd name="T179" fmla="*/ 2838 w 2838"/>
                <a:gd name="T180" fmla="*/ 2664 h 26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838" h="2664">
                  <a:moveTo>
                    <a:pt x="1530" y="66"/>
                  </a:moveTo>
                  <a:lnTo>
                    <a:pt x="1524" y="60"/>
                  </a:lnTo>
                  <a:lnTo>
                    <a:pt x="1518" y="60"/>
                  </a:lnTo>
                  <a:lnTo>
                    <a:pt x="1506" y="66"/>
                  </a:lnTo>
                  <a:lnTo>
                    <a:pt x="1500" y="72"/>
                  </a:lnTo>
                  <a:lnTo>
                    <a:pt x="1494" y="84"/>
                  </a:lnTo>
                  <a:lnTo>
                    <a:pt x="1494" y="102"/>
                  </a:lnTo>
                  <a:lnTo>
                    <a:pt x="1506" y="102"/>
                  </a:lnTo>
                  <a:lnTo>
                    <a:pt x="1512" y="90"/>
                  </a:lnTo>
                  <a:lnTo>
                    <a:pt x="1524" y="78"/>
                  </a:lnTo>
                  <a:lnTo>
                    <a:pt x="1530" y="66"/>
                  </a:lnTo>
                  <a:close/>
                  <a:moveTo>
                    <a:pt x="1476" y="2016"/>
                  </a:moveTo>
                  <a:lnTo>
                    <a:pt x="1464" y="2016"/>
                  </a:lnTo>
                  <a:lnTo>
                    <a:pt x="1440" y="2028"/>
                  </a:lnTo>
                  <a:lnTo>
                    <a:pt x="1440" y="2034"/>
                  </a:lnTo>
                  <a:lnTo>
                    <a:pt x="1452" y="2046"/>
                  </a:lnTo>
                  <a:lnTo>
                    <a:pt x="1452" y="2052"/>
                  </a:lnTo>
                  <a:lnTo>
                    <a:pt x="1470" y="2052"/>
                  </a:lnTo>
                  <a:lnTo>
                    <a:pt x="1482" y="2046"/>
                  </a:lnTo>
                  <a:lnTo>
                    <a:pt x="1488" y="2040"/>
                  </a:lnTo>
                  <a:lnTo>
                    <a:pt x="1506" y="2040"/>
                  </a:lnTo>
                  <a:lnTo>
                    <a:pt x="1512" y="2034"/>
                  </a:lnTo>
                  <a:lnTo>
                    <a:pt x="1530" y="2034"/>
                  </a:lnTo>
                  <a:lnTo>
                    <a:pt x="1536" y="2028"/>
                  </a:lnTo>
                  <a:lnTo>
                    <a:pt x="1512" y="2028"/>
                  </a:lnTo>
                  <a:lnTo>
                    <a:pt x="1500" y="2016"/>
                  </a:lnTo>
                  <a:lnTo>
                    <a:pt x="1476" y="2016"/>
                  </a:lnTo>
                  <a:close/>
                  <a:moveTo>
                    <a:pt x="2802" y="1164"/>
                  </a:moveTo>
                  <a:lnTo>
                    <a:pt x="2802" y="1134"/>
                  </a:lnTo>
                  <a:lnTo>
                    <a:pt x="2796" y="1116"/>
                  </a:lnTo>
                  <a:lnTo>
                    <a:pt x="2796" y="1092"/>
                  </a:lnTo>
                  <a:lnTo>
                    <a:pt x="2790" y="1086"/>
                  </a:lnTo>
                  <a:lnTo>
                    <a:pt x="2778" y="1086"/>
                  </a:lnTo>
                  <a:lnTo>
                    <a:pt x="2772" y="1080"/>
                  </a:lnTo>
                  <a:lnTo>
                    <a:pt x="2760" y="1080"/>
                  </a:lnTo>
                  <a:lnTo>
                    <a:pt x="2760" y="1062"/>
                  </a:lnTo>
                  <a:lnTo>
                    <a:pt x="2742" y="1050"/>
                  </a:lnTo>
                  <a:lnTo>
                    <a:pt x="2742" y="1014"/>
                  </a:lnTo>
                  <a:lnTo>
                    <a:pt x="2736" y="1008"/>
                  </a:lnTo>
                  <a:lnTo>
                    <a:pt x="2724" y="1002"/>
                  </a:lnTo>
                  <a:lnTo>
                    <a:pt x="2718" y="996"/>
                  </a:lnTo>
                  <a:lnTo>
                    <a:pt x="2706" y="996"/>
                  </a:lnTo>
                  <a:lnTo>
                    <a:pt x="2712" y="996"/>
                  </a:lnTo>
                  <a:lnTo>
                    <a:pt x="2718" y="990"/>
                  </a:lnTo>
                  <a:lnTo>
                    <a:pt x="2730" y="990"/>
                  </a:lnTo>
                  <a:lnTo>
                    <a:pt x="2742" y="984"/>
                  </a:lnTo>
                  <a:lnTo>
                    <a:pt x="2760" y="966"/>
                  </a:lnTo>
                  <a:lnTo>
                    <a:pt x="2754" y="954"/>
                  </a:lnTo>
                  <a:lnTo>
                    <a:pt x="2736" y="936"/>
                  </a:lnTo>
                  <a:lnTo>
                    <a:pt x="2730" y="936"/>
                  </a:lnTo>
                  <a:lnTo>
                    <a:pt x="2730" y="930"/>
                  </a:lnTo>
                  <a:lnTo>
                    <a:pt x="2712" y="912"/>
                  </a:lnTo>
                  <a:lnTo>
                    <a:pt x="2700" y="906"/>
                  </a:lnTo>
                  <a:lnTo>
                    <a:pt x="2694" y="912"/>
                  </a:lnTo>
                  <a:lnTo>
                    <a:pt x="2694" y="936"/>
                  </a:lnTo>
                  <a:lnTo>
                    <a:pt x="2670" y="930"/>
                  </a:lnTo>
                  <a:lnTo>
                    <a:pt x="2670" y="924"/>
                  </a:lnTo>
                  <a:lnTo>
                    <a:pt x="2676" y="918"/>
                  </a:lnTo>
                  <a:lnTo>
                    <a:pt x="2676" y="906"/>
                  </a:lnTo>
                  <a:lnTo>
                    <a:pt x="2682" y="894"/>
                  </a:lnTo>
                  <a:lnTo>
                    <a:pt x="2688" y="876"/>
                  </a:lnTo>
                  <a:lnTo>
                    <a:pt x="2688" y="858"/>
                  </a:lnTo>
                  <a:lnTo>
                    <a:pt x="2682" y="852"/>
                  </a:lnTo>
                  <a:lnTo>
                    <a:pt x="2676" y="840"/>
                  </a:lnTo>
                  <a:lnTo>
                    <a:pt x="2670" y="840"/>
                  </a:lnTo>
                  <a:lnTo>
                    <a:pt x="2652" y="822"/>
                  </a:lnTo>
                  <a:lnTo>
                    <a:pt x="2652" y="816"/>
                  </a:lnTo>
                  <a:lnTo>
                    <a:pt x="2658" y="804"/>
                  </a:lnTo>
                  <a:lnTo>
                    <a:pt x="2658" y="792"/>
                  </a:lnTo>
                  <a:lnTo>
                    <a:pt x="2664" y="774"/>
                  </a:lnTo>
                  <a:lnTo>
                    <a:pt x="2664" y="762"/>
                  </a:lnTo>
                  <a:lnTo>
                    <a:pt x="2652" y="750"/>
                  </a:lnTo>
                  <a:lnTo>
                    <a:pt x="2628" y="732"/>
                  </a:lnTo>
                  <a:lnTo>
                    <a:pt x="2598" y="720"/>
                  </a:lnTo>
                  <a:lnTo>
                    <a:pt x="2580" y="708"/>
                  </a:lnTo>
                  <a:lnTo>
                    <a:pt x="2568" y="702"/>
                  </a:lnTo>
                  <a:lnTo>
                    <a:pt x="2556" y="708"/>
                  </a:lnTo>
                  <a:lnTo>
                    <a:pt x="2550" y="696"/>
                  </a:lnTo>
                  <a:lnTo>
                    <a:pt x="2538" y="684"/>
                  </a:lnTo>
                  <a:lnTo>
                    <a:pt x="2532" y="672"/>
                  </a:lnTo>
                  <a:lnTo>
                    <a:pt x="2520" y="660"/>
                  </a:lnTo>
                  <a:lnTo>
                    <a:pt x="2514" y="642"/>
                  </a:lnTo>
                  <a:lnTo>
                    <a:pt x="2514" y="594"/>
                  </a:lnTo>
                  <a:lnTo>
                    <a:pt x="2520" y="576"/>
                  </a:lnTo>
                  <a:lnTo>
                    <a:pt x="2526" y="564"/>
                  </a:lnTo>
                  <a:lnTo>
                    <a:pt x="2526" y="546"/>
                  </a:lnTo>
                  <a:lnTo>
                    <a:pt x="2520" y="504"/>
                  </a:lnTo>
                  <a:lnTo>
                    <a:pt x="2502" y="462"/>
                  </a:lnTo>
                  <a:lnTo>
                    <a:pt x="2490" y="426"/>
                  </a:lnTo>
                  <a:lnTo>
                    <a:pt x="2490" y="402"/>
                  </a:lnTo>
                  <a:lnTo>
                    <a:pt x="2496" y="390"/>
                  </a:lnTo>
                  <a:lnTo>
                    <a:pt x="2502" y="384"/>
                  </a:lnTo>
                  <a:lnTo>
                    <a:pt x="2502" y="324"/>
                  </a:lnTo>
                  <a:lnTo>
                    <a:pt x="2496" y="312"/>
                  </a:lnTo>
                  <a:lnTo>
                    <a:pt x="2496" y="300"/>
                  </a:lnTo>
                  <a:lnTo>
                    <a:pt x="2472" y="294"/>
                  </a:lnTo>
                  <a:lnTo>
                    <a:pt x="2460" y="288"/>
                  </a:lnTo>
                  <a:lnTo>
                    <a:pt x="2454" y="276"/>
                  </a:lnTo>
                  <a:lnTo>
                    <a:pt x="2442" y="270"/>
                  </a:lnTo>
                  <a:lnTo>
                    <a:pt x="2424" y="270"/>
                  </a:lnTo>
                  <a:lnTo>
                    <a:pt x="2418" y="282"/>
                  </a:lnTo>
                  <a:lnTo>
                    <a:pt x="2412" y="288"/>
                  </a:lnTo>
                  <a:lnTo>
                    <a:pt x="2412" y="282"/>
                  </a:lnTo>
                  <a:lnTo>
                    <a:pt x="2406" y="276"/>
                  </a:lnTo>
                  <a:lnTo>
                    <a:pt x="2400" y="264"/>
                  </a:lnTo>
                  <a:lnTo>
                    <a:pt x="2400" y="228"/>
                  </a:lnTo>
                  <a:lnTo>
                    <a:pt x="2406" y="216"/>
                  </a:lnTo>
                  <a:lnTo>
                    <a:pt x="2406" y="204"/>
                  </a:lnTo>
                  <a:lnTo>
                    <a:pt x="2388" y="180"/>
                  </a:lnTo>
                  <a:lnTo>
                    <a:pt x="2394" y="96"/>
                  </a:lnTo>
                  <a:lnTo>
                    <a:pt x="2382" y="90"/>
                  </a:lnTo>
                  <a:lnTo>
                    <a:pt x="2364" y="72"/>
                  </a:lnTo>
                  <a:lnTo>
                    <a:pt x="2364" y="66"/>
                  </a:lnTo>
                  <a:lnTo>
                    <a:pt x="2370" y="48"/>
                  </a:lnTo>
                  <a:lnTo>
                    <a:pt x="2370" y="24"/>
                  </a:lnTo>
                  <a:lnTo>
                    <a:pt x="2364" y="18"/>
                  </a:lnTo>
                  <a:lnTo>
                    <a:pt x="2346" y="18"/>
                  </a:lnTo>
                  <a:lnTo>
                    <a:pt x="2346" y="0"/>
                  </a:lnTo>
                  <a:lnTo>
                    <a:pt x="2316" y="12"/>
                  </a:lnTo>
                  <a:lnTo>
                    <a:pt x="2310" y="30"/>
                  </a:lnTo>
                  <a:lnTo>
                    <a:pt x="2298" y="36"/>
                  </a:lnTo>
                  <a:lnTo>
                    <a:pt x="2292" y="42"/>
                  </a:lnTo>
                  <a:lnTo>
                    <a:pt x="2280" y="48"/>
                  </a:lnTo>
                  <a:lnTo>
                    <a:pt x="2280" y="66"/>
                  </a:lnTo>
                  <a:lnTo>
                    <a:pt x="2286" y="78"/>
                  </a:lnTo>
                  <a:lnTo>
                    <a:pt x="2286" y="90"/>
                  </a:lnTo>
                  <a:lnTo>
                    <a:pt x="2292" y="102"/>
                  </a:lnTo>
                  <a:lnTo>
                    <a:pt x="2292" y="114"/>
                  </a:lnTo>
                  <a:lnTo>
                    <a:pt x="2286" y="126"/>
                  </a:lnTo>
                  <a:lnTo>
                    <a:pt x="2274" y="138"/>
                  </a:lnTo>
                  <a:lnTo>
                    <a:pt x="2268" y="150"/>
                  </a:lnTo>
                  <a:lnTo>
                    <a:pt x="2238" y="180"/>
                  </a:lnTo>
                  <a:lnTo>
                    <a:pt x="2256" y="192"/>
                  </a:lnTo>
                  <a:lnTo>
                    <a:pt x="2256" y="198"/>
                  </a:lnTo>
                  <a:lnTo>
                    <a:pt x="2250" y="204"/>
                  </a:lnTo>
                  <a:lnTo>
                    <a:pt x="2238" y="228"/>
                  </a:lnTo>
                  <a:lnTo>
                    <a:pt x="2232" y="234"/>
                  </a:lnTo>
                  <a:lnTo>
                    <a:pt x="2232" y="264"/>
                  </a:lnTo>
                  <a:lnTo>
                    <a:pt x="2238" y="276"/>
                  </a:lnTo>
                  <a:lnTo>
                    <a:pt x="2238" y="288"/>
                  </a:lnTo>
                  <a:lnTo>
                    <a:pt x="2232" y="300"/>
                  </a:lnTo>
                  <a:lnTo>
                    <a:pt x="2214" y="408"/>
                  </a:lnTo>
                  <a:lnTo>
                    <a:pt x="2208" y="432"/>
                  </a:lnTo>
                  <a:lnTo>
                    <a:pt x="2202" y="438"/>
                  </a:lnTo>
                  <a:lnTo>
                    <a:pt x="2190" y="462"/>
                  </a:lnTo>
                  <a:lnTo>
                    <a:pt x="2178" y="474"/>
                  </a:lnTo>
                  <a:lnTo>
                    <a:pt x="2172" y="486"/>
                  </a:lnTo>
                  <a:lnTo>
                    <a:pt x="2166" y="492"/>
                  </a:lnTo>
                  <a:lnTo>
                    <a:pt x="2166" y="516"/>
                  </a:lnTo>
                  <a:lnTo>
                    <a:pt x="2160" y="534"/>
                  </a:lnTo>
                  <a:lnTo>
                    <a:pt x="2154" y="546"/>
                  </a:lnTo>
                  <a:lnTo>
                    <a:pt x="2142" y="552"/>
                  </a:lnTo>
                  <a:lnTo>
                    <a:pt x="2088" y="570"/>
                  </a:lnTo>
                  <a:lnTo>
                    <a:pt x="2076" y="570"/>
                  </a:lnTo>
                  <a:lnTo>
                    <a:pt x="2064" y="576"/>
                  </a:lnTo>
                  <a:lnTo>
                    <a:pt x="2058" y="576"/>
                  </a:lnTo>
                  <a:lnTo>
                    <a:pt x="2058" y="570"/>
                  </a:lnTo>
                  <a:lnTo>
                    <a:pt x="2052" y="564"/>
                  </a:lnTo>
                  <a:lnTo>
                    <a:pt x="2028" y="516"/>
                  </a:lnTo>
                  <a:lnTo>
                    <a:pt x="2022" y="510"/>
                  </a:lnTo>
                  <a:lnTo>
                    <a:pt x="1998" y="492"/>
                  </a:lnTo>
                  <a:lnTo>
                    <a:pt x="1956" y="474"/>
                  </a:lnTo>
                  <a:lnTo>
                    <a:pt x="1920" y="462"/>
                  </a:lnTo>
                  <a:lnTo>
                    <a:pt x="1908" y="456"/>
                  </a:lnTo>
                  <a:lnTo>
                    <a:pt x="1896" y="438"/>
                  </a:lnTo>
                  <a:lnTo>
                    <a:pt x="1884" y="426"/>
                  </a:lnTo>
                  <a:lnTo>
                    <a:pt x="1872" y="402"/>
                  </a:lnTo>
                  <a:lnTo>
                    <a:pt x="1866" y="396"/>
                  </a:lnTo>
                  <a:lnTo>
                    <a:pt x="1830" y="396"/>
                  </a:lnTo>
                  <a:lnTo>
                    <a:pt x="1806" y="348"/>
                  </a:lnTo>
                  <a:lnTo>
                    <a:pt x="1824" y="330"/>
                  </a:lnTo>
                  <a:lnTo>
                    <a:pt x="1824" y="306"/>
                  </a:lnTo>
                  <a:lnTo>
                    <a:pt x="1830" y="294"/>
                  </a:lnTo>
                  <a:lnTo>
                    <a:pt x="1836" y="288"/>
                  </a:lnTo>
                  <a:lnTo>
                    <a:pt x="1848" y="282"/>
                  </a:lnTo>
                  <a:lnTo>
                    <a:pt x="1854" y="276"/>
                  </a:lnTo>
                  <a:lnTo>
                    <a:pt x="1848" y="228"/>
                  </a:lnTo>
                  <a:lnTo>
                    <a:pt x="1866" y="210"/>
                  </a:lnTo>
                  <a:lnTo>
                    <a:pt x="1872" y="216"/>
                  </a:lnTo>
                  <a:lnTo>
                    <a:pt x="1884" y="216"/>
                  </a:lnTo>
                  <a:lnTo>
                    <a:pt x="1890" y="222"/>
                  </a:lnTo>
                  <a:lnTo>
                    <a:pt x="1896" y="222"/>
                  </a:lnTo>
                  <a:lnTo>
                    <a:pt x="1902" y="216"/>
                  </a:lnTo>
                  <a:lnTo>
                    <a:pt x="1908" y="204"/>
                  </a:lnTo>
                  <a:lnTo>
                    <a:pt x="1908" y="180"/>
                  </a:lnTo>
                  <a:lnTo>
                    <a:pt x="1944" y="144"/>
                  </a:lnTo>
                  <a:lnTo>
                    <a:pt x="1938" y="132"/>
                  </a:lnTo>
                  <a:lnTo>
                    <a:pt x="1914" y="108"/>
                  </a:lnTo>
                  <a:lnTo>
                    <a:pt x="1890" y="108"/>
                  </a:lnTo>
                  <a:lnTo>
                    <a:pt x="1872" y="114"/>
                  </a:lnTo>
                  <a:lnTo>
                    <a:pt x="1848" y="126"/>
                  </a:lnTo>
                  <a:lnTo>
                    <a:pt x="1842" y="138"/>
                  </a:lnTo>
                  <a:lnTo>
                    <a:pt x="1842" y="120"/>
                  </a:lnTo>
                  <a:lnTo>
                    <a:pt x="1812" y="126"/>
                  </a:lnTo>
                  <a:lnTo>
                    <a:pt x="1794" y="138"/>
                  </a:lnTo>
                  <a:lnTo>
                    <a:pt x="1788" y="120"/>
                  </a:lnTo>
                  <a:lnTo>
                    <a:pt x="1752" y="114"/>
                  </a:lnTo>
                  <a:lnTo>
                    <a:pt x="1746" y="108"/>
                  </a:lnTo>
                  <a:lnTo>
                    <a:pt x="1734" y="102"/>
                  </a:lnTo>
                  <a:lnTo>
                    <a:pt x="1728" y="96"/>
                  </a:lnTo>
                  <a:lnTo>
                    <a:pt x="1716" y="90"/>
                  </a:lnTo>
                  <a:lnTo>
                    <a:pt x="1674" y="90"/>
                  </a:lnTo>
                  <a:lnTo>
                    <a:pt x="1662" y="84"/>
                  </a:lnTo>
                  <a:lnTo>
                    <a:pt x="1650" y="84"/>
                  </a:lnTo>
                  <a:lnTo>
                    <a:pt x="1650" y="78"/>
                  </a:lnTo>
                  <a:lnTo>
                    <a:pt x="1644" y="72"/>
                  </a:lnTo>
                  <a:lnTo>
                    <a:pt x="1632" y="48"/>
                  </a:lnTo>
                  <a:lnTo>
                    <a:pt x="1626" y="42"/>
                  </a:lnTo>
                  <a:lnTo>
                    <a:pt x="1620" y="42"/>
                  </a:lnTo>
                  <a:lnTo>
                    <a:pt x="1620" y="54"/>
                  </a:lnTo>
                  <a:lnTo>
                    <a:pt x="1614" y="60"/>
                  </a:lnTo>
                  <a:lnTo>
                    <a:pt x="1602" y="54"/>
                  </a:lnTo>
                  <a:lnTo>
                    <a:pt x="1596" y="54"/>
                  </a:lnTo>
                  <a:lnTo>
                    <a:pt x="1584" y="48"/>
                  </a:lnTo>
                  <a:lnTo>
                    <a:pt x="1566" y="48"/>
                  </a:lnTo>
                  <a:lnTo>
                    <a:pt x="1566" y="60"/>
                  </a:lnTo>
                  <a:lnTo>
                    <a:pt x="1572" y="66"/>
                  </a:lnTo>
                  <a:lnTo>
                    <a:pt x="1554" y="66"/>
                  </a:lnTo>
                  <a:lnTo>
                    <a:pt x="1548" y="72"/>
                  </a:lnTo>
                  <a:lnTo>
                    <a:pt x="1548" y="78"/>
                  </a:lnTo>
                  <a:lnTo>
                    <a:pt x="1554" y="84"/>
                  </a:lnTo>
                  <a:lnTo>
                    <a:pt x="1566" y="84"/>
                  </a:lnTo>
                  <a:lnTo>
                    <a:pt x="1590" y="96"/>
                  </a:lnTo>
                  <a:lnTo>
                    <a:pt x="1596" y="96"/>
                  </a:lnTo>
                  <a:lnTo>
                    <a:pt x="1608" y="90"/>
                  </a:lnTo>
                  <a:lnTo>
                    <a:pt x="1614" y="84"/>
                  </a:lnTo>
                  <a:lnTo>
                    <a:pt x="1644" y="102"/>
                  </a:lnTo>
                  <a:lnTo>
                    <a:pt x="1638" y="102"/>
                  </a:lnTo>
                  <a:lnTo>
                    <a:pt x="1632" y="108"/>
                  </a:lnTo>
                  <a:lnTo>
                    <a:pt x="1596" y="126"/>
                  </a:lnTo>
                  <a:lnTo>
                    <a:pt x="1572" y="126"/>
                  </a:lnTo>
                  <a:lnTo>
                    <a:pt x="1554" y="132"/>
                  </a:lnTo>
                  <a:lnTo>
                    <a:pt x="1512" y="132"/>
                  </a:lnTo>
                  <a:lnTo>
                    <a:pt x="1500" y="138"/>
                  </a:lnTo>
                  <a:lnTo>
                    <a:pt x="1482" y="144"/>
                  </a:lnTo>
                  <a:lnTo>
                    <a:pt x="1470" y="156"/>
                  </a:lnTo>
                  <a:lnTo>
                    <a:pt x="1452" y="162"/>
                  </a:lnTo>
                  <a:lnTo>
                    <a:pt x="1440" y="168"/>
                  </a:lnTo>
                  <a:lnTo>
                    <a:pt x="1434" y="174"/>
                  </a:lnTo>
                  <a:lnTo>
                    <a:pt x="1428" y="174"/>
                  </a:lnTo>
                  <a:lnTo>
                    <a:pt x="1428" y="186"/>
                  </a:lnTo>
                  <a:lnTo>
                    <a:pt x="1422" y="204"/>
                  </a:lnTo>
                  <a:lnTo>
                    <a:pt x="1422" y="228"/>
                  </a:lnTo>
                  <a:lnTo>
                    <a:pt x="1428" y="234"/>
                  </a:lnTo>
                  <a:lnTo>
                    <a:pt x="1440" y="240"/>
                  </a:lnTo>
                  <a:lnTo>
                    <a:pt x="1446" y="246"/>
                  </a:lnTo>
                  <a:lnTo>
                    <a:pt x="1452" y="246"/>
                  </a:lnTo>
                  <a:lnTo>
                    <a:pt x="1398" y="246"/>
                  </a:lnTo>
                  <a:lnTo>
                    <a:pt x="1368" y="282"/>
                  </a:lnTo>
                  <a:lnTo>
                    <a:pt x="1368" y="312"/>
                  </a:lnTo>
                  <a:lnTo>
                    <a:pt x="1362" y="324"/>
                  </a:lnTo>
                  <a:lnTo>
                    <a:pt x="1362" y="330"/>
                  </a:lnTo>
                  <a:lnTo>
                    <a:pt x="1368" y="336"/>
                  </a:lnTo>
                  <a:lnTo>
                    <a:pt x="1380" y="336"/>
                  </a:lnTo>
                  <a:lnTo>
                    <a:pt x="1404" y="348"/>
                  </a:lnTo>
                  <a:lnTo>
                    <a:pt x="1410" y="354"/>
                  </a:lnTo>
                  <a:lnTo>
                    <a:pt x="1410" y="390"/>
                  </a:lnTo>
                  <a:lnTo>
                    <a:pt x="1386" y="366"/>
                  </a:lnTo>
                  <a:lnTo>
                    <a:pt x="1356" y="366"/>
                  </a:lnTo>
                  <a:lnTo>
                    <a:pt x="1344" y="390"/>
                  </a:lnTo>
                  <a:lnTo>
                    <a:pt x="1308" y="354"/>
                  </a:lnTo>
                  <a:lnTo>
                    <a:pt x="1302" y="384"/>
                  </a:lnTo>
                  <a:lnTo>
                    <a:pt x="1278" y="396"/>
                  </a:lnTo>
                  <a:lnTo>
                    <a:pt x="1284" y="420"/>
                  </a:lnTo>
                  <a:lnTo>
                    <a:pt x="1254" y="414"/>
                  </a:lnTo>
                  <a:lnTo>
                    <a:pt x="1284" y="354"/>
                  </a:lnTo>
                  <a:lnTo>
                    <a:pt x="1278" y="348"/>
                  </a:lnTo>
                  <a:lnTo>
                    <a:pt x="1272" y="336"/>
                  </a:lnTo>
                  <a:lnTo>
                    <a:pt x="1272" y="324"/>
                  </a:lnTo>
                  <a:lnTo>
                    <a:pt x="1266" y="318"/>
                  </a:lnTo>
                  <a:lnTo>
                    <a:pt x="1254" y="312"/>
                  </a:lnTo>
                  <a:lnTo>
                    <a:pt x="1236" y="312"/>
                  </a:lnTo>
                  <a:lnTo>
                    <a:pt x="1224" y="282"/>
                  </a:lnTo>
                  <a:lnTo>
                    <a:pt x="1224" y="276"/>
                  </a:lnTo>
                  <a:lnTo>
                    <a:pt x="1230" y="270"/>
                  </a:lnTo>
                  <a:lnTo>
                    <a:pt x="1230" y="258"/>
                  </a:lnTo>
                  <a:lnTo>
                    <a:pt x="1224" y="246"/>
                  </a:lnTo>
                  <a:lnTo>
                    <a:pt x="1218" y="240"/>
                  </a:lnTo>
                  <a:lnTo>
                    <a:pt x="1206" y="234"/>
                  </a:lnTo>
                  <a:lnTo>
                    <a:pt x="1194" y="240"/>
                  </a:lnTo>
                  <a:lnTo>
                    <a:pt x="1188" y="246"/>
                  </a:lnTo>
                  <a:lnTo>
                    <a:pt x="1176" y="252"/>
                  </a:lnTo>
                  <a:lnTo>
                    <a:pt x="1176" y="264"/>
                  </a:lnTo>
                  <a:lnTo>
                    <a:pt x="1182" y="270"/>
                  </a:lnTo>
                  <a:lnTo>
                    <a:pt x="1182" y="282"/>
                  </a:lnTo>
                  <a:lnTo>
                    <a:pt x="1146" y="276"/>
                  </a:lnTo>
                  <a:lnTo>
                    <a:pt x="1152" y="306"/>
                  </a:lnTo>
                  <a:lnTo>
                    <a:pt x="1134" y="300"/>
                  </a:lnTo>
                  <a:lnTo>
                    <a:pt x="1116" y="306"/>
                  </a:lnTo>
                  <a:lnTo>
                    <a:pt x="1122" y="312"/>
                  </a:lnTo>
                  <a:lnTo>
                    <a:pt x="1122" y="330"/>
                  </a:lnTo>
                  <a:lnTo>
                    <a:pt x="1116" y="342"/>
                  </a:lnTo>
                  <a:lnTo>
                    <a:pt x="1110" y="348"/>
                  </a:lnTo>
                  <a:lnTo>
                    <a:pt x="1098" y="354"/>
                  </a:lnTo>
                  <a:lnTo>
                    <a:pt x="1092" y="360"/>
                  </a:lnTo>
                  <a:lnTo>
                    <a:pt x="1104" y="324"/>
                  </a:lnTo>
                  <a:lnTo>
                    <a:pt x="1080" y="348"/>
                  </a:lnTo>
                  <a:lnTo>
                    <a:pt x="1062" y="348"/>
                  </a:lnTo>
                  <a:lnTo>
                    <a:pt x="1056" y="360"/>
                  </a:lnTo>
                  <a:lnTo>
                    <a:pt x="1050" y="366"/>
                  </a:lnTo>
                  <a:lnTo>
                    <a:pt x="1050" y="378"/>
                  </a:lnTo>
                  <a:lnTo>
                    <a:pt x="1056" y="390"/>
                  </a:lnTo>
                  <a:lnTo>
                    <a:pt x="1056" y="396"/>
                  </a:lnTo>
                  <a:lnTo>
                    <a:pt x="1062" y="408"/>
                  </a:lnTo>
                  <a:lnTo>
                    <a:pt x="1014" y="384"/>
                  </a:lnTo>
                  <a:lnTo>
                    <a:pt x="1008" y="420"/>
                  </a:lnTo>
                  <a:lnTo>
                    <a:pt x="996" y="426"/>
                  </a:lnTo>
                  <a:lnTo>
                    <a:pt x="1008" y="450"/>
                  </a:lnTo>
                  <a:lnTo>
                    <a:pt x="1032" y="450"/>
                  </a:lnTo>
                  <a:lnTo>
                    <a:pt x="1026" y="468"/>
                  </a:lnTo>
                  <a:lnTo>
                    <a:pt x="954" y="474"/>
                  </a:lnTo>
                  <a:lnTo>
                    <a:pt x="948" y="468"/>
                  </a:lnTo>
                  <a:lnTo>
                    <a:pt x="936" y="462"/>
                  </a:lnTo>
                  <a:lnTo>
                    <a:pt x="930" y="462"/>
                  </a:lnTo>
                  <a:lnTo>
                    <a:pt x="918" y="468"/>
                  </a:lnTo>
                  <a:lnTo>
                    <a:pt x="912" y="474"/>
                  </a:lnTo>
                  <a:lnTo>
                    <a:pt x="918" y="486"/>
                  </a:lnTo>
                  <a:lnTo>
                    <a:pt x="918" y="492"/>
                  </a:lnTo>
                  <a:lnTo>
                    <a:pt x="924" y="504"/>
                  </a:lnTo>
                  <a:lnTo>
                    <a:pt x="930" y="510"/>
                  </a:lnTo>
                  <a:lnTo>
                    <a:pt x="930" y="540"/>
                  </a:lnTo>
                  <a:lnTo>
                    <a:pt x="924" y="564"/>
                  </a:lnTo>
                  <a:lnTo>
                    <a:pt x="930" y="600"/>
                  </a:lnTo>
                  <a:lnTo>
                    <a:pt x="912" y="600"/>
                  </a:lnTo>
                  <a:lnTo>
                    <a:pt x="906" y="522"/>
                  </a:lnTo>
                  <a:lnTo>
                    <a:pt x="888" y="510"/>
                  </a:lnTo>
                  <a:lnTo>
                    <a:pt x="888" y="480"/>
                  </a:lnTo>
                  <a:lnTo>
                    <a:pt x="870" y="480"/>
                  </a:lnTo>
                  <a:lnTo>
                    <a:pt x="852" y="504"/>
                  </a:lnTo>
                  <a:lnTo>
                    <a:pt x="822" y="534"/>
                  </a:lnTo>
                  <a:lnTo>
                    <a:pt x="804" y="546"/>
                  </a:lnTo>
                  <a:lnTo>
                    <a:pt x="792" y="558"/>
                  </a:lnTo>
                  <a:lnTo>
                    <a:pt x="786" y="570"/>
                  </a:lnTo>
                  <a:lnTo>
                    <a:pt x="786" y="600"/>
                  </a:lnTo>
                  <a:lnTo>
                    <a:pt x="792" y="606"/>
                  </a:lnTo>
                  <a:lnTo>
                    <a:pt x="792" y="618"/>
                  </a:lnTo>
                  <a:lnTo>
                    <a:pt x="798" y="618"/>
                  </a:lnTo>
                  <a:lnTo>
                    <a:pt x="816" y="636"/>
                  </a:lnTo>
                  <a:lnTo>
                    <a:pt x="810" y="648"/>
                  </a:lnTo>
                  <a:lnTo>
                    <a:pt x="792" y="654"/>
                  </a:lnTo>
                  <a:lnTo>
                    <a:pt x="774" y="666"/>
                  </a:lnTo>
                  <a:lnTo>
                    <a:pt x="750" y="678"/>
                  </a:lnTo>
                  <a:lnTo>
                    <a:pt x="750" y="696"/>
                  </a:lnTo>
                  <a:lnTo>
                    <a:pt x="720" y="726"/>
                  </a:lnTo>
                  <a:lnTo>
                    <a:pt x="702" y="732"/>
                  </a:lnTo>
                  <a:lnTo>
                    <a:pt x="690" y="744"/>
                  </a:lnTo>
                  <a:lnTo>
                    <a:pt x="666" y="756"/>
                  </a:lnTo>
                  <a:lnTo>
                    <a:pt x="630" y="762"/>
                  </a:lnTo>
                  <a:lnTo>
                    <a:pt x="600" y="768"/>
                  </a:lnTo>
                  <a:lnTo>
                    <a:pt x="588" y="768"/>
                  </a:lnTo>
                  <a:lnTo>
                    <a:pt x="534" y="762"/>
                  </a:lnTo>
                  <a:lnTo>
                    <a:pt x="492" y="780"/>
                  </a:lnTo>
                  <a:lnTo>
                    <a:pt x="438" y="786"/>
                  </a:lnTo>
                  <a:lnTo>
                    <a:pt x="432" y="798"/>
                  </a:lnTo>
                  <a:lnTo>
                    <a:pt x="414" y="798"/>
                  </a:lnTo>
                  <a:lnTo>
                    <a:pt x="402" y="804"/>
                  </a:lnTo>
                  <a:lnTo>
                    <a:pt x="396" y="810"/>
                  </a:lnTo>
                  <a:lnTo>
                    <a:pt x="384" y="816"/>
                  </a:lnTo>
                  <a:lnTo>
                    <a:pt x="372" y="828"/>
                  </a:lnTo>
                  <a:lnTo>
                    <a:pt x="342" y="828"/>
                  </a:lnTo>
                  <a:lnTo>
                    <a:pt x="324" y="834"/>
                  </a:lnTo>
                  <a:lnTo>
                    <a:pt x="312" y="840"/>
                  </a:lnTo>
                  <a:lnTo>
                    <a:pt x="306" y="852"/>
                  </a:lnTo>
                  <a:lnTo>
                    <a:pt x="294" y="858"/>
                  </a:lnTo>
                  <a:lnTo>
                    <a:pt x="288" y="870"/>
                  </a:lnTo>
                  <a:lnTo>
                    <a:pt x="282" y="876"/>
                  </a:lnTo>
                  <a:lnTo>
                    <a:pt x="282" y="882"/>
                  </a:lnTo>
                  <a:lnTo>
                    <a:pt x="276" y="882"/>
                  </a:lnTo>
                  <a:lnTo>
                    <a:pt x="270" y="888"/>
                  </a:lnTo>
                  <a:lnTo>
                    <a:pt x="252" y="888"/>
                  </a:lnTo>
                  <a:lnTo>
                    <a:pt x="240" y="894"/>
                  </a:lnTo>
                  <a:lnTo>
                    <a:pt x="228" y="894"/>
                  </a:lnTo>
                  <a:lnTo>
                    <a:pt x="216" y="900"/>
                  </a:lnTo>
                  <a:lnTo>
                    <a:pt x="210" y="906"/>
                  </a:lnTo>
                  <a:lnTo>
                    <a:pt x="198" y="912"/>
                  </a:lnTo>
                  <a:lnTo>
                    <a:pt x="192" y="930"/>
                  </a:lnTo>
                  <a:lnTo>
                    <a:pt x="150" y="972"/>
                  </a:lnTo>
                  <a:lnTo>
                    <a:pt x="150" y="978"/>
                  </a:lnTo>
                  <a:lnTo>
                    <a:pt x="162" y="912"/>
                  </a:lnTo>
                  <a:lnTo>
                    <a:pt x="144" y="918"/>
                  </a:lnTo>
                  <a:lnTo>
                    <a:pt x="120" y="978"/>
                  </a:lnTo>
                  <a:lnTo>
                    <a:pt x="90" y="1038"/>
                  </a:lnTo>
                  <a:lnTo>
                    <a:pt x="90" y="1056"/>
                  </a:lnTo>
                  <a:lnTo>
                    <a:pt x="96" y="1062"/>
                  </a:lnTo>
                  <a:lnTo>
                    <a:pt x="108" y="1068"/>
                  </a:lnTo>
                  <a:lnTo>
                    <a:pt x="114" y="1068"/>
                  </a:lnTo>
                  <a:lnTo>
                    <a:pt x="108" y="1080"/>
                  </a:lnTo>
                  <a:lnTo>
                    <a:pt x="96" y="1086"/>
                  </a:lnTo>
                  <a:lnTo>
                    <a:pt x="90" y="1098"/>
                  </a:lnTo>
                  <a:lnTo>
                    <a:pt x="66" y="1122"/>
                  </a:lnTo>
                  <a:lnTo>
                    <a:pt x="66" y="1134"/>
                  </a:lnTo>
                  <a:lnTo>
                    <a:pt x="72" y="1152"/>
                  </a:lnTo>
                  <a:lnTo>
                    <a:pt x="72" y="1164"/>
                  </a:lnTo>
                  <a:lnTo>
                    <a:pt x="84" y="1188"/>
                  </a:lnTo>
                  <a:lnTo>
                    <a:pt x="84" y="1200"/>
                  </a:lnTo>
                  <a:lnTo>
                    <a:pt x="102" y="1236"/>
                  </a:lnTo>
                  <a:lnTo>
                    <a:pt x="108" y="1254"/>
                  </a:lnTo>
                  <a:lnTo>
                    <a:pt x="114" y="1266"/>
                  </a:lnTo>
                  <a:lnTo>
                    <a:pt x="114" y="1278"/>
                  </a:lnTo>
                  <a:lnTo>
                    <a:pt x="108" y="1278"/>
                  </a:lnTo>
                  <a:lnTo>
                    <a:pt x="96" y="1266"/>
                  </a:lnTo>
                  <a:lnTo>
                    <a:pt x="90" y="1254"/>
                  </a:lnTo>
                  <a:lnTo>
                    <a:pt x="72" y="1236"/>
                  </a:lnTo>
                  <a:lnTo>
                    <a:pt x="66" y="1224"/>
                  </a:lnTo>
                  <a:lnTo>
                    <a:pt x="48" y="1218"/>
                  </a:lnTo>
                  <a:lnTo>
                    <a:pt x="66" y="1266"/>
                  </a:lnTo>
                  <a:lnTo>
                    <a:pt x="30" y="1236"/>
                  </a:lnTo>
                  <a:lnTo>
                    <a:pt x="30" y="1290"/>
                  </a:lnTo>
                  <a:lnTo>
                    <a:pt x="60" y="1350"/>
                  </a:lnTo>
                  <a:lnTo>
                    <a:pt x="66" y="1356"/>
                  </a:lnTo>
                  <a:lnTo>
                    <a:pt x="66" y="1368"/>
                  </a:lnTo>
                  <a:lnTo>
                    <a:pt x="60" y="1374"/>
                  </a:lnTo>
                  <a:lnTo>
                    <a:pt x="54" y="1386"/>
                  </a:lnTo>
                  <a:lnTo>
                    <a:pt x="54" y="1398"/>
                  </a:lnTo>
                  <a:lnTo>
                    <a:pt x="48" y="1410"/>
                  </a:lnTo>
                  <a:lnTo>
                    <a:pt x="54" y="1416"/>
                  </a:lnTo>
                  <a:lnTo>
                    <a:pt x="60" y="1428"/>
                  </a:lnTo>
                  <a:lnTo>
                    <a:pt x="78" y="1446"/>
                  </a:lnTo>
                  <a:lnTo>
                    <a:pt x="84" y="1458"/>
                  </a:lnTo>
                  <a:lnTo>
                    <a:pt x="90" y="1464"/>
                  </a:lnTo>
                  <a:lnTo>
                    <a:pt x="96" y="1476"/>
                  </a:lnTo>
                  <a:lnTo>
                    <a:pt x="96" y="1506"/>
                  </a:lnTo>
                  <a:lnTo>
                    <a:pt x="90" y="1518"/>
                  </a:lnTo>
                  <a:lnTo>
                    <a:pt x="84" y="1524"/>
                  </a:lnTo>
                  <a:lnTo>
                    <a:pt x="90" y="1542"/>
                  </a:lnTo>
                  <a:lnTo>
                    <a:pt x="90" y="1554"/>
                  </a:lnTo>
                  <a:lnTo>
                    <a:pt x="96" y="1572"/>
                  </a:lnTo>
                  <a:lnTo>
                    <a:pt x="96" y="1590"/>
                  </a:lnTo>
                  <a:lnTo>
                    <a:pt x="102" y="1596"/>
                  </a:lnTo>
                  <a:lnTo>
                    <a:pt x="102" y="1602"/>
                  </a:lnTo>
                  <a:lnTo>
                    <a:pt x="96" y="1602"/>
                  </a:lnTo>
                  <a:lnTo>
                    <a:pt x="78" y="1620"/>
                  </a:lnTo>
                  <a:lnTo>
                    <a:pt x="84" y="1626"/>
                  </a:lnTo>
                  <a:lnTo>
                    <a:pt x="84" y="1638"/>
                  </a:lnTo>
                  <a:lnTo>
                    <a:pt x="90" y="1650"/>
                  </a:lnTo>
                  <a:lnTo>
                    <a:pt x="90" y="1662"/>
                  </a:lnTo>
                  <a:lnTo>
                    <a:pt x="96" y="1668"/>
                  </a:lnTo>
                  <a:lnTo>
                    <a:pt x="96" y="1674"/>
                  </a:lnTo>
                  <a:lnTo>
                    <a:pt x="102" y="1674"/>
                  </a:lnTo>
                  <a:lnTo>
                    <a:pt x="108" y="1680"/>
                  </a:lnTo>
                  <a:lnTo>
                    <a:pt x="126" y="1716"/>
                  </a:lnTo>
                  <a:lnTo>
                    <a:pt x="126" y="1728"/>
                  </a:lnTo>
                  <a:lnTo>
                    <a:pt x="108" y="1764"/>
                  </a:lnTo>
                  <a:lnTo>
                    <a:pt x="90" y="1782"/>
                  </a:lnTo>
                  <a:lnTo>
                    <a:pt x="90" y="1824"/>
                  </a:lnTo>
                  <a:lnTo>
                    <a:pt x="84" y="1842"/>
                  </a:lnTo>
                  <a:lnTo>
                    <a:pt x="60" y="1866"/>
                  </a:lnTo>
                  <a:lnTo>
                    <a:pt x="42" y="1866"/>
                  </a:lnTo>
                  <a:lnTo>
                    <a:pt x="30" y="1872"/>
                  </a:lnTo>
                  <a:lnTo>
                    <a:pt x="18" y="1866"/>
                  </a:lnTo>
                  <a:lnTo>
                    <a:pt x="6" y="1866"/>
                  </a:lnTo>
                  <a:lnTo>
                    <a:pt x="0" y="1920"/>
                  </a:lnTo>
                  <a:lnTo>
                    <a:pt x="12" y="1920"/>
                  </a:lnTo>
                  <a:lnTo>
                    <a:pt x="24" y="1926"/>
                  </a:lnTo>
                  <a:lnTo>
                    <a:pt x="42" y="1926"/>
                  </a:lnTo>
                  <a:lnTo>
                    <a:pt x="54" y="1932"/>
                  </a:lnTo>
                  <a:lnTo>
                    <a:pt x="72" y="1950"/>
                  </a:lnTo>
                  <a:lnTo>
                    <a:pt x="78" y="1962"/>
                  </a:lnTo>
                  <a:lnTo>
                    <a:pt x="108" y="1956"/>
                  </a:lnTo>
                  <a:lnTo>
                    <a:pt x="114" y="1968"/>
                  </a:lnTo>
                  <a:lnTo>
                    <a:pt x="138" y="1980"/>
                  </a:lnTo>
                  <a:lnTo>
                    <a:pt x="174" y="1980"/>
                  </a:lnTo>
                  <a:lnTo>
                    <a:pt x="210" y="1968"/>
                  </a:lnTo>
                  <a:lnTo>
                    <a:pt x="234" y="1968"/>
                  </a:lnTo>
                  <a:lnTo>
                    <a:pt x="234" y="1950"/>
                  </a:lnTo>
                  <a:lnTo>
                    <a:pt x="228" y="1944"/>
                  </a:lnTo>
                  <a:lnTo>
                    <a:pt x="264" y="1950"/>
                  </a:lnTo>
                  <a:lnTo>
                    <a:pt x="276" y="1932"/>
                  </a:lnTo>
                  <a:lnTo>
                    <a:pt x="318" y="1926"/>
                  </a:lnTo>
                  <a:lnTo>
                    <a:pt x="354" y="1890"/>
                  </a:lnTo>
                  <a:lnTo>
                    <a:pt x="366" y="1884"/>
                  </a:lnTo>
                  <a:lnTo>
                    <a:pt x="372" y="1884"/>
                  </a:lnTo>
                  <a:lnTo>
                    <a:pt x="420" y="1908"/>
                  </a:lnTo>
                  <a:lnTo>
                    <a:pt x="426" y="1902"/>
                  </a:lnTo>
                  <a:lnTo>
                    <a:pt x="474" y="1878"/>
                  </a:lnTo>
                  <a:lnTo>
                    <a:pt x="480" y="1872"/>
                  </a:lnTo>
                  <a:lnTo>
                    <a:pt x="486" y="1872"/>
                  </a:lnTo>
                  <a:lnTo>
                    <a:pt x="498" y="1878"/>
                  </a:lnTo>
                  <a:lnTo>
                    <a:pt x="504" y="1884"/>
                  </a:lnTo>
                  <a:lnTo>
                    <a:pt x="516" y="1884"/>
                  </a:lnTo>
                  <a:lnTo>
                    <a:pt x="528" y="1890"/>
                  </a:lnTo>
                  <a:lnTo>
                    <a:pt x="534" y="1890"/>
                  </a:lnTo>
                  <a:lnTo>
                    <a:pt x="552" y="1884"/>
                  </a:lnTo>
                  <a:lnTo>
                    <a:pt x="576" y="1872"/>
                  </a:lnTo>
                  <a:lnTo>
                    <a:pt x="582" y="1872"/>
                  </a:lnTo>
                  <a:lnTo>
                    <a:pt x="594" y="1878"/>
                  </a:lnTo>
                  <a:lnTo>
                    <a:pt x="606" y="1878"/>
                  </a:lnTo>
                  <a:lnTo>
                    <a:pt x="624" y="1884"/>
                  </a:lnTo>
                  <a:lnTo>
                    <a:pt x="636" y="1884"/>
                  </a:lnTo>
                  <a:lnTo>
                    <a:pt x="648" y="1878"/>
                  </a:lnTo>
                  <a:lnTo>
                    <a:pt x="654" y="1872"/>
                  </a:lnTo>
                  <a:lnTo>
                    <a:pt x="654" y="1848"/>
                  </a:lnTo>
                  <a:lnTo>
                    <a:pt x="666" y="1848"/>
                  </a:lnTo>
                  <a:lnTo>
                    <a:pt x="672" y="1842"/>
                  </a:lnTo>
                  <a:lnTo>
                    <a:pt x="678" y="1842"/>
                  </a:lnTo>
                  <a:lnTo>
                    <a:pt x="684" y="1836"/>
                  </a:lnTo>
                  <a:lnTo>
                    <a:pt x="690" y="1824"/>
                  </a:lnTo>
                  <a:lnTo>
                    <a:pt x="702" y="1788"/>
                  </a:lnTo>
                  <a:lnTo>
                    <a:pt x="714" y="1776"/>
                  </a:lnTo>
                  <a:lnTo>
                    <a:pt x="726" y="1770"/>
                  </a:lnTo>
                  <a:lnTo>
                    <a:pt x="744" y="1764"/>
                  </a:lnTo>
                  <a:lnTo>
                    <a:pt x="756" y="1764"/>
                  </a:lnTo>
                  <a:lnTo>
                    <a:pt x="774" y="1770"/>
                  </a:lnTo>
                  <a:lnTo>
                    <a:pt x="798" y="1770"/>
                  </a:lnTo>
                  <a:lnTo>
                    <a:pt x="822" y="1758"/>
                  </a:lnTo>
                  <a:lnTo>
                    <a:pt x="840" y="1752"/>
                  </a:lnTo>
                  <a:lnTo>
                    <a:pt x="858" y="1740"/>
                  </a:lnTo>
                  <a:lnTo>
                    <a:pt x="876" y="1734"/>
                  </a:lnTo>
                  <a:lnTo>
                    <a:pt x="912" y="1734"/>
                  </a:lnTo>
                  <a:lnTo>
                    <a:pt x="918" y="1740"/>
                  </a:lnTo>
                  <a:lnTo>
                    <a:pt x="930" y="1740"/>
                  </a:lnTo>
                  <a:lnTo>
                    <a:pt x="942" y="1746"/>
                  </a:lnTo>
                  <a:lnTo>
                    <a:pt x="972" y="1740"/>
                  </a:lnTo>
                  <a:lnTo>
                    <a:pt x="1044" y="1704"/>
                  </a:lnTo>
                  <a:lnTo>
                    <a:pt x="1074" y="1692"/>
                  </a:lnTo>
                  <a:lnTo>
                    <a:pt x="1098" y="1686"/>
                  </a:lnTo>
                  <a:lnTo>
                    <a:pt x="1140" y="1680"/>
                  </a:lnTo>
                  <a:lnTo>
                    <a:pt x="1176" y="1674"/>
                  </a:lnTo>
                  <a:lnTo>
                    <a:pt x="1224" y="1674"/>
                  </a:lnTo>
                  <a:lnTo>
                    <a:pt x="1236" y="1662"/>
                  </a:lnTo>
                  <a:lnTo>
                    <a:pt x="1254" y="1680"/>
                  </a:lnTo>
                  <a:lnTo>
                    <a:pt x="1266" y="1686"/>
                  </a:lnTo>
                  <a:lnTo>
                    <a:pt x="1278" y="1698"/>
                  </a:lnTo>
                  <a:lnTo>
                    <a:pt x="1302" y="1710"/>
                  </a:lnTo>
                  <a:lnTo>
                    <a:pt x="1320" y="1716"/>
                  </a:lnTo>
                  <a:lnTo>
                    <a:pt x="1332" y="1716"/>
                  </a:lnTo>
                  <a:lnTo>
                    <a:pt x="1338" y="1710"/>
                  </a:lnTo>
                  <a:lnTo>
                    <a:pt x="1338" y="1716"/>
                  </a:lnTo>
                  <a:lnTo>
                    <a:pt x="1344" y="1722"/>
                  </a:lnTo>
                  <a:lnTo>
                    <a:pt x="1350" y="1734"/>
                  </a:lnTo>
                  <a:lnTo>
                    <a:pt x="1356" y="1740"/>
                  </a:lnTo>
                  <a:lnTo>
                    <a:pt x="1374" y="1740"/>
                  </a:lnTo>
                  <a:lnTo>
                    <a:pt x="1380" y="1734"/>
                  </a:lnTo>
                  <a:lnTo>
                    <a:pt x="1380" y="1752"/>
                  </a:lnTo>
                  <a:lnTo>
                    <a:pt x="1392" y="1752"/>
                  </a:lnTo>
                  <a:lnTo>
                    <a:pt x="1398" y="1758"/>
                  </a:lnTo>
                  <a:lnTo>
                    <a:pt x="1398" y="1770"/>
                  </a:lnTo>
                  <a:lnTo>
                    <a:pt x="1386" y="1794"/>
                  </a:lnTo>
                  <a:lnTo>
                    <a:pt x="1380" y="1800"/>
                  </a:lnTo>
                  <a:lnTo>
                    <a:pt x="1374" y="1812"/>
                  </a:lnTo>
                  <a:lnTo>
                    <a:pt x="1392" y="1842"/>
                  </a:lnTo>
                  <a:lnTo>
                    <a:pt x="1410" y="1830"/>
                  </a:lnTo>
                  <a:lnTo>
                    <a:pt x="1428" y="1866"/>
                  </a:lnTo>
                  <a:lnTo>
                    <a:pt x="1428" y="1872"/>
                  </a:lnTo>
                  <a:lnTo>
                    <a:pt x="1434" y="1878"/>
                  </a:lnTo>
                  <a:lnTo>
                    <a:pt x="1434" y="1902"/>
                  </a:lnTo>
                  <a:lnTo>
                    <a:pt x="1440" y="1914"/>
                  </a:lnTo>
                  <a:lnTo>
                    <a:pt x="1440" y="1926"/>
                  </a:lnTo>
                  <a:lnTo>
                    <a:pt x="1422" y="1926"/>
                  </a:lnTo>
                  <a:lnTo>
                    <a:pt x="1410" y="1920"/>
                  </a:lnTo>
                  <a:lnTo>
                    <a:pt x="1404" y="1920"/>
                  </a:lnTo>
                  <a:lnTo>
                    <a:pt x="1410" y="1956"/>
                  </a:lnTo>
                  <a:lnTo>
                    <a:pt x="1446" y="1956"/>
                  </a:lnTo>
                  <a:lnTo>
                    <a:pt x="1452" y="1962"/>
                  </a:lnTo>
                  <a:lnTo>
                    <a:pt x="1452" y="1968"/>
                  </a:lnTo>
                  <a:lnTo>
                    <a:pt x="1470" y="1968"/>
                  </a:lnTo>
                  <a:lnTo>
                    <a:pt x="1470" y="1956"/>
                  </a:lnTo>
                  <a:lnTo>
                    <a:pt x="1464" y="1938"/>
                  </a:lnTo>
                  <a:lnTo>
                    <a:pt x="1464" y="1926"/>
                  </a:lnTo>
                  <a:lnTo>
                    <a:pt x="1470" y="1914"/>
                  </a:lnTo>
                  <a:lnTo>
                    <a:pt x="1476" y="1908"/>
                  </a:lnTo>
                  <a:lnTo>
                    <a:pt x="1500" y="1896"/>
                  </a:lnTo>
                  <a:lnTo>
                    <a:pt x="1512" y="1896"/>
                  </a:lnTo>
                  <a:lnTo>
                    <a:pt x="1518" y="1890"/>
                  </a:lnTo>
                  <a:lnTo>
                    <a:pt x="1530" y="1884"/>
                  </a:lnTo>
                  <a:lnTo>
                    <a:pt x="1542" y="1872"/>
                  </a:lnTo>
                  <a:lnTo>
                    <a:pt x="1548" y="1860"/>
                  </a:lnTo>
                  <a:lnTo>
                    <a:pt x="1566" y="1842"/>
                  </a:lnTo>
                  <a:lnTo>
                    <a:pt x="1566" y="1836"/>
                  </a:lnTo>
                  <a:lnTo>
                    <a:pt x="1590" y="1842"/>
                  </a:lnTo>
                  <a:lnTo>
                    <a:pt x="1608" y="1788"/>
                  </a:lnTo>
                  <a:lnTo>
                    <a:pt x="1638" y="1788"/>
                  </a:lnTo>
                  <a:lnTo>
                    <a:pt x="1650" y="1782"/>
                  </a:lnTo>
                  <a:lnTo>
                    <a:pt x="1662" y="1770"/>
                  </a:lnTo>
                  <a:lnTo>
                    <a:pt x="1668" y="1752"/>
                  </a:lnTo>
                  <a:lnTo>
                    <a:pt x="1668" y="1740"/>
                  </a:lnTo>
                  <a:lnTo>
                    <a:pt x="1668" y="1746"/>
                  </a:lnTo>
                  <a:lnTo>
                    <a:pt x="1674" y="1752"/>
                  </a:lnTo>
                  <a:lnTo>
                    <a:pt x="1674" y="1764"/>
                  </a:lnTo>
                  <a:lnTo>
                    <a:pt x="1680" y="1776"/>
                  </a:lnTo>
                  <a:lnTo>
                    <a:pt x="1680" y="1782"/>
                  </a:lnTo>
                  <a:lnTo>
                    <a:pt x="1668" y="1794"/>
                  </a:lnTo>
                  <a:lnTo>
                    <a:pt x="1662" y="1806"/>
                  </a:lnTo>
                  <a:lnTo>
                    <a:pt x="1650" y="1812"/>
                  </a:lnTo>
                  <a:lnTo>
                    <a:pt x="1644" y="1818"/>
                  </a:lnTo>
                  <a:lnTo>
                    <a:pt x="1620" y="1818"/>
                  </a:lnTo>
                  <a:lnTo>
                    <a:pt x="1614" y="1830"/>
                  </a:lnTo>
                  <a:lnTo>
                    <a:pt x="1632" y="1866"/>
                  </a:lnTo>
                  <a:lnTo>
                    <a:pt x="1620" y="1866"/>
                  </a:lnTo>
                  <a:lnTo>
                    <a:pt x="1614" y="1872"/>
                  </a:lnTo>
                  <a:lnTo>
                    <a:pt x="1602" y="1878"/>
                  </a:lnTo>
                  <a:lnTo>
                    <a:pt x="1566" y="1914"/>
                  </a:lnTo>
                  <a:lnTo>
                    <a:pt x="1566" y="1926"/>
                  </a:lnTo>
                  <a:lnTo>
                    <a:pt x="1560" y="1932"/>
                  </a:lnTo>
                  <a:lnTo>
                    <a:pt x="1554" y="1944"/>
                  </a:lnTo>
                  <a:lnTo>
                    <a:pt x="1542" y="1956"/>
                  </a:lnTo>
                  <a:lnTo>
                    <a:pt x="1518" y="1968"/>
                  </a:lnTo>
                  <a:lnTo>
                    <a:pt x="1512" y="1974"/>
                  </a:lnTo>
                  <a:lnTo>
                    <a:pt x="1512" y="1980"/>
                  </a:lnTo>
                  <a:lnTo>
                    <a:pt x="1518" y="1986"/>
                  </a:lnTo>
                  <a:lnTo>
                    <a:pt x="1548" y="1986"/>
                  </a:lnTo>
                  <a:lnTo>
                    <a:pt x="1560" y="1980"/>
                  </a:lnTo>
                  <a:lnTo>
                    <a:pt x="1572" y="1980"/>
                  </a:lnTo>
                  <a:lnTo>
                    <a:pt x="1584" y="1968"/>
                  </a:lnTo>
                  <a:lnTo>
                    <a:pt x="1602" y="1932"/>
                  </a:lnTo>
                  <a:lnTo>
                    <a:pt x="1608" y="1926"/>
                  </a:lnTo>
                  <a:lnTo>
                    <a:pt x="1614" y="1914"/>
                  </a:lnTo>
                  <a:lnTo>
                    <a:pt x="1626" y="1908"/>
                  </a:lnTo>
                  <a:lnTo>
                    <a:pt x="1632" y="1902"/>
                  </a:lnTo>
                  <a:lnTo>
                    <a:pt x="1632" y="1920"/>
                  </a:lnTo>
                  <a:lnTo>
                    <a:pt x="1638" y="1932"/>
                  </a:lnTo>
                  <a:lnTo>
                    <a:pt x="1638" y="1956"/>
                  </a:lnTo>
                  <a:lnTo>
                    <a:pt x="1626" y="1968"/>
                  </a:lnTo>
                  <a:lnTo>
                    <a:pt x="1614" y="1974"/>
                  </a:lnTo>
                  <a:lnTo>
                    <a:pt x="1602" y="1986"/>
                  </a:lnTo>
                  <a:lnTo>
                    <a:pt x="1602" y="2004"/>
                  </a:lnTo>
                  <a:lnTo>
                    <a:pt x="1608" y="2010"/>
                  </a:lnTo>
                  <a:lnTo>
                    <a:pt x="1614" y="2010"/>
                  </a:lnTo>
                  <a:lnTo>
                    <a:pt x="1632" y="2016"/>
                  </a:lnTo>
                  <a:lnTo>
                    <a:pt x="1662" y="2016"/>
                  </a:lnTo>
                  <a:lnTo>
                    <a:pt x="1668" y="2028"/>
                  </a:lnTo>
                  <a:lnTo>
                    <a:pt x="1644" y="2052"/>
                  </a:lnTo>
                  <a:lnTo>
                    <a:pt x="1644" y="2058"/>
                  </a:lnTo>
                  <a:lnTo>
                    <a:pt x="1650" y="2064"/>
                  </a:lnTo>
                  <a:lnTo>
                    <a:pt x="1668" y="2100"/>
                  </a:lnTo>
                  <a:lnTo>
                    <a:pt x="1674" y="2106"/>
                  </a:lnTo>
                  <a:lnTo>
                    <a:pt x="1674" y="2118"/>
                  </a:lnTo>
                  <a:lnTo>
                    <a:pt x="1626" y="2166"/>
                  </a:lnTo>
                  <a:lnTo>
                    <a:pt x="1626" y="2178"/>
                  </a:lnTo>
                  <a:lnTo>
                    <a:pt x="1638" y="2190"/>
                  </a:lnTo>
                  <a:lnTo>
                    <a:pt x="1644" y="2202"/>
                  </a:lnTo>
                  <a:lnTo>
                    <a:pt x="1668" y="2214"/>
                  </a:lnTo>
                  <a:lnTo>
                    <a:pt x="1680" y="2226"/>
                  </a:lnTo>
                  <a:lnTo>
                    <a:pt x="1692" y="2232"/>
                  </a:lnTo>
                  <a:lnTo>
                    <a:pt x="1716" y="2256"/>
                  </a:lnTo>
                  <a:lnTo>
                    <a:pt x="1728" y="2262"/>
                  </a:lnTo>
                  <a:lnTo>
                    <a:pt x="1800" y="2262"/>
                  </a:lnTo>
                  <a:lnTo>
                    <a:pt x="1824" y="2286"/>
                  </a:lnTo>
                  <a:lnTo>
                    <a:pt x="1842" y="2292"/>
                  </a:lnTo>
                  <a:lnTo>
                    <a:pt x="1872" y="2286"/>
                  </a:lnTo>
                  <a:lnTo>
                    <a:pt x="1902" y="2274"/>
                  </a:lnTo>
                  <a:lnTo>
                    <a:pt x="1932" y="2256"/>
                  </a:lnTo>
                  <a:lnTo>
                    <a:pt x="1944" y="2250"/>
                  </a:lnTo>
                  <a:lnTo>
                    <a:pt x="1944" y="2226"/>
                  </a:lnTo>
                  <a:lnTo>
                    <a:pt x="1956" y="2214"/>
                  </a:lnTo>
                  <a:lnTo>
                    <a:pt x="1962" y="2214"/>
                  </a:lnTo>
                  <a:lnTo>
                    <a:pt x="1974" y="2226"/>
                  </a:lnTo>
                  <a:lnTo>
                    <a:pt x="1974" y="2256"/>
                  </a:lnTo>
                  <a:lnTo>
                    <a:pt x="1992" y="2256"/>
                  </a:lnTo>
                  <a:lnTo>
                    <a:pt x="1980" y="2280"/>
                  </a:lnTo>
                  <a:lnTo>
                    <a:pt x="1998" y="2280"/>
                  </a:lnTo>
                  <a:lnTo>
                    <a:pt x="1998" y="2292"/>
                  </a:lnTo>
                  <a:lnTo>
                    <a:pt x="2004" y="2298"/>
                  </a:lnTo>
                  <a:lnTo>
                    <a:pt x="2010" y="2310"/>
                  </a:lnTo>
                  <a:lnTo>
                    <a:pt x="2016" y="2316"/>
                  </a:lnTo>
                  <a:lnTo>
                    <a:pt x="2028" y="2316"/>
                  </a:lnTo>
                  <a:lnTo>
                    <a:pt x="2040" y="2304"/>
                  </a:lnTo>
                  <a:lnTo>
                    <a:pt x="2046" y="2304"/>
                  </a:lnTo>
                  <a:lnTo>
                    <a:pt x="2052" y="2298"/>
                  </a:lnTo>
                  <a:lnTo>
                    <a:pt x="2070" y="2292"/>
                  </a:lnTo>
                  <a:lnTo>
                    <a:pt x="2082" y="2286"/>
                  </a:lnTo>
                  <a:lnTo>
                    <a:pt x="2088" y="2280"/>
                  </a:lnTo>
                  <a:lnTo>
                    <a:pt x="2100" y="2274"/>
                  </a:lnTo>
                  <a:lnTo>
                    <a:pt x="2124" y="2250"/>
                  </a:lnTo>
                  <a:lnTo>
                    <a:pt x="2136" y="2244"/>
                  </a:lnTo>
                  <a:lnTo>
                    <a:pt x="2148" y="2232"/>
                  </a:lnTo>
                  <a:lnTo>
                    <a:pt x="2160" y="2226"/>
                  </a:lnTo>
                  <a:lnTo>
                    <a:pt x="2154" y="2214"/>
                  </a:lnTo>
                  <a:lnTo>
                    <a:pt x="2190" y="2202"/>
                  </a:lnTo>
                  <a:lnTo>
                    <a:pt x="2202" y="2214"/>
                  </a:lnTo>
                  <a:lnTo>
                    <a:pt x="2220" y="2214"/>
                  </a:lnTo>
                  <a:lnTo>
                    <a:pt x="2256" y="2208"/>
                  </a:lnTo>
                  <a:lnTo>
                    <a:pt x="2298" y="2196"/>
                  </a:lnTo>
                  <a:lnTo>
                    <a:pt x="2316" y="2178"/>
                  </a:lnTo>
                  <a:lnTo>
                    <a:pt x="2328" y="2148"/>
                  </a:lnTo>
                  <a:lnTo>
                    <a:pt x="2334" y="2118"/>
                  </a:lnTo>
                  <a:lnTo>
                    <a:pt x="2340" y="2100"/>
                  </a:lnTo>
                  <a:lnTo>
                    <a:pt x="2346" y="2088"/>
                  </a:lnTo>
                  <a:lnTo>
                    <a:pt x="2376" y="2058"/>
                  </a:lnTo>
                  <a:lnTo>
                    <a:pt x="2382" y="2058"/>
                  </a:lnTo>
                  <a:lnTo>
                    <a:pt x="2382" y="2034"/>
                  </a:lnTo>
                  <a:lnTo>
                    <a:pt x="2388" y="2034"/>
                  </a:lnTo>
                  <a:lnTo>
                    <a:pt x="2394" y="2028"/>
                  </a:lnTo>
                  <a:lnTo>
                    <a:pt x="2406" y="2022"/>
                  </a:lnTo>
                  <a:lnTo>
                    <a:pt x="2418" y="2010"/>
                  </a:lnTo>
                  <a:lnTo>
                    <a:pt x="2424" y="1998"/>
                  </a:lnTo>
                  <a:lnTo>
                    <a:pt x="2442" y="1980"/>
                  </a:lnTo>
                  <a:lnTo>
                    <a:pt x="2442" y="1956"/>
                  </a:lnTo>
                  <a:lnTo>
                    <a:pt x="2448" y="1944"/>
                  </a:lnTo>
                  <a:lnTo>
                    <a:pt x="2454" y="1926"/>
                  </a:lnTo>
                  <a:lnTo>
                    <a:pt x="2460" y="1914"/>
                  </a:lnTo>
                  <a:lnTo>
                    <a:pt x="2490" y="1884"/>
                  </a:lnTo>
                  <a:lnTo>
                    <a:pt x="2502" y="1866"/>
                  </a:lnTo>
                  <a:lnTo>
                    <a:pt x="2526" y="1842"/>
                  </a:lnTo>
                  <a:lnTo>
                    <a:pt x="2538" y="1836"/>
                  </a:lnTo>
                  <a:lnTo>
                    <a:pt x="2550" y="1824"/>
                  </a:lnTo>
                  <a:lnTo>
                    <a:pt x="2556" y="1812"/>
                  </a:lnTo>
                  <a:lnTo>
                    <a:pt x="2556" y="1800"/>
                  </a:lnTo>
                  <a:lnTo>
                    <a:pt x="2562" y="1788"/>
                  </a:lnTo>
                  <a:lnTo>
                    <a:pt x="2562" y="1782"/>
                  </a:lnTo>
                  <a:lnTo>
                    <a:pt x="2586" y="1782"/>
                  </a:lnTo>
                  <a:lnTo>
                    <a:pt x="2610" y="1770"/>
                  </a:lnTo>
                  <a:lnTo>
                    <a:pt x="2622" y="1752"/>
                  </a:lnTo>
                  <a:lnTo>
                    <a:pt x="2646" y="1728"/>
                  </a:lnTo>
                  <a:lnTo>
                    <a:pt x="2670" y="1698"/>
                  </a:lnTo>
                  <a:lnTo>
                    <a:pt x="2688" y="1674"/>
                  </a:lnTo>
                  <a:lnTo>
                    <a:pt x="2700" y="1662"/>
                  </a:lnTo>
                  <a:lnTo>
                    <a:pt x="2700" y="1656"/>
                  </a:lnTo>
                  <a:lnTo>
                    <a:pt x="2706" y="1638"/>
                  </a:lnTo>
                  <a:lnTo>
                    <a:pt x="2706" y="1614"/>
                  </a:lnTo>
                  <a:lnTo>
                    <a:pt x="2712" y="1596"/>
                  </a:lnTo>
                  <a:lnTo>
                    <a:pt x="2718" y="1590"/>
                  </a:lnTo>
                  <a:lnTo>
                    <a:pt x="2730" y="1572"/>
                  </a:lnTo>
                  <a:lnTo>
                    <a:pt x="2754" y="1542"/>
                  </a:lnTo>
                  <a:lnTo>
                    <a:pt x="2772" y="1494"/>
                  </a:lnTo>
                  <a:lnTo>
                    <a:pt x="2796" y="1458"/>
                  </a:lnTo>
                  <a:lnTo>
                    <a:pt x="2808" y="1428"/>
                  </a:lnTo>
                  <a:lnTo>
                    <a:pt x="2814" y="1416"/>
                  </a:lnTo>
                  <a:lnTo>
                    <a:pt x="2814" y="1386"/>
                  </a:lnTo>
                  <a:lnTo>
                    <a:pt x="2802" y="1362"/>
                  </a:lnTo>
                  <a:lnTo>
                    <a:pt x="2820" y="1308"/>
                  </a:lnTo>
                  <a:lnTo>
                    <a:pt x="2832" y="1290"/>
                  </a:lnTo>
                  <a:lnTo>
                    <a:pt x="2838" y="1266"/>
                  </a:lnTo>
                  <a:lnTo>
                    <a:pt x="2838" y="1224"/>
                  </a:lnTo>
                  <a:lnTo>
                    <a:pt x="2832" y="1194"/>
                  </a:lnTo>
                  <a:lnTo>
                    <a:pt x="2832" y="1176"/>
                  </a:lnTo>
                  <a:lnTo>
                    <a:pt x="2802" y="1164"/>
                  </a:lnTo>
                  <a:close/>
                  <a:moveTo>
                    <a:pt x="2016" y="2436"/>
                  </a:moveTo>
                  <a:lnTo>
                    <a:pt x="2022" y="2442"/>
                  </a:lnTo>
                  <a:lnTo>
                    <a:pt x="2028" y="2442"/>
                  </a:lnTo>
                  <a:lnTo>
                    <a:pt x="2040" y="2436"/>
                  </a:lnTo>
                  <a:lnTo>
                    <a:pt x="2046" y="2430"/>
                  </a:lnTo>
                  <a:lnTo>
                    <a:pt x="2034" y="2418"/>
                  </a:lnTo>
                  <a:lnTo>
                    <a:pt x="2016" y="2436"/>
                  </a:lnTo>
                  <a:close/>
                  <a:moveTo>
                    <a:pt x="1992" y="2454"/>
                  </a:moveTo>
                  <a:lnTo>
                    <a:pt x="1974" y="2454"/>
                  </a:lnTo>
                  <a:lnTo>
                    <a:pt x="1962" y="2466"/>
                  </a:lnTo>
                  <a:lnTo>
                    <a:pt x="1962" y="2472"/>
                  </a:lnTo>
                  <a:lnTo>
                    <a:pt x="1962" y="2460"/>
                  </a:lnTo>
                  <a:lnTo>
                    <a:pt x="1938" y="2460"/>
                  </a:lnTo>
                  <a:lnTo>
                    <a:pt x="1926" y="2466"/>
                  </a:lnTo>
                  <a:lnTo>
                    <a:pt x="1914" y="2466"/>
                  </a:lnTo>
                  <a:lnTo>
                    <a:pt x="1908" y="2478"/>
                  </a:lnTo>
                  <a:lnTo>
                    <a:pt x="1890" y="2460"/>
                  </a:lnTo>
                  <a:lnTo>
                    <a:pt x="1854" y="2460"/>
                  </a:lnTo>
                  <a:lnTo>
                    <a:pt x="1830" y="2430"/>
                  </a:lnTo>
                  <a:lnTo>
                    <a:pt x="1824" y="2436"/>
                  </a:lnTo>
                  <a:lnTo>
                    <a:pt x="1818" y="2436"/>
                  </a:lnTo>
                  <a:lnTo>
                    <a:pt x="1812" y="2442"/>
                  </a:lnTo>
                  <a:lnTo>
                    <a:pt x="1806" y="2442"/>
                  </a:lnTo>
                  <a:lnTo>
                    <a:pt x="1776" y="2412"/>
                  </a:lnTo>
                  <a:lnTo>
                    <a:pt x="1776" y="2424"/>
                  </a:lnTo>
                  <a:lnTo>
                    <a:pt x="1782" y="2448"/>
                  </a:lnTo>
                  <a:lnTo>
                    <a:pt x="1782" y="2472"/>
                  </a:lnTo>
                  <a:lnTo>
                    <a:pt x="1776" y="2478"/>
                  </a:lnTo>
                  <a:lnTo>
                    <a:pt x="1776" y="2484"/>
                  </a:lnTo>
                  <a:lnTo>
                    <a:pt x="1770" y="2490"/>
                  </a:lnTo>
                  <a:lnTo>
                    <a:pt x="1770" y="2502"/>
                  </a:lnTo>
                  <a:lnTo>
                    <a:pt x="1776" y="2514"/>
                  </a:lnTo>
                  <a:lnTo>
                    <a:pt x="1776" y="2532"/>
                  </a:lnTo>
                  <a:lnTo>
                    <a:pt x="1764" y="2538"/>
                  </a:lnTo>
                  <a:lnTo>
                    <a:pt x="1758" y="2544"/>
                  </a:lnTo>
                  <a:lnTo>
                    <a:pt x="1752" y="2544"/>
                  </a:lnTo>
                  <a:lnTo>
                    <a:pt x="1740" y="2532"/>
                  </a:lnTo>
                  <a:lnTo>
                    <a:pt x="1740" y="2538"/>
                  </a:lnTo>
                  <a:lnTo>
                    <a:pt x="1734" y="2544"/>
                  </a:lnTo>
                  <a:lnTo>
                    <a:pt x="1734" y="2556"/>
                  </a:lnTo>
                  <a:lnTo>
                    <a:pt x="1728" y="2574"/>
                  </a:lnTo>
                  <a:lnTo>
                    <a:pt x="1728" y="2586"/>
                  </a:lnTo>
                  <a:lnTo>
                    <a:pt x="1740" y="2610"/>
                  </a:lnTo>
                  <a:lnTo>
                    <a:pt x="1740" y="2616"/>
                  </a:lnTo>
                  <a:lnTo>
                    <a:pt x="1746" y="2628"/>
                  </a:lnTo>
                  <a:lnTo>
                    <a:pt x="1770" y="2628"/>
                  </a:lnTo>
                  <a:lnTo>
                    <a:pt x="1752" y="2640"/>
                  </a:lnTo>
                  <a:lnTo>
                    <a:pt x="1758" y="2664"/>
                  </a:lnTo>
                  <a:lnTo>
                    <a:pt x="1770" y="2658"/>
                  </a:lnTo>
                  <a:lnTo>
                    <a:pt x="1776" y="2658"/>
                  </a:lnTo>
                  <a:lnTo>
                    <a:pt x="1782" y="2652"/>
                  </a:lnTo>
                  <a:lnTo>
                    <a:pt x="1794" y="2652"/>
                  </a:lnTo>
                  <a:lnTo>
                    <a:pt x="1800" y="2658"/>
                  </a:lnTo>
                  <a:lnTo>
                    <a:pt x="1818" y="2658"/>
                  </a:lnTo>
                  <a:lnTo>
                    <a:pt x="1830" y="2652"/>
                  </a:lnTo>
                  <a:lnTo>
                    <a:pt x="1836" y="2646"/>
                  </a:lnTo>
                  <a:lnTo>
                    <a:pt x="1842" y="2634"/>
                  </a:lnTo>
                  <a:lnTo>
                    <a:pt x="1854" y="2634"/>
                  </a:lnTo>
                  <a:lnTo>
                    <a:pt x="1860" y="2640"/>
                  </a:lnTo>
                  <a:lnTo>
                    <a:pt x="1860" y="2646"/>
                  </a:lnTo>
                  <a:lnTo>
                    <a:pt x="1848" y="2658"/>
                  </a:lnTo>
                  <a:lnTo>
                    <a:pt x="1866" y="2664"/>
                  </a:lnTo>
                  <a:lnTo>
                    <a:pt x="1884" y="2646"/>
                  </a:lnTo>
                  <a:lnTo>
                    <a:pt x="1890" y="2634"/>
                  </a:lnTo>
                  <a:lnTo>
                    <a:pt x="1902" y="2628"/>
                  </a:lnTo>
                  <a:lnTo>
                    <a:pt x="1908" y="2616"/>
                  </a:lnTo>
                  <a:lnTo>
                    <a:pt x="1920" y="2604"/>
                  </a:lnTo>
                  <a:lnTo>
                    <a:pt x="1914" y="2604"/>
                  </a:lnTo>
                  <a:lnTo>
                    <a:pt x="1902" y="2592"/>
                  </a:lnTo>
                  <a:lnTo>
                    <a:pt x="1920" y="2562"/>
                  </a:lnTo>
                  <a:lnTo>
                    <a:pt x="1950" y="2562"/>
                  </a:lnTo>
                  <a:lnTo>
                    <a:pt x="1962" y="2538"/>
                  </a:lnTo>
                  <a:lnTo>
                    <a:pt x="1962" y="2514"/>
                  </a:lnTo>
                  <a:lnTo>
                    <a:pt x="1968" y="2502"/>
                  </a:lnTo>
                  <a:lnTo>
                    <a:pt x="1980" y="2496"/>
                  </a:lnTo>
                  <a:lnTo>
                    <a:pt x="1986" y="2484"/>
                  </a:lnTo>
                  <a:lnTo>
                    <a:pt x="1992" y="2478"/>
                  </a:lnTo>
                  <a:lnTo>
                    <a:pt x="1998" y="2466"/>
                  </a:lnTo>
                  <a:lnTo>
                    <a:pt x="1998" y="2460"/>
                  </a:lnTo>
                  <a:lnTo>
                    <a:pt x="1992" y="2454"/>
                  </a:lnTo>
                  <a:close/>
                  <a:moveTo>
                    <a:pt x="1902" y="246"/>
                  </a:moveTo>
                  <a:lnTo>
                    <a:pt x="1890" y="258"/>
                  </a:lnTo>
                  <a:lnTo>
                    <a:pt x="1890" y="270"/>
                  </a:lnTo>
                  <a:lnTo>
                    <a:pt x="1884" y="282"/>
                  </a:lnTo>
                  <a:lnTo>
                    <a:pt x="1884" y="294"/>
                  </a:lnTo>
                  <a:lnTo>
                    <a:pt x="1896" y="300"/>
                  </a:lnTo>
                  <a:lnTo>
                    <a:pt x="1920" y="300"/>
                  </a:lnTo>
                  <a:lnTo>
                    <a:pt x="1926" y="294"/>
                  </a:lnTo>
                  <a:lnTo>
                    <a:pt x="1932" y="294"/>
                  </a:lnTo>
                  <a:lnTo>
                    <a:pt x="1926" y="282"/>
                  </a:lnTo>
                  <a:lnTo>
                    <a:pt x="1932" y="252"/>
                  </a:lnTo>
                  <a:lnTo>
                    <a:pt x="1920" y="252"/>
                  </a:lnTo>
                  <a:lnTo>
                    <a:pt x="1908" y="246"/>
                  </a:lnTo>
                  <a:lnTo>
                    <a:pt x="1902" y="246"/>
                  </a:lnTo>
                  <a:close/>
                  <a:moveTo>
                    <a:pt x="1770" y="2334"/>
                  </a:moveTo>
                  <a:lnTo>
                    <a:pt x="1758" y="2376"/>
                  </a:lnTo>
                  <a:lnTo>
                    <a:pt x="1812" y="2328"/>
                  </a:lnTo>
                  <a:lnTo>
                    <a:pt x="1770" y="2334"/>
                  </a:lnTo>
                  <a:close/>
                  <a:moveTo>
                    <a:pt x="2034" y="2400"/>
                  </a:moveTo>
                  <a:lnTo>
                    <a:pt x="2016" y="2358"/>
                  </a:lnTo>
                  <a:lnTo>
                    <a:pt x="1998" y="2376"/>
                  </a:lnTo>
                  <a:lnTo>
                    <a:pt x="1998" y="2394"/>
                  </a:lnTo>
                  <a:lnTo>
                    <a:pt x="2010" y="2406"/>
                  </a:lnTo>
                  <a:lnTo>
                    <a:pt x="2028" y="2406"/>
                  </a:lnTo>
                  <a:lnTo>
                    <a:pt x="2034" y="2400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4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32" name="Armenia" descr="© INSCALE GmbH, 05.05.2010&#10;http://www.presentationload.com/">
              <a:extLst>
                <a:ext uri="{FF2B5EF4-FFF2-40B4-BE49-F238E27FC236}">
                  <a16:creationId xmlns:a16="http://schemas.microsoft.com/office/drawing/2014/main" id="{BFFBC622-08AF-41CC-9067-FBD30FD01391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337638" y="1774669"/>
              <a:ext cx="87151" cy="82564"/>
            </a:xfrm>
            <a:custGeom>
              <a:avLst/>
              <a:gdLst>
                <a:gd name="T0" fmla="*/ 2147483647 w 222"/>
                <a:gd name="T1" fmla="*/ 2147483647 h 210"/>
                <a:gd name="T2" fmla="*/ 2147483647 w 222"/>
                <a:gd name="T3" fmla="*/ 2147483647 h 210"/>
                <a:gd name="T4" fmla="*/ 2147483647 w 222"/>
                <a:gd name="T5" fmla="*/ 2147483647 h 210"/>
                <a:gd name="T6" fmla="*/ 2147483647 w 222"/>
                <a:gd name="T7" fmla="*/ 2147483647 h 210"/>
                <a:gd name="T8" fmla="*/ 2147483647 w 222"/>
                <a:gd name="T9" fmla="*/ 2147483647 h 210"/>
                <a:gd name="T10" fmla="*/ 2147483647 w 222"/>
                <a:gd name="T11" fmla="*/ 2147483647 h 210"/>
                <a:gd name="T12" fmla="*/ 2147483647 w 222"/>
                <a:gd name="T13" fmla="*/ 2147483647 h 210"/>
                <a:gd name="T14" fmla="*/ 2147483647 w 222"/>
                <a:gd name="T15" fmla="*/ 2147483647 h 210"/>
                <a:gd name="T16" fmla="*/ 2147483647 w 222"/>
                <a:gd name="T17" fmla="*/ 2147483647 h 210"/>
                <a:gd name="T18" fmla="*/ 2147483647 w 222"/>
                <a:gd name="T19" fmla="*/ 2147483647 h 210"/>
                <a:gd name="T20" fmla="*/ 2147483647 w 222"/>
                <a:gd name="T21" fmla="*/ 2147483647 h 210"/>
                <a:gd name="T22" fmla="*/ 2147483647 w 222"/>
                <a:gd name="T23" fmla="*/ 2147483647 h 210"/>
                <a:gd name="T24" fmla="*/ 2147483647 w 222"/>
                <a:gd name="T25" fmla="*/ 2147483647 h 210"/>
                <a:gd name="T26" fmla="*/ 2147483647 w 222"/>
                <a:gd name="T27" fmla="*/ 2147483647 h 210"/>
                <a:gd name="T28" fmla="*/ 2147483647 w 222"/>
                <a:gd name="T29" fmla="*/ 2147483647 h 210"/>
                <a:gd name="T30" fmla="*/ 2147483647 w 222"/>
                <a:gd name="T31" fmla="*/ 2147483647 h 210"/>
                <a:gd name="T32" fmla="*/ 2147483647 w 222"/>
                <a:gd name="T33" fmla="*/ 2147483647 h 210"/>
                <a:gd name="T34" fmla="*/ 2147483647 w 222"/>
                <a:gd name="T35" fmla="*/ 2147483647 h 210"/>
                <a:gd name="T36" fmla="*/ 2147483647 w 222"/>
                <a:gd name="T37" fmla="*/ 2147483647 h 210"/>
                <a:gd name="T38" fmla="*/ 2147483647 w 222"/>
                <a:gd name="T39" fmla="*/ 0 h 210"/>
                <a:gd name="T40" fmla="*/ 2147483647 w 222"/>
                <a:gd name="T41" fmla="*/ 0 h 210"/>
                <a:gd name="T42" fmla="*/ 2147483647 w 222"/>
                <a:gd name="T43" fmla="*/ 2147483647 h 210"/>
                <a:gd name="T44" fmla="*/ 2147483647 w 222"/>
                <a:gd name="T45" fmla="*/ 2147483647 h 210"/>
                <a:gd name="T46" fmla="*/ 2147483647 w 222"/>
                <a:gd name="T47" fmla="*/ 2147483647 h 210"/>
                <a:gd name="T48" fmla="*/ 0 w 222"/>
                <a:gd name="T49" fmla="*/ 2147483647 h 210"/>
                <a:gd name="T50" fmla="*/ 2147483647 w 222"/>
                <a:gd name="T51" fmla="*/ 2147483647 h 210"/>
                <a:gd name="T52" fmla="*/ 2147483647 w 222"/>
                <a:gd name="T53" fmla="*/ 2147483647 h 210"/>
                <a:gd name="T54" fmla="*/ 2147483647 w 222"/>
                <a:gd name="T55" fmla="*/ 2147483647 h 210"/>
                <a:gd name="T56" fmla="*/ 2147483647 w 222"/>
                <a:gd name="T57" fmla="*/ 2147483647 h 210"/>
                <a:gd name="T58" fmla="*/ 2147483647 w 222"/>
                <a:gd name="T59" fmla="*/ 2147483647 h 210"/>
                <a:gd name="T60" fmla="*/ 2147483647 w 222"/>
                <a:gd name="T61" fmla="*/ 2147483647 h 210"/>
                <a:gd name="T62" fmla="*/ 2147483647 w 222"/>
                <a:gd name="T63" fmla="*/ 2147483647 h 210"/>
                <a:gd name="T64" fmla="*/ 2147483647 w 222"/>
                <a:gd name="T65" fmla="*/ 2147483647 h 210"/>
                <a:gd name="T66" fmla="*/ 2147483647 w 222"/>
                <a:gd name="T67" fmla="*/ 2147483647 h 210"/>
                <a:gd name="T68" fmla="*/ 2147483647 w 222"/>
                <a:gd name="T69" fmla="*/ 2147483647 h 210"/>
                <a:gd name="T70" fmla="*/ 2147483647 w 222"/>
                <a:gd name="T71" fmla="*/ 2147483647 h 210"/>
                <a:gd name="T72" fmla="*/ 2147483647 w 222"/>
                <a:gd name="T73" fmla="*/ 2147483647 h 210"/>
                <a:gd name="T74" fmla="*/ 2147483647 w 222"/>
                <a:gd name="T75" fmla="*/ 2147483647 h 210"/>
                <a:gd name="T76" fmla="*/ 2147483647 w 222"/>
                <a:gd name="T77" fmla="*/ 2147483647 h 210"/>
                <a:gd name="T78" fmla="*/ 2147483647 w 222"/>
                <a:gd name="T79" fmla="*/ 2147483647 h 210"/>
                <a:gd name="T80" fmla="*/ 2147483647 w 222"/>
                <a:gd name="T81" fmla="*/ 2147483647 h 210"/>
                <a:gd name="T82" fmla="*/ 2147483647 w 222"/>
                <a:gd name="T83" fmla="*/ 2147483647 h 210"/>
                <a:gd name="T84" fmla="*/ 2147483647 w 222"/>
                <a:gd name="T85" fmla="*/ 2147483647 h 210"/>
                <a:gd name="T86" fmla="*/ 2147483647 w 222"/>
                <a:gd name="T87" fmla="*/ 2147483647 h 210"/>
                <a:gd name="T88" fmla="*/ 2147483647 w 222"/>
                <a:gd name="T89" fmla="*/ 2147483647 h 210"/>
                <a:gd name="T90" fmla="*/ 2147483647 w 222"/>
                <a:gd name="T91" fmla="*/ 2147483647 h 210"/>
                <a:gd name="T92" fmla="*/ 2147483647 w 222"/>
                <a:gd name="T93" fmla="*/ 2147483647 h 210"/>
                <a:gd name="T94" fmla="*/ 2147483647 w 222"/>
                <a:gd name="T95" fmla="*/ 2147483647 h 210"/>
                <a:gd name="T96" fmla="*/ 2147483647 w 222"/>
                <a:gd name="T97" fmla="*/ 2147483647 h 210"/>
                <a:gd name="T98" fmla="*/ 2147483647 w 222"/>
                <a:gd name="T99" fmla="*/ 2147483647 h 210"/>
                <a:gd name="T100" fmla="*/ 2147483647 w 222"/>
                <a:gd name="T101" fmla="*/ 2147483647 h 210"/>
                <a:gd name="T102" fmla="*/ 2147483647 w 222"/>
                <a:gd name="T103" fmla="*/ 2147483647 h 210"/>
                <a:gd name="T104" fmla="*/ 2147483647 w 222"/>
                <a:gd name="T105" fmla="*/ 2147483647 h 210"/>
                <a:gd name="T106" fmla="*/ 2147483647 w 222"/>
                <a:gd name="T107" fmla="*/ 2147483647 h 21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22"/>
                <a:gd name="T163" fmla="*/ 0 h 210"/>
                <a:gd name="T164" fmla="*/ 222 w 222"/>
                <a:gd name="T165" fmla="*/ 210 h 21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22" h="210">
                  <a:moveTo>
                    <a:pt x="222" y="168"/>
                  </a:moveTo>
                  <a:lnTo>
                    <a:pt x="216" y="156"/>
                  </a:lnTo>
                  <a:lnTo>
                    <a:pt x="216" y="144"/>
                  </a:lnTo>
                  <a:lnTo>
                    <a:pt x="186" y="138"/>
                  </a:lnTo>
                  <a:lnTo>
                    <a:pt x="174" y="120"/>
                  </a:lnTo>
                  <a:lnTo>
                    <a:pt x="144" y="108"/>
                  </a:lnTo>
                  <a:lnTo>
                    <a:pt x="156" y="108"/>
                  </a:lnTo>
                  <a:lnTo>
                    <a:pt x="174" y="90"/>
                  </a:lnTo>
                  <a:lnTo>
                    <a:pt x="174" y="84"/>
                  </a:lnTo>
                  <a:lnTo>
                    <a:pt x="168" y="78"/>
                  </a:lnTo>
                  <a:lnTo>
                    <a:pt x="144" y="66"/>
                  </a:lnTo>
                  <a:lnTo>
                    <a:pt x="138" y="60"/>
                  </a:lnTo>
                  <a:lnTo>
                    <a:pt x="132" y="60"/>
                  </a:lnTo>
                  <a:lnTo>
                    <a:pt x="138" y="54"/>
                  </a:lnTo>
                  <a:lnTo>
                    <a:pt x="138" y="30"/>
                  </a:lnTo>
                  <a:lnTo>
                    <a:pt x="132" y="24"/>
                  </a:lnTo>
                  <a:lnTo>
                    <a:pt x="114" y="24"/>
                  </a:lnTo>
                  <a:lnTo>
                    <a:pt x="114" y="12"/>
                  </a:lnTo>
                  <a:lnTo>
                    <a:pt x="102" y="6"/>
                  </a:lnTo>
                  <a:lnTo>
                    <a:pt x="96" y="0"/>
                  </a:lnTo>
                  <a:lnTo>
                    <a:pt x="84" y="0"/>
                  </a:lnTo>
                  <a:lnTo>
                    <a:pt x="84" y="18"/>
                  </a:lnTo>
                  <a:lnTo>
                    <a:pt x="30" y="12"/>
                  </a:lnTo>
                  <a:lnTo>
                    <a:pt x="24" y="18"/>
                  </a:lnTo>
                  <a:lnTo>
                    <a:pt x="0" y="24"/>
                  </a:lnTo>
                  <a:lnTo>
                    <a:pt x="6" y="30"/>
                  </a:lnTo>
                  <a:lnTo>
                    <a:pt x="6" y="42"/>
                  </a:lnTo>
                  <a:lnTo>
                    <a:pt x="18" y="78"/>
                  </a:lnTo>
                  <a:lnTo>
                    <a:pt x="18" y="90"/>
                  </a:lnTo>
                  <a:lnTo>
                    <a:pt x="24" y="102"/>
                  </a:lnTo>
                  <a:lnTo>
                    <a:pt x="30" y="108"/>
                  </a:lnTo>
                  <a:lnTo>
                    <a:pt x="42" y="114"/>
                  </a:lnTo>
                  <a:lnTo>
                    <a:pt x="54" y="114"/>
                  </a:lnTo>
                  <a:lnTo>
                    <a:pt x="66" y="108"/>
                  </a:lnTo>
                  <a:lnTo>
                    <a:pt x="72" y="108"/>
                  </a:lnTo>
                  <a:lnTo>
                    <a:pt x="72" y="114"/>
                  </a:lnTo>
                  <a:lnTo>
                    <a:pt x="78" y="120"/>
                  </a:lnTo>
                  <a:lnTo>
                    <a:pt x="78" y="132"/>
                  </a:lnTo>
                  <a:lnTo>
                    <a:pt x="84" y="144"/>
                  </a:lnTo>
                  <a:lnTo>
                    <a:pt x="84" y="150"/>
                  </a:lnTo>
                  <a:lnTo>
                    <a:pt x="90" y="156"/>
                  </a:lnTo>
                  <a:lnTo>
                    <a:pt x="108" y="132"/>
                  </a:lnTo>
                  <a:lnTo>
                    <a:pt x="126" y="132"/>
                  </a:lnTo>
                  <a:lnTo>
                    <a:pt x="138" y="144"/>
                  </a:lnTo>
                  <a:lnTo>
                    <a:pt x="174" y="144"/>
                  </a:lnTo>
                  <a:lnTo>
                    <a:pt x="174" y="156"/>
                  </a:lnTo>
                  <a:lnTo>
                    <a:pt x="180" y="162"/>
                  </a:lnTo>
                  <a:lnTo>
                    <a:pt x="180" y="174"/>
                  </a:lnTo>
                  <a:lnTo>
                    <a:pt x="186" y="186"/>
                  </a:lnTo>
                  <a:lnTo>
                    <a:pt x="186" y="198"/>
                  </a:lnTo>
                  <a:lnTo>
                    <a:pt x="192" y="204"/>
                  </a:lnTo>
                  <a:lnTo>
                    <a:pt x="192" y="210"/>
                  </a:lnTo>
                  <a:lnTo>
                    <a:pt x="222" y="210"/>
                  </a:lnTo>
                  <a:lnTo>
                    <a:pt x="222" y="168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34" name="Angola" descr="© INSCALE GmbH, 05.05.2010&#10;http://www.presentationload.com/">
              <a:extLst>
                <a:ext uri="{FF2B5EF4-FFF2-40B4-BE49-F238E27FC236}">
                  <a16:creationId xmlns:a16="http://schemas.microsoft.com/office/drawing/2014/main" id="{987F6FE1-8A22-4338-9A9C-E1C3F8CD669E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1528823" y="3211883"/>
              <a:ext cx="347073" cy="432695"/>
            </a:xfrm>
            <a:custGeom>
              <a:avLst/>
              <a:gdLst>
                <a:gd name="T0" fmla="*/ 2147483647 w 888"/>
                <a:gd name="T1" fmla="*/ 2147483647 h 1104"/>
                <a:gd name="T2" fmla="*/ 2147483647 w 888"/>
                <a:gd name="T3" fmla="*/ 2147483647 h 1104"/>
                <a:gd name="T4" fmla="*/ 2147483647 w 888"/>
                <a:gd name="T5" fmla="*/ 2147483647 h 1104"/>
                <a:gd name="T6" fmla="*/ 2147483647 w 888"/>
                <a:gd name="T7" fmla="*/ 0 h 1104"/>
                <a:gd name="T8" fmla="*/ 2147483647 w 888"/>
                <a:gd name="T9" fmla="*/ 2147483647 h 1104"/>
                <a:gd name="T10" fmla="*/ 2147483647 w 888"/>
                <a:gd name="T11" fmla="*/ 2147483647 h 1104"/>
                <a:gd name="T12" fmla="*/ 2147483647 w 888"/>
                <a:gd name="T13" fmla="*/ 2147483647 h 1104"/>
                <a:gd name="T14" fmla="*/ 2147483647 w 888"/>
                <a:gd name="T15" fmla="*/ 2147483647 h 1104"/>
                <a:gd name="T16" fmla="*/ 2147483647 w 888"/>
                <a:gd name="T17" fmla="*/ 2147483647 h 1104"/>
                <a:gd name="T18" fmla="*/ 2147483647 w 888"/>
                <a:gd name="T19" fmla="*/ 2147483647 h 1104"/>
                <a:gd name="T20" fmla="*/ 2147483647 w 888"/>
                <a:gd name="T21" fmla="*/ 2147483647 h 1104"/>
                <a:gd name="T22" fmla="*/ 2147483647 w 888"/>
                <a:gd name="T23" fmla="*/ 2147483647 h 1104"/>
                <a:gd name="T24" fmla="*/ 2147483647 w 888"/>
                <a:gd name="T25" fmla="*/ 2147483647 h 1104"/>
                <a:gd name="T26" fmla="*/ 2147483647 w 888"/>
                <a:gd name="T27" fmla="*/ 2147483647 h 1104"/>
                <a:gd name="T28" fmla="*/ 2147483647 w 888"/>
                <a:gd name="T29" fmla="*/ 2147483647 h 1104"/>
                <a:gd name="T30" fmla="*/ 2147483647 w 888"/>
                <a:gd name="T31" fmla="*/ 2147483647 h 1104"/>
                <a:gd name="T32" fmla="*/ 2147483647 w 888"/>
                <a:gd name="T33" fmla="*/ 2147483647 h 1104"/>
                <a:gd name="T34" fmla="*/ 2147483647 w 888"/>
                <a:gd name="T35" fmla="*/ 2147483647 h 1104"/>
                <a:gd name="T36" fmla="*/ 2147483647 w 888"/>
                <a:gd name="T37" fmla="*/ 2147483647 h 1104"/>
                <a:gd name="T38" fmla="*/ 2147483647 w 888"/>
                <a:gd name="T39" fmla="*/ 2147483647 h 1104"/>
                <a:gd name="T40" fmla="*/ 2147483647 w 888"/>
                <a:gd name="T41" fmla="*/ 2147483647 h 1104"/>
                <a:gd name="T42" fmla="*/ 2147483647 w 888"/>
                <a:gd name="T43" fmla="*/ 2147483647 h 1104"/>
                <a:gd name="T44" fmla="*/ 2147483647 w 888"/>
                <a:gd name="T45" fmla="*/ 2147483647 h 1104"/>
                <a:gd name="T46" fmla="*/ 2147483647 w 888"/>
                <a:gd name="T47" fmla="*/ 2147483647 h 1104"/>
                <a:gd name="T48" fmla="*/ 2147483647 w 888"/>
                <a:gd name="T49" fmla="*/ 2147483647 h 1104"/>
                <a:gd name="T50" fmla="*/ 2147483647 w 888"/>
                <a:gd name="T51" fmla="*/ 2147483647 h 1104"/>
                <a:gd name="T52" fmla="*/ 2147483647 w 888"/>
                <a:gd name="T53" fmla="*/ 2147483647 h 1104"/>
                <a:gd name="T54" fmla="*/ 2147483647 w 888"/>
                <a:gd name="T55" fmla="*/ 2147483647 h 1104"/>
                <a:gd name="T56" fmla="*/ 2147483647 w 888"/>
                <a:gd name="T57" fmla="*/ 2147483647 h 1104"/>
                <a:gd name="T58" fmla="*/ 2147483647 w 888"/>
                <a:gd name="T59" fmla="*/ 2147483647 h 1104"/>
                <a:gd name="T60" fmla="*/ 2147483647 w 888"/>
                <a:gd name="T61" fmla="*/ 2147483647 h 1104"/>
                <a:gd name="T62" fmla="*/ 2147483647 w 888"/>
                <a:gd name="T63" fmla="*/ 2147483647 h 1104"/>
                <a:gd name="T64" fmla="*/ 2147483647 w 888"/>
                <a:gd name="T65" fmla="*/ 2147483647 h 1104"/>
                <a:gd name="T66" fmla="*/ 2147483647 w 888"/>
                <a:gd name="T67" fmla="*/ 2147483647 h 1104"/>
                <a:gd name="T68" fmla="*/ 2147483647 w 888"/>
                <a:gd name="T69" fmla="*/ 2147483647 h 1104"/>
                <a:gd name="T70" fmla="*/ 2147483647 w 888"/>
                <a:gd name="T71" fmla="*/ 2147483647 h 1104"/>
                <a:gd name="T72" fmla="*/ 2147483647 w 888"/>
                <a:gd name="T73" fmla="*/ 2147483647 h 1104"/>
                <a:gd name="T74" fmla="*/ 0 w 888"/>
                <a:gd name="T75" fmla="*/ 2147483647 h 1104"/>
                <a:gd name="T76" fmla="*/ 2147483647 w 888"/>
                <a:gd name="T77" fmla="*/ 2147483647 h 1104"/>
                <a:gd name="T78" fmla="*/ 2147483647 w 888"/>
                <a:gd name="T79" fmla="*/ 2147483647 h 1104"/>
                <a:gd name="T80" fmla="*/ 2147483647 w 888"/>
                <a:gd name="T81" fmla="*/ 2147483647 h 1104"/>
                <a:gd name="T82" fmla="*/ 2147483647 w 888"/>
                <a:gd name="T83" fmla="*/ 2147483647 h 1104"/>
                <a:gd name="T84" fmla="*/ 2147483647 w 888"/>
                <a:gd name="T85" fmla="*/ 2147483647 h 1104"/>
                <a:gd name="T86" fmla="*/ 2147483647 w 888"/>
                <a:gd name="T87" fmla="*/ 2147483647 h 1104"/>
                <a:gd name="T88" fmla="*/ 2147483647 w 888"/>
                <a:gd name="T89" fmla="*/ 2147483647 h 1104"/>
                <a:gd name="T90" fmla="*/ 2147483647 w 888"/>
                <a:gd name="T91" fmla="*/ 2147483647 h 1104"/>
                <a:gd name="T92" fmla="*/ 2147483647 w 888"/>
                <a:gd name="T93" fmla="*/ 2147483647 h 1104"/>
                <a:gd name="T94" fmla="*/ 2147483647 w 888"/>
                <a:gd name="T95" fmla="*/ 2147483647 h 110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888"/>
                <a:gd name="T145" fmla="*/ 0 h 1104"/>
                <a:gd name="T146" fmla="*/ 888 w 888"/>
                <a:gd name="T147" fmla="*/ 1104 h 110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888" h="1104">
                  <a:moveTo>
                    <a:pt x="42" y="114"/>
                  </a:moveTo>
                  <a:lnTo>
                    <a:pt x="42" y="120"/>
                  </a:lnTo>
                  <a:lnTo>
                    <a:pt x="48" y="120"/>
                  </a:lnTo>
                  <a:lnTo>
                    <a:pt x="54" y="114"/>
                  </a:lnTo>
                  <a:lnTo>
                    <a:pt x="66" y="108"/>
                  </a:lnTo>
                  <a:lnTo>
                    <a:pt x="72" y="102"/>
                  </a:lnTo>
                  <a:lnTo>
                    <a:pt x="72" y="96"/>
                  </a:lnTo>
                  <a:lnTo>
                    <a:pt x="66" y="84"/>
                  </a:lnTo>
                  <a:lnTo>
                    <a:pt x="66" y="78"/>
                  </a:lnTo>
                  <a:lnTo>
                    <a:pt x="60" y="66"/>
                  </a:lnTo>
                  <a:lnTo>
                    <a:pt x="96" y="36"/>
                  </a:lnTo>
                  <a:lnTo>
                    <a:pt x="102" y="24"/>
                  </a:lnTo>
                  <a:lnTo>
                    <a:pt x="102" y="18"/>
                  </a:lnTo>
                  <a:lnTo>
                    <a:pt x="96" y="12"/>
                  </a:lnTo>
                  <a:lnTo>
                    <a:pt x="96" y="6"/>
                  </a:lnTo>
                  <a:lnTo>
                    <a:pt x="90" y="0"/>
                  </a:lnTo>
                  <a:lnTo>
                    <a:pt x="84" y="6"/>
                  </a:lnTo>
                  <a:lnTo>
                    <a:pt x="72" y="12"/>
                  </a:lnTo>
                  <a:lnTo>
                    <a:pt x="66" y="18"/>
                  </a:lnTo>
                  <a:lnTo>
                    <a:pt x="54" y="24"/>
                  </a:lnTo>
                  <a:lnTo>
                    <a:pt x="54" y="42"/>
                  </a:lnTo>
                  <a:lnTo>
                    <a:pt x="36" y="42"/>
                  </a:lnTo>
                  <a:lnTo>
                    <a:pt x="36" y="60"/>
                  </a:lnTo>
                  <a:lnTo>
                    <a:pt x="42" y="114"/>
                  </a:lnTo>
                  <a:close/>
                  <a:moveTo>
                    <a:pt x="876" y="546"/>
                  </a:moveTo>
                  <a:lnTo>
                    <a:pt x="852" y="546"/>
                  </a:lnTo>
                  <a:lnTo>
                    <a:pt x="840" y="534"/>
                  </a:lnTo>
                  <a:lnTo>
                    <a:pt x="828" y="534"/>
                  </a:lnTo>
                  <a:lnTo>
                    <a:pt x="828" y="546"/>
                  </a:lnTo>
                  <a:lnTo>
                    <a:pt x="804" y="552"/>
                  </a:lnTo>
                  <a:lnTo>
                    <a:pt x="774" y="546"/>
                  </a:lnTo>
                  <a:lnTo>
                    <a:pt x="768" y="564"/>
                  </a:lnTo>
                  <a:lnTo>
                    <a:pt x="762" y="558"/>
                  </a:lnTo>
                  <a:lnTo>
                    <a:pt x="756" y="558"/>
                  </a:lnTo>
                  <a:lnTo>
                    <a:pt x="750" y="552"/>
                  </a:lnTo>
                  <a:lnTo>
                    <a:pt x="750" y="528"/>
                  </a:lnTo>
                  <a:lnTo>
                    <a:pt x="756" y="522"/>
                  </a:lnTo>
                  <a:lnTo>
                    <a:pt x="756" y="510"/>
                  </a:lnTo>
                  <a:lnTo>
                    <a:pt x="762" y="498"/>
                  </a:lnTo>
                  <a:lnTo>
                    <a:pt x="762" y="480"/>
                  </a:lnTo>
                  <a:lnTo>
                    <a:pt x="756" y="474"/>
                  </a:lnTo>
                  <a:lnTo>
                    <a:pt x="744" y="450"/>
                  </a:lnTo>
                  <a:lnTo>
                    <a:pt x="732" y="432"/>
                  </a:lnTo>
                  <a:lnTo>
                    <a:pt x="726" y="414"/>
                  </a:lnTo>
                  <a:lnTo>
                    <a:pt x="726" y="402"/>
                  </a:lnTo>
                  <a:lnTo>
                    <a:pt x="732" y="396"/>
                  </a:lnTo>
                  <a:lnTo>
                    <a:pt x="732" y="384"/>
                  </a:lnTo>
                  <a:lnTo>
                    <a:pt x="726" y="360"/>
                  </a:lnTo>
                  <a:lnTo>
                    <a:pt x="732" y="354"/>
                  </a:lnTo>
                  <a:lnTo>
                    <a:pt x="738" y="342"/>
                  </a:lnTo>
                  <a:lnTo>
                    <a:pt x="738" y="330"/>
                  </a:lnTo>
                  <a:lnTo>
                    <a:pt x="732" y="318"/>
                  </a:lnTo>
                  <a:lnTo>
                    <a:pt x="720" y="306"/>
                  </a:lnTo>
                  <a:lnTo>
                    <a:pt x="714" y="288"/>
                  </a:lnTo>
                  <a:lnTo>
                    <a:pt x="726" y="270"/>
                  </a:lnTo>
                  <a:lnTo>
                    <a:pt x="726" y="246"/>
                  </a:lnTo>
                  <a:lnTo>
                    <a:pt x="636" y="246"/>
                  </a:lnTo>
                  <a:lnTo>
                    <a:pt x="636" y="222"/>
                  </a:lnTo>
                  <a:lnTo>
                    <a:pt x="624" y="216"/>
                  </a:lnTo>
                  <a:lnTo>
                    <a:pt x="612" y="216"/>
                  </a:lnTo>
                  <a:lnTo>
                    <a:pt x="612" y="222"/>
                  </a:lnTo>
                  <a:lnTo>
                    <a:pt x="564" y="222"/>
                  </a:lnTo>
                  <a:lnTo>
                    <a:pt x="558" y="228"/>
                  </a:lnTo>
                  <a:lnTo>
                    <a:pt x="558" y="234"/>
                  </a:lnTo>
                  <a:lnTo>
                    <a:pt x="564" y="240"/>
                  </a:lnTo>
                  <a:lnTo>
                    <a:pt x="570" y="252"/>
                  </a:lnTo>
                  <a:lnTo>
                    <a:pt x="570" y="264"/>
                  </a:lnTo>
                  <a:lnTo>
                    <a:pt x="558" y="264"/>
                  </a:lnTo>
                  <a:lnTo>
                    <a:pt x="558" y="270"/>
                  </a:lnTo>
                  <a:lnTo>
                    <a:pt x="552" y="276"/>
                  </a:lnTo>
                  <a:lnTo>
                    <a:pt x="552" y="294"/>
                  </a:lnTo>
                  <a:lnTo>
                    <a:pt x="510" y="300"/>
                  </a:lnTo>
                  <a:lnTo>
                    <a:pt x="504" y="294"/>
                  </a:lnTo>
                  <a:lnTo>
                    <a:pt x="492" y="300"/>
                  </a:lnTo>
                  <a:lnTo>
                    <a:pt x="468" y="300"/>
                  </a:lnTo>
                  <a:lnTo>
                    <a:pt x="462" y="312"/>
                  </a:lnTo>
                  <a:lnTo>
                    <a:pt x="450" y="306"/>
                  </a:lnTo>
                  <a:lnTo>
                    <a:pt x="420" y="306"/>
                  </a:lnTo>
                  <a:lnTo>
                    <a:pt x="408" y="282"/>
                  </a:lnTo>
                  <a:lnTo>
                    <a:pt x="402" y="276"/>
                  </a:lnTo>
                  <a:lnTo>
                    <a:pt x="402" y="264"/>
                  </a:lnTo>
                  <a:lnTo>
                    <a:pt x="390" y="252"/>
                  </a:lnTo>
                  <a:lnTo>
                    <a:pt x="384" y="252"/>
                  </a:lnTo>
                  <a:lnTo>
                    <a:pt x="378" y="246"/>
                  </a:lnTo>
                  <a:lnTo>
                    <a:pt x="378" y="240"/>
                  </a:lnTo>
                  <a:lnTo>
                    <a:pt x="384" y="234"/>
                  </a:lnTo>
                  <a:lnTo>
                    <a:pt x="384" y="210"/>
                  </a:lnTo>
                  <a:lnTo>
                    <a:pt x="366" y="192"/>
                  </a:lnTo>
                  <a:lnTo>
                    <a:pt x="366" y="150"/>
                  </a:lnTo>
                  <a:lnTo>
                    <a:pt x="354" y="138"/>
                  </a:lnTo>
                  <a:lnTo>
                    <a:pt x="348" y="126"/>
                  </a:lnTo>
                  <a:lnTo>
                    <a:pt x="342" y="120"/>
                  </a:lnTo>
                  <a:lnTo>
                    <a:pt x="324" y="120"/>
                  </a:lnTo>
                  <a:lnTo>
                    <a:pt x="318" y="126"/>
                  </a:lnTo>
                  <a:lnTo>
                    <a:pt x="294" y="126"/>
                  </a:lnTo>
                  <a:lnTo>
                    <a:pt x="276" y="132"/>
                  </a:lnTo>
                  <a:lnTo>
                    <a:pt x="246" y="132"/>
                  </a:lnTo>
                  <a:lnTo>
                    <a:pt x="234" y="126"/>
                  </a:lnTo>
                  <a:lnTo>
                    <a:pt x="222" y="126"/>
                  </a:lnTo>
                  <a:lnTo>
                    <a:pt x="210" y="132"/>
                  </a:lnTo>
                  <a:lnTo>
                    <a:pt x="180" y="132"/>
                  </a:lnTo>
                  <a:lnTo>
                    <a:pt x="168" y="126"/>
                  </a:lnTo>
                  <a:lnTo>
                    <a:pt x="144" y="132"/>
                  </a:lnTo>
                  <a:lnTo>
                    <a:pt x="132" y="126"/>
                  </a:lnTo>
                  <a:lnTo>
                    <a:pt x="126" y="132"/>
                  </a:lnTo>
                  <a:lnTo>
                    <a:pt x="102" y="126"/>
                  </a:lnTo>
                  <a:lnTo>
                    <a:pt x="54" y="150"/>
                  </a:lnTo>
                  <a:lnTo>
                    <a:pt x="48" y="156"/>
                  </a:lnTo>
                  <a:lnTo>
                    <a:pt x="54" y="168"/>
                  </a:lnTo>
                  <a:lnTo>
                    <a:pt x="60" y="174"/>
                  </a:lnTo>
                  <a:lnTo>
                    <a:pt x="66" y="186"/>
                  </a:lnTo>
                  <a:lnTo>
                    <a:pt x="90" y="210"/>
                  </a:lnTo>
                  <a:lnTo>
                    <a:pt x="84" y="234"/>
                  </a:lnTo>
                  <a:lnTo>
                    <a:pt x="90" y="246"/>
                  </a:lnTo>
                  <a:lnTo>
                    <a:pt x="108" y="270"/>
                  </a:lnTo>
                  <a:lnTo>
                    <a:pt x="120" y="300"/>
                  </a:lnTo>
                  <a:lnTo>
                    <a:pt x="126" y="330"/>
                  </a:lnTo>
                  <a:lnTo>
                    <a:pt x="120" y="354"/>
                  </a:lnTo>
                  <a:lnTo>
                    <a:pt x="108" y="378"/>
                  </a:lnTo>
                  <a:lnTo>
                    <a:pt x="102" y="384"/>
                  </a:lnTo>
                  <a:lnTo>
                    <a:pt x="102" y="408"/>
                  </a:lnTo>
                  <a:lnTo>
                    <a:pt x="114" y="408"/>
                  </a:lnTo>
                  <a:lnTo>
                    <a:pt x="114" y="438"/>
                  </a:lnTo>
                  <a:lnTo>
                    <a:pt x="126" y="474"/>
                  </a:lnTo>
                  <a:lnTo>
                    <a:pt x="150" y="510"/>
                  </a:lnTo>
                  <a:lnTo>
                    <a:pt x="162" y="552"/>
                  </a:lnTo>
                  <a:lnTo>
                    <a:pt x="162" y="582"/>
                  </a:lnTo>
                  <a:lnTo>
                    <a:pt x="156" y="594"/>
                  </a:lnTo>
                  <a:lnTo>
                    <a:pt x="150" y="612"/>
                  </a:lnTo>
                  <a:lnTo>
                    <a:pt x="144" y="618"/>
                  </a:lnTo>
                  <a:lnTo>
                    <a:pt x="138" y="630"/>
                  </a:lnTo>
                  <a:lnTo>
                    <a:pt x="144" y="642"/>
                  </a:lnTo>
                  <a:lnTo>
                    <a:pt x="144" y="660"/>
                  </a:lnTo>
                  <a:lnTo>
                    <a:pt x="138" y="666"/>
                  </a:lnTo>
                  <a:lnTo>
                    <a:pt x="126" y="672"/>
                  </a:lnTo>
                  <a:lnTo>
                    <a:pt x="108" y="672"/>
                  </a:lnTo>
                  <a:lnTo>
                    <a:pt x="96" y="690"/>
                  </a:lnTo>
                  <a:lnTo>
                    <a:pt x="102" y="714"/>
                  </a:lnTo>
                  <a:lnTo>
                    <a:pt x="78" y="714"/>
                  </a:lnTo>
                  <a:lnTo>
                    <a:pt x="66" y="720"/>
                  </a:lnTo>
                  <a:lnTo>
                    <a:pt x="66" y="750"/>
                  </a:lnTo>
                  <a:lnTo>
                    <a:pt x="60" y="762"/>
                  </a:lnTo>
                  <a:lnTo>
                    <a:pt x="60" y="774"/>
                  </a:lnTo>
                  <a:lnTo>
                    <a:pt x="48" y="786"/>
                  </a:lnTo>
                  <a:lnTo>
                    <a:pt x="48" y="858"/>
                  </a:lnTo>
                  <a:lnTo>
                    <a:pt x="36" y="864"/>
                  </a:lnTo>
                  <a:lnTo>
                    <a:pt x="30" y="870"/>
                  </a:lnTo>
                  <a:lnTo>
                    <a:pt x="30" y="912"/>
                  </a:lnTo>
                  <a:lnTo>
                    <a:pt x="6" y="930"/>
                  </a:lnTo>
                  <a:lnTo>
                    <a:pt x="6" y="966"/>
                  </a:lnTo>
                  <a:lnTo>
                    <a:pt x="18" y="984"/>
                  </a:lnTo>
                  <a:lnTo>
                    <a:pt x="0" y="1002"/>
                  </a:lnTo>
                  <a:lnTo>
                    <a:pt x="0" y="1044"/>
                  </a:lnTo>
                  <a:lnTo>
                    <a:pt x="18" y="1044"/>
                  </a:lnTo>
                  <a:lnTo>
                    <a:pt x="36" y="1038"/>
                  </a:lnTo>
                  <a:lnTo>
                    <a:pt x="42" y="1044"/>
                  </a:lnTo>
                  <a:lnTo>
                    <a:pt x="72" y="1044"/>
                  </a:lnTo>
                  <a:lnTo>
                    <a:pt x="90" y="1026"/>
                  </a:lnTo>
                  <a:lnTo>
                    <a:pt x="90" y="1020"/>
                  </a:lnTo>
                  <a:lnTo>
                    <a:pt x="120" y="1020"/>
                  </a:lnTo>
                  <a:lnTo>
                    <a:pt x="126" y="1026"/>
                  </a:lnTo>
                  <a:lnTo>
                    <a:pt x="132" y="1038"/>
                  </a:lnTo>
                  <a:lnTo>
                    <a:pt x="156" y="1050"/>
                  </a:lnTo>
                  <a:lnTo>
                    <a:pt x="168" y="1050"/>
                  </a:lnTo>
                  <a:lnTo>
                    <a:pt x="174" y="1056"/>
                  </a:lnTo>
                  <a:lnTo>
                    <a:pt x="480" y="1056"/>
                  </a:lnTo>
                  <a:lnTo>
                    <a:pt x="480" y="1062"/>
                  </a:lnTo>
                  <a:lnTo>
                    <a:pt x="504" y="1086"/>
                  </a:lnTo>
                  <a:lnTo>
                    <a:pt x="540" y="1086"/>
                  </a:lnTo>
                  <a:lnTo>
                    <a:pt x="546" y="1098"/>
                  </a:lnTo>
                  <a:lnTo>
                    <a:pt x="618" y="1092"/>
                  </a:lnTo>
                  <a:lnTo>
                    <a:pt x="624" y="1104"/>
                  </a:lnTo>
                  <a:lnTo>
                    <a:pt x="696" y="1104"/>
                  </a:lnTo>
                  <a:lnTo>
                    <a:pt x="732" y="1098"/>
                  </a:lnTo>
                  <a:lnTo>
                    <a:pt x="780" y="1092"/>
                  </a:lnTo>
                  <a:lnTo>
                    <a:pt x="816" y="1080"/>
                  </a:lnTo>
                  <a:lnTo>
                    <a:pt x="828" y="1074"/>
                  </a:lnTo>
                  <a:lnTo>
                    <a:pt x="738" y="984"/>
                  </a:lnTo>
                  <a:lnTo>
                    <a:pt x="738" y="966"/>
                  </a:lnTo>
                  <a:lnTo>
                    <a:pt x="732" y="954"/>
                  </a:lnTo>
                  <a:lnTo>
                    <a:pt x="732" y="702"/>
                  </a:lnTo>
                  <a:lnTo>
                    <a:pt x="858" y="708"/>
                  </a:lnTo>
                  <a:lnTo>
                    <a:pt x="864" y="708"/>
                  </a:lnTo>
                  <a:lnTo>
                    <a:pt x="876" y="696"/>
                  </a:lnTo>
                  <a:lnTo>
                    <a:pt x="876" y="672"/>
                  </a:lnTo>
                  <a:lnTo>
                    <a:pt x="870" y="666"/>
                  </a:lnTo>
                  <a:lnTo>
                    <a:pt x="870" y="660"/>
                  </a:lnTo>
                  <a:lnTo>
                    <a:pt x="888" y="654"/>
                  </a:lnTo>
                  <a:lnTo>
                    <a:pt x="876" y="642"/>
                  </a:lnTo>
                  <a:lnTo>
                    <a:pt x="876" y="588"/>
                  </a:lnTo>
                  <a:lnTo>
                    <a:pt x="882" y="588"/>
                  </a:lnTo>
                  <a:lnTo>
                    <a:pt x="888" y="582"/>
                  </a:lnTo>
                  <a:lnTo>
                    <a:pt x="888" y="564"/>
                  </a:lnTo>
                  <a:lnTo>
                    <a:pt x="876" y="552"/>
                  </a:lnTo>
                  <a:lnTo>
                    <a:pt x="876" y="546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35" name="Andorra" descr="© INSCALE GmbH, 05.05.2010&#10;http://www.presentationload.com/">
              <a:extLst>
                <a:ext uri="{FF2B5EF4-FFF2-40B4-BE49-F238E27FC236}">
                  <a16:creationId xmlns:a16="http://schemas.microsoft.com/office/drawing/2014/main" id="{E0549720-C9D7-4806-9661-462E5B0C9731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265842" y="1734914"/>
              <a:ext cx="12231" cy="6116"/>
            </a:xfrm>
            <a:custGeom>
              <a:avLst/>
              <a:gdLst>
                <a:gd name="T0" fmla="*/ 2147483647 w 30"/>
                <a:gd name="T1" fmla="*/ 2147483647 h 18"/>
                <a:gd name="T2" fmla="*/ 2147483647 w 30"/>
                <a:gd name="T3" fmla="*/ 2147483647 h 18"/>
                <a:gd name="T4" fmla="*/ 2147483647 w 30"/>
                <a:gd name="T5" fmla="*/ 2147483647 h 18"/>
                <a:gd name="T6" fmla="*/ 2147483647 w 30"/>
                <a:gd name="T7" fmla="*/ 0 h 18"/>
                <a:gd name="T8" fmla="*/ 0 w 30"/>
                <a:gd name="T9" fmla="*/ 0 h 18"/>
                <a:gd name="T10" fmla="*/ 2147483647 w 30"/>
                <a:gd name="T11" fmla="*/ 2147483647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0"/>
                <a:gd name="T19" fmla="*/ 0 h 18"/>
                <a:gd name="T20" fmla="*/ 30 w 30"/>
                <a:gd name="T21" fmla="*/ 18 h 1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0" h="18">
                  <a:moveTo>
                    <a:pt x="6" y="18"/>
                  </a:moveTo>
                  <a:lnTo>
                    <a:pt x="18" y="12"/>
                  </a:lnTo>
                  <a:lnTo>
                    <a:pt x="30" y="12"/>
                  </a:lnTo>
                  <a:lnTo>
                    <a:pt x="30" y="0"/>
                  </a:lnTo>
                  <a:lnTo>
                    <a:pt x="0" y="0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36" name="Albania" descr="© INSCALE GmbH, 05.05.2010&#10;http://www.presentationload.com/">
              <a:extLst>
                <a:ext uri="{FF2B5EF4-FFF2-40B4-BE49-F238E27FC236}">
                  <a16:creationId xmlns:a16="http://schemas.microsoft.com/office/drawing/2014/main" id="{2FAAB881-8AD3-4DB9-8AFA-C2D6A4EEC120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710765" y="1734915"/>
              <a:ext cx="56572" cy="96324"/>
            </a:xfrm>
            <a:custGeom>
              <a:avLst/>
              <a:gdLst>
                <a:gd name="T0" fmla="*/ 2147483647 w 144"/>
                <a:gd name="T1" fmla="*/ 2147483647 h 246"/>
                <a:gd name="T2" fmla="*/ 2147483647 w 144"/>
                <a:gd name="T3" fmla="*/ 2147483647 h 246"/>
                <a:gd name="T4" fmla="*/ 2147483647 w 144"/>
                <a:gd name="T5" fmla="*/ 2147483647 h 246"/>
                <a:gd name="T6" fmla="*/ 2147483647 w 144"/>
                <a:gd name="T7" fmla="*/ 2147483647 h 246"/>
                <a:gd name="T8" fmla="*/ 2147483647 w 144"/>
                <a:gd name="T9" fmla="*/ 2147483647 h 246"/>
                <a:gd name="T10" fmla="*/ 2147483647 w 144"/>
                <a:gd name="T11" fmla="*/ 2147483647 h 246"/>
                <a:gd name="T12" fmla="*/ 2147483647 w 144"/>
                <a:gd name="T13" fmla="*/ 2147483647 h 246"/>
                <a:gd name="T14" fmla="*/ 2147483647 w 144"/>
                <a:gd name="T15" fmla="*/ 2147483647 h 246"/>
                <a:gd name="T16" fmla="*/ 2147483647 w 144"/>
                <a:gd name="T17" fmla="*/ 2147483647 h 246"/>
                <a:gd name="T18" fmla="*/ 2147483647 w 144"/>
                <a:gd name="T19" fmla="*/ 2147483647 h 246"/>
                <a:gd name="T20" fmla="*/ 2147483647 w 144"/>
                <a:gd name="T21" fmla="*/ 2147483647 h 246"/>
                <a:gd name="T22" fmla="*/ 2147483647 w 144"/>
                <a:gd name="T23" fmla="*/ 2147483647 h 246"/>
                <a:gd name="T24" fmla="*/ 2147483647 w 144"/>
                <a:gd name="T25" fmla="*/ 2147483647 h 246"/>
                <a:gd name="T26" fmla="*/ 2147483647 w 144"/>
                <a:gd name="T27" fmla="*/ 2147483647 h 246"/>
                <a:gd name="T28" fmla="*/ 2147483647 w 144"/>
                <a:gd name="T29" fmla="*/ 2147483647 h 246"/>
                <a:gd name="T30" fmla="*/ 2147483647 w 144"/>
                <a:gd name="T31" fmla="*/ 2147483647 h 246"/>
                <a:gd name="T32" fmla="*/ 2147483647 w 144"/>
                <a:gd name="T33" fmla="*/ 2147483647 h 246"/>
                <a:gd name="T34" fmla="*/ 2147483647 w 144"/>
                <a:gd name="T35" fmla="*/ 2147483647 h 246"/>
                <a:gd name="T36" fmla="*/ 2147483647 w 144"/>
                <a:gd name="T37" fmla="*/ 2147483647 h 246"/>
                <a:gd name="T38" fmla="*/ 2147483647 w 144"/>
                <a:gd name="T39" fmla="*/ 0 h 246"/>
                <a:gd name="T40" fmla="*/ 2147483647 w 144"/>
                <a:gd name="T41" fmla="*/ 2147483647 h 246"/>
                <a:gd name="T42" fmla="*/ 2147483647 w 144"/>
                <a:gd name="T43" fmla="*/ 2147483647 h 246"/>
                <a:gd name="T44" fmla="*/ 0 w 144"/>
                <a:gd name="T45" fmla="*/ 2147483647 h 246"/>
                <a:gd name="T46" fmla="*/ 2147483647 w 144"/>
                <a:gd name="T47" fmla="*/ 2147483647 h 246"/>
                <a:gd name="T48" fmla="*/ 2147483647 w 144"/>
                <a:gd name="T49" fmla="*/ 2147483647 h 246"/>
                <a:gd name="T50" fmla="*/ 2147483647 w 144"/>
                <a:gd name="T51" fmla="*/ 2147483647 h 246"/>
                <a:gd name="T52" fmla="*/ 2147483647 w 144"/>
                <a:gd name="T53" fmla="*/ 2147483647 h 246"/>
                <a:gd name="T54" fmla="*/ 2147483647 w 144"/>
                <a:gd name="T55" fmla="*/ 2147483647 h 246"/>
                <a:gd name="T56" fmla="*/ 2147483647 w 144"/>
                <a:gd name="T57" fmla="*/ 2147483647 h 246"/>
                <a:gd name="T58" fmla="*/ 2147483647 w 144"/>
                <a:gd name="T59" fmla="*/ 2147483647 h 246"/>
                <a:gd name="T60" fmla="*/ 2147483647 w 144"/>
                <a:gd name="T61" fmla="*/ 2147483647 h 246"/>
                <a:gd name="T62" fmla="*/ 2147483647 w 144"/>
                <a:gd name="T63" fmla="*/ 2147483647 h 246"/>
                <a:gd name="T64" fmla="*/ 2147483647 w 144"/>
                <a:gd name="T65" fmla="*/ 2147483647 h 246"/>
                <a:gd name="T66" fmla="*/ 2147483647 w 144"/>
                <a:gd name="T67" fmla="*/ 2147483647 h 246"/>
                <a:gd name="T68" fmla="*/ 2147483647 w 144"/>
                <a:gd name="T69" fmla="*/ 2147483647 h 246"/>
                <a:gd name="T70" fmla="*/ 2147483647 w 144"/>
                <a:gd name="T71" fmla="*/ 2147483647 h 246"/>
                <a:gd name="T72" fmla="*/ 2147483647 w 144"/>
                <a:gd name="T73" fmla="*/ 2147483647 h 246"/>
                <a:gd name="T74" fmla="*/ 2147483647 w 144"/>
                <a:gd name="T75" fmla="*/ 2147483647 h 246"/>
                <a:gd name="T76" fmla="*/ 2147483647 w 144"/>
                <a:gd name="T77" fmla="*/ 2147483647 h 246"/>
                <a:gd name="T78" fmla="*/ 2147483647 w 144"/>
                <a:gd name="T79" fmla="*/ 2147483647 h 246"/>
                <a:gd name="T80" fmla="*/ 2147483647 w 144"/>
                <a:gd name="T81" fmla="*/ 2147483647 h 246"/>
                <a:gd name="T82" fmla="*/ 2147483647 w 144"/>
                <a:gd name="T83" fmla="*/ 2147483647 h 246"/>
                <a:gd name="T84" fmla="*/ 2147483647 w 144"/>
                <a:gd name="T85" fmla="*/ 2147483647 h 246"/>
                <a:gd name="T86" fmla="*/ 2147483647 w 144"/>
                <a:gd name="T87" fmla="*/ 2147483647 h 246"/>
                <a:gd name="T88" fmla="*/ 2147483647 w 144"/>
                <a:gd name="T89" fmla="*/ 2147483647 h 24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44"/>
                <a:gd name="T136" fmla="*/ 0 h 246"/>
                <a:gd name="T137" fmla="*/ 144 w 144"/>
                <a:gd name="T138" fmla="*/ 246 h 24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44" h="246">
                  <a:moveTo>
                    <a:pt x="96" y="210"/>
                  </a:moveTo>
                  <a:lnTo>
                    <a:pt x="96" y="204"/>
                  </a:lnTo>
                  <a:lnTo>
                    <a:pt x="108" y="204"/>
                  </a:lnTo>
                  <a:lnTo>
                    <a:pt x="120" y="198"/>
                  </a:lnTo>
                  <a:lnTo>
                    <a:pt x="120" y="174"/>
                  </a:lnTo>
                  <a:lnTo>
                    <a:pt x="138" y="174"/>
                  </a:lnTo>
                  <a:lnTo>
                    <a:pt x="144" y="168"/>
                  </a:lnTo>
                  <a:lnTo>
                    <a:pt x="144" y="138"/>
                  </a:lnTo>
                  <a:lnTo>
                    <a:pt x="120" y="144"/>
                  </a:lnTo>
                  <a:lnTo>
                    <a:pt x="120" y="126"/>
                  </a:lnTo>
                  <a:lnTo>
                    <a:pt x="114" y="126"/>
                  </a:lnTo>
                  <a:lnTo>
                    <a:pt x="108" y="120"/>
                  </a:lnTo>
                  <a:lnTo>
                    <a:pt x="108" y="96"/>
                  </a:lnTo>
                  <a:lnTo>
                    <a:pt x="102" y="84"/>
                  </a:lnTo>
                  <a:lnTo>
                    <a:pt x="102" y="42"/>
                  </a:lnTo>
                  <a:lnTo>
                    <a:pt x="96" y="24"/>
                  </a:lnTo>
                  <a:lnTo>
                    <a:pt x="84" y="24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36" y="0"/>
                  </a:lnTo>
                  <a:lnTo>
                    <a:pt x="36" y="18"/>
                  </a:lnTo>
                  <a:lnTo>
                    <a:pt x="24" y="24"/>
                  </a:lnTo>
                  <a:lnTo>
                    <a:pt x="0" y="24"/>
                  </a:lnTo>
                  <a:lnTo>
                    <a:pt x="18" y="36"/>
                  </a:lnTo>
                  <a:lnTo>
                    <a:pt x="24" y="30"/>
                  </a:lnTo>
                  <a:lnTo>
                    <a:pt x="30" y="48"/>
                  </a:lnTo>
                  <a:lnTo>
                    <a:pt x="18" y="60"/>
                  </a:lnTo>
                  <a:lnTo>
                    <a:pt x="24" y="66"/>
                  </a:lnTo>
                  <a:lnTo>
                    <a:pt x="48" y="66"/>
                  </a:lnTo>
                  <a:lnTo>
                    <a:pt x="48" y="84"/>
                  </a:lnTo>
                  <a:lnTo>
                    <a:pt x="42" y="96"/>
                  </a:lnTo>
                  <a:lnTo>
                    <a:pt x="42" y="114"/>
                  </a:lnTo>
                  <a:lnTo>
                    <a:pt x="36" y="132"/>
                  </a:lnTo>
                  <a:lnTo>
                    <a:pt x="36" y="156"/>
                  </a:lnTo>
                  <a:lnTo>
                    <a:pt x="24" y="180"/>
                  </a:lnTo>
                  <a:lnTo>
                    <a:pt x="24" y="186"/>
                  </a:lnTo>
                  <a:lnTo>
                    <a:pt x="42" y="204"/>
                  </a:lnTo>
                  <a:lnTo>
                    <a:pt x="54" y="210"/>
                  </a:lnTo>
                  <a:lnTo>
                    <a:pt x="60" y="216"/>
                  </a:lnTo>
                  <a:lnTo>
                    <a:pt x="60" y="234"/>
                  </a:lnTo>
                  <a:lnTo>
                    <a:pt x="66" y="240"/>
                  </a:lnTo>
                  <a:lnTo>
                    <a:pt x="84" y="240"/>
                  </a:lnTo>
                  <a:lnTo>
                    <a:pt x="90" y="246"/>
                  </a:lnTo>
                  <a:lnTo>
                    <a:pt x="96" y="246"/>
                  </a:lnTo>
                  <a:lnTo>
                    <a:pt x="96" y="210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37" name="Algeria" descr="© INSCALE GmbH, 05.05.2010&#10;http://www.presentationload.com/">
              <a:extLst>
                <a:ext uri="{FF2B5EF4-FFF2-40B4-BE49-F238E27FC236}">
                  <a16:creationId xmlns:a16="http://schemas.microsoft.com/office/drawing/2014/main" id="{AB95CA58-093C-4CBB-B87F-866B7DC988F2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960051" y="1906157"/>
              <a:ext cx="577944" cy="571830"/>
            </a:xfrm>
            <a:custGeom>
              <a:avLst/>
              <a:gdLst>
                <a:gd name="T0" fmla="*/ 2147483647 w 1476"/>
                <a:gd name="T1" fmla="*/ 2147483647 h 1464"/>
                <a:gd name="T2" fmla="*/ 2147483647 w 1476"/>
                <a:gd name="T3" fmla="*/ 2147483647 h 1464"/>
                <a:gd name="T4" fmla="*/ 2147483647 w 1476"/>
                <a:gd name="T5" fmla="*/ 2147483647 h 1464"/>
                <a:gd name="T6" fmla="*/ 2147483647 w 1476"/>
                <a:gd name="T7" fmla="*/ 2147483647 h 1464"/>
                <a:gd name="T8" fmla="*/ 2147483647 w 1476"/>
                <a:gd name="T9" fmla="*/ 2147483647 h 1464"/>
                <a:gd name="T10" fmla="*/ 2147483647 w 1476"/>
                <a:gd name="T11" fmla="*/ 2147483647 h 1464"/>
                <a:gd name="T12" fmla="*/ 2147483647 w 1476"/>
                <a:gd name="T13" fmla="*/ 2147483647 h 1464"/>
                <a:gd name="T14" fmla="*/ 2147483647 w 1476"/>
                <a:gd name="T15" fmla="*/ 2147483647 h 1464"/>
                <a:gd name="T16" fmla="*/ 2147483647 w 1476"/>
                <a:gd name="T17" fmla="*/ 2147483647 h 1464"/>
                <a:gd name="T18" fmla="*/ 2147483647 w 1476"/>
                <a:gd name="T19" fmla="*/ 2147483647 h 1464"/>
                <a:gd name="T20" fmla="*/ 2147483647 w 1476"/>
                <a:gd name="T21" fmla="*/ 2147483647 h 1464"/>
                <a:gd name="T22" fmla="*/ 2147483647 w 1476"/>
                <a:gd name="T23" fmla="*/ 2147483647 h 1464"/>
                <a:gd name="T24" fmla="*/ 2147483647 w 1476"/>
                <a:gd name="T25" fmla="*/ 2147483647 h 1464"/>
                <a:gd name="T26" fmla="*/ 2147483647 w 1476"/>
                <a:gd name="T27" fmla="*/ 2147483647 h 1464"/>
                <a:gd name="T28" fmla="*/ 2147483647 w 1476"/>
                <a:gd name="T29" fmla="*/ 2147483647 h 1464"/>
                <a:gd name="T30" fmla="*/ 2147483647 w 1476"/>
                <a:gd name="T31" fmla="*/ 2147483647 h 1464"/>
                <a:gd name="T32" fmla="*/ 2147483647 w 1476"/>
                <a:gd name="T33" fmla="*/ 2147483647 h 1464"/>
                <a:gd name="T34" fmla="*/ 2147483647 w 1476"/>
                <a:gd name="T35" fmla="*/ 2147483647 h 1464"/>
                <a:gd name="T36" fmla="*/ 2147483647 w 1476"/>
                <a:gd name="T37" fmla="*/ 2147483647 h 1464"/>
                <a:gd name="T38" fmla="*/ 2147483647 w 1476"/>
                <a:gd name="T39" fmla="*/ 2147483647 h 1464"/>
                <a:gd name="T40" fmla="*/ 2147483647 w 1476"/>
                <a:gd name="T41" fmla="*/ 2147483647 h 1464"/>
                <a:gd name="T42" fmla="*/ 2147483647 w 1476"/>
                <a:gd name="T43" fmla="*/ 2147483647 h 1464"/>
                <a:gd name="T44" fmla="*/ 2147483647 w 1476"/>
                <a:gd name="T45" fmla="*/ 2147483647 h 1464"/>
                <a:gd name="T46" fmla="*/ 2147483647 w 1476"/>
                <a:gd name="T47" fmla="*/ 2147483647 h 1464"/>
                <a:gd name="T48" fmla="*/ 2147483647 w 1476"/>
                <a:gd name="T49" fmla="*/ 2147483647 h 1464"/>
                <a:gd name="T50" fmla="*/ 2147483647 w 1476"/>
                <a:gd name="T51" fmla="*/ 2147483647 h 1464"/>
                <a:gd name="T52" fmla="*/ 2147483647 w 1476"/>
                <a:gd name="T53" fmla="*/ 2147483647 h 1464"/>
                <a:gd name="T54" fmla="*/ 2147483647 w 1476"/>
                <a:gd name="T55" fmla="*/ 2147483647 h 1464"/>
                <a:gd name="T56" fmla="*/ 2147483647 w 1476"/>
                <a:gd name="T57" fmla="*/ 2147483647 h 1464"/>
                <a:gd name="T58" fmla="*/ 2147483647 w 1476"/>
                <a:gd name="T59" fmla="*/ 2147483647 h 1464"/>
                <a:gd name="T60" fmla="*/ 2147483647 w 1476"/>
                <a:gd name="T61" fmla="*/ 2147483647 h 1464"/>
                <a:gd name="T62" fmla="*/ 2147483647 w 1476"/>
                <a:gd name="T63" fmla="*/ 2147483647 h 1464"/>
                <a:gd name="T64" fmla="*/ 2147483647 w 1476"/>
                <a:gd name="T65" fmla="*/ 2147483647 h 1464"/>
                <a:gd name="T66" fmla="*/ 2147483647 w 1476"/>
                <a:gd name="T67" fmla="*/ 2147483647 h 1464"/>
                <a:gd name="T68" fmla="*/ 2147483647 w 1476"/>
                <a:gd name="T69" fmla="*/ 2147483647 h 1464"/>
                <a:gd name="T70" fmla="*/ 2147483647 w 1476"/>
                <a:gd name="T71" fmla="*/ 2147483647 h 1464"/>
                <a:gd name="T72" fmla="*/ 2147483647 w 1476"/>
                <a:gd name="T73" fmla="*/ 2147483647 h 1464"/>
                <a:gd name="T74" fmla="*/ 2147483647 w 1476"/>
                <a:gd name="T75" fmla="*/ 2147483647 h 1464"/>
                <a:gd name="T76" fmla="*/ 2147483647 w 1476"/>
                <a:gd name="T77" fmla="*/ 2147483647 h 1464"/>
                <a:gd name="T78" fmla="*/ 2147483647 w 1476"/>
                <a:gd name="T79" fmla="*/ 2147483647 h 1464"/>
                <a:gd name="T80" fmla="*/ 2147483647 w 1476"/>
                <a:gd name="T81" fmla="*/ 2147483647 h 1464"/>
                <a:gd name="T82" fmla="*/ 2147483647 w 1476"/>
                <a:gd name="T83" fmla="*/ 2147483647 h 1464"/>
                <a:gd name="T84" fmla="*/ 2147483647 w 1476"/>
                <a:gd name="T85" fmla="*/ 2147483647 h 1464"/>
                <a:gd name="T86" fmla="*/ 2147483647 w 1476"/>
                <a:gd name="T87" fmla="*/ 2147483647 h 1464"/>
                <a:gd name="T88" fmla="*/ 2147483647 w 1476"/>
                <a:gd name="T89" fmla="*/ 2147483647 h 1464"/>
                <a:gd name="T90" fmla="*/ 2147483647 w 1476"/>
                <a:gd name="T91" fmla="*/ 2147483647 h 1464"/>
                <a:gd name="T92" fmla="*/ 2147483647 w 1476"/>
                <a:gd name="T93" fmla="*/ 2147483647 h 1464"/>
                <a:gd name="T94" fmla="*/ 2147483647 w 1476"/>
                <a:gd name="T95" fmla="*/ 2147483647 h 1464"/>
                <a:gd name="T96" fmla="*/ 2147483647 w 1476"/>
                <a:gd name="T97" fmla="*/ 2147483647 h 1464"/>
                <a:gd name="T98" fmla="*/ 2147483647 w 1476"/>
                <a:gd name="T99" fmla="*/ 2147483647 h 1464"/>
                <a:gd name="T100" fmla="*/ 2147483647 w 1476"/>
                <a:gd name="T101" fmla="*/ 2147483647 h 1464"/>
                <a:gd name="T102" fmla="*/ 2147483647 w 1476"/>
                <a:gd name="T103" fmla="*/ 2147483647 h 1464"/>
                <a:gd name="T104" fmla="*/ 2147483647 w 1476"/>
                <a:gd name="T105" fmla="*/ 2147483647 h 146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476"/>
                <a:gd name="T160" fmla="*/ 0 h 1464"/>
                <a:gd name="T161" fmla="*/ 1476 w 1476"/>
                <a:gd name="T162" fmla="*/ 1464 h 146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476" h="1464">
                  <a:moveTo>
                    <a:pt x="360" y="534"/>
                  </a:moveTo>
                  <a:lnTo>
                    <a:pt x="318" y="534"/>
                  </a:lnTo>
                  <a:lnTo>
                    <a:pt x="312" y="546"/>
                  </a:lnTo>
                  <a:lnTo>
                    <a:pt x="306" y="552"/>
                  </a:lnTo>
                  <a:lnTo>
                    <a:pt x="294" y="576"/>
                  </a:lnTo>
                  <a:lnTo>
                    <a:pt x="282" y="588"/>
                  </a:lnTo>
                  <a:lnTo>
                    <a:pt x="258" y="588"/>
                  </a:lnTo>
                  <a:lnTo>
                    <a:pt x="246" y="582"/>
                  </a:lnTo>
                  <a:lnTo>
                    <a:pt x="234" y="582"/>
                  </a:lnTo>
                  <a:lnTo>
                    <a:pt x="228" y="594"/>
                  </a:lnTo>
                  <a:lnTo>
                    <a:pt x="204" y="600"/>
                  </a:lnTo>
                  <a:lnTo>
                    <a:pt x="204" y="606"/>
                  </a:lnTo>
                  <a:lnTo>
                    <a:pt x="198" y="618"/>
                  </a:lnTo>
                  <a:lnTo>
                    <a:pt x="186" y="618"/>
                  </a:lnTo>
                  <a:lnTo>
                    <a:pt x="180" y="612"/>
                  </a:lnTo>
                  <a:lnTo>
                    <a:pt x="168" y="606"/>
                  </a:lnTo>
                  <a:lnTo>
                    <a:pt x="138" y="624"/>
                  </a:lnTo>
                  <a:lnTo>
                    <a:pt x="120" y="624"/>
                  </a:lnTo>
                  <a:lnTo>
                    <a:pt x="120" y="630"/>
                  </a:lnTo>
                  <a:lnTo>
                    <a:pt x="90" y="660"/>
                  </a:lnTo>
                  <a:lnTo>
                    <a:pt x="78" y="666"/>
                  </a:lnTo>
                  <a:lnTo>
                    <a:pt x="72" y="672"/>
                  </a:lnTo>
                  <a:lnTo>
                    <a:pt x="60" y="678"/>
                  </a:lnTo>
                  <a:lnTo>
                    <a:pt x="54" y="708"/>
                  </a:lnTo>
                  <a:lnTo>
                    <a:pt x="54" y="768"/>
                  </a:lnTo>
                  <a:lnTo>
                    <a:pt x="0" y="768"/>
                  </a:lnTo>
                  <a:lnTo>
                    <a:pt x="54" y="768"/>
                  </a:lnTo>
                  <a:lnTo>
                    <a:pt x="54" y="804"/>
                  </a:lnTo>
                  <a:lnTo>
                    <a:pt x="312" y="984"/>
                  </a:lnTo>
                  <a:lnTo>
                    <a:pt x="720" y="1296"/>
                  </a:lnTo>
                  <a:lnTo>
                    <a:pt x="720" y="1320"/>
                  </a:lnTo>
                  <a:lnTo>
                    <a:pt x="744" y="1320"/>
                  </a:lnTo>
                  <a:lnTo>
                    <a:pt x="750" y="1326"/>
                  </a:lnTo>
                  <a:lnTo>
                    <a:pt x="750" y="1344"/>
                  </a:lnTo>
                  <a:lnTo>
                    <a:pt x="762" y="1356"/>
                  </a:lnTo>
                  <a:lnTo>
                    <a:pt x="798" y="1356"/>
                  </a:lnTo>
                  <a:lnTo>
                    <a:pt x="804" y="1386"/>
                  </a:lnTo>
                  <a:lnTo>
                    <a:pt x="810" y="1386"/>
                  </a:lnTo>
                  <a:lnTo>
                    <a:pt x="816" y="1380"/>
                  </a:lnTo>
                  <a:lnTo>
                    <a:pt x="846" y="1380"/>
                  </a:lnTo>
                  <a:lnTo>
                    <a:pt x="858" y="1386"/>
                  </a:lnTo>
                  <a:lnTo>
                    <a:pt x="870" y="1410"/>
                  </a:lnTo>
                  <a:lnTo>
                    <a:pt x="870" y="1428"/>
                  </a:lnTo>
                  <a:lnTo>
                    <a:pt x="852" y="1446"/>
                  </a:lnTo>
                  <a:lnTo>
                    <a:pt x="852" y="1452"/>
                  </a:lnTo>
                  <a:lnTo>
                    <a:pt x="858" y="1458"/>
                  </a:lnTo>
                  <a:lnTo>
                    <a:pt x="870" y="1464"/>
                  </a:lnTo>
                  <a:lnTo>
                    <a:pt x="900" y="1464"/>
                  </a:lnTo>
                  <a:lnTo>
                    <a:pt x="906" y="1458"/>
                  </a:lnTo>
                  <a:lnTo>
                    <a:pt x="924" y="1458"/>
                  </a:lnTo>
                  <a:lnTo>
                    <a:pt x="954" y="1452"/>
                  </a:lnTo>
                  <a:lnTo>
                    <a:pt x="984" y="1440"/>
                  </a:lnTo>
                  <a:lnTo>
                    <a:pt x="1020" y="1434"/>
                  </a:lnTo>
                  <a:lnTo>
                    <a:pt x="1038" y="1434"/>
                  </a:lnTo>
                  <a:lnTo>
                    <a:pt x="1062" y="1416"/>
                  </a:lnTo>
                  <a:lnTo>
                    <a:pt x="1098" y="1386"/>
                  </a:lnTo>
                  <a:lnTo>
                    <a:pt x="1128" y="1350"/>
                  </a:lnTo>
                  <a:lnTo>
                    <a:pt x="1158" y="1326"/>
                  </a:lnTo>
                  <a:lnTo>
                    <a:pt x="1182" y="1314"/>
                  </a:lnTo>
                  <a:lnTo>
                    <a:pt x="1224" y="1284"/>
                  </a:lnTo>
                  <a:lnTo>
                    <a:pt x="1272" y="1248"/>
                  </a:lnTo>
                  <a:lnTo>
                    <a:pt x="1332" y="1206"/>
                  </a:lnTo>
                  <a:lnTo>
                    <a:pt x="1386" y="1170"/>
                  </a:lnTo>
                  <a:lnTo>
                    <a:pt x="1434" y="1134"/>
                  </a:lnTo>
                  <a:lnTo>
                    <a:pt x="1464" y="1110"/>
                  </a:lnTo>
                  <a:lnTo>
                    <a:pt x="1476" y="1104"/>
                  </a:lnTo>
                  <a:lnTo>
                    <a:pt x="1476" y="1098"/>
                  </a:lnTo>
                  <a:lnTo>
                    <a:pt x="1470" y="1092"/>
                  </a:lnTo>
                  <a:lnTo>
                    <a:pt x="1464" y="1080"/>
                  </a:lnTo>
                  <a:lnTo>
                    <a:pt x="1458" y="1062"/>
                  </a:lnTo>
                  <a:lnTo>
                    <a:pt x="1452" y="1050"/>
                  </a:lnTo>
                  <a:lnTo>
                    <a:pt x="1452" y="1044"/>
                  </a:lnTo>
                  <a:lnTo>
                    <a:pt x="1440" y="1032"/>
                  </a:lnTo>
                  <a:lnTo>
                    <a:pt x="1428" y="1032"/>
                  </a:lnTo>
                  <a:lnTo>
                    <a:pt x="1392" y="1014"/>
                  </a:lnTo>
                  <a:lnTo>
                    <a:pt x="1386" y="1014"/>
                  </a:lnTo>
                  <a:lnTo>
                    <a:pt x="1362" y="1026"/>
                  </a:lnTo>
                  <a:lnTo>
                    <a:pt x="1338" y="1002"/>
                  </a:lnTo>
                  <a:lnTo>
                    <a:pt x="1338" y="960"/>
                  </a:lnTo>
                  <a:lnTo>
                    <a:pt x="1332" y="954"/>
                  </a:lnTo>
                  <a:lnTo>
                    <a:pt x="1326" y="942"/>
                  </a:lnTo>
                  <a:lnTo>
                    <a:pt x="1314" y="930"/>
                  </a:lnTo>
                  <a:lnTo>
                    <a:pt x="1308" y="912"/>
                  </a:lnTo>
                  <a:lnTo>
                    <a:pt x="1296" y="900"/>
                  </a:lnTo>
                  <a:lnTo>
                    <a:pt x="1290" y="888"/>
                  </a:lnTo>
                  <a:lnTo>
                    <a:pt x="1290" y="882"/>
                  </a:lnTo>
                  <a:lnTo>
                    <a:pt x="1296" y="876"/>
                  </a:lnTo>
                  <a:lnTo>
                    <a:pt x="1308" y="876"/>
                  </a:lnTo>
                  <a:lnTo>
                    <a:pt x="1320" y="870"/>
                  </a:lnTo>
                  <a:lnTo>
                    <a:pt x="1326" y="864"/>
                  </a:lnTo>
                  <a:lnTo>
                    <a:pt x="1332" y="852"/>
                  </a:lnTo>
                  <a:lnTo>
                    <a:pt x="1332" y="840"/>
                  </a:lnTo>
                  <a:lnTo>
                    <a:pt x="1326" y="834"/>
                  </a:lnTo>
                  <a:lnTo>
                    <a:pt x="1326" y="828"/>
                  </a:lnTo>
                  <a:lnTo>
                    <a:pt x="1320" y="774"/>
                  </a:lnTo>
                  <a:lnTo>
                    <a:pt x="1332" y="750"/>
                  </a:lnTo>
                  <a:lnTo>
                    <a:pt x="1326" y="732"/>
                  </a:lnTo>
                  <a:lnTo>
                    <a:pt x="1326" y="726"/>
                  </a:lnTo>
                  <a:lnTo>
                    <a:pt x="1332" y="720"/>
                  </a:lnTo>
                  <a:lnTo>
                    <a:pt x="1332" y="690"/>
                  </a:lnTo>
                  <a:lnTo>
                    <a:pt x="1338" y="678"/>
                  </a:lnTo>
                  <a:lnTo>
                    <a:pt x="1338" y="672"/>
                  </a:lnTo>
                  <a:lnTo>
                    <a:pt x="1326" y="648"/>
                  </a:lnTo>
                  <a:lnTo>
                    <a:pt x="1302" y="588"/>
                  </a:lnTo>
                  <a:lnTo>
                    <a:pt x="1290" y="570"/>
                  </a:lnTo>
                  <a:lnTo>
                    <a:pt x="1296" y="564"/>
                  </a:lnTo>
                  <a:lnTo>
                    <a:pt x="1308" y="558"/>
                  </a:lnTo>
                  <a:lnTo>
                    <a:pt x="1296" y="528"/>
                  </a:lnTo>
                  <a:lnTo>
                    <a:pt x="1284" y="480"/>
                  </a:lnTo>
                  <a:lnTo>
                    <a:pt x="1278" y="438"/>
                  </a:lnTo>
                  <a:lnTo>
                    <a:pt x="1272" y="414"/>
                  </a:lnTo>
                  <a:lnTo>
                    <a:pt x="1266" y="408"/>
                  </a:lnTo>
                  <a:lnTo>
                    <a:pt x="1260" y="396"/>
                  </a:lnTo>
                  <a:lnTo>
                    <a:pt x="1236" y="384"/>
                  </a:lnTo>
                  <a:lnTo>
                    <a:pt x="1230" y="378"/>
                  </a:lnTo>
                  <a:lnTo>
                    <a:pt x="1224" y="378"/>
                  </a:lnTo>
                  <a:lnTo>
                    <a:pt x="1224" y="336"/>
                  </a:lnTo>
                  <a:lnTo>
                    <a:pt x="1212" y="324"/>
                  </a:lnTo>
                  <a:lnTo>
                    <a:pt x="1194" y="318"/>
                  </a:lnTo>
                  <a:lnTo>
                    <a:pt x="1182" y="318"/>
                  </a:lnTo>
                  <a:lnTo>
                    <a:pt x="1182" y="288"/>
                  </a:lnTo>
                  <a:lnTo>
                    <a:pt x="1170" y="288"/>
                  </a:lnTo>
                  <a:lnTo>
                    <a:pt x="1170" y="246"/>
                  </a:lnTo>
                  <a:lnTo>
                    <a:pt x="1194" y="222"/>
                  </a:lnTo>
                  <a:lnTo>
                    <a:pt x="1218" y="204"/>
                  </a:lnTo>
                  <a:lnTo>
                    <a:pt x="1218" y="198"/>
                  </a:lnTo>
                  <a:lnTo>
                    <a:pt x="1224" y="192"/>
                  </a:lnTo>
                  <a:lnTo>
                    <a:pt x="1224" y="180"/>
                  </a:lnTo>
                  <a:lnTo>
                    <a:pt x="1230" y="168"/>
                  </a:lnTo>
                  <a:lnTo>
                    <a:pt x="1230" y="126"/>
                  </a:lnTo>
                  <a:lnTo>
                    <a:pt x="1224" y="114"/>
                  </a:lnTo>
                  <a:lnTo>
                    <a:pt x="1224" y="78"/>
                  </a:lnTo>
                  <a:lnTo>
                    <a:pt x="1230" y="66"/>
                  </a:lnTo>
                  <a:lnTo>
                    <a:pt x="1230" y="54"/>
                  </a:lnTo>
                  <a:lnTo>
                    <a:pt x="1212" y="48"/>
                  </a:lnTo>
                  <a:lnTo>
                    <a:pt x="1254" y="30"/>
                  </a:lnTo>
                  <a:lnTo>
                    <a:pt x="1254" y="18"/>
                  </a:lnTo>
                  <a:lnTo>
                    <a:pt x="1242" y="18"/>
                  </a:lnTo>
                  <a:lnTo>
                    <a:pt x="1236" y="12"/>
                  </a:lnTo>
                  <a:lnTo>
                    <a:pt x="1224" y="12"/>
                  </a:lnTo>
                  <a:lnTo>
                    <a:pt x="1206" y="24"/>
                  </a:lnTo>
                  <a:lnTo>
                    <a:pt x="1170" y="6"/>
                  </a:lnTo>
                  <a:lnTo>
                    <a:pt x="1152" y="6"/>
                  </a:lnTo>
                  <a:lnTo>
                    <a:pt x="1152" y="18"/>
                  </a:lnTo>
                  <a:lnTo>
                    <a:pt x="1116" y="18"/>
                  </a:lnTo>
                  <a:lnTo>
                    <a:pt x="1092" y="0"/>
                  </a:lnTo>
                  <a:lnTo>
                    <a:pt x="1086" y="30"/>
                  </a:lnTo>
                  <a:lnTo>
                    <a:pt x="1056" y="18"/>
                  </a:lnTo>
                  <a:lnTo>
                    <a:pt x="1026" y="42"/>
                  </a:lnTo>
                  <a:lnTo>
                    <a:pt x="1002" y="30"/>
                  </a:lnTo>
                  <a:lnTo>
                    <a:pt x="984" y="30"/>
                  </a:lnTo>
                  <a:lnTo>
                    <a:pt x="966" y="24"/>
                  </a:lnTo>
                  <a:lnTo>
                    <a:pt x="948" y="24"/>
                  </a:lnTo>
                  <a:lnTo>
                    <a:pt x="924" y="30"/>
                  </a:lnTo>
                  <a:lnTo>
                    <a:pt x="906" y="30"/>
                  </a:lnTo>
                  <a:lnTo>
                    <a:pt x="900" y="36"/>
                  </a:lnTo>
                  <a:lnTo>
                    <a:pt x="888" y="36"/>
                  </a:lnTo>
                  <a:lnTo>
                    <a:pt x="876" y="42"/>
                  </a:lnTo>
                  <a:lnTo>
                    <a:pt x="816" y="42"/>
                  </a:lnTo>
                  <a:lnTo>
                    <a:pt x="810" y="48"/>
                  </a:lnTo>
                  <a:lnTo>
                    <a:pt x="750" y="48"/>
                  </a:lnTo>
                  <a:lnTo>
                    <a:pt x="744" y="54"/>
                  </a:lnTo>
                  <a:lnTo>
                    <a:pt x="726" y="54"/>
                  </a:lnTo>
                  <a:lnTo>
                    <a:pt x="714" y="60"/>
                  </a:lnTo>
                  <a:lnTo>
                    <a:pt x="696" y="66"/>
                  </a:lnTo>
                  <a:lnTo>
                    <a:pt x="684" y="78"/>
                  </a:lnTo>
                  <a:lnTo>
                    <a:pt x="678" y="90"/>
                  </a:lnTo>
                  <a:lnTo>
                    <a:pt x="666" y="102"/>
                  </a:lnTo>
                  <a:lnTo>
                    <a:pt x="666" y="108"/>
                  </a:lnTo>
                  <a:lnTo>
                    <a:pt x="636" y="108"/>
                  </a:lnTo>
                  <a:lnTo>
                    <a:pt x="624" y="114"/>
                  </a:lnTo>
                  <a:lnTo>
                    <a:pt x="606" y="114"/>
                  </a:lnTo>
                  <a:lnTo>
                    <a:pt x="594" y="120"/>
                  </a:lnTo>
                  <a:lnTo>
                    <a:pt x="588" y="126"/>
                  </a:lnTo>
                  <a:lnTo>
                    <a:pt x="588" y="132"/>
                  </a:lnTo>
                  <a:lnTo>
                    <a:pt x="558" y="162"/>
                  </a:lnTo>
                  <a:lnTo>
                    <a:pt x="546" y="168"/>
                  </a:lnTo>
                  <a:lnTo>
                    <a:pt x="522" y="168"/>
                  </a:lnTo>
                  <a:lnTo>
                    <a:pt x="528" y="174"/>
                  </a:lnTo>
                  <a:lnTo>
                    <a:pt x="534" y="186"/>
                  </a:lnTo>
                  <a:lnTo>
                    <a:pt x="546" y="192"/>
                  </a:lnTo>
                  <a:lnTo>
                    <a:pt x="540" y="198"/>
                  </a:lnTo>
                  <a:lnTo>
                    <a:pt x="540" y="210"/>
                  </a:lnTo>
                  <a:lnTo>
                    <a:pt x="552" y="210"/>
                  </a:lnTo>
                  <a:lnTo>
                    <a:pt x="546" y="276"/>
                  </a:lnTo>
                  <a:lnTo>
                    <a:pt x="558" y="294"/>
                  </a:lnTo>
                  <a:lnTo>
                    <a:pt x="546" y="324"/>
                  </a:lnTo>
                  <a:lnTo>
                    <a:pt x="564" y="324"/>
                  </a:lnTo>
                  <a:lnTo>
                    <a:pt x="564" y="354"/>
                  </a:lnTo>
                  <a:lnTo>
                    <a:pt x="588" y="372"/>
                  </a:lnTo>
                  <a:lnTo>
                    <a:pt x="570" y="390"/>
                  </a:lnTo>
                  <a:lnTo>
                    <a:pt x="570" y="402"/>
                  </a:lnTo>
                  <a:lnTo>
                    <a:pt x="516" y="408"/>
                  </a:lnTo>
                  <a:lnTo>
                    <a:pt x="504" y="402"/>
                  </a:lnTo>
                  <a:lnTo>
                    <a:pt x="486" y="402"/>
                  </a:lnTo>
                  <a:lnTo>
                    <a:pt x="486" y="408"/>
                  </a:lnTo>
                  <a:lnTo>
                    <a:pt x="480" y="414"/>
                  </a:lnTo>
                  <a:lnTo>
                    <a:pt x="474" y="408"/>
                  </a:lnTo>
                  <a:lnTo>
                    <a:pt x="462" y="408"/>
                  </a:lnTo>
                  <a:lnTo>
                    <a:pt x="462" y="414"/>
                  </a:lnTo>
                  <a:lnTo>
                    <a:pt x="456" y="420"/>
                  </a:lnTo>
                  <a:lnTo>
                    <a:pt x="456" y="432"/>
                  </a:lnTo>
                  <a:lnTo>
                    <a:pt x="432" y="432"/>
                  </a:lnTo>
                  <a:lnTo>
                    <a:pt x="420" y="438"/>
                  </a:lnTo>
                  <a:lnTo>
                    <a:pt x="396" y="438"/>
                  </a:lnTo>
                  <a:lnTo>
                    <a:pt x="390" y="444"/>
                  </a:lnTo>
                  <a:lnTo>
                    <a:pt x="390" y="456"/>
                  </a:lnTo>
                  <a:lnTo>
                    <a:pt x="396" y="462"/>
                  </a:lnTo>
                  <a:lnTo>
                    <a:pt x="402" y="474"/>
                  </a:lnTo>
                  <a:lnTo>
                    <a:pt x="414" y="492"/>
                  </a:lnTo>
                  <a:lnTo>
                    <a:pt x="390" y="504"/>
                  </a:lnTo>
                  <a:lnTo>
                    <a:pt x="390" y="510"/>
                  </a:lnTo>
                  <a:lnTo>
                    <a:pt x="378" y="522"/>
                  </a:lnTo>
                  <a:lnTo>
                    <a:pt x="366" y="528"/>
                  </a:lnTo>
                  <a:lnTo>
                    <a:pt x="360" y="534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  <p:sp>
          <p:nvSpPr>
            <p:cNvPr id="438" name="Afghan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F6951C9D-463F-4DD2-BBA0-6468E737BEE2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811615" y="1863345"/>
              <a:ext cx="354719" cy="288973"/>
            </a:xfrm>
            <a:custGeom>
              <a:avLst/>
              <a:gdLst>
                <a:gd name="T0" fmla="*/ 2147483647 w 906"/>
                <a:gd name="T1" fmla="*/ 2147483647 h 738"/>
                <a:gd name="T2" fmla="*/ 2147483647 w 906"/>
                <a:gd name="T3" fmla="*/ 2147483647 h 738"/>
                <a:gd name="T4" fmla="*/ 2147483647 w 906"/>
                <a:gd name="T5" fmla="*/ 2147483647 h 738"/>
                <a:gd name="T6" fmla="*/ 2147483647 w 906"/>
                <a:gd name="T7" fmla="*/ 2147483647 h 738"/>
                <a:gd name="T8" fmla="*/ 2147483647 w 906"/>
                <a:gd name="T9" fmla="*/ 2147483647 h 738"/>
                <a:gd name="T10" fmla="*/ 2147483647 w 906"/>
                <a:gd name="T11" fmla="*/ 0 h 738"/>
                <a:gd name="T12" fmla="*/ 2147483647 w 906"/>
                <a:gd name="T13" fmla="*/ 2147483647 h 738"/>
                <a:gd name="T14" fmla="*/ 2147483647 w 906"/>
                <a:gd name="T15" fmla="*/ 2147483647 h 738"/>
                <a:gd name="T16" fmla="*/ 2147483647 w 906"/>
                <a:gd name="T17" fmla="*/ 2147483647 h 738"/>
                <a:gd name="T18" fmla="*/ 2147483647 w 906"/>
                <a:gd name="T19" fmla="*/ 2147483647 h 738"/>
                <a:gd name="T20" fmla="*/ 2147483647 w 906"/>
                <a:gd name="T21" fmla="*/ 2147483647 h 738"/>
                <a:gd name="T22" fmla="*/ 2147483647 w 906"/>
                <a:gd name="T23" fmla="*/ 2147483647 h 738"/>
                <a:gd name="T24" fmla="*/ 2147483647 w 906"/>
                <a:gd name="T25" fmla="*/ 2147483647 h 738"/>
                <a:gd name="T26" fmla="*/ 2147483647 w 906"/>
                <a:gd name="T27" fmla="*/ 2147483647 h 738"/>
                <a:gd name="T28" fmla="*/ 2147483647 w 906"/>
                <a:gd name="T29" fmla="*/ 2147483647 h 738"/>
                <a:gd name="T30" fmla="*/ 2147483647 w 906"/>
                <a:gd name="T31" fmla="*/ 2147483647 h 738"/>
                <a:gd name="T32" fmla="*/ 2147483647 w 906"/>
                <a:gd name="T33" fmla="*/ 2147483647 h 738"/>
                <a:gd name="T34" fmla="*/ 2147483647 w 906"/>
                <a:gd name="T35" fmla="*/ 2147483647 h 738"/>
                <a:gd name="T36" fmla="*/ 2147483647 w 906"/>
                <a:gd name="T37" fmla="*/ 2147483647 h 738"/>
                <a:gd name="T38" fmla="*/ 2147483647 w 906"/>
                <a:gd name="T39" fmla="*/ 2147483647 h 738"/>
                <a:gd name="T40" fmla="*/ 2147483647 w 906"/>
                <a:gd name="T41" fmla="*/ 2147483647 h 738"/>
                <a:gd name="T42" fmla="*/ 2147483647 w 906"/>
                <a:gd name="T43" fmla="*/ 2147483647 h 738"/>
                <a:gd name="T44" fmla="*/ 2147483647 w 906"/>
                <a:gd name="T45" fmla="*/ 2147483647 h 738"/>
                <a:gd name="T46" fmla="*/ 0 w 906"/>
                <a:gd name="T47" fmla="*/ 2147483647 h 738"/>
                <a:gd name="T48" fmla="*/ 2147483647 w 906"/>
                <a:gd name="T49" fmla="*/ 2147483647 h 738"/>
                <a:gd name="T50" fmla="*/ 2147483647 w 906"/>
                <a:gd name="T51" fmla="*/ 2147483647 h 738"/>
                <a:gd name="T52" fmla="*/ 2147483647 w 906"/>
                <a:gd name="T53" fmla="*/ 2147483647 h 738"/>
                <a:gd name="T54" fmla="*/ 2147483647 w 906"/>
                <a:gd name="T55" fmla="*/ 2147483647 h 738"/>
                <a:gd name="T56" fmla="*/ 2147483647 w 906"/>
                <a:gd name="T57" fmla="*/ 2147483647 h 738"/>
                <a:gd name="T58" fmla="*/ 2147483647 w 906"/>
                <a:gd name="T59" fmla="*/ 2147483647 h 738"/>
                <a:gd name="T60" fmla="*/ 2147483647 w 906"/>
                <a:gd name="T61" fmla="*/ 2147483647 h 738"/>
                <a:gd name="T62" fmla="*/ 2147483647 w 906"/>
                <a:gd name="T63" fmla="*/ 2147483647 h 738"/>
                <a:gd name="T64" fmla="*/ 2147483647 w 906"/>
                <a:gd name="T65" fmla="*/ 2147483647 h 738"/>
                <a:gd name="T66" fmla="*/ 2147483647 w 906"/>
                <a:gd name="T67" fmla="*/ 2147483647 h 738"/>
                <a:gd name="T68" fmla="*/ 2147483647 w 906"/>
                <a:gd name="T69" fmla="*/ 2147483647 h 738"/>
                <a:gd name="T70" fmla="*/ 2147483647 w 906"/>
                <a:gd name="T71" fmla="*/ 2147483647 h 738"/>
                <a:gd name="T72" fmla="*/ 2147483647 w 906"/>
                <a:gd name="T73" fmla="*/ 2147483647 h 738"/>
                <a:gd name="T74" fmla="*/ 2147483647 w 906"/>
                <a:gd name="T75" fmla="*/ 2147483647 h 738"/>
                <a:gd name="T76" fmla="*/ 2147483647 w 906"/>
                <a:gd name="T77" fmla="*/ 2147483647 h 738"/>
                <a:gd name="T78" fmla="*/ 2147483647 w 906"/>
                <a:gd name="T79" fmla="*/ 2147483647 h 738"/>
                <a:gd name="T80" fmla="*/ 2147483647 w 906"/>
                <a:gd name="T81" fmla="*/ 2147483647 h 738"/>
                <a:gd name="T82" fmla="*/ 2147483647 w 906"/>
                <a:gd name="T83" fmla="*/ 2147483647 h 738"/>
                <a:gd name="T84" fmla="*/ 2147483647 w 906"/>
                <a:gd name="T85" fmla="*/ 2147483647 h 738"/>
                <a:gd name="T86" fmla="*/ 2147483647 w 906"/>
                <a:gd name="T87" fmla="*/ 2147483647 h 738"/>
                <a:gd name="T88" fmla="*/ 2147483647 w 906"/>
                <a:gd name="T89" fmla="*/ 2147483647 h 738"/>
                <a:gd name="T90" fmla="*/ 2147483647 w 906"/>
                <a:gd name="T91" fmla="*/ 2147483647 h 738"/>
                <a:gd name="T92" fmla="*/ 2147483647 w 906"/>
                <a:gd name="T93" fmla="*/ 2147483647 h 738"/>
                <a:gd name="T94" fmla="*/ 2147483647 w 906"/>
                <a:gd name="T95" fmla="*/ 2147483647 h 738"/>
                <a:gd name="T96" fmla="*/ 2147483647 w 906"/>
                <a:gd name="T97" fmla="*/ 2147483647 h 738"/>
                <a:gd name="T98" fmla="*/ 2147483647 w 906"/>
                <a:gd name="T99" fmla="*/ 2147483647 h 738"/>
                <a:gd name="T100" fmla="*/ 2147483647 w 906"/>
                <a:gd name="T101" fmla="*/ 2147483647 h 738"/>
                <a:gd name="T102" fmla="*/ 2147483647 w 906"/>
                <a:gd name="T103" fmla="*/ 2147483647 h 738"/>
                <a:gd name="T104" fmla="*/ 2147483647 w 906"/>
                <a:gd name="T105" fmla="*/ 2147483647 h 738"/>
                <a:gd name="T106" fmla="*/ 2147483647 w 906"/>
                <a:gd name="T107" fmla="*/ 2147483647 h 738"/>
                <a:gd name="T108" fmla="*/ 2147483647 w 906"/>
                <a:gd name="T109" fmla="*/ 2147483647 h 73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906"/>
                <a:gd name="T166" fmla="*/ 0 h 738"/>
                <a:gd name="T167" fmla="*/ 906 w 906"/>
                <a:gd name="T168" fmla="*/ 738 h 73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906" h="738">
                  <a:moveTo>
                    <a:pt x="894" y="108"/>
                  </a:moveTo>
                  <a:lnTo>
                    <a:pt x="894" y="96"/>
                  </a:lnTo>
                  <a:lnTo>
                    <a:pt x="906" y="96"/>
                  </a:lnTo>
                  <a:lnTo>
                    <a:pt x="900" y="90"/>
                  </a:lnTo>
                  <a:lnTo>
                    <a:pt x="876" y="90"/>
                  </a:lnTo>
                  <a:lnTo>
                    <a:pt x="840" y="102"/>
                  </a:lnTo>
                  <a:lnTo>
                    <a:pt x="840" y="84"/>
                  </a:lnTo>
                  <a:lnTo>
                    <a:pt x="816" y="84"/>
                  </a:lnTo>
                  <a:lnTo>
                    <a:pt x="792" y="96"/>
                  </a:lnTo>
                  <a:lnTo>
                    <a:pt x="786" y="102"/>
                  </a:lnTo>
                  <a:lnTo>
                    <a:pt x="780" y="114"/>
                  </a:lnTo>
                  <a:lnTo>
                    <a:pt x="774" y="120"/>
                  </a:lnTo>
                  <a:lnTo>
                    <a:pt x="756" y="120"/>
                  </a:lnTo>
                  <a:lnTo>
                    <a:pt x="750" y="126"/>
                  </a:lnTo>
                  <a:lnTo>
                    <a:pt x="744" y="138"/>
                  </a:lnTo>
                  <a:lnTo>
                    <a:pt x="732" y="144"/>
                  </a:lnTo>
                  <a:lnTo>
                    <a:pt x="726" y="150"/>
                  </a:lnTo>
                  <a:lnTo>
                    <a:pt x="720" y="150"/>
                  </a:lnTo>
                  <a:lnTo>
                    <a:pt x="690" y="120"/>
                  </a:lnTo>
                  <a:lnTo>
                    <a:pt x="690" y="114"/>
                  </a:lnTo>
                  <a:lnTo>
                    <a:pt x="678" y="48"/>
                  </a:lnTo>
                  <a:lnTo>
                    <a:pt x="660" y="48"/>
                  </a:lnTo>
                  <a:lnTo>
                    <a:pt x="660" y="18"/>
                  </a:lnTo>
                  <a:lnTo>
                    <a:pt x="642" y="0"/>
                  </a:lnTo>
                  <a:lnTo>
                    <a:pt x="624" y="0"/>
                  </a:lnTo>
                  <a:lnTo>
                    <a:pt x="618" y="6"/>
                  </a:lnTo>
                  <a:lnTo>
                    <a:pt x="618" y="30"/>
                  </a:lnTo>
                  <a:lnTo>
                    <a:pt x="612" y="36"/>
                  </a:lnTo>
                  <a:lnTo>
                    <a:pt x="606" y="36"/>
                  </a:lnTo>
                  <a:lnTo>
                    <a:pt x="594" y="48"/>
                  </a:lnTo>
                  <a:lnTo>
                    <a:pt x="594" y="54"/>
                  </a:lnTo>
                  <a:lnTo>
                    <a:pt x="600" y="60"/>
                  </a:lnTo>
                  <a:lnTo>
                    <a:pt x="606" y="60"/>
                  </a:lnTo>
                  <a:lnTo>
                    <a:pt x="600" y="84"/>
                  </a:lnTo>
                  <a:lnTo>
                    <a:pt x="588" y="72"/>
                  </a:lnTo>
                  <a:lnTo>
                    <a:pt x="570" y="72"/>
                  </a:lnTo>
                  <a:lnTo>
                    <a:pt x="558" y="78"/>
                  </a:lnTo>
                  <a:lnTo>
                    <a:pt x="546" y="90"/>
                  </a:lnTo>
                  <a:lnTo>
                    <a:pt x="546" y="120"/>
                  </a:lnTo>
                  <a:lnTo>
                    <a:pt x="540" y="120"/>
                  </a:lnTo>
                  <a:lnTo>
                    <a:pt x="534" y="114"/>
                  </a:lnTo>
                  <a:lnTo>
                    <a:pt x="528" y="102"/>
                  </a:lnTo>
                  <a:lnTo>
                    <a:pt x="522" y="96"/>
                  </a:lnTo>
                  <a:lnTo>
                    <a:pt x="510" y="96"/>
                  </a:lnTo>
                  <a:lnTo>
                    <a:pt x="504" y="102"/>
                  </a:lnTo>
                  <a:lnTo>
                    <a:pt x="492" y="108"/>
                  </a:lnTo>
                  <a:lnTo>
                    <a:pt x="474" y="126"/>
                  </a:lnTo>
                  <a:lnTo>
                    <a:pt x="468" y="126"/>
                  </a:lnTo>
                  <a:lnTo>
                    <a:pt x="456" y="114"/>
                  </a:lnTo>
                  <a:lnTo>
                    <a:pt x="444" y="108"/>
                  </a:lnTo>
                  <a:lnTo>
                    <a:pt x="438" y="102"/>
                  </a:lnTo>
                  <a:lnTo>
                    <a:pt x="426" y="102"/>
                  </a:lnTo>
                  <a:lnTo>
                    <a:pt x="414" y="108"/>
                  </a:lnTo>
                  <a:lnTo>
                    <a:pt x="396" y="84"/>
                  </a:lnTo>
                  <a:lnTo>
                    <a:pt x="384" y="96"/>
                  </a:lnTo>
                  <a:lnTo>
                    <a:pt x="342" y="96"/>
                  </a:lnTo>
                  <a:lnTo>
                    <a:pt x="330" y="90"/>
                  </a:lnTo>
                  <a:lnTo>
                    <a:pt x="324" y="84"/>
                  </a:lnTo>
                  <a:lnTo>
                    <a:pt x="312" y="78"/>
                  </a:lnTo>
                  <a:lnTo>
                    <a:pt x="300" y="78"/>
                  </a:lnTo>
                  <a:lnTo>
                    <a:pt x="300" y="102"/>
                  </a:lnTo>
                  <a:lnTo>
                    <a:pt x="264" y="102"/>
                  </a:lnTo>
                  <a:lnTo>
                    <a:pt x="252" y="108"/>
                  </a:lnTo>
                  <a:lnTo>
                    <a:pt x="246" y="120"/>
                  </a:lnTo>
                  <a:lnTo>
                    <a:pt x="246" y="180"/>
                  </a:lnTo>
                  <a:lnTo>
                    <a:pt x="234" y="180"/>
                  </a:lnTo>
                  <a:lnTo>
                    <a:pt x="222" y="186"/>
                  </a:lnTo>
                  <a:lnTo>
                    <a:pt x="216" y="198"/>
                  </a:lnTo>
                  <a:lnTo>
                    <a:pt x="180" y="216"/>
                  </a:lnTo>
                  <a:lnTo>
                    <a:pt x="168" y="216"/>
                  </a:lnTo>
                  <a:lnTo>
                    <a:pt x="168" y="228"/>
                  </a:lnTo>
                  <a:lnTo>
                    <a:pt x="156" y="252"/>
                  </a:lnTo>
                  <a:lnTo>
                    <a:pt x="150" y="258"/>
                  </a:lnTo>
                  <a:lnTo>
                    <a:pt x="138" y="264"/>
                  </a:lnTo>
                  <a:lnTo>
                    <a:pt x="114" y="264"/>
                  </a:lnTo>
                  <a:lnTo>
                    <a:pt x="90" y="240"/>
                  </a:lnTo>
                  <a:lnTo>
                    <a:pt x="84" y="240"/>
                  </a:lnTo>
                  <a:lnTo>
                    <a:pt x="78" y="246"/>
                  </a:lnTo>
                  <a:lnTo>
                    <a:pt x="66" y="246"/>
                  </a:lnTo>
                  <a:lnTo>
                    <a:pt x="60" y="240"/>
                  </a:lnTo>
                  <a:lnTo>
                    <a:pt x="48" y="240"/>
                  </a:lnTo>
                  <a:lnTo>
                    <a:pt x="42" y="234"/>
                  </a:lnTo>
                  <a:lnTo>
                    <a:pt x="36" y="240"/>
                  </a:lnTo>
                  <a:lnTo>
                    <a:pt x="30" y="252"/>
                  </a:lnTo>
                  <a:lnTo>
                    <a:pt x="30" y="258"/>
                  </a:lnTo>
                  <a:lnTo>
                    <a:pt x="36" y="270"/>
                  </a:lnTo>
                  <a:lnTo>
                    <a:pt x="36" y="294"/>
                  </a:lnTo>
                  <a:lnTo>
                    <a:pt x="42" y="300"/>
                  </a:lnTo>
                  <a:lnTo>
                    <a:pt x="42" y="306"/>
                  </a:lnTo>
                  <a:lnTo>
                    <a:pt x="18" y="312"/>
                  </a:lnTo>
                  <a:lnTo>
                    <a:pt x="30" y="330"/>
                  </a:lnTo>
                  <a:lnTo>
                    <a:pt x="24" y="330"/>
                  </a:lnTo>
                  <a:lnTo>
                    <a:pt x="18" y="336"/>
                  </a:lnTo>
                  <a:lnTo>
                    <a:pt x="6" y="342"/>
                  </a:lnTo>
                  <a:lnTo>
                    <a:pt x="0" y="348"/>
                  </a:lnTo>
                  <a:lnTo>
                    <a:pt x="0" y="354"/>
                  </a:lnTo>
                  <a:lnTo>
                    <a:pt x="12" y="366"/>
                  </a:lnTo>
                  <a:lnTo>
                    <a:pt x="12" y="396"/>
                  </a:lnTo>
                  <a:lnTo>
                    <a:pt x="36" y="396"/>
                  </a:lnTo>
                  <a:lnTo>
                    <a:pt x="42" y="402"/>
                  </a:lnTo>
                  <a:lnTo>
                    <a:pt x="42" y="408"/>
                  </a:lnTo>
                  <a:lnTo>
                    <a:pt x="24" y="426"/>
                  </a:lnTo>
                  <a:lnTo>
                    <a:pt x="18" y="438"/>
                  </a:lnTo>
                  <a:lnTo>
                    <a:pt x="30" y="462"/>
                  </a:lnTo>
                  <a:lnTo>
                    <a:pt x="42" y="480"/>
                  </a:lnTo>
                  <a:lnTo>
                    <a:pt x="54" y="504"/>
                  </a:lnTo>
                  <a:lnTo>
                    <a:pt x="60" y="510"/>
                  </a:lnTo>
                  <a:lnTo>
                    <a:pt x="60" y="564"/>
                  </a:lnTo>
                  <a:lnTo>
                    <a:pt x="66" y="570"/>
                  </a:lnTo>
                  <a:lnTo>
                    <a:pt x="72" y="570"/>
                  </a:lnTo>
                  <a:lnTo>
                    <a:pt x="84" y="576"/>
                  </a:lnTo>
                  <a:lnTo>
                    <a:pt x="120" y="576"/>
                  </a:lnTo>
                  <a:lnTo>
                    <a:pt x="126" y="582"/>
                  </a:lnTo>
                  <a:lnTo>
                    <a:pt x="138" y="606"/>
                  </a:lnTo>
                  <a:lnTo>
                    <a:pt x="114" y="654"/>
                  </a:lnTo>
                  <a:lnTo>
                    <a:pt x="108" y="660"/>
                  </a:lnTo>
                  <a:lnTo>
                    <a:pt x="102" y="672"/>
                  </a:lnTo>
                  <a:lnTo>
                    <a:pt x="84" y="690"/>
                  </a:lnTo>
                  <a:lnTo>
                    <a:pt x="84" y="702"/>
                  </a:lnTo>
                  <a:lnTo>
                    <a:pt x="120" y="702"/>
                  </a:lnTo>
                  <a:lnTo>
                    <a:pt x="132" y="708"/>
                  </a:lnTo>
                  <a:lnTo>
                    <a:pt x="150" y="720"/>
                  </a:lnTo>
                  <a:lnTo>
                    <a:pt x="168" y="726"/>
                  </a:lnTo>
                  <a:lnTo>
                    <a:pt x="192" y="738"/>
                  </a:lnTo>
                  <a:lnTo>
                    <a:pt x="210" y="738"/>
                  </a:lnTo>
                  <a:lnTo>
                    <a:pt x="228" y="732"/>
                  </a:lnTo>
                  <a:lnTo>
                    <a:pt x="234" y="732"/>
                  </a:lnTo>
                  <a:lnTo>
                    <a:pt x="240" y="726"/>
                  </a:lnTo>
                  <a:lnTo>
                    <a:pt x="294" y="726"/>
                  </a:lnTo>
                  <a:lnTo>
                    <a:pt x="294" y="732"/>
                  </a:lnTo>
                  <a:lnTo>
                    <a:pt x="318" y="732"/>
                  </a:lnTo>
                  <a:lnTo>
                    <a:pt x="324" y="726"/>
                  </a:lnTo>
                  <a:lnTo>
                    <a:pt x="348" y="726"/>
                  </a:lnTo>
                  <a:lnTo>
                    <a:pt x="366" y="720"/>
                  </a:lnTo>
                  <a:lnTo>
                    <a:pt x="396" y="720"/>
                  </a:lnTo>
                  <a:lnTo>
                    <a:pt x="444" y="696"/>
                  </a:lnTo>
                  <a:lnTo>
                    <a:pt x="450" y="696"/>
                  </a:lnTo>
                  <a:lnTo>
                    <a:pt x="456" y="690"/>
                  </a:lnTo>
                  <a:lnTo>
                    <a:pt x="456" y="660"/>
                  </a:lnTo>
                  <a:lnTo>
                    <a:pt x="450" y="654"/>
                  </a:lnTo>
                  <a:lnTo>
                    <a:pt x="450" y="636"/>
                  </a:lnTo>
                  <a:lnTo>
                    <a:pt x="444" y="624"/>
                  </a:lnTo>
                  <a:lnTo>
                    <a:pt x="444" y="606"/>
                  </a:lnTo>
                  <a:lnTo>
                    <a:pt x="450" y="594"/>
                  </a:lnTo>
                  <a:lnTo>
                    <a:pt x="462" y="588"/>
                  </a:lnTo>
                  <a:lnTo>
                    <a:pt x="468" y="576"/>
                  </a:lnTo>
                  <a:lnTo>
                    <a:pt x="486" y="576"/>
                  </a:lnTo>
                  <a:lnTo>
                    <a:pt x="486" y="588"/>
                  </a:lnTo>
                  <a:lnTo>
                    <a:pt x="528" y="588"/>
                  </a:lnTo>
                  <a:lnTo>
                    <a:pt x="534" y="582"/>
                  </a:lnTo>
                  <a:lnTo>
                    <a:pt x="534" y="576"/>
                  </a:lnTo>
                  <a:lnTo>
                    <a:pt x="528" y="570"/>
                  </a:lnTo>
                  <a:lnTo>
                    <a:pt x="522" y="570"/>
                  </a:lnTo>
                  <a:lnTo>
                    <a:pt x="522" y="564"/>
                  </a:lnTo>
                  <a:lnTo>
                    <a:pt x="528" y="558"/>
                  </a:lnTo>
                  <a:lnTo>
                    <a:pt x="534" y="558"/>
                  </a:lnTo>
                  <a:lnTo>
                    <a:pt x="546" y="552"/>
                  </a:lnTo>
                  <a:lnTo>
                    <a:pt x="552" y="546"/>
                  </a:lnTo>
                  <a:lnTo>
                    <a:pt x="564" y="540"/>
                  </a:lnTo>
                  <a:lnTo>
                    <a:pt x="594" y="540"/>
                  </a:lnTo>
                  <a:lnTo>
                    <a:pt x="594" y="552"/>
                  </a:lnTo>
                  <a:lnTo>
                    <a:pt x="600" y="558"/>
                  </a:lnTo>
                  <a:lnTo>
                    <a:pt x="612" y="558"/>
                  </a:lnTo>
                  <a:lnTo>
                    <a:pt x="624" y="552"/>
                  </a:lnTo>
                  <a:lnTo>
                    <a:pt x="630" y="540"/>
                  </a:lnTo>
                  <a:lnTo>
                    <a:pt x="636" y="534"/>
                  </a:lnTo>
                  <a:lnTo>
                    <a:pt x="636" y="528"/>
                  </a:lnTo>
                  <a:lnTo>
                    <a:pt x="630" y="522"/>
                  </a:lnTo>
                  <a:lnTo>
                    <a:pt x="630" y="510"/>
                  </a:lnTo>
                  <a:lnTo>
                    <a:pt x="624" y="498"/>
                  </a:lnTo>
                  <a:lnTo>
                    <a:pt x="624" y="480"/>
                  </a:lnTo>
                  <a:lnTo>
                    <a:pt x="630" y="474"/>
                  </a:lnTo>
                  <a:lnTo>
                    <a:pt x="636" y="474"/>
                  </a:lnTo>
                  <a:lnTo>
                    <a:pt x="636" y="438"/>
                  </a:lnTo>
                  <a:lnTo>
                    <a:pt x="642" y="432"/>
                  </a:lnTo>
                  <a:lnTo>
                    <a:pt x="660" y="432"/>
                  </a:lnTo>
                  <a:lnTo>
                    <a:pt x="690" y="414"/>
                  </a:lnTo>
                  <a:lnTo>
                    <a:pt x="684" y="414"/>
                  </a:lnTo>
                  <a:lnTo>
                    <a:pt x="672" y="408"/>
                  </a:lnTo>
                  <a:lnTo>
                    <a:pt x="672" y="402"/>
                  </a:lnTo>
                  <a:lnTo>
                    <a:pt x="666" y="396"/>
                  </a:lnTo>
                  <a:lnTo>
                    <a:pt x="666" y="390"/>
                  </a:lnTo>
                  <a:lnTo>
                    <a:pt x="654" y="384"/>
                  </a:lnTo>
                  <a:lnTo>
                    <a:pt x="642" y="372"/>
                  </a:lnTo>
                  <a:lnTo>
                    <a:pt x="642" y="360"/>
                  </a:lnTo>
                  <a:lnTo>
                    <a:pt x="660" y="360"/>
                  </a:lnTo>
                  <a:lnTo>
                    <a:pt x="666" y="366"/>
                  </a:lnTo>
                  <a:lnTo>
                    <a:pt x="684" y="372"/>
                  </a:lnTo>
                  <a:lnTo>
                    <a:pt x="690" y="372"/>
                  </a:lnTo>
                  <a:lnTo>
                    <a:pt x="696" y="366"/>
                  </a:lnTo>
                  <a:lnTo>
                    <a:pt x="714" y="366"/>
                  </a:lnTo>
                  <a:lnTo>
                    <a:pt x="714" y="336"/>
                  </a:lnTo>
                  <a:lnTo>
                    <a:pt x="708" y="330"/>
                  </a:lnTo>
                  <a:lnTo>
                    <a:pt x="708" y="318"/>
                  </a:lnTo>
                  <a:lnTo>
                    <a:pt x="714" y="306"/>
                  </a:lnTo>
                  <a:lnTo>
                    <a:pt x="738" y="282"/>
                  </a:lnTo>
                  <a:lnTo>
                    <a:pt x="738" y="276"/>
                  </a:lnTo>
                  <a:lnTo>
                    <a:pt x="732" y="264"/>
                  </a:lnTo>
                  <a:lnTo>
                    <a:pt x="726" y="258"/>
                  </a:lnTo>
                  <a:lnTo>
                    <a:pt x="726" y="228"/>
                  </a:lnTo>
                  <a:lnTo>
                    <a:pt x="696" y="198"/>
                  </a:lnTo>
                  <a:lnTo>
                    <a:pt x="696" y="192"/>
                  </a:lnTo>
                  <a:lnTo>
                    <a:pt x="702" y="186"/>
                  </a:lnTo>
                  <a:lnTo>
                    <a:pt x="708" y="174"/>
                  </a:lnTo>
                  <a:lnTo>
                    <a:pt x="714" y="168"/>
                  </a:lnTo>
                  <a:lnTo>
                    <a:pt x="738" y="156"/>
                  </a:lnTo>
                  <a:lnTo>
                    <a:pt x="744" y="150"/>
                  </a:lnTo>
                  <a:lnTo>
                    <a:pt x="768" y="138"/>
                  </a:lnTo>
                  <a:lnTo>
                    <a:pt x="774" y="138"/>
                  </a:lnTo>
                  <a:lnTo>
                    <a:pt x="780" y="132"/>
                  </a:lnTo>
                  <a:lnTo>
                    <a:pt x="822" y="132"/>
                  </a:lnTo>
                  <a:lnTo>
                    <a:pt x="828" y="126"/>
                  </a:lnTo>
                  <a:lnTo>
                    <a:pt x="852" y="126"/>
                  </a:lnTo>
                  <a:lnTo>
                    <a:pt x="864" y="132"/>
                  </a:lnTo>
                  <a:lnTo>
                    <a:pt x="876" y="132"/>
                  </a:lnTo>
                  <a:lnTo>
                    <a:pt x="882" y="126"/>
                  </a:lnTo>
                  <a:lnTo>
                    <a:pt x="894" y="126"/>
                  </a:lnTo>
                  <a:lnTo>
                    <a:pt x="900" y="120"/>
                  </a:lnTo>
                  <a:lnTo>
                    <a:pt x="894" y="114"/>
                  </a:lnTo>
                  <a:lnTo>
                    <a:pt x="894" y="108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40000"/>
              </a:schemeClr>
            </a:solidFill>
            <a:ln w="1270" cap="flat" cmpd="sng">
              <a:solidFill>
                <a:schemeClr val="tx1">
                  <a:alpha val="48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defTabSz="913487">
                <a:defRPr/>
              </a:pPr>
              <a:endParaRPr lang="en-US" sz="1800" kern="0" dirty="0">
                <a:solidFill>
                  <a:prstClr val="black"/>
                </a:solidFill>
                <a:latin typeface="Nirmala UI" panose="020B0502040204020203" pitchFamily="34" charset="0"/>
                <a:cs typeface="Nirmala UI" panose="020B0502040204020203" pitchFamily="34" charset="0"/>
              </a:endParaRPr>
            </a:p>
          </p:txBody>
        </p:sp>
      </p:grpSp>
      <p:sp>
        <p:nvSpPr>
          <p:cNvPr id="442" name="Freeform: Shape 441">
            <a:extLst>
              <a:ext uri="{FF2B5EF4-FFF2-40B4-BE49-F238E27FC236}">
                <a16:creationId xmlns:a16="http://schemas.microsoft.com/office/drawing/2014/main" id="{F3E0CA80-1C9E-4610-BABC-B9C5EDB32634}"/>
              </a:ext>
            </a:extLst>
          </p:cNvPr>
          <p:cNvSpPr/>
          <p:nvPr userDrawn="1"/>
        </p:nvSpPr>
        <p:spPr>
          <a:xfrm>
            <a:off x="0" y="669753"/>
            <a:ext cx="9144000" cy="3967384"/>
          </a:xfrm>
          <a:custGeom>
            <a:avLst/>
            <a:gdLst>
              <a:gd name="connsiteX0" fmla="*/ 2033747 w 9144000"/>
              <a:gd name="connsiteY0" fmla="*/ 204087 h 3967384"/>
              <a:gd name="connsiteX1" fmla="*/ 251578 w 9144000"/>
              <a:gd name="connsiteY1" fmla="*/ 1983692 h 3967384"/>
              <a:gd name="connsiteX2" fmla="*/ 2033747 w 9144000"/>
              <a:gd name="connsiteY2" fmla="*/ 3763297 h 3967384"/>
              <a:gd name="connsiteX3" fmla="*/ 3815916 w 9144000"/>
              <a:gd name="connsiteY3" fmla="*/ 1983692 h 3967384"/>
              <a:gd name="connsiteX4" fmla="*/ 2033747 w 9144000"/>
              <a:gd name="connsiteY4" fmla="*/ 204087 h 3967384"/>
              <a:gd name="connsiteX5" fmla="*/ 0 w 9144000"/>
              <a:gd name="connsiteY5" fmla="*/ 0 h 3967384"/>
              <a:gd name="connsiteX6" fmla="*/ 9144000 w 9144000"/>
              <a:gd name="connsiteY6" fmla="*/ 0 h 3967384"/>
              <a:gd name="connsiteX7" fmla="*/ 9144000 w 9144000"/>
              <a:gd name="connsiteY7" fmla="*/ 3967384 h 3967384"/>
              <a:gd name="connsiteX8" fmla="*/ 0 w 9144000"/>
              <a:gd name="connsiteY8" fmla="*/ 3967384 h 3967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144000" h="3967384">
                <a:moveTo>
                  <a:pt x="2033747" y="204087"/>
                </a:moveTo>
                <a:cubicBezTo>
                  <a:pt x="1049482" y="204087"/>
                  <a:pt x="251578" y="1000843"/>
                  <a:pt x="251578" y="1983692"/>
                </a:cubicBezTo>
                <a:cubicBezTo>
                  <a:pt x="251578" y="2966541"/>
                  <a:pt x="1049482" y="3763297"/>
                  <a:pt x="2033747" y="3763297"/>
                </a:cubicBezTo>
                <a:cubicBezTo>
                  <a:pt x="3018012" y="3763297"/>
                  <a:pt x="3815916" y="2966541"/>
                  <a:pt x="3815916" y="1983692"/>
                </a:cubicBezTo>
                <a:cubicBezTo>
                  <a:pt x="3815916" y="1000843"/>
                  <a:pt x="3018012" y="204087"/>
                  <a:pt x="2033747" y="204087"/>
                </a:cubicBezTo>
                <a:close/>
                <a:moveTo>
                  <a:pt x="0" y="0"/>
                </a:moveTo>
                <a:lnTo>
                  <a:pt x="9144000" y="0"/>
                </a:lnTo>
                <a:lnTo>
                  <a:pt x="9144000" y="3967384"/>
                </a:lnTo>
                <a:lnTo>
                  <a:pt x="0" y="3967384"/>
                </a:lnTo>
                <a:close/>
              </a:path>
            </a:pathLst>
          </a:custGeom>
          <a:solidFill>
            <a:schemeClr val="bg1">
              <a:alpha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tIns="90000" bIns="90000" rtlCol="0" anchor="ctr" anchorCtr="0">
            <a:noAutofit/>
          </a:bodyPr>
          <a:lstStyle/>
          <a:p>
            <a:pPr algn="ctr" fontAlgn="auto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</a:pPr>
            <a:endParaRPr lang="en-US" sz="1400" dirty="0">
              <a:solidFill>
                <a:schemeClr val="bg1"/>
              </a:solidFill>
            </a:endParaRPr>
          </a:p>
        </p:txBody>
      </p:sp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GB" noProof="0" dirty="0"/>
              <a:t>Title / key message of the slide</a:t>
            </a:r>
          </a:p>
        </p:txBody>
      </p:sp>
      <p:sp>
        <p:nvSpPr>
          <p:cNvPr id="439" name="Oval 489" descr="© INSCALE GmbH, 05.05.2010&#10;http://www.presentationload.com/">
            <a:extLst>
              <a:ext uri="{FF2B5EF4-FFF2-40B4-BE49-F238E27FC236}">
                <a16:creationId xmlns:a16="http://schemas.microsoft.com/office/drawing/2014/main" id="{FB532869-B4C7-4A02-A1FA-63D6D754D6C9}"/>
              </a:ext>
            </a:extLst>
          </p:cNvPr>
          <p:cNvSpPr>
            <a:spLocks noChangeArrowheads="1"/>
          </p:cNvSpPr>
          <p:nvPr userDrawn="1"/>
        </p:nvSpPr>
        <p:spPr bwMode="gray">
          <a:xfrm>
            <a:off x="251578" y="873840"/>
            <a:ext cx="3564338" cy="3559210"/>
          </a:xfrm>
          <a:prstGeom prst="ellipse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>
              <a:latin typeface="Calibri" pitchFamily="34" charset="0"/>
              <a:cs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11522667"/>
      </p:ext>
    </p:extLst>
  </p:cSld>
  <p:clrMapOvr>
    <a:masterClrMapping/>
  </p:clrMapOvr>
  <p:transition spd="slow">
    <p:fade/>
  </p:transition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World Map | Europe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GB" noProof="0" dirty="0"/>
              <a:t>Title / key message of the slide</a:t>
            </a:r>
          </a:p>
        </p:txBody>
      </p:sp>
      <p:sp>
        <p:nvSpPr>
          <p:cNvPr id="262" name="Freeform: Shape 261">
            <a:extLst>
              <a:ext uri="{FF2B5EF4-FFF2-40B4-BE49-F238E27FC236}">
                <a16:creationId xmlns:a16="http://schemas.microsoft.com/office/drawing/2014/main" id="{67775261-00E0-436D-AE31-F5EF271B0A7D}"/>
              </a:ext>
            </a:extLst>
          </p:cNvPr>
          <p:cNvSpPr/>
          <p:nvPr userDrawn="1"/>
        </p:nvSpPr>
        <p:spPr>
          <a:xfrm>
            <a:off x="0" y="706931"/>
            <a:ext cx="9144000" cy="3967384"/>
          </a:xfrm>
          <a:custGeom>
            <a:avLst/>
            <a:gdLst>
              <a:gd name="connsiteX0" fmla="*/ 2033747 w 9144000"/>
              <a:gd name="connsiteY0" fmla="*/ 166909 h 3967384"/>
              <a:gd name="connsiteX1" fmla="*/ 251578 w 9144000"/>
              <a:gd name="connsiteY1" fmla="*/ 1946514 h 3967384"/>
              <a:gd name="connsiteX2" fmla="*/ 2033747 w 9144000"/>
              <a:gd name="connsiteY2" fmla="*/ 3726119 h 3967384"/>
              <a:gd name="connsiteX3" fmla="*/ 3815916 w 9144000"/>
              <a:gd name="connsiteY3" fmla="*/ 1946514 h 3967384"/>
              <a:gd name="connsiteX4" fmla="*/ 2033747 w 9144000"/>
              <a:gd name="connsiteY4" fmla="*/ 166909 h 3967384"/>
              <a:gd name="connsiteX5" fmla="*/ 0 w 9144000"/>
              <a:gd name="connsiteY5" fmla="*/ 0 h 3967384"/>
              <a:gd name="connsiteX6" fmla="*/ 9144000 w 9144000"/>
              <a:gd name="connsiteY6" fmla="*/ 0 h 3967384"/>
              <a:gd name="connsiteX7" fmla="*/ 9144000 w 9144000"/>
              <a:gd name="connsiteY7" fmla="*/ 3967384 h 3967384"/>
              <a:gd name="connsiteX8" fmla="*/ 0 w 9144000"/>
              <a:gd name="connsiteY8" fmla="*/ 3967384 h 3967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144000" h="3967384">
                <a:moveTo>
                  <a:pt x="2033747" y="166909"/>
                </a:moveTo>
                <a:cubicBezTo>
                  <a:pt x="1049482" y="166909"/>
                  <a:pt x="251578" y="963665"/>
                  <a:pt x="251578" y="1946514"/>
                </a:cubicBezTo>
                <a:cubicBezTo>
                  <a:pt x="251578" y="2929363"/>
                  <a:pt x="1049482" y="3726119"/>
                  <a:pt x="2033747" y="3726119"/>
                </a:cubicBezTo>
                <a:cubicBezTo>
                  <a:pt x="3018012" y="3726119"/>
                  <a:pt x="3815916" y="2929363"/>
                  <a:pt x="3815916" y="1946514"/>
                </a:cubicBezTo>
                <a:cubicBezTo>
                  <a:pt x="3815916" y="963665"/>
                  <a:pt x="3018012" y="166909"/>
                  <a:pt x="2033747" y="166909"/>
                </a:cubicBezTo>
                <a:close/>
                <a:moveTo>
                  <a:pt x="0" y="0"/>
                </a:moveTo>
                <a:lnTo>
                  <a:pt x="9144000" y="0"/>
                </a:lnTo>
                <a:lnTo>
                  <a:pt x="9144000" y="3967384"/>
                </a:lnTo>
                <a:lnTo>
                  <a:pt x="0" y="3967384"/>
                </a:lnTo>
                <a:close/>
              </a:path>
            </a:pathLst>
          </a:custGeom>
          <a:solidFill>
            <a:schemeClr val="bg1">
              <a:alpha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tIns="90000" bIns="90000" rtlCol="0" anchor="ctr" anchorCtr="0">
            <a:noAutofit/>
          </a:bodyPr>
          <a:lstStyle/>
          <a:p>
            <a:pPr algn="ctr" fontAlgn="auto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</a:pPr>
            <a:endParaRPr lang="en-US" sz="1400" dirty="0">
              <a:solidFill>
                <a:schemeClr val="bg1"/>
              </a:solidFill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033AE2E-C243-45DA-AFD3-56D1F64621DA}"/>
              </a:ext>
            </a:extLst>
          </p:cNvPr>
          <p:cNvGrpSpPr/>
          <p:nvPr userDrawn="1"/>
        </p:nvGrpSpPr>
        <p:grpSpPr>
          <a:xfrm>
            <a:off x="591645" y="1120919"/>
            <a:ext cx="3224706" cy="3311656"/>
            <a:chOff x="652544" y="1183459"/>
            <a:chExt cx="3102907" cy="3186575"/>
          </a:xfrm>
        </p:grpSpPr>
        <p:grpSp>
          <p:nvGrpSpPr>
            <p:cNvPr id="7" name="Group 240">
              <a:extLst>
                <a:ext uri="{FF2B5EF4-FFF2-40B4-BE49-F238E27FC236}">
                  <a16:creationId xmlns:a16="http://schemas.microsoft.com/office/drawing/2014/main" id="{88DFCE28-B4D5-4A58-B859-32F976318D6A}"/>
                </a:ext>
              </a:extLst>
            </p:cNvPr>
            <p:cNvGrpSpPr>
              <a:grpSpLocks/>
            </p:cNvGrpSpPr>
            <p:nvPr userDrawn="1"/>
          </p:nvGrpSpPr>
          <p:grpSpPr bwMode="auto">
            <a:xfrm>
              <a:off x="652544" y="1183459"/>
              <a:ext cx="3102907" cy="3186575"/>
              <a:chOff x="2254" y="905"/>
              <a:chExt cx="1261" cy="1295"/>
            </a:xfrm>
            <a:solidFill>
              <a:schemeClr val="bg1">
                <a:alpha val="60000"/>
              </a:schemeClr>
            </a:solidFill>
            <a:effectLst/>
          </p:grpSpPr>
          <p:sp>
            <p:nvSpPr>
              <p:cNvPr id="25" name="Freeform 241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838DF661-253E-4E28-8224-67CA44A5503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53" y="1570"/>
                <a:ext cx="88" cy="98"/>
              </a:xfrm>
              <a:custGeom>
                <a:avLst/>
                <a:gdLst/>
                <a:ahLst/>
                <a:cxnLst>
                  <a:cxn ang="0">
                    <a:pos x="24" y="30"/>
                  </a:cxn>
                  <a:cxn ang="0">
                    <a:pos x="23" y="40"/>
                  </a:cxn>
                  <a:cxn ang="0">
                    <a:pos x="38" y="49"/>
                  </a:cxn>
                  <a:cxn ang="0">
                    <a:pos x="44" y="63"/>
                  </a:cxn>
                  <a:cxn ang="0">
                    <a:pos x="52" y="64"/>
                  </a:cxn>
                  <a:cxn ang="0">
                    <a:pos x="54" y="74"/>
                  </a:cxn>
                  <a:cxn ang="0">
                    <a:pos x="71" y="84"/>
                  </a:cxn>
                  <a:cxn ang="0">
                    <a:pos x="69" y="106"/>
                  </a:cxn>
                  <a:cxn ang="0">
                    <a:pos x="74" y="109"/>
                  </a:cxn>
                  <a:cxn ang="0">
                    <a:pos x="67" y="129"/>
                  </a:cxn>
                  <a:cxn ang="0">
                    <a:pos x="73" y="143"/>
                  </a:cxn>
                  <a:cxn ang="0">
                    <a:pos x="73" y="143"/>
                  </a:cxn>
                  <a:cxn ang="0">
                    <a:pos x="73" y="143"/>
                  </a:cxn>
                  <a:cxn ang="0">
                    <a:pos x="73" y="144"/>
                  </a:cxn>
                  <a:cxn ang="0">
                    <a:pos x="73" y="144"/>
                  </a:cxn>
                  <a:cxn ang="0">
                    <a:pos x="73" y="144"/>
                  </a:cxn>
                  <a:cxn ang="0">
                    <a:pos x="73" y="146"/>
                  </a:cxn>
                  <a:cxn ang="0">
                    <a:pos x="73" y="146"/>
                  </a:cxn>
                  <a:cxn ang="0">
                    <a:pos x="73" y="147"/>
                  </a:cxn>
                  <a:cxn ang="0">
                    <a:pos x="73" y="148"/>
                  </a:cxn>
                  <a:cxn ang="0">
                    <a:pos x="73" y="150"/>
                  </a:cxn>
                  <a:cxn ang="0">
                    <a:pos x="73" y="150"/>
                  </a:cxn>
                  <a:cxn ang="0">
                    <a:pos x="73" y="152"/>
                  </a:cxn>
                  <a:cxn ang="0">
                    <a:pos x="73" y="153"/>
                  </a:cxn>
                  <a:cxn ang="0">
                    <a:pos x="74" y="155"/>
                  </a:cxn>
                  <a:cxn ang="0">
                    <a:pos x="74" y="155"/>
                  </a:cxn>
                  <a:cxn ang="0">
                    <a:pos x="75" y="158"/>
                  </a:cxn>
                  <a:cxn ang="0">
                    <a:pos x="75" y="158"/>
                  </a:cxn>
                  <a:cxn ang="0">
                    <a:pos x="92" y="155"/>
                  </a:cxn>
                  <a:cxn ang="0">
                    <a:pos x="88" y="141"/>
                  </a:cxn>
                  <a:cxn ang="0">
                    <a:pos x="104" y="129"/>
                  </a:cxn>
                  <a:cxn ang="0">
                    <a:pos x="113" y="120"/>
                  </a:cxn>
                  <a:cxn ang="0">
                    <a:pos x="97" y="106"/>
                  </a:cxn>
                  <a:cxn ang="0">
                    <a:pos x="113" y="102"/>
                  </a:cxn>
                  <a:cxn ang="0">
                    <a:pos x="126" y="109"/>
                  </a:cxn>
                  <a:cxn ang="0">
                    <a:pos x="143" y="104"/>
                  </a:cxn>
                  <a:cxn ang="0">
                    <a:pos x="141" y="83"/>
                  </a:cxn>
                  <a:cxn ang="0">
                    <a:pos x="120" y="77"/>
                  </a:cxn>
                  <a:cxn ang="0">
                    <a:pos x="122" y="61"/>
                  </a:cxn>
                  <a:cxn ang="0">
                    <a:pos x="117" y="56"/>
                  </a:cxn>
                  <a:cxn ang="0">
                    <a:pos x="105" y="58"/>
                  </a:cxn>
                  <a:cxn ang="0">
                    <a:pos x="105" y="43"/>
                  </a:cxn>
                  <a:cxn ang="0">
                    <a:pos x="103" y="26"/>
                  </a:cxn>
                  <a:cxn ang="0">
                    <a:pos x="83" y="24"/>
                  </a:cxn>
                  <a:cxn ang="0">
                    <a:pos x="78" y="13"/>
                  </a:cxn>
                  <a:cxn ang="0">
                    <a:pos x="57" y="12"/>
                  </a:cxn>
                  <a:cxn ang="0">
                    <a:pos x="52" y="7"/>
                  </a:cxn>
                  <a:cxn ang="0">
                    <a:pos x="48" y="9"/>
                  </a:cxn>
                  <a:cxn ang="0">
                    <a:pos x="33" y="1"/>
                  </a:cxn>
                  <a:cxn ang="0">
                    <a:pos x="18" y="8"/>
                  </a:cxn>
                  <a:cxn ang="0">
                    <a:pos x="2" y="3"/>
                  </a:cxn>
                  <a:cxn ang="0">
                    <a:pos x="0" y="11"/>
                  </a:cxn>
                  <a:cxn ang="0">
                    <a:pos x="0" y="11"/>
                  </a:cxn>
                  <a:cxn ang="0">
                    <a:pos x="24" y="30"/>
                  </a:cxn>
                </a:cxnLst>
                <a:rect l="0" t="0" r="r" b="b"/>
                <a:pathLst>
                  <a:path w="143" h="158">
                    <a:moveTo>
                      <a:pt x="24" y="30"/>
                    </a:moveTo>
                    <a:cubicBezTo>
                      <a:pt x="23" y="40"/>
                      <a:pt x="23" y="40"/>
                      <a:pt x="23" y="40"/>
                    </a:cubicBezTo>
                    <a:cubicBezTo>
                      <a:pt x="38" y="49"/>
                      <a:pt x="38" y="49"/>
                      <a:pt x="38" y="49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52" y="64"/>
                      <a:pt x="52" y="64"/>
                      <a:pt x="52" y="64"/>
                    </a:cubicBezTo>
                    <a:cubicBezTo>
                      <a:pt x="54" y="74"/>
                      <a:pt x="54" y="74"/>
                      <a:pt x="54" y="74"/>
                    </a:cubicBezTo>
                    <a:cubicBezTo>
                      <a:pt x="54" y="74"/>
                      <a:pt x="70" y="75"/>
                      <a:pt x="71" y="84"/>
                    </a:cubicBezTo>
                    <a:cubicBezTo>
                      <a:pt x="72" y="93"/>
                      <a:pt x="69" y="106"/>
                      <a:pt x="69" y="106"/>
                    </a:cubicBezTo>
                    <a:cubicBezTo>
                      <a:pt x="74" y="109"/>
                      <a:pt x="74" y="109"/>
                      <a:pt x="74" y="109"/>
                    </a:cubicBezTo>
                    <a:cubicBezTo>
                      <a:pt x="74" y="109"/>
                      <a:pt x="67" y="122"/>
                      <a:pt x="67" y="129"/>
                    </a:cubicBezTo>
                    <a:cubicBezTo>
                      <a:pt x="67" y="136"/>
                      <a:pt x="73" y="143"/>
                      <a:pt x="73" y="143"/>
                    </a:cubicBezTo>
                    <a:cubicBezTo>
                      <a:pt x="73" y="143"/>
                      <a:pt x="73" y="143"/>
                      <a:pt x="73" y="143"/>
                    </a:cubicBezTo>
                    <a:cubicBezTo>
                      <a:pt x="73" y="143"/>
                      <a:pt x="73" y="143"/>
                      <a:pt x="73" y="143"/>
                    </a:cubicBezTo>
                    <a:cubicBezTo>
                      <a:pt x="73" y="143"/>
                      <a:pt x="73" y="144"/>
                      <a:pt x="73" y="144"/>
                    </a:cubicBezTo>
                    <a:cubicBezTo>
                      <a:pt x="73" y="144"/>
                      <a:pt x="73" y="144"/>
                      <a:pt x="73" y="144"/>
                    </a:cubicBezTo>
                    <a:cubicBezTo>
                      <a:pt x="73" y="144"/>
                      <a:pt x="73" y="144"/>
                      <a:pt x="73" y="144"/>
                    </a:cubicBezTo>
                    <a:cubicBezTo>
                      <a:pt x="73" y="145"/>
                      <a:pt x="73" y="145"/>
                      <a:pt x="73" y="146"/>
                    </a:cubicBezTo>
                    <a:cubicBezTo>
                      <a:pt x="73" y="146"/>
                      <a:pt x="73" y="146"/>
                      <a:pt x="73" y="146"/>
                    </a:cubicBezTo>
                    <a:cubicBezTo>
                      <a:pt x="73" y="146"/>
                      <a:pt x="73" y="147"/>
                      <a:pt x="73" y="147"/>
                    </a:cubicBezTo>
                    <a:cubicBezTo>
                      <a:pt x="73" y="147"/>
                      <a:pt x="73" y="148"/>
                      <a:pt x="73" y="148"/>
                    </a:cubicBezTo>
                    <a:cubicBezTo>
                      <a:pt x="73" y="148"/>
                      <a:pt x="73" y="149"/>
                      <a:pt x="73" y="150"/>
                    </a:cubicBezTo>
                    <a:cubicBezTo>
                      <a:pt x="73" y="150"/>
                      <a:pt x="73" y="150"/>
                      <a:pt x="73" y="150"/>
                    </a:cubicBezTo>
                    <a:cubicBezTo>
                      <a:pt x="73" y="151"/>
                      <a:pt x="73" y="151"/>
                      <a:pt x="73" y="152"/>
                    </a:cubicBezTo>
                    <a:cubicBezTo>
                      <a:pt x="73" y="152"/>
                      <a:pt x="73" y="153"/>
                      <a:pt x="73" y="153"/>
                    </a:cubicBezTo>
                    <a:cubicBezTo>
                      <a:pt x="73" y="153"/>
                      <a:pt x="73" y="154"/>
                      <a:pt x="74" y="155"/>
                    </a:cubicBezTo>
                    <a:cubicBezTo>
                      <a:pt x="74" y="155"/>
                      <a:pt x="74" y="155"/>
                      <a:pt x="74" y="155"/>
                    </a:cubicBezTo>
                    <a:cubicBezTo>
                      <a:pt x="74" y="156"/>
                      <a:pt x="74" y="157"/>
                      <a:pt x="75" y="158"/>
                    </a:cubicBezTo>
                    <a:cubicBezTo>
                      <a:pt x="75" y="158"/>
                      <a:pt x="75" y="158"/>
                      <a:pt x="75" y="158"/>
                    </a:cubicBezTo>
                    <a:cubicBezTo>
                      <a:pt x="92" y="155"/>
                      <a:pt x="92" y="155"/>
                      <a:pt x="92" y="155"/>
                    </a:cubicBezTo>
                    <a:cubicBezTo>
                      <a:pt x="92" y="155"/>
                      <a:pt x="88" y="145"/>
                      <a:pt x="88" y="141"/>
                    </a:cubicBezTo>
                    <a:cubicBezTo>
                      <a:pt x="88" y="137"/>
                      <a:pt x="104" y="129"/>
                      <a:pt x="104" y="129"/>
                    </a:cubicBezTo>
                    <a:cubicBezTo>
                      <a:pt x="113" y="120"/>
                      <a:pt x="113" y="120"/>
                      <a:pt x="113" y="120"/>
                    </a:cubicBezTo>
                    <a:cubicBezTo>
                      <a:pt x="113" y="120"/>
                      <a:pt x="98" y="110"/>
                      <a:pt x="97" y="106"/>
                    </a:cubicBezTo>
                    <a:cubicBezTo>
                      <a:pt x="96" y="102"/>
                      <a:pt x="113" y="102"/>
                      <a:pt x="113" y="102"/>
                    </a:cubicBezTo>
                    <a:cubicBezTo>
                      <a:pt x="113" y="102"/>
                      <a:pt x="119" y="110"/>
                      <a:pt x="126" y="109"/>
                    </a:cubicBezTo>
                    <a:cubicBezTo>
                      <a:pt x="133" y="108"/>
                      <a:pt x="143" y="104"/>
                      <a:pt x="143" y="104"/>
                    </a:cubicBezTo>
                    <a:cubicBezTo>
                      <a:pt x="143" y="104"/>
                      <a:pt x="142" y="90"/>
                      <a:pt x="141" y="83"/>
                    </a:cubicBezTo>
                    <a:cubicBezTo>
                      <a:pt x="140" y="76"/>
                      <a:pt x="127" y="79"/>
                      <a:pt x="120" y="77"/>
                    </a:cubicBezTo>
                    <a:cubicBezTo>
                      <a:pt x="113" y="75"/>
                      <a:pt x="122" y="61"/>
                      <a:pt x="122" y="61"/>
                    </a:cubicBezTo>
                    <a:cubicBezTo>
                      <a:pt x="117" y="56"/>
                      <a:pt x="117" y="56"/>
                      <a:pt x="117" y="56"/>
                    </a:cubicBezTo>
                    <a:cubicBezTo>
                      <a:pt x="117" y="56"/>
                      <a:pt x="108" y="58"/>
                      <a:pt x="105" y="58"/>
                    </a:cubicBezTo>
                    <a:cubicBezTo>
                      <a:pt x="102" y="58"/>
                      <a:pt x="105" y="43"/>
                      <a:pt x="105" y="43"/>
                    </a:cubicBezTo>
                    <a:cubicBezTo>
                      <a:pt x="105" y="43"/>
                      <a:pt x="114" y="34"/>
                      <a:pt x="103" y="26"/>
                    </a:cubicBezTo>
                    <a:cubicBezTo>
                      <a:pt x="92" y="18"/>
                      <a:pt x="83" y="24"/>
                      <a:pt x="83" y="24"/>
                    </a:cubicBezTo>
                    <a:cubicBezTo>
                      <a:pt x="83" y="24"/>
                      <a:pt x="83" y="17"/>
                      <a:pt x="78" y="13"/>
                    </a:cubicBezTo>
                    <a:cubicBezTo>
                      <a:pt x="73" y="9"/>
                      <a:pt x="66" y="12"/>
                      <a:pt x="57" y="12"/>
                    </a:cubicBezTo>
                    <a:cubicBezTo>
                      <a:pt x="48" y="12"/>
                      <a:pt x="52" y="7"/>
                      <a:pt x="52" y="7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9"/>
                      <a:pt x="42" y="0"/>
                      <a:pt x="33" y="1"/>
                    </a:cubicBezTo>
                    <a:cubicBezTo>
                      <a:pt x="24" y="2"/>
                      <a:pt x="24" y="7"/>
                      <a:pt x="18" y="8"/>
                    </a:cubicBezTo>
                    <a:cubicBezTo>
                      <a:pt x="12" y="9"/>
                      <a:pt x="2" y="3"/>
                      <a:pt x="2" y="3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7" y="14"/>
                      <a:pt x="24" y="30"/>
                      <a:pt x="24" y="30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26" name="Freeform 242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C77D4585-B6F6-4F72-89AD-67FF33B6E56C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3151" y="933"/>
                <a:ext cx="255" cy="277"/>
              </a:xfrm>
              <a:custGeom>
                <a:avLst/>
                <a:gdLst/>
                <a:ahLst/>
                <a:cxnLst>
                  <a:cxn ang="0">
                    <a:pos x="382" y="348"/>
                  </a:cxn>
                  <a:cxn ang="0">
                    <a:pos x="411" y="323"/>
                  </a:cxn>
                  <a:cxn ang="0">
                    <a:pos x="360" y="262"/>
                  </a:cxn>
                  <a:cxn ang="0">
                    <a:pos x="139" y="30"/>
                  </a:cxn>
                  <a:cxn ang="0">
                    <a:pos x="107" y="26"/>
                  </a:cxn>
                  <a:cxn ang="0">
                    <a:pos x="78" y="28"/>
                  </a:cxn>
                  <a:cxn ang="0">
                    <a:pos x="49" y="15"/>
                  </a:cxn>
                  <a:cxn ang="0">
                    <a:pos x="27" y="0"/>
                  </a:cxn>
                  <a:cxn ang="0">
                    <a:pos x="14" y="12"/>
                  </a:cxn>
                  <a:cxn ang="0">
                    <a:pos x="0" y="12"/>
                  </a:cxn>
                  <a:cxn ang="0">
                    <a:pos x="5" y="16"/>
                  </a:cxn>
                  <a:cxn ang="0">
                    <a:pos x="8" y="18"/>
                  </a:cxn>
                  <a:cxn ang="0">
                    <a:pos x="12" y="20"/>
                  </a:cxn>
                  <a:cxn ang="0">
                    <a:pos x="17" y="23"/>
                  </a:cxn>
                  <a:cxn ang="0">
                    <a:pos x="48" y="39"/>
                  </a:cxn>
                  <a:cxn ang="0">
                    <a:pos x="92" y="52"/>
                  </a:cxn>
                  <a:cxn ang="0">
                    <a:pos x="103" y="81"/>
                  </a:cxn>
                  <a:cxn ang="0">
                    <a:pos x="107" y="99"/>
                  </a:cxn>
                  <a:cxn ang="0">
                    <a:pos x="113" y="132"/>
                  </a:cxn>
                  <a:cxn ang="0">
                    <a:pos x="138" y="171"/>
                  </a:cxn>
                  <a:cxn ang="0">
                    <a:pos x="179" y="184"/>
                  </a:cxn>
                  <a:cxn ang="0">
                    <a:pos x="167" y="201"/>
                  </a:cxn>
                  <a:cxn ang="0">
                    <a:pos x="119" y="250"/>
                  </a:cxn>
                  <a:cxn ang="0">
                    <a:pos x="81" y="276"/>
                  </a:cxn>
                  <a:cxn ang="0">
                    <a:pos x="45" y="303"/>
                  </a:cxn>
                  <a:cxn ang="0">
                    <a:pos x="49" y="331"/>
                  </a:cxn>
                  <a:cxn ang="0">
                    <a:pos x="62" y="360"/>
                  </a:cxn>
                  <a:cxn ang="0">
                    <a:pos x="71" y="419"/>
                  </a:cxn>
                  <a:cxn ang="0">
                    <a:pos x="114" y="427"/>
                  </a:cxn>
                  <a:cxn ang="0">
                    <a:pos x="180" y="442"/>
                  </a:cxn>
                  <a:cxn ang="0">
                    <a:pos x="222" y="432"/>
                  </a:cxn>
                  <a:cxn ang="0">
                    <a:pos x="304" y="418"/>
                  </a:cxn>
                  <a:cxn ang="0">
                    <a:pos x="305" y="408"/>
                  </a:cxn>
                </a:cxnLst>
                <a:rect l="0" t="0" r="r" b="b"/>
                <a:pathLst>
                  <a:path w="411" h="447">
                    <a:moveTo>
                      <a:pt x="350" y="379"/>
                    </a:moveTo>
                    <a:cubicBezTo>
                      <a:pt x="354" y="374"/>
                      <a:pt x="382" y="348"/>
                      <a:pt x="382" y="348"/>
                    </a:cubicBezTo>
                    <a:cubicBezTo>
                      <a:pt x="382" y="348"/>
                      <a:pt x="403" y="336"/>
                      <a:pt x="407" y="329"/>
                    </a:cubicBezTo>
                    <a:cubicBezTo>
                      <a:pt x="408" y="327"/>
                      <a:pt x="410" y="325"/>
                      <a:pt x="411" y="323"/>
                    </a:cubicBezTo>
                    <a:cubicBezTo>
                      <a:pt x="399" y="304"/>
                      <a:pt x="387" y="286"/>
                      <a:pt x="374" y="268"/>
                    </a:cubicBezTo>
                    <a:cubicBezTo>
                      <a:pt x="360" y="262"/>
                      <a:pt x="360" y="262"/>
                      <a:pt x="360" y="262"/>
                    </a:cubicBezTo>
                    <a:cubicBezTo>
                      <a:pt x="360" y="262"/>
                      <a:pt x="363" y="260"/>
                      <a:pt x="366" y="258"/>
                    </a:cubicBezTo>
                    <a:cubicBezTo>
                      <a:pt x="302" y="171"/>
                      <a:pt x="225" y="94"/>
                      <a:pt x="139" y="30"/>
                    </a:cubicBezTo>
                    <a:cubicBezTo>
                      <a:pt x="133" y="27"/>
                      <a:pt x="126" y="24"/>
                      <a:pt x="123" y="23"/>
                    </a:cubicBezTo>
                    <a:cubicBezTo>
                      <a:pt x="118" y="22"/>
                      <a:pt x="107" y="26"/>
                      <a:pt x="107" y="26"/>
                    </a:cubicBezTo>
                    <a:cubicBezTo>
                      <a:pt x="107" y="26"/>
                      <a:pt x="98" y="34"/>
                      <a:pt x="88" y="31"/>
                    </a:cubicBezTo>
                    <a:cubicBezTo>
                      <a:pt x="78" y="28"/>
                      <a:pt x="78" y="28"/>
                      <a:pt x="78" y="28"/>
                    </a:cubicBezTo>
                    <a:cubicBezTo>
                      <a:pt x="78" y="28"/>
                      <a:pt x="78" y="27"/>
                      <a:pt x="64" y="26"/>
                    </a:cubicBezTo>
                    <a:cubicBezTo>
                      <a:pt x="50" y="25"/>
                      <a:pt x="49" y="15"/>
                      <a:pt x="49" y="15"/>
                    </a:cubicBezTo>
                    <a:cubicBezTo>
                      <a:pt x="40" y="14"/>
                      <a:pt x="40" y="14"/>
                      <a:pt x="40" y="14"/>
                    </a:cubicBezTo>
                    <a:cubicBezTo>
                      <a:pt x="40" y="14"/>
                      <a:pt x="31" y="0"/>
                      <a:pt x="27" y="0"/>
                    </a:cubicBezTo>
                    <a:cubicBezTo>
                      <a:pt x="23" y="0"/>
                      <a:pt x="16" y="3"/>
                      <a:pt x="16" y="3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1" y="13"/>
                      <a:pt x="3" y="15"/>
                    </a:cubicBezTo>
                    <a:cubicBezTo>
                      <a:pt x="4" y="15"/>
                      <a:pt x="5" y="16"/>
                      <a:pt x="5" y="16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7" y="17"/>
                      <a:pt x="8" y="18"/>
                      <a:pt x="8" y="18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10" y="20"/>
                      <a:pt x="11" y="20"/>
                      <a:pt x="12" y="20"/>
                    </a:cubicBezTo>
                    <a:cubicBezTo>
                      <a:pt x="12" y="21"/>
                      <a:pt x="13" y="21"/>
                      <a:pt x="13" y="21"/>
                    </a:cubicBezTo>
                    <a:cubicBezTo>
                      <a:pt x="14" y="22"/>
                      <a:pt x="16" y="22"/>
                      <a:pt x="17" y="23"/>
                    </a:cubicBezTo>
                    <a:cubicBezTo>
                      <a:pt x="27" y="27"/>
                      <a:pt x="40" y="31"/>
                      <a:pt x="40" y="31"/>
                    </a:cubicBezTo>
                    <a:cubicBezTo>
                      <a:pt x="48" y="39"/>
                      <a:pt x="48" y="39"/>
                      <a:pt x="48" y="39"/>
                    </a:cubicBezTo>
                    <a:cubicBezTo>
                      <a:pt x="70" y="40"/>
                      <a:pt x="70" y="40"/>
                      <a:pt x="70" y="40"/>
                    </a:cubicBezTo>
                    <a:cubicBezTo>
                      <a:pt x="92" y="52"/>
                      <a:pt x="92" y="52"/>
                      <a:pt x="92" y="52"/>
                    </a:cubicBezTo>
                    <a:cubicBezTo>
                      <a:pt x="92" y="52"/>
                      <a:pt x="110" y="57"/>
                      <a:pt x="109" y="62"/>
                    </a:cubicBezTo>
                    <a:cubicBezTo>
                      <a:pt x="108" y="67"/>
                      <a:pt x="103" y="81"/>
                      <a:pt x="103" y="81"/>
                    </a:cubicBezTo>
                    <a:cubicBezTo>
                      <a:pt x="111" y="86"/>
                      <a:pt x="111" y="86"/>
                      <a:pt x="111" y="86"/>
                    </a:cubicBezTo>
                    <a:cubicBezTo>
                      <a:pt x="107" y="99"/>
                      <a:pt x="107" y="99"/>
                      <a:pt x="107" y="99"/>
                    </a:cubicBezTo>
                    <a:cubicBezTo>
                      <a:pt x="124" y="109"/>
                      <a:pt x="124" y="109"/>
                      <a:pt x="124" y="109"/>
                    </a:cubicBezTo>
                    <a:cubicBezTo>
                      <a:pt x="124" y="109"/>
                      <a:pt x="111" y="124"/>
                      <a:pt x="113" y="132"/>
                    </a:cubicBezTo>
                    <a:cubicBezTo>
                      <a:pt x="115" y="140"/>
                      <a:pt x="130" y="150"/>
                      <a:pt x="130" y="150"/>
                    </a:cubicBezTo>
                    <a:cubicBezTo>
                      <a:pt x="138" y="171"/>
                      <a:pt x="138" y="171"/>
                      <a:pt x="138" y="171"/>
                    </a:cubicBezTo>
                    <a:cubicBezTo>
                      <a:pt x="148" y="165"/>
                      <a:pt x="148" y="165"/>
                      <a:pt x="148" y="165"/>
                    </a:cubicBezTo>
                    <a:cubicBezTo>
                      <a:pt x="148" y="165"/>
                      <a:pt x="177" y="172"/>
                      <a:pt x="179" y="184"/>
                    </a:cubicBezTo>
                    <a:cubicBezTo>
                      <a:pt x="181" y="196"/>
                      <a:pt x="182" y="206"/>
                      <a:pt x="182" y="206"/>
                    </a:cubicBezTo>
                    <a:cubicBezTo>
                      <a:pt x="182" y="206"/>
                      <a:pt x="170" y="200"/>
                      <a:pt x="167" y="201"/>
                    </a:cubicBezTo>
                    <a:cubicBezTo>
                      <a:pt x="164" y="202"/>
                      <a:pt x="142" y="227"/>
                      <a:pt x="142" y="227"/>
                    </a:cubicBezTo>
                    <a:cubicBezTo>
                      <a:pt x="119" y="250"/>
                      <a:pt x="119" y="250"/>
                      <a:pt x="119" y="250"/>
                    </a:cubicBezTo>
                    <a:cubicBezTo>
                      <a:pt x="96" y="255"/>
                      <a:pt x="96" y="255"/>
                      <a:pt x="96" y="255"/>
                    </a:cubicBezTo>
                    <a:cubicBezTo>
                      <a:pt x="96" y="255"/>
                      <a:pt x="81" y="267"/>
                      <a:pt x="81" y="276"/>
                    </a:cubicBezTo>
                    <a:cubicBezTo>
                      <a:pt x="81" y="285"/>
                      <a:pt x="61" y="285"/>
                      <a:pt x="61" y="285"/>
                    </a:cubicBezTo>
                    <a:cubicBezTo>
                      <a:pt x="45" y="303"/>
                      <a:pt x="45" y="303"/>
                      <a:pt x="45" y="303"/>
                    </a:cubicBezTo>
                    <a:cubicBezTo>
                      <a:pt x="45" y="303"/>
                      <a:pt x="41" y="315"/>
                      <a:pt x="43" y="319"/>
                    </a:cubicBezTo>
                    <a:cubicBezTo>
                      <a:pt x="45" y="323"/>
                      <a:pt x="49" y="331"/>
                      <a:pt x="49" y="331"/>
                    </a:cubicBezTo>
                    <a:cubicBezTo>
                      <a:pt x="47" y="347"/>
                      <a:pt x="47" y="347"/>
                      <a:pt x="47" y="347"/>
                    </a:cubicBezTo>
                    <a:cubicBezTo>
                      <a:pt x="62" y="360"/>
                      <a:pt x="62" y="360"/>
                      <a:pt x="62" y="360"/>
                    </a:cubicBezTo>
                    <a:cubicBezTo>
                      <a:pt x="62" y="360"/>
                      <a:pt x="52" y="392"/>
                      <a:pt x="56" y="401"/>
                    </a:cubicBezTo>
                    <a:cubicBezTo>
                      <a:pt x="60" y="410"/>
                      <a:pt x="71" y="419"/>
                      <a:pt x="71" y="419"/>
                    </a:cubicBezTo>
                    <a:cubicBezTo>
                      <a:pt x="86" y="430"/>
                      <a:pt x="86" y="430"/>
                      <a:pt x="86" y="430"/>
                    </a:cubicBezTo>
                    <a:cubicBezTo>
                      <a:pt x="114" y="427"/>
                      <a:pt x="114" y="427"/>
                      <a:pt x="114" y="427"/>
                    </a:cubicBezTo>
                    <a:cubicBezTo>
                      <a:pt x="114" y="427"/>
                      <a:pt x="105" y="443"/>
                      <a:pt x="125" y="445"/>
                    </a:cubicBezTo>
                    <a:cubicBezTo>
                      <a:pt x="145" y="447"/>
                      <a:pt x="180" y="442"/>
                      <a:pt x="180" y="442"/>
                    </a:cubicBezTo>
                    <a:cubicBezTo>
                      <a:pt x="199" y="432"/>
                      <a:pt x="199" y="432"/>
                      <a:pt x="199" y="432"/>
                    </a:cubicBezTo>
                    <a:cubicBezTo>
                      <a:pt x="222" y="432"/>
                      <a:pt x="222" y="432"/>
                      <a:pt x="222" y="432"/>
                    </a:cubicBezTo>
                    <a:cubicBezTo>
                      <a:pt x="255" y="415"/>
                      <a:pt x="255" y="415"/>
                      <a:pt x="255" y="415"/>
                    </a:cubicBezTo>
                    <a:cubicBezTo>
                      <a:pt x="304" y="418"/>
                      <a:pt x="304" y="418"/>
                      <a:pt x="304" y="418"/>
                    </a:cubicBezTo>
                    <a:cubicBezTo>
                      <a:pt x="309" y="415"/>
                      <a:pt x="309" y="415"/>
                      <a:pt x="309" y="415"/>
                    </a:cubicBezTo>
                    <a:cubicBezTo>
                      <a:pt x="305" y="408"/>
                      <a:pt x="305" y="408"/>
                      <a:pt x="305" y="408"/>
                    </a:cubicBezTo>
                    <a:cubicBezTo>
                      <a:pt x="305" y="408"/>
                      <a:pt x="346" y="384"/>
                      <a:pt x="350" y="379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27" name="Freeform 243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FC8E94B7-3225-4B95-B209-3CA3066306A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35" y="1133"/>
                <a:ext cx="178" cy="323"/>
              </a:xfrm>
              <a:custGeom>
                <a:avLst/>
                <a:gdLst/>
                <a:ahLst/>
                <a:cxnLst>
                  <a:cxn ang="0">
                    <a:pos x="4" y="172"/>
                  </a:cxn>
                  <a:cxn ang="0">
                    <a:pos x="10" y="192"/>
                  </a:cxn>
                  <a:cxn ang="0">
                    <a:pos x="12" y="212"/>
                  </a:cxn>
                  <a:cxn ang="0">
                    <a:pos x="8" y="233"/>
                  </a:cxn>
                  <a:cxn ang="0">
                    <a:pos x="30" y="256"/>
                  </a:cxn>
                  <a:cxn ang="0">
                    <a:pos x="17" y="272"/>
                  </a:cxn>
                  <a:cxn ang="0">
                    <a:pos x="42" y="293"/>
                  </a:cxn>
                  <a:cxn ang="0">
                    <a:pos x="48" y="312"/>
                  </a:cxn>
                  <a:cxn ang="0">
                    <a:pos x="53" y="313"/>
                  </a:cxn>
                  <a:cxn ang="0">
                    <a:pos x="59" y="314"/>
                  </a:cxn>
                  <a:cxn ang="0">
                    <a:pos x="74" y="316"/>
                  </a:cxn>
                  <a:cxn ang="0">
                    <a:pos x="102" y="332"/>
                  </a:cxn>
                  <a:cxn ang="0">
                    <a:pos x="157" y="336"/>
                  </a:cxn>
                  <a:cxn ang="0">
                    <a:pos x="162" y="365"/>
                  </a:cxn>
                  <a:cxn ang="0">
                    <a:pos x="171" y="384"/>
                  </a:cxn>
                  <a:cxn ang="0">
                    <a:pos x="202" y="414"/>
                  </a:cxn>
                  <a:cxn ang="0">
                    <a:pos x="227" y="430"/>
                  </a:cxn>
                  <a:cxn ang="0">
                    <a:pos x="246" y="450"/>
                  </a:cxn>
                  <a:cxn ang="0">
                    <a:pos x="208" y="465"/>
                  </a:cxn>
                  <a:cxn ang="0">
                    <a:pos x="205" y="487"/>
                  </a:cxn>
                  <a:cxn ang="0">
                    <a:pos x="211" y="520"/>
                  </a:cxn>
                  <a:cxn ang="0">
                    <a:pos x="215" y="521"/>
                  </a:cxn>
                  <a:cxn ang="0">
                    <a:pos x="223" y="522"/>
                  </a:cxn>
                  <a:cxn ang="0">
                    <a:pos x="226" y="522"/>
                  </a:cxn>
                  <a:cxn ang="0">
                    <a:pos x="229" y="522"/>
                  </a:cxn>
                  <a:cxn ang="0">
                    <a:pos x="232" y="522"/>
                  </a:cxn>
                  <a:cxn ang="0">
                    <a:pos x="234" y="521"/>
                  </a:cxn>
                  <a:cxn ang="0">
                    <a:pos x="240" y="508"/>
                  </a:cxn>
                  <a:cxn ang="0">
                    <a:pos x="269" y="506"/>
                  </a:cxn>
                  <a:cxn ang="0">
                    <a:pos x="115" y="0"/>
                  </a:cxn>
                  <a:cxn ang="0">
                    <a:pos x="86" y="25"/>
                  </a:cxn>
                  <a:cxn ang="0">
                    <a:pos x="9" y="85"/>
                  </a:cxn>
                  <a:cxn ang="0">
                    <a:pos x="33" y="81"/>
                  </a:cxn>
                  <a:cxn ang="0">
                    <a:pos x="54" y="108"/>
                  </a:cxn>
                  <a:cxn ang="0">
                    <a:pos x="96" y="123"/>
                  </a:cxn>
                  <a:cxn ang="0">
                    <a:pos x="53" y="130"/>
                  </a:cxn>
                  <a:cxn ang="0">
                    <a:pos x="23" y="149"/>
                  </a:cxn>
                  <a:cxn ang="0">
                    <a:pos x="12" y="157"/>
                  </a:cxn>
                </a:cxnLst>
                <a:rect l="0" t="0" r="r" b="b"/>
                <a:pathLst>
                  <a:path w="287" h="522">
                    <a:moveTo>
                      <a:pt x="15" y="166"/>
                    </a:moveTo>
                    <a:cubicBezTo>
                      <a:pt x="15" y="166"/>
                      <a:pt x="8" y="170"/>
                      <a:pt x="4" y="172"/>
                    </a:cubicBezTo>
                    <a:cubicBezTo>
                      <a:pt x="0" y="174"/>
                      <a:pt x="1" y="188"/>
                      <a:pt x="1" y="188"/>
                    </a:cubicBezTo>
                    <a:cubicBezTo>
                      <a:pt x="10" y="192"/>
                      <a:pt x="10" y="192"/>
                      <a:pt x="10" y="192"/>
                    </a:cubicBezTo>
                    <a:cubicBezTo>
                      <a:pt x="5" y="210"/>
                      <a:pt x="5" y="210"/>
                      <a:pt x="5" y="210"/>
                    </a:cubicBezTo>
                    <a:cubicBezTo>
                      <a:pt x="12" y="212"/>
                      <a:pt x="12" y="212"/>
                      <a:pt x="12" y="212"/>
                    </a:cubicBezTo>
                    <a:cubicBezTo>
                      <a:pt x="21" y="224"/>
                      <a:pt x="21" y="224"/>
                      <a:pt x="21" y="224"/>
                    </a:cubicBezTo>
                    <a:cubicBezTo>
                      <a:pt x="8" y="233"/>
                      <a:pt x="8" y="233"/>
                      <a:pt x="8" y="233"/>
                    </a:cubicBezTo>
                    <a:cubicBezTo>
                      <a:pt x="8" y="241"/>
                      <a:pt x="8" y="241"/>
                      <a:pt x="8" y="241"/>
                    </a:cubicBezTo>
                    <a:cubicBezTo>
                      <a:pt x="8" y="241"/>
                      <a:pt x="29" y="251"/>
                      <a:pt x="30" y="256"/>
                    </a:cubicBezTo>
                    <a:cubicBezTo>
                      <a:pt x="31" y="261"/>
                      <a:pt x="18" y="263"/>
                      <a:pt x="18" y="263"/>
                    </a:cubicBezTo>
                    <a:cubicBezTo>
                      <a:pt x="17" y="272"/>
                      <a:pt x="17" y="272"/>
                      <a:pt x="17" y="272"/>
                    </a:cubicBezTo>
                    <a:cubicBezTo>
                      <a:pt x="30" y="276"/>
                      <a:pt x="30" y="276"/>
                      <a:pt x="30" y="276"/>
                    </a:cubicBezTo>
                    <a:cubicBezTo>
                      <a:pt x="30" y="276"/>
                      <a:pt x="35" y="287"/>
                      <a:pt x="42" y="293"/>
                    </a:cubicBezTo>
                    <a:cubicBezTo>
                      <a:pt x="43" y="293"/>
                      <a:pt x="43" y="294"/>
                      <a:pt x="44" y="295"/>
                    </a:cubicBezTo>
                    <a:cubicBezTo>
                      <a:pt x="48" y="300"/>
                      <a:pt x="48" y="309"/>
                      <a:pt x="48" y="312"/>
                    </a:cubicBezTo>
                    <a:cubicBezTo>
                      <a:pt x="48" y="312"/>
                      <a:pt x="48" y="312"/>
                      <a:pt x="48" y="312"/>
                    </a:cubicBezTo>
                    <a:cubicBezTo>
                      <a:pt x="50" y="313"/>
                      <a:pt x="52" y="313"/>
                      <a:pt x="53" y="313"/>
                    </a:cubicBezTo>
                    <a:cubicBezTo>
                      <a:pt x="53" y="313"/>
                      <a:pt x="54" y="313"/>
                      <a:pt x="54" y="313"/>
                    </a:cubicBezTo>
                    <a:cubicBezTo>
                      <a:pt x="55" y="313"/>
                      <a:pt x="57" y="314"/>
                      <a:pt x="59" y="314"/>
                    </a:cubicBezTo>
                    <a:cubicBezTo>
                      <a:pt x="67" y="315"/>
                      <a:pt x="68" y="322"/>
                      <a:pt x="68" y="322"/>
                    </a:cubicBezTo>
                    <a:cubicBezTo>
                      <a:pt x="74" y="316"/>
                      <a:pt x="74" y="316"/>
                      <a:pt x="74" y="316"/>
                    </a:cubicBezTo>
                    <a:cubicBezTo>
                      <a:pt x="100" y="322"/>
                      <a:pt x="100" y="322"/>
                      <a:pt x="100" y="322"/>
                    </a:cubicBezTo>
                    <a:cubicBezTo>
                      <a:pt x="102" y="332"/>
                      <a:pt x="102" y="332"/>
                      <a:pt x="102" y="332"/>
                    </a:cubicBezTo>
                    <a:cubicBezTo>
                      <a:pt x="124" y="320"/>
                      <a:pt x="124" y="320"/>
                      <a:pt x="124" y="320"/>
                    </a:cubicBezTo>
                    <a:cubicBezTo>
                      <a:pt x="124" y="320"/>
                      <a:pt x="146" y="331"/>
                      <a:pt x="157" y="336"/>
                    </a:cubicBezTo>
                    <a:cubicBezTo>
                      <a:pt x="168" y="341"/>
                      <a:pt x="154" y="355"/>
                      <a:pt x="154" y="355"/>
                    </a:cubicBezTo>
                    <a:cubicBezTo>
                      <a:pt x="162" y="365"/>
                      <a:pt x="162" y="365"/>
                      <a:pt x="162" y="365"/>
                    </a:cubicBezTo>
                    <a:cubicBezTo>
                      <a:pt x="158" y="377"/>
                      <a:pt x="158" y="377"/>
                      <a:pt x="158" y="377"/>
                    </a:cubicBezTo>
                    <a:cubicBezTo>
                      <a:pt x="158" y="377"/>
                      <a:pt x="163" y="382"/>
                      <a:pt x="171" y="384"/>
                    </a:cubicBezTo>
                    <a:cubicBezTo>
                      <a:pt x="179" y="386"/>
                      <a:pt x="182" y="407"/>
                      <a:pt x="182" y="407"/>
                    </a:cubicBezTo>
                    <a:cubicBezTo>
                      <a:pt x="202" y="414"/>
                      <a:pt x="202" y="414"/>
                      <a:pt x="202" y="414"/>
                    </a:cubicBezTo>
                    <a:cubicBezTo>
                      <a:pt x="204" y="429"/>
                      <a:pt x="204" y="429"/>
                      <a:pt x="204" y="429"/>
                    </a:cubicBezTo>
                    <a:cubicBezTo>
                      <a:pt x="204" y="429"/>
                      <a:pt x="214" y="427"/>
                      <a:pt x="227" y="430"/>
                    </a:cubicBezTo>
                    <a:cubicBezTo>
                      <a:pt x="240" y="433"/>
                      <a:pt x="232" y="442"/>
                      <a:pt x="232" y="442"/>
                    </a:cubicBezTo>
                    <a:cubicBezTo>
                      <a:pt x="246" y="450"/>
                      <a:pt x="246" y="450"/>
                      <a:pt x="246" y="450"/>
                    </a:cubicBezTo>
                    <a:cubicBezTo>
                      <a:pt x="246" y="450"/>
                      <a:pt x="237" y="459"/>
                      <a:pt x="229" y="466"/>
                    </a:cubicBezTo>
                    <a:cubicBezTo>
                      <a:pt x="221" y="473"/>
                      <a:pt x="208" y="465"/>
                      <a:pt x="208" y="465"/>
                    </a:cubicBezTo>
                    <a:cubicBezTo>
                      <a:pt x="208" y="465"/>
                      <a:pt x="206" y="459"/>
                      <a:pt x="192" y="462"/>
                    </a:cubicBezTo>
                    <a:cubicBezTo>
                      <a:pt x="178" y="465"/>
                      <a:pt x="205" y="487"/>
                      <a:pt x="205" y="487"/>
                    </a:cubicBezTo>
                    <a:cubicBezTo>
                      <a:pt x="205" y="487"/>
                      <a:pt x="205" y="501"/>
                      <a:pt x="208" y="502"/>
                    </a:cubicBezTo>
                    <a:cubicBezTo>
                      <a:pt x="210" y="502"/>
                      <a:pt x="210" y="512"/>
                      <a:pt x="211" y="520"/>
                    </a:cubicBezTo>
                    <a:cubicBezTo>
                      <a:pt x="212" y="521"/>
                      <a:pt x="213" y="521"/>
                      <a:pt x="215" y="521"/>
                    </a:cubicBezTo>
                    <a:cubicBezTo>
                      <a:pt x="215" y="521"/>
                      <a:pt x="215" y="521"/>
                      <a:pt x="215" y="521"/>
                    </a:cubicBezTo>
                    <a:cubicBezTo>
                      <a:pt x="218" y="521"/>
                      <a:pt x="220" y="522"/>
                      <a:pt x="222" y="522"/>
                    </a:cubicBezTo>
                    <a:cubicBezTo>
                      <a:pt x="222" y="522"/>
                      <a:pt x="223" y="522"/>
                      <a:pt x="223" y="522"/>
                    </a:cubicBezTo>
                    <a:cubicBezTo>
                      <a:pt x="224" y="522"/>
                      <a:pt x="225" y="522"/>
                      <a:pt x="226" y="522"/>
                    </a:cubicBezTo>
                    <a:cubicBezTo>
                      <a:pt x="226" y="522"/>
                      <a:pt x="226" y="522"/>
                      <a:pt x="226" y="522"/>
                    </a:cubicBezTo>
                    <a:cubicBezTo>
                      <a:pt x="227" y="522"/>
                      <a:pt x="228" y="522"/>
                      <a:pt x="229" y="522"/>
                    </a:cubicBezTo>
                    <a:cubicBezTo>
                      <a:pt x="229" y="522"/>
                      <a:pt x="229" y="522"/>
                      <a:pt x="229" y="522"/>
                    </a:cubicBezTo>
                    <a:cubicBezTo>
                      <a:pt x="230" y="522"/>
                      <a:pt x="231" y="522"/>
                      <a:pt x="232" y="522"/>
                    </a:cubicBezTo>
                    <a:cubicBezTo>
                      <a:pt x="232" y="522"/>
                      <a:pt x="232" y="522"/>
                      <a:pt x="232" y="522"/>
                    </a:cubicBezTo>
                    <a:cubicBezTo>
                      <a:pt x="233" y="522"/>
                      <a:pt x="233" y="522"/>
                      <a:pt x="234" y="522"/>
                    </a:cubicBezTo>
                    <a:cubicBezTo>
                      <a:pt x="234" y="522"/>
                      <a:pt x="234" y="521"/>
                      <a:pt x="234" y="521"/>
                    </a:cubicBezTo>
                    <a:cubicBezTo>
                      <a:pt x="235" y="521"/>
                      <a:pt x="236" y="521"/>
                      <a:pt x="236" y="521"/>
                    </a:cubicBezTo>
                    <a:cubicBezTo>
                      <a:pt x="244" y="517"/>
                      <a:pt x="240" y="508"/>
                      <a:pt x="240" y="508"/>
                    </a:cubicBezTo>
                    <a:cubicBezTo>
                      <a:pt x="258" y="511"/>
                      <a:pt x="258" y="511"/>
                      <a:pt x="258" y="511"/>
                    </a:cubicBezTo>
                    <a:cubicBezTo>
                      <a:pt x="269" y="506"/>
                      <a:pt x="269" y="506"/>
                      <a:pt x="269" y="506"/>
                    </a:cubicBezTo>
                    <a:cubicBezTo>
                      <a:pt x="287" y="505"/>
                      <a:pt x="287" y="505"/>
                      <a:pt x="287" y="505"/>
                    </a:cubicBezTo>
                    <a:cubicBezTo>
                      <a:pt x="271" y="320"/>
                      <a:pt x="210" y="148"/>
                      <a:pt x="115" y="0"/>
                    </a:cubicBezTo>
                    <a:cubicBezTo>
                      <a:pt x="114" y="2"/>
                      <a:pt x="112" y="4"/>
                      <a:pt x="111" y="6"/>
                    </a:cubicBezTo>
                    <a:cubicBezTo>
                      <a:pt x="107" y="13"/>
                      <a:pt x="86" y="25"/>
                      <a:pt x="86" y="25"/>
                    </a:cubicBezTo>
                    <a:cubicBezTo>
                      <a:pt x="86" y="25"/>
                      <a:pt x="58" y="51"/>
                      <a:pt x="54" y="56"/>
                    </a:cubicBezTo>
                    <a:cubicBezTo>
                      <a:pt x="50" y="61"/>
                      <a:pt x="9" y="85"/>
                      <a:pt x="9" y="85"/>
                    </a:cubicBezTo>
                    <a:cubicBezTo>
                      <a:pt x="13" y="92"/>
                      <a:pt x="13" y="92"/>
                      <a:pt x="13" y="92"/>
                    </a:cubicBezTo>
                    <a:cubicBezTo>
                      <a:pt x="33" y="81"/>
                      <a:pt x="33" y="81"/>
                      <a:pt x="33" y="81"/>
                    </a:cubicBezTo>
                    <a:cubicBezTo>
                      <a:pt x="35" y="92"/>
                      <a:pt x="35" y="92"/>
                      <a:pt x="35" y="92"/>
                    </a:cubicBezTo>
                    <a:cubicBezTo>
                      <a:pt x="35" y="92"/>
                      <a:pt x="48" y="105"/>
                      <a:pt x="54" y="108"/>
                    </a:cubicBezTo>
                    <a:cubicBezTo>
                      <a:pt x="60" y="111"/>
                      <a:pt x="87" y="111"/>
                      <a:pt x="87" y="111"/>
                    </a:cubicBezTo>
                    <a:cubicBezTo>
                      <a:pt x="96" y="123"/>
                      <a:pt x="96" y="123"/>
                      <a:pt x="96" y="123"/>
                    </a:cubicBezTo>
                    <a:cubicBezTo>
                      <a:pt x="96" y="123"/>
                      <a:pt x="57" y="114"/>
                      <a:pt x="55" y="120"/>
                    </a:cubicBezTo>
                    <a:cubicBezTo>
                      <a:pt x="53" y="126"/>
                      <a:pt x="53" y="130"/>
                      <a:pt x="53" y="130"/>
                    </a:cubicBezTo>
                    <a:cubicBezTo>
                      <a:pt x="27" y="131"/>
                      <a:pt x="27" y="131"/>
                      <a:pt x="27" y="131"/>
                    </a:cubicBezTo>
                    <a:cubicBezTo>
                      <a:pt x="23" y="149"/>
                      <a:pt x="23" y="149"/>
                      <a:pt x="23" y="149"/>
                    </a:cubicBezTo>
                    <a:cubicBezTo>
                      <a:pt x="23" y="149"/>
                      <a:pt x="20" y="148"/>
                      <a:pt x="15" y="147"/>
                    </a:cubicBezTo>
                    <a:cubicBezTo>
                      <a:pt x="12" y="157"/>
                      <a:pt x="12" y="157"/>
                      <a:pt x="12" y="157"/>
                    </a:cubicBezTo>
                    <a:lnTo>
                      <a:pt x="15" y="166"/>
                    </a:ln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28" name="Freeform 244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903FF48D-412C-4A3B-B3ED-E09D1D447FE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909" y="1551"/>
                <a:ext cx="190" cy="85"/>
              </a:xfrm>
              <a:custGeom>
                <a:avLst/>
                <a:gdLst/>
                <a:ahLst/>
                <a:cxnLst>
                  <a:cxn ang="0">
                    <a:pos x="290" y="91"/>
                  </a:cxn>
                  <a:cxn ang="0">
                    <a:pos x="290" y="78"/>
                  </a:cxn>
                  <a:cxn ang="0">
                    <a:pos x="306" y="69"/>
                  </a:cxn>
                  <a:cxn ang="0">
                    <a:pos x="307" y="60"/>
                  </a:cxn>
                  <a:cxn ang="0">
                    <a:pos x="307" y="60"/>
                  </a:cxn>
                  <a:cxn ang="0">
                    <a:pos x="307" y="57"/>
                  </a:cxn>
                  <a:cxn ang="0">
                    <a:pos x="307" y="54"/>
                  </a:cxn>
                  <a:cxn ang="0">
                    <a:pos x="307" y="51"/>
                  </a:cxn>
                  <a:cxn ang="0">
                    <a:pos x="300" y="43"/>
                  </a:cxn>
                  <a:cxn ang="0">
                    <a:pos x="303" y="19"/>
                  </a:cxn>
                  <a:cxn ang="0">
                    <a:pos x="276" y="16"/>
                  </a:cxn>
                  <a:cxn ang="0">
                    <a:pos x="261" y="9"/>
                  </a:cxn>
                  <a:cxn ang="0">
                    <a:pos x="245" y="8"/>
                  </a:cxn>
                  <a:cxn ang="0">
                    <a:pos x="218" y="15"/>
                  </a:cxn>
                  <a:cxn ang="0">
                    <a:pos x="213" y="28"/>
                  </a:cxn>
                  <a:cxn ang="0">
                    <a:pos x="190" y="27"/>
                  </a:cxn>
                  <a:cxn ang="0">
                    <a:pos x="168" y="26"/>
                  </a:cxn>
                  <a:cxn ang="0">
                    <a:pos x="160" y="34"/>
                  </a:cxn>
                  <a:cxn ang="0">
                    <a:pos x="142" y="43"/>
                  </a:cxn>
                  <a:cxn ang="0">
                    <a:pos x="141" y="59"/>
                  </a:cxn>
                  <a:cxn ang="0">
                    <a:pos x="141" y="84"/>
                  </a:cxn>
                  <a:cxn ang="0">
                    <a:pos x="118" y="72"/>
                  </a:cxn>
                  <a:cxn ang="0">
                    <a:pos x="98" y="77"/>
                  </a:cxn>
                  <a:cxn ang="0">
                    <a:pos x="75" y="86"/>
                  </a:cxn>
                  <a:cxn ang="0">
                    <a:pos x="46" y="77"/>
                  </a:cxn>
                  <a:cxn ang="0">
                    <a:pos x="33" y="85"/>
                  </a:cxn>
                  <a:cxn ang="0">
                    <a:pos x="12" y="81"/>
                  </a:cxn>
                  <a:cxn ang="0">
                    <a:pos x="0" y="84"/>
                  </a:cxn>
                  <a:cxn ang="0">
                    <a:pos x="0" y="84"/>
                  </a:cxn>
                  <a:cxn ang="0">
                    <a:pos x="1" y="85"/>
                  </a:cxn>
                  <a:cxn ang="0">
                    <a:pos x="1" y="94"/>
                  </a:cxn>
                  <a:cxn ang="0">
                    <a:pos x="2" y="96"/>
                  </a:cxn>
                  <a:cxn ang="0">
                    <a:pos x="2" y="107"/>
                  </a:cxn>
                  <a:cxn ang="0">
                    <a:pos x="16" y="118"/>
                  </a:cxn>
                  <a:cxn ang="0">
                    <a:pos x="41" y="117"/>
                  </a:cxn>
                  <a:cxn ang="0">
                    <a:pos x="56" y="121"/>
                  </a:cxn>
                  <a:cxn ang="0">
                    <a:pos x="92" y="111"/>
                  </a:cxn>
                  <a:cxn ang="0">
                    <a:pos x="114" y="118"/>
                  </a:cxn>
                  <a:cxn ang="0">
                    <a:pos x="124" y="131"/>
                  </a:cxn>
                  <a:cxn ang="0">
                    <a:pos x="162" y="132"/>
                  </a:cxn>
                  <a:cxn ang="0">
                    <a:pos x="162" y="134"/>
                  </a:cxn>
                  <a:cxn ang="0">
                    <a:pos x="171" y="136"/>
                  </a:cxn>
                  <a:cxn ang="0">
                    <a:pos x="192" y="136"/>
                  </a:cxn>
                  <a:cxn ang="0">
                    <a:pos x="214" y="129"/>
                  </a:cxn>
                  <a:cxn ang="0">
                    <a:pos x="254" y="126"/>
                  </a:cxn>
                  <a:cxn ang="0">
                    <a:pos x="272" y="119"/>
                  </a:cxn>
                  <a:cxn ang="0">
                    <a:pos x="290" y="105"/>
                  </a:cxn>
                </a:cxnLst>
                <a:rect l="0" t="0" r="r" b="b"/>
                <a:pathLst>
                  <a:path w="307" h="138">
                    <a:moveTo>
                      <a:pt x="290" y="105"/>
                    </a:moveTo>
                    <a:cubicBezTo>
                      <a:pt x="290" y="91"/>
                      <a:pt x="290" y="91"/>
                      <a:pt x="290" y="91"/>
                    </a:cubicBezTo>
                    <a:cubicBezTo>
                      <a:pt x="298" y="79"/>
                      <a:pt x="298" y="79"/>
                      <a:pt x="298" y="79"/>
                    </a:cubicBezTo>
                    <a:cubicBezTo>
                      <a:pt x="290" y="78"/>
                      <a:pt x="290" y="78"/>
                      <a:pt x="290" y="78"/>
                    </a:cubicBezTo>
                    <a:cubicBezTo>
                      <a:pt x="291" y="69"/>
                      <a:pt x="291" y="69"/>
                      <a:pt x="291" y="69"/>
                    </a:cubicBezTo>
                    <a:cubicBezTo>
                      <a:pt x="306" y="69"/>
                      <a:pt x="306" y="69"/>
                      <a:pt x="306" y="69"/>
                    </a:cubicBezTo>
                    <a:cubicBezTo>
                      <a:pt x="306" y="69"/>
                      <a:pt x="306" y="69"/>
                      <a:pt x="306" y="68"/>
                    </a:cubicBezTo>
                    <a:cubicBezTo>
                      <a:pt x="306" y="68"/>
                      <a:pt x="306" y="64"/>
                      <a:pt x="307" y="60"/>
                    </a:cubicBezTo>
                    <a:cubicBezTo>
                      <a:pt x="307" y="60"/>
                      <a:pt x="307" y="60"/>
                      <a:pt x="307" y="60"/>
                    </a:cubicBezTo>
                    <a:cubicBezTo>
                      <a:pt x="307" y="60"/>
                      <a:pt x="307" y="60"/>
                      <a:pt x="307" y="60"/>
                    </a:cubicBezTo>
                    <a:cubicBezTo>
                      <a:pt x="307" y="59"/>
                      <a:pt x="307" y="58"/>
                      <a:pt x="307" y="57"/>
                    </a:cubicBezTo>
                    <a:cubicBezTo>
                      <a:pt x="307" y="57"/>
                      <a:pt x="307" y="57"/>
                      <a:pt x="307" y="57"/>
                    </a:cubicBezTo>
                    <a:cubicBezTo>
                      <a:pt x="307" y="56"/>
                      <a:pt x="307" y="55"/>
                      <a:pt x="307" y="54"/>
                    </a:cubicBezTo>
                    <a:cubicBezTo>
                      <a:pt x="307" y="54"/>
                      <a:pt x="307" y="54"/>
                      <a:pt x="307" y="54"/>
                    </a:cubicBezTo>
                    <a:cubicBezTo>
                      <a:pt x="307" y="53"/>
                      <a:pt x="307" y="52"/>
                      <a:pt x="307" y="51"/>
                    </a:cubicBezTo>
                    <a:cubicBezTo>
                      <a:pt x="307" y="51"/>
                      <a:pt x="307" y="51"/>
                      <a:pt x="307" y="51"/>
                    </a:cubicBezTo>
                    <a:cubicBezTo>
                      <a:pt x="307" y="50"/>
                      <a:pt x="307" y="49"/>
                      <a:pt x="307" y="48"/>
                    </a:cubicBezTo>
                    <a:cubicBezTo>
                      <a:pt x="306" y="42"/>
                      <a:pt x="300" y="43"/>
                      <a:pt x="300" y="43"/>
                    </a:cubicBezTo>
                    <a:cubicBezTo>
                      <a:pt x="301" y="33"/>
                      <a:pt x="301" y="33"/>
                      <a:pt x="301" y="33"/>
                    </a:cubicBezTo>
                    <a:cubicBezTo>
                      <a:pt x="303" y="19"/>
                      <a:pt x="303" y="19"/>
                      <a:pt x="303" y="19"/>
                    </a:cubicBezTo>
                    <a:cubicBezTo>
                      <a:pt x="303" y="19"/>
                      <a:pt x="295" y="14"/>
                      <a:pt x="287" y="11"/>
                    </a:cubicBezTo>
                    <a:cubicBezTo>
                      <a:pt x="280" y="9"/>
                      <a:pt x="276" y="16"/>
                      <a:pt x="276" y="16"/>
                    </a:cubicBezTo>
                    <a:cubicBezTo>
                      <a:pt x="268" y="17"/>
                      <a:pt x="268" y="17"/>
                      <a:pt x="268" y="17"/>
                    </a:cubicBezTo>
                    <a:cubicBezTo>
                      <a:pt x="261" y="9"/>
                      <a:pt x="261" y="9"/>
                      <a:pt x="261" y="9"/>
                    </a:cubicBezTo>
                    <a:cubicBezTo>
                      <a:pt x="254" y="14"/>
                      <a:pt x="254" y="14"/>
                      <a:pt x="254" y="14"/>
                    </a:cubicBezTo>
                    <a:cubicBezTo>
                      <a:pt x="245" y="8"/>
                      <a:pt x="245" y="8"/>
                      <a:pt x="245" y="8"/>
                    </a:cubicBezTo>
                    <a:cubicBezTo>
                      <a:pt x="245" y="8"/>
                      <a:pt x="232" y="0"/>
                      <a:pt x="228" y="1"/>
                    </a:cubicBezTo>
                    <a:cubicBezTo>
                      <a:pt x="225" y="2"/>
                      <a:pt x="218" y="15"/>
                      <a:pt x="218" y="15"/>
                    </a:cubicBezTo>
                    <a:cubicBezTo>
                      <a:pt x="214" y="16"/>
                      <a:pt x="214" y="16"/>
                      <a:pt x="214" y="16"/>
                    </a:cubicBezTo>
                    <a:cubicBezTo>
                      <a:pt x="213" y="28"/>
                      <a:pt x="213" y="28"/>
                      <a:pt x="213" y="28"/>
                    </a:cubicBezTo>
                    <a:cubicBezTo>
                      <a:pt x="204" y="23"/>
                      <a:pt x="204" y="23"/>
                      <a:pt x="204" y="23"/>
                    </a:cubicBezTo>
                    <a:cubicBezTo>
                      <a:pt x="204" y="23"/>
                      <a:pt x="198" y="27"/>
                      <a:pt x="190" y="27"/>
                    </a:cubicBezTo>
                    <a:cubicBezTo>
                      <a:pt x="183" y="27"/>
                      <a:pt x="175" y="15"/>
                      <a:pt x="175" y="15"/>
                    </a:cubicBezTo>
                    <a:cubicBezTo>
                      <a:pt x="168" y="26"/>
                      <a:pt x="168" y="26"/>
                      <a:pt x="168" y="26"/>
                    </a:cubicBezTo>
                    <a:cubicBezTo>
                      <a:pt x="156" y="27"/>
                      <a:pt x="156" y="27"/>
                      <a:pt x="156" y="27"/>
                    </a:cubicBezTo>
                    <a:cubicBezTo>
                      <a:pt x="160" y="34"/>
                      <a:pt x="160" y="34"/>
                      <a:pt x="160" y="34"/>
                    </a:cubicBezTo>
                    <a:cubicBezTo>
                      <a:pt x="160" y="45"/>
                      <a:pt x="160" y="45"/>
                      <a:pt x="160" y="45"/>
                    </a:cubicBezTo>
                    <a:cubicBezTo>
                      <a:pt x="160" y="45"/>
                      <a:pt x="147" y="42"/>
                      <a:pt x="142" y="43"/>
                    </a:cubicBezTo>
                    <a:cubicBezTo>
                      <a:pt x="138" y="44"/>
                      <a:pt x="133" y="57"/>
                      <a:pt x="133" y="57"/>
                    </a:cubicBezTo>
                    <a:cubicBezTo>
                      <a:pt x="141" y="59"/>
                      <a:pt x="141" y="59"/>
                      <a:pt x="141" y="59"/>
                    </a:cubicBezTo>
                    <a:cubicBezTo>
                      <a:pt x="141" y="68"/>
                      <a:pt x="141" y="68"/>
                      <a:pt x="141" y="68"/>
                    </a:cubicBezTo>
                    <a:cubicBezTo>
                      <a:pt x="141" y="68"/>
                      <a:pt x="142" y="78"/>
                      <a:pt x="141" y="84"/>
                    </a:cubicBezTo>
                    <a:cubicBezTo>
                      <a:pt x="139" y="91"/>
                      <a:pt x="131" y="77"/>
                      <a:pt x="131" y="77"/>
                    </a:cubicBezTo>
                    <a:cubicBezTo>
                      <a:pt x="118" y="72"/>
                      <a:pt x="118" y="72"/>
                      <a:pt x="118" y="72"/>
                    </a:cubicBezTo>
                    <a:cubicBezTo>
                      <a:pt x="109" y="71"/>
                      <a:pt x="109" y="71"/>
                      <a:pt x="109" y="71"/>
                    </a:cubicBezTo>
                    <a:cubicBezTo>
                      <a:pt x="98" y="77"/>
                      <a:pt x="98" y="77"/>
                      <a:pt x="98" y="77"/>
                    </a:cubicBezTo>
                    <a:cubicBezTo>
                      <a:pt x="84" y="78"/>
                      <a:pt x="84" y="78"/>
                      <a:pt x="84" y="78"/>
                    </a:cubicBezTo>
                    <a:cubicBezTo>
                      <a:pt x="75" y="86"/>
                      <a:pt x="75" y="86"/>
                      <a:pt x="75" y="86"/>
                    </a:cubicBezTo>
                    <a:cubicBezTo>
                      <a:pt x="75" y="86"/>
                      <a:pt x="69" y="88"/>
                      <a:pt x="63" y="88"/>
                    </a:cubicBezTo>
                    <a:cubicBezTo>
                      <a:pt x="56" y="88"/>
                      <a:pt x="46" y="77"/>
                      <a:pt x="46" y="77"/>
                    </a:cubicBezTo>
                    <a:cubicBezTo>
                      <a:pt x="33" y="76"/>
                      <a:pt x="33" y="76"/>
                      <a:pt x="33" y="76"/>
                    </a:cubicBezTo>
                    <a:cubicBezTo>
                      <a:pt x="33" y="85"/>
                      <a:pt x="33" y="85"/>
                      <a:pt x="33" y="85"/>
                    </a:cubicBezTo>
                    <a:cubicBezTo>
                      <a:pt x="33" y="85"/>
                      <a:pt x="30" y="90"/>
                      <a:pt x="26" y="91"/>
                    </a:cubicBezTo>
                    <a:cubicBezTo>
                      <a:pt x="22" y="92"/>
                      <a:pt x="21" y="82"/>
                      <a:pt x="12" y="81"/>
                    </a:cubicBezTo>
                    <a:cubicBezTo>
                      <a:pt x="6" y="79"/>
                      <a:pt x="2" y="82"/>
                      <a:pt x="0" y="84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0" y="84"/>
                      <a:pt x="0" y="84"/>
                      <a:pt x="0" y="85"/>
                    </a:cubicBezTo>
                    <a:cubicBezTo>
                      <a:pt x="1" y="85"/>
                      <a:pt x="1" y="85"/>
                      <a:pt x="1" y="85"/>
                    </a:cubicBezTo>
                    <a:cubicBezTo>
                      <a:pt x="1" y="87"/>
                      <a:pt x="1" y="89"/>
                      <a:pt x="0" y="91"/>
                    </a:cubicBezTo>
                    <a:cubicBezTo>
                      <a:pt x="0" y="92"/>
                      <a:pt x="1" y="93"/>
                      <a:pt x="1" y="94"/>
                    </a:cubicBezTo>
                    <a:cubicBezTo>
                      <a:pt x="1" y="94"/>
                      <a:pt x="1" y="94"/>
                      <a:pt x="1" y="95"/>
                    </a:cubicBezTo>
                    <a:cubicBezTo>
                      <a:pt x="2" y="95"/>
                      <a:pt x="2" y="95"/>
                      <a:pt x="2" y="96"/>
                    </a:cubicBezTo>
                    <a:cubicBezTo>
                      <a:pt x="2" y="96"/>
                      <a:pt x="2" y="97"/>
                      <a:pt x="2" y="97"/>
                    </a:cubicBezTo>
                    <a:cubicBezTo>
                      <a:pt x="2" y="100"/>
                      <a:pt x="2" y="105"/>
                      <a:pt x="2" y="107"/>
                    </a:cubicBezTo>
                    <a:cubicBezTo>
                      <a:pt x="11" y="106"/>
                      <a:pt x="11" y="106"/>
                      <a:pt x="11" y="106"/>
                    </a:cubicBezTo>
                    <a:cubicBezTo>
                      <a:pt x="11" y="106"/>
                      <a:pt x="8" y="120"/>
                      <a:pt x="16" y="118"/>
                    </a:cubicBezTo>
                    <a:cubicBezTo>
                      <a:pt x="23" y="115"/>
                      <a:pt x="21" y="106"/>
                      <a:pt x="32" y="106"/>
                    </a:cubicBezTo>
                    <a:cubicBezTo>
                      <a:pt x="37" y="107"/>
                      <a:pt x="40" y="113"/>
                      <a:pt x="41" y="117"/>
                    </a:cubicBezTo>
                    <a:cubicBezTo>
                      <a:pt x="50" y="117"/>
                      <a:pt x="50" y="117"/>
                      <a:pt x="50" y="117"/>
                    </a:cubicBezTo>
                    <a:cubicBezTo>
                      <a:pt x="56" y="121"/>
                      <a:pt x="56" y="121"/>
                      <a:pt x="56" y="121"/>
                    </a:cubicBezTo>
                    <a:cubicBezTo>
                      <a:pt x="66" y="109"/>
                      <a:pt x="66" y="109"/>
                      <a:pt x="66" y="109"/>
                    </a:cubicBezTo>
                    <a:cubicBezTo>
                      <a:pt x="92" y="111"/>
                      <a:pt x="92" y="111"/>
                      <a:pt x="92" y="111"/>
                    </a:cubicBezTo>
                    <a:cubicBezTo>
                      <a:pt x="92" y="111"/>
                      <a:pt x="94" y="102"/>
                      <a:pt x="104" y="103"/>
                    </a:cubicBezTo>
                    <a:cubicBezTo>
                      <a:pt x="113" y="104"/>
                      <a:pt x="114" y="118"/>
                      <a:pt x="114" y="118"/>
                    </a:cubicBezTo>
                    <a:cubicBezTo>
                      <a:pt x="119" y="118"/>
                      <a:pt x="119" y="118"/>
                      <a:pt x="119" y="118"/>
                    </a:cubicBezTo>
                    <a:cubicBezTo>
                      <a:pt x="124" y="131"/>
                      <a:pt x="124" y="131"/>
                      <a:pt x="124" y="131"/>
                    </a:cubicBezTo>
                    <a:cubicBezTo>
                      <a:pt x="136" y="131"/>
                      <a:pt x="136" y="131"/>
                      <a:pt x="136" y="131"/>
                    </a:cubicBezTo>
                    <a:cubicBezTo>
                      <a:pt x="136" y="131"/>
                      <a:pt x="159" y="127"/>
                      <a:pt x="162" y="132"/>
                    </a:cubicBezTo>
                    <a:cubicBezTo>
                      <a:pt x="162" y="133"/>
                      <a:pt x="162" y="134"/>
                      <a:pt x="162" y="134"/>
                    </a:cubicBezTo>
                    <a:cubicBezTo>
                      <a:pt x="162" y="134"/>
                      <a:pt x="162" y="134"/>
                      <a:pt x="162" y="134"/>
                    </a:cubicBezTo>
                    <a:cubicBezTo>
                      <a:pt x="162" y="135"/>
                      <a:pt x="162" y="136"/>
                      <a:pt x="162" y="136"/>
                    </a:cubicBezTo>
                    <a:cubicBezTo>
                      <a:pt x="171" y="136"/>
                      <a:pt x="171" y="136"/>
                      <a:pt x="171" y="136"/>
                    </a:cubicBezTo>
                    <a:cubicBezTo>
                      <a:pt x="171" y="136"/>
                      <a:pt x="180" y="132"/>
                      <a:pt x="183" y="132"/>
                    </a:cubicBezTo>
                    <a:cubicBezTo>
                      <a:pt x="186" y="132"/>
                      <a:pt x="192" y="136"/>
                      <a:pt x="192" y="136"/>
                    </a:cubicBezTo>
                    <a:cubicBezTo>
                      <a:pt x="192" y="136"/>
                      <a:pt x="200" y="138"/>
                      <a:pt x="207" y="138"/>
                    </a:cubicBezTo>
                    <a:cubicBezTo>
                      <a:pt x="214" y="138"/>
                      <a:pt x="214" y="129"/>
                      <a:pt x="214" y="129"/>
                    </a:cubicBezTo>
                    <a:cubicBezTo>
                      <a:pt x="247" y="130"/>
                      <a:pt x="247" y="130"/>
                      <a:pt x="247" y="130"/>
                    </a:cubicBezTo>
                    <a:cubicBezTo>
                      <a:pt x="254" y="126"/>
                      <a:pt x="254" y="126"/>
                      <a:pt x="254" y="126"/>
                    </a:cubicBezTo>
                    <a:cubicBezTo>
                      <a:pt x="270" y="131"/>
                      <a:pt x="270" y="131"/>
                      <a:pt x="270" y="131"/>
                    </a:cubicBezTo>
                    <a:cubicBezTo>
                      <a:pt x="272" y="119"/>
                      <a:pt x="272" y="119"/>
                      <a:pt x="272" y="119"/>
                    </a:cubicBezTo>
                    <a:cubicBezTo>
                      <a:pt x="277" y="107"/>
                      <a:pt x="277" y="107"/>
                      <a:pt x="277" y="107"/>
                    </a:cubicBezTo>
                    <a:lnTo>
                      <a:pt x="290" y="105"/>
                    </a:ln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29" name="Freeform 245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280D7229-1B4F-4BF6-8842-816CDBF0C68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030" y="1966"/>
                <a:ext cx="21" cy="21"/>
              </a:xfrm>
              <a:custGeom>
                <a:avLst/>
                <a:gdLst/>
                <a:ahLst/>
                <a:cxnLst>
                  <a:cxn ang="0">
                    <a:pos x="8" y="14"/>
                  </a:cxn>
                  <a:cxn ang="0">
                    <a:pos x="23" y="33"/>
                  </a:cxn>
                  <a:cxn ang="0">
                    <a:pos x="8" y="14"/>
                  </a:cxn>
                </a:cxnLst>
                <a:rect l="0" t="0" r="r" b="b"/>
                <a:pathLst>
                  <a:path w="34" h="33">
                    <a:moveTo>
                      <a:pt x="8" y="14"/>
                    </a:moveTo>
                    <a:cubicBezTo>
                      <a:pt x="0" y="28"/>
                      <a:pt x="23" y="33"/>
                      <a:pt x="23" y="33"/>
                    </a:cubicBezTo>
                    <a:cubicBezTo>
                      <a:pt x="34" y="20"/>
                      <a:pt x="16" y="0"/>
                      <a:pt x="8" y="14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30" name="Freeform 246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757FD1D4-6D18-4427-A79B-98257319124A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2254" y="1011"/>
                <a:ext cx="148" cy="94"/>
              </a:xfrm>
              <a:custGeom>
                <a:avLst/>
                <a:gdLst/>
                <a:ahLst/>
                <a:cxnLst>
                  <a:cxn ang="0">
                    <a:pos x="223" y="50"/>
                  </a:cxn>
                  <a:cxn ang="0">
                    <a:pos x="197" y="50"/>
                  </a:cxn>
                  <a:cxn ang="0">
                    <a:pos x="200" y="40"/>
                  </a:cxn>
                  <a:cxn ang="0">
                    <a:pos x="182" y="41"/>
                  </a:cxn>
                  <a:cxn ang="0">
                    <a:pos x="192" y="26"/>
                  </a:cxn>
                  <a:cxn ang="0">
                    <a:pos x="183" y="24"/>
                  </a:cxn>
                  <a:cxn ang="0">
                    <a:pos x="187" y="12"/>
                  </a:cxn>
                  <a:cxn ang="0">
                    <a:pos x="166" y="17"/>
                  </a:cxn>
                  <a:cxn ang="0">
                    <a:pos x="138" y="0"/>
                  </a:cxn>
                  <a:cxn ang="0">
                    <a:pos x="135" y="16"/>
                  </a:cxn>
                  <a:cxn ang="0">
                    <a:pos x="121" y="22"/>
                  </a:cxn>
                  <a:cxn ang="0">
                    <a:pos x="108" y="19"/>
                  </a:cxn>
                  <a:cxn ang="0">
                    <a:pos x="0" y="149"/>
                  </a:cxn>
                  <a:cxn ang="0">
                    <a:pos x="13" y="150"/>
                  </a:cxn>
                  <a:cxn ang="0">
                    <a:pos x="48" y="144"/>
                  </a:cxn>
                  <a:cxn ang="0">
                    <a:pos x="52" y="131"/>
                  </a:cxn>
                  <a:cxn ang="0">
                    <a:pos x="79" y="136"/>
                  </a:cxn>
                  <a:cxn ang="0">
                    <a:pos x="87" y="126"/>
                  </a:cxn>
                  <a:cxn ang="0">
                    <a:pos x="103" y="130"/>
                  </a:cxn>
                  <a:cxn ang="0">
                    <a:pos x="154" y="106"/>
                  </a:cxn>
                  <a:cxn ang="0">
                    <a:pos x="180" y="105"/>
                  </a:cxn>
                  <a:cxn ang="0">
                    <a:pos x="188" y="87"/>
                  </a:cxn>
                  <a:cxn ang="0">
                    <a:pos x="204" y="83"/>
                  </a:cxn>
                  <a:cxn ang="0">
                    <a:pos x="224" y="69"/>
                  </a:cxn>
                  <a:cxn ang="0">
                    <a:pos x="214" y="68"/>
                  </a:cxn>
                  <a:cxn ang="0">
                    <a:pos x="223" y="50"/>
                  </a:cxn>
                </a:cxnLst>
                <a:rect l="0" t="0" r="r" b="b"/>
                <a:pathLst>
                  <a:path w="237" h="151">
                    <a:moveTo>
                      <a:pt x="223" y="50"/>
                    </a:moveTo>
                    <a:cubicBezTo>
                      <a:pt x="209" y="43"/>
                      <a:pt x="197" y="50"/>
                      <a:pt x="197" y="50"/>
                    </a:cubicBezTo>
                    <a:cubicBezTo>
                      <a:pt x="200" y="40"/>
                      <a:pt x="200" y="40"/>
                      <a:pt x="200" y="40"/>
                    </a:cubicBezTo>
                    <a:cubicBezTo>
                      <a:pt x="182" y="41"/>
                      <a:pt x="182" y="41"/>
                      <a:pt x="182" y="41"/>
                    </a:cubicBezTo>
                    <a:cubicBezTo>
                      <a:pt x="192" y="26"/>
                      <a:pt x="192" y="26"/>
                      <a:pt x="192" y="26"/>
                    </a:cubicBezTo>
                    <a:cubicBezTo>
                      <a:pt x="183" y="24"/>
                      <a:pt x="183" y="24"/>
                      <a:pt x="183" y="24"/>
                    </a:cubicBezTo>
                    <a:cubicBezTo>
                      <a:pt x="187" y="12"/>
                      <a:pt x="187" y="12"/>
                      <a:pt x="187" y="12"/>
                    </a:cubicBezTo>
                    <a:cubicBezTo>
                      <a:pt x="166" y="17"/>
                      <a:pt x="166" y="17"/>
                      <a:pt x="166" y="17"/>
                    </a:cubicBezTo>
                    <a:cubicBezTo>
                      <a:pt x="166" y="17"/>
                      <a:pt x="145" y="0"/>
                      <a:pt x="138" y="0"/>
                    </a:cubicBezTo>
                    <a:cubicBezTo>
                      <a:pt x="131" y="0"/>
                      <a:pt x="135" y="16"/>
                      <a:pt x="135" y="16"/>
                    </a:cubicBezTo>
                    <a:cubicBezTo>
                      <a:pt x="121" y="22"/>
                      <a:pt x="121" y="22"/>
                      <a:pt x="121" y="22"/>
                    </a:cubicBezTo>
                    <a:cubicBezTo>
                      <a:pt x="121" y="22"/>
                      <a:pt x="114" y="20"/>
                      <a:pt x="108" y="19"/>
                    </a:cubicBezTo>
                    <a:cubicBezTo>
                      <a:pt x="69" y="60"/>
                      <a:pt x="33" y="103"/>
                      <a:pt x="0" y="149"/>
                    </a:cubicBezTo>
                    <a:cubicBezTo>
                      <a:pt x="6" y="150"/>
                      <a:pt x="10" y="151"/>
                      <a:pt x="13" y="150"/>
                    </a:cubicBezTo>
                    <a:cubicBezTo>
                      <a:pt x="41" y="143"/>
                      <a:pt x="41" y="149"/>
                      <a:pt x="48" y="144"/>
                    </a:cubicBezTo>
                    <a:cubicBezTo>
                      <a:pt x="55" y="139"/>
                      <a:pt x="52" y="131"/>
                      <a:pt x="52" y="131"/>
                    </a:cubicBezTo>
                    <a:cubicBezTo>
                      <a:pt x="52" y="131"/>
                      <a:pt x="71" y="139"/>
                      <a:pt x="79" y="136"/>
                    </a:cubicBezTo>
                    <a:cubicBezTo>
                      <a:pt x="87" y="133"/>
                      <a:pt x="87" y="126"/>
                      <a:pt x="87" y="126"/>
                    </a:cubicBezTo>
                    <a:cubicBezTo>
                      <a:pt x="87" y="126"/>
                      <a:pt x="98" y="130"/>
                      <a:pt x="103" y="130"/>
                    </a:cubicBezTo>
                    <a:cubicBezTo>
                      <a:pt x="108" y="130"/>
                      <a:pt x="146" y="107"/>
                      <a:pt x="154" y="106"/>
                    </a:cubicBezTo>
                    <a:cubicBezTo>
                      <a:pt x="162" y="105"/>
                      <a:pt x="173" y="112"/>
                      <a:pt x="180" y="105"/>
                    </a:cubicBezTo>
                    <a:cubicBezTo>
                      <a:pt x="187" y="98"/>
                      <a:pt x="188" y="87"/>
                      <a:pt x="188" y="87"/>
                    </a:cubicBezTo>
                    <a:cubicBezTo>
                      <a:pt x="188" y="87"/>
                      <a:pt x="195" y="87"/>
                      <a:pt x="204" y="83"/>
                    </a:cubicBezTo>
                    <a:cubicBezTo>
                      <a:pt x="213" y="79"/>
                      <a:pt x="224" y="69"/>
                      <a:pt x="224" y="69"/>
                    </a:cubicBezTo>
                    <a:cubicBezTo>
                      <a:pt x="214" y="68"/>
                      <a:pt x="214" y="68"/>
                      <a:pt x="214" y="68"/>
                    </a:cubicBezTo>
                    <a:cubicBezTo>
                      <a:pt x="214" y="68"/>
                      <a:pt x="237" y="57"/>
                      <a:pt x="223" y="50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31" name="Freeform 247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74769114-7195-42C7-B38E-473FD096B42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46" y="1831"/>
                <a:ext cx="8" cy="20"/>
              </a:xfrm>
              <a:custGeom>
                <a:avLst/>
                <a:gdLst/>
                <a:ahLst/>
                <a:cxnLst>
                  <a:cxn ang="0">
                    <a:pos x="0" y="17"/>
                  </a:cxn>
                  <a:cxn ang="0">
                    <a:pos x="12" y="16"/>
                  </a:cxn>
                  <a:cxn ang="0">
                    <a:pos x="0" y="17"/>
                  </a:cxn>
                </a:cxnLst>
                <a:rect l="0" t="0" r="r" b="b"/>
                <a:pathLst>
                  <a:path w="13" h="32">
                    <a:moveTo>
                      <a:pt x="0" y="17"/>
                    </a:moveTo>
                    <a:cubicBezTo>
                      <a:pt x="3" y="26"/>
                      <a:pt x="13" y="32"/>
                      <a:pt x="12" y="16"/>
                    </a:cubicBezTo>
                    <a:cubicBezTo>
                      <a:pt x="11" y="0"/>
                      <a:pt x="0" y="17"/>
                      <a:pt x="0" y="17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32" name="Freeform 248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46044404-92A6-44C3-86CD-5B4FD806E79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67" y="1890"/>
                <a:ext cx="13" cy="26"/>
              </a:xfrm>
              <a:custGeom>
                <a:avLst/>
                <a:gdLst/>
                <a:ahLst/>
                <a:cxnLst>
                  <a:cxn ang="0">
                    <a:pos x="6" y="4"/>
                  </a:cxn>
                  <a:cxn ang="0">
                    <a:pos x="6" y="32"/>
                  </a:cxn>
                  <a:cxn ang="0">
                    <a:pos x="20" y="19"/>
                  </a:cxn>
                  <a:cxn ang="0">
                    <a:pos x="6" y="4"/>
                  </a:cxn>
                </a:cxnLst>
                <a:rect l="0" t="0" r="r" b="b"/>
                <a:pathLst>
                  <a:path w="22" h="41">
                    <a:moveTo>
                      <a:pt x="6" y="4"/>
                    </a:moveTo>
                    <a:cubicBezTo>
                      <a:pt x="2" y="0"/>
                      <a:pt x="0" y="22"/>
                      <a:pt x="6" y="32"/>
                    </a:cubicBezTo>
                    <a:cubicBezTo>
                      <a:pt x="11" y="41"/>
                      <a:pt x="18" y="23"/>
                      <a:pt x="20" y="19"/>
                    </a:cubicBezTo>
                    <a:cubicBezTo>
                      <a:pt x="22" y="15"/>
                      <a:pt x="10" y="8"/>
                      <a:pt x="6" y="4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33" name="Freeform 249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78B4E2CB-8B39-4BB8-A5D1-F9A8B5A9807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59" y="1824"/>
                <a:ext cx="79" cy="87"/>
              </a:xfrm>
              <a:custGeom>
                <a:avLst/>
                <a:gdLst/>
                <a:ahLst/>
                <a:cxnLst>
                  <a:cxn ang="0">
                    <a:pos x="116" y="4"/>
                  </a:cxn>
                  <a:cxn ang="0">
                    <a:pos x="110" y="16"/>
                  </a:cxn>
                  <a:cxn ang="0">
                    <a:pos x="77" y="17"/>
                  </a:cxn>
                  <a:cxn ang="0">
                    <a:pos x="43" y="14"/>
                  </a:cxn>
                  <a:cxn ang="0">
                    <a:pos x="13" y="28"/>
                  </a:cxn>
                  <a:cxn ang="0">
                    <a:pos x="0" y="66"/>
                  </a:cxn>
                  <a:cxn ang="0">
                    <a:pos x="27" y="65"/>
                  </a:cxn>
                  <a:cxn ang="0">
                    <a:pos x="28" y="82"/>
                  </a:cxn>
                  <a:cxn ang="0">
                    <a:pos x="39" y="98"/>
                  </a:cxn>
                  <a:cxn ang="0">
                    <a:pos x="34" y="109"/>
                  </a:cxn>
                  <a:cxn ang="0">
                    <a:pos x="44" y="124"/>
                  </a:cxn>
                  <a:cxn ang="0">
                    <a:pos x="35" y="135"/>
                  </a:cxn>
                  <a:cxn ang="0">
                    <a:pos x="41" y="141"/>
                  </a:cxn>
                  <a:cxn ang="0">
                    <a:pos x="127" y="0"/>
                  </a:cxn>
                  <a:cxn ang="0">
                    <a:pos x="116" y="4"/>
                  </a:cxn>
                </a:cxnLst>
                <a:rect l="0" t="0" r="r" b="b"/>
                <a:pathLst>
                  <a:path w="127" h="141">
                    <a:moveTo>
                      <a:pt x="116" y="4"/>
                    </a:moveTo>
                    <a:cubicBezTo>
                      <a:pt x="115" y="7"/>
                      <a:pt x="110" y="16"/>
                      <a:pt x="110" y="16"/>
                    </a:cubicBezTo>
                    <a:cubicBezTo>
                      <a:pt x="77" y="17"/>
                      <a:pt x="77" y="17"/>
                      <a:pt x="77" y="17"/>
                    </a:cubicBezTo>
                    <a:cubicBezTo>
                      <a:pt x="43" y="14"/>
                      <a:pt x="43" y="14"/>
                      <a:pt x="43" y="14"/>
                    </a:cubicBezTo>
                    <a:cubicBezTo>
                      <a:pt x="43" y="14"/>
                      <a:pt x="17" y="20"/>
                      <a:pt x="13" y="28"/>
                    </a:cubicBezTo>
                    <a:cubicBezTo>
                      <a:pt x="9" y="36"/>
                      <a:pt x="0" y="66"/>
                      <a:pt x="0" y="66"/>
                    </a:cubicBezTo>
                    <a:cubicBezTo>
                      <a:pt x="27" y="65"/>
                      <a:pt x="27" y="65"/>
                      <a:pt x="27" y="65"/>
                    </a:cubicBezTo>
                    <a:cubicBezTo>
                      <a:pt x="27" y="65"/>
                      <a:pt x="23" y="74"/>
                      <a:pt x="28" y="82"/>
                    </a:cubicBezTo>
                    <a:cubicBezTo>
                      <a:pt x="33" y="90"/>
                      <a:pt x="39" y="98"/>
                      <a:pt x="39" y="98"/>
                    </a:cubicBezTo>
                    <a:cubicBezTo>
                      <a:pt x="34" y="109"/>
                      <a:pt x="34" y="109"/>
                      <a:pt x="34" y="109"/>
                    </a:cubicBezTo>
                    <a:cubicBezTo>
                      <a:pt x="44" y="124"/>
                      <a:pt x="44" y="124"/>
                      <a:pt x="44" y="124"/>
                    </a:cubicBezTo>
                    <a:cubicBezTo>
                      <a:pt x="35" y="135"/>
                      <a:pt x="35" y="135"/>
                      <a:pt x="35" y="135"/>
                    </a:cubicBezTo>
                    <a:cubicBezTo>
                      <a:pt x="41" y="141"/>
                      <a:pt x="41" y="141"/>
                      <a:pt x="41" y="141"/>
                    </a:cubicBezTo>
                    <a:cubicBezTo>
                      <a:pt x="73" y="96"/>
                      <a:pt x="102" y="49"/>
                      <a:pt x="127" y="0"/>
                    </a:cubicBezTo>
                    <a:cubicBezTo>
                      <a:pt x="121" y="1"/>
                      <a:pt x="116" y="3"/>
                      <a:pt x="116" y="4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34" name="Freeform 250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22EB00DD-5EE5-4A24-AE16-2E2FA162D9F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57" y="1833"/>
                <a:ext cx="11" cy="13"/>
              </a:xfrm>
              <a:custGeom>
                <a:avLst/>
                <a:gdLst/>
                <a:ahLst/>
                <a:cxnLst>
                  <a:cxn ang="0">
                    <a:pos x="25" y="0"/>
                  </a:cxn>
                  <a:cxn ang="0">
                    <a:pos x="0" y="0"/>
                  </a:cxn>
                  <a:cxn ang="0">
                    <a:pos x="0" y="29"/>
                  </a:cxn>
                  <a:cxn ang="0">
                    <a:pos x="10" y="11"/>
                  </a:cxn>
                  <a:cxn ang="0">
                    <a:pos x="25" y="0"/>
                  </a:cxn>
                </a:cxnLst>
                <a:rect l="0" t="0" r="r" b="b"/>
                <a:pathLst>
                  <a:path w="25" h="29">
                    <a:moveTo>
                      <a:pt x="25" y="0"/>
                    </a:moveTo>
                    <a:lnTo>
                      <a:pt x="0" y="0"/>
                    </a:lnTo>
                    <a:lnTo>
                      <a:pt x="0" y="29"/>
                    </a:lnTo>
                    <a:lnTo>
                      <a:pt x="10" y="11"/>
                    </a:lnTo>
                    <a:lnTo>
                      <a:pt x="25" y="0"/>
                    </a:ln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35" name="Freeform 251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A918F81B-2213-4948-B6F6-F88E400F144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29" y="1847"/>
                <a:ext cx="12" cy="7"/>
              </a:xfrm>
              <a:custGeom>
                <a:avLst/>
                <a:gdLst/>
                <a:ahLst/>
                <a:cxnLst>
                  <a:cxn ang="0">
                    <a:pos x="4" y="14"/>
                  </a:cxn>
                  <a:cxn ang="0">
                    <a:pos x="24" y="13"/>
                  </a:cxn>
                  <a:cxn ang="0">
                    <a:pos x="28" y="0"/>
                  </a:cxn>
                  <a:cxn ang="0">
                    <a:pos x="0" y="0"/>
                  </a:cxn>
                  <a:cxn ang="0">
                    <a:pos x="4" y="14"/>
                  </a:cxn>
                </a:cxnLst>
                <a:rect l="0" t="0" r="r" b="b"/>
                <a:pathLst>
                  <a:path w="28" h="14">
                    <a:moveTo>
                      <a:pt x="4" y="14"/>
                    </a:moveTo>
                    <a:lnTo>
                      <a:pt x="24" y="13"/>
                    </a:lnTo>
                    <a:lnTo>
                      <a:pt x="28" y="0"/>
                    </a:lnTo>
                    <a:lnTo>
                      <a:pt x="0" y="0"/>
                    </a:lnTo>
                    <a:lnTo>
                      <a:pt x="4" y="14"/>
                    </a:ln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36" name="Freeform 252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A4873C7D-E354-4988-9352-CC432BB0A80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50" y="1776"/>
                <a:ext cx="96" cy="55"/>
              </a:xfrm>
              <a:custGeom>
                <a:avLst/>
                <a:gdLst/>
                <a:ahLst/>
                <a:cxnLst>
                  <a:cxn ang="0">
                    <a:pos x="116" y="44"/>
                  </a:cxn>
                  <a:cxn ang="0">
                    <a:pos x="89" y="33"/>
                  </a:cxn>
                  <a:cxn ang="0">
                    <a:pos x="85" y="14"/>
                  </a:cxn>
                  <a:cxn ang="0">
                    <a:pos x="62" y="13"/>
                  </a:cxn>
                  <a:cxn ang="0">
                    <a:pos x="52" y="0"/>
                  </a:cxn>
                  <a:cxn ang="0">
                    <a:pos x="44" y="10"/>
                  </a:cxn>
                  <a:cxn ang="0">
                    <a:pos x="24" y="8"/>
                  </a:cxn>
                  <a:cxn ang="0">
                    <a:pos x="15" y="23"/>
                  </a:cxn>
                  <a:cxn ang="0">
                    <a:pos x="17" y="28"/>
                  </a:cxn>
                  <a:cxn ang="0">
                    <a:pos x="27" y="32"/>
                  </a:cxn>
                  <a:cxn ang="0">
                    <a:pos x="29" y="45"/>
                  </a:cxn>
                  <a:cxn ang="0">
                    <a:pos x="15" y="47"/>
                  </a:cxn>
                  <a:cxn ang="0">
                    <a:pos x="17" y="63"/>
                  </a:cxn>
                  <a:cxn ang="0">
                    <a:pos x="12" y="75"/>
                  </a:cxn>
                  <a:cxn ang="0">
                    <a:pos x="15" y="86"/>
                  </a:cxn>
                  <a:cxn ang="0">
                    <a:pos x="41" y="80"/>
                  </a:cxn>
                  <a:cxn ang="0">
                    <a:pos x="45" y="87"/>
                  </a:cxn>
                  <a:cxn ang="0">
                    <a:pos x="72" y="65"/>
                  </a:cxn>
                  <a:cxn ang="0">
                    <a:pos x="117" y="61"/>
                  </a:cxn>
                  <a:cxn ang="0">
                    <a:pos x="145" y="71"/>
                  </a:cxn>
                  <a:cxn ang="0">
                    <a:pos x="154" y="52"/>
                  </a:cxn>
                  <a:cxn ang="0">
                    <a:pos x="116" y="44"/>
                  </a:cxn>
                </a:cxnLst>
                <a:rect l="0" t="0" r="r" b="b"/>
                <a:pathLst>
                  <a:path w="154" h="90">
                    <a:moveTo>
                      <a:pt x="116" y="44"/>
                    </a:moveTo>
                    <a:cubicBezTo>
                      <a:pt x="116" y="44"/>
                      <a:pt x="92" y="47"/>
                      <a:pt x="89" y="33"/>
                    </a:cubicBezTo>
                    <a:cubicBezTo>
                      <a:pt x="87" y="26"/>
                      <a:pt x="86" y="19"/>
                      <a:pt x="85" y="14"/>
                    </a:cubicBezTo>
                    <a:cubicBezTo>
                      <a:pt x="76" y="15"/>
                      <a:pt x="62" y="13"/>
                      <a:pt x="62" y="13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44" y="10"/>
                      <a:pt x="44" y="10"/>
                      <a:pt x="44" y="10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7" y="28"/>
                      <a:pt x="24" y="27"/>
                      <a:pt x="27" y="32"/>
                    </a:cubicBezTo>
                    <a:cubicBezTo>
                      <a:pt x="30" y="37"/>
                      <a:pt x="29" y="45"/>
                      <a:pt x="29" y="45"/>
                    </a:cubicBezTo>
                    <a:cubicBezTo>
                      <a:pt x="29" y="45"/>
                      <a:pt x="16" y="41"/>
                      <a:pt x="15" y="47"/>
                    </a:cubicBezTo>
                    <a:cubicBezTo>
                      <a:pt x="14" y="53"/>
                      <a:pt x="19" y="56"/>
                      <a:pt x="17" y="63"/>
                    </a:cubicBezTo>
                    <a:cubicBezTo>
                      <a:pt x="15" y="70"/>
                      <a:pt x="12" y="75"/>
                      <a:pt x="12" y="75"/>
                    </a:cubicBezTo>
                    <a:cubicBezTo>
                      <a:pt x="12" y="75"/>
                      <a:pt x="0" y="87"/>
                      <a:pt x="15" y="86"/>
                    </a:cubicBezTo>
                    <a:cubicBezTo>
                      <a:pt x="30" y="85"/>
                      <a:pt x="41" y="80"/>
                      <a:pt x="41" y="80"/>
                    </a:cubicBezTo>
                    <a:cubicBezTo>
                      <a:pt x="41" y="80"/>
                      <a:pt x="37" y="90"/>
                      <a:pt x="45" y="87"/>
                    </a:cubicBezTo>
                    <a:cubicBezTo>
                      <a:pt x="53" y="84"/>
                      <a:pt x="72" y="65"/>
                      <a:pt x="72" y="65"/>
                    </a:cubicBezTo>
                    <a:cubicBezTo>
                      <a:pt x="72" y="65"/>
                      <a:pt x="106" y="53"/>
                      <a:pt x="117" y="61"/>
                    </a:cubicBezTo>
                    <a:cubicBezTo>
                      <a:pt x="123" y="65"/>
                      <a:pt x="135" y="68"/>
                      <a:pt x="145" y="71"/>
                    </a:cubicBezTo>
                    <a:cubicBezTo>
                      <a:pt x="148" y="64"/>
                      <a:pt x="151" y="58"/>
                      <a:pt x="154" y="52"/>
                    </a:cubicBezTo>
                    <a:cubicBezTo>
                      <a:pt x="138" y="49"/>
                      <a:pt x="116" y="44"/>
                      <a:pt x="116" y="44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37" name="Freeform 253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074034D3-6A2F-4FFE-BD12-CB2C6C0BE48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21" y="1946"/>
                <a:ext cx="7" cy="4"/>
              </a:xfrm>
              <a:custGeom>
                <a:avLst/>
                <a:gdLst/>
                <a:ahLst/>
                <a:cxnLst>
                  <a:cxn ang="0">
                    <a:pos x="16" y="7"/>
                  </a:cxn>
                  <a:cxn ang="0">
                    <a:pos x="8" y="0"/>
                  </a:cxn>
                  <a:cxn ang="0">
                    <a:pos x="0" y="9"/>
                  </a:cxn>
                  <a:cxn ang="0">
                    <a:pos x="16" y="7"/>
                  </a:cxn>
                </a:cxnLst>
                <a:rect l="0" t="0" r="r" b="b"/>
                <a:pathLst>
                  <a:path w="16" h="9">
                    <a:moveTo>
                      <a:pt x="16" y="7"/>
                    </a:moveTo>
                    <a:lnTo>
                      <a:pt x="8" y="0"/>
                    </a:lnTo>
                    <a:lnTo>
                      <a:pt x="0" y="9"/>
                    </a:lnTo>
                    <a:lnTo>
                      <a:pt x="16" y="7"/>
                    </a:ln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38" name="Freeform 254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E6BD95ED-E63F-4909-93C4-24DEF02806E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92" y="1991"/>
                <a:ext cx="19" cy="14"/>
              </a:xfrm>
              <a:custGeom>
                <a:avLst/>
                <a:gdLst/>
                <a:ahLst/>
                <a:cxnLst>
                  <a:cxn ang="0">
                    <a:pos x="9" y="17"/>
                  </a:cxn>
                  <a:cxn ang="0">
                    <a:pos x="17" y="22"/>
                  </a:cxn>
                  <a:cxn ang="0">
                    <a:pos x="31" y="8"/>
                  </a:cxn>
                  <a:cxn ang="0">
                    <a:pos x="16" y="0"/>
                  </a:cxn>
                  <a:cxn ang="0">
                    <a:pos x="9" y="17"/>
                  </a:cxn>
                </a:cxnLst>
                <a:rect l="0" t="0" r="r" b="b"/>
                <a:pathLst>
                  <a:path w="31" h="22">
                    <a:moveTo>
                      <a:pt x="9" y="17"/>
                    </a:moveTo>
                    <a:cubicBezTo>
                      <a:pt x="12" y="21"/>
                      <a:pt x="15" y="22"/>
                      <a:pt x="17" y="22"/>
                    </a:cubicBezTo>
                    <a:cubicBezTo>
                      <a:pt x="22" y="18"/>
                      <a:pt x="27" y="13"/>
                      <a:pt x="31" y="8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0" y="7"/>
                      <a:pt x="9" y="17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39" name="Freeform 255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6B689599-1EA1-454B-958E-AB1205A51EA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29" y="1956"/>
                <a:ext cx="6" cy="8"/>
              </a:xfrm>
              <a:custGeom>
                <a:avLst/>
                <a:gdLst/>
                <a:ahLst/>
                <a:cxnLst>
                  <a:cxn ang="0">
                    <a:pos x="1" y="9"/>
                  </a:cxn>
                  <a:cxn ang="0">
                    <a:pos x="8" y="7"/>
                  </a:cxn>
                  <a:cxn ang="0">
                    <a:pos x="1" y="9"/>
                  </a:cxn>
                </a:cxnLst>
                <a:rect l="0" t="0" r="r" b="b"/>
                <a:pathLst>
                  <a:path w="9" h="14">
                    <a:moveTo>
                      <a:pt x="1" y="9"/>
                    </a:moveTo>
                    <a:cubicBezTo>
                      <a:pt x="0" y="12"/>
                      <a:pt x="9" y="14"/>
                      <a:pt x="8" y="7"/>
                    </a:cubicBezTo>
                    <a:cubicBezTo>
                      <a:pt x="7" y="0"/>
                      <a:pt x="2" y="3"/>
                      <a:pt x="1" y="9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40" name="Freeform 256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3D183C07-FED1-4DB9-9BCD-83C4CAC8DA1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23" y="1911"/>
                <a:ext cx="13" cy="18"/>
              </a:xfrm>
              <a:custGeom>
                <a:avLst/>
                <a:gdLst/>
                <a:ahLst/>
                <a:cxnLst>
                  <a:cxn ang="0">
                    <a:pos x="22" y="39"/>
                  </a:cxn>
                  <a:cxn ang="0">
                    <a:pos x="31" y="23"/>
                  </a:cxn>
                  <a:cxn ang="0">
                    <a:pos x="0" y="0"/>
                  </a:cxn>
                  <a:cxn ang="0">
                    <a:pos x="22" y="39"/>
                  </a:cxn>
                </a:cxnLst>
                <a:rect l="0" t="0" r="r" b="b"/>
                <a:pathLst>
                  <a:path w="31" h="39">
                    <a:moveTo>
                      <a:pt x="22" y="39"/>
                    </a:moveTo>
                    <a:lnTo>
                      <a:pt x="31" y="23"/>
                    </a:lnTo>
                    <a:lnTo>
                      <a:pt x="0" y="0"/>
                    </a:lnTo>
                    <a:lnTo>
                      <a:pt x="22" y="39"/>
                    </a:ln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41" name="Freeform 257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B231B6F4-BD94-4CC0-8E61-BF5F1F4029D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39" y="1935"/>
                <a:ext cx="16" cy="17"/>
              </a:xfrm>
              <a:custGeom>
                <a:avLst/>
                <a:gdLst/>
                <a:ahLst/>
                <a:cxnLst>
                  <a:cxn ang="0">
                    <a:pos x="2" y="12"/>
                  </a:cxn>
                  <a:cxn ang="0">
                    <a:pos x="19" y="19"/>
                  </a:cxn>
                  <a:cxn ang="0">
                    <a:pos x="2" y="12"/>
                  </a:cxn>
                </a:cxnLst>
                <a:rect l="0" t="0" r="r" b="b"/>
                <a:pathLst>
                  <a:path w="25" h="27">
                    <a:moveTo>
                      <a:pt x="2" y="12"/>
                    </a:moveTo>
                    <a:cubicBezTo>
                      <a:pt x="4" y="24"/>
                      <a:pt x="14" y="27"/>
                      <a:pt x="19" y="19"/>
                    </a:cubicBezTo>
                    <a:cubicBezTo>
                      <a:pt x="25" y="9"/>
                      <a:pt x="0" y="0"/>
                      <a:pt x="2" y="12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42" name="Freeform 258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45A87ECB-DA92-41D8-815A-B272EE78819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59" y="1924"/>
                <a:ext cx="12" cy="10"/>
              </a:xfrm>
              <a:custGeom>
                <a:avLst/>
                <a:gdLst/>
                <a:ahLst/>
                <a:cxnLst>
                  <a:cxn ang="0">
                    <a:pos x="16" y="4"/>
                  </a:cxn>
                  <a:cxn ang="0">
                    <a:pos x="0" y="11"/>
                  </a:cxn>
                  <a:cxn ang="0">
                    <a:pos x="16" y="4"/>
                  </a:cxn>
                </a:cxnLst>
                <a:rect l="0" t="0" r="r" b="b"/>
                <a:pathLst>
                  <a:path w="20" h="16">
                    <a:moveTo>
                      <a:pt x="16" y="4"/>
                    </a:moveTo>
                    <a:cubicBezTo>
                      <a:pt x="12" y="0"/>
                      <a:pt x="0" y="3"/>
                      <a:pt x="0" y="11"/>
                    </a:cubicBezTo>
                    <a:cubicBezTo>
                      <a:pt x="0" y="16"/>
                      <a:pt x="20" y="8"/>
                      <a:pt x="16" y="4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43" name="Freeform 259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817F3AC4-2FC5-4D55-9473-DCF94DC6790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98" y="1790"/>
                <a:ext cx="171" cy="134"/>
              </a:xfrm>
              <a:custGeom>
                <a:avLst/>
                <a:gdLst/>
                <a:ahLst/>
                <a:cxnLst>
                  <a:cxn ang="0">
                    <a:pos x="275" y="22"/>
                  </a:cxn>
                  <a:cxn ang="0">
                    <a:pos x="263" y="5"/>
                  </a:cxn>
                  <a:cxn ang="0">
                    <a:pos x="249" y="6"/>
                  </a:cxn>
                  <a:cxn ang="0">
                    <a:pos x="237" y="25"/>
                  </a:cxn>
                  <a:cxn ang="0">
                    <a:pos x="214" y="25"/>
                  </a:cxn>
                  <a:cxn ang="0">
                    <a:pos x="191" y="20"/>
                  </a:cxn>
                  <a:cxn ang="0">
                    <a:pos x="161" y="9"/>
                  </a:cxn>
                  <a:cxn ang="0">
                    <a:pos x="141" y="15"/>
                  </a:cxn>
                  <a:cxn ang="0">
                    <a:pos x="111" y="18"/>
                  </a:cxn>
                  <a:cxn ang="0">
                    <a:pos x="101" y="29"/>
                  </a:cxn>
                  <a:cxn ang="0">
                    <a:pos x="70" y="36"/>
                  </a:cxn>
                  <a:cxn ang="0">
                    <a:pos x="43" y="45"/>
                  </a:cxn>
                  <a:cxn ang="0">
                    <a:pos x="38" y="56"/>
                  </a:cxn>
                  <a:cxn ang="0">
                    <a:pos x="38" y="58"/>
                  </a:cxn>
                  <a:cxn ang="0">
                    <a:pos x="38" y="59"/>
                  </a:cxn>
                  <a:cxn ang="0">
                    <a:pos x="38" y="61"/>
                  </a:cxn>
                  <a:cxn ang="0">
                    <a:pos x="37" y="62"/>
                  </a:cxn>
                  <a:cxn ang="0">
                    <a:pos x="36" y="64"/>
                  </a:cxn>
                  <a:cxn ang="0">
                    <a:pos x="21" y="84"/>
                  </a:cxn>
                  <a:cxn ang="0">
                    <a:pos x="3" y="93"/>
                  </a:cxn>
                  <a:cxn ang="0">
                    <a:pos x="5" y="116"/>
                  </a:cxn>
                  <a:cxn ang="0">
                    <a:pos x="29" y="156"/>
                  </a:cxn>
                  <a:cxn ang="0">
                    <a:pos x="76" y="178"/>
                  </a:cxn>
                  <a:cxn ang="0">
                    <a:pos x="141" y="193"/>
                  </a:cxn>
                  <a:cxn ang="0">
                    <a:pos x="166" y="188"/>
                  </a:cxn>
                  <a:cxn ang="0">
                    <a:pos x="117" y="157"/>
                  </a:cxn>
                  <a:cxn ang="0">
                    <a:pos x="169" y="178"/>
                  </a:cxn>
                  <a:cxn ang="0">
                    <a:pos x="153" y="156"/>
                  </a:cxn>
                  <a:cxn ang="0">
                    <a:pos x="123" y="117"/>
                  </a:cxn>
                  <a:cxn ang="0">
                    <a:pos x="104" y="64"/>
                  </a:cxn>
                  <a:cxn ang="0">
                    <a:pos x="129" y="78"/>
                  </a:cxn>
                  <a:cxn ang="0">
                    <a:pos x="148" y="94"/>
                  </a:cxn>
                  <a:cxn ang="0">
                    <a:pos x="143" y="79"/>
                  </a:cxn>
                  <a:cxn ang="0">
                    <a:pos x="152" y="77"/>
                  </a:cxn>
                  <a:cxn ang="0">
                    <a:pos x="156" y="58"/>
                  </a:cxn>
                  <a:cxn ang="0">
                    <a:pos x="193" y="62"/>
                  </a:cxn>
                  <a:cxn ang="0">
                    <a:pos x="258" y="52"/>
                  </a:cxn>
                  <a:cxn ang="0">
                    <a:pos x="261" y="24"/>
                  </a:cxn>
                </a:cxnLst>
                <a:rect l="0" t="0" r="r" b="b"/>
                <a:pathLst>
                  <a:path w="276" h="216">
                    <a:moveTo>
                      <a:pt x="261" y="24"/>
                    </a:moveTo>
                    <a:cubicBezTo>
                      <a:pt x="262" y="18"/>
                      <a:pt x="275" y="22"/>
                      <a:pt x="275" y="22"/>
                    </a:cubicBezTo>
                    <a:cubicBezTo>
                      <a:pt x="275" y="22"/>
                      <a:pt x="276" y="14"/>
                      <a:pt x="273" y="9"/>
                    </a:cubicBezTo>
                    <a:cubicBezTo>
                      <a:pt x="270" y="4"/>
                      <a:pt x="263" y="5"/>
                      <a:pt x="263" y="5"/>
                    </a:cubicBezTo>
                    <a:cubicBezTo>
                      <a:pt x="261" y="0"/>
                      <a:pt x="261" y="0"/>
                      <a:pt x="261" y="0"/>
                    </a:cubicBezTo>
                    <a:cubicBezTo>
                      <a:pt x="249" y="6"/>
                      <a:pt x="249" y="6"/>
                      <a:pt x="249" y="6"/>
                    </a:cubicBezTo>
                    <a:cubicBezTo>
                      <a:pt x="249" y="6"/>
                      <a:pt x="255" y="14"/>
                      <a:pt x="253" y="19"/>
                    </a:cubicBezTo>
                    <a:cubicBezTo>
                      <a:pt x="251" y="24"/>
                      <a:pt x="237" y="25"/>
                      <a:pt x="237" y="25"/>
                    </a:cubicBezTo>
                    <a:cubicBezTo>
                      <a:pt x="227" y="17"/>
                      <a:pt x="227" y="17"/>
                      <a:pt x="227" y="17"/>
                    </a:cubicBezTo>
                    <a:cubicBezTo>
                      <a:pt x="227" y="17"/>
                      <a:pt x="222" y="24"/>
                      <a:pt x="214" y="25"/>
                    </a:cubicBezTo>
                    <a:cubicBezTo>
                      <a:pt x="206" y="26"/>
                      <a:pt x="205" y="17"/>
                      <a:pt x="205" y="17"/>
                    </a:cubicBezTo>
                    <a:cubicBezTo>
                      <a:pt x="205" y="17"/>
                      <a:pt x="199" y="20"/>
                      <a:pt x="191" y="20"/>
                    </a:cubicBezTo>
                    <a:cubicBezTo>
                      <a:pt x="183" y="20"/>
                      <a:pt x="179" y="6"/>
                      <a:pt x="179" y="6"/>
                    </a:cubicBezTo>
                    <a:cubicBezTo>
                      <a:pt x="161" y="9"/>
                      <a:pt x="161" y="9"/>
                      <a:pt x="161" y="9"/>
                    </a:cubicBezTo>
                    <a:cubicBezTo>
                      <a:pt x="155" y="21"/>
                      <a:pt x="155" y="21"/>
                      <a:pt x="155" y="21"/>
                    </a:cubicBezTo>
                    <a:cubicBezTo>
                      <a:pt x="141" y="15"/>
                      <a:pt x="141" y="15"/>
                      <a:pt x="141" y="15"/>
                    </a:cubicBezTo>
                    <a:cubicBezTo>
                      <a:pt x="141" y="15"/>
                      <a:pt x="131" y="25"/>
                      <a:pt x="123" y="25"/>
                    </a:cubicBezTo>
                    <a:cubicBezTo>
                      <a:pt x="118" y="25"/>
                      <a:pt x="114" y="21"/>
                      <a:pt x="111" y="18"/>
                    </a:cubicBezTo>
                    <a:cubicBezTo>
                      <a:pt x="111" y="18"/>
                      <a:pt x="111" y="18"/>
                      <a:pt x="111" y="18"/>
                    </a:cubicBezTo>
                    <a:cubicBezTo>
                      <a:pt x="108" y="22"/>
                      <a:pt x="105" y="25"/>
                      <a:pt x="101" y="29"/>
                    </a:cubicBezTo>
                    <a:cubicBezTo>
                      <a:pt x="99" y="30"/>
                      <a:pt x="98" y="31"/>
                      <a:pt x="97" y="32"/>
                    </a:cubicBezTo>
                    <a:cubicBezTo>
                      <a:pt x="89" y="40"/>
                      <a:pt x="70" y="36"/>
                      <a:pt x="70" y="36"/>
                    </a:cubicBezTo>
                    <a:cubicBezTo>
                      <a:pt x="70" y="36"/>
                      <a:pt x="71" y="41"/>
                      <a:pt x="67" y="47"/>
                    </a:cubicBezTo>
                    <a:cubicBezTo>
                      <a:pt x="63" y="53"/>
                      <a:pt x="43" y="45"/>
                      <a:pt x="43" y="45"/>
                    </a:cubicBezTo>
                    <a:cubicBezTo>
                      <a:pt x="38" y="50"/>
                      <a:pt x="38" y="50"/>
                      <a:pt x="38" y="50"/>
                    </a:cubicBezTo>
                    <a:cubicBezTo>
                      <a:pt x="38" y="52"/>
                      <a:pt x="38" y="54"/>
                      <a:pt x="38" y="56"/>
                    </a:cubicBezTo>
                    <a:cubicBezTo>
                      <a:pt x="38" y="56"/>
                      <a:pt x="38" y="56"/>
                      <a:pt x="38" y="56"/>
                    </a:cubicBezTo>
                    <a:cubicBezTo>
                      <a:pt x="38" y="57"/>
                      <a:pt x="38" y="57"/>
                      <a:pt x="38" y="58"/>
                    </a:cubicBezTo>
                    <a:cubicBezTo>
                      <a:pt x="38" y="58"/>
                      <a:pt x="38" y="58"/>
                      <a:pt x="38" y="58"/>
                    </a:cubicBezTo>
                    <a:cubicBezTo>
                      <a:pt x="38" y="59"/>
                      <a:pt x="38" y="59"/>
                      <a:pt x="38" y="59"/>
                    </a:cubicBezTo>
                    <a:cubicBezTo>
                      <a:pt x="38" y="60"/>
                      <a:pt x="38" y="60"/>
                      <a:pt x="38" y="60"/>
                    </a:cubicBezTo>
                    <a:cubicBezTo>
                      <a:pt x="38" y="60"/>
                      <a:pt x="38" y="61"/>
                      <a:pt x="38" y="61"/>
                    </a:cubicBezTo>
                    <a:cubicBezTo>
                      <a:pt x="38" y="61"/>
                      <a:pt x="38" y="61"/>
                      <a:pt x="38" y="62"/>
                    </a:cubicBezTo>
                    <a:cubicBezTo>
                      <a:pt x="37" y="62"/>
                      <a:pt x="37" y="62"/>
                      <a:pt x="37" y="62"/>
                    </a:cubicBezTo>
                    <a:cubicBezTo>
                      <a:pt x="37" y="63"/>
                      <a:pt x="37" y="63"/>
                      <a:pt x="37" y="63"/>
                    </a:cubicBezTo>
                    <a:cubicBezTo>
                      <a:pt x="37" y="63"/>
                      <a:pt x="36" y="64"/>
                      <a:pt x="36" y="64"/>
                    </a:cubicBezTo>
                    <a:cubicBezTo>
                      <a:pt x="31" y="68"/>
                      <a:pt x="21" y="70"/>
                      <a:pt x="21" y="70"/>
                    </a:cubicBezTo>
                    <a:cubicBezTo>
                      <a:pt x="21" y="84"/>
                      <a:pt x="21" y="84"/>
                      <a:pt x="21" y="84"/>
                    </a:cubicBezTo>
                    <a:cubicBezTo>
                      <a:pt x="13" y="89"/>
                      <a:pt x="13" y="89"/>
                      <a:pt x="13" y="89"/>
                    </a:cubicBezTo>
                    <a:cubicBezTo>
                      <a:pt x="13" y="89"/>
                      <a:pt x="4" y="86"/>
                      <a:pt x="3" y="93"/>
                    </a:cubicBezTo>
                    <a:cubicBezTo>
                      <a:pt x="2" y="100"/>
                      <a:pt x="3" y="109"/>
                      <a:pt x="3" y="109"/>
                    </a:cubicBezTo>
                    <a:cubicBezTo>
                      <a:pt x="5" y="116"/>
                      <a:pt x="5" y="116"/>
                      <a:pt x="5" y="116"/>
                    </a:cubicBezTo>
                    <a:cubicBezTo>
                      <a:pt x="5" y="116"/>
                      <a:pt x="0" y="133"/>
                      <a:pt x="9" y="136"/>
                    </a:cubicBezTo>
                    <a:cubicBezTo>
                      <a:pt x="18" y="139"/>
                      <a:pt x="29" y="156"/>
                      <a:pt x="29" y="156"/>
                    </a:cubicBezTo>
                    <a:cubicBezTo>
                      <a:pt x="29" y="156"/>
                      <a:pt x="39" y="179"/>
                      <a:pt x="47" y="179"/>
                    </a:cubicBezTo>
                    <a:cubicBezTo>
                      <a:pt x="55" y="179"/>
                      <a:pt x="76" y="178"/>
                      <a:pt x="76" y="178"/>
                    </a:cubicBezTo>
                    <a:cubicBezTo>
                      <a:pt x="76" y="178"/>
                      <a:pt x="90" y="173"/>
                      <a:pt x="97" y="176"/>
                    </a:cubicBezTo>
                    <a:cubicBezTo>
                      <a:pt x="104" y="179"/>
                      <a:pt x="141" y="193"/>
                      <a:pt x="141" y="193"/>
                    </a:cubicBezTo>
                    <a:cubicBezTo>
                      <a:pt x="141" y="193"/>
                      <a:pt x="163" y="216"/>
                      <a:pt x="168" y="210"/>
                    </a:cubicBezTo>
                    <a:cubicBezTo>
                      <a:pt x="173" y="204"/>
                      <a:pt x="174" y="195"/>
                      <a:pt x="166" y="188"/>
                    </a:cubicBezTo>
                    <a:cubicBezTo>
                      <a:pt x="158" y="181"/>
                      <a:pt x="142" y="168"/>
                      <a:pt x="139" y="167"/>
                    </a:cubicBezTo>
                    <a:cubicBezTo>
                      <a:pt x="136" y="166"/>
                      <a:pt x="117" y="157"/>
                      <a:pt x="117" y="157"/>
                    </a:cubicBezTo>
                    <a:cubicBezTo>
                      <a:pt x="117" y="157"/>
                      <a:pt x="124" y="151"/>
                      <a:pt x="128" y="152"/>
                    </a:cubicBezTo>
                    <a:cubicBezTo>
                      <a:pt x="132" y="153"/>
                      <a:pt x="155" y="176"/>
                      <a:pt x="169" y="178"/>
                    </a:cubicBezTo>
                    <a:cubicBezTo>
                      <a:pt x="183" y="180"/>
                      <a:pt x="189" y="164"/>
                      <a:pt x="176" y="162"/>
                    </a:cubicBezTo>
                    <a:cubicBezTo>
                      <a:pt x="163" y="160"/>
                      <a:pt x="153" y="156"/>
                      <a:pt x="153" y="156"/>
                    </a:cubicBezTo>
                    <a:cubicBezTo>
                      <a:pt x="153" y="156"/>
                      <a:pt x="139" y="148"/>
                      <a:pt x="137" y="141"/>
                    </a:cubicBezTo>
                    <a:cubicBezTo>
                      <a:pt x="135" y="134"/>
                      <a:pt x="123" y="117"/>
                      <a:pt x="123" y="117"/>
                    </a:cubicBezTo>
                    <a:cubicBezTo>
                      <a:pt x="123" y="117"/>
                      <a:pt x="112" y="100"/>
                      <a:pt x="107" y="94"/>
                    </a:cubicBezTo>
                    <a:cubicBezTo>
                      <a:pt x="102" y="88"/>
                      <a:pt x="97" y="67"/>
                      <a:pt x="104" y="64"/>
                    </a:cubicBezTo>
                    <a:cubicBezTo>
                      <a:pt x="111" y="61"/>
                      <a:pt x="113" y="78"/>
                      <a:pt x="121" y="78"/>
                    </a:cubicBezTo>
                    <a:cubicBezTo>
                      <a:pt x="123" y="78"/>
                      <a:pt x="126" y="78"/>
                      <a:pt x="129" y="78"/>
                    </a:cubicBezTo>
                    <a:cubicBezTo>
                      <a:pt x="133" y="86"/>
                      <a:pt x="137" y="95"/>
                      <a:pt x="139" y="96"/>
                    </a:cubicBezTo>
                    <a:cubicBezTo>
                      <a:pt x="142" y="98"/>
                      <a:pt x="148" y="94"/>
                      <a:pt x="148" y="94"/>
                    </a:cubicBezTo>
                    <a:cubicBezTo>
                      <a:pt x="140" y="79"/>
                      <a:pt x="140" y="79"/>
                      <a:pt x="140" y="79"/>
                    </a:cubicBezTo>
                    <a:cubicBezTo>
                      <a:pt x="141" y="79"/>
                      <a:pt x="142" y="79"/>
                      <a:pt x="143" y="79"/>
                    </a:cubicBezTo>
                    <a:cubicBezTo>
                      <a:pt x="161" y="90"/>
                      <a:pt x="161" y="90"/>
                      <a:pt x="161" y="90"/>
                    </a:cubicBezTo>
                    <a:cubicBezTo>
                      <a:pt x="152" y="77"/>
                      <a:pt x="152" y="77"/>
                      <a:pt x="152" y="77"/>
                    </a:cubicBezTo>
                    <a:cubicBezTo>
                      <a:pt x="152" y="77"/>
                      <a:pt x="153" y="77"/>
                      <a:pt x="153" y="77"/>
                    </a:cubicBezTo>
                    <a:cubicBezTo>
                      <a:pt x="156" y="74"/>
                      <a:pt x="157" y="66"/>
                      <a:pt x="156" y="58"/>
                    </a:cubicBezTo>
                    <a:cubicBezTo>
                      <a:pt x="155" y="50"/>
                      <a:pt x="173" y="46"/>
                      <a:pt x="182" y="49"/>
                    </a:cubicBezTo>
                    <a:cubicBezTo>
                      <a:pt x="191" y="52"/>
                      <a:pt x="184" y="65"/>
                      <a:pt x="193" y="62"/>
                    </a:cubicBezTo>
                    <a:cubicBezTo>
                      <a:pt x="202" y="59"/>
                      <a:pt x="205" y="44"/>
                      <a:pt x="210" y="43"/>
                    </a:cubicBezTo>
                    <a:cubicBezTo>
                      <a:pt x="215" y="42"/>
                      <a:pt x="258" y="52"/>
                      <a:pt x="258" y="52"/>
                    </a:cubicBezTo>
                    <a:cubicBezTo>
                      <a:pt x="258" y="52"/>
                      <a:pt x="261" y="47"/>
                      <a:pt x="263" y="40"/>
                    </a:cubicBezTo>
                    <a:cubicBezTo>
                      <a:pt x="265" y="33"/>
                      <a:pt x="260" y="30"/>
                      <a:pt x="261" y="24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44" name="Freeform 260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6F5DAFC5-E081-4016-BDB4-CE44A5226F4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54" y="1894"/>
                <a:ext cx="9" cy="17"/>
              </a:xfrm>
              <a:custGeom>
                <a:avLst/>
                <a:gdLst/>
                <a:ahLst/>
                <a:cxnLst>
                  <a:cxn ang="0">
                    <a:pos x="20" y="0"/>
                  </a:cxn>
                  <a:cxn ang="0">
                    <a:pos x="2" y="0"/>
                  </a:cxn>
                  <a:cxn ang="0">
                    <a:pos x="0" y="17"/>
                  </a:cxn>
                  <a:cxn ang="0">
                    <a:pos x="13" y="40"/>
                  </a:cxn>
                  <a:cxn ang="0">
                    <a:pos x="20" y="0"/>
                  </a:cxn>
                </a:cxnLst>
                <a:rect l="0" t="0" r="r" b="b"/>
                <a:pathLst>
                  <a:path w="20" h="40">
                    <a:moveTo>
                      <a:pt x="20" y="0"/>
                    </a:moveTo>
                    <a:lnTo>
                      <a:pt x="2" y="0"/>
                    </a:lnTo>
                    <a:lnTo>
                      <a:pt x="0" y="17"/>
                    </a:lnTo>
                    <a:lnTo>
                      <a:pt x="13" y="40"/>
                    </a:lnTo>
                    <a:lnTo>
                      <a:pt x="20" y="0"/>
                    </a:ln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45" name="Freeform 261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B92BF24E-8516-439F-B760-F6324831C0C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53" y="1869"/>
                <a:ext cx="23" cy="15"/>
              </a:xfrm>
              <a:custGeom>
                <a:avLst/>
                <a:gdLst/>
                <a:ahLst/>
                <a:cxnLst>
                  <a:cxn ang="0">
                    <a:pos x="19" y="0"/>
                  </a:cxn>
                  <a:cxn ang="0">
                    <a:pos x="0" y="5"/>
                  </a:cxn>
                  <a:cxn ang="0">
                    <a:pos x="14" y="14"/>
                  </a:cxn>
                  <a:cxn ang="0">
                    <a:pos x="28" y="21"/>
                  </a:cxn>
                  <a:cxn ang="0">
                    <a:pos x="19" y="0"/>
                  </a:cxn>
                </a:cxnLst>
                <a:rect l="0" t="0" r="r" b="b"/>
                <a:pathLst>
                  <a:path w="37" h="25">
                    <a:moveTo>
                      <a:pt x="19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21"/>
                      <a:pt x="14" y="14"/>
                      <a:pt x="14" y="14"/>
                    </a:cubicBezTo>
                    <a:cubicBezTo>
                      <a:pt x="14" y="14"/>
                      <a:pt x="19" y="25"/>
                      <a:pt x="28" y="21"/>
                    </a:cubicBezTo>
                    <a:cubicBezTo>
                      <a:pt x="37" y="17"/>
                      <a:pt x="19" y="0"/>
                      <a:pt x="19" y="0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46" name="Freeform 262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B27E1256-A182-4DB3-A5BB-C61F65ADA0C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00" y="1835"/>
                <a:ext cx="15" cy="8"/>
              </a:xfrm>
              <a:custGeom>
                <a:avLst/>
                <a:gdLst/>
                <a:ahLst/>
                <a:cxnLst>
                  <a:cxn ang="0">
                    <a:pos x="26" y="17"/>
                  </a:cxn>
                  <a:cxn ang="0">
                    <a:pos x="35" y="7"/>
                  </a:cxn>
                  <a:cxn ang="0">
                    <a:pos x="0" y="0"/>
                  </a:cxn>
                  <a:cxn ang="0">
                    <a:pos x="26" y="17"/>
                  </a:cxn>
                </a:cxnLst>
                <a:rect l="0" t="0" r="r" b="b"/>
                <a:pathLst>
                  <a:path w="35" h="17">
                    <a:moveTo>
                      <a:pt x="26" y="17"/>
                    </a:moveTo>
                    <a:lnTo>
                      <a:pt x="35" y="7"/>
                    </a:lnTo>
                    <a:lnTo>
                      <a:pt x="0" y="0"/>
                    </a:lnTo>
                    <a:lnTo>
                      <a:pt x="26" y="17"/>
                    </a:ln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47" name="Freeform 263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D73BECA1-0B36-43D9-8ED3-FBC5F061262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73" y="1967"/>
                <a:ext cx="12" cy="13"/>
              </a:xfrm>
              <a:custGeom>
                <a:avLst/>
                <a:gdLst/>
                <a:ahLst/>
                <a:cxnLst>
                  <a:cxn ang="0">
                    <a:pos x="6" y="2"/>
                  </a:cxn>
                  <a:cxn ang="0">
                    <a:pos x="12" y="15"/>
                  </a:cxn>
                  <a:cxn ang="0">
                    <a:pos x="6" y="2"/>
                  </a:cxn>
                </a:cxnLst>
                <a:rect l="0" t="0" r="r" b="b"/>
                <a:pathLst>
                  <a:path w="19" h="21">
                    <a:moveTo>
                      <a:pt x="6" y="2"/>
                    </a:moveTo>
                    <a:cubicBezTo>
                      <a:pt x="0" y="4"/>
                      <a:pt x="5" y="21"/>
                      <a:pt x="12" y="15"/>
                    </a:cubicBezTo>
                    <a:cubicBezTo>
                      <a:pt x="19" y="9"/>
                      <a:pt x="13" y="0"/>
                      <a:pt x="6" y="2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48" name="Freeform 264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DC149F85-39CF-4ECC-9FC0-B27CBAED40A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27" y="1906"/>
                <a:ext cx="65" cy="58"/>
              </a:xfrm>
              <a:custGeom>
                <a:avLst/>
                <a:gdLst/>
                <a:ahLst/>
                <a:cxnLst>
                  <a:cxn ang="0">
                    <a:pos x="96" y="46"/>
                  </a:cxn>
                  <a:cxn ang="0">
                    <a:pos x="105" y="42"/>
                  </a:cxn>
                  <a:cxn ang="0">
                    <a:pos x="85" y="26"/>
                  </a:cxn>
                  <a:cxn ang="0">
                    <a:pos x="32" y="0"/>
                  </a:cxn>
                  <a:cxn ang="0">
                    <a:pos x="18" y="6"/>
                  </a:cxn>
                  <a:cxn ang="0">
                    <a:pos x="11" y="6"/>
                  </a:cxn>
                  <a:cxn ang="0">
                    <a:pos x="0" y="21"/>
                  </a:cxn>
                  <a:cxn ang="0">
                    <a:pos x="19" y="38"/>
                  </a:cxn>
                  <a:cxn ang="0">
                    <a:pos x="16" y="65"/>
                  </a:cxn>
                  <a:cxn ang="0">
                    <a:pos x="34" y="74"/>
                  </a:cxn>
                  <a:cxn ang="0">
                    <a:pos x="46" y="68"/>
                  </a:cxn>
                  <a:cxn ang="0">
                    <a:pos x="60" y="94"/>
                  </a:cxn>
                  <a:cxn ang="0">
                    <a:pos x="66" y="76"/>
                  </a:cxn>
                  <a:cxn ang="0">
                    <a:pos x="75" y="89"/>
                  </a:cxn>
                  <a:cxn ang="0">
                    <a:pos x="91" y="95"/>
                  </a:cxn>
                  <a:cxn ang="0">
                    <a:pos x="82" y="84"/>
                  </a:cxn>
                  <a:cxn ang="0">
                    <a:pos x="86" y="79"/>
                  </a:cxn>
                  <a:cxn ang="0">
                    <a:pos x="84" y="64"/>
                  </a:cxn>
                  <a:cxn ang="0">
                    <a:pos x="70" y="35"/>
                  </a:cxn>
                  <a:cxn ang="0">
                    <a:pos x="96" y="46"/>
                  </a:cxn>
                </a:cxnLst>
                <a:rect l="0" t="0" r="r" b="b"/>
                <a:pathLst>
                  <a:path w="105" h="95">
                    <a:moveTo>
                      <a:pt x="96" y="46"/>
                    </a:moveTo>
                    <a:cubicBezTo>
                      <a:pt x="105" y="42"/>
                      <a:pt x="105" y="42"/>
                      <a:pt x="105" y="42"/>
                    </a:cubicBezTo>
                    <a:cubicBezTo>
                      <a:pt x="105" y="42"/>
                      <a:pt x="94" y="35"/>
                      <a:pt x="85" y="26"/>
                    </a:cubicBezTo>
                    <a:cubicBezTo>
                      <a:pt x="76" y="17"/>
                      <a:pt x="32" y="0"/>
                      <a:pt x="32" y="0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9" y="38"/>
                      <a:pt x="16" y="55"/>
                      <a:pt x="16" y="65"/>
                    </a:cubicBezTo>
                    <a:cubicBezTo>
                      <a:pt x="16" y="75"/>
                      <a:pt x="31" y="81"/>
                      <a:pt x="34" y="74"/>
                    </a:cubicBezTo>
                    <a:cubicBezTo>
                      <a:pt x="37" y="67"/>
                      <a:pt x="46" y="68"/>
                      <a:pt x="46" y="68"/>
                    </a:cubicBezTo>
                    <a:cubicBezTo>
                      <a:pt x="60" y="94"/>
                      <a:pt x="60" y="94"/>
                      <a:pt x="60" y="94"/>
                    </a:cubicBezTo>
                    <a:cubicBezTo>
                      <a:pt x="66" y="76"/>
                      <a:pt x="66" y="76"/>
                      <a:pt x="66" y="76"/>
                    </a:cubicBezTo>
                    <a:cubicBezTo>
                      <a:pt x="75" y="89"/>
                      <a:pt x="75" y="89"/>
                      <a:pt x="75" y="89"/>
                    </a:cubicBezTo>
                    <a:cubicBezTo>
                      <a:pt x="91" y="95"/>
                      <a:pt x="91" y="95"/>
                      <a:pt x="91" y="95"/>
                    </a:cubicBezTo>
                    <a:cubicBezTo>
                      <a:pt x="82" y="84"/>
                      <a:pt x="82" y="84"/>
                      <a:pt x="82" y="84"/>
                    </a:cubicBezTo>
                    <a:cubicBezTo>
                      <a:pt x="86" y="79"/>
                      <a:pt x="86" y="79"/>
                      <a:pt x="86" y="79"/>
                    </a:cubicBezTo>
                    <a:cubicBezTo>
                      <a:pt x="84" y="64"/>
                      <a:pt x="84" y="64"/>
                      <a:pt x="84" y="64"/>
                    </a:cubicBezTo>
                    <a:cubicBezTo>
                      <a:pt x="84" y="64"/>
                      <a:pt x="67" y="43"/>
                      <a:pt x="70" y="35"/>
                    </a:cubicBezTo>
                    <a:cubicBezTo>
                      <a:pt x="73" y="27"/>
                      <a:pt x="96" y="46"/>
                      <a:pt x="96" y="46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49" name="Freeform 265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A2C56378-DBAD-41B3-9ED6-FAE30CE1312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04" y="1914"/>
                <a:ext cx="16" cy="12"/>
              </a:xfrm>
              <a:custGeom>
                <a:avLst/>
                <a:gdLst/>
                <a:ahLst/>
                <a:cxnLst>
                  <a:cxn ang="0">
                    <a:pos x="9" y="7"/>
                  </a:cxn>
                  <a:cxn ang="0">
                    <a:pos x="20" y="20"/>
                  </a:cxn>
                  <a:cxn ang="0">
                    <a:pos x="9" y="7"/>
                  </a:cxn>
                </a:cxnLst>
                <a:rect l="0" t="0" r="r" b="b"/>
                <a:pathLst>
                  <a:path w="26" h="20">
                    <a:moveTo>
                      <a:pt x="9" y="7"/>
                    </a:moveTo>
                    <a:cubicBezTo>
                      <a:pt x="0" y="14"/>
                      <a:pt x="20" y="20"/>
                      <a:pt x="20" y="20"/>
                    </a:cubicBezTo>
                    <a:cubicBezTo>
                      <a:pt x="26" y="16"/>
                      <a:pt x="18" y="0"/>
                      <a:pt x="9" y="7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50" name="Freeform 266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778ADD67-3166-47C1-8C84-3C46B102900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01" y="1897"/>
                <a:ext cx="15" cy="14"/>
              </a:xfrm>
              <a:custGeom>
                <a:avLst/>
                <a:gdLst/>
                <a:ahLst/>
                <a:cxnLst>
                  <a:cxn ang="0">
                    <a:pos x="0" y="21"/>
                  </a:cxn>
                  <a:cxn ang="0">
                    <a:pos x="35" y="31"/>
                  </a:cxn>
                  <a:cxn ang="0">
                    <a:pos x="20" y="0"/>
                  </a:cxn>
                  <a:cxn ang="0">
                    <a:pos x="0" y="21"/>
                  </a:cxn>
                </a:cxnLst>
                <a:rect l="0" t="0" r="r" b="b"/>
                <a:pathLst>
                  <a:path w="35" h="31">
                    <a:moveTo>
                      <a:pt x="0" y="21"/>
                    </a:moveTo>
                    <a:lnTo>
                      <a:pt x="35" y="31"/>
                    </a:lnTo>
                    <a:lnTo>
                      <a:pt x="20" y="0"/>
                    </a:lnTo>
                    <a:lnTo>
                      <a:pt x="0" y="21"/>
                    </a:ln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51" name="Freeform 267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563F09F3-CFF0-481B-B9A9-31C0E5359DD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11" y="1924"/>
                <a:ext cx="10" cy="10"/>
              </a:xfrm>
              <a:custGeom>
                <a:avLst/>
                <a:gdLst/>
                <a:ahLst/>
                <a:cxnLst>
                  <a:cxn ang="0">
                    <a:pos x="5" y="5"/>
                  </a:cxn>
                  <a:cxn ang="0">
                    <a:pos x="8" y="15"/>
                  </a:cxn>
                  <a:cxn ang="0">
                    <a:pos x="5" y="5"/>
                  </a:cxn>
                </a:cxnLst>
                <a:rect l="0" t="0" r="r" b="b"/>
                <a:pathLst>
                  <a:path w="17" h="16">
                    <a:moveTo>
                      <a:pt x="5" y="5"/>
                    </a:moveTo>
                    <a:cubicBezTo>
                      <a:pt x="0" y="10"/>
                      <a:pt x="3" y="16"/>
                      <a:pt x="8" y="15"/>
                    </a:cubicBezTo>
                    <a:cubicBezTo>
                      <a:pt x="17" y="13"/>
                      <a:pt x="10" y="0"/>
                      <a:pt x="5" y="5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52" name="Freeform 268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613A663A-6620-44B5-B8F4-703CA5157C2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10" y="1881"/>
                <a:ext cx="10" cy="7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16" y="12"/>
                  </a:cxn>
                  <a:cxn ang="0">
                    <a:pos x="6" y="0"/>
                  </a:cxn>
                </a:cxnLst>
                <a:rect l="0" t="0" r="r" b="b"/>
                <a:pathLst>
                  <a:path w="16" h="12">
                    <a:moveTo>
                      <a:pt x="6" y="0"/>
                    </a:moveTo>
                    <a:cubicBezTo>
                      <a:pt x="6" y="0"/>
                      <a:pt x="0" y="12"/>
                      <a:pt x="16" y="12"/>
                    </a:cubicBezTo>
                    <a:lnTo>
                      <a:pt x="6" y="0"/>
                    </a:ln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53" name="Freeform 269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45FAB81C-84DC-4D30-BEDE-AA8412BC97C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61" y="1759"/>
                <a:ext cx="61" cy="103"/>
              </a:xfrm>
              <a:custGeom>
                <a:avLst/>
                <a:gdLst/>
                <a:ahLst/>
                <a:cxnLst>
                  <a:cxn ang="0">
                    <a:pos x="62" y="142"/>
                  </a:cxn>
                  <a:cxn ang="0">
                    <a:pos x="72" y="138"/>
                  </a:cxn>
                  <a:cxn ang="0">
                    <a:pos x="80" y="133"/>
                  </a:cxn>
                  <a:cxn ang="0">
                    <a:pos x="80" y="119"/>
                  </a:cxn>
                  <a:cxn ang="0">
                    <a:pos x="95" y="113"/>
                  </a:cxn>
                  <a:cxn ang="0">
                    <a:pos x="96" y="112"/>
                  </a:cxn>
                  <a:cxn ang="0">
                    <a:pos x="96" y="111"/>
                  </a:cxn>
                  <a:cxn ang="0">
                    <a:pos x="97" y="111"/>
                  </a:cxn>
                  <a:cxn ang="0">
                    <a:pos x="97" y="110"/>
                  </a:cxn>
                  <a:cxn ang="0">
                    <a:pos x="97" y="109"/>
                  </a:cxn>
                  <a:cxn ang="0">
                    <a:pos x="97" y="108"/>
                  </a:cxn>
                  <a:cxn ang="0">
                    <a:pos x="97" y="107"/>
                  </a:cxn>
                  <a:cxn ang="0">
                    <a:pos x="97" y="107"/>
                  </a:cxn>
                  <a:cxn ang="0">
                    <a:pos x="97" y="105"/>
                  </a:cxn>
                  <a:cxn ang="0">
                    <a:pos x="97" y="105"/>
                  </a:cxn>
                  <a:cxn ang="0">
                    <a:pos x="97" y="99"/>
                  </a:cxn>
                  <a:cxn ang="0">
                    <a:pos x="95" y="93"/>
                  </a:cxn>
                  <a:cxn ang="0">
                    <a:pos x="95" y="92"/>
                  </a:cxn>
                  <a:cxn ang="0">
                    <a:pos x="77" y="99"/>
                  </a:cxn>
                  <a:cxn ang="0">
                    <a:pos x="77" y="85"/>
                  </a:cxn>
                  <a:cxn ang="0">
                    <a:pos x="69" y="79"/>
                  </a:cxn>
                  <a:cxn ang="0">
                    <a:pos x="71" y="67"/>
                  </a:cxn>
                  <a:cxn ang="0">
                    <a:pos x="66" y="56"/>
                  </a:cxn>
                  <a:cxn ang="0">
                    <a:pos x="68" y="41"/>
                  </a:cxn>
                  <a:cxn ang="0">
                    <a:pos x="68" y="29"/>
                  </a:cxn>
                  <a:cxn ang="0">
                    <a:pos x="64" y="19"/>
                  </a:cxn>
                  <a:cxn ang="0">
                    <a:pos x="55" y="19"/>
                  </a:cxn>
                  <a:cxn ang="0">
                    <a:pos x="47" y="4"/>
                  </a:cxn>
                  <a:cxn ang="0">
                    <a:pos x="41" y="10"/>
                  </a:cxn>
                  <a:cxn ang="0">
                    <a:pos x="23" y="0"/>
                  </a:cxn>
                  <a:cxn ang="0">
                    <a:pos x="21" y="14"/>
                  </a:cxn>
                  <a:cxn ang="0">
                    <a:pos x="15" y="19"/>
                  </a:cxn>
                  <a:cxn ang="0">
                    <a:pos x="0" y="19"/>
                  </a:cxn>
                  <a:cxn ang="0">
                    <a:pos x="9" y="25"/>
                  </a:cxn>
                  <a:cxn ang="0">
                    <a:pos x="15" y="22"/>
                  </a:cxn>
                  <a:cxn ang="0">
                    <a:pos x="17" y="32"/>
                  </a:cxn>
                  <a:cxn ang="0">
                    <a:pos x="10" y="41"/>
                  </a:cxn>
                  <a:cxn ang="0">
                    <a:pos x="14" y="45"/>
                  </a:cxn>
                  <a:cxn ang="0">
                    <a:pos x="30" y="45"/>
                  </a:cxn>
                  <a:cxn ang="0">
                    <a:pos x="24" y="96"/>
                  </a:cxn>
                  <a:cxn ang="0">
                    <a:pos x="17" y="129"/>
                  </a:cxn>
                  <a:cxn ang="0">
                    <a:pos x="40" y="144"/>
                  </a:cxn>
                  <a:cxn ang="0">
                    <a:pos x="41" y="163"/>
                  </a:cxn>
                  <a:cxn ang="0">
                    <a:pos x="64" y="165"/>
                  </a:cxn>
                  <a:cxn ang="0">
                    <a:pos x="62" y="158"/>
                  </a:cxn>
                  <a:cxn ang="0">
                    <a:pos x="62" y="142"/>
                  </a:cxn>
                </a:cxnLst>
                <a:rect l="0" t="0" r="r" b="b"/>
                <a:pathLst>
                  <a:path w="97" h="165">
                    <a:moveTo>
                      <a:pt x="62" y="142"/>
                    </a:moveTo>
                    <a:cubicBezTo>
                      <a:pt x="63" y="135"/>
                      <a:pt x="72" y="138"/>
                      <a:pt x="72" y="138"/>
                    </a:cubicBezTo>
                    <a:cubicBezTo>
                      <a:pt x="80" y="133"/>
                      <a:pt x="80" y="133"/>
                      <a:pt x="80" y="133"/>
                    </a:cubicBezTo>
                    <a:cubicBezTo>
                      <a:pt x="80" y="119"/>
                      <a:pt x="80" y="119"/>
                      <a:pt x="80" y="119"/>
                    </a:cubicBezTo>
                    <a:cubicBezTo>
                      <a:pt x="80" y="119"/>
                      <a:pt x="90" y="117"/>
                      <a:pt x="95" y="113"/>
                    </a:cubicBezTo>
                    <a:cubicBezTo>
                      <a:pt x="95" y="113"/>
                      <a:pt x="96" y="112"/>
                      <a:pt x="96" y="112"/>
                    </a:cubicBezTo>
                    <a:cubicBezTo>
                      <a:pt x="96" y="112"/>
                      <a:pt x="96" y="112"/>
                      <a:pt x="96" y="111"/>
                    </a:cubicBezTo>
                    <a:cubicBezTo>
                      <a:pt x="96" y="111"/>
                      <a:pt x="96" y="111"/>
                      <a:pt x="97" y="111"/>
                    </a:cubicBezTo>
                    <a:cubicBezTo>
                      <a:pt x="97" y="110"/>
                      <a:pt x="97" y="110"/>
                      <a:pt x="97" y="110"/>
                    </a:cubicBezTo>
                    <a:cubicBezTo>
                      <a:pt x="97" y="110"/>
                      <a:pt x="97" y="109"/>
                      <a:pt x="97" y="109"/>
                    </a:cubicBezTo>
                    <a:cubicBezTo>
                      <a:pt x="97" y="109"/>
                      <a:pt x="97" y="109"/>
                      <a:pt x="97" y="108"/>
                    </a:cubicBezTo>
                    <a:cubicBezTo>
                      <a:pt x="97" y="108"/>
                      <a:pt x="97" y="108"/>
                      <a:pt x="97" y="107"/>
                    </a:cubicBezTo>
                    <a:cubicBezTo>
                      <a:pt x="97" y="107"/>
                      <a:pt x="97" y="107"/>
                      <a:pt x="97" y="107"/>
                    </a:cubicBezTo>
                    <a:cubicBezTo>
                      <a:pt x="97" y="106"/>
                      <a:pt x="97" y="106"/>
                      <a:pt x="97" y="105"/>
                    </a:cubicBezTo>
                    <a:cubicBezTo>
                      <a:pt x="97" y="105"/>
                      <a:pt x="97" y="105"/>
                      <a:pt x="97" y="105"/>
                    </a:cubicBezTo>
                    <a:cubicBezTo>
                      <a:pt x="97" y="103"/>
                      <a:pt x="97" y="101"/>
                      <a:pt x="97" y="99"/>
                    </a:cubicBezTo>
                    <a:cubicBezTo>
                      <a:pt x="96" y="96"/>
                      <a:pt x="96" y="94"/>
                      <a:pt x="95" y="93"/>
                    </a:cubicBezTo>
                    <a:cubicBezTo>
                      <a:pt x="95" y="92"/>
                      <a:pt x="95" y="92"/>
                      <a:pt x="95" y="92"/>
                    </a:cubicBezTo>
                    <a:cubicBezTo>
                      <a:pt x="77" y="99"/>
                      <a:pt x="77" y="99"/>
                      <a:pt x="77" y="99"/>
                    </a:cubicBezTo>
                    <a:cubicBezTo>
                      <a:pt x="77" y="85"/>
                      <a:pt x="77" y="85"/>
                      <a:pt x="77" y="85"/>
                    </a:cubicBezTo>
                    <a:cubicBezTo>
                      <a:pt x="77" y="85"/>
                      <a:pt x="69" y="84"/>
                      <a:pt x="69" y="79"/>
                    </a:cubicBezTo>
                    <a:cubicBezTo>
                      <a:pt x="69" y="74"/>
                      <a:pt x="71" y="67"/>
                      <a:pt x="71" y="67"/>
                    </a:cubicBezTo>
                    <a:cubicBezTo>
                      <a:pt x="66" y="56"/>
                      <a:pt x="66" y="56"/>
                      <a:pt x="66" y="56"/>
                    </a:cubicBezTo>
                    <a:cubicBezTo>
                      <a:pt x="68" y="41"/>
                      <a:pt x="68" y="41"/>
                      <a:pt x="68" y="41"/>
                    </a:cubicBezTo>
                    <a:cubicBezTo>
                      <a:pt x="68" y="29"/>
                      <a:pt x="68" y="29"/>
                      <a:pt x="68" y="29"/>
                    </a:cubicBezTo>
                    <a:cubicBezTo>
                      <a:pt x="64" y="19"/>
                      <a:pt x="64" y="19"/>
                      <a:pt x="64" y="19"/>
                    </a:cubicBezTo>
                    <a:cubicBezTo>
                      <a:pt x="55" y="19"/>
                      <a:pt x="55" y="19"/>
                      <a:pt x="55" y="19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14" y="45"/>
                      <a:pt x="14" y="45"/>
                      <a:pt x="14" y="45"/>
                    </a:cubicBezTo>
                    <a:cubicBezTo>
                      <a:pt x="30" y="45"/>
                      <a:pt x="30" y="45"/>
                      <a:pt x="30" y="45"/>
                    </a:cubicBezTo>
                    <a:cubicBezTo>
                      <a:pt x="30" y="45"/>
                      <a:pt x="25" y="84"/>
                      <a:pt x="24" y="96"/>
                    </a:cubicBezTo>
                    <a:cubicBezTo>
                      <a:pt x="23" y="108"/>
                      <a:pt x="12" y="124"/>
                      <a:pt x="17" y="129"/>
                    </a:cubicBezTo>
                    <a:cubicBezTo>
                      <a:pt x="22" y="134"/>
                      <a:pt x="40" y="144"/>
                      <a:pt x="40" y="144"/>
                    </a:cubicBezTo>
                    <a:cubicBezTo>
                      <a:pt x="40" y="144"/>
                      <a:pt x="37" y="164"/>
                      <a:pt x="41" y="163"/>
                    </a:cubicBezTo>
                    <a:cubicBezTo>
                      <a:pt x="45" y="162"/>
                      <a:pt x="64" y="165"/>
                      <a:pt x="64" y="165"/>
                    </a:cubicBezTo>
                    <a:cubicBezTo>
                      <a:pt x="62" y="158"/>
                      <a:pt x="62" y="158"/>
                      <a:pt x="62" y="158"/>
                    </a:cubicBezTo>
                    <a:cubicBezTo>
                      <a:pt x="62" y="158"/>
                      <a:pt x="61" y="149"/>
                      <a:pt x="62" y="142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54" name="Freeform 270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C0DD9AA9-25E6-402B-AA06-D00BC4131BA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22" y="18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1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55" name="Freeform 271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92207278-F40D-43DB-B153-4B138DDD72F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22" y="1825"/>
                <a:ext cx="0" cy="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56" name="Freeform 272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78585C97-ED49-44E2-B57C-104D3A9F868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21" y="1828"/>
                <a:ext cx="1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57" name="Freeform 273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F0618795-B99D-4B50-B1F1-6A23DA731D2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20" y="1829"/>
                <a:ext cx="1" cy="1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1" y="0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58" name="Freeform 274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82B19DBE-2E60-42FF-B42E-4FA6D73FD52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22" y="182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1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59" name="Freeform 275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FFD6DF15-F9C3-4654-88C0-10CA4ED60BA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22" y="1821"/>
                <a:ext cx="0" cy="4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6"/>
                  </a:cxn>
                </a:cxnLst>
                <a:rect l="0" t="0" r="r" b="b"/>
                <a:pathLst>
                  <a:path h="6">
                    <a:moveTo>
                      <a:pt x="0" y="6"/>
                    </a:moveTo>
                    <a:cubicBezTo>
                      <a:pt x="0" y="4"/>
                      <a:pt x="0" y="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4"/>
                      <a:pt x="0" y="6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60" name="Freeform 276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28440F3E-F391-4F34-B313-101836EB420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48" y="1710"/>
                <a:ext cx="167" cy="96"/>
              </a:xfrm>
              <a:custGeom>
                <a:avLst/>
                <a:gdLst/>
                <a:ahLst/>
                <a:cxnLst>
                  <a:cxn ang="0">
                    <a:pos x="239" y="75"/>
                  </a:cxn>
                  <a:cxn ang="0">
                    <a:pos x="267" y="44"/>
                  </a:cxn>
                  <a:cxn ang="0">
                    <a:pos x="245" y="22"/>
                  </a:cxn>
                  <a:cxn ang="0">
                    <a:pos x="219" y="10"/>
                  </a:cxn>
                  <a:cxn ang="0">
                    <a:pos x="188" y="8"/>
                  </a:cxn>
                  <a:cxn ang="0">
                    <a:pos x="170" y="11"/>
                  </a:cxn>
                  <a:cxn ang="0">
                    <a:pos x="140" y="29"/>
                  </a:cxn>
                  <a:cxn ang="0">
                    <a:pos x="105" y="22"/>
                  </a:cxn>
                  <a:cxn ang="0">
                    <a:pos x="84" y="26"/>
                  </a:cxn>
                  <a:cxn ang="0">
                    <a:pos x="46" y="14"/>
                  </a:cxn>
                  <a:cxn ang="0">
                    <a:pos x="22" y="18"/>
                  </a:cxn>
                  <a:cxn ang="0">
                    <a:pos x="17" y="1"/>
                  </a:cxn>
                  <a:cxn ang="0">
                    <a:pos x="9" y="8"/>
                  </a:cxn>
                  <a:cxn ang="0">
                    <a:pos x="3" y="28"/>
                  </a:cxn>
                  <a:cxn ang="0">
                    <a:pos x="10" y="40"/>
                  </a:cxn>
                  <a:cxn ang="0">
                    <a:pos x="26" y="57"/>
                  </a:cxn>
                  <a:cxn ang="0">
                    <a:pos x="7" y="69"/>
                  </a:cxn>
                  <a:cxn ang="0">
                    <a:pos x="10" y="91"/>
                  </a:cxn>
                  <a:cxn ang="0">
                    <a:pos x="9" y="92"/>
                  </a:cxn>
                  <a:cxn ang="0">
                    <a:pos x="8" y="93"/>
                  </a:cxn>
                  <a:cxn ang="0">
                    <a:pos x="7" y="94"/>
                  </a:cxn>
                  <a:cxn ang="0">
                    <a:pos x="5" y="94"/>
                  </a:cxn>
                  <a:cxn ang="0">
                    <a:pos x="3" y="94"/>
                  </a:cxn>
                  <a:cxn ang="0">
                    <a:pos x="2" y="95"/>
                  </a:cxn>
                  <a:cxn ang="0">
                    <a:pos x="8" y="104"/>
                  </a:cxn>
                  <a:cxn ang="0">
                    <a:pos x="13" y="112"/>
                  </a:cxn>
                  <a:cxn ang="0">
                    <a:pos x="33" y="139"/>
                  </a:cxn>
                  <a:cxn ang="0">
                    <a:pos x="31" y="143"/>
                  </a:cxn>
                  <a:cxn ang="0">
                    <a:pos x="29" y="147"/>
                  </a:cxn>
                  <a:cxn ang="0">
                    <a:pos x="41" y="154"/>
                  </a:cxn>
                  <a:cxn ang="0">
                    <a:pos x="73" y="150"/>
                  </a:cxn>
                  <a:cxn ang="0">
                    <a:pos x="97" y="135"/>
                  </a:cxn>
                  <a:cxn ang="0">
                    <a:pos x="123" y="146"/>
                  </a:cxn>
                  <a:cxn ang="0">
                    <a:pos x="145" y="146"/>
                  </a:cxn>
                  <a:cxn ang="0">
                    <a:pos x="171" y="148"/>
                  </a:cxn>
                  <a:cxn ang="0">
                    <a:pos x="179" y="129"/>
                  </a:cxn>
                  <a:cxn ang="0">
                    <a:pos x="208" y="116"/>
                  </a:cxn>
                  <a:cxn ang="0">
                    <a:pos x="226" y="119"/>
                  </a:cxn>
                  <a:cxn ang="0">
                    <a:pos x="248" y="115"/>
                  </a:cxn>
                </a:cxnLst>
                <a:rect l="0" t="0" r="r" b="b"/>
                <a:pathLst>
                  <a:path w="267" h="155">
                    <a:moveTo>
                      <a:pt x="225" y="87"/>
                    </a:moveTo>
                    <a:cubicBezTo>
                      <a:pt x="225" y="87"/>
                      <a:pt x="235" y="82"/>
                      <a:pt x="239" y="75"/>
                    </a:cubicBezTo>
                    <a:cubicBezTo>
                      <a:pt x="243" y="68"/>
                      <a:pt x="232" y="54"/>
                      <a:pt x="241" y="47"/>
                    </a:cubicBezTo>
                    <a:cubicBezTo>
                      <a:pt x="250" y="40"/>
                      <a:pt x="267" y="44"/>
                      <a:pt x="267" y="44"/>
                    </a:cubicBezTo>
                    <a:cubicBezTo>
                      <a:pt x="267" y="44"/>
                      <a:pt x="265" y="35"/>
                      <a:pt x="264" y="23"/>
                    </a:cubicBezTo>
                    <a:cubicBezTo>
                      <a:pt x="257" y="24"/>
                      <a:pt x="248" y="24"/>
                      <a:pt x="245" y="22"/>
                    </a:cubicBezTo>
                    <a:cubicBezTo>
                      <a:pt x="240" y="19"/>
                      <a:pt x="237" y="12"/>
                      <a:pt x="237" y="12"/>
                    </a:cubicBezTo>
                    <a:cubicBezTo>
                      <a:pt x="237" y="12"/>
                      <a:pt x="228" y="10"/>
                      <a:pt x="219" y="10"/>
                    </a:cubicBezTo>
                    <a:cubicBezTo>
                      <a:pt x="210" y="10"/>
                      <a:pt x="203" y="2"/>
                      <a:pt x="194" y="2"/>
                    </a:cubicBezTo>
                    <a:cubicBezTo>
                      <a:pt x="185" y="2"/>
                      <a:pt x="188" y="8"/>
                      <a:pt x="188" y="8"/>
                    </a:cubicBezTo>
                    <a:cubicBezTo>
                      <a:pt x="169" y="6"/>
                      <a:pt x="169" y="6"/>
                      <a:pt x="169" y="6"/>
                    </a:cubicBezTo>
                    <a:cubicBezTo>
                      <a:pt x="170" y="11"/>
                      <a:pt x="170" y="11"/>
                      <a:pt x="170" y="11"/>
                    </a:cubicBezTo>
                    <a:cubicBezTo>
                      <a:pt x="170" y="11"/>
                      <a:pt x="164" y="10"/>
                      <a:pt x="157" y="12"/>
                    </a:cubicBezTo>
                    <a:cubicBezTo>
                      <a:pt x="150" y="14"/>
                      <a:pt x="151" y="30"/>
                      <a:pt x="140" y="29"/>
                    </a:cubicBezTo>
                    <a:cubicBezTo>
                      <a:pt x="129" y="28"/>
                      <a:pt x="118" y="23"/>
                      <a:pt x="118" y="23"/>
                    </a:cubicBezTo>
                    <a:cubicBezTo>
                      <a:pt x="105" y="22"/>
                      <a:pt x="105" y="22"/>
                      <a:pt x="105" y="22"/>
                    </a:cubicBezTo>
                    <a:cubicBezTo>
                      <a:pt x="92" y="17"/>
                      <a:pt x="92" y="17"/>
                      <a:pt x="92" y="17"/>
                    </a:cubicBezTo>
                    <a:cubicBezTo>
                      <a:pt x="92" y="17"/>
                      <a:pt x="97" y="26"/>
                      <a:pt x="84" y="26"/>
                    </a:cubicBezTo>
                    <a:cubicBezTo>
                      <a:pt x="71" y="26"/>
                      <a:pt x="62" y="21"/>
                      <a:pt x="62" y="21"/>
                    </a:cubicBezTo>
                    <a:cubicBezTo>
                      <a:pt x="46" y="14"/>
                      <a:pt x="46" y="14"/>
                      <a:pt x="46" y="14"/>
                    </a:cubicBezTo>
                    <a:cubicBezTo>
                      <a:pt x="39" y="21"/>
                      <a:pt x="39" y="21"/>
                      <a:pt x="39" y="21"/>
                    </a:cubicBezTo>
                    <a:cubicBezTo>
                      <a:pt x="39" y="21"/>
                      <a:pt x="22" y="22"/>
                      <a:pt x="22" y="18"/>
                    </a:cubicBezTo>
                    <a:cubicBezTo>
                      <a:pt x="22" y="14"/>
                      <a:pt x="31" y="9"/>
                      <a:pt x="29" y="5"/>
                    </a:cubicBezTo>
                    <a:cubicBezTo>
                      <a:pt x="27" y="1"/>
                      <a:pt x="17" y="1"/>
                      <a:pt x="17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23" y="47"/>
                      <a:pt x="23" y="47"/>
                      <a:pt x="23" y="47"/>
                    </a:cubicBezTo>
                    <a:cubicBezTo>
                      <a:pt x="23" y="47"/>
                      <a:pt x="28" y="53"/>
                      <a:pt x="26" y="57"/>
                    </a:cubicBezTo>
                    <a:cubicBezTo>
                      <a:pt x="24" y="61"/>
                      <a:pt x="20" y="68"/>
                      <a:pt x="20" y="68"/>
                    </a:cubicBezTo>
                    <a:cubicBezTo>
                      <a:pt x="20" y="68"/>
                      <a:pt x="9" y="65"/>
                      <a:pt x="7" y="69"/>
                    </a:cubicBezTo>
                    <a:cubicBezTo>
                      <a:pt x="5" y="73"/>
                      <a:pt x="8" y="80"/>
                      <a:pt x="8" y="80"/>
                    </a:cubicBezTo>
                    <a:cubicBezTo>
                      <a:pt x="8" y="80"/>
                      <a:pt x="11" y="88"/>
                      <a:pt x="10" y="91"/>
                    </a:cubicBezTo>
                    <a:cubicBezTo>
                      <a:pt x="10" y="91"/>
                      <a:pt x="10" y="92"/>
                      <a:pt x="9" y="92"/>
                    </a:cubicBezTo>
                    <a:cubicBezTo>
                      <a:pt x="9" y="92"/>
                      <a:pt x="9" y="92"/>
                      <a:pt x="9" y="92"/>
                    </a:cubicBezTo>
                    <a:cubicBezTo>
                      <a:pt x="9" y="92"/>
                      <a:pt x="9" y="92"/>
                      <a:pt x="8" y="93"/>
                    </a:cubicBezTo>
                    <a:cubicBezTo>
                      <a:pt x="8" y="93"/>
                      <a:pt x="8" y="93"/>
                      <a:pt x="8" y="93"/>
                    </a:cubicBezTo>
                    <a:cubicBezTo>
                      <a:pt x="8" y="93"/>
                      <a:pt x="7" y="93"/>
                      <a:pt x="7" y="93"/>
                    </a:cubicBezTo>
                    <a:cubicBezTo>
                      <a:pt x="7" y="93"/>
                      <a:pt x="7" y="94"/>
                      <a:pt x="7" y="94"/>
                    </a:cubicBezTo>
                    <a:cubicBezTo>
                      <a:pt x="6" y="94"/>
                      <a:pt x="6" y="94"/>
                      <a:pt x="5" y="94"/>
                    </a:cubicBezTo>
                    <a:cubicBezTo>
                      <a:pt x="5" y="94"/>
                      <a:pt x="5" y="94"/>
                      <a:pt x="5" y="94"/>
                    </a:cubicBezTo>
                    <a:cubicBezTo>
                      <a:pt x="4" y="94"/>
                      <a:pt x="4" y="94"/>
                      <a:pt x="4" y="94"/>
                    </a:cubicBezTo>
                    <a:cubicBezTo>
                      <a:pt x="4" y="94"/>
                      <a:pt x="4" y="94"/>
                      <a:pt x="3" y="94"/>
                    </a:cubicBezTo>
                    <a:cubicBezTo>
                      <a:pt x="3" y="95"/>
                      <a:pt x="3" y="95"/>
                      <a:pt x="3" y="95"/>
                    </a:cubicBezTo>
                    <a:cubicBezTo>
                      <a:pt x="2" y="95"/>
                      <a:pt x="2" y="95"/>
                      <a:pt x="2" y="95"/>
                    </a:cubicBezTo>
                    <a:cubicBezTo>
                      <a:pt x="2" y="95"/>
                      <a:pt x="2" y="95"/>
                      <a:pt x="2" y="95"/>
                    </a:cubicBezTo>
                    <a:cubicBezTo>
                      <a:pt x="8" y="104"/>
                      <a:pt x="8" y="104"/>
                      <a:pt x="8" y="104"/>
                    </a:cubicBezTo>
                    <a:cubicBezTo>
                      <a:pt x="13" y="104"/>
                      <a:pt x="13" y="104"/>
                      <a:pt x="13" y="104"/>
                    </a:cubicBezTo>
                    <a:cubicBezTo>
                      <a:pt x="13" y="112"/>
                      <a:pt x="13" y="112"/>
                      <a:pt x="13" y="112"/>
                    </a:cubicBezTo>
                    <a:cubicBezTo>
                      <a:pt x="25" y="121"/>
                      <a:pt x="25" y="121"/>
                      <a:pt x="25" y="121"/>
                    </a:cubicBezTo>
                    <a:cubicBezTo>
                      <a:pt x="25" y="121"/>
                      <a:pt x="36" y="128"/>
                      <a:pt x="33" y="139"/>
                    </a:cubicBezTo>
                    <a:cubicBezTo>
                      <a:pt x="33" y="140"/>
                      <a:pt x="32" y="141"/>
                      <a:pt x="32" y="142"/>
                    </a:cubicBezTo>
                    <a:cubicBezTo>
                      <a:pt x="32" y="142"/>
                      <a:pt x="32" y="143"/>
                      <a:pt x="31" y="143"/>
                    </a:cubicBezTo>
                    <a:cubicBezTo>
                      <a:pt x="31" y="144"/>
                      <a:pt x="31" y="144"/>
                      <a:pt x="31" y="145"/>
                    </a:cubicBezTo>
                    <a:cubicBezTo>
                      <a:pt x="30" y="146"/>
                      <a:pt x="30" y="147"/>
                      <a:pt x="29" y="147"/>
                    </a:cubicBezTo>
                    <a:cubicBezTo>
                      <a:pt x="29" y="147"/>
                      <a:pt x="29" y="147"/>
                      <a:pt x="29" y="147"/>
                    </a:cubicBezTo>
                    <a:cubicBezTo>
                      <a:pt x="32" y="150"/>
                      <a:pt x="36" y="154"/>
                      <a:pt x="41" y="154"/>
                    </a:cubicBezTo>
                    <a:cubicBezTo>
                      <a:pt x="49" y="154"/>
                      <a:pt x="59" y="144"/>
                      <a:pt x="59" y="144"/>
                    </a:cubicBezTo>
                    <a:cubicBezTo>
                      <a:pt x="73" y="150"/>
                      <a:pt x="73" y="150"/>
                      <a:pt x="73" y="150"/>
                    </a:cubicBezTo>
                    <a:cubicBezTo>
                      <a:pt x="79" y="138"/>
                      <a:pt x="79" y="138"/>
                      <a:pt x="79" y="138"/>
                    </a:cubicBezTo>
                    <a:cubicBezTo>
                      <a:pt x="97" y="135"/>
                      <a:pt x="97" y="135"/>
                      <a:pt x="97" y="135"/>
                    </a:cubicBezTo>
                    <a:cubicBezTo>
                      <a:pt x="97" y="135"/>
                      <a:pt x="101" y="149"/>
                      <a:pt x="109" y="149"/>
                    </a:cubicBezTo>
                    <a:cubicBezTo>
                      <a:pt x="117" y="149"/>
                      <a:pt x="123" y="146"/>
                      <a:pt x="123" y="146"/>
                    </a:cubicBezTo>
                    <a:cubicBezTo>
                      <a:pt x="123" y="146"/>
                      <a:pt x="124" y="155"/>
                      <a:pt x="132" y="154"/>
                    </a:cubicBezTo>
                    <a:cubicBezTo>
                      <a:pt x="140" y="153"/>
                      <a:pt x="145" y="146"/>
                      <a:pt x="145" y="146"/>
                    </a:cubicBezTo>
                    <a:cubicBezTo>
                      <a:pt x="155" y="154"/>
                      <a:pt x="155" y="154"/>
                      <a:pt x="155" y="154"/>
                    </a:cubicBezTo>
                    <a:cubicBezTo>
                      <a:pt x="155" y="154"/>
                      <a:pt x="169" y="153"/>
                      <a:pt x="171" y="148"/>
                    </a:cubicBezTo>
                    <a:cubicBezTo>
                      <a:pt x="173" y="143"/>
                      <a:pt x="167" y="135"/>
                      <a:pt x="167" y="135"/>
                    </a:cubicBezTo>
                    <a:cubicBezTo>
                      <a:pt x="179" y="129"/>
                      <a:pt x="179" y="129"/>
                      <a:pt x="179" y="129"/>
                    </a:cubicBezTo>
                    <a:cubicBezTo>
                      <a:pt x="188" y="114"/>
                      <a:pt x="188" y="114"/>
                      <a:pt x="188" y="114"/>
                    </a:cubicBezTo>
                    <a:cubicBezTo>
                      <a:pt x="208" y="116"/>
                      <a:pt x="208" y="116"/>
                      <a:pt x="208" y="116"/>
                    </a:cubicBezTo>
                    <a:cubicBezTo>
                      <a:pt x="216" y="106"/>
                      <a:pt x="216" y="106"/>
                      <a:pt x="216" y="106"/>
                    </a:cubicBezTo>
                    <a:cubicBezTo>
                      <a:pt x="226" y="119"/>
                      <a:pt x="226" y="119"/>
                      <a:pt x="226" y="119"/>
                    </a:cubicBezTo>
                    <a:cubicBezTo>
                      <a:pt x="226" y="119"/>
                      <a:pt x="240" y="121"/>
                      <a:pt x="249" y="120"/>
                    </a:cubicBezTo>
                    <a:cubicBezTo>
                      <a:pt x="248" y="117"/>
                      <a:pt x="248" y="115"/>
                      <a:pt x="248" y="115"/>
                    </a:cubicBezTo>
                    <a:lnTo>
                      <a:pt x="225" y="87"/>
                    </a:ln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61" name="Freeform 277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DDE7EF5D-0DDD-45D5-B9A8-58A30428FFE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02" y="1768"/>
                <a:ext cx="70" cy="54"/>
              </a:xfrm>
              <a:custGeom>
                <a:avLst/>
                <a:gdLst/>
                <a:ahLst/>
                <a:cxnLst>
                  <a:cxn ang="0">
                    <a:pos x="106" y="50"/>
                  </a:cxn>
                  <a:cxn ang="0">
                    <a:pos x="106" y="48"/>
                  </a:cxn>
                  <a:cxn ang="0">
                    <a:pos x="107" y="47"/>
                  </a:cxn>
                  <a:cxn ang="0">
                    <a:pos x="108" y="44"/>
                  </a:cxn>
                  <a:cxn ang="0">
                    <a:pos x="100" y="26"/>
                  </a:cxn>
                  <a:cxn ang="0">
                    <a:pos x="88" y="17"/>
                  </a:cxn>
                  <a:cxn ang="0">
                    <a:pos x="88" y="9"/>
                  </a:cxn>
                  <a:cxn ang="0">
                    <a:pos x="83" y="9"/>
                  </a:cxn>
                  <a:cxn ang="0">
                    <a:pos x="77" y="0"/>
                  </a:cxn>
                  <a:cxn ang="0">
                    <a:pos x="77" y="0"/>
                  </a:cxn>
                  <a:cxn ang="0">
                    <a:pos x="76" y="0"/>
                  </a:cxn>
                  <a:cxn ang="0">
                    <a:pos x="50" y="2"/>
                  </a:cxn>
                  <a:cxn ang="0">
                    <a:pos x="46" y="6"/>
                  </a:cxn>
                  <a:cxn ang="0">
                    <a:pos x="33" y="6"/>
                  </a:cxn>
                  <a:cxn ang="0">
                    <a:pos x="30" y="14"/>
                  </a:cxn>
                  <a:cxn ang="0">
                    <a:pos x="18" y="14"/>
                  </a:cxn>
                  <a:cxn ang="0">
                    <a:pos x="13" y="22"/>
                  </a:cxn>
                  <a:cxn ang="0">
                    <a:pos x="2" y="26"/>
                  </a:cxn>
                  <a:cxn ang="0">
                    <a:pos x="0" y="41"/>
                  </a:cxn>
                  <a:cxn ang="0">
                    <a:pos x="5" y="52"/>
                  </a:cxn>
                  <a:cxn ang="0">
                    <a:pos x="3" y="64"/>
                  </a:cxn>
                  <a:cxn ang="0">
                    <a:pos x="11" y="70"/>
                  </a:cxn>
                  <a:cxn ang="0">
                    <a:pos x="11" y="84"/>
                  </a:cxn>
                  <a:cxn ang="0">
                    <a:pos x="29" y="77"/>
                  </a:cxn>
                  <a:cxn ang="0">
                    <a:pos x="29" y="78"/>
                  </a:cxn>
                  <a:cxn ang="0">
                    <a:pos x="31" y="84"/>
                  </a:cxn>
                  <a:cxn ang="0">
                    <a:pos x="36" y="79"/>
                  </a:cxn>
                  <a:cxn ang="0">
                    <a:pos x="60" y="81"/>
                  </a:cxn>
                  <a:cxn ang="0">
                    <a:pos x="63" y="70"/>
                  </a:cxn>
                  <a:cxn ang="0">
                    <a:pos x="90" y="66"/>
                  </a:cxn>
                  <a:cxn ang="0">
                    <a:pos x="94" y="63"/>
                  </a:cxn>
                  <a:cxn ang="0">
                    <a:pos x="104" y="52"/>
                  </a:cxn>
                  <a:cxn ang="0">
                    <a:pos x="104" y="52"/>
                  </a:cxn>
                  <a:cxn ang="0">
                    <a:pos x="106" y="50"/>
                  </a:cxn>
                </a:cxnLst>
                <a:rect l="0" t="0" r="r" b="b"/>
                <a:pathLst>
                  <a:path w="111" h="87">
                    <a:moveTo>
                      <a:pt x="106" y="50"/>
                    </a:moveTo>
                    <a:cubicBezTo>
                      <a:pt x="106" y="49"/>
                      <a:pt x="106" y="49"/>
                      <a:pt x="106" y="48"/>
                    </a:cubicBezTo>
                    <a:cubicBezTo>
                      <a:pt x="107" y="48"/>
                      <a:pt x="107" y="47"/>
                      <a:pt x="107" y="47"/>
                    </a:cubicBezTo>
                    <a:cubicBezTo>
                      <a:pt x="107" y="46"/>
                      <a:pt x="108" y="45"/>
                      <a:pt x="108" y="44"/>
                    </a:cubicBezTo>
                    <a:cubicBezTo>
                      <a:pt x="111" y="33"/>
                      <a:pt x="100" y="26"/>
                      <a:pt x="100" y="26"/>
                    </a:cubicBezTo>
                    <a:cubicBezTo>
                      <a:pt x="88" y="17"/>
                      <a:pt x="88" y="17"/>
                      <a:pt x="88" y="17"/>
                    </a:cubicBezTo>
                    <a:cubicBezTo>
                      <a:pt x="88" y="9"/>
                      <a:pt x="88" y="9"/>
                      <a:pt x="88" y="9"/>
                    </a:cubicBezTo>
                    <a:cubicBezTo>
                      <a:pt x="83" y="9"/>
                      <a:pt x="83" y="9"/>
                      <a:pt x="83" y="9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77" y="0"/>
                      <a:pt x="76" y="0"/>
                      <a:pt x="76" y="0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7" y="14"/>
                      <a:pt x="30" y="14"/>
                    </a:cubicBezTo>
                    <a:cubicBezTo>
                      <a:pt x="23" y="14"/>
                      <a:pt x="18" y="14"/>
                      <a:pt x="18" y="14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5" y="52"/>
                      <a:pt x="5" y="52"/>
                      <a:pt x="5" y="52"/>
                    </a:cubicBezTo>
                    <a:cubicBezTo>
                      <a:pt x="5" y="52"/>
                      <a:pt x="3" y="59"/>
                      <a:pt x="3" y="64"/>
                    </a:cubicBezTo>
                    <a:cubicBezTo>
                      <a:pt x="3" y="69"/>
                      <a:pt x="11" y="70"/>
                      <a:pt x="11" y="70"/>
                    </a:cubicBezTo>
                    <a:cubicBezTo>
                      <a:pt x="11" y="84"/>
                      <a:pt x="11" y="84"/>
                      <a:pt x="11" y="84"/>
                    </a:cubicBezTo>
                    <a:cubicBezTo>
                      <a:pt x="29" y="77"/>
                      <a:pt x="29" y="77"/>
                      <a:pt x="29" y="77"/>
                    </a:cubicBezTo>
                    <a:cubicBezTo>
                      <a:pt x="29" y="77"/>
                      <a:pt x="29" y="77"/>
                      <a:pt x="29" y="78"/>
                    </a:cubicBezTo>
                    <a:cubicBezTo>
                      <a:pt x="30" y="79"/>
                      <a:pt x="30" y="81"/>
                      <a:pt x="31" y="84"/>
                    </a:cubicBezTo>
                    <a:cubicBezTo>
                      <a:pt x="36" y="79"/>
                      <a:pt x="36" y="79"/>
                      <a:pt x="36" y="79"/>
                    </a:cubicBezTo>
                    <a:cubicBezTo>
                      <a:pt x="36" y="79"/>
                      <a:pt x="56" y="87"/>
                      <a:pt x="60" y="81"/>
                    </a:cubicBezTo>
                    <a:cubicBezTo>
                      <a:pt x="64" y="75"/>
                      <a:pt x="63" y="70"/>
                      <a:pt x="63" y="70"/>
                    </a:cubicBezTo>
                    <a:cubicBezTo>
                      <a:pt x="63" y="70"/>
                      <a:pt x="82" y="74"/>
                      <a:pt x="90" y="66"/>
                    </a:cubicBezTo>
                    <a:cubicBezTo>
                      <a:pt x="91" y="65"/>
                      <a:pt x="92" y="64"/>
                      <a:pt x="94" y="63"/>
                    </a:cubicBezTo>
                    <a:cubicBezTo>
                      <a:pt x="98" y="59"/>
                      <a:pt x="101" y="56"/>
                      <a:pt x="104" y="52"/>
                    </a:cubicBezTo>
                    <a:cubicBezTo>
                      <a:pt x="104" y="52"/>
                      <a:pt x="104" y="52"/>
                      <a:pt x="104" y="52"/>
                    </a:cubicBezTo>
                    <a:cubicBezTo>
                      <a:pt x="105" y="52"/>
                      <a:pt x="105" y="51"/>
                      <a:pt x="106" y="50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62" name="Freeform 278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D1524196-1E85-4F2E-9E4E-B04F7E9B305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61" y="1801"/>
                <a:ext cx="6" cy="7"/>
              </a:xfrm>
              <a:custGeom>
                <a:avLst/>
                <a:gdLst/>
                <a:ahLst/>
                <a:cxnLst>
                  <a:cxn ang="0">
                    <a:pos x="0" y="11"/>
                  </a:cxn>
                  <a:cxn ang="0">
                    <a:pos x="10" y="0"/>
                  </a:cxn>
                  <a:cxn ang="0">
                    <a:pos x="0" y="11"/>
                  </a:cxn>
                </a:cxnLst>
                <a:rect l="0" t="0" r="r" b="b"/>
                <a:pathLst>
                  <a:path w="10" h="11">
                    <a:moveTo>
                      <a:pt x="0" y="11"/>
                    </a:moveTo>
                    <a:cubicBezTo>
                      <a:pt x="4" y="7"/>
                      <a:pt x="7" y="4"/>
                      <a:pt x="10" y="0"/>
                    </a:cubicBezTo>
                    <a:cubicBezTo>
                      <a:pt x="7" y="4"/>
                      <a:pt x="4" y="7"/>
                      <a:pt x="0" y="11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63" name="Freeform 279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4AFF31E3-2BF9-4482-A4CE-0CBC7985D7E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20" y="1817"/>
                <a:ext cx="2" cy="4"/>
              </a:xfrm>
              <a:custGeom>
                <a:avLst/>
                <a:gdLst/>
                <a:ahLst/>
                <a:cxnLst>
                  <a:cxn ang="0">
                    <a:pos x="2" y="6"/>
                  </a:cxn>
                  <a:cxn ang="0">
                    <a:pos x="2" y="6"/>
                  </a:cxn>
                  <a:cxn ang="0">
                    <a:pos x="0" y="0"/>
                  </a:cxn>
                  <a:cxn ang="0">
                    <a:pos x="2" y="6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1" y="3"/>
                      <a:pt x="1" y="1"/>
                      <a:pt x="0" y="0"/>
                    </a:cubicBezTo>
                    <a:cubicBezTo>
                      <a:pt x="1" y="1"/>
                      <a:pt x="1" y="3"/>
                      <a:pt x="2" y="6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64" name="Freeform 280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EDBBCE48-1AC2-4E82-8AE2-7354A8145C7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20" y="1816"/>
                <a:ext cx="0" cy="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1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65" name="Freeform 281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515606CD-901F-4855-B9C8-2DAFCBD7C47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68" y="1797"/>
                <a:ext cx="0" cy="2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0" y="1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66" name="Freeform 282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B6DB4302-CF05-4DAE-8043-679FD742445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67" y="1800"/>
                <a:ext cx="1" cy="1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0" y="2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67" name="Freeform 283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1A93515D-93AC-4CC0-B936-CDC80424756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902" y="1607"/>
                <a:ext cx="9" cy="10"/>
              </a:xfrm>
              <a:custGeom>
                <a:avLst/>
                <a:gdLst/>
                <a:ahLst/>
                <a:cxnLst>
                  <a:cxn ang="0">
                    <a:pos x="4" y="14"/>
                  </a:cxn>
                  <a:cxn ang="0">
                    <a:pos x="12" y="16"/>
                  </a:cxn>
                  <a:cxn ang="0">
                    <a:pos x="15" y="16"/>
                  </a:cxn>
                  <a:cxn ang="0">
                    <a:pos x="15" y="6"/>
                  </a:cxn>
                  <a:cxn ang="0">
                    <a:pos x="15" y="5"/>
                  </a:cxn>
                  <a:cxn ang="0">
                    <a:pos x="14" y="4"/>
                  </a:cxn>
                  <a:cxn ang="0">
                    <a:pos x="14" y="3"/>
                  </a:cxn>
                  <a:cxn ang="0">
                    <a:pos x="13" y="0"/>
                  </a:cxn>
                  <a:cxn ang="0">
                    <a:pos x="11" y="1"/>
                  </a:cxn>
                  <a:cxn ang="0">
                    <a:pos x="4" y="14"/>
                  </a:cxn>
                </a:cxnLst>
                <a:rect l="0" t="0" r="r" b="b"/>
                <a:pathLst>
                  <a:path w="15" h="16">
                    <a:moveTo>
                      <a:pt x="4" y="14"/>
                    </a:moveTo>
                    <a:cubicBezTo>
                      <a:pt x="8" y="16"/>
                      <a:pt x="12" y="16"/>
                      <a:pt x="12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5" y="14"/>
                      <a:pt x="15" y="9"/>
                      <a:pt x="15" y="6"/>
                    </a:cubicBezTo>
                    <a:cubicBezTo>
                      <a:pt x="15" y="6"/>
                      <a:pt x="15" y="5"/>
                      <a:pt x="15" y="5"/>
                    </a:cubicBezTo>
                    <a:cubicBezTo>
                      <a:pt x="15" y="4"/>
                      <a:pt x="15" y="4"/>
                      <a:pt x="14" y="4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3" y="1"/>
                      <a:pt x="13" y="0"/>
                    </a:cubicBezTo>
                    <a:cubicBezTo>
                      <a:pt x="12" y="0"/>
                      <a:pt x="12" y="1"/>
                      <a:pt x="11" y="1"/>
                    </a:cubicBezTo>
                    <a:cubicBezTo>
                      <a:pt x="6" y="3"/>
                      <a:pt x="0" y="11"/>
                      <a:pt x="4" y="14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68" name="Freeform 284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4C586D2F-02D1-4CF8-817A-AC352BA4218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90" y="1577"/>
                <a:ext cx="254" cy="151"/>
              </a:xfrm>
              <a:custGeom>
                <a:avLst/>
                <a:gdLst/>
                <a:ahLst/>
                <a:cxnLst>
                  <a:cxn ang="0">
                    <a:pos x="382" y="148"/>
                  </a:cxn>
                  <a:cxn ang="0">
                    <a:pos x="350" y="157"/>
                  </a:cxn>
                  <a:cxn ang="0">
                    <a:pos x="347" y="156"/>
                  </a:cxn>
                  <a:cxn ang="0">
                    <a:pos x="344" y="155"/>
                  </a:cxn>
                  <a:cxn ang="0">
                    <a:pos x="342" y="153"/>
                  </a:cxn>
                  <a:cxn ang="0">
                    <a:pos x="340" y="151"/>
                  </a:cxn>
                  <a:cxn ang="0">
                    <a:pos x="337" y="146"/>
                  </a:cxn>
                  <a:cxn ang="0">
                    <a:pos x="337" y="144"/>
                  </a:cxn>
                  <a:cxn ang="0">
                    <a:pos x="336" y="142"/>
                  </a:cxn>
                  <a:cxn ang="0">
                    <a:pos x="336" y="140"/>
                  </a:cxn>
                  <a:cxn ang="0">
                    <a:pos x="336" y="138"/>
                  </a:cxn>
                  <a:cxn ang="0">
                    <a:pos x="336" y="136"/>
                  </a:cxn>
                  <a:cxn ang="0">
                    <a:pos x="336" y="134"/>
                  </a:cxn>
                  <a:cxn ang="0">
                    <a:pos x="336" y="133"/>
                  </a:cxn>
                  <a:cxn ang="0">
                    <a:pos x="336" y="132"/>
                  </a:cxn>
                  <a:cxn ang="0">
                    <a:pos x="336" y="132"/>
                  </a:cxn>
                  <a:cxn ang="0">
                    <a:pos x="337" y="98"/>
                  </a:cxn>
                  <a:cxn ang="0">
                    <a:pos x="334" y="73"/>
                  </a:cxn>
                  <a:cxn ang="0">
                    <a:pos x="315" y="53"/>
                  </a:cxn>
                  <a:cxn ang="0">
                    <a:pos x="301" y="38"/>
                  </a:cxn>
                  <a:cxn ang="0">
                    <a:pos x="287" y="19"/>
                  </a:cxn>
                  <a:cxn ang="0">
                    <a:pos x="263" y="0"/>
                  </a:cxn>
                  <a:cxn ang="0">
                    <a:pos x="256" y="0"/>
                  </a:cxn>
                  <a:cxn ang="0">
                    <a:pos x="241" y="14"/>
                  </a:cxn>
                  <a:cxn ang="0">
                    <a:pos x="240" y="15"/>
                  </a:cxn>
                  <a:cxn ang="0">
                    <a:pos x="225" y="14"/>
                  </a:cxn>
                  <a:cxn ang="0">
                    <a:pos x="204" y="18"/>
                  </a:cxn>
                  <a:cxn ang="0">
                    <a:pos x="172" y="13"/>
                  </a:cxn>
                  <a:cxn ang="0">
                    <a:pos x="145" y="15"/>
                  </a:cxn>
                  <a:cxn ang="0">
                    <a:pos x="123" y="11"/>
                  </a:cxn>
                  <a:cxn ang="0">
                    <a:pos x="90" y="25"/>
                  </a:cxn>
                  <a:cxn ang="0">
                    <a:pos x="69" y="50"/>
                  </a:cxn>
                  <a:cxn ang="0">
                    <a:pos x="46" y="80"/>
                  </a:cxn>
                  <a:cxn ang="0">
                    <a:pos x="29" y="104"/>
                  </a:cxn>
                  <a:cxn ang="0">
                    <a:pos x="16" y="111"/>
                  </a:cxn>
                  <a:cxn ang="0">
                    <a:pos x="1" y="116"/>
                  </a:cxn>
                  <a:cxn ang="0">
                    <a:pos x="22" y="128"/>
                  </a:cxn>
                  <a:cxn ang="0">
                    <a:pos x="38" y="157"/>
                  </a:cxn>
                  <a:cxn ang="0">
                    <a:pos x="51" y="174"/>
                  </a:cxn>
                  <a:cxn ang="0">
                    <a:pos x="72" y="187"/>
                  </a:cxn>
                  <a:cxn ang="0">
                    <a:pos x="94" y="187"/>
                  </a:cxn>
                  <a:cxn ang="0">
                    <a:pos x="107" y="197"/>
                  </a:cxn>
                  <a:cxn ang="0">
                    <a:pos x="107" y="209"/>
                  </a:cxn>
                  <a:cxn ang="0">
                    <a:pos x="113" y="216"/>
                  </a:cxn>
                  <a:cxn ang="0">
                    <a:pos x="118" y="233"/>
                  </a:cxn>
                  <a:cxn ang="0">
                    <a:pos x="142" y="229"/>
                  </a:cxn>
                  <a:cxn ang="0">
                    <a:pos x="180" y="241"/>
                  </a:cxn>
                  <a:cxn ang="0">
                    <a:pos x="201" y="237"/>
                  </a:cxn>
                  <a:cxn ang="0">
                    <a:pos x="236" y="244"/>
                  </a:cxn>
                  <a:cxn ang="0">
                    <a:pos x="266" y="226"/>
                  </a:cxn>
                  <a:cxn ang="0">
                    <a:pos x="284" y="223"/>
                  </a:cxn>
                  <a:cxn ang="0">
                    <a:pos x="315" y="225"/>
                  </a:cxn>
                  <a:cxn ang="0">
                    <a:pos x="341" y="237"/>
                  </a:cxn>
                  <a:cxn ang="0">
                    <a:pos x="364" y="206"/>
                  </a:cxn>
                  <a:cxn ang="0">
                    <a:pos x="407" y="171"/>
                  </a:cxn>
                  <a:cxn ang="0">
                    <a:pos x="385" y="148"/>
                  </a:cxn>
                </a:cxnLst>
                <a:rect l="0" t="0" r="r" b="b"/>
                <a:pathLst>
                  <a:path w="411" h="245">
                    <a:moveTo>
                      <a:pt x="385" y="148"/>
                    </a:moveTo>
                    <a:cubicBezTo>
                      <a:pt x="384" y="148"/>
                      <a:pt x="383" y="148"/>
                      <a:pt x="382" y="148"/>
                    </a:cubicBezTo>
                    <a:cubicBezTo>
                      <a:pt x="370" y="147"/>
                      <a:pt x="374" y="161"/>
                      <a:pt x="353" y="158"/>
                    </a:cubicBezTo>
                    <a:cubicBezTo>
                      <a:pt x="352" y="158"/>
                      <a:pt x="351" y="157"/>
                      <a:pt x="350" y="157"/>
                    </a:cubicBezTo>
                    <a:cubicBezTo>
                      <a:pt x="349" y="157"/>
                      <a:pt x="349" y="157"/>
                      <a:pt x="349" y="157"/>
                    </a:cubicBezTo>
                    <a:cubicBezTo>
                      <a:pt x="348" y="157"/>
                      <a:pt x="347" y="156"/>
                      <a:pt x="347" y="156"/>
                    </a:cubicBezTo>
                    <a:cubicBezTo>
                      <a:pt x="346" y="156"/>
                      <a:pt x="346" y="156"/>
                      <a:pt x="346" y="156"/>
                    </a:cubicBezTo>
                    <a:cubicBezTo>
                      <a:pt x="345" y="155"/>
                      <a:pt x="345" y="155"/>
                      <a:pt x="344" y="155"/>
                    </a:cubicBezTo>
                    <a:cubicBezTo>
                      <a:pt x="344" y="154"/>
                      <a:pt x="344" y="154"/>
                      <a:pt x="343" y="154"/>
                    </a:cubicBezTo>
                    <a:cubicBezTo>
                      <a:pt x="343" y="154"/>
                      <a:pt x="342" y="153"/>
                      <a:pt x="342" y="153"/>
                    </a:cubicBezTo>
                    <a:cubicBezTo>
                      <a:pt x="342" y="153"/>
                      <a:pt x="341" y="153"/>
                      <a:pt x="341" y="152"/>
                    </a:cubicBezTo>
                    <a:cubicBezTo>
                      <a:pt x="341" y="152"/>
                      <a:pt x="340" y="151"/>
                      <a:pt x="340" y="151"/>
                    </a:cubicBezTo>
                    <a:cubicBezTo>
                      <a:pt x="340" y="151"/>
                      <a:pt x="340" y="151"/>
                      <a:pt x="340" y="150"/>
                    </a:cubicBezTo>
                    <a:cubicBezTo>
                      <a:pt x="339" y="149"/>
                      <a:pt x="338" y="148"/>
                      <a:pt x="337" y="146"/>
                    </a:cubicBezTo>
                    <a:cubicBezTo>
                      <a:pt x="337" y="146"/>
                      <a:pt x="337" y="146"/>
                      <a:pt x="337" y="146"/>
                    </a:cubicBezTo>
                    <a:cubicBezTo>
                      <a:pt x="337" y="145"/>
                      <a:pt x="337" y="145"/>
                      <a:pt x="337" y="144"/>
                    </a:cubicBezTo>
                    <a:cubicBezTo>
                      <a:pt x="337" y="144"/>
                      <a:pt x="337" y="144"/>
                      <a:pt x="337" y="143"/>
                    </a:cubicBezTo>
                    <a:cubicBezTo>
                      <a:pt x="336" y="143"/>
                      <a:pt x="336" y="142"/>
                      <a:pt x="336" y="142"/>
                    </a:cubicBezTo>
                    <a:cubicBezTo>
                      <a:pt x="336" y="142"/>
                      <a:pt x="336" y="141"/>
                      <a:pt x="336" y="141"/>
                    </a:cubicBezTo>
                    <a:cubicBezTo>
                      <a:pt x="336" y="141"/>
                      <a:pt x="336" y="140"/>
                      <a:pt x="336" y="140"/>
                    </a:cubicBezTo>
                    <a:cubicBezTo>
                      <a:pt x="336" y="139"/>
                      <a:pt x="336" y="139"/>
                      <a:pt x="336" y="139"/>
                    </a:cubicBezTo>
                    <a:cubicBezTo>
                      <a:pt x="336" y="139"/>
                      <a:pt x="336" y="138"/>
                      <a:pt x="336" y="138"/>
                    </a:cubicBezTo>
                    <a:cubicBezTo>
                      <a:pt x="336" y="138"/>
                      <a:pt x="336" y="137"/>
                      <a:pt x="336" y="137"/>
                    </a:cubicBezTo>
                    <a:cubicBezTo>
                      <a:pt x="336" y="137"/>
                      <a:pt x="336" y="136"/>
                      <a:pt x="336" y="136"/>
                    </a:cubicBezTo>
                    <a:cubicBezTo>
                      <a:pt x="336" y="135"/>
                      <a:pt x="336" y="135"/>
                      <a:pt x="336" y="135"/>
                    </a:cubicBezTo>
                    <a:cubicBezTo>
                      <a:pt x="336" y="135"/>
                      <a:pt x="336" y="134"/>
                      <a:pt x="336" y="134"/>
                    </a:cubicBezTo>
                    <a:cubicBezTo>
                      <a:pt x="336" y="134"/>
                      <a:pt x="336" y="134"/>
                      <a:pt x="336" y="133"/>
                    </a:cubicBezTo>
                    <a:cubicBezTo>
                      <a:pt x="336" y="133"/>
                      <a:pt x="336" y="133"/>
                      <a:pt x="336" y="133"/>
                    </a:cubicBezTo>
                    <a:cubicBezTo>
                      <a:pt x="336" y="133"/>
                      <a:pt x="336" y="133"/>
                      <a:pt x="336" y="133"/>
                    </a:cubicBezTo>
                    <a:cubicBezTo>
                      <a:pt x="336" y="133"/>
                      <a:pt x="336" y="132"/>
                      <a:pt x="336" y="132"/>
                    </a:cubicBezTo>
                    <a:cubicBezTo>
                      <a:pt x="336" y="132"/>
                      <a:pt x="336" y="132"/>
                      <a:pt x="336" y="132"/>
                    </a:cubicBezTo>
                    <a:cubicBezTo>
                      <a:pt x="336" y="132"/>
                      <a:pt x="336" y="132"/>
                      <a:pt x="336" y="132"/>
                    </a:cubicBezTo>
                    <a:cubicBezTo>
                      <a:pt x="336" y="132"/>
                      <a:pt x="330" y="125"/>
                      <a:pt x="330" y="118"/>
                    </a:cubicBezTo>
                    <a:cubicBezTo>
                      <a:pt x="330" y="111"/>
                      <a:pt x="337" y="98"/>
                      <a:pt x="337" y="98"/>
                    </a:cubicBezTo>
                    <a:cubicBezTo>
                      <a:pt x="332" y="95"/>
                      <a:pt x="332" y="95"/>
                      <a:pt x="332" y="95"/>
                    </a:cubicBezTo>
                    <a:cubicBezTo>
                      <a:pt x="332" y="95"/>
                      <a:pt x="335" y="82"/>
                      <a:pt x="334" y="73"/>
                    </a:cubicBezTo>
                    <a:cubicBezTo>
                      <a:pt x="333" y="64"/>
                      <a:pt x="317" y="63"/>
                      <a:pt x="317" y="63"/>
                    </a:cubicBezTo>
                    <a:cubicBezTo>
                      <a:pt x="315" y="53"/>
                      <a:pt x="315" y="53"/>
                      <a:pt x="315" y="53"/>
                    </a:cubicBezTo>
                    <a:cubicBezTo>
                      <a:pt x="307" y="52"/>
                      <a:pt x="307" y="52"/>
                      <a:pt x="307" y="52"/>
                    </a:cubicBezTo>
                    <a:cubicBezTo>
                      <a:pt x="301" y="38"/>
                      <a:pt x="301" y="38"/>
                      <a:pt x="301" y="38"/>
                    </a:cubicBezTo>
                    <a:cubicBezTo>
                      <a:pt x="286" y="29"/>
                      <a:pt x="286" y="29"/>
                      <a:pt x="286" y="29"/>
                    </a:cubicBezTo>
                    <a:cubicBezTo>
                      <a:pt x="287" y="19"/>
                      <a:pt x="287" y="19"/>
                      <a:pt x="287" y="19"/>
                    </a:cubicBezTo>
                    <a:cubicBezTo>
                      <a:pt x="287" y="19"/>
                      <a:pt x="280" y="3"/>
                      <a:pt x="263" y="0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262" y="0"/>
                      <a:pt x="261" y="0"/>
                      <a:pt x="260" y="0"/>
                    </a:cubicBezTo>
                    <a:cubicBezTo>
                      <a:pt x="259" y="0"/>
                      <a:pt x="257" y="0"/>
                      <a:pt x="256" y="0"/>
                    </a:cubicBezTo>
                    <a:cubicBezTo>
                      <a:pt x="248" y="2"/>
                      <a:pt x="247" y="11"/>
                      <a:pt x="241" y="14"/>
                    </a:cubicBezTo>
                    <a:cubicBezTo>
                      <a:pt x="241" y="14"/>
                      <a:pt x="241" y="14"/>
                      <a:pt x="241" y="14"/>
                    </a:cubicBezTo>
                    <a:cubicBezTo>
                      <a:pt x="241" y="14"/>
                      <a:pt x="240" y="14"/>
                      <a:pt x="240" y="15"/>
                    </a:cubicBezTo>
                    <a:cubicBezTo>
                      <a:pt x="240" y="15"/>
                      <a:pt x="240" y="15"/>
                      <a:pt x="240" y="15"/>
                    </a:cubicBezTo>
                    <a:cubicBezTo>
                      <a:pt x="239" y="15"/>
                      <a:pt x="239" y="15"/>
                      <a:pt x="238" y="15"/>
                    </a:cubicBezTo>
                    <a:cubicBezTo>
                      <a:pt x="228" y="15"/>
                      <a:pt x="225" y="14"/>
                      <a:pt x="225" y="14"/>
                    </a:cubicBezTo>
                    <a:cubicBezTo>
                      <a:pt x="221" y="21"/>
                      <a:pt x="221" y="21"/>
                      <a:pt x="221" y="21"/>
                    </a:cubicBezTo>
                    <a:cubicBezTo>
                      <a:pt x="204" y="18"/>
                      <a:pt x="204" y="18"/>
                      <a:pt x="204" y="18"/>
                    </a:cubicBezTo>
                    <a:cubicBezTo>
                      <a:pt x="204" y="18"/>
                      <a:pt x="204" y="27"/>
                      <a:pt x="194" y="30"/>
                    </a:cubicBezTo>
                    <a:cubicBezTo>
                      <a:pt x="184" y="33"/>
                      <a:pt x="178" y="14"/>
                      <a:pt x="172" y="13"/>
                    </a:cubicBezTo>
                    <a:cubicBezTo>
                      <a:pt x="166" y="12"/>
                      <a:pt x="151" y="20"/>
                      <a:pt x="151" y="20"/>
                    </a:cubicBezTo>
                    <a:cubicBezTo>
                      <a:pt x="145" y="15"/>
                      <a:pt x="145" y="15"/>
                      <a:pt x="145" y="15"/>
                    </a:cubicBezTo>
                    <a:cubicBezTo>
                      <a:pt x="129" y="18"/>
                      <a:pt x="129" y="18"/>
                      <a:pt x="129" y="18"/>
                    </a:cubicBezTo>
                    <a:cubicBezTo>
                      <a:pt x="129" y="18"/>
                      <a:pt x="127" y="11"/>
                      <a:pt x="123" y="11"/>
                    </a:cubicBezTo>
                    <a:cubicBezTo>
                      <a:pt x="119" y="11"/>
                      <a:pt x="110" y="11"/>
                      <a:pt x="110" y="11"/>
                    </a:cubicBezTo>
                    <a:cubicBezTo>
                      <a:pt x="110" y="11"/>
                      <a:pt x="100" y="24"/>
                      <a:pt x="90" y="25"/>
                    </a:cubicBezTo>
                    <a:cubicBezTo>
                      <a:pt x="80" y="26"/>
                      <a:pt x="71" y="26"/>
                      <a:pt x="70" y="32"/>
                    </a:cubicBezTo>
                    <a:cubicBezTo>
                      <a:pt x="69" y="38"/>
                      <a:pt x="69" y="50"/>
                      <a:pt x="69" y="50"/>
                    </a:cubicBezTo>
                    <a:cubicBezTo>
                      <a:pt x="69" y="50"/>
                      <a:pt x="72" y="62"/>
                      <a:pt x="62" y="67"/>
                    </a:cubicBezTo>
                    <a:cubicBezTo>
                      <a:pt x="52" y="72"/>
                      <a:pt x="46" y="80"/>
                      <a:pt x="46" y="80"/>
                    </a:cubicBezTo>
                    <a:cubicBezTo>
                      <a:pt x="46" y="80"/>
                      <a:pt x="51" y="88"/>
                      <a:pt x="45" y="94"/>
                    </a:cubicBezTo>
                    <a:cubicBezTo>
                      <a:pt x="39" y="100"/>
                      <a:pt x="29" y="104"/>
                      <a:pt x="29" y="104"/>
                    </a:cubicBezTo>
                    <a:cubicBezTo>
                      <a:pt x="18" y="102"/>
                      <a:pt x="18" y="102"/>
                      <a:pt x="18" y="102"/>
                    </a:cubicBezTo>
                    <a:cubicBezTo>
                      <a:pt x="16" y="111"/>
                      <a:pt x="16" y="111"/>
                      <a:pt x="16" y="111"/>
                    </a:cubicBezTo>
                    <a:cubicBezTo>
                      <a:pt x="0" y="115"/>
                      <a:pt x="0" y="115"/>
                      <a:pt x="0" y="115"/>
                    </a:cubicBezTo>
                    <a:cubicBezTo>
                      <a:pt x="1" y="116"/>
                      <a:pt x="1" y="116"/>
                      <a:pt x="1" y="116"/>
                    </a:cubicBezTo>
                    <a:cubicBezTo>
                      <a:pt x="16" y="130"/>
                      <a:pt x="16" y="130"/>
                      <a:pt x="16" y="130"/>
                    </a:cubicBezTo>
                    <a:cubicBezTo>
                      <a:pt x="22" y="128"/>
                      <a:pt x="22" y="128"/>
                      <a:pt x="22" y="128"/>
                    </a:cubicBezTo>
                    <a:cubicBezTo>
                      <a:pt x="30" y="151"/>
                      <a:pt x="30" y="151"/>
                      <a:pt x="30" y="151"/>
                    </a:cubicBezTo>
                    <a:cubicBezTo>
                      <a:pt x="30" y="151"/>
                      <a:pt x="36" y="162"/>
                      <a:pt x="38" y="157"/>
                    </a:cubicBezTo>
                    <a:cubicBezTo>
                      <a:pt x="40" y="152"/>
                      <a:pt x="52" y="153"/>
                      <a:pt x="54" y="159"/>
                    </a:cubicBezTo>
                    <a:cubicBezTo>
                      <a:pt x="56" y="165"/>
                      <a:pt x="51" y="174"/>
                      <a:pt x="51" y="174"/>
                    </a:cubicBezTo>
                    <a:cubicBezTo>
                      <a:pt x="56" y="185"/>
                      <a:pt x="56" y="185"/>
                      <a:pt x="56" y="185"/>
                    </a:cubicBezTo>
                    <a:cubicBezTo>
                      <a:pt x="72" y="187"/>
                      <a:pt x="72" y="187"/>
                      <a:pt x="72" y="187"/>
                    </a:cubicBezTo>
                    <a:cubicBezTo>
                      <a:pt x="78" y="194"/>
                      <a:pt x="78" y="194"/>
                      <a:pt x="78" y="194"/>
                    </a:cubicBezTo>
                    <a:cubicBezTo>
                      <a:pt x="94" y="187"/>
                      <a:pt x="94" y="187"/>
                      <a:pt x="94" y="187"/>
                    </a:cubicBezTo>
                    <a:cubicBezTo>
                      <a:pt x="110" y="191"/>
                      <a:pt x="110" y="191"/>
                      <a:pt x="110" y="191"/>
                    </a:cubicBezTo>
                    <a:cubicBezTo>
                      <a:pt x="107" y="197"/>
                      <a:pt x="107" y="197"/>
                      <a:pt x="107" y="197"/>
                    </a:cubicBezTo>
                    <a:cubicBezTo>
                      <a:pt x="100" y="205"/>
                      <a:pt x="100" y="205"/>
                      <a:pt x="100" y="205"/>
                    </a:cubicBezTo>
                    <a:cubicBezTo>
                      <a:pt x="107" y="209"/>
                      <a:pt x="107" y="209"/>
                      <a:pt x="107" y="209"/>
                    </a:cubicBezTo>
                    <a:cubicBezTo>
                      <a:pt x="106" y="215"/>
                      <a:pt x="106" y="215"/>
                      <a:pt x="106" y="215"/>
                    </a:cubicBezTo>
                    <a:cubicBezTo>
                      <a:pt x="113" y="216"/>
                      <a:pt x="113" y="216"/>
                      <a:pt x="113" y="216"/>
                    </a:cubicBezTo>
                    <a:cubicBezTo>
                      <a:pt x="113" y="216"/>
                      <a:pt x="123" y="216"/>
                      <a:pt x="125" y="220"/>
                    </a:cubicBezTo>
                    <a:cubicBezTo>
                      <a:pt x="127" y="224"/>
                      <a:pt x="118" y="229"/>
                      <a:pt x="118" y="233"/>
                    </a:cubicBezTo>
                    <a:cubicBezTo>
                      <a:pt x="118" y="237"/>
                      <a:pt x="135" y="236"/>
                      <a:pt x="135" y="236"/>
                    </a:cubicBezTo>
                    <a:cubicBezTo>
                      <a:pt x="142" y="229"/>
                      <a:pt x="142" y="229"/>
                      <a:pt x="142" y="229"/>
                    </a:cubicBezTo>
                    <a:cubicBezTo>
                      <a:pt x="158" y="236"/>
                      <a:pt x="158" y="236"/>
                      <a:pt x="158" y="236"/>
                    </a:cubicBezTo>
                    <a:cubicBezTo>
                      <a:pt x="158" y="236"/>
                      <a:pt x="167" y="241"/>
                      <a:pt x="180" y="241"/>
                    </a:cubicBezTo>
                    <a:cubicBezTo>
                      <a:pt x="193" y="241"/>
                      <a:pt x="188" y="232"/>
                      <a:pt x="188" y="232"/>
                    </a:cubicBezTo>
                    <a:cubicBezTo>
                      <a:pt x="201" y="237"/>
                      <a:pt x="201" y="237"/>
                      <a:pt x="201" y="237"/>
                    </a:cubicBezTo>
                    <a:cubicBezTo>
                      <a:pt x="214" y="238"/>
                      <a:pt x="214" y="238"/>
                      <a:pt x="214" y="238"/>
                    </a:cubicBezTo>
                    <a:cubicBezTo>
                      <a:pt x="214" y="238"/>
                      <a:pt x="225" y="243"/>
                      <a:pt x="236" y="244"/>
                    </a:cubicBezTo>
                    <a:cubicBezTo>
                      <a:pt x="247" y="245"/>
                      <a:pt x="246" y="229"/>
                      <a:pt x="253" y="227"/>
                    </a:cubicBezTo>
                    <a:cubicBezTo>
                      <a:pt x="260" y="225"/>
                      <a:pt x="266" y="226"/>
                      <a:pt x="266" y="226"/>
                    </a:cubicBezTo>
                    <a:cubicBezTo>
                      <a:pt x="265" y="221"/>
                      <a:pt x="265" y="221"/>
                      <a:pt x="265" y="221"/>
                    </a:cubicBezTo>
                    <a:cubicBezTo>
                      <a:pt x="284" y="223"/>
                      <a:pt x="284" y="223"/>
                      <a:pt x="284" y="223"/>
                    </a:cubicBezTo>
                    <a:cubicBezTo>
                      <a:pt x="284" y="223"/>
                      <a:pt x="281" y="217"/>
                      <a:pt x="290" y="217"/>
                    </a:cubicBezTo>
                    <a:cubicBezTo>
                      <a:pt x="299" y="217"/>
                      <a:pt x="306" y="225"/>
                      <a:pt x="315" y="225"/>
                    </a:cubicBezTo>
                    <a:cubicBezTo>
                      <a:pt x="324" y="225"/>
                      <a:pt x="333" y="227"/>
                      <a:pt x="333" y="227"/>
                    </a:cubicBezTo>
                    <a:cubicBezTo>
                      <a:pt x="333" y="227"/>
                      <a:pt x="336" y="234"/>
                      <a:pt x="341" y="237"/>
                    </a:cubicBezTo>
                    <a:cubicBezTo>
                      <a:pt x="344" y="239"/>
                      <a:pt x="353" y="239"/>
                      <a:pt x="360" y="238"/>
                    </a:cubicBezTo>
                    <a:cubicBezTo>
                      <a:pt x="358" y="227"/>
                      <a:pt x="359" y="213"/>
                      <a:pt x="364" y="206"/>
                    </a:cubicBezTo>
                    <a:cubicBezTo>
                      <a:pt x="373" y="194"/>
                      <a:pt x="379" y="184"/>
                      <a:pt x="379" y="184"/>
                    </a:cubicBezTo>
                    <a:cubicBezTo>
                      <a:pt x="379" y="184"/>
                      <a:pt x="411" y="194"/>
                      <a:pt x="407" y="171"/>
                    </a:cubicBezTo>
                    <a:cubicBezTo>
                      <a:pt x="404" y="155"/>
                      <a:pt x="399" y="146"/>
                      <a:pt x="396" y="143"/>
                    </a:cubicBezTo>
                    <a:cubicBezTo>
                      <a:pt x="395" y="144"/>
                      <a:pt x="392" y="148"/>
                      <a:pt x="385" y="148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69" name="Freeform 285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BBB96510-A52E-433F-8CCC-CAA569ED4CA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65" y="1730"/>
                <a:ext cx="1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2" y="0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0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70" name="Freeform 286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1CB11605-B43D-4282-92BA-896E60F7B83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067" y="1674"/>
                <a:ext cx="107" cy="94"/>
              </a:xfrm>
              <a:custGeom>
                <a:avLst/>
                <a:gdLst/>
                <a:ahLst/>
                <a:cxnLst>
                  <a:cxn ang="0">
                    <a:pos x="125" y="118"/>
                  </a:cxn>
                  <a:cxn ang="0">
                    <a:pos x="139" y="103"/>
                  </a:cxn>
                  <a:cxn ang="0">
                    <a:pos x="150" y="89"/>
                  </a:cxn>
                  <a:cxn ang="0">
                    <a:pos x="150" y="89"/>
                  </a:cxn>
                  <a:cxn ang="0">
                    <a:pos x="151" y="89"/>
                  </a:cxn>
                  <a:cxn ang="0">
                    <a:pos x="154" y="89"/>
                  </a:cxn>
                  <a:cxn ang="0">
                    <a:pos x="154" y="89"/>
                  </a:cxn>
                  <a:cxn ang="0">
                    <a:pos x="157" y="90"/>
                  </a:cxn>
                  <a:cxn ang="0">
                    <a:pos x="163" y="90"/>
                  </a:cxn>
                  <a:cxn ang="0">
                    <a:pos x="163" y="90"/>
                  </a:cxn>
                  <a:cxn ang="0">
                    <a:pos x="163" y="90"/>
                  </a:cxn>
                  <a:cxn ang="0">
                    <a:pos x="164" y="90"/>
                  </a:cxn>
                  <a:cxn ang="0">
                    <a:pos x="168" y="89"/>
                  </a:cxn>
                  <a:cxn ang="0">
                    <a:pos x="169" y="88"/>
                  </a:cxn>
                  <a:cxn ang="0">
                    <a:pos x="170" y="87"/>
                  </a:cxn>
                  <a:cxn ang="0">
                    <a:pos x="171" y="86"/>
                  </a:cxn>
                  <a:cxn ang="0">
                    <a:pos x="173" y="64"/>
                  </a:cxn>
                  <a:cxn ang="0">
                    <a:pos x="151" y="52"/>
                  </a:cxn>
                  <a:cxn ang="0">
                    <a:pos x="163" y="22"/>
                  </a:cxn>
                  <a:cxn ang="0">
                    <a:pos x="141" y="18"/>
                  </a:cxn>
                  <a:cxn ang="0">
                    <a:pos x="126" y="8"/>
                  </a:cxn>
                  <a:cxn ang="0">
                    <a:pos x="93" y="8"/>
                  </a:cxn>
                  <a:cxn ang="0">
                    <a:pos x="71" y="9"/>
                  </a:cxn>
                  <a:cxn ang="0">
                    <a:pos x="43" y="4"/>
                  </a:cxn>
                  <a:cxn ang="0">
                    <a:pos x="12" y="1"/>
                  </a:cxn>
                  <a:cxn ang="0">
                    <a:pos x="0" y="20"/>
                  </a:cxn>
                  <a:cxn ang="0">
                    <a:pos x="19" y="30"/>
                  </a:cxn>
                  <a:cxn ang="0">
                    <a:pos x="26" y="43"/>
                  </a:cxn>
                  <a:cxn ang="0">
                    <a:pos x="37" y="60"/>
                  </a:cxn>
                  <a:cxn ang="0">
                    <a:pos x="75" y="99"/>
                  </a:cxn>
                  <a:cxn ang="0">
                    <a:pos x="89" y="121"/>
                  </a:cxn>
                  <a:cxn ang="0">
                    <a:pos x="138" y="137"/>
                  </a:cxn>
                </a:cxnLst>
                <a:rect l="0" t="0" r="r" b="b"/>
                <a:pathLst>
                  <a:path w="173" h="153">
                    <a:moveTo>
                      <a:pt x="124" y="128"/>
                    </a:moveTo>
                    <a:cubicBezTo>
                      <a:pt x="121" y="125"/>
                      <a:pt x="125" y="118"/>
                      <a:pt x="125" y="118"/>
                    </a:cubicBezTo>
                    <a:cubicBezTo>
                      <a:pt x="130" y="118"/>
                      <a:pt x="130" y="118"/>
                      <a:pt x="130" y="118"/>
                    </a:cubicBezTo>
                    <a:cubicBezTo>
                      <a:pt x="130" y="118"/>
                      <a:pt x="136" y="107"/>
                      <a:pt x="139" y="103"/>
                    </a:cubicBezTo>
                    <a:cubicBezTo>
                      <a:pt x="142" y="99"/>
                      <a:pt x="150" y="104"/>
                      <a:pt x="150" y="104"/>
                    </a:cubicBezTo>
                    <a:cubicBezTo>
                      <a:pt x="150" y="89"/>
                      <a:pt x="150" y="89"/>
                      <a:pt x="150" y="89"/>
                    </a:cubicBezTo>
                    <a:cubicBezTo>
                      <a:pt x="150" y="89"/>
                      <a:pt x="150" y="89"/>
                      <a:pt x="150" y="89"/>
                    </a:cubicBezTo>
                    <a:cubicBezTo>
                      <a:pt x="150" y="89"/>
                      <a:pt x="150" y="89"/>
                      <a:pt x="150" y="89"/>
                    </a:cubicBezTo>
                    <a:cubicBezTo>
                      <a:pt x="150" y="89"/>
                      <a:pt x="150" y="89"/>
                      <a:pt x="151" y="89"/>
                    </a:cubicBezTo>
                    <a:cubicBezTo>
                      <a:pt x="151" y="89"/>
                      <a:pt x="151" y="89"/>
                      <a:pt x="151" y="89"/>
                    </a:cubicBezTo>
                    <a:cubicBezTo>
                      <a:pt x="151" y="89"/>
                      <a:pt x="151" y="89"/>
                      <a:pt x="151" y="89"/>
                    </a:cubicBezTo>
                    <a:cubicBezTo>
                      <a:pt x="152" y="89"/>
                      <a:pt x="153" y="89"/>
                      <a:pt x="154" y="89"/>
                    </a:cubicBezTo>
                    <a:cubicBezTo>
                      <a:pt x="154" y="89"/>
                      <a:pt x="154" y="89"/>
                      <a:pt x="154" y="89"/>
                    </a:cubicBezTo>
                    <a:cubicBezTo>
                      <a:pt x="154" y="89"/>
                      <a:pt x="154" y="89"/>
                      <a:pt x="154" y="89"/>
                    </a:cubicBezTo>
                    <a:cubicBezTo>
                      <a:pt x="154" y="90"/>
                      <a:pt x="155" y="90"/>
                      <a:pt x="156" y="90"/>
                    </a:cubicBezTo>
                    <a:cubicBezTo>
                      <a:pt x="156" y="90"/>
                      <a:pt x="157" y="90"/>
                      <a:pt x="157" y="90"/>
                    </a:cubicBezTo>
                    <a:cubicBezTo>
                      <a:pt x="158" y="90"/>
                      <a:pt x="159" y="90"/>
                      <a:pt x="160" y="90"/>
                    </a:cubicBezTo>
                    <a:cubicBezTo>
                      <a:pt x="161" y="90"/>
                      <a:pt x="162" y="90"/>
                      <a:pt x="163" y="90"/>
                    </a:cubicBezTo>
                    <a:cubicBezTo>
                      <a:pt x="163" y="90"/>
                      <a:pt x="163" y="90"/>
                      <a:pt x="163" y="90"/>
                    </a:cubicBezTo>
                    <a:cubicBezTo>
                      <a:pt x="163" y="90"/>
                      <a:pt x="163" y="90"/>
                      <a:pt x="163" y="90"/>
                    </a:cubicBezTo>
                    <a:cubicBezTo>
                      <a:pt x="163" y="90"/>
                      <a:pt x="163" y="90"/>
                      <a:pt x="163" y="90"/>
                    </a:cubicBezTo>
                    <a:cubicBezTo>
                      <a:pt x="163" y="90"/>
                      <a:pt x="163" y="90"/>
                      <a:pt x="163" y="90"/>
                    </a:cubicBezTo>
                    <a:cubicBezTo>
                      <a:pt x="163" y="90"/>
                      <a:pt x="164" y="90"/>
                      <a:pt x="164" y="90"/>
                    </a:cubicBezTo>
                    <a:cubicBezTo>
                      <a:pt x="164" y="90"/>
                      <a:pt x="164" y="90"/>
                      <a:pt x="164" y="90"/>
                    </a:cubicBezTo>
                    <a:cubicBezTo>
                      <a:pt x="165" y="90"/>
                      <a:pt x="166" y="90"/>
                      <a:pt x="167" y="89"/>
                    </a:cubicBezTo>
                    <a:cubicBezTo>
                      <a:pt x="167" y="89"/>
                      <a:pt x="168" y="89"/>
                      <a:pt x="168" y="89"/>
                    </a:cubicBezTo>
                    <a:cubicBezTo>
                      <a:pt x="168" y="89"/>
                      <a:pt x="168" y="89"/>
                      <a:pt x="168" y="89"/>
                    </a:cubicBezTo>
                    <a:cubicBezTo>
                      <a:pt x="169" y="89"/>
                      <a:pt x="169" y="88"/>
                      <a:pt x="169" y="88"/>
                    </a:cubicBezTo>
                    <a:cubicBezTo>
                      <a:pt x="169" y="88"/>
                      <a:pt x="169" y="88"/>
                      <a:pt x="169" y="88"/>
                    </a:cubicBezTo>
                    <a:cubicBezTo>
                      <a:pt x="170" y="88"/>
                      <a:pt x="170" y="88"/>
                      <a:pt x="170" y="87"/>
                    </a:cubicBezTo>
                    <a:cubicBezTo>
                      <a:pt x="170" y="87"/>
                      <a:pt x="170" y="87"/>
                      <a:pt x="170" y="87"/>
                    </a:cubicBezTo>
                    <a:cubicBezTo>
                      <a:pt x="171" y="87"/>
                      <a:pt x="171" y="86"/>
                      <a:pt x="171" y="86"/>
                    </a:cubicBezTo>
                    <a:cubicBezTo>
                      <a:pt x="173" y="79"/>
                      <a:pt x="159" y="66"/>
                      <a:pt x="159" y="66"/>
                    </a:cubicBezTo>
                    <a:cubicBezTo>
                      <a:pt x="173" y="64"/>
                      <a:pt x="173" y="64"/>
                      <a:pt x="173" y="64"/>
                    </a:cubicBezTo>
                    <a:cubicBezTo>
                      <a:pt x="173" y="64"/>
                      <a:pt x="169" y="53"/>
                      <a:pt x="162" y="51"/>
                    </a:cubicBezTo>
                    <a:cubicBezTo>
                      <a:pt x="155" y="49"/>
                      <a:pt x="151" y="52"/>
                      <a:pt x="151" y="52"/>
                    </a:cubicBezTo>
                    <a:cubicBezTo>
                      <a:pt x="151" y="41"/>
                      <a:pt x="151" y="41"/>
                      <a:pt x="151" y="41"/>
                    </a:cubicBezTo>
                    <a:cubicBezTo>
                      <a:pt x="151" y="41"/>
                      <a:pt x="163" y="27"/>
                      <a:pt x="163" y="22"/>
                    </a:cubicBezTo>
                    <a:cubicBezTo>
                      <a:pt x="163" y="17"/>
                      <a:pt x="144" y="23"/>
                      <a:pt x="144" y="23"/>
                    </a:cubicBezTo>
                    <a:cubicBezTo>
                      <a:pt x="141" y="18"/>
                      <a:pt x="141" y="18"/>
                      <a:pt x="141" y="18"/>
                    </a:cubicBezTo>
                    <a:cubicBezTo>
                      <a:pt x="136" y="19"/>
                      <a:pt x="136" y="19"/>
                      <a:pt x="136" y="19"/>
                    </a:cubicBezTo>
                    <a:cubicBezTo>
                      <a:pt x="126" y="8"/>
                      <a:pt x="126" y="8"/>
                      <a:pt x="126" y="8"/>
                    </a:cubicBezTo>
                    <a:cubicBezTo>
                      <a:pt x="126" y="8"/>
                      <a:pt x="115" y="8"/>
                      <a:pt x="109" y="7"/>
                    </a:cubicBezTo>
                    <a:cubicBezTo>
                      <a:pt x="103" y="6"/>
                      <a:pt x="96" y="8"/>
                      <a:pt x="93" y="8"/>
                    </a:cubicBezTo>
                    <a:cubicBezTo>
                      <a:pt x="90" y="8"/>
                      <a:pt x="80" y="5"/>
                      <a:pt x="80" y="5"/>
                    </a:cubicBezTo>
                    <a:cubicBezTo>
                      <a:pt x="71" y="9"/>
                      <a:pt x="71" y="9"/>
                      <a:pt x="71" y="9"/>
                    </a:cubicBezTo>
                    <a:cubicBezTo>
                      <a:pt x="58" y="2"/>
                      <a:pt x="58" y="2"/>
                      <a:pt x="58" y="2"/>
                    </a:cubicBezTo>
                    <a:cubicBezTo>
                      <a:pt x="43" y="4"/>
                      <a:pt x="43" y="4"/>
                      <a:pt x="43" y="4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8"/>
                      <a:pt x="16" y="0"/>
                      <a:pt x="12" y="1"/>
                    </a:cubicBezTo>
                    <a:cubicBezTo>
                      <a:pt x="8" y="2"/>
                      <a:pt x="9" y="15"/>
                      <a:pt x="9" y="15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19" y="30"/>
                      <a:pt x="19" y="30"/>
                      <a:pt x="19" y="30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18" y="39"/>
                      <a:pt x="23" y="39"/>
                      <a:pt x="26" y="43"/>
                    </a:cubicBezTo>
                    <a:cubicBezTo>
                      <a:pt x="29" y="47"/>
                      <a:pt x="26" y="57"/>
                      <a:pt x="26" y="57"/>
                    </a:cubicBezTo>
                    <a:cubicBezTo>
                      <a:pt x="37" y="60"/>
                      <a:pt x="37" y="60"/>
                      <a:pt x="37" y="60"/>
                    </a:cubicBezTo>
                    <a:cubicBezTo>
                      <a:pt x="47" y="80"/>
                      <a:pt x="47" y="80"/>
                      <a:pt x="47" y="80"/>
                    </a:cubicBezTo>
                    <a:cubicBezTo>
                      <a:pt x="47" y="80"/>
                      <a:pt x="51" y="84"/>
                      <a:pt x="75" y="99"/>
                    </a:cubicBezTo>
                    <a:cubicBezTo>
                      <a:pt x="90" y="108"/>
                      <a:pt x="86" y="116"/>
                      <a:pt x="81" y="120"/>
                    </a:cubicBezTo>
                    <a:cubicBezTo>
                      <a:pt x="89" y="121"/>
                      <a:pt x="89" y="121"/>
                      <a:pt x="89" y="121"/>
                    </a:cubicBezTo>
                    <a:cubicBezTo>
                      <a:pt x="89" y="121"/>
                      <a:pt x="116" y="148"/>
                      <a:pt x="125" y="153"/>
                    </a:cubicBezTo>
                    <a:cubicBezTo>
                      <a:pt x="138" y="137"/>
                      <a:pt x="138" y="137"/>
                      <a:pt x="138" y="137"/>
                    </a:cubicBezTo>
                    <a:cubicBezTo>
                      <a:pt x="138" y="137"/>
                      <a:pt x="127" y="131"/>
                      <a:pt x="124" y="128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71" name="Freeform 287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09D1958D-4448-4124-B420-8944CBDE873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015" y="1633"/>
                <a:ext cx="152" cy="116"/>
              </a:xfrm>
              <a:custGeom>
                <a:avLst/>
                <a:gdLst/>
                <a:ahLst/>
                <a:cxnLst>
                  <a:cxn ang="0">
                    <a:pos x="131" y="146"/>
                  </a:cxn>
                  <a:cxn ang="0">
                    <a:pos x="110" y="123"/>
                  </a:cxn>
                  <a:cxn ang="0">
                    <a:pos x="102" y="105"/>
                  </a:cxn>
                  <a:cxn ang="0">
                    <a:pos x="91" y="93"/>
                  </a:cxn>
                  <a:cxn ang="0">
                    <a:pos x="93" y="81"/>
                  </a:cxn>
                  <a:cxn ang="0">
                    <a:pos x="112" y="74"/>
                  </a:cxn>
                  <a:cxn ang="0">
                    <a:pos x="142" y="68"/>
                  </a:cxn>
                  <a:cxn ang="0">
                    <a:pos x="164" y="71"/>
                  </a:cxn>
                  <a:cxn ang="0">
                    <a:pos x="193" y="73"/>
                  </a:cxn>
                  <a:cxn ang="0">
                    <a:pos x="220" y="85"/>
                  </a:cxn>
                  <a:cxn ang="0">
                    <a:pos x="232" y="77"/>
                  </a:cxn>
                  <a:cxn ang="0">
                    <a:pos x="228" y="65"/>
                  </a:cxn>
                  <a:cxn ang="0">
                    <a:pos x="226" y="52"/>
                  </a:cxn>
                  <a:cxn ang="0">
                    <a:pos x="220" y="33"/>
                  </a:cxn>
                  <a:cxn ang="0">
                    <a:pos x="211" y="38"/>
                  </a:cxn>
                  <a:cxn ang="0">
                    <a:pos x="180" y="34"/>
                  </a:cxn>
                  <a:cxn ang="0">
                    <a:pos x="159" y="30"/>
                  </a:cxn>
                  <a:cxn ang="0">
                    <a:pos x="125" y="0"/>
                  </a:cxn>
                  <a:cxn ang="0">
                    <a:pos x="109" y="10"/>
                  </a:cxn>
                  <a:cxn ang="0">
                    <a:pos x="84" y="18"/>
                  </a:cxn>
                  <a:cxn ang="0">
                    <a:pos x="80" y="39"/>
                  </a:cxn>
                  <a:cxn ang="0">
                    <a:pos x="69" y="53"/>
                  </a:cxn>
                  <a:cxn ang="0">
                    <a:pos x="46" y="53"/>
                  </a:cxn>
                  <a:cxn ang="0">
                    <a:pos x="34" y="53"/>
                  </a:cxn>
                  <a:cxn ang="0">
                    <a:pos x="16" y="48"/>
                  </a:cxn>
                  <a:cxn ang="0">
                    <a:pos x="5" y="58"/>
                  </a:cxn>
                  <a:cxn ang="0">
                    <a:pos x="8" y="88"/>
                  </a:cxn>
                  <a:cxn ang="0">
                    <a:pos x="35" y="91"/>
                  </a:cxn>
                  <a:cxn ang="0">
                    <a:pos x="60" y="111"/>
                  </a:cxn>
                  <a:cxn ang="0">
                    <a:pos x="97" y="144"/>
                  </a:cxn>
                  <a:cxn ang="0">
                    <a:pos x="125" y="162"/>
                  </a:cxn>
                  <a:cxn ang="0">
                    <a:pos x="148" y="184"/>
                  </a:cxn>
                  <a:cxn ang="0">
                    <a:pos x="159" y="165"/>
                  </a:cxn>
                </a:cxnLst>
                <a:rect l="0" t="0" r="r" b="b"/>
                <a:pathLst>
                  <a:path w="246" h="186">
                    <a:moveTo>
                      <a:pt x="159" y="165"/>
                    </a:moveTo>
                    <a:cubicBezTo>
                      <a:pt x="135" y="150"/>
                      <a:pt x="131" y="146"/>
                      <a:pt x="131" y="146"/>
                    </a:cubicBezTo>
                    <a:cubicBezTo>
                      <a:pt x="121" y="126"/>
                      <a:pt x="121" y="126"/>
                      <a:pt x="121" y="126"/>
                    </a:cubicBezTo>
                    <a:cubicBezTo>
                      <a:pt x="110" y="123"/>
                      <a:pt x="110" y="123"/>
                      <a:pt x="110" y="123"/>
                    </a:cubicBezTo>
                    <a:cubicBezTo>
                      <a:pt x="110" y="123"/>
                      <a:pt x="113" y="113"/>
                      <a:pt x="110" y="109"/>
                    </a:cubicBezTo>
                    <a:cubicBezTo>
                      <a:pt x="107" y="105"/>
                      <a:pt x="102" y="105"/>
                      <a:pt x="102" y="105"/>
                    </a:cubicBezTo>
                    <a:cubicBezTo>
                      <a:pt x="103" y="96"/>
                      <a:pt x="103" y="96"/>
                      <a:pt x="103" y="96"/>
                    </a:cubicBezTo>
                    <a:cubicBezTo>
                      <a:pt x="91" y="93"/>
                      <a:pt x="91" y="93"/>
                      <a:pt x="91" y="93"/>
                    </a:cubicBezTo>
                    <a:cubicBezTo>
                      <a:pt x="84" y="86"/>
                      <a:pt x="84" y="86"/>
                      <a:pt x="84" y="86"/>
                    </a:cubicBezTo>
                    <a:cubicBezTo>
                      <a:pt x="93" y="81"/>
                      <a:pt x="93" y="81"/>
                      <a:pt x="93" y="81"/>
                    </a:cubicBezTo>
                    <a:cubicBezTo>
                      <a:pt x="93" y="81"/>
                      <a:pt x="92" y="68"/>
                      <a:pt x="96" y="67"/>
                    </a:cubicBezTo>
                    <a:cubicBezTo>
                      <a:pt x="100" y="66"/>
                      <a:pt x="112" y="74"/>
                      <a:pt x="112" y="74"/>
                    </a:cubicBezTo>
                    <a:cubicBezTo>
                      <a:pt x="127" y="70"/>
                      <a:pt x="127" y="70"/>
                      <a:pt x="127" y="70"/>
                    </a:cubicBezTo>
                    <a:cubicBezTo>
                      <a:pt x="142" y="68"/>
                      <a:pt x="142" y="68"/>
                      <a:pt x="142" y="68"/>
                    </a:cubicBezTo>
                    <a:cubicBezTo>
                      <a:pt x="155" y="75"/>
                      <a:pt x="155" y="75"/>
                      <a:pt x="155" y="75"/>
                    </a:cubicBezTo>
                    <a:cubicBezTo>
                      <a:pt x="164" y="71"/>
                      <a:pt x="164" y="71"/>
                      <a:pt x="164" y="71"/>
                    </a:cubicBezTo>
                    <a:cubicBezTo>
                      <a:pt x="164" y="71"/>
                      <a:pt x="174" y="74"/>
                      <a:pt x="177" y="74"/>
                    </a:cubicBezTo>
                    <a:cubicBezTo>
                      <a:pt x="180" y="74"/>
                      <a:pt x="187" y="72"/>
                      <a:pt x="193" y="73"/>
                    </a:cubicBezTo>
                    <a:cubicBezTo>
                      <a:pt x="199" y="74"/>
                      <a:pt x="210" y="74"/>
                      <a:pt x="210" y="74"/>
                    </a:cubicBezTo>
                    <a:cubicBezTo>
                      <a:pt x="220" y="85"/>
                      <a:pt x="220" y="85"/>
                      <a:pt x="220" y="85"/>
                    </a:cubicBezTo>
                    <a:cubicBezTo>
                      <a:pt x="230" y="84"/>
                      <a:pt x="230" y="84"/>
                      <a:pt x="230" y="84"/>
                    </a:cubicBezTo>
                    <a:cubicBezTo>
                      <a:pt x="232" y="77"/>
                      <a:pt x="232" y="77"/>
                      <a:pt x="232" y="77"/>
                    </a:cubicBezTo>
                    <a:cubicBezTo>
                      <a:pt x="232" y="77"/>
                      <a:pt x="246" y="74"/>
                      <a:pt x="245" y="71"/>
                    </a:cubicBezTo>
                    <a:cubicBezTo>
                      <a:pt x="244" y="68"/>
                      <a:pt x="228" y="65"/>
                      <a:pt x="228" y="65"/>
                    </a:cubicBezTo>
                    <a:cubicBezTo>
                      <a:pt x="231" y="53"/>
                      <a:pt x="231" y="53"/>
                      <a:pt x="231" y="53"/>
                    </a:cubicBezTo>
                    <a:cubicBezTo>
                      <a:pt x="226" y="52"/>
                      <a:pt x="226" y="52"/>
                      <a:pt x="226" y="52"/>
                    </a:cubicBezTo>
                    <a:cubicBezTo>
                      <a:pt x="222" y="34"/>
                      <a:pt x="222" y="34"/>
                      <a:pt x="222" y="34"/>
                    </a:cubicBezTo>
                    <a:cubicBezTo>
                      <a:pt x="220" y="33"/>
                      <a:pt x="220" y="33"/>
                      <a:pt x="220" y="33"/>
                    </a:cubicBezTo>
                    <a:cubicBezTo>
                      <a:pt x="217" y="32"/>
                      <a:pt x="217" y="32"/>
                      <a:pt x="217" y="32"/>
                    </a:cubicBezTo>
                    <a:cubicBezTo>
                      <a:pt x="211" y="38"/>
                      <a:pt x="211" y="38"/>
                      <a:pt x="211" y="38"/>
                    </a:cubicBezTo>
                    <a:cubicBezTo>
                      <a:pt x="183" y="41"/>
                      <a:pt x="183" y="41"/>
                      <a:pt x="183" y="41"/>
                    </a:cubicBezTo>
                    <a:cubicBezTo>
                      <a:pt x="180" y="34"/>
                      <a:pt x="180" y="34"/>
                      <a:pt x="180" y="34"/>
                    </a:cubicBezTo>
                    <a:cubicBezTo>
                      <a:pt x="168" y="34"/>
                      <a:pt x="168" y="34"/>
                      <a:pt x="168" y="34"/>
                    </a:cubicBezTo>
                    <a:cubicBezTo>
                      <a:pt x="159" y="30"/>
                      <a:pt x="159" y="30"/>
                      <a:pt x="159" y="30"/>
                    </a:cubicBezTo>
                    <a:cubicBezTo>
                      <a:pt x="159" y="30"/>
                      <a:pt x="141" y="16"/>
                      <a:pt x="139" y="13"/>
                    </a:cubicBezTo>
                    <a:cubicBezTo>
                      <a:pt x="137" y="10"/>
                      <a:pt x="125" y="0"/>
                      <a:pt x="125" y="0"/>
                    </a:cubicBezTo>
                    <a:cubicBezTo>
                      <a:pt x="112" y="2"/>
                      <a:pt x="112" y="2"/>
                      <a:pt x="112" y="2"/>
                    </a:cubicBezTo>
                    <a:cubicBezTo>
                      <a:pt x="112" y="2"/>
                      <a:pt x="115" y="6"/>
                      <a:pt x="109" y="10"/>
                    </a:cubicBezTo>
                    <a:cubicBezTo>
                      <a:pt x="103" y="14"/>
                      <a:pt x="93" y="14"/>
                      <a:pt x="93" y="14"/>
                    </a:cubicBezTo>
                    <a:cubicBezTo>
                      <a:pt x="93" y="14"/>
                      <a:pt x="84" y="14"/>
                      <a:pt x="84" y="18"/>
                    </a:cubicBezTo>
                    <a:cubicBezTo>
                      <a:pt x="84" y="22"/>
                      <a:pt x="87" y="31"/>
                      <a:pt x="87" y="31"/>
                    </a:cubicBezTo>
                    <a:cubicBezTo>
                      <a:pt x="80" y="39"/>
                      <a:pt x="80" y="39"/>
                      <a:pt x="80" y="39"/>
                    </a:cubicBezTo>
                    <a:cubicBezTo>
                      <a:pt x="70" y="40"/>
                      <a:pt x="70" y="40"/>
                      <a:pt x="70" y="40"/>
                    </a:cubicBezTo>
                    <a:cubicBezTo>
                      <a:pt x="70" y="40"/>
                      <a:pt x="74" y="51"/>
                      <a:pt x="69" y="53"/>
                    </a:cubicBezTo>
                    <a:cubicBezTo>
                      <a:pt x="64" y="55"/>
                      <a:pt x="59" y="53"/>
                      <a:pt x="59" y="53"/>
                    </a:cubicBezTo>
                    <a:cubicBezTo>
                      <a:pt x="59" y="53"/>
                      <a:pt x="52" y="54"/>
                      <a:pt x="46" y="53"/>
                    </a:cubicBezTo>
                    <a:cubicBezTo>
                      <a:pt x="40" y="52"/>
                      <a:pt x="40" y="45"/>
                      <a:pt x="40" y="45"/>
                    </a:cubicBezTo>
                    <a:cubicBezTo>
                      <a:pt x="34" y="53"/>
                      <a:pt x="34" y="53"/>
                      <a:pt x="34" y="53"/>
                    </a:cubicBezTo>
                    <a:cubicBezTo>
                      <a:pt x="22" y="54"/>
                      <a:pt x="22" y="54"/>
                      <a:pt x="22" y="54"/>
                    </a:cubicBezTo>
                    <a:cubicBezTo>
                      <a:pt x="16" y="48"/>
                      <a:pt x="16" y="48"/>
                      <a:pt x="16" y="48"/>
                    </a:cubicBezTo>
                    <a:cubicBezTo>
                      <a:pt x="14" y="57"/>
                      <a:pt x="14" y="57"/>
                      <a:pt x="14" y="57"/>
                    </a:cubicBezTo>
                    <a:cubicBezTo>
                      <a:pt x="5" y="58"/>
                      <a:pt x="5" y="58"/>
                      <a:pt x="5" y="58"/>
                    </a:cubicBezTo>
                    <a:cubicBezTo>
                      <a:pt x="3" y="62"/>
                      <a:pt x="1" y="67"/>
                      <a:pt x="1" y="67"/>
                    </a:cubicBezTo>
                    <a:cubicBezTo>
                      <a:pt x="1" y="67"/>
                      <a:pt x="0" y="97"/>
                      <a:pt x="8" y="88"/>
                    </a:cubicBezTo>
                    <a:cubicBezTo>
                      <a:pt x="16" y="79"/>
                      <a:pt x="27" y="64"/>
                      <a:pt x="31" y="70"/>
                    </a:cubicBezTo>
                    <a:cubicBezTo>
                      <a:pt x="35" y="76"/>
                      <a:pt x="35" y="91"/>
                      <a:pt x="35" y="91"/>
                    </a:cubicBezTo>
                    <a:cubicBezTo>
                      <a:pt x="54" y="87"/>
                      <a:pt x="54" y="87"/>
                      <a:pt x="54" y="87"/>
                    </a:cubicBezTo>
                    <a:cubicBezTo>
                      <a:pt x="54" y="87"/>
                      <a:pt x="48" y="107"/>
                      <a:pt x="60" y="111"/>
                    </a:cubicBezTo>
                    <a:cubicBezTo>
                      <a:pt x="72" y="115"/>
                      <a:pt x="68" y="123"/>
                      <a:pt x="68" y="123"/>
                    </a:cubicBezTo>
                    <a:cubicBezTo>
                      <a:pt x="97" y="144"/>
                      <a:pt x="97" y="144"/>
                      <a:pt x="97" y="144"/>
                    </a:cubicBezTo>
                    <a:cubicBezTo>
                      <a:pt x="98" y="161"/>
                      <a:pt x="98" y="161"/>
                      <a:pt x="98" y="161"/>
                    </a:cubicBezTo>
                    <a:cubicBezTo>
                      <a:pt x="125" y="162"/>
                      <a:pt x="125" y="162"/>
                      <a:pt x="125" y="162"/>
                    </a:cubicBezTo>
                    <a:cubicBezTo>
                      <a:pt x="125" y="162"/>
                      <a:pt x="142" y="163"/>
                      <a:pt x="146" y="171"/>
                    </a:cubicBezTo>
                    <a:cubicBezTo>
                      <a:pt x="146" y="171"/>
                      <a:pt x="142" y="180"/>
                      <a:pt x="148" y="184"/>
                    </a:cubicBezTo>
                    <a:cubicBezTo>
                      <a:pt x="165" y="186"/>
                      <a:pt x="165" y="186"/>
                      <a:pt x="165" y="186"/>
                    </a:cubicBezTo>
                    <a:cubicBezTo>
                      <a:pt x="170" y="182"/>
                      <a:pt x="174" y="174"/>
                      <a:pt x="159" y="165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72" name="Freeform 288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5E274120-16D7-463C-ACD1-39AF0946D28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007" y="1620"/>
                <a:ext cx="85" cy="49"/>
              </a:xfrm>
              <a:custGeom>
                <a:avLst/>
                <a:gdLst/>
                <a:ahLst/>
                <a:cxnLst>
                  <a:cxn ang="0">
                    <a:pos x="29" y="70"/>
                  </a:cxn>
                  <a:cxn ang="0">
                    <a:pos x="35" y="76"/>
                  </a:cxn>
                  <a:cxn ang="0">
                    <a:pos x="47" y="75"/>
                  </a:cxn>
                  <a:cxn ang="0">
                    <a:pos x="53" y="67"/>
                  </a:cxn>
                  <a:cxn ang="0">
                    <a:pos x="59" y="75"/>
                  </a:cxn>
                  <a:cxn ang="0">
                    <a:pos x="72" y="75"/>
                  </a:cxn>
                  <a:cxn ang="0">
                    <a:pos x="82" y="75"/>
                  </a:cxn>
                  <a:cxn ang="0">
                    <a:pos x="83" y="62"/>
                  </a:cxn>
                  <a:cxn ang="0">
                    <a:pos x="93" y="61"/>
                  </a:cxn>
                  <a:cxn ang="0">
                    <a:pos x="100" y="53"/>
                  </a:cxn>
                  <a:cxn ang="0">
                    <a:pos x="97" y="40"/>
                  </a:cxn>
                  <a:cxn ang="0">
                    <a:pos x="106" y="36"/>
                  </a:cxn>
                  <a:cxn ang="0">
                    <a:pos x="122" y="32"/>
                  </a:cxn>
                  <a:cxn ang="0">
                    <a:pos x="125" y="24"/>
                  </a:cxn>
                  <a:cxn ang="0">
                    <a:pos x="138" y="22"/>
                  </a:cxn>
                  <a:cxn ang="0">
                    <a:pos x="128" y="15"/>
                  </a:cxn>
                  <a:cxn ang="0">
                    <a:pos x="125" y="5"/>
                  </a:cxn>
                  <a:cxn ang="0">
                    <a:pos x="118" y="0"/>
                  </a:cxn>
                  <a:cxn ang="0">
                    <a:pos x="115" y="8"/>
                  </a:cxn>
                  <a:cxn ang="0">
                    <a:pos x="113" y="20"/>
                  </a:cxn>
                  <a:cxn ang="0">
                    <a:pos x="97" y="15"/>
                  </a:cxn>
                  <a:cxn ang="0">
                    <a:pos x="90" y="19"/>
                  </a:cxn>
                  <a:cxn ang="0">
                    <a:pos x="57" y="18"/>
                  </a:cxn>
                  <a:cxn ang="0">
                    <a:pos x="50" y="27"/>
                  </a:cxn>
                  <a:cxn ang="0">
                    <a:pos x="35" y="25"/>
                  </a:cxn>
                  <a:cxn ang="0">
                    <a:pos x="26" y="21"/>
                  </a:cxn>
                  <a:cxn ang="0">
                    <a:pos x="14" y="25"/>
                  </a:cxn>
                  <a:cxn ang="0">
                    <a:pos x="5" y="25"/>
                  </a:cxn>
                  <a:cxn ang="0">
                    <a:pos x="5" y="27"/>
                  </a:cxn>
                  <a:cxn ang="0">
                    <a:pos x="0" y="34"/>
                  </a:cxn>
                  <a:cxn ang="0">
                    <a:pos x="0" y="34"/>
                  </a:cxn>
                  <a:cxn ang="0">
                    <a:pos x="0" y="34"/>
                  </a:cxn>
                  <a:cxn ang="0">
                    <a:pos x="8" y="37"/>
                  </a:cxn>
                  <a:cxn ang="0">
                    <a:pos x="3" y="62"/>
                  </a:cxn>
                  <a:cxn ang="0">
                    <a:pos x="23" y="70"/>
                  </a:cxn>
                  <a:cxn ang="0">
                    <a:pos x="18" y="80"/>
                  </a:cxn>
                  <a:cxn ang="0">
                    <a:pos x="27" y="79"/>
                  </a:cxn>
                  <a:cxn ang="0">
                    <a:pos x="29" y="70"/>
                  </a:cxn>
                </a:cxnLst>
                <a:rect l="0" t="0" r="r" b="b"/>
                <a:pathLst>
                  <a:path w="138" h="80">
                    <a:moveTo>
                      <a:pt x="29" y="70"/>
                    </a:moveTo>
                    <a:cubicBezTo>
                      <a:pt x="35" y="76"/>
                      <a:pt x="35" y="76"/>
                      <a:pt x="35" y="76"/>
                    </a:cubicBezTo>
                    <a:cubicBezTo>
                      <a:pt x="47" y="75"/>
                      <a:pt x="47" y="75"/>
                      <a:pt x="47" y="75"/>
                    </a:cubicBezTo>
                    <a:cubicBezTo>
                      <a:pt x="53" y="67"/>
                      <a:pt x="53" y="67"/>
                      <a:pt x="53" y="67"/>
                    </a:cubicBezTo>
                    <a:cubicBezTo>
                      <a:pt x="53" y="67"/>
                      <a:pt x="53" y="74"/>
                      <a:pt x="59" y="75"/>
                    </a:cubicBezTo>
                    <a:cubicBezTo>
                      <a:pt x="65" y="76"/>
                      <a:pt x="72" y="75"/>
                      <a:pt x="72" y="75"/>
                    </a:cubicBezTo>
                    <a:cubicBezTo>
                      <a:pt x="72" y="75"/>
                      <a:pt x="77" y="77"/>
                      <a:pt x="82" y="75"/>
                    </a:cubicBezTo>
                    <a:cubicBezTo>
                      <a:pt x="87" y="73"/>
                      <a:pt x="83" y="62"/>
                      <a:pt x="83" y="62"/>
                    </a:cubicBezTo>
                    <a:cubicBezTo>
                      <a:pt x="93" y="61"/>
                      <a:pt x="93" y="61"/>
                      <a:pt x="93" y="61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100" y="53"/>
                      <a:pt x="97" y="44"/>
                      <a:pt x="97" y="40"/>
                    </a:cubicBezTo>
                    <a:cubicBezTo>
                      <a:pt x="97" y="36"/>
                      <a:pt x="106" y="36"/>
                      <a:pt x="106" y="36"/>
                    </a:cubicBezTo>
                    <a:cubicBezTo>
                      <a:pt x="106" y="36"/>
                      <a:pt x="116" y="36"/>
                      <a:pt x="122" y="32"/>
                    </a:cubicBezTo>
                    <a:cubicBezTo>
                      <a:pt x="128" y="28"/>
                      <a:pt x="125" y="24"/>
                      <a:pt x="125" y="24"/>
                    </a:cubicBezTo>
                    <a:cubicBezTo>
                      <a:pt x="138" y="22"/>
                      <a:pt x="138" y="22"/>
                      <a:pt x="138" y="22"/>
                    </a:cubicBezTo>
                    <a:cubicBezTo>
                      <a:pt x="128" y="15"/>
                      <a:pt x="128" y="15"/>
                      <a:pt x="128" y="15"/>
                    </a:cubicBezTo>
                    <a:cubicBezTo>
                      <a:pt x="125" y="5"/>
                      <a:pt x="125" y="5"/>
                      <a:pt x="125" y="5"/>
                    </a:cubicBezTo>
                    <a:cubicBezTo>
                      <a:pt x="118" y="0"/>
                      <a:pt x="118" y="0"/>
                      <a:pt x="118" y="0"/>
                    </a:cubicBezTo>
                    <a:cubicBezTo>
                      <a:pt x="115" y="8"/>
                      <a:pt x="115" y="8"/>
                      <a:pt x="115" y="8"/>
                    </a:cubicBezTo>
                    <a:cubicBezTo>
                      <a:pt x="113" y="20"/>
                      <a:pt x="113" y="20"/>
                      <a:pt x="113" y="20"/>
                    </a:cubicBezTo>
                    <a:cubicBezTo>
                      <a:pt x="97" y="15"/>
                      <a:pt x="97" y="15"/>
                      <a:pt x="97" y="15"/>
                    </a:cubicBezTo>
                    <a:cubicBezTo>
                      <a:pt x="90" y="19"/>
                      <a:pt x="90" y="19"/>
                      <a:pt x="90" y="19"/>
                    </a:cubicBezTo>
                    <a:cubicBezTo>
                      <a:pt x="57" y="18"/>
                      <a:pt x="57" y="18"/>
                      <a:pt x="57" y="18"/>
                    </a:cubicBezTo>
                    <a:cubicBezTo>
                      <a:pt x="57" y="18"/>
                      <a:pt x="57" y="27"/>
                      <a:pt x="50" y="27"/>
                    </a:cubicBezTo>
                    <a:cubicBezTo>
                      <a:pt x="43" y="27"/>
                      <a:pt x="35" y="25"/>
                      <a:pt x="35" y="25"/>
                    </a:cubicBezTo>
                    <a:cubicBezTo>
                      <a:pt x="35" y="25"/>
                      <a:pt x="29" y="21"/>
                      <a:pt x="26" y="21"/>
                    </a:cubicBezTo>
                    <a:cubicBezTo>
                      <a:pt x="23" y="21"/>
                      <a:pt x="14" y="25"/>
                      <a:pt x="14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5" y="26"/>
                      <a:pt x="5" y="26"/>
                      <a:pt x="5" y="27"/>
                    </a:cubicBezTo>
                    <a:cubicBezTo>
                      <a:pt x="4" y="30"/>
                      <a:pt x="1" y="33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3" y="62"/>
                      <a:pt x="3" y="62"/>
                      <a:pt x="3" y="62"/>
                    </a:cubicBezTo>
                    <a:cubicBezTo>
                      <a:pt x="3" y="62"/>
                      <a:pt x="26" y="66"/>
                      <a:pt x="23" y="70"/>
                    </a:cubicBezTo>
                    <a:cubicBezTo>
                      <a:pt x="22" y="72"/>
                      <a:pt x="20" y="76"/>
                      <a:pt x="18" y="80"/>
                    </a:cubicBezTo>
                    <a:cubicBezTo>
                      <a:pt x="27" y="79"/>
                      <a:pt x="27" y="79"/>
                      <a:pt x="27" y="79"/>
                    </a:cubicBezTo>
                    <a:lnTo>
                      <a:pt x="29" y="70"/>
                    </a:ln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73" name="Freeform 289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088615F5-39CF-49B6-8D6F-995250574CC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095" y="1534"/>
                <a:ext cx="148" cy="61"/>
              </a:xfrm>
              <a:custGeom>
                <a:avLst/>
                <a:gdLst/>
                <a:ahLst/>
                <a:cxnLst>
                  <a:cxn ang="0">
                    <a:pos x="58" y="15"/>
                  </a:cxn>
                  <a:cxn ang="0">
                    <a:pos x="36" y="40"/>
                  </a:cxn>
                  <a:cxn ang="0">
                    <a:pos x="12" y="41"/>
                  </a:cxn>
                  <a:cxn ang="0">
                    <a:pos x="1" y="60"/>
                  </a:cxn>
                  <a:cxn ang="0">
                    <a:pos x="7" y="75"/>
                  </a:cxn>
                  <a:cxn ang="0">
                    <a:pos x="7" y="78"/>
                  </a:cxn>
                  <a:cxn ang="0">
                    <a:pos x="7" y="81"/>
                  </a:cxn>
                  <a:cxn ang="0">
                    <a:pos x="7" y="84"/>
                  </a:cxn>
                  <a:cxn ang="0">
                    <a:pos x="7" y="87"/>
                  </a:cxn>
                  <a:cxn ang="0">
                    <a:pos x="20" y="81"/>
                  </a:cxn>
                  <a:cxn ang="0">
                    <a:pos x="81" y="94"/>
                  </a:cxn>
                  <a:cxn ang="0">
                    <a:pos x="111" y="81"/>
                  </a:cxn>
                  <a:cxn ang="0">
                    <a:pos x="144" y="69"/>
                  </a:cxn>
                  <a:cxn ang="0">
                    <a:pos x="171" y="53"/>
                  </a:cxn>
                  <a:cxn ang="0">
                    <a:pos x="183" y="64"/>
                  </a:cxn>
                  <a:cxn ang="0">
                    <a:pos x="194" y="63"/>
                  </a:cxn>
                  <a:cxn ang="0">
                    <a:pos x="223" y="59"/>
                  </a:cxn>
                  <a:cxn ang="0">
                    <a:pos x="234" y="43"/>
                  </a:cxn>
                  <a:cxn ang="0">
                    <a:pos x="233" y="23"/>
                  </a:cxn>
                  <a:cxn ang="0">
                    <a:pos x="194" y="6"/>
                  </a:cxn>
                  <a:cxn ang="0">
                    <a:pos x="159" y="10"/>
                  </a:cxn>
                  <a:cxn ang="0">
                    <a:pos x="132" y="18"/>
                  </a:cxn>
                  <a:cxn ang="0">
                    <a:pos x="119" y="11"/>
                  </a:cxn>
                  <a:cxn ang="0">
                    <a:pos x="91" y="8"/>
                  </a:cxn>
                  <a:cxn ang="0">
                    <a:pos x="90" y="8"/>
                  </a:cxn>
                  <a:cxn ang="0">
                    <a:pos x="89" y="7"/>
                  </a:cxn>
                  <a:cxn ang="0">
                    <a:pos x="88" y="6"/>
                  </a:cxn>
                  <a:cxn ang="0">
                    <a:pos x="87" y="6"/>
                  </a:cxn>
                  <a:cxn ang="0">
                    <a:pos x="86" y="5"/>
                  </a:cxn>
                  <a:cxn ang="0">
                    <a:pos x="85" y="4"/>
                  </a:cxn>
                  <a:cxn ang="0">
                    <a:pos x="84" y="3"/>
                  </a:cxn>
                  <a:cxn ang="0">
                    <a:pos x="72" y="9"/>
                  </a:cxn>
                </a:cxnLst>
                <a:rect l="0" t="0" r="r" b="b"/>
                <a:pathLst>
                  <a:path w="239" h="98">
                    <a:moveTo>
                      <a:pt x="72" y="9"/>
                    </a:moveTo>
                    <a:cubicBezTo>
                      <a:pt x="58" y="15"/>
                      <a:pt x="58" y="15"/>
                      <a:pt x="58" y="15"/>
                    </a:cubicBezTo>
                    <a:cubicBezTo>
                      <a:pt x="58" y="28"/>
                      <a:pt x="58" y="28"/>
                      <a:pt x="58" y="28"/>
                    </a:cubicBezTo>
                    <a:cubicBezTo>
                      <a:pt x="58" y="28"/>
                      <a:pt x="43" y="35"/>
                      <a:pt x="36" y="40"/>
                    </a:cubicBezTo>
                    <a:cubicBezTo>
                      <a:pt x="31" y="43"/>
                      <a:pt x="25" y="41"/>
                      <a:pt x="24" y="39"/>
                    </a:cubicBezTo>
                    <a:cubicBezTo>
                      <a:pt x="21" y="40"/>
                      <a:pt x="15" y="40"/>
                      <a:pt x="12" y="41"/>
                    </a:cubicBezTo>
                    <a:cubicBezTo>
                      <a:pt x="8" y="42"/>
                      <a:pt x="3" y="46"/>
                      <a:pt x="3" y="46"/>
                    </a:cubicBezTo>
                    <a:cubicBezTo>
                      <a:pt x="1" y="60"/>
                      <a:pt x="1" y="60"/>
                      <a:pt x="1" y="60"/>
                    </a:cubicBezTo>
                    <a:cubicBezTo>
                      <a:pt x="0" y="70"/>
                      <a:pt x="0" y="70"/>
                      <a:pt x="0" y="70"/>
                    </a:cubicBezTo>
                    <a:cubicBezTo>
                      <a:pt x="0" y="70"/>
                      <a:pt x="6" y="69"/>
                      <a:pt x="7" y="75"/>
                    </a:cubicBezTo>
                    <a:cubicBezTo>
                      <a:pt x="7" y="76"/>
                      <a:pt x="7" y="77"/>
                      <a:pt x="7" y="78"/>
                    </a:cubicBezTo>
                    <a:cubicBezTo>
                      <a:pt x="7" y="78"/>
                      <a:pt x="7" y="78"/>
                      <a:pt x="7" y="78"/>
                    </a:cubicBezTo>
                    <a:cubicBezTo>
                      <a:pt x="7" y="79"/>
                      <a:pt x="7" y="80"/>
                      <a:pt x="7" y="81"/>
                    </a:cubicBezTo>
                    <a:cubicBezTo>
                      <a:pt x="7" y="81"/>
                      <a:pt x="7" y="81"/>
                      <a:pt x="7" y="81"/>
                    </a:cubicBezTo>
                    <a:cubicBezTo>
                      <a:pt x="7" y="82"/>
                      <a:pt x="7" y="83"/>
                      <a:pt x="7" y="84"/>
                    </a:cubicBezTo>
                    <a:cubicBezTo>
                      <a:pt x="7" y="84"/>
                      <a:pt x="7" y="84"/>
                      <a:pt x="7" y="84"/>
                    </a:cubicBezTo>
                    <a:cubicBezTo>
                      <a:pt x="7" y="85"/>
                      <a:pt x="7" y="86"/>
                      <a:pt x="7" y="87"/>
                    </a:cubicBezTo>
                    <a:cubicBezTo>
                      <a:pt x="7" y="87"/>
                      <a:pt x="7" y="87"/>
                      <a:pt x="7" y="87"/>
                    </a:cubicBezTo>
                    <a:cubicBezTo>
                      <a:pt x="13" y="92"/>
                      <a:pt x="13" y="92"/>
                      <a:pt x="13" y="92"/>
                    </a:cubicBezTo>
                    <a:cubicBezTo>
                      <a:pt x="20" y="81"/>
                      <a:pt x="20" y="81"/>
                      <a:pt x="20" y="81"/>
                    </a:cubicBezTo>
                    <a:cubicBezTo>
                      <a:pt x="20" y="81"/>
                      <a:pt x="23" y="98"/>
                      <a:pt x="40" y="97"/>
                    </a:cubicBezTo>
                    <a:cubicBezTo>
                      <a:pt x="57" y="96"/>
                      <a:pt x="81" y="94"/>
                      <a:pt x="81" y="94"/>
                    </a:cubicBezTo>
                    <a:cubicBezTo>
                      <a:pt x="87" y="78"/>
                      <a:pt x="87" y="78"/>
                      <a:pt x="87" y="78"/>
                    </a:cubicBezTo>
                    <a:cubicBezTo>
                      <a:pt x="111" y="81"/>
                      <a:pt x="111" y="81"/>
                      <a:pt x="111" y="81"/>
                    </a:cubicBezTo>
                    <a:cubicBezTo>
                      <a:pt x="118" y="73"/>
                      <a:pt x="118" y="73"/>
                      <a:pt x="118" y="73"/>
                    </a:cubicBezTo>
                    <a:cubicBezTo>
                      <a:pt x="118" y="73"/>
                      <a:pt x="141" y="72"/>
                      <a:pt x="144" y="69"/>
                    </a:cubicBezTo>
                    <a:cubicBezTo>
                      <a:pt x="147" y="66"/>
                      <a:pt x="155" y="53"/>
                      <a:pt x="155" y="53"/>
                    </a:cubicBezTo>
                    <a:cubicBezTo>
                      <a:pt x="171" y="53"/>
                      <a:pt x="171" y="53"/>
                      <a:pt x="171" y="53"/>
                    </a:cubicBezTo>
                    <a:cubicBezTo>
                      <a:pt x="174" y="63"/>
                      <a:pt x="174" y="63"/>
                      <a:pt x="174" y="63"/>
                    </a:cubicBezTo>
                    <a:cubicBezTo>
                      <a:pt x="183" y="64"/>
                      <a:pt x="183" y="64"/>
                      <a:pt x="183" y="64"/>
                    </a:cubicBezTo>
                    <a:cubicBezTo>
                      <a:pt x="183" y="64"/>
                      <a:pt x="183" y="53"/>
                      <a:pt x="188" y="53"/>
                    </a:cubicBezTo>
                    <a:cubicBezTo>
                      <a:pt x="193" y="53"/>
                      <a:pt x="194" y="63"/>
                      <a:pt x="194" y="63"/>
                    </a:cubicBezTo>
                    <a:cubicBezTo>
                      <a:pt x="194" y="63"/>
                      <a:pt x="215" y="57"/>
                      <a:pt x="223" y="59"/>
                    </a:cubicBezTo>
                    <a:cubicBezTo>
                      <a:pt x="223" y="59"/>
                      <a:pt x="223" y="59"/>
                      <a:pt x="223" y="59"/>
                    </a:cubicBezTo>
                    <a:cubicBezTo>
                      <a:pt x="224" y="51"/>
                      <a:pt x="224" y="51"/>
                      <a:pt x="224" y="51"/>
                    </a:cubicBezTo>
                    <a:cubicBezTo>
                      <a:pt x="224" y="51"/>
                      <a:pt x="232" y="49"/>
                      <a:pt x="234" y="43"/>
                    </a:cubicBezTo>
                    <a:cubicBezTo>
                      <a:pt x="236" y="37"/>
                      <a:pt x="237" y="30"/>
                      <a:pt x="237" y="30"/>
                    </a:cubicBezTo>
                    <a:cubicBezTo>
                      <a:pt x="237" y="30"/>
                      <a:pt x="239" y="23"/>
                      <a:pt x="233" y="23"/>
                    </a:cubicBezTo>
                    <a:cubicBezTo>
                      <a:pt x="227" y="23"/>
                      <a:pt x="221" y="25"/>
                      <a:pt x="214" y="19"/>
                    </a:cubicBezTo>
                    <a:cubicBezTo>
                      <a:pt x="207" y="13"/>
                      <a:pt x="208" y="6"/>
                      <a:pt x="194" y="6"/>
                    </a:cubicBezTo>
                    <a:cubicBezTo>
                      <a:pt x="180" y="6"/>
                      <a:pt x="175" y="14"/>
                      <a:pt x="170" y="14"/>
                    </a:cubicBezTo>
                    <a:cubicBezTo>
                      <a:pt x="165" y="14"/>
                      <a:pt x="159" y="10"/>
                      <a:pt x="159" y="10"/>
                    </a:cubicBezTo>
                    <a:cubicBezTo>
                      <a:pt x="140" y="9"/>
                      <a:pt x="140" y="9"/>
                      <a:pt x="140" y="9"/>
                    </a:cubicBezTo>
                    <a:cubicBezTo>
                      <a:pt x="140" y="9"/>
                      <a:pt x="141" y="18"/>
                      <a:pt x="132" y="18"/>
                    </a:cubicBezTo>
                    <a:cubicBezTo>
                      <a:pt x="123" y="18"/>
                      <a:pt x="126" y="11"/>
                      <a:pt x="126" y="11"/>
                    </a:cubicBezTo>
                    <a:cubicBezTo>
                      <a:pt x="119" y="11"/>
                      <a:pt x="119" y="11"/>
                      <a:pt x="119" y="11"/>
                    </a:cubicBezTo>
                    <a:cubicBezTo>
                      <a:pt x="119" y="11"/>
                      <a:pt x="118" y="4"/>
                      <a:pt x="111" y="2"/>
                    </a:cubicBezTo>
                    <a:cubicBezTo>
                      <a:pt x="104" y="0"/>
                      <a:pt x="94" y="8"/>
                      <a:pt x="91" y="8"/>
                    </a:cubicBezTo>
                    <a:cubicBezTo>
                      <a:pt x="91" y="8"/>
                      <a:pt x="91" y="8"/>
                      <a:pt x="90" y="8"/>
                    </a:cubicBezTo>
                    <a:cubicBezTo>
                      <a:pt x="90" y="8"/>
                      <a:pt x="90" y="8"/>
                      <a:pt x="90" y="8"/>
                    </a:cubicBezTo>
                    <a:cubicBezTo>
                      <a:pt x="90" y="8"/>
                      <a:pt x="90" y="7"/>
                      <a:pt x="90" y="7"/>
                    </a:cubicBezTo>
                    <a:cubicBezTo>
                      <a:pt x="89" y="7"/>
                      <a:pt x="89" y="7"/>
                      <a:pt x="89" y="7"/>
                    </a:cubicBezTo>
                    <a:cubicBezTo>
                      <a:pt x="89" y="7"/>
                      <a:pt x="89" y="7"/>
                      <a:pt x="89" y="7"/>
                    </a:cubicBezTo>
                    <a:cubicBezTo>
                      <a:pt x="88" y="7"/>
                      <a:pt x="88" y="7"/>
                      <a:pt x="88" y="6"/>
                    </a:cubicBezTo>
                    <a:cubicBezTo>
                      <a:pt x="88" y="6"/>
                      <a:pt x="88" y="6"/>
                      <a:pt x="88" y="6"/>
                    </a:cubicBezTo>
                    <a:cubicBezTo>
                      <a:pt x="87" y="6"/>
                      <a:pt x="87" y="6"/>
                      <a:pt x="87" y="6"/>
                    </a:cubicBezTo>
                    <a:cubicBezTo>
                      <a:pt x="87" y="5"/>
                      <a:pt x="87" y="5"/>
                      <a:pt x="87" y="5"/>
                    </a:cubicBezTo>
                    <a:cubicBezTo>
                      <a:pt x="86" y="5"/>
                      <a:pt x="86" y="5"/>
                      <a:pt x="86" y="5"/>
                    </a:cubicBezTo>
                    <a:cubicBezTo>
                      <a:pt x="86" y="4"/>
                      <a:pt x="86" y="4"/>
                      <a:pt x="85" y="4"/>
                    </a:cubicBezTo>
                    <a:cubicBezTo>
                      <a:pt x="85" y="4"/>
                      <a:pt x="85" y="4"/>
                      <a:pt x="85" y="4"/>
                    </a:cubicBezTo>
                    <a:cubicBezTo>
                      <a:pt x="85" y="3"/>
                      <a:pt x="84" y="3"/>
                      <a:pt x="84" y="3"/>
                    </a:cubicBezTo>
                    <a:cubicBezTo>
                      <a:pt x="84" y="3"/>
                      <a:pt x="84" y="3"/>
                      <a:pt x="84" y="3"/>
                    </a:cubicBezTo>
                    <a:cubicBezTo>
                      <a:pt x="84" y="2"/>
                      <a:pt x="83" y="2"/>
                      <a:pt x="83" y="2"/>
                    </a:cubicBezTo>
                    <a:lnTo>
                      <a:pt x="72" y="9"/>
                    </a:ln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74" name="Freeform 290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2F38FC03-23B0-401B-9F6F-C469DD3477F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080" y="1567"/>
                <a:ext cx="178" cy="92"/>
              </a:xfrm>
              <a:custGeom>
                <a:avLst/>
                <a:gdLst/>
                <a:ahLst/>
                <a:cxnLst>
                  <a:cxn ang="0">
                    <a:pos x="118" y="136"/>
                  </a:cxn>
                  <a:cxn ang="0">
                    <a:pos x="133" y="136"/>
                  </a:cxn>
                  <a:cxn ang="0">
                    <a:pos x="145" y="125"/>
                  </a:cxn>
                  <a:cxn ang="0">
                    <a:pos x="163" y="125"/>
                  </a:cxn>
                  <a:cxn ang="0">
                    <a:pos x="176" y="131"/>
                  </a:cxn>
                  <a:cxn ang="0">
                    <a:pos x="192" y="127"/>
                  </a:cxn>
                  <a:cxn ang="0">
                    <a:pos x="194" y="118"/>
                  </a:cxn>
                  <a:cxn ang="0">
                    <a:pos x="205" y="120"/>
                  </a:cxn>
                  <a:cxn ang="0">
                    <a:pos x="221" y="110"/>
                  </a:cxn>
                  <a:cxn ang="0">
                    <a:pos x="222" y="96"/>
                  </a:cxn>
                  <a:cxn ang="0">
                    <a:pos x="238" y="83"/>
                  </a:cxn>
                  <a:cxn ang="0">
                    <a:pos x="245" y="66"/>
                  </a:cxn>
                  <a:cxn ang="0">
                    <a:pos x="246" y="48"/>
                  </a:cxn>
                  <a:cxn ang="0">
                    <a:pos x="266" y="41"/>
                  </a:cxn>
                  <a:cxn ang="0">
                    <a:pos x="286" y="27"/>
                  </a:cxn>
                  <a:cxn ang="0">
                    <a:pos x="264" y="19"/>
                  </a:cxn>
                  <a:cxn ang="0">
                    <a:pos x="262" y="18"/>
                  </a:cxn>
                  <a:cxn ang="0">
                    <a:pos x="262" y="18"/>
                  </a:cxn>
                  <a:cxn ang="0">
                    <a:pos x="248" y="6"/>
                  </a:cxn>
                  <a:cxn ang="0">
                    <a:pos x="248" y="6"/>
                  </a:cxn>
                  <a:cxn ang="0">
                    <a:pos x="219" y="10"/>
                  </a:cxn>
                  <a:cxn ang="0">
                    <a:pos x="213" y="0"/>
                  </a:cxn>
                  <a:cxn ang="0">
                    <a:pos x="208" y="11"/>
                  </a:cxn>
                  <a:cxn ang="0">
                    <a:pos x="199" y="10"/>
                  </a:cxn>
                  <a:cxn ang="0">
                    <a:pos x="196" y="0"/>
                  </a:cxn>
                  <a:cxn ang="0">
                    <a:pos x="180" y="0"/>
                  </a:cxn>
                  <a:cxn ang="0">
                    <a:pos x="169" y="16"/>
                  </a:cxn>
                  <a:cxn ang="0">
                    <a:pos x="143" y="20"/>
                  </a:cxn>
                  <a:cxn ang="0">
                    <a:pos x="136" y="28"/>
                  </a:cxn>
                  <a:cxn ang="0">
                    <a:pos x="112" y="25"/>
                  </a:cxn>
                  <a:cxn ang="0">
                    <a:pos x="106" y="41"/>
                  </a:cxn>
                  <a:cxn ang="0">
                    <a:pos x="65" y="44"/>
                  </a:cxn>
                  <a:cxn ang="0">
                    <a:pos x="45" y="28"/>
                  </a:cxn>
                  <a:cxn ang="0">
                    <a:pos x="38" y="39"/>
                  </a:cxn>
                  <a:cxn ang="0">
                    <a:pos x="32" y="34"/>
                  </a:cxn>
                  <a:cxn ang="0">
                    <a:pos x="32" y="34"/>
                  </a:cxn>
                  <a:cxn ang="0">
                    <a:pos x="31" y="42"/>
                  </a:cxn>
                  <a:cxn ang="0">
                    <a:pos x="31" y="43"/>
                  </a:cxn>
                  <a:cxn ang="0">
                    <a:pos x="16" y="43"/>
                  </a:cxn>
                  <a:cxn ang="0">
                    <a:pos x="15" y="52"/>
                  </a:cxn>
                  <a:cxn ang="0">
                    <a:pos x="23" y="53"/>
                  </a:cxn>
                  <a:cxn ang="0">
                    <a:pos x="15" y="65"/>
                  </a:cxn>
                  <a:cxn ang="0">
                    <a:pos x="15" y="79"/>
                  </a:cxn>
                  <a:cxn ang="0">
                    <a:pos x="2" y="81"/>
                  </a:cxn>
                  <a:cxn ang="0">
                    <a:pos x="0" y="85"/>
                  </a:cxn>
                  <a:cxn ang="0">
                    <a:pos x="7" y="90"/>
                  </a:cxn>
                  <a:cxn ang="0">
                    <a:pos x="10" y="100"/>
                  </a:cxn>
                  <a:cxn ang="0">
                    <a:pos x="20" y="107"/>
                  </a:cxn>
                  <a:cxn ang="0">
                    <a:pos x="34" y="120"/>
                  </a:cxn>
                  <a:cxn ang="0">
                    <a:pos x="54" y="137"/>
                  </a:cxn>
                  <a:cxn ang="0">
                    <a:pos x="63" y="141"/>
                  </a:cxn>
                  <a:cxn ang="0">
                    <a:pos x="75" y="141"/>
                  </a:cxn>
                  <a:cxn ang="0">
                    <a:pos x="78" y="148"/>
                  </a:cxn>
                  <a:cxn ang="0">
                    <a:pos x="106" y="145"/>
                  </a:cxn>
                  <a:cxn ang="0">
                    <a:pos x="112" y="139"/>
                  </a:cxn>
                  <a:cxn ang="0">
                    <a:pos x="115" y="140"/>
                  </a:cxn>
                  <a:cxn ang="0">
                    <a:pos x="118" y="136"/>
                  </a:cxn>
                </a:cxnLst>
                <a:rect l="0" t="0" r="r" b="b"/>
                <a:pathLst>
                  <a:path w="286" h="148">
                    <a:moveTo>
                      <a:pt x="118" y="136"/>
                    </a:moveTo>
                    <a:cubicBezTo>
                      <a:pt x="133" y="136"/>
                      <a:pt x="133" y="136"/>
                      <a:pt x="133" y="136"/>
                    </a:cubicBezTo>
                    <a:cubicBezTo>
                      <a:pt x="133" y="136"/>
                      <a:pt x="142" y="131"/>
                      <a:pt x="145" y="125"/>
                    </a:cubicBezTo>
                    <a:cubicBezTo>
                      <a:pt x="148" y="119"/>
                      <a:pt x="163" y="125"/>
                      <a:pt x="163" y="125"/>
                    </a:cubicBezTo>
                    <a:cubicBezTo>
                      <a:pt x="176" y="131"/>
                      <a:pt x="176" y="131"/>
                      <a:pt x="176" y="131"/>
                    </a:cubicBezTo>
                    <a:cubicBezTo>
                      <a:pt x="192" y="127"/>
                      <a:pt x="192" y="127"/>
                      <a:pt x="192" y="127"/>
                    </a:cubicBezTo>
                    <a:cubicBezTo>
                      <a:pt x="194" y="118"/>
                      <a:pt x="194" y="118"/>
                      <a:pt x="194" y="118"/>
                    </a:cubicBezTo>
                    <a:cubicBezTo>
                      <a:pt x="205" y="120"/>
                      <a:pt x="205" y="120"/>
                      <a:pt x="205" y="120"/>
                    </a:cubicBezTo>
                    <a:cubicBezTo>
                      <a:pt x="205" y="120"/>
                      <a:pt x="215" y="116"/>
                      <a:pt x="221" y="110"/>
                    </a:cubicBezTo>
                    <a:cubicBezTo>
                      <a:pt x="227" y="104"/>
                      <a:pt x="222" y="96"/>
                      <a:pt x="222" y="96"/>
                    </a:cubicBezTo>
                    <a:cubicBezTo>
                      <a:pt x="222" y="96"/>
                      <a:pt x="228" y="88"/>
                      <a:pt x="238" y="83"/>
                    </a:cubicBezTo>
                    <a:cubicBezTo>
                      <a:pt x="248" y="78"/>
                      <a:pt x="245" y="66"/>
                      <a:pt x="245" y="66"/>
                    </a:cubicBezTo>
                    <a:cubicBezTo>
                      <a:pt x="245" y="66"/>
                      <a:pt x="245" y="54"/>
                      <a:pt x="246" y="48"/>
                    </a:cubicBezTo>
                    <a:cubicBezTo>
                      <a:pt x="247" y="42"/>
                      <a:pt x="256" y="42"/>
                      <a:pt x="266" y="41"/>
                    </a:cubicBezTo>
                    <a:cubicBezTo>
                      <a:pt x="276" y="40"/>
                      <a:pt x="286" y="27"/>
                      <a:pt x="286" y="27"/>
                    </a:cubicBezTo>
                    <a:cubicBezTo>
                      <a:pt x="286" y="27"/>
                      <a:pt x="270" y="20"/>
                      <a:pt x="264" y="19"/>
                    </a:cubicBezTo>
                    <a:cubicBezTo>
                      <a:pt x="263" y="19"/>
                      <a:pt x="263" y="19"/>
                      <a:pt x="262" y="18"/>
                    </a:cubicBezTo>
                    <a:cubicBezTo>
                      <a:pt x="262" y="18"/>
                      <a:pt x="262" y="18"/>
                      <a:pt x="262" y="18"/>
                    </a:cubicBezTo>
                    <a:cubicBezTo>
                      <a:pt x="257" y="15"/>
                      <a:pt x="255" y="8"/>
                      <a:pt x="248" y="6"/>
                    </a:cubicBezTo>
                    <a:cubicBezTo>
                      <a:pt x="248" y="6"/>
                      <a:pt x="248" y="6"/>
                      <a:pt x="248" y="6"/>
                    </a:cubicBezTo>
                    <a:cubicBezTo>
                      <a:pt x="240" y="4"/>
                      <a:pt x="219" y="10"/>
                      <a:pt x="219" y="10"/>
                    </a:cubicBezTo>
                    <a:cubicBezTo>
                      <a:pt x="219" y="10"/>
                      <a:pt x="218" y="0"/>
                      <a:pt x="213" y="0"/>
                    </a:cubicBezTo>
                    <a:cubicBezTo>
                      <a:pt x="208" y="0"/>
                      <a:pt x="208" y="11"/>
                      <a:pt x="208" y="11"/>
                    </a:cubicBezTo>
                    <a:cubicBezTo>
                      <a:pt x="199" y="10"/>
                      <a:pt x="199" y="10"/>
                      <a:pt x="199" y="10"/>
                    </a:cubicBezTo>
                    <a:cubicBezTo>
                      <a:pt x="196" y="0"/>
                      <a:pt x="196" y="0"/>
                      <a:pt x="196" y="0"/>
                    </a:cubicBezTo>
                    <a:cubicBezTo>
                      <a:pt x="180" y="0"/>
                      <a:pt x="180" y="0"/>
                      <a:pt x="180" y="0"/>
                    </a:cubicBezTo>
                    <a:cubicBezTo>
                      <a:pt x="180" y="0"/>
                      <a:pt x="172" y="13"/>
                      <a:pt x="169" y="16"/>
                    </a:cubicBezTo>
                    <a:cubicBezTo>
                      <a:pt x="166" y="19"/>
                      <a:pt x="143" y="20"/>
                      <a:pt x="143" y="20"/>
                    </a:cubicBezTo>
                    <a:cubicBezTo>
                      <a:pt x="136" y="28"/>
                      <a:pt x="136" y="28"/>
                      <a:pt x="136" y="28"/>
                    </a:cubicBezTo>
                    <a:cubicBezTo>
                      <a:pt x="112" y="25"/>
                      <a:pt x="112" y="25"/>
                      <a:pt x="112" y="25"/>
                    </a:cubicBezTo>
                    <a:cubicBezTo>
                      <a:pt x="106" y="41"/>
                      <a:pt x="106" y="41"/>
                      <a:pt x="106" y="41"/>
                    </a:cubicBezTo>
                    <a:cubicBezTo>
                      <a:pt x="106" y="41"/>
                      <a:pt x="82" y="43"/>
                      <a:pt x="65" y="44"/>
                    </a:cubicBezTo>
                    <a:cubicBezTo>
                      <a:pt x="48" y="45"/>
                      <a:pt x="45" y="28"/>
                      <a:pt x="45" y="28"/>
                    </a:cubicBezTo>
                    <a:cubicBezTo>
                      <a:pt x="38" y="39"/>
                      <a:pt x="38" y="39"/>
                      <a:pt x="38" y="39"/>
                    </a:cubicBezTo>
                    <a:cubicBezTo>
                      <a:pt x="32" y="34"/>
                      <a:pt x="32" y="34"/>
                      <a:pt x="32" y="34"/>
                    </a:cubicBezTo>
                    <a:cubicBezTo>
                      <a:pt x="32" y="34"/>
                      <a:pt x="32" y="34"/>
                      <a:pt x="32" y="34"/>
                    </a:cubicBezTo>
                    <a:cubicBezTo>
                      <a:pt x="31" y="38"/>
                      <a:pt x="31" y="42"/>
                      <a:pt x="31" y="42"/>
                    </a:cubicBezTo>
                    <a:cubicBezTo>
                      <a:pt x="31" y="43"/>
                      <a:pt x="31" y="43"/>
                      <a:pt x="31" y="43"/>
                    </a:cubicBezTo>
                    <a:cubicBezTo>
                      <a:pt x="16" y="43"/>
                      <a:pt x="16" y="43"/>
                      <a:pt x="16" y="43"/>
                    </a:cubicBezTo>
                    <a:cubicBezTo>
                      <a:pt x="15" y="52"/>
                      <a:pt x="15" y="52"/>
                      <a:pt x="15" y="52"/>
                    </a:cubicBezTo>
                    <a:cubicBezTo>
                      <a:pt x="23" y="53"/>
                      <a:pt x="23" y="53"/>
                      <a:pt x="23" y="53"/>
                    </a:cubicBezTo>
                    <a:cubicBezTo>
                      <a:pt x="15" y="65"/>
                      <a:pt x="15" y="65"/>
                      <a:pt x="15" y="65"/>
                    </a:cubicBezTo>
                    <a:cubicBezTo>
                      <a:pt x="15" y="79"/>
                      <a:pt x="15" y="79"/>
                      <a:pt x="15" y="79"/>
                    </a:cubicBezTo>
                    <a:cubicBezTo>
                      <a:pt x="2" y="81"/>
                      <a:pt x="2" y="81"/>
                      <a:pt x="2" y="81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7" y="90"/>
                      <a:pt x="7" y="90"/>
                      <a:pt x="7" y="90"/>
                    </a:cubicBezTo>
                    <a:cubicBezTo>
                      <a:pt x="10" y="100"/>
                      <a:pt x="10" y="100"/>
                      <a:pt x="10" y="100"/>
                    </a:cubicBezTo>
                    <a:cubicBezTo>
                      <a:pt x="20" y="107"/>
                      <a:pt x="20" y="107"/>
                      <a:pt x="20" y="107"/>
                    </a:cubicBezTo>
                    <a:cubicBezTo>
                      <a:pt x="20" y="107"/>
                      <a:pt x="32" y="117"/>
                      <a:pt x="34" y="120"/>
                    </a:cubicBezTo>
                    <a:cubicBezTo>
                      <a:pt x="36" y="123"/>
                      <a:pt x="54" y="137"/>
                      <a:pt x="54" y="137"/>
                    </a:cubicBezTo>
                    <a:cubicBezTo>
                      <a:pt x="63" y="141"/>
                      <a:pt x="63" y="141"/>
                      <a:pt x="63" y="141"/>
                    </a:cubicBezTo>
                    <a:cubicBezTo>
                      <a:pt x="75" y="141"/>
                      <a:pt x="75" y="141"/>
                      <a:pt x="75" y="141"/>
                    </a:cubicBezTo>
                    <a:cubicBezTo>
                      <a:pt x="78" y="148"/>
                      <a:pt x="78" y="148"/>
                      <a:pt x="78" y="148"/>
                    </a:cubicBezTo>
                    <a:cubicBezTo>
                      <a:pt x="106" y="145"/>
                      <a:pt x="106" y="145"/>
                      <a:pt x="106" y="145"/>
                    </a:cubicBezTo>
                    <a:cubicBezTo>
                      <a:pt x="112" y="139"/>
                      <a:pt x="112" y="139"/>
                      <a:pt x="112" y="139"/>
                    </a:cubicBezTo>
                    <a:cubicBezTo>
                      <a:pt x="115" y="140"/>
                      <a:pt x="115" y="140"/>
                      <a:pt x="115" y="140"/>
                    </a:cubicBezTo>
                    <a:lnTo>
                      <a:pt x="118" y="136"/>
                    </a:ln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75" name="Freeform 291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6AF5BEC9-17E3-42E0-B496-E623EC1C4F4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49" y="1653"/>
                <a:ext cx="3" cy="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" y="1"/>
                  </a:cxn>
                  <a:cxn ang="0">
                    <a:pos x="4" y="1"/>
                  </a:cxn>
                  <a:cxn ang="0">
                    <a:pos x="0" y="0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lnTo>
                      <a:pt x="4" y="1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76" name="Freeform 292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11299273-9B62-4F3C-BDCC-2DEC1EC3B01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34" y="157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77" name="Freeform 293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FE2B57A2-37AF-4E6E-8FFE-A31BD1785A71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3190" y="1313"/>
                <a:ext cx="142" cy="82"/>
              </a:xfrm>
              <a:custGeom>
                <a:avLst/>
                <a:gdLst/>
                <a:ahLst/>
                <a:cxnLst>
                  <a:cxn ang="0">
                    <a:pos x="22" y="70"/>
                  </a:cxn>
                  <a:cxn ang="0">
                    <a:pos x="30" y="69"/>
                  </a:cxn>
                  <a:cxn ang="0">
                    <a:pos x="32" y="75"/>
                  </a:cxn>
                  <a:cxn ang="0">
                    <a:pos x="64" y="71"/>
                  </a:cxn>
                  <a:cxn ang="0">
                    <a:pos x="74" y="86"/>
                  </a:cxn>
                  <a:cxn ang="0">
                    <a:pos x="65" y="98"/>
                  </a:cxn>
                  <a:cxn ang="0">
                    <a:pos x="70" y="108"/>
                  </a:cxn>
                  <a:cxn ang="0">
                    <a:pos x="70" y="108"/>
                  </a:cxn>
                  <a:cxn ang="0">
                    <a:pos x="72" y="108"/>
                  </a:cxn>
                  <a:cxn ang="0">
                    <a:pos x="74" y="108"/>
                  </a:cxn>
                  <a:cxn ang="0">
                    <a:pos x="103" y="119"/>
                  </a:cxn>
                  <a:cxn ang="0">
                    <a:pos x="103" y="132"/>
                  </a:cxn>
                  <a:cxn ang="0">
                    <a:pos x="127" y="127"/>
                  </a:cxn>
                  <a:cxn ang="0">
                    <a:pos x="137" y="132"/>
                  </a:cxn>
                  <a:cxn ang="0">
                    <a:pos x="155" y="132"/>
                  </a:cxn>
                  <a:cxn ang="0">
                    <a:pos x="157" y="122"/>
                  </a:cxn>
                  <a:cxn ang="0">
                    <a:pos x="165" y="130"/>
                  </a:cxn>
                  <a:cxn ang="0">
                    <a:pos x="169" y="122"/>
                  </a:cxn>
                  <a:cxn ang="0">
                    <a:pos x="187" y="115"/>
                  </a:cxn>
                  <a:cxn ang="0">
                    <a:pos x="193" y="123"/>
                  </a:cxn>
                  <a:cxn ang="0">
                    <a:pos x="188" y="103"/>
                  </a:cxn>
                  <a:cxn ang="0">
                    <a:pos x="195" y="96"/>
                  </a:cxn>
                  <a:cxn ang="0">
                    <a:pos x="193" y="81"/>
                  </a:cxn>
                  <a:cxn ang="0">
                    <a:pos x="208" y="79"/>
                  </a:cxn>
                  <a:cxn ang="0">
                    <a:pos x="204" y="66"/>
                  </a:cxn>
                  <a:cxn ang="0">
                    <a:pos x="217" y="71"/>
                  </a:cxn>
                  <a:cxn ang="0">
                    <a:pos x="230" y="65"/>
                  </a:cxn>
                  <a:cxn ang="0">
                    <a:pos x="216" y="50"/>
                  </a:cxn>
                  <a:cxn ang="0">
                    <a:pos x="217" y="49"/>
                  </a:cxn>
                  <a:cxn ang="0">
                    <a:pos x="217" y="48"/>
                  </a:cxn>
                  <a:cxn ang="0">
                    <a:pos x="218" y="47"/>
                  </a:cxn>
                  <a:cxn ang="0">
                    <a:pos x="218" y="46"/>
                  </a:cxn>
                  <a:cxn ang="0">
                    <a:pos x="220" y="45"/>
                  </a:cxn>
                  <a:cxn ang="0">
                    <a:pos x="220" y="44"/>
                  </a:cxn>
                  <a:cxn ang="0">
                    <a:pos x="222" y="42"/>
                  </a:cxn>
                  <a:cxn ang="0">
                    <a:pos x="210" y="38"/>
                  </a:cxn>
                  <a:cxn ang="0">
                    <a:pos x="195" y="30"/>
                  </a:cxn>
                  <a:cxn ang="0">
                    <a:pos x="184" y="20"/>
                  </a:cxn>
                  <a:cxn ang="0">
                    <a:pos x="157" y="17"/>
                  </a:cxn>
                  <a:cxn ang="0">
                    <a:pos x="145" y="4"/>
                  </a:cxn>
                  <a:cxn ang="0">
                    <a:pos x="128" y="12"/>
                  </a:cxn>
                  <a:cxn ang="0">
                    <a:pos x="113" y="8"/>
                  </a:cxn>
                  <a:cxn ang="0">
                    <a:pos x="104" y="13"/>
                  </a:cxn>
                  <a:cxn ang="0">
                    <a:pos x="81" y="7"/>
                  </a:cxn>
                  <a:cxn ang="0">
                    <a:pos x="73" y="9"/>
                  </a:cxn>
                  <a:cxn ang="0">
                    <a:pos x="60" y="2"/>
                  </a:cxn>
                  <a:cxn ang="0">
                    <a:pos x="46" y="5"/>
                  </a:cxn>
                  <a:cxn ang="0">
                    <a:pos x="13" y="11"/>
                  </a:cxn>
                  <a:cxn ang="0">
                    <a:pos x="0" y="16"/>
                  </a:cxn>
                  <a:cxn ang="0">
                    <a:pos x="0" y="20"/>
                  </a:cxn>
                  <a:cxn ang="0">
                    <a:pos x="1" y="23"/>
                  </a:cxn>
                  <a:cxn ang="0">
                    <a:pos x="11" y="60"/>
                  </a:cxn>
                  <a:cxn ang="0">
                    <a:pos x="14" y="64"/>
                  </a:cxn>
                  <a:cxn ang="0">
                    <a:pos x="19" y="64"/>
                  </a:cxn>
                  <a:cxn ang="0">
                    <a:pos x="22" y="70"/>
                  </a:cxn>
                </a:cxnLst>
                <a:rect l="0" t="0" r="r" b="b"/>
                <a:pathLst>
                  <a:path w="230" h="132">
                    <a:moveTo>
                      <a:pt x="22" y="70"/>
                    </a:moveTo>
                    <a:cubicBezTo>
                      <a:pt x="30" y="69"/>
                      <a:pt x="30" y="69"/>
                      <a:pt x="30" y="69"/>
                    </a:cubicBezTo>
                    <a:cubicBezTo>
                      <a:pt x="32" y="75"/>
                      <a:pt x="32" y="75"/>
                      <a:pt x="32" y="75"/>
                    </a:cubicBezTo>
                    <a:cubicBezTo>
                      <a:pt x="32" y="75"/>
                      <a:pt x="56" y="72"/>
                      <a:pt x="64" y="71"/>
                    </a:cubicBezTo>
                    <a:cubicBezTo>
                      <a:pt x="72" y="70"/>
                      <a:pt x="75" y="81"/>
                      <a:pt x="74" y="86"/>
                    </a:cubicBezTo>
                    <a:cubicBezTo>
                      <a:pt x="73" y="91"/>
                      <a:pt x="65" y="98"/>
                      <a:pt x="65" y="98"/>
                    </a:cubicBezTo>
                    <a:cubicBezTo>
                      <a:pt x="70" y="108"/>
                      <a:pt x="70" y="108"/>
                      <a:pt x="70" y="108"/>
                    </a:cubicBezTo>
                    <a:cubicBezTo>
                      <a:pt x="70" y="108"/>
                      <a:pt x="70" y="108"/>
                      <a:pt x="70" y="108"/>
                    </a:cubicBezTo>
                    <a:cubicBezTo>
                      <a:pt x="71" y="108"/>
                      <a:pt x="71" y="108"/>
                      <a:pt x="72" y="108"/>
                    </a:cubicBezTo>
                    <a:cubicBezTo>
                      <a:pt x="73" y="108"/>
                      <a:pt x="73" y="108"/>
                      <a:pt x="74" y="108"/>
                    </a:cubicBezTo>
                    <a:cubicBezTo>
                      <a:pt x="87" y="110"/>
                      <a:pt x="103" y="119"/>
                      <a:pt x="103" y="119"/>
                    </a:cubicBezTo>
                    <a:cubicBezTo>
                      <a:pt x="103" y="132"/>
                      <a:pt x="103" y="132"/>
                      <a:pt x="103" y="132"/>
                    </a:cubicBezTo>
                    <a:cubicBezTo>
                      <a:pt x="103" y="132"/>
                      <a:pt x="119" y="128"/>
                      <a:pt x="127" y="127"/>
                    </a:cubicBezTo>
                    <a:cubicBezTo>
                      <a:pt x="135" y="126"/>
                      <a:pt x="137" y="132"/>
                      <a:pt x="137" y="132"/>
                    </a:cubicBezTo>
                    <a:cubicBezTo>
                      <a:pt x="155" y="132"/>
                      <a:pt x="155" y="132"/>
                      <a:pt x="155" y="132"/>
                    </a:cubicBezTo>
                    <a:cubicBezTo>
                      <a:pt x="157" y="122"/>
                      <a:pt x="157" y="122"/>
                      <a:pt x="157" y="122"/>
                    </a:cubicBezTo>
                    <a:cubicBezTo>
                      <a:pt x="165" y="130"/>
                      <a:pt x="165" y="130"/>
                      <a:pt x="165" y="130"/>
                    </a:cubicBezTo>
                    <a:cubicBezTo>
                      <a:pt x="169" y="122"/>
                      <a:pt x="169" y="122"/>
                      <a:pt x="169" y="122"/>
                    </a:cubicBezTo>
                    <a:cubicBezTo>
                      <a:pt x="169" y="122"/>
                      <a:pt x="177" y="115"/>
                      <a:pt x="187" y="115"/>
                    </a:cubicBezTo>
                    <a:cubicBezTo>
                      <a:pt x="197" y="115"/>
                      <a:pt x="186" y="124"/>
                      <a:pt x="193" y="123"/>
                    </a:cubicBezTo>
                    <a:cubicBezTo>
                      <a:pt x="200" y="122"/>
                      <a:pt x="193" y="111"/>
                      <a:pt x="188" y="103"/>
                    </a:cubicBezTo>
                    <a:cubicBezTo>
                      <a:pt x="183" y="95"/>
                      <a:pt x="195" y="96"/>
                      <a:pt x="195" y="96"/>
                    </a:cubicBezTo>
                    <a:cubicBezTo>
                      <a:pt x="195" y="96"/>
                      <a:pt x="191" y="88"/>
                      <a:pt x="193" y="81"/>
                    </a:cubicBezTo>
                    <a:cubicBezTo>
                      <a:pt x="195" y="74"/>
                      <a:pt x="208" y="79"/>
                      <a:pt x="208" y="79"/>
                    </a:cubicBezTo>
                    <a:cubicBezTo>
                      <a:pt x="204" y="66"/>
                      <a:pt x="204" y="66"/>
                      <a:pt x="204" y="66"/>
                    </a:cubicBezTo>
                    <a:cubicBezTo>
                      <a:pt x="204" y="66"/>
                      <a:pt x="211" y="71"/>
                      <a:pt x="217" y="71"/>
                    </a:cubicBezTo>
                    <a:cubicBezTo>
                      <a:pt x="223" y="71"/>
                      <a:pt x="230" y="65"/>
                      <a:pt x="230" y="65"/>
                    </a:cubicBezTo>
                    <a:cubicBezTo>
                      <a:pt x="230" y="65"/>
                      <a:pt x="214" y="55"/>
                      <a:pt x="216" y="50"/>
                    </a:cubicBezTo>
                    <a:cubicBezTo>
                      <a:pt x="216" y="49"/>
                      <a:pt x="216" y="49"/>
                      <a:pt x="217" y="49"/>
                    </a:cubicBezTo>
                    <a:cubicBezTo>
                      <a:pt x="217" y="48"/>
                      <a:pt x="217" y="48"/>
                      <a:pt x="217" y="48"/>
                    </a:cubicBezTo>
                    <a:cubicBezTo>
                      <a:pt x="217" y="48"/>
                      <a:pt x="218" y="47"/>
                      <a:pt x="218" y="47"/>
                    </a:cubicBezTo>
                    <a:cubicBezTo>
                      <a:pt x="218" y="47"/>
                      <a:pt x="218" y="46"/>
                      <a:pt x="218" y="46"/>
                    </a:cubicBezTo>
                    <a:cubicBezTo>
                      <a:pt x="219" y="46"/>
                      <a:pt x="219" y="45"/>
                      <a:pt x="220" y="45"/>
                    </a:cubicBezTo>
                    <a:cubicBezTo>
                      <a:pt x="220" y="44"/>
                      <a:pt x="220" y="44"/>
                      <a:pt x="220" y="44"/>
                    </a:cubicBezTo>
                    <a:cubicBezTo>
                      <a:pt x="221" y="44"/>
                      <a:pt x="222" y="43"/>
                      <a:pt x="222" y="42"/>
                    </a:cubicBezTo>
                    <a:cubicBezTo>
                      <a:pt x="210" y="38"/>
                      <a:pt x="210" y="38"/>
                      <a:pt x="210" y="38"/>
                    </a:cubicBezTo>
                    <a:cubicBezTo>
                      <a:pt x="195" y="30"/>
                      <a:pt x="195" y="30"/>
                      <a:pt x="195" y="30"/>
                    </a:cubicBezTo>
                    <a:cubicBezTo>
                      <a:pt x="195" y="30"/>
                      <a:pt x="190" y="22"/>
                      <a:pt x="184" y="20"/>
                    </a:cubicBezTo>
                    <a:cubicBezTo>
                      <a:pt x="178" y="18"/>
                      <a:pt x="157" y="17"/>
                      <a:pt x="157" y="17"/>
                    </a:cubicBezTo>
                    <a:cubicBezTo>
                      <a:pt x="157" y="17"/>
                      <a:pt x="151" y="4"/>
                      <a:pt x="145" y="4"/>
                    </a:cubicBezTo>
                    <a:cubicBezTo>
                      <a:pt x="139" y="4"/>
                      <a:pt x="136" y="12"/>
                      <a:pt x="128" y="12"/>
                    </a:cubicBezTo>
                    <a:cubicBezTo>
                      <a:pt x="120" y="12"/>
                      <a:pt x="118" y="8"/>
                      <a:pt x="113" y="8"/>
                    </a:cubicBezTo>
                    <a:cubicBezTo>
                      <a:pt x="108" y="8"/>
                      <a:pt x="104" y="13"/>
                      <a:pt x="104" y="13"/>
                    </a:cubicBezTo>
                    <a:cubicBezTo>
                      <a:pt x="104" y="13"/>
                      <a:pt x="84" y="6"/>
                      <a:pt x="81" y="7"/>
                    </a:cubicBezTo>
                    <a:cubicBezTo>
                      <a:pt x="78" y="8"/>
                      <a:pt x="73" y="9"/>
                      <a:pt x="73" y="9"/>
                    </a:cubicBezTo>
                    <a:cubicBezTo>
                      <a:pt x="73" y="9"/>
                      <a:pt x="66" y="4"/>
                      <a:pt x="60" y="2"/>
                    </a:cubicBezTo>
                    <a:cubicBezTo>
                      <a:pt x="54" y="0"/>
                      <a:pt x="52" y="2"/>
                      <a:pt x="46" y="5"/>
                    </a:cubicBezTo>
                    <a:cubicBezTo>
                      <a:pt x="40" y="8"/>
                      <a:pt x="33" y="8"/>
                      <a:pt x="13" y="11"/>
                    </a:cubicBezTo>
                    <a:cubicBezTo>
                      <a:pt x="7" y="12"/>
                      <a:pt x="3" y="14"/>
                      <a:pt x="0" y="16"/>
                    </a:cubicBezTo>
                    <a:cubicBezTo>
                      <a:pt x="0" y="18"/>
                      <a:pt x="0" y="19"/>
                      <a:pt x="0" y="20"/>
                    </a:cubicBezTo>
                    <a:cubicBezTo>
                      <a:pt x="1" y="22"/>
                      <a:pt x="1" y="23"/>
                      <a:pt x="1" y="23"/>
                    </a:cubicBezTo>
                    <a:cubicBezTo>
                      <a:pt x="1" y="23"/>
                      <a:pt x="2" y="58"/>
                      <a:pt x="11" y="60"/>
                    </a:cubicBezTo>
                    <a:cubicBezTo>
                      <a:pt x="13" y="60"/>
                      <a:pt x="14" y="62"/>
                      <a:pt x="14" y="64"/>
                    </a:cubicBezTo>
                    <a:cubicBezTo>
                      <a:pt x="19" y="64"/>
                      <a:pt x="19" y="64"/>
                      <a:pt x="19" y="64"/>
                    </a:cubicBezTo>
                    <a:lnTo>
                      <a:pt x="22" y="70"/>
                    </a:ln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78" name="Freeform 294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5E0D2E99-E9B8-454E-9301-26E163759B2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813" y="1590"/>
                <a:ext cx="122" cy="67"/>
              </a:xfrm>
              <a:custGeom>
                <a:avLst/>
                <a:gdLst/>
                <a:ahLst/>
                <a:cxnLst>
                  <a:cxn ang="0">
                    <a:pos x="187" y="43"/>
                  </a:cxn>
                  <a:cxn ang="0">
                    <a:pos x="171" y="55"/>
                  </a:cxn>
                  <a:cxn ang="0">
                    <a:pos x="166" y="43"/>
                  </a:cxn>
                  <a:cxn ang="0">
                    <a:pos x="157" y="44"/>
                  </a:cxn>
                  <a:cxn ang="0">
                    <a:pos x="154" y="44"/>
                  </a:cxn>
                  <a:cxn ang="0">
                    <a:pos x="146" y="42"/>
                  </a:cxn>
                  <a:cxn ang="0">
                    <a:pos x="153" y="29"/>
                  </a:cxn>
                  <a:cxn ang="0">
                    <a:pos x="155" y="28"/>
                  </a:cxn>
                  <a:cxn ang="0">
                    <a:pos x="155" y="28"/>
                  </a:cxn>
                  <a:cxn ang="0">
                    <a:pos x="156" y="22"/>
                  </a:cxn>
                  <a:cxn ang="0">
                    <a:pos x="155" y="22"/>
                  </a:cxn>
                  <a:cxn ang="0">
                    <a:pos x="155" y="21"/>
                  </a:cxn>
                  <a:cxn ang="0">
                    <a:pos x="155" y="21"/>
                  </a:cxn>
                  <a:cxn ang="0">
                    <a:pos x="155" y="21"/>
                  </a:cxn>
                  <a:cxn ang="0">
                    <a:pos x="154" y="19"/>
                  </a:cxn>
                  <a:cxn ang="0">
                    <a:pos x="154" y="19"/>
                  </a:cxn>
                  <a:cxn ang="0">
                    <a:pos x="150" y="19"/>
                  </a:cxn>
                  <a:cxn ang="0">
                    <a:pos x="144" y="11"/>
                  </a:cxn>
                  <a:cxn ang="0">
                    <a:pos x="134" y="8"/>
                  </a:cxn>
                  <a:cxn ang="0">
                    <a:pos x="125" y="8"/>
                  </a:cxn>
                  <a:cxn ang="0">
                    <a:pos x="109" y="1"/>
                  </a:cxn>
                  <a:cxn ang="0">
                    <a:pos x="107" y="14"/>
                  </a:cxn>
                  <a:cxn ang="0">
                    <a:pos x="103" y="10"/>
                  </a:cxn>
                  <a:cxn ang="0">
                    <a:pos x="93" y="17"/>
                  </a:cxn>
                  <a:cxn ang="0">
                    <a:pos x="81" y="17"/>
                  </a:cxn>
                  <a:cxn ang="0">
                    <a:pos x="70" y="15"/>
                  </a:cxn>
                  <a:cxn ang="0">
                    <a:pos x="70" y="15"/>
                  </a:cxn>
                  <a:cxn ang="0">
                    <a:pos x="70" y="16"/>
                  </a:cxn>
                  <a:cxn ang="0">
                    <a:pos x="70" y="16"/>
                  </a:cxn>
                  <a:cxn ang="0">
                    <a:pos x="65" y="26"/>
                  </a:cxn>
                  <a:cxn ang="0">
                    <a:pos x="52" y="19"/>
                  </a:cxn>
                  <a:cxn ang="0">
                    <a:pos x="47" y="28"/>
                  </a:cxn>
                  <a:cxn ang="0">
                    <a:pos x="36" y="43"/>
                  </a:cxn>
                  <a:cxn ang="0">
                    <a:pos x="25" y="43"/>
                  </a:cxn>
                  <a:cxn ang="0">
                    <a:pos x="22" y="56"/>
                  </a:cxn>
                  <a:cxn ang="0">
                    <a:pos x="4" y="72"/>
                  </a:cxn>
                  <a:cxn ang="0">
                    <a:pos x="10" y="80"/>
                  </a:cxn>
                  <a:cxn ang="0">
                    <a:pos x="6" y="89"/>
                  </a:cxn>
                  <a:cxn ang="0">
                    <a:pos x="24" y="73"/>
                  </a:cxn>
                  <a:cxn ang="0">
                    <a:pos x="39" y="75"/>
                  </a:cxn>
                  <a:cxn ang="0">
                    <a:pos x="38" y="93"/>
                  </a:cxn>
                  <a:cxn ang="0">
                    <a:pos x="45" y="103"/>
                  </a:cxn>
                  <a:cxn ang="0">
                    <a:pos x="52" y="103"/>
                  </a:cxn>
                  <a:cxn ang="0">
                    <a:pos x="66" y="96"/>
                  </a:cxn>
                  <a:cxn ang="0">
                    <a:pos x="86" y="101"/>
                  </a:cxn>
                  <a:cxn ang="0">
                    <a:pos x="92" y="81"/>
                  </a:cxn>
                  <a:cxn ang="0">
                    <a:pos x="103" y="75"/>
                  </a:cxn>
                  <a:cxn ang="0">
                    <a:pos x="111" y="90"/>
                  </a:cxn>
                  <a:cxn ang="0">
                    <a:pos x="116" y="91"/>
                  </a:cxn>
                  <a:cxn ang="0">
                    <a:pos x="132" y="108"/>
                  </a:cxn>
                  <a:cxn ang="0">
                    <a:pos x="133" y="93"/>
                  </a:cxn>
                  <a:cxn ang="0">
                    <a:pos x="139" y="87"/>
                  </a:cxn>
                  <a:cxn ang="0">
                    <a:pos x="144" y="71"/>
                  </a:cxn>
                  <a:cxn ang="0">
                    <a:pos x="150" y="83"/>
                  </a:cxn>
                  <a:cxn ang="0">
                    <a:pos x="164" y="80"/>
                  </a:cxn>
                  <a:cxn ang="0">
                    <a:pos x="175" y="85"/>
                  </a:cxn>
                  <a:cxn ang="0">
                    <a:pos x="180" y="79"/>
                  </a:cxn>
                  <a:cxn ang="0">
                    <a:pos x="176" y="66"/>
                  </a:cxn>
                  <a:cxn ang="0">
                    <a:pos x="189" y="68"/>
                  </a:cxn>
                  <a:cxn ang="0">
                    <a:pos x="191" y="55"/>
                  </a:cxn>
                  <a:cxn ang="0">
                    <a:pos x="196" y="54"/>
                  </a:cxn>
                  <a:cxn ang="0">
                    <a:pos x="187" y="43"/>
                  </a:cxn>
                </a:cxnLst>
                <a:rect l="0" t="0" r="r" b="b"/>
                <a:pathLst>
                  <a:path w="196" h="109">
                    <a:moveTo>
                      <a:pt x="187" y="43"/>
                    </a:moveTo>
                    <a:cubicBezTo>
                      <a:pt x="176" y="43"/>
                      <a:pt x="178" y="52"/>
                      <a:pt x="171" y="55"/>
                    </a:cubicBezTo>
                    <a:cubicBezTo>
                      <a:pt x="163" y="57"/>
                      <a:pt x="166" y="43"/>
                      <a:pt x="166" y="43"/>
                    </a:cubicBezTo>
                    <a:cubicBezTo>
                      <a:pt x="157" y="44"/>
                      <a:pt x="157" y="44"/>
                      <a:pt x="157" y="44"/>
                    </a:cubicBezTo>
                    <a:cubicBezTo>
                      <a:pt x="154" y="44"/>
                      <a:pt x="154" y="44"/>
                      <a:pt x="154" y="44"/>
                    </a:cubicBezTo>
                    <a:cubicBezTo>
                      <a:pt x="154" y="44"/>
                      <a:pt x="150" y="44"/>
                      <a:pt x="146" y="42"/>
                    </a:cubicBezTo>
                    <a:cubicBezTo>
                      <a:pt x="142" y="39"/>
                      <a:pt x="148" y="31"/>
                      <a:pt x="153" y="29"/>
                    </a:cubicBezTo>
                    <a:cubicBezTo>
                      <a:pt x="154" y="29"/>
                      <a:pt x="154" y="28"/>
                      <a:pt x="155" y="28"/>
                    </a:cubicBezTo>
                    <a:cubicBezTo>
                      <a:pt x="155" y="28"/>
                      <a:pt x="155" y="28"/>
                      <a:pt x="155" y="28"/>
                    </a:cubicBezTo>
                    <a:cubicBezTo>
                      <a:pt x="156" y="26"/>
                      <a:pt x="156" y="24"/>
                      <a:pt x="156" y="22"/>
                    </a:cubicBezTo>
                    <a:cubicBezTo>
                      <a:pt x="156" y="22"/>
                      <a:pt x="156" y="22"/>
                      <a:pt x="155" y="22"/>
                    </a:cubicBezTo>
                    <a:cubicBezTo>
                      <a:pt x="155" y="21"/>
                      <a:pt x="155" y="21"/>
                      <a:pt x="155" y="21"/>
                    </a:cubicBezTo>
                    <a:cubicBezTo>
                      <a:pt x="155" y="21"/>
                      <a:pt x="155" y="21"/>
                      <a:pt x="155" y="21"/>
                    </a:cubicBezTo>
                    <a:cubicBezTo>
                      <a:pt x="155" y="21"/>
                      <a:pt x="155" y="21"/>
                      <a:pt x="155" y="21"/>
                    </a:cubicBezTo>
                    <a:cubicBezTo>
                      <a:pt x="155" y="20"/>
                      <a:pt x="155" y="19"/>
                      <a:pt x="154" y="19"/>
                    </a:cubicBezTo>
                    <a:cubicBezTo>
                      <a:pt x="154" y="19"/>
                      <a:pt x="154" y="19"/>
                      <a:pt x="154" y="19"/>
                    </a:cubicBezTo>
                    <a:cubicBezTo>
                      <a:pt x="150" y="19"/>
                      <a:pt x="150" y="19"/>
                      <a:pt x="150" y="19"/>
                    </a:cubicBezTo>
                    <a:cubicBezTo>
                      <a:pt x="144" y="11"/>
                      <a:pt x="144" y="11"/>
                      <a:pt x="144" y="11"/>
                    </a:cubicBezTo>
                    <a:cubicBezTo>
                      <a:pt x="134" y="8"/>
                      <a:pt x="134" y="8"/>
                      <a:pt x="134" y="8"/>
                    </a:cubicBezTo>
                    <a:cubicBezTo>
                      <a:pt x="125" y="8"/>
                      <a:pt x="125" y="8"/>
                      <a:pt x="125" y="8"/>
                    </a:cubicBezTo>
                    <a:cubicBezTo>
                      <a:pt x="125" y="8"/>
                      <a:pt x="116" y="0"/>
                      <a:pt x="109" y="1"/>
                    </a:cubicBezTo>
                    <a:cubicBezTo>
                      <a:pt x="102" y="2"/>
                      <a:pt x="107" y="14"/>
                      <a:pt x="107" y="14"/>
                    </a:cubicBezTo>
                    <a:cubicBezTo>
                      <a:pt x="103" y="10"/>
                      <a:pt x="103" y="10"/>
                      <a:pt x="103" y="10"/>
                    </a:cubicBezTo>
                    <a:cubicBezTo>
                      <a:pt x="93" y="17"/>
                      <a:pt x="93" y="17"/>
                      <a:pt x="93" y="17"/>
                    </a:cubicBezTo>
                    <a:cubicBezTo>
                      <a:pt x="81" y="17"/>
                      <a:pt x="81" y="17"/>
                      <a:pt x="81" y="17"/>
                    </a:cubicBezTo>
                    <a:cubicBezTo>
                      <a:pt x="70" y="15"/>
                      <a:pt x="70" y="15"/>
                      <a:pt x="70" y="15"/>
                    </a:cubicBezTo>
                    <a:cubicBezTo>
                      <a:pt x="70" y="15"/>
                      <a:pt x="70" y="15"/>
                      <a:pt x="70" y="15"/>
                    </a:cubicBezTo>
                    <a:cubicBezTo>
                      <a:pt x="70" y="16"/>
                      <a:pt x="70" y="16"/>
                      <a:pt x="70" y="16"/>
                    </a:cubicBezTo>
                    <a:cubicBezTo>
                      <a:pt x="70" y="16"/>
                      <a:pt x="70" y="16"/>
                      <a:pt x="70" y="16"/>
                    </a:cubicBezTo>
                    <a:cubicBezTo>
                      <a:pt x="65" y="26"/>
                      <a:pt x="65" y="26"/>
                      <a:pt x="65" y="26"/>
                    </a:cubicBezTo>
                    <a:cubicBezTo>
                      <a:pt x="52" y="19"/>
                      <a:pt x="52" y="19"/>
                      <a:pt x="52" y="19"/>
                    </a:cubicBezTo>
                    <a:cubicBezTo>
                      <a:pt x="47" y="28"/>
                      <a:pt x="47" y="28"/>
                      <a:pt x="47" y="28"/>
                    </a:cubicBezTo>
                    <a:cubicBezTo>
                      <a:pt x="47" y="28"/>
                      <a:pt x="41" y="37"/>
                      <a:pt x="36" y="43"/>
                    </a:cubicBezTo>
                    <a:cubicBezTo>
                      <a:pt x="31" y="49"/>
                      <a:pt x="25" y="43"/>
                      <a:pt x="25" y="43"/>
                    </a:cubicBezTo>
                    <a:cubicBezTo>
                      <a:pt x="25" y="43"/>
                      <a:pt x="28" y="49"/>
                      <a:pt x="22" y="56"/>
                    </a:cubicBezTo>
                    <a:cubicBezTo>
                      <a:pt x="16" y="63"/>
                      <a:pt x="4" y="72"/>
                      <a:pt x="4" y="72"/>
                    </a:cubicBezTo>
                    <a:cubicBezTo>
                      <a:pt x="10" y="80"/>
                      <a:pt x="10" y="80"/>
                      <a:pt x="10" y="80"/>
                    </a:cubicBezTo>
                    <a:cubicBezTo>
                      <a:pt x="10" y="80"/>
                      <a:pt x="0" y="88"/>
                      <a:pt x="6" y="89"/>
                    </a:cubicBezTo>
                    <a:cubicBezTo>
                      <a:pt x="12" y="90"/>
                      <a:pt x="17" y="77"/>
                      <a:pt x="24" y="73"/>
                    </a:cubicBezTo>
                    <a:cubicBezTo>
                      <a:pt x="31" y="69"/>
                      <a:pt x="39" y="75"/>
                      <a:pt x="39" y="75"/>
                    </a:cubicBezTo>
                    <a:cubicBezTo>
                      <a:pt x="38" y="93"/>
                      <a:pt x="38" y="93"/>
                      <a:pt x="38" y="93"/>
                    </a:cubicBezTo>
                    <a:cubicBezTo>
                      <a:pt x="38" y="93"/>
                      <a:pt x="45" y="99"/>
                      <a:pt x="45" y="103"/>
                    </a:cubicBezTo>
                    <a:cubicBezTo>
                      <a:pt x="52" y="103"/>
                      <a:pt x="52" y="103"/>
                      <a:pt x="52" y="103"/>
                    </a:cubicBezTo>
                    <a:cubicBezTo>
                      <a:pt x="52" y="103"/>
                      <a:pt x="61" y="96"/>
                      <a:pt x="66" y="96"/>
                    </a:cubicBezTo>
                    <a:cubicBezTo>
                      <a:pt x="71" y="96"/>
                      <a:pt x="76" y="109"/>
                      <a:pt x="86" y="101"/>
                    </a:cubicBezTo>
                    <a:cubicBezTo>
                      <a:pt x="96" y="92"/>
                      <a:pt x="92" y="81"/>
                      <a:pt x="92" y="81"/>
                    </a:cubicBezTo>
                    <a:cubicBezTo>
                      <a:pt x="92" y="81"/>
                      <a:pt x="99" y="75"/>
                      <a:pt x="103" y="75"/>
                    </a:cubicBezTo>
                    <a:cubicBezTo>
                      <a:pt x="107" y="75"/>
                      <a:pt x="111" y="90"/>
                      <a:pt x="111" y="90"/>
                    </a:cubicBezTo>
                    <a:cubicBezTo>
                      <a:pt x="116" y="91"/>
                      <a:pt x="116" y="91"/>
                      <a:pt x="116" y="91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33" y="93"/>
                      <a:pt x="133" y="93"/>
                      <a:pt x="133" y="93"/>
                    </a:cubicBezTo>
                    <a:cubicBezTo>
                      <a:pt x="139" y="87"/>
                      <a:pt x="139" y="87"/>
                      <a:pt x="139" y="87"/>
                    </a:cubicBezTo>
                    <a:cubicBezTo>
                      <a:pt x="144" y="71"/>
                      <a:pt x="144" y="71"/>
                      <a:pt x="144" y="71"/>
                    </a:cubicBezTo>
                    <a:cubicBezTo>
                      <a:pt x="150" y="83"/>
                      <a:pt x="150" y="83"/>
                      <a:pt x="150" y="83"/>
                    </a:cubicBezTo>
                    <a:cubicBezTo>
                      <a:pt x="164" y="80"/>
                      <a:pt x="164" y="80"/>
                      <a:pt x="164" y="80"/>
                    </a:cubicBezTo>
                    <a:cubicBezTo>
                      <a:pt x="175" y="85"/>
                      <a:pt x="175" y="85"/>
                      <a:pt x="175" y="85"/>
                    </a:cubicBezTo>
                    <a:cubicBezTo>
                      <a:pt x="180" y="79"/>
                      <a:pt x="180" y="79"/>
                      <a:pt x="180" y="79"/>
                    </a:cubicBezTo>
                    <a:cubicBezTo>
                      <a:pt x="180" y="79"/>
                      <a:pt x="165" y="68"/>
                      <a:pt x="176" y="66"/>
                    </a:cubicBezTo>
                    <a:cubicBezTo>
                      <a:pt x="187" y="64"/>
                      <a:pt x="189" y="68"/>
                      <a:pt x="189" y="68"/>
                    </a:cubicBezTo>
                    <a:cubicBezTo>
                      <a:pt x="191" y="55"/>
                      <a:pt x="191" y="55"/>
                      <a:pt x="191" y="55"/>
                    </a:cubicBezTo>
                    <a:cubicBezTo>
                      <a:pt x="196" y="54"/>
                      <a:pt x="196" y="54"/>
                      <a:pt x="196" y="54"/>
                    </a:cubicBezTo>
                    <a:cubicBezTo>
                      <a:pt x="195" y="50"/>
                      <a:pt x="192" y="44"/>
                      <a:pt x="187" y="43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79" name="Line 295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E805C0BA-FD5A-4D9D-9F78-CF3709E728DE}"/>
                  </a:ext>
                </a:extLst>
              </p:cNvPr>
              <p:cNvSpPr>
                <a:spLocks noChangeShapeType="1"/>
              </p:cNvSpPr>
              <p:nvPr/>
            </p:nvSpPr>
            <p:spPr bwMode="gray">
              <a:xfrm flipH="1">
                <a:off x="2909" y="1617"/>
                <a:ext cx="2" cy="0"/>
              </a:xfrm>
              <a:prstGeom prst="line">
                <a:avLst/>
              </a:pr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80" name="Freeform 296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7BD63750-1E85-4DDC-A360-F3B46E23445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908" y="1607"/>
                <a:ext cx="1" cy="0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0" y="1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81" name="Freeform 297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B16FD88F-A952-4093-AAB7-E6CE5A1AEDE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869" y="1806"/>
                <a:ext cx="47" cy="77"/>
              </a:xfrm>
              <a:custGeom>
                <a:avLst/>
                <a:gdLst/>
                <a:ahLst/>
                <a:cxnLst>
                  <a:cxn ang="0">
                    <a:pos x="4" y="9"/>
                  </a:cxn>
                  <a:cxn ang="0">
                    <a:pos x="0" y="20"/>
                  </a:cxn>
                  <a:cxn ang="0">
                    <a:pos x="15" y="43"/>
                  </a:cxn>
                  <a:cxn ang="0">
                    <a:pos x="11" y="70"/>
                  </a:cxn>
                  <a:cxn ang="0">
                    <a:pos x="17" y="77"/>
                  </a:cxn>
                  <a:cxn ang="0">
                    <a:pos x="9" y="82"/>
                  </a:cxn>
                  <a:cxn ang="0">
                    <a:pos x="14" y="113"/>
                  </a:cxn>
                  <a:cxn ang="0">
                    <a:pos x="5" y="113"/>
                  </a:cxn>
                  <a:cxn ang="0">
                    <a:pos x="18" y="124"/>
                  </a:cxn>
                  <a:cxn ang="0">
                    <a:pos x="39" y="103"/>
                  </a:cxn>
                  <a:cxn ang="0">
                    <a:pos x="60" y="112"/>
                  </a:cxn>
                  <a:cxn ang="0">
                    <a:pos x="65" y="87"/>
                  </a:cxn>
                  <a:cxn ang="0">
                    <a:pos x="69" y="77"/>
                  </a:cxn>
                  <a:cxn ang="0">
                    <a:pos x="69" y="60"/>
                  </a:cxn>
                  <a:cxn ang="0">
                    <a:pos x="64" y="53"/>
                  </a:cxn>
                  <a:cxn ang="0">
                    <a:pos x="76" y="41"/>
                  </a:cxn>
                  <a:cxn ang="0">
                    <a:pos x="55" y="1"/>
                  </a:cxn>
                  <a:cxn ang="0">
                    <a:pos x="23" y="21"/>
                  </a:cxn>
                  <a:cxn ang="0">
                    <a:pos x="4" y="9"/>
                  </a:cxn>
                </a:cxnLst>
                <a:rect l="0" t="0" r="r" b="b"/>
                <a:pathLst>
                  <a:path w="76" h="124">
                    <a:moveTo>
                      <a:pt x="4" y="9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15" y="33"/>
                      <a:pt x="15" y="43"/>
                    </a:cubicBezTo>
                    <a:cubicBezTo>
                      <a:pt x="15" y="53"/>
                      <a:pt x="11" y="70"/>
                      <a:pt x="11" y="70"/>
                    </a:cubicBezTo>
                    <a:cubicBezTo>
                      <a:pt x="17" y="77"/>
                      <a:pt x="17" y="77"/>
                      <a:pt x="17" y="77"/>
                    </a:cubicBezTo>
                    <a:cubicBezTo>
                      <a:pt x="9" y="82"/>
                      <a:pt x="9" y="82"/>
                      <a:pt x="9" y="82"/>
                    </a:cubicBezTo>
                    <a:cubicBezTo>
                      <a:pt x="14" y="113"/>
                      <a:pt x="14" y="113"/>
                      <a:pt x="14" y="113"/>
                    </a:cubicBezTo>
                    <a:cubicBezTo>
                      <a:pt x="5" y="113"/>
                      <a:pt x="5" y="113"/>
                      <a:pt x="5" y="113"/>
                    </a:cubicBezTo>
                    <a:cubicBezTo>
                      <a:pt x="18" y="124"/>
                      <a:pt x="18" y="124"/>
                      <a:pt x="18" y="124"/>
                    </a:cubicBezTo>
                    <a:cubicBezTo>
                      <a:pt x="34" y="124"/>
                      <a:pt x="39" y="103"/>
                      <a:pt x="39" y="103"/>
                    </a:cubicBezTo>
                    <a:cubicBezTo>
                      <a:pt x="39" y="103"/>
                      <a:pt x="51" y="119"/>
                      <a:pt x="60" y="112"/>
                    </a:cubicBezTo>
                    <a:cubicBezTo>
                      <a:pt x="69" y="105"/>
                      <a:pt x="65" y="87"/>
                      <a:pt x="65" y="87"/>
                    </a:cubicBezTo>
                    <a:cubicBezTo>
                      <a:pt x="69" y="77"/>
                      <a:pt x="69" y="77"/>
                      <a:pt x="69" y="77"/>
                    </a:cubicBezTo>
                    <a:cubicBezTo>
                      <a:pt x="69" y="60"/>
                      <a:pt x="69" y="60"/>
                      <a:pt x="69" y="60"/>
                    </a:cubicBezTo>
                    <a:cubicBezTo>
                      <a:pt x="69" y="60"/>
                      <a:pt x="63" y="58"/>
                      <a:pt x="64" y="53"/>
                    </a:cubicBezTo>
                    <a:cubicBezTo>
                      <a:pt x="65" y="48"/>
                      <a:pt x="76" y="48"/>
                      <a:pt x="76" y="41"/>
                    </a:cubicBezTo>
                    <a:cubicBezTo>
                      <a:pt x="76" y="34"/>
                      <a:pt x="67" y="2"/>
                      <a:pt x="55" y="1"/>
                    </a:cubicBezTo>
                    <a:cubicBezTo>
                      <a:pt x="43" y="0"/>
                      <a:pt x="31" y="21"/>
                      <a:pt x="23" y="21"/>
                    </a:cubicBezTo>
                    <a:cubicBezTo>
                      <a:pt x="15" y="21"/>
                      <a:pt x="4" y="9"/>
                      <a:pt x="4" y="9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82" name="Freeform 298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568C5053-B084-4A2C-A6FF-1AB0C064731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982" y="1904"/>
                <a:ext cx="88" cy="53"/>
              </a:xfrm>
              <a:custGeom>
                <a:avLst/>
                <a:gdLst/>
                <a:ahLst/>
                <a:cxnLst>
                  <a:cxn ang="0">
                    <a:pos x="138" y="22"/>
                  </a:cxn>
                  <a:cxn ang="0">
                    <a:pos x="138" y="0"/>
                  </a:cxn>
                  <a:cxn ang="0">
                    <a:pos x="133" y="10"/>
                  </a:cxn>
                  <a:cxn ang="0">
                    <a:pos x="113" y="5"/>
                  </a:cxn>
                  <a:cxn ang="0">
                    <a:pos x="96" y="14"/>
                  </a:cxn>
                  <a:cxn ang="0">
                    <a:pos x="69" y="17"/>
                  </a:cxn>
                  <a:cxn ang="0">
                    <a:pos x="44" y="4"/>
                  </a:cxn>
                  <a:cxn ang="0">
                    <a:pos x="33" y="16"/>
                  </a:cxn>
                  <a:cxn ang="0">
                    <a:pos x="20" y="8"/>
                  </a:cxn>
                  <a:cxn ang="0">
                    <a:pos x="8" y="25"/>
                  </a:cxn>
                  <a:cxn ang="0">
                    <a:pos x="36" y="38"/>
                  </a:cxn>
                  <a:cxn ang="0">
                    <a:pos x="48" y="52"/>
                  </a:cxn>
                  <a:cxn ang="0">
                    <a:pos x="72" y="66"/>
                  </a:cxn>
                  <a:cxn ang="0">
                    <a:pos x="85" y="62"/>
                  </a:cxn>
                  <a:cxn ang="0">
                    <a:pos x="118" y="84"/>
                  </a:cxn>
                  <a:cxn ang="0">
                    <a:pos x="132" y="68"/>
                  </a:cxn>
                  <a:cxn ang="0">
                    <a:pos x="127" y="44"/>
                  </a:cxn>
                  <a:cxn ang="0">
                    <a:pos x="138" y="22"/>
                  </a:cxn>
                </a:cxnLst>
                <a:rect l="0" t="0" r="r" b="b"/>
                <a:pathLst>
                  <a:path w="144" h="85">
                    <a:moveTo>
                      <a:pt x="138" y="22"/>
                    </a:moveTo>
                    <a:cubicBezTo>
                      <a:pt x="144" y="17"/>
                      <a:pt x="138" y="0"/>
                      <a:pt x="138" y="0"/>
                    </a:cubicBezTo>
                    <a:cubicBezTo>
                      <a:pt x="133" y="10"/>
                      <a:pt x="133" y="10"/>
                      <a:pt x="133" y="10"/>
                    </a:cubicBezTo>
                    <a:cubicBezTo>
                      <a:pt x="133" y="10"/>
                      <a:pt x="120" y="3"/>
                      <a:pt x="113" y="5"/>
                    </a:cubicBezTo>
                    <a:cubicBezTo>
                      <a:pt x="106" y="7"/>
                      <a:pt x="96" y="14"/>
                      <a:pt x="96" y="14"/>
                    </a:cubicBezTo>
                    <a:cubicBezTo>
                      <a:pt x="96" y="14"/>
                      <a:pt x="77" y="17"/>
                      <a:pt x="69" y="17"/>
                    </a:cubicBezTo>
                    <a:cubicBezTo>
                      <a:pt x="61" y="17"/>
                      <a:pt x="47" y="1"/>
                      <a:pt x="44" y="4"/>
                    </a:cubicBezTo>
                    <a:cubicBezTo>
                      <a:pt x="41" y="7"/>
                      <a:pt x="33" y="16"/>
                      <a:pt x="33" y="16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0" y="13"/>
                      <a:pt x="8" y="25"/>
                    </a:cubicBezTo>
                    <a:cubicBezTo>
                      <a:pt x="19" y="41"/>
                      <a:pt x="31" y="36"/>
                      <a:pt x="36" y="38"/>
                    </a:cubicBezTo>
                    <a:cubicBezTo>
                      <a:pt x="41" y="40"/>
                      <a:pt x="46" y="48"/>
                      <a:pt x="48" y="52"/>
                    </a:cubicBezTo>
                    <a:cubicBezTo>
                      <a:pt x="50" y="56"/>
                      <a:pt x="72" y="66"/>
                      <a:pt x="72" y="66"/>
                    </a:cubicBezTo>
                    <a:cubicBezTo>
                      <a:pt x="85" y="62"/>
                      <a:pt x="85" y="62"/>
                      <a:pt x="85" y="62"/>
                    </a:cubicBezTo>
                    <a:cubicBezTo>
                      <a:pt x="85" y="62"/>
                      <a:pt x="99" y="83"/>
                      <a:pt x="118" y="84"/>
                    </a:cubicBezTo>
                    <a:cubicBezTo>
                      <a:pt x="137" y="85"/>
                      <a:pt x="132" y="68"/>
                      <a:pt x="132" y="68"/>
                    </a:cubicBezTo>
                    <a:cubicBezTo>
                      <a:pt x="132" y="68"/>
                      <a:pt x="127" y="51"/>
                      <a:pt x="127" y="44"/>
                    </a:cubicBezTo>
                    <a:cubicBezTo>
                      <a:pt x="127" y="37"/>
                      <a:pt x="132" y="27"/>
                      <a:pt x="138" y="22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83" name="Freeform 299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E3AC2A2D-08A0-4750-9598-C3943BA4A6E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830" y="1614"/>
                <a:ext cx="324" cy="302"/>
              </a:xfrm>
              <a:custGeom>
                <a:avLst/>
                <a:gdLst/>
                <a:ahLst/>
                <a:cxnLst>
                  <a:cxn ang="0">
                    <a:pos x="286" y="43"/>
                  </a:cxn>
                  <a:cxn ang="0">
                    <a:pos x="291" y="36"/>
                  </a:cxn>
                  <a:cxn ang="0">
                    <a:pos x="291" y="32"/>
                  </a:cxn>
                  <a:cxn ang="0">
                    <a:pos x="291" y="30"/>
                  </a:cxn>
                  <a:cxn ang="0">
                    <a:pos x="253" y="29"/>
                  </a:cxn>
                  <a:cxn ang="0">
                    <a:pos x="243" y="16"/>
                  </a:cxn>
                  <a:cxn ang="0">
                    <a:pos x="221" y="9"/>
                  </a:cxn>
                  <a:cxn ang="0">
                    <a:pos x="185" y="19"/>
                  </a:cxn>
                  <a:cxn ang="0">
                    <a:pos x="170" y="15"/>
                  </a:cxn>
                  <a:cxn ang="0">
                    <a:pos x="163" y="29"/>
                  </a:cxn>
                  <a:cxn ang="0">
                    <a:pos x="154" y="40"/>
                  </a:cxn>
                  <a:cxn ang="0">
                    <a:pos x="138" y="41"/>
                  </a:cxn>
                  <a:cxn ang="0">
                    <a:pos x="118" y="32"/>
                  </a:cxn>
                  <a:cxn ang="0">
                    <a:pos x="107" y="54"/>
                  </a:cxn>
                  <a:cxn ang="0">
                    <a:pos x="90" y="52"/>
                  </a:cxn>
                  <a:cxn ang="0">
                    <a:pos x="77" y="36"/>
                  </a:cxn>
                  <a:cxn ang="0">
                    <a:pos x="60" y="62"/>
                  </a:cxn>
                  <a:cxn ang="0">
                    <a:pos x="26" y="64"/>
                  </a:cxn>
                  <a:cxn ang="0">
                    <a:pos x="9" y="72"/>
                  </a:cxn>
                  <a:cxn ang="0">
                    <a:pos x="28" y="93"/>
                  </a:cxn>
                  <a:cxn ang="0">
                    <a:pos x="0" y="105"/>
                  </a:cxn>
                  <a:cxn ang="0">
                    <a:pos x="13" y="118"/>
                  </a:cxn>
                  <a:cxn ang="0">
                    <a:pos x="12" y="141"/>
                  </a:cxn>
                  <a:cxn ang="0">
                    <a:pos x="28" y="158"/>
                  </a:cxn>
                  <a:cxn ang="0">
                    <a:pos x="38" y="174"/>
                  </a:cxn>
                  <a:cxn ang="0">
                    <a:pos x="58" y="173"/>
                  </a:cxn>
                  <a:cxn ang="0">
                    <a:pos x="144" y="162"/>
                  </a:cxn>
                  <a:cxn ang="0">
                    <a:pos x="168" y="200"/>
                  </a:cxn>
                  <a:cxn ang="0">
                    <a:pos x="193" y="236"/>
                  </a:cxn>
                  <a:cxn ang="0">
                    <a:pos x="217" y="250"/>
                  </a:cxn>
                  <a:cxn ang="0">
                    <a:pos x="276" y="313"/>
                  </a:cxn>
                  <a:cxn ang="0">
                    <a:pos x="325" y="334"/>
                  </a:cxn>
                  <a:cxn ang="0">
                    <a:pos x="379" y="375"/>
                  </a:cxn>
                  <a:cxn ang="0">
                    <a:pos x="402" y="406"/>
                  </a:cxn>
                  <a:cxn ang="0">
                    <a:pos x="418" y="446"/>
                  </a:cxn>
                  <a:cxn ang="0">
                    <a:pos x="404" y="460"/>
                  </a:cxn>
                  <a:cxn ang="0">
                    <a:pos x="414" y="483"/>
                  </a:cxn>
                  <a:cxn ang="0">
                    <a:pos x="435" y="466"/>
                  </a:cxn>
                  <a:cxn ang="0">
                    <a:pos x="461" y="432"/>
                  </a:cxn>
                  <a:cxn ang="0">
                    <a:pos x="431" y="392"/>
                  </a:cxn>
                  <a:cxn ang="0">
                    <a:pos x="468" y="361"/>
                  </a:cxn>
                  <a:cxn ang="0">
                    <a:pos x="505" y="385"/>
                  </a:cxn>
                  <a:cxn ang="0">
                    <a:pos x="481" y="337"/>
                  </a:cxn>
                  <a:cxn ang="0">
                    <a:pos x="402" y="299"/>
                  </a:cxn>
                  <a:cxn ang="0">
                    <a:pos x="365" y="271"/>
                  </a:cxn>
                  <a:cxn ang="0">
                    <a:pos x="311" y="216"/>
                  </a:cxn>
                  <a:cxn ang="0">
                    <a:pos x="275" y="170"/>
                  </a:cxn>
                  <a:cxn ang="0">
                    <a:pos x="240" y="124"/>
                  </a:cxn>
                  <a:cxn ang="0">
                    <a:pos x="244" y="92"/>
                  </a:cxn>
                  <a:cxn ang="0">
                    <a:pos x="289" y="71"/>
                  </a:cxn>
                  <a:cxn ang="0">
                    <a:pos x="286" y="43"/>
                  </a:cxn>
                </a:cxnLst>
                <a:rect l="0" t="0" r="r" b="b"/>
                <a:pathLst>
                  <a:path w="523" h="489">
                    <a:moveTo>
                      <a:pt x="286" y="43"/>
                    </a:moveTo>
                    <a:cubicBezTo>
                      <a:pt x="286" y="43"/>
                      <a:pt x="286" y="43"/>
                      <a:pt x="286" y="43"/>
                    </a:cubicBezTo>
                    <a:cubicBezTo>
                      <a:pt x="286" y="43"/>
                      <a:pt x="286" y="43"/>
                      <a:pt x="286" y="43"/>
                    </a:cubicBezTo>
                    <a:cubicBezTo>
                      <a:pt x="287" y="42"/>
                      <a:pt x="290" y="39"/>
                      <a:pt x="291" y="36"/>
                    </a:cubicBezTo>
                    <a:cubicBezTo>
                      <a:pt x="291" y="35"/>
                      <a:pt x="291" y="35"/>
                      <a:pt x="291" y="34"/>
                    </a:cubicBezTo>
                    <a:cubicBezTo>
                      <a:pt x="291" y="34"/>
                      <a:pt x="291" y="33"/>
                      <a:pt x="291" y="32"/>
                    </a:cubicBezTo>
                    <a:cubicBezTo>
                      <a:pt x="291" y="32"/>
                      <a:pt x="291" y="32"/>
                      <a:pt x="291" y="32"/>
                    </a:cubicBezTo>
                    <a:cubicBezTo>
                      <a:pt x="291" y="32"/>
                      <a:pt x="291" y="31"/>
                      <a:pt x="291" y="30"/>
                    </a:cubicBezTo>
                    <a:cubicBezTo>
                      <a:pt x="288" y="25"/>
                      <a:pt x="265" y="29"/>
                      <a:pt x="265" y="29"/>
                    </a:cubicBezTo>
                    <a:cubicBezTo>
                      <a:pt x="253" y="29"/>
                      <a:pt x="253" y="29"/>
                      <a:pt x="253" y="29"/>
                    </a:cubicBezTo>
                    <a:cubicBezTo>
                      <a:pt x="248" y="16"/>
                      <a:pt x="248" y="16"/>
                      <a:pt x="248" y="16"/>
                    </a:cubicBezTo>
                    <a:cubicBezTo>
                      <a:pt x="243" y="16"/>
                      <a:pt x="243" y="16"/>
                      <a:pt x="243" y="16"/>
                    </a:cubicBezTo>
                    <a:cubicBezTo>
                      <a:pt x="243" y="16"/>
                      <a:pt x="242" y="2"/>
                      <a:pt x="233" y="1"/>
                    </a:cubicBezTo>
                    <a:cubicBezTo>
                      <a:pt x="223" y="0"/>
                      <a:pt x="221" y="9"/>
                      <a:pt x="221" y="9"/>
                    </a:cubicBezTo>
                    <a:cubicBezTo>
                      <a:pt x="195" y="7"/>
                      <a:pt x="195" y="7"/>
                      <a:pt x="195" y="7"/>
                    </a:cubicBezTo>
                    <a:cubicBezTo>
                      <a:pt x="185" y="19"/>
                      <a:pt x="185" y="19"/>
                      <a:pt x="185" y="19"/>
                    </a:cubicBezTo>
                    <a:cubicBezTo>
                      <a:pt x="179" y="15"/>
                      <a:pt x="179" y="15"/>
                      <a:pt x="179" y="15"/>
                    </a:cubicBezTo>
                    <a:cubicBezTo>
                      <a:pt x="170" y="15"/>
                      <a:pt x="170" y="15"/>
                      <a:pt x="170" y="15"/>
                    </a:cubicBezTo>
                    <a:cubicBezTo>
                      <a:pt x="165" y="16"/>
                      <a:pt x="165" y="16"/>
                      <a:pt x="165" y="16"/>
                    </a:cubicBezTo>
                    <a:cubicBezTo>
                      <a:pt x="163" y="29"/>
                      <a:pt x="163" y="29"/>
                      <a:pt x="163" y="29"/>
                    </a:cubicBezTo>
                    <a:cubicBezTo>
                      <a:pt x="163" y="29"/>
                      <a:pt x="161" y="25"/>
                      <a:pt x="150" y="27"/>
                    </a:cubicBezTo>
                    <a:cubicBezTo>
                      <a:pt x="139" y="29"/>
                      <a:pt x="154" y="40"/>
                      <a:pt x="154" y="40"/>
                    </a:cubicBezTo>
                    <a:cubicBezTo>
                      <a:pt x="149" y="46"/>
                      <a:pt x="149" y="46"/>
                      <a:pt x="149" y="46"/>
                    </a:cubicBezTo>
                    <a:cubicBezTo>
                      <a:pt x="138" y="41"/>
                      <a:pt x="138" y="41"/>
                      <a:pt x="138" y="41"/>
                    </a:cubicBezTo>
                    <a:cubicBezTo>
                      <a:pt x="124" y="44"/>
                      <a:pt x="124" y="44"/>
                      <a:pt x="124" y="44"/>
                    </a:cubicBezTo>
                    <a:cubicBezTo>
                      <a:pt x="118" y="32"/>
                      <a:pt x="118" y="32"/>
                      <a:pt x="118" y="32"/>
                    </a:cubicBezTo>
                    <a:cubicBezTo>
                      <a:pt x="113" y="48"/>
                      <a:pt x="113" y="48"/>
                      <a:pt x="113" y="48"/>
                    </a:cubicBezTo>
                    <a:cubicBezTo>
                      <a:pt x="107" y="54"/>
                      <a:pt x="107" y="54"/>
                      <a:pt x="107" y="54"/>
                    </a:cubicBezTo>
                    <a:cubicBezTo>
                      <a:pt x="106" y="69"/>
                      <a:pt x="106" y="69"/>
                      <a:pt x="106" y="69"/>
                    </a:cubicBezTo>
                    <a:cubicBezTo>
                      <a:pt x="90" y="52"/>
                      <a:pt x="90" y="52"/>
                      <a:pt x="90" y="52"/>
                    </a:cubicBezTo>
                    <a:cubicBezTo>
                      <a:pt x="85" y="51"/>
                      <a:pt x="85" y="51"/>
                      <a:pt x="85" y="51"/>
                    </a:cubicBezTo>
                    <a:cubicBezTo>
                      <a:pt x="85" y="51"/>
                      <a:pt x="81" y="36"/>
                      <a:pt x="77" y="36"/>
                    </a:cubicBezTo>
                    <a:cubicBezTo>
                      <a:pt x="73" y="36"/>
                      <a:pt x="66" y="42"/>
                      <a:pt x="66" y="42"/>
                    </a:cubicBezTo>
                    <a:cubicBezTo>
                      <a:pt x="66" y="42"/>
                      <a:pt x="70" y="53"/>
                      <a:pt x="60" y="62"/>
                    </a:cubicBezTo>
                    <a:cubicBezTo>
                      <a:pt x="50" y="70"/>
                      <a:pt x="45" y="57"/>
                      <a:pt x="40" y="57"/>
                    </a:cubicBezTo>
                    <a:cubicBezTo>
                      <a:pt x="35" y="57"/>
                      <a:pt x="26" y="64"/>
                      <a:pt x="26" y="64"/>
                    </a:cubicBezTo>
                    <a:cubicBezTo>
                      <a:pt x="19" y="64"/>
                      <a:pt x="19" y="64"/>
                      <a:pt x="19" y="64"/>
                    </a:cubicBezTo>
                    <a:cubicBezTo>
                      <a:pt x="19" y="68"/>
                      <a:pt x="9" y="72"/>
                      <a:pt x="9" y="72"/>
                    </a:cubicBezTo>
                    <a:cubicBezTo>
                      <a:pt x="17" y="80"/>
                      <a:pt x="17" y="80"/>
                      <a:pt x="17" y="80"/>
                    </a:cubicBezTo>
                    <a:cubicBezTo>
                      <a:pt x="17" y="80"/>
                      <a:pt x="28" y="84"/>
                      <a:pt x="28" y="93"/>
                    </a:cubicBezTo>
                    <a:cubicBezTo>
                      <a:pt x="28" y="102"/>
                      <a:pt x="9" y="103"/>
                      <a:pt x="9" y="103"/>
                    </a:cubicBezTo>
                    <a:cubicBezTo>
                      <a:pt x="0" y="105"/>
                      <a:pt x="0" y="105"/>
                      <a:pt x="0" y="105"/>
                    </a:cubicBezTo>
                    <a:cubicBezTo>
                      <a:pt x="6" y="118"/>
                      <a:pt x="6" y="118"/>
                      <a:pt x="6" y="118"/>
                    </a:cubicBezTo>
                    <a:cubicBezTo>
                      <a:pt x="13" y="118"/>
                      <a:pt x="13" y="118"/>
                      <a:pt x="13" y="118"/>
                    </a:cubicBezTo>
                    <a:cubicBezTo>
                      <a:pt x="13" y="118"/>
                      <a:pt x="17" y="121"/>
                      <a:pt x="18" y="126"/>
                    </a:cubicBezTo>
                    <a:cubicBezTo>
                      <a:pt x="19" y="131"/>
                      <a:pt x="13" y="131"/>
                      <a:pt x="12" y="141"/>
                    </a:cubicBezTo>
                    <a:cubicBezTo>
                      <a:pt x="11" y="151"/>
                      <a:pt x="25" y="152"/>
                      <a:pt x="25" y="152"/>
                    </a:cubicBezTo>
                    <a:cubicBezTo>
                      <a:pt x="28" y="158"/>
                      <a:pt x="28" y="158"/>
                      <a:pt x="28" y="158"/>
                    </a:cubicBezTo>
                    <a:cubicBezTo>
                      <a:pt x="28" y="158"/>
                      <a:pt x="42" y="156"/>
                      <a:pt x="45" y="160"/>
                    </a:cubicBezTo>
                    <a:cubicBezTo>
                      <a:pt x="48" y="164"/>
                      <a:pt x="42" y="174"/>
                      <a:pt x="38" y="174"/>
                    </a:cubicBezTo>
                    <a:cubicBezTo>
                      <a:pt x="36" y="174"/>
                      <a:pt x="35" y="176"/>
                      <a:pt x="35" y="179"/>
                    </a:cubicBezTo>
                    <a:cubicBezTo>
                      <a:pt x="44" y="178"/>
                      <a:pt x="54" y="177"/>
                      <a:pt x="58" y="173"/>
                    </a:cubicBezTo>
                    <a:cubicBezTo>
                      <a:pt x="65" y="166"/>
                      <a:pt x="83" y="145"/>
                      <a:pt x="93" y="145"/>
                    </a:cubicBezTo>
                    <a:cubicBezTo>
                      <a:pt x="103" y="145"/>
                      <a:pt x="132" y="152"/>
                      <a:pt x="144" y="162"/>
                    </a:cubicBezTo>
                    <a:cubicBezTo>
                      <a:pt x="156" y="172"/>
                      <a:pt x="160" y="192"/>
                      <a:pt x="160" y="192"/>
                    </a:cubicBezTo>
                    <a:cubicBezTo>
                      <a:pt x="168" y="200"/>
                      <a:pt x="168" y="200"/>
                      <a:pt x="168" y="200"/>
                    </a:cubicBezTo>
                    <a:cubicBezTo>
                      <a:pt x="168" y="200"/>
                      <a:pt x="160" y="221"/>
                      <a:pt x="169" y="226"/>
                    </a:cubicBezTo>
                    <a:cubicBezTo>
                      <a:pt x="178" y="231"/>
                      <a:pt x="193" y="236"/>
                      <a:pt x="193" y="236"/>
                    </a:cubicBezTo>
                    <a:cubicBezTo>
                      <a:pt x="197" y="249"/>
                      <a:pt x="197" y="249"/>
                      <a:pt x="197" y="249"/>
                    </a:cubicBezTo>
                    <a:cubicBezTo>
                      <a:pt x="217" y="250"/>
                      <a:pt x="217" y="250"/>
                      <a:pt x="217" y="250"/>
                    </a:cubicBezTo>
                    <a:cubicBezTo>
                      <a:pt x="217" y="250"/>
                      <a:pt x="250" y="284"/>
                      <a:pt x="259" y="294"/>
                    </a:cubicBezTo>
                    <a:cubicBezTo>
                      <a:pt x="268" y="304"/>
                      <a:pt x="276" y="313"/>
                      <a:pt x="276" y="313"/>
                    </a:cubicBezTo>
                    <a:cubicBezTo>
                      <a:pt x="303" y="314"/>
                      <a:pt x="303" y="314"/>
                      <a:pt x="303" y="314"/>
                    </a:cubicBezTo>
                    <a:cubicBezTo>
                      <a:pt x="303" y="314"/>
                      <a:pt x="310" y="329"/>
                      <a:pt x="325" y="334"/>
                    </a:cubicBezTo>
                    <a:cubicBezTo>
                      <a:pt x="340" y="339"/>
                      <a:pt x="359" y="335"/>
                      <a:pt x="362" y="342"/>
                    </a:cubicBezTo>
                    <a:cubicBezTo>
                      <a:pt x="365" y="349"/>
                      <a:pt x="366" y="372"/>
                      <a:pt x="379" y="375"/>
                    </a:cubicBezTo>
                    <a:cubicBezTo>
                      <a:pt x="392" y="378"/>
                      <a:pt x="397" y="373"/>
                      <a:pt x="397" y="373"/>
                    </a:cubicBezTo>
                    <a:cubicBezTo>
                      <a:pt x="397" y="373"/>
                      <a:pt x="400" y="392"/>
                      <a:pt x="402" y="406"/>
                    </a:cubicBezTo>
                    <a:cubicBezTo>
                      <a:pt x="404" y="420"/>
                      <a:pt x="417" y="419"/>
                      <a:pt x="417" y="429"/>
                    </a:cubicBezTo>
                    <a:cubicBezTo>
                      <a:pt x="417" y="439"/>
                      <a:pt x="418" y="446"/>
                      <a:pt x="418" y="446"/>
                    </a:cubicBezTo>
                    <a:cubicBezTo>
                      <a:pt x="405" y="445"/>
                      <a:pt x="405" y="445"/>
                      <a:pt x="405" y="445"/>
                    </a:cubicBezTo>
                    <a:cubicBezTo>
                      <a:pt x="404" y="460"/>
                      <a:pt x="404" y="460"/>
                      <a:pt x="404" y="460"/>
                    </a:cubicBezTo>
                    <a:cubicBezTo>
                      <a:pt x="404" y="460"/>
                      <a:pt x="384" y="489"/>
                      <a:pt x="395" y="489"/>
                    </a:cubicBezTo>
                    <a:cubicBezTo>
                      <a:pt x="406" y="489"/>
                      <a:pt x="414" y="483"/>
                      <a:pt x="414" y="483"/>
                    </a:cubicBezTo>
                    <a:cubicBezTo>
                      <a:pt x="422" y="468"/>
                      <a:pt x="422" y="468"/>
                      <a:pt x="422" y="468"/>
                    </a:cubicBezTo>
                    <a:cubicBezTo>
                      <a:pt x="435" y="466"/>
                      <a:pt x="435" y="466"/>
                      <a:pt x="435" y="466"/>
                    </a:cubicBezTo>
                    <a:cubicBezTo>
                      <a:pt x="435" y="466"/>
                      <a:pt x="432" y="444"/>
                      <a:pt x="436" y="441"/>
                    </a:cubicBezTo>
                    <a:cubicBezTo>
                      <a:pt x="440" y="438"/>
                      <a:pt x="461" y="432"/>
                      <a:pt x="461" y="432"/>
                    </a:cubicBezTo>
                    <a:cubicBezTo>
                      <a:pt x="461" y="432"/>
                      <a:pt x="456" y="412"/>
                      <a:pt x="452" y="408"/>
                    </a:cubicBezTo>
                    <a:cubicBezTo>
                      <a:pt x="448" y="404"/>
                      <a:pt x="430" y="399"/>
                      <a:pt x="431" y="392"/>
                    </a:cubicBezTo>
                    <a:cubicBezTo>
                      <a:pt x="432" y="385"/>
                      <a:pt x="445" y="351"/>
                      <a:pt x="453" y="354"/>
                    </a:cubicBezTo>
                    <a:cubicBezTo>
                      <a:pt x="461" y="357"/>
                      <a:pt x="468" y="361"/>
                      <a:pt x="468" y="361"/>
                    </a:cubicBezTo>
                    <a:cubicBezTo>
                      <a:pt x="488" y="361"/>
                      <a:pt x="488" y="361"/>
                      <a:pt x="488" y="361"/>
                    </a:cubicBezTo>
                    <a:cubicBezTo>
                      <a:pt x="488" y="361"/>
                      <a:pt x="491" y="384"/>
                      <a:pt x="505" y="385"/>
                    </a:cubicBezTo>
                    <a:cubicBezTo>
                      <a:pt x="519" y="386"/>
                      <a:pt x="523" y="372"/>
                      <a:pt x="515" y="363"/>
                    </a:cubicBezTo>
                    <a:cubicBezTo>
                      <a:pt x="507" y="354"/>
                      <a:pt x="481" y="337"/>
                      <a:pt x="481" y="337"/>
                    </a:cubicBezTo>
                    <a:cubicBezTo>
                      <a:pt x="451" y="321"/>
                      <a:pt x="451" y="321"/>
                      <a:pt x="451" y="321"/>
                    </a:cubicBezTo>
                    <a:cubicBezTo>
                      <a:pt x="451" y="321"/>
                      <a:pt x="398" y="308"/>
                      <a:pt x="402" y="299"/>
                    </a:cubicBezTo>
                    <a:cubicBezTo>
                      <a:pt x="406" y="290"/>
                      <a:pt x="415" y="289"/>
                      <a:pt x="414" y="281"/>
                    </a:cubicBezTo>
                    <a:cubicBezTo>
                      <a:pt x="413" y="273"/>
                      <a:pt x="365" y="271"/>
                      <a:pt x="365" y="271"/>
                    </a:cubicBezTo>
                    <a:cubicBezTo>
                      <a:pt x="365" y="271"/>
                      <a:pt x="351" y="266"/>
                      <a:pt x="334" y="249"/>
                    </a:cubicBezTo>
                    <a:cubicBezTo>
                      <a:pt x="317" y="232"/>
                      <a:pt x="311" y="216"/>
                      <a:pt x="311" y="216"/>
                    </a:cubicBezTo>
                    <a:cubicBezTo>
                      <a:pt x="311" y="216"/>
                      <a:pt x="306" y="192"/>
                      <a:pt x="296" y="186"/>
                    </a:cubicBezTo>
                    <a:cubicBezTo>
                      <a:pt x="286" y="180"/>
                      <a:pt x="275" y="170"/>
                      <a:pt x="275" y="170"/>
                    </a:cubicBezTo>
                    <a:cubicBezTo>
                      <a:pt x="249" y="148"/>
                      <a:pt x="249" y="148"/>
                      <a:pt x="249" y="148"/>
                    </a:cubicBezTo>
                    <a:cubicBezTo>
                      <a:pt x="249" y="148"/>
                      <a:pt x="235" y="126"/>
                      <a:pt x="240" y="124"/>
                    </a:cubicBezTo>
                    <a:cubicBezTo>
                      <a:pt x="245" y="122"/>
                      <a:pt x="253" y="120"/>
                      <a:pt x="253" y="115"/>
                    </a:cubicBezTo>
                    <a:cubicBezTo>
                      <a:pt x="253" y="110"/>
                      <a:pt x="236" y="101"/>
                      <a:pt x="244" y="92"/>
                    </a:cubicBezTo>
                    <a:cubicBezTo>
                      <a:pt x="252" y="83"/>
                      <a:pt x="275" y="77"/>
                      <a:pt x="275" y="77"/>
                    </a:cubicBezTo>
                    <a:cubicBezTo>
                      <a:pt x="289" y="71"/>
                      <a:pt x="289" y="71"/>
                      <a:pt x="289" y="71"/>
                    </a:cubicBezTo>
                    <a:cubicBezTo>
                      <a:pt x="294" y="46"/>
                      <a:pt x="294" y="46"/>
                      <a:pt x="294" y="46"/>
                    </a:cubicBezTo>
                    <a:lnTo>
                      <a:pt x="286" y="43"/>
                    </a:ln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84" name="Freeform 300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A4FB9A50-BD1C-4FC3-B993-3C05416D12E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007" y="1636"/>
                <a:ext cx="3" cy="4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0" y="7"/>
                  </a:cxn>
                  <a:cxn ang="0">
                    <a:pos x="5" y="0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cubicBezTo>
                      <a:pt x="4" y="3"/>
                      <a:pt x="1" y="6"/>
                      <a:pt x="0" y="7"/>
                    </a:cubicBezTo>
                    <a:cubicBezTo>
                      <a:pt x="1" y="6"/>
                      <a:pt x="4" y="3"/>
                      <a:pt x="5" y="0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85" name="Freeform 301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B3705CC3-06E6-4DC3-802C-DFA9BC96463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010" y="1635"/>
                <a:ext cx="0" cy="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2"/>
                  </a:cxn>
                  <a:cxn ang="0">
                    <a:pos x="0" y="0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86" name="Freeform 302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BC4C764E-8412-4418-883E-6DB864591CC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007" y="164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87" name="Line 303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29C62303-7360-4B38-884B-C4F5C12C47EF}"/>
                  </a:ext>
                </a:extLst>
              </p:cNvPr>
              <p:cNvSpPr>
                <a:spLocks noChangeShapeType="1"/>
              </p:cNvSpPr>
              <p:nvPr/>
            </p:nvSpPr>
            <p:spPr bwMode="gray">
              <a:xfrm flipV="1">
                <a:off x="2932" y="1623"/>
                <a:ext cx="3" cy="1"/>
              </a:xfrm>
              <a:prstGeom prst="line">
                <a:avLst/>
              </a:pr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88" name="Freeform 304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7030A0D5-4126-4430-8748-36D61E40165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974" y="1487"/>
                <a:ext cx="173" cy="81"/>
              </a:xfrm>
              <a:custGeom>
                <a:avLst/>
                <a:gdLst/>
                <a:ahLst/>
                <a:cxnLst>
                  <a:cxn ang="0">
                    <a:pos x="101" y="127"/>
                  </a:cxn>
                  <a:cxn ang="0">
                    <a:pos x="111" y="120"/>
                  </a:cxn>
                  <a:cxn ang="0">
                    <a:pos x="125" y="105"/>
                  </a:cxn>
                  <a:cxn ang="0">
                    <a:pos x="151" y="118"/>
                  </a:cxn>
                  <a:cxn ang="0">
                    <a:pos x="165" y="121"/>
                  </a:cxn>
                  <a:cxn ang="0">
                    <a:pos x="184" y="115"/>
                  </a:cxn>
                  <a:cxn ang="0">
                    <a:pos x="209" y="118"/>
                  </a:cxn>
                  <a:cxn ang="0">
                    <a:pos x="233" y="117"/>
                  </a:cxn>
                  <a:cxn ang="0">
                    <a:pos x="255" y="92"/>
                  </a:cxn>
                  <a:cxn ang="0">
                    <a:pos x="280" y="79"/>
                  </a:cxn>
                  <a:cxn ang="0">
                    <a:pos x="275" y="73"/>
                  </a:cxn>
                  <a:cxn ang="0">
                    <a:pos x="268" y="67"/>
                  </a:cxn>
                  <a:cxn ang="0">
                    <a:pos x="255" y="60"/>
                  </a:cxn>
                  <a:cxn ang="0">
                    <a:pos x="240" y="57"/>
                  </a:cxn>
                  <a:cxn ang="0">
                    <a:pos x="219" y="42"/>
                  </a:cxn>
                  <a:cxn ang="0">
                    <a:pos x="196" y="47"/>
                  </a:cxn>
                  <a:cxn ang="0">
                    <a:pos x="177" y="35"/>
                  </a:cxn>
                  <a:cxn ang="0">
                    <a:pos x="178" y="28"/>
                  </a:cxn>
                  <a:cxn ang="0">
                    <a:pos x="159" y="24"/>
                  </a:cxn>
                  <a:cxn ang="0">
                    <a:pos x="132" y="13"/>
                  </a:cxn>
                  <a:cxn ang="0">
                    <a:pos x="116" y="2"/>
                  </a:cxn>
                  <a:cxn ang="0">
                    <a:pos x="116" y="2"/>
                  </a:cxn>
                  <a:cxn ang="0">
                    <a:pos x="113" y="7"/>
                  </a:cxn>
                  <a:cxn ang="0">
                    <a:pos x="112" y="8"/>
                  </a:cxn>
                  <a:cxn ang="0">
                    <a:pos x="111" y="9"/>
                  </a:cxn>
                  <a:cxn ang="0">
                    <a:pos x="110" y="10"/>
                  </a:cxn>
                  <a:cxn ang="0">
                    <a:pos x="109" y="11"/>
                  </a:cxn>
                  <a:cxn ang="0">
                    <a:pos x="96" y="1"/>
                  </a:cxn>
                  <a:cxn ang="0">
                    <a:pos x="73" y="13"/>
                  </a:cxn>
                  <a:cxn ang="0">
                    <a:pos x="58" y="20"/>
                  </a:cxn>
                  <a:cxn ang="0">
                    <a:pos x="45" y="27"/>
                  </a:cxn>
                  <a:cxn ang="0">
                    <a:pos x="31" y="30"/>
                  </a:cxn>
                  <a:cxn ang="0">
                    <a:pos x="14" y="36"/>
                  </a:cxn>
                  <a:cxn ang="0">
                    <a:pos x="3" y="38"/>
                  </a:cxn>
                  <a:cxn ang="0">
                    <a:pos x="11" y="51"/>
                  </a:cxn>
                  <a:cxn ang="0">
                    <a:pos x="10" y="66"/>
                  </a:cxn>
                  <a:cxn ang="0">
                    <a:pos x="21" y="80"/>
                  </a:cxn>
                  <a:cxn ang="0">
                    <a:pos x="29" y="88"/>
                  </a:cxn>
                  <a:cxn ang="0">
                    <a:pos x="45" y="98"/>
                  </a:cxn>
                  <a:cxn ang="0">
                    <a:pos x="55" y="107"/>
                  </a:cxn>
                  <a:cxn ang="0">
                    <a:pos x="72" y="119"/>
                  </a:cxn>
                </a:cxnLst>
                <a:rect l="0" t="0" r="r" b="b"/>
                <a:pathLst>
                  <a:path w="280" h="132">
                    <a:moveTo>
                      <a:pt x="87" y="131"/>
                    </a:moveTo>
                    <a:cubicBezTo>
                      <a:pt x="95" y="131"/>
                      <a:pt x="101" y="127"/>
                      <a:pt x="101" y="127"/>
                    </a:cubicBezTo>
                    <a:cubicBezTo>
                      <a:pt x="110" y="132"/>
                      <a:pt x="110" y="132"/>
                      <a:pt x="110" y="132"/>
                    </a:cubicBezTo>
                    <a:cubicBezTo>
                      <a:pt x="111" y="120"/>
                      <a:pt x="111" y="120"/>
                      <a:pt x="111" y="120"/>
                    </a:cubicBezTo>
                    <a:cubicBezTo>
                      <a:pt x="115" y="119"/>
                      <a:pt x="115" y="119"/>
                      <a:pt x="115" y="119"/>
                    </a:cubicBezTo>
                    <a:cubicBezTo>
                      <a:pt x="115" y="119"/>
                      <a:pt x="122" y="106"/>
                      <a:pt x="125" y="105"/>
                    </a:cubicBezTo>
                    <a:cubicBezTo>
                      <a:pt x="129" y="104"/>
                      <a:pt x="142" y="112"/>
                      <a:pt x="142" y="112"/>
                    </a:cubicBezTo>
                    <a:cubicBezTo>
                      <a:pt x="151" y="118"/>
                      <a:pt x="151" y="118"/>
                      <a:pt x="151" y="118"/>
                    </a:cubicBezTo>
                    <a:cubicBezTo>
                      <a:pt x="158" y="113"/>
                      <a:pt x="158" y="113"/>
                      <a:pt x="158" y="113"/>
                    </a:cubicBezTo>
                    <a:cubicBezTo>
                      <a:pt x="165" y="121"/>
                      <a:pt x="165" y="121"/>
                      <a:pt x="165" y="121"/>
                    </a:cubicBezTo>
                    <a:cubicBezTo>
                      <a:pt x="173" y="120"/>
                      <a:pt x="173" y="120"/>
                      <a:pt x="173" y="120"/>
                    </a:cubicBezTo>
                    <a:cubicBezTo>
                      <a:pt x="173" y="120"/>
                      <a:pt x="177" y="113"/>
                      <a:pt x="184" y="115"/>
                    </a:cubicBezTo>
                    <a:cubicBezTo>
                      <a:pt x="192" y="118"/>
                      <a:pt x="200" y="123"/>
                      <a:pt x="200" y="123"/>
                    </a:cubicBezTo>
                    <a:cubicBezTo>
                      <a:pt x="200" y="123"/>
                      <a:pt x="205" y="119"/>
                      <a:pt x="209" y="118"/>
                    </a:cubicBezTo>
                    <a:cubicBezTo>
                      <a:pt x="212" y="117"/>
                      <a:pt x="218" y="117"/>
                      <a:pt x="221" y="116"/>
                    </a:cubicBezTo>
                    <a:cubicBezTo>
                      <a:pt x="222" y="118"/>
                      <a:pt x="228" y="120"/>
                      <a:pt x="233" y="117"/>
                    </a:cubicBezTo>
                    <a:cubicBezTo>
                      <a:pt x="240" y="112"/>
                      <a:pt x="255" y="105"/>
                      <a:pt x="255" y="105"/>
                    </a:cubicBezTo>
                    <a:cubicBezTo>
                      <a:pt x="255" y="92"/>
                      <a:pt x="255" y="92"/>
                      <a:pt x="255" y="92"/>
                    </a:cubicBezTo>
                    <a:cubicBezTo>
                      <a:pt x="269" y="86"/>
                      <a:pt x="269" y="86"/>
                      <a:pt x="269" y="86"/>
                    </a:cubicBezTo>
                    <a:cubicBezTo>
                      <a:pt x="280" y="79"/>
                      <a:pt x="280" y="79"/>
                      <a:pt x="280" y="79"/>
                    </a:cubicBezTo>
                    <a:cubicBezTo>
                      <a:pt x="279" y="78"/>
                      <a:pt x="279" y="77"/>
                      <a:pt x="278" y="76"/>
                    </a:cubicBezTo>
                    <a:cubicBezTo>
                      <a:pt x="277" y="75"/>
                      <a:pt x="275" y="73"/>
                      <a:pt x="275" y="73"/>
                    </a:cubicBezTo>
                    <a:cubicBezTo>
                      <a:pt x="275" y="73"/>
                      <a:pt x="275" y="73"/>
                      <a:pt x="275" y="73"/>
                    </a:cubicBezTo>
                    <a:cubicBezTo>
                      <a:pt x="268" y="67"/>
                      <a:pt x="268" y="67"/>
                      <a:pt x="268" y="67"/>
                    </a:cubicBezTo>
                    <a:cubicBezTo>
                      <a:pt x="269" y="62"/>
                      <a:pt x="269" y="62"/>
                      <a:pt x="269" y="62"/>
                    </a:cubicBezTo>
                    <a:cubicBezTo>
                      <a:pt x="269" y="62"/>
                      <a:pt x="259" y="60"/>
                      <a:pt x="255" y="60"/>
                    </a:cubicBezTo>
                    <a:cubicBezTo>
                      <a:pt x="251" y="60"/>
                      <a:pt x="247" y="51"/>
                      <a:pt x="247" y="51"/>
                    </a:cubicBezTo>
                    <a:cubicBezTo>
                      <a:pt x="240" y="57"/>
                      <a:pt x="240" y="57"/>
                      <a:pt x="240" y="57"/>
                    </a:cubicBezTo>
                    <a:cubicBezTo>
                      <a:pt x="240" y="57"/>
                      <a:pt x="235" y="44"/>
                      <a:pt x="227" y="43"/>
                    </a:cubicBezTo>
                    <a:cubicBezTo>
                      <a:pt x="219" y="42"/>
                      <a:pt x="219" y="42"/>
                      <a:pt x="219" y="42"/>
                    </a:cubicBezTo>
                    <a:cubicBezTo>
                      <a:pt x="219" y="42"/>
                      <a:pt x="224" y="35"/>
                      <a:pt x="211" y="39"/>
                    </a:cubicBezTo>
                    <a:cubicBezTo>
                      <a:pt x="198" y="43"/>
                      <a:pt x="196" y="47"/>
                      <a:pt x="196" y="47"/>
                    </a:cubicBezTo>
                    <a:cubicBezTo>
                      <a:pt x="196" y="47"/>
                      <a:pt x="185" y="45"/>
                      <a:pt x="181" y="43"/>
                    </a:cubicBezTo>
                    <a:cubicBezTo>
                      <a:pt x="177" y="41"/>
                      <a:pt x="177" y="35"/>
                      <a:pt x="177" y="35"/>
                    </a:cubicBezTo>
                    <a:cubicBezTo>
                      <a:pt x="171" y="32"/>
                      <a:pt x="171" y="32"/>
                      <a:pt x="171" y="32"/>
                    </a:cubicBezTo>
                    <a:cubicBezTo>
                      <a:pt x="178" y="28"/>
                      <a:pt x="178" y="28"/>
                      <a:pt x="178" y="28"/>
                    </a:cubicBezTo>
                    <a:cubicBezTo>
                      <a:pt x="175" y="23"/>
                      <a:pt x="175" y="23"/>
                      <a:pt x="175" y="23"/>
                    </a:cubicBezTo>
                    <a:cubicBezTo>
                      <a:pt x="175" y="23"/>
                      <a:pt x="162" y="24"/>
                      <a:pt x="159" y="24"/>
                    </a:cubicBezTo>
                    <a:cubicBezTo>
                      <a:pt x="156" y="24"/>
                      <a:pt x="158" y="18"/>
                      <a:pt x="146" y="14"/>
                    </a:cubicBezTo>
                    <a:cubicBezTo>
                      <a:pt x="134" y="10"/>
                      <a:pt x="132" y="13"/>
                      <a:pt x="132" y="13"/>
                    </a:cubicBezTo>
                    <a:cubicBezTo>
                      <a:pt x="129" y="4"/>
                      <a:pt x="129" y="4"/>
                      <a:pt x="129" y="4"/>
                    </a:cubicBezTo>
                    <a:cubicBezTo>
                      <a:pt x="116" y="2"/>
                      <a:pt x="116" y="2"/>
                      <a:pt x="116" y="2"/>
                    </a:cubicBezTo>
                    <a:cubicBezTo>
                      <a:pt x="116" y="2"/>
                      <a:pt x="116" y="2"/>
                      <a:pt x="116" y="2"/>
                    </a:cubicBezTo>
                    <a:cubicBezTo>
                      <a:pt x="116" y="2"/>
                      <a:pt x="116" y="2"/>
                      <a:pt x="116" y="2"/>
                    </a:cubicBezTo>
                    <a:cubicBezTo>
                      <a:pt x="115" y="3"/>
                      <a:pt x="114" y="5"/>
                      <a:pt x="113" y="6"/>
                    </a:cubicBezTo>
                    <a:cubicBezTo>
                      <a:pt x="113" y="6"/>
                      <a:pt x="113" y="7"/>
                      <a:pt x="113" y="7"/>
                    </a:cubicBezTo>
                    <a:cubicBezTo>
                      <a:pt x="113" y="7"/>
                      <a:pt x="113" y="7"/>
                      <a:pt x="112" y="8"/>
                    </a:cubicBezTo>
                    <a:cubicBezTo>
                      <a:pt x="112" y="8"/>
                      <a:pt x="112" y="8"/>
                      <a:pt x="112" y="8"/>
                    </a:cubicBezTo>
                    <a:cubicBezTo>
                      <a:pt x="112" y="8"/>
                      <a:pt x="112" y="9"/>
                      <a:pt x="111" y="9"/>
                    </a:cubicBezTo>
                    <a:cubicBezTo>
                      <a:pt x="111" y="9"/>
                      <a:pt x="111" y="9"/>
                      <a:pt x="111" y="9"/>
                    </a:cubicBezTo>
                    <a:cubicBezTo>
                      <a:pt x="111" y="9"/>
                      <a:pt x="111" y="10"/>
                      <a:pt x="110" y="10"/>
                    </a:cubicBezTo>
                    <a:cubicBezTo>
                      <a:pt x="110" y="10"/>
                      <a:pt x="110" y="10"/>
                      <a:pt x="110" y="10"/>
                    </a:cubicBezTo>
                    <a:cubicBezTo>
                      <a:pt x="110" y="10"/>
                      <a:pt x="110" y="10"/>
                      <a:pt x="109" y="10"/>
                    </a:cubicBezTo>
                    <a:cubicBezTo>
                      <a:pt x="109" y="10"/>
                      <a:pt x="109" y="11"/>
                      <a:pt x="109" y="11"/>
                    </a:cubicBezTo>
                    <a:cubicBezTo>
                      <a:pt x="109" y="11"/>
                      <a:pt x="108" y="11"/>
                      <a:pt x="108" y="11"/>
                    </a:cubicBezTo>
                    <a:cubicBezTo>
                      <a:pt x="103" y="12"/>
                      <a:pt x="98" y="0"/>
                      <a:pt x="96" y="1"/>
                    </a:cubicBezTo>
                    <a:cubicBezTo>
                      <a:pt x="94" y="2"/>
                      <a:pt x="89" y="8"/>
                      <a:pt x="87" y="11"/>
                    </a:cubicBezTo>
                    <a:cubicBezTo>
                      <a:pt x="84" y="14"/>
                      <a:pt x="73" y="13"/>
                      <a:pt x="73" y="13"/>
                    </a:cubicBezTo>
                    <a:cubicBezTo>
                      <a:pt x="73" y="13"/>
                      <a:pt x="75" y="18"/>
                      <a:pt x="72" y="19"/>
                    </a:cubicBezTo>
                    <a:cubicBezTo>
                      <a:pt x="69" y="20"/>
                      <a:pt x="58" y="20"/>
                      <a:pt x="58" y="20"/>
                    </a:cubicBezTo>
                    <a:cubicBezTo>
                      <a:pt x="56" y="24"/>
                      <a:pt x="56" y="24"/>
                      <a:pt x="56" y="24"/>
                    </a:cubicBezTo>
                    <a:cubicBezTo>
                      <a:pt x="45" y="27"/>
                      <a:pt x="45" y="27"/>
                      <a:pt x="45" y="27"/>
                    </a:cubicBezTo>
                    <a:cubicBezTo>
                      <a:pt x="38" y="36"/>
                      <a:pt x="38" y="36"/>
                      <a:pt x="38" y="36"/>
                    </a:cubicBezTo>
                    <a:cubicBezTo>
                      <a:pt x="38" y="36"/>
                      <a:pt x="40" y="32"/>
                      <a:pt x="31" y="30"/>
                    </a:cubicBezTo>
                    <a:cubicBezTo>
                      <a:pt x="23" y="28"/>
                      <a:pt x="21" y="36"/>
                      <a:pt x="21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6"/>
                      <a:pt x="15" y="41"/>
                      <a:pt x="11" y="42"/>
                    </a:cubicBezTo>
                    <a:cubicBezTo>
                      <a:pt x="7" y="42"/>
                      <a:pt x="7" y="36"/>
                      <a:pt x="3" y="38"/>
                    </a:cubicBezTo>
                    <a:cubicBezTo>
                      <a:pt x="0" y="41"/>
                      <a:pt x="5" y="50"/>
                      <a:pt x="5" y="50"/>
                    </a:cubicBezTo>
                    <a:cubicBezTo>
                      <a:pt x="11" y="51"/>
                      <a:pt x="11" y="51"/>
                      <a:pt x="11" y="51"/>
                    </a:cubicBezTo>
                    <a:cubicBezTo>
                      <a:pt x="17" y="60"/>
                      <a:pt x="17" y="60"/>
                      <a:pt x="17" y="60"/>
                    </a:cubicBezTo>
                    <a:cubicBezTo>
                      <a:pt x="17" y="60"/>
                      <a:pt x="9" y="64"/>
                      <a:pt x="10" y="66"/>
                    </a:cubicBezTo>
                    <a:cubicBezTo>
                      <a:pt x="11" y="68"/>
                      <a:pt x="19" y="74"/>
                      <a:pt x="19" y="74"/>
                    </a:cubicBezTo>
                    <a:cubicBezTo>
                      <a:pt x="21" y="80"/>
                      <a:pt x="21" y="80"/>
                      <a:pt x="21" y="80"/>
                    </a:cubicBezTo>
                    <a:cubicBezTo>
                      <a:pt x="27" y="82"/>
                      <a:pt x="27" y="82"/>
                      <a:pt x="27" y="82"/>
                    </a:cubicBezTo>
                    <a:cubicBezTo>
                      <a:pt x="27" y="82"/>
                      <a:pt x="21" y="87"/>
                      <a:pt x="29" y="88"/>
                    </a:cubicBezTo>
                    <a:cubicBezTo>
                      <a:pt x="36" y="88"/>
                      <a:pt x="42" y="90"/>
                      <a:pt x="42" y="90"/>
                    </a:cubicBezTo>
                    <a:cubicBezTo>
                      <a:pt x="45" y="98"/>
                      <a:pt x="45" y="98"/>
                      <a:pt x="45" y="98"/>
                    </a:cubicBezTo>
                    <a:cubicBezTo>
                      <a:pt x="49" y="98"/>
                      <a:pt x="49" y="98"/>
                      <a:pt x="49" y="98"/>
                    </a:cubicBezTo>
                    <a:cubicBezTo>
                      <a:pt x="55" y="107"/>
                      <a:pt x="55" y="107"/>
                      <a:pt x="55" y="107"/>
                    </a:cubicBezTo>
                    <a:cubicBezTo>
                      <a:pt x="55" y="107"/>
                      <a:pt x="60" y="105"/>
                      <a:pt x="65" y="108"/>
                    </a:cubicBezTo>
                    <a:cubicBezTo>
                      <a:pt x="71" y="112"/>
                      <a:pt x="72" y="119"/>
                      <a:pt x="72" y="119"/>
                    </a:cubicBezTo>
                    <a:cubicBezTo>
                      <a:pt x="72" y="119"/>
                      <a:pt x="80" y="131"/>
                      <a:pt x="87" y="131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89" name="Freeform 305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F852E968-FBD9-4524-9A7C-BB0C8E12C9C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022" y="1367"/>
                <a:ext cx="260" cy="187"/>
              </a:xfrm>
              <a:custGeom>
                <a:avLst/>
                <a:gdLst/>
                <a:ahLst/>
                <a:cxnLst>
                  <a:cxn ang="0">
                    <a:pos x="12" y="89"/>
                  </a:cxn>
                  <a:cxn ang="0">
                    <a:pos x="14" y="111"/>
                  </a:cxn>
                  <a:cxn ang="0">
                    <a:pos x="19" y="128"/>
                  </a:cxn>
                  <a:cxn ang="0">
                    <a:pos x="29" y="142"/>
                  </a:cxn>
                  <a:cxn ang="0">
                    <a:pos x="29" y="173"/>
                  </a:cxn>
                  <a:cxn ang="0">
                    <a:pos x="41" y="187"/>
                  </a:cxn>
                  <a:cxn ang="0">
                    <a:pos x="40" y="190"/>
                  </a:cxn>
                  <a:cxn ang="0">
                    <a:pos x="37" y="195"/>
                  </a:cxn>
                  <a:cxn ang="0">
                    <a:pos x="50" y="197"/>
                  </a:cxn>
                  <a:cxn ang="0">
                    <a:pos x="80" y="217"/>
                  </a:cxn>
                  <a:cxn ang="0">
                    <a:pos x="92" y="225"/>
                  </a:cxn>
                  <a:cxn ang="0">
                    <a:pos x="117" y="240"/>
                  </a:cxn>
                  <a:cxn ang="0">
                    <a:pos x="148" y="236"/>
                  </a:cxn>
                  <a:cxn ang="0">
                    <a:pos x="176" y="253"/>
                  </a:cxn>
                  <a:cxn ang="0">
                    <a:pos x="196" y="266"/>
                  </a:cxn>
                  <a:cxn ang="0">
                    <a:pos x="201" y="272"/>
                  </a:cxn>
                  <a:cxn ang="0">
                    <a:pos x="203" y="274"/>
                  </a:cxn>
                  <a:cxn ang="0">
                    <a:pos x="205" y="275"/>
                  </a:cxn>
                  <a:cxn ang="0">
                    <a:pos x="206" y="276"/>
                  </a:cxn>
                  <a:cxn ang="0">
                    <a:pos x="208" y="277"/>
                  </a:cxn>
                  <a:cxn ang="0">
                    <a:pos x="209" y="278"/>
                  </a:cxn>
                  <a:cxn ang="0">
                    <a:pos x="244" y="281"/>
                  </a:cxn>
                  <a:cxn ang="0">
                    <a:pos x="277" y="280"/>
                  </a:cxn>
                  <a:cxn ang="0">
                    <a:pos x="332" y="289"/>
                  </a:cxn>
                  <a:cxn ang="0">
                    <a:pos x="371" y="301"/>
                  </a:cxn>
                  <a:cxn ang="0">
                    <a:pos x="399" y="230"/>
                  </a:cxn>
                  <a:cxn ang="0">
                    <a:pos x="416" y="203"/>
                  </a:cxn>
                  <a:cxn ang="0">
                    <a:pos x="388" y="167"/>
                  </a:cxn>
                  <a:cxn ang="0">
                    <a:pos x="389" y="167"/>
                  </a:cxn>
                  <a:cxn ang="0">
                    <a:pos x="387" y="140"/>
                  </a:cxn>
                  <a:cxn ang="0">
                    <a:pos x="380" y="111"/>
                  </a:cxn>
                  <a:cxn ang="0">
                    <a:pos x="392" y="78"/>
                  </a:cxn>
                  <a:cxn ang="0">
                    <a:pos x="373" y="33"/>
                  </a:cxn>
                  <a:cxn ang="0">
                    <a:pos x="340" y="22"/>
                  </a:cxn>
                  <a:cxn ang="0">
                    <a:pos x="339" y="22"/>
                  </a:cxn>
                  <a:cxn ang="0">
                    <a:pos x="336" y="26"/>
                  </a:cxn>
                  <a:cxn ang="0">
                    <a:pos x="336" y="27"/>
                  </a:cxn>
                  <a:cxn ang="0">
                    <a:pos x="336" y="27"/>
                  </a:cxn>
                  <a:cxn ang="0">
                    <a:pos x="257" y="20"/>
                  </a:cxn>
                  <a:cxn ang="0">
                    <a:pos x="231" y="19"/>
                  </a:cxn>
                  <a:cxn ang="0">
                    <a:pos x="149" y="0"/>
                  </a:cxn>
                  <a:cxn ang="0">
                    <a:pos x="41" y="33"/>
                  </a:cxn>
                  <a:cxn ang="0">
                    <a:pos x="7" y="58"/>
                  </a:cxn>
                </a:cxnLst>
                <a:rect l="0" t="0" r="r" b="b"/>
                <a:pathLst>
                  <a:path w="419" h="301">
                    <a:moveTo>
                      <a:pt x="8" y="68"/>
                    </a:moveTo>
                    <a:cubicBezTo>
                      <a:pt x="6" y="74"/>
                      <a:pt x="11" y="66"/>
                      <a:pt x="14" y="75"/>
                    </a:cubicBezTo>
                    <a:cubicBezTo>
                      <a:pt x="16" y="83"/>
                      <a:pt x="18" y="85"/>
                      <a:pt x="12" y="89"/>
                    </a:cubicBezTo>
                    <a:cubicBezTo>
                      <a:pt x="6" y="94"/>
                      <a:pt x="0" y="95"/>
                      <a:pt x="3" y="102"/>
                    </a:cubicBezTo>
                    <a:cubicBezTo>
                      <a:pt x="6" y="109"/>
                      <a:pt x="10" y="105"/>
                      <a:pt x="10" y="105"/>
                    </a:cubicBezTo>
                    <a:cubicBezTo>
                      <a:pt x="14" y="111"/>
                      <a:pt x="14" y="111"/>
                      <a:pt x="14" y="111"/>
                    </a:cubicBezTo>
                    <a:cubicBezTo>
                      <a:pt x="14" y="111"/>
                      <a:pt x="18" y="107"/>
                      <a:pt x="21" y="111"/>
                    </a:cubicBezTo>
                    <a:cubicBezTo>
                      <a:pt x="24" y="116"/>
                      <a:pt x="24" y="122"/>
                      <a:pt x="24" y="122"/>
                    </a:cubicBezTo>
                    <a:cubicBezTo>
                      <a:pt x="24" y="122"/>
                      <a:pt x="18" y="125"/>
                      <a:pt x="19" y="128"/>
                    </a:cubicBezTo>
                    <a:cubicBezTo>
                      <a:pt x="20" y="131"/>
                      <a:pt x="25" y="132"/>
                      <a:pt x="25" y="132"/>
                    </a:cubicBezTo>
                    <a:cubicBezTo>
                      <a:pt x="25" y="132"/>
                      <a:pt x="22" y="139"/>
                      <a:pt x="24" y="139"/>
                    </a:cubicBezTo>
                    <a:cubicBezTo>
                      <a:pt x="26" y="140"/>
                      <a:pt x="29" y="142"/>
                      <a:pt x="29" y="142"/>
                    </a:cubicBezTo>
                    <a:cubicBezTo>
                      <a:pt x="29" y="142"/>
                      <a:pt x="20" y="148"/>
                      <a:pt x="20" y="153"/>
                    </a:cubicBezTo>
                    <a:cubicBezTo>
                      <a:pt x="21" y="159"/>
                      <a:pt x="30" y="161"/>
                      <a:pt x="30" y="161"/>
                    </a:cubicBezTo>
                    <a:cubicBezTo>
                      <a:pt x="29" y="173"/>
                      <a:pt x="29" y="173"/>
                      <a:pt x="29" y="173"/>
                    </a:cubicBezTo>
                    <a:cubicBezTo>
                      <a:pt x="29" y="173"/>
                      <a:pt x="37" y="167"/>
                      <a:pt x="38" y="173"/>
                    </a:cubicBezTo>
                    <a:cubicBezTo>
                      <a:pt x="40" y="178"/>
                      <a:pt x="36" y="183"/>
                      <a:pt x="36" y="183"/>
                    </a:cubicBezTo>
                    <a:cubicBezTo>
                      <a:pt x="36" y="183"/>
                      <a:pt x="42" y="184"/>
                      <a:pt x="41" y="187"/>
                    </a:cubicBezTo>
                    <a:cubicBezTo>
                      <a:pt x="41" y="188"/>
                      <a:pt x="41" y="188"/>
                      <a:pt x="40" y="188"/>
                    </a:cubicBezTo>
                    <a:cubicBezTo>
                      <a:pt x="40" y="189"/>
                      <a:pt x="40" y="189"/>
                      <a:pt x="40" y="189"/>
                    </a:cubicBezTo>
                    <a:cubicBezTo>
                      <a:pt x="40" y="189"/>
                      <a:pt x="40" y="190"/>
                      <a:pt x="40" y="190"/>
                    </a:cubicBezTo>
                    <a:cubicBezTo>
                      <a:pt x="40" y="190"/>
                      <a:pt x="40" y="190"/>
                      <a:pt x="40" y="190"/>
                    </a:cubicBezTo>
                    <a:cubicBezTo>
                      <a:pt x="39" y="192"/>
                      <a:pt x="38" y="193"/>
                      <a:pt x="37" y="195"/>
                    </a:cubicBezTo>
                    <a:cubicBezTo>
                      <a:pt x="37" y="195"/>
                      <a:pt x="37" y="195"/>
                      <a:pt x="37" y="195"/>
                    </a:cubicBezTo>
                    <a:cubicBezTo>
                      <a:pt x="37" y="195"/>
                      <a:pt x="37" y="195"/>
                      <a:pt x="37" y="195"/>
                    </a:cubicBezTo>
                    <a:cubicBezTo>
                      <a:pt x="37" y="195"/>
                      <a:pt x="37" y="195"/>
                      <a:pt x="37" y="195"/>
                    </a:cubicBezTo>
                    <a:cubicBezTo>
                      <a:pt x="50" y="197"/>
                      <a:pt x="50" y="197"/>
                      <a:pt x="50" y="197"/>
                    </a:cubicBezTo>
                    <a:cubicBezTo>
                      <a:pt x="53" y="206"/>
                      <a:pt x="53" y="206"/>
                      <a:pt x="53" y="206"/>
                    </a:cubicBezTo>
                    <a:cubicBezTo>
                      <a:pt x="53" y="206"/>
                      <a:pt x="55" y="203"/>
                      <a:pt x="67" y="207"/>
                    </a:cubicBezTo>
                    <a:cubicBezTo>
                      <a:pt x="79" y="211"/>
                      <a:pt x="77" y="217"/>
                      <a:pt x="80" y="217"/>
                    </a:cubicBezTo>
                    <a:cubicBezTo>
                      <a:pt x="83" y="217"/>
                      <a:pt x="96" y="216"/>
                      <a:pt x="96" y="216"/>
                    </a:cubicBezTo>
                    <a:cubicBezTo>
                      <a:pt x="99" y="221"/>
                      <a:pt x="99" y="221"/>
                      <a:pt x="99" y="221"/>
                    </a:cubicBezTo>
                    <a:cubicBezTo>
                      <a:pt x="92" y="225"/>
                      <a:pt x="92" y="225"/>
                      <a:pt x="92" y="225"/>
                    </a:cubicBezTo>
                    <a:cubicBezTo>
                      <a:pt x="98" y="228"/>
                      <a:pt x="98" y="228"/>
                      <a:pt x="98" y="228"/>
                    </a:cubicBezTo>
                    <a:cubicBezTo>
                      <a:pt x="98" y="228"/>
                      <a:pt x="98" y="234"/>
                      <a:pt x="102" y="236"/>
                    </a:cubicBezTo>
                    <a:cubicBezTo>
                      <a:pt x="106" y="238"/>
                      <a:pt x="117" y="240"/>
                      <a:pt x="117" y="240"/>
                    </a:cubicBezTo>
                    <a:cubicBezTo>
                      <a:pt x="117" y="240"/>
                      <a:pt x="119" y="236"/>
                      <a:pt x="132" y="232"/>
                    </a:cubicBezTo>
                    <a:cubicBezTo>
                      <a:pt x="145" y="228"/>
                      <a:pt x="140" y="235"/>
                      <a:pt x="140" y="235"/>
                    </a:cubicBezTo>
                    <a:cubicBezTo>
                      <a:pt x="140" y="235"/>
                      <a:pt x="140" y="235"/>
                      <a:pt x="148" y="236"/>
                    </a:cubicBezTo>
                    <a:cubicBezTo>
                      <a:pt x="156" y="237"/>
                      <a:pt x="161" y="250"/>
                      <a:pt x="161" y="250"/>
                    </a:cubicBezTo>
                    <a:cubicBezTo>
                      <a:pt x="168" y="244"/>
                      <a:pt x="168" y="244"/>
                      <a:pt x="168" y="244"/>
                    </a:cubicBezTo>
                    <a:cubicBezTo>
                      <a:pt x="168" y="244"/>
                      <a:pt x="172" y="253"/>
                      <a:pt x="176" y="253"/>
                    </a:cubicBezTo>
                    <a:cubicBezTo>
                      <a:pt x="180" y="253"/>
                      <a:pt x="190" y="255"/>
                      <a:pt x="190" y="255"/>
                    </a:cubicBezTo>
                    <a:cubicBezTo>
                      <a:pt x="189" y="260"/>
                      <a:pt x="189" y="260"/>
                      <a:pt x="189" y="260"/>
                    </a:cubicBezTo>
                    <a:cubicBezTo>
                      <a:pt x="196" y="266"/>
                      <a:pt x="196" y="266"/>
                      <a:pt x="196" y="266"/>
                    </a:cubicBezTo>
                    <a:cubicBezTo>
                      <a:pt x="196" y="266"/>
                      <a:pt x="196" y="266"/>
                      <a:pt x="196" y="266"/>
                    </a:cubicBezTo>
                    <a:cubicBezTo>
                      <a:pt x="196" y="266"/>
                      <a:pt x="198" y="268"/>
                      <a:pt x="199" y="269"/>
                    </a:cubicBezTo>
                    <a:cubicBezTo>
                      <a:pt x="200" y="270"/>
                      <a:pt x="200" y="271"/>
                      <a:pt x="201" y="272"/>
                    </a:cubicBezTo>
                    <a:cubicBezTo>
                      <a:pt x="201" y="272"/>
                      <a:pt x="202" y="272"/>
                      <a:pt x="202" y="273"/>
                    </a:cubicBezTo>
                    <a:cubicBezTo>
                      <a:pt x="202" y="273"/>
                      <a:pt x="202" y="273"/>
                      <a:pt x="202" y="273"/>
                    </a:cubicBezTo>
                    <a:cubicBezTo>
                      <a:pt x="202" y="273"/>
                      <a:pt x="203" y="273"/>
                      <a:pt x="203" y="274"/>
                    </a:cubicBezTo>
                    <a:cubicBezTo>
                      <a:pt x="203" y="274"/>
                      <a:pt x="203" y="274"/>
                      <a:pt x="203" y="274"/>
                    </a:cubicBezTo>
                    <a:cubicBezTo>
                      <a:pt x="204" y="274"/>
                      <a:pt x="204" y="274"/>
                      <a:pt x="204" y="275"/>
                    </a:cubicBezTo>
                    <a:cubicBezTo>
                      <a:pt x="204" y="275"/>
                      <a:pt x="204" y="275"/>
                      <a:pt x="205" y="275"/>
                    </a:cubicBezTo>
                    <a:cubicBezTo>
                      <a:pt x="205" y="275"/>
                      <a:pt x="205" y="275"/>
                      <a:pt x="205" y="276"/>
                    </a:cubicBezTo>
                    <a:cubicBezTo>
                      <a:pt x="205" y="276"/>
                      <a:pt x="205" y="276"/>
                      <a:pt x="206" y="276"/>
                    </a:cubicBezTo>
                    <a:cubicBezTo>
                      <a:pt x="206" y="276"/>
                      <a:pt x="206" y="276"/>
                      <a:pt x="206" y="276"/>
                    </a:cubicBezTo>
                    <a:cubicBezTo>
                      <a:pt x="206" y="277"/>
                      <a:pt x="206" y="277"/>
                      <a:pt x="207" y="277"/>
                    </a:cubicBezTo>
                    <a:cubicBezTo>
                      <a:pt x="207" y="277"/>
                      <a:pt x="207" y="277"/>
                      <a:pt x="207" y="277"/>
                    </a:cubicBezTo>
                    <a:cubicBezTo>
                      <a:pt x="207" y="277"/>
                      <a:pt x="207" y="277"/>
                      <a:pt x="208" y="277"/>
                    </a:cubicBezTo>
                    <a:cubicBezTo>
                      <a:pt x="208" y="277"/>
                      <a:pt x="208" y="278"/>
                      <a:pt x="208" y="278"/>
                    </a:cubicBezTo>
                    <a:cubicBezTo>
                      <a:pt x="208" y="278"/>
                      <a:pt x="208" y="278"/>
                      <a:pt x="208" y="278"/>
                    </a:cubicBezTo>
                    <a:cubicBezTo>
                      <a:pt x="209" y="278"/>
                      <a:pt x="209" y="278"/>
                      <a:pt x="209" y="278"/>
                    </a:cubicBezTo>
                    <a:cubicBezTo>
                      <a:pt x="212" y="278"/>
                      <a:pt x="222" y="270"/>
                      <a:pt x="229" y="272"/>
                    </a:cubicBezTo>
                    <a:cubicBezTo>
                      <a:pt x="236" y="274"/>
                      <a:pt x="237" y="281"/>
                      <a:pt x="237" y="281"/>
                    </a:cubicBezTo>
                    <a:cubicBezTo>
                      <a:pt x="244" y="281"/>
                      <a:pt x="244" y="281"/>
                      <a:pt x="244" y="281"/>
                    </a:cubicBezTo>
                    <a:cubicBezTo>
                      <a:pt x="244" y="281"/>
                      <a:pt x="241" y="288"/>
                      <a:pt x="250" y="288"/>
                    </a:cubicBezTo>
                    <a:cubicBezTo>
                      <a:pt x="259" y="288"/>
                      <a:pt x="258" y="279"/>
                      <a:pt x="258" y="279"/>
                    </a:cubicBezTo>
                    <a:cubicBezTo>
                      <a:pt x="277" y="280"/>
                      <a:pt x="277" y="280"/>
                      <a:pt x="277" y="280"/>
                    </a:cubicBezTo>
                    <a:cubicBezTo>
                      <a:pt x="277" y="280"/>
                      <a:pt x="283" y="284"/>
                      <a:pt x="288" y="284"/>
                    </a:cubicBezTo>
                    <a:cubicBezTo>
                      <a:pt x="293" y="284"/>
                      <a:pt x="298" y="276"/>
                      <a:pt x="312" y="276"/>
                    </a:cubicBezTo>
                    <a:cubicBezTo>
                      <a:pt x="326" y="276"/>
                      <a:pt x="325" y="283"/>
                      <a:pt x="332" y="289"/>
                    </a:cubicBezTo>
                    <a:cubicBezTo>
                      <a:pt x="339" y="295"/>
                      <a:pt x="345" y="293"/>
                      <a:pt x="351" y="293"/>
                    </a:cubicBezTo>
                    <a:cubicBezTo>
                      <a:pt x="357" y="293"/>
                      <a:pt x="355" y="300"/>
                      <a:pt x="355" y="300"/>
                    </a:cubicBezTo>
                    <a:cubicBezTo>
                      <a:pt x="371" y="301"/>
                      <a:pt x="371" y="301"/>
                      <a:pt x="371" y="301"/>
                    </a:cubicBezTo>
                    <a:cubicBezTo>
                      <a:pt x="371" y="301"/>
                      <a:pt x="362" y="295"/>
                      <a:pt x="363" y="285"/>
                    </a:cubicBezTo>
                    <a:cubicBezTo>
                      <a:pt x="364" y="275"/>
                      <a:pt x="364" y="265"/>
                      <a:pt x="364" y="265"/>
                    </a:cubicBezTo>
                    <a:cubicBezTo>
                      <a:pt x="399" y="230"/>
                      <a:pt x="399" y="230"/>
                      <a:pt x="399" y="230"/>
                    </a:cubicBezTo>
                    <a:cubicBezTo>
                      <a:pt x="399" y="230"/>
                      <a:pt x="419" y="229"/>
                      <a:pt x="417" y="224"/>
                    </a:cubicBezTo>
                    <a:cubicBezTo>
                      <a:pt x="415" y="219"/>
                      <a:pt x="409" y="211"/>
                      <a:pt x="409" y="211"/>
                    </a:cubicBezTo>
                    <a:cubicBezTo>
                      <a:pt x="416" y="203"/>
                      <a:pt x="416" y="203"/>
                      <a:pt x="416" y="203"/>
                    </a:cubicBezTo>
                    <a:cubicBezTo>
                      <a:pt x="416" y="203"/>
                      <a:pt x="404" y="200"/>
                      <a:pt x="401" y="191"/>
                    </a:cubicBezTo>
                    <a:cubicBezTo>
                      <a:pt x="398" y="182"/>
                      <a:pt x="390" y="180"/>
                      <a:pt x="390" y="180"/>
                    </a:cubicBezTo>
                    <a:cubicBezTo>
                      <a:pt x="388" y="167"/>
                      <a:pt x="388" y="167"/>
                      <a:pt x="388" y="167"/>
                    </a:cubicBezTo>
                    <a:cubicBezTo>
                      <a:pt x="388" y="167"/>
                      <a:pt x="388" y="167"/>
                      <a:pt x="388" y="167"/>
                    </a:cubicBezTo>
                    <a:cubicBezTo>
                      <a:pt x="388" y="167"/>
                      <a:pt x="388" y="167"/>
                      <a:pt x="388" y="167"/>
                    </a:cubicBezTo>
                    <a:cubicBezTo>
                      <a:pt x="389" y="167"/>
                      <a:pt x="389" y="167"/>
                      <a:pt x="389" y="167"/>
                    </a:cubicBezTo>
                    <a:cubicBezTo>
                      <a:pt x="389" y="167"/>
                      <a:pt x="389" y="167"/>
                      <a:pt x="389" y="167"/>
                    </a:cubicBezTo>
                    <a:cubicBezTo>
                      <a:pt x="386" y="158"/>
                      <a:pt x="386" y="158"/>
                      <a:pt x="386" y="158"/>
                    </a:cubicBezTo>
                    <a:cubicBezTo>
                      <a:pt x="386" y="158"/>
                      <a:pt x="389" y="144"/>
                      <a:pt x="387" y="140"/>
                    </a:cubicBezTo>
                    <a:cubicBezTo>
                      <a:pt x="385" y="136"/>
                      <a:pt x="371" y="133"/>
                      <a:pt x="369" y="127"/>
                    </a:cubicBezTo>
                    <a:cubicBezTo>
                      <a:pt x="367" y="121"/>
                      <a:pt x="376" y="123"/>
                      <a:pt x="379" y="123"/>
                    </a:cubicBezTo>
                    <a:cubicBezTo>
                      <a:pt x="382" y="123"/>
                      <a:pt x="380" y="111"/>
                      <a:pt x="380" y="111"/>
                    </a:cubicBezTo>
                    <a:cubicBezTo>
                      <a:pt x="394" y="106"/>
                      <a:pt x="394" y="106"/>
                      <a:pt x="394" y="106"/>
                    </a:cubicBezTo>
                    <a:cubicBezTo>
                      <a:pt x="394" y="106"/>
                      <a:pt x="396" y="98"/>
                      <a:pt x="398" y="94"/>
                    </a:cubicBezTo>
                    <a:cubicBezTo>
                      <a:pt x="400" y="90"/>
                      <a:pt x="392" y="78"/>
                      <a:pt x="392" y="78"/>
                    </a:cubicBezTo>
                    <a:cubicBezTo>
                      <a:pt x="392" y="78"/>
                      <a:pt x="381" y="69"/>
                      <a:pt x="381" y="64"/>
                    </a:cubicBezTo>
                    <a:cubicBezTo>
                      <a:pt x="381" y="59"/>
                      <a:pt x="373" y="46"/>
                      <a:pt x="373" y="46"/>
                    </a:cubicBezTo>
                    <a:cubicBezTo>
                      <a:pt x="373" y="33"/>
                      <a:pt x="373" y="33"/>
                      <a:pt x="373" y="33"/>
                    </a:cubicBezTo>
                    <a:cubicBezTo>
                      <a:pt x="373" y="33"/>
                      <a:pt x="357" y="24"/>
                      <a:pt x="344" y="22"/>
                    </a:cubicBezTo>
                    <a:cubicBezTo>
                      <a:pt x="343" y="22"/>
                      <a:pt x="343" y="22"/>
                      <a:pt x="342" y="22"/>
                    </a:cubicBezTo>
                    <a:cubicBezTo>
                      <a:pt x="341" y="22"/>
                      <a:pt x="341" y="22"/>
                      <a:pt x="340" y="22"/>
                    </a:cubicBezTo>
                    <a:cubicBezTo>
                      <a:pt x="340" y="22"/>
                      <a:pt x="340" y="22"/>
                      <a:pt x="340" y="22"/>
                    </a:cubicBezTo>
                    <a:cubicBezTo>
                      <a:pt x="340" y="22"/>
                      <a:pt x="339" y="22"/>
                      <a:pt x="339" y="22"/>
                    </a:cubicBezTo>
                    <a:cubicBezTo>
                      <a:pt x="339" y="22"/>
                      <a:pt x="339" y="22"/>
                      <a:pt x="339" y="22"/>
                    </a:cubicBezTo>
                    <a:cubicBezTo>
                      <a:pt x="338" y="22"/>
                      <a:pt x="338" y="22"/>
                      <a:pt x="337" y="22"/>
                    </a:cubicBezTo>
                    <a:cubicBezTo>
                      <a:pt x="334" y="23"/>
                      <a:pt x="335" y="25"/>
                      <a:pt x="336" y="26"/>
                    </a:cubicBezTo>
                    <a:cubicBezTo>
                      <a:pt x="336" y="26"/>
                      <a:pt x="336" y="26"/>
                      <a:pt x="336" y="26"/>
                    </a:cubicBezTo>
                    <a:cubicBezTo>
                      <a:pt x="336" y="26"/>
                      <a:pt x="336" y="26"/>
                      <a:pt x="336" y="26"/>
                    </a:cubicBezTo>
                    <a:cubicBezTo>
                      <a:pt x="336" y="26"/>
                      <a:pt x="336" y="26"/>
                      <a:pt x="336" y="26"/>
                    </a:cubicBezTo>
                    <a:cubicBezTo>
                      <a:pt x="336" y="27"/>
                      <a:pt x="336" y="27"/>
                      <a:pt x="336" y="27"/>
                    </a:cubicBezTo>
                    <a:cubicBezTo>
                      <a:pt x="336" y="27"/>
                      <a:pt x="336" y="27"/>
                      <a:pt x="336" y="27"/>
                    </a:cubicBezTo>
                    <a:cubicBezTo>
                      <a:pt x="336" y="27"/>
                      <a:pt x="336" y="27"/>
                      <a:pt x="336" y="27"/>
                    </a:cubicBezTo>
                    <a:cubicBezTo>
                      <a:pt x="336" y="27"/>
                      <a:pt x="336" y="27"/>
                      <a:pt x="336" y="27"/>
                    </a:cubicBezTo>
                    <a:cubicBezTo>
                      <a:pt x="336" y="27"/>
                      <a:pt x="321" y="27"/>
                      <a:pt x="313" y="26"/>
                    </a:cubicBezTo>
                    <a:cubicBezTo>
                      <a:pt x="305" y="25"/>
                      <a:pt x="274" y="27"/>
                      <a:pt x="274" y="27"/>
                    </a:cubicBezTo>
                    <a:cubicBezTo>
                      <a:pt x="274" y="27"/>
                      <a:pt x="266" y="22"/>
                      <a:pt x="257" y="20"/>
                    </a:cubicBezTo>
                    <a:cubicBezTo>
                      <a:pt x="248" y="18"/>
                      <a:pt x="236" y="23"/>
                      <a:pt x="236" y="23"/>
                    </a:cubicBezTo>
                    <a:cubicBezTo>
                      <a:pt x="231" y="18"/>
                      <a:pt x="231" y="18"/>
                      <a:pt x="231" y="18"/>
                    </a:cubicBezTo>
                    <a:cubicBezTo>
                      <a:pt x="231" y="19"/>
                      <a:pt x="231" y="19"/>
                      <a:pt x="231" y="19"/>
                    </a:cubicBezTo>
                    <a:cubicBezTo>
                      <a:pt x="231" y="19"/>
                      <a:pt x="195" y="23"/>
                      <a:pt x="189" y="22"/>
                    </a:cubicBezTo>
                    <a:cubicBezTo>
                      <a:pt x="183" y="21"/>
                      <a:pt x="178" y="4"/>
                      <a:pt x="178" y="4"/>
                    </a:cubicBezTo>
                    <a:cubicBezTo>
                      <a:pt x="178" y="4"/>
                      <a:pt x="164" y="0"/>
                      <a:pt x="149" y="0"/>
                    </a:cubicBezTo>
                    <a:cubicBezTo>
                      <a:pt x="134" y="0"/>
                      <a:pt x="94" y="17"/>
                      <a:pt x="94" y="17"/>
                    </a:cubicBezTo>
                    <a:cubicBezTo>
                      <a:pt x="81" y="28"/>
                      <a:pt x="81" y="28"/>
                      <a:pt x="81" y="28"/>
                    </a:cubicBezTo>
                    <a:cubicBezTo>
                      <a:pt x="41" y="33"/>
                      <a:pt x="41" y="33"/>
                      <a:pt x="41" y="33"/>
                    </a:cubicBezTo>
                    <a:cubicBezTo>
                      <a:pt x="41" y="33"/>
                      <a:pt x="10" y="44"/>
                      <a:pt x="12" y="48"/>
                    </a:cubicBezTo>
                    <a:cubicBezTo>
                      <a:pt x="14" y="52"/>
                      <a:pt x="14" y="62"/>
                      <a:pt x="14" y="62"/>
                    </a:cubicBezTo>
                    <a:cubicBezTo>
                      <a:pt x="7" y="58"/>
                      <a:pt x="7" y="58"/>
                      <a:pt x="7" y="58"/>
                    </a:cubicBezTo>
                    <a:cubicBezTo>
                      <a:pt x="8" y="61"/>
                      <a:pt x="9" y="65"/>
                      <a:pt x="8" y="68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90" name="Freeform 306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32645D9B-EF28-4562-9660-F5E6F8698D6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47" y="1536"/>
                <a:ext cx="1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" y="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91" name="Freeform 307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D590AB77-E55F-4600-9262-97DDF895CED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49" y="1537"/>
                <a:ext cx="0" cy="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1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92" name="Freeform 308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D63AD30C-1498-4F56-BAB1-060B9503385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51" y="15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93" name="Freeform 309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49EB57FB-FBF8-4DB6-A6F2-B6A23F5FA77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52" y="153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1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94" name="Freeform 310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89482E3F-6C1A-4EB4-9E62-A04D58C9552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52" y="1539"/>
                <a:ext cx="0" cy="0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0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95" name="Freeform 311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876587F6-3A29-46A1-AA24-F9377CFA44D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51" y="153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96" name="Freeform 312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2D22AAC2-73D0-4145-85D4-57632A93E61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47" y="1535"/>
                <a:ext cx="0" cy="1"/>
              </a:xfrm>
              <a:custGeom>
                <a:avLst/>
                <a:gdLst/>
                <a:ahLst/>
                <a:cxnLst>
                  <a:cxn ang="0">
                    <a:pos x="1" y="1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1" y="1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97" name="Freeform 313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425645B1-6055-4D10-AF0B-50496C44168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48" y="1536"/>
                <a:ext cx="1" cy="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" y="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98" name="Freeform 314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C68085D1-9E42-4B34-A81F-6DB8E8520504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3234" y="1380"/>
                <a:ext cx="0" cy="0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0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99" name="Oval 315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B3530DE1-8774-4CB4-8E5D-0078FE6CD0C4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3046" y="1487"/>
                <a:ext cx="0" cy="1"/>
              </a:xfrm>
              <a:prstGeom prst="ellipse">
                <a:avLst/>
              </a:pr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01" name="Freeform 316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6261E875-29FC-4FB5-83AA-E52430D18B9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46" y="1533"/>
                <a:ext cx="1" cy="2"/>
              </a:xfrm>
              <a:custGeom>
                <a:avLst/>
                <a:gdLst/>
                <a:ahLst/>
                <a:cxnLst>
                  <a:cxn ang="0">
                    <a:pos x="2" y="3"/>
                  </a:cxn>
                  <a:cxn ang="0">
                    <a:pos x="0" y="0"/>
                  </a:cxn>
                  <a:cxn ang="0">
                    <a:pos x="2" y="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1" y="1"/>
                      <a:pt x="0" y="0"/>
                    </a:cubicBezTo>
                    <a:cubicBezTo>
                      <a:pt x="1" y="1"/>
                      <a:pt x="1" y="2"/>
                      <a:pt x="2" y="3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02" name="Freeform 317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5D3197E9-C1B1-4297-A570-4D5632B890F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44" y="153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03" name="Freeform 318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F4842845-353C-443C-9013-6EC132383D0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44" y="1531"/>
                <a:ext cx="2" cy="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" y="3"/>
                  </a:cxn>
                  <a:cxn ang="0">
                    <a:pos x="0" y="0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0"/>
                      <a:pt x="2" y="2"/>
                      <a:pt x="3" y="3"/>
                    </a:cubicBezTo>
                    <a:cubicBezTo>
                      <a:pt x="2" y="2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04" name="Freeform 319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EBDFF5BB-77FA-46CA-829E-86A4D44C37C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809" y="1516"/>
                <a:ext cx="22" cy="20"/>
              </a:xfrm>
              <a:custGeom>
                <a:avLst/>
                <a:gdLst/>
                <a:ahLst/>
                <a:cxnLst>
                  <a:cxn ang="0">
                    <a:pos x="35" y="20"/>
                  </a:cxn>
                  <a:cxn ang="0">
                    <a:pos x="20" y="8"/>
                  </a:cxn>
                  <a:cxn ang="0">
                    <a:pos x="20" y="6"/>
                  </a:cxn>
                  <a:cxn ang="0">
                    <a:pos x="19" y="5"/>
                  </a:cxn>
                  <a:cxn ang="0">
                    <a:pos x="19" y="4"/>
                  </a:cxn>
                  <a:cxn ang="0">
                    <a:pos x="19" y="3"/>
                  </a:cxn>
                  <a:cxn ang="0">
                    <a:pos x="19" y="2"/>
                  </a:cxn>
                  <a:cxn ang="0">
                    <a:pos x="20" y="0"/>
                  </a:cxn>
                  <a:cxn ang="0">
                    <a:pos x="20" y="0"/>
                  </a:cxn>
                  <a:cxn ang="0">
                    <a:pos x="12" y="4"/>
                  </a:cxn>
                  <a:cxn ang="0">
                    <a:pos x="2" y="18"/>
                  </a:cxn>
                  <a:cxn ang="0">
                    <a:pos x="13" y="32"/>
                  </a:cxn>
                  <a:cxn ang="0">
                    <a:pos x="19" y="27"/>
                  </a:cxn>
                  <a:cxn ang="0">
                    <a:pos x="30" y="29"/>
                  </a:cxn>
                  <a:cxn ang="0">
                    <a:pos x="35" y="20"/>
                  </a:cxn>
                </a:cxnLst>
                <a:rect l="0" t="0" r="r" b="b"/>
                <a:pathLst>
                  <a:path w="36" h="32">
                    <a:moveTo>
                      <a:pt x="35" y="20"/>
                    </a:moveTo>
                    <a:cubicBezTo>
                      <a:pt x="34" y="16"/>
                      <a:pt x="24" y="14"/>
                      <a:pt x="20" y="8"/>
                    </a:cubicBezTo>
                    <a:cubicBezTo>
                      <a:pt x="20" y="8"/>
                      <a:pt x="20" y="7"/>
                      <a:pt x="20" y="6"/>
                    </a:cubicBezTo>
                    <a:cubicBezTo>
                      <a:pt x="19" y="6"/>
                      <a:pt x="19" y="5"/>
                      <a:pt x="19" y="5"/>
                    </a:cubicBezTo>
                    <a:cubicBezTo>
                      <a:pt x="19" y="5"/>
                      <a:pt x="19" y="4"/>
                      <a:pt x="19" y="4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1"/>
                      <a:pt x="20" y="1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9" y="1"/>
                      <a:pt x="16" y="2"/>
                      <a:pt x="12" y="4"/>
                    </a:cubicBezTo>
                    <a:cubicBezTo>
                      <a:pt x="1" y="10"/>
                      <a:pt x="0" y="16"/>
                      <a:pt x="2" y="18"/>
                    </a:cubicBezTo>
                    <a:cubicBezTo>
                      <a:pt x="3" y="20"/>
                      <a:pt x="9" y="27"/>
                      <a:pt x="13" y="32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0" y="29"/>
                      <a:pt x="36" y="25"/>
                      <a:pt x="35" y="20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05" name="Freeform 320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E8688E41-7896-4173-B393-1077B497331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911" y="161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1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06" name="Freeform 321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F42E8767-C307-479D-8217-0201F9C61C3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910" y="1609"/>
                <a:ext cx="0" cy="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1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07" name="Freeform 322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BB035A1B-CDD4-4449-9C6F-1CCE32576D5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099" y="1582"/>
                <a:ext cx="0" cy="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08" name="Freeform 323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B97C0C16-3BE2-4289-B6F3-6025D0E5AEC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099" y="1586"/>
                <a:ext cx="0" cy="2"/>
              </a:xfrm>
              <a:custGeom>
                <a:avLst/>
                <a:gdLst/>
                <a:ahLst/>
                <a:cxnLst>
                  <a:cxn ang="0">
                    <a:pos x="0" y="3"/>
                  </a:cxn>
                  <a:cxn ang="0">
                    <a:pos x="0" y="3"/>
                  </a:cxn>
                  <a:cxn ang="0">
                    <a:pos x="0" y="0"/>
                  </a:cxn>
                  <a:cxn ang="0">
                    <a:pos x="0" y="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09" name="Freeform 324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24CF3762-9B88-4E54-9489-8307801378D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099" y="1581"/>
                <a:ext cx="0" cy="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10" name="Freeform 325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A3028EFD-AD1F-41C5-AF4C-20CD09D440B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099" y="1584"/>
                <a:ext cx="0" cy="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11" name="Freeform 326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207525D1-26C0-4252-A0B4-6ECF5CC17D3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099" y="1588"/>
                <a:ext cx="0" cy="5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0" y="8"/>
                  </a:cxn>
                  <a:cxn ang="0">
                    <a:pos x="1" y="0"/>
                  </a:cxn>
                </a:cxnLst>
                <a:rect l="0" t="0" r="r" b="b"/>
                <a:pathLst>
                  <a:path w="1" h="8">
                    <a:moveTo>
                      <a:pt x="1" y="0"/>
                    </a:moveTo>
                    <a:cubicBezTo>
                      <a:pt x="0" y="4"/>
                      <a:pt x="0" y="8"/>
                      <a:pt x="0" y="8"/>
                    </a:cubicBezTo>
                    <a:cubicBezTo>
                      <a:pt x="0" y="8"/>
                      <a:pt x="0" y="4"/>
                      <a:pt x="1" y="0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12" name="Freeform 327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3221E47A-FEA9-4F18-89C8-2D4C8F78E0D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099" y="1593"/>
                <a:ext cx="0" cy="0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0" y="0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13" name="Freeform 328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7F219039-20FA-48B1-BF60-641B2D45D45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909" y="1602"/>
                <a:ext cx="0" cy="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1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14" name="Freeform 329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8FD926E1-C6A8-4DDB-A108-4DC7E4C6036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909" y="1604"/>
                <a:ext cx="1" cy="3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0" y="6"/>
                  </a:cxn>
                  <a:cxn ang="0">
                    <a:pos x="1" y="0"/>
                  </a:cxn>
                  <a:cxn ang="0">
                    <a:pos x="0" y="6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" y="4"/>
                      <a:pt x="1" y="2"/>
                      <a:pt x="1" y="0"/>
                    </a:cubicBezTo>
                    <a:cubicBezTo>
                      <a:pt x="1" y="2"/>
                      <a:pt x="1" y="4"/>
                      <a:pt x="0" y="6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15" name="Line 330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DE980229-77B7-482E-81D7-0B20495F7F0A}"/>
                  </a:ext>
                </a:extLst>
              </p:cNvPr>
              <p:cNvSpPr>
                <a:spLocks noChangeShapeType="1"/>
              </p:cNvSpPr>
              <p:nvPr/>
            </p:nvSpPr>
            <p:spPr bwMode="gray">
              <a:xfrm flipV="1">
                <a:off x="2911" y="1616"/>
                <a:ext cx="5" cy="1"/>
              </a:xfrm>
              <a:prstGeom prst="line">
                <a:avLst/>
              </a:pr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16" name="Freeform 331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86E42041-7A17-4566-B7D1-654F3A551D0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010" y="1634"/>
                <a:ext cx="0" cy="1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0" y="0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17" name="Freeform 332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7BF4542F-53EE-4C20-8095-1219650FF70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010" y="1632"/>
                <a:ext cx="0" cy="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18" name="Line 333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65576941-9B38-4E54-AD49-8DE6751CE15E}"/>
                  </a:ext>
                </a:extLst>
              </p:cNvPr>
              <p:cNvSpPr>
                <a:spLocks noChangeShapeType="1"/>
              </p:cNvSpPr>
              <p:nvPr/>
            </p:nvSpPr>
            <p:spPr bwMode="gray">
              <a:xfrm>
                <a:off x="2935" y="1623"/>
                <a:ext cx="5" cy="0"/>
              </a:xfrm>
              <a:prstGeom prst="line">
                <a:avLst/>
              </a:pr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19" name="Freeform 334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EB66FD85-CE36-4A87-A9F9-D6EAD80A483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743" y="1411"/>
                <a:ext cx="111" cy="90"/>
              </a:xfrm>
              <a:custGeom>
                <a:avLst/>
                <a:gdLst/>
                <a:ahLst/>
                <a:cxnLst>
                  <a:cxn ang="0">
                    <a:pos x="7" y="110"/>
                  </a:cxn>
                  <a:cxn ang="0">
                    <a:pos x="15" y="108"/>
                  </a:cxn>
                  <a:cxn ang="0">
                    <a:pos x="19" y="114"/>
                  </a:cxn>
                  <a:cxn ang="0">
                    <a:pos x="31" y="112"/>
                  </a:cxn>
                  <a:cxn ang="0">
                    <a:pos x="40" y="117"/>
                  </a:cxn>
                  <a:cxn ang="0">
                    <a:pos x="43" y="110"/>
                  </a:cxn>
                  <a:cxn ang="0">
                    <a:pos x="53" y="112"/>
                  </a:cxn>
                  <a:cxn ang="0">
                    <a:pos x="53" y="106"/>
                  </a:cxn>
                  <a:cxn ang="0">
                    <a:pos x="62" y="108"/>
                  </a:cxn>
                  <a:cxn ang="0">
                    <a:pos x="68" y="104"/>
                  </a:cxn>
                  <a:cxn ang="0">
                    <a:pos x="87" y="104"/>
                  </a:cxn>
                  <a:cxn ang="0">
                    <a:pos x="91" y="114"/>
                  </a:cxn>
                  <a:cxn ang="0">
                    <a:pos x="105" y="114"/>
                  </a:cxn>
                  <a:cxn ang="0">
                    <a:pos x="116" y="121"/>
                  </a:cxn>
                  <a:cxn ang="0">
                    <a:pos x="111" y="130"/>
                  </a:cxn>
                  <a:cxn ang="0">
                    <a:pos x="109" y="140"/>
                  </a:cxn>
                  <a:cxn ang="0">
                    <a:pos x="120" y="140"/>
                  </a:cxn>
                  <a:cxn ang="0">
                    <a:pos x="124" y="124"/>
                  </a:cxn>
                  <a:cxn ang="0">
                    <a:pos x="120" y="116"/>
                  </a:cxn>
                  <a:cxn ang="0">
                    <a:pos x="131" y="106"/>
                  </a:cxn>
                  <a:cxn ang="0">
                    <a:pos x="127" y="95"/>
                  </a:cxn>
                  <a:cxn ang="0">
                    <a:pos x="121" y="80"/>
                  </a:cxn>
                  <a:cxn ang="0">
                    <a:pos x="145" y="85"/>
                  </a:cxn>
                  <a:cxn ang="0">
                    <a:pos x="149" y="77"/>
                  </a:cxn>
                  <a:cxn ang="0">
                    <a:pos x="155" y="78"/>
                  </a:cxn>
                  <a:cxn ang="0">
                    <a:pos x="157" y="67"/>
                  </a:cxn>
                  <a:cxn ang="0">
                    <a:pos x="165" y="59"/>
                  </a:cxn>
                  <a:cxn ang="0">
                    <a:pos x="150" y="47"/>
                  </a:cxn>
                  <a:cxn ang="0">
                    <a:pos x="161" y="40"/>
                  </a:cxn>
                  <a:cxn ang="0">
                    <a:pos x="169" y="40"/>
                  </a:cxn>
                  <a:cxn ang="0">
                    <a:pos x="167" y="28"/>
                  </a:cxn>
                  <a:cxn ang="0">
                    <a:pos x="179" y="20"/>
                  </a:cxn>
                  <a:cxn ang="0">
                    <a:pos x="174" y="12"/>
                  </a:cxn>
                  <a:cxn ang="0">
                    <a:pos x="177" y="10"/>
                  </a:cxn>
                  <a:cxn ang="0">
                    <a:pos x="173" y="7"/>
                  </a:cxn>
                  <a:cxn ang="0">
                    <a:pos x="151" y="1"/>
                  </a:cxn>
                  <a:cxn ang="0">
                    <a:pos x="122" y="0"/>
                  </a:cxn>
                  <a:cxn ang="0">
                    <a:pos x="100" y="10"/>
                  </a:cxn>
                  <a:cxn ang="0">
                    <a:pos x="104" y="21"/>
                  </a:cxn>
                  <a:cxn ang="0">
                    <a:pos x="108" y="34"/>
                  </a:cxn>
                  <a:cxn ang="0">
                    <a:pos x="113" y="40"/>
                  </a:cxn>
                  <a:cxn ang="0">
                    <a:pos x="119" y="48"/>
                  </a:cxn>
                  <a:cxn ang="0">
                    <a:pos x="101" y="60"/>
                  </a:cxn>
                  <a:cxn ang="0">
                    <a:pos x="89" y="52"/>
                  </a:cxn>
                  <a:cxn ang="0">
                    <a:pos x="97" y="37"/>
                  </a:cxn>
                  <a:cxn ang="0">
                    <a:pos x="99" y="24"/>
                  </a:cxn>
                  <a:cxn ang="0">
                    <a:pos x="94" y="16"/>
                  </a:cxn>
                  <a:cxn ang="0">
                    <a:pos x="78" y="30"/>
                  </a:cxn>
                  <a:cxn ang="0">
                    <a:pos x="61" y="49"/>
                  </a:cxn>
                  <a:cxn ang="0">
                    <a:pos x="57" y="69"/>
                  </a:cxn>
                  <a:cxn ang="0">
                    <a:pos x="39" y="89"/>
                  </a:cxn>
                  <a:cxn ang="0">
                    <a:pos x="45" y="97"/>
                  </a:cxn>
                  <a:cxn ang="0">
                    <a:pos x="28" y="98"/>
                  </a:cxn>
                  <a:cxn ang="0">
                    <a:pos x="11" y="104"/>
                  </a:cxn>
                  <a:cxn ang="0">
                    <a:pos x="0" y="114"/>
                  </a:cxn>
                  <a:cxn ang="0">
                    <a:pos x="6" y="108"/>
                  </a:cxn>
                  <a:cxn ang="0">
                    <a:pos x="7" y="110"/>
                  </a:cxn>
                </a:cxnLst>
                <a:rect l="0" t="0" r="r" b="b"/>
                <a:pathLst>
                  <a:path w="179" h="145">
                    <a:moveTo>
                      <a:pt x="7" y="110"/>
                    </a:moveTo>
                    <a:cubicBezTo>
                      <a:pt x="15" y="108"/>
                      <a:pt x="15" y="108"/>
                      <a:pt x="15" y="108"/>
                    </a:cubicBezTo>
                    <a:cubicBezTo>
                      <a:pt x="19" y="114"/>
                      <a:pt x="19" y="114"/>
                      <a:pt x="19" y="114"/>
                    </a:cubicBezTo>
                    <a:cubicBezTo>
                      <a:pt x="19" y="114"/>
                      <a:pt x="27" y="113"/>
                      <a:pt x="31" y="112"/>
                    </a:cubicBezTo>
                    <a:cubicBezTo>
                      <a:pt x="36" y="112"/>
                      <a:pt x="40" y="117"/>
                      <a:pt x="40" y="117"/>
                    </a:cubicBezTo>
                    <a:cubicBezTo>
                      <a:pt x="43" y="110"/>
                      <a:pt x="43" y="110"/>
                      <a:pt x="43" y="110"/>
                    </a:cubicBezTo>
                    <a:cubicBezTo>
                      <a:pt x="53" y="112"/>
                      <a:pt x="53" y="112"/>
                      <a:pt x="53" y="112"/>
                    </a:cubicBezTo>
                    <a:cubicBezTo>
                      <a:pt x="53" y="106"/>
                      <a:pt x="53" y="106"/>
                      <a:pt x="53" y="106"/>
                    </a:cubicBezTo>
                    <a:cubicBezTo>
                      <a:pt x="62" y="108"/>
                      <a:pt x="62" y="108"/>
                      <a:pt x="62" y="108"/>
                    </a:cubicBezTo>
                    <a:cubicBezTo>
                      <a:pt x="62" y="108"/>
                      <a:pt x="63" y="105"/>
                      <a:pt x="68" y="104"/>
                    </a:cubicBezTo>
                    <a:cubicBezTo>
                      <a:pt x="73" y="102"/>
                      <a:pt x="87" y="104"/>
                      <a:pt x="87" y="104"/>
                    </a:cubicBezTo>
                    <a:cubicBezTo>
                      <a:pt x="87" y="104"/>
                      <a:pt x="88" y="110"/>
                      <a:pt x="91" y="114"/>
                    </a:cubicBezTo>
                    <a:cubicBezTo>
                      <a:pt x="93" y="118"/>
                      <a:pt x="105" y="114"/>
                      <a:pt x="105" y="114"/>
                    </a:cubicBezTo>
                    <a:cubicBezTo>
                      <a:pt x="105" y="114"/>
                      <a:pt x="115" y="112"/>
                      <a:pt x="116" y="121"/>
                    </a:cubicBezTo>
                    <a:cubicBezTo>
                      <a:pt x="117" y="130"/>
                      <a:pt x="111" y="130"/>
                      <a:pt x="111" y="130"/>
                    </a:cubicBezTo>
                    <a:cubicBezTo>
                      <a:pt x="111" y="130"/>
                      <a:pt x="107" y="134"/>
                      <a:pt x="109" y="140"/>
                    </a:cubicBezTo>
                    <a:cubicBezTo>
                      <a:pt x="111" y="145"/>
                      <a:pt x="120" y="140"/>
                      <a:pt x="120" y="140"/>
                    </a:cubicBezTo>
                    <a:cubicBezTo>
                      <a:pt x="120" y="140"/>
                      <a:pt x="123" y="126"/>
                      <a:pt x="124" y="124"/>
                    </a:cubicBezTo>
                    <a:cubicBezTo>
                      <a:pt x="125" y="122"/>
                      <a:pt x="120" y="116"/>
                      <a:pt x="120" y="116"/>
                    </a:cubicBezTo>
                    <a:cubicBezTo>
                      <a:pt x="120" y="116"/>
                      <a:pt x="131" y="110"/>
                      <a:pt x="131" y="106"/>
                    </a:cubicBezTo>
                    <a:cubicBezTo>
                      <a:pt x="132" y="103"/>
                      <a:pt x="127" y="95"/>
                      <a:pt x="127" y="95"/>
                    </a:cubicBezTo>
                    <a:cubicBezTo>
                      <a:pt x="121" y="80"/>
                      <a:pt x="121" y="80"/>
                      <a:pt x="121" y="80"/>
                    </a:cubicBezTo>
                    <a:cubicBezTo>
                      <a:pt x="121" y="80"/>
                      <a:pt x="143" y="88"/>
                      <a:pt x="145" y="85"/>
                    </a:cubicBezTo>
                    <a:cubicBezTo>
                      <a:pt x="147" y="82"/>
                      <a:pt x="149" y="77"/>
                      <a:pt x="149" y="77"/>
                    </a:cubicBezTo>
                    <a:cubicBezTo>
                      <a:pt x="155" y="78"/>
                      <a:pt x="155" y="78"/>
                      <a:pt x="155" y="78"/>
                    </a:cubicBezTo>
                    <a:cubicBezTo>
                      <a:pt x="157" y="67"/>
                      <a:pt x="157" y="67"/>
                      <a:pt x="157" y="67"/>
                    </a:cubicBezTo>
                    <a:cubicBezTo>
                      <a:pt x="157" y="67"/>
                      <a:pt x="165" y="63"/>
                      <a:pt x="165" y="59"/>
                    </a:cubicBezTo>
                    <a:cubicBezTo>
                      <a:pt x="165" y="55"/>
                      <a:pt x="151" y="50"/>
                      <a:pt x="150" y="47"/>
                    </a:cubicBezTo>
                    <a:cubicBezTo>
                      <a:pt x="149" y="44"/>
                      <a:pt x="161" y="40"/>
                      <a:pt x="161" y="40"/>
                    </a:cubicBezTo>
                    <a:cubicBezTo>
                      <a:pt x="169" y="40"/>
                      <a:pt x="169" y="40"/>
                      <a:pt x="169" y="40"/>
                    </a:cubicBezTo>
                    <a:cubicBezTo>
                      <a:pt x="169" y="40"/>
                      <a:pt x="165" y="32"/>
                      <a:pt x="167" y="28"/>
                    </a:cubicBezTo>
                    <a:cubicBezTo>
                      <a:pt x="168" y="24"/>
                      <a:pt x="179" y="20"/>
                      <a:pt x="179" y="20"/>
                    </a:cubicBezTo>
                    <a:cubicBezTo>
                      <a:pt x="174" y="12"/>
                      <a:pt x="174" y="12"/>
                      <a:pt x="174" y="12"/>
                    </a:cubicBezTo>
                    <a:cubicBezTo>
                      <a:pt x="177" y="10"/>
                      <a:pt x="177" y="10"/>
                      <a:pt x="177" y="10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3" y="7"/>
                      <a:pt x="157" y="1"/>
                      <a:pt x="151" y="1"/>
                    </a:cubicBezTo>
                    <a:cubicBezTo>
                      <a:pt x="145" y="1"/>
                      <a:pt x="122" y="0"/>
                      <a:pt x="122" y="0"/>
                    </a:cubicBezTo>
                    <a:cubicBezTo>
                      <a:pt x="122" y="0"/>
                      <a:pt x="108" y="5"/>
                      <a:pt x="100" y="10"/>
                    </a:cubicBezTo>
                    <a:cubicBezTo>
                      <a:pt x="101" y="14"/>
                      <a:pt x="104" y="19"/>
                      <a:pt x="104" y="21"/>
                    </a:cubicBezTo>
                    <a:cubicBezTo>
                      <a:pt x="105" y="24"/>
                      <a:pt x="108" y="34"/>
                      <a:pt x="108" y="34"/>
                    </a:cubicBezTo>
                    <a:cubicBezTo>
                      <a:pt x="108" y="34"/>
                      <a:pt x="111" y="40"/>
                      <a:pt x="113" y="40"/>
                    </a:cubicBezTo>
                    <a:cubicBezTo>
                      <a:pt x="116" y="40"/>
                      <a:pt x="119" y="43"/>
                      <a:pt x="119" y="48"/>
                    </a:cubicBezTo>
                    <a:cubicBezTo>
                      <a:pt x="120" y="52"/>
                      <a:pt x="108" y="59"/>
                      <a:pt x="101" y="60"/>
                    </a:cubicBezTo>
                    <a:cubicBezTo>
                      <a:pt x="95" y="60"/>
                      <a:pt x="92" y="55"/>
                      <a:pt x="89" y="52"/>
                    </a:cubicBezTo>
                    <a:cubicBezTo>
                      <a:pt x="85" y="48"/>
                      <a:pt x="91" y="45"/>
                      <a:pt x="97" y="37"/>
                    </a:cubicBezTo>
                    <a:cubicBezTo>
                      <a:pt x="103" y="29"/>
                      <a:pt x="99" y="24"/>
                      <a:pt x="99" y="24"/>
                    </a:cubicBezTo>
                    <a:cubicBezTo>
                      <a:pt x="99" y="24"/>
                      <a:pt x="96" y="21"/>
                      <a:pt x="94" y="16"/>
                    </a:cubicBezTo>
                    <a:cubicBezTo>
                      <a:pt x="89" y="23"/>
                      <a:pt x="78" y="30"/>
                      <a:pt x="78" y="30"/>
                    </a:cubicBezTo>
                    <a:cubicBezTo>
                      <a:pt x="78" y="30"/>
                      <a:pt x="61" y="42"/>
                      <a:pt x="61" y="49"/>
                    </a:cubicBezTo>
                    <a:cubicBezTo>
                      <a:pt x="61" y="56"/>
                      <a:pt x="57" y="69"/>
                      <a:pt x="57" y="69"/>
                    </a:cubicBezTo>
                    <a:cubicBezTo>
                      <a:pt x="39" y="89"/>
                      <a:pt x="39" y="89"/>
                      <a:pt x="39" y="89"/>
                    </a:cubicBezTo>
                    <a:cubicBezTo>
                      <a:pt x="45" y="97"/>
                      <a:pt x="45" y="97"/>
                      <a:pt x="45" y="97"/>
                    </a:cubicBezTo>
                    <a:cubicBezTo>
                      <a:pt x="28" y="98"/>
                      <a:pt x="28" y="98"/>
                      <a:pt x="28" y="98"/>
                    </a:cubicBezTo>
                    <a:cubicBezTo>
                      <a:pt x="11" y="104"/>
                      <a:pt x="11" y="104"/>
                      <a:pt x="11" y="104"/>
                    </a:cubicBezTo>
                    <a:cubicBezTo>
                      <a:pt x="0" y="114"/>
                      <a:pt x="0" y="114"/>
                      <a:pt x="0" y="114"/>
                    </a:cubicBezTo>
                    <a:cubicBezTo>
                      <a:pt x="6" y="108"/>
                      <a:pt x="6" y="108"/>
                      <a:pt x="6" y="108"/>
                    </a:cubicBezTo>
                    <a:lnTo>
                      <a:pt x="7" y="110"/>
                    </a:ln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20" name="Freeform 335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0B3B5DDE-167F-44A3-ABC6-EBFE6C0BB54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736" y="1474"/>
                <a:ext cx="92" cy="63"/>
              </a:xfrm>
              <a:custGeom>
                <a:avLst/>
                <a:gdLst/>
                <a:ahLst/>
                <a:cxnLst>
                  <a:cxn ang="0">
                    <a:pos x="6" y="43"/>
                  </a:cxn>
                  <a:cxn ang="0">
                    <a:pos x="22" y="47"/>
                  </a:cxn>
                  <a:cxn ang="0">
                    <a:pos x="29" y="54"/>
                  </a:cxn>
                  <a:cxn ang="0">
                    <a:pos x="52" y="59"/>
                  </a:cxn>
                  <a:cxn ang="0">
                    <a:pos x="57" y="78"/>
                  </a:cxn>
                  <a:cxn ang="0">
                    <a:pos x="72" y="78"/>
                  </a:cxn>
                  <a:cxn ang="0">
                    <a:pos x="82" y="71"/>
                  </a:cxn>
                  <a:cxn ang="0">
                    <a:pos x="82" y="87"/>
                  </a:cxn>
                  <a:cxn ang="0">
                    <a:pos x="106" y="94"/>
                  </a:cxn>
                  <a:cxn ang="0">
                    <a:pos x="109" y="98"/>
                  </a:cxn>
                  <a:cxn ang="0">
                    <a:pos x="123" y="98"/>
                  </a:cxn>
                  <a:cxn ang="0">
                    <a:pos x="128" y="102"/>
                  </a:cxn>
                  <a:cxn ang="0">
                    <a:pos x="131" y="100"/>
                  </a:cxn>
                  <a:cxn ang="0">
                    <a:pos x="120" y="86"/>
                  </a:cxn>
                  <a:cxn ang="0">
                    <a:pos x="130" y="72"/>
                  </a:cxn>
                  <a:cxn ang="0">
                    <a:pos x="138" y="68"/>
                  </a:cxn>
                  <a:cxn ang="0">
                    <a:pos x="138" y="67"/>
                  </a:cxn>
                  <a:cxn ang="0">
                    <a:pos x="138" y="66"/>
                  </a:cxn>
                  <a:cxn ang="0">
                    <a:pos x="140" y="62"/>
                  </a:cxn>
                  <a:cxn ang="0">
                    <a:pos x="140" y="62"/>
                  </a:cxn>
                  <a:cxn ang="0">
                    <a:pos x="149" y="61"/>
                  </a:cxn>
                  <a:cxn ang="0">
                    <a:pos x="146" y="48"/>
                  </a:cxn>
                  <a:cxn ang="0">
                    <a:pos x="136" y="39"/>
                  </a:cxn>
                  <a:cxn ang="0">
                    <a:pos x="131" y="38"/>
                  </a:cxn>
                  <a:cxn ang="0">
                    <a:pos x="120" y="38"/>
                  </a:cxn>
                  <a:cxn ang="0">
                    <a:pos x="122" y="28"/>
                  </a:cxn>
                  <a:cxn ang="0">
                    <a:pos x="127" y="19"/>
                  </a:cxn>
                  <a:cxn ang="0">
                    <a:pos x="116" y="12"/>
                  </a:cxn>
                  <a:cxn ang="0">
                    <a:pos x="102" y="12"/>
                  </a:cxn>
                  <a:cxn ang="0">
                    <a:pos x="98" y="2"/>
                  </a:cxn>
                  <a:cxn ang="0">
                    <a:pos x="79" y="2"/>
                  </a:cxn>
                  <a:cxn ang="0">
                    <a:pos x="73" y="6"/>
                  </a:cxn>
                  <a:cxn ang="0">
                    <a:pos x="64" y="4"/>
                  </a:cxn>
                  <a:cxn ang="0">
                    <a:pos x="64" y="10"/>
                  </a:cxn>
                  <a:cxn ang="0">
                    <a:pos x="54" y="8"/>
                  </a:cxn>
                  <a:cxn ang="0">
                    <a:pos x="51" y="15"/>
                  </a:cxn>
                  <a:cxn ang="0">
                    <a:pos x="42" y="10"/>
                  </a:cxn>
                  <a:cxn ang="0">
                    <a:pos x="30" y="12"/>
                  </a:cxn>
                  <a:cxn ang="0">
                    <a:pos x="26" y="6"/>
                  </a:cxn>
                  <a:cxn ang="0">
                    <a:pos x="18" y="8"/>
                  </a:cxn>
                  <a:cxn ang="0">
                    <a:pos x="17" y="6"/>
                  </a:cxn>
                  <a:cxn ang="0">
                    <a:pos x="8" y="14"/>
                  </a:cxn>
                  <a:cxn ang="0">
                    <a:pos x="11" y="12"/>
                  </a:cxn>
                  <a:cxn ang="0">
                    <a:pos x="1" y="20"/>
                  </a:cxn>
                  <a:cxn ang="0">
                    <a:pos x="0" y="29"/>
                  </a:cxn>
                  <a:cxn ang="0">
                    <a:pos x="6" y="43"/>
                  </a:cxn>
                </a:cxnLst>
                <a:rect l="0" t="0" r="r" b="b"/>
                <a:pathLst>
                  <a:path w="149" h="102">
                    <a:moveTo>
                      <a:pt x="6" y="43"/>
                    </a:moveTo>
                    <a:cubicBezTo>
                      <a:pt x="22" y="47"/>
                      <a:pt x="22" y="47"/>
                      <a:pt x="22" y="47"/>
                    </a:cubicBezTo>
                    <a:cubicBezTo>
                      <a:pt x="29" y="54"/>
                      <a:pt x="29" y="54"/>
                      <a:pt x="29" y="54"/>
                    </a:cubicBezTo>
                    <a:cubicBezTo>
                      <a:pt x="29" y="54"/>
                      <a:pt x="47" y="56"/>
                      <a:pt x="52" y="59"/>
                    </a:cubicBezTo>
                    <a:cubicBezTo>
                      <a:pt x="57" y="62"/>
                      <a:pt x="57" y="78"/>
                      <a:pt x="57" y="78"/>
                    </a:cubicBezTo>
                    <a:cubicBezTo>
                      <a:pt x="72" y="78"/>
                      <a:pt x="72" y="78"/>
                      <a:pt x="72" y="78"/>
                    </a:cubicBezTo>
                    <a:cubicBezTo>
                      <a:pt x="82" y="71"/>
                      <a:pt x="82" y="71"/>
                      <a:pt x="82" y="71"/>
                    </a:cubicBezTo>
                    <a:cubicBezTo>
                      <a:pt x="82" y="87"/>
                      <a:pt x="82" y="87"/>
                      <a:pt x="82" y="87"/>
                    </a:cubicBezTo>
                    <a:cubicBezTo>
                      <a:pt x="82" y="87"/>
                      <a:pt x="104" y="91"/>
                      <a:pt x="106" y="94"/>
                    </a:cubicBezTo>
                    <a:cubicBezTo>
                      <a:pt x="108" y="97"/>
                      <a:pt x="109" y="98"/>
                      <a:pt x="109" y="98"/>
                    </a:cubicBezTo>
                    <a:cubicBezTo>
                      <a:pt x="123" y="98"/>
                      <a:pt x="123" y="98"/>
                      <a:pt x="123" y="98"/>
                    </a:cubicBezTo>
                    <a:cubicBezTo>
                      <a:pt x="128" y="102"/>
                      <a:pt x="128" y="102"/>
                      <a:pt x="128" y="102"/>
                    </a:cubicBezTo>
                    <a:cubicBezTo>
                      <a:pt x="131" y="100"/>
                      <a:pt x="131" y="100"/>
                      <a:pt x="131" y="100"/>
                    </a:cubicBezTo>
                    <a:cubicBezTo>
                      <a:pt x="127" y="95"/>
                      <a:pt x="121" y="88"/>
                      <a:pt x="120" y="86"/>
                    </a:cubicBezTo>
                    <a:cubicBezTo>
                      <a:pt x="118" y="84"/>
                      <a:pt x="119" y="78"/>
                      <a:pt x="130" y="72"/>
                    </a:cubicBezTo>
                    <a:cubicBezTo>
                      <a:pt x="134" y="70"/>
                      <a:pt x="137" y="69"/>
                      <a:pt x="138" y="68"/>
                    </a:cubicBezTo>
                    <a:cubicBezTo>
                      <a:pt x="138" y="68"/>
                      <a:pt x="138" y="68"/>
                      <a:pt x="138" y="67"/>
                    </a:cubicBezTo>
                    <a:cubicBezTo>
                      <a:pt x="138" y="67"/>
                      <a:pt x="138" y="66"/>
                      <a:pt x="138" y="66"/>
                    </a:cubicBezTo>
                    <a:cubicBezTo>
                      <a:pt x="139" y="64"/>
                      <a:pt x="140" y="63"/>
                      <a:pt x="140" y="62"/>
                    </a:cubicBezTo>
                    <a:cubicBezTo>
                      <a:pt x="140" y="62"/>
                      <a:pt x="140" y="62"/>
                      <a:pt x="140" y="62"/>
                    </a:cubicBezTo>
                    <a:cubicBezTo>
                      <a:pt x="149" y="61"/>
                      <a:pt x="149" y="61"/>
                      <a:pt x="149" y="61"/>
                    </a:cubicBezTo>
                    <a:cubicBezTo>
                      <a:pt x="149" y="61"/>
                      <a:pt x="146" y="54"/>
                      <a:pt x="146" y="48"/>
                    </a:cubicBezTo>
                    <a:cubicBezTo>
                      <a:pt x="145" y="42"/>
                      <a:pt x="136" y="39"/>
                      <a:pt x="136" y="39"/>
                    </a:cubicBezTo>
                    <a:cubicBezTo>
                      <a:pt x="131" y="38"/>
                      <a:pt x="131" y="38"/>
                      <a:pt x="131" y="38"/>
                    </a:cubicBezTo>
                    <a:cubicBezTo>
                      <a:pt x="131" y="38"/>
                      <a:pt x="122" y="43"/>
                      <a:pt x="120" y="38"/>
                    </a:cubicBezTo>
                    <a:cubicBezTo>
                      <a:pt x="118" y="32"/>
                      <a:pt x="122" y="28"/>
                      <a:pt x="122" y="28"/>
                    </a:cubicBezTo>
                    <a:cubicBezTo>
                      <a:pt x="122" y="28"/>
                      <a:pt x="128" y="28"/>
                      <a:pt x="127" y="19"/>
                    </a:cubicBezTo>
                    <a:cubicBezTo>
                      <a:pt x="126" y="10"/>
                      <a:pt x="116" y="12"/>
                      <a:pt x="116" y="12"/>
                    </a:cubicBezTo>
                    <a:cubicBezTo>
                      <a:pt x="116" y="12"/>
                      <a:pt x="104" y="16"/>
                      <a:pt x="102" y="12"/>
                    </a:cubicBezTo>
                    <a:cubicBezTo>
                      <a:pt x="99" y="8"/>
                      <a:pt x="98" y="2"/>
                      <a:pt x="98" y="2"/>
                    </a:cubicBezTo>
                    <a:cubicBezTo>
                      <a:pt x="98" y="2"/>
                      <a:pt x="84" y="0"/>
                      <a:pt x="79" y="2"/>
                    </a:cubicBezTo>
                    <a:cubicBezTo>
                      <a:pt x="74" y="3"/>
                      <a:pt x="73" y="6"/>
                      <a:pt x="73" y="6"/>
                    </a:cubicBezTo>
                    <a:cubicBezTo>
                      <a:pt x="64" y="4"/>
                      <a:pt x="64" y="4"/>
                      <a:pt x="64" y="4"/>
                    </a:cubicBezTo>
                    <a:cubicBezTo>
                      <a:pt x="64" y="10"/>
                      <a:pt x="64" y="10"/>
                      <a:pt x="64" y="10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1" y="15"/>
                      <a:pt x="51" y="15"/>
                      <a:pt x="51" y="15"/>
                    </a:cubicBezTo>
                    <a:cubicBezTo>
                      <a:pt x="51" y="15"/>
                      <a:pt x="47" y="10"/>
                      <a:pt x="42" y="10"/>
                    </a:cubicBezTo>
                    <a:cubicBezTo>
                      <a:pt x="38" y="11"/>
                      <a:pt x="30" y="12"/>
                      <a:pt x="30" y="12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0" y="29"/>
                      <a:pt x="0" y="29"/>
                      <a:pt x="0" y="29"/>
                    </a:cubicBezTo>
                    <a:lnTo>
                      <a:pt x="6" y="43"/>
                    </a:ln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21" name="Freeform 336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EAB6E9C4-A544-4281-8DB4-9E97346C848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740" y="1477"/>
                <a:ext cx="6" cy="5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5" y="9"/>
                  </a:cxn>
                  <a:cxn ang="0">
                    <a:pos x="0" y="12"/>
                  </a:cxn>
                  <a:cxn ang="0">
                    <a:pos x="13" y="0"/>
                  </a:cxn>
                </a:cxnLst>
                <a:rect l="0" t="0" r="r" b="b"/>
                <a:pathLst>
                  <a:path w="13" h="12">
                    <a:moveTo>
                      <a:pt x="13" y="0"/>
                    </a:moveTo>
                    <a:lnTo>
                      <a:pt x="5" y="9"/>
                    </a:lnTo>
                    <a:lnTo>
                      <a:pt x="0" y="12"/>
                    </a:lnTo>
                    <a:lnTo>
                      <a:pt x="13" y="0"/>
                    </a:ln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22" name="Freeform 337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83C8FD5B-8B6C-461D-986A-4A77E0FC888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817" y="1364"/>
                <a:ext cx="231" cy="243"/>
              </a:xfrm>
              <a:custGeom>
                <a:avLst/>
                <a:gdLst/>
                <a:ahLst/>
                <a:cxnLst>
                  <a:cxn ang="0">
                    <a:pos x="47" y="103"/>
                  </a:cxn>
                  <a:cxn ang="0">
                    <a:pos x="30" y="122"/>
                  </a:cxn>
                  <a:cxn ang="0">
                    <a:pos x="35" y="153"/>
                  </a:cxn>
                  <a:cxn ang="0">
                    <a:pos x="1" y="155"/>
                  </a:cxn>
                  <a:cxn ang="0">
                    <a:pos x="0" y="191"/>
                  </a:cxn>
                  <a:cxn ang="0">
                    <a:pos x="5" y="216"/>
                  </a:cxn>
                  <a:cxn ang="0">
                    <a:pos x="9" y="239"/>
                  </a:cxn>
                  <a:cxn ang="0">
                    <a:pos x="7" y="244"/>
                  </a:cxn>
                  <a:cxn ang="0">
                    <a:pos x="7" y="245"/>
                  </a:cxn>
                  <a:cxn ang="0">
                    <a:pos x="6" y="249"/>
                  </a:cxn>
                  <a:cxn ang="0">
                    <a:pos x="7" y="253"/>
                  </a:cxn>
                  <a:cxn ang="0">
                    <a:pos x="22" y="281"/>
                  </a:cxn>
                  <a:cxn ang="0">
                    <a:pos x="42" y="300"/>
                  </a:cxn>
                  <a:cxn ang="0">
                    <a:pos x="80" y="300"/>
                  </a:cxn>
                  <a:cxn ang="0">
                    <a:pos x="74" y="322"/>
                  </a:cxn>
                  <a:cxn ang="0">
                    <a:pos x="62" y="364"/>
                  </a:cxn>
                  <a:cxn ang="0">
                    <a:pos x="62" y="368"/>
                  </a:cxn>
                  <a:cxn ang="0">
                    <a:pos x="62" y="374"/>
                  </a:cxn>
                  <a:cxn ang="0">
                    <a:pos x="63" y="377"/>
                  </a:cxn>
                  <a:cxn ang="0">
                    <a:pos x="64" y="379"/>
                  </a:cxn>
                  <a:cxn ang="0">
                    <a:pos x="97" y="374"/>
                  </a:cxn>
                  <a:cxn ang="0">
                    <a:pos x="119" y="372"/>
                  </a:cxn>
                  <a:cxn ang="0">
                    <a:pos x="144" y="383"/>
                  </a:cxn>
                  <a:cxn ang="0">
                    <a:pos x="149" y="385"/>
                  </a:cxn>
                  <a:cxn ang="0">
                    <a:pos x="182" y="386"/>
                  </a:cxn>
                  <a:cxn ang="0">
                    <a:pos x="212" y="389"/>
                  </a:cxn>
                  <a:cxn ang="0">
                    <a:pos x="247" y="378"/>
                  </a:cxn>
                  <a:cxn ang="0">
                    <a:pos x="280" y="378"/>
                  </a:cxn>
                  <a:cxn ang="0">
                    <a:pos x="290" y="360"/>
                  </a:cxn>
                  <a:cxn ang="0">
                    <a:pos x="309" y="346"/>
                  </a:cxn>
                  <a:cxn ang="0">
                    <a:pos x="317" y="327"/>
                  </a:cxn>
                  <a:cxn ang="0">
                    <a:pos x="307" y="304"/>
                  </a:cxn>
                  <a:cxn ang="0">
                    <a:pos x="294" y="287"/>
                  </a:cxn>
                  <a:cxn ang="0">
                    <a:pos x="273" y="277"/>
                  </a:cxn>
                  <a:cxn ang="0">
                    <a:pos x="269" y="257"/>
                  </a:cxn>
                  <a:cxn ang="0">
                    <a:pos x="255" y="235"/>
                  </a:cxn>
                  <a:cxn ang="0">
                    <a:pos x="273" y="233"/>
                  </a:cxn>
                  <a:cxn ang="0">
                    <a:pos x="297" y="224"/>
                  </a:cxn>
                  <a:cxn ang="0">
                    <a:pos x="324" y="216"/>
                  </a:cxn>
                  <a:cxn ang="0">
                    <a:pos x="348" y="198"/>
                  </a:cxn>
                  <a:cxn ang="0">
                    <a:pos x="361" y="207"/>
                  </a:cxn>
                  <a:cxn ang="0">
                    <a:pos x="363" y="206"/>
                  </a:cxn>
                  <a:cxn ang="0">
                    <a:pos x="364" y="205"/>
                  </a:cxn>
                  <a:cxn ang="0">
                    <a:pos x="368" y="199"/>
                  </a:cxn>
                  <a:cxn ang="0">
                    <a:pos x="371" y="194"/>
                  </a:cxn>
                  <a:cxn ang="0">
                    <a:pos x="372" y="191"/>
                  </a:cxn>
                  <a:cxn ang="0">
                    <a:pos x="360" y="177"/>
                  </a:cxn>
                  <a:cxn ang="0">
                    <a:pos x="360" y="146"/>
                  </a:cxn>
                  <a:cxn ang="0">
                    <a:pos x="350" y="132"/>
                  </a:cxn>
                  <a:cxn ang="0">
                    <a:pos x="345" y="115"/>
                  </a:cxn>
                  <a:cxn ang="0">
                    <a:pos x="343" y="93"/>
                  </a:cxn>
                  <a:cxn ang="0">
                    <a:pos x="338" y="62"/>
                  </a:cxn>
                  <a:cxn ang="0">
                    <a:pos x="318" y="44"/>
                  </a:cxn>
                  <a:cxn ang="0">
                    <a:pos x="265" y="26"/>
                  </a:cxn>
                  <a:cxn ang="0">
                    <a:pos x="226" y="47"/>
                  </a:cxn>
                  <a:cxn ang="0">
                    <a:pos x="209" y="20"/>
                  </a:cxn>
                  <a:cxn ang="0">
                    <a:pos x="156" y="4"/>
                  </a:cxn>
                  <a:cxn ang="0">
                    <a:pos x="135" y="5"/>
                  </a:cxn>
                  <a:cxn ang="0">
                    <a:pos x="126" y="23"/>
                  </a:cxn>
                  <a:cxn ang="0">
                    <a:pos x="142" y="58"/>
                  </a:cxn>
                  <a:cxn ang="0">
                    <a:pos x="104" y="72"/>
                  </a:cxn>
                  <a:cxn ang="0">
                    <a:pos x="54" y="64"/>
                  </a:cxn>
                  <a:cxn ang="0">
                    <a:pos x="54" y="87"/>
                  </a:cxn>
                </a:cxnLst>
                <a:rect l="0" t="0" r="r" b="b"/>
                <a:pathLst>
                  <a:path w="373" h="393">
                    <a:moveTo>
                      <a:pt x="54" y="87"/>
                    </a:moveTo>
                    <a:cubicBezTo>
                      <a:pt x="59" y="95"/>
                      <a:pt x="59" y="95"/>
                      <a:pt x="59" y="95"/>
                    </a:cubicBezTo>
                    <a:cubicBezTo>
                      <a:pt x="59" y="95"/>
                      <a:pt x="48" y="99"/>
                      <a:pt x="47" y="103"/>
                    </a:cubicBezTo>
                    <a:cubicBezTo>
                      <a:pt x="45" y="107"/>
                      <a:pt x="49" y="115"/>
                      <a:pt x="49" y="115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41" y="115"/>
                      <a:pt x="29" y="119"/>
                      <a:pt x="30" y="122"/>
                    </a:cubicBezTo>
                    <a:cubicBezTo>
                      <a:pt x="31" y="125"/>
                      <a:pt x="45" y="130"/>
                      <a:pt x="45" y="134"/>
                    </a:cubicBezTo>
                    <a:cubicBezTo>
                      <a:pt x="45" y="138"/>
                      <a:pt x="37" y="142"/>
                      <a:pt x="37" y="142"/>
                    </a:cubicBezTo>
                    <a:cubicBezTo>
                      <a:pt x="35" y="153"/>
                      <a:pt x="35" y="153"/>
                      <a:pt x="35" y="153"/>
                    </a:cubicBezTo>
                    <a:cubicBezTo>
                      <a:pt x="29" y="152"/>
                      <a:pt x="29" y="152"/>
                      <a:pt x="29" y="152"/>
                    </a:cubicBezTo>
                    <a:cubicBezTo>
                      <a:pt x="29" y="152"/>
                      <a:pt x="27" y="157"/>
                      <a:pt x="25" y="160"/>
                    </a:cubicBezTo>
                    <a:cubicBezTo>
                      <a:pt x="23" y="163"/>
                      <a:pt x="1" y="155"/>
                      <a:pt x="1" y="155"/>
                    </a:cubicBezTo>
                    <a:cubicBezTo>
                      <a:pt x="7" y="170"/>
                      <a:pt x="7" y="170"/>
                      <a:pt x="7" y="170"/>
                    </a:cubicBezTo>
                    <a:cubicBezTo>
                      <a:pt x="7" y="170"/>
                      <a:pt x="12" y="178"/>
                      <a:pt x="11" y="181"/>
                    </a:cubicBezTo>
                    <a:cubicBezTo>
                      <a:pt x="11" y="185"/>
                      <a:pt x="0" y="191"/>
                      <a:pt x="0" y="191"/>
                    </a:cubicBezTo>
                    <a:cubicBezTo>
                      <a:pt x="0" y="191"/>
                      <a:pt x="5" y="197"/>
                      <a:pt x="4" y="199"/>
                    </a:cubicBezTo>
                    <a:cubicBezTo>
                      <a:pt x="3" y="201"/>
                      <a:pt x="0" y="215"/>
                      <a:pt x="0" y="215"/>
                    </a:cubicBezTo>
                    <a:cubicBezTo>
                      <a:pt x="5" y="216"/>
                      <a:pt x="5" y="216"/>
                      <a:pt x="5" y="216"/>
                    </a:cubicBezTo>
                    <a:cubicBezTo>
                      <a:pt x="5" y="216"/>
                      <a:pt x="14" y="219"/>
                      <a:pt x="15" y="225"/>
                    </a:cubicBezTo>
                    <a:cubicBezTo>
                      <a:pt x="15" y="231"/>
                      <a:pt x="18" y="238"/>
                      <a:pt x="18" y="238"/>
                    </a:cubicBezTo>
                    <a:cubicBezTo>
                      <a:pt x="9" y="239"/>
                      <a:pt x="9" y="239"/>
                      <a:pt x="9" y="239"/>
                    </a:cubicBezTo>
                    <a:cubicBezTo>
                      <a:pt x="9" y="239"/>
                      <a:pt x="9" y="239"/>
                      <a:pt x="9" y="239"/>
                    </a:cubicBezTo>
                    <a:cubicBezTo>
                      <a:pt x="9" y="240"/>
                      <a:pt x="8" y="241"/>
                      <a:pt x="7" y="243"/>
                    </a:cubicBezTo>
                    <a:cubicBezTo>
                      <a:pt x="7" y="243"/>
                      <a:pt x="7" y="244"/>
                      <a:pt x="7" y="244"/>
                    </a:cubicBezTo>
                    <a:cubicBezTo>
                      <a:pt x="7" y="245"/>
                      <a:pt x="7" y="245"/>
                      <a:pt x="7" y="245"/>
                    </a:cubicBezTo>
                    <a:cubicBezTo>
                      <a:pt x="7" y="245"/>
                      <a:pt x="7" y="245"/>
                      <a:pt x="7" y="245"/>
                    </a:cubicBezTo>
                    <a:cubicBezTo>
                      <a:pt x="7" y="245"/>
                      <a:pt x="7" y="245"/>
                      <a:pt x="7" y="245"/>
                    </a:cubicBezTo>
                    <a:cubicBezTo>
                      <a:pt x="7" y="246"/>
                      <a:pt x="7" y="246"/>
                      <a:pt x="6" y="247"/>
                    </a:cubicBezTo>
                    <a:cubicBezTo>
                      <a:pt x="6" y="247"/>
                      <a:pt x="6" y="247"/>
                      <a:pt x="6" y="248"/>
                    </a:cubicBezTo>
                    <a:cubicBezTo>
                      <a:pt x="6" y="248"/>
                      <a:pt x="6" y="248"/>
                      <a:pt x="6" y="249"/>
                    </a:cubicBezTo>
                    <a:cubicBezTo>
                      <a:pt x="6" y="249"/>
                      <a:pt x="6" y="250"/>
                      <a:pt x="6" y="250"/>
                    </a:cubicBezTo>
                    <a:cubicBezTo>
                      <a:pt x="6" y="250"/>
                      <a:pt x="6" y="251"/>
                      <a:pt x="7" y="251"/>
                    </a:cubicBezTo>
                    <a:cubicBezTo>
                      <a:pt x="7" y="252"/>
                      <a:pt x="7" y="253"/>
                      <a:pt x="7" y="253"/>
                    </a:cubicBezTo>
                    <a:cubicBezTo>
                      <a:pt x="11" y="259"/>
                      <a:pt x="21" y="261"/>
                      <a:pt x="22" y="265"/>
                    </a:cubicBezTo>
                    <a:cubicBezTo>
                      <a:pt x="23" y="270"/>
                      <a:pt x="17" y="274"/>
                      <a:pt x="17" y="274"/>
                    </a:cubicBezTo>
                    <a:cubicBezTo>
                      <a:pt x="17" y="274"/>
                      <a:pt x="19" y="278"/>
                      <a:pt x="22" y="281"/>
                    </a:cubicBezTo>
                    <a:cubicBezTo>
                      <a:pt x="25" y="284"/>
                      <a:pt x="21" y="294"/>
                      <a:pt x="21" y="294"/>
                    </a:cubicBezTo>
                    <a:cubicBezTo>
                      <a:pt x="38" y="294"/>
                      <a:pt x="38" y="294"/>
                      <a:pt x="38" y="294"/>
                    </a:cubicBezTo>
                    <a:cubicBezTo>
                      <a:pt x="38" y="294"/>
                      <a:pt x="36" y="299"/>
                      <a:pt x="42" y="300"/>
                    </a:cubicBezTo>
                    <a:cubicBezTo>
                      <a:pt x="48" y="301"/>
                      <a:pt x="62" y="297"/>
                      <a:pt x="62" y="297"/>
                    </a:cubicBezTo>
                    <a:cubicBezTo>
                      <a:pt x="62" y="301"/>
                      <a:pt x="62" y="301"/>
                      <a:pt x="62" y="301"/>
                    </a:cubicBezTo>
                    <a:cubicBezTo>
                      <a:pt x="80" y="300"/>
                      <a:pt x="80" y="300"/>
                      <a:pt x="80" y="300"/>
                    </a:cubicBezTo>
                    <a:cubicBezTo>
                      <a:pt x="90" y="305"/>
                      <a:pt x="90" y="305"/>
                      <a:pt x="90" y="305"/>
                    </a:cubicBezTo>
                    <a:cubicBezTo>
                      <a:pt x="88" y="311"/>
                      <a:pt x="88" y="311"/>
                      <a:pt x="88" y="311"/>
                    </a:cubicBezTo>
                    <a:cubicBezTo>
                      <a:pt x="74" y="322"/>
                      <a:pt x="74" y="322"/>
                      <a:pt x="74" y="322"/>
                    </a:cubicBezTo>
                    <a:cubicBezTo>
                      <a:pt x="74" y="330"/>
                      <a:pt x="74" y="330"/>
                      <a:pt x="74" y="330"/>
                    </a:cubicBezTo>
                    <a:cubicBezTo>
                      <a:pt x="74" y="330"/>
                      <a:pt x="64" y="349"/>
                      <a:pt x="62" y="360"/>
                    </a:cubicBezTo>
                    <a:cubicBezTo>
                      <a:pt x="62" y="361"/>
                      <a:pt x="62" y="362"/>
                      <a:pt x="62" y="364"/>
                    </a:cubicBezTo>
                    <a:cubicBezTo>
                      <a:pt x="62" y="364"/>
                      <a:pt x="62" y="364"/>
                      <a:pt x="61" y="365"/>
                    </a:cubicBezTo>
                    <a:cubicBezTo>
                      <a:pt x="61" y="366"/>
                      <a:pt x="61" y="366"/>
                      <a:pt x="61" y="367"/>
                    </a:cubicBezTo>
                    <a:cubicBezTo>
                      <a:pt x="61" y="368"/>
                      <a:pt x="62" y="368"/>
                      <a:pt x="62" y="368"/>
                    </a:cubicBezTo>
                    <a:cubicBezTo>
                      <a:pt x="62" y="369"/>
                      <a:pt x="62" y="370"/>
                      <a:pt x="62" y="371"/>
                    </a:cubicBezTo>
                    <a:cubicBezTo>
                      <a:pt x="62" y="371"/>
                      <a:pt x="62" y="371"/>
                      <a:pt x="62" y="372"/>
                    </a:cubicBezTo>
                    <a:cubicBezTo>
                      <a:pt x="62" y="372"/>
                      <a:pt x="62" y="373"/>
                      <a:pt x="62" y="374"/>
                    </a:cubicBezTo>
                    <a:cubicBezTo>
                      <a:pt x="62" y="374"/>
                      <a:pt x="62" y="374"/>
                      <a:pt x="62" y="374"/>
                    </a:cubicBezTo>
                    <a:cubicBezTo>
                      <a:pt x="62" y="375"/>
                      <a:pt x="63" y="376"/>
                      <a:pt x="63" y="376"/>
                    </a:cubicBezTo>
                    <a:cubicBezTo>
                      <a:pt x="63" y="376"/>
                      <a:pt x="63" y="376"/>
                      <a:pt x="63" y="377"/>
                    </a:cubicBezTo>
                    <a:cubicBezTo>
                      <a:pt x="63" y="377"/>
                      <a:pt x="63" y="378"/>
                      <a:pt x="63" y="378"/>
                    </a:cubicBezTo>
                    <a:cubicBezTo>
                      <a:pt x="63" y="378"/>
                      <a:pt x="64" y="379"/>
                      <a:pt x="64" y="379"/>
                    </a:cubicBezTo>
                    <a:cubicBezTo>
                      <a:pt x="64" y="379"/>
                      <a:pt x="64" y="379"/>
                      <a:pt x="64" y="379"/>
                    </a:cubicBezTo>
                    <a:cubicBezTo>
                      <a:pt x="75" y="381"/>
                      <a:pt x="75" y="381"/>
                      <a:pt x="75" y="381"/>
                    </a:cubicBezTo>
                    <a:cubicBezTo>
                      <a:pt x="87" y="381"/>
                      <a:pt x="87" y="381"/>
                      <a:pt x="87" y="381"/>
                    </a:cubicBezTo>
                    <a:cubicBezTo>
                      <a:pt x="97" y="374"/>
                      <a:pt x="97" y="374"/>
                      <a:pt x="97" y="374"/>
                    </a:cubicBezTo>
                    <a:cubicBezTo>
                      <a:pt x="101" y="378"/>
                      <a:pt x="101" y="378"/>
                      <a:pt x="101" y="378"/>
                    </a:cubicBezTo>
                    <a:cubicBezTo>
                      <a:pt x="101" y="378"/>
                      <a:pt x="96" y="366"/>
                      <a:pt x="103" y="365"/>
                    </a:cubicBezTo>
                    <a:cubicBezTo>
                      <a:pt x="110" y="364"/>
                      <a:pt x="119" y="372"/>
                      <a:pt x="119" y="372"/>
                    </a:cubicBezTo>
                    <a:cubicBezTo>
                      <a:pt x="128" y="372"/>
                      <a:pt x="128" y="372"/>
                      <a:pt x="128" y="372"/>
                    </a:cubicBezTo>
                    <a:cubicBezTo>
                      <a:pt x="138" y="375"/>
                      <a:pt x="138" y="375"/>
                      <a:pt x="138" y="375"/>
                    </a:cubicBezTo>
                    <a:cubicBezTo>
                      <a:pt x="144" y="383"/>
                      <a:pt x="144" y="383"/>
                      <a:pt x="144" y="383"/>
                    </a:cubicBezTo>
                    <a:cubicBezTo>
                      <a:pt x="148" y="383"/>
                      <a:pt x="148" y="383"/>
                      <a:pt x="148" y="383"/>
                    </a:cubicBezTo>
                    <a:cubicBezTo>
                      <a:pt x="148" y="383"/>
                      <a:pt x="148" y="383"/>
                      <a:pt x="148" y="383"/>
                    </a:cubicBezTo>
                    <a:cubicBezTo>
                      <a:pt x="149" y="383"/>
                      <a:pt x="149" y="384"/>
                      <a:pt x="149" y="385"/>
                    </a:cubicBezTo>
                    <a:cubicBezTo>
                      <a:pt x="151" y="383"/>
                      <a:pt x="155" y="380"/>
                      <a:pt x="161" y="382"/>
                    </a:cubicBezTo>
                    <a:cubicBezTo>
                      <a:pt x="170" y="383"/>
                      <a:pt x="171" y="393"/>
                      <a:pt x="175" y="392"/>
                    </a:cubicBezTo>
                    <a:cubicBezTo>
                      <a:pt x="179" y="391"/>
                      <a:pt x="182" y="386"/>
                      <a:pt x="182" y="386"/>
                    </a:cubicBezTo>
                    <a:cubicBezTo>
                      <a:pt x="182" y="377"/>
                      <a:pt x="182" y="377"/>
                      <a:pt x="182" y="377"/>
                    </a:cubicBezTo>
                    <a:cubicBezTo>
                      <a:pt x="195" y="378"/>
                      <a:pt x="195" y="378"/>
                      <a:pt x="195" y="378"/>
                    </a:cubicBezTo>
                    <a:cubicBezTo>
                      <a:pt x="195" y="378"/>
                      <a:pt x="205" y="389"/>
                      <a:pt x="212" y="389"/>
                    </a:cubicBezTo>
                    <a:cubicBezTo>
                      <a:pt x="218" y="389"/>
                      <a:pt x="224" y="387"/>
                      <a:pt x="224" y="387"/>
                    </a:cubicBezTo>
                    <a:cubicBezTo>
                      <a:pt x="233" y="379"/>
                      <a:pt x="233" y="379"/>
                      <a:pt x="233" y="379"/>
                    </a:cubicBezTo>
                    <a:cubicBezTo>
                      <a:pt x="247" y="378"/>
                      <a:pt x="247" y="378"/>
                      <a:pt x="247" y="378"/>
                    </a:cubicBezTo>
                    <a:cubicBezTo>
                      <a:pt x="258" y="372"/>
                      <a:pt x="258" y="372"/>
                      <a:pt x="258" y="372"/>
                    </a:cubicBezTo>
                    <a:cubicBezTo>
                      <a:pt x="267" y="373"/>
                      <a:pt x="267" y="373"/>
                      <a:pt x="267" y="373"/>
                    </a:cubicBezTo>
                    <a:cubicBezTo>
                      <a:pt x="280" y="378"/>
                      <a:pt x="280" y="378"/>
                      <a:pt x="280" y="378"/>
                    </a:cubicBezTo>
                    <a:cubicBezTo>
                      <a:pt x="280" y="378"/>
                      <a:pt x="288" y="392"/>
                      <a:pt x="290" y="385"/>
                    </a:cubicBezTo>
                    <a:cubicBezTo>
                      <a:pt x="291" y="379"/>
                      <a:pt x="290" y="369"/>
                      <a:pt x="290" y="369"/>
                    </a:cubicBezTo>
                    <a:cubicBezTo>
                      <a:pt x="290" y="360"/>
                      <a:pt x="290" y="360"/>
                      <a:pt x="290" y="360"/>
                    </a:cubicBezTo>
                    <a:cubicBezTo>
                      <a:pt x="282" y="358"/>
                      <a:pt x="282" y="358"/>
                      <a:pt x="282" y="358"/>
                    </a:cubicBezTo>
                    <a:cubicBezTo>
                      <a:pt x="282" y="358"/>
                      <a:pt x="287" y="345"/>
                      <a:pt x="291" y="344"/>
                    </a:cubicBezTo>
                    <a:cubicBezTo>
                      <a:pt x="296" y="343"/>
                      <a:pt x="309" y="346"/>
                      <a:pt x="309" y="346"/>
                    </a:cubicBezTo>
                    <a:cubicBezTo>
                      <a:pt x="309" y="335"/>
                      <a:pt x="309" y="335"/>
                      <a:pt x="309" y="335"/>
                    </a:cubicBezTo>
                    <a:cubicBezTo>
                      <a:pt x="305" y="328"/>
                      <a:pt x="305" y="328"/>
                      <a:pt x="305" y="328"/>
                    </a:cubicBezTo>
                    <a:cubicBezTo>
                      <a:pt x="317" y="327"/>
                      <a:pt x="317" y="327"/>
                      <a:pt x="317" y="327"/>
                    </a:cubicBezTo>
                    <a:cubicBezTo>
                      <a:pt x="324" y="316"/>
                      <a:pt x="324" y="316"/>
                      <a:pt x="324" y="316"/>
                    </a:cubicBezTo>
                    <a:cubicBezTo>
                      <a:pt x="324" y="316"/>
                      <a:pt x="323" y="309"/>
                      <a:pt x="317" y="305"/>
                    </a:cubicBezTo>
                    <a:cubicBezTo>
                      <a:pt x="312" y="302"/>
                      <a:pt x="307" y="304"/>
                      <a:pt x="307" y="304"/>
                    </a:cubicBezTo>
                    <a:cubicBezTo>
                      <a:pt x="301" y="295"/>
                      <a:pt x="301" y="295"/>
                      <a:pt x="301" y="295"/>
                    </a:cubicBezTo>
                    <a:cubicBezTo>
                      <a:pt x="297" y="295"/>
                      <a:pt x="297" y="295"/>
                      <a:pt x="297" y="295"/>
                    </a:cubicBezTo>
                    <a:cubicBezTo>
                      <a:pt x="294" y="287"/>
                      <a:pt x="294" y="287"/>
                      <a:pt x="294" y="287"/>
                    </a:cubicBezTo>
                    <a:cubicBezTo>
                      <a:pt x="294" y="287"/>
                      <a:pt x="288" y="285"/>
                      <a:pt x="281" y="285"/>
                    </a:cubicBezTo>
                    <a:cubicBezTo>
                      <a:pt x="273" y="284"/>
                      <a:pt x="279" y="279"/>
                      <a:pt x="279" y="279"/>
                    </a:cubicBezTo>
                    <a:cubicBezTo>
                      <a:pt x="273" y="277"/>
                      <a:pt x="273" y="277"/>
                      <a:pt x="273" y="277"/>
                    </a:cubicBezTo>
                    <a:cubicBezTo>
                      <a:pt x="271" y="271"/>
                      <a:pt x="271" y="271"/>
                      <a:pt x="271" y="271"/>
                    </a:cubicBezTo>
                    <a:cubicBezTo>
                      <a:pt x="271" y="271"/>
                      <a:pt x="263" y="265"/>
                      <a:pt x="262" y="263"/>
                    </a:cubicBezTo>
                    <a:cubicBezTo>
                      <a:pt x="261" y="261"/>
                      <a:pt x="269" y="257"/>
                      <a:pt x="269" y="257"/>
                    </a:cubicBezTo>
                    <a:cubicBezTo>
                      <a:pt x="263" y="248"/>
                      <a:pt x="263" y="248"/>
                      <a:pt x="263" y="248"/>
                    </a:cubicBezTo>
                    <a:cubicBezTo>
                      <a:pt x="257" y="247"/>
                      <a:pt x="257" y="247"/>
                      <a:pt x="257" y="247"/>
                    </a:cubicBezTo>
                    <a:cubicBezTo>
                      <a:pt x="257" y="247"/>
                      <a:pt x="252" y="238"/>
                      <a:pt x="255" y="235"/>
                    </a:cubicBezTo>
                    <a:cubicBezTo>
                      <a:pt x="259" y="233"/>
                      <a:pt x="259" y="239"/>
                      <a:pt x="263" y="239"/>
                    </a:cubicBezTo>
                    <a:cubicBezTo>
                      <a:pt x="267" y="238"/>
                      <a:pt x="266" y="233"/>
                      <a:pt x="266" y="233"/>
                    </a:cubicBezTo>
                    <a:cubicBezTo>
                      <a:pt x="273" y="233"/>
                      <a:pt x="273" y="233"/>
                      <a:pt x="273" y="233"/>
                    </a:cubicBezTo>
                    <a:cubicBezTo>
                      <a:pt x="273" y="233"/>
                      <a:pt x="275" y="225"/>
                      <a:pt x="283" y="227"/>
                    </a:cubicBezTo>
                    <a:cubicBezTo>
                      <a:pt x="292" y="229"/>
                      <a:pt x="290" y="233"/>
                      <a:pt x="290" y="233"/>
                    </a:cubicBezTo>
                    <a:cubicBezTo>
                      <a:pt x="297" y="224"/>
                      <a:pt x="297" y="224"/>
                      <a:pt x="297" y="224"/>
                    </a:cubicBezTo>
                    <a:cubicBezTo>
                      <a:pt x="308" y="221"/>
                      <a:pt x="308" y="221"/>
                      <a:pt x="308" y="221"/>
                    </a:cubicBezTo>
                    <a:cubicBezTo>
                      <a:pt x="310" y="217"/>
                      <a:pt x="310" y="217"/>
                      <a:pt x="310" y="217"/>
                    </a:cubicBezTo>
                    <a:cubicBezTo>
                      <a:pt x="310" y="217"/>
                      <a:pt x="321" y="217"/>
                      <a:pt x="324" y="216"/>
                    </a:cubicBezTo>
                    <a:cubicBezTo>
                      <a:pt x="327" y="215"/>
                      <a:pt x="325" y="210"/>
                      <a:pt x="325" y="210"/>
                    </a:cubicBezTo>
                    <a:cubicBezTo>
                      <a:pt x="325" y="210"/>
                      <a:pt x="336" y="211"/>
                      <a:pt x="339" y="208"/>
                    </a:cubicBezTo>
                    <a:cubicBezTo>
                      <a:pt x="341" y="205"/>
                      <a:pt x="346" y="199"/>
                      <a:pt x="348" y="198"/>
                    </a:cubicBezTo>
                    <a:cubicBezTo>
                      <a:pt x="350" y="197"/>
                      <a:pt x="355" y="209"/>
                      <a:pt x="360" y="208"/>
                    </a:cubicBezTo>
                    <a:cubicBezTo>
                      <a:pt x="360" y="208"/>
                      <a:pt x="361" y="208"/>
                      <a:pt x="361" y="208"/>
                    </a:cubicBezTo>
                    <a:cubicBezTo>
                      <a:pt x="361" y="208"/>
                      <a:pt x="361" y="207"/>
                      <a:pt x="361" y="207"/>
                    </a:cubicBezTo>
                    <a:cubicBezTo>
                      <a:pt x="362" y="207"/>
                      <a:pt x="362" y="207"/>
                      <a:pt x="362" y="207"/>
                    </a:cubicBezTo>
                    <a:cubicBezTo>
                      <a:pt x="362" y="207"/>
                      <a:pt x="362" y="207"/>
                      <a:pt x="362" y="207"/>
                    </a:cubicBezTo>
                    <a:cubicBezTo>
                      <a:pt x="363" y="207"/>
                      <a:pt x="363" y="206"/>
                      <a:pt x="363" y="206"/>
                    </a:cubicBezTo>
                    <a:cubicBezTo>
                      <a:pt x="363" y="206"/>
                      <a:pt x="363" y="206"/>
                      <a:pt x="363" y="206"/>
                    </a:cubicBezTo>
                    <a:cubicBezTo>
                      <a:pt x="364" y="206"/>
                      <a:pt x="364" y="205"/>
                      <a:pt x="364" y="205"/>
                    </a:cubicBezTo>
                    <a:cubicBezTo>
                      <a:pt x="364" y="205"/>
                      <a:pt x="364" y="205"/>
                      <a:pt x="364" y="205"/>
                    </a:cubicBezTo>
                    <a:cubicBezTo>
                      <a:pt x="365" y="204"/>
                      <a:pt x="365" y="204"/>
                      <a:pt x="365" y="204"/>
                    </a:cubicBezTo>
                    <a:cubicBezTo>
                      <a:pt x="365" y="204"/>
                      <a:pt x="365" y="203"/>
                      <a:pt x="365" y="203"/>
                    </a:cubicBezTo>
                    <a:cubicBezTo>
                      <a:pt x="366" y="202"/>
                      <a:pt x="367" y="200"/>
                      <a:pt x="368" y="199"/>
                    </a:cubicBezTo>
                    <a:cubicBezTo>
                      <a:pt x="368" y="199"/>
                      <a:pt x="368" y="199"/>
                      <a:pt x="368" y="199"/>
                    </a:cubicBezTo>
                    <a:cubicBezTo>
                      <a:pt x="369" y="197"/>
                      <a:pt x="370" y="196"/>
                      <a:pt x="371" y="194"/>
                    </a:cubicBezTo>
                    <a:cubicBezTo>
                      <a:pt x="371" y="194"/>
                      <a:pt x="371" y="194"/>
                      <a:pt x="371" y="194"/>
                    </a:cubicBezTo>
                    <a:cubicBezTo>
                      <a:pt x="371" y="194"/>
                      <a:pt x="371" y="193"/>
                      <a:pt x="371" y="193"/>
                    </a:cubicBezTo>
                    <a:cubicBezTo>
                      <a:pt x="371" y="193"/>
                      <a:pt x="371" y="193"/>
                      <a:pt x="371" y="192"/>
                    </a:cubicBezTo>
                    <a:cubicBezTo>
                      <a:pt x="372" y="192"/>
                      <a:pt x="372" y="192"/>
                      <a:pt x="372" y="191"/>
                    </a:cubicBezTo>
                    <a:cubicBezTo>
                      <a:pt x="373" y="188"/>
                      <a:pt x="367" y="187"/>
                      <a:pt x="367" y="187"/>
                    </a:cubicBezTo>
                    <a:cubicBezTo>
                      <a:pt x="367" y="187"/>
                      <a:pt x="371" y="182"/>
                      <a:pt x="369" y="177"/>
                    </a:cubicBezTo>
                    <a:cubicBezTo>
                      <a:pt x="368" y="171"/>
                      <a:pt x="360" y="177"/>
                      <a:pt x="360" y="177"/>
                    </a:cubicBezTo>
                    <a:cubicBezTo>
                      <a:pt x="361" y="165"/>
                      <a:pt x="361" y="165"/>
                      <a:pt x="361" y="165"/>
                    </a:cubicBezTo>
                    <a:cubicBezTo>
                      <a:pt x="361" y="165"/>
                      <a:pt x="352" y="163"/>
                      <a:pt x="351" y="157"/>
                    </a:cubicBezTo>
                    <a:cubicBezTo>
                      <a:pt x="351" y="152"/>
                      <a:pt x="360" y="146"/>
                      <a:pt x="360" y="146"/>
                    </a:cubicBezTo>
                    <a:cubicBezTo>
                      <a:pt x="360" y="146"/>
                      <a:pt x="357" y="144"/>
                      <a:pt x="355" y="143"/>
                    </a:cubicBezTo>
                    <a:cubicBezTo>
                      <a:pt x="353" y="143"/>
                      <a:pt x="356" y="136"/>
                      <a:pt x="356" y="136"/>
                    </a:cubicBezTo>
                    <a:cubicBezTo>
                      <a:pt x="356" y="136"/>
                      <a:pt x="351" y="135"/>
                      <a:pt x="350" y="132"/>
                    </a:cubicBezTo>
                    <a:cubicBezTo>
                      <a:pt x="349" y="129"/>
                      <a:pt x="355" y="126"/>
                      <a:pt x="355" y="126"/>
                    </a:cubicBezTo>
                    <a:cubicBezTo>
                      <a:pt x="355" y="126"/>
                      <a:pt x="355" y="120"/>
                      <a:pt x="352" y="115"/>
                    </a:cubicBezTo>
                    <a:cubicBezTo>
                      <a:pt x="349" y="111"/>
                      <a:pt x="345" y="115"/>
                      <a:pt x="345" y="115"/>
                    </a:cubicBezTo>
                    <a:cubicBezTo>
                      <a:pt x="341" y="109"/>
                      <a:pt x="341" y="109"/>
                      <a:pt x="341" y="109"/>
                    </a:cubicBezTo>
                    <a:cubicBezTo>
                      <a:pt x="341" y="109"/>
                      <a:pt x="337" y="113"/>
                      <a:pt x="334" y="106"/>
                    </a:cubicBezTo>
                    <a:cubicBezTo>
                      <a:pt x="331" y="99"/>
                      <a:pt x="337" y="98"/>
                      <a:pt x="343" y="93"/>
                    </a:cubicBezTo>
                    <a:cubicBezTo>
                      <a:pt x="349" y="89"/>
                      <a:pt x="347" y="87"/>
                      <a:pt x="345" y="79"/>
                    </a:cubicBezTo>
                    <a:cubicBezTo>
                      <a:pt x="342" y="70"/>
                      <a:pt x="337" y="78"/>
                      <a:pt x="339" y="72"/>
                    </a:cubicBezTo>
                    <a:cubicBezTo>
                      <a:pt x="340" y="69"/>
                      <a:pt x="339" y="65"/>
                      <a:pt x="338" y="62"/>
                    </a:cubicBezTo>
                    <a:cubicBezTo>
                      <a:pt x="334" y="60"/>
                      <a:pt x="334" y="60"/>
                      <a:pt x="334" y="60"/>
                    </a:cubicBezTo>
                    <a:cubicBezTo>
                      <a:pt x="321" y="55"/>
                      <a:pt x="321" y="55"/>
                      <a:pt x="321" y="55"/>
                    </a:cubicBezTo>
                    <a:cubicBezTo>
                      <a:pt x="321" y="55"/>
                      <a:pt x="323" y="50"/>
                      <a:pt x="318" y="44"/>
                    </a:cubicBezTo>
                    <a:cubicBezTo>
                      <a:pt x="313" y="38"/>
                      <a:pt x="301" y="41"/>
                      <a:pt x="301" y="41"/>
                    </a:cubicBezTo>
                    <a:cubicBezTo>
                      <a:pt x="296" y="35"/>
                      <a:pt x="296" y="35"/>
                      <a:pt x="296" y="35"/>
                    </a:cubicBezTo>
                    <a:cubicBezTo>
                      <a:pt x="296" y="35"/>
                      <a:pt x="270" y="23"/>
                      <a:pt x="265" y="26"/>
                    </a:cubicBezTo>
                    <a:cubicBezTo>
                      <a:pt x="260" y="29"/>
                      <a:pt x="253" y="36"/>
                      <a:pt x="253" y="36"/>
                    </a:cubicBezTo>
                    <a:cubicBezTo>
                      <a:pt x="226" y="35"/>
                      <a:pt x="226" y="35"/>
                      <a:pt x="226" y="35"/>
                    </a:cubicBezTo>
                    <a:cubicBezTo>
                      <a:pt x="226" y="47"/>
                      <a:pt x="226" y="47"/>
                      <a:pt x="226" y="47"/>
                    </a:cubicBezTo>
                    <a:cubicBezTo>
                      <a:pt x="200" y="46"/>
                      <a:pt x="200" y="46"/>
                      <a:pt x="200" y="46"/>
                    </a:cubicBezTo>
                    <a:cubicBezTo>
                      <a:pt x="200" y="46"/>
                      <a:pt x="198" y="38"/>
                      <a:pt x="202" y="35"/>
                    </a:cubicBezTo>
                    <a:cubicBezTo>
                      <a:pt x="206" y="32"/>
                      <a:pt x="209" y="20"/>
                      <a:pt x="209" y="20"/>
                    </a:cubicBezTo>
                    <a:cubicBezTo>
                      <a:pt x="196" y="27"/>
                      <a:pt x="196" y="27"/>
                      <a:pt x="196" y="27"/>
                    </a:cubicBezTo>
                    <a:cubicBezTo>
                      <a:pt x="168" y="22"/>
                      <a:pt x="168" y="22"/>
                      <a:pt x="168" y="22"/>
                    </a:cubicBezTo>
                    <a:cubicBezTo>
                      <a:pt x="168" y="22"/>
                      <a:pt x="160" y="14"/>
                      <a:pt x="156" y="4"/>
                    </a:cubicBezTo>
                    <a:cubicBezTo>
                      <a:pt x="154" y="5"/>
                      <a:pt x="153" y="6"/>
                      <a:pt x="153" y="6"/>
                    </a:cubicBezTo>
                    <a:cubicBezTo>
                      <a:pt x="153" y="6"/>
                      <a:pt x="152" y="2"/>
                      <a:pt x="145" y="3"/>
                    </a:cubicBezTo>
                    <a:cubicBezTo>
                      <a:pt x="137" y="3"/>
                      <a:pt x="135" y="5"/>
                      <a:pt x="135" y="5"/>
                    </a:cubicBezTo>
                    <a:cubicBezTo>
                      <a:pt x="135" y="5"/>
                      <a:pt x="127" y="0"/>
                      <a:pt x="123" y="0"/>
                    </a:cubicBezTo>
                    <a:cubicBezTo>
                      <a:pt x="119" y="0"/>
                      <a:pt x="112" y="0"/>
                      <a:pt x="112" y="0"/>
                    </a:cubicBezTo>
                    <a:cubicBezTo>
                      <a:pt x="126" y="23"/>
                      <a:pt x="126" y="23"/>
                      <a:pt x="126" y="23"/>
                    </a:cubicBezTo>
                    <a:cubicBezTo>
                      <a:pt x="117" y="31"/>
                      <a:pt x="117" y="31"/>
                      <a:pt x="117" y="31"/>
                    </a:cubicBezTo>
                    <a:cubicBezTo>
                      <a:pt x="130" y="49"/>
                      <a:pt x="130" y="49"/>
                      <a:pt x="130" y="49"/>
                    </a:cubicBezTo>
                    <a:cubicBezTo>
                      <a:pt x="142" y="58"/>
                      <a:pt x="142" y="58"/>
                      <a:pt x="142" y="58"/>
                    </a:cubicBezTo>
                    <a:cubicBezTo>
                      <a:pt x="123" y="51"/>
                      <a:pt x="123" y="51"/>
                      <a:pt x="123" y="51"/>
                    </a:cubicBezTo>
                    <a:cubicBezTo>
                      <a:pt x="105" y="55"/>
                      <a:pt x="105" y="55"/>
                      <a:pt x="105" y="55"/>
                    </a:cubicBezTo>
                    <a:cubicBezTo>
                      <a:pt x="105" y="55"/>
                      <a:pt x="110" y="70"/>
                      <a:pt x="104" y="72"/>
                    </a:cubicBezTo>
                    <a:cubicBezTo>
                      <a:pt x="98" y="74"/>
                      <a:pt x="88" y="72"/>
                      <a:pt x="88" y="72"/>
                    </a:cubicBezTo>
                    <a:cubicBezTo>
                      <a:pt x="82" y="62"/>
                      <a:pt x="82" y="62"/>
                      <a:pt x="82" y="62"/>
                    </a:cubicBezTo>
                    <a:cubicBezTo>
                      <a:pt x="82" y="62"/>
                      <a:pt x="55" y="59"/>
                      <a:pt x="54" y="64"/>
                    </a:cubicBezTo>
                    <a:cubicBezTo>
                      <a:pt x="53" y="69"/>
                      <a:pt x="53" y="82"/>
                      <a:pt x="53" y="82"/>
                    </a:cubicBezTo>
                    <a:cubicBezTo>
                      <a:pt x="57" y="85"/>
                      <a:pt x="57" y="85"/>
                      <a:pt x="57" y="85"/>
                    </a:cubicBezTo>
                    <a:lnTo>
                      <a:pt x="54" y="87"/>
                    </a:ln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23" name="Freeform 338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F98D29AB-4CD2-4C88-B450-C171132157D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909" y="1601"/>
                <a:ext cx="0" cy="1"/>
              </a:xfrm>
              <a:custGeom>
                <a:avLst/>
                <a:gdLst/>
                <a:ahLst/>
                <a:cxnLst>
                  <a:cxn ang="0">
                    <a:pos x="1" y="2"/>
                  </a:cxn>
                  <a:cxn ang="0">
                    <a:pos x="1" y="2"/>
                  </a:cxn>
                  <a:cxn ang="0">
                    <a:pos x="1" y="2"/>
                  </a:cxn>
                  <a:cxn ang="0">
                    <a:pos x="0" y="0"/>
                  </a:cxn>
                  <a:cxn ang="0">
                    <a:pos x="1" y="2"/>
                  </a:cxn>
                  <a:cxn ang="0">
                    <a:pos x="1" y="2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1" y="0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24" name="Freeform 339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3AB5EAE9-17B3-4CCC-BE67-072FCFBD2FE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909" y="160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25" name="Freeform 340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E89C34C2-3F82-4032-BAF0-E05D688E6BE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041" y="14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26" name="Freeform 341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BF6A49F7-36B9-48F7-A732-36CB3E586AA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042" y="1492"/>
                <a:ext cx="0" cy="0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1" y="0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27" name="Freeform 342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22F04299-04E5-43C7-99C1-B70EFD34365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041" y="14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28" name="Freeform 343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BF153697-A049-4EB8-95FA-BE1B445C50D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042" y="1491"/>
                <a:ext cx="2" cy="1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1" y="0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29" name="Freeform 344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DCF81F8F-39AC-45ED-AB0C-F82397518C8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041" y="1492"/>
                <a:ext cx="1" cy="0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1" y="0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30" name="Freeform 345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5DAFD08C-4E20-4BE5-B786-A426AD36FC4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044" y="1487"/>
                <a:ext cx="2" cy="3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3" y="0"/>
                  </a:cxn>
                  <a:cxn ang="0">
                    <a:pos x="0" y="4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3"/>
                      <a:pt x="2" y="1"/>
                      <a:pt x="3" y="0"/>
                    </a:cubicBezTo>
                    <a:cubicBezTo>
                      <a:pt x="2" y="1"/>
                      <a:pt x="1" y="3"/>
                      <a:pt x="0" y="4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31" name="Freeform 346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90611473-339E-4903-8F7F-6D603ECB8CA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046" y="1485"/>
                <a:ext cx="1" cy="2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3" y="0"/>
                  </a:cxn>
                  <a:cxn ang="0">
                    <a:pos x="0" y="5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1" y="3"/>
                      <a:pt x="2" y="2"/>
                      <a:pt x="3" y="0"/>
                    </a:cubicBezTo>
                    <a:cubicBezTo>
                      <a:pt x="2" y="2"/>
                      <a:pt x="1" y="3"/>
                      <a:pt x="0" y="5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32" name="Freeform 347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A5EBCC0C-487E-44F1-ABDB-680F8119340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047" y="1483"/>
                <a:ext cx="0" cy="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1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33" name="Freeform 348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F0FE885E-88D9-495E-AE44-E5F18E2F20B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047" y="1482"/>
                <a:ext cx="1" cy="1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0" y="1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34" name="Freeform 349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5EC22C62-64EC-4F47-A9B6-6FDCEF57CDA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820" y="1516"/>
                <a:ext cx="1" cy="1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1" y="0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35" name="Freeform 350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D47C062B-3067-43EF-95A9-FACD441CCF4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820" y="1518"/>
                <a:ext cx="0" cy="1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0" y="0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36" name="Freeform 351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4377F00B-84F8-413C-A06B-5EE85CE88DB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820" y="1519"/>
                <a:ext cx="1" cy="1"/>
              </a:xfrm>
              <a:custGeom>
                <a:avLst/>
                <a:gdLst/>
                <a:ahLst/>
                <a:cxnLst>
                  <a:cxn ang="0">
                    <a:pos x="1" y="1"/>
                  </a:cxn>
                  <a:cxn ang="0">
                    <a:pos x="0" y="0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37" name="Freeform 352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8B3F923F-67B5-471F-B76F-8BC744B4AED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821" y="151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1"/>
                  </a:cxn>
                  <a:cxn ang="0">
                    <a:pos x="0" y="1"/>
                  </a:cxn>
                  <a:cxn ang="0">
                    <a:pos x="0" y="0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38" name="Freeform 353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1FB45F0F-7247-4AC2-9B6F-D9C45C64B4F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821" y="1512"/>
                <a:ext cx="1" cy="3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2" y="0"/>
                  </a:cxn>
                  <a:cxn ang="0">
                    <a:pos x="0" y="4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2"/>
                      <a:pt x="2" y="1"/>
                      <a:pt x="2" y="0"/>
                    </a:cubicBezTo>
                    <a:cubicBezTo>
                      <a:pt x="2" y="1"/>
                      <a:pt x="1" y="2"/>
                      <a:pt x="0" y="4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39" name="Freeform 354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CABA32D3-5134-46C7-A073-67390B5A1A7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821" y="1515"/>
                <a:ext cx="0" cy="1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0" y="0"/>
                  </a:cxn>
                  <a:cxn ang="0">
                    <a:pos x="0" y="1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40" name="Freeform 355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4DF25588-A4CE-4294-81D4-1C073CD58ED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90" y="1759"/>
                <a:ext cx="12" cy="9"/>
              </a:xfrm>
              <a:custGeom>
                <a:avLst/>
                <a:gdLst/>
                <a:ahLst/>
                <a:cxnLst>
                  <a:cxn ang="0">
                    <a:pos x="18" y="10"/>
                  </a:cxn>
                  <a:cxn ang="0">
                    <a:pos x="19" y="10"/>
                  </a:cxn>
                  <a:cxn ang="0">
                    <a:pos x="20" y="10"/>
                  </a:cxn>
                  <a:cxn ang="0">
                    <a:pos x="19" y="1"/>
                  </a:cxn>
                  <a:cxn ang="0">
                    <a:pos x="5" y="1"/>
                  </a:cxn>
                  <a:cxn ang="0">
                    <a:pos x="0" y="2"/>
                  </a:cxn>
                  <a:cxn ang="0">
                    <a:pos x="5" y="13"/>
                  </a:cxn>
                  <a:cxn ang="0">
                    <a:pos x="18" y="10"/>
                  </a:cxn>
                </a:cxnLst>
                <a:rect l="0" t="0" r="r" b="b"/>
                <a:pathLst>
                  <a:path w="20" h="13">
                    <a:moveTo>
                      <a:pt x="18" y="10"/>
                    </a:moveTo>
                    <a:cubicBezTo>
                      <a:pt x="18" y="10"/>
                      <a:pt x="19" y="10"/>
                      <a:pt x="19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5" y="0"/>
                      <a:pt x="5" y="1"/>
                    </a:cubicBezTo>
                    <a:cubicBezTo>
                      <a:pt x="3" y="1"/>
                      <a:pt x="1" y="1"/>
                      <a:pt x="0" y="2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14" y="11"/>
                      <a:pt x="18" y="10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41" name="Freeform 356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C0DE2E89-E625-43B8-BD70-93993A73C54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34" y="1445"/>
                <a:ext cx="281" cy="232"/>
              </a:xfrm>
              <a:custGeom>
                <a:avLst/>
                <a:gdLst/>
                <a:ahLst/>
                <a:cxnLst>
                  <a:cxn ang="0">
                    <a:pos x="14" y="214"/>
                  </a:cxn>
                  <a:cxn ang="0">
                    <a:pos x="38" y="223"/>
                  </a:cxn>
                  <a:cxn ang="0">
                    <a:pos x="73" y="227"/>
                  </a:cxn>
                  <a:cxn ang="0">
                    <a:pos x="122" y="242"/>
                  </a:cxn>
                  <a:cxn ang="0">
                    <a:pos x="153" y="226"/>
                  </a:cxn>
                  <a:cxn ang="0">
                    <a:pos x="168" y="227"/>
                  </a:cxn>
                  <a:cxn ang="0">
                    <a:pos x="184" y="212"/>
                  </a:cxn>
                  <a:cxn ang="0">
                    <a:pos x="193" y="204"/>
                  </a:cxn>
                  <a:cxn ang="0">
                    <a:pos x="239" y="210"/>
                  </a:cxn>
                  <a:cxn ang="0">
                    <a:pos x="269" y="214"/>
                  </a:cxn>
                  <a:cxn ang="0">
                    <a:pos x="296" y="244"/>
                  </a:cxn>
                  <a:cxn ang="0">
                    <a:pos x="313" y="262"/>
                  </a:cxn>
                  <a:cxn ang="0">
                    <a:pos x="334" y="305"/>
                  </a:cxn>
                  <a:cxn ang="0">
                    <a:pos x="288" y="307"/>
                  </a:cxn>
                  <a:cxn ang="0">
                    <a:pos x="279" y="342"/>
                  </a:cxn>
                  <a:cxn ang="0">
                    <a:pos x="268" y="362"/>
                  </a:cxn>
                  <a:cxn ang="0">
                    <a:pos x="270" y="365"/>
                  </a:cxn>
                  <a:cxn ang="0">
                    <a:pos x="274" y="368"/>
                  </a:cxn>
                  <a:cxn ang="0">
                    <a:pos x="278" y="369"/>
                  </a:cxn>
                  <a:cxn ang="0">
                    <a:pos x="313" y="360"/>
                  </a:cxn>
                  <a:cxn ang="0">
                    <a:pos x="348" y="340"/>
                  </a:cxn>
                  <a:cxn ang="0">
                    <a:pos x="400" y="290"/>
                  </a:cxn>
                  <a:cxn ang="0">
                    <a:pos x="453" y="98"/>
                  </a:cxn>
                  <a:cxn ang="0">
                    <a:pos x="420" y="6"/>
                  </a:cxn>
                  <a:cxn ang="0">
                    <a:pos x="396" y="16"/>
                  </a:cxn>
                  <a:cxn ang="0">
                    <a:pos x="394" y="17"/>
                  </a:cxn>
                  <a:cxn ang="0">
                    <a:pos x="388" y="17"/>
                  </a:cxn>
                  <a:cxn ang="0">
                    <a:pos x="384" y="17"/>
                  </a:cxn>
                  <a:cxn ang="0">
                    <a:pos x="373" y="15"/>
                  </a:cxn>
                  <a:cxn ang="0">
                    <a:pos x="371" y="15"/>
                  </a:cxn>
                  <a:cxn ang="0">
                    <a:pos x="364" y="14"/>
                  </a:cxn>
                  <a:cxn ang="0">
                    <a:pos x="356" y="13"/>
                  </a:cxn>
                  <a:cxn ang="0">
                    <a:pos x="351" y="12"/>
                  </a:cxn>
                  <a:cxn ang="0">
                    <a:pos x="326" y="37"/>
                  </a:cxn>
                  <a:cxn ang="0">
                    <a:pos x="285" y="51"/>
                  </a:cxn>
                  <a:cxn ang="0">
                    <a:pos x="252" y="40"/>
                  </a:cxn>
                  <a:cxn ang="0">
                    <a:pos x="231" y="43"/>
                  </a:cxn>
                  <a:cxn ang="0">
                    <a:pos x="207" y="37"/>
                  </a:cxn>
                  <a:cxn ang="0">
                    <a:pos x="172" y="28"/>
                  </a:cxn>
                  <a:cxn ang="0">
                    <a:pos x="117" y="20"/>
                  </a:cxn>
                  <a:cxn ang="0">
                    <a:pos x="68" y="42"/>
                  </a:cxn>
                  <a:cxn ang="0">
                    <a:pos x="63" y="44"/>
                  </a:cxn>
                  <a:cxn ang="0">
                    <a:pos x="60" y="44"/>
                  </a:cxn>
                  <a:cxn ang="0">
                    <a:pos x="54" y="43"/>
                  </a:cxn>
                  <a:cxn ang="0">
                    <a:pos x="52" y="42"/>
                  </a:cxn>
                  <a:cxn ang="0">
                    <a:pos x="48" y="40"/>
                  </a:cxn>
                  <a:cxn ang="0">
                    <a:pos x="47" y="40"/>
                  </a:cxn>
                  <a:cxn ang="0">
                    <a:pos x="49" y="53"/>
                  </a:cxn>
                  <a:cxn ang="0">
                    <a:pos x="68" y="84"/>
                  </a:cxn>
                  <a:cxn ang="0">
                    <a:pos x="23" y="138"/>
                  </a:cxn>
                  <a:cxn ang="0">
                    <a:pos x="14" y="173"/>
                  </a:cxn>
                </a:cxnLst>
                <a:rect l="0" t="0" r="r" b="b"/>
                <a:pathLst>
                  <a:path w="453" h="373">
                    <a:moveTo>
                      <a:pt x="1" y="194"/>
                    </a:moveTo>
                    <a:cubicBezTo>
                      <a:pt x="0" y="202"/>
                      <a:pt x="0" y="202"/>
                      <a:pt x="0" y="202"/>
                    </a:cubicBezTo>
                    <a:cubicBezTo>
                      <a:pt x="7" y="204"/>
                      <a:pt x="9" y="211"/>
                      <a:pt x="14" y="214"/>
                    </a:cubicBezTo>
                    <a:cubicBezTo>
                      <a:pt x="14" y="214"/>
                      <a:pt x="14" y="214"/>
                      <a:pt x="14" y="214"/>
                    </a:cubicBezTo>
                    <a:cubicBezTo>
                      <a:pt x="15" y="215"/>
                      <a:pt x="15" y="215"/>
                      <a:pt x="16" y="215"/>
                    </a:cubicBezTo>
                    <a:cubicBezTo>
                      <a:pt x="22" y="216"/>
                      <a:pt x="38" y="223"/>
                      <a:pt x="38" y="223"/>
                    </a:cubicBezTo>
                    <a:cubicBezTo>
                      <a:pt x="38" y="223"/>
                      <a:pt x="47" y="223"/>
                      <a:pt x="51" y="223"/>
                    </a:cubicBezTo>
                    <a:cubicBezTo>
                      <a:pt x="55" y="223"/>
                      <a:pt x="57" y="230"/>
                      <a:pt x="57" y="230"/>
                    </a:cubicBezTo>
                    <a:cubicBezTo>
                      <a:pt x="73" y="227"/>
                      <a:pt x="73" y="227"/>
                      <a:pt x="73" y="227"/>
                    </a:cubicBezTo>
                    <a:cubicBezTo>
                      <a:pt x="79" y="232"/>
                      <a:pt x="79" y="232"/>
                      <a:pt x="79" y="232"/>
                    </a:cubicBezTo>
                    <a:cubicBezTo>
                      <a:pt x="79" y="232"/>
                      <a:pt x="94" y="224"/>
                      <a:pt x="100" y="225"/>
                    </a:cubicBezTo>
                    <a:cubicBezTo>
                      <a:pt x="106" y="226"/>
                      <a:pt x="112" y="245"/>
                      <a:pt x="122" y="242"/>
                    </a:cubicBezTo>
                    <a:cubicBezTo>
                      <a:pt x="132" y="239"/>
                      <a:pt x="132" y="230"/>
                      <a:pt x="132" y="230"/>
                    </a:cubicBezTo>
                    <a:cubicBezTo>
                      <a:pt x="149" y="233"/>
                      <a:pt x="149" y="233"/>
                      <a:pt x="149" y="233"/>
                    </a:cubicBezTo>
                    <a:cubicBezTo>
                      <a:pt x="153" y="226"/>
                      <a:pt x="153" y="226"/>
                      <a:pt x="153" y="226"/>
                    </a:cubicBezTo>
                    <a:cubicBezTo>
                      <a:pt x="153" y="226"/>
                      <a:pt x="156" y="227"/>
                      <a:pt x="166" y="227"/>
                    </a:cubicBezTo>
                    <a:cubicBezTo>
                      <a:pt x="167" y="227"/>
                      <a:pt x="167" y="227"/>
                      <a:pt x="168" y="227"/>
                    </a:cubicBezTo>
                    <a:cubicBezTo>
                      <a:pt x="168" y="227"/>
                      <a:pt x="168" y="227"/>
                      <a:pt x="168" y="227"/>
                    </a:cubicBezTo>
                    <a:cubicBezTo>
                      <a:pt x="168" y="226"/>
                      <a:pt x="169" y="226"/>
                      <a:pt x="169" y="226"/>
                    </a:cubicBezTo>
                    <a:cubicBezTo>
                      <a:pt x="169" y="226"/>
                      <a:pt x="169" y="226"/>
                      <a:pt x="169" y="226"/>
                    </a:cubicBezTo>
                    <a:cubicBezTo>
                      <a:pt x="175" y="223"/>
                      <a:pt x="176" y="214"/>
                      <a:pt x="184" y="212"/>
                    </a:cubicBezTo>
                    <a:cubicBezTo>
                      <a:pt x="185" y="212"/>
                      <a:pt x="187" y="212"/>
                      <a:pt x="188" y="212"/>
                    </a:cubicBezTo>
                    <a:cubicBezTo>
                      <a:pt x="189" y="212"/>
                      <a:pt x="190" y="212"/>
                      <a:pt x="191" y="212"/>
                    </a:cubicBezTo>
                    <a:cubicBezTo>
                      <a:pt x="193" y="204"/>
                      <a:pt x="193" y="204"/>
                      <a:pt x="193" y="204"/>
                    </a:cubicBezTo>
                    <a:cubicBezTo>
                      <a:pt x="193" y="204"/>
                      <a:pt x="203" y="210"/>
                      <a:pt x="209" y="209"/>
                    </a:cubicBezTo>
                    <a:cubicBezTo>
                      <a:pt x="215" y="208"/>
                      <a:pt x="215" y="203"/>
                      <a:pt x="224" y="202"/>
                    </a:cubicBezTo>
                    <a:cubicBezTo>
                      <a:pt x="233" y="201"/>
                      <a:pt x="239" y="210"/>
                      <a:pt x="239" y="210"/>
                    </a:cubicBezTo>
                    <a:cubicBezTo>
                      <a:pt x="243" y="208"/>
                      <a:pt x="243" y="208"/>
                      <a:pt x="243" y="208"/>
                    </a:cubicBezTo>
                    <a:cubicBezTo>
                      <a:pt x="243" y="208"/>
                      <a:pt x="239" y="213"/>
                      <a:pt x="248" y="213"/>
                    </a:cubicBezTo>
                    <a:cubicBezTo>
                      <a:pt x="257" y="213"/>
                      <a:pt x="264" y="210"/>
                      <a:pt x="269" y="214"/>
                    </a:cubicBezTo>
                    <a:cubicBezTo>
                      <a:pt x="274" y="218"/>
                      <a:pt x="274" y="225"/>
                      <a:pt x="274" y="225"/>
                    </a:cubicBezTo>
                    <a:cubicBezTo>
                      <a:pt x="274" y="225"/>
                      <a:pt x="283" y="219"/>
                      <a:pt x="294" y="227"/>
                    </a:cubicBezTo>
                    <a:cubicBezTo>
                      <a:pt x="305" y="235"/>
                      <a:pt x="296" y="244"/>
                      <a:pt x="296" y="244"/>
                    </a:cubicBezTo>
                    <a:cubicBezTo>
                      <a:pt x="296" y="244"/>
                      <a:pt x="293" y="259"/>
                      <a:pt x="296" y="259"/>
                    </a:cubicBezTo>
                    <a:cubicBezTo>
                      <a:pt x="299" y="259"/>
                      <a:pt x="308" y="257"/>
                      <a:pt x="308" y="257"/>
                    </a:cubicBezTo>
                    <a:cubicBezTo>
                      <a:pt x="313" y="262"/>
                      <a:pt x="313" y="262"/>
                      <a:pt x="313" y="262"/>
                    </a:cubicBezTo>
                    <a:cubicBezTo>
                      <a:pt x="313" y="262"/>
                      <a:pt x="304" y="276"/>
                      <a:pt x="311" y="278"/>
                    </a:cubicBezTo>
                    <a:cubicBezTo>
                      <a:pt x="318" y="280"/>
                      <a:pt x="331" y="277"/>
                      <a:pt x="332" y="284"/>
                    </a:cubicBezTo>
                    <a:cubicBezTo>
                      <a:pt x="333" y="291"/>
                      <a:pt x="334" y="305"/>
                      <a:pt x="334" y="305"/>
                    </a:cubicBezTo>
                    <a:cubicBezTo>
                      <a:pt x="334" y="305"/>
                      <a:pt x="324" y="309"/>
                      <a:pt x="317" y="310"/>
                    </a:cubicBezTo>
                    <a:cubicBezTo>
                      <a:pt x="310" y="311"/>
                      <a:pt x="304" y="303"/>
                      <a:pt x="304" y="303"/>
                    </a:cubicBezTo>
                    <a:cubicBezTo>
                      <a:pt x="304" y="303"/>
                      <a:pt x="287" y="303"/>
                      <a:pt x="288" y="307"/>
                    </a:cubicBezTo>
                    <a:cubicBezTo>
                      <a:pt x="289" y="311"/>
                      <a:pt x="304" y="321"/>
                      <a:pt x="304" y="321"/>
                    </a:cubicBezTo>
                    <a:cubicBezTo>
                      <a:pt x="295" y="330"/>
                      <a:pt x="295" y="330"/>
                      <a:pt x="295" y="330"/>
                    </a:cubicBezTo>
                    <a:cubicBezTo>
                      <a:pt x="295" y="330"/>
                      <a:pt x="279" y="338"/>
                      <a:pt x="279" y="342"/>
                    </a:cubicBezTo>
                    <a:cubicBezTo>
                      <a:pt x="279" y="346"/>
                      <a:pt x="283" y="356"/>
                      <a:pt x="283" y="356"/>
                    </a:cubicBezTo>
                    <a:cubicBezTo>
                      <a:pt x="266" y="359"/>
                      <a:pt x="266" y="359"/>
                      <a:pt x="266" y="359"/>
                    </a:cubicBezTo>
                    <a:cubicBezTo>
                      <a:pt x="266" y="360"/>
                      <a:pt x="267" y="361"/>
                      <a:pt x="268" y="362"/>
                    </a:cubicBezTo>
                    <a:cubicBezTo>
                      <a:pt x="268" y="363"/>
                      <a:pt x="268" y="363"/>
                      <a:pt x="268" y="363"/>
                    </a:cubicBezTo>
                    <a:cubicBezTo>
                      <a:pt x="268" y="363"/>
                      <a:pt x="269" y="364"/>
                      <a:pt x="269" y="364"/>
                    </a:cubicBezTo>
                    <a:cubicBezTo>
                      <a:pt x="269" y="365"/>
                      <a:pt x="270" y="365"/>
                      <a:pt x="270" y="365"/>
                    </a:cubicBezTo>
                    <a:cubicBezTo>
                      <a:pt x="270" y="365"/>
                      <a:pt x="271" y="366"/>
                      <a:pt x="271" y="366"/>
                    </a:cubicBezTo>
                    <a:cubicBezTo>
                      <a:pt x="272" y="366"/>
                      <a:pt x="272" y="366"/>
                      <a:pt x="272" y="367"/>
                    </a:cubicBezTo>
                    <a:cubicBezTo>
                      <a:pt x="273" y="367"/>
                      <a:pt x="273" y="367"/>
                      <a:pt x="274" y="368"/>
                    </a:cubicBezTo>
                    <a:cubicBezTo>
                      <a:pt x="274" y="368"/>
                      <a:pt x="274" y="368"/>
                      <a:pt x="275" y="368"/>
                    </a:cubicBezTo>
                    <a:cubicBezTo>
                      <a:pt x="275" y="368"/>
                      <a:pt x="276" y="369"/>
                      <a:pt x="277" y="369"/>
                    </a:cubicBezTo>
                    <a:cubicBezTo>
                      <a:pt x="277" y="369"/>
                      <a:pt x="277" y="369"/>
                      <a:pt x="278" y="369"/>
                    </a:cubicBezTo>
                    <a:cubicBezTo>
                      <a:pt x="279" y="369"/>
                      <a:pt x="280" y="370"/>
                      <a:pt x="281" y="370"/>
                    </a:cubicBezTo>
                    <a:cubicBezTo>
                      <a:pt x="302" y="373"/>
                      <a:pt x="298" y="359"/>
                      <a:pt x="310" y="360"/>
                    </a:cubicBezTo>
                    <a:cubicBezTo>
                      <a:pt x="311" y="360"/>
                      <a:pt x="312" y="360"/>
                      <a:pt x="313" y="360"/>
                    </a:cubicBezTo>
                    <a:cubicBezTo>
                      <a:pt x="320" y="360"/>
                      <a:pt x="323" y="356"/>
                      <a:pt x="324" y="355"/>
                    </a:cubicBezTo>
                    <a:cubicBezTo>
                      <a:pt x="324" y="353"/>
                      <a:pt x="323" y="353"/>
                      <a:pt x="323" y="353"/>
                    </a:cubicBezTo>
                    <a:cubicBezTo>
                      <a:pt x="323" y="353"/>
                      <a:pt x="340" y="346"/>
                      <a:pt x="348" y="340"/>
                    </a:cubicBezTo>
                    <a:cubicBezTo>
                      <a:pt x="357" y="334"/>
                      <a:pt x="370" y="310"/>
                      <a:pt x="370" y="310"/>
                    </a:cubicBezTo>
                    <a:cubicBezTo>
                      <a:pt x="391" y="301"/>
                      <a:pt x="391" y="301"/>
                      <a:pt x="391" y="301"/>
                    </a:cubicBezTo>
                    <a:cubicBezTo>
                      <a:pt x="400" y="290"/>
                      <a:pt x="400" y="290"/>
                      <a:pt x="400" y="290"/>
                    </a:cubicBezTo>
                    <a:cubicBezTo>
                      <a:pt x="411" y="295"/>
                      <a:pt x="411" y="295"/>
                      <a:pt x="411" y="295"/>
                    </a:cubicBezTo>
                    <a:cubicBezTo>
                      <a:pt x="411" y="295"/>
                      <a:pt x="431" y="299"/>
                      <a:pt x="435" y="299"/>
                    </a:cubicBezTo>
                    <a:cubicBezTo>
                      <a:pt x="447" y="234"/>
                      <a:pt x="453" y="166"/>
                      <a:pt x="453" y="98"/>
                    </a:cubicBezTo>
                    <a:cubicBezTo>
                      <a:pt x="453" y="65"/>
                      <a:pt x="452" y="32"/>
                      <a:pt x="449" y="0"/>
                    </a:cubicBezTo>
                    <a:cubicBezTo>
                      <a:pt x="431" y="1"/>
                      <a:pt x="431" y="1"/>
                      <a:pt x="431" y="1"/>
                    </a:cubicBezTo>
                    <a:cubicBezTo>
                      <a:pt x="420" y="6"/>
                      <a:pt x="420" y="6"/>
                      <a:pt x="420" y="6"/>
                    </a:cubicBezTo>
                    <a:cubicBezTo>
                      <a:pt x="402" y="3"/>
                      <a:pt x="402" y="3"/>
                      <a:pt x="402" y="3"/>
                    </a:cubicBezTo>
                    <a:cubicBezTo>
                      <a:pt x="402" y="3"/>
                      <a:pt x="406" y="12"/>
                      <a:pt x="398" y="16"/>
                    </a:cubicBezTo>
                    <a:cubicBezTo>
                      <a:pt x="398" y="16"/>
                      <a:pt x="397" y="16"/>
                      <a:pt x="396" y="16"/>
                    </a:cubicBezTo>
                    <a:cubicBezTo>
                      <a:pt x="396" y="16"/>
                      <a:pt x="396" y="17"/>
                      <a:pt x="396" y="17"/>
                    </a:cubicBezTo>
                    <a:cubicBezTo>
                      <a:pt x="395" y="17"/>
                      <a:pt x="395" y="17"/>
                      <a:pt x="394" y="17"/>
                    </a:cubicBezTo>
                    <a:cubicBezTo>
                      <a:pt x="394" y="17"/>
                      <a:pt x="394" y="17"/>
                      <a:pt x="394" y="17"/>
                    </a:cubicBezTo>
                    <a:cubicBezTo>
                      <a:pt x="393" y="17"/>
                      <a:pt x="392" y="17"/>
                      <a:pt x="391" y="17"/>
                    </a:cubicBezTo>
                    <a:cubicBezTo>
                      <a:pt x="391" y="17"/>
                      <a:pt x="391" y="17"/>
                      <a:pt x="391" y="17"/>
                    </a:cubicBezTo>
                    <a:cubicBezTo>
                      <a:pt x="390" y="17"/>
                      <a:pt x="389" y="17"/>
                      <a:pt x="388" y="17"/>
                    </a:cubicBezTo>
                    <a:cubicBezTo>
                      <a:pt x="388" y="17"/>
                      <a:pt x="388" y="17"/>
                      <a:pt x="388" y="17"/>
                    </a:cubicBezTo>
                    <a:cubicBezTo>
                      <a:pt x="387" y="17"/>
                      <a:pt x="386" y="17"/>
                      <a:pt x="385" y="17"/>
                    </a:cubicBezTo>
                    <a:cubicBezTo>
                      <a:pt x="385" y="17"/>
                      <a:pt x="384" y="17"/>
                      <a:pt x="384" y="17"/>
                    </a:cubicBezTo>
                    <a:cubicBezTo>
                      <a:pt x="382" y="17"/>
                      <a:pt x="380" y="16"/>
                      <a:pt x="377" y="16"/>
                    </a:cubicBezTo>
                    <a:cubicBezTo>
                      <a:pt x="377" y="16"/>
                      <a:pt x="377" y="16"/>
                      <a:pt x="377" y="16"/>
                    </a:cubicBezTo>
                    <a:cubicBezTo>
                      <a:pt x="376" y="16"/>
                      <a:pt x="374" y="16"/>
                      <a:pt x="373" y="15"/>
                    </a:cubicBezTo>
                    <a:cubicBezTo>
                      <a:pt x="373" y="15"/>
                      <a:pt x="373" y="15"/>
                      <a:pt x="373" y="15"/>
                    </a:cubicBezTo>
                    <a:cubicBezTo>
                      <a:pt x="373" y="15"/>
                      <a:pt x="373" y="15"/>
                      <a:pt x="373" y="15"/>
                    </a:cubicBezTo>
                    <a:cubicBezTo>
                      <a:pt x="372" y="15"/>
                      <a:pt x="372" y="15"/>
                      <a:pt x="371" y="15"/>
                    </a:cubicBezTo>
                    <a:cubicBezTo>
                      <a:pt x="370" y="15"/>
                      <a:pt x="370" y="15"/>
                      <a:pt x="369" y="15"/>
                    </a:cubicBezTo>
                    <a:cubicBezTo>
                      <a:pt x="365" y="14"/>
                      <a:pt x="362" y="14"/>
                      <a:pt x="359" y="13"/>
                    </a:cubicBezTo>
                    <a:cubicBezTo>
                      <a:pt x="361" y="13"/>
                      <a:pt x="362" y="14"/>
                      <a:pt x="364" y="14"/>
                    </a:cubicBezTo>
                    <a:cubicBezTo>
                      <a:pt x="362" y="14"/>
                      <a:pt x="360" y="13"/>
                      <a:pt x="359" y="13"/>
                    </a:cubicBezTo>
                    <a:cubicBezTo>
                      <a:pt x="358" y="13"/>
                      <a:pt x="357" y="13"/>
                      <a:pt x="357" y="13"/>
                    </a:cubicBezTo>
                    <a:cubicBezTo>
                      <a:pt x="356" y="13"/>
                      <a:pt x="356" y="13"/>
                      <a:pt x="356" y="13"/>
                    </a:cubicBezTo>
                    <a:cubicBezTo>
                      <a:pt x="355" y="13"/>
                      <a:pt x="354" y="12"/>
                      <a:pt x="353" y="12"/>
                    </a:cubicBezTo>
                    <a:cubicBezTo>
                      <a:pt x="353" y="12"/>
                      <a:pt x="353" y="12"/>
                      <a:pt x="353" y="12"/>
                    </a:cubicBezTo>
                    <a:cubicBezTo>
                      <a:pt x="352" y="12"/>
                      <a:pt x="352" y="12"/>
                      <a:pt x="351" y="12"/>
                    </a:cubicBezTo>
                    <a:cubicBezTo>
                      <a:pt x="351" y="12"/>
                      <a:pt x="351" y="12"/>
                      <a:pt x="351" y="12"/>
                    </a:cubicBezTo>
                    <a:cubicBezTo>
                      <a:pt x="350" y="12"/>
                      <a:pt x="349" y="12"/>
                      <a:pt x="349" y="12"/>
                    </a:cubicBezTo>
                    <a:cubicBezTo>
                      <a:pt x="342" y="12"/>
                      <a:pt x="326" y="37"/>
                      <a:pt x="326" y="37"/>
                    </a:cubicBezTo>
                    <a:cubicBezTo>
                      <a:pt x="326" y="37"/>
                      <a:pt x="336" y="50"/>
                      <a:pt x="327" y="53"/>
                    </a:cubicBezTo>
                    <a:cubicBezTo>
                      <a:pt x="318" y="56"/>
                      <a:pt x="304" y="47"/>
                      <a:pt x="304" y="47"/>
                    </a:cubicBezTo>
                    <a:cubicBezTo>
                      <a:pt x="304" y="47"/>
                      <a:pt x="293" y="50"/>
                      <a:pt x="285" y="51"/>
                    </a:cubicBezTo>
                    <a:cubicBezTo>
                      <a:pt x="277" y="52"/>
                      <a:pt x="285" y="40"/>
                      <a:pt x="273" y="39"/>
                    </a:cubicBezTo>
                    <a:cubicBezTo>
                      <a:pt x="261" y="38"/>
                      <a:pt x="262" y="48"/>
                      <a:pt x="262" y="48"/>
                    </a:cubicBezTo>
                    <a:cubicBezTo>
                      <a:pt x="252" y="40"/>
                      <a:pt x="252" y="40"/>
                      <a:pt x="252" y="40"/>
                    </a:cubicBezTo>
                    <a:cubicBezTo>
                      <a:pt x="247" y="46"/>
                      <a:pt x="247" y="46"/>
                      <a:pt x="247" y="46"/>
                    </a:cubicBezTo>
                    <a:cubicBezTo>
                      <a:pt x="241" y="41"/>
                      <a:pt x="241" y="41"/>
                      <a:pt x="241" y="41"/>
                    </a:cubicBezTo>
                    <a:cubicBezTo>
                      <a:pt x="231" y="43"/>
                      <a:pt x="231" y="43"/>
                      <a:pt x="231" y="43"/>
                    </a:cubicBezTo>
                    <a:cubicBezTo>
                      <a:pt x="224" y="38"/>
                      <a:pt x="224" y="38"/>
                      <a:pt x="224" y="38"/>
                    </a:cubicBezTo>
                    <a:cubicBezTo>
                      <a:pt x="219" y="45"/>
                      <a:pt x="219" y="45"/>
                      <a:pt x="219" y="45"/>
                    </a:cubicBezTo>
                    <a:cubicBezTo>
                      <a:pt x="207" y="37"/>
                      <a:pt x="207" y="37"/>
                      <a:pt x="207" y="37"/>
                    </a:cubicBezTo>
                    <a:cubicBezTo>
                      <a:pt x="202" y="40"/>
                      <a:pt x="202" y="40"/>
                      <a:pt x="202" y="40"/>
                    </a:cubicBezTo>
                    <a:cubicBezTo>
                      <a:pt x="191" y="31"/>
                      <a:pt x="191" y="31"/>
                      <a:pt x="191" y="31"/>
                    </a:cubicBezTo>
                    <a:cubicBezTo>
                      <a:pt x="172" y="28"/>
                      <a:pt x="172" y="28"/>
                      <a:pt x="172" y="28"/>
                    </a:cubicBezTo>
                    <a:cubicBezTo>
                      <a:pt x="172" y="28"/>
                      <a:pt x="167" y="28"/>
                      <a:pt x="157" y="28"/>
                    </a:cubicBezTo>
                    <a:cubicBezTo>
                      <a:pt x="147" y="28"/>
                      <a:pt x="147" y="20"/>
                      <a:pt x="147" y="20"/>
                    </a:cubicBezTo>
                    <a:cubicBezTo>
                      <a:pt x="147" y="20"/>
                      <a:pt x="120" y="19"/>
                      <a:pt x="117" y="20"/>
                    </a:cubicBezTo>
                    <a:cubicBezTo>
                      <a:pt x="114" y="21"/>
                      <a:pt x="103" y="27"/>
                      <a:pt x="103" y="27"/>
                    </a:cubicBezTo>
                    <a:cubicBezTo>
                      <a:pt x="77" y="27"/>
                      <a:pt x="77" y="27"/>
                      <a:pt x="77" y="27"/>
                    </a:cubicBezTo>
                    <a:cubicBezTo>
                      <a:pt x="77" y="27"/>
                      <a:pt x="76" y="37"/>
                      <a:pt x="68" y="42"/>
                    </a:cubicBezTo>
                    <a:cubicBezTo>
                      <a:pt x="67" y="42"/>
                      <a:pt x="66" y="43"/>
                      <a:pt x="66" y="43"/>
                    </a:cubicBezTo>
                    <a:cubicBezTo>
                      <a:pt x="66" y="43"/>
                      <a:pt x="65" y="43"/>
                      <a:pt x="65" y="43"/>
                    </a:cubicBezTo>
                    <a:cubicBezTo>
                      <a:pt x="64" y="43"/>
                      <a:pt x="64" y="44"/>
                      <a:pt x="63" y="44"/>
                    </a:cubicBezTo>
                    <a:cubicBezTo>
                      <a:pt x="63" y="44"/>
                      <a:pt x="62" y="44"/>
                      <a:pt x="62" y="44"/>
                    </a:cubicBezTo>
                    <a:cubicBezTo>
                      <a:pt x="62" y="44"/>
                      <a:pt x="61" y="44"/>
                      <a:pt x="60" y="44"/>
                    </a:cubicBezTo>
                    <a:cubicBezTo>
                      <a:pt x="60" y="44"/>
                      <a:pt x="60" y="44"/>
                      <a:pt x="60" y="44"/>
                    </a:cubicBezTo>
                    <a:cubicBezTo>
                      <a:pt x="59" y="44"/>
                      <a:pt x="58" y="43"/>
                      <a:pt x="57" y="43"/>
                    </a:cubicBezTo>
                    <a:cubicBezTo>
                      <a:pt x="57" y="43"/>
                      <a:pt x="57" y="43"/>
                      <a:pt x="57" y="43"/>
                    </a:cubicBezTo>
                    <a:cubicBezTo>
                      <a:pt x="56" y="43"/>
                      <a:pt x="55" y="43"/>
                      <a:pt x="54" y="43"/>
                    </a:cubicBezTo>
                    <a:cubicBezTo>
                      <a:pt x="54" y="43"/>
                      <a:pt x="54" y="43"/>
                      <a:pt x="54" y="43"/>
                    </a:cubicBezTo>
                    <a:cubicBezTo>
                      <a:pt x="53" y="42"/>
                      <a:pt x="53" y="42"/>
                      <a:pt x="52" y="42"/>
                    </a:cubicBezTo>
                    <a:cubicBezTo>
                      <a:pt x="52" y="42"/>
                      <a:pt x="52" y="42"/>
                      <a:pt x="52" y="42"/>
                    </a:cubicBezTo>
                    <a:cubicBezTo>
                      <a:pt x="51" y="42"/>
                      <a:pt x="50" y="41"/>
                      <a:pt x="50" y="41"/>
                    </a:cubicBezTo>
                    <a:cubicBezTo>
                      <a:pt x="50" y="41"/>
                      <a:pt x="50" y="41"/>
                      <a:pt x="50" y="41"/>
                    </a:cubicBezTo>
                    <a:cubicBezTo>
                      <a:pt x="49" y="41"/>
                      <a:pt x="49" y="41"/>
                      <a:pt x="48" y="40"/>
                    </a:cubicBezTo>
                    <a:cubicBezTo>
                      <a:pt x="48" y="40"/>
                      <a:pt x="48" y="40"/>
                      <a:pt x="48" y="40"/>
                    </a:cubicBezTo>
                    <a:cubicBezTo>
                      <a:pt x="48" y="40"/>
                      <a:pt x="48" y="40"/>
                      <a:pt x="48" y="40"/>
                    </a:cubicBezTo>
                    <a:cubicBezTo>
                      <a:pt x="48" y="40"/>
                      <a:pt x="48" y="40"/>
                      <a:pt x="47" y="40"/>
                    </a:cubicBezTo>
                    <a:cubicBezTo>
                      <a:pt x="47" y="40"/>
                      <a:pt x="47" y="40"/>
                      <a:pt x="47" y="40"/>
                    </a:cubicBezTo>
                    <a:cubicBezTo>
                      <a:pt x="47" y="40"/>
                      <a:pt x="47" y="40"/>
                      <a:pt x="47" y="40"/>
                    </a:cubicBezTo>
                    <a:cubicBezTo>
                      <a:pt x="49" y="53"/>
                      <a:pt x="49" y="53"/>
                      <a:pt x="49" y="53"/>
                    </a:cubicBezTo>
                    <a:cubicBezTo>
                      <a:pt x="49" y="53"/>
                      <a:pt x="57" y="55"/>
                      <a:pt x="60" y="64"/>
                    </a:cubicBezTo>
                    <a:cubicBezTo>
                      <a:pt x="63" y="73"/>
                      <a:pt x="75" y="76"/>
                      <a:pt x="75" y="76"/>
                    </a:cubicBezTo>
                    <a:cubicBezTo>
                      <a:pt x="68" y="84"/>
                      <a:pt x="68" y="84"/>
                      <a:pt x="68" y="84"/>
                    </a:cubicBezTo>
                    <a:cubicBezTo>
                      <a:pt x="68" y="84"/>
                      <a:pt x="74" y="92"/>
                      <a:pt x="76" y="97"/>
                    </a:cubicBezTo>
                    <a:cubicBezTo>
                      <a:pt x="78" y="102"/>
                      <a:pt x="58" y="103"/>
                      <a:pt x="58" y="103"/>
                    </a:cubicBezTo>
                    <a:cubicBezTo>
                      <a:pt x="23" y="138"/>
                      <a:pt x="23" y="138"/>
                      <a:pt x="23" y="138"/>
                    </a:cubicBezTo>
                    <a:cubicBezTo>
                      <a:pt x="23" y="138"/>
                      <a:pt x="23" y="148"/>
                      <a:pt x="22" y="158"/>
                    </a:cubicBezTo>
                    <a:cubicBezTo>
                      <a:pt x="21" y="168"/>
                      <a:pt x="30" y="174"/>
                      <a:pt x="30" y="174"/>
                    </a:cubicBezTo>
                    <a:cubicBezTo>
                      <a:pt x="14" y="173"/>
                      <a:pt x="14" y="173"/>
                      <a:pt x="14" y="173"/>
                    </a:cubicBezTo>
                    <a:cubicBezTo>
                      <a:pt x="14" y="173"/>
                      <a:pt x="13" y="180"/>
                      <a:pt x="11" y="186"/>
                    </a:cubicBezTo>
                    <a:cubicBezTo>
                      <a:pt x="9" y="192"/>
                      <a:pt x="1" y="194"/>
                      <a:pt x="1" y="194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42" name="Freeform 357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703898D8-1056-4A0A-BED9-C5B71CB6CCF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34" y="1570"/>
                <a:ext cx="9" cy="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14" y="12"/>
                  </a:cxn>
                  <a:cxn ang="0">
                    <a:pos x="0" y="0"/>
                  </a:cxn>
                </a:cxnLst>
                <a:rect l="0" t="0" r="r" b="b"/>
                <a:pathLst>
                  <a:path w="14" h="1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7" y="2"/>
                      <a:pt x="9" y="9"/>
                      <a:pt x="14" y="12"/>
                    </a:cubicBezTo>
                    <a:cubicBezTo>
                      <a:pt x="9" y="9"/>
                      <a:pt x="7" y="2"/>
                      <a:pt x="0" y="0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43" name="Freeform 358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182410A8-F2AB-4E1C-BB97-FBF2D79D147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43" y="1578"/>
                <a:ext cx="0" cy="1"/>
              </a:xfrm>
              <a:custGeom>
                <a:avLst/>
                <a:gdLst/>
                <a:ahLst/>
                <a:cxnLst>
                  <a:cxn ang="0">
                    <a:pos x="2" y="1"/>
                  </a:cxn>
                  <a:cxn ang="0">
                    <a:pos x="0" y="0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44" name="Freeform 359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2235AEF2-2390-4C26-BC83-FAF11D1BFDA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62" y="147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45" name="Freeform 360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6516EECC-F1DC-4B6E-963D-59D3223C5D1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64" y="147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46" name="Freeform 361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C3AA2A5B-172F-4321-925E-F59EDFAC308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50" y="1325"/>
                <a:ext cx="237" cy="155"/>
              </a:xfrm>
              <a:custGeom>
                <a:avLst/>
                <a:gdLst/>
                <a:ahLst/>
                <a:cxnLst>
                  <a:cxn ang="0">
                    <a:pos x="26" y="236"/>
                  </a:cxn>
                  <a:cxn ang="0">
                    <a:pos x="28" y="237"/>
                  </a:cxn>
                  <a:cxn ang="0">
                    <a:pos x="34" y="238"/>
                  </a:cxn>
                  <a:cxn ang="0">
                    <a:pos x="37" y="238"/>
                  </a:cxn>
                  <a:cxn ang="0">
                    <a:pos x="42" y="236"/>
                  </a:cxn>
                  <a:cxn ang="0">
                    <a:pos x="91" y="214"/>
                  </a:cxn>
                  <a:cxn ang="0">
                    <a:pos x="146" y="222"/>
                  </a:cxn>
                  <a:cxn ang="0">
                    <a:pos x="181" y="231"/>
                  </a:cxn>
                  <a:cxn ang="0">
                    <a:pos x="205" y="237"/>
                  </a:cxn>
                  <a:cxn ang="0">
                    <a:pos x="226" y="234"/>
                  </a:cxn>
                  <a:cxn ang="0">
                    <a:pos x="259" y="245"/>
                  </a:cxn>
                  <a:cxn ang="0">
                    <a:pos x="300" y="231"/>
                  </a:cxn>
                  <a:cxn ang="0">
                    <a:pos x="325" y="206"/>
                  </a:cxn>
                  <a:cxn ang="0">
                    <a:pos x="330" y="207"/>
                  </a:cxn>
                  <a:cxn ang="0">
                    <a:pos x="338" y="208"/>
                  </a:cxn>
                  <a:cxn ang="0">
                    <a:pos x="341" y="208"/>
                  </a:cxn>
                  <a:cxn ang="0">
                    <a:pos x="341" y="176"/>
                  </a:cxn>
                  <a:cxn ang="0">
                    <a:pos x="365" y="155"/>
                  </a:cxn>
                  <a:cxn ang="0">
                    <a:pos x="363" y="119"/>
                  </a:cxn>
                  <a:cxn ang="0">
                    <a:pos x="318" y="96"/>
                  </a:cxn>
                  <a:cxn ang="0">
                    <a:pos x="298" y="54"/>
                  </a:cxn>
                  <a:cxn ang="0">
                    <a:pos x="260" y="9"/>
                  </a:cxn>
                  <a:cxn ang="0">
                    <a:pos x="210" y="5"/>
                  </a:cxn>
                  <a:cxn ang="0">
                    <a:pos x="190" y="2"/>
                  </a:cxn>
                  <a:cxn ang="0">
                    <a:pos x="184" y="1"/>
                  </a:cxn>
                  <a:cxn ang="0">
                    <a:pos x="179" y="0"/>
                  </a:cxn>
                  <a:cxn ang="0">
                    <a:pos x="178" y="0"/>
                  </a:cxn>
                  <a:cxn ang="0">
                    <a:pos x="177" y="0"/>
                  </a:cxn>
                  <a:cxn ang="0">
                    <a:pos x="176" y="0"/>
                  </a:cxn>
                  <a:cxn ang="0">
                    <a:pos x="141" y="13"/>
                  </a:cxn>
                  <a:cxn ang="0">
                    <a:pos x="138" y="14"/>
                  </a:cxn>
                  <a:cxn ang="0">
                    <a:pos x="136" y="15"/>
                  </a:cxn>
                  <a:cxn ang="0">
                    <a:pos x="132" y="18"/>
                  </a:cxn>
                  <a:cxn ang="0">
                    <a:pos x="129" y="20"/>
                  </a:cxn>
                  <a:cxn ang="0">
                    <a:pos x="123" y="26"/>
                  </a:cxn>
                  <a:cxn ang="0">
                    <a:pos x="120" y="29"/>
                  </a:cxn>
                  <a:cxn ang="0">
                    <a:pos x="133" y="46"/>
                  </a:cxn>
                  <a:cxn ang="0">
                    <a:pos x="111" y="60"/>
                  </a:cxn>
                  <a:cxn ang="0">
                    <a:pos x="91" y="84"/>
                  </a:cxn>
                  <a:cxn ang="0">
                    <a:pos x="72" y="103"/>
                  </a:cxn>
                  <a:cxn ang="0">
                    <a:pos x="58" y="113"/>
                  </a:cxn>
                  <a:cxn ang="0">
                    <a:pos x="6" y="113"/>
                  </a:cxn>
                  <a:cxn ang="0">
                    <a:pos x="31" y="161"/>
                  </a:cxn>
                  <a:cxn ang="0">
                    <a:pos x="12" y="190"/>
                  </a:cxn>
                  <a:cxn ang="0">
                    <a:pos x="19" y="225"/>
                  </a:cxn>
                  <a:cxn ang="0">
                    <a:pos x="24" y="235"/>
                  </a:cxn>
                </a:cxnLst>
                <a:rect l="0" t="0" r="r" b="b"/>
                <a:pathLst>
                  <a:path w="382" h="250">
                    <a:moveTo>
                      <a:pt x="24" y="235"/>
                    </a:moveTo>
                    <a:cubicBezTo>
                      <a:pt x="24" y="235"/>
                      <a:pt x="24" y="235"/>
                      <a:pt x="24" y="235"/>
                    </a:cubicBezTo>
                    <a:cubicBezTo>
                      <a:pt x="24" y="235"/>
                      <a:pt x="25" y="236"/>
                      <a:pt x="26" y="236"/>
                    </a:cubicBezTo>
                    <a:cubicBezTo>
                      <a:pt x="26" y="236"/>
                      <a:pt x="26" y="236"/>
                      <a:pt x="26" y="236"/>
                    </a:cubicBezTo>
                    <a:cubicBezTo>
                      <a:pt x="27" y="236"/>
                      <a:pt x="27" y="236"/>
                      <a:pt x="28" y="237"/>
                    </a:cubicBezTo>
                    <a:cubicBezTo>
                      <a:pt x="28" y="237"/>
                      <a:pt x="28" y="237"/>
                      <a:pt x="28" y="237"/>
                    </a:cubicBezTo>
                    <a:cubicBezTo>
                      <a:pt x="29" y="237"/>
                      <a:pt x="30" y="237"/>
                      <a:pt x="31" y="237"/>
                    </a:cubicBezTo>
                    <a:cubicBezTo>
                      <a:pt x="31" y="237"/>
                      <a:pt x="31" y="237"/>
                      <a:pt x="31" y="237"/>
                    </a:cubicBezTo>
                    <a:cubicBezTo>
                      <a:pt x="32" y="237"/>
                      <a:pt x="33" y="238"/>
                      <a:pt x="34" y="238"/>
                    </a:cubicBezTo>
                    <a:cubicBezTo>
                      <a:pt x="34" y="238"/>
                      <a:pt x="34" y="238"/>
                      <a:pt x="34" y="238"/>
                    </a:cubicBezTo>
                    <a:cubicBezTo>
                      <a:pt x="35" y="238"/>
                      <a:pt x="36" y="238"/>
                      <a:pt x="36" y="238"/>
                    </a:cubicBezTo>
                    <a:cubicBezTo>
                      <a:pt x="36" y="238"/>
                      <a:pt x="37" y="238"/>
                      <a:pt x="37" y="238"/>
                    </a:cubicBezTo>
                    <a:cubicBezTo>
                      <a:pt x="38" y="238"/>
                      <a:pt x="38" y="237"/>
                      <a:pt x="39" y="237"/>
                    </a:cubicBezTo>
                    <a:cubicBezTo>
                      <a:pt x="39" y="237"/>
                      <a:pt x="40" y="237"/>
                      <a:pt x="40" y="237"/>
                    </a:cubicBezTo>
                    <a:cubicBezTo>
                      <a:pt x="40" y="237"/>
                      <a:pt x="41" y="236"/>
                      <a:pt x="42" y="236"/>
                    </a:cubicBezTo>
                    <a:cubicBezTo>
                      <a:pt x="50" y="231"/>
                      <a:pt x="51" y="221"/>
                      <a:pt x="51" y="221"/>
                    </a:cubicBezTo>
                    <a:cubicBezTo>
                      <a:pt x="77" y="221"/>
                      <a:pt x="77" y="221"/>
                      <a:pt x="77" y="221"/>
                    </a:cubicBezTo>
                    <a:cubicBezTo>
                      <a:pt x="77" y="221"/>
                      <a:pt x="88" y="215"/>
                      <a:pt x="91" y="214"/>
                    </a:cubicBezTo>
                    <a:cubicBezTo>
                      <a:pt x="94" y="213"/>
                      <a:pt x="121" y="214"/>
                      <a:pt x="121" y="214"/>
                    </a:cubicBezTo>
                    <a:cubicBezTo>
                      <a:pt x="121" y="214"/>
                      <a:pt x="121" y="222"/>
                      <a:pt x="131" y="222"/>
                    </a:cubicBezTo>
                    <a:cubicBezTo>
                      <a:pt x="141" y="222"/>
                      <a:pt x="146" y="222"/>
                      <a:pt x="146" y="222"/>
                    </a:cubicBezTo>
                    <a:cubicBezTo>
                      <a:pt x="165" y="225"/>
                      <a:pt x="165" y="225"/>
                      <a:pt x="165" y="225"/>
                    </a:cubicBezTo>
                    <a:cubicBezTo>
                      <a:pt x="176" y="234"/>
                      <a:pt x="176" y="234"/>
                      <a:pt x="176" y="234"/>
                    </a:cubicBezTo>
                    <a:cubicBezTo>
                      <a:pt x="181" y="231"/>
                      <a:pt x="181" y="231"/>
                      <a:pt x="181" y="231"/>
                    </a:cubicBezTo>
                    <a:cubicBezTo>
                      <a:pt x="193" y="239"/>
                      <a:pt x="193" y="239"/>
                      <a:pt x="193" y="239"/>
                    </a:cubicBezTo>
                    <a:cubicBezTo>
                      <a:pt x="198" y="232"/>
                      <a:pt x="198" y="232"/>
                      <a:pt x="198" y="232"/>
                    </a:cubicBezTo>
                    <a:cubicBezTo>
                      <a:pt x="205" y="237"/>
                      <a:pt x="205" y="237"/>
                      <a:pt x="205" y="237"/>
                    </a:cubicBezTo>
                    <a:cubicBezTo>
                      <a:pt x="215" y="235"/>
                      <a:pt x="215" y="235"/>
                      <a:pt x="215" y="235"/>
                    </a:cubicBezTo>
                    <a:cubicBezTo>
                      <a:pt x="221" y="240"/>
                      <a:pt x="221" y="240"/>
                      <a:pt x="221" y="240"/>
                    </a:cubicBezTo>
                    <a:cubicBezTo>
                      <a:pt x="226" y="234"/>
                      <a:pt x="226" y="234"/>
                      <a:pt x="226" y="234"/>
                    </a:cubicBezTo>
                    <a:cubicBezTo>
                      <a:pt x="236" y="242"/>
                      <a:pt x="236" y="242"/>
                      <a:pt x="236" y="242"/>
                    </a:cubicBezTo>
                    <a:cubicBezTo>
                      <a:pt x="236" y="242"/>
                      <a:pt x="235" y="232"/>
                      <a:pt x="247" y="233"/>
                    </a:cubicBezTo>
                    <a:cubicBezTo>
                      <a:pt x="259" y="234"/>
                      <a:pt x="251" y="246"/>
                      <a:pt x="259" y="245"/>
                    </a:cubicBezTo>
                    <a:cubicBezTo>
                      <a:pt x="267" y="244"/>
                      <a:pt x="278" y="241"/>
                      <a:pt x="278" y="241"/>
                    </a:cubicBezTo>
                    <a:cubicBezTo>
                      <a:pt x="278" y="241"/>
                      <a:pt x="292" y="250"/>
                      <a:pt x="301" y="247"/>
                    </a:cubicBezTo>
                    <a:cubicBezTo>
                      <a:pt x="310" y="244"/>
                      <a:pt x="300" y="231"/>
                      <a:pt x="300" y="231"/>
                    </a:cubicBezTo>
                    <a:cubicBezTo>
                      <a:pt x="300" y="231"/>
                      <a:pt x="316" y="206"/>
                      <a:pt x="323" y="206"/>
                    </a:cubicBezTo>
                    <a:cubicBezTo>
                      <a:pt x="323" y="206"/>
                      <a:pt x="324" y="206"/>
                      <a:pt x="325" y="206"/>
                    </a:cubicBezTo>
                    <a:cubicBezTo>
                      <a:pt x="325" y="206"/>
                      <a:pt x="325" y="206"/>
                      <a:pt x="325" y="206"/>
                    </a:cubicBezTo>
                    <a:cubicBezTo>
                      <a:pt x="326" y="206"/>
                      <a:pt x="326" y="206"/>
                      <a:pt x="327" y="206"/>
                    </a:cubicBezTo>
                    <a:cubicBezTo>
                      <a:pt x="327" y="206"/>
                      <a:pt x="327" y="206"/>
                      <a:pt x="327" y="206"/>
                    </a:cubicBezTo>
                    <a:cubicBezTo>
                      <a:pt x="328" y="206"/>
                      <a:pt x="329" y="207"/>
                      <a:pt x="330" y="207"/>
                    </a:cubicBezTo>
                    <a:cubicBezTo>
                      <a:pt x="330" y="207"/>
                      <a:pt x="330" y="207"/>
                      <a:pt x="331" y="207"/>
                    </a:cubicBezTo>
                    <a:cubicBezTo>
                      <a:pt x="331" y="207"/>
                      <a:pt x="332" y="207"/>
                      <a:pt x="333" y="207"/>
                    </a:cubicBezTo>
                    <a:cubicBezTo>
                      <a:pt x="334" y="207"/>
                      <a:pt x="336" y="208"/>
                      <a:pt x="338" y="208"/>
                    </a:cubicBezTo>
                    <a:cubicBezTo>
                      <a:pt x="339" y="208"/>
                      <a:pt x="340" y="208"/>
                      <a:pt x="341" y="208"/>
                    </a:cubicBezTo>
                    <a:cubicBezTo>
                      <a:pt x="341" y="208"/>
                      <a:pt x="341" y="208"/>
                      <a:pt x="341" y="208"/>
                    </a:cubicBezTo>
                    <a:cubicBezTo>
                      <a:pt x="341" y="208"/>
                      <a:pt x="341" y="208"/>
                      <a:pt x="341" y="208"/>
                    </a:cubicBezTo>
                    <a:cubicBezTo>
                      <a:pt x="343" y="209"/>
                      <a:pt x="345" y="209"/>
                      <a:pt x="347" y="209"/>
                    </a:cubicBezTo>
                    <a:cubicBezTo>
                      <a:pt x="346" y="201"/>
                      <a:pt x="346" y="191"/>
                      <a:pt x="344" y="191"/>
                    </a:cubicBezTo>
                    <a:cubicBezTo>
                      <a:pt x="341" y="190"/>
                      <a:pt x="341" y="176"/>
                      <a:pt x="341" y="176"/>
                    </a:cubicBezTo>
                    <a:cubicBezTo>
                      <a:pt x="341" y="176"/>
                      <a:pt x="314" y="154"/>
                      <a:pt x="328" y="151"/>
                    </a:cubicBezTo>
                    <a:cubicBezTo>
                      <a:pt x="342" y="148"/>
                      <a:pt x="344" y="154"/>
                      <a:pt x="344" y="154"/>
                    </a:cubicBezTo>
                    <a:cubicBezTo>
                      <a:pt x="344" y="154"/>
                      <a:pt x="357" y="162"/>
                      <a:pt x="365" y="155"/>
                    </a:cubicBezTo>
                    <a:cubicBezTo>
                      <a:pt x="373" y="148"/>
                      <a:pt x="382" y="139"/>
                      <a:pt x="382" y="139"/>
                    </a:cubicBezTo>
                    <a:cubicBezTo>
                      <a:pt x="368" y="131"/>
                      <a:pt x="368" y="131"/>
                      <a:pt x="368" y="131"/>
                    </a:cubicBezTo>
                    <a:cubicBezTo>
                      <a:pt x="368" y="131"/>
                      <a:pt x="376" y="122"/>
                      <a:pt x="363" y="119"/>
                    </a:cubicBezTo>
                    <a:cubicBezTo>
                      <a:pt x="350" y="116"/>
                      <a:pt x="340" y="118"/>
                      <a:pt x="340" y="118"/>
                    </a:cubicBezTo>
                    <a:cubicBezTo>
                      <a:pt x="338" y="103"/>
                      <a:pt x="338" y="103"/>
                      <a:pt x="338" y="103"/>
                    </a:cubicBezTo>
                    <a:cubicBezTo>
                      <a:pt x="318" y="96"/>
                      <a:pt x="318" y="96"/>
                      <a:pt x="318" y="96"/>
                    </a:cubicBezTo>
                    <a:cubicBezTo>
                      <a:pt x="318" y="96"/>
                      <a:pt x="315" y="75"/>
                      <a:pt x="307" y="73"/>
                    </a:cubicBezTo>
                    <a:cubicBezTo>
                      <a:pt x="299" y="71"/>
                      <a:pt x="294" y="66"/>
                      <a:pt x="294" y="66"/>
                    </a:cubicBezTo>
                    <a:cubicBezTo>
                      <a:pt x="298" y="54"/>
                      <a:pt x="298" y="54"/>
                      <a:pt x="298" y="54"/>
                    </a:cubicBezTo>
                    <a:cubicBezTo>
                      <a:pt x="290" y="44"/>
                      <a:pt x="290" y="44"/>
                      <a:pt x="290" y="44"/>
                    </a:cubicBezTo>
                    <a:cubicBezTo>
                      <a:pt x="290" y="44"/>
                      <a:pt x="304" y="30"/>
                      <a:pt x="293" y="25"/>
                    </a:cubicBezTo>
                    <a:cubicBezTo>
                      <a:pt x="282" y="20"/>
                      <a:pt x="260" y="9"/>
                      <a:pt x="260" y="9"/>
                    </a:cubicBezTo>
                    <a:cubicBezTo>
                      <a:pt x="238" y="21"/>
                      <a:pt x="238" y="21"/>
                      <a:pt x="238" y="21"/>
                    </a:cubicBezTo>
                    <a:cubicBezTo>
                      <a:pt x="236" y="11"/>
                      <a:pt x="236" y="11"/>
                      <a:pt x="236" y="11"/>
                    </a:cubicBezTo>
                    <a:cubicBezTo>
                      <a:pt x="210" y="5"/>
                      <a:pt x="210" y="5"/>
                      <a:pt x="210" y="5"/>
                    </a:cubicBezTo>
                    <a:cubicBezTo>
                      <a:pt x="204" y="11"/>
                      <a:pt x="204" y="11"/>
                      <a:pt x="204" y="11"/>
                    </a:cubicBezTo>
                    <a:cubicBezTo>
                      <a:pt x="204" y="11"/>
                      <a:pt x="203" y="4"/>
                      <a:pt x="195" y="3"/>
                    </a:cubicBezTo>
                    <a:cubicBezTo>
                      <a:pt x="193" y="3"/>
                      <a:pt x="191" y="2"/>
                      <a:pt x="190" y="2"/>
                    </a:cubicBezTo>
                    <a:cubicBezTo>
                      <a:pt x="190" y="2"/>
                      <a:pt x="189" y="2"/>
                      <a:pt x="189" y="2"/>
                    </a:cubicBezTo>
                    <a:cubicBezTo>
                      <a:pt x="188" y="2"/>
                      <a:pt x="186" y="2"/>
                      <a:pt x="184" y="1"/>
                    </a:cubicBezTo>
                    <a:cubicBezTo>
                      <a:pt x="184" y="1"/>
                      <a:pt x="184" y="1"/>
                      <a:pt x="184" y="1"/>
                    </a:cubicBezTo>
                    <a:cubicBezTo>
                      <a:pt x="183" y="1"/>
                      <a:pt x="181" y="1"/>
                      <a:pt x="180" y="1"/>
                    </a:cubicBezTo>
                    <a:cubicBezTo>
                      <a:pt x="180" y="1"/>
                      <a:pt x="180" y="1"/>
                      <a:pt x="180" y="1"/>
                    </a:cubicBezTo>
                    <a:cubicBezTo>
                      <a:pt x="179" y="1"/>
                      <a:pt x="179" y="0"/>
                      <a:pt x="179" y="0"/>
                    </a:cubicBezTo>
                    <a:cubicBezTo>
                      <a:pt x="179" y="0"/>
                      <a:pt x="179" y="0"/>
                      <a:pt x="179" y="0"/>
                    </a:cubicBezTo>
                    <a:cubicBezTo>
                      <a:pt x="178" y="0"/>
                      <a:pt x="178" y="0"/>
                      <a:pt x="178" y="0"/>
                    </a:cubicBezTo>
                    <a:cubicBezTo>
                      <a:pt x="178" y="0"/>
                      <a:pt x="178" y="0"/>
                      <a:pt x="178" y="0"/>
                    </a:cubicBezTo>
                    <a:cubicBezTo>
                      <a:pt x="178" y="0"/>
                      <a:pt x="177" y="0"/>
                      <a:pt x="177" y="0"/>
                    </a:cubicBezTo>
                    <a:cubicBezTo>
                      <a:pt x="177" y="0"/>
                      <a:pt x="177" y="0"/>
                      <a:pt x="177" y="0"/>
                    </a:cubicBezTo>
                    <a:cubicBezTo>
                      <a:pt x="177" y="0"/>
                      <a:pt x="177" y="0"/>
                      <a:pt x="177" y="0"/>
                    </a:cubicBezTo>
                    <a:cubicBezTo>
                      <a:pt x="176" y="0"/>
                      <a:pt x="176" y="0"/>
                      <a:pt x="176" y="0"/>
                    </a:cubicBezTo>
                    <a:cubicBezTo>
                      <a:pt x="176" y="0"/>
                      <a:pt x="176" y="0"/>
                      <a:pt x="176" y="0"/>
                    </a:cubicBezTo>
                    <a:cubicBezTo>
                      <a:pt x="176" y="0"/>
                      <a:pt x="176" y="0"/>
                      <a:pt x="176" y="0"/>
                    </a:cubicBezTo>
                    <a:cubicBezTo>
                      <a:pt x="176" y="0"/>
                      <a:pt x="162" y="16"/>
                      <a:pt x="162" y="13"/>
                    </a:cubicBezTo>
                    <a:cubicBezTo>
                      <a:pt x="162" y="10"/>
                      <a:pt x="157" y="19"/>
                      <a:pt x="157" y="19"/>
                    </a:cubicBezTo>
                    <a:cubicBezTo>
                      <a:pt x="157" y="19"/>
                      <a:pt x="146" y="13"/>
                      <a:pt x="141" y="13"/>
                    </a:cubicBezTo>
                    <a:cubicBezTo>
                      <a:pt x="141" y="13"/>
                      <a:pt x="140" y="13"/>
                      <a:pt x="140" y="13"/>
                    </a:cubicBezTo>
                    <a:cubicBezTo>
                      <a:pt x="140" y="13"/>
                      <a:pt x="139" y="13"/>
                      <a:pt x="139" y="13"/>
                    </a:cubicBezTo>
                    <a:cubicBezTo>
                      <a:pt x="139" y="13"/>
                      <a:pt x="139" y="14"/>
                      <a:pt x="138" y="14"/>
                    </a:cubicBezTo>
                    <a:cubicBezTo>
                      <a:pt x="138" y="14"/>
                      <a:pt x="138" y="14"/>
                      <a:pt x="138" y="14"/>
                    </a:cubicBezTo>
                    <a:cubicBezTo>
                      <a:pt x="137" y="14"/>
                      <a:pt x="137" y="14"/>
                      <a:pt x="136" y="15"/>
                    </a:cubicBezTo>
                    <a:cubicBezTo>
                      <a:pt x="136" y="15"/>
                      <a:pt x="136" y="15"/>
                      <a:pt x="136" y="15"/>
                    </a:cubicBezTo>
                    <a:cubicBezTo>
                      <a:pt x="135" y="15"/>
                      <a:pt x="135" y="16"/>
                      <a:pt x="134" y="16"/>
                    </a:cubicBezTo>
                    <a:cubicBezTo>
                      <a:pt x="134" y="16"/>
                      <a:pt x="134" y="16"/>
                      <a:pt x="134" y="16"/>
                    </a:cubicBezTo>
                    <a:cubicBezTo>
                      <a:pt x="133" y="17"/>
                      <a:pt x="133" y="17"/>
                      <a:pt x="132" y="18"/>
                    </a:cubicBezTo>
                    <a:cubicBezTo>
                      <a:pt x="132" y="18"/>
                      <a:pt x="132" y="18"/>
                      <a:pt x="131" y="18"/>
                    </a:cubicBezTo>
                    <a:cubicBezTo>
                      <a:pt x="131" y="18"/>
                      <a:pt x="130" y="19"/>
                      <a:pt x="130" y="19"/>
                    </a:cubicBezTo>
                    <a:cubicBezTo>
                      <a:pt x="130" y="19"/>
                      <a:pt x="130" y="20"/>
                      <a:pt x="129" y="20"/>
                    </a:cubicBezTo>
                    <a:cubicBezTo>
                      <a:pt x="128" y="21"/>
                      <a:pt x="127" y="22"/>
                      <a:pt x="125" y="23"/>
                    </a:cubicBezTo>
                    <a:cubicBezTo>
                      <a:pt x="125" y="24"/>
                      <a:pt x="124" y="25"/>
                      <a:pt x="123" y="25"/>
                    </a:cubicBezTo>
                    <a:cubicBezTo>
                      <a:pt x="123" y="25"/>
                      <a:pt x="123" y="25"/>
                      <a:pt x="123" y="26"/>
                    </a:cubicBezTo>
                    <a:cubicBezTo>
                      <a:pt x="122" y="26"/>
                      <a:pt x="122" y="27"/>
                      <a:pt x="121" y="27"/>
                    </a:cubicBezTo>
                    <a:cubicBezTo>
                      <a:pt x="121" y="27"/>
                      <a:pt x="121" y="28"/>
                      <a:pt x="121" y="28"/>
                    </a:cubicBezTo>
                    <a:cubicBezTo>
                      <a:pt x="121" y="28"/>
                      <a:pt x="120" y="29"/>
                      <a:pt x="120" y="29"/>
                    </a:cubicBezTo>
                    <a:cubicBezTo>
                      <a:pt x="120" y="29"/>
                      <a:pt x="120" y="29"/>
                      <a:pt x="120" y="30"/>
                    </a:cubicBezTo>
                    <a:cubicBezTo>
                      <a:pt x="119" y="30"/>
                      <a:pt x="119" y="30"/>
                      <a:pt x="119" y="31"/>
                    </a:cubicBezTo>
                    <a:cubicBezTo>
                      <a:pt x="117" y="36"/>
                      <a:pt x="133" y="46"/>
                      <a:pt x="133" y="46"/>
                    </a:cubicBezTo>
                    <a:cubicBezTo>
                      <a:pt x="133" y="46"/>
                      <a:pt x="126" y="52"/>
                      <a:pt x="120" y="52"/>
                    </a:cubicBezTo>
                    <a:cubicBezTo>
                      <a:pt x="114" y="52"/>
                      <a:pt x="107" y="47"/>
                      <a:pt x="107" y="47"/>
                    </a:cubicBezTo>
                    <a:cubicBezTo>
                      <a:pt x="111" y="60"/>
                      <a:pt x="111" y="60"/>
                      <a:pt x="111" y="60"/>
                    </a:cubicBezTo>
                    <a:cubicBezTo>
                      <a:pt x="111" y="60"/>
                      <a:pt x="98" y="55"/>
                      <a:pt x="96" y="62"/>
                    </a:cubicBezTo>
                    <a:cubicBezTo>
                      <a:pt x="94" y="69"/>
                      <a:pt x="98" y="77"/>
                      <a:pt x="98" y="77"/>
                    </a:cubicBezTo>
                    <a:cubicBezTo>
                      <a:pt x="98" y="77"/>
                      <a:pt x="86" y="76"/>
                      <a:pt x="91" y="84"/>
                    </a:cubicBezTo>
                    <a:cubicBezTo>
                      <a:pt x="96" y="92"/>
                      <a:pt x="103" y="103"/>
                      <a:pt x="96" y="104"/>
                    </a:cubicBezTo>
                    <a:cubicBezTo>
                      <a:pt x="89" y="105"/>
                      <a:pt x="100" y="96"/>
                      <a:pt x="90" y="96"/>
                    </a:cubicBezTo>
                    <a:cubicBezTo>
                      <a:pt x="80" y="96"/>
                      <a:pt x="72" y="103"/>
                      <a:pt x="72" y="103"/>
                    </a:cubicBezTo>
                    <a:cubicBezTo>
                      <a:pt x="68" y="111"/>
                      <a:pt x="68" y="111"/>
                      <a:pt x="68" y="111"/>
                    </a:cubicBezTo>
                    <a:cubicBezTo>
                      <a:pt x="60" y="103"/>
                      <a:pt x="60" y="103"/>
                      <a:pt x="60" y="103"/>
                    </a:cubicBezTo>
                    <a:cubicBezTo>
                      <a:pt x="58" y="113"/>
                      <a:pt x="58" y="113"/>
                      <a:pt x="58" y="113"/>
                    </a:cubicBezTo>
                    <a:cubicBezTo>
                      <a:pt x="40" y="113"/>
                      <a:pt x="40" y="113"/>
                      <a:pt x="40" y="113"/>
                    </a:cubicBezTo>
                    <a:cubicBezTo>
                      <a:pt x="40" y="113"/>
                      <a:pt x="38" y="107"/>
                      <a:pt x="30" y="108"/>
                    </a:cubicBezTo>
                    <a:cubicBezTo>
                      <a:pt x="22" y="109"/>
                      <a:pt x="6" y="113"/>
                      <a:pt x="6" y="113"/>
                    </a:cubicBezTo>
                    <a:cubicBezTo>
                      <a:pt x="6" y="113"/>
                      <a:pt x="14" y="126"/>
                      <a:pt x="14" y="131"/>
                    </a:cubicBezTo>
                    <a:cubicBezTo>
                      <a:pt x="14" y="136"/>
                      <a:pt x="25" y="145"/>
                      <a:pt x="25" y="145"/>
                    </a:cubicBezTo>
                    <a:cubicBezTo>
                      <a:pt x="25" y="145"/>
                      <a:pt x="33" y="157"/>
                      <a:pt x="31" y="161"/>
                    </a:cubicBezTo>
                    <a:cubicBezTo>
                      <a:pt x="29" y="165"/>
                      <a:pt x="27" y="173"/>
                      <a:pt x="27" y="173"/>
                    </a:cubicBezTo>
                    <a:cubicBezTo>
                      <a:pt x="13" y="178"/>
                      <a:pt x="13" y="178"/>
                      <a:pt x="13" y="178"/>
                    </a:cubicBezTo>
                    <a:cubicBezTo>
                      <a:pt x="13" y="178"/>
                      <a:pt x="15" y="190"/>
                      <a:pt x="12" y="190"/>
                    </a:cubicBezTo>
                    <a:cubicBezTo>
                      <a:pt x="9" y="190"/>
                      <a:pt x="0" y="188"/>
                      <a:pt x="2" y="194"/>
                    </a:cubicBezTo>
                    <a:cubicBezTo>
                      <a:pt x="4" y="200"/>
                      <a:pt x="18" y="203"/>
                      <a:pt x="20" y="207"/>
                    </a:cubicBezTo>
                    <a:cubicBezTo>
                      <a:pt x="22" y="211"/>
                      <a:pt x="19" y="225"/>
                      <a:pt x="19" y="225"/>
                    </a:cubicBezTo>
                    <a:cubicBezTo>
                      <a:pt x="22" y="234"/>
                      <a:pt x="22" y="234"/>
                      <a:pt x="22" y="234"/>
                    </a:cubicBezTo>
                    <a:cubicBezTo>
                      <a:pt x="22" y="234"/>
                      <a:pt x="22" y="234"/>
                      <a:pt x="22" y="234"/>
                    </a:cubicBezTo>
                    <a:cubicBezTo>
                      <a:pt x="23" y="235"/>
                      <a:pt x="23" y="235"/>
                      <a:pt x="24" y="235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47" name="Freeform 362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7FFA5485-DADB-457D-899D-833F12EA3A5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72" y="1473"/>
                <a:ext cx="1" cy="0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0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48" name="Freeform 363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86606AE8-A62A-4800-8BD7-7F45E1C2CC2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65" y="147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49" name="Freeform 364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C0A98BF0-5D6F-4297-B8EC-55FB4BE4001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66" y="147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50" name="Freeform 365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B980236D-8FF3-435A-BB40-149634B92EC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64" y="147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51" name="Freeform 366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EE5687AC-1C9C-41E5-90DE-D7D1B54243F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67" y="14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52" name="Freeform 367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6BFA4854-8ABD-4B5C-8B1F-256C80602C2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69" y="14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53" name="Freeform 368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229B67CB-CCAB-4D95-8E85-636CF5FDF06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72" y="14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54" name="Freeform 369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CBE8478D-064E-4BE3-AA9F-4055EBE7086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74" y="1473"/>
                <a:ext cx="1" cy="0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0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55" name="Freeform 370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5439ED32-F100-428D-B4C9-F52D23013342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3186" y="1263"/>
                <a:ext cx="178" cy="76"/>
              </a:xfrm>
              <a:custGeom>
                <a:avLst/>
                <a:gdLst/>
                <a:ahLst/>
                <a:cxnLst>
                  <a:cxn ang="0">
                    <a:pos x="65" y="83"/>
                  </a:cxn>
                  <a:cxn ang="0">
                    <a:pos x="86" y="88"/>
                  </a:cxn>
                  <a:cxn ang="0">
                    <a:pos x="118" y="89"/>
                  </a:cxn>
                  <a:cxn ang="0">
                    <a:pos x="150" y="85"/>
                  </a:cxn>
                  <a:cxn ang="0">
                    <a:pos x="189" y="101"/>
                  </a:cxn>
                  <a:cxn ang="0">
                    <a:pos x="215" y="119"/>
                  </a:cxn>
                  <a:cxn ang="0">
                    <a:pos x="231" y="120"/>
                  </a:cxn>
                  <a:cxn ang="0">
                    <a:pos x="233" y="118"/>
                  </a:cxn>
                  <a:cxn ang="0">
                    <a:pos x="236" y="116"/>
                  </a:cxn>
                  <a:cxn ang="0">
                    <a:pos x="238" y="115"/>
                  </a:cxn>
                  <a:cxn ang="0">
                    <a:pos x="240" y="114"/>
                  </a:cxn>
                  <a:cxn ang="0">
                    <a:pos x="241" y="113"/>
                  </a:cxn>
                  <a:cxn ang="0">
                    <a:pos x="243" y="113"/>
                  </a:cxn>
                  <a:cxn ang="0">
                    <a:pos x="264" y="113"/>
                  </a:cxn>
                  <a:cxn ang="0">
                    <a:pos x="278" y="100"/>
                  </a:cxn>
                  <a:cxn ang="0">
                    <a:pos x="279" y="100"/>
                  </a:cxn>
                  <a:cxn ang="0">
                    <a:pos x="279" y="100"/>
                  </a:cxn>
                  <a:cxn ang="0">
                    <a:pos x="280" y="100"/>
                  </a:cxn>
                  <a:cxn ang="0">
                    <a:pos x="281" y="100"/>
                  </a:cxn>
                  <a:cxn ang="0">
                    <a:pos x="282" y="101"/>
                  </a:cxn>
                  <a:cxn ang="0">
                    <a:pos x="282" y="84"/>
                  </a:cxn>
                  <a:cxn ang="0">
                    <a:pos x="268" y="65"/>
                  </a:cxn>
                  <a:cxn ang="0">
                    <a:pos x="256" y="52"/>
                  </a:cxn>
                  <a:cxn ang="0">
                    <a:pos x="246" y="30"/>
                  </a:cxn>
                  <a:cxn ang="0">
                    <a:pos x="225" y="26"/>
                  </a:cxn>
                  <a:cxn ang="0">
                    <a:pos x="194" y="20"/>
                  </a:cxn>
                  <a:cxn ang="0">
                    <a:pos x="145" y="4"/>
                  </a:cxn>
                  <a:cxn ang="0">
                    <a:pos x="120" y="10"/>
                  </a:cxn>
                  <a:cxn ang="0">
                    <a:pos x="123" y="55"/>
                  </a:cxn>
                  <a:cxn ang="0">
                    <a:pos x="79" y="37"/>
                  </a:cxn>
                  <a:cxn ang="0">
                    <a:pos x="21" y="30"/>
                  </a:cxn>
                  <a:cxn ang="0">
                    <a:pos x="0" y="69"/>
                  </a:cxn>
                  <a:cxn ang="0">
                    <a:pos x="18" y="92"/>
                  </a:cxn>
                </a:cxnLst>
                <a:rect l="0" t="0" r="r" b="b"/>
                <a:pathLst>
                  <a:path w="286" h="123">
                    <a:moveTo>
                      <a:pt x="51" y="86"/>
                    </a:moveTo>
                    <a:cubicBezTo>
                      <a:pt x="57" y="83"/>
                      <a:pt x="59" y="81"/>
                      <a:pt x="65" y="83"/>
                    </a:cubicBezTo>
                    <a:cubicBezTo>
                      <a:pt x="71" y="85"/>
                      <a:pt x="78" y="90"/>
                      <a:pt x="78" y="90"/>
                    </a:cubicBezTo>
                    <a:cubicBezTo>
                      <a:pt x="78" y="90"/>
                      <a:pt x="83" y="89"/>
                      <a:pt x="86" y="88"/>
                    </a:cubicBezTo>
                    <a:cubicBezTo>
                      <a:pt x="89" y="87"/>
                      <a:pt x="109" y="94"/>
                      <a:pt x="109" y="94"/>
                    </a:cubicBezTo>
                    <a:cubicBezTo>
                      <a:pt x="109" y="94"/>
                      <a:pt x="113" y="89"/>
                      <a:pt x="118" y="89"/>
                    </a:cubicBezTo>
                    <a:cubicBezTo>
                      <a:pt x="123" y="89"/>
                      <a:pt x="125" y="93"/>
                      <a:pt x="133" y="93"/>
                    </a:cubicBezTo>
                    <a:cubicBezTo>
                      <a:pt x="141" y="93"/>
                      <a:pt x="144" y="85"/>
                      <a:pt x="150" y="85"/>
                    </a:cubicBezTo>
                    <a:cubicBezTo>
                      <a:pt x="156" y="85"/>
                      <a:pt x="162" y="98"/>
                      <a:pt x="162" y="98"/>
                    </a:cubicBezTo>
                    <a:cubicBezTo>
                      <a:pt x="162" y="98"/>
                      <a:pt x="183" y="99"/>
                      <a:pt x="189" y="101"/>
                    </a:cubicBezTo>
                    <a:cubicBezTo>
                      <a:pt x="195" y="103"/>
                      <a:pt x="200" y="111"/>
                      <a:pt x="200" y="111"/>
                    </a:cubicBezTo>
                    <a:cubicBezTo>
                      <a:pt x="215" y="119"/>
                      <a:pt x="215" y="119"/>
                      <a:pt x="215" y="119"/>
                    </a:cubicBezTo>
                    <a:cubicBezTo>
                      <a:pt x="227" y="123"/>
                      <a:pt x="227" y="123"/>
                      <a:pt x="227" y="123"/>
                    </a:cubicBezTo>
                    <a:cubicBezTo>
                      <a:pt x="229" y="122"/>
                      <a:pt x="230" y="121"/>
                      <a:pt x="231" y="120"/>
                    </a:cubicBezTo>
                    <a:cubicBezTo>
                      <a:pt x="232" y="120"/>
                      <a:pt x="232" y="119"/>
                      <a:pt x="232" y="119"/>
                    </a:cubicBezTo>
                    <a:cubicBezTo>
                      <a:pt x="232" y="119"/>
                      <a:pt x="233" y="118"/>
                      <a:pt x="233" y="118"/>
                    </a:cubicBezTo>
                    <a:cubicBezTo>
                      <a:pt x="234" y="118"/>
                      <a:pt x="234" y="118"/>
                      <a:pt x="234" y="118"/>
                    </a:cubicBezTo>
                    <a:cubicBezTo>
                      <a:pt x="235" y="117"/>
                      <a:pt x="235" y="117"/>
                      <a:pt x="236" y="116"/>
                    </a:cubicBezTo>
                    <a:cubicBezTo>
                      <a:pt x="236" y="116"/>
                      <a:pt x="236" y="116"/>
                      <a:pt x="236" y="116"/>
                    </a:cubicBezTo>
                    <a:cubicBezTo>
                      <a:pt x="237" y="116"/>
                      <a:pt x="237" y="115"/>
                      <a:pt x="238" y="115"/>
                    </a:cubicBezTo>
                    <a:cubicBezTo>
                      <a:pt x="238" y="115"/>
                      <a:pt x="238" y="115"/>
                      <a:pt x="238" y="115"/>
                    </a:cubicBezTo>
                    <a:cubicBezTo>
                      <a:pt x="239" y="114"/>
                      <a:pt x="239" y="114"/>
                      <a:pt x="240" y="114"/>
                    </a:cubicBezTo>
                    <a:cubicBezTo>
                      <a:pt x="240" y="114"/>
                      <a:pt x="240" y="114"/>
                      <a:pt x="240" y="114"/>
                    </a:cubicBezTo>
                    <a:cubicBezTo>
                      <a:pt x="241" y="114"/>
                      <a:pt x="241" y="113"/>
                      <a:pt x="241" y="113"/>
                    </a:cubicBezTo>
                    <a:cubicBezTo>
                      <a:pt x="241" y="113"/>
                      <a:pt x="242" y="113"/>
                      <a:pt x="242" y="113"/>
                    </a:cubicBezTo>
                    <a:cubicBezTo>
                      <a:pt x="242" y="113"/>
                      <a:pt x="243" y="113"/>
                      <a:pt x="243" y="113"/>
                    </a:cubicBezTo>
                    <a:cubicBezTo>
                      <a:pt x="248" y="113"/>
                      <a:pt x="259" y="119"/>
                      <a:pt x="259" y="119"/>
                    </a:cubicBezTo>
                    <a:cubicBezTo>
                      <a:pt x="259" y="119"/>
                      <a:pt x="264" y="110"/>
                      <a:pt x="264" y="113"/>
                    </a:cubicBezTo>
                    <a:cubicBezTo>
                      <a:pt x="264" y="116"/>
                      <a:pt x="278" y="100"/>
                      <a:pt x="278" y="100"/>
                    </a:cubicBezTo>
                    <a:cubicBezTo>
                      <a:pt x="278" y="100"/>
                      <a:pt x="278" y="100"/>
                      <a:pt x="278" y="100"/>
                    </a:cubicBezTo>
                    <a:cubicBezTo>
                      <a:pt x="278" y="100"/>
                      <a:pt x="278" y="100"/>
                      <a:pt x="278" y="100"/>
                    </a:cubicBezTo>
                    <a:cubicBezTo>
                      <a:pt x="278" y="100"/>
                      <a:pt x="278" y="100"/>
                      <a:pt x="279" y="100"/>
                    </a:cubicBezTo>
                    <a:cubicBezTo>
                      <a:pt x="279" y="100"/>
                      <a:pt x="279" y="100"/>
                      <a:pt x="279" y="100"/>
                    </a:cubicBezTo>
                    <a:cubicBezTo>
                      <a:pt x="279" y="100"/>
                      <a:pt x="279" y="100"/>
                      <a:pt x="279" y="100"/>
                    </a:cubicBezTo>
                    <a:cubicBezTo>
                      <a:pt x="279" y="100"/>
                      <a:pt x="280" y="100"/>
                      <a:pt x="280" y="100"/>
                    </a:cubicBezTo>
                    <a:cubicBezTo>
                      <a:pt x="280" y="100"/>
                      <a:pt x="280" y="100"/>
                      <a:pt x="280" y="100"/>
                    </a:cubicBezTo>
                    <a:cubicBezTo>
                      <a:pt x="280" y="100"/>
                      <a:pt x="280" y="100"/>
                      <a:pt x="281" y="100"/>
                    </a:cubicBezTo>
                    <a:cubicBezTo>
                      <a:pt x="281" y="100"/>
                      <a:pt x="281" y="100"/>
                      <a:pt x="281" y="100"/>
                    </a:cubicBezTo>
                    <a:cubicBezTo>
                      <a:pt x="281" y="100"/>
                      <a:pt x="281" y="101"/>
                      <a:pt x="282" y="101"/>
                    </a:cubicBezTo>
                    <a:cubicBezTo>
                      <a:pt x="282" y="101"/>
                      <a:pt x="282" y="101"/>
                      <a:pt x="282" y="101"/>
                    </a:cubicBezTo>
                    <a:cubicBezTo>
                      <a:pt x="283" y="101"/>
                      <a:pt x="285" y="101"/>
                      <a:pt x="286" y="101"/>
                    </a:cubicBezTo>
                    <a:cubicBezTo>
                      <a:pt x="286" y="98"/>
                      <a:pt x="286" y="89"/>
                      <a:pt x="282" y="84"/>
                    </a:cubicBezTo>
                    <a:cubicBezTo>
                      <a:pt x="281" y="83"/>
                      <a:pt x="281" y="82"/>
                      <a:pt x="280" y="82"/>
                    </a:cubicBezTo>
                    <a:cubicBezTo>
                      <a:pt x="273" y="76"/>
                      <a:pt x="268" y="65"/>
                      <a:pt x="268" y="65"/>
                    </a:cubicBezTo>
                    <a:cubicBezTo>
                      <a:pt x="255" y="61"/>
                      <a:pt x="255" y="61"/>
                      <a:pt x="255" y="61"/>
                    </a:cubicBezTo>
                    <a:cubicBezTo>
                      <a:pt x="256" y="52"/>
                      <a:pt x="256" y="52"/>
                      <a:pt x="256" y="52"/>
                    </a:cubicBezTo>
                    <a:cubicBezTo>
                      <a:pt x="256" y="52"/>
                      <a:pt x="269" y="50"/>
                      <a:pt x="268" y="45"/>
                    </a:cubicBezTo>
                    <a:cubicBezTo>
                      <a:pt x="267" y="40"/>
                      <a:pt x="246" y="30"/>
                      <a:pt x="246" y="30"/>
                    </a:cubicBezTo>
                    <a:cubicBezTo>
                      <a:pt x="238" y="31"/>
                      <a:pt x="238" y="31"/>
                      <a:pt x="238" y="31"/>
                    </a:cubicBezTo>
                    <a:cubicBezTo>
                      <a:pt x="238" y="31"/>
                      <a:pt x="228" y="27"/>
                      <a:pt x="225" y="26"/>
                    </a:cubicBezTo>
                    <a:cubicBezTo>
                      <a:pt x="222" y="25"/>
                      <a:pt x="220" y="32"/>
                      <a:pt x="214" y="32"/>
                    </a:cubicBezTo>
                    <a:cubicBezTo>
                      <a:pt x="208" y="32"/>
                      <a:pt x="205" y="29"/>
                      <a:pt x="194" y="20"/>
                    </a:cubicBezTo>
                    <a:cubicBezTo>
                      <a:pt x="183" y="11"/>
                      <a:pt x="181" y="6"/>
                      <a:pt x="166" y="3"/>
                    </a:cubicBezTo>
                    <a:cubicBezTo>
                      <a:pt x="151" y="0"/>
                      <a:pt x="145" y="4"/>
                      <a:pt x="145" y="4"/>
                    </a:cubicBezTo>
                    <a:cubicBezTo>
                      <a:pt x="124" y="10"/>
                      <a:pt x="124" y="10"/>
                      <a:pt x="124" y="10"/>
                    </a:cubicBezTo>
                    <a:cubicBezTo>
                      <a:pt x="120" y="10"/>
                      <a:pt x="120" y="10"/>
                      <a:pt x="120" y="10"/>
                    </a:cubicBezTo>
                    <a:cubicBezTo>
                      <a:pt x="119" y="12"/>
                      <a:pt x="119" y="12"/>
                      <a:pt x="119" y="12"/>
                    </a:cubicBezTo>
                    <a:cubicBezTo>
                      <a:pt x="119" y="12"/>
                      <a:pt x="136" y="55"/>
                      <a:pt x="123" y="55"/>
                    </a:cubicBezTo>
                    <a:cubicBezTo>
                      <a:pt x="110" y="55"/>
                      <a:pt x="86" y="52"/>
                      <a:pt x="86" y="52"/>
                    </a:cubicBezTo>
                    <a:cubicBezTo>
                      <a:pt x="79" y="37"/>
                      <a:pt x="79" y="37"/>
                      <a:pt x="79" y="37"/>
                    </a:cubicBezTo>
                    <a:cubicBezTo>
                      <a:pt x="56" y="18"/>
                      <a:pt x="56" y="18"/>
                      <a:pt x="56" y="18"/>
                    </a:cubicBezTo>
                    <a:cubicBezTo>
                      <a:pt x="56" y="18"/>
                      <a:pt x="24" y="23"/>
                      <a:pt x="21" y="30"/>
                    </a:cubicBezTo>
                    <a:cubicBezTo>
                      <a:pt x="18" y="37"/>
                      <a:pt x="16" y="46"/>
                      <a:pt x="16" y="46"/>
                    </a:cubicBezTo>
                    <a:cubicBezTo>
                      <a:pt x="16" y="46"/>
                      <a:pt x="0" y="64"/>
                      <a:pt x="0" y="69"/>
                    </a:cubicBezTo>
                    <a:cubicBezTo>
                      <a:pt x="0" y="72"/>
                      <a:pt x="3" y="88"/>
                      <a:pt x="5" y="97"/>
                    </a:cubicBezTo>
                    <a:cubicBezTo>
                      <a:pt x="8" y="95"/>
                      <a:pt x="12" y="93"/>
                      <a:pt x="18" y="92"/>
                    </a:cubicBezTo>
                    <a:cubicBezTo>
                      <a:pt x="38" y="89"/>
                      <a:pt x="45" y="89"/>
                      <a:pt x="51" y="86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56" name="Freeform 371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F117F4CD-FD05-403F-B41A-5E7DBF5D98A7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3190" y="1325"/>
                <a:ext cx="0" cy="3"/>
              </a:xfrm>
              <a:custGeom>
                <a:avLst/>
                <a:gdLst/>
                <a:ahLst/>
                <a:cxnLst>
                  <a:cxn ang="0">
                    <a:pos x="1" y="3"/>
                  </a:cxn>
                  <a:cxn ang="0">
                    <a:pos x="0" y="0"/>
                  </a:cxn>
                  <a:cxn ang="0">
                    <a:pos x="1" y="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3"/>
                      <a:pt x="1" y="2"/>
                      <a:pt x="0" y="0"/>
                    </a:cubicBezTo>
                    <a:cubicBezTo>
                      <a:pt x="1" y="2"/>
                      <a:pt x="1" y="3"/>
                      <a:pt x="1" y="3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57" name="Freeform 372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81F3AD22-3965-418F-AE16-C583EA2AC159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3190" y="1324"/>
                <a:ext cx="0" cy="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h="4">
                    <a:moveTo>
                      <a:pt x="0" y="0"/>
                    </a:moveTo>
                    <a:cubicBezTo>
                      <a:pt x="0" y="2"/>
                      <a:pt x="0" y="3"/>
                      <a:pt x="0" y="4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58" name="Freeform 373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C6FBD343-6FCB-46E3-B812-CA3D31DEF7E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410" y="1986"/>
                <a:ext cx="200" cy="152"/>
              </a:xfrm>
              <a:custGeom>
                <a:avLst/>
                <a:gdLst/>
                <a:ahLst/>
                <a:cxnLst>
                  <a:cxn ang="0">
                    <a:pos x="196" y="221"/>
                  </a:cxn>
                  <a:cxn ang="0">
                    <a:pos x="233" y="215"/>
                  </a:cxn>
                  <a:cxn ang="0">
                    <a:pos x="238" y="200"/>
                  </a:cxn>
                  <a:cxn ang="0">
                    <a:pos x="251" y="202"/>
                  </a:cxn>
                  <a:cxn ang="0">
                    <a:pos x="259" y="195"/>
                  </a:cxn>
                  <a:cxn ang="0">
                    <a:pos x="273" y="201"/>
                  </a:cxn>
                  <a:cxn ang="0">
                    <a:pos x="311" y="196"/>
                  </a:cxn>
                  <a:cxn ang="0">
                    <a:pos x="312" y="186"/>
                  </a:cxn>
                  <a:cxn ang="0">
                    <a:pos x="323" y="177"/>
                  </a:cxn>
                  <a:cxn ang="0">
                    <a:pos x="305" y="165"/>
                  </a:cxn>
                  <a:cxn ang="0">
                    <a:pos x="308" y="145"/>
                  </a:cxn>
                  <a:cxn ang="0">
                    <a:pos x="294" y="145"/>
                  </a:cxn>
                  <a:cxn ang="0">
                    <a:pos x="301" y="124"/>
                  </a:cxn>
                  <a:cxn ang="0">
                    <a:pos x="295" y="113"/>
                  </a:cxn>
                  <a:cxn ang="0">
                    <a:pos x="298" y="68"/>
                  </a:cxn>
                  <a:cxn ang="0">
                    <a:pos x="290" y="68"/>
                  </a:cxn>
                  <a:cxn ang="0">
                    <a:pos x="294" y="56"/>
                  </a:cxn>
                  <a:cxn ang="0">
                    <a:pos x="279" y="39"/>
                  </a:cxn>
                  <a:cxn ang="0">
                    <a:pos x="245" y="26"/>
                  </a:cxn>
                  <a:cxn ang="0">
                    <a:pos x="228" y="34"/>
                  </a:cxn>
                  <a:cxn ang="0">
                    <a:pos x="197" y="29"/>
                  </a:cxn>
                  <a:cxn ang="0">
                    <a:pos x="166" y="33"/>
                  </a:cxn>
                  <a:cxn ang="0">
                    <a:pos x="132" y="2"/>
                  </a:cxn>
                  <a:cxn ang="0">
                    <a:pos x="112" y="0"/>
                  </a:cxn>
                  <a:cxn ang="0">
                    <a:pos x="95" y="48"/>
                  </a:cxn>
                  <a:cxn ang="0">
                    <a:pos x="58" y="107"/>
                  </a:cxn>
                  <a:cxn ang="0">
                    <a:pos x="25" y="116"/>
                  </a:cxn>
                  <a:cxn ang="0">
                    <a:pos x="9" y="131"/>
                  </a:cxn>
                  <a:cxn ang="0">
                    <a:pos x="0" y="129"/>
                  </a:cxn>
                  <a:cxn ang="0">
                    <a:pos x="197" y="244"/>
                  </a:cxn>
                  <a:cxn ang="0">
                    <a:pos x="196" y="221"/>
                  </a:cxn>
                </a:cxnLst>
                <a:rect l="0" t="0" r="r" b="b"/>
                <a:pathLst>
                  <a:path w="323" h="244">
                    <a:moveTo>
                      <a:pt x="196" y="221"/>
                    </a:moveTo>
                    <a:cubicBezTo>
                      <a:pt x="204" y="214"/>
                      <a:pt x="226" y="220"/>
                      <a:pt x="233" y="215"/>
                    </a:cubicBezTo>
                    <a:cubicBezTo>
                      <a:pt x="240" y="210"/>
                      <a:pt x="233" y="203"/>
                      <a:pt x="238" y="200"/>
                    </a:cubicBezTo>
                    <a:cubicBezTo>
                      <a:pt x="243" y="197"/>
                      <a:pt x="251" y="202"/>
                      <a:pt x="251" y="202"/>
                    </a:cubicBezTo>
                    <a:cubicBezTo>
                      <a:pt x="251" y="202"/>
                      <a:pt x="255" y="195"/>
                      <a:pt x="259" y="195"/>
                    </a:cubicBezTo>
                    <a:cubicBezTo>
                      <a:pt x="263" y="195"/>
                      <a:pt x="273" y="201"/>
                      <a:pt x="273" y="201"/>
                    </a:cubicBezTo>
                    <a:cubicBezTo>
                      <a:pt x="311" y="196"/>
                      <a:pt x="311" y="196"/>
                      <a:pt x="311" y="196"/>
                    </a:cubicBezTo>
                    <a:cubicBezTo>
                      <a:pt x="311" y="196"/>
                      <a:pt x="310" y="189"/>
                      <a:pt x="312" y="186"/>
                    </a:cubicBezTo>
                    <a:cubicBezTo>
                      <a:pt x="314" y="183"/>
                      <a:pt x="323" y="177"/>
                      <a:pt x="323" y="177"/>
                    </a:cubicBezTo>
                    <a:cubicBezTo>
                      <a:pt x="305" y="165"/>
                      <a:pt x="305" y="165"/>
                      <a:pt x="305" y="165"/>
                    </a:cubicBezTo>
                    <a:cubicBezTo>
                      <a:pt x="308" y="145"/>
                      <a:pt x="308" y="145"/>
                      <a:pt x="308" y="145"/>
                    </a:cubicBezTo>
                    <a:cubicBezTo>
                      <a:pt x="294" y="145"/>
                      <a:pt x="294" y="145"/>
                      <a:pt x="294" y="145"/>
                    </a:cubicBezTo>
                    <a:cubicBezTo>
                      <a:pt x="301" y="124"/>
                      <a:pt x="301" y="124"/>
                      <a:pt x="301" y="124"/>
                    </a:cubicBezTo>
                    <a:cubicBezTo>
                      <a:pt x="295" y="113"/>
                      <a:pt x="295" y="113"/>
                      <a:pt x="295" y="113"/>
                    </a:cubicBezTo>
                    <a:cubicBezTo>
                      <a:pt x="298" y="68"/>
                      <a:pt x="298" y="68"/>
                      <a:pt x="298" y="68"/>
                    </a:cubicBezTo>
                    <a:cubicBezTo>
                      <a:pt x="290" y="68"/>
                      <a:pt x="290" y="68"/>
                      <a:pt x="290" y="68"/>
                    </a:cubicBezTo>
                    <a:cubicBezTo>
                      <a:pt x="290" y="68"/>
                      <a:pt x="293" y="57"/>
                      <a:pt x="294" y="56"/>
                    </a:cubicBezTo>
                    <a:cubicBezTo>
                      <a:pt x="284" y="52"/>
                      <a:pt x="280" y="43"/>
                      <a:pt x="279" y="39"/>
                    </a:cubicBezTo>
                    <a:cubicBezTo>
                      <a:pt x="266" y="36"/>
                      <a:pt x="254" y="26"/>
                      <a:pt x="245" y="26"/>
                    </a:cubicBezTo>
                    <a:cubicBezTo>
                      <a:pt x="235" y="26"/>
                      <a:pt x="228" y="34"/>
                      <a:pt x="228" y="34"/>
                    </a:cubicBezTo>
                    <a:cubicBezTo>
                      <a:pt x="228" y="34"/>
                      <a:pt x="205" y="29"/>
                      <a:pt x="197" y="29"/>
                    </a:cubicBezTo>
                    <a:cubicBezTo>
                      <a:pt x="189" y="29"/>
                      <a:pt x="181" y="38"/>
                      <a:pt x="166" y="33"/>
                    </a:cubicBezTo>
                    <a:cubicBezTo>
                      <a:pt x="151" y="28"/>
                      <a:pt x="136" y="4"/>
                      <a:pt x="132" y="2"/>
                    </a:cubicBezTo>
                    <a:cubicBezTo>
                      <a:pt x="128" y="0"/>
                      <a:pt x="112" y="0"/>
                      <a:pt x="112" y="0"/>
                    </a:cubicBezTo>
                    <a:cubicBezTo>
                      <a:pt x="112" y="0"/>
                      <a:pt x="101" y="35"/>
                      <a:pt x="95" y="48"/>
                    </a:cubicBezTo>
                    <a:cubicBezTo>
                      <a:pt x="89" y="61"/>
                      <a:pt x="70" y="98"/>
                      <a:pt x="58" y="107"/>
                    </a:cubicBezTo>
                    <a:cubicBezTo>
                      <a:pt x="46" y="116"/>
                      <a:pt x="30" y="112"/>
                      <a:pt x="25" y="116"/>
                    </a:cubicBezTo>
                    <a:cubicBezTo>
                      <a:pt x="20" y="120"/>
                      <a:pt x="9" y="131"/>
                      <a:pt x="9" y="131"/>
                    </a:cubicBezTo>
                    <a:cubicBezTo>
                      <a:pt x="0" y="129"/>
                      <a:pt x="0" y="129"/>
                      <a:pt x="0" y="129"/>
                    </a:cubicBezTo>
                    <a:cubicBezTo>
                      <a:pt x="61" y="173"/>
                      <a:pt x="127" y="212"/>
                      <a:pt x="197" y="244"/>
                    </a:cubicBezTo>
                    <a:cubicBezTo>
                      <a:pt x="195" y="241"/>
                      <a:pt x="189" y="227"/>
                      <a:pt x="196" y="221"/>
                    </a:cubicBezTo>
                    <a:close/>
                  </a:path>
                </a:pathLst>
              </a:custGeom>
              <a:solidFill>
                <a:schemeClr val="bg1">
                  <a:alpha val="40000"/>
                </a:schemeClr>
              </a:solidFill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59" name="Freeform 374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0A754257-1D91-4127-8BBB-453D2FEDF80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852" y="1932"/>
                <a:ext cx="116" cy="240"/>
              </a:xfrm>
              <a:custGeom>
                <a:avLst/>
                <a:gdLst/>
                <a:ahLst/>
                <a:cxnLst>
                  <a:cxn ang="0">
                    <a:pos x="38" y="52"/>
                  </a:cxn>
                  <a:cxn ang="0">
                    <a:pos x="33" y="90"/>
                  </a:cxn>
                  <a:cxn ang="0">
                    <a:pos x="38" y="119"/>
                  </a:cxn>
                  <a:cxn ang="0">
                    <a:pos x="30" y="151"/>
                  </a:cxn>
                  <a:cxn ang="0">
                    <a:pos x="16" y="162"/>
                  </a:cxn>
                  <a:cxn ang="0">
                    <a:pos x="0" y="185"/>
                  </a:cxn>
                  <a:cxn ang="0">
                    <a:pos x="0" y="208"/>
                  </a:cxn>
                  <a:cxn ang="0">
                    <a:pos x="7" y="208"/>
                  </a:cxn>
                  <a:cxn ang="0">
                    <a:pos x="7" y="227"/>
                  </a:cxn>
                  <a:cxn ang="0">
                    <a:pos x="34" y="240"/>
                  </a:cxn>
                  <a:cxn ang="0">
                    <a:pos x="35" y="266"/>
                  </a:cxn>
                  <a:cxn ang="0">
                    <a:pos x="67" y="291"/>
                  </a:cxn>
                  <a:cxn ang="0">
                    <a:pos x="88" y="387"/>
                  </a:cxn>
                  <a:cxn ang="0">
                    <a:pos x="88" y="387"/>
                  </a:cxn>
                  <a:cxn ang="0">
                    <a:pos x="93" y="385"/>
                  </a:cxn>
                  <a:cxn ang="0">
                    <a:pos x="104" y="381"/>
                  </a:cxn>
                  <a:cxn ang="0">
                    <a:pos x="104" y="381"/>
                  </a:cxn>
                  <a:cxn ang="0">
                    <a:pos x="104" y="381"/>
                  </a:cxn>
                  <a:cxn ang="0">
                    <a:pos x="123" y="355"/>
                  </a:cxn>
                  <a:cxn ang="0">
                    <a:pos x="114" y="317"/>
                  </a:cxn>
                  <a:cxn ang="0">
                    <a:pos x="129" y="306"/>
                  </a:cxn>
                  <a:cxn ang="0">
                    <a:pos x="148" y="283"/>
                  </a:cxn>
                  <a:cxn ang="0">
                    <a:pos x="183" y="265"/>
                  </a:cxn>
                  <a:cxn ang="0">
                    <a:pos x="172" y="255"/>
                  </a:cxn>
                  <a:cxn ang="0">
                    <a:pos x="175" y="228"/>
                  </a:cxn>
                  <a:cxn ang="0">
                    <a:pos x="167" y="226"/>
                  </a:cxn>
                  <a:cxn ang="0">
                    <a:pos x="160" y="207"/>
                  </a:cxn>
                  <a:cxn ang="0">
                    <a:pos x="150" y="201"/>
                  </a:cxn>
                  <a:cxn ang="0">
                    <a:pos x="148" y="212"/>
                  </a:cxn>
                  <a:cxn ang="0">
                    <a:pos x="142" y="203"/>
                  </a:cxn>
                  <a:cxn ang="0">
                    <a:pos x="111" y="183"/>
                  </a:cxn>
                  <a:cxn ang="0">
                    <a:pos x="132" y="154"/>
                  </a:cxn>
                  <a:cxn ang="0">
                    <a:pos x="156" y="102"/>
                  </a:cxn>
                  <a:cxn ang="0">
                    <a:pos x="132" y="73"/>
                  </a:cxn>
                  <a:cxn ang="0">
                    <a:pos x="145" y="50"/>
                  </a:cxn>
                  <a:cxn ang="0">
                    <a:pos x="156" y="18"/>
                  </a:cxn>
                  <a:cxn ang="0">
                    <a:pos x="125" y="45"/>
                  </a:cxn>
                  <a:cxn ang="0">
                    <a:pos x="108" y="33"/>
                  </a:cxn>
                  <a:cxn ang="0">
                    <a:pos x="110" y="8"/>
                  </a:cxn>
                  <a:cxn ang="0">
                    <a:pos x="60" y="23"/>
                  </a:cxn>
                  <a:cxn ang="0">
                    <a:pos x="53" y="25"/>
                  </a:cxn>
                  <a:cxn ang="0">
                    <a:pos x="53" y="35"/>
                  </a:cxn>
                  <a:cxn ang="0">
                    <a:pos x="25" y="48"/>
                  </a:cxn>
                  <a:cxn ang="0">
                    <a:pos x="38" y="52"/>
                  </a:cxn>
                </a:cxnLst>
                <a:rect l="0" t="0" r="r" b="b"/>
                <a:pathLst>
                  <a:path w="187" h="387">
                    <a:moveTo>
                      <a:pt x="38" y="52"/>
                    </a:moveTo>
                    <a:cubicBezTo>
                      <a:pt x="38" y="52"/>
                      <a:pt x="29" y="83"/>
                      <a:pt x="33" y="90"/>
                    </a:cubicBezTo>
                    <a:cubicBezTo>
                      <a:pt x="37" y="97"/>
                      <a:pt x="39" y="109"/>
                      <a:pt x="38" y="119"/>
                    </a:cubicBezTo>
                    <a:cubicBezTo>
                      <a:pt x="37" y="129"/>
                      <a:pt x="30" y="151"/>
                      <a:pt x="30" y="151"/>
                    </a:cubicBezTo>
                    <a:cubicBezTo>
                      <a:pt x="16" y="162"/>
                      <a:pt x="16" y="162"/>
                      <a:pt x="16" y="162"/>
                    </a:cubicBezTo>
                    <a:cubicBezTo>
                      <a:pt x="16" y="162"/>
                      <a:pt x="0" y="175"/>
                      <a:pt x="0" y="185"/>
                    </a:cubicBezTo>
                    <a:cubicBezTo>
                      <a:pt x="0" y="195"/>
                      <a:pt x="0" y="208"/>
                      <a:pt x="0" y="208"/>
                    </a:cubicBezTo>
                    <a:cubicBezTo>
                      <a:pt x="7" y="208"/>
                      <a:pt x="7" y="208"/>
                      <a:pt x="7" y="208"/>
                    </a:cubicBezTo>
                    <a:cubicBezTo>
                      <a:pt x="7" y="227"/>
                      <a:pt x="7" y="227"/>
                      <a:pt x="7" y="227"/>
                    </a:cubicBezTo>
                    <a:cubicBezTo>
                      <a:pt x="7" y="227"/>
                      <a:pt x="33" y="232"/>
                      <a:pt x="34" y="240"/>
                    </a:cubicBezTo>
                    <a:cubicBezTo>
                      <a:pt x="35" y="248"/>
                      <a:pt x="35" y="266"/>
                      <a:pt x="35" y="266"/>
                    </a:cubicBezTo>
                    <a:cubicBezTo>
                      <a:pt x="35" y="266"/>
                      <a:pt x="67" y="278"/>
                      <a:pt x="67" y="291"/>
                    </a:cubicBezTo>
                    <a:cubicBezTo>
                      <a:pt x="67" y="302"/>
                      <a:pt x="82" y="364"/>
                      <a:pt x="88" y="387"/>
                    </a:cubicBezTo>
                    <a:cubicBezTo>
                      <a:pt x="88" y="387"/>
                      <a:pt x="88" y="387"/>
                      <a:pt x="88" y="387"/>
                    </a:cubicBezTo>
                    <a:cubicBezTo>
                      <a:pt x="90" y="386"/>
                      <a:pt x="91" y="386"/>
                      <a:pt x="93" y="385"/>
                    </a:cubicBezTo>
                    <a:cubicBezTo>
                      <a:pt x="98" y="383"/>
                      <a:pt x="102" y="381"/>
                      <a:pt x="104" y="381"/>
                    </a:cubicBezTo>
                    <a:cubicBezTo>
                      <a:pt x="104" y="381"/>
                      <a:pt x="104" y="381"/>
                      <a:pt x="104" y="381"/>
                    </a:cubicBezTo>
                    <a:cubicBezTo>
                      <a:pt x="104" y="381"/>
                      <a:pt x="104" y="381"/>
                      <a:pt x="104" y="381"/>
                    </a:cubicBezTo>
                    <a:cubicBezTo>
                      <a:pt x="104" y="381"/>
                      <a:pt x="124" y="367"/>
                      <a:pt x="123" y="355"/>
                    </a:cubicBezTo>
                    <a:cubicBezTo>
                      <a:pt x="122" y="343"/>
                      <a:pt x="112" y="323"/>
                      <a:pt x="114" y="317"/>
                    </a:cubicBezTo>
                    <a:cubicBezTo>
                      <a:pt x="116" y="311"/>
                      <a:pt x="129" y="306"/>
                      <a:pt x="129" y="306"/>
                    </a:cubicBezTo>
                    <a:cubicBezTo>
                      <a:pt x="129" y="306"/>
                      <a:pt x="142" y="289"/>
                      <a:pt x="148" y="283"/>
                    </a:cubicBezTo>
                    <a:cubicBezTo>
                      <a:pt x="154" y="277"/>
                      <a:pt x="179" y="273"/>
                      <a:pt x="183" y="265"/>
                    </a:cubicBezTo>
                    <a:cubicBezTo>
                      <a:pt x="187" y="257"/>
                      <a:pt x="172" y="255"/>
                      <a:pt x="172" y="255"/>
                    </a:cubicBezTo>
                    <a:cubicBezTo>
                      <a:pt x="175" y="228"/>
                      <a:pt x="175" y="228"/>
                      <a:pt x="175" y="228"/>
                    </a:cubicBezTo>
                    <a:cubicBezTo>
                      <a:pt x="170" y="227"/>
                      <a:pt x="167" y="226"/>
                      <a:pt x="167" y="226"/>
                    </a:cubicBezTo>
                    <a:cubicBezTo>
                      <a:pt x="160" y="207"/>
                      <a:pt x="160" y="207"/>
                      <a:pt x="160" y="207"/>
                    </a:cubicBezTo>
                    <a:cubicBezTo>
                      <a:pt x="150" y="201"/>
                      <a:pt x="150" y="201"/>
                      <a:pt x="150" y="201"/>
                    </a:cubicBezTo>
                    <a:cubicBezTo>
                      <a:pt x="148" y="212"/>
                      <a:pt x="148" y="212"/>
                      <a:pt x="148" y="212"/>
                    </a:cubicBezTo>
                    <a:cubicBezTo>
                      <a:pt x="142" y="203"/>
                      <a:pt x="142" y="203"/>
                      <a:pt x="142" y="203"/>
                    </a:cubicBezTo>
                    <a:cubicBezTo>
                      <a:pt x="142" y="203"/>
                      <a:pt x="111" y="202"/>
                      <a:pt x="111" y="183"/>
                    </a:cubicBezTo>
                    <a:cubicBezTo>
                      <a:pt x="111" y="164"/>
                      <a:pt x="109" y="174"/>
                      <a:pt x="132" y="154"/>
                    </a:cubicBezTo>
                    <a:cubicBezTo>
                      <a:pt x="155" y="134"/>
                      <a:pt x="169" y="118"/>
                      <a:pt x="156" y="102"/>
                    </a:cubicBezTo>
                    <a:cubicBezTo>
                      <a:pt x="143" y="86"/>
                      <a:pt x="128" y="89"/>
                      <a:pt x="132" y="73"/>
                    </a:cubicBezTo>
                    <a:cubicBezTo>
                      <a:pt x="136" y="57"/>
                      <a:pt x="135" y="59"/>
                      <a:pt x="145" y="50"/>
                    </a:cubicBezTo>
                    <a:cubicBezTo>
                      <a:pt x="155" y="41"/>
                      <a:pt x="163" y="19"/>
                      <a:pt x="156" y="18"/>
                    </a:cubicBezTo>
                    <a:cubicBezTo>
                      <a:pt x="149" y="17"/>
                      <a:pt x="130" y="43"/>
                      <a:pt x="125" y="45"/>
                    </a:cubicBezTo>
                    <a:cubicBezTo>
                      <a:pt x="120" y="47"/>
                      <a:pt x="108" y="33"/>
                      <a:pt x="108" y="33"/>
                    </a:cubicBezTo>
                    <a:cubicBezTo>
                      <a:pt x="108" y="33"/>
                      <a:pt x="127" y="16"/>
                      <a:pt x="110" y="8"/>
                    </a:cubicBezTo>
                    <a:cubicBezTo>
                      <a:pt x="93" y="0"/>
                      <a:pt x="66" y="19"/>
                      <a:pt x="60" y="23"/>
                    </a:cubicBezTo>
                    <a:cubicBezTo>
                      <a:pt x="58" y="24"/>
                      <a:pt x="56" y="25"/>
                      <a:pt x="53" y="25"/>
                    </a:cubicBezTo>
                    <a:cubicBezTo>
                      <a:pt x="53" y="35"/>
                      <a:pt x="53" y="35"/>
                      <a:pt x="53" y="35"/>
                    </a:cubicBezTo>
                    <a:cubicBezTo>
                      <a:pt x="25" y="48"/>
                      <a:pt x="25" y="48"/>
                      <a:pt x="25" y="48"/>
                    </a:cubicBezTo>
                    <a:lnTo>
                      <a:pt x="38" y="52"/>
                    </a:lnTo>
                    <a:close/>
                  </a:path>
                </a:pathLst>
              </a:custGeom>
              <a:solidFill>
                <a:schemeClr val="bg1">
                  <a:alpha val="40000"/>
                </a:schemeClr>
              </a:solidFill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60" name="Freeform 375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39530836-8EDF-4C5F-A173-882C2BF78A4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527" y="1941"/>
                <a:ext cx="382" cy="259"/>
              </a:xfrm>
              <a:custGeom>
                <a:avLst/>
                <a:gdLst/>
                <a:ahLst/>
                <a:cxnLst>
                  <a:cxn ang="0">
                    <a:pos x="101" y="141"/>
                  </a:cxn>
                  <a:cxn ang="0">
                    <a:pos x="106" y="186"/>
                  </a:cxn>
                  <a:cxn ang="0">
                    <a:pos x="105" y="218"/>
                  </a:cxn>
                  <a:cxn ang="0">
                    <a:pos x="116" y="238"/>
                  </a:cxn>
                  <a:cxn ang="0">
                    <a:pos x="123" y="259"/>
                  </a:cxn>
                  <a:cxn ang="0">
                    <a:pos x="84" y="274"/>
                  </a:cxn>
                  <a:cxn ang="0">
                    <a:pos x="62" y="275"/>
                  </a:cxn>
                  <a:cxn ang="0">
                    <a:pos x="44" y="288"/>
                  </a:cxn>
                  <a:cxn ang="0">
                    <a:pos x="8" y="317"/>
                  </a:cxn>
                  <a:cxn ang="0">
                    <a:pos x="616" y="409"/>
                  </a:cxn>
                  <a:cxn ang="0">
                    <a:pos x="603" y="380"/>
                  </a:cxn>
                  <a:cxn ang="0">
                    <a:pos x="604" y="379"/>
                  </a:cxn>
                  <a:cxn ang="0">
                    <a:pos x="605" y="378"/>
                  </a:cxn>
                  <a:cxn ang="0">
                    <a:pos x="606" y="377"/>
                  </a:cxn>
                  <a:cxn ang="0">
                    <a:pos x="610" y="374"/>
                  </a:cxn>
                  <a:cxn ang="0">
                    <a:pos x="590" y="277"/>
                  </a:cxn>
                  <a:cxn ang="0">
                    <a:pos x="557" y="226"/>
                  </a:cxn>
                  <a:cxn ang="0">
                    <a:pos x="530" y="194"/>
                  </a:cxn>
                  <a:cxn ang="0">
                    <a:pos x="523" y="171"/>
                  </a:cxn>
                  <a:cxn ang="0">
                    <a:pos x="553" y="137"/>
                  </a:cxn>
                  <a:cxn ang="0">
                    <a:pos x="556" y="76"/>
                  </a:cxn>
                  <a:cxn ang="0">
                    <a:pos x="548" y="34"/>
                  </a:cxn>
                  <a:cxn ang="0">
                    <a:pos x="576" y="11"/>
                  </a:cxn>
                  <a:cxn ang="0">
                    <a:pos x="547" y="15"/>
                  </a:cxn>
                  <a:cxn ang="0">
                    <a:pos x="510" y="5"/>
                  </a:cxn>
                  <a:cxn ang="0">
                    <a:pos x="485" y="12"/>
                  </a:cxn>
                  <a:cxn ang="0">
                    <a:pos x="465" y="19"/>
                  </a:cxn>
                  <a:cxn ang="0">
                    <a:pos x="427" y="29"/>
                  </a:cxn>
                  <a:cxn ang="0">
                    <a:pos x="326" y="27"/>
                  </a:cxn>
                  <a:cxn ang="0">
                    <a:pos x="283" y="34"/>
                  </a:cxn>
                  <a:cxn ang="0">
                    <a:pos x="196" y="51"/>
                  </a:cxn>
                  <a:cxn ang="0">
                    <a:pos x="135" y="83"/>
                  </a:cxn>
                  <a:cxn ang="0">
                    <a:pos x="90" y="112"/>
                  </a:cxn>
                  <a:cxn ang="0">
                    <a:pos x="105" y="129"/>
                  </a:cxn>
                </a:cxnLst>
                <a:rect l="0" t="0" r="r" b="b"/>
                <a:pathLst>
                  <a:path w="616" h="418">
                    <a:moveTo>
                      <a:pt x="105" y="129"/>
                    </a:moveTo>
                    <a:cubicBezTo>
                      <a:pt x="104" y="130"/>
                      <a:pt x="101" y="141"/>
                      <a:pt x="101" y="141"/>
                    </a:cubicBezTo>
                    <a:cubicBezTo>
                      <a:pt x="109" y="141"/>
                      <a:pt x="109" y="141"/>
                      <a:pt x="109" y="141"/>
                    </a:cubicBezTo>
                    <a:cubicBezTo>
                      <a:pt x="106" y="186"/>
                      <a:pt x="106" y="186"/>
                      <a:pt x="106" y="186"/>
                    </a:cubicBezTo>
                    <a:cubicBezTo>
                      <a:pt x="112" y="197"/>
                      <a:pt x="112" y="197"/>
                      <a:pt x="112" y="197"/>
                    </a:cubicBezTo>
                    <a:cubicBezTo>
                      <a:pt x="105" y="218"/>
                      <a:pt x="105" y="218"/>
                      <a:pt x="105" y="218"/>
                    </a:cubicBezTo>
                    <a:cubicBezTo>
                      <a:pt x="119" y="218"/>
                      <a:pt x="119" y="218"/>
                      <a:pt x="119" y="218"/>
                    </a:cubicBezTo>
                    <a:cubicBezTo>
                      <a:pt x="116" y="238"/>
                      <a:pt x="116" y="238"/>
                      <a:pt x="116" y="238"/>
                    </a:cubicBezTo>
                    <a:cubicBezTo>
                      <a:pt x="134" y="250"/>
                      <a:pt x="134" y="250"/>
                      <a:pt x="134" y="250"/>
                    </a:cubicBezTo>
                    <a:cubicBezTo>
                      <a:pt x="134" y="250"/>
                      <a:pt x="125" y="256"/>
                      <a:pt x="123" y="259"/>
                    </a:cubicBezTo>
                    <a:cubicBezTo>
                      <a:pt x="121" y="262"/>
                      <a:pt x="122" y="269"/>
                      <a:pt x="122" y="269"/>
                    </a:cubicBezTo>
                    <a:cubicBezTo>
                      <a:pt x="84" y="274"/>
                      <a:pt x="84" y="274"/>
                      <a:pt x="84" y="274"/>
                    </a:cubicBezTo>
                    <a:cubicBezTo>
                      <a:pt x="84" y="274"/>
                      <a:pt x="74" y="268"/>
                      <a:pt x="70" y="268"/>
                    </a:cubicBezTo>
                    <a:cubicBezTo>
                      <a:pt x="66" y="268"/>
                      <a:pt x="62" y="275"/>
                      <a:pt x="62" y="275"/>
                    </a:cubicBezTo>
                    <a:cubicBezTo>
                      <a:pt x="62" y="275"/>
                      <a:pt x="54" y="270"/>
                      <a:pt x="49" y="273"/>
                    </a:cubicBezTo>
                    <a:cubicBezTo>
                      <a:pt x="44" y="276"/>
                      <a:pt x="51" y="283"/>
                      <a:pt x="44" y="288"/>
                    </a:cubicBezTo>
                    <a:cubicBezTo>
                      <a:pt x="37" y="293"/>
                      <a:pt x="15" y="287"/>
                      <a:pt x="7" y="294"/>
                    </a:cubicBezTo>
                    <a:cubicBezTo>
                      <a:pt x="0" y="300"/>
                      <a:pt x="6" y="314"/>
                      <a:pt x="8" y="317"/>
                    </a:cubicBezTo>
                    <a:cubicBezTo>
                      <a:pt x="149" y="382"/>
                      <a:pt x="306" y="418"/>
                      <a:pt x="472" y="418"/>
                    </a:cubicBezTo>
                    <a:cubicBezTo>
                      <a:pt x="521" y="418"/>
                      <a:pt x="569" y="415"/>
                      <a:pt x="616" y="409"/>
                    </a:cubicBezTo>
                    <a:cubicBezTo>
                      <a:pt x="609" y="396"/>
                      <a:pt x="603" y="384"/>
                      <a:pt x="603" y="381"/>
                    </a:cubicBezTo>
                    <a:cubicBezTo>
                      <a:pt x="603" y="381"/>
                      <a:pt x="603" y="380"/>
                      <a:pt x="603" y="380"/>
                    </a:cubicBezTo>
                    <a:cubicBezTo>
                      <a:pt x="603" y="380"/>
                      <a:pt x="603" y="380"/>
                      <a:pt x="603" y="379"/>
                    </a:cubicBezTo>
                    <a:cubicBezTo>
                      <a:pt x="603" y="379"/>
                      <a:pt x="603" y="379"/>
                      <a:pt x="604" y="379"/>
                    </a:cubicBezTo>
                    <a:cubicBezTo>
                      <a:pt x="604" y="379"/>
                      <a:pt x="604" y="378"/>
                      <a:pt x="604" y="378"/>
                    </a:cubicBezTo>
                    <a:cubicBezTo>
                      <a:pt x="604" y="378"/>
                      <a:pt x="604" y="378"/>
                      <a:pt x="605" y="378"/>
                    </a:cubicBezTo>
                    <a:cubicBezTo>
                      <a:pt x="605" y="378"/>
                      <a:pt x="605" y="377"/>
                      <a:pt x="605" y="377"/>
                    </a:cubicBezTo>
                    <a:cubicBezTo>
                      <a:pt x="605" y="377"/>
                      <a:pt x="606" y="377"/>
                      <a:pt x="606" y="377"/>
                    </a:cubicBezTo>
                    <a:cubicBezTo>
                      <a:pt x="607" y="376"/>
                      <a:pt x="608" y="375"/>
                      <a:pt x="610" y="374"/>
                    </a:cubicBezTo>
                    <a:cubicBezTo>
                      <a:pt x="610" y="374"/>
                      <a:pt x="610" y="374"/>
                      <a:pt x="610" y="374"/>
                    </a:cubicBezTo>
                    <a:cubicBezTo>
                      <a:pt x="610" y="374"/>
                      <a:pt x="611" y="374"/>
                      <a:pt x="611" y="373"/>
                    </a:cubicBezTo>
                    <a:cubicBezTo>
                      <a:pt x="605" y="350"/>
                      <a:pt x="590" y="288"/>
                      <a:pt x="590" y="277"/>
                    </a:cubicBezTo>
                    <a:cubicBezTo>
                      <a:pt x="590" y="264"/>
                      <a:pt x="558" y="252"/>
                      <a:pt x="558" y="252"/>
                    </a:cubicBezTo>
                    <a:cubicBezTo>
                      <a:pt x="558" y="252"/>
                      <a:pt x="558" y="234"/>
                      <a:pt x="557" y="226"/>
                    </a:cubicBezTo>
                    <a:cubicBezTo>
                      <a:pt x="556" y="218"/>
                      <a:pt x="530" y="213"/>
                      <a:pt x="530" y="213"/>
                    </a:cubicBezTo>
                    <a:cubicBezTo>
                      <a:pt x="530" y="194"/>
                      <a:pt x="530" y="194"/>
                      <a:pt x="530" y="194"/>
                    </a:cubicBezTo>
                    <a:cubicBezTo>
                      <a:pt x="523" y="194"/>
                      <a:pt x="523" y="194"/>
                      <a:pt x="523" y="194"/>
                    </a:cubicBezTo>
                    <a:cubicBezTo>
                      <a:pt x="523" y="194"/>
                      <a:pt x="523" y="181"/>
                      <a:pt x="523" y="171"/>
                    </a:cubicBezTo>
                    <a:cubicBezTo>
                      <a:pt x="523" y="161"/>
                      <a:pt x="539" y="148"/>
                      <a:pt x="539" y="148"/>
                    </a:cubicBezTo>
                    <a:cubicBezTo>
                      <a:pt x="553" y="137"/>
                      <a:pt x="553" y="137"/>
                      <a:pt x="553" y="137"/>
                    </a:cubicBezTo>
                    <a:cubicBezTo>
                      <a:pt x="553" y="137"/>
                      <a:pt x="560" y="115"/>
                      <a:pt x="561" y="105"/>
                    </a:cubicBezTo>
                    <a:cubicBezTo>
                      <a:pt x="562" y="95"/>
                      <a:pt x="560" y="83"/>
                      <a:pt x="556" y="76"/>
                    </a:cubicBezTo>
                    <a:cubicBezTo>
                      <a:pt x="552" y="69"/>
                      <a:pt x="561" y="38"/>
                      <a:pt x="561" y="38"/>
                    </a:cubicBezTo>
                    <a:cubicBezTo>
                      <a:pt x="548" y="34"/>
                      <a:pt x="548" y="34"/>
                      <a:pt x="548" y="34"/>
                    </a:cubicBezTo>
                    <a:cubicBezTo>
                      <a:pt x="576" y="21"/>
                      <a:pt x="576" y="21"/>
                      <a:pt x="576" y="21"/>
                    </a:cubicBezTo>
                    <a:cubicBezTo>
                      <a:pt x="576" y="11"/>
                      <a:pt x="576" y="11"/>
                      <a:pt x="576" y="11"/>
                    </a:cubicBezTo>
                    <a:cubicBezTo>
                      <a:pt x="567" y="11"/>
                      <a:pt x="556" y="10"/>
                      <a:pt x="556" y="10"/>
                    </a:cubicBezTo>
                    <a:cubicBezTo>
                      <a:pt x="547" y="15"/>
                      <a:pt x="547" y="15"/>
                      <a:pt x="547" y="15"/>
                    </a:cubicBezTo>
                    <a:cubicBezTo>
                      <a:pt x="520" y="3"/>
                      <a:pt x="520" y="3"/>
                      <a:pt x="520" y="3"/>
                    </a:cubicBezTo>
                    <a:cubicBezTo>
                      <a:pt x="510" y="5"/>
                      <a:pt x="510" y="5"/>
                      <a:pt x="510" y="5"/>
                    </a:cubicBezTo>
                    <a:cubicBezTo>
                      <a:pt x="510" y="14"/>
                      <a:pt x="510" y="14"/>
                      <a:pt x="510" y="14"/>
                    </a:cubicBezTo>
                    <a:cubicBezTo>
                      <a:pt x="485" y="12"/>
                      <a:pt x="485" y="12"/>
                      <a:pt x="485" y="12"/>
                    </a:cubicBezTo>
                    <a:cubicBezTo>
                      <a:pt x="469" y="0"/>
                      <a:pt x="469" y="0"/>
                      <a:pt x="469" y="0"/>
                    </a:cubicBezTo>
                    <a:cubicBezTo>
                      <a:pt x="465" y="19"/>
                      <a:pt x="465" y="19"/>
                      <a:pt x="465" y="19"/>
                    </a:cubicBezTo>
                    <a:cubicBezTo>
                      <a:pt x="445" y="14"/>
                      <a:pt x="445" y="14"/>
                      <a:pt x="445" y="14"/>
                    </a:cubicBezTo>
                    <a:cubicBezTo>
                      <a:pt x="427" y="29"/>
                      <a:pt x="427" y="29"/>
                      <a:pt x="427" y="29"/>
                    </a:cubicBezTo>
                    <a:cubicBezTo>
                      <a:pt x="427" y="29"/>
                      <a:pt x="403" y="17"/>
                      <a:pt x="372" y="18"/>
                    </a:cubicBezTo>
                    <a:cubicBezTo>
                      <a:pt x="341" y="19"/>
                      <a:pt x="340" y="26"/>
                      <a:pt x="326" y="27"/>
                    </a:cubicBezTo>
                    <a:cubicBezTo>
                      <a:pt x="312" y="28"/>
                      <a:pt x="286" y="27"/>
                      <a:pt x="286" y="27"/>
                    </a:cubicBezTo>
                    <a:cubicBezTo>
                      <a:pt x="283" y="34"/>
                      <a:pt x="283" y="34"/>
                      <a:pt x="283" y="34"/>
                    </a:cubicBezTo>
                    <a:cubicBezTo>
                      <a:pt x="244" y="33"/>
                      <a:pt x="244" y="33"/>
                      <a:pt x="244" y="33"/>
                    </a:cubicBezTo>
                    <a:cubicBezTo>
                      <a:pt x="244" y="33"/>
                      <a:pt x="197" y="43"/>
                      <a:pt x="196" y="51"/>
                    </a:cubicBezTo>
                    <a:cubicBezTo>
                      <a:pt x="195" y="59"/>
                      <a:pt x="187" y="72"/>
                      <a:pt x="187" y="72"/>
                    </a:cubicBezTo>
                    <a:cubicBezTo>
                      <a:pt x="187" y="72"/>
                      <a:pt x="137" y="74"/>
                      <a:pt x="135" y="83"/>
                    </a:cubicBezTo>
                    <a:cubicBezTo>
                      <a:pt x="133" y="92"/>
                      <a:pt x="111" y="113"/>
                      <a:pt x="96" y="113"/>
                    </a:cubicBezTo>
                    <a:cubicBezTo>
                      <a:pt x="94" y="113"/>
                      <a:pt x="92" y="113"/>
                      <a:pt x="90" y="112"/>
                    </a:cubicBezTo>
                    <a:cubicBezTo>
                      <a:pt x="90" y="112"/>
                      <a:pt x="90" y="112"/>
                      <a:pt x="90" y="112"/>
                    </a:cubicBezTo>
                    <a:cubicBezTo>
                      <a:pt x="91" y="116"/>
                      <a:pt x="95" y="125"/>
                      <a:pt x="105" y="129"/>
                    </a:cubicBezTo>
                    <a:close/>
                  </a:path>
                </a:pathLst>
              </a:custGeom>
              <a:solidFill>
                <a:schemeClr val="bg1">
                  <a:alpha val="40000"/>
                </a:schemeClr>
              </a:solidFill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61" name="Freeform 376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E8B85AC8-AB1F-40E5-B12A-7A69A864087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902" y="2074"/>
                <a:ext cx="202" cy="120"/>
              </a:xfrm>
              <a:custGeom>
                <a:avLst/>
                <a:gdLst/>
                <a:ahLst/>
                <a:cxnLst>
                  <a:cxn ang="0">
                    <a:pos x="103" y="37"/>
                  </a:cxn>
                  <a:cxn ang="0">
                    <a:pos x="68" y="55"/>
                  </a:cxn>
                  <a:cxn ang="0">
                    <a:pos x="49" y="78"/>
                  </a:cxn>
                  <a:cxn ang="0">
                    <a:pos x="34" y="89"/>
                  </a:cxn>
                  <a:cxn ang="0">
                    <a:pos x="43" y="127"/>
                  </a:cxn>
                  <a:cxn ang="0">
                    <a:pos x="24" y="153"/>
                  </a:cxn>
                  <a:cxn ang="0">
                    <a:pos x="24" y="153"/>
                  </a:cxn>
                  <a:cxn ang="0">
                    <a:pos x="24" y="153"/>
                  </a:cxn>
                  <a:cxn ang="0">
                    <a:pos x="13" y="157"/>
                  </a:cxn>
                  <a:cxn ang="0">
                    <a:pos x="8" y="159"/>
                  </a:cxn>
                  <a:cxn ang="0">
                    <a:pos x="8" y="159"/>
                  </a:cxn>
                  <a:cxn ang="0">
                    <a:pos x="7" y="160"/>
                  </a:cxn>
                  <a:cxn ang="0">
                    <a:pos x="7" y="160"/>
                  </a:cxn>
                  <a:cxn ang="0">
                    <a:pos x="3" y="163"/>
                  </a:cxn>
                  <a:cxn ang="0">
                    <a:pos x="2" y="163"/>
                  </a:cxn>
                  <a:cxn ang="0">
                    <a:pos x="2" y="164"/>
                  </a:cxn>
                  <a:cxn ang="0">
                    <a:pos x="1" y="164"/>
                  </a:cxn>
                  <a:cxn ang="0">
                    <a:pos x="1" y="165"/>
                  </a:cxn>
                  <a:cxn ang="0">
                    <a:pos x="0" y="165"/>
                  </a:cxn>
                  <a:cxn ang="0">
                    <a:pos x="0" y="166"/>
                  </a:cxn>
                  <a:cxn ang="0">
                    <a:pos x="0" y="167"/>
                  </a:cxn>
                  <a:cxn ang="0">
                    <a:pos x="13" y="195"/>
                  </a:cxn>
                  <a:cxn ang="0">
                    <a:pos x="327" y="106"/>
                  </a:cxn>
                  <a:cxn ang="0">
                    <a:pos x="288" y="97"/>
                  </a:cxn>
                  <a:cxn ang="0">
                    <a:pos x="270" y="53"/>
                  </a:cxn>
                  <a:cxn ang="0">
                    <a:pos x="243" y="40"/>
                  </a:cxn>
                  <a:cxn ang="0">
                    <a:pos x="211" y="21"/>
                  </a:cxn>
                  <a:cxn ang="0">
                    <a:pos x="172" y="20"/>
                  </a:cxn>
                  <a:cxn ang="0">
                    <a:pos x="142" y="24"/>
                  </a:cxn>
                  <a:cxn ang="0">
                    <a:pos x="106" y="3"/>
                  </a:cxn>
                  <a:cxn ang="0">
                    <a:pos x="95" y="0"/>
                  </a:cxn>
                  <a:cxn ang="0">
                    <a:pos x="92" y="27"/>
                  </a:cxn>
                  <a:cxn ang="0">
                    <a:pos x="103" y="37"/>
                  </a:cxn>
                </a:cxnLst>
                <a:rect l="0" t="0" r="r" b="b"/>
                <a:pathLst>
                  <a:path w="327" h="195">
                    <a:moveTo>
                      <a:pt x="103" y="37"/>
                    </a:moveTo>
                    <a:cubicBezTo>
                      <a:pt x="99" y="45"/>
                      <a:pt x="74" y="49"/>
                      <a:pt x="68" y="55"/>
                    </a:cubicBezTo>
                    <a:cubicBezTo>
                      <a:pt x="62" y="61"/>
                      <a:pt x="49" y="78"/>
                      <a:pt x="49" y="78"/>
                    </a:cubicBezTo>
                    <a:cubicBezTo>
                      <a:pt x="49" y="78"/>
                      <a:pt x="36" y="83"/>
                      <a:pt x="34" y="89"/>
                    </a:cubicBezTo>
                    <a:cubicBezTo>
                      <a:pt x="32" y="95"/>
                      <a:pt x="42" y="115"/>
                      <a:pt x="43" y="127"/>
                    </a:cubicBezTo>
                    <a:cubicBezTo>
                      <a:pt x="44" y="139"/>
                      <a:pt x="24" y="153"/>
                      <a:pt x="24" y="153"/>
                    </a:cubicBezTo>
                    <a:cubicBezTo>
                      <a:pt x="24" y="153"/>
                      <a:pt x="24" y="153"/>
                      <a:pt x="24" y="153"/>
                    </a:cubicBezTo>
                    <a:cubicBezTo>
                      <a:pt x="24" y="153"/>
                      <a:pt x="24" y="153"/>
                      <a:pt x="24" y="153"/>
                    </a:cubicBezTo>
                    <a:cubicBezTo>
                      <a:pt x="22" y="153"/>
                      <a:pt x="18" y="155"/>
                      <a:pt x="13" y="157"/>
                    </a:cubicBezTo>
                    <a:cubicBezTo>
                      <a:pt x="11" y="158"/>
                      <a:pt x="10" y="158"/>
                      <a:pt x="8" y="159"/>
                    </a:cubicBezTo>
                    <a:cubicBezTo>
                      <a:pt x="8" y="159"/>
                      <a:pt x="8" y="159"/>
                      <a:pt x="8" y="159"/>
                    </a:cubicBezTo>
                    <a:cubicBezTo>
                      <a:pt x="8" y="160"/>
                      <a:pt x="7" y="160"/>
                      <a:pt x="7" y="160"/>
                    </a:cubicBezTo>
                    <a:cubicBezTo>
                      <a:pt x="7" y="160"/>
                      <a:pt x="7" y="160"/>
                      <a:pt x="7" y="160"/>
                    </a:cubicBezTo>
                    <a:cubicBezTo>
                      <a:pt x="5" y="161"/>
                      <a:pt x="4" y="162"/>
                      <a:pt x="3" y="163"/>
                    </a:cubicBezTo>
                    <a:cubicBezTo>
                      <a:pt x="3" y="163"/>
                      <a:pt x="2" y="163"/>
                      <a:pt x="2" y="163"/>
                    </a:cubicBezTo>
                    <a:cubicBezTo>
                      <a:pt x="2" y="163"/>
                      <a:pt x="2" y="164"/>
                      <a:pt x="2" y="164"/>
                    </a:cubicBezTo>
                    <a:cubicBezTo>
                      <a:pt x="1" y="164"/>
                      <a:pt x="1" y="164"/>
                      <a:pt x="1" y="164"/>
                    </a:cubicBezTo>
                    <a:cubicBezTo>
                      <a:pt x="1" y="164"/>
                      <a:pt x="1" y="165"/>
                      <a:pt x="1" y="165"/>
                    </a:cubicBezTo>
                    <a:cubicBezTo>
                      <a:pt x="0" y="165"/>
                      <a:pt x="0" y="165"/>
                      <a:pt x="0" y="165"/>
                    </a:cubicBezTo>
                    <a:cubicBezTo>
                      <a:pt x="0" y="166"/>
                      <a:pt x="0" y="166"/>
                      <a:pt x="0" y="166"/>
                    </a:cubicBezTo>
                    <a:cubicBezTo>
                      <a:pt x="0" y="166"/>
                      <a:pt x="0" y="167"/>
                      <a:pt x="0" y="167"/>
                    </a:cubicBezTo>
                    <a:cubicBezTo>
                      <a:pt x="0" y="170"/>
                      <a:pt x="6" y="182"/>
                      <a:pt x="13" y="195"/>
                    </a:cubicBezTo>
                    <a:cubicBezTo>
                      <a:pt x="123" y="181"/>
                      <a:pt x="229" y="150"/>
                      <a:pt x="327" y="106"/>
                    </a:cubicBezTo>
                    <a:cubicBezTo>
                      <a:pt x="312" y="107"/>
                      <a:pt x="296" y="107"/>
                      <a:pt x="288" y="97"/>
                    </a:cubicBezTo>
                    <a:cubicBezTo>
                      <a:pt x="275" y="81"/>
                      <a:pt x="279" y="69"/>
                      <a:pt x="270" y="53"/>
                    </a:cubicBezTo>
                    <a:cubicBezTo>
                      <a:pt x="261" y="37"/>
                      <a:pt x="243" y="40"/>
                      <a:pt x="243" y="40"/>
                    </a:cubicBezTo>
                    <a:cubicBezTo>
                      <a:pt x="243" y="40"/>
                      <a:pt x="219" y="22"/>
                      <a:pt x="211" y="21"/>
                    </a:cubicBezTo>
                    <a:cubicBezTo>
                      <a:pt x="203" y="20"/>
                      <a:pt x="179" y="19"/>
                      <a:pt x="172" y="20"/>
                    </a:cubicBezTo>
                    <a:cubicBezTo>
                      <a:pt x="165" y="21"/>
                      <a:pt x="153" y="28"/>
                      <a:pt x="142" y="24"/>
                    </a:cubicBezTo>
                    <a:cubicBezTo>
                      <a:pt x="131" y="20"/>
                      <a:pt x="111" y="4"/>
                      <a:pt x="106" y="3"/>
                    </a:cubicBezTo>
                    <a:cubicBezTo>
                      <a:pt x="103" y="2"/>
                      <a:pt x="99" y="1"/>
                      <a:pt x="95" y="0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92" y="27"/>
                      <a:pt x="107" y="29"/>
                      <a:pt x="103" y="37"/>
                    </a:cubicBezTo>
                    <a:close/>
                  </a:path>
                </a:pathLst>
              </a:custGeom>
              <a:solidFill>
                <a:schemeClr val="bg1">
                  <a:alpha val="40000"/>
                </a:schemeClr>
              </a:solidFill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62" name="Freeform 377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BBFC7974-480E-4D8F-8B84-CA61C352E32E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3161" y="1353"/>
                <a:ext cx="75" cy="30"/>
              </a:xfrm>
              <a:custGeom>
                <a:avLst/>
                <a:gdLst/>
                <a:ahLst/>
                <a:cxnLst>
                  <a:cxn ang="0">
                    <a:pos x="13" y="45"/>
                  </a:cxn>
                  <a:cxn ang="0">
                    <a:pos x="34" y="42"/>
                  </a:cxn>
                  <a:cxn ang="0">
                    <a:pos x="51" y="49"/>
                  </a:cxn>
                  <a:cxn ang="0">
                    <a:pos x="90" y="48"/>
                  </a:cxn>
                  <a:cxn ang="0">
                    <a:pos x="113" y="49"/>
                  </a:cxn>
                  <a:cxn ang="0">
                    <a:pos x="113" y="49"/>
                  </a:cxn>
                  <a:cxn ang="0">
                    <a:pos x="113" y="49"/>
                  </a:cxn>
                  <a:cxn ang="0">
                    <a:pos x="113" y="49"/>
                  </a:cxn>
                  <a:cxn ang="0">
                    <a:pos x="113" y="48"/>
                  </a:cxn>
                  <a:cxn ang="0">
                    <a:pos x="113" y="48"/>
                  </a:cxn>
                  <a:cxn ang="0">
                    <a:pos x="113" y="48"/>
                  </a:cxn>
                  <a:cxn ang="0">
                    <a:pos x="113" y="48"/>
                  </a:cxn>
                  <a:cxn ang="0">
                    <a:pos x="114" y="44"/>
                  </a:cxn>
                  <a:cxn ang="0">
                    <a:pos x="116" y="44"/>
                  </a:cxn>
                  <a:cxn ang="0">
                    <a:pos x="116" y="44"/>
                  </a:cxn>
                  <a:cxn ang="0">
                    <a:pos x="117" y="44"/>
                  </a:cxn>
                  <a:cxn ang="0">
                    <a:pos x="117" y="44"/>
                  </a:cxn>
                  <a:cxn ang="0">
                    <a:pos x="112" y="34"/>
                  </a:cxn>
                  <a:cxn ang="0">
                    <a:pos x="121" y="22"/>
                  </a:cxn>
                  <a:cxn ang="0">
                    <a:pos x="111" y="7"/>
                  </a:cxn>
                  <a:cxn ang="0">
                    <a:pos x="79" y="11"/>
                  </a:cxn>
                  <a:cxn ang="0">
                    <a:pos x="77" y="5"/>
                  </a:cxn>
                  <a:cxn ang="0">
                    <a:pos x="69" y="6"/>
                  </a:cxn>
                  <a:cxn ang="0">
                    <a:pos x="66" y="0"/>
                  </a:cxn>
                  <a:cxn ang="0">
                    <a:pos x="61" y="0"/>
                  </a:cxn>
                  <a:cxn ang="0">
                    <a:pos x="53" y="14"/>
                  </a:cxn>
                  <a:cxn ang="0">
                    <a:pos x="6" y="16"/>
                  </a:cxn>
                  <a:cxn ang="0">
                    <a:pos x="13" y="32"/>
                  </a:cxn>
                  <a:cxn ang="0">
                    <a:pos x="8" y="41"/>
                  </a:cxn>
                  <a:cxn ang="0">
                    <a:pos x="8" y="40"/>
                  </a:cxn>
                  <a:cxn ang="0">
                    <a:pos x="13" y="45"/>
                  </a:cxn>
                </a:cxnLst>
                <a:rect l="0" t="0" r="r" b="b"/>
                <a:pathLst>
                  <a:path w="122" h="49">
                    <a:moveTo>
                      <a:pt x="13" y="45"/>
                    </a:moveTo>
                    <a:cubicBezTo>
                      <a:pt x="13" y="45"/>
                      <a:pt x="25" y="40"/>
                      <a:pt x="34" y="42"/>
                    </a:cubicBezTo>
                    <a:cubicBezTo>
                      <a:pt x="43" y="44"/>
                      <a:pt x="51" y="49"/>
                      <a:pt x="51" y="49"/>
                    </a:cubicBezTo>
                    <a:cubicBezTo>
                      <a:pt x="51" y="49"/>
                      <a:pt x="82" y="47"/>
                      <a:pt x="90" y="48"/>
                    </a:cubicBezTo>
                    <a:cubicBezTo>
                      <a:pt x="98" y="49"/>
                      <a:pt x="113" y="49"/>
                      <a:pt x="113" y="49"/>
                    </a:cubicBezTo>
                    <a:cubicBezTo>
                      <a:pt x="113" y="49"/>
                      <a:pt x="113" y="49"/>
                      <a:pt x="113" y="49"/>
                    </a:cubicBezTo>
                    <a:cubicBezTo>
                      <a:pt x="113" y="49"/>
                      <a:pt x="113" y="49"/>
                      <a:pt x="113" y="49"/>
                    </a:cubicBezTo>
                    <a:cubicBezTo>
                      <a:pt x="113" y="49"/>
                      <a:pt x="113" y="49"/>
                      <a:pt x="113" y="49"/>
                    </a:cubicBezTo>
                    <a:cubicBezTo>
                      <a:pt x="113" y="49"/>
                      <a:pt x="113" y="49"/>
                      <a:pt x="113" y="48"/>
                    </a:cubicBezTo>
                    <a:cubicBezTo>
                      <a:pt x="113" y="48"/>
                      <a:pt x="113" y="48"/>
                      <a:pt x="113" y="48"/>
                    </a:cubicBezTo>
                    <a:cubicBezTo>
                      <a:pt x="113" y="48"/>
                      <a:pt x="113" y="48"/>
                      <a:pt x="113" y="48"/>
                    </a:cubicBezTo>
                    <a:cubicBezTo>
                      <a:pt x="113" y="48"/>
                      <a:pt x="113" y="48"/>
                      <a:pt x="113" y="48"/>
                    </a:cubicBezTo>
                    <a:cubicBezTo>
                      <a:pt x="112" y="47"/>
                      <a:pt x="111" y="45"/>
                      <a:pt x="114" y="44"/>
                    </a:cubicBezTo>
                    <a:cubicBezTo>
                      <a:pt x="115" y="44"/>
                      <a:pt x="115" y="44"/>
                      <a:pt x="116" y="44"/>
                    </a:cubicBezTo>
                    <a:cubicBezTo>
                      <a:pt x="116" y="44"/>
                      <a:pt x="116" y="44"/>
                      <a:pt x="116" y="44"/>
                    </a:cubicBezTo>
                    <a:cubicBezTo>
                      <a:pt x="116" y="44"/>
                      <a:pt x="117" y="44"/>
                      <a:pt x="117" y="44"/>
                    </a:cubicBezTo>
                    <a:cubicBezTo>
                      <a:pt x="117" y="44"/>
                      <a:pt x="117" y="44"/>
                      <a:pt x="117" y="44"/>
                    </a:cubicBezTo>
                    <a:cubicBezTo>
                      <a:pt x="112" y="34"/>
                      <a:pt x="112" y="34"/>
                      <a:pt x="112" y="34"/>
                    </a:cubicBezTo>
                    <a:cubicBezTo>
                      <a:pt x="112" y="34"/>
                      <a:pt x="120" y="27"/>
                      <a:pt x="121" y="22"/>
                    </a:cubicBezTo>
                    <a:cubicBezTo>
                      <a:pt x="122" y="17"/>
                      <a:pt x="119" y="6"/>
                      <a:pt x="111" y="7"/>
                    </a:cubicBezTo>
                    <a:cubicBezTo>
                      <a:pt x="103" y="8"/>
                      <a:pt x="79" y="11"/>
                      <a:pt x="79" y="11"/>
                    </a:cubicBezTo>
                    <a:cubicBezTo>
                      <a:pt x="77" y="5"/>
                      <a:pt x="77" y="5"/>
                      <a:pt x="77" y="5"/>
                    </a:cubicBezTo>
                    <a:cubicBezTo>
                      <a:pt x="69" y="6"/>
                      <a:pt x="69" y="6"/>
                      <a:pt x="69" y="6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1" y="0"/>
                      <a:pt x="61" y="0"/>
                      <a:pt x="61" y="0"/>
                    </a:cubicBezTo>
                    <a:cubicBezTo>
                      <a:pt x="61" y="5"/>
                      <a:pt x="53" y="14"/>
                      <a:pt x="53" y="14"/>
                    </a:cubicBezTo>
                    <a:cubicBezTo>
                      <a:pt x="53" y="14"/>
                      <a:pt x="12" y="9"/>
                      <a:pt x="6" y="16"/>
                    </a:cubicBezTo>
                    <a:cubicBezTo>
                      <a:pt x="0" y="23"/>
                      <a:pt x="13" y="32"/>
                      <a:pt x="13" y="32"/>
                    </a:cubicBezTo>
                    <a:cubicBezTo>
                      <a:pt x="8" y="41"/>
                      <a:pt x="8" y="41"/>
                      <a:pt x="8" y="41"/>
                    </a:cubicBezTo>
                    <a:cubicBezTo>
                      <a:pt x="8" y="40"/>
                      <a:pt x="8" y="40"/>
                      <a:pt x="8" y="40"/>
                    </a:cubicBezTo>
                    <a:lnTo>
                      <a:pt x="13" y="45"/>
                    </a:ln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63" name="Freeform 378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B54D4A94-028A-458F-83F0-3D7A871A458C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3233" y="1380"/>
                <a:ext cx="1" cy="0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0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64" name="Freeform 379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EB70475D-7D02-4983-9452-3F808C76101D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3231" y="13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65" name="Freeform 380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E49ABAC1-132B-4A01-B11A-1BF6A4C24DB3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3231" y="1382"/>
                <a:ext cx="0" cy="1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0" y="0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66" name="Freeform 381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1A2E3605-3C2A-4221-8E5A-62F56E4A6DA3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3231" y="13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67" name="Freeform 382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54D08871-2D4F-4B5C-891E-7379FD47C09A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3229" y="1380"/>
                <a:ext cx="2" cy="2"/>
              </a:xfrm>
              <a:custGeom>
                <a:avLst/>
                <a:gdLst/>
                <a:ahLst/>
                <a:cxnLst>
                  <a:cxn ang="0">
                    <a:pos x="2" y="4"/>
                  </a:cxn>
                  <a:cxn ang="0">
                    <a:pos x="3" y="0"/>
                  </a:cxn>
                  <a:cxn ang="0">
                    <a:pos x="2" y="4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3"/>
                      <a:pt x="0" y="1"/>
                      <a:pt x="3" y="0"/>
                    </a:cubicBezTo>
                    <a:cubicBezTo>
                      <a:pt x="0" y="1"/>
                      <a:pt x="1" y="3"/>
                      <a:pt x="2" y="4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68" name="Freeform 383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1B505AB8-717E-4FFD-919F-AD8A43391455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3231" y="1380"/>
                <a:ext cx="2" cy="0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0" y="0"/>
                  </a:cxn>
                  <a:cxn ang="0">
                    <a:pos x="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69" name="Freeform 384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C56EC439-D575-4964-A165-8A4F3A742170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3112" y="1270"/>
                <a:ext cx="26" cy="32"/>
              </a:xfrm>
              <a:custGeom>
                <a:avLst/>
                <a:gdLst/>
                <a:ahLst/>
                <a:cxnLst>
                  <a:cxn ang="0">
                    <a:pos x="3" y="18"/>
                  </a:cxn>
                  <a:cxn ang="0">
                    <a:pos x="12" y="52"/>
                  </a:cxn>
                  <a:cxn ang="0">
                    <a:pos x="20" y="35"/>
                  </a:cxn>
                  <a:cxn ang="0">
                    <a:pos x="31" y="29"/>
                  </a:cxn>
                  <a:cxn ang="0">
                    <a:pos x="31" y="12"/>
                  </a:cxn>
                  <a:cxn ang="0">
                    <a:pos x="42" y="0"/>
                  </a:cxn>
                  <a:cxn ang="0">
                    <a:pos x="3" y="18"/>
                  </a:cxn>
                </a:cxnLst>
                <a:rect l="0" t="0" r="r" b="b"/>
                <a:pathLst>
                  <a:path w="42" h="52">
                    <a:moveTo>
                      <a:pt x="3" y="18"/>
                    </a:moveTo>
                    <a:cubicBezTo>
                      <a:pt x="0" y="29"/>
                      <a:pt x="12" y="52"/>
                      <a:pt x="12" y="52"/>
                    </a:cubicBezTo>
                    <a:cubicBezTo>
                      <a:pt x="20" y="35"/>
                      <a:pt x="20" y="35"/>
                      <a:pt x="20" y="35"/>
                    </a:cubicBezTo>
                    <a:cubicBezTo>
                      <a:pt x="20" y="35"/>
                      <a:pt x="26" y="38"/>
                      <a:pt x="31" y="29"/>
                    </a:cubicBezTo>
                    <a:cubicBezTo>
                      <a:pt x="37" y="21"/>
                      <a:pt x="31" y="12"/>
                      <a:pt x="31" y="12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6" y="7"/>
                      <a:pt x="3" y="18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70" name="Freeform 385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377E00EB-F48C-4C5B-80EA-0DA22F8B4007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3075" y="1287"/>
                <a:ext cx="19" cy="35"/>
              </a:xfrm>
              <a:custGeom>
                <a:avLst/>
                <a:gdLst/>
                <a:ahLst/>
                <a:cxnLst>
                  <a:cxn ang="0">
                    <a:pos x="31" y="13"/>
                  </a:cxn>
                  <a:cxn ang="0">
                    <a:pos x="27" y="0"/>
                  </a:cxn>
                  <a:cxn ang="0">
                    <a:pos x="1" y="40"/>
                  </a:cxn>
                  <a:cxn ang="0">
                    <a:pos x="0" y="58"/>
                  </a:cxn>
                  <a:cxn ang="0">
                    <a:pos x="17" y="27"/>
                  </a:cxn>
                  <a:cxn ang="0">
                    <a:pos x="31" y="13"/>
                  </a:cxn>
                </a:cxnLst>
                <a:rect l="0" t="0" r="r" b="b"/>
                <a:pathLst>
                  <a:path w="31" h="58">
                    <a:moveTo>
                      <a:pt x="31" y="13"/>
                    </a:move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1" y="34"/>
                      <a:pt x="1" y="40"/>
                    </a:cubicBezTo>
                    <a:cubicBezTo>
                      <a:pt x="1" y="45"/>
                      <a:pt x="0" y="58"/>
                      <a:pt x="0" y="58"/>
                    </a:cubicBezTo>
                    <a:cubicBezTo>
                      <a:pt x="8" y="58"/>
                      <a:pt x="17" y="27"/>
                      <a:pt x="17" y="27"/>
                    </a:cubicBezTo>
                    <a:lnTo>
                      <a:pt x="31" y="13"/>
                    </a:ln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71" name="Freeform 386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966B096B-6841-43EE-AC48-4D78BD7BA759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2952" y="941"/>
                <a:ext cx="284" cy="412"/>
              </a:xfrm>
              <a:custGeom>
                <a:avLst/>
                <a:gdLst/>
                <a:ahLst/>
                <a:cxnLst>
                  <a:cxn ang="0">
                    <a:pos x="445" y="95"/>
                  </a:cxn>
                  <a:cxn ang="0">
                    <a:pos x="432" y="72"/>
                  </a:cxn>
                  <a:cxn ang="0">
                    <a:pos x="430" y="48"/>
                  </a:cxn>
                  <a:cxn ang="0">
                    <a:pos x="391" y="26"/>
                  </a:cxn>
                  <a:cxn ang="0">
                    <a:pos x="361" y="17"/>
                  </a:cxn>
                  <a:cxn ang="0">
                    <a:pos x="334" y="7"/>
                  </a:cxn>
                  <a:cxn ang="0">
                    <a:pos x="330" y="5"/>
                  </a:cxn>
                  <a:cxn ang="0">
                    <a:pos x="327" y="3"/>
                  </a:cxn>
                  <a:cxn ang="0">
                    <a:pos x="324" y="1"/>
                  </a:cxn>
                  <a:cxn ang="0">
                    <a:pos x="305" y="14"/>
                  </a:cxn>
                  <a:cxn ang="0">
                    <a:pos x="303" y="29"/>
                  </a:cxn>
                  <a:cxn ang="0">
                    <a:pos x="275" y="25"/>
                  </a:cxn>
                  <a:cxn ang="0">
                    <a:pos x="243" y="25"/>
                  </a:cxn>
                  <a:cxn ang="0">
                    <a:pos x="234" y="40"/>
                  </a:cxn>
                  <a:cxn ang="0">
                    <a:pos x="190" y="49"/>
                  </a:cxn>
                  <a:cxn ang="0">
                    <a:pos x="165" y="71"/>
                  </a:cxn>
                  <a:cxn ang="0">
                    <a:pos x="172" y="93"/>
                  </a:cxn>
                  <a:cxn ang="0">
                    <a:pos x="153" y="111"/>
                  </a:cxn>
                  <a:cxn ang="0">
                    <a:pos x="146" y="128"/>
                  </a:cxn>
                  <a:cxn ang="0">
                    <a:pos x="116" y="128"/>
                  </a:cxn>
                  <a:cxn ang="0">
                    <a:pos x="115" y="149"/>
                  </a:cxn>
                  <a:cxn ang="0">
                    <a:pos x="96" y="194"/>
                  </a:cxn>
                  <a:cxn ang="0">
                    <a:pos x="99" y="223"/>
                  </a:cxn>
                  <a:cxn ang="0">
                    <a:pos x="46" y="244"/>
                  </a:cxn>
                  <a:cxn ang="0">
                    <a:pos x="28" y="260"/>
                  </a:cxn>
                  <a:cxn ang="0">
                    <a:pos x="34" y="277"/>
                  </a:cxn>
                  <a:cxn ang="0">
                    <a:pos x="29" y="303"/>
                  </a:cxn>
                  <a:cxn ang="0">
                    <a:pos x="33" y="334"/>
                  </a:cxn>
                  <a:cxn ang="0">
                    <a:pos x="59" y="361"/>
                  </a:cxn>
                  <a:cxn ang="0">
                    <a:pos x="35" y="377"/>
                  </a:cxn>
                  <a:cxn ang="0">
                    <a:pos x="51" y="409"/>
                  </a:cxn>
                  <a:cxn ang="0">
                    <a:pos x="44" y="426"/>
                  </a:cxn>
                  <a:cxn ang="0">
                    <a:pos x="19" y="431"/>
                  </a:cxn>
                  <a:cxn ang="0">
                    <a:pos x="15" y="452"/>
                  </a:cxn>
                  <a:cxn ang="0">
                    <a:pos x="14" y="482"/>
                  </a:cxn>
                  <a:cxn ang="0">
                    <a:pos x="2" y="510"/>
                  </a:cxn>
                  <a:cxn ang="0">
                    <a:pos x="19" y="515"/>
                  </a:cxn>
                  <a:cxn ang="0">
                    <a:pos x="34" y="562"/>
                  </a:cxn>
                  <a:cxn ang="0">
                    <a:pos x="66" y="597"/>
                  </a:cxn>
                  <a:cxn ang="0">
                    <a:pos x="53" y="607"/>
                  </a:cxn>
                  <a:cxn ang="0">
                    <a:pos x="68" y="640"/>
                  </a:cxn>
                  <a:cxn ang="0">
                    <a:pos x="94" y="657"/>
                  </a:cxn>
                  <a:cxn ang="0">
                    <a:pos x="120" y="631"/>
                  </a:cxn>
                  <a:cxn ang="0">
                    <a:pos x="133" y="615"/>
                  </a:cxn>
                  <a:cxn ang="0">
                    <a:pos x="185" y="623"/>
                  </a:cxn>
                  <a:cxn ang="0">
                    <a:pos x="206" y="549"/>
                  </a:cxn>
                  <a:cxn ang="0">
                    <a:pos x="217" y="518"/>
                  </a:cxn>
                  <a:cxn ang="0">
                    <a:pos x="209" y="502"/>
                  </a:cxn>
                  <a:cxn ang="0">
                    <a:pos x="237" y="489"/>
                  </a:cxn>
                  <a:cxn ang="0">
                    <a:pos x="266" y="478"/>
                  </a:cxn>
                  <a:cxn ang="0">
                    <a:pos x="290" y="437"/>
                  </a:cxn>
                  <a:cxn ang="0">
                    <a:pos x="271" y="409"/>
                  </a:cxn>
                  <a:cxn ang="0">
                    <a:pos x="228" y="399"/>
                  </a:cxn>
                  <a:cxn ang="0">
                    <a:pos x="229" y="329"/>
                  </a:cxn>
                  <a:cxn ang="0">
                    <a:pos x="237" y="303"/>
                  </a:cxn>
                  <a:cxn ang="0">
                    <a:pos x="254" y="287"/>
                  </a:cxn>
                  <a:cxn ang="0">
                    <a:pos x="291" y="273"/>
                  </a:cxn>
                  <a:cxn ang="0">
                    <a:pos x="340" y="249"/>
                  </a:cxn>
                  <a:cxn ang="0">
                    <a:pos x="352" y="198"/>
                  </a:cxn>
                  <a:cxn ang="0">
                    <a:pos x="361" y="162"/>
                  </a:cxn>
                  <a:cxn ang="0">
                    <a:pos x="396" y="144"/>
                  </a:cxn>
                  <a:cxn ang="0">
                    <a:pos x="457" y="159"/>
                  </a:cxn>
                  <a:cxn ang="0">
                    <a:pos x="451" y="136"/>
                  </a:cxn>
                </a:cxnLst>
                <a:rect l="0" t="0" r="r" b="b"/>
                <a:pathLst>
                  <a:path w="459" h="664">
                    <a:moveTo>
                      <a:pt x="434" y="118"/>
                    </a:moveTo>
                    <a:cubicBezTo>
                      <a:pt x="432" y="110"/>
                      <a:pt x="445" y="95"/>
                      <a:pt x="445" y="95"/>
                    </a:cubicBezTo>
                    <a:cubicBezTo>
                      <a:pt x="428" y="85"/>
                      <a:pt x="428" y="85"/>
                      <a:pt x="428" y="85"/>
                    </a:cubicBezTo>
                    <a:cubicBezTo>
                      <a:pt x="432" y="72"/>
                      <a:pt x="432" y="72"/>
                      <a:pt x="432" y="72"/>
                    </a:cubicBezTo>
                    <a:cubicBezTo>
                      <a:pt x="424" y="67"/>
                      <a:pt x="424" y="67"/>
                      <a:pt x="424" y="67"/>
                    </a:cubicBezTo>
                    <a:cubicBezTo>
                      <a:pt x="424" y="67"/>
                      <a:pt x="429" y="53"/>
                      <a:pt x="430" y="48"/>
                    </a:cubicBezTo>
                    <a:cubicBezTo>
                      <a:pt x="431" y="43"/>
                      <a:pt x="413" y="38"/>
                      <a:pt x="413" y="38"/>
                    </a:cubicBezTo>
                    <a:cubicBezTo>
                      <a:pt x="391" y="26"/>
                      <a:pt x="391" y="26"/>
                      <a:pt x="391" y="26"/>
                    </a:cubicBezTo>
                    <a:cubicBezTo>
                      <a:pt x="369" y="25"/>
                      <a:pt x="369" y="25"/>
                      <a:pt x="369" y="25"/>
                    </a:cubicBezTo>
                    <a:cubicBezTo>
                      <a:pt x="361" y="17"/>
                      <a:pt x="361" y="17"/>
                      <a:pt x="361" y="17"/>
                    </a:cubicBezTo>
                    <a:cubicBezTo>
                      <a:pt x="361" y="17"/>
                      <a:pt x="348" y="13"/>
                      <a:pt x="338" y="9"/>
                    </a:cubicBezTo>
                    <a:cubicBezTo>
                      <a:pt x="337" y="8"/>
                      <a:pt x="335" y="8"/>
                      <a:pt x="334" y="7"/>
                    </a:cubicBezTo>
                    <a:cubicBezTo>
                      <a:pt x="334" y="7"/>
                      <a:pt x="333" y="7"/>
                      <a:pt x="333" y="6"/>
                    </a:cubicBezTo>
                    <a:cubicBezTo>
                      <a:pt x="332" y="6"/>
                      <a:pt x="331" y="6"/>
                      <a:pt x="330" y="5"/>
                    </a:cubicBezTo>
                    <a:cubicBezTo>
                      <a:pt x="330" y="5"/>
                      <a:pt x="330" y="5"/>
                      <a:pt x="329" y="4"/>
                    </a:cubicBezTo>
                    <a:cubicBezTo>
                      <a:pt x="329" y="4"/>
                      <a:pt x="328" y="3"/>
                      <a:pt x="327" y="3"/>
                    </a:cubicBezTo>
                    <a:cubicBezTo>
                      <a:pt x="327" y="3"/>
                      <a:pt x="327" y="3"/>
                      <a:pt x="326" y="2"/>
                    </a:cubicBezTo>
                    <a:cubicBezTo>
                      <a:pt x="326" y="2"/>
                      <a:pt x="325" y="1"/>
                      <a:pt x="324" y="1"/>
                    </a:cubicBezTo>
                    <a:cubicBezTo>
                      <a:pt x="304" y="0"/>
                      <a:pt x="304" y="0"/>
                      <a:pt x="304" y="0"/>
                    </a:cubicBezTo>
                    <a:cubicBezTo>
                      <a:pt x="305" y="14"/>
                      <a:pt x="305" y="14"/>
                      <a:pt x="305" y="14"/>
                    </a:cubicBezTo>
                    <a:cubicBezTo>
                      <a:pt x="305" y="14"/>
                      <a:pt x="298" y="11"/>
                      <a:pt x="298" y="16"/>
                    </a:cubicBezTo>
                    <a:cubicBezTo>
                      <a:pt x="298" y="21"/>
                      <a:pt x="311" y="27"/>
                      <a:pt x="303" y="29"/>
                    </a:cubicBezTo>
                    <a:cubicBezTo>
                      <a:pt x="295" y="31"/>
                      <a:pt x="284" y="25"/>
                      <a:pt x="284" y="25"/>
                    </a:cubicBezTo>
                    <a:cubicBezTo>
                      <a:pt x="275" y="25"/>
                      <a:pt x="275" y="25"/>
                      <a:pt x="275" y="25"/>
                    </a:cubicBezTo>
                    <a:cubicBezTo>
                      <a:pt x="262" y="21"/>
                      <a:pt x="262" y="21"/>
                      <a:pt x="262" y="21"/>
                    </a:cubicBezTo>
                    <a:cubicBezTo>
                      <a:pt x="243" y="25"/>
                      <a:pt x="243" y="25"/>
                      <a:pt x="243" y="25"/>
                    </a:cubicBezTo>
                    <a:cubicBezTo>
                      <a:pt x="243" y="25"/>
                      <a:pt x="243" y="12"/>
                      <a:pt x="235" y="18"/>
                    </a:cubicBezTo>
                    <a:cubicBezTo>
                      <a:pt x="227" y="24"/>
                      <a:pt x="237" y="35"/>
                      <a:pt x="234" y="40"/>
                    </a:cubicBezTo>
                    <a:cubicBezTo>
                      <a:pt x="231" y="45"/>
                      <a:pt x="216" y="45"/>
                      <a:pt x="216" y="45"/>
                    </a:cubicBezTo>
                    <a:cubicBezTo>
                      <a:pt x="190" y="49"/>
                      <a:pt x="190" y="49"/>
                      <a:pt x="190" y="49"/>
                    </a:cubicBezTo>
                    <a:cubicBezTo>
                      <a:pt x="181" y="59"/>
                      <a:pt x="181" y="59"/>
                      <a:pt x="181" y="59"/>
                    </a:cubicBezTo>
                    <a:cubicBezTo>
                      <a:pt x="181" y="59"/>
                      <a:pt x="164" y="67"/>
                      <a:pt x="165" y="71"/>
                    </a:cubicBezTo>
                    <a:cubicBezTo>
                      <a:pt x="166" y="75"/>
                      <a:pt x="177" y="83"/>
                      <a:pt x="177" y="83"/>
                    </a:cubicBezTo>
                    <a:cubicBezTo>
                      <a:pt x="172" y="93"/>
                      <a:pt x="172" y="93"/>
                      <a:pt x="172" y="93"/>
                    </a:cubicBezTo>
                    <a:cubicBezTo>
                      <a:pt x="172" y="93"/>
                      <a:pt x="167" y="94"/>
                      <a:pt x="161" y="99"/>
                    </a:cubicBezTo>
                    <a:cubicBezTo>
                      <a:pt x="155" y="104"/>
                      <a:pt x="153" y="111"/>
                      <a:pt x="153" y="111"/>
                    </a:cubicBezTo>
                    <a:cubicBezTo>
                      <a:pt x="139" y="112"/>
                      <a:pt x="139" y="112"/>
                      <a:pt x="139" y="112"/>
                    </a:cubicBezTo>
                    <a:cubicBezTo>
                      <a:pt x="139" y="112"/>
                      <a:pt x="153" y="126"/>
                      <a:pt x="146" y="128"/>
                    </a:cubicBezTo>
                    <a:cubicBezTo>
                      <a:pt x="139" y="130"/>
                      <a:pt x="130" y="135"/>
                      <a:pt x="130" y="135"/>
                    </a:cubicBezTo>
                    <a:cubicBezTo>
                      <a:pt x="116" y="128"/>
                      <a:pt x="116" y="128"/>
                      <a:pt x="116" y="128"/>
                    </a:cubicBezTo>
                    <a:cubicBezTo>
                      <a:pt x="118" y="144"/>
                      <a:pt x="118" y="144"/>
                      <a:pt x="118" y="144"/>
                    </a:cubicBezTo>
                    <a:cubicBezTo>
                      <a:pt x="115" y="149"/>
                      <a:pt x="115" y="149"/>
                      <a:pt x="115" y="149"/>
                    </a:cubicBezTo>
                    <a:cubicBezTo>
                      <a:pt x="111" y="178"/>
                      <a:pt x="111" y="178"/>
                      <a:pt x="111" y="178"/>
                    </a:cubicBezTo>
                    <a:cubicBezTo>
                      <a:pt x="111" y="178"/>
                      <a:pt x="101" y="190"/>
                      <a:pt x="96" y="194"/>
                    </a:cubicBezTo>
                    <a:cubicBezTo>
                      <a:pt x="91" y="198"/>
                      <a:pt x="82" y="204"/>
                      <a:pt x="82" y="204"/>
                    </a:cubicBezTo>
                    <a:cubicBezTo>
                      <a:pt x="82" y="204"/>
                      <a:pt x="103" y="214"/>
                      <a:pt x="99" y="223"/>
                    </a:cubicBezTo>
                    <a:cubicBezTo>
                      <a:pt x="95" y="232"/>
                      <a:pt x="68" y="227"/>
                      <a:pt x="68" y="227"/>
                    </a:cubicBezTo>
                    <a:cubicBezTo>
                      <a:pt x="68" y="227"/>
                      <a:pt x="53" y="239"/>
                      <a:pt x="46" y="244"/>
                    </a:cubicBezTo>
                    <a:cubicBezTo>
                      <a:pt x="39" y="249"/>
                      <a:pt x="33" y="254"/>
                      <a:pt x="33" y="254"/>
                    </a:cubicBezTo>
                    <a:cubicBezTo>
                      <a:pt x="28" y="260"/>
                      <a:pt x="28" y="260"/>
                      <a:pt x="28" y="260"/>
                    </a:cubicBezTo>
                    <a:cubicBezTo>
                      <a:pt x="28" y="260"/>
                      <a:pt x="22" y="265"/>
                      <a:pt x="22" y="268"/>
                    </a:cubicBezTo>
                    <a:cubicBezTo>
                      <a:pt x="22" y="271"/>
                      <a:pt x="40" y="271"/>
                      <a:pt x="34" y="277"/>
                    </a:cubicBezTo>
                    <a:cubicBezTo>
                      <a:pt x="28" y="283"/>
                      <a:pt x="19" y="285"/>
                      <a:pt x="21" y="290"/>
                    </a:cubicBezTo>
                    <a:cubicBezTo>
                      <a:pt x="23" y="295"/>
                      <a:pt x="29" y="303"/>
                      <a:pt x="29" y="303"/>
                    </a:cubicBezTo>
                    <a:cubicBezTo>
                      <a:pt x="29" y="303"/>
                      <a:pt x="40" y="310"/>
                      <a:pt x="39" y="315"/>
                    </a:cubicBezTo>
                    <a:cubicBezTo>
                      <a:pt x="38" y="320"/>
                      <a:pt x="32" y="327"/>
                      <a:pt x="33" y="334"/>
                    </a:cubicBezTo>
                    <a:cubicBezTo>
                      <a:pt x="34" y="341"/>
                      <a:pt x="42" y="348"/>
                      <a:pt x="42" y="348"/>
                    </a:cubicBezTo>
                    <a:cubicBezTo>
                      <a:pt x="42" y="348"/>
                      <a:pt x="61" y="354"/>
                      <a:pt x="59" y="361"/>
                    </a:cubicBezTo>
                    <a:cubicBezTo>
                      <a:pt x="57" y="368"/>
                      <a:pt x="50" y="374"/>
                      <a:pt x="50" y="374"/>
                    </a:cubicBezTo>
                    <a:cubicBezTo>
                      <a:pt x="35" y="377"/>
                      <a:pt x="35" y="377"/>
                      <a:pt x="35" y="377"/>
                    </a:cubicBezTo>
                    <a:cubicBezTo>
                      <a:pt x="35" y="377"/>
                      <a:pt x="41" y="394"/>
                      <a:pt x="44" y="397"/>
                    </a:cubicBezTo>
                    <a:cubicBezTo>
                      <a:pt x="47" y="400"/>
                      <a:pt x="51" y="409"/>
                      <a:pt x="51" y="409"/>
                    </a:cubicBezTo>
                    <a:cubicBezTo>
                      <a:pt x="44" y="409"/>
                      <a:pt x="44" y="409"/>
                      <a:pt x="44" y="409"/>
                    </a:cubicBezTo>
                    <a:cubicBezTo>
                      <a:pt x="44" y="426"/>
                      <a:pt x="44" y="426"/>
                      <a:pt x="44" y="426"/>
                    </a:cubicBezTo>
                    <a:cubicBezTo>
                      <a:pt x="44" y="426"/>
                      <a:pt x="41" y="431"/>
                      <a:pt x="36" y="431"/>
                    </a:cubicBezTo>
                    <a:cubicBezTo>
                      <a:pt x="31" y="431"/>
                      <a:pt x="17" y="425"/>
                      <a:pt x="19" y="431"/>
                    </a:cubicBezTo>
                    <a:cubicBezTo>
                      <a:pt x="21" y="437"/>
                      <a:pt x="21" y="441"/>
                      <a:pt x="21" y="441"/>
                    </a:cubicBezTo>
                    <a:cubicBezTo>
                      <a:pt x="21" y="441"/>
                      <a:pt x="12" y="444"/>
                      <a:pt x="15" y="452"/>
                    </a:cubicBezTo>
                    <a:cubicBezTo>
                      <a:pt x="18" y="460"/>
                      <a:pt x="24" y="461"/>
                      <a:pt x="22" y="466"/>
                    </a:cubicBezTo>
                    <a:cubicBezTo>
                      <a:pt x="20" y="471"/>
                      <a:pt x="14" y="482"/>
                      <a:pt x="14" y="482"/>
                    </a:cubicBezTo>
                    <a:cubicBezTo>
                      <a:pt x="0" y="469"/>
                      <a:pt x="0" y="469"/>
                      <a:pt x="0" y="469"/>
                    </a:cubicBezTo>
                    <a:cubicBezTo>
                      <a:pt x="2" y="510"/>
                      <a:pt x="2" y="510"/>
                      <a:pt x="2" y="510"/>
                    </a:cubicBezTo>
                    <a:cubicBezTo>
                      <a:pt x="2" y="510"/>
                      <a:pt x="16" y="499"/>
                      <a:pt x="23" y="511"/>
                    </a:cubicBezTo>
                    <a:cubicBezTo>
                      <a:pt x="30" y="523"/>
                      <a:pt x="19" y="515"/>
                      <a:pt x="19" y="515"/>
                    </a:cubicBezTo>
                    <a:cubicBezTo>
                      <a:pt x="19" y="515"/>
                      <a:pt x="14" y="549"/>
                      <a:pt x="18" y="553"/>
                    </a:cubicBezTo>
                    <a:cubicBezTo>
                      <a:pt x="22" y="557"/>
                      <a:pt x="34" y="562"/>
                      <a:pt x="34" y="562"/>
                    </a:cubicBezTo>
                    <a:cubicBezTo>
                      <a:pt x="34" y="562"/>
                      <a:pt x="43" y="579"/>
                      <a:pt x="49" y="586"/>
                    </a:cubicBezTo>
                    <a:cubicBezTo>
                      <a:pt x="55" y="593"/>
                      <a:pt x="66" y="597"/>
                      <a:pt x="66" y="597"/>
                    </a:cubicBezTo>
                    <a:cubicBezTo>
                      <a:pt x="65" y="605"/>
                      <a:pt x="65" y="605"/>
                      <a:pt x="65" y="605"/>
                    </a:cubicBezTo>
                    <a:cubicBezTo>
                      <a:pt x="53" y="607"/>
                      <a:pt x="53" y="607"/>
                      <a:pt x="53" y="607"/>
                    </a:cubicBezTo>
                    <a:cubicBezTo>
                      <a:pt x="53" y="607"/>
                      <a:pt x="51" y="615"/>
                      <a:pt x="52" y="621"/>
                    </a:cubicBezTo>
                    <a:cubicBezTo>
                      <a:pt x="53" y="627"/>
                      <a:pt x="68" y="640"/>
                      <a:pt x="68" y="640"/>
                    </a:cubicBezTo>
                    <a:cubicBezTo>
                      <a:pt x="68" y="640"/>
                      <a:pt x="64" y="653"/>
                      <a:pt x="69" y="656"/>
                    </a:cubicBezTo>
                    <a:cubicBezTo>
                      <a:pt x="74" y="659"/>
                      <a:pt x="94" y="657"/>
                      <a:pt x="94" y="657"/>
                    </a:cubicBezTo>
                    <a:cubicBezTo>
                      <a:pt x="94" y="657"/>
                      <a:pt x="122" y="664"/>
                      <a:pt x="121" y="655"/>
                    </a:cubicBezTo>
                    <a:cubicBezTo>
                      <a:pt x="120" y="646"/>
                      <a:pt x="120" y="631"/>
                      <a:pt x="120" y="631"/>
                    </a:cubicBezTo>
                    <a:cubicBezTo>
                      <a:pt x="132" y="625"/>
                      <a:pt x="132" y="625"/>
                      <a:pt x="132" y="625"/>
                    </a:cubicBezTo>
                    <a:cubicBezTo>
                      <a:pt x="133" y="615"/>
                      <a:pt x="133" y="615"/>
                      <a:pt x="133" y="615"/>
                    </a:cubicBezTo>
                    <a:cubicBezTo>
                      <a:pt x="176" y="618"/>
                      <a:pt x="176" y="618"/>
                      <a:pt x="176" y="618"/>
                    </a:cubicBezTo>
                    <a:cubicBezTo>
                      <a:pt x="185" y="623"/>
                      <a:pt x="185" y="623"/>
                      <a:pt x="185" y="623"/>
                    </a:cubicBezTo>
                    <a:cubicBezTo>
                      <a:pt x="199" y="581"/>
                      <a:pt x="199" y="581"/>
                      <a:pt x="199" y="581"/>
                    </a:cubicBezTo>
                    <a:cubicBezTo>
                      <a:pt x="199" y="581"/>
                      <a:pt x="208" y="555"/>
                      <a:pt x="206" y="549"/>
                    </a:cubicBezTo>
                    <a:cubicBezTo>
                      <a:pt x="204" y="543"/>
                      <a:pt x="198" y="532"/>
                      <a:pt x="198" y="532"/>
                    </a:cubicBezTo>
                    <a:cubicBezTo>
                      <a:pt x="198" y="532"/>
                      <a:pt x="219" y="529"/>
                      <a:pt x="217" y="518"/>
                    </a:cubicBezTo>
                    <a:cubicBezTo>
                      <a:pt x="215" y="507"/>
                      <a:pt x="196" y="507"/>
                      <a:pt x="196" y="507"/>
                    </a:cubicBezTo>
                    <a:cubicBezTo>
                      <a:pt x="209" y="502"/>
                      <a:pt x="209" y="502"/>
                      <a:pt x="209" y="502"/>
                    </a:cubicBezTo>
                    <a:cubicBezTo>
                      <a:pt x="200" y="498"/>
                      <a:pt x="200" y="498"/>
                      <a:pt x="200" y="498"/>
                    </a:cubicBezTo>
                    <a:cubicBezTo>
                      <a:pt x="200" y="498"/>
                      <a:pt x="234" y="500"/>
                      <a:pt x="237" y="489"/>
                    </a:cubicBezTo>
                    <a:cubicBezTo>
                      <a:pt x="240" y="478"/>
                      <a:pt x="245" y="472"/>
                      <a:pt x="245" y="472"/>
                    </a:cubicBezTo>
                    <a:cubicBezTo>
                      <a:pt x="245" y="472"/>
                      <a:pt x="256" y="490"/>
                      <a:pt x="266" y="478"/>
                    </a:cubicBezTo>
                    <a:cubicBezTo>
                      <a:pt x="276" y="466"/>
                      <a:pt x="270" y="456"/>
                      <a:pt x="270" y="456"/>
                    </a:cubicBezTo>
                    <a:cubicBezTo>
                      <a:pt x="270" y="456"/>
                      <a:pt x="297" y="451"/>
                      <a:pt x="290" y="437"/>
                    </a:cubicBezTo>
                    <a:cubicBezTo>
                      <a:pt x="283" y="423"/>
                      <a:pt x="271" y="420"/>
                      <a:pt x="271" y="420"/>
                    </a:cubicBezTo>
                    <a:cubicBezTo>
                      <a:pt x="271" y="409"/>
                      <a:pt x="271" y="409"/>
                      <a:pt x="271" y="409"/>
                    </a:cubicBezTo>
                    <a:cubicBezTo>
                      <a:pt x="247" y="399"/>
                      <a:pt x="247" y="399"/>
                      <a:pt x="247" y="399"/>
                    </a:cubicBezTo>
                    <a:cubicBezTo>
                      <a:pt x="247" y="399"/>
                      <a:pt x="236" y="406"/>
                      <a:pt x="228" y="399"/>
                    </a:cubicBezTo>
                    <a:cubicBezTo>
                      <a:pt x="220" y="392"/>
                      <a:pt x="217" y="350"/>
                      <a:pt x="217" y="350"/>
                    </a:cubicBezTo>
                    <a:cubicBezTo>
                      <a:pt x="217" y="350"/>
                      <a:pt x="228" y="340"/>
                      <a:pt x="229" y="329"/>
                    </a:cubicBezTo>
                    <a:cubicBezTo>
                      <a:pt x="230" y="318"/>
                      <a:pt x="219" y="308"/>
                      <a:pt x="219" y="308"/>
                    </a:cubicBezTo>
                    <a:cubicBezTo>
                      <a:pt x="219" y="308"/>
                      <a:pt x="233" y="311"/>
                      <a:pt x="237" y="303"/>
                    </a:cubicBezTo>
                    <a:cubicBezTo>
                      <a:pt x="241" y="295"/>
                      <a:pt x="232" y="283"/>
                      <a:pt x="232" y="283"/>
                    </a:cubicBezTo>
                    <a:cubicBezTo>
                      <a:pt x="232" y="283"/>
                      <a:pt x="249" y="292"/>
                      <a:pt x="254" y="287"/>
                    </a:cubicBezTo>
                    <a:cubicBezTo>
                      <a:pt x="259" y="282"/>
                      <a:pt x="271" y="270"/>
                      <a:pt x="271" y="270"/>
                    </a:cubicBezTo>
                    <a:cubicBezTo>
                      <a:pt x="291" y="273"/>
                      <a:pt x="291" y="273"/>
                      <a:pt x="291" y="273"/>
                    </a:cubicBezTo>
                    <a:cubicBezTo>
                      <a:pt x="299" y="258"/>
                      <a:pt x="299" y="258"/>
                      <a:pt x="299" y="258"/>
                    </a:cubicBezTo>
                    <a:cubicBezTo>
                      <a:pt x="299" y="258"/>
                      <a:pt x="330" y="259"/>
                      <a:pt x="340" y="249"/>
                    </a:cubicBezTo>
                    <a:cubicBezTo>
                      <a:pt x="350" y="239"/>
                      <a:pt x="364" y="213"/>
                      <a:pt x="364" y="213"/>
                    </a:cubicBezTo>
                    <a:cubicBezTo>
                      <a:pt x="352" y="198"/>
                      <a:pt x="352" y="198"/>
                      <a:pt x="352" y="198"/>
                    </a:cubicBezTo>
                    <a:cubicBezTo>
                      <a:pt x="372" y="175"/>
                      <a:pt x="372" y="175"/>
                      <a:pt x="372" y="175"/>
                    </a:cubicBezTo>
                    <a:cubicBezTo>
                      <a:pt x="361" y="162"/>
                      <a:pt x="361" y="162"/>
                      <a:pt x="361" y="162"/>
                    </a:cubicBezTo>
                    <a:cubicBezTo>
                      <a:pt x="386" y="156"/>
                      <a:pt x="386" y="156"/>
                      <a:pt x="386" y="156"/>
                    </a:cubicBezTo>
                    <a:cubicBezTo>
                      <a:pt x="396" y="144"/>
                      <a:pt x="396" y="144"/>
                      <a:pt x="396" y="144"/>
                    </a:cubicBezTo>
                    <a:cubicBezTo>
                      <a:pt x="449" y="146"/>
                      <a:pt x="449" y="146"/>
                      <a:pt x="449" y="146"/>
                    </a:cubicBezTo>
                    <a:cubicBezTo>
                      <a:pt x="457" y="159"/>
                      <a:pt x="457" y="159"/>
                      <a:pt x="457" y="159"/>
                    </a:cubicBezTo>
                    <a:cubicBezTo>
                      <a:pt x="459" y="157"/>
                      <a:pt x="459" y="157"/>
                      <a:pt x="459" y="157"/>
                    </a:cubicBezTo>
                    <a:cubicBezTo>
                      <a:pt x="451" y="136"/>
                      <a:pt x="451" y="136"/>
                      <a:pt x="451" y="136"/>
                    </a:cubicBezTo>
                    <a:cubicBezTo>
                      <a:pt x="451" y="136"/>
                      <a:pt x="436" y="126"/>
                      <a:pt x="434" y="118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72" name="Freeform 387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E44F317A-609B-4648-829C-5F2CCAC5A55A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2980" y="959"/>
                <a:ext cx="37" cy="16"/>
              </a:xfrm>
              <a:custGeom>
                <a:avLst/>
                <a:gdLst/>
                <a:ahLst/>
                <a:cxnLst>
                  <a:cxn ang="0">
                    <a:pos x="41" y="0"/>
                  </a:cxn>
                  <a:cxn ang="0">
                    <a:pos x="6" y="23"/>
                  </a:cxn>
                  <a:cxn ang="0">
                    <a:pos x="36" y="11"/>
                  </a:cxn>
                  <a:cxn ang="0">
                    <a:pos x="59" y="7"/>
                  </a:cxn>
                  <a:cxn ang="0">
                    <a:pos x="41" y="0"/>
                  </a:cxn>
                </a:cxnLst>
                <a:rect l="0" t="0" r="r" b="b"/>
                <a:pathLst>
                  <a:path w="59" h="26">
                    <a:moveTo>
                      <a:pt x="41" y="0"/>
                    </a:moveTo>
                    <a:cubicBezTo>
                      <a:pt x="25" y="0"/>
                      <a:pt x="0" y="19"/>
                      <a:pt x="6" y="23"/>
                    </a:cubicBezTo>
                    <a:cubicBezTo>
                      <a:pt x="11" y="26"/>
                      <a:pt x="36" y="11"/>
                      <a:pt x="36" y="11"/>
                    </a:cubicBezTo>
                    <a:cubicBezTo>
                      <a:pt x="59" y="7"/>
                      <a:pt x="59" y="7"/>
                      <a:pt x="59" y="7"/>
                    </a:cubicBezTo>
                    <a:cubicBezTo>
                      <a:pt x="56" y="7"/>
                      <a:pt x="57" y="0"/>
                      <a:pt x="41" y="0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73" name="Freeform 388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AEEF572B-29A5-415A-AE5B-E0867961DE6C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3117" y="905"/>
                <a:ext cx="22" cy="10"/>
              </a:xfrm>
              <a:custGeom>
                <a:avLst/>
                <a:gdLst/>
                <a:ahLst/>
                <a:cxnLst>
                  <a:cxn ang="0">
                    <a:pos x="13" y="15"/>
                  </a:cxn>
                  <a:cxn ang="0">
                    <a:pos x="17" y="1"/>
                  </a:cxn>
                  <a:cxn ang="0">
                    <a:pos x="13" y="15"/>
                  </a:cxn>
                </a:cxnLst>
                <a:rect l="0" t="0" r="r" b="b"/>
                <a:pathLst>
                  <a:path w="35" h="15">
                    <a:moveTo>
                      <a:pt x="13" y="15"/>
                    </a:moveTo>
                    <a:cubicBezTo>
                      <a:pt x="22" y="12"/>
                      <a:pt x="35" y="2"/>
                      <a:pt x="17" y="1"/>
                    </a:cubicBezTo>
                    <a:cubicBezTo>
                      <a:pt x="0" y="0"/>
                      <a:pt x="13" y="15"/>
                      <a:pt x="13" y="15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74" name="Freeform 389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6688750C-B108-4E21-96AF-222A31F7F792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2807" y="909"/>
                <a:ext cx="430" cy="360"/>
              </a:xfrm>
              <a:custGeom>
                <a:avLst/>
                <a:gdLst/>
                <a:ahLst/>
                <a:cxnLst>
                  <a:cxn ang="0">
                    <a:pos x="252" y="484"/>
                  </a:cxn>
                  <a:cxn ang="0">
                    <a:pos x="284" y="462"/>
                  </a:cxn>
                  <a:cxn ang="0">
                    <a:pos x="292" y="414"/>
                  </a:cxn>
                  <a:cxn ang="0">
                    <a:pos x="262" y="356"/>
                  </a:cxn>
                  <a:cxn ang="0">
                    <a:pos x="261" y="313"/>
                  </a:cxn>
                  <a:cxn ang="0">
                    <a:pos x="332" y="276"/>
                  </a:cxn>
                  <a:cxn ang="0">
                    <a:pos x="348" y="202"/>
                  </a:cxn>
                  <a:cxn ang="0">
                    <a:pos x="379" y="181"/>
                  </a:cxn>
                  <a:cxn ang="0">
                    <a:pos x="405" y="146"/>
                  </a:cxn>
                  <a:cxn ang="0">
                    <a:pos x="423" y="102"/>
                  </a:cxn>
                  <a:cxn ang="0">
                    <a:pos x="476" y="78"/>
                  </a:cxn>
                  <a:cxn ang="0">
                    <a:pos x="536" y="82"/>
                  </a:cxn>
                  <a:cxn ang="0">
                    <a:pos x="557" y="54"/>
                  </a:cxn>
                  <a:cxn ang="0">
                    <a:pos x="570" y="42"/>
                  </a:cxn>
                  <a:cxn ang="0">
                    <a:pos x="618" y="65"/>
                  </a:cxn>
                  <a:cxn ang="0">
                    <a:pos x="677" y="62"/>
                  </a:cxn>
                  <a:cxn ang="0">
                    <a:pos x="593" y="19"/>
                  </a:cxn>
                  <a:cxn ang="0">
                    <a:pos x="524" y="38"/>
                  </a:cxn>
                  <a:cxn ang="0">
                    <a:pos x="497" y="20"/>
                  </a:cxn>
                  <a:cxn ang="0">
                    <a:pos x="494" y="10"/>
                  </a:cxn>
                  <a:cxn ang="0">
                    <a:pos x="460" y="53"/>
                  </a:cxn>
                  <a:cxn ang="0">
                    <a:pos x="418" y="73"/>
                  </a:cxn>
                  <a:cxn ang="0">
                    <a:pos x="399" y="78"/>
                  </a:cxn>
                  <a:cxn ang="0">
                    <a:pos x="382" y="93"/>
                  </a:cxn>
                  <a:cxn ang="0">
                    <a:pos x="374" y="117"/>
                  </a:cxn>
                  <a:cxn ang="0">
                    <a:pos x="365" y="134"/>
                  </a:cxn>
                  <a:cxn ang="0">
                    <a:pos x="303" y="160"/>
                  </a:cxn>
                  <a:cxn ang="0">
                    <a:pos x="309" y="189"/>
                  </a:cxn>
                  <a:cxn ang="0">
                    <a:pos x="266" y="215"/>
                  </a:cxn>
                  <a:cxn ang="0">
                    <a:pos x="249" y="246"/>
                  </a:cxn>
                  <a:cxn ang="0">
                    <a:pos x="216" y="263"/>
                  </a:cxn>
                  <a:cxn ang="0">
                    <a:pos x="180" y="288"/>
                  </a:cxn>
                  <a:cxn ang="0">
                    <a:pos x="144" y="300"/>
                  </a:cxn>
                  <a:cxn ang="0">
                    <a:pos x="122" y="333"/>
                  </a:cxn>
                  <a:cxn ang="0">
                    <a:pos x="111" y="348"/>
                  </a:cxn>
                  <a:cxn ang="0">
                    <a:pos x="59" y="354"/>
                  </a:cxn>
                  <a:cxn ang="0">
                    <a:pos x="53" y="377"/>
                  </a:cxn>
                  <a:cxn ang="0">
                    <a:pos x="20" y="377"/>
                  </a:cxn>
                  <a:cxn ang="0">
                    <a:pos x="11" y="387"/>
                  </a:cxn>
                  <a:cxn ang="0">
                    <a:pos x="10" y="420"/>
                  </a:cxn>
                  <a:cxn ang="0">
                    <a:pos x="71" y="427"/>
                  </a:cxn>
                  <a:cxn ang="0">
                    <a:pos x="44" y="431"/>
                  </a:cxn>
                  <a:cxn ang="0">
                    <a:pos x="20" y="447"/>
                  </a:cxn>
                  <a:cxn ang="0">
                    <a:pos x="65" y="457"/>
                  </a:cxn>
                  <a:cxn ang="0">
                    <a:pos x="17" y="481"/>
                  </a:cxn>
                  <a:cxn ang="0">
                    <a:pos x="7" y="511"/>
                  </a:cxn>
                  <a:cxn ang="0">
                    <a:pos x="36" y="540"/>
                  </a:cxn>
                  <a:cxn ang="0">
                    <a:pos x="55" y="576"/>
                  </a:cxn>
                  <a:cxn ang="0">
                    <a:pos x="172" y="527"/>
                  </a:cxn>
                  <a:cxn ang="0">
                    <a:pos x="207" y="515"/>
                  </a:cxn>
                </a:cxnLst>
                <a:rect l="0" t="0" r="r" b="b"/>
                <a:pathLst>
                  <a:path w="693" h="583">
                    <a:moveTo>
                      <a:pt x="255" y="519"/>
                    </a:moveTo>
                    <a:cubicBezTo>
                      <a:pt x="257" y="514"/>
                      <a:pt x="251" y="513"/>
                      <a:pt x="248" y="505"/>
                    </a:cubicBezTo>
                    <a:cubicBezTo>
                      <a:pt x="245" y="497"/>
                      <a:pt x="254" y="494"/>
                      <a:pt x="254" y="494"/>
                    </a:cubicBezTo>
                    <a:cubicBezTo>
                      <a:pt x="254" y="494"/>
                      <a:pt x="254" y="490"/>
                      <a:pt x="252" y="484"/>
                    </a:cubicBezTo>
                    <a:cubicBezTo>
                      <a:pt x="250" y="478"/>
                      <a:pt x="264" y="484"/>
                      <a:pt x="269" y="484"/>
                    </a:cubicBezTo>
                    <a:cubicBezTo>
                      <a:pt x="274" y="484"/>
                      <a:pt x="277" y="479"/>
                      <a:pt x="277" y="479"/>
                    </a:cubicBezTo>
                    <a:cubicBezTo>
                      <a:pt x="277" y="462"/>
                      <a:pt x="277" y="462"/>
                      <a:pt x="277" y="462"/>
                    </a:cubicBezTo>
                    <a:cubicBezTo>
                      <a:pt x="284" y="462"/>
                      <a:pt x="284" y="462"/>
                      <a:pt x="284" y="462"/>
                    </a:cubicBezTo>
                    <a:cubicBezTo>
                      <a:pt x="284" y="462"/>
                      <a:pt x="280" y="453"/>
                      <a:pt x="277" y="450"/>
                    </a:cubicBezTo>
                    <a:cubicBezTo>
                      <a:pt x="274" y="447"/>
                      <a:pt x="268" y="430"/>
                      <a:pt x="268" y="430"/>
                    </a:cubicBezTo>
                    <a:cubicBezTo>
                      <a:pt x="283" y="427"/>
                      <a:pt x="283" y="427"/>
                      <a:pt x="283" y="427"/>
                    </a:cubicBezTo>
                    <a:cubicBezTo>
                      <a:pt x="283" y="427"/>
                      <a:pt x="290" y="421"/>
                      <a:pt x="292" y="414"/>
                    </a:cubicBezTo>
                    <a:cubicBezTo>
                      <a:pt x="294" y="407"/>
                      <a:pt x="275" y="401"/>
                      <a:pt x="275" y="401"/>
                    </a:cubicBezTo>
                    <a:cubicBezTo>
                      <a:pt x="275" y="401"/>
                      <a:pt x="267" y="394"/>
                      <a:pt x="266" y="387"/>
                    </a:cubicBezTo>
                    <a:cubicBezTo>
                      <a:pt x="265" y="380"/>
                      <a:pt x="271" y="373"/>
                      <a:pt x="272" y="368"/>
                    </a:cubicBezTo>
                    <a:cubicBezTo>
                      <a:pt x="273" y="363"/>
                      <a:pt x="262" y="356"/>
                      <a:pt x="262" y="356"/>
                    </a:cubicBezTo>
                    <a:cubicBezTo>
                      <a:pt x="262" y="356"/>
                      <a:pt x="256" y="348"/>
                      <a:pt x="254" y="343"/>
                    </a:cubicBezTo>
                    <a:cubicBezTo>
                      <a:pt x="252" y="338"/>
                      <a:pt x="261" y="336"/>
                      <a:pt x="267" y="330"/>
                    </a:cubicBezTo>
                    <a:cubicBezTo>
                      <a:pt x="273" y="324"/>
                      <a:pt x="255" y="324"/>
                      <a:pt x="255" y="321"/>
                    </a:cubicBezTo>
                    <a:cubicBezTo>
                      <a:pt x="255" y="318"/>
                      <a:pt x="261" y="313"/>
                      <a:pt x="261" y="313"/>
                    </a:cubicBezTo>
                    <a:cubicBezTo>
                      <a:pt x="266" y="307"/>
                      <a:pt x="266" y="307"/>
                      <a:pt x="266" y="307"/>
                    </a:cubicBezTo>
                    <a:cubicBezTo>
                      <a:pt x="266" y="307"/>
                      <a:pt x="272" y="302"/>
                      <a:pt x="279" y="297"/>
                    </a:cubicBezTo>
                    <a:cubicBezTo>
                      <a:pt x="286" y="292"/>
                      <a:pt x="301" y="280"/>
                      <a:pt x="301" y="280"/>
                    </a:cubicBezTo>
                    <a:cubicBezTo>
                      <a:pt x="301" y="280"/>
                      <a:pt x="328" y="285"/>
                      <a:pt x="332" y="276"/>
                    </a:cubicBezTo>
                    <a:cubicBezTo>
                      <a:pt x="336" y="267"/>
                      <a:pt x="315" y="257"/>
                      <a:pt x="315" y="257"/>
                    </a:cubicBezTo>
                    <a:cubicBezTo>
                      <a:pt x="315" y="257"/>
                      <a:pt x="324" y="251"/>
                      <a:pt x="329" y="247"/>
                    </a:cubicBezTo>
                    <a:cubicBezTo>
                      <a:pt x="334" y="243"/>
                      <a:pt x="344" y="231"/>
                      <a:pt x="344" y="231"/>
                    </a:cubicBezTo>
                    <a:cubicBezTo>
                      <a:pt x="348" y="202"/>
                      <a:pt x="348" y="202"/>
                      <a:pt x="348" y="202"/>
                    </a:cubicBezTo>
                    <a:cubicBezTo>
                      <a:pt x="351" y="197"/>
                      <a:pt x="351" y="197"/>
                      <a:pt x="351" y="197"/>
                    </a:cubicBezTo>
                    <a:cubicBezTo>
                      <a:pt x="349" y="181"/>
                      <a:pt x="349" y="181"/>
                      <a:pt x="349" y="181"/>
                    </a:cubicBezTo>
                    <a:cubicBezTo>
                      <a:pt x="363" y="188"/>
                      <a:pt x="363" y="188"/>
                      <a:pt x="363" y="188"/>
                    </a:cubicBezTo>
                    <a:cubicBezTo>
                      <a:pt x="363" y="188"/>
                      <a:pt x="372" y="183"/>
                      <a:pt x="379" y="181"/>
                    </a:cubicBezTo>
                    <a:cubicBezTo>
                      <a:pt x="386" y="179"/>
                      <a:pt x="372" y="165"/>
                      <a:pt x="372" y="165"/>
                    </a:cubicBezTo>
                    <a:cubicBezTo>
                      <a:pt x="386" y="164"/>
                      <a:pt x="386" y="164"/>
                      <a:pt x="386" y="164"/>
                    </a:cubicBezTo>
                    <a:cubicBezTo>
                      <a:pt x="386" y="164"/>
                      <a:pt x="388" y="157"/>
                      <a:pt x="394" y="152"/>
                    </a:cubicBezTo>
                    <a:cubicBezTo>
                      <a:pt x="400" y="147"/>
                      <a:pt x="405" y="146"/>
                      <a:pt x="405" y="146"/>
                    </a:cubicBezTo>
                    <a:cubicBezTo>
                      <a:pt x="410" y="136"/>
                      <a:pt x="410" y="136"/>
                      <a:pt x="410" y="136"/>
                    </a:cubicBezTo>
                    <a:cubicBezTo>
                      <a:pt x="410" y="136"/>
                      <a:pt x="399" y="128"/>
                      <a:pt x="398" y="124"/>
                    </a:cubicBezTo>
                    <a:cubicBezTo>
                      <a:pt x="397" y="120"/>
                      <a:pt x="414" y="112"/>
                      <a:pt x="414" y="112"/>
                    </a:cubicBezTo>
                    <a:cubicBezTo>
                      <a:pt x="423" y="102"/>
                      <a:pt x="423" y="102"/>
                      <a:pt x="423" y="102"/>
                    </a:cubicBezTo>
                    <a:cubicBezTo>
                      <a:pt x="449" y="98"/>
                      <a:pt x="449" y="98"/>
                      <a:pt x="449" y="98"/>
                    </a:cubicBezTo>
                    <a:cubicBezTo>
                      <a:pt x="449" y="98"/>
                      <a:pt x="464" y="98"/>
                      <a:pt x="467" y="93"/>
                    </a:cubicBezTo>
                    <a:cubicBezTo>
                      <a:pt x="470" y="88"/>
                      <a:pt x="460" y="77"/>
                      <a:pt x="468" y="71"/>
                    </a:cubicBezTo>
                    <a:cubicBezTo>
                      <a:pt x="476" y="65"/>
                      <a:pt x="476" y="78"/>
                      <a:pt x="476" y="78"/>
                    </a:cubicBezTo>
                    <a:cubicBezTo>
                      <a:pt x="495" y="74"/>
                      <a:pt x="495" y="74"/>
                      <a:pt x="495" y="74"/>
                    </a:cubicBezTo>
                    <a:cubicBezTo>
                      <a:pt x="508" y="78"/>
                      <a:pt x="508" y="78"/>
                      <a:pt x="508" y="78"/>
                    </a:cubicBezTo>
                    <a:cubicBezTo>
                      <a:pt x="517" y="78"/>
                      <a:pt x="517" y="78"/>
                      <a:pt x="517" y="78"/>
                    </a:cubicBezTo>
                    <a:cubicBezTo>
                      <a:pt x="517" y="78"/>
                      <a:pt x="528" y="84"/>
                      <a:pt x="536" y="82"/>
                    </a:cubicBezTo>
                    <a:cubicBezTo>
                      <a:pt x="544" y="80"/>
                      <a:pt x="531" y="74"/>
                      <a:pt x="531" y="69"/>
                    </a:cubicBezTo>
                    <a:cubicBezTo>
                      <a:pt x="531" y="64"/>
                      <a:pt x="538" y="67"/>
                      <a:pt x="538" y="67"/>
                    </a:cubicBezTo>
                    <a:cubicBezTo>
                      <a:pt x="537" y="53"/>
                      <a:pt x="537" y="53"/>
                      <a:pt x="537" y="53"/>
                    </a:cubicBezTo>
                    <a:cubicBezTo>
                      <a:pt x="557" y="54"/>
                      <a:pt x="557" y="54"/>
                      <a:pt x="557" y="54"/>
                    </a:cubicBezTo>
                    <a:cubicBezTo>
                      <a:pt x="555" y="52"/>
                      <a:pt x="554" y="51"/>
                      <a:pt x="554" y="51"/>
                    </a:cubicBezTo>
                    <a:cubicBezTo>
                      <a:pt x="556" y="46"/>
                      <a:pt x="556" y="46"/>
                      <a:pt x="556" y="46"/>
                    </a:cubicBezTo>
                    <a:cubicBezTo>
                      <a:pt x="568" y="51"/>
                      <a:pt x="568" y="51"/>
                      <a:pt x="568" y="51"/>
                    </a:cubicBezTo>
                    <a:cubicBezTo>
                      <a:pt x="570" y="42"/>
                      <a:pt x="570" y="42"/>
                      <a:pt x="570" y="42"/>
                    </a:cubicBezTo>
                    <a:cubicBezTo>
                      <a:pt x="570" y="42"/>
                      <a:pt x="577" y="39"/>
                      <a:pt x="581" y="39"/>
                    </a:cubicBezTo>
                    <a:cubicBezTo>
                      <a:pt x="585" y="39"/>
                      <a:pt x="594" y="53"/>
                      <a:pt x="594" y="53"/>
                    </a:cubicBezTo>
                    <a:cubicBezTo>
                      <a:pt x="603" y="54"/>
                      <a:pt x="603" y="54"/>
                      <a:pt x="603" y="54"/>
                    </a:cubicBezTo>
                    <a:cubicBezTo>
                      <a:pt x="603" y="54"/>
                      <a:pt x="604" y="64"/>
                      <a:pt x="618" y="65"/>
                    </a:cubicBezTo>
                    <a:cubicBezTo>
                      <a:pt x="632" y="66"/>
                      <a:pt x="632" y="67"/>
                      <a:pt x="632" y="67"/>
                    </a:cubicBezTo>
                    <a:cubicBezTo>
                      <a:pt x="632" y="67"/>
                      <a:pt x="632" y="67"/>
                      <a:pt x="642" y="70"/>
                    </a:cubicBezTo>
                    <a:cubicBezTo>
                      <a:pt x="652" y="73"/>
                      <a:pt x="661" y="65"/>
                      <a:pt x="661" y="65"/>
                    </a:cubicBezTo>
                    <a:cubicBezTo>
                      <a:pt x="661" y="65"/>
                      <a:pt x="672" y="61"/>
                      <a:pt x="677" y="62"/>
                    </a:cubicBezTo>
                    <a:cubicBezTo>
                      <a:pt x="680" y="63"/>
                      <a:pt x="687" y="66"/>
                      <a:pt x="693" y="69"/>
                    </a:cubicBezTo>
                    <a:cubicBezTo>
                      <a:pt x="660" y="44"/>
                      <a:pt x="626" y="21"/>
                      <a:pt x="590" y="0"/>
                    </a:cubicBezTo>
                    <a:cubicBezTo>
                      <a:pt x="585" y="1"/>
                      <a:pt x="585" y="1"/>
                      <a:pt x="585" y="1"/>
                    </a:cubicBezTo>
                    <a:cubicBezTo>
                      <a:pt x="593" y="19"/>
                      <a:pt x="593" y="19"/>
                      <a:pt x="593" y="19"/>
                    </a:cubicBezTo>
                    <a:cubicBezTo>
                      <a:pt x="562" y="10"/>
                      <a:pt x="562" y="10"/>
                      <a:pt x="562" y="10"/>
                    </a:cubicBezTo>
                    <a:cubicBezTo>
                      <a:pt x="551" y="16"/>
                      <a:pt x="551" y="16"/>
                      <a:pt x="551" y="16"/>
                    </a:cubicBezTo>
                    <a:cubicBezTo>
                      <a:pt x="554" y="32"/>
                      <a:pt x="554" y="32"/>
                      <a:pt x="554" y="32"/>
                    </a:cubicBezTo>
                    <a:cubicBezTo>
                      <a:pt x="524" y="38"/>
                      <a:pt x="524" y="38"/>
                      <a:pt x="524" y="38"/>
                    </a:cubicBezTo>
                    <a:cubicBezTo>
                      <a:pt x="527" y="17"/>
                      <a:pt x="527" y="17"/>
                      <a:pt x="527" y="17"/>
                    </a:cubicBezTo>
                    <a:cubicBezTo>
                      <a:pt x="507" y="17"/>
                      <a:pt x="507" y="17"/>
                      <a:pt x="507" y="17"/>
                    </a:cubicBezTo>
                    <a:cubicBezTo>
                      <a:pt x="513" y="30"/>
                      <a:pt x="513" y="30"/>
                      <a:pt x="513" y="30"/>
                    </a:cubicBezTo>
                    <a:cubicBezTo>
                      <a:pt x="497" y="20"/>
                      <a:pt x="497" y="20"/>
                      <a:pt x="497" y="20"/>
                    </a:cubicBezTo>
                    <a:cubicBezTo>
                      <a:pt x="499" y="40"/>
                      <a:pt x="499" y="40"/>
                      <a:pt x="499" y="40"/>
                    </a:cubicBezTo>
                    <a:cubicBezTo>
                      <a:pt x="482" y="39"/>
                      <a:pt x="482" y="39"/>
                      <a:pt x="482" y="39"/>
                    </a:cubicBezTo>
                    <a:cubicBezTo>
                      <a:pt x="482" y="39"/>
                      <a:pt x="479" y="26"/>
                      <a:pt x="481" y="23"/>
                    </a:cubicBezTo>
                    <a:cubicBezTo>
                      <a:pt x="483" y="20"/>
                      <a:pt x="494" y="10"/>
                      <a:pt x="494" y="10"/>
                    </a:cubicBezTo>
                    <a:cubicBezTo>
                      <a:pt x="471" y="7"/>
                      <a:pt x="471" y="7"/>
                      <a:pt x="471" y="7"/>
                    </a:cubicBezTo>
                    <a:cubicBezTo>
                      <a:pt x="468" y="36"/>
                      <a:pt x="468" y="36"/>
                      <a:pt x="468" y="36"/>
                    </a:cubicBezTo>
                    <a:cubicBezTo>
                      <a:pt x="450" y="45"/>
                      <a:pt x="450" y="45"/>
                      <a:pt x="450" y="45"/>
                    </a:cubicBezTo>
                    <a:cubicBezTo>
                      <a:pt x="460" y="53"/>
                      <a:pt x="460" y="53"/>
                      <a:pt x="460" y="53"/>
                    </a:cubicBezTo>
                    <a:cubicBezTo>
                      <a:pt x="438" y="56"/>
                      <a:pt x="438" y="56"/>
                      <a:pt x="438" y="56"/>
                    </a:cubicBezTo>
                    <a:cubicBezTo>
                      <a:pt x="446" y="64"/>
                      <a:pt x="446" y="64"/>
                      <a:pt x="446" y="64"/>
                    </a:cubicBezTo>
                    <a:cubicBezTo>
                      <a:pt x="418" y="65"/>
                      <a:pt x="418" y="65"/>
                      <a:pt x="418" y="65"/>
                    </a:cubicBezTo>
                    <a:cubicBezTo>
                      <a:pt x="418" y="73"/>
                      <a:pt x="418" y="73"/>
                      <a:pt x="418" y="73"/>
                    </a:cubicBezTo>
                    <a:cubicBezTo>
                      <a:pt x="439" y="78"/>
                      <a:pt x="439" y="78"/>
                      <a:pt x="439" y="78"/>
                    </a:cubicBezTo>
                    <a:cubicBezTo>
                      <a:pt x="432" y="87"/>
                      <a:pt x="432" y="87"/>
                      <a:pt x="432" y="87"/>
                    </a:cubicBezTo>
                    <a:cubicBezTo>
                      <a:pt x="408" y="77"/>
                      <a:pt x="408" y="77"/>
                      <a:pt x="408" y="77"/>
                    </a:cubicBezTo>
                    <a:cubicBezTo>
                      <a:pt x="399" y="78"/>
                      <a:pt x="399" y="78"/>
                      <a:pt x="399" y="78"/>
                    </a:cubicBezTo>
                    <a:cubicBezTo>
                      <a:pt x="415" y="89"/>
                      <a:pt x="415" y="89"/>
                      <a:pt x="415" y="89"/>
                    </a:cubicBezTo>
                    <a:cubicBezTo>
                      <a:pt x="400" y="100"/>
                      <a:pt x="400" y="100"/>
                      <a:pt x="400" y="100"/>
                    </a:cubicBezTo>
                    <a:cubicBezTo>
                      <a:pt x="392" y="87"/>
                      <a:pt x="392" y="87"/>
                      <a:pt x="392" y="87"/>
                    </a:cubicBezTo>
                    <a:cubicBezTo>
                      <a:pt x="382" y="93"/>
                      <a:pt x="382" y="93"/>
                      <a:pt x="382" y="93"/>
                    </a:cubicBezTo>
                    <a:cubicBezTo>
                      <a:pt x="383" y="98"/>
                      <a:pt x="383" y="98"/>
                      <a:pt x="383" y="98"/>
                    </a:cubicBezTo>
                    <a:cubicBezTo>
                      <a:pt x="360" y="99"/>
                      <a:pt x="360" y="99"/>
                      <a:pt x="360" y="99"/>
                    </a:cubicBezTo>
                    <a:cubicBezTo>
                      <a:pt x="357" y="108"/>
                      <a:pt x="357" y="108"/>
                      <a:pt x="357" y="108"/>
                    </a:cubicBezTo>
                    <a:cubicBezTo>
                      <a:pt x="374" y="117"/>
                      <a:pt x="374" y="117"/>
                      <a:pt x="374" y="117"/>
                    </a:cubicBezTo>
                    <a:cubicBezTo>
                      <a:pt x="372" y="127"/>
                      <a:pt x="372" y="127"/>
                      <a:pt x="372" y="127"/>
                    </a:cubicBezTo>
                    <a:cubicBezTo>
                      <a:pt x="350" y="119"/>
                      <a:pt x="350" y="119"/>
                      <a:pt x="350" y="119"/>
                    </a:cubicBezTo>
                    <a:cubicBezTo>
                      <a:pt x="347" y="129"/>
                      <a:pt x="347" y="129"/>
                      <a:pt x="347" y="129"/>
                    </a:cubicBezTo>
                    <a:cubicBezTo>
                      <a:pt x="365" y="134"/>
                      <a:pt x="365" y="134"/>
                      <a:pt x="365" y="134"/>
                    </a:cubicBezTo>
                    <a:cubicBezTo>
                      <a:pt x="365" y="134"/>
                      <a:pt x="344" y="135"/>
                      <a:pt x="337" y="136"/>
                    </a:cubicBezTo>
                    <a:cubicBezTo>
                      <a:pt x="330" y="137"/>
                      <a:pt x="334" y="147"/>
                      <a:pt x="334" y="147"/>
                    </a:cubicBezTo>
                    <a:cubicBezTo>
                      <a:pt x="334" y="147"/>
                      <a:pt x="321" y="140"/>
                      <a:pt x="313" y="146"/>
                    </a:cubicBezTo>
                    <a:cubicBezTo>
                      <a:pt x="305" y="152"/>
                      <a:pt x="298" y="157"/>
                      <a:pt x="303" y="160"/>
                    </a:cubicBezTo>
                    <a:cubicBezTo>
                      <a:pt x="308" y="163"/>
                      <a:pt x="297" y="169"/>
                      <a:pt x="297" y="169"/>
                    </a:cubicBezTo>
                    <a:cubicBezTo>
                      <a:pt x="297" y="169"/>
                      <a:pt x="290" y="178"/>
                      <a:pt x="293" y="179"/>
                    </a:cubicBezTo>
                    <a:cubicBezTo>
                      <a:pt x="296" y="180"/>
                      <a:pt x="316" y="181"/>
                      <a:pt x="316" y="181"/>
                    </a:cubicBezTo>
                    <a:cubicBezTo>
                      <a:pt x="309" y="189"/>
                      <a:pt x="309" y="189"/>
                      <a:pt x="309" y="189"/>
                    </a:cubicBezTo>
                    <a:cubicBezTo>
                      <a:pt x="286" y="185"/>
                      <a:pt x="286" y="185"/>
                      <a:pt x="286" y="185"/>
                    </a:cubicBezTo>
                    <a:cubicBezTo>
                      <a:pt x="286" y="185"/>
                      <a:pt x="273" y="187"/>
                      <a:pt x="273" y="195"/>
                    </a:cubicBezTo>
                    <a:cubicBezTo>
                      <a:pt x="273" y="203"/>
                      <a:pt x="283" y="209"/>
                      <a:pt x="279" y="212"/>
                    </a:cubicBezTo>
                    <a:cubicBezTo>
                      <a:pt x="275" y="215"/>
                      <a:pt x="271" y="215"/>
                      <a:pt x="266" y="215"/>
                    </a:cubicBezTo>
                    <a:cubicBezTo>
                      <a:pt x="261" y="215"/>
                      <a:pt x="255" y="216"/>
                      <a:pt x="257" y="223"/>
                    </a:cubicBezTo>
                    <a:cubicBezTo>
                      <a:pt x="259" y="230"/>
                      <a:pt x="267" y="234"/>
                      <a:pt x="267" y="234"/>
                    </a:cubicBezTo>
                    <a:cubicBezTo>
                      <a:pt x="267" y="234"/>
                      <a:pt x="273" y="245"/>
                      <a:pt x="266" y="246"/>
                    </a:cubicBezTo>
                    <a:cubicBezTo>
                      <a:pt x="259" y="247"/>
                      <a:pt x="252" y="246"/>
                      <a:pt x="249" y="246"/>
                    </a:cubicBezTo>
                    <a:cubicBezTo>
                      <a:pt x="246" y="246"/>
                      <a:pt x="243" y="247"/>
                      <a:pt x="240" y="251"/>
                    </a:cubicBezTo>
                    <a:cubicBezTo>
                      <a:pt x="237" y="255"/>
                      <a:pt x="237" y="262"/>
                      <a:pt x="237" y="262"/>
                    </a:cubicBezTo>
                    <a:cubicBezTo>
                      <a:pt x="237" y="262"/>
                      <a:pt x="239" y="269"/>
                      <a:pt x="232" y="269"/>
                    </a:cubicBezTo>
                    <a:cubicBezTo>
                      <a:pt x="225" y="269"/>
                      <a:pt x="222" y="262"/>
                      <a:pt x="216" y="263"/>
                    </a:cubicBezTo>
                    <a:cubicBezTo>
                      <a:pt x="210" y="264"/>
                      <a:pt x="212" y="264"/>
                      <a:pt x="207" y="268"/>
                    </a:cubicBezTo>
                    <a:cubicBezTo>
                      <a:pt x="202" y="272"/>
                      <a:pt x="202" y="273"/>
                      <a:pt x="199" y="277"/>
                    </a:cubicBezTo>
                    <a:cubicBezTo>
                      <a:pt x="196" y="281"/>
                      <a:pt x="187" y="281"/>
                      <a:pt x="187" y="281"/>
                    </a:cubicBezTo>
                    <a:cubicBezTo>
                      <a:pt x="187" y="281"/>
                      <a:pt x="183" y="282"/>
                      <a:pt x="180" y="288"/>
                    </a:cubicBezTo>
                    <a:cubicBezTo>
                      <a:pt x="177" y="294"/>
                      <a:pt x="186" y="298"/>
                      <a:pt x="181" y="301"/>
                    </a:cubicBezTo>
                    <a:cubicBezTo>
                      <a:pt x="176" y="304"/>
                      <a:pt x="175" y="306"/>
                      <a:pt x="170" y="306"/>
                    </a:cubicBezTo>
                    <a:cubicBezTo>
                      <a:pt x="165" y="306"/>
                      <a:pt x="156" y="301"/>
                      <a:pt x="153" y="301"/>
                    </a:cubicBezTo>
                    <a:cubicBezTo>
                      <a:pt x="150" y="301"/>
                      <a:pt x="157" y="293"/>
                      <a:pt x="144" y="300"/>
                    </a:cubicBezTo>
                    <a:cubicBezTo>
                      <a:pt x="131" y="307"/>
                      <a:pt x="130" y="308"/>
                      <a:pt x="126" y="307"/>
                    </a:cubicBezTo>
                    <a:cubicBezTo>
                      <a:pt x="122" y="306"/>
                      <a:pt x="117" y="304"/>
                      <a:pt x="118" y="314"/>
                    </a:cubicBezTo>
                    <a:cubicBezTo>
                      <a:pt x="119" y="324"/>
                      <a:pt x="125" y="323"/>
                      <a:pt x="126" y="326"/>
                    </a:cubicBezTo>
                    <a:cubicBezTo>
                      <a:pt x="127" y="329"/>
                      <a:pt x="130" y="337"/>
                      <a:pt x="122" y="333"/>
                    </a:cubicBezTo>
                    <a:cubicBezTo>
                      <a:pt x="114" y="329"/>
                      <a:pt x="113" y="320"/>
                      <a:pt x="108" y="323"/>
                    </a:cubicBezTo>
                    <a:cubicBezTo>
                      <a:pt x="103" y="326"/>
                      <a:pt x="97" y="333"/>
                      <a:pt x="102" y="336"/>
                    </a:cubicBezTo>
                    <a:cubicBezTo>
                      <a:pt x="107" y="339"/>
                      <a:pt x="122" y="335"/>
                      <a:pt x="119" y="341"/>
                    </a:cubicBezTo>
                    <a:cubicBezTo>
                      <a:pt x="116" y="347"/>
                      <a:pt x="126" y="350"/>
                      <a:pt x="111" y="348"/>
                    </a:cubicBezTo>
                    <a:cubicBezTo>
                      <a:pt x="96" y="346"/>
                      <a:pt x="92" y="346"/>
                      <a:pt x="92" y="346"/>
                    </a:cubicBezTo>
                    <a:cubicBezTo>
                      <a:pt x="92" y="346"/>
                      <a:pt x="94" y="340"/>
                      <a:pt x="88" y="345"/>
                    </a:cubicBezTo>
                    <a:cubicBezTo>
                      <a:pt x="82" y="350"/>
                      <a:pt x="84" y="359"/>
                      <a:pt x="84" y="359"/>
                    </a:cubicBezTo>
                    <a:cubicBezTo>
                      <a:pt x="84" y="359"/>
                      <a:pt x="55" y="346"/>
                      <a:pt x="59" y="354"/>
                    </a:cubicBezTo>
                    <a:cubicBezTo>
                      <a:pt x="63" y="362"/>
                      <a:pt x="85" y="367"/>
                      <a:pt x="85" y="367"/>
                    </a:cubicBezTo>
                    <a:cubicBezTo>
                      <a:pt x="72" y="381"/>
                      <a:pt x="72" y="381"/>
                      <a:pt x="72" y="381"/>
                    </a:cubicBezTo>
                    <a:cubicBezTo>
                      <a:pt x="72" y="381"/>
                      <a:pt x="73" y="371"/>
                      <a:pt x="66" y="370"/>
                    </a:cubicBezTo>
                    <a:cubicBezTo>
                      <a:pt x="59" y="369"/>
                      <a:pt x="53" y="377"/>
                      <a:pt x="53" y="377"/>
                    </a:cubicBezTo>
                    <a:cubicBezTo>
                      <a:pt x="40" y="366"/>
                      <a:pt x="40" y="366"/>
                      <a:pt x="40" y="366"/>
                    </a:cubicBezTo>
                    <a:cubicBezTo>
                      <a:pt x="34" y="375"/>
                      <a:pt x="34" y="375"/>
                      <a:pt x="34" y="375"/>
                    </a:cubicBezTo>
                    <a:cubicBezTo>
                      <a:pt x="43" y="378"/>
                      <a:pt x="43" y="378"/>
                      <a:pt x="43" y="378"/>
                    </a:cubicBezTo>
                    <a:cubicBezTo>
                      <a:pt x="20" y="377"/>
                      <a:pt x="20" y="377"/>
                      <a:pt x="20" y="377"/>
                    </a:cubicBezTo>
                    <a:cubicBezTo>
                      <a:pt x="19" y="386"/>
                      <a:pt x="19" y="386"/>
                      <a:pt x="19" y="386"/>
                    </a:cubicBezTo>
                    <a:cubicBezTo>
                      <a:pt x="52" y="388"/>
                      <a:pt x="52" y="388"/>
                      <a:pt x="52" y="388"/>
                    </a:cubicBezTo>
                    <a:cubicBezTo>
                      <a:pt x="35" y="393"/>
                      <a:pt x="35" y="393"/>
                      <a:pt x="35" y="393"/>
                    </a:cubicBezTo>
                    <a:cubicBezTo>
                      <a:pt x="11" y="387"/>
                      <a:pt x="11" y="387"/>
                      <a:pt x="11" y="387"/>
                    </a:cubicBezTo>
                    <a:cubicBezTo>
                      <a:pt x="11" y="387"/>
                      <a:pt x="3" y="394"/>
                      <a:pt x="3" y="400"/>
                    </a:cubicBezTo>
                    <a:cubicBezTo>
                      <a:pt x="3" y="406"/>
                      <a:pt x="21" y="407"/>
                      <a:pt x="21" y="407"/>
                    </a:cubicBezTo>
                    <a:cubicBezTo>
                      <a:pt x="10" y="412"/>
                      <a:pt x="10" y="412"/>
                      <a:pt x="10" y="412"/>
                    </a:cubicBezTo>
                    <a:cubicBezTo>
                      <a:pt x="10" y="412"/>
                      <a:pt x="1" y="419"/>
                      <a:pt x="10" y="420"/>
                    </a:cubicBezTo>
                    <a:cubicBezTo>
                      <a:pt x="19" y="421"/>
                      <a:pt x="42" y="421"/>
                      <a:pt x="42" y="421"/>
                    </a:cubicBezTo>
                    <a:cubicBezTo>
                      <a:pt x="52" y="427"/>
                      <a:pt x="52" y="427"/>
                      <a:pt x="52" y="427"/>
                    </a:cubicBezTo>
                    <a:cubicBezTo>
                      <a:pt x="63" y="419"/>
                      <a:pt x="63" y="419"/>
                      <a:pt x="63" y="419"/>
                    </a:cubicBezTo>
                    <a:cubicBezTo>
                      <a:pt x="71" y="427"/>
                      <a:pt x="71" y="427"/>
                      <a:pt x="71" y="427"/>
                    </a:cubicBezTo>
                    <a:cubicBezTo>
                      <a:pt x="89" y="418"/>
                      <a:pt x="89" y="418"/>
                      <a:pt x="89" y="418"/>
                    </a:cubicBezTo>
                    <a:cubicBezTo>
                      <a:pt x="89" y="418"/>
                      <a:pt x="86" y="431"/>
                      <a:pt x="80" y="431"/>
                    </a:cubicBezTo>
                    <a:cubicBezTo>
                      <a:pt x="74" y="431"/>
                      <a:pt x="62" y="430"/>
                      <a:pt x="62" y="430"/>
                    </a:cubicBezTo>
                    <a:cubicBezTo>
                      <a:pt x="44" y="431"/>
                      <a:pt x="44" y="431"/>
                      <a:pt x="44" y="431"/>
                    </a:cubicBezTo>
                    <a:cubicBezTo>
                      <a:pt x="44" y="431"/>
                      <a:pt x="28" y="429"/>
                      <a:pt x="25" y="429"/>
                    </a:cubicBezTo>
                    <a:cubicBezTo>
                      <a:pt x="22" y="429"/>
                      <a:pt x="0" y="431"/>
                      <a:pt x="0" y="431"/>
                    </a:cubicBezTo>
                    <a:cubicBezTo>
                      <a:pt x="0" y="431"/>
                      <a:pt x="2" y="443"/>
                      <a:pt x="7" y="445"/>
                    </a:cubicBezTo>
                    <a:cubicBezTo>
                      <a:pt x="12" y="447"/>
                      <a:pt x="20" y="447"/>
                      <a:pt x="20" y="447"/>
                    </a:cubicBezTo>
                    <a:cubicBezTo>
                      <a:pt x="20" y="447"/>
                      <a:pt x="7" y="457"/>
                      <a:pt x="13" y="464"/>
                    </a:cubicBezTo>
                    <a:cubicBezTo>
                      <a:pt x="19" y="471"/>
                      <a:pt x="29" y="472"/>
                      <a:pt x="29" y="472"/>
                    </a:cubicBezTo>
                    <a:cubicBezTo>
                      <a:pt x="47" y="461"/>
                      <a:pt x="47" y="461"/>
                      <a:pt x="47" y="461"/>
                    </a:cubicBezTo>
                    <a:cubicBezTo>
                      <a:pt x="65" y="457"/>
                      <a:pt x="65" y="457"/>
                      <a:pt x="65" y="457"/>
                    </a:cubicBezTo>
                    <a:cubicBezTo>
                      <a:pt x="59" y="471"/>
                      <a:pt x="59" y="471"/>
                      <a:pt x="59" y="471"/>
                    </a:cubicBezTo>
                    <a:cubicBezTo>
                      <a:pt x="49" y="468"/>
                      <a:pt x="49" y="468"/>
                      <a:pt x="49" y="468"/>
                    </a:cubicBezTo>
                    <a:cubicBezTo>
                      <a:pt x="43" y="480"/>
                      <a:pt x="43" y="480"/>
                      <a:pt x="43" y="480"/>
                    </a:cubicBezTo>
                    <a:cubicBezTo>
                      <a:pt x="43" y="480"/>
                      <a:pt x="13" y="474"/>
                      <a:pt x="17" y="481"/>
                    </a:cubicBezTo>
                    <a:cubicBezTo>
                      <a:pt x="21" y="488"/>
                      <a:pt x="30" y="491"/>
                      <a:pt x="30" y="491"/>
                    </a:cubicBezTo>
                    <a:cubicBezTo>
                      <a:pt x="14" y="499"/>
                      <a:pt x="14" y="499"/>
                      <a:pt x="14" y="499"/>
                    </a:cubicBezTo>
                    <a:cubicBezTo>
                      <a:pt x="2" y="499"/>
                      <a:pt x="2" y="499"/>
                      <a:pt x="2" y="499"/>
                    </a:cubicBezTo>
                    <a:cubicBezTo>
                      <a:pt x="2" y="499"/>
                      <a:pt x="4" y="511"/>
                      <a:pt x="7" y="511"/>
                    </a:cubicBezTo>
                    <a:cubicBezTo>
                      <a:pt x="10" y="511"/>
                      <a:pt x="42" y="512"/>
                      <a:pt x="42" y="512"/>
                    </a:cubicBezTo>
                    <a:cubicBezTo>
                      <a:pt x="33" y="526"/>
                      <a:pt x="33" y="526"/>
                      <a:pt x="33" y="526"/>
                    </a:cubicBezTo>
                    <a:cubicBezTo>
                      <a:pt x="41" y="528"/>
                      <a:pt x="41" y="528"/>
                      <a:pt x="41" y="528"/>
                    </a:cubicBezTo>
                    <a:cubicBezTo>
                      <a:pt x="36" y="540"/>
                      <a:pt x="36" y="540"/>
                      <a:pt x="36" y="540"/>
                    </a:cubicBezTo>
                    <a:cubicBezTo>
                      <a:pt x="36" y="540"/>
                      <a:pt x="10" y="527"/>
                      <a:pt x="11" y="535"/>
                    </a:cubicBezTo>
                    <a:cubicBezTo>
                      <a:pt x="12" y="543"/>
                      <a:pt x="23" y="554"/>
                      <a:pt x="23" y="554"/>
                    </a:cubicBezTo>
                    <a:cubicBezTo>
                      <a:pt x="55" y="568"/>
                      <a:pt x="55" y="568"/>
                      <a:pt x="55" y="568"/>
                    </a:cubicBezTo>
                    <a:cubicBezTo>
                      <a:pt x="55" y="568"/>
                      <a:pt x="48" y="573"/>
                      <a:pt x="55" y="576"/>
                    </a:cubicBezTo>
                    <a:cubicBezTo>
                      <a:pt x="62" y="579"/>
                      <a:pt x="83" y="574"/>
                      <a:pt x="83" y="574"/>
                    </a:cubicBezTo>
                    <a:cubicBezTo>
                      <a:pt x="83" y="574"/>
                      <a:pt x="86" y="583"/>
                      <a:pt x="103" y="577"/>
                    </a:cubicBezTo>
                    <a:cubicBezTo>
                      <a:pt x="120" y="571"/>
                      <a:pt x="148" y="546"/>
                      <a:pt x="148" y="546"/>
                    </a:cubicBezTo>
                    <a:cubicBezTo>
                      <a:pt x="172" y="527"/>
                      <a:pt x="172" y="527"/>
                      <a:pt x="172" y="527"/>
                    </a:cubicBezTo>
                    <a:cubicBezTo>
                      <a:pt x="172" y="527"/>
                      <a:pt x="183" y="532"/>
                      <a:pt x="193" y="523"/>
                    </a:cubicBezTo>
                    <a:cubicBezTo>
                      <a:pt x="203" y="514"/>
                      <a:pt x="193" y="495"/>
                      <a:pt x="193" y="495"/>
                    </a:cubicBezTo>
                    <a:cubicBezTo>
                      <a:pt x="205" y="493"/>
                      <a:pt x="205" y="493"/>
                      <a:pt x="205" y="493"/>
                    </a:cubicBezTo>
                    <a:cubicBezTo>
                      <a:pt x="205" y="493"/>
                      <a:pt x="192" y="510"/>
                      <a:pt x="207" y="515"/>
                    </a:cubicBezTo>
                    <a:cubicBezTo>
                      <a:pt x="222" y="520"/>
                      <a:pt x="233" y="522"/>
                      <a:pt x="233" y="522"/>
                    </a:cubicBezTo>
                    <a:cubicBezTo>
                      <a:pt x="247" y="535"/>
                      <a:pt x="247" y="535"/>
                      <a:pt x="247" y="535"/>
                    </a:cubicBezTo>
                    <a:cubicBezTo>
                      <a:pt x="247" y="535"/>
                      <a:pt x="253" y="524"/>
                      <a:pt x="255" y="519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75" name="Freeform 390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EEE365AB-FD00-44AE-B2F8-004F2B61A4A2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3032" y="932"/>
                <a:ext cx="30" cy="13"/>
              </a:xfrm>
              <a:custGeom>
                <a:avLst/>
                <a:gdLst/>
                <a:ahLst/>
                <a:cxnLst>
                  <a:cxn ang="0">
                    <a:pos x="29" y="5"/>
                  </a:cxn>
                  <a:cxn ang="0">
                    <a:pos x="0" y="17"/>
                  </a:cxn>
                  <a:cxn ang="0">
                    <a:pos x="16" y="21"/>
                  </a:cxn>
                  <a:cxn ang="0">
                    <a:pos x="29" y="5"/>
                  </a:cxn>
                </a:cxnLst>
                <a:rect l="0" t="0" r="r" b="b"/>
                <a:pathLst>
                  <a:path w="48" h="21">
                    <a:moveTo>
                      <a:pt x="29" y="5"/>
                    </a:moveTo>
                    <a:cubicBezTo>
                      <a:pt x="10" y="0"/>
                      <a:pt x="0" y="17"/>
                      <a:pt x="0" y="17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22" y="17"/>
                      <a:pt x="48" y="9"/>
                      <a:pt x="29" y="5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76" name="Freeform 391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2128858A-8FEE-404A-91E6-DE503F29CA29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3042" y="943"/>
                <a:ext cx="30" cy="11"/>
              </a:xfrm>
              <a:custGeom>
                <a:avLst/>
                <a:gdLst/>
                <a:ahLst/>
                <a:cxnLst>
                  <a:cxn ang="0">
                    <a:pos x="23" y="15"/>
                  </a:cxn>
                  <a:cxn ang="0">
                    <a:pos x="28" y="3"/>
                  </a:cxn>
                  <a:cxn ang="0">
                    <a:pos x="0" y="11"/>
                  </a:cxn>
                  <a:cxn ang="0">
                    <a:pos x="6" y="18"/>
                  </a:cxn>
                  <a:cxn ang="0">
                    <a:pos x="23" y="15"/>
                  </a:cxn>
                </a:cxnLst>
                <a:rect l="0" t="0" r="r" b="b"/>
                <a:pathLst>
                  <a:path w="47" h="18">
                    <a:moveTo>
                      <a:pt x="23" y="15"/>
                    </a:moveTo>
                    <a:cubicBezTo>
                      <a:pt x="32" y="10"/>
                      <a:pt x="47" y="7"/>
                      <a:pt x="28" y="3"/>
                    </a:cubicBezTo>
                    <a:cubicBezTo>
                      <a:pt x="9" y="0"/>
                      <a:pt x="0" y="11"/>
                      <a:pt x="0" y="11"/>
                    </a:cubicBezTo>
                    <a:cubicBezTo>
                      <a:pt x="6" y="18"/>
                      <a:pt x="6" y="18"/>
                      <a:pt x="6" y="18"/>
                    </a:cubicBezTo>
                    <a:lnTo>
                      <a:pt x="23" y="15"/>
                    </a:ln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77" name="Freeform 392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47DF9D90-E3B8-4735-BE83-33B54A4EEE70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3065" y="924"/>
                <a:ext cx="24" cy="15"/>
              </a:xfrm>
              <a:custGeom>
                <a:avLst/>
                <a:gdLst/>
                <a:ahLst/>
                <a:cxnLst>
                  <a:cxn ang="0">
                    <a:pos x="8" y="24"/>
                  </a:cxn>
                  <a:cxn ang="0">
                    <a:pos x="30" y="11"/>
                  </a:cxn>
                  <a:cxn ang="0">
                    <a:pos x="30" y="0"/>
                  </a:cxn>
                  <a:cxn ang="0">
                    <a:pos x="0" y="14"/>
                  </a:cxn>
                  <a:cxn ang="0">
                    <a:pos x="8" y="24"/>
                  </a:cxn>
                </a:cxnLst>
                <a:rect l="0" t="0" r="r" b="b"/>
                <a:pathLst>
                  <a:path w="36" h="24">
                    <a:moveTo>
                      <a:pt x="8" y="24"/>
                    </a:moveTo>
                    <a:cubicBezTo>
                      <a:pt x="24" y="21"/>
                      <a:pt x="23" y="11"/>
                      <a:pt x="30" y="11"/>
                    </a:cubicBezTo>
                    <a:cubicBezTo>
                      <a:pt x="36" y="11"/>
                      <a:pt x="30" y="0"/>
                      <a:pt x="30" y="0"/>
                    </a:cubicBezTo>
                    <a:cubicBezTo>
                      <a:pt x="0" y="14"/>
                      <a:pt x="0" y="14"/>
                      <a:pt x="0" y="14"/>
                    </a:cubicBezTo>
                    <a:lnTo>
                      <a:pt x="8" y="24"/>
                    </a:ln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78" name="Freeform 393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25F66634-695B-48F5-9F74-90D12FC0E77D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3015" y="940"/>
                <a:ext cx="13" cy="23"/>
              </a:xfrm>
              <a:custGeom>
                <a:avLst/>
                <a:gdLst/>
                <a:ahLst/>
                <a:cxnLst>
                  <a:cxn ang="0">
                    <a:pos x="11" y="4"/>
                  </a:cxn>
                  <a:cxn ang="0">
                    <a:pos x="4" y="25"/>
                  </a:cxn>
                  <a:cxn ang="0">
                    <a:pos x="16" y="37"/>
                  </a:cxn>
                  <a:cxn ang="0">
                    <a:pos x="11" y="4"/>
                  </a:cxn>
                </a:cxnLst>
                <a:rect l="0" t="0" r="r" b="b"/>
                <a:pathLst>
                  <a:path w="22" h="37">
                    <a:moveTo>
                      <a:pt x="11" y="4"/>
                    </a:moveTo>
                    <a:cubicBezTo>
                      <a:pt x="0" y="8"/>
                      <a:pt x="4" y="25"/>
                      <a:pt x="4" y="25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37"/>
                      <a:pt x="22" y="0"/>
                      <a:pt x="11" y="4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79" name="Freeform 394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2A32B76A-46DF-4D60-AFCC-8E53DE0BECE0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3028" y="947"/>
                <a:ext cx="14" cy="14"/>
              </a:xfrm>
              <a:custGeom>
                <a:avLst/>
                <a:gdLst/>
                <a:ahLst/>
                <a:cxnLst>
                  <a:cxn ang="0">
                    <a:pos x="21" y="0"/>
                  </a:cxn>
                  <a:cxn ang="0">
                    <a:pos x="0" y="13"/>
                  </a:cxn>
                  <a:cxn ang="0">
                    <a:pos x="7" y="31"/>
                  </a:cxn>
                  <a:cxn ang="0">
                    <a:pos x="32" y="33"/>
                  </a:cxn>
                  <a:cxn ang="0">
                    <a:pos x="27" y="14"/>
                  </a:cxn>
                  <a:cxn ang="0">
                    <a:pos x="21" y="0"/>
                  </a:cxn>
                </a:cxnLst>
                <a:rect l="0" t="0" r="r" b="b"/>
                <a:pathLst>
                  <a:path w="32" h="33">
                    <a:moveTo>
                      <a:pt x="21" y="0"/>
                    </a:moveTo>
                    <a:lnTo>
                      <a:pt x="0" y="13"/>
                    </a:lnTo>
                    <a:lnTo>
                      <a:pt x="7" y="31"/>
                    </a:lnTo>
                    <a:lnTo>
                      <a:pt x="32" y="33"/>
                    </a:lnTo>
                    <a:lnTo>
                      <a:pt x="27" y="14"/>
                    </a:lnTo>
                    <a:lnTo>
                      <a:pt x="21" y="0"/>
                    </a:ln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80" name="Freeform 395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0EBCD0CA-97F9-4B75-B1E2-47F38FAEAEF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713" y="1850"/>
                <a:ext cx="30" cy="20"/>
              </a:xfrm>
              <a:custGeom>
                <a:avLst/>
                <a:gdLst/>
                <a:ahLst/>
                <a:cxnLst>
                  <a:cxn ang="0">
                    <a:pos x="13" y="21"/>
                  </a:cxn>
                  <a:cxn ang="0">
                    <a:pos x="21" y="31"/>
                  </a:cxn>
                  <a:cxn ang="0">
                    <a:pos x="33" y="32"/>
                  </a:cxn>
                  <a:cxn ang="0">
                    <a:pos x="48" y="13"/>
                  </a:cxn>
                  <a:cxn ang="0">
                    <a:pos x="38" y="7"/>
                  </a:cxn>
                  <a:cxn ang="0">
                    <a:pos x="29" y="0"/>
                  </a:cxn>
                  <a:cxn ang="0">
                    <a:pos x="3" y="18"/>
                  </a:cxn>
                  <a:cxn ang="0">
                    <a:pos x="13" y="21"/>
                  </a:cxn>
                </a:cxnLst>
                <a:rect l="0" t="0" r="r" b="b"/>
                <a:pathLst>
                  <a:path w="49" h="32">
                    <a:moveTo>
                      <a:pt x="13" y="21"/>
                    </a:moveTo>
                    <a:cubicBezTo>
                      <a:pt x="13" y="21"/>
                      <a:pt x="17" y="30"/>
                      <a:pt x="21" y="31"/>
                    </a:cubicBezTo>
                    <a:cubicBezTo>
                      <a:pt x="25" y="32"/>
                      <a:pt x="33" y="32"/>
                      <a:pt x="33" y="32"/>
                    </a:cubicBezTo>
                    <a:cubicBezTo>
                      <a:pt x="39" y="30"/>
                      <a:pt x="49" y="20"/>
                      <a:pt x="48" y="13"/>
                    </a:cubicBezTo>
                    <a:cubicBezTo>
                      <a:pt x="47" y="6"/>
                      <a:pt x="38" y="7"/>
                      <a:pt x="38" y="7"/>
                    </a:cubicBezTo>
                    <a:cubicBezTo>
                      <a:pt x="38" y="7"/>
                      <a:pt x="35" y="0"/>
                      <a:pt x="29" y="0"/>
                    </a:cubicBezTo>
                    <a:cubicBezTo>
                      <a:pt x="23" y="0"/>
                      <a:pt x="0" y="13"/>
                      <a:pt x="3" y="18"/>
                    </a:cubicBezTo>
                    <a:cubicBezTo>
                      <a:pt x="6" y="23"/>
                      <a:pt x="13" y="21"/>
                      <a:pt x="13" y="21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81" name="Freeform 396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B9502187-98A3-4275-B0D8-E1F8768D469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751" y="1842"/>
                <a:ext cx="20" cy="17"/>
              </a:xfrm>
              <a:custGeom>
                <a:avLst/>
                <a:gdLst/>
                <a:ahLst/>
                <a:cxnLst>
                  <a:cxn ang="0">
                    <a:pos x="22" y="22"/>
                  </a:cxn>
                  <a:cxn ang="0">
                    <a:pos x="0" y="7"/>
                  </a:cxn>
                  <a:cxn ang="0">
                    <a:pos x="22" y="22"/>
                  </a:cxn>
                </a:cxnLst>
                <a:rect l="0" t="0" r="r" b="b"/>
                <a:pathLst>
                  <a:path w="31" h="27">
                    <a:moveTo>
                      <a:pt x="22" y="22"/>
                    </a:moveTo>
                    <a:cubicBezTo>
                      <a:pt x="31" y="17"/>
                      <a:pt x="10" y="0"/>
                      <a:pt x="0" y="7"/>
                    </a:cubicBezTo>
                    <a:cubicBezTo>
                      <a:pt x="0" y="7"/>
                      <a:pt x="13" y="27"/>
                      <a:pt x="22" y="22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82" name="Freeform 397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41763E16-DD51-4FCC-8919-F11E2FA74BB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404" y="1724"/>
                <a:ext cx="336" cy="255"/>
              </a:xfrm>
              <a:custGeom>
                <a:avLst/>
                <a:gdLst/>
                <a:ahLst/>
                <a:cxnLst>
                  <a:cxn ang="0">
                    <a:pos x="506" y="77"/>
                  </a:cxn>
                  <a:cxn ang="0">
                    <a:pos x="486" y="73"/>
                  </a:cxn>
                  <a:cxn ang="0">
                    <a:pos x="481" y="68"/>
                  </a:cxn>
                  <a:cxn ang="0">
                    <a:pos x="479" y="68"/>
                  </a:cxn>
                  <a:cxn ang="0">
                    <a:pos x="459" y="56"/>
                  </a:cxn>
                  <a:cxn ang="0">
                    <a:pos x="437" y="48"/>
                  </a:cxn>
                  <a:cxn ang="0">
                    <a:pos x="417" y="63"/>
                  </a:cxn>
                  <a:cxn ang="0">
                    <a:pos x="395" y="54"/>
                  </a:cxn>
                  <a:cxn ang="0">
                    <a:pos x="376" y="51"/>
                  </a:cxn>
                  <a:cxn ang="0">
                    <a:pos x="342" y="38"/>
                  </a:cxn>
                  <a:cxn ang="0">
                    <a:pos x="327" y="29"/>
                  </a:cxn>
                  <a:cxn ang="0">
                    <a:pos x="320" y="23"/>
                  </a:cxn>
                  <a:cxn ang="0">
                    <a:pos x="234" y="22"/>
                  </a:cxn>
                  <a:cxn ang="0">
                    <a:pos x="156" y="7"/>
                  </a:cxn>
                  <a:cxn ang="0">
                    <a:pos x="91" y="8"/>
                  </a:cxn>
                  <a:cxn ang="0">
                    <a:pos x="49" y="18"/>
                  </a:cxn>
                  <a:cxn ang="0">
                    <a:pos x="21" y="67"/>
                  </a:cxn>
                  <a:cxn ang="0">
                    <a:pos x="15" y="101"/>
                  </a:cxn>
                  <a:cxn ang="0">
                    <a:pos x="50" y="94"/>
                  </a:cxn>
                  <a:cxn ang="0">
                    <a:pos x="61" y="99"/>
                  </a:cxn>
                  <a:cxn ang="0">
                    <a:pos x="85" y="96"/>
                  </a:cxn>
                  <a:cxn ang="0">
                    <a:pos x="115" y="108"/>
                  </a:cxn>
                  <a:cxn ang="0">
                    <a:pos x="94" y="144"/>
                  </a:cxn>
                  <a:cxn ang="0">
                    <a:pos x="96" y="181"/>
                  </a:cxn>
                  <a:cxn ang="0">
                    <a:pos x="94" y="205"/>
                  </a:cxn>
                  <a:cxn ang="0">
                    <a:pos x="61" y="217"/>
                  </a:cxn>
                  <a:cxn ang="0">
                    <a:pos x="77" y="240"/>
                  </a:cxn>
                  <a:cxn ang="0">
                    <a:pos x="66" y="276"/>
                  </a:cxn>
                  <a:cxn ang="0">
                    <a:pos x="84" y="301"/>
                  </a:cxn>
                  <a:cxn ang="0">
                    <a:pos x="60" y="325"/>
                  </a:cxn>
                  <a:cxn ang="0">
                    <a:pos x="61" y="351"/>
                  </a:cxn>
                  <a:cxn ang="0">
                    <a:pos x="81" y="350"/>
                  </a:cxn>
                  <a:cxn ang="0">
                    <a:pos x="109" y="365"/>
                  </a:cxn>
                  <a:cxn ang="0">
                    <a:pos x="110" y="383"/>
                  </a:cxn>
                  <a:cxn ang="0">
                    <a:pos x="136" y="413"/>
                  </a:cxn>
                  <a:cxn ang="0">
                    <a:pos x="177" y="389"/>
                  </a:cxn>
                  <a:cxn ang="0">
                    <a:pos x="235" y="377"/>
                  </a:cxn>
                  <a:cxn ang="0">
                    <a:pos x="265" y="378"/>
                  </a:cxn>
                  <a:cxn ang="0">
                    <a:pos x="297" y="374"/>
                  </a:cxn>
                  <a:cxn ang="0">
                    <a:pos x="331" y="329"/>
                  </a:cxn>
                  <a:cxn ang="0">
                    <a:pos x="356" y="315"/>
                  </a:cxn>
                  <a:cxn ang="0">
                    <a:pos x="401" y="270"/>
                  </a:cxn>
                  <a:cxn ang="0">
                    <a:pos x="385" y="215"/>
                  </a:cxn>
                  <a:cxn ang="0">
                    <a:pos x="424" y="172"/>
                  </a:cxn>
                  <a:cxn ang="0">
                    <a:pos x="438" y="146"/>
                  </a:cxn>
                  <a:cxn ang="0">
                    <a:pos x="514" y="113"/>
                  </a:cxn>
                  <a:cxn ang="0">
                    <a:pos x="534" y="86"/>
                  </a:cxn>
                  <a:cxn ang="0">
                    <a:pos x="527" y="67"/>
                  </a:cxn>
                  <a:cxn ang="0">
                    <a:pos x="514" y="77"/>
                  </a:cxn>
                </a:cxnLst>
                <a:rect l="0" t="0" r="r" b="b"/>
                <a:pathLst>
                  <a:path w="542" h="413">
                    <a:moveTo>
                      <a:pt x="514" y="77"/>
                    </a:moveTo>
                    <a:cubicBezTo>
                      <a:pt x="507" y="77"/>
                      <a:pt x="506" y="77"/>
                      <a:pt x="506" y="77"/>
                    </a:cubicBezTo>
                    <a:cubicBezTo>
                      <a:pt x="506" y="77"/>
                      <a:pt x="499" y="69"/>
                      <a:pt x="496" y="70"/>
                    </a:cubicBezTo>
                    <a:cubicBezTo>
                      <a:pt x="493" y="71"/>
                      <a:pt x="486" y="73"/>
                      <a:pt x="486" y="73"/>
                    </a:cubicBezTo>
                    <a:cubicBezTo>
                      <a:pt x="486" y="73"/>
                      <a:pt x="486" y="73"/>
                      <a:pt x="486" y="73"/>
                    </a:cubicBezTo>
                    <a:cubicBezTo>
                      <a:pt x="486" y="72"/>
                      <a:pt x="484" y="69"/>
                      <a:pt x="481" y="68"/>
                    </a:cubicBezTo>
                    <a:cubicBezTo>
                      <a:pt x="481" y="68"/>
                      <a:pt x="481" y="68"/>
                      <a:pt x="480" y="68"/>
                    </a:cubicBezTo>
                    <a:cubicBezTo>
                      <a:pt x="480" y="68"/>
                      <a:pt x="479" y="68"/>
                      <a:pt x="479" y="68"/>
                    </a:cubicBezTo>
                    <a:cubicBezTo>
                      <a:pt x="475" y="69"/>
                      <a:pt x="466" y="71"/>
                      <a:pt x="466" y="71"/>
                    </a:cubicBezTo>
                    <a:cubicBezTo>
                      <a:pt x="459" y="56"/>
                      <a:pt x="459" y="56"/>
                      <a:pt x="459" y="56"/>
                    </a:cubicBezTo>
                    <a:cubicBezTo>
                      <a:pt x="450" y="55"/>
                      <a:pt x="450" y="55"/>
                      <a:pt x="450" y="55"/>
                    </a:cubicBezTo>
                    <a:cubicBezTo>
                      <a:pt x="450" y="55"/>
                      <a:pt x="450" y="48"/>
                      <a:pt x="437" y="48"/>
                    </a:cubicBezTo>
                    <a:cubicBezTo>
                      <a:pt x="424" y="48"/>
                      <a:pt x="430" y="60"/>
                      <a:pt x="430" y="60"/>
                    </a:cubicBezTo>
                    <a:cubicBezTo>
                      <a:pt x="417" y="63"/>
                      <a:pt x="417" y="63"/>
                      <a:pt x="417" y="63"/>
                    </a:cubicBezTo>
                    <a:cubicBezTo>
                      <a:pt x="415" y="55"/>
                      <a:pt x="415" y="55"/>
                      <a:pt x="415" y="55"/>
                    </a:cubicBezTo>
                    <a:cubicBezTo>
                      <a:pt x="395" y="54"/>
                      <a:pt x="395" y="54"/>
                      <a:pt x="395" y="54"/>
                    </a:cubicBezTo>
                    <a:cubicBezTo>
                      <a:pt x="395" y="54"/>
                      <a:pt x="394" y="51"/>
                      <a:pt x="390" y="49"/>
                    </a:cubicBezTo>
                    <a:cubicBezTo>
                      <a:pt x="386" y="47"/>
                      <a:pt x="376" y="51"/>
                      <a:pt x="376" y="51"/>
                    </a:cubicBezTo>
                    <a:cubicBezTo>
                      <a:pt x="376" y="51"/>
                      <a:pt x="370" y="42"/>
                      <a:pt x="363" y="41"/>
                    </a:cubicBezTo>
                    <a:cubicBezTo>
                      <a:pt x="356" y="40"/>
                      <a:pt x="342" y="38"/>
                      <a:pt x="342" y="38"/>
                    </a:cubicBezTo>
                    <a:cubicBezTo>
                      <a:pt x="342" y="38"/>
                      <a:pt x="348" y="35"/>
                      <a:pt x="342" y="28"/>
                    </a:cubicBezTo>
                    <a:cubicBezTo>
                      <a:pt x="336" y="21"/>
                      <a:pt x="327" y="29"/>
                      <a:pt x="327" y="29"/>
                    </a:cubicBezTo>
                    <a:cubicBezTo>
                      <a:pt x="326" y="23"/>
                      <a:pt x="326" y="23"/>
                      <a:pt x="326" y="23"/>
                    </a:cubicBezTo>
                    <a:cubicBezTo>
                      <a:pt x="324" y="23"/>
                      <a:pt x="322" y="23"/>
                      <a:pt x="320" y="23"/>
                    </a:cubicBezTo>
                    <a:cubicBezTo>
                      <a:pt x="301" y="23"/>
                      <a:pt x="254" y="14"/>
                      <a:pt x="254" y="14"/>
                    </a:cubicBezTo>
                    <a:cubicBezTo>
                      <a:pt x="234" y="22"/>
                      <a:pt x="234" y="22"/>
                      <a:pt x="234" y="22"/>
                    </a:cubicBezTo>
                    <a:cubicBezTo>
                      <a:pt x="196" y="18"/>
                      <a:pt x="196" y="18"/>
                      <a:pt x="196" y="18"/>
                    </a:cubicBezTo>
                    <a:cubicBezTo>
                      <a:pt x="196" y="18"/>
                      <a:pt x="171" y="4"/>
                      <a:pt x="156" y="7"/>
                    </a:cubicBezTo>
                    <a:cubicBezTo>
                      <a:pt x="141" y="10"/>
                      <a:pt x="120" y="11"/>
                      <a:pt x="115" y="11"/>
                    </a:cubicBezTo>
                    <a:cubicBezTo>
                      <a:pt x="110" y="11"/>
                      <a:pt x="91" y="8"/>
                      <a:pt x="91" y="8"/>
                    </a:cubicBezTo>
                    <a:cubicBezTo>
                      <a:pt x="91" y="8"/>
                      <a:pt x="81" y="0"/>
                      <a:pt x="75" y="0"/>
                    </a:cubicBezTo>
                    <a:cubicBezTo>
                      <a:pt x="69" y="0"/>
                      <a:pt x="49" y="18"/>
                      <a:pt x="49" y="18"/>
                    </a:cubicBezTo>
                    <a:cubicBezTo>
                      <a:pt x="49" y="18"/>
                      <a:pt x="4" y="25"/>
                      <a:pt x="2" y="38"/>
                    </a:cubicBezTo>
                    <a:cubicBezTo>
                      <a:pt x="0" y="51"/>
                      <a:pt x="21" y="67"/>
                      <a:pt x="21" y="67"/>
                    </a:cubicBezTo>
                    <a:cubicBezTo>
                      <a:pt x="13" y="90"/>
                      <a:pt x="13" y="90"/>
                      <a:pt x="13" y="90"/>
                    </a:cubicBezTo>
                    <a:cubicBezTo>
                      <a:pt x="13" y="90"/>
                      <a:pt x="14" y="94"/>
                      <a:pt x="15" y="101"/>
                    </a:cubicBezTo>
                    <a:cubicBezTo>
                      <a:pt x="20" y="95"/>
                      <a:pt x="27" y="88"/>
                      <a:pt x="36" y="88"/>
                    </a:cubicBezTo>
                    <a:cubicBezTo>
                      <a:pt x="50" y="88"/>
                      <a:pt x="55" y="89"/>
                      <a:pt x="50" y="94"/>
                    </a:cubicBezTo>
                    <a:cubicBezTo>
                      <a:pt x="45" y="99"/>
                      <a:pt x="38" y="103"/>
                      <a:pt x="44" y="103"/>
                    </a:cubicBezTo>
                    <a:cubicBezTo>
                      <a:pt x="50" y="103"/>
                      <a:pt x="54" y="99"/>
                      <a:pt x="61" y="99"/>
                    </a:cubicBezTo>
                    <a:cubicBezTo>
                      <a:pt x="68" y="99"/>
                      <a:pt x="70" y="108"/>
                      <a:pt x="78" y="104"/>
                    </a:cubicBezTo>
                    <a:cubicBezTo>
                      <a:pt x="86" y="100"/>
                      <a:pt x="76" y="96"/>
                      <a:pt x="85" y="96"/>
                    </a:cubicBezTo>
                    <a:cubicBezTo>
                      <a:pt x="94" y="96"/>
                      <a:pt x="110" y="93"/>
                      <a:pt x="114" y="95"/>
                    </a:cubicBezTo>
                    <a:cubicBezTo>
                      <a:pt x="118" y="97"/>
                      <a:pt x="115" y="108"/>
                      <a:pt x="115" y="108"/>
                    </a:cubicBezTo>
                    <a:cubicBezTo>
                      <a:pt x="115" y="108"/>
                      <a:pt x="129" y="109"/>
                      <a:pt x="128" y="117"/>
                    </a:cubicBezTo>
                    <a:cubicBezTo>
                      <a:pt x="127" y="125"/>
                      <a:pt x="95" y="140"/>
                      <a:pt x="94" y="144"/>
                    </a:cubicBezTo>
                    <a:cubicBezTo>
                      <a:pt x="93" y="148"/>
                      <a:pt x="102" y="153"/>
                      <a:pt x="102" y="153"/>
                    </a:cubicBezTo>
                    <a:cubicBezTo>
                      <a:pt x="102" y="153"/>
                      <a:pt x="97" y="178"/>
                      <a:pt x="96" y="181"/>
                    </a:cubicBezTo>
                    <a:cubicBezTo>
                      <a:pt x="95" y="184"/>
                      <a:pt x="90" y="188"/>
                      <a:pt x="90" y="188"/>
                    </a:cubicBezTo>
                    <a:cubicBezTo>
                      <a:pt x="90" y="188"/>
                      <a:pt x="94" y="202"/>
                      <a:pt x="94" y="205"/>
                    </a:cubicBezTo>
                    <a:cubicBezTo>
                      <a:pt x="94" y="208"/>
                      <a:pt x="86" y="215"/>
                      <a:pt x="82" y="216"/>
                    </a:cubicBezTo>
                    <a:cubicBezTo>
                      <a:pt x="78" y="217"/>
                      <a:pt x="61" y="217"/>
                      <a:pt x="61" y="217"/>
                    </a:cubicBezTo>
                    <a:cubicBezTo>
                      <a:pt x="77" y="231"/>
                      <a:pt x="77" y="231"/>
                      <a:pt x="77" y="231"/>
                    </a:cubicBezTo>
                    <a:cubicBezTo>
                      <a:pt x="77" y="240"/>
                      <a:pt x="77" y="240"/>
                      <a:pt x="77" y="240"/>
                    </a:cubicBezTo>
                    <a:cubicBezTo>
                      <a:pt x="77" y="240"/>
                      <a:pt x="90" y="242"/>
                      <a:pt x="88" y="250"/>
                    </a:cubicBezTo>
                    <a:cubicBezTo>
                      <a:pt x="86" y="258"/>
                      <a:pt x="62" y="272"/>
                      <a:pt x="66" y="276"/>
                    </a:cubicBezTo>
                    <a:cubicBezTo>
                      <a:pt x="70" y="280"/>
                      <a:pt x="75" y="294"/>
                      <a:pt x="75" y="294"/>
                    </a:cubicBezTo>
                    <a:cubicBezTo>
                      <a:pt x="75" y="294"/>
                      <a:pt x="88" y="295"/>
                      <a:pt x="84" y="301"/>
                    </a:cubicBezTo>
                    <a:cubicBezTo>
                      <a:pt x="80" y="307"/>
                      <a:pt x="70" y="308"/>
                      <a:pt x="70" y="308"/>
                    </a:cubicBezTo>
                    <a:cubicBezTo>
                      <a:pt x="70" y="308"/>
                      <a:pt x="62" y="318"/>
                      <a:pt x="60" y="325"/>
                    </a:cubicBezTo>
                    <a:cubicBezTo>
                      <a:pt x="58" y="332"/>
                      <a:pt x="59" y="340"/>
                      <a:pt x="59" y="340"/>
                    </a:cubicBezTo>
                    <a:cubicBezTo>
                      <a:pt x="61" y="351"/>
                      <a:pt x="61" y="351"/>
                      <a:pt x="61" y="351"/>
                    </a:cubicBezTo>
                    <a:cubicBezTo>
                      <a:pt x="62" y="351"/>
                      <a:pt x="62" y="351"/>
                      <a:pt x="62" y="351"/>
                    </a:cubicBezTo>
                    <a:cubicBezTo>
                      <a:pt x="81" y="350"/>
                      <a:pt x="81" y="350"/>
                      <a:pt x="81" y="350"/>
                    </a:cubicBezTo>
                    <a:cubicBezTo>
                      <a:pt x="97" y="365"/>
                      <a:pt x="97" y="365"/>
                      <a:pt x="97" y="365"/>
                    </a:cubicBezTo>
                    <a:cubicBezTo>
                      <a:pt x="109" y="365"/>
                      <a:pt x="109" y="365"/>
                      <a:pt x="109" y="365"/>
                    </a:cubicBezTo>
                    <a:cubicBezTo>
                      <a:pt x="103" y="382"/>
                      <a:pt x="103" y="382"/>
                      <a:pt x="103" y="382"/>
                    </a:cubicBezTo>
                    <a:cubicBezTo>
                      <a:pt x="110" y="383"/>
                      <a:pt x="110" y="383"/>
                      <a:pt x="110" y="383"/>
                    </a:cubicBezTo>
                    <a:cubicBezTo>
                      <a:pt x="110" y="383"/>
                      <a:pt x="110" y="403"/>
                      <a:pt x="117" y="406"/>
                    </a:cubicBezTo>
                    <a:cubicBezTo>
                      <a:pt x="124" y="409"/>
                      <a:pt x="136" y="413"/>
                      <a:pt x="136" y="413"/>
                    </a:cubicBezTo>
                    <a:cubicBezTo>
                      <a:pt x="136" y="413"/>
                      <a:pt x="153" y="401"/>
                      <a:pt x="156" y="395"/>
                    </a:cubicBezTo>
                    <a:cubicBezTo>
                      <a:pt x="159" y="389"/>
                      <a:pt x="177" y="389"/>
                      <a:pt x="177" y="389"/>
                    </a:cubicBezTo>
                    <a:cubicBezTo>
                      <a:pt x="196" y="377"/>
                      <a:pt x="196" y="377"/>
                      <a:pt x="196" y="377"/>
                    </a:cubicBezTo>
                    <a:cubicBezTo>
                      <a:pt x="196" y="377"/>
                      <a:pt x="229" y="379"/>
                      <a:pt x="235" y="377"/>
                    </a:cubicBezTo>
                    <a:cubicBezTo>
                      <a:pt x="241" y="375"/>
                      <a:pt x="251" y="371"/>
                      <a:pt x="251" y="371"/>
                    </a:cubicBezTo>
                    <a:cubicBezTo>
                      <a:pt x="251" y="371"/>
                      <a:pt x="259" y="379"/>
                      <a:pt x="265" y="378"/>
                    </a:cubicBezTo>
                    <a:cubicBezTo>
                      <a:pt x="271" y="377"/>
                      <a:pt x="287" y="370"/>
                      <a:pt x="287" y="370"/>
                    </a:cubicBezTo>
                    <a:cubicBezTo>
                      <a:pt x="287" y="370"/>
                      <a:pt x="286" y="382"/>
                      <a:pt x="297" y="374"/>
                    </a:cubicBezTo>
                    <a:cubicBezTo>
                      <a:pt x="308" y="366"/>
                      <a:pt x="310" y="347"/>
                      <a:pt x="310" y="347"/>
                    </a:cubicBezTo>
                    <a:cubicBezTo>
                      <a:pt x="331" y="329"/>
                      <a:pt x="331" y="329"/>
                      <a:pt x="331" y="329"/>
                    </a:cubicBezTo>
                    <a:cubicBezTo>
                      <a:pt x="354" y="328"/>
                      <a:pt x="354" y="328"/>
                      <a:pt x="354" y="328"/>
                    </a:cubicBezTo>
                    <a:cubicBezTo>
                      <a:pt x="356" y="315"/>
                      <a:pt x="356" y="315"/>
                      <a:pt x="356" y="315"/>
                    </a:cubicBezTo>
                    <a:cubicBezTo>
                      <a:pt x="356" y="315"/>
                      <a:pt x="367" y="286"/>
                      <a:pt x="370" y="284"/>
                    </a:cubicBezTo>
                    <a:cubicBezTo>
                      <a:pt x="373" y="282"/>
                      <a:pt x="400" y="279"/>
                      <a:pt x="401" y="270"/>
                    </a:cubicBezTo>
                    <a:cubicBezTo>
                      <a:pt x="402" y="261"/>
                      <a:pt x="379" y="249"/>
                      <a:pt x="379" y="249"/>
                    </a:cubicBezTo>
                    <a:cubicBezTo>
                      <a:pt x="379" y="249"/>
                      <a:pt x="377" y="226"/>
                      <a:pt x="385" y="215"/>
                    </a:cubicBezTo>
                    <a:cubicBezTo>
                      <a:pt x="393" y="204"/>
                      <a:pt x="404" y="191"/>
                      <a:pt x="404" y="191"/>
                    </a:cubicBezTo>
                    <a:cubicBezTo>
                      <a:pt x="404" y="191"/>
                      <a:pt x="421" y="173"/>
                      <a:pt x="424" y="172"/>
                    </a:cubicBezTo>
                    <a:cubicBezTo>
                      <a:pt x="427" y="171"/>
                      <a:pt x="439" y="163"/>
                      <a:pt x="436" y="161"/>
                    </a:cubicBezTo>
                    <a:cubicBezTo>
                      <a:pt x="433" y="159"/>
                      <a:pt x="428" y="151"/>
                      <a:pt x="438" y="146"/>
                    </a:cubicBezTo>
                    <a:cubicBezTo>
                      <a:pt x="448" y="141"/>
                      <a:pt x="472" y="136"/>
                      <a:pt x="485" y="131"/>
                    </a:cubicBezTo>
                    <a:cubicBezTo>
                      <a:pt x="498" y="126"/>
                      <a:pt x="514" y="113"/>
                      <a:pt x="514" y="113"/>
                    </a:cubicBezTo>
                    <a:cubicBezTo>
                      <a:pt x="514" y="113"/>
                      <a:pt x="534" y="104"/>
                      <a:pt x="535" y="101"/>
                    </a:cubicBezTo>
                    <a:cubicBezTo>
                      <a:pt x="536" y="98"/>
                      <a:pt x="534" y="86"/>
                      <a:pt x="534" y="86"/>
                    </a:cubicBezTo>
                    <a:cubicBezTo>
                      <a:pt x="542" y="81"/>
                      <a:pt x="542" y="81"/>
                      <a:pt x="542" y="81"/>
                    </a:cubicBezTo>
                    <a:cubicBezTo>
                      <a:pt x="542" y="81"/>
                      <a:pt x="530" y="75"/>
                      <a:pt x="527" y="67"/>
                    </a:cubicBezTo>
                    <a:cubicBezTo>
                      <a:pt x="521" y="67"/>
                      <a:pt x="521" y="67"/>
                      <a:pt x="521" y="67"/>
                    </a:cubicBezTo>
                    <a:cubicBezTo>
                      <a:pt x="521" y="67"/>
                      <a:pt x="521" y="77"/>
                      <a:pt x="514" y="77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83" name="Freeform 398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ED6D126E-D871-4CD9-A4FB-C49BD2E9378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81" y="1872"/>
                <a:ext cx="12" cy="19"/>
              </a:xfrm>
              <a:custGeom>
                <a:avLst/>
                <a:gdLst/>
                <a:ahLst/>
                <a:cxnLst>
                  <a:cxn ang="0">
                    <a:pos x="14" y="10"/>
                  </a:cxn>
                  <a:cxn ang="0">
                    <a:pos x="0" y="22"/>
                  </a:cxn>
                  <a:cxn ang="0">
                    <a:pos x="14" y="10"/>
                  </a:cxn>
                </a:cxnLst>
                <a:rect l="0" t="0" r="r" b="b"/>
                <a:pathLst>
                  <a:path w="19" h="31">
                    <a:moveTo>
                      <a:pt x="14" y="10"/>
                    </a:moveTo>
                    <a:cubicBezTo>
                      <a:pt x="9" y="0"/>
                      <a:pt x="0" y="22"/>
                      <a:pt x="0" y="22"/>
                    </a:cubicBezTo>
                    <a:cubicBezTo>
                      <a:pt x="9" y="31"/>
                      <a:pt x="19" y="20"/>
                      <a:pt x="14" y="10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84" name="Freeform 399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7892A484-0EC1-4F1F-B173-7A9302161D4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701" y="1765"/>
                <a:ext cx="1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85" name="Freeform 400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9CA85F4A-6621-49A5-87C3-DDD69C3E92C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387" y="1778"/>
                <a:ext cx="97" cy="172"/>
              </a:xfrm>
              <a:custGeom>
                <a:avLst/>
                <a:gdLst/>
                <a:ahLst/>
                <a:cxnLst>
                  <a:cxn ang="0">
                    <a:pos x="86" y="237"/>
                  </a:cxn>
                  <a:cxn ang="0">
                    <a:pos x="96" y="220"/>
                  </a:cxn>
                  <a:cxn ang="0">
                    <a:pos x="110" y="213"/>
                  </a:cxn>
                  <a:cxn ang="0">
                    <a:pos x="101" y="206"/>
                  </a:cxn>
                  <a:cxn ang="0">
                    <a:pos x="92" y="188"/>
                  </a:cxn>
                  <a:cxn ang="0">
                    <a:pos x="114" y="162"/>
                  </a:cxn>
                  <a:cxn ang="0">
                    <a:pos x="103" y="152"/>
                  </a:cxn>
                  <a:cxn ang="0">
                    <a:pos x="103" y="143"/>
                  </a:cxn>
                  <a:cxn ang="0">
                    <a:pos x="87" y="129"/>
                  </a:cxn>
                  <a:cxn ang="0">
                    <a:pos x="108" y="128"/>
                  </a:cxn>
                  <a:cxn ang="0">
                    <a:pos x="120" y="117"/>
                  </a:cxn>
                  <a:cxn ang="0">
                    <a:pos x="116" y="100"/>
                  </a:cxn>
                  <a:cxn ang="0">
                    <a:pos x="122" y="93"/>
                  </a:cxn>
                  <a:cxn ang="0">
                    <a:pos x="128" y="65"/>
                  </a:cxn>
                  <a:cxn ang="0">
                    <a:pos x="120" y="56"/>
                  </a:cxn>
                  <a:cxn ang="0">
                    <a:pos x="154" y="29"/>
                  </a:cxn>
                  <a:cxn ang="0">
                    <a:pos x="141" y="20"/>
                  </a:cxn>
                  <a:cxn ang="0">
                    <a:pos x="140" y="7"/>
                  </a:cxn>
                  <a:cxn ang="0">
                    <a:pos x="111" y="8"/>
                  </a:cxn>
                  <a:cxn ang="0">
                    <a:pos x="104" y="16"/>
                  </a:cxn>
                  <a:cxn ang="0">
                    <a:pos x="87" y="11"/>
                  </a:cxn>
                  <a:cxn ang="0">
                    <a:pos x="70" y="15"/>
                  </a:cxn>
                  <a:cxn ang="0">
                    <a:pos x="76" y="6"/>
                  </a:cxn>
                  <a:cxn ang="0">
                    <a:pos x="62" y="0"/>
                  </a:cxn>
                  <a:cxn ang="0">
                    <a:pos x="41" y="13"/>
                  </a:cxn>
                  <a:cxn ang="0">
                    <a:pos x="46" y="53"/>
                  </a:cxn>
                  <a:cxn ang="0">
                    <a:pos x="23" y="114"/>
                  </a:cxn>
                  <a:cxn ang="0">
                    <a:pos x="9" y="146"/>
                  </a:cxn>
                  <a:cxn ang="0">
                    <a:pos x="6" y="180"/>
                  </a:cxn>
                  <a:cxn ang="0">
                    <a:pos x="23" y="191"/>
                  </a:cxn>
                  <a:cxn ang="0">
                    <a:pos x="30" y="228"/>
                  </a:cxn>
                  <a:cxn ang="0">
                    <a:pos x="20" y="271"/>
                  </a:cxn>
                  <a:cxn ang="0">
                    <a:pos x="52" y="268"/>
                  </a:cxn>
                  <a:cxn ang="0">
                    <a:pos x="62" y="276"/>
                  </a:cxn>
                  <a:cxn ang="0">
                    <a:pos x="87" y="263"/>
                  </a:cxn>
                  <a:cxn ang="0">
                    <a:pos x="85" y="252"/>
                  </a:cxn>
                  <a:cxn ang="0">
                    <a:pos x="86" y="237"/>
                  </a:cxn>
                </a:cxnLst>
                <a:rect l="0" t="0" r="r" b="b"/>
                <a:pathLst>
                  <a:path w="155" h="277">
                    <a:moveTo>
                      <a:pt x="86" y="237"/>
                    </a:moveTo>
                    <a:cubicBezTo>
                      <a:pt x="88" y="230"/>
                      <a:pt x="96" y="220"/>
                      <a:pt x="96" y="220"/>
                    </a:cubicBezTo>
                    <a:cubicBezTo>
                      <a:pt x="96" y="220"/>
                      <a:pt x="106" y="219"/>
                      <a:pt x="110" y="213"/>
                    </a:cubicBezTo>
                    <a:cubicBezTo>
                      <a:pt x="114" y="207"/>
                      <a:pt x="101" y="206"/>
                      <a:pt x="101" y="206"/>
                    </a:cubicBezTo>
                    <a:cubicBezTo>
                      <a:pt x="101" y="206"/>
                      <a:pt x="96" y="192"/>
                      <a:pt x="92" y="188"/>
                    </a:cubicBezTo>
                    <a:cubicBezTo>
                      <a:pt x="88" y="184"/>
                      <a:pt x="112" y="170"/>
                      <a:pt x="114" y="162"/>
                    </a:cubicBezTo>
                    <a:cubicBezTo>
                      <a:pt x="116" y="154"/>
                      <a:pt x="103" y="152"/>
                      <a:pt x="103" y="152"/>
                    </a:cubicBezTo>
                    <a:cubicBezTo>
                      <a:pt x="103" y="143"/>
                      <a:pt x="103" y="143"/>
                      <a:pt x="103" y="143"/>
                    </a:cubicBezTo>
                    <a:cubicBezTo>
                      <a:pt x="87" y="129"/>
                      <a:pt x="87" y="129"/>
                      <a:pt x="87" y="129"/>
                    </a:cubicBezTo>
                    <a:cubicBezTo>
                      <a:pt x="87" y="129"/>
                      <a:pt x="104" y="129"/>
                      <a:pt x="108" y="128"/>
                    </a:cubicBezTo>
                    <a:cubicBezTo>
                      <a:pt x="112" y="127"/>
                      <a:pt x="120" y="120"/>
                      <a:pt x="120" y="117"/>
                    </a:cubicBezTo>
                    <a:cubicBezTo>
                      <a:pt x="120" y="114"/>
                      <a:pt x="116" y="100"/>
                      <a:pt x="116" y="100"/>
                    </a:cubicBezTo>
                    <a:cubicBezTo>
                      <a:pt x="116" y="100"/>
                      <a:pt x="121" y="96"/>
                      <a:pt x="122" y="93"/>
                    </a:cubicBezTo>
                    <a:cubicBezTo>
                      <a:pt x="123" y="90"/>
                      <a:pt x="128" y="65"/>
                      <a:pt x="128" y="65"/>
                    </a:cubicBezTo>
                    <a:cubicBezTo>
                      <a:pt x="128" y="65"/>
                      <a:pt x="119" y="60"/>
                      <a:pt x="120" y="56"/>
                    </a:cubicBezTo>
                    <a:cubicBezTo>
                      <a:pt x="121" y="52"/>
                      <a:pt x="153" y="37"/>
                      <a:pt x="154" y="29"/>
                    </a:cubicBezTo>
                    <a:cubicBezTo>
                      <a:pt x="155" y="21"/>
                      <a:pt x="141" y="20"/>
                      <a:pt x="141" y="20"/>
                    </a:cubicBezTo>
                    <a:cubicBezTo>
                      <a:pt x="141" y="20"/>
                      <a:pt x="144" y="9"/>
                      <a:pt x="140" y="7"/>
                    </a:cubicBezTo>
                    <a:cubicBezTo>
                      <a:pt x="136" y="5"/>
                      <a:pt x="120" y="8"/>
                      <a:pt x="111" y="8"/>
                    </a:cubicBezTo>
                    <a:cubicBezTo>
                      <a:pt x="102" y="8"/>
                      <a:pt x="112" y="12"/>
                      <a:pt x="104" y="16"/>
                    </a:cubicBezTo>
                    <a:cubicBezTo>
                      <a:pt x="96" y="20"/>
                      <a:pt x="94" y="11"/>
                      <a:pt x="87" y="11"/>
                    </a:cubicBezTo>
                    <a:cubicBezTo>
                      <a:pt x="80" y="11"/>
                      <a:pt x="76" y="15"/>
                      <a:pt x="70" y="15"/>
                    </a:cubicBezTo>
                    <a:cubicBezTo>
                      <a:pt x="64" y="15"/>
                      <a:pt x="71" y="11"/>
                      <a:pt x="76" y="6"/>
                    </a:cubicBezTo>
                    <a:cubicBezTo>
                      <a:pt x="81" y="1"/>
                      <a:pt x="76" y="0"/>
                      <a:pt x="62" y="0"/>
                    </a:cubicBezTo>
                    <a:cubicBezTo>
                      <a:pt x="53" y="0"/>
                      <a:pt x="46" y="7"/>
                      <a:pt x="41" y="13"/>
                    </a:cubicBezTo>
                    <a:cubicBezTo>
                      <a:pt x="44" y="23"/>
                      <a:pt x="47" y="40"/>
                      <a:pt x="46" y="53"/>
                    </a:cubicBezTo>
                    <a:cubicBezTo>
                      <a:pt x="45" y="74"/>
                      <a:pt x="23" y="114"/>
                      <a:pt x="23" y="114"/>
                    </a:cubicBezTo>
                    <a:cubicBezTo>
                      <a:pt x="9" y="146"/>
                      <a:pt x="9" y="146"/>
                      <a:pt x="9" y="146"/>
                    </a:cubicBezTo>
                    <a:cubicBezTo>
                      <a:pt x="9" y="146"/>
                      <a:pt x="0" y="173"/>
                      <a:pt x="6" y="180"/>
                    </a:cubicBezTo>
                    <a:cubicBezTo>
                      <a:pt x="12" y="187"/>
                      <a:pt x="23" y="191"/>
                      <a:pt x="23" y="191"/>
                    </a:cubicBezTo>
                    <a:cubicBezTo>
                      <a:pt x="30" y="228"/>
                      <a:pt x="30" y="228"/>
                      <a:pt x="30" y="228"/>
                    </a:cubicBezTo>
                    <a:cubicBezTo>
                      <a:pt x="30" y="228"/>
                      <a:pt x="14" y="270"/>
                      <a:pt x="20" y="271"/>
                    </a:cubicBezTo>
                    <a:cubicBezTo>
                      <a:pt x="26" y="272"/>
                      <a:pt x="52" y="268"/>
                      <a:pt x="52" y="268"/>
                    </a:cubicBezTo>
                    <a:cubicBezTo>
                      <a:pt x="52" y="268"/>
                      <a:pt x="56" y="277"/>
                      <a:pt x="62" y="276"/>
                    </a:cubicBezTo>
                    <a:cubicBezTo>
                      <a:pt x="67" y="275"/>
                      <a:pt x="84" y="265"/>
                      <a:pt x="87" y="263"/>
                    </a:cubicBezTo>
                    <a:cubicBezTo>
                      <a:pt x="85" y="252"/>
                      <a:pt x="85" y="252"/>
                      <a:pt x="85" y="252"/>
                    </a:cubicBezTo>
                    <a:cubicBezTo>
                      <a:pt x="85" y="252"/>
                      <a:pt x="84" y="244"/>
                      <a:pt x="86" y="237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86" name="Freeform 401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136D7D2B-6485-4171-B0EF-8E71951075E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880" y="1746"/>
                <a:ext cx="29" cy="56"/>
              </a:xfrm>
              <a:custGeom>
                <a:avLst/>
                <a:gdLst/>
                <a:ahLst/>
                <a:cxnLst>
                  <a:cxn ang="0">
                    <a:pos x="41" y="7"/>
                  </a:cxn>
                  <a:cxn ang="0">
                    <a:pos x="29" y="18"/>
                  </a:cxn>
                  <a:cxn ang="0">
                    <a:pos x="3" y="45"/>
                  </a:cxn>
                  <a:cxn ang="0">
                    <a:pos x="13" y="65"/>
                  </a:cxn>
                  <a:cxn ang="0">
                    <a:pos x="12" y="83"/>
                  </a:cxn>
                  <a:cxn ang="0">
                    <a:pos x="29" y="91"/>
                  </a:cxn>
                  <a:cxn ang="0">
                    <a:pos x="39" y="73"/>
                  </a:cxn>
                  <a:cxn ang="0">
                    <a:pos x="38" y="59"/>
                  </a:cxn>
                  <a:cxn ang="0">
                    <a:pos x="46" y="55"/>
                  </a:cxn>
                  <a:cxn ang="0">
                    <a:pos x="44" y="24"/>
                  </a:cxn>
                  <a:cxn ang="0">
                    <a:pos x="39" y="22"/>
                  </a:cxn>
                  <a:cxn ang="0">
                    <a:pos x="41" y="7"/>
                  </a:cxn>
                </a:cxnLst>
                <a:rect l="0" t="0" r="r" b="b"/>
                <a:pathLst>
                  <a:path w="46" h="91">
                    <a:moveTo>
                      <a:pt x="41" y="7"/>
                    </a:moveTo>
                    <a:cubicBezTo>
                      <a:pt x="37" y="0"/>
                      <a:pt x="29" y="18"/>
                      <a:pt x="29" y="18"/>
                    </a:cubicBezTo>
                    <a:cubicBezTo>
                      <a:pt x="29" y="18"/>
                      <a:pt x="0" y="31"/>
                      <a:pt x="3" y="45"/>
                    </a:cubicBezTo>
                    <a:cubicBezTo>
                      <a:pt x="6" y="59"/>
                      <a:pt x="13" y="65"/>
                      <a:pt x="13" y="65"/>
                    </a:cubicBezTo>
                    <a:cubicBezTo>
                      <a:pt x="13" y="65"/>
                      <a:pt x="4" y="76"/>
                      <a:pt x="12" y="83"/>
                    </a:cubicBezTo>
                    <a:cubicBezTo>
                      <a:pt x="20" y="90"/>
                      <a:pt x="29" y="91"/>
                      <a:pt x="29" y="91"/>
                    </a:cubicBezTo>
                    <a:cubicBezTo>
                      <a:pt x="29" y="91"/>
                      <a:pt x="39" y="84"/>
                      <a:pt x="39" y="73"/>
                    </a:cubicBezTo>
                    <a:cubicBezTo>
                      <a:pt x="39" y="62"/>
                      <a:pt x="38" y="59"/>
                      <a:pt x="38" y="59"/>
                    </a:cubicBezTo>
                    <a:cubicBezTo>
                      <a:pt x="46" y="55"/>
                      <a:pt x="46" y="55"/>
                      <a:pt x="46" y="55"/>
                    </a:cubicBezTo>
                    <a:cubicBezTo>
                      <a:pt x="44" y="24"/>
                      <a:pt x="44" y="24"/>
                      <a:pt x="44" y="24"/>
                    </a:cubicBezTo>
                    <a:cubicBezTo>
                      <a:pt x="39" y="22"/>
                      <a:pt x="39" y="22"/>
                      <a:pt x="39" y="22"/>
                    </a:cubicBezTo>
                    <a:cubicBezTo>
                      <a:pt x="39" y="22"/>
                      <a:pt x="45" y="14"/>
                      <a:pt x="41" y="7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87" name="Freeform 402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8B942F01-173E-4019-8C61-ECA3DEE0131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532" y="1485"/>
                <a:ext cx="341" cy="286"/>
              </a:xfrm>
              <a:custGeom>
                <a:avLst/>
                <a:gdLst/>
                <a:ahLst/>
                <a:cxnLst>
                  <a:cxn ang="0">
                    <a:pos x="506" y="367"/>
                  </a:cxn>
                  <a:cxn ang="0">
                    <a:pos x="496" y="335"/>
                  </a:cxn>
                  <a:cxn ang="0">
                    <a:pos x="478" y="314"/>
                  </a:cxn>
                  <a:cxn ang="0">
                    <a:pos x="495" y="289"/>
                  </a:cxn>
                  <a:cxn ang="0">
                    <a:pos x="490" y="263"/>
                  </a:cxn>
                  <a:cxn ang="0">
                    <a:pos x="458" y="259"/>
                  </a:cxn>
                  <a:cxn ang="0">
                    <a:pos x="474" y="226"/>
                  </a:cxn>
                  <a:cxn ang="0">
                    <a:pos x="499" y="198"/>
                  </a:cxn>
                  <a:cxn ang="0">
                    <a:pos x="522" y="186"/>
                  </a:cxn>
                  <a:cxn ang="0">
                    <a:pos x="522" y="185"/>
                  </a:cxn>
                  <a:cxn ang="0">
                    <a:pos x="521" y="183"/>
                  </a:cxn>
                  <a:cxn ang="0">
                    <a:pos x="520" y="180"/>
                  </a:cxn>
                  <a:cxn ang="0">
                    <a:pos x="520" y="174"/>
                  </a:cxn>
                  <a:cxn ang="0">
                    <a:pos x="520" y="170"/>
                  </a:cxn>
                  <a:cxn ang="0">
                    <a:pos x="532" y="128"/>
                  </a:cxn>
                  <a:cxn ang="0">
                    <a:pos x="538" y="106"/>
                  </a:cxn>
                  <a:cxn ang="0">
                    <a:pos x="500" y="106"/>
                  </a:cxn>
                  <a:cxn ang="0">
                    <a:pos x="480" y="87"/>
                  </a:cxn>
                  <a:cxn ang="0">
                    <a:pos x="458" y="83"/>
                  </a:cxn>
                  <a:cxn ang="0">
                    <a:pos x="436" y="81"/>
                  </a:cxn>
                  <a:cxn ang="0">
                    <a:pos x="409" y="54"/>
                  </a:cxn>
                  <a:cxn ang="0">
                    <a:pos x="379" y="42"/>
                  </a:cxn>
                  <a:cxn ang="0">
                    <a:pos x="333" y="26"/>
                  </a:cxn>
                  <a:cxn ang="0">
                    <a:pos x="302" y="4"/>
                  </a:cxn>
                  <a:cxn ang="0">
                    <a:pos x="275" y="52"/>
                  </a:cxn>
                  <a:cxn ang="0">
                    <a:pos x="226" y="86"/>
                  </a:cxn>
                  <a:cxn ang="0">
                    <a:pos x="156" y="76"/>
                  </a:cxn>
                  <a:cxn ang="0">
                    <a:pos x="143" y="123"/>
                  </a:cxn>
                  <a:cxn ang="0">
                    <a:pos x="77" y="117"/>
                  </a:cxn>
                  <a:cxn ang="0">
                    <a:pos x="30" y="152"/>
                  </a:cxn>
                  <a:cxn ang="0">
                    <a:pos x="38" y="166"/>
                  </a:cxn>
                  <a:cxn ang="0">
                    <a:pos x="102" y="196"/>
                  </a:cxn>
                  <a:cxn ang="0">
                    <a:pos x="132" y="244"/>
                  </a:cxn>
                  <a:cxn ang="0">
                    <a:pos x="164" y="297"/>
                  </a:cxn>
                  <a:cxn ang="0">
                    <a:pos x="149" y="333"/>
                  </a:cxn>
                  <a:cxn ang="0">
                    <a:pos x="119" y="415"/>
                  </a:cxn>
                  <a:cxn ang="0">
                    <a:pos x="155" y="427"/>
                  </a:cxn>
                  <a:cxn ang="0">
                    <a:pos x="187" y="440"/>
                  </a:cxn>
                  <a:cxn ang="0">
                    <a:pos x="222" y="446"/>
                  </a:cxn>
                  <a:cxn ang="0">
                    <a:pos x="251" y="442"/>
                  </a:cxn>
                  <a:cxn ang="0">
                    <a:pos x="272" y="445"/>
                  </a:cxn>
                  <a:cxn ang="0">
                    <a:pos x="278" y="459"/>
                  </a:cxn>
                  <a:cxn ang="0">
                    <a:pos x="306" y="463"/>
                  </a:cxn>
                  <a:cxn ang="0">
                    <a:pos x="319" y="450"/>
                  </a:cxn>
                  <a:cxn ang="0">
                    <a:pos x="395" y="407"/>
                  </a:cxn>
                  <a:cxn ang="0">
                    <a:pos x="476" y="421"/>
                  </a:cxn>
                  <a:cxn ang="0">
                    <a:pos x="516" y="383"/>
                  </a:cxn>
                </a:cxnLst>
                <a:rect l="0" t="0" r="r" b="b"/>
                <a:pathLst>
                  <a:path w="548" h="463">
                    <a:moveTo>
                      <a:pt x="516" y="383"/>
                    </a:moveTo>
                    <a:cubicBezTo>
                      <a:pt x="520" y="383"/>
                      <a:pt x="526" y="373"/>
                      <a:pt x="523" y="369"/>
                    </a:cubicBezTo>
                    <a:cubicBezTo>
                      <a:pt x="520" y="365"/>
                      <a:pt x="506" y="367"/>
                      <a:pt x="506" y="367"/>
                    </a:cubicBezTo>
                    <a:cubicBezTo>
                      <a:pt x="503" y="361"/>
                      <a:pt x="503" y="361"/>
                      <a:pt x="503" y="361"/>
                    </a:cubicBezTo>
                    <a:cubicBezTo>
                      <a:pt x="503" y="361"/>
                      <a:pt x="489" y="360"/>
                      <a:pt x="490" y="350"/>
                    </a:cubicBezTo>
                    <a:cubicBezTo>
                      <a:pt x="491" y="340"/>
                      <a:pt x="497" y="340"/>
                      <a:pt x="496" y="335"/>
                    </a:cubicBezTo>
                    <a:cubicBezTo>
                      <a:pt x="495" y="330"/>
                      <a:pt x="491" y="327"/>
                      <a:pt x="491" y="327"/>
                    </a:cubicBezTo>
                    <a:cubicBezTo>
                      <a:pt x="484" y="327"/>
                      <a:pt x="484" y="327"/>
                      <a:pt x="484" y="327"/>
                    </a:cubicBezTo>
                    <a:cubicBezTo>
                      <a:pt x="478" y="314"/>
                      <a:pt x="478" y="314"/>
                      <a:pt x="478" y="314"/>
                    </a:cubicBezTo>
                    <a:cubicBezTo>
                      <a:pt x="487" y="312"/>
                      <a:pt x="487" y="312"/>
                      <a:pt x="487" y="312"/>
                    </a:cubicBezTo>
                    <a:cubicBezTo>
                      <a:pt x="487" y="312"/>
                      <a:pt x="506" y="311"/>
                      <a:pt x="506" y="302"/>
                    </a:cubicBezTo>
                    <a:cubicBezTo>
                      <a:pt x="506" y="293"/>
                      <a:pt x="495" y="289"/>
                      <a:pt x="495" y="289"/>
                    </a:cubicBezTo>
                    <a:cubicBezTo>
                      <a:pt x="487" y="281"/>
                      <a:pt x="487" y="281"/>
                      <a:pt x="487" y="281"/>
                    </a:cubicBezTo>
                    <a:cubicBezTo>
                      <a:pt x="487" y="281"/>
                      <a:pt x="497" y="277"/>
                      <a:pt x="497" y="273"/>
                    </a:cubicBezTo>
                    <a:cubicBezTo>
                      <a:pt x="497" y="269"/>
                      <a:pt x="490" y="263"/>
                      <a:pt x="490" y="263"/>
                    </a:cubicBezTo>
                    <a:cubicBezTo>
                      <a:pt x="491" y="245"/>
                      <a:pt x="491" y="245"/>
                      <a:pt x="491" y="245"/>
                    </a:cubicBezTo>
                    <a:cubicBezTo>
                      <a:pt x="491" y="245"/>
                      <a:pt x="483" y="239"/>
                      <a:pt x="476" y="243"/>
                    </a:cubicBezTo>
                    <a:cubicBezTo>
                      <a:pt x="469" y="247"/>
                      <a:pt x="464" y="260"/>
                      <a:pt x="458" y="259"/>
                    </a:cubicBezTo>
                    <a:cubicBezTo>
                      <a:pt x="452" y="258"/>
                      <a:pt x="462" y="250"/>
                      <a:pt x="462" y="250"/>
                    </a:cubicBezTo>
                    <a:cubicBezTo>
                      <a:pt x="456" y="242"/>
                      <a:pt x="456" y="242"/>
                      <a:pt x="456" y="242"/>
                    </a:cubicBezTo>
                    <a:cubicBezTo>
                      <a:pt x="456" y="242"/>
                      <a:pt x="468" y="233"/>
                      <a:pt x="474" y="226"/>
                    </a:cubicBezTo>
                    <a:cubicBezTo>
                      <a:pt x="480" y="219"/>
                      <a:pt x="477" y="213"/>
                      <a:pt x="477" y="213"/>
                    </a:cubicBezTo>
                    <a:cubicBezTo>
                      <a:pt x="477" y="213"/>
                      <a:pt x="483" y="219"/>
                      <a:pt x="488" y="213"/>
                    </a:cubicBezTo>
                    <a:cubicBezTo>
                      <a:pt x="493" y="207"/>
                      <a:pt x="499" y="198"/>
                      <a:pt x="499" y="198"/>
                    </a:cubicBezTo>
                    <a:cubicBezTo>
                      <a:pt x="504" y="189"/>
                      <a:pt x="504" y="189"/>
                      <a:pt x="504" y="189"/>
                    </a:cubicBezTo>
                    <a:cubicBezTo>
                      <a:pt x="517" y="196"/>
                      <a:pt x="517" y="196"/>
                      <a:pt x="517" y="196"/>
                    </a:cubicBezTo>
                    <a:cubicBezTo>
                      <a:pt x="522" y="186"/>
                      <a:pt x="522" y="186"/>
                      <a:pt x="522" y="186"/>
                    </a:cubicBezTo>
                    <a:cubicBezTo>
                      <a:pt x="522" y="186"/>
                      <a:pt x="522" y="186"/>
                      <a:pt x="522" y="186"/>
                    </a:cubicBezTo>
                    <a:cubicBezTo>
                      <a:pt x="522" y="186"/>
                      <a:pt x="522" y="186"/>
                      <a:pt x="522" y="185"/>
                    </a:cubicBezTo>
                    <a:cubicBezTo>
                      <a:pt x="522" y="185"/>
                      <a:pt x="522" y="185"/>
                      <a:pt x="522" y="185"/>
                    </a:cubicBezTo>
                    <a:cubicBezTo>
                      <a:pt x="522" y="185"/>
                      <a:pt x="522" y="185"/>
                      <a:pt x="522" y="185"/>
                    </a:cubicBezTo>
                    <a:cubicBezTo>
                      <a:pt x="522" y="185"/>
                      <a:pt x="521" y="184"/>
                      <a:pt x="521" y="184"/>
                    </a:cubicBezTo>
                    <a:cubicBezTo>
                      <a:pt x="521" y="184"/>
                      <a:pt x="521" y="183"/>
                      <a:pt x="521" y="183"/>
                    </a:cubicBezTo>
                    <a:cubicBezTo>
                      <a:pt x="521" y="182"/>
                      <a:pt x="521" y="182"/>
                      <a:pt x="521" y="182"/>
                    </a:cubicBezTo>
                    <a:cubicBezTo>
                      <a:pt x="521" y="182"/>
                      <a:pt x="520" y="181"/>
                      <a:pt x="520" y="180"/>
                    </a:cubicBezTo>
                    <a:cubicBezTo>
                      <a:pt x="520" y="180"/>
                      <a:pt x="520" y="180"/>
                      <a:pt x="520" y="180"/>
                    </a:cubicBezTo>
                    <a:cubicBezTo>
                      <a:pt x="520" y="179"/>
                      <a:pt x="520" y="178"/>
                      <a:pt x="520" y="178"/>
                    </a:cubicBezTo>
                    <a:cubicBezTo>
                      <a:pt x="520" y="177"/>
                      <a:pt x="520" y="177"/>
                      <a:pt x="520" y="177"/>
                    </a:cubicBezTo>
                    <a:cubicBezTo>
                      <a:pt x="520" y="176"/>
                      <a:pt x="520" y="175"/>
                      <a:pt x="520" y="174"/>
                    </a:cubicBezTo>
                    <a:cubicBezTo>
                      <a:pt x="520" y="174"/>
                      <a:pt x="519" y="174"/>
                      <a:pt x="519" y="173"/>
                    </a:cubicBezTo>
                    <a:cubicBezTo>
                      <a:pt x="519" y="172"/>
                      <a:pt x="519" y="172"/>
                      <a:pt x="519" y="171"/>
                    </a:cubicBezTo>
                    <a:cubicBezTo>
                      <a:pt x="520" y="170"/>
                      <a:pt x="520" y="170"/>
                      <a:pt x="520" y="170"/>
                    </a:cubicBezTo>
                    <a:cubicBezTo>
                      <a:pt x="520" y="168"/>
                      <a:pt x="520" y="167"/>
                      <a:pt x="520" y="166"/>
                    </a:cubicBezTo>
                    <a:cubicBezTo>
                      <a:pt x="522" y="155"/>
                      <a:pt x="532" y="136"/>
                      <a:pt x="532" y="136"/>
                    </a:cubicBezTo>
                    <a:cubicBezTo>
                      <a:pt x="532" y="128"/>
                      <a:pt x="532" y="128"/>
                      <a:pt x="532" y="128"/>
                    </a:cubicBezTo>
                    <a:cubicBezTo>
                      <a:pt x="546" y="117"/>
                      <a:pt x="546" y="117"/>
                      <a:pt x="546" y="117"/>
                    </a:cubicBezTo>
                    <a:cubicBezTo>
                      <a:pt x="548" y="111"/>
                      <a:pt x="548" y="111"/>
                      <a:pt x="548" y="111"/>
                    </a:cubicBezTo>
                    <a:cubicBezTo>
                      <a:pt x="538" y="106"/>
                      <a:pt x="538" y="106"/>
                      <a:pt x="538" y="106"/>
                    </a:cubicBezTo>
                    <a:cubicBezTo>
                      <a:pt x="520" y="107"/>
                      <a:pt x="520" y="107"/>
                      <a:pt x="520" y="107"/>
                    </a:cubicBezTo>
                    <a:cubicBezTo>
                      <a:pt x="520" y="103"/>
                      <a:pt x="520" y="103"/>
                      <a:pt x="520" y="103"/>
                    </a:cubicBezTo>
                    <a:cubicBezTo>
                      <a:pt x="520" y="103"/>
                      <a:pt x="506" y="107"/>
                      <a:pt x="500" y="106"/>
                    </a:cubicBezTo>
                    <a:cubicBezTo>
                      <a:pt x="494" y="105"/>
                      <a:pt x="496" y="100"/>
                      <a:pt x="496" y="100"/>
                    </a:cubicBezTo>
                    <a:cubicBezTo>
                      <a:pt x="479" y="100"/>
                      <a:pt x="479" y="100"/>
                      <a:pt x="479" y="100"/>
                    </a:cubicBezTo>
                    <a:cubicBezTo>
                      <a:pt x="479" y="100"/>
                      <a:pt x="483" y="90"/>
                      <a:pt x="480" y="87"/>
                    </a:cubicBezTo>
                    <a:cubicBezTo>
                      <a:pt x="477" y="84"/>
                      <a:pt x="475" y="80"/>
                      <a:pt x="475" y="80"/>
                    </a:cubicBezTo>
                    <a:cubicBezTo>
                      <a:pt x="464" y="78"/>
                      <a:pt x="464" y="78"/>
                      <a:pt x="464" y="78"/>
                    </a:cubicBezTo>
                    <a:cubicBezTo>
                      <a:pt x="458" y="83"/>
                      <a:pt x="458" y="83"/>
                      <a:pt x="458" y="83"/>
                    </a:cubicBezTo>
                    <a:cubicBezTo>
                      <a:pt x="455" y="85"/>
                      <a:pt x="455" y="85"/>
                      <a:pt x="455" y="85"/>
                    </a:cubicBezTo>
                    <a:cubicBezTo>
                      <a:pt x="450" y="81"/>
                      <a:pt x="450" y="81"/>
                      <a:pt x="450" y="81"/>
                    </a:cubicBezTo>
                    <a:cubicBezTo>
                      <a:pt x="436" y="81"/>
                      <a:pt x="436" y="81"/>
                      <a:pt x="436" y="81"/>
                    </a:cubicBezTo>
                    <a:cubicBezTo>
                      <a:pt x="436" y="81"/>
                      <a:pt x="435" y="80"/>
                      <a:pt x="433" y="77"/>
                    </a:cubicBezTo>
                    <a:cubicBezTo>
                      <a:pt x="431" y="74"/>
                      <a:pt x="409" y="70"/>
                      <a:pt x="409" y="70"/>
                    </a:cubicBezTo>
                    <a:cubicBezTo>
                      <a:pt x="409" y="54"/>
                      <a:pt x="409" y="54"/>
                      <a:pt x="409" y="54"/>
                    </a:cubicBezTo>
                    <a:cubicBezTo>
                      <a:pt x="399" y="61"/>
                      <a:pt x="399" y="61"/>
                      <a:pt x="399" y="61"/>
                    </a:cubicBezTo>
                    <a:cubicBezTo>
                      <a:pt x="384" y="61"/>
                      <a:pt x="384" y="61"/>
                      <a:pt x="384" y="61"/>
                    </a:cubicBezTo>
                    <a:cubicBezTo>
                      <a:pt x="384" y="61"/>
                      <a:pt x="384" y="45"/>
                      <a:pt x="379" y="42"/>
                    </a:cubicBezTo>
                    <a:cubicBezTo>
                      <a:pt x="374" y="39"/>
                      <a:pt x="356" y="37"/>
                      <a:pt x="356" y="37"/>
                    </a:cubicBezTo>
                    <a:cubicBezTo>
                      <a:pt x="349" y="30"/>
                      <a:pt x="349" y="30"/>
                      <a:pt x="349" y="30"/>
                    </a:cubicBezTo>
                    <a:cubicBezTo>
                      <a:pt x="333" y="26"/>
                      <a:pt x="333" y="26"/>
                      <a:pt x="333" y="26"/>
                    </a:cubicBezTo>
                    <a:cubicBezTo>
                      <a:pt x="327" y="12"/>
                      <a:pt x="327" y="12"/>
                      <a:pt x="327" y="12"/>
                    </a:cubicBezTo>
                    <a:cubicBezTo>
                      <a:pt x="328" y="3"/>
                      <a:pt x="328" y="3"/>
                      <a:pt x="328" y="3"/>
                    </a:cubicBezTo>
                    <a:cubicBezTo>
                      <a:pt x="328" y="3"/>
                      <a:pt x="312" y="0"/>
                      <a:pt x="302" y="4"/>
                    </a:cubicBezTo>
                    <a:cubicBezTo>
                      <a:pt x="292" y="8"/>
                      <a:pt x="267" y="4"/>
                      <a:pt x="271" y="12"/>
                    </a:cubicBezTo>
                    <a:cubicBezTo>
                      <a:pt x="275" y="20"/>
                      <a:pt x="278" y="27"/>
                      <a:pt x="278" y="27"/>
                    </a:cubicBezTo>
                    <a:cubicBezTo>
                      <a:pt x="278" y="27"/>
                      <a:pt x="286" y="44"/>
                      <a:pt x="275" y="52"/>
                    </a:cubicBezTo>
                    <a:cubicBezTo>
                      <a:pt x="264" y="60"/>
                      <a:pt x="242" y="60"/>
                      <a:pt x="242" y="60"/>
                    </a:cubicBezTo>
                    <a:cubicBezTo>
                      <a:pt x="217" y="80"/>
                      <a:pt x="217" y="80"/>
                      <a:pt x="217" y="80"/>
                    </a:cubicBezTo>
                    <a:cubicBezTo>
                      <a:pt x="226" y="86"/>
                      <a:pt x="226" y="86"/>
                      <a:pt x="226" y="86"/>
                    </a:cubicBezTo>
                    <a:cubicBezTo>
                      <a:pt x="226" y="86"/>
                      <a:pt x="206" y="98"/>
                      <a:pt x="191" y="97"/>
                    </a:cubicBezTo>
                    <a:cubicBezTo>
                      <a:pt x="176" y="96"/>
                      <a:pt x="167" y="91"/>
                      <a:pt x="167" y="91"/>
                    </a:cubicBezTo>
                    <a:cubicBezTo>
                      <a:pt x="156" y="76"/>
                      <a:pt x="156" y="76"/>
                      <a:pt x="156" y="76"/>
                    </a:cubicBezTo>
                    <a:cubicBezTo>
                      <a:pt x="156" y="76"/>
                      <a:pt x="135" y="68"/>
                      <a:pt x="136" y="75"/>
                    </a:cubicBezTo>
                    <a:cubicBezTo>
                      <a:pt x="137" y="82"/>
                      <a:pt x="148" y="96"/>
                      <a:pt x="148" y="96"/>
                    </a:cubicBezTo>
                    <a:cubicBezTo>
                      <a:pt x="148" y="96"/>
                      <a:pt x="161" y="120"/>
                      <a:pt x="143" y="123"/>
                    </a:cubicBezTo>
                    <a:cubicBezTo>
                      <a:pt x="125" y="126"/>
                      <a:pt x="106" y="125"/>
                      <a:pt x="106" y="125"/>
                    </a:cubicBezTo>
                    <a:cubicBezTo>
                      <a:pt x="99" y="136"/>
                      <a:pt x="99" y="136"/>
                      <a:pt x="99" y="136"/>
                    </a:cubicBezTo>
                    <a:cubicBezTo>
                      <a:pt x="99" y="136"/>
                      <a:pt x="83" y="116"/>
                      <a:pt x="77" y="117"/>
                    </a:cubicBezTo>
                    <a:cubicBezTo>
                      <a:pt x="71" y="118"/>
                      <a:pt x="51" y="124"/>
                      <a:pt x="51" y="124"/>
                    </a:cubicBezTo>
                    <a:cubicBezTo>
                      <a:pt x="51" y="124"/>
                      <a:pt x="15" y="129"/>
                      <a:pt x="12" y="136"/>
                    </a:cubicBezTo>
                    <a:cubicBezTo>
                      <a:pt x="9" y="143"/>
                      <a:pt x="31" y="149"/>
                      <a:pt x="30" y="152"/>
                    </a:cubicBezTo>
                    <a:cubicBezTo>
                      <a:pt x="29" y="155"/>
                      <a:pt x="0" y="153"/>
                      <a:pt x="6" y="161"/>
                    </a:cubicBezTo>
                    <a:cubicBezTo>
                      <a:pt x="12" y="169"/>
                      <a:pt x="31" y="170"/>
                      <a:pt x="31" y="170"/>
                    </a:cubicBezTo>
                    <a:cubicBezTo>
                      <a:pt x="38" y="166"/>
                      <a:pt x="38" y="166"/>
                      <a:pt x="38" y="166"/>
                    </a:cubicBezTo>
                    <a:cubicBezTo>
                      <a:pt x="70" y="184"/>
                      <a:pt x="70" y="184"/>
                      <a:pt x="70" y="184"/>
                    </a:cubicBezTo>
                    <a:cubicBezTo>
                      <a:pt x="90" y="184"/>
                      <a:pt x="90" y="184"/>
                      <a:pt x="90" y="184"/>
                    </a:cubicBezTo>
                    <a:cubicBezTo>
                      <a:pt x="102" y="196"/>
                      <a:pt x="102" y="196"/>
                      <a:pt x="102" y="196"/>
                    </a:cubicBezTo>
                    <a:cubicBezTo>
                      <a:pt x="128" y="199"/>
                      <a:pt x="128" y="199"/>
                      <a:pt x="128" y="199"/>
                    </a:cubicBezTo>
                    <a:cubicBezTo>
                      <a:pt x="109" y="209"/>
                      <a:pt x="109" y="209"/>
                      <a:pt x="109" y="209"/>
                    </a:cubicBezTo>
                    <a:cubicBezTo>
                      <a:pt x="109" y="209"/>
                      <a:pt x="128" y="240"/>
                      <a:pt x="132" y="244"/>
                    </a:cubicBezTo>
                    <a:cubicBezTo>
                      <a:pt x="136" y="248"/>
                      <a:pt x="153" y="248"/>
                      <a:pt x="153" y="248"/>
                    </a:cubicBezTo>
                    <a:cubicBezTo>
                      <a:pt x="151" y="277"/>
                      <a:pt x="151" y="277"/>
                      <a:pt x="151" y="277"/>
                    </a:cubicBezTo>
                    <a:cubicBezTo>
                      <a:pt x="164" y="297"/>
                      <a:pt x="164" y="297"/>
                      <a:pt x="164" y="297"/>
                    </a:cubicBezTo>
                    <a:cubicBezTo>
                      <a:pt x="173" y="320"/>
                      <a:pt x="173" y="320"/>
                      <a:pt x="173" y="320"/>
                    </a:cubicBezTo>
                    <a:cubicBezTo>
                      <a:pt x="152" y="294"/>
                      <a:pt x="152" y="294"/>
                      <a:pt x="152" y="294"/>
                    </a:cubicBezTo>
                    <a:cubicBezTo>
                      <a:pt x="152" y="294"/>
                      <a:pt x="150" y="323"/>
                      <a:pt x="149" y="333"/>
                    </a:cubicBezTo>
                    <a:cubicBezTo>
                      <a:pt x="148" y="343"/>
                      <a:pt x="137" y="383"/>
                      <a:pt x="132" y="391"/>
                    </a:cubicBezTo>
                    <a:cubicBezTo>
                      <a:pt x="128" y="398"/>
                      <a:pt x="130" y="407"/>
                      <a:pt x="118" y="409"/>
                    </a:cubicBezTo>
                    <a:cubicBezTo>
                      <a:pt x="119" y="415"/>
                      <a:pt x="119" y="415"/>
                      <a:pt x="119" y="415"/>
                    </a:cubicBezTo>
                    <a:cubicBezTo>
                      <a:pt x="119" y="415"/>
                      <a:pt x="128" y="407"/>
                      <a:pt x="134" y="414"/>
                    </a:cubicBezTo>
                    <a:cubicBezTo>
                      <a:pt x="140" y="421"/>
                      <a:pt x="134" y="424"/>
                      <a:pt x="134" y="424"/>
                    </a:cubicBezTo>
                    <a:cubicBezTo>
                      <a:pt x="134" y="424"/>
                      <a:pt x="148" y="426"/>
                      <a:pt x="155" y="427"/>
                    </a:cubicBezTo>
                    <a:cubicBezTo>
                      <a:pt x="162" y="428"/>
                      <a:pt x="168" y="437"/>
                      <a:pt x="168" y="437"/>
                    </a:cubicBezTo>
                    <a:cubicBezTo>
                      <a:pt x="168" y="437"/>
                      <a:pt x="178" y="433"/>
                      <a:pt x="182" y="435"/>
                    </a:cubicBezTo>
                    <a:cubicBezTo>
                      <a:pt x="186" y="437"/>
                      <a:pt x="187" y="440"/>
                      <a:pt x="187" y="440"/>
                    </a:cubicBezTo>
                    <a:cubicBezTo>
                      <a:pt x="207" y="441"/>
                      <a:pt x="207" y="441"/>
                      <a:pt x="207" y="441"/>
                    </a:cubicBezTo>
                    <a:cubicBezTo>
                      <a:pt x="209" y="449"/>
                      <a:pt x="209" y="449"/>
                      <a:pt x="209" y="449"/>
                    </a:cubicBezTo>
                    <a:cubicBezTo>
                      <a:pt x="222" y="446"/>
                      <a:pt x="222" y="446"/>
                      <a:pt x="222" y="446"/>
                    </a:cubicBezTo>
                    <a:cubicBezTo>
                      <a:pt x="222" y="446"/>
                      <a:pt x="216" y="434"/>
                      <a:pt x="229" y="434"/>
                    </a:cubicBezTo>
                    <a:cubicBezTo>
                      <a:pt x="242" y="434"/>
                      <a:pt x="242" y="441"/>
                      <a:pt x="242" y="441"/>
                    </a:cubicBezTo>
                    <a:cubicBezTo>
                      <a:pt x="251" y="442"/>
                      <a:pt x="251" y="442"/>
                      <a:pt x="251" y="442"/>
                    </a:cubicBezTo>
                    <a:cubicBezTo>
                      <a:pt x="253" y="446"/>
                      <a:pt x="253" y="446"/>
                      <a:pt x="253" y="446"/>
                    </a:cubicBezTo>
                    <a:cubicBezTo>
                      <a:pt x="254" y="445"/>
                      <a:pt x="256" y="445"/>
                      <a:pt x="258" y="445"/>
                    </a:cubicBezTo>
                    <a:cubicBezTo>
                      <a:pt x="268" y="444"/>
                      <a:pt x="272" y="445"/>
                      <a:pt x="272" y="445"/>
                    </a:cubicBezTo>
                    <a:cubicBezTo>
                      <a:pt x="273" y="454"/>
                      <a:pt x="273" y="454"/>
                      <a:pt x="273" y="454"/>
                    </a:cubicBezTo>
                    <a:cubicBezTo>
                      <a:pt x="276" y="455"/>
                      <a:pt x="278" y="458"/>
                      <a:pt x="278" y="459"/>
                    </a:cubicBezTo>
                    <a:cubicBezTo>
                      <a:pt x="278" y="459"/>
                      <a:pt x="278" y="459"/>
                      <a:pt x="278" y="459"/>
                    </a:cubicBezTo>
                    <a:cubicBezTo>
                      <a:pt x="278" y="459"/>
                      <a:pt x="285" y="457"/>
                      <a:pt x="288" y="456"/>
                    </a:cubicBezTo>
                    <a:cubicBezTo>
                      <a:pt x="291" y="455"/>
                      <a:pt x="298" y="463"/>
                      <a:pt x="298" y="463"/>
                    </a:cubicBezTo>
                    <a:cubicBezTo>
                      <a:pt x="298" y="463"/>
                      <a:pt x="299" y="463"/>
                      <a:pt x="306" y="463"/>
                    </a:cubicBezTo>
                    <a:cubicBezTo>
                      <a:pt x="313" y="463"/>
                      <a:pt x="313" y="453"/>
                      <a:pt x="313" y="453"/>
                    </a:cubicBezTo>
                    <a:cubicBezTo>
                      <a:pt x="319" y="453"/>
                      <a:pt x="319" y="453"/>
                      <a:pt x="319" y="453"/>
                    </a:cubicBezTo>
                    <a:cubicBezTo>
                      <a:pt x="319" y="452"/>
                      <a:pt x="319" y="451"/>
                      <a:pt x="319" y="450"/>
                    </a:cubicBezTo>
                    <a:cubicBezTo>
                      <a:pt x="319" y="440"/>
                      <a:pt x="334" y="417"/>
                      <a:pt x="341" y="413"/>
                    </a:cubicBezTo>
                    <a:cubicBezTo>
                      <a:pt x="348" y="409"/>
                      <a:pt x="369" y="392"/>
                      <a:pt x="378" y="397"/>
                    </a:cubicBezTo>
                    <a:cubicBezTo>
                      <a:pt x="387" y="402"/>
                      <a:pt x="395" y="407"/>
                      <a:pt x="395" y="407"/>
                    </a:cubicBezTo>
                    <a:cubicBezTo>
                      <a:pt x="395" y="407"/>
                      <a:pt x="418" y="401"/>
                      <a:pt x="423" y="406"/>
                    </a:cubicBezTo>
                    <a:cubicBezTo>
                      <a:pt x="428" y="411"/>
                      <a:pt x="435" y="419"/>
                      <a:pt x="438" y="421"/>
                    </a:cubicBezTo>
                    <a:cubicBezTo>
                      <a:pt x="438" y="421"/>
                      <a:pt x="463" y="431"/>
                      <a:pt x="476" y="421"/>
                    </a:cubicBezTo>
                    <a:cubicBezTo>
                      <a:pt x="489" y="411"/>
                      <a:pt x="493" y="392"/>
                      <a:pt x="499" y="390"/>
                    </a:cubicBezTo>
                    <a:cubicBezTo>
                      <a:pt x="501" y="389"/>
                      <a:pt x="507" y="389"/>
                      <a:pt x="513" y="388"/>
                    </a:cubicBezTo>
                    <a:cubicBezTo>
                      <a:pt x="513" y="385"/>
                      <a:pt x="514" y="383"/>
                      <a:pt x="516" y="383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88" name="Freeform 403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03CAEEE5-469E-43E8-AE0D-A303A33BCDF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857" y="16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89" name="Freeform 404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828417BC-5F2C-4773-9B92-2E72F2014EC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857" y="159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90" name="Freeform 405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0ADAAC1E-007A-4BAB-8C8C-BB6DCCFCF78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855" y="1596"/>
                <a:ext cx="1" cy="1"/>
              </a:xfrm>
              <a:custGeom>
                <a:avLst/>
                <a:gdLst/>
                <a:ahLst/>
                <a:cxnLst>
                  <a:cxn ang="0">
                    <a:pos x="1" y="2"/>
                  </a:cxn>
                  <a:cxn ang="0">
                    <a:pos x="0" y="0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91" name="Freeform 406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D42697CE-12B4-43F8-9DD0-7BD2534CF02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855" y="1590"/>
                <a:ext cx="0" cy="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92" name="Freeform 407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AB3BAC2E-D5E8-4401-B86E-B32F0F73C87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855" y="1592"/>
                <a:ext cx="0" cy="2"/>
              </a:xfrm>
              <a:custGeom>
                <a:avLst/>
                <a:gdLst/>
                <a:ahLst/>
                <a:cxnLst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93" name="Freeform 408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D6AAB47D-94DC-4C81-BB2A-F013C42EFE8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856" y="1598"/>
                <a:ext cx="0" cy="0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0" y="0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94" name="Freeform 409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176EC6B1-3DA2-42E1-914F-F82D7F97A59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855" y="1587"/>
                <a:ext cx="0" cy="3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95" name="Freeform 410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AF64DAAE-5227-479C-8C3D-9344F36A469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857" y="159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96" name="Freeform 411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0CF56710-8572-4624-904F-83054B84923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855" y="1595"/>
                <a:ext cx="0" cy="1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0" y="0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97" name="Freeform 412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BD396005-1C1B-451D-87E6-685FE448046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705" y="17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98" name="Freeform 413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6C40CE4B-6993-4C1D-A0AE-EA27B3F6CD4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702" y="1765"/>
                <a:ext cx="3" cy="3"/>
              </a:xfrm>
              <a:custGeom>
                <a:avLst/>
                <a:gdLst/>
                <a:ahLst/>
                <a:cxnLst>
                  <a:cxn ang="0">
                    <a:pos x="5" y="5"/>
                  </a:cxn>
                  <a:cxn ang="0">
                    <a:pos x="0" y="0"/>
                  </a:cxn>
                  <a:cxn ang="0">
                    <a:pos x="5" y="5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cubicBezTo>
                      <a:pt x="5" y="4"/>
                      <a:pt x="3" y="1"/>
                      <a:pt x="0" y="0"/>
                    </a:cubicBezTo>
                    <a:cubicBezTo>
                      <a:pt x="3" y="1"/>
                      <a:pt x="5" y="4"/>
                      <a:pt x="5" y="5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99" name="Freeform 414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12178C63-2F66-455F-AAD2-7A9656BE008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05" y="1229"/>
                <a:ext cx="10" cy="13"/>
              </a:xfrm>
              <a:custGeom>
                <a:avLst/>
                <a:gdLst/>
                <a:ahLst/>
                <a:cxnLst>
                  <a:cxn ang="0">
                    <a:pos x="9" y="7"/>
                  </a:cxn>
                  <a:cxn ang="0">
                    <a:pos x="0" y="15"/>
                  </a:cxn>
                  <a:cxn ang="0">
                    <a:pos x="9" y="7"/>
                  </a:cxn>
                </a:cxnLst>
                <a:rect l="0" t="0" r="r" b="b"/>
                <a:pathLst>
                  <a:path w="17" h="21">
                    <a:moveTo>
                      <a:pt x="9" y="7"/>
                    </a:moveTo>
                    <a:cubicBezTo>
                      <a:pt x="1" y="0"/>
                      <a:pt x="0" y="15"/>
                      <a:pt x="0" y="15"/>
                    </a:cubicBezTo>
                    <a:cubicBezTo>
                      <a:pt x="7" y="21"/>
                      <a:pt x="17" y="14"/>
                      <a:pt x="9" y="7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200" name="Freeform 415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9A2EA156-8B26-4970-9CCE-D3372B65E2D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509" y="1253"/>
                <a:ext cx="25" cy="23"/>
              </a:xfrm>
              <a:custGeom>
                <a:avLst/>
                <a:gdLst/>
                <a:ahLst/>
                <a:cxnLst>
                  <a:cxn ang="0">
                    <a:pos x="19" y="18"/>
                  </a:cxn>
                  <a:cxn ang="0">
                    <a:pos x="5" y="13"/>
                  </a:cxn>
                  <a:cxn ang="0">
                    <a:pos x="6" y="38"/>
                  </a:cxn>
                  <a:cxn ang="0">
                    <a:pos x="15" y="29"/>
                  </a:cxn>
                  <a:cxn ang="0">
                    <a:pos x="27" y="30"/>
                  </a:cxn>
                  <a:cxn ang="0">
                    <a:pos x="41" y="0"/>
                  </a:cxn>
                  <a:cxn ang="0">
                    <a:pos x="27" y="7"/>
                  </a:cxn>
                  <a:cxn ang="0">
                    <a:pos x="19" y="18"/>
                  </a:cxn>
                </a:cxnLst>
                <a:rect l="0" t="0" r="r" b="b"/>
                <a:pathLst>
                  <a:path w="41" h="38">
                    <a:moveTo>
                      <a:pt x="19" y="18"/>
                    </a:moveTo>
                    <a:cubicBezTo>
                      <a:pt x="19" y="18"/>
                      <a:pt x="11" y="10"/>
                      <a:pt x="5" y="13"/>
                    </a:cubicBezTo>
                    <a:cubicBezTo>
                      <a:pt x="0" y="16"/>
                      <a:pt x="6" y="38"/>
                      <a:pt x="6" y="38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29"/>
                      <a:pt x="21" y="31"/>
                      <a:pt x="27" y="30"/>
                    </a:cubicBezTo>
                    <a:cubicBezTo>
                      <a:pt x="33" y="29"/>
                      <a:pt x="41" y="0"/>
                      <a:pt x="41" y="0"/>
                    </a:cubicBezTo>
                    <a:cubicBezTo>
                      <a:pt x="41" y="0"/>
                      <a:pt x="33" y="2"/>
                      <a:pt x="27" y="7"/>
                    </a:cubicBezTo>
                    <a:cubicBezTo>
                      <a:pt x="21" y="11"/>
                      <a:pt x="19" y="18"/>
                      <a:pt x="19" y="18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201" name="Freeform 416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91A381A9-B8D3-4480-8166-93D49A4D779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518" y="1246"/>
                <a:ext cx="194" cy="274"/>
              </a:xfrm>
              <a:custGeom>
                <a:avLst/>
                <a:gdLst/>
                <a:ahLst/>
                <a:cxnLst>
                  <a:cxn ang="0">
                    <a:pos x="38" y="83"/>
                  </a:cxn>
                  <a:cxn ang="0">
                    <a:pos x="22" y="98"/>
                  </a:cxn>
                  <a:cxn ang="0">
                    <a:pos x="51" y="97"/>
                  </a:cxn>
                  <a:cxn ang="0">
                    <a:pos x="32" y="123"/>
                  </a:cxn>
                  <a:cxn ang="0">
                    <a:pos x="51" y="142"/>
                  </a:cxn>
                  <a:cxn ang="0">
                    <a:pos x="61" y="146"/>
                  </a:cxn>
                  <a:cxn ang="0">
                    <a:pos x="47" y="191"/>
                  </a:cxn>
                  <a:cxn ang="0">
                    <a:pos x="83" y="198"/>
                  </a:cxn>
                  <a:cxn ang="0">
                    <a:pos x="128" y="190"/>
                  </a:cxn>
                  <a:cxn ang="0">
                    <a:pos x="132" y="230"/>
                  </a:cxn>
                  <a:cxn ang="0">
                    <a:pos x="125" y="256"/>
                  </a:cxn>
                  <a:cxn ang="0">
                    <a:pos x="79" y="272"/>
                  </a:cxn>
                  <a:cxn ang="0">
                    <a:pos x="66" y="284"/>
                  </a:cxn>
                  <a:cxn ang="0">
                    <a:pos x="80" y="295"/>
                  </a:cxn>
                  <a:cxn ang="0">
                    <a:pos x="34" y="343"/>
                  </a:cxn>
                  <a:cxn ang="0">
                    <a:pos x="61" y="351"/>
                  </a:cxn>
                  <a:cxn ang="0">
                    <a:pos x="82" y="361"/>
                  </a:cxn>
                  <a:cxn ang="0">
                    <a:pos x="119" y="362"/>
                  </a:cxn>
                  <a:cxn ang="0">
                    <a:pos x="111" y="380"/>
                  </a:cxn>
                  <a:cxn ang="0">
                    <a:pos x="68" y="390"/>
                  </a:cxn>
                  <a:cxn ang="0">
                    <a:pos x="46" y="411"/>
                  </a:cxn>
                  <a:cxn ang="0">
                    <a:pos x="16" y="431"/>
                  </a:cxn>
                  <a:cxn ang="0">
                    <a:pos x="22" y="444"/>
                  </a:cxn>
                  <a:cxn ang="0">
                    <a:pos x="64" y="425"/>
                  </a:cxn>
                  <a:cxn ang="0">
                    <a:pos x="108" y="407"/>
                  </a:cxn>
                  <a:cxn ang="0">
                    <a:pos x="145" y="415"/>
                  </a:cxn>
                  <a:cxn ang="0">
                    <a:pos x="190" y="415"/>
                  </a:cxn>
                  <a:cxn ang="0">
                    <a:pos x="203" y="408"/>
                  </a:cxn>
                  <a:cxn ang="0">
                    <a:pos x="276" y="396"/>
                  </a:cxn>
                  <a:cxn ang="0">
                    <a:pos x="257" y="369"/>
                  </a:cxn>
                  <a:cxn ang="0">
                    <a:pos x="271" y="356"/>
                  </a:cxn>
                  <a:cxn ang="0">
                    <a:pos x="311" y="310"/>
                  </a:cxn>
                  <a:cxn ang="0">
                    <a:pos x="248" y="297"/>
                  </a:cxn>
                  <a:cxn ang="0">
                    <a:pos x="225" y="254"/>
                  </a:cxn>
                  <a:cxn ang="0">
                    <a:pos x="238" y="244"/>
                  </a:cxn>
                  <a:cxn ang="0">
                    <a:pos x="208" y="209"/>
                  </a:cxn>
                  <a:cxn ang="0">
                    <a:pos x="190" y="156"/>
                  </a:cxn>
                  <a:cxn ang="0">
                    <a:pos x="167" y="140"/>
                  </a:cxn>
                  <a:cxn ang="0">
                    <a:pos x="108" y="130"/>
                  </a:cxn>
                  <a:cxn ang="0">
                    <a:pos x="149" y="123"/>
                  </a:cxn>
                  <a:cxn ang="0">
                    <a:pos x="147" y="113"/>
                  </a:cxn>
                  <a:cxn ang="0">
                    <a:pos x="178" y="72"/>
                  </a:cxn>
                  <a:cxn ang="0">
                    <a:pos x="139" y="54"/>
                  </a:cxn>
                  <a:cxn ang="0">
                    <a:pos x="94" y="57"/>
                  </a:cxn>
                  <a:cxn ang="0">
                    <a:pos x="96" y="42"/>
                  </a:cxn>
                  <a:cxn ang="0">
                    <a:pos x="129" y="27"/>
                  </a:cxn>
                  <a:cxn ang="0">
                    <a:pos x="120" y="3"/>
                  </a:cxn>
                  <a:cxn ang="0">
                    <a:pos x="70" y="5"/>
                  </a:cxn>
                  <a:cxn ang="0">
                    <a:pos x="58" y="24"/>
                  </a:cxn>
                  <a:cxn ang="0">
                    <a:pos x="32" y="46"/>
                  </a:cxn>
                  <a:cxn ang="0">
                    <a:pos x="38" y="57"/>
                  </a:cxn>
                </a:cxnLst>
                <a:rect l="0" t="0" r="r" b="b"/>
                <a:pathLst>
                  <a:path w="312" h="444">
                    <a:moveTo>
                      <a:pt x="47" y="75"/>
                    </a:moveTo>
                    <a:cubicBezTo>
                      <a:pt x="47" y="75"/>
                      <a:pt x="41" y="80"/>
                      <a:pt x="38" y="83"/>
                    </a:cubicBezTo>
                    <a:cubicBezTo>
                      <a:pt x="35" y="86"/>
                      <a:pt x="33" y="93"/>
                      <a:pt x="33" y="93"/>
                    </a:cubicBezTo>
                    <a:cubicBezTo>
                      <a:pt x="22" y="98"/>
                      <a:pt x="22" y="98"/>
                      <a:pt x="22" y="98"/>
                    </a:cubicBezTo>
                    <a:cubicBezTo>
                      <a:pt x="22" y="98"/>
                      <a:pt x="28" y="107"/>
                      <a:pt x="36" y="106"/>
                    </a:cubicBezTo>
                    <a:cubicBezTo>
                      <a:pt x="44" y="105"/>
                      <a:pt x="51" y="97"/>
                      <a:pt x="51" y="97"/>
                    </a:cubicBezTo>
                    <a:cubicBezTo>
                      <a:pt x="50" y="109"/>
                      <a:pt x="50" y="109"/>
                      <a:pt x="50" y="109"/>
                    </a:cubicBezTo>
                    <a:cubicBezTo>
                      <a:pt x="50" y="109"/>
                      <a:pt x="37" y="115"/>
                      <a:pt x="32" y="123"/>
                    </a:cubicBezTo>
                    <a:cubicBezTo>
                      <a:pt x="27" y="132"/>
                      <a:pt x="33" y="145"/>
                      <a:pt x="33" y="145"/>
                    </a:cubicBezTo>
                    <a:cubicBezTo>
                      <a:pt x="33" y="145"/>
                      <a:pt x="44" y="137"/>
                      <a:pt x="51" y="142"/>
                    </a:cubicBezTo>
                    <a:cubicBezTo>
                      <a:pt x="57" y="147"/>
                      <a:pt x="70" y="136"/>
                      <a:pt x="70" y="136"/>
                    </a:cubicBezTo>
                    <a:cubicBezTo>
                      <a:pt x="61" y="146"/>
                      <a:pt x="61" y="146"/>
                      <a:pt x="61" y="146"/>
                    </a:cubicBezTo>
                    <a:cubicBezTo>
                      <a:pt x="66" y="164"/>
                      <a:pt x="66" y="164"/>
                      <a:pt x="66" y="164"/>
                    </a:cubicBezTo>
                    <a:cubicBezTo>
                      <a:pt x="66" y="164"/>
                      <a:pt x="55" y="177"/>
                      <a:pt x="47" y="191"/>
                    </a:cubicBezTo>
                    <a:cubicBezTo>
                      <a:pt x="40" y="204"/>
                      <a:pt x="63" y="201"/>
                      <a:pt x="63" y="201"/>
                    </a:cubicBezTo>
                    <a:cubicBezTo>
                      <a:pt x="63" y="201"/>
                      <a:pt x="76" y="195"/>
                      <a:pt x="83" y="198"/>
                    </a:cubicBezTo>
                    <a:cubicBezTo>
                      <a:pt x="90" y="201"/>
                      <a:pt x="106" y="188"/>
                      <a:pt x="106" y="188"/>
                    </a:cubicBezTo>
                    <a:cubicBezTo>
                      <a:pt x="128" y="190"/>
                      <a:pt x="128" y="190"/>
                      <a:pt x="128" y="190"/>
                    </a:cubicBezTo>
                    <a:cubicBezTo>
                      <a:pt x="128" y="190"/>
                      <a:pt x="104" y="203"/>
                      <a:pt x="103" y="213"/>
                    </a:cubicBezTo>
                    <a:cubicBezTo>
                      <a:pt x="102" y="223"/>
                      <a:pt x="132" y="230"/>
                      <a:pt x="132" y="230"/>
                    </a:cubicBezTo>
                    <a:cubicBezTo>
                      <a:pt x="133" y="244"/>
                      <a:pt x="133" y="244"/>
                      <a:pt x="133" y="244"/>
                    </a:cubicBezTo>
                    <a:cubicBezTo>
                      <a:pt x="125" y="256"/>
                      <a:pt x="125" y="256"/>
                      <a:pt x="125" y="256"/>
                    </a:cubicBezTo>
                    <a:cubicBezTo>
                      <a:pt x="125" y="256"/>
                      <a:pt x="127" y="270"/>
                      <a:pt x="124" y="274"/>
                    </a:cubicBezTo>
                    <a:cubicBezTo>
                      <a:pt x="121" y="278"/>
                      <a:pt x="79" y="272"/>
                      <a:pt x="79" y="272"/>
                    </a:cubicBezTo>
                    <a:cubicBezTo>
                      <a:pt x="79" y="272"/>
                      <a:pt x="69" y="269"/>
                      <a:pt x="60" y="271"/>
                    </a:cubicBezTo>
                    <a:cubicBezTo>
                      <a:pt x="51" y="273"/>
                      <a:pt x="66" y="284"/>
                      <a:pt x="66" y="284"/>
                    </a:cubicBezTo>
                    <a:cubicBezTo>
                      <a:pt x="52" y="297"/>
                      <a:pt x="52" y="297"/>
                      <a:pt x="52" y="297"/>
                    </a:cubicBezTo>
                    <a:cubicBezTo>
                      <a:pt x="80" y="295"/>
                      <a:pt x="80" y="295"/>
                      <a:pt x="80" y="295"/>
                    </a:cubicBezTo>
                    <a:cubicBezTo>
                      <a:pt x="80" y="295"/>
                      <a:pt x="80" y="318"/>
                      <a:pt x="73" y="325"/>
                    </a:cubicBezTo>
                    <a:cubicBezTo>
                      <a:pt x="66" y="332"/>
                      <a:pt x="38" y="340"/>
                      <a:pt x="34" y="343"/>
                    </a:cubicBezTo>
                    <a:cubicBezTo>
                      <a:pt x="30" y="346"/>
                      <a:pt x="35" y="361"/>
                      <a:pt x="39" y="363"/>
                    </a:cubicBezTo>
                    <a:cubicBezTo>
                      <a:pt x="43" y="365"/>
                      <a:pt x="61" y="351"/>
                      <a:pt x="61" y="351"/>
                    </a:cubicBezTo>
                    <a:cubicBezTo>
                      <a:pt x="61" y="351"/>
                      <a:pt x="64" y="357"/>
                      <a:pt x="68" y="361"/>
                    </a:cubicBezTo>
                    <a:cubicBezTo>
                      <a:pt x="72" y="365"/>
                      <a:pt x="82" y="361"/>
                      <a:pt x="82" y="361"/>
                    </a:cubicBezTo>
                    <a:cubicBezTo>
                      <a:pt x="82" y="361"/>
                      <a:pt x="90" y="370"/>
                      <a:pt x="98" y="371"/>
                    </a:cubicBezTo>
                    <a:cubicBezTo>
                      <a:pt x="107" y="372"/>
                      <a:pt x="114" y="367"/>
                      <a:pt x="119" y="362"/>
                    </a:cubicBezTo>
                    <a:cubicBezTo>
                      <a:pt x="124" y="357"/>
                      <a:pt x="137" y="358"/>
                      <a:pt x="137" y="358"/>
                    </a:cubicBezTo>
                    <a:cubicBezTo>
                      <a:pt x="137" y="358"/>
                      <a:pt x="121" y="373"/>
                      <a:pt x="111" y="380"/>
                    </a:cubicBezTo>
                    <a:cubicBezTo>
                      <a:pt x="100" y="387"/>
                      <a:pt x="80" y="380"/>
                      <a:pt x="73" y="380"/>
                    </a:cubicBezTo>
                    <a:cubicBezTo>
                      <a:pt x="66" y="380"/>
                      <a:pt x="68" y="390"/>
                      <a:pt x="68" y="390"/>
                    </a:cubicBezTo>
                    <a:cubicBezTo>
                      <a:pt x="68" y="390"/>
                      <a:pt x="59" y="390"/>
                      <a:pt x="52" y="393"/>
                    </a:cubicBezTo>
                    <a:cubicBezTo>
                      <a:pt x="44" y="396"/>
                      <a:pt x="52" y="402"/>
                      <a:pt x="46" y="411"/>
                    </a:cubicBezTo>
                    <a:cubicBezTo>
                      <a:pt x="41" y="419"/>
                      <a:pt x="34" y="415"/>
                      <a:pt x="27" y="415"/>
                    </a:cubicBezTo>
                    <a:cubicBezTo>
                      <a:pt x="20" y="415"/>
                      <a:pt x="23" y="425"/>
                      <a:pt x="16" y="431"/>
                    </a:cubicBezTo>
                    <a:cubicBezTo>
                      <a:pt x="9" y="437"/>
                      <a:pt x="0" y="436"/>
                      <a:pt x="0" y="440"/>
                    </a:cubicBezTo>
                    <a:cubicBezTo>
                      <a:pt x="0" y="444"/>
                      <a:pt x="19" y="444"/>
                      <a:pt x="22" y="444"/>
                    </a:cubicBezTo>
                    <a:cubicBezTo>
                      <a:pt x="25" y="444"/>
                      <a:pt x="33" y="434"/>
                      <a:pt x="39" y="429"/>
                    </a:cubicBezTo>
                    <a:cubicBezTo>
                      <a:pt x="45" y="424"/>
                      <a:pt x="55" y="425"/>
                      <a:pt x="64" y="425"/>
                    </a:cubicBezTo>
                    <a:cubicBezTo>
                      <a:pt x="73" y="425"/>
                      <a:pt x="76" y="435"/>
                      <a:pt x="82" y="435"/>
                    </a:cubicBezTo>
                    <a:cubicBezTo>
                      <a:pt x="88" y="435"/>
                      <a:pt x="101" y="410"/>
                      <a:pt x="108" y="407"/>
                    </a:cubicBezTo>
                    <a:cubicBezTo>
                      <a:pt x="114" y="403"/>
                      <a:pt x="128" y="414"/>
                      <a:pt x="128" y="414"/>
                    </a:cubicBezTo>
                    <a:cubicBezTo>
                      <a:pt x="145" y="415"/>
                      <a:pt x="145" y="415"/>
                      <a:pt x="145" y="415"/>
                    </a:cubicBezTo>
                    <a:cubicBezTo>
                      <a:pt x="165" y="407"/>
                      <a:pt x="165" y="407"/>
                      <a:pt x="165" y="407"/>
                    </a:cubicBezTo>
                    <a:cubicBezTo>
                      <a:pt x="165" y="407"/>
                      <a:pt x="184" y="416"/>
                      <a:pt x="190" y="415"/>
                    </a:cubicBezTo>
                    <a:cubicBezTo>
                      <a:pt x="196" y="414"/>
                      <a:pt x="182" y="403"/>
                      <a:pt x="188" y="398"/>
                    </a:cubicBezTo>
                    <a:cubicBezTo>
                      <a:pt x="194" y="393"/>
                      <a:pt x="203" y="408"/>
                      <a:pt x="203" y="408"/>
                    </a:cubicBezTo>
                    <a:cubicBezTo>
                      <a:pt x="210" y="403"/>
                      <a:pt x="210" y="403"/>
                      <a:pt x="210" y="403"/>
                    </a:cubicBezTo>
                    <a:cubicBezTo>
                      <a:pt x="210" y="403"/>
                      <a:pt x="263" y="403"/>
                      <a:pt x="276" y="396"/>
                    </a:cubicBezTo>
                    <a:cubicBezTo>
                      <a:pt x="288" y="389"/>
                      <a:pt x="296" y="374"/>
                      <a:pt x="296" y="374"/>
                    </a:cubicBezTo>
                    <a:cubicBezTo>
                      <a:pt x="257" y="369"/>
                      <a:pt x="257" y="369"/>
                      <a:pt x="257" y="369"/>
                    </a:cubicBezTo>
                    <a:cubicBezTo>
                      <a:pt x="275" y="366"/>
                      <a:pt x="275" y="366"/>
                      <a:pt x="275" y="366"/>
                    </a:cubicBezTo>
                    <a:cubicBezTo>
                      <a:pt x="271" y="356"/>
                      <a:pt x="271" y="356"/>
                      <a:pt x="271" y="356"/>
                    </a:cubicBezTo>
                    <a:cubicBezTo>
                      <a:pt x="271" y="356"/>
                      <a:pt x="285" y="343"/>
                      <a:pt x="292" y="342"/>
                    </a:cubicBezTo>
                    <a:cubicBezTo>
                      <a:pt x="299" y="341"/>
                      <a:pt x="310" y="330"/>
                      <a:pt x="311" y="310"/>
                    </a:cubicBezTo>
                    <a:cubicBezTo>
                      <a:pt x="312" y="289"/>
                      <a:pt x="263" y="290"/>
                      <a:pt x="263" y="290"/>
                    </a:cubicBezTo>
                    <a:cubicBezTo>
                      <a:pt x="263" y="290"/>
                      <a:pt x="258" y="304"/>
                      <a:pt x="248" y="297"/>
                    </a:cubicBezTo>
                    <a:cubicBezTo>
                      <a:pt x="238" y="289"/>
                      <a:pt x="258" y="282"/>
                      <a:pt x="257" y="273"/>
                    </a:cubicBezTo>
                    <a:cubicBezTo>
                      <a:pt x="256" y="264"/>
                      <a:pt x="225" y="259"/>
                      <a:pt x="225" y="254"/>
                    </a:cubicBezTo>
                    <a:cubicBezTo>
                      <a:pt x="225" y="249"/>
                      <a:pt x="247" y="252"/>
                      <a:pt x="247" y="252"/>
                    </a:cubicBezTo>
                    <a:cubicBezTo>
                      <a:pt x="238" y="244"/>
                      <a:pt x="238" y="244"/>
                      <a:pt x="238" y="244"/>
                    </a:cubicBezTo>
                    <a:cubicBezTo>
                      <a:pt x="238" y="244"/>
                      <a:pt x="229" y="223"/>
                      <a:pt x="225" y="216"/>
                    </a:cubicBezTo>
                    <a:cubicBezTo>
                      <a:pt x="221" y="209"/>
                      <a:pt x="208" y="209"/>
                      <a:pt x="208" y="209"/>
                    </a:cubicBezTo>
                    <a:cubicBezTo>
                      <a:pt x="208" y="209"/>
                      <a:pt x="200" y="200"/>
                      <a:pt x="192" y="194"/>
                    </a:cubicBezTo>
                    <a:cubicBezTo>
                      <a:pt x="184" y="188"/>
                      <a:pt x="190" y="156"/>
                      <a:pt x="190" y="156"/>
                    </a:cubicBezTo>
                    <a:cubicBezTo>
                      <a:pt x="182" y="156"/>
                      <a:pt x="182" y="156"/>
                      <a:pt x="182" y="156"/>
                    </a:cubicBezTo>
                    <a:cubicBezTo>
                      <a:pt x="182" y="156"/>
                      <a:pt x="181" y="150"/>
                      <a:pt x="167" y="140"/>
                    </a:cubicBezTo>
                    <a:cubicBezTo>
                      <a:pt x="152" y="130"/>
                      <a:pt x="133" y="140"/>
                      <a:pt x="125" y="141"/>
                    </a:cubicBezTo>
                    <a:cubicBezTo>
                      <a:pt x="117" y="142"/>
                      <a:pt x="108" y="130"/>
                      <a:pt x="108" y="130"/>
                    </a:cubicBezTo>
                    <a:cubicBezTo>
                      <a:pt x="108" y="130"/>
                      <a:pt x="122" y="135"/>
                      <a:pt x="126" y="134"/>
                    </a:cubicBezTo>
                    <a:cubicBezTo>
                      <a:pt x="130" y="133"/>
                      <a:pt x="148" y="129"/>
                      <a:pt x="149" y="123"/>
                    </a:cubicBezTo>
                    <a:cubicBezTo>
                      <a:pt x="150" y="118"/>
                      <a:pt x="131" y="117"/>
                      <a:pt x="131" y="117"/>
                    </a:cubicBezTo>
                    <a:cubicBezTo>
                      <a:pt x="147" y="113"/>
                      <a:pt x="147" y="113"/>
                      <a:pt x="147" y="113"/>
                    </a:cubicBezTo>
                    <a:cubicBezTo>
                      <a:pt x="147" y="113"/>
                      <a:pt x="156" y="106"/>
                      <a:pt x="162" y="101"/>
                    </a:cubicBezTo>
                    <a:cubicBezTo>
                      <a:pt x="167" y="96"/>
                      <a:pt x="178" y="72"/>
                      <a:pt x="178" y="72"/>
                    </a:cubicBezTo>
                    <a:cubicBezTo>
                      <a:pt x="178" y="72"/>
                      <a:pt x="193" y="63"/>
                      <a:pt x="193" y="56"/>
                    </a:cubicBezTo>
                    <a:cubicBezTo>
                      <a:pt x="193" y="49"/>
                      <a:pt x="139" y="54"/>
                      <a:pt x="139" y="54"/>
                    </a:cubicBezTo>
                    <a:cubicBezTo>
                      <a:pt x="139" y="54"/>
                      <a:pt x="140" y="49"/>
                      <a:pt x="128" y="49"/>
                    </a:cubicBezTo>
                    <a:cubicBezTo>
                      <a:pt x="116" y="49"/>
                      <a:pt x="94" y="57"/>
                      <a:pt x="94" y="57"/>
                    </a:cubicBezTo>
                    <a:cubicBezTo>
                      <a:pt x="102" y="50"/>
                      <a:pt x="102" y="50"/>
                      <a:pt x="102" y="50"/>
                    </a:cubicBezTo>
                    <a:cubicBezTo>
                      <a:pt x="96" y="42"/>
                      <a:pt x="96" y="42"/>
                      <a:pt x="96" y="42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29" y="27"/>
                      <a:pt x="129" y="27"/>
                      <a:pt x="129" y="27"/>
                    </a:cubicBezTo>
                    <a:cubicBezTo>
                      <a:pt x="129" y="27"/>
                      <a:pt x="140" y="18"/>
                      <a:pt x="141" y="7"/>
                    </a:cubicBezTo>
                    <a:cubicBezTo>
                      <a:pt x="142" y="0"/>
                      <a:pt x="128" y="2"/>
                      <a:pt x="120" y="3"/>
                    </a:cubicBezTo>
                    <a:cubicBezTo>
                      <a:pt x="112" y="4"/>
                      <a:pt x="100" y="10"/>
                      <a:pt x="92" y="10"/>
                    </a:cubicBezTo>
                    <a:cubicBezTo>
                      <a:pt x="84" y="10"/>
                      <a:pt x="77" y="1"/>
                      <a:pt x="70" y="5"/>
                    </a:cubicBezTo>
                    <a:cubicBezTo>
                      <a:pt x="63" y="9"/>
                      <a:pt x="70" y="19"/>
                      <a:pt x="70" y="19"/>
                    </a:cubicBezTo>
                    <a:cubicBezTo>
                      <a:pt x="70" y="19"/>
                      <a:pt x="63" y="20"/>
                      <a:pt x="58" y="24"/>
                    </a:cubicBezTo>
                    <a:cubicBezTo>
                      <a:pt x="53" y="28"/>
                      <a:pt x="61" y="43"/>
                      <a:pt x="61" y="43"/>
                    </a:cubicBezTo>
                    <a:cubicBezTo>
                      <a:pt x="32" y="46"/>
                      <a:pt x="32" y="46"/>
                      <a:pt x="32" y="46"/>
                    </a:cubicBezTo>
                    <a:cubicBezTo>
                      <a:pt x="32" y="52"/>
                      <a:pt x="32" y="52"/>
                      <a:pt x="32" y="52"/>
                    </a:cubicBezTo>
                    <a:cubicBezTo>
                      <a:pt x="38" y="57"/>
                      <a:pt x="38" y="57"/>
                      <a:pt x="38" y="57"/>
                    </a:cubicBezTo>
                    <a:lnTo>
                      <a:pt x="47" y="75"/>
                    </a:ln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202" name="Freeform 417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7619ABA4-5638-447C-AC97-6640BFABDD9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517" y="1279"/>
                <a:ext cx="19" cy="17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14" y="10"/>
                  </a:cxn>
                  <a:cxn ang="0">
                    <a:pos x="3" y="10"/>
                  </a:cxn>
                  <a:cxn ang="0">
                    <a:pos x="14" y="24"/>
                  </a:cxn>
                  <a:cxn ang="0">
                    <a:pos x="31" y="25"/>
                  </a:cxn>
                  <a:cxn ang="0">
                    <a:pos x="24" y="17"/>
                  </a:cxn>
                  <a:cxn ang="0">
                    <a:pos x="18" y="0"/>
                  </a:cxn>
                </a:cxnLst>
                <a:rect l="0" t="0" r="r" b="b"/>
                <a:pathLst>
                  <a:path w="31" h="28">
                    <a:moveTo>
                      <a:pt x="18" y="0"/>
                    </a:moveTo>
                    <a:cubicBezTo>
                      <a:pt x="8" y="0"/>
                      <a:pt x="14" y="10"/>
                      <a:pt x="14" y="10"/>
                    </a:cubicBezTo>
                    <a:cubicBezTo>
                      <a:pt x="14" y="10"/>
                      <a:pt x="6" y="7"/>
                      <a:pt x="3" y="10"/>
                    </a:cubicBezTo>
                    <a:cubicBezTo>
                      <a:pt x="0" y="13"/>
                      <a:pt x="12" y="20"/>
                      <a:pt x="14" y="24"/>
                    </a:cubicBezTo>
                    <a:cubicBezTo>
                      <a:pt x="16" y="28"/>
                      <a:pt x="31" y="25"/>
                      <a:pt x="31" y="25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8" y="0"/>
                      <a:pt x="18" y="0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203" name="Freeform 418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1C1CE384-D33B-44F6-A028-63B7B26B436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531" y="1339"/>
                <a:ext cx="14" cy="21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2" y="21"/>
                  </a:cxn>
                  <a:cxn ang="0">
                    <a:pos x="14" y="0"/>
                  </a:cxn>
                </a:cxnLst>
                <a:rect l="0" t="0" r="r" b="b"/>
                <a:pathLst>
                  <a:path w="22" h="33">
                    <a:moveTo>
                      <a:pt x="14" y="0"/>
                    </a:moveTo>
                    <a:cubicBezTo>
                      <a:pt x="6" y="0"/>
                      <a:pt x="5" y="6"/>
                      <a:pt x="2" y="21"/>
                    </a:cubicBezTo>
                    <a:cubicBezTo>
                      <a:pt x="0" y="33"/>
                      <a:pt x="22" y="0"/>
                      <a:pt x="14" y="0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204" name="Freeform 419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4CA0125C-2968-4FDD-80F6-BC4EB498E0C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516" y="1333"/>
                <a:ext cx="19" cy="10"/>
              </a:xfrm>
              <a:custGeom>
                <a:avLst/>
                <a:gdLst/>
                <a:ahLst/>
                <a:cxnLst>
                  <a:cxn ang="0">
                    <a:pos x="9" y="15"/>
                  </a:cxn>
                  <a:cxn ang="0">
                    <a:pos x="20" y="2"/>
                  </a:cxn>
                  <a:cxn ang="0">
                    <a:pos x="9" y="15"/>
                  </a:cxn>
                </a:cxnLst>
                <a:rect l="0" t="0" r="r" b="b"/>
                <a:pathLst>
                  <a:path w="31" h="15">
                    <a:moveTo>
                      <a:pt x="9" y="15"/>
                    </a:moveTo>
                    <a:cubicBezTo>
                      <a:pt x="24" y="15"/>
                      <a:pt x="31" y="4"/>
                      <a:pt x="20" y="2"/>
                    </a:cubicBezTo>
                    <a:cubicBezTo>
                      <a:pt x="9" y="0"/>
                      <a:pt x="0" y="15"/>
                      <a:pt x="9" y="15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205" name="Freeform 420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3BB848FD-1AC5-47B6-8ACA-CBDE041877B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523" y="1311"/>
                <a:ext cx="13" cy="11"/>
              </a:xfrm>
              <a:custGeom>
                <a:avLst/>
                <a:gdLst/>
                <a:ahLst/>
                <a:cxnLst>
                  <a:cxn ang="0">
                    <a:pos x="10" y="0"/>
                  </a:cxn>
                  <a:cxn ang="0">
                    <a:pos x="4" y="15"/>
                  </a:cxn>
                  <a:cxn ang="0">
                    <a:pos x="21" y="11"/>
                  </a:cxn>
                  <a:cxn ang="0">
                    <a:pos x="10" y="0"/>
                  </a:cxn>
                </a:cxnLst>
                <a:rect l="0" t="0" r="r" b="b"/>
                <a:pathLst>
                  <a:path w="21" h="18">
                    <a:moveTo>
                      <a:pt x="10" y="0"/>
                    </a:moveTo>
                    <a:cubicBezTo>
                      <a:pt x="6" y="0"/>
                      <a:pt x="0" y="12"/>
                      <a:pt x="4" y="15"/>
                    </a:cubicBezTo>
                    <a:cubicBezTo>
                      <a:pt x="8" y="18"/>
                      <a:pt x="21" y="11"/>
                      <a:pt x="21" y="11"/>
                    </a:cubicBezTo>
                    <a:cubicBezTo>
                      <a:pt x="21" y="11"/>
                      <a:pt x="14" y="0"/>
                      <a:pt x="10" y="0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206" name="Freeform 421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8B594C36-0757-42AA-80AE-37A3AB4FA87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552" y="1373"/>
                <a:ext cx="16" cy="19"/>
              </a:xfrm>
              <a:custGeom>
                <a:avLst/>
                <a:gdLst/>
                <a:ahLst/>
                <a:cxnLst>
                  <a:cxn ang="0">
                    <a:pos x="19" y="15"/>
                  </a:cxn>
                  <a:cxn ang="0">
                    <a:pos x="0" y="28"/>
                  </a:cxn>
                  <a:cxn ang="0">
                    <a:pos x="19" y="15"/>
                  </a:cxn>
                </a:cxnLst>
                <a:rect l="0" t="0" r="r" b="b"/>
                <a:pathLst>
                  <a:path w="24" h="30">
                    <a:moveTo>
                      <a:pt x="19" y="15"/>
                    </a:moveTo>
                    <a:cubicBezTo>
                      <a:pt x="14" y="0"/>
                      <a:pt x="9" y="20"/>
                      <a:pt x="0" y="28"/>
                    </a:cubicBezTo>
                    <a:cubicBezTo>
                      <a:pt x="0" y="28"/>
                      <a:pt x="24" y="30"/>
                      <a:pt x="19" y="15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207" name="Freeform 422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91101215-69B2-4086-9AE7-ED1C29415BD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45" y="1188"/>
                <a:ext cx="16" cy="23"/>
              </a:xfrm>
              <a:custGeom>
                <a:avLst/>
                <a:gdLst/>
                <a:ahLst/>
                <a:cxnLst>
                  <a:cxn ang="0">
                    <a:pos x="9" y="24"/>
                  </a:cxn>
                  <a:cxn ang="0">
                    <a:pos x="13" y="33"/>
                  </a:cxn>
                  <a:cxn ang="0">
                    <a:pos x="24" y="12"/>
                  </a:cxn>
                  <a:cxn ang="0">
                    <a:pos x="14" y="0"/>
                  </a:cxn>
                  <a:cxn ang="0">
                    <a:pos x="13" y="9"/>
                  </a:cxn>
                  <a:cxn ang="0">
                    <a:pos x="1" y="17"/>
                  </a:cxn>
                  <a:cxn ang="0">
                    <a:pos x="9" y="24"/>
                  </a:cxn>
                </a:cxnLst>
                <a:rect l="0" t="0" r="r" b="b"/>
                <a:pathLst>
                  <a:path w="25" h="37">
                    <a:moveTo>
                      <a:pt x="9" y="24"/>
                    </a:moveTo>
                    <a:cubicBezTo>
                      <a:pt x="13" y="33"/>
                      <a:pt x="13" y="33"/>
                      <a:pt x="13" y="33"/>
                    </a:cubicBezTo>
                    <a:cubicBezTo>
                      <a:pt x="18" y="37"/>
                      <a:pt x="25" y="16"/>
                      <a:pt x="24" y="12"/>
                    </a:cubicBezTo>
                    <a:cubicBezTo>
                      <a:pt x="23" y="8"/>
                      <a:pt x="14" y="0"/>
                      <a:pt x="14" y="0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0" y="13"/>
                      <a:pt x="1" y="17"/>
                    </a:cubicBezTo>
                    <a:cubicBezTo>
                      <a:pt x="2" y="21"/>
                      <a:pt x="9" y="24"/>
                      <a:pt x="9" y="24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208" name="Freeform 423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21DC1A3A-30E4-41C3-BCAF-E9184FA8C4C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63" y="1181"/>
                <a:ext cx="10" cy="10"/>
              </a:xfrm>
              <a:custGeom>
                <a:avLst/>
                <a:gdLst/>
                <a:ahLst/>
                <a:cxnLst>
                  <a:cxn ang="0">
                    <a:pos x="9" y="1"/>
                  </a:cxn>
                  <a:cxn ang="0">
                    <a:pos x="0" y="11"/>
                  </a:cxn>
                  <a:cxn ang="0">
                    <a:pos x="9" y="1"/>
                  </a:cxn>
                </a:cxnLst>
                <a:rect l="0" t="0" r="r" b="b"/>
                <a:pathLst>
                  <a:path w="16" h="16">
                    <a:moveTo>
                      <a:pt x="9" y="1"/>
                    </a:moveTo>
                    <a:cubicBezTo>
                      <a:pt x="2" y="2"/>
                      <a:pt x="0" y="11"/>
                      <a:pt x="0" y="11"/>
                    </a:cubicBezTo>
                    <a:cubicBezTo>
                      <a:pt x="11" y="16"/>
                      <a:pt x="16" y="0"/>
                      <a:pt x="9" y="1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209" name="Freeform 424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595F5559-A538-4013-ABC2-2FB6F4E8F89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543" y="1337"/>
                <a:ext cx="12" cy="13"/>
              </a:xfrm>
              <a:custGeom>
                <a:avLst/>
                <a:gdLst/>
                <a:ahLst/>
                <a:cxnLst>
                  <a:cxn ang="0">
                    <a:pos x="15" y="17"/>
                  </a:cxn>
                  <a:cxn ang="0">
                    <a:pos x="6" y="6"/>
                  </a:cxn>
                  <a:cxn ang="0">
                    <a:pos x="15" y="17"/>
                  </a:cxn>
                </a:cxnLst>
                <a:rect l="0" t="0" r="r" b="b"/>
                <a:pathLst>
                  <a:path w="21" h="21">
                    <a:moveTo>
                      <a:pt x="15" y="17"/>
                    </a:moveTo>
                    <a:cubicBezTo>
                      <a:pt x="21" y="13"/>
                      <a:pt x="12" y="0"/>
                      <a:pt x="6" y="6"/>
                    </a:cubicBezTo>
                    <a:cubicBezTo>
                      <a:pt x="0" y="12"/>
                      <a:pt x="8" y="21"/>
                      <a:pt x="15" y="17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210" name="Freeform 425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A5E099A9-622A-4839-BDD1-F98D39DF392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467" y="1353"/>
                <a:ext cx="73" cy="39"/>
              </a:xfrm>
              <a:custGeom>
                <a:avLst/>
                <a:gdLst/>
                <a:ahLst/>
                <a:cxnLst>
                  <a:cxn ang="0">
                    <a:pos x="28" y="23"/>
                  </a:cxn>
                  <a:cxn ang="0">
                    <a:pos x="29" y="33"/>
                  </a:cxn>
                  <a:cxn ang="0">
                    <a:pos x="13" y="46"/>
                  </a:cxn>
                  <a:cxn ang="0">
                    <a:pos x="38" y="56"/>
                  </a:cxn>
                  <a:cxn ang="0">
                    <a:pos x="55" y="40"/>
                  </a:cxn>
                  <a:cxn ang="0">
                    <a:pos x="67" y="56"/>
                  </a:cxn>
                  <a:cxn ang="0">
                    <a:pos x="89" y="61"/>
                  </a:cxn>
                  <a:cxn ang="0">
                    <a:pos x="94" y="59"/>
                  </a:cxn>
                  <a:cxn ang="0">
                    <a:pos x="99" y="50"/>
                  </a:cxn>
                  <a:cxn ang="0">
                    <a:pos x="107" y="51"/>
                  </a:cxn>
                  <a:cxn ang="0">
                    <a:pos x="110" y="29"/>
                  </a:cxn>
                  <a:cxn ang="0">
                    <a:pos x="103" y="14"/>
                  </a:cxn>
                  <a:cxn ang="0">
                    <a:pos x="98" y="16"/>
                  </a:cxn>
                  <a:cxn ang="0">
                    <a:pos x="86" y="2"/>
                  </a:cxn>
                  <a:cxn ang="0">
                    <a:pos x="61" y="3"/>
                  </a:cxn>
                  <a:cxn ang="0">
                    <a:pos x="61" y="2"/>
                  </a:cxn>
                  <a:cxn ang="0">
                    <a:pos x="58" y="9"/>
                  </a:cxn>
                  <a:cxn ang="0">
                    <a:pos x="28" y="23"/>
                  </a:cxn>
                </a:cxnLst>
                <a:rect l="0" t="0" r="r" b="b"/>
                <a:pathLst>
                  <a:path w="117" h="61">
                    <a:moveTo>
                      <a:pt x="28" y="23"/>
                    </a:moveTo>
                    <a:cubicBezTo>
                      <a:pt x="29" y="33"/>
                      <a:pt x="29" y="33"/>
                      <a:pt x="29" y="33"/>
                    </a:cubicBezTo>
                    <a:cubicBezTo>
                      <a:pt x="29" y="33"/>
                      <a:pt x="0" y="39"/>
                      <a:pt x="13" y="46"/>
                    </a:cubicBezTo>
                    <a:cubicBezTo>
                      <a:pt x="26" y="54"/>
                      <a:pt x="38" y="56"/>
                      <a:pt x="38" y="56"/>
                    </a:cubicBezTo>
                    <a:cubicBezTo>
                      <a:pt x="55" y="40"/>
                      <a:pt x="55" y="40"/>
                      <a:pt x="55" y="40"/>
                    </a:cubicBezTo>
                    <a:cubicBezTo>
                      <a:pt x="67" y="56"/>
                      <a:pt x="67" y="56"/>
                      <a:pt x="67" y="56"/>
                    </a:cubicBezTo>
                    <a:cubicBezTo>
                      <a:pt x="89" y="61"/>
                      <a:pt x="89" y="61"/>
                      <a:pt x="89" y="61"/>
                    </a:cubicBezTo>
                    <a:cubicBezTo>
                      <a:pt x="91" y="61"/>
                      <a:pt x="93" y="60"/>
                      <a:pt x="94" y="59"/>
                    </a:cubicBezTo>
                    <a:cubicBezTo>
                      <a:pt x="97" y="56"/>
                      <a:pt x="99" y="50"/>
                      <a:pt x="99" y="50"/>
                    </a:cubicBezTo>
                    <a:cubicBezTo>
                      <a:pt x="99" y="50"/>
                      <a:pt x="104" y="57"/>
                      <a:pt x="107" y="51"/>
                    </a:cubicBezTo>
                    <a:cubicBezTo>
                      <a:pt x="110" y="45"/>
                      <a:pt x="117" y="35"/>
                      <a:pt x="110" y="29"/>
                    </a:cubicBezTo>
                    <a:cubicBezTo>
                      <a:pt x="103" y="23"/>
                      <a:pt x="103" y="14"/>
                      <a:pt x="103" y="14"/>
                    </a:cubicBezTo>
                    <a:cubicBezTo>
                      <a:pt x="98" y="16"/>
                      <a:pt x="98" y="16"/>
                      <a:pt x="98" y="16"/>
                    </a:cubicBezTo>
                    <a:cubicBezTo>
                      <a:pt x="98" y="16"/>
                      <a:pt x="93" y="4"/>
                      <a:pt x="86" y="2"/>
                    </a:cubicBezTo>
                    <a:cubicBezTo>
                      <a:pt x="79" y="0"/>
                      <a:pt x="61" y="3"/>
                      <a:pt x="61" y="3"/>
                    </a:cubicBezTo>
                    <a:cubicBezTo>
                      <a:pt x="61" y="3"/>
                      <a:pt x="61" y="3"/>
                      <a:pt x="61" y="2"/>
                    </a:cubicBezTo>
                    <a:cubicBezTo>
                      <a:pt x="58" y="9"/>
                      <a:pt x="58" y="9"/>
                      <a:pt x="58" y="9"/>
                    </a:cubicBezTo>
                    <a:lnTo>
                      <a:pt x="28" y="23"/>
                    </a:ln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211" name="Freeform 426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EB89B164-7BF1-4004-AC9F-EC8366C55FF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14" y="1239"/>
                <a:ext cx="5" cy="6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0" y="14"/>
                  </a:cxn>
                  <a:cxn ang="0">
                    <a:pos x="12" y="3"/>
                  </a:cxn>
                  <a:cxn ang="0">
                    <a:pos x="3" y="0"/>
                  </a:cxn>
                </a:cxnLst>
                <a:rect l="0" t="0" r="r" b="b"/>
                <a:pathLst>
                  <a:path w="12" h="14">
                    <a:moveTo>
                      <a:pt x="3" y="0"/>
                    </a:moveTo>
                    <a:lnTo>
                      <a:pt x="0" y="14"/>
                    </a:lnTo>
                    <a:lnTo>
                      <a:pt x="12" y="3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212" name="Freeform 427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42070626-5C17-420B-8C64-EA0B11D4FC0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499" y="1277"/>
                <a:ext cx="11" cy="5"/>
              </a:xfrm>
              <a:custGeom>
                <a:avLst/>
                <a:gdLst/>
                <a:ahLst/>
                <a:cxnLst>
                  <a:cxn ang="0">
                    <a:pos x="11" y="0"/>
                  </a:cxn>
                  <a:cxn ang="0">
                    <a:pos x="0" y="8"/>
                  </a:cxn>
                  <a:cxn ang="0">
                    <a:pos x="14" y="8"/>
                  </a:cxn>
                  <a:cxn ang="0">
                    <a:pos x="11" y="0"/>
                  </a:cxn>
                </a:cxnLst>
                <a:rect l="0" t="0" r="r" b="b"/>
                <a:pathLst>
                  <a:path w="17" h="8">
                    <a:moveTo>
                      <a:pt x="11" y="0"/>
                    </a:moveTo>
                    <a:cubicBezTo>
                      <a:pt x="5" y="0"/>
                      <a:pt x="2" y="0"/>
                      <a:pt x="0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7" y="0"/>
                      <a:pt x="11" y="0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213" name="Freeform 428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3EA94255-7C08-4BE4-9AD4-C123D85B534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498" y="1286"/>
                <a:ext cx="8" cy="13"/>
              </a:xfrm>
              <a:custGeom>
                <a:avLst/>
                <a:gdLst/>
                <a:ahLst/>
                <a:cxnLst>
                  <a:cxn ang="0">
                    <a:pos x="16" y="11"/>
                  </a:cxn>
                  <a:cxn ang="0">
                    <a:pos x="9" y="0"/>
                  </a:cxn>
                  <a:cxn ang="0">
                    <a:pos x="0" y="31"/>
                  </a:cxn>
                  <a:cxn ang="0">
                    <a:pos x="16" y="11"/>
                  </a:cxn>
                </a:cxnLst>
                <a:rect l="0" t="0" r="r" b="b"/>
                <a:pathLst>
                  <a:path w="16" h="31">
                    <a:moveTo>
                      <a:pt x="16" y="11"/>
                    </a:moveTo>
                    <a:lnTo>
                      <a:pt x="9" y="0"/>
                    </a:lnTo>
                    <a:lnTo>
                      <a:pt x="0" y="31"/>
                    </a:lnTo>
                    <a:lnTo>
                      <a:pt x="16" y="11"/>
                    </a:ln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214" name="Freeform 429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D0042D4F-C125-4084-9437-0D4D276942A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405" y="1350"/>
                <a:ext cx="117" cy="126"/>
              </a:xfrm>
              <a:custGeom>
                <a:avLst/>
                <a:gdLst/>
                <a:ahLst/>
                <a:cxnLst>
                  <a:cxn ang="0">
                    <a:pos x="186" y="104"/>
                  </a:cxn>
                  <a:cxn ang="0">
                    <a:pos x="177" y="87"/>
                  </a:cxn>
                  <a:cxn ang="0">
                    <a:pos x="175" y="73"/>
                  </a:cxn>
                  <a:cxn ang="0">
                    <a:pos x="189" y="66"/>
                  </a:cxn>
                  <a:cxn ang="0">
                    <a:pos x="167" y="61"/>
                  </a:cxn>
                  <a:cxn ang="0">
                    <a:pos x="155" y="45"/>
                  </a:cxn>
                  <a:cxn ang="0">
                    <a:pos x="138" y="61"/>
                  </a:cxn>
                  <a:cxn ang="0">
                    <a:pos x="113" y="51"/>
                  </a:cxn>
                  <a:cxn ang="0">
                    <a:pos x="129" y="38"/>
                  </a:cxn>
                  <a:cxn ang="0">
                    <a:pos x="128" y="28"/>
                  </a:cxn>
                  <a:cxn ang="0">
                    <a:pos x="158" y="14"/>
                  </a:cxn>
                  <a:cxn ang="0">
                    <a:pos x="161" y="7"/>
                  </a:cxn>
                  <a:cxn ang="0">
                    <a:pos x="153" y="2"/>
                  </a:cxn>
                  <a:cxn ang="0">
                    <a:pos x="138" y="14"/>
                  </a:cxn>
                  <a:cxn ang="0">
                    <a:pos x="134" y="4"/>
                  </a:cxn>
                  <a:cxn ang="0">
                    <a:pos x="107" y="9"/>
                  </a:cxn>
                  <a:cxn ang="0">
                    <a:pos x="99" y="30"/>
                  </a:cxn>
                  <a:cxn ang="0">
                    <a:pos x="84" y="35"/>
                  </a:cxn>
                  <a:cxn ang="0">
                    <a:pos x="102" y="44"/>
                  </a:cxn>
                  <a:cxn ang="0">
                    <a:pos x="92" y="50"/>
                  </a:cxn>
                  <a:cxn ang="0">
                    <a:pos x="87" y="57"/>
                  </a:cxn>
                  <a:cxn ang="0">
                    <a:pos x="69" y="56"/>
                  </a:cxn>
                  <a:cxn ang="0">
                    <a:pos x="69" y="61"/>
                  </a:cxn>
                  <a:cxn ang="0">
                    <a:pos x="48" y="51"/>
                  </a:cxn>
                  <a:cxn ang="0">
                    <a:pos x="30" y="54"/>
                  </a:cxn>
                  <a:cxn ang="0">
                    <a:pos x="33" y="71"/>
                  </a:cxn>
                  <a:cxn ang="0">
                    <a:pos x="42" y="79"/>
                  </a:cxn>
                  <a:cxn ang="0">
                    <a:pos x="31" y="86"/>
                  </a:cxn>
                  <a:cxn ang="0">
                    <a:pos x="25" y="98"/>
                  </a:cxn>
                  <a:cxn ang="0">
                    <a:pos x="48" y="107"/>
                  </a:cxn>
                  <a:cxn ang="0">
                    <a:pos x="66" y="107"/>
                  </a:cxn>
                  <a:cxn ang="0">
                    <a:pos x="50" y="116"/>
                  </a:cxn>
                  <a:cxn ang="0">
                    <a:pos x="50" y="130"/>
                  </a:cxn>
                  <a:cxn ang="0">
                    <a:pos x="35" y="134"/>
                  </a:cxn>
                  <a:cxn ang="0">
                    <a:pos x="30" y="156"/>
                  </a:cxn>
                  <a:cxn ang="0">
                    <a:pos x="4" y="161"/>
                  </a:cxn>
                  <a:cxn ang="0">
                    <a:pos x="15" y="167"/>
                  </a:cxn>
                  <a:cxn ang="0">
                    <a:pos x="0" y="176"/>
                  </a:cxn>
                  <a:cxn ang="0">
                    <a:pos x="7" y="183"/>
                  </a:cxn>
                  <a:cxn ang="0">
                    <a:pos x="30" y="180"/>
                  </a:cxn>
                  <a:cxn ang="0">
                    <a:pos x="19" y="192"/>
                  </a:cxn>
                  <a:cxn ang="0">
                    <a:pos x="35" y="190"/>
                  </a:cxn>
                  <a:cxn ang="0">
                    <a:pos x="29" y="202"/>
                  </a:cxn>
                  <a:cxn ang="0">
                    <a:pos x="74" y="191"/>
                  </a:cxn>
                  <a:cxn ang="0">
                    <a:pos x="83" y="178"/>
                  </a:cxn>
                  <a:cxn ang="0">
                    <a:pos x="102" y="178"/>
                  </a:cxn>
                  <a:cxn ang="0">
                    <a:pos x="124" y="166"/>
                  </a:cxn>
                  <a:cxn ang="0">
                    <a:pos x="140" y="165"/>
                  </a:cxn>
                  <a:cxn ang="0">
                    <a:pos x="143" y="159"/>
                  </a:cxn>
                  <a:cxn ang="0">
                    <a:pos x="168" y="160"/>
                  </a:cxn>
                  <a:cxn ang="0">
                    <a:pos x="167" y="148"/>
                  </a:cxn>
                  <a:cxn ang="0">
                    <a:pos x="179" y="146"/>
                  </a:cxn>
                  <a:cxn ang="0">
                    <a:pos x="178" y="133"/>
                  </a:cxn>
                  <a:cxn ang="0">
                    <a:pos x="186" y="104"/>
                  </a:cxn>
                </a:cxnLst>
                <a:rect l="0" t="0" r="r" b="b"/>
                <a:pathLst>
                  <a:path w="189" h="202">
                    <a:moveTo>
                      <a:pt x="186" y="104"/>
                    </a:moveTo>
                    <a:cubicBezTo>
                      <a:pt x="186" y="94"/>
                      <a:pt x="177" y="87"/>
                      <a:pt x="177" y="87"/>
                    </a:cubicBezTo>
                    <a:cubicBezTo>
                      <a:pt x="177" y="87"/>
                      <a:pt x="177" y="78"/>
                      <a:pt x="175" y="73"/>
                    </a:cubicBezTo>
                    <a:cubicBezTo>
                      <a:pt x="175" y="69"/>
                      <a:pt x="184" y="68"/>
                      <a:pt x="189" y="66"/>
                    </a:cubicBezTo>
                    <a:cubicBezTo>
                      <a:pt x="167" y="61"/>
                      <a:pt x="167" y="61"/>
                      <a:pt x="167" y="61"/>
                    </a:cubicBezTo>
                    <a:cubicBezTo>
                      <a:pt x="155" y="45"/>
                      <a:pt x="155" y="45"/>
                      <a:pt x="155" y="45"/>
                    </a:cubicBezTo>
                    <a:cubicBezTo>
                      <a:pt x="138" y="61"/>
                      <a:pt x="138" y="61"/>
                      <a:pt x="138" y="61"/>
                    </a:cubicBezTo>
                    <a:cubicBezTo>
                      <a:pt x="138" y="61"/>
                      <a:pt x="126" y="59"/>
                      <a:pt x="113" y="51"/>
                    </a:cubicBezTo>
                    <a:cubicBezTo>
                      <a:pt x="100" y="44"/>
                      <a:pt x="129" y="38"/>
                      <a:pt x="129" y="38"/>
                    </a:cubicBezTo>
                    <a:cubicBezTo>
                      <a:pt x="128" y="28"/>
                      <a:pt x="128" y="28"/>
                      <a:pt x="128" y="28"/>
                    </a:cubicBezTo>
                    <a:cubicBezTo>
                      <a:pt x="158" y="14"/>
                      <a:pt x="158" y="14"/>
                      <a:pt x="158" y="14"/>
                    </a:cubicBezTo>
                    <a:cubicBezTo>
                      <a:pt x="161" y="7"/>
                      <a:pt x="161" y="7"/>
                      <a:pt x="161" y="7"/>
                    </a:cubicBezTo>
                    <a:cubicBezTo>
                      <a:pt x="160" y="6"/>
                      <a:pt x="158" y="4"/>
                      <a:pt x="153" y="2"/>
                    </a:cubicBezTo>
                    <a:cubicBezTo>
                      <a:pt x="146" y="0"/>
                      <a:pt x="138" y="14"/>
                      <a:pt x="138" y="14"/>
                    </a:cubicBezTo>
                    <a:cubicBezTo>
                      <a:pt x="134" y="4"/>
                      <a:pt x="134" y="4"/>
                      <a:pt x="134" y="4"/>
                    </a:cubicBezTo>
                    <a:cubicBezTo>
                      <a:pt x="134" y="4"/>
                      <a:pt x="111" y="4"/>
                      <a:pt x="107" y="9"/>
                    </a:cubicBezTo>
                    <a:cubicBezTo>
                      <a:pt x="103" y="15"/>
                      <a:pt x="99" y="30"/>
                      <a:pt x="99" y="30"/>
                    </a:cubicBezTo>
                    <a:cubicBezTo>
                      <a:pt x="99" y="30"/>
                      <a:pt x="84" y="29"/>
                      <a:pt x="84" y="35"/>
                    </a:cubicBezTo>
                    <a:cubicBezTo>
                      <a:pt x="84" y="41"/>
                      <a:pt x="106" y="37"/>
                      <a:pt x="102" y="44"/>
                    </a:cubicBezTo>
                    <a:cubicBezTo>
                      <a:pt x="98" y="51"/>
                      <a:pt x="94" y="47"/>
                      <a:pt x="92" y="50"/>
                    </a:cubicBezTo>
                    <a:cubicBezTo>
                      <a:pt x="90" y="53"/>
                      <a:pt x="87" y="57"/>
                      <a:pt x="87" y="57"/>
                    </a:cubicBezTo>
                    <a:cubicBezTo>
                      <a:pt x="69" y="56"/>
                      <a:pt x="69" y="56"/>
                      <a:pt x="69" y="56"/>
                    </a:cubicBezTo>
                    <a:cubicBezTo>
                      <a:pt x="69" y="61"/>
                      <a:pt x="69" y="61"/>
                      <a:pt x="69" y="61"/>
                    </a:cubicBezTo>
                    <a:cubicBezTo>
                      <a:pt x="69" y="61"/>
                      <a:pt x="56" y="47"/>
                      <a:pt x="48" y="51"/>
                    </a:cubicBezTo>
                    <a:cubicBezTo>
                      <a:pt x="40" y="55"/>
                      <a:pt x="30" y="54"/>
                      <a:pt x="30" y="54"/>
                    </a:cubicBezTo>
                    <a:cubicBezTo>
                      <a:pt x="30" y="54"/>
                      <a:pt x="28" y="71"/>
                      <a:pt x="33" y="71"/>
                    </a:cubicBezTo>
                    <a:cubicBezTo>
                      <a:pt x="38" y="71"/>
                      <a:pt x="42" y="79"/>
                      <a:pt x="42" y="79"/>
                    </a:cubicBezTo>
                    <a:cubicBezTo>
                      <a:pt x="31" y="86"/>
                      <a:pt x="31" y="86"/>
                      <a:pt x="31" y="86"/>
                    </a:cubicBezTo>
                    <a:cubicBezTo>
                      <a:pt x="31" y="86"/>
                      <a:pt x="20" y="90"/>
                      <a:pt x="25" y="98"/>
                    </a:cubicBezTo>
                    <a:cubicBezTo>
                      <a:pt x="30" y="106"/>
                      <a:pt x="48" y="107"/>
                      <a:pt x="48" y="107"/>
                    </a:cubicBezTo>
                    <a:cubicBezTo>
                      <a:pt x="48" y="107"/>
                      <a:pt x="67" y="99"/>
                      <a:pt x="66" y="107"/>
                    </a:cubicBezTo>
                    <a:cubicBezTo>
                      <a:pt x="65" y="115"/>
                      <a:pt x="50" y="116"/>
                      <a:pt x="50" y="116"/>
                    </a:cubicBezTo>
                    <a:cubicBezTo>
                      <a:pt x="50" y="130"/>
                      <a:pt x="50" y="130"/>
                      <a:pt x="50" y="130"/>
                    </a:cubicBezTo>
                    <a:cubicBezTo>
                      <a:pt x="50" y="130"/>
                      <a:pt x="37" y="125"/>
                      <a:pt x="35" y="134"/>
                    </a:cubicBezTo>
                    <a:cubicBezTo>
                      <a:pt x="33" y="143"/>
                      <a:pt x="30" y="156"/>
                      <a:pt x="30" y="156"/>
                    </a:cubicBezTo>
                    <a:cubicBezTo>
                      <a:pt x="30" y="156"/>
                      <a:pt x="5" y="156"/>
                      <a:pt x="4" y="161"/>
                    </a:cubicBezTo>
                    <a:cubicBezTo>
                      <a:pt x="3" y="166"/>
                      <a:pt x="15" y="167"/>
                      <a:pt x="15" y="167"/>
                    </a:cubicBezTo>
                    <a:cubicBezTo>
                      <a:pt x="15" y="167"/>
                      <a:pt x="0" y="169"/>
                      <a:pt x="0" y="176"/>
                    </a:cubicBezTo>
                    <a:cubicBezTo>
                      <a:pt x="0" y="184"/>
                      <a:pt x="7" y="183"/>
                      <a:pt x="7" y="183"/>
                    </a:cubicBezTo>
                    <a:cubicBezTo>
                      <a:pt x="30" y="180"/>
                      <a:pt x="30" y="180"/>
                      <a:pt x="30" y="180"/>
                    </a:cubicBezTo>
                    <a:cubicBezTo>
                      <a:pt x="19" y="192"/>
                      <a:pt x="19" y="192"/>
                      <a:pt x="19" y="192"/>
                    </a:cubicBezTo>
                    <a:cubicBezTo>
                      <a:pt x="19" y="192"/>
                      <a:pt x="36" y="187"/>
                      <a:pt x="35" y="190"/>
                    </a:cubicBezTo>
                    <a:cubicBezTo>
                      <a:pt x="34" y="193"/>
                      <a:pt x="14" y="202"/>
                      <a:pt x="29" y="202"/>
                    </a:cubicBezTo>
                    <a:cubicBezTo>
                      <a:pt x="44" y="202"/>
                      <a:pt x="65" y="196"/>
                      <a:pt x="74" y="191"/>
                    </a:cubicBezTo>
                    <a:cubicBezTo>
                      <a:pt x="83" y="186"/>
                      <a:pt x="83" y="178"/>
                      <a:pt x="83" y="178"/>
                    </a:cubicBezTo>
                    <a:cubicBezTo>
                      <a:pt x="83" y="178"/>
                      <a:pt x="93" y="184"/>
                      <a:pt x="102" y="178"/>
                    </a:cubicBezTo>
                    <a:cubicBezTo>
                      <a:pt x="111" y="173"/>
                      <a:pt x="112" y="167"/>
                      <a:pt x="124" y="166"/>
                    </a:cubicBezTo>
                    <a:cubicBezTo>
                      <a:pt x="135" y="165"/>
                      <a:pt x="140" y="165"/>
                      <a:pt x="140" y="165"/>
                    </a:cubicBezTo>
                    <a:cubicBezTo>
                      <a:pt x="143" y="159"/>
                      <a:pt x="143" y="159"/>
                      <a:pt x="143" y="159"/>
                    </a:cubicBezTo>
                    <a:cubicBezTo>
                      <a:pt x="168" y="160"/>
                      <a:pt x="168" y="160"/>
                      <a:pt x="168" y="160"/>
                    </a:cubicBezTo>
                    <a:cubicBezTo>
                      <a:pt x="167" y="148"/>
                      <a:pt x="167" y="148"/>
                      <a:pt x="167" y="148"/>
                    </a:cubicBezTo>
                    <a:cubicBezTo>
                      <a:pt x="167" y="148"/>
                      <a:pt x="179" y="150"/>
                      <a:pt x="179" y="146"/>
                    </a:cubicBezTo>
                    <a:cubicBezTo>
                      <a:pt x="179" y="142"/>
                      <a:pt x="174" y="138"/>
                      <a:pt x="178" y="133"/>
                    </a:cubicBezTo>
                    <a:cubicBezTo>
                      <a:pt x="181" y="128"/>
                      <a:pt x="186" y="114"/>
                      <a:pt x="186" y="104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215" name="Freeform 430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0A218517-F472-4B91-B51D-4AC5FAA932D5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2945" y="1324"/>
                <a:ext cx="39" cy="45"/>
              </a:xfrm>
              <a:custGeom>
                <a:avLst/>
                <a:gdLst/>
                <a:ahLst/>
                <a:cxnLst>
                  <a:cxn ang="0">
                    <a:pos x="57" y="12"/>
                  </a:cxn>
                  <a:cxn ang="0">
                    <a:pos x="48" y="1"/>
                  </a:cxn>
                  <a:cxn ang="0">
                    <a:pos x="34" y="11"/>
                  </a:cxn>
                  <a:cxn ang="0">
                    <a:pos x="34" y="20"/>
                  </a:cxn>
                  <a:cxn ang="0">
                    <a:pos x="23" y="9"/>
                  </a:cxn>
                  <a:cxn ang="0">
                    <a:pos x="18" y="14"/>
                  </a:cxn>
                  <a:cxn ang="0">
                    <a:pos x="2" y="25"/>
                  </a:cxn>
                  <a:cxn ang="0">
                    <a:pos x="10" y="41"/>
                  </a:cxn>
                  <a:cxn ang="0">
                    <a:pos x="12" y="55"/>
                  </a:cxn>
                  <a:cxn ang="0">
                    <a:pos x="29" y="54"/>
                  </a:cxn>
                  <a:cxn ang="0">
                    <a:pos x="38" y="66"/>
                  </a:cxn>
                  <a:cxn ang="0">
                    <a:pos x="52" y="45"/>
                  </a:cxn>
                  <a:cxn ang="0">
                    <a:pos x="55" y="40"/>
                  </a:cxn>
                  <a:cxn ang="0">
                    <a:pos x="43" y="28"/>
                  </a:cxn>
                  <a:cxn ang="0">
                    <a:pos x="48" y="25"/>
                  </a:cxn>
                  <a:cxn ang="0">
                    <a:pos x="57" y="12"/>
                  </a:cxn>
                </a:cxnLst>
                <a:rect l="0" t="0" r="r" b="b"/>
                <a:pathLst>
                  <a:path w="63" h="73">
                    <a:moveTo>
                      <a:pt x="57" y="12"/>
                    </a:moveTo>
                    <a:cubicBezTo>
                      <a:pt x="57" y="12"/>
                      <a:pt x="49" y="0"/>
                      <a:pt x="48" y="1"/>
                    </a:cubicBezTo>
                    <a:cubicBezTo>
                      <a:pt x="47" y="1"/>
                      <a:pt x="34" y="6"/>
                      <a:pt x="34" y="11"/>
                    </a:cubicBezTo>
                    <a:cubicBezTo>
                      <a:pt x="34" y="16"/>
                      <a:pt x="34" y="20"/>
                      <a:pt x="34" y="20"/>
                    </a:cubicBezTo>
                    <a:cubicBezTo>
                      <a:pt x="34" y="20"/>
                      <a:pt x="25" y="8"/>
                      <a:pt x="23" y="9"/>
                    </a:cubicBezTo>
                    <a:cubicBezTo>
                      <a:pt x="21" y="10"/>
                      <a:pt x="18" y="14"/>
                      <a:pt x="18" y="14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2" y="25"/>
                      <a:pt x="11" y="30"/>
                      <a:pt x="10" y="41"/>
                    </a:cubicBezTo>
                    <a:cubicBezTo>
                      <a:pt x="9" y="52"/>
                      <a:pt x="0" y="54"/>
                      <a:pt x="12" y="55"/>
                    </a:cubicBezTo>
                    <a:cubicBezTo>
                      <a:pt x="24" y="56"/>
                      <a:pt x="29" y="54"/>
                      <a:pt x="29" y="54"/>
                    </a:cubicBezTo>
                    <a:cubicBezTo>
                      <a:pt x="29" y="54"/>
                      <a:pt x="37" y="73"/>
                      <a:pt x="38" y="66"/>
                    </a:cubicBezTo>
                    <a:cubicBezTo>
                      <a:pt x="40" y="60"/>
                      <a:pt x="50" y="46"/>
                      <a:pt x="52" y="45"/>
                    </a:cubicBezTo>
                    <a:cubicBezTo>
                      <a:pt x="54" y="45"/>
                      <a:pt x="63" y="45"/>
                      <a:pt x="55" y="40"/>
                    </a:cubicBezTo>
                    <a:cubicBezTo>
                      <a:pt x="47" y="35"/>
                      <a:pt x="40" y="28"/>
                      <a:pt x="43" y="28"/>
                    </a:cubicBezTo>
                    <a:cubicBezTo>
                      <a:pt x="46" y="27"/>
                      <a:pt x="53" y="28"/>
                      <a:pt x="48" y="25"/>
                    </a:cubicBezTo>
                    <a:cubicBezTo>
                      <a:pt x="43" y="21"/>
                      <a:pt x="57" y="12"/>
                      <a:pt x="57" y="12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216" name="Freeform 431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D427A22C-DB7B-4C0F-8EC4-8F96F1FAEFDD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2942" y="1362"/>
                <a:ext cx="51" cy="13"/>
              </a:xfrm>
              <a:custGeom>
                <a:avLst/>
                <a:gdLst/>
                <a:ahLst/>
                <a:cxnLst>
                  <a:cxn ang="0">
                    <a:pos x="10" y="12"/>
                  </a:cxn>
                  <a:cxn ang="0">
                    <a:pos x="29" y="22"/>
                  </a:cxn>
                  <a:cxn ang="0">
                    <a:pos x="63" y="15"/>
                  </a:cxn>
                  <a:cxn ang="0">
                    <a:pos x="66" y="0"/>
                  </a:cxn>
                  <a:cxn ang="0">
                    <a:pos x="49" y="6"/>
                  </a:cxn>
                  <a:cxn ang="0">
                    <a:pos x="35" y="9"/>
                  </a:cxn>
                  <a:cxn ang="0">
                    <a:pos x="10" y="2"/>
                  </a:cxn>
                  <a:cxn ang="0">
                    <a:pos x="10" y="12"/>
                  </a:cxn>
                </a:cxnLst>
                <a:rect l="0" t="0" r="r" b="b"/>
                <a:pathLst>
                  <a:path w="81" h="22">
                    <a:moveTo>
                      <a:pt x="10" y="12"/>
                    </a:moveTo>
                    <a:cubicBezTo>
                      <a:pt x="18" y="10"/>
                      <a:pt x="29" y="22"/>
                      <a:pt x="29" y="22"/>
                    </a:cubicBezTo>
                    <a:cubicBezTo>
                      <a:pt x="29" y="22"/>
                      <a:pt x="46" y="19"/>
                      <a:pt x="63" y="15"/>
                    </a:cubicBezTo>
                    <a:cubicBezTo>
                      <a:pt x="81" y="12"/>
                      <a:pt x="66" y="0"/>
                      <a:pt x="66" y="0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49" y="6"/>
                      <a:pt x="39" y="10"/>
                      <a:pt x="35" y="9"/>
                    </a:cubicBezTo>
                    <a:cubicBezTo>
                      <a:pt x="31" y="9"/>
                      <a:pt x="15" y="2"/>
                      <a:pt x="10" y="2"/>
                    </a:cubicBezTo>
                    <a:cubicBezTo>
                      <a:pt x="0" y="2"/>
                      <a:pt x="2" y="13"/>
                      <a:pt x="10" y="12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217" name="Freeform 432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0DA88CF6-32C0-4DA7-AC69-6A8CBB6F7B0B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2919" y="1342"/>
                <a:ext cx="15" cy="21"/>
              </a:xfrm>
              <a:custGeom>
                <a:avLst/>
                <a:gdLst/>
                <a:ahLst/>
                <a:cxnLst>
                  <a:cxn ang="0">
                    <a:pos x="2" y="24"/>
                  </a:cxn>
                  <a:cxn ang="0">
                    <a:pos x="18" y="34"/>
                  </a:cxn>
                  <a:cxn ang="0">
                    <a:pos x="24" y="16"/>
                  </a:cxn>
                  <a:cxn ang="0">
                    <a:pos x="12" y="2"/>
                  </a:cxn>
                  <a:cxn ang="0">
                    <a:pos x="0" y="0"/>
                  </a:cxn>
                  <a:cxn ang="0">
                    <a:pos x="2" y="24"/>
                  </a:cxn>
                </a:cxnLst>
                <a:rect l="0" t="0" r="r" b="b"/>
                <a:pathLst>
                  <a:path w="24" h="34">
                    <a:moveTo>
                      <a:pt x="2" y="24"/>
                    </a:moveTo>
                    <a:cubicBezTo>
                      <a:pt x="8" y="24"/>
                      <a:pt x="18" y="34"/>
                      <a:pt x="18" y="34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24"/>
                    </a:ln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218" name="Freeform 433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ED150835-3BBE-493C-858B-566B511631BD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2871" y="1277"/>
                <a:ext cx="66" cy="91"/>
              </a:xfrm>
              <a:custGeom>
                <a:avLst/>
                <a:gdLst/>
                <a:ahLst/>
                <a:cxnLst>
                  <a:cxn ang="0">
                    <a:pos x="48" y="145"/>
                  </a:cxn>
                  <a:cxn ang="0">
                    <a:pos x="58" y="143"/>
                  </a:cxn>
                  <a:cxn ang="0">
                    <a:pos x="66" y="146"/>
                  </a:cxn>
                  <a:cxn ang="0">
                    <a:pos x="69" y="144"/>
                  </a:cxn>
                  <a:cxn ang="0">
                    <a:pos x="69" y="144"/>
                  </a:cxn>
                  <a:cxn ang="0">
                    <a:pos x="62" y="128"/>
                  </a:cxn>
                  <a:cxn ang="0">
                    <a:pos x="73" y="115"/>
                  </a:cxn>
                  <a:cxn ang="0">
                    <a:pos x="65" y="98"/>
                  </a:cxn>
                  <a:cxn ang="0">
                    <a:pos x="83" y="89"/>
                  </a:cxn>
                  <a:cxn ang="0">
                    <a:pos x="87" y="70"/>
                  </a:cxn>
                  <a:cxn ang="0">
                    <a:pos x="101" y="70"/>
                  </a:cxn>
                  <a:cxn ang="0">
                    <a:pos x="106" y="55"/>
                  </a:cxn>
                  <a:cxn ang="0">
                    <a:pos x="83" y="55"/>
                  </a:cxn>
                  <a:cxn ang="0">
                    <a:pos x="83" y="36"/>
                  </a:cxn>
                  <a:cxn ang="0">
                    <a:pos x="97" y="14"/>
                  </a:cxn>
                  <a:cxn ang="0">
                    <a:pos x="90" y="2"/>
                  </a:cxn>
                  <a:cxn ang="0">
                    <a:pos x="71" y="3"/>
                  </a:cxn>
                  <a:cxn ang="0">
                    <a:pos x="50" y="36"/>
                  </a:cxn>
                  <a:cxn ang="0">
                    <a:pos x="53" y="53"/>
                  </a:cxn>
                  <a:cxn ang="0">
                    <a:pos x="40" y="42"/>
                  </a:cxn>
                  <a:cxn ang="0">
                    <a:pos x="34" y="21"/>
                  </a:cxn>
                  <a:cxn ang="0">
                    <a:pos x="10" y="40"/>
                  </a:cxn>
                  <a:cxn ang="0">
                    <a:pos x="25" y="44"/>
                  </a:cxn>
                  <a:cxn ang="0">
                    <a:pos x="35" y="61"/>
                  </a:cxn>
                  <a:cxn ang="0">
                    <a:pos x="12" y="57"/>
                  </a:cxn>
                  <a:cxn ang="0">
                    <a:pos x="1" y="80"/>
                  </a:cxn>
                  <a:cxn ang="0">
                    <a:pos x="18" y="90"/>
                  </a:cxn>
                  <a:cxn ang="0">
                    <a:pos x="7" y="108"/>
                  </a:cxn>
                  <a:cxn ang="0">
                    <a:pos x="24" y="110"/>
                  </a:cxn>
                  <a:cxn ang="0">
                    <a:pos x="23" y="125"/>
                  </a:cxn>
                  <a:cxn ang="0">
                    <a:pos x="15" y="135"/>
                  </a:cxn>
                  <a:cxn ang="0">
                    <a:pos x="25" y="140"/>
                  </a:cxn>
                  <a:cxn ang="0">
                    <a:pos x="36" y="140"/>
                  </a:cxn>
                  <a:cxn ang="0">
                    <a:pos x="48" y="145"/>
                  </a:cxn>
                </a:cxnLst>
                <a:rect l="0" t="0" r="r" b="b"/>
                <a:pathLst>
                  <a:path w="106" h="146">
                    <a:moveTo>
                      <a:pt x="48" y="145"/>
                    </a:moveTo>
                    <a:cubicBezTo>
                      <a:pt x="48" y="145"/>
                      <a:pt x="50" y="143"/>
                      <a:pt x="58" y="143"/>
                    </a:cubicBezTo>
                    <a:cubicBezTo>
                      <a:pt x="65" y="142"/>
                      <a:pt x="66" y="146"/>
                      <a:pt x="66" y="146"/>
                    </a:cubicBezTo>
                    <a:cubicBezTo>
                      <a:pt x="66" y="146"/>
                      <a:pt x="67" y="145"/>
                      <a:pt x="69" y="144"/>
                    </a:cubicBezTo>
                    <a:cubicBezTo>
                      <a:pt x="69" y="144"/>
                      <a:pt x="69" y="144"/>
                      <a:pt x="69" y="144"/>
                    </a:cubicBezTo>
                    <a:cubicBezTo>
                      <a:pt x="65" y="134"/>
                      <a:pt x="62" y="128"/>
                      <a:pt x="62" y="128"/>
                    </a:cubicBezTo>
                    <a:cubicBezTo>
                      <a:pt x="73" y="115"/>
                      <a:pt x="73" y="115"/>
                      <a:pt x="73" y="115"/>
                    </a:cubicBezTo>
                    <a:cubicBezTo>
                      <a:pt x="73" y="115"/>
                      <a:pt x="55" y="100"/>
                      <a:pt x="65" y="98"/>
                    </a:cubicBezTo>
                    <a:cubicBezTo>
                      <a:pt x="75" y="96"/>
                      <a:pt x="83" y="89"/>
                      <a:pt x="83" y="89"/>
                    </a:cubicBezTo>
                    <a:cubicBezTo>
                      <a:pt x="87" y="70"/>
                      <a:pt x="87" y="70"/>
                      <a:pt x="87" y="70"/>
                    </a:cubicBezTo>
                    <a:cubicBezTo>
                      <a:pt x="101" y="70"/>
                      <a:pt x="101" y="70"/>
                      <a:pt x="101" y="70"/>
                    </a:cubicBezTo>
                    <a:cubicBezTo>
                      <a:pt x="106" y="55"/>
                      <a:pt x="106" y="55"/>
                      <a:pt x="106" y="55"/>
                    </a:cubicBezTo>
                    <a:cubicBezTo>
                      <a:pt x="83" y="55"/>
                      <a:pt x="83" y="55"/>
                      <a:pt x="83" y="55"/>
                    </a:cubicBezTo>
                    <a:cubicBezTo>
                      <a:pt x="83" y="55"/>
                      <a:pt x="79" y="39"/>
                      <a:pt x="83" y="36"/>
                    </a:cubicBezTo>
                    <a:cubicBezTo>
                      <a:pt x="87" y="33"/>
                      <a:pt x="100" y="19"/>
                      <a:pt x="97" y="14"/>
                    </a:cubicBezTo>
                    <a:cubicBezTo>
                      <a:pt x="94" y="9"/>
                      <a:pt x="90" y="2"/>
                      <a:pt x="90" y="2"/>
                    </a:cubicBezTo>
                    <a:cubicBezTo>
                      <a:pt x="90" y="2"/>
                      <a:pt x="72" y="0"/>
                      <a:pt x="71" y="3"/>
                    </a:cubicBezTo>
                    <a:cubicBezTo>
                      <a:pt x="70" y="6"/>
                      <a:pt x="50" y="31"/>
                      <a:pt x="50" y="36"/>
                    </a:cubicBezTo>
                    <a:cubicBezTo>
                      <a:pt x="50" y="41"/>
                      <a:pt x="53" y="53"/>
                      <a:pt x="53" y="53"/>
                    </a:cubicBezTo>
                    <a:cubicBezTo>
                      <a:pt x="40" y="42"/>
                      <a:pt x="40" y="42"/>
                      <a:pt x="40" y="42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1"/>
                      <a:pt x="9" y="37"/>
                      <a:pt x="10" y="40"/>
                    </a:cubicBezTo>
                    <a:cubicBezTo>
                      <a:pt x="11" y="43"/>
                      <a:pt x="24" y="41"/>
                      <a:pt x="25" y="44"/>
                    </a:cubicBezTo>
                    <a:cubicBezTo>
                      <a:pt x="26" y="47"/>
                      <a:pt x="35" y="61"/>
                      <a:pt x="35" y="61"/>
                    </a:cubicBezTo>
                    <a:cubicBezTo>
                      <a:pt x="12" y="57"/>
                      <a:pt x="12" y="57"/>
                      <a:pt x="12" y="57"/>
                    </a:cubicBezTo>
                    <a:cubicBezTo>
                      <a:pt x="12" y="57"/>
                      <a:pt x="0" y="72"/>
                      <a:pt x="1" y="80"/>
                    </a:cubicBezTo>
                    <a:cubicBezTo>
                      <a:pt x="2" y="88"/>
                      <a:pt x="18" y="90"/>
                      <a:pt x="18" y="90"/>
                    </a:cubicBezTo>
                    <a:cubicBezTo>
                      <a:pt x="18" y="90"/>
                      <a:pt x="4" y="106"/>
                      <a:pt x="7" y="108"/>
                    </a:cubicBezTo>
                    <a:cubicBezTo>
                      <a:pt x="10" y="110"/>
                      <a:pt x="24" y="110"/>
                      <a:pt x="24" y="110"/>
                    </a:cubicBezTo>
                    <a:cubicBezTo>
                      <a:pt x="23" y="125"/>
                      <a:pt x="23" y="125"/>
                      <a:pt x="23" y="125"/>
                    </a:cubicBezTo>
                    <a:cubicBezTo>
                      <a:pt x="15" y="135"/>
                      <a:pt x="15" y="135"/>
                      <a:pt x="15" y="135"/>
                    </a:cubicBezTo>
                    <a:cubicBezTo>
                      <a:pt x="25" y="140"/>
                      <a:pt x="25" y="140"/>
                      <a:pt x="25" y="140"/>
                    </a:cubicBezTo>
                    <a:cubicBezTo>
                      <a:pt x="25" y="140"/>
                      <a:pt x="32" y="140"/>
                      <a:pt x="36" y="140"/>
                    </a:cubicBezTo>
                    <a:cubicBezTo>
                      <a:pt x="40" y="140"/>
                      <a:pt x="48" y="145"/>
                      <a:pt x="48" y="145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219" name="Freeform 434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18DE2088-A655-41AA-A805-AE883E12521E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3210" y="1231"/>
                <a:ext cx="20" cy="13"/>
              </a:xfrm>
              <a:custGeom>
                <a:avLst/>
                <a:gdLst/>
                <a:ahLst/>
                <a:cxnLst>
                  <a:cxn ang="0">
                    <a:pos x="20" y="2"/>
                  </a:cxn>
                  <a:cxn ang="0">
                    <a:pos x="14" y="22"/>
                  </a:cxn>
                  <a:cxn ang="0">
                    <a:pos x="20" y="2"/>
                  </a:cxn>
                </a:cxnLst>
                <a:rect l="0" t="0" r="r" b="b"/>
                <a:pathLst>
                  <a:path w="33" h="22">
                    <a:moveTo>
                      <a:pt x="20" y="2"/>
                    </a:moveTo>
                    <a:cubicBezTo>
                      <a:pt x="7" y="5"/>
                      <a:pt x="0" y="22"/>
                      <a:pt x="14" y="22"/>
                    </a:cubicBezTo>
                    <a:cubicBezTo>
                      <a:pt x="29" y="22"/>
                      <a:pt x="33" y="0"/>
                      <a:pt x="20" y="2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220" name="Freeform 435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1A2BF149-D6A9-4453-AE51-7C0B36D5FB09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3200" y="1247"/>
                <a:ext cx="34" cy="24"/>
              </a:xfrm>
              <a:custGeom>
                <a:avLst/>
                <a:gdLst/>
                <a:ahLst/>
                <a:cxnLst>
                  <a:cxn ang="0">
                    <a:pos x="7" y="6"/>
                  </a:cxn>
                  <a:cxn ang="0">
                    <a:pos x="9" y="25"/>
                  </a:cxn>
                  <a:cxn ang="0">
                    <a:pos x="14" y="38"/>
                  </a:cxn>
                  <a:cxn ang="0">
                    <a:pos x="34" y="25"/>
                  </a:cxn>
                  <a:cxn ang="0">
                    <a:pos x="55" y="11"/>
                  </a:cxn>
                  <a:cxn ang="0">
                    <a:pos x="51" y="0"/>
                  </a:cxn>
                  <a:cxn ang="0">
                    <a:pos x="27" y="4"/>
                  </a:cxn>
                  <a:cxn ang="0">
                    <a:pos x="7" y="6"/>
                  </a:cxn>
                </a:cxnLst>
                <a:rect l="0" t="0" r="r" b="b"/>
                <a:pathLst>
                  <a:path w="55" h="38">
                    <a:moveTo>
                      <a:pt x="7" y="6"/>
                    </a:moveTo>
                    <a:cubicBezTo>
                      <a:pt x="0" y="8"/>
                      <a:pt x="9" y="25"/>
                      <a:pt x="9" y="25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4" y="38"/>
                      <a:pt x="30" y="25"/>
                      <a:pt x="34" y="25"/>
                    </a:cubicBezTo>
                    <a:cubicBezTo>
                      <a:pt x="38" y="25"/>
                      <a:pt x="55" y="11"/>
                      <a:pt x="55" y="11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7" y="4"/>
                      <a:pt x="14" y="3"/>
                      <a:pt x="7" y="6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221" name="Freeform 436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D3BCD5AE-116A-4CF9-99CB-CA3B0EB03392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3238" y="1217"/>
                <a:ext cx="110" cy="66"/>
              </a:xfrm>
              <a:custGeom>
                <a:avLst/>
                <a:gdLst/>
                <a:ahLst/>
                <a:cxnLst>
                  <a:cxn ang="0">
                    <a:pos x="63" y="79"/>
                  </a:cxn>
                  <a:cxn ang="0">
                    <a:pos x="84" y="78"/>
                  </a:cxn>
                  <a:cxn ang="0">
                    <a:pos x="112" y="95"/>
                  </a:cxn>
                  <a:cxn ang="0">
                    <a:pos x="132" y="107"/>
                  </a:cxn>
                  <a:cxn ang="0">
                    <a:pos x="143" y="101"/>
                  </a:cxn>
                  <a:cxn ang="0">
                    <a:pos x="156" y="106"/>
                  </a:cxn>
                  <a:cxn ang="0">
                    <a:pos x="164" y="105"/>
                  </a:cxn>
                  <a:cxn ang="0">
                    <a:pos x="164" y="97"/>
                  </a:cxn>
                  <a:cxn ang="0">
                    <a:pos x="177" y="88"/>
                  </a:cxn>
                  <a:cxn ang="0">
                    <a:pos x="168" y="76"/>
                  </a:cxn>
                  <a:cxn ang="0">
                    <a:pos x="161" y="74"/>
                  </a:cxn>
                  <a:cxn ang="0">
                    <a:pos x="166" y="56"/>
                  </a:cxn>
                  <a:cxn ang="0">
                    <a:pos x="157" y="52"/>
                  </a:cxn>
                  <a:cxn ang="0">
                    <a:pos x="160" y="36"/>
                  </a:cxn>
                  <a:cxn ang="0">
                    <a:pos x="171" y="30"/>
                  </a:cxn>
                  <a:cxn ang="0">
                    <a:pos x="168" y="21"/>
                  </a:cxn>
                  <a:cxn ang="0">
                    <a:pos x="171" y="11"/>
                  </a:cxn>
                  <a:cxn ang="0">
                    <a:pos x="110" y="1"/>
                  </a:cxn>
                  <a:cxn ang="0">
                    <a:pos x="50" y="6"/>
                  </a:cxn>
                  <a:cxn ang="0">
                    <a:pos x="0" y="31"/>
                  </a:cxn>
                  <a:cxn ang="0">
                    <a:pos x="6" y="56"/>
                  </a:cxn>
                  <a:cxn ang="0">
                    <a:pos x="45" y="61"/>
                  </a:cxn>
                  <a:cxn ang="0">
                    <a:pos x="38" y="85"/>
                  </a:cxn>
                  <a:cxn ang="0">
                    <a:pos x="42" y="85"/>
                  </a:cxn>
                  <a:cxn ang="0">
                    <a:pos x="63" y="79"/>
                  </a:cxn>
                </a:cxnLst>
                <a:rect l="0" t="0" r="r" b="b"/>
                <a:pathLst>
                  <a:path w="177" h="107">
                    <a:moveTo>
                      <a:pt x="63" y="79"/>
                    </a:moveTo>
                    <a:cubicBezTo>
                      <a:pt x="63" y="79"/>
                      <a:pt x="69" y="75"/>
                      <a:pt x="84" y="78"/>
                    </a:cubicBezTo>
                    <a:cubicBezTo>
                      <a:pt x="99" y="81"/>
                      <a:pt x="101" y="86"/>
                      <a:pt x="112" y="95"/>
                    </a:cubicBezTo>
                    <a:cubicBezTo>
                      <a:pt x="123" y="104"/>
                      <a:pt x="126" y="107"/>
                      <a:pt x="132" y="107"/>
                    </a:cubicBezTo>
                    <a:cubicBezTo>
                      <a:pt x="138" y="107"/>
                      <a:pt x="140" y="100"/>
                      <a:pt x="143" y="101"/>
                    </a:cubicBezTo>
                    <a:cubicBezTo>
                      <a:pt x="146" y="102"/>
                      <a:pt x="156" y="106"/>
                      <a:pt x="156" y="106"/>
                    </a:cubicBezTo>
                    <a:cubicBezTo>
                      <a:pt x="164" y="105"/>
                      <a:pt x="164" y="105"/>
                      <a:pt x="164" y="105"/>
                    </a:cubicBezTo>
                    <a:cubicBezTo>
                      <a:pt x="164" y="97"/>
                      <a:pt x="164" y="97"/>
                      <a:pt x="164" y="97"/>
                    </a:cubicBezTo>
                    <a:cubicBezTo>
                      <a:pt x="177" y="88"/>
                      <a:pt x="177" y="88"/>
                      <a:pt x="177" y="88"/>
                    </a:cubicBezTo>
                    <a:cubicBezTo>
                      <a:pt x="168" y="76"/>
                      <a:pt x="168" y="76"/>
                      <a:pt x="168" y="76"/>
                    </a:cubicBezTo>
                    <a:cubicBezTo>
                      <a:pt x="161" y="74"/>
                      <a:pt x="161" y="74"/>
                      <a:pt x="161" y="74"/>
                    </a:cubicBezTo>
                    <a:cubicBezTo>
                      <a:pt x="166" y="56"/>
                      <a:pt x="166" y="56"/>
                      <a:pt x="166" y="56"/>
                    </a:cubicBezTo>
                    <a:cubicBezTo>
                      <a:pt x="157" y="52"/>
                      <a:pt x="157" y="52"/>
                      <a:pt x="157" y="52"/>
                    </a:cubicBezTo>
                    <a:cubicBezTo>
                      <a:pt x="157" y="52"/>
                      <a:pt x="156" y="38"/>
                      <a:pt x="160" y="36"/>
                    </a:cubicBezTo>
                    <a:cubicBezTo>
                      <a:pt x="164" y="34"/>
                      <a:pt x="171" y="30"/>
                      <a:pt x="171" y="30"/>
                    </a:cubicBezTo>
                    <a:cubicBezTo>
                      <a:pt x="168" y="21"/>
                      <a:pt x="168" y="21"/>
                      <a:pt x="168" y="21"/>
                    </a:cubicBezTo>
                    <a:cubicBezTo>
                      <a:pt x="171" y="11"/>
                      <a:pt x="171" y="11"/>
                      <a:pt x="171" y="11"/>
                    </a:cubicBezTo>
                    <a:cubicBezTo>
                      <a:pt x="155" y="8"/>
                      <a:pt x="120" y="2"/>
                      <a:pt x="110" y="1"/>
                    </a:cubicBezTo>
                    <a:cubicBezTo>
                      <a:pt x="97" y="0"/>
                      <a:pt x="50" y="6"/>
                      <a:pt x="50" y="6"/>
                    </a:cubicBezTo>
                    <a:cubicBezTo>
                      <a:pt x="50" y="6"/>
                      <a:pt x="0" y="24"/>
                      <a:pt x="0" y="31"/>
                    </a:cubicBezTo>
                    <a:cubicBezTo>
                      <a:pt x="0" y="38"/>
                      <a:pt x="6" y="56"/>
                      <a:pt x="6" y="56"/>
                    </a:cubicBezTo>
                    <a:cubicBezTo>
                      <a:pt x="45" y="61"/>
                      <a:pt x="45" y="61"/>
                      <a:pt x="45" y="61"/>
                    </a:cubicBezTo>
                    <a:cubicBezTo>
                      <a:pt x="38" y="85"/>
                      <a:pt x="38" y="85"/>
                      <a:pt x="38" y="85"/>
                    </a:cubicBezTo>
                    <a:cubicBezTo>
                      <a:pt x="42" y="85"/>
                      <a:pt x="42" y="85"/>
                      <a:pt x="42" y="85"/>
                    </a:cubicBezTo>
                    <a:lnTo>
                      <a:pt x="63" y="79"/>
                    </a:ln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222" name="Freeform 437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C6B0C361-8437-4371-B6C6-ABA69667225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42" y="1730"/>
                <a:ext cx="49" cy="55"/>
              </a:xfrm>
              <a:custGeom>
                <a:avLst/>
                <a:gdLst/>
                <a:ahLst/>
                <a:cxnLst>
                  <a:cxn ang="0">
                    <a:pos x="46" y="71"/>
                  </a:cxn>
                  <a:cxn ang="0">
                    <a:pos x="40" y="74"/>
                  </a:cxn>
                  <a:cxn ang="0">
                    <a:pos x="31" y="68"/>
                  </a:cxn>
                  <a:cxn ang="0">
                    <a:pos x="46" y="68"/>
                  </a:cxn>
                  <a:cxn ang="0">
                    <a:pos x="52" y="63"/>
                  </a:cxn>
                  <a:cxn ang="0">
                    <a:pos x="54" y="49"/>
                  </a:cxn>
                  <a:cxn ang="0">
                    <a:pos x="72" y="59"/>
                  </a:cxn>
                  <a:cxn ang="0">
                    <a:pos x="78" y="53"/>
                  </a:cxn>
                  <a:cxn ang="0">
                    <a:pos x="80" y="56"/>
                  </a:cxn>
                  <a:cxn ang="0">
                    <a:pos x="79" y="27"/>
                  </a:cxn>
                  <a:cxn ang="0">
                    <a:pos x="73" y="31"/>
                  </a:cxn>
                  <a:cxn ang="0">
                    <a:pos x="65" y="17"/>
                  </a:cxn>
                  <a:cxn ang="0">
                    <a:pos x="56" y="10"/>
                  </a:cxn>
                  <a:cxn ang="0">
                    <a:pos x="46" y="0"/>
                  </a:cxn>
                  <a:cxn ang="0">
                    <a:pos x="43" y="1"/>
                  </a:cxn>
                  <a:cxn ang="0">
                    <a:pos x="43" y="1"/>
                  </a:cxn>
                  <a:cxn ang="0">
                    <a:pos x="42" y="1"/>
                  </a:cxn>
                  <a:cxn ang="0">
                    <a:pos x="42" y="1"/>
                  </a:cxn>
                  <a:cxn ang="0">
                    <a:pos x="42" y="1"/>
                  </a:cxn>
                  <a:cxn ang="0">
                    <a:pos x="42" y="1"/>
                  </a:cxn>
                  <a:cxn ang="0">
                    <a:pos x="39" y="1"/>
                  </a:cxn>
                  <a:cxn ang="0">
                    <a:pos x="39" y="1"/>
                  </a:cxn>
                  <a:cxn ang="0">
                    <a:pos x="39" y="1"/>
                  </a:cxn>
                  <a:cxn ang="0">
                    <a:pos x="39" y="1"/>
                  </a:cxn>
                  <a:cxn ang="0">
                    <a:pos x="38" y="1"/>
                  </a:cxn>
                  <a:cxn ang="0">
                    <a:pos x="36" y="1"/>
                  </a:cxn>
                  <a:cxn ang="0">
                    <a:pos x="36" y="1"/>
                  </a:cxn>
                  <a:cxn ang="0">
                    <a:pos x="36" y="1"/>
                  </a:cxn>
                  <a:cxn ang="0">
                    <a:pos x="36" y="1"/>
                  </a:cxn>
                  <a:cxn ang="0">
                    <a:pos x="35" y="1"/>
                  </a:cxn>
                  <a:cxn ang="0">
                    <a:pos x="35" y="1"/>
                  </a:cxn>
                  <a:cxn ang="0">
                    <a:pos x="33" y="0"/>
                  </a:cxn>
                  <a:cxn ang="0">
                    <a:pos x="33" y="0"/>
                  </a:cxn>
                  <a:cxn ang="0">
                    <a:pos x="33" y="0"/>
                  </a:cxn>
                  <a:cxn ang="0">
                    <a:pos x="33" y="0"/>
                  </a:cxn>
                  <a:cxn ang="0">
                    <a:pos x="33" y="0"/>
                  </a:cxn>
                  <a:cxn ang="0">
                    <a:pos x="30" y="0"/>
                  </a:cxn>
                  <a:cxn ang="0">
                    <a:pos x="30" y="0"/>
                  </a:cxn>
                  <a:cxn ang="0">
                    <a:pos x="30" y="0"/>
                  </a:cxn>
                  <a:cxn ang="0">
                    <a:pos x="29" y="0"/>
                  </a:cxn>
                  <a:cxn ang="0">
                    <a:pos x="29" y="0"/>
                  </a:cxn>
                  <a:cxn ang="0">
                    <a:pos x="29" y="0"/>
                  </a:cxn>
                  <a:cxn ang="0">
                    <a:pos x="29" y="15"/>
                  </a:cxn>
                  <a:cxn ang="0">
                    <a:pos x="18" y="14"/>
                  </a:cxn>
                  <a:cxn ang="0">
                    <a:pos x="9" y="29"/>
                  </a:cxn>
                  <a:cxn ang="0">
                    <a:pos x="4" y="29"/>
                  </a:cxn>
                  <a:cxn ang="0">
                    <a:pos x="3" y="39"/>
                  </a:cxn>
                  <a:cxn ang="0">
                    <a:pos x="17" y="48"/>
                  </a:cxn>
                  <a:cxn ang="0">
                    <a:pos x="4" y="64"/>
                  </a:cxn>
                  <a:cxn ang="0">
                    <a:pos x="6" y="65"/>
                  </a:cxn>
                  <a:cxn ang="0">
                    <a:pos x="24" y="62"/>
                  </a:cxn>
                  <a:cxn ang="0">
                    <a:pos x="24" y="74"/>
                  </a:cxn>
                  <a:cxn ang="0">
                    <a:pos x="41" y="90"/>
                  </a:cxn>
                  <a:cxn ang="0">
                    <a:pos x="48" y="81"/>
                  </a:cxn>
                  <a:cxn ang="0">
                    <a:pos x="46" y="71"/>
                  </a:cxn>
                </a:cxnLst>
                <a:rect l="0" t="0" r="r" b="b"/>
                <a:pathLst>
                  <a:path w="80" h="90">
                    <a:moveTo>
                      <a:pt x="46" y="71"/>
                    </a:moveTo>
                    <a:cubicBezTo>
                      <a:pt x="40" y="74"/>
                      <a:pt x="40" y="74"/>
                      <a:pt x="40" y="74"/>
                    </a:cubicBezTo>
                    <a:cubicBezTo>
                      <a:pt x="31" y="68"/>
                      <a:pt x="31" y="68"/>
                      <a:pt x="31" y="68"/>
                    </a:cubicBezTo>
                    <a:cubicBezTo>
                      <a:pt x="46" y="68"/>
                      <a:pt x="46" y="68"/>
                      <a:pt x="46" y="68"/>
                    </a:cubicBezTo>
                    <a:cubicBezTo>
                      <a:pt x="52" y="63"/>
                      <a:pt x="52" y="63"/>
                      <a:pt x="52" y="63"/>
                    </a:cubicBezTo>
                    <a:cubicBezTo>
                      <a:pt x="54" y="49"/>
                      <a:pt x="54" y="49"/>
                      <a:pt x="54" y="49"/>
                    </a:cubicBezTo>
                    <a:cubicBezTo>
                      <a:pt x="72" y="59"/>
                      <a:pt x="72" y="59"/>
                      <a:pt x="72" y="59"/>
                    </a:cubicBezTo>
                    <a:cubicBezTo>
                      <a:pt x="78" y="53"/>
                      <a:pt x="78" y="53"/>
                      <a:pt x="78" y="53"/>
                    </a:cubicBezTo>
                    <a:cubicBezTo>
                      <a:pt x="80" y="56"/>
                      <a:pt x="80" y="56"/>
                      <a:pt x="80" y="56"/>
                    </a:cubicBezTo>
                    <a:cubicBezTo>
                      <a:pt x="79" y="27"/>
                      <a:pt x="79" y="27"/>
                      <a:pt x="79" y="27"/>
                    </a:cubicBezTo>
                    <a:cubicBezTo>
                      <a:pt x="73" y="31"/>
                      <a:pt x="73" y="31"/>
                      <a:pt x="73" y="31"/>
                    </a:cubicBezTo>
                    <a:cubicBezTo>
                      <a:pt x="65" y="17"/>
                      <a:pt x="65" y="17"/>
                      <a:pt x="65" y="17"/>
                    </a:cubicBezTo>
                    <a:cubicBezTo>
                      <a:pt x="56" y="10"/>
                      <a:pt x="56" y="10"/>
                      <a:pt x="56" y="10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45" y="1"/>
                      <a:pt x="44" y="1"/>
                      <a:pt x="43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3" y="1"/>
                      <a:pt x="42" y="1"/>
                      <a:pt x="42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0" y="1"/>
                      <a:pt x="39" y="1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9" y="1"/>
                      <a:pt x="38" y="1"/>
                      <a:pt x="38" y="1"/>
                    </a:cubicBezTo>
                    <a:cubicBezTo>
                      <a:pt x="37" y="1"/>
                      <a:pt x="37" y="1"/>
                      <a:pt x="36" y="1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6" y="1"/>
                      <a:pt x="36" y="1"/>
                      <a:pt x="35" y="1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34" y="1"/>
                      <a:pt x="33" y="1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2" y="0"/>
                      <a:pt x="31" y="0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5"/>
                      <a:pt x="21" y="10"/>
                      <a:pt x="18" y="14"/>
                    </a:cubicBezTo>
                    <a:cubicBezTo>
                      <a:pt x="15" y="18"/>
                      <a:pt x="9" y="29"/>
                      <a:pt x="9" y="29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9"/>
                      <a:pt x="0" y="36"/>
                      <a:pt x="3" y="39"/>
                    </a:cubicBezTo>
                    <a:cubicBezTo>
                      <a:pt x="6" y="42"/>
                      <a:pt x="17" y="48"/>
                      <a:pt x="17" y="48"/>
                    </a:cubicBezTo>
                    <a:cubicBezTo>
                      <a:pt x="4" y="64"/>
                      <a:pt x="4" y="64"/>
                      <a:pt x="4" y="64"/>
                    </a:cubicBezTo>
                    <a:cubicBezTo>
                      <a:pt x="5" y="65"/>
                      <a:pt x="6" y="65"/>
                      <a:pt x="6" y="65"/>
                    </a:cubicBezTo>
                    <a:cubicBezTo>
                      <a:pt x="13" y="67"/>
                      <a:pt x="24" y="62"/>
                      <a:pt x="24" y="62"/>
                    </a:cubicBezTo>
                    <a:cubicBezTo>
                      <a:pt x="24" y="74"/>
                      <a:pt x="24" y="74"/>
                      <a:pt x="24" y="74"/>
                    </a:cubicBezTo>
                    <a:cubicBezTo>
                      <a:pt x="41" y="90"/>
                      <a:pt x="41" y="90"/>
                      <a:pt x="41" y="90"/>
                    </a:cubicBezTo>
                    <a:cubicBezTo>
                      <a:pt x="48" y="81"/>
                      <a:pt x="48" y="81"/>
                      <a:pt x="48" y="81"/>
                    </a:cubicBezTo>
                    <a:lnTo>
                      <a:pt x="46" y="71"/>
                    </a:ln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223" name="Freeform 438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B4955769-C9D1-4B9A-A882-1A6BD0D7075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68" y="173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224" name="Freeform 439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6EC01F1A-DC1A-4C94-8B5B-029A2CE372C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62" y="1730"/>
                <a:ext cx="2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1"/>
                  </a:cxn>
                  <a:cxn ang="0">
                    <a:pos x="0" y="1"/>
                  </a:cxn>
                  <a:cxn ang="0">
                    <a:pos x="0" y="0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1" y="1"/>
                      <a:pt x="2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225" name="Freeform 440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32F5CC0B-D7EF-4178-8DD9-9597EB6D919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66" y="173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226" name="Freeform 441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4981215B-C95E-4989-91FC-B1499A5AFED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65" y="1730"/>
                <a:ext cx="1" cy="0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0" y="0"/>
                  </a:cxn>
                  <a:cxn ang="0">
                    <a:pos x="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227" name="Freeform 442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4EE9B1DD-0B20-4C95-BB5E-CE3BA594806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66" y="1730"/>
                <a:ext cx="2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0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228" name="Freeform 443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65C97B1A-61E6-4124-901F-9055D8B04BC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65" y="173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229" name="Freeform 444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82FA214F-38E4-427E-BE25-F0E4D56E75B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66" y="1730"/>
                <a:ext cx="0" cy="0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0" y="0"/>
                  </a:cxn>
                  <a:cxn ang="0">
                    <a:pos x="1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230" name="Freeform 445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C31B3FF6-8678-4F10-977D-588613C7E59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64" y="1730"/>
                <a:ext cx="1" cy="0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0" y="0"/>
                  </a:cxn>
                  <a:cxn ang="0">
                    <a:pos x="1" y="0"/>
                  </a:cxn>
                  <a:cxn ang="0">
                    <a:pos x="1" y="0"/>
                  </a:cxn>
                  <a:cxn ang="0">
                    <a:pos x="1" y="0"/>
                  </a:cxn>
                  <a:cxn ang="0">
                    <a:pos x="1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231" name="Freeform 446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D74A3625-FB12-4D90-9B6D-47BC3CD385F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69" y="1730"/>
                <a:ext cx="2" cy="0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0" y="1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" y="1"/>
                      <a:pt x="0" y="1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232" name="Freeform 447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70EC3CF4-4FA4-4519-9FE3-B5C9327BA21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61" y="173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233" name="Freeform 448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C0CC6E2F-09CD-4AD4-BD76-5CE5AC84AF9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61" y="1730"/>
                <a:ext cx="1" cy="0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0" y="0"/>
                  </a:cxn>
                  <a:cxn ang="0">
                    <a:pos x="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234" name="Freeform 449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CED08BE5-B99C-4BBD-A16C-6F413B801E5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60" y="173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235" name="Freeform 450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B4F522D3-3653-4E3F-8A61-833863105E9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68" y="1730"/>
                <a:ext cx="1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236" name="Freeform 451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B4CF000D-AE78-4250-A9A6-314076881F7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62" y="173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237" name="Freeform 452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8F3DF9AE-478C-414B-85D1-2A3B4D65870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52" y="17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238" name="Freeform 453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AF68F0F0-4471-4BD6-8B24-2A753EAB319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50" y="17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239" name="Freeform 454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63F1C3AF-4CFD-43A0-B6ED-F65C557D75B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50" y="1768"/>
                <a:ext cx="0" cy="0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0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240" name="Freeform 455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7FD26FFE-6812-46A7-95CF-DAC2D517893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54" y="176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241" name="Freeform 456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EDBB05DB-071F-4C8C-9DF6-3E867079235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50" y="1768"/>
                <a:ext cx="2" cy="0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0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242" name="Freeform 457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AAA0E7A5-137D-4BA4-8472-E737F4E4270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53" y="17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243" name="Freeform 458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CA34D3D0-A63F-486F-AC77-B3A27973B83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53" y="17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1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244" name="Freeform 459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B7F89974-1527-45B6-9171-ABBA23D5846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49" y="1768"/>
                <a:ext cx="1" cy="0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0" y="0"/>
                  </a:cxn>
                  <a:cxn ang="0">
                    <a:pos x="1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245" name="Freeform 460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AE08FCB6-1B78-441D-AC3D-EF4E883A07F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71" y="173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1" y="0"/>
                  </a:cxn>
                  <a:cxn ang="0">
                    <a:pos x="0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246" name="Freeform 461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24CFA061-3B62-4D77-9F4C-31A0403BAAA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65" y="1730"/>
                <a:ext cx="1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0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247" name="Freeform 462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323C044D-9C74-44C8-A8C1-BC3D6AEE495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62" y="1730"/>
                <a:ext cx="3" cy="0"/>
              </a:xfrm>
              <a:custGeom>
                <a:avLst/>
                <a:gdLst/>
                <a:ahLst/>
                <a:cxnLst>
                  <a:cxn ang="0">
                    <a:pos x="2" y="1"/>
                  </a:cxn>
                  <a:cxn ang="0">
                    <a:pos x="0" y="0"/>
                  </a:cxn>
                  <a:cxn ang="0">
                    <a:pos x="0" y="1"/>
                  </a:cxn>
                  <a:cxn ang="0">
                    <a:pos x="2" y="1"/>
                  </a:cxn>
                  <a:cxn ang="0">
                    <a:pos x="2" y="1"/>
                  </a:cxn>
                  <a:cxn ang="0">
                    <a:pos x="3" y="1"/>
                  </a:cxn>
                  <a:cxn ang="0">
                    <a:pos x="2" y="1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248" name="Freeform 463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5236ED58-3769-4E9F-8703-E2947DEF63A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72" y="1728"/>
                <a:ext cx="0" cy="0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0" y="1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249" name="Freeform 464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D3837729-51B0-4E17-AEFF-64EC0855148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72" y="1727"/>
                <a:ext cx="1" cy="1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0" y="1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250" name="Freeform 465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CFC79F86-AE76-4EAD-8F02-9C29BF33E48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71" y="1728"/>
                <a:ext cx="1" cy="2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0" y="1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251" name="Freeform 466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57BB1442-03E1-4022-B2B9-07288716745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52" y="165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" y="1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252" name="Freeform 467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1BD1A339-0561-4456-879B-6A87009845E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62" y="173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 w="1270" cap="rnd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253" name="Freeform 468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6E99683B-6ECB-4A48-A29D-FE05FFB68C3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65" y="173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254" name="Freeform 469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7DAB4E4B-389E-4BA1-B7E6-773C850B85E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64" y="1730"/>
                <a:ext cx="1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" y="0"/>
                  </a:cxn>
                  <a:cxn ang="0">
                    <a:pos x="1" y="0"/>
                  </a:cxn>
                  <a:cxn ang="0">
                    <a:pos x="1" y="0"/>
                  </a:cxn>
                  <a:cxn ang="0">
                    <a:pos x="0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255" name="Freeform 470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80DB720C-CB26-4FF9-954C-9464EE996C7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62" y="173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1"/>
                  </a:cxn>
                  <a:cxn ang="0">
                    <a:pos x="0" y="0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 w="127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Calibri" pitchFamily="34" charset="0"/>
                  <a:cs typeface="Calibri" pitchFamily="34" charset="0"/>
                </a:endParaRPr>
              </a:p>
            </p:txBody>
          </p:sp>
          <p:grpSp>
            <p:nvGrpSpPr>
              <p:cNvPr id="256" name="Group 471">
                <a:extLst>
                  <a:ext uri="{FF2B5EF4-FFF2-40B4-BE49-F238E27FC236}">
                    <a16:creationId xmlns:a16="http://schemas.microsoft.com/office/drawing/2014/main" id="{20483AF0-E044-4038-94D8-F3713DBF091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150" y="1640"/>
                <a:ext cx="113" cy="145"/>
                <a:chOff x="2184" y="1242"/>
                <a:chExt cx="257" cy="316"/>
              </a:xfrm>
              <a:grpFill/>
            </p:grpSpPr>
            <p:sp>
              <p:nvSpPr>
                <p:cNvPr id="257" name="Freeform 472" descr="© INSCALE GmbH, 05.05.2010&#10;http://www.presentationload.com/">
                  <a:extLst>
                    <a:ext uri="{FF2B5EF4-FFF2-40B4-BE49-F238E27FC236}">
                      <a16:creationId xmlns:a16="http://schemas.microsoft.com/office/drawing/2014/main" id="{DDEC3296-4E29-4E3E-A0A1-19E5DCB4FF1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184" y="1242"/>
                  <a:ext cx="257" cy="282"/>
                </a:xfrm>
                <a:custGeom>
                  <a:avLst/>
                  <a:gdLst/>
                  <a:ahLst/>
                  <a:cxnLst>
                    <a:cxn ang="0">
                      <a:pos x="464" y="374"/>
                    </a:cxn>
                    <a:cxn ang="0">
                      <a:pos x="453" y="310"/>
                    </a:cxn>
                    <a:cxn ang="0">
                      <a:pos x="453" y="235"/>
                    </a:cxn>
                    <a:cxn ang="0">
                      <a:pos x="378" y="224"/>
                    </a:cxn>
                    <a:cxn ang="0">
                      <a:pos x="302" y="171"/>
                    </a:cxn>
                    <a:cxn ang="0">
                      <a:pos x="291" y="118"/>
                    </a:cxn>
                    <a:cxn ang="0">
                      <a:pos x="259" y="128"/>
                    </a:cxn>
                    <a:cxn ang="0">
                      <a:pos x="216" y="53"/>
                    </a:cxn>
                    <a:cxn ang="0">
                      <a:pos x="87" y="0"/>
                    </a:cxn>
                    <a:cxn ang="0">
                      <a:pos x="0" y="43"/>
                    </a:cxn>
                    <a:cxn ang="0">
                      <a:pos x="32" y="96"/>
                    </a:cxn>
                    <a:cxn ang="0">
                      <a:pos x="65" y="139"/>
                    </a:cxn>
                    <a:cxn ang="0">
                      <a:pos x="54" y="150"/>
                    </a:cxn>
                    <a:cxn ang="0">
                      <a:pos x="32" y="181"/>
                    </a:cxn>
                    <a:cxn ang="0">
                      <a:pos x="32" y="192"/>
                    </a:cxn>
                    <a:cxn ang="0">
                      <a:pos x="76" y="203"/>
                    </a:cxn>
                    <a:cxn ang="0">
                      <a:pos x="87" y="267"/>
                    </a:cxn>
                    <a:cxn ang="0">
                      <a:pos x="65" y="310"/>
                    </a:cxn>
                    <a:cxn ang="0">
                      <a:pos x="98" y="363"/>
                    </a:cxn>
                    <a:cxn ang="0">
                      <a:pos x="119" y="395"/>
                    </a:cxn>
                    <a:cxn ang="0">
                      <a:pos x="157" y="442"/>
                    </a:cxn>
                    <a:cxn ang="0">
                      <a:pos x="173" y="438"/>
                    </a:cxn>
                    <a:cxn ang="0">
                      <a:pos x="180" y="444"/>
                    </a:cxn>
                    <a:cxn ang="0">
                      <a:pos x="230" y="446"/>
                    </a:cxn>
                    <a:cxn ang="0">
                      <a:pos x="237" y="431"/>
                    </a:cxn>
                    <a:cxn ang="0">
                      <a:pos x="258" y="416"/>
                    </a:cxn>
                    <a:cxn ang="0">
                      <a:pos x="266" y="418"/>
                    </a:cxn>
                    <a:cxn ang="0">
                      <a:pos x="268" y="407"/>
                    </a:cxn>
                    <a:cxn ang="0">
                      <a:pos x="267" y="399"/>
                    </a:cxn>
                    <a:cxn ang="0">
                      <a:pos x="254" y="388"/>
                    </a:cxn>
                    <a:cxn ang="0">
                      <a:pos x="262" y="387"/>
                    </a:cxn>
                    <a:cxn ang="0">
                      <a:pos x="279" y="380"/>
                    </a:cxn>
                    <a:cxn ang="0">
                      <a:pos x="288" y="372"/>
                    </a:cxn>
                    <a:cxn ang="0">
                      <a:pos x="298" y="389"/>
                    </a:cxn>
                    <a:cxn ang="0">
                      <a:pos x="292" y="399"/>
                    </a:cxn>
                    <a:cxn ang="0">
                      <a:pos x="309" y="402"/>
                    </a:cxn>
                    <a:cxn ang="0">
                      <a:pos x="321" y="404"/>
                    </a:cxn>
                    <a:cxn ang="0">
                      <a:pos x="326" y="408"/>
                    </a:cxn>
                    <a:cxn ang="0">
                      <a:pos x="328" y="433"/>
                    </a:cxn>
                    <a:cxn ang="0">
                      <a:pos x="334" y="429"/>
                    </a:cxn>
                    <a:cxn ang="0">
                      <a:pos x="335" y="448"/>
                    </a:cxn>
                    <a:cxn ang="0">
                      <a:pos x="348" y="452"/>
                    </a:cxn>
                    <a:cxn ang="0">
                      <a:pos x="356" y="467"/>
                    </a:cxn>
                    <a:cxn ang="0">
                      <a:pos x="354" y="478"/>
                    </a:cxn>
                    <a:cxn ang="0">
                      <a:pos x="356" y="482"/>
                    </a:cxn>
                    <a:cxn ang="0">
                      <a:pos x="369" y="485"/>
                    </a:cxn>
                    <a:cxn ang="0">
                      <a:pos x="381" y="492"/>
                    </a:cxn>
                    <a:cxn ang="0">
                      <a:pos x="390" y="496"/>
                    </a:cxn>
                    <a:cxn ang="0">
                      <a:pos x="399" y="501"/>
                    </a:cxn>
                    <a:cxn ang="0">
                      <a:pos x="392" y="513"/>
                    </a:cxn>
                    <a:cxn ang="0">
                      <a:pos x="384" y="528"/>
                    </a:cxn>
                    <a:cxn ang="0">
                      <a:pos x="376" y="542"/>
                    </a:cxn>
                    <a:cxn ang="0">
                      <a:pos x="453" y="492"/>
                    </a:cxn>
                    <a:cxn ang="0">
                      <a:pos x="486" y="470"/>
                    </a:cxn>
                    <a:cxn ang="0">
                      <a:pos x="486" y="406"/>
                    </a:cxn>
                  </a:cxnLst>
                  <a:rect l="0" t="0" r="r" b="b"/>
                  <a:pathLst>
                    <a:path w="496" h="542">
                      <a:moveTo>
                        <a:pt x="486" y="406"/>
                      </a:moveTo>
                      <a:cubicBezTo>
                        <a:pt x="453" y="395"/>
                        <a:pt x="453" y="395"/>
                        <a:pt x="453" y="395"/>
                      </a:cubicBezTo>
                      <a:cubicBezTo>
                        <a:pt x="464" y="374"/>
                        <a:pt x="464" y="374"/>
                        <a:pt x="464" y="374"/>
                      </a:cubicBezTo>
                      <a:cubicBezTo>
                        <a:pt x="432" y="363"/>
                        <a:pt x="432" y="363"/>
                        <a:pt x="432" y="363"/>
                      </a:cubicBezTo>
                      <a:cubicBezTo>
                        <a:pt x="432" y="331"/>
                        <a:pt x="432" y="331"/>
                        <a:pt x="432" y="331"/>
                      </a:cubicBezTo>
                      <a:cubicBezTo>
                        <a:pt x="453" y="310"/>
                        <a:pt x="453" y="310"/>
                        <a:pt x="453" y="310"/>
                      </a:cubicBezTo>
                      <a:cubicBezTo>
                        <a:pt x="453" y="267"/>
                        <a:pt x="453" y="267"/>
                        <a:pt x="453" y="267"/>
                      </a:cubicBezTo>
                      <a:cubicBezTo>
                        <a:pt x="442" y="256"/>
                        <a:pt x="442" y="256"/>
                        <a:pt x="442" y="256"/>
                      </a:cubicBezTo>
                      <a:cubicBezTo>
                        <a:pt x="453" y="235"/>
                        <a:pt x="453" y="235"/>
                        <a:pt x="453" y="235"/>
                      </a:cubicBezTo>
                      <a:cubicBezTo>
                        <a:pt x="464" y="224"/>
                        <a:pt x="464" y="224"/>
                        <a:pt x="464" y="224"/>
                      </a:cubicBezTo>
                      <a:cubicBezTo>
                        <a:pt x="421" y="213"/>
                        <a:pt x="421" y="213"/>
                        <a:pt x="421" y="213"/>
                      </a:cubicBezTo>
                      <a:cubicBezTo>
                        <a:pt x="378" y="224"/>
                        <a:pt x="378" y="224"/>
                        <a:pt x="378" y="224"/>
                      </a:cubicBezTo>
                      <a:cubicBezTo>
                        <a:pt x="367" y="213"/>
                        <a:pt x="367" y="213"/>
                        <a:pt x="367" y="213"/>
                      </a:cubicBezTo>
                      <a:cubicBezTo>
                        <a:pt x="324" y="203"/>
                        <a:pt x="324" y="203"/>
                        <a:pt x="324" y="203"/>
                      </a:cubicBezTo>
                      <a:cubicBezTo>
                        <a:pt x="302" y="171"/>
                        <a:pt x="302" y="171"/>
                        <a:pt x="302" y="171"/>
                      </a:cubicBezTo>
                      <a:cubicBezTo>
                        <a:pt x="313" y="160"/>
                        <a:pt x="313" y="160"/>
                        <a:pt x="313" y="160"/>
                      </a:cubicBezTo>
                      <a:cubicBezTo>
                        <a:pt x="313" y="128"/>
                        <a:pt x="313" y="128"/>
                        <a:pt x="313" y="128"/>
                      </a:cubicBezTo>
                      <a:cubicBezTo>
                        <a:pt x="291" y="118"/>
                        <a:pt x="291" y="118"/>
                        <a:pt x="291" y="118"/>
                      </a:cubicBezTo>
                      <a:cubicBezTo>
                        <a:pt x="280" y="118"/>
                        <a:pt x="280" y="118"/>
                        <a:pt x="280" y="118"/>
                      </a:cubicBezTo>
                      <a:cubicBezTo>
                        <a:pt x="270" y="128"/>
                        <a:pt x="270" y="128"/>
                        <a:pt x="270" y="128"/>
                      </a:cubicBezTo>
                      <a:cubicBezTo>
                        <a:pt x="259" y="128"/>
                        <a:pt x="259" y="128"/>
                        <a:pt x="259" y="128"/>
                      </a:cubicBezTo>
                      <a:cubicBezTo>
                        <a:pt x="249" y="118"/>
                        <a:pt x="249" y="118"/>
                        <a:pt x="249" y="118"/>
                      </a:cubicBezTo>
                      <a:cubicBezTo>
                        <a:pt x="227" y="53"/>
                        <a:pt x="227" y="53"/>
                        <a:pt x="227" y="53"/>
                      </a:cubicBezTo>
                      <a:cubicBezTo>
                        <a:pt x="216" y="53"/>
                        <a:pt x="216" y="53"/>
                        <a:pt x="216" y="53"/>
                      </a:cubicBezTo>
                      <a:cubicBezTo>
                        <a:pt x="173" y="21"/>
                        <a:pt x="173" y="21"/>
                        <a:pt x="173" y="21"/>
                      </a:cubicBezTo>
                      <a:cubicBezTo>
                        <a:pt x="129" y="0"/>
                        <a:pt x="129" y="0"/>
                        <a:pt x="129" y="0"/>
                      </a:cubicBezTo>
                      <a:cubicBezTo>
                        <a:pt x="87" y="0"/>
                        <a:pt x="87" y="0"/>
                        <a:pt x="87" y="0"/>
                      </a:cubicBezTo>
                      <a:cubicBezTo>
                        <a:pt x="54" y="32"/>
                        <a:pt x="54" y="32"/>
                        <a:pt x="54" y="32"/>
                      </a:cubicBezTo>
                      <a:cubicBezTo>
                        <a:pt x="11" y="32"/>
                        <a:pt x="11" y="32"/>
                        <a:pt x="11" y="32"/>
                      </a:cubicBezTo>
                      <a:cubicBezTo>
                        <a:pt x="0" y="43"/>
                        <a:pt x="0" y="43"/>
                        <a:pt x="0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22" y="96"/>
                        <a:pt x="22" y="96"/>
                        <a:pt x="22" y="96"/>
                      </a:cubicBezTo>
                      <a:cubicBezTo>
                        <a:pt x="32" y="96"/>
                        <a:pt x="32" y="96"/>
                        <a:pt x="32" y="96"/>
                      </a:cubicBezTo>
                      <a:cubicBezTo>
                        <a:pt x="22" y="128"/>
                        <a:pt x="22" y="128"/>
                        <a:pt x="22" y="128"/>
                      </a:cubicBezTo>
                      <a:cubicBezTo>
                        <a:pt x="43" y="128"/>
                        <a:pt x="43" y="128"/>
                        <a:pt x="43" y="128"/>
                      </a:cubicBezTo>
                      <a:cubicBezTo>
                        <a:pt x="65" y="139"/>
                        <a:pt x="65" y="139"/>
                        <a:pt x="65" y="139"/>
                      </a:cubicBezTo>
                      <a:cubicBezTo>
                        <a:pt x="76" y="139"/>
                        <a:pt x="76" y="139"/>
                        <a:pt x="76" y="139"/>
                      </a:cubicBezTo>
                      <a:cubicBezTo>
                        <a:pt x="65" y="150"/>
                        <a:pt x="65" y="150"/>
                        <a:pt x="65" y="150"/>
                      </a:cubicBezTo>
                      <a:cubicBezTo>
                        <a:pt x="54" y="150"/>
                        <a:pt x="54" y="150"/>
                        <a:pt x="54" y="150"/>
                      </a:cubicBezTo>
                      <a:cubicBezTo>
                        <a:pt x="43" y="160"/>
                        <a:pt x="43" y="160"/>
                        <a:pt x="43" y="160"/>
                      </a:cubicBezTo>
                      <a:cubicBezTo>
                        <a:pt x="32" y="160"/>
                        <a:pt x="32" y="160"/>
                        <a:pt x="32" y="160"/>
                      </a:cubicBezTo>
                      <a:cubicBezTo>
                        <a:pt x="32" y="181"/>
                        <a:pt x="32" y="181"/>
                        <a:pt x="32" y="181"/>
                      </a:cubicBezTo>
                      <a:cubicBezTo>
                        <a:pt x="22" y="181"/>
                        <a:pt x="22" y="181"/>
                        <a:pt x="22" y="181"/>
                      </a:cubicBezTo>
                      <a:cubicBezTo>
                        <a:pt x="22" y="192"/>
                        <a:pt x="22" y="192"/>
                        <a:pt x="22" y="192"/>
                      </a:cubicBezTo>
                      <a:cubicBezTo>
                        <a:pt x="32" y="192"/>
                        <a:pt x="32" y="192"/>
                        <a:pt x="32" y="192"/>
                      </a:cubicBezTo>
                      <a:cubicBezTo>
                        <a:pt x="54" y="181"/>
                        <a:pt x="54" y="181"/>
                        <a:pt x="54" y="181"/>
                      </a:cubicBezTo>
                      <a:cubicBezTo>
                        <a:pt x="76" y="181"/>
                        <a:pt x="76" y="181"/>
                        <a:pt x="76" y="181"/>
                      </a:cubicBezTo>
                      <a:cubicBezTo>
                        <a:pt x="76" y="203"/>
                        <a:pt x="76" y="203"/>
                        <a:pt x="76" y="203"/>
                      </a:cubicBezTo>
                      <a:cubicBezTo>
                        <a:pt x="43" y="235"/>
                        <a:pt x="43" y="235"/>
                        <a:pt x="43" y="235"/>
                      </a:cubicBezTo>
                      <a:cubicBezTo>
                        <a:pt x="43" y="267"/>
                        <a:pt x="43" y="267"/>
                        <a:pt x="43" y="267"/>
                      </a:cubicBezTo>
                      <a:cubicBezTo>
                        <a:pt x="87" y="267"/>
                        <a:pt x="87" y="267"/>
                        <a:pt x="87" y="267"/>
                      </a:cubicBezTo>
                      <a:cubicBezTo>
                        <a:pt x="98" y="278"/>
                        <a:pt x="98" y="278"/>
                        <a:pt x="98" y="278"/>
                      </a:cubicBezTo>
                      <a:cubicBezTo>
                        <a:pt x="108" y="299"/>
                        <a:pt x="108" y="299"/>
                        <a:pt x="108" y="299"/>
                      </a:cubicBezTo>
                      <a:cubicBezTo>
                        <a:pt x="65" y="310"/>
                        <a:pt x="65" y="310"/>
                        <a:pt x="65" y="310"/>
                      </a:cubicBezTo>
                      <a:cubicBezTo>
                        <a:pt x="87" y="331"/>
                        <a:pt x="87" y="331"/>
                        <a:pt x="87" y="331"/>
                      </a:cubicBezTo>
                      <a:cubicBezTo>
                        <a:pt x="98" y="353"/>
                        <a:pt x="98" y="353"/>
                        <a:pt x="98" y="353"/>
                      </a:cubicBezTo>
                      <a:cubicBezTo>
                        <a:pt x="98" y="363"/>
                        <a:pt x="98" y="363"/>
                        <a:pt x="98" y="363"/>
                      </a:cubicBezTo>
                      <a:cubicBezTo>
                        <a:pt x="87" y="363"/>
                        <a:pt x="87" y="363"/>
                        <a:pt x="87" y="363"/>
                      </a:cubicBezTo>
                      <a:cubicBezTo>
                        <a:pt x="87" y="374"/>
                        <a:pt x="87" y="374"/>
                        <a:pt x="87" y="374"/>
                      </a:cubicBezTo>
                      <a:cubicBezTo>
                        <a:pt x="119" y="395"/>
                        <a:pt x="119" y="395"/>
                        <a:pt x="119" y="395"/>
                      </a:cubicBezTo>
                      <a:cubicBezTo>
                        <a:pt x="140" y="417"/>
                        <a:pt x="140" y="417"/>
                        <a:pt x="140" y="417"/>
                      </a:cubicBezTo>
                      <a:cubicBezTo>
                        <a:pt x="157" y="442"/>
                        <a:pt x="157" y="442"/>
                        <a:pt x="157" y="442"/>
                      </a:cubicBezTo>
                      <a:cubicBezTo>
                        <a:pt x="157" y="442"/>
                        <a:pt x="157" y="442"/>
                        <a:pt x="157" y="442"/>
                      </a:cubicBezTo>
                      <a:cubicBezTo>
                        <a:pt x="159" y="442"/>
                        <a:pt x="161" y="443"/>
                        <a:pt x="166" y="444"/>
                      </a:cubicBezTo>
                      <a:cubicBezTo>
                        <a:pt x="166" y="444"/>
                        <a:pt x="166" y="444"/>
                        <a:pt x="167" y="444"/>
                      </a:cubicBezTo>
                      <a:cubicBezTo>
                        <a:pt x="173" y="438"/>
                        <a:pt x="173" y="438"/>
                        <a:pt x="173" y="438"/>
                      </a:cubicBezTo>
                      <a:cubicBezTo>
                        <a:pt x="173" y="447"/>
                        <a:pt x="173" y="447"/>
                        <a:pt x="173" y="447"/>
                      </a:cubicBezTo>
                      <a:cubicBezTo>
                        <a:pt x="174" y="448"/>
                        <a:pt x="175" y="448"/>
                        <a:pt x="176" y="449"/>
                      </a:cubicBezTo>
                      <a:cubicBezTo>
                        <a:pt x="176" y="449"/>
                        <a:pt x="176" y="449"/>
                        <a:pt x="180" y="444"/>
                      </a:cubicBezTo>
                      <a:cubicBezTo>
                        <a:pt x="180" y="444"/>
                        <a:pt x="180" y="444"/>
                        <a:pt x="199" y="447"/>
                      </a:cubicBezTo>
                      <a:cubicBezTo>
                        <a:pt x="199" y="447"/>
                        <a:pt x="199" y="447"/>
                        <a:pt x="212" y="446"/>
                      </a:cubicBezTo>
                      <a:cubicBezTo>
                        <a:pt x="212" y="446"/>
                        <a:pt x="212" y="446"/>
                        <a:pt x="230" y="446"/>
                      </a:cubicBezTo>
                      <a:cubicBezTo>
                        <a:pt x="230" y="446"/>
                        <a:pt x="230" y="446"/>
                        <a:pt x="240" y="443"/>
                      </a:cubicBezTo>
                      <a:cubicBezTo>
                        <a:pt x="240" y="443"/>
                        <a:pt x="240" y="443"/>
                        <a:pt x="239" y="437"/>
                      </a:cubicBezTo>
                      <a:cubicBezTo>
                        <a:pt x="239" y="437"/>
                        <a:pt x="239" y="437"/>
                        <a:pt x="237" y="431"/>
                      </a:cubicBezTo>
                      <a:cubicBezTo>
                        <a:pt x="237" y="431"/>
                        <a:pt x="237" y="431"/>
                        <a:pt x="245" y="425"/>
                      </a:cubicBezTo>
                      <a:cubicBezTo>
                        <a:pt x="245" y="425"/>
                        <a:pt x="245" y="425"/>
                        <a:pt x="255" y="417"/>
                      </a:cubicBezTo>
                      <a:cubicBezTo>
                        <a:pt x="255" y="417"/>
                        <a:pt x="255" y="417"/>
                        <a:pt x="258" y="416"/>
                      </a:cubicBezTo>
                      <a:cubicBezTo>
                        <a:pt x="258" y="416"/>
                        <a:pt x="258" y="416"/>
                        <a:pt x="258" y="421"/>
                      </a:cubicBezTo>
                      <a:cubicBezTo>
                        <a:pt x="258" y="421"/>
                        <a:pt x="258" y="421"/>
                        <a:pt x="262" y="419"/>
                      </a:cubicBezTo>
                      <a:cubicBezTo>
                        <a:pt x="262" y="419"/>
                        <a:pt x="262" y="419"/>
                        <a:pt x="266" y="418"/>
                      </a:cubicBezTo>
                      <a:cubicBezTo>
                        <a:pt x="266" y="418"/>
                        <a:pt x="266" y="418"/>
                        <a:pt x="263" y="414"/>
                      </a:cubicBezTo>
                      <a:cubicBezTo>
                        <a:pt x="263" y="414"/>
                        <a:pt x="263" y="414"/>
                        <a:pt x="267" y="412"/>
                      </a:cubicBezTo>
                      <a:cubicBezTo>
                        <a:pt x="267" y="412"/>
                        <a:pt x="267" y="412"/>
                        <a:pt x="268" y="407"/>
                      </a:cubicBezTo>
                      <a:cubicBezTo>
                        <a:pt x="268" y="407"/>
                        <a:pt x="268" y="407"/>
                        <a:pt x="264" y="405"/>
                      </a:cubicBezTo>
                      <a:cubicBezTo>
                        <a:pt x="264" y="405"/>
                        <a:pt x="264" y="405"/>
                        <a:pt x="264" y="402"/>
                      </a:cubicBezTo>
                      <a:cubicBezTo>
                        <a:pt x="264" y="402"/>
                        <a:pt x="264" y="402"/>
                        <a:pt x="267" y="399"/>
                      </a:cubicBezTo>
                      <a:cubicBezTo>
                        <a:pt x="267" y="399"/>
                        <a:pt x="267" y="399"/>
                        <a:pt x="266" y="396"/>
                      </a:cubicBezTo>
                      <a:cubicBezTo>
                        <a:pt x="266" y="396"/>
                        <a:pt x="266" y="396"/>
                        <a:pt x="258" y="394"/>
                      </a:cubicBezTo>
                      <a:cubicBezTo>
                        <a:pt x="258" y="394"/>
                        <a:pt x="258" y="394"/>
                        <a:pt x="254" y="388"/>
                      </a:cubicBezTo>
                      <a:cubicBezTo>
                        <a:pt x="254" y="388"/>
                        <a:pt x="254" y="388"/>
                        <a:pt x="256" y="385"/>
                      </a:cubicBezTo>
                      <a:cubicBezTo>
                        <a:pt x="256" y="385"/>
                        <a:pt x="256" y="385"/>
                        <a:pt x="259" y="389"/>
                      </a:cubicBezTo>
                      <a:cubicBezTo>
                        <a:pt x="259" y="389"/>
                        <a:pt x="259" y="389"/>
                        <a:pt x="262" y="387"/>
                      </a:cubicBezTo>
                      <a:cubicBezTo>
                        <a:pt x="262" y="387"/>
                        <a:pt x="262" y="387"/>
                        <a:pt x="267" y="388"/>
                      </a:cubicBezTo>
                      <a:cubicBezTo>
                        <a:pt x="267" y="388"/>
                        <a:pt x="267" y="388"/>
                        <a:pt x="271" y="385"/>
                      </a:cubicBezTo>
                      <a:cubicBezTo>
                        <a:pt x="271" y="385"/>
                        <a:pt x="271" y="385"/>
                        <a:pt x="279" y="380"/>
                      </a:cubicBezTo>
                      <a:cubicBezTo>
                        <a:pt x="279" y="380"/>
                        <a:pt x="279" y="380"/>
                        <a:pt x="282" y="378"/>
                      </a:cubicBezTo>
                      <a:cubicBezTo>
                        <a:pt x="282" y="378"/>
                        <a:pt x="282" y="378"/>
                        <a:pt x="283" y="374"/>
                      </a:cubicBezTo>
                      <a:cubicBezTo>
                        <a:pt x="283" y="374"/>
                        <a:pt x="283" y="374"/>
                        <a:pt x="288" y="372"/>
                      </a:cubicBezTo>
                      <a:cubicBezTo>
                        <a:pt x="288" y="372"/>
                        <a:pt x="288" y="372"/>
                        <a:pt x="293" y="377"/>
                      </a:cubicBezTo>
                      <a:cubicBezTo>
                        <a:pt x="293" y="377"/>
                        <a:pt x="293" y="377"/>
                        <a:pt x="297" y="384"/>
                      </a:cubicBezTo>
                      <a:cubicBezTo>
                        <a:pt x="297" y="384"/>
                        <a:pt x="297" y="384"/>
                        <a:pt x="298" y="389"/>
                      </a:cubicBezTo>
                      <a:cubicBezTo>
                        <a:pt x="298" y="389"/>
                        <a:pt x="298" y="389"/>
                        <a:pt x="298" y="392"/>
                      </a:cubicBezTo>
                      <a:cubicBezTo>
                        <a:pt x="298" y="392"/>
                        <a:pt x="298" y="392"/>
                        <a:pt x="291" y="396"/>
                      </a:cubicBezTo>
                      <a:cubicBezTo>
                        <a:pt x="291" y="396"/>
                        <a:pt x="291" y="396"/>
                        <a:pt x="292" y="399"/>
                      </a:cubicBezTo>
                      <a:cubicBezTo>
                        <a:pt x="292" y="399"/>
                        <a:pt x="292" y="399"/>
                        <a:pt x="299" y="400"/>
                      </a:cubicBezTo>
                      <a:cubicBezTo>
                        <a:pt x="299" y="400"/>
                        <a:pt x="299" y="400"/>
                        <a:pt x="303" y="404"/>
                      </a:cubicBezTo>
                      <a:cubicBezTo>
                        <a:pt x="303" y="404"/>
                        <a:pt x="303" y="404"/>
                        <a:pt x="309" y="402"/>
                      </a:cubicBezTo>
                      <a:cubicBezTo>
                        <a:pt x="309" y="402"/>
                        <a:pt x="309" y="402"/>
                        <a:pt x="314" y="404"/>
                      </a:cubicBezTo>
                      <a:cubicBezTo>
                        <a:pt x="314" y="404"/>
                        <a:pt x="314" y="404"/>
                        <a:pt x="319" y="401"/>
                      </a:cubicBezTo>
                      <a:cubicBezTo>
                        <a:pt x="319" y="401"/>
                        <a:pt x="319" y="401"/>
                        <a:pt x="321" y="404"/>
                      </a:cubicBezTo>
                      <a:cubicBezTo>
                        <a:pt x="321" y="404"/>
                        <a:pt x="321" y="404"/>
                        <a:pt x="318" y="408"/>
                      </a:cubicBezTo>
                      <a:cubicBezTo>
                        <a:pt x="318" y="408"/>
                        <a:pt x="318" y="408"/>
                        <a:pt x="324" y="407"/>
                      </a:cubicBezTo>
                      <a:cubicBezTo>
                        <a:pt x="324" y="407"/>
                        <a:pt x="324" y="407"/>
                        <a:pt x="326" y="408"/>
                      </a:cubicBezTo>
                      <a:cubicBezTo>
                        <a:pt x="326" y="408"/>
                        <a:pt x="326" y="408"/>
                        <a:pt x="324" y="425"/>
                      </a:cubicBezTo>
                      <a:cubicBezTo>
                        <a:pt x="324" y="425"/>
                        <a:pt x="324" y="425"/>
                        <a:pt x="324" y="432"/>
                      </a:cubicBezTo>
                      <a:cubicBezTo>
                        <a:pt x="324" y="432"/>
                        <a:pt x="324" y="432"/>
                        <a:pt x="328" y="433"/>
                      </a:cubicBezTo>
                      <a:cubicBezTo>
                        <a:pt x="328" y="433"/>
                        <a:pt x="328" y="433"/>
                        <a:pt x="330" y="431"/>
                      </a:cubicBezTo>
                      <a:cubicBezTo>
                        <a:pt x="330" y="431"/>
                        <a:pt x="330" y="431"/>
                        <a:pt x="331" y="428"/>
                      </a:cubicBezTo>
                      <a:cubicBezTo>
                        <a:pt x="331" y="428"/>
                        <a:pt x="331" y="428"/>
                        <a:pt x="334" y="429"/>
                      </a:cubicBezTo>
                      <a:cubicBezTo>
                        <a:pt x="334" y="429"/>
                        <a:pt x="334" y="429"/>
                        <a:pt x="336" y="433"/>
                      </a:cubicBezTo>
                      <a:cubicBezTo>
                        <a:pt x="336" y="433"/>
                        <a:pt x="336" y="433"/>
                        <a:pt x="336" y="443"/>
                      </a:cubicBezTo>
                      <a:cubicBezTo>
                        <a:pt x="336" y="443"/>
                        <a:pt x="336" y="443"/>
                        <a:pt x="335" y="448"/>
                      </a:cubicBezTo>
                      <a:cubicBezTo>
                        <a:pt x="335" y="448"/>
                        <a:pt x="335" y="448"/>
                        <a:pt x="339" y="450"/>
                      </a:cubicBezTo>
                      <a:cubicBezTo>
                        <a:pt x="339" y="450"/>
                        <a:pt x="339" y="450"/>
                        <a:pt x="344" y="450"/>
                      </a:cubicBezTo>
                      <a:cubicBezTo>
                        <a:pt x="344" y="450"/>
                        <a:pt x="344" y="450"/>
                        <a:pt x="348" y="452"/>
                      </a:cubicBezTo>
                      <a:cubicBezTo>
                        <a:pt x="348" y="452"/>
                        <a:pt x="348" y="452"/>
                        <a:pt x="353" y="456"/>
                      </a:cubicBezTo>
                      <a:cubicBezTo>
                        <a:pt x="353" y="456"/>
                        <a:pt x="353" y="456"/>
                        <a:pt x="357" y="457"/>
                      </a:cubicBezTo>
                      <a:cubicBezTo>
                        <a:pt x="357" y="457"/>
                        <a:pt x="357" y="457"/>
                        <a:pt x="356" y="467"/>
                      </a:cubicBezTo>
                      <a:cubicBezTo>
                        <a:pt x="356" y="467"/>
                        <a:pt x="356" y="467"/>
                        <a:pt x="356" y="472"/>
                      </a:cubicBezTo>
                      <a:cubicBezTo>
                        <a:pt x="356" y="472"/>
                        <a:pt x="356" y="472"/>
                        <a:pt x="352" y="473"/>
                      </a:cubicBezTo>
                      <a:cubicBezTo>
                        <a:pt x="352" y="473"/>
                        <a:pt x="352" y="473"/>
                        <a:pt x="354" y="478"/>
                      </a:cubicBezTo>
                      <a:cubicBezTo>
                        <a:pt x="354" y="478"/>
                        <a:pt x="354" y="478"/>
                        <a:pt x="351" y="482"/>
                      </a:cubicBezTo>
                      <a:cubicBezTo>
                        <a:pt x="351" y="482"/>
                        <a:pt x="351" y="482"/>
                        <a:pt x="353" y="483"/>
                      </a:cubicBezTo>
                      <a:cubicBezTo>
                        <a:pt x="353" y="483"/>
                        <a:pt x="353" y="483"/>
                        <a:pt x="356" y="482"/>
                      </a:cubicBezTo>
                      <a:cubicBezTo>
                        <a:pt x="356" y="482"/>
                        <a:pt x="356" y="482"/>
                        <a:pt x="361" y="485"/>
                      </a:cubicBezTo>
                      <a:cubicBezTo>
                        <a:pt x="361" y="485"/>
                        <a:pt x="361" y="485"/>
                        <a:pt x="364" y="483"/>
                      </a:cubicBezTo>
                      <a:cubicBezTo>
                        <a:pt x="364" y="483"/>
                        <a:pt x="364" y="483"/>
                        <a:pt x="369" y="485"/>
                      </a:cubicBezTo>
                      <a:cubicBezTo>
                        <a:pt x="369" y="485"/>
                        <a:pt x="369" y="485"/>
                        <a:pt x="372" y="485"/>
                      </a:cubicBezTo>
                      <a:cubicBezTo>
                        <a:pt x="372" y="485"/>
                        <a:pt x="372" y="485"/>
                        <a:pt x="377" y="489"/>
                      </a:cubicBezTo>
                      <a:cubicBezTo>
                        <a:pt x="377" y="489"/>
                        <a:pt x="377" y="489"/>
                        <a:pt x="381" y="492"/>
                      </a:cubicBezTo>
                      <a:cubicBezTo>
                        <a:pt x="381" y="492"/>
                        <a:pt x="381" y="492"/>
                        <a:pt x="383" y="496"/>
                      </a:cubicBezTo>
                      <a:cubicBezTo>
                        <a:pt x="383" y="496"/>
                        <a:pt x="383" y="496"/>
                        <a:pt x="385" y="499"/>
                      </a:cubicBezTo>
                      <a:cubicBezTo>
                        <a:pt x="385" y="499"/>
                        <a:pt x="385" y="499"/>
                        <a:pt x="390" y="496"/>
                      </a:cubicBezTo>
                      <a:cubicBezTo>
                        <a:pt x="390" y="496"/>
                        <a:pt x="390" y="496"/>
                        <a:pt x="394" y="494"/>
                      </a:cubicBezTo>
                      <a:cubicBezTo>
                        <a:pt x="394" y="494"/>
                        <a:pt x="394" y="494"/>
                        <a:pt x="398" y="496"/>
                      </a:cubicBezTo>
                      <a:cubicBezTo>
                        <a:pt x="398" y="496"/>
                        <a:pt x="398" y="496"/>
                        <a:pt x="399" y="501"/>
                      </a:cubicBezTo>
                      <a:cubicBezTo>
                        <a:pt x="399" y="501"/>
                        <a:pt x="399" y="501"/>
                        <a:pt x="395" y="505"/>
                      </a:cubicBezTo>
                      <a:cubicBezTo>
                        <a:pt x="395" y="505"/>
                        <a:pt x="395" y="505"/>
                        <a:pt x="395" y="509"/>
                      </a:cubicBezTo>
                      <a:cubicBezTo>
                        <a:pt x="395" y="509"/>
                        <a:pt x="395" y="509"/>
                        <a:pt x="392" y="513"/>
                      </a:cubicBezTo>
                      <a:cubicBezTo>
                        <a:pt x="392" y="513"/>
                        <a:pt x="392" y="513"/>
                        <a:pt x="392" y="516"/>
                      </a:cubicBezTo>
                      <a:cubicBezTo>
                        <a:pt x="392" y="516"/>
                        <a:pt x="392" y="516"/>
                        <a:pt x="386" y="519"/>
                      </a:cubicBezTo>
                      <a:cubicBezTo>
                        <a:pt x="386" y="519"/>
                        <a:pt x="386" y="519"/>
                        <a:pt x="384" y="528"/>
                      </a:cubicBezTo>
                      <a:cubicBezTo>
                        <a:pt x="384" y="528"/>
                        <a:pt x="384" y="528"/>
                        <a:pt x="379" y="531"/>
                      </a:cubicBezTo>
                      <a:cubicBezTo>
                        <a:pt x="379" y="531"/>
                        <a:pt x="379" y="531"/>
                        <a:pt x="376" y="535"/>
                      </a:cubicBezTo>
                      <a:cubicBezTo>
                        <a:pt x="376" y="535"/>
                        <a:pt x="376" y="535"/>
                        <a:pt x="376" y="542"/>
                      </a:cubicBezTo>
                      <a:cubicBezTo>
                        <a:pt x="432" y="535"/>
                        <a:pt x="432" y="535"/>
                        <a:pt x="432" y="535"/>
                      </a:cubicBezTo>
                      <a:cubicBezTo>
                        <a:pt x="453" y="535"/>
                        <a:pt x="453" y="535"/>
                        <a:pt x="453" y="535"/>
                      </a:cubicBezTo>
                      <a:cubicBezTo>
                        <a:pt x="453" y="492"/>
                        <a:pt x="453" y="492"/>
                        <a:pt x="453" y="492"/>
                      </a:cubicBezTo>
                      <a:cubicBezTo>
                        <a:pt x="442" y="481"/>
                        <a:pt x="442" y="481"/>
                        <a:pt x="442" y="481"/>
                      </a:cubicBezTo>
                      <a:cubicBezTo>
                        <a:pt x="442" y="470"/>
                        <a:pt x="442" y="470"/>
                        <a:pt x="442" y="470"/>
                      </a:cubicBezTo>
                      <a:cubicBezTo>
                        <a:pt x="486" y="470"/>
                        <a:pt x="486" y="470"/>
                        <a:pt x="486" y="470"/>
                      </a:cubicBezTo>
                      <a:cubicBezTo>
                        <a:pt x="496" y="460"/>
                        <a:pt x="496" y="460"/>
                        <a:pt x="496" y="460"/>
                      </a:cubicBezTo>
                      <a:cubicBezTo>
                        <a:pt x="496" y="417"/>
                        <a:pt x="496" y="417"/>
                        <a:pt x="496" y="417"/>
                      </a:cubicBezTo>
                      <a:lnTo>
                        <a:pt x="486" y="406"/>
                      </a:lnTo>
                      <a:close/>
                    </a:path>
                  </a:pathLst>
                </a:custGeom>
                <a:grpFill/>
                <a:ln w="127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>
                    <a:latin typeface="Calibri" pitchFamily="34" charset="0"/>
                    <a:cs typeface="Calibri" pitchFamily="34" charset="0"/>
                  </a:endParaRPr>
                </a:p>
              </p:txBody>
            </p:sp>
            <p:sp>
              <p:nvSpPr>
                <p:cNvPr id="258" name="Freeform 473" descr="© INSCALE GmbH, 05.05.2010&#10;http://www.presentationload.com/">
                  <a:extLst>
                    <a:ext uri="{FF2B5EF4-FFF2-40B4-BE49-F238E27FC236}">
                      <a16:creationId xmlns:a16="http://schemas.microsoft.com/office/drawing/2014/main" id="{14ACEB35-880F-4E62-B1D0-D4F334234335}"/>
                    </a:ext>
                  </a:extLst>
                </p:cNvPr>
                <p:cNvSpPr>
                  <a:spLocks noEditPoints="1"/>
                </p:cNvSpPr>
                <p:nvPr/>
              </p:nvSpPr>
              <p:spPr bwMode="gray">
                <a:xfrm>
                  <a:off x="2268" y="1436"/>
                  <a:ext cx="121" cy="122"/>
                </a:xfrm>
                <a:custGeom>
                  <a:avLst/>
                  <a:gdLst/>
                  <a:ahLst/>
                  <a:cxnLst>
                    <a:cxn ang="0">
                      <a:pos x="6" y="75"/>
                    </a:cxn>
                    <a:cxn ang="0">
                      <a:pos x="0" y="72"/>
                    </a:cxn>
                    <a:cxn ang="0">
                      <a:pos x="227" y="122"/>
                    </a:cxn>
                    <a:cxn ang="0">
                      <a:pos x="218" y="127"/>
                    </a:cxn>
                    <a:cxn ang="0">
                      <a:pos x="214" y="120"/>
                    </a:cxn>
                    <a:cxn ang="0">
                      <a:pos x="206" y="113"/>
                    </a:cxn>
                    <a:cxn ang="0">
                      <a:pos x="197" y="111"/>
                    </a:cxn>
                    <a:cxn ang="0">
                      <a:pos x="190" y="110"/>
                    </a:cxn>
                    <a:cxn ang="0">
                      <a:pos x="185" y="110"/>
                    </a:cxn>
                    <a:cxn ang="0">
                      <a:pos x="185" y="101"/>
                    </a:cxn>
                    <a:cxn ang="0">
                      <a:pos x="189" y="95"/>
                    </a:cxn>
                    <a:cxn ang="0">
                      <a:pos x="187" y="84"/>
                    </a:cxn>
                    <a:cxn ang="0">
                      <a:pos x="177" y="78"/>
                    </a:cxn>
                    <a:cxn ang="0">
                      <a:pos x="169" y="76"/>
                    </a:cxn>
                    <a:cxn ang="0">
                      <a:pos x="170" y="61"/>
                    </a:cxn>
                    <a:cxn ang="0">
                      <a:pos x="165" y="56"/>
                    </a:cxn>
                    <a:cxn ang="0">
                      <a:pos x="161" y="61"/>
                    </a:cxn>
                    <a:cxn ang="0">
                      <a:pos x="157" y="53"/>
                    </a:cxn>
                    <a:cxn ang="0">
                      <a:pos x="158" y="35"/>
                    </a:cxn>
                    <a:cxn ang="0">
                      <a:pos x="154" y="32"/>
                    </a:cxn>
                    <a:cxn ang="0">
                      <a:pos x="147" y="32"/>
                    </a:cxn>
                    <a:cxn ang="0">
                      <a:pos x="137" y="32"/>
                    </a:cxn>
                    <a:cxn ang="0">
                      <a:pos x="126" y="27"/>
                    </a:cxn>
                    <a:cxn ang="0">
                      <a:pos x="131" y="20"/>
                    </a:cxn>
                    <a:cxn ang="0">
                      <a:pos x="130" y="12"/>
                    </a:cxn>
                    <a:cxn ang="0">
                      <a:pos x="122" y="0"/>
                    </a:cxn>
                    <a:cxn ang="0">
                      <a:pos x="115" y="6"/>
                    </a:cxn>
                    <a:cxn ang="0">
                      <a:pos x="104" y="13"/>
                    </a:cxn>
                    <a:cxn ang="0">
                      <a:pos x="96" y="15"/>
                    </a:cxn>
                    <a:cxn ang="0">
                      <a:pos x="89" y="13"/>
                    </a:cxn>
                    <a:cxn ang="0">
                      <a:pos x="91" y="22"/>
                    </a:cxn>
                    <a:cxn ang="0">
                      <a:pos x="101" y="27"/>
                    </a:cxn>
                    <a:cxn ang="0">
                      <a:pos x="97" y="33"/>
                    </a:cxn>
                    <a:cxn ang="0">
                      <a:pos x="100" y="40"/>
                    </a:cxn>
                    <a:cxn ang="0">
                      <a:pos x="99" y="46"/>
                    </a:cxn>
                    <a:cxn ang="0">
                      <a:pos x="92" y="49"/>
                    </a:cxn>
                    <a:cxn ang="0">
                      <a:pos x="88" y="45"/>
                    </a:cxn>
                    <a:cxn ang="0">
                      <a:pos x="70" y="59"/>
                    </a:cxn>
                    <a:cxn ang="0">
                      <a:pos x="73" y="71"/>
                    </a:cxn>
                    <a:cxn ang="0">
                      <a:pos x="45" y="74"/>
                    </a:cxn>
                    <a:cxn ang="0">
                      <a:pos x="14" y="72"/>
                    </a:cxn>
                    <a:cxn ang="0">
                      <a:pos x="6" y="75"/>
                    </a:cxn>
                    <a:cxn ang="0">
                      <a:pos x="6" y="141"/>
                    </a:cxn>
                    <a:cxn ang="0">
                      <a:pos x="14" y="155"/>
                    </a:cxn>
                    <a:cxn ang="0">
                      <a:pos x="27" y="173"/>
                    </a:cxn>
                    <a:cxn ang="0">
                      <a:pos x="50" y="175"/>
                    </a:cxn>
                    <a:cxn ang="0">
                      <a:pos x="60" y="211"/>
                    </a:cxn>
                    <a:cxn ang="0">
                      <a:pos x="60" y="237"/>
                    </a:cxn>
                    <a:cxn ang="0">
                      <a:pos x="92" y="226"/>
                    </a:cxn>
                    <a:cxn ang="0">
                      <a:pos x="138" y="205"/>
                    </a:cxn>
                    <a:cxn ang="0">
                      <a:pos x="146" y="184"/>
                    </a:cxn>
                    <a:cxn ang="0">
                      <a:pos x="189" y="173"/>
                    </a:cxn>
                    <a:cxn ang="0">
                      <a:pos x="209" y="163"/>
                    </a:cxn>
                    <a:cxn ang="0">
                      <a:pos x="217" y="156"/>
                    </a:cxn>
                    <a:cxn ang="0">
                      <a:pos x="225" y="144"/>
                    </a:cxn>
                    <a:cxn ang="0">
                      <a:pos x="228" y="137"/>
                    </a:cxn>
                    <a:cxn ang="0">
                      <a:pos x="232" y="129"/>
                    </a:cxn>
                  </a:cxnLst>
                  <a:rect l="0" t="0" r="r" b="b"/>
                  <a:pathLst>
                    <a:path w="232" h="237">
                      <a:moveTo>
                        <a:pt x="0" y="72"/>
                      </a:moveTo>
                      <a:cubicBezTo>
                        <a:pt x="1" y="72"/>
                        <a:pt x="2" y="73"/>
                        <a:pt x="6" y="75"/>
                      </a:cubicBezTo>
                      <a:cubicBezTo>
                        <a:pt x="6" y="66"/>
                        <a:pt x="6" y="66"/>
                        <a:pt x="6" y="66"/>
                      </a:cubicBezTo>
                      <a:lnTo>
                        <a:pt x="0" y="72"/>
                      </a:lnTo>
                      <a:close/>
                      <a:moveTo>
                        <a:pt x="231" y="124"/>
                      </a:moveTo>
                      <a:cubicBezTo>
                        <a:pt x="227" y="122"/>
                        <a:pt x="227" y="122"/>
                        <a:pt x="227" y="122"/>
                      </a:cubicBezTo>
                      <a:cubicBezTo>
                        <a:pt x="223" y="124"/>
                        <a:pt x="223" y="124"/>
                        <a:pt x="223" y="124"/>
                      </a:cubicBezTo>
                      <a:cubicBezTo>
                        <a:pt x="218" y="127"/>
                        <a:pt x="218" y="127"/>
                        <a:pt x="218" y="127"/>
                      </a:cubicBezTo>
                      <a:cubicBezTo>
                        <a:pt x="216" y="124"/>
                        <a:pt x="216" y="124"/>
                        <a:pt x="216" y="124"/>
                      </a:cubicBezTo>
                      <a:cubicBezTo>
                        <a:pt x="214" y="120"/>
                        <a:pt x="214" y="120"/>
                        <a:pt x="214" y="120"/>
                      </a:cubicBezTo>
                      <a:cubicBezTo>
                        <a:pt x="210" y="117"/>
                        <a:pt x="210" y="117"/>
                        <a:pt x="210" y="117"/>
                      </a:cubicBezTo>
                      <a:cubicBezTo>
                        <a:pt x="206" y="113"/>
                        <a:pt x="206" y="113"/>
                        <a:pt x="206" y="113"/>
                      </a:cubicBezTo>
                      <a:cubicBezTo>
                        <a:pt x="202" y="113"/>
                        <a:pt x="202" y="113"/>
                        <a:pt x="202" y="113"/>
                      </a:cubicBezTo>
                      <a:cubicBezTo>
                        <a:pt x="197" y="111"/>
                        <a:pt x="197" y="111"/>
                        <a:pt x="197" y="111"/>
                      </a:cubicBezTo>
                      <a:cubicBezTo>
                        <a:pt x="195" y="113"/>
                        <a:pt x="195" y="113"/>
                        <a:pt x="195" y="113"/>
                      </a:cubicBezTo>
                      <a:cubicBezTo>
                        <a:pt x="190" y="110"/>
                        <a:pt x="190" y="110"/>
                        <a:pt x="190" y="110"/>
                      </a:cubicBezTo>
                      <a:cubicBezTo>
                        <a:pt x="186" y="111"/>
                        <a:pt x="186" y="111"/>
                        <a:pt x="186" y="111"/>
                      </a:cubicBezTo>
                      <a:cubicBezTo>
                        <a:pt x="185" y="110"/>
                        <a:pt x="185" y="110"/>
                        <a:pt x="185" y="110"/>
                      </a:cubicBezTo>
                      <a:cubicBezTo>
                        <a:pt x="187" y="106"/>
                        <a:pt x="187" y="106"/>
                        <a:pt x="187" y="106"/>
                      </a:cubicBezTo>
                      <a:cubicBezTo>
                        <a:pt x="185" y="101"/>
                        <a:pt x="185" y="101"/>
                        <a:pt x="185" y="101"/>
                      </a:cubicBezTo>
                      <a:cubicBezTo>
                        <a:pt x="189" y="100"/>
                        <a:pt x="189" y="100"/>
                        <a:pt x="189" y="100"/>
                      </a:cubicBezTo>
                      <a:cubicBezTo>
                        <a:pt x="189" y="95"/>
                        <a:pt x="189" y="95"/>
                        <a:pt x="189" y="95"/>
                      </a:cubicBezTo>
                      <a:cubicBezTo>
                        <a:pt x="191" y="85"/>
                        <a:pt x="191" y="85"/>
                        <a:pt x="191" y="85"/>
                      </a:cubicBezTo>
                      <a:cubicBezTo>
                        <a:pt x="187" y="84"/>
                        <a:pt x="187" y="84"/>
                        <a:pt x="187" y="84"/>
                      </a:cubicBezTo>
                      <a:cubicBezTo>
                        <a:pt x="182" y="80"/>
                        <a:pt x="182" y="80"/>
                        <a:pt x="182" y="80"/>
                      </a:cubicBezTo>
                      <a:cubicBezTo>
                        <a:pt x="177" y="78"/>
                        <a:pt x="177" y="78"/>
                        <a:pt x="177" y="78"/>
                      </a:cubicBezTo>
                      <a:cubicBezTo>
                        <a:pt x="172" y="78"/>
                        <a:pt x="172" y="78"/>
                        <a:pt x="172" y="78"/>
                      </a:cubicBezTo>
                      <a:cubicBezTo>
                        <a:pt x="169" y="76"/>
                        <a:pt x="169" y="76"/>
                        <a:pt x="169" y="76"/>
                      </a:cubicBezTo>
                      <a:cubicBezTo>
                        <a:pt x="169" y="71"/>
                        <a:pt x="169" y="71"/>
                        <a:pt x="169" y="71"/>
                      </a:cubicBezTo>
                      <a:cubicBezTo>
                        <a:pt x="170" y="61"/>
                        <a:pt x="170" y="61"/>
                        <a:pt x="170" y="61"/>
                      </a:cubicBezTo>
                      <a:cubicBezTo>
                        <a:pt x="167" y="57"/>
                        <a:pt x="167" y="57"/>
                        <a:pt x="167" y="57"/>
                      </a:cubicBezTo>
                      <a:cubicBezTo>
                        <a:pt x="165" y="56"/>
                        <a:pt x="165" y="56"/>
                        <a:pt x="165" y="56"/>
                      </a:cubicBezTo>
                      <a:cubicBezTo>
                        <a:pt x="163" y="59"/>
                        <a:pt x="163" y="59"/>
                        <a:pt x="163" y="59"/>
                      </a:cubicBezTo>
                      <a:cubicBezTo>
                        <a:pt x="161" y="61"/>
                        <a:pt x="161" y="61"/>
                        <a:pt x="161" y="61"/>
                      </a:cubicBezTo>
                      <a:cubicBezTo>
                        <a:pt x="158" y="60"/>
                        <a:pt x="158" y="60"/>
                        <a:pt x="158" y="60"/>
                      </a:cubicBezTo>
                      <a:cubicBezTo>
                        <a:pt x="157" y="53"/>
                        <a:pt x="157" y="53"/>
                        <a:pt x="157" y="53"/>
                      </a:cubicBezTo>
                      <a:cubicBezTo>
                        <a:pt x="159" y="36"/>
                        <a:pt x="159" y="36"/>
                        <a:pt x="159" y="36"/>
                      </a:cubicBezTo>
                      <a:cubicBezTo>
                        <a:pt x="158" y="35"/>
                        <a:pt x="158" y="35"/>
                        <a:pt x="158" y="35"/>
                      </a:cubicBezTo>
                      <a:cubicBezTo>
                        <a:pt x="151" y="36"/>
                        <a:pt x="151" y="36"/>
                        <a:pt x="151" y="36"/>
                      </a:cubicBezTo>
                      <a:cubicBezTo>
                        <a:pt x="154" y="32"/>
                        <a:pt x="154" y="32"/>
                        <a:pt x="154" y="32"/>
                      </a:cubicBezTo>
                      <a:cubicBezTo>
                        <a:pt x="152" y="29"/>
                        <a:pt x="152" y="29"/>
                        <a:pt x="152" y="29"/>
                      </a:cubicBezTo>
                      <a:cubicBezTo>
                        <a:pt x="147" y="32"/>
                        <a:pt x="147" y="32"/>
                        <a:pt x="147" y="32"/>
                      </a:cubicBezTo>
                      <a:cubicBezTo>
                        <a:pt x="142" y="30"/>
                        <a:pt x="142" y="30"/>
                        <a:pt x="142" y="30"/>
                      </a:cubicBezTo>
                      <a:cubicBezTo>
                        <a:pt x="137" y="32"/>
                        <a:pt x="137" y="32"/>
                        <a:pt x="137" y="32"/>
                      </a:cubicBezTo>
                      <a:cubicBezTo>
                        <a:pt x="132" y="28"/>
                        <a:pt x="132" y="28"/>
                        <a:pt x="132" y="28"/>
                      </a:cubicBezTo>
                      <a:cubicBezTo>
                        <a:pt x="126" y="27"/>
                        <a:pt x="126" y="27"/>
                        <a:pt x="126" y="27"/>
                      </a:cubicBezTo>
                      <a:cubicBezTo>
                        <a:pt x="125" y="24"/>
                        <a:pt x="125" y="24"/>
                        <a:pt x="125" y="24"/>
                      </a:cubicBezTo>
                      <a:cubicBezTo>
                        <a:pt x="131" y="20"/>
                        <a:pt x="131" y="20"/>
                        <a:pt x="131" y="20"/>
                      </a:cubicBezTo>
                      <a:cubicBezTo>
                        <a:pt x="131" y="17"/>
                        <a:pt x="131" y="17"/>
                        <a:pt x="131" y="17"/>
                      </a:cubicBezTo>
                      <a:cubicBezTo>
                        <a:pt x="130" y="12"/>
                        <a:pt x="130" y="12"/>
                        <a:pt x="130" y="12"/>
                      </a:cubicBezTo>
                      <a:cubicBezTo>
                        <a:pt x="126" y="5"/>
                        <a:pt x="126" y="5"/>
                        <a:pt x="126" y="5"/>
                      </a:cubicBezTo>
                      <a:cubicBezTo>
                        <a:pt x="122" y="0"/>
                        <a:pt x="122" y="0"/>
                        <a:pt x="122" y="0"/>
                      </a:cubicBezTo>
                      <a:cubicBezTo>
                        <a:pt x="116" y="2"/>
                        <a:pt x="116" y="2"/>
                        <a:pt x="116" y="2"/>
                      </a:cubicBezTo>
                      <a:cubicBezTo>
                        <a:pt x="115" y="6"/>
                        <a:pt x="115" y="6"/>
                        <a:pt x="115" y="6"/>
                      </a:cubicBezTo>
                      <a:cubicBezTo>
                        <a:pt x="112" y="8"/>
                        <a:pt x="112" y="8"/>
                        <a:pt x="112" y="8"/>
                      </a:cubicBezTo>
                      <a:cubicBezTo>
                        <a:pt x="104" y="13"/>
                        <a:pt x="104" y="13"/>
                        <a:pt x="104" y="13"/>
                      </a:cubicBezTo>
                      <a:cubicBezTo>
                        <a:pt x="100" y="16"/>
                        <a:pt x="100" y="16"/>
                        <a:pt x="100" y="16"/>
                      </a:cubicBezTo>
                      <a:cubicBezTo>
                        <a:pt x="96" y="15"/>
                        <a:pt x="96" y="15"/>
                        <a:pt x="96" y="15"/>
                      </a:cubicBezTo>
                      <a:cubicBezTo>
                        <a:pt x="92" y="17"/>
                        <a:pt x="92" y="17"/>
                        <a:pt x="92" y="17"/>
                      </a:cubicBezTo>
                      <a:cubicBezTo>
                        <a:pt x="89" y="13"/>
                        <a:pt x="89" y="13"/>
                        <a:pt x="89" y="13"/>
                      </a:cubicBezTo>
                      <a:cubicBezTo>
                        <a:pt x="88" y="16"/>
                        <a:pt x="88" y="16"/>
                        <a:pt x="88" y="16"/>
                      </a:cubicBezTo>
                      <a:cubicBezTo>
                        <a:pt x="91" y="22"/>
                        <a:pt x="91" y="22"/>
                        <a:pt x="91" y="22"/>
                      </a:cubicBezTo>
                      <a:cubicBezTo>
                        <a:pt x="99" y="24"/>
                        <a:pt x="99" y="24"/>
                        <a:pt x="99" y="24"/>
                      </a:cubicBezTo>
                      <a:cubicBezTo>
                        <a:pt x="101" y="27"/>
                        <a:pt x="101" y="27"/>
                        <a:pt x="101" y="27"/>
                      </a:cubicBezTo>
                      <a:cubicBezTo>
                        <a:pt x="97" y="30"/>
                        <a:pt x="97" y="30"/>
                        <a:pt x="97" y="30"/>
                      </a:cubicBezTo>
                      <a:cubicBezTo>
                        <a:pt x="97" y="33"/>
                        <a:pt x="97" y="33"/>
                        <a:pt x="97" y="33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0" y="40"/>
                        <a:pt x="100" y="40"/>
                        <a:pt x="100" y="40"/>
                      </a:cubicBezTo>
                      <a:cubicBezTo>
                        <a:pt x="97" y="42"/>
                        <a:pt x="97" y="42"/>
                        <a:pt x="97" y="42"/>
                      </a:cubicBezTo>
                      <a:cubicBezTo>
                        <a:pt x="99" y="46"/>
                        <a:pt x="99" y="46"/>
                        <a:pt x="99" y="46"/>
                      </a:cubicBezTo>
                      <a:cubicBezTo>
                        <a:pt x="96" y="47"/>
                        <a:pt x="96" y="47"/>
                        <a:pt x="96" y="47"/>
                      </a:cubicBezTo>
                      <a:cubicBezTo>
                        <a:pt x="92" y="49"/>
                        <a:pt x="92" y="49"/>
                        <a:pt x="92" y="49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88" y="45"/>
                        <a:pt x="88" y="45"/>
                        <a:pt x="88" y="45"/>
                      </a:cubicBezTo>
                      <a:cubicBezTo>
                        <a:pt x="78" y="53"/>
                        <a:pt x="78" y="53"/>
                        <a:pt x="78" y="53"/>
                      </a:cubicBezTo>
                      <a:cubicBezTo>
                        <a:pt x="70" y="59"/>
                        <a:pt x="70" y="59"/>
                        <a:pt x="70" y="59"/>
                      </a:cubicBezTo>
                      <a:cubicBezTo>
                        <a:pt x="72" y="65"/>
                        <a:pt x="72" y="65"/>
                        <a:pt x="72" y="65"/>
                      </a:cubicBezTo>
                      <a:cubicBezTo>
                        <a:pt x="73" y="71"/>
                        <a:pt x="73" y="71"/>
                        <a:pt x="73" y="71"/>
                      </a:cubicBezTo>
                      <a:cubicBezTo>
                        <a:pt x="63" y="74"/>
                        <a:pt x="63" y="74"/>
                        <a:pt x="63" y="74"/>
                      </a:cubicBezTo>
                      <a:cubicBezTo>
                        <a:pt x="45" y="74"/>
                        <a:pt x="45" y="74"/>
                        <a:pt x="45" y="74"/>
                      </a:cubicBezTo>
                      <a:cubicBezTo>
                        <a:pt x="32" y="75"/>
                        <a:pt x="32" y="75"/>
                        <a:pt x="32" y="75"/>
                      </a:cubicBezTo>
                      <a:cubicBezTo>
                        <a:pt x="14" y="72"/>
                        <a:pt x="14" y="72"/>
                        <a:pt x="14" y="72"/>
                      </a:cubicBezTo>
                      <a:cubicBezTo>
                        <a:pt x="9" y="77"/>
                        <a:pt x="9" y="77"/>
                        <a:pt x="9" y="77"/>
                      </a:cubicBezTo>
                      <a:cubicBezTo>
                        <a:pt x="8" y="76"/>
                        <a:pt x="7" y="76"/>
                        <a:pt x="6" y="75"/>
                      </a:cubicBezTo>
                      <a:cubicBezTo>
                        <a:pt x="6" y="116"/>
                        <a:pt x="6" y="116"/>
                        <a:pt x="6" y="116"/>
                      </a:cubicBezTo>
                      <a:cubicBezTo>
                        <a:pt x="6" y="141"/>
                        <a:pt x="6" y="141"/>
                        <a:pt x="6" y="141"/>
                      </a:cubicBezTo>
                      <a:cubicBezTo>
                        <a:pt x="14" y="153"/>
                        <a:pt x="14" y="153"/>
                        <a:pt x="14" y="153"/>
                      </a:cubicBezTo>
                      <a:cubicBezTo>
                        <a:pt x="14" y="154"/>
                        <a:pt x="14" y="155"/>
                        <a:pt x="14" y="155"/>
                      </a:cubicBezTo>
                      <a:cubicBezTo>
                        <a:pt x="14" y="155"/>
                        <a:pt x="15" y="155"/>
                        <a:pt x="16" y="156"/>
                      </a:cubicBezTo>
                      <a:cubicBezTo>
                        <a:pt x="27" y="173"/>
                        <a:pt x="27" y="173"/>
                        <a:pt x="27" y="173"/>
                      </a:cubicBezTo>
                      <a:cubicBezTo>
                        <a:pt x="48" y="173"/>
                        <a:pt x="48" y="173"/>
                        <a:pt x="48" y="173"/>
                      </a:cubicBezTo>
                      <a:cubicBezTo>
                        <a:pt x="48" y="173"/>
                        <a:pt x="49" y="174"/>
                        <a:pt x="50" y="175"/>
                      </a:cubicBezTo>
                      <a:cubicBezTo>
                        <a:pt x="59" y="201"/>
                        <a:pt x="59" y="201"/>
                        <a:pt x="59" y="201"/>
                      </a:cubicBezTo>
                      <a:cubicBezTo>
                        <a:pt x="59" y="205"/>
                        <a:pt x="60" y="208"/>
                        <a:pt x="60" y="211"/>
                      </a:cubicBezTo>
                      <a:cubicBezTo>
                        <a:pt x="60" y="229"/>
                        <a:pt x="60" y="229"/>
                        <a:pt x="60" y="229"/>
                      </a:cubicBezTo>
                      <a:cubicBezTo>
                        <a:pt x="60" y="237"/>
                        <a:pt x="60" y="237"/>
                        <a:pt x="60" y="237"/>
                      </a:cubicBezTo>
                      <a:cubicBezTo>
                        <a:pt x="76" y="232"/>
                        <a:pt x="76" y="232"/>
                        <a:pt x="76" y="232"/>
                      </a:cubicBezTo>
                      <a:cubicBezTo>
                        <a:pt x="92" y="226"/>
                        <a:pt x="92" y="226"/>
                        <a:pt x="92" y="226"/>
                      </a:cubicBezTo>
                      <a:cubicBezTo>
                        <a:pt x="103" y="205"/>
                        <a:pt x="103" y="205"/>
                        <a:pt x="103" y="205"/>
                      </a:cubicBezTo>
                      <a:cubicBezTo>
                        <a:pt x="138" y="205"/>
                        <a:pt x="138" y="205"/>
                        <a:pt x="138" y="205"/>
                      </a:cubicBezTo>
                      <a:cubicBezTo>
                        <a:pt x="146" y="205"/>
                        <a:pt x="146" y="205"/>
                        <a:pt x="146" y="205"/>
                      </a:cubicBezTo>
                      <a:cubicBezTo>
                        <a:pt x="146" y="184"/>
                        <a:pt x="146" y="184"/>
                        <a:pt x="146" y="184"/>
                      </a:cubicBezTo>
                      <a:cubicBezTo>
                        <a:pt x="178" y="184"/>
                        <a:pt x="178" y="184"/>
                        <a:pt x="178" y="184"/>
                      </a:cubicBezTo>
                      <a:cubicBezTo>
                        <a:pt x="189" y="173"/>
                        <a:pt x="189" y="173"/>
                        <a:pt x="189" y="173"/>
                      </a:cubicBezTo>
                      <a:cubicBezTo>
                        <a:pt x="210" y="170"/>
                        <a:pt x="210" y="170"/>
                        <a:pt x="210" y="170"/>
                      </a:cubicBezTo>
                      <a:cubicBezTo>
                        <a:pt x="209" y="163"/>
                        <a:pt x="209" y="163"/>
                        <a:pt x="209" y="163"/>
                      </a:cubicBezTo>
                      <a:cubicBezTo>
                        <a:pt x="213" y="159"/>
                        <a:pt x="213" y="159"/>
                        <a:pt x="213" y="159"/>
                      </a:cubicBezTo>
                      <a:cubicBezTo>
                        <a:pt x="217" y="156"/>
                        <a:pt x="217" y="156"/>
                        <a:pt x="217" y="156"/>
                      </a:cubicBezTo>
                      <a:cubicBezTo>
                        <a:pt x="219" y="147"/>
                        <a:pt x="219" y="147"/>
                        <a:pt x="219" y="147"/>
                      </a:cubicBezTo>
                      <a:cubicBezTo>
                        <a:pt x="225" y="144"/>
                        <a:pt x="225" y="144"/>
                        <a:pt x="225" y="144"/>
                      </a:cubicBezTo>
                      <a:cubicBezTo>
                        <a:pt x="225" y="141"/>
                        <a:pt x="225" y="141"/>
                        <a:pt x="225" y="141"/>
                      </a:cubicBezTo>
                      <a:cubicBezTo>
                        <a:pt x="228" y="137"/>
                        <a:pt x="228" y="137"/>
                        <a:pt x="228" y="137"/>
                      </a:cubicBezTo>
                      <a:cubicBezTo>
                        <a:pt x="229" y="133"/>
                        <a:pt x="229" y="133"/>
                        <a:pt x="229" y="133"/>
                      </a:cubicBezTo>
                      <a:cubicBezTo>
                        <a:pt x="232" y="129"/>
                        <a:pt x="232" y="129"/>
                        <a:pt x="232" y="129"/>
                      </a:cubicBezTo>
                      <a:cubicBezTo>
                        <a:pt x="231" y="124"/>
                        <a:pt x="231" y="124"/>
                        <a:pt x="231" y="124"/>
                      </a:cubicBezTo>
                      <a:close/>
                    </a:path>
                  </a:pathLst>
                </a:custGeom>
                <a:grpFill/>
                <a:ln w="127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>
                    <a:latin typeface="Calibri" pitchFamily="34" charset="0"/>
                    <a:cs typeface="Calibri" pitchFamily="34" charset="0"/>
                  </a:endParaRPr>
                </a:p>
              </p:txBody>
            </p:sp>
          </p:grpSp>
        </p:grpSp>
        <p:grpSp>
          <p:nvGrpSpPr>
            <p:cNvPr id="9" name="Group 474">
              <a:extLst>
                <a:ext uri="{FF2B5EF4-FFF2-40B4-BE49-F238E27FC236}">
                  <a16:creationId xmlns:a16="http://schemas.microsoft.com/office/drawing/2014/main" id="{961C134E-014D-4BB0-89A7-317C9F4D39B8}"/>
                </a:ext>
              </a:extLst>
            </p:cNvPr>
            <p:cNvGrpSpPr>
              <a:grpSpLocks/>
            </p:cNvGrpSpPr>
            <p:nvPr userDrawn="1"/>
          </p:nvGrpSpPr>
          <p:grpSpPr bwMode="auto">
            <a:xfrm>
              <a:off x="1302141" y="1845362"/>
              <a:ext cx="1375511" cy="1673251"/>
              <a:chOff x="2518" y="1174"/>
              <a:chExt cx="559" cy="680"/>
            </a:xfrm>
          </p:grpSpPr>
          <p:sp>
            <p:nvSpPr>
              <p:cNvPr id="11" name="Oval 475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36591D66-2DC2-4C94-83A1-DA6663358F6C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2968" y="1432"/>
                <a:ext cx="33" cy="33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 w="12700">
                <a:noFill/>
                <a:round/>
                <a:headEnd/>
                <a:tailEnd/>
              </a:ln>
              <a:effectLst>
                <a:outerShdw blurRad="38100" dist="254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 vert="horz" wrap="none" lIns="90000" tIns="90000" rIns="72000" bIns="9000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 sz="600" b="0" dirty="0">
                  <a:solidFill>
                    <a:schemeClr val="bg2"/>
                  </a:solidFill>
                  <a:latin typeface="+mn-lt"/>
                  <a:cs typeface="Calibri" pitchFamily="34" charset="0"/>
                </a:endParaRPr>
              </a:p>
            </p:txBody>
          </p:sp>
          <p:sp>
            <p:nvSpPr>
              <p:cNvPr id="12" name="Oval 476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06F9F03C-A966-4504-B5C4-AF12A747F4BA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2962" y="1750"/>
                <a:ext cx="33" cy="33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 w="12700">
                <a:noFill/>
                <a:round/>
                <a:headEnd/>
                <a:tailEnd/>
              </a:ln>
              <a:effectLst>
                <a:outerShdw blurRad="38100" dist="254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 vert="horz" wrap="none" lIns="90000" tIns="90000" rIns="72000" bIns="9000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 sz="600" b="0" dirty="0">
                  <a:solidFill>
                    <a:schemeClr val="bg2"/>
                  </a:solidFill>
                  <a:latin typeface="+mn-lt"/>
                  <a:cs typeface="Calibri" pitchFamily="34" charset="0"/>
                </a:endParaRPr>
              </a:p>
            </p:txBody>
          </p:sp>
          <p:sp>
            <p:nvSpPr>
              <p:cNvPr id="13" name="Oval 477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52282C66-E58F-4737-9366-D6F39CB34A3C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2646" y="1420"/>
                <a:ext cx="33" cy="33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 w="12700">
                <a:noFill/>
                <a:round/>
                <a:headEnd/>
                <a:tailEnd/>
              </a:ln>
              <a:effectLst>
                <a:outerShdw blurRad="38100" dist="254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 vert="horz" wrap="none" lIns="90000" tIns="90000" rIns="72000" bIns="9000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 sz="600" b="0" dirty="0">
                  <a:solidFill>
                    <a:schemeClr val="bg2"/>
                  </a:solidFill>
                  <a:latin typeface="+mn-lt"/>
                  <a:cs typeface="Calibri" pitchFamily="34" charset="0"/>
                </a:endParaRPr>
              </a:p>
            </p:txBody>
          </p:sp>
          <p:sp>
            <p:nvSpPr>
              <p:cNvPr id="14" name="Oval 478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B56721B3-7E37-4C31-B498-FDA774720B75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2540" y="1821"/>
                <a:ext cx="33" cy="33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 w="12700">
                <a:noFill/>
                <a:round/>
                <a:headEnd/>
                <a:tailEnd/>
              </a:ln>
              <a:effectLst>
                <a:outerShdw blurRad="38100" dist="254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 vert="horz" wrap="none" lIns="90000" tIns="90000" rIns="72000" bIns="9000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 sz="600" b="0" dirty="0">
                  <a:solidFill>
                    <a:schemeClr val="bg2"/>
                  </a:solidFill>
                  <a:latin typeface="+mn-lt"/>
                  <a:cs typeface="Calibri" pitchFamily="34" charset="0"/>
                </a:endParaRPr>
              </a:p>
            </p:txBody>
          </p:sp>
          <p:sp>
            <p:nvSpPr>
              <p:cNvPr id="15" name="Text Box 479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F6C552F8-FB30-434A-B399-BDC8C40387E0}"/>
                  </a:ext>
                </a:extLst>
              </p:cNvPr>
              <p:cNvSpPr txBox="1">
                <a:spLocks noChangeArrowheads="1"/>
              </p:cNvSpPr>
              <p:nvPr/>
            </p:nvSpPr>
            <p:spPr bwMode="gray">
              <a:xfrm>
                <a:off x="2588" y="1458"/>
                <a:ext cx="106" cy="3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vert="horz" wrap="none" lIns="0" tIns="0" rIns="0" bIns="0" numCol="1" anchor="ctr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600" b="0" i="0" u="none" strike="noStrike" cap="none" normalizeH="0" baseline="0" dirty="0">
                    <a:ln>
                      <a:noFill/>
                    </a:ln>
                    <a:solidFill>
                      <a:schemeClr val="bg2"/>
                    </a:solidFill>
                    <a:effectLst/>
                    <a:latin typeface="+mn-lt"/>
                    <a:cs typeface="Calibri" pitchFamily="34" charset="0"/>
                  </a:rPr>
                  <a:t>London</a:t>
                </a:r>
              </a:p>
            </p:txBody>
          </p:sp>
          <p:sp>
            <p:nvSpPr>
              <p:cNvPr id="16" name="Text Box 480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51B7A2B5-D96A-4ABA-A7CC-6944C7D8DB61}"/>
                  </a:ext>
                </a:extLst>
              </p:cNvPr>
              <p:cNvSpPr txBox="1">
                <a:spLocks noChangeArrowheads="1"/>
              </p:cNvSpPr>
              <p:nvPr/>
            </p:nvSpPr>
            <p:spPr bwMode="gray">
              <a:xfrm>
                <a:off x="2880" y="1427"/>
                <a:ext cx="81" cy="3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vert="horz" wrap="none" lIns="0" tIns="0" rIns="0" bIns="0" numCol="1" anchor="ctr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600" b="0" i="0" u="none" strike="noStrike" cap="none" normalizeH="0" baseline="0" dirty="0">
                    <a:ln>
                      <a:noFill/>
                    </a:ln>
                    <a:solidFill>
                      <a:schemeClr val="bg2"/>
                    </a:solidFill>
                    <a:effectLst/>
                    <a:latin typeface="+mn-lt"/>
                    <a:cs typeface="Calibri" pitchFamily="34" charset="0"/>
                  </a:rPr>
                  <a:t>Berlin</a:t>
                </a:r>
              </a:p>
            </p:txBody>
          </p:sp>
          <p:sp>
            <p:nvSpPr>
              <p:cNvPr id="17" name="Text Box 481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54139759-BF95-43C3-BF7C-2CF8DB920A2C}"/>
                  </a:ext>
                </a:extLst>
              </p:cNvPr>
              <p:cNvSpPr txBox="1">
                <a:spLocks noChangeArrowheads="1"/>
              </p:cNvSpPr>
              <p:nvPr/>
            </p:nvSpPr>
            <p:spPr bwMode="gray">
              <a:xfrm>
                <a:off x="2518" y="1779"/>
                <a:ext cx="96" cy="3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vert="horz" wrap="none" lIns="0" tIns="0" rIns="0" bIns="0" numCol="1" anchor="ctr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600" b="0" i="0" u="none" strike="noStrike" cap="none" normalizeH="0" baseline="0" dirty="0">
                    <a:ln>
                      <a:noFill/>
                    </a:ln>
                    <a:solidFill>
                      <a:schemeClr val="bg2"/>
                    </a:solidFill>
                    <a:effectLst/>
                    <a:latin typeface="+mn-lt"/>
                    <a:cs typeface="Calibri" pitchFamily="34" charset="0"/>
                  </a:rPr>
                  <a:t>Madrid</a:t>
                </a:r>
              </a:p>
            </p:txBody>
          </p:sp>
          <p:sp>
            <p:nvSpPr>
              <p:cNvPr id="18" name="Text Box 482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A22B3958-A2D5-416A-89AF-1110700555D7}"/>
                  </a:ext>
                </a:extLst>
              </p:cNvPr>
              <p:cNvSpPr txBox="1">
                <a:spLocks noChangeArrowheads="1"/>
              </p:cNvSpPr>
              <p:nvPr/>
            </p:nvSpPr>
            <p:spPr bwMode="gray">
              <a:xfrm>
                <a:off x="2940" y="1715"/>
                <a:ext cx="66" cy="3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vert="horz" wrap="none" lIns="0" tIns="0" rIns="0" bIns="0" numCol="1" anchor="ctr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600" b="0" i="0" u="none" strike="noStrike" cap="none" normalizeH="0" baseline="0" dirty="0">
                    <a:ln>
                      <a:noFill/>
                    </a:ln>
                    <a:solidFill>
                      <a:schemeClr val="bg2"/>
                    </a:solidFill>
                    <a:effectLst/>
                    <a:latin typeface="+mn-lt"/>
                    <a:cs typeface="Calibri" pitchFamily="34" charset="0"/>
                  </a:rPr>
                  <a:t>Rom</a:t>
                </a:r>
              </a:p>
            </p:txBody>
          </p:sp>
          <p:sp>
            <p:nvSpPr>
              <p:cNvPr id="19" name="Oval 483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544852C1-1A9B-4298-969F-8CCA1F0A3D3D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2714" y="1607"/>
                <a:ext cx="33" cy="33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 w="12700">
                <a:noFill/>
                <a:round/>
                <a:headEnd/>
                <a:tailEnd/>
              </a:ln>
              <a:effectLst>
                <a:outerShdw blurRad="38100" dist="254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 vert="horz" wrap="none" lIns="90000" tIns="90000" rIns="72000" bIns="9000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 sz="600" b="0" dirty="0">
                  <a:solidFill>
                    <a:schemeClr val="bg2"/>
                  </a:solidFill>
                  <a:latin typeface="+mn-lt"/>
                  <a:cs typeface="Calibri" pitchFamily="34" charset="0"/>
                </a:endParaRPr>
              </a:p>
            </p:txBody>
          </p:sp>
          <p:sp>
            <p:nvSpPr>
              <p:cNvPr id="20" name="Oval 484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B8BD2101-803D-4A99-8074-511821DE38BC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2937" y="1537"/>
                <a:ext cx="33" cy="33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 w="12700">
                <a:noFill/>
                <a:round/>
                <a:headEnd/>
                <a:tailEnd/>
              </a:ln>
              <a:effectLst>
                <a:outerShdw blurRad="38100" dist="254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 vert="horz" wrap="none" lIns="90000" tIns="90000" rIns="72000" bIns="9000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 sz="600" b="0" dirty="0">
                  <a:solidFill>
                    <a:schemeClr val="bg2"/>
                  </a:solidFill>
                  <a:latin typeface="+mn-lt"/>
                  <a:cs typeface="Calibri" pitchFamily="34" charset="0"/>
                </a:endParaRPr>
              </a:p>
            </p:txBody>
          </p:sp>
          <p:sp>
            <p:nvSpPr>
              <p:cNvPr id="21" name="Oval 485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692EED0C-F606-4502-A895-6FB7E5AB6AF6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3044" y="1215"/>
                <a:ext cx="33" cy="33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 w="12700">
                <a:noFill/>
                <a:round/>
                <a:headEnd/>
                <a:tailEnd/>
              </a:ln>
              <a:effectLst>
                <a:outerShdw blurRad="38100" dist="254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 vert="horz" wrap="none" lIns="90000" tIns="90000" rIns="72000" bIns="9000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 sz="600" b="0" dirty="0">
                  <a:solidFill>
                    <a:schemeClr val="bg2"/>
                  </a:solidFill>
                  <a:latin typeface="+mn-lt"/>
                  <a:cs typeface="Calibri" pitchFamily="34" charset="0"/>
                </a:endParaRPr>
              </a:p>
            </p:txBody>
          </p:sp>
          <p:sp>
            <p:nvSpPr>
              <p:cNvPr id="22" name="Text Box 486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51A6C45C-86B5-49F8-9CBB-949E454C36FA}"/>
                  </a:ext>
                </a:extLst>
              </p:cNvPr>
              <p:cNvSpPr txBox="1">
                <a:spLocks noChangeArrowheads="1"/>
              </p:cNvSpPr>
              <p:nvPr/>
            </p:nvSpPr>
            <p:spPr bwMode="gray">
              <a:xfrm>
                <a:off x="2636" y="1605"/>
                <a:ext cx="72" cy="3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vert="horz" wrap="none" lIns="0" tIns="0" rIns="0" bIns="0" numCol="1" anchor="ctr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600" b="0" i="0" u="none" strike="noStrike" cap="none" normalizeH="0" baseline="0" dirty="0">
                    <a:ln>
                      <a:noFill/>
                    </a:ln>
                    <a:solidFill>
                      <a:schemeClr val="bg2"/>
                    </a:solidFill>
                    <a:effectLst/>
                    <a:latin typeface="+mn-lt"/>
                    <a:cs typeface="Calibri" pitchFamily="34" charset="0"/>
                  </a:rPr>
                  <a:t>Paris</a:t>
                </a:r>
              </a:p>
            </p:txBody>
          </p:sp>
          <p:sp>
            <p:nvSpPr>
              <p:cNvPr id="23" name="Text Box 487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2C893563-EDD6-4145-A34A-FBAD04DB97B7}"/>
                  </a:ext>
                </a:extLst>
              </p:cNvPr>
              <p:cNvSpPr txBox="1">
                <a:spLocks noChangeArrowheads="1"/>
              </p:cNvSpPr>
              <p:nvPr/>
            </p:nvSpPr>
            <p:spPr bwMode="gray">
              <a:xfrm>
                <a:off x="2928" y="1174"/>
                <a:ext cx="147" cy="3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vert="horz" wrap="none" lIns="0" tIns="0" rIns="0" bIns="0" numCol="1" anchor="ctr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600" b="0" i="0" u="none" strike="noStrike" cap="none" normalizeH="0" baseline="0" dirty="0">
                    <a:ln>
                      <a:noFill/>
                    </a:ln>
                    <a:solidFill>
                      <a:schemeClr val="bg2"/>
                    </a:solidFill>
                    <a:effectLst/>
                    <a:latin typeface="+mn-lt"/>
                    <a:cs typeface="Calibri" pitchFamily="34" charset="0"/>
                  </a:rPr>
                  <a:t>Stockholm</a:t>
                </a:r>
              </a:p>
            </p:txBody>
          </p:sp>
          <p:sp>
            <p:nvSpPr>
              <p:cNvPr id="24" name="Text Box 488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7F33649D-2E4A-419E-97E2-683599A21D29}"/>
                  </a:ext>
                </a:extLst>
              </p:cNvPr>
              <p:cNvSpPr txBox="1">
                <a:spLocks noChangeArrowheads="1"/>
              </p:cNvSpPr>
              <p:nvPr/>
            </p:nvSpPr>
            <p:spPr bwMode="gray">
              <a:xfrm>
                <a:off x="2830" y="1534"/>
                <a:ext cx="102" cy="3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vert="horz" wrap="none" lIns="0" tIns="0" rIns="0" bIns="0" numCol="1" anchor="ctr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600" b="0" i="0" u="none" strike="noStrike" cap="none" normalizeH="0" baseline="0" dirty="0">
                    <a:ln>
                      <a:noFill/>
                    </a:ln>
                    <a:solidFill>
                      <a:schemeClr val="bg2"/>
                    </a:solidFill>
                    <a:effectLst/>
                    <a:latin typeface="+mn-lt"/>
                    <a:cs typeface="Calibri" pitchFamily="34" charset="0"/>
                  </a:rPr>
                  <a:t>Munich</a:t>
                </a:r>
              </a:p>
            </p:txBody>
          </p:sp>
        </p:grpSp>
      </p:grpSp>
      <p:sp>
        <p:nvSpPr>
          <p:cNvPr id="260" name="Oval 489" descr="© INSCALE GmbH, 05.05.2010&#10;http://www.presentationload.com/">
            <a:extLst>
              <a:ext uri="{FF2B5EF4-FFF2-40B4-BE49-F238E27FC236}">
                <a16:creationId xmlns:a16="http://schemas.microsoft.com/office/drawing/2014/main" id="{BBCD7358-444B-4A3F-A9B6-1D6CF8AA8CDE}"/>
              </a:ext>
            </a:extLst>
          </p:cNvPr>
          <p:cNvSpPr>
            <a:spLocks noChangeArrowheads="1"/>
          </p:cNvSpPr>
          <p:nvPr userDrawn="1"/>
        </p:nvSpPr>
        <p:spPr bwMode="gray">
          <a:xfrm>
            <a:off x="251578" y="873840"/>
            <a:ext cx="3564338" cy="3559210"/>
          </a:xfrm>
          <a:prstGeom prst="ellipse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>
              <a:latin typeface="Calibri" pitchFamily="34" charset="0"/>
              <a:cs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35406513"/>
      </p:ext>
    </p:extLst>
  </p:cSld>
  <p:clrMapOvr>
    <a:masterClrMapping/>
  </p:clrMapOvr>
  <p:transition spd="slow">
    <p:fade/>
  </p:transition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World Map | Germany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" name="Rechteck 193">
            <a:extLst>
              <a:ext uri="{FF2B5EF4-FFF2-40B4-BE49-F238E27FC236}">
                <a16:creationId xmlns:a16="http://schemas.microsoft.com/office/drawing/2014/main" id="{2121F11C-02B0-45CD-8F0D-8B2775C3728D}"/>
              </a:ext>
            </a:extLst>
          </p:cNvPr>
          <p:cNvSpPr/>
          <p:nvPr/>
        </p:nvSpPr>
        <p:spPr>
          <a:xfrm>
            <a:off x="3846241" y="657053"/>
            <a:ext cx="1722103" cy="3975519"/>
          </a:xfrm>
          <a:prstGeom prst="rect">
            <a:avLst/>
          </a:prstGeom>
          <a:gradFill flip="none" rotWithShape="1">
            <a:gsLst>
              <a:gs pos="0">
                <a:schemeClr val="tx1">
                  <a:alpha val="0"/>
                </a:schemeClr>
              </a:gs>
              <a:gs pos="18320">
                <a:srgbClr val="004182">
                  <a:alpha val="30000"/>
                </a:srgbClr>
              </a:gs>
              <a:gs pos="40000">
                <a:schemeClr val="tx1"/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 fontAlgn="auto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</a:pPr>
            <a:endParaRPr lang="en-GB" sz="1400" dirty="0">
              <a:solidFill>
                <a:schemeClr val="bg1"/>
              </a:solidFill>
            </a:endParaRPr>
          </a:p>
        </p:txBody>
      </p:sp>
      <p:grpSp>
        <p:nvGrpSpPr>
          <p:cNvPr id="231" name="Gruppieren 230">
            <a:extLst>
              <a:ext uri="{FF2B5EF4-FFF2-40B4-BE49-F238E27FC236}">
                <a16:creationId xmlns:a16="http://schemas.microsoft.com/office/drawing/2014/main" id="{B22DAA00-6C8E-435B-9576-B3F9300DE992}"/>
              </a:ext>
            </a:extLst>
          </p:cNvPr>
          <p:cNvGrpSpPr/>
          <p:nvPr userDrawn="1"/>
        </p:nvGrpSpPr>
        <p:grpSpPr>
          <a:xfrm>
            <a:off x="0" y="675181"/>
            <a:ext cx="5563463" cy="3957391"/>
            <a:chOff x="0" y="675181"/>
            <a:chExt cx="5563463" cy="3957391"/>
          </a:xfrm>
          <a:solidFill>
            <a:schemeClr val="bg1">
              <a:alpha val="40000"/>
            </a:schemeClr>
          </a:solidFill>
        </p:grpSpPr>
        <p:sp>
          <p:nvSpPr>
            <p:cNvPr id="203" name="Freihandform: Form 202">
              <a:extLst>
                <a:ext uri="{FF2B5EF4-FFF2-40B4-BE49-F238E27FC236}">
                  <a16:creationId xmlns:a16="http://schemas.microsoft.com/office/drawing/2014/main" id="{62C93274-2E55-4434-84C7-1898D66E6D68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0" y="2642682"/>
              <a:ext cx="1623007" cy="1983862"/>
            </a:xfrm>
            <a:custGeom>
              <a:avLst/>
              <a:gdLst>
                <a:gd name="connsiteX0" fmla="*/ 190214 w 1621454"/>
                <a:gd name="connsiteY0" fmla="*/ 0 h 1981964"/>
                <a:gd name="connsiteX1" fmla="*/ 196988 w 1621454"/>
                <a:gd name="connsiteY1" fmla="*/ 0 h 1981964"/>
                <a:gd name="connsiteX2" fmla="*/ 200374 w 1621454"/>
                <a:gd name="connsiteY2" fmla="*/ 9483 h 1981964"/>
                <a:gd name="connsiteX3" fmla="*/ 204438 w 1621454"/>
                <a:gd name="connsiteY3" fmla="*/ 14902 h 1981964"/>
                <a:gd name="connsiteX4" fmla="*/ 204438 w 1621454"/>
                <a:gd name="connsiteY4" fmla="*/ 19644 h 1981964"/>
                <a:gd name="connsiteX5" fmla="*/ 204438 w 1621454"/>
                <a:gd name="connsiteY5" fmla="*/ 29804 h 1981964"/>
                <a:gd name="connsiteX6" fmla="*/ 212567 w 1621454"/>
                <a:gd name="connsiteY6" fmla="*/ 34546 h 1981964"/>
                <a:gd name="connsiteX7" fmla="*/ 216631 w 1621454"/>
                <a:gd name="connsiteY7" fmla="*/ 38610 h 1981964"/>
                <a:gd name="connsiteX8" fmla="*/ 219340 w 1621454"/>
                <a:gd name="connsiteY8" fmla="*/ 47416 h 1981964"/>
                <a:gd name="connsiteX9" fmla="*/ 222727 w 1621454"/>
                <a:gd name="connsiteY9" fmla="*/ 51480 h 1981964"/>
                <a:gd name="connsiteX10" fmla="*/ 217985 w 1621454"/>
                <a:gd name="connsiteY10" fmla="*/ 56221 h 1981964"/>
                <a:gd name="connsiteX11" fmla="*/ 210535 w 1621454"/>
                <a:gd name="connsiteY11" fmla="*/ 64350 h 1981964"/>
                <a:gd name="connsiteX12" fmla="*/ 217985 w 1621454"/>
                <a:gd name="connsiteY12" fmla="*/ 73833 h 1981964"/>
                <a:gd name="connsiteX13" fmla="*/ 222727 w 1621454"/>
                <a:gd name="connsiteY13" fmla="*/ 86703 h 1981964"/>
                <a:gd name="connsiteX14" fmla="*/ 222727 w 1621454"/>
                <a:gd name="connsiteY14" fmla="*/ 104314 h 1981964"/>
                <a:gd name="connsiteX15" fmla="*/ 229500 w 1621454"/>
                <a:gd name="connsiteY15" fmla="*/ 100250 h 1981964"/>
                <a:gd name="connsiteX16" fmla="*/ 233564 w 1621454"/>
                <a:gd name="connsiteY16" fmla="*/ 103637 h 1981964"/>
                <a:gd name="connsiteX17" fmla="*/ 245079 w 1621454"/>
                <a:gd name="connsiteY17" fmla="*/ 104314 h 1981964"/>
                <a:gd name="connsiteX18" fmla="*/ 245079 w 1621454"/>
                <a:gd name="connsiteY18" fmla="*/ 113120 h 1981964"/>
                <a:gd name="connsiteX19" fmla="*/ 251176 w 1621454"/>
                <a:gd name="connsiteY19" fmla="*/ 121248 h 1981964"/>
                <a:gd name="connsiteX20" fmla="*/ 259981 w 1621454"/>
                <a:gd name="connsiteY20" fmla="*/ 131409 h 1981964"/>
                <a:gd name="connsiteX21" fmla="*/ 259981 w 1621454"/>
                <a:gd name="connsiteY21" fmla="*/ 137505 h 1981964"/>
                <a:gd name="connsiteX22" fmla="*/ 267432 w 1621454"/>
                <a:gd name="connsiteY22" fmla="*/ 141569 h 1981964"/>
                <a:gd name="connsiteX23" fmla="*/ 272173 w 1621454"/>
                <a:gd name="connsiteY23" fmla="*/ 138860 h 1981964"/>
                <a:gd name="connsiteX24" fmla="*/ 276237 w 1621454"/>
                <a:gd name="connsiteY24" fmla="*/ 138860 h 1981964"/>
                <a:gd name="connsiteX25" fmla="*/ 290462 w 1621454"/>
                <a:gd name="connsiteY25" fmla="*/ 149697 h 1981964"/>
                <a:gd name="connsiteX26" fmla="*/ 297913 w 1621454"/>
                <a:gd name="connsiteY26" fmla="*/ 133441 h 1981964"/>
                <a:gd name="connsiteX27" fmla="*/ 301977 w 1621454"/>
                <a:gd name="connsiteY27" fmla="*/ 127344 h 1981964"/>
                <a:gd name="connsiteX28" fmla="*/ 309428 w 1621454"/>
                <a:gd name="connsiteY28" fmla="*/ 127344 h 1981964"/>
                <a:gd name="connsiteX29" fmla="*/ 315524 w 1621454"/>
                <a:gd name="connsiteY29" fmla="*/ 119893 h 1981964"/>
                <a:gd name="connsiteX30" fmla="*/ 335844 w 1621454"/>
                <a:gd name="connsiteY30" fmla="*/ 119216 h 1981964"/>
                <a:gd name="connsiteX31" fmla="*/ 342618 w 1621454"/>
                <a:gd name="connsiteY31" fmla="*/ 111088 h 1981964"/>
                <a:gd name="connsiteX32" fmla="*/ 348714 w 1621454"/>
                <a:gd name="connsiteY32" fmla="*/ 111088 h 1981964"/>
                <a:gd name="connsiteX33" fmla="*/ 358197 w 1621454"/>
                <a:gd name="connsiteY33" fmla="*/ 125990 h 1981964"/>
                <a:gd name="connsiteX34" fmla="*/ 362938 w 1621454"/>
                <a:gd name="connsiteY34" fmla="*/ 140214 h 1981964"/>
                <a:gd name="connsiteX35" fmla="*/ 366325 w 1621454"/>
                <a:gd name="connsiteY35" fmla="*/ 142924 h 1981964"/>
                <a:gd name="connsiteX36" fmla="*/ 373099 w 1621454"/>
                <a:gd name="connsiteY36" fmla="*/ 142246 h 1981964"/>
                <a:gd name="connsiteX37" fmla="*/ 377840 w 1621454"/>
                <a:gd name="connsiteY37" fmla="*/ 146311 h 1981964"/>
                <a:gd name="connsiteX38" fmla="*/ 377163 w 1621454"/>
                <a:gd name="connsiteY38" fmla="*/ 157148 h 1981964"/>
                <a:gd name="connsiteX39" fmla="*/ 373776 w 1621454"/>
                <a:gd name="connsiteY39" fmla="*/ 163922 h 1981964"/>
                <a:gd name="connsiteX40" fmla="*/ 373099 w 1621454"/>
                <a:gd name="connsiteY40" fmla="*/ 170018 h 1981964"/>
                <a:gd name="connsiteX41" fmla="*/ 377163 w 1621454"/>
                <a:gd name="connsiteY41" fmla="*/ 176792 h 1981964"/>
                <a:gd name="connsiteX42" fmla="*/ 381227 w 1621454"/>
                <a:gd name="connsiteY42" fmla="*/ 185598 h 1981964"/>
                <a:gd name="connsiteX43" fmla="*/ 383936 w 1621454"/>
                <a:gd name="connsiteY43" fmla="*/ 198467 h 1981964"/>
                <a:gd name="connsiteX44" fmla="*/ 383936 w 1621454"/>
                <a:gd name="connsiteY44" fmla="*/ 207273 h 1981964"/>
                <a:gd name="connsiteX45" fmla="*/ 392742 w 1621454"/>
                <a:gd name="connsiteY45" fmla="*/ 219466 h 1981964"/>
                <a:gd name="connsiteX46" fmla="*/ 398838 w 1621454"/>
                <a:gd name="connsiteY46" fmla="*/ 224207 h 1981964"/>
                <a:gd name="connsiteX47" fmla="*/ 407643 w 1621454"/>
                <a:gd name="connsiteY47" fmla="*/ 228271 h 1981964"/>
                <a:gd name="connsiteX48" fmla="*/ 416449 w 1621454"/>
                <a:gd name="connsiteY48" fmla="*/ 226917 h 1981964"/>
                <a:gd name="connsiteX49" fmla="*/ 421868 w 1621454"/>
                <a:gd name="connsiteY49" fmla="*/ 224207 h 1981964"/>
                <a:gd name="connsiteX50" fmla="*/ 427286 w 1621454"/>
                <a:gd name="connsiteY50" fmla="*/ 218111 h 1981964"/>
                <a:gd name="connsiteX51" fmla="*/ 438124 w 1621454"/>
                <a:gd name="connsiteY51" fmla="*/ 212015 h 1981964"/>
                <a:gd name="connsiteX52" fmla="*/ 445575 w 1621454"/>
                <a:gd name="connsiteY52" fmla="*/ 214724 h 1981964"/>
                <a:gd name="connsiteX53" fmla="*/ 442866 w 1621454"/>
                <a:gd name="connsiteY53" fmla="*/ 224207 h 1981964"/>
                <a:gd name="connsiteX54" fmla="*/ 439479 w 1621454"/>
                <a:gd name="connsiteY54" fmla="*/ 230981 h 1981964"/>
                <a:gd name="connsiteX55" fmla="*/ 447607 w 1621454"/>
                <a:gd name="connsiteY55" fmla="*/ 227594 h 1981964"/>
                <a:gd name="connsiteX56" fmla="*/ 459799 w 1621454"/>
                <a:gd name="connsiteY56" fmla="*/ 226239 h 1981964"/>
                <a:gd name="connsiteX57" fmla="*/ 466573 w 1621454"/>
                <a:gd name="connsiteY57" fmla="*/ 226917 h 1981964"/>
                <a:gd name="connsiteX58" fmla="*/ 480120 w 1621454"/>
                <a:gd name="connsiteY58" fmla="*/ 242496 h 1981964"/>
                <a:gd name="connsiteX59" fmla="*/ 480120 w 1621454"/>
                <a:gd name="connsiteY59" fmla="*/ 270945 h 1981964"/>
                <a:gd name="connsiteX60" fmla="*/ 476733 w 1621454"/>
                <a:gd name="connsiteY60" fmla="*/ 276364 h 1981964"/>
                <a:gd name="connsiteX61" fmla="*/ 489603 w 1621454"/>
                <a:gd name="connsiteY61" fmla="*/ 299395 h 1981964"/>
                <a:gd name="connsiteX62" fmla="*/ 495021 w 1621454"/>
                <a:gd name="connsiteY62" fmla="*/ 298040 h 1981964"/>
                <a:gd name="connsiteX63" fmla="*/ 498408 w 1621454"/>
                <a:gd name="connsiteY63" fmla="*/ 293298 h 1981964"/>
                <a:gd name="connsiteX64" fmla="*/ 499086 w 1621454"/>
                <a:gd name="connsiteY64" fmla="*/ 281783 h 1981964"/>
                <a:gd name="connsiteX65" fmla="*/ 525502 w 1621454"/>
                <a:gd name="connsiteY65" fmla="*/ 281106 h 1981964"/>
                <a:gd name="connsiteX66" fmla="*/ 539727 w 1621454"/>
                <a:gd name="connsiteY66" fmla="*/ 291944 h 1981964"/>
                <a:gd name="connsiteX67" fmla="*/ 547177 w 1621454"/>
                <a:gd name="connsiteY67" fmla="*/ 288557 h 1981964"/>
                <a:gd name="connsiteX68" fmla="*/ 562079 w 1621454"/>
                <a:gd name="connsiteY68" fmla="*/ 281783 h 1981964"/>
                <a:gd name="connsiteX69" fmla="*/ 568853 w 1621454"/>
                <a:gd name="connsiteY69" fmla="*/ 279074 h 1981964"/>
                <a:gd name="connsiteX70" fmla="*/ 583077 w 1621454"/>
                <a:gd name="connsiteY70" fmla="*/ 298717 h 1981964"/>
                <a:gd name="connsiteX71" fmla="*/ 590528 w 1621454"/>
                <a:gd name="connsiteY71" fmla="*/ 298717 h 1981964"/>
                <a:gd name="connsiteX72" fmla="*/ 593915 w 1621454"/>
                <a:gd name="connsiteY72" fmla="*/ 305491 h 1981964"/>
                <a:gd name="connsiteX73" fmla="*/ 596624 w 1621454"/>
                <a:gd name="connsiteY73" fmla="*/ 317683 h 1981964"/>
                <a:gd name="connsiteX74" fmla="*/ 602043 w 1621454"/>
                <a:gd name="connsiteY74" fmla="*/ 308200 h 1981964"/>
                <a:gd name="connsiteX75" fmla="*/ 614235 w 1621454"/>
                <a:gd name="connsiteY75" fmla="*/ 313619 h 1981964"/>
                <a:gd name="connsiteX76" fmla="*/ 618299 w 1621454"/>
                <a:gd name="connsiteY76" fmla="*/ 321748 h 1981964"/>
                <a:gd name="connsiteX77" fmla="*/ 601365 w 1621454"/>
                <a:gd name="connsiteY77" fmla="*/ 335295 h 1981964"/>
                <a:gd name="connsiteX78" fmla="*/ 601365 w 1621454"/>
                <a:gd name="connsiteY78" fmla="*/ 355616 h 1981964"/>
                <a:gd name="connsiteX79" fmla="*/ 593915 w 1621454"/>
                <a:gd name="connsiteY79" fmla="*/ 365099 h 1981964"/>
                <a:gd name="connsiteX80" fmla="*/ 599333 w 1621454"/>
                <a:gd name="connsiteY80" fmla="*/ 369163 h 1981964"/>
                <a:gd name="connsiteX81" fmla="*/ 612203 w 1621454"/>
                <a:gd name="connsiteY81" fmla="*/ 369163 h 1981964"/>
                <a:gd name="connsiteX82" fmla="*/ 611526 w 1621454"/>
                <a:gd name="connsiteY82" fmla="*/ 381355 h 1981964"/>
                <a:gd name="connsiteX83" fmla="*/ 621009 w 1621454"/>
                <a:gd name="connsiteY83" fmla="*/ 391516 h 1981964"/>
                <a:gd name="connsiteX84" fmla="*/ 611526 w 1621454"/>
                <a:gd name="connsiteY84" fmla="*/ 398290 h 1981964"/>
                <a:gd name="connsiteX85" fmla="*/ 602720 w 1621454"/>
                <a:gd name="connsiteY85" fmla="*/ 400322 h 1981964"/>
                <a:gd name="connsiteX86" fmla="*/ 596624 w 1621454"/>
                <a:gd name="connsiteY86" fmla="*/ 413869 h 1981964"/>
                <a:gd name="connsiteX87" fmla="*/ 604075 w 1621454"/>
                <a:gd name="connsiteY87" fmla="*/ 419288 h 1981964"/>
                <a:gd name="connsiteX88" fmla="*/ 603397 w 1621454"/>
                <a:gd name="connsiteY88" fmla="*/ 427416 h 1981964"/>
                <a:gd name="connsiteX89" fmla="*/ 612880 w 1621454"/>
                <a:gd name="connsiteY89" fmla="*/ 434867 h 1981964"/>
                <a:gd name="connsiteX90" fmla="*/ 620331 w 1621454"/>
                <a:gd name="connsiteY90" fmla="*/ 434190 h 1981964"/>
                <a:gd name="connsiteX91" fmla="*/ 637265 w 1621454"/>
                <a:gd name="connsiteY91" fmla="*/ 430126 h 1981964"/>
                <a:gd name="connsiteX92" fmla="*/ 647425 w 1621454"/>
                <a:gd name="connsiteY92" fmla="*/ 432158 h 1981964"/>
                <a:gd name="connsiteX93" fmla="*/ 669778 w 1621454"/>
                <a:gd name="connsiteY93" fmla="*/ 440963 h 1981964"/>
                <a:gd name="connsiteX94" fmla="*/ 684002 w 1621454"/>
                <a:gd name="connsiteY94" fmla="*/ 440963 h 1981964"/>
                <a:gd name="connsiteX95" fmla="*/ 692130 w 1621454"/>
                <a:gd name="connsiteY95" fmla="*/ 438254 h 1981964"/>
                <a:gd name="connsiteX96" fmla="*/ 711096 w 1621454"/>
                <a:gd name="connsiteY96" fmla="*/ 422675 h 1981964"/>
                <a:gd name="connsiteX97" fmla="*/ 732771 w 1621454"/>
                <a:gd name="connsiteY97" fmla="*/ 420643 h 1981964"/>
                <a:gd name="connsiteX98" fmla="*/ 735481 w 1621454"/>
                <a:gd name="connsiteY98" fmla="*/ 418610 h 1981964"/>
                <a:gd name="connsiteX99" fmla="*/ 736158 w 1621454"/>
                <a:gd name="connsiteY99" fmla="*/ 395580 h 1981964"/>
                <a:gd name="connsiteX100" fmla="*/ 732771 w 1621454"/>
                <a:gd name="connsiteY100" fmla="*/ 392193 h 1981964"/>
                <a:gd name="connsiteX101" fmla="*/ 734126 w 1621454"/>
                <a:gd name="connsiteY101" fmla="*/ 386774 h 1981964"/>
                <a:gd name="connsiteX102" fmla="*/ 745641 w 1621454"/>
                <a:gd name="connsiteY102" fmla="*/ 377969 h 1981964"/>
                <a:gd name="connsiteX103" fmla="*/ 751060 w 1621454"/>
                <a:gd name="connsiteY103" fmla="*/ 373904 h 1981964"/>
                <a:gd name="connsiteX104" fmla="*/ 752414 w 1621454"/>
                <a:gd name="connsiteY104" fmla="*/ 365099 h 1981964"/>
                <a:gd name="connsiteX105" fmla="*/ 767993 w 1621454"/>
                <a:gd name="connsiteY105" fmla="*/ 353584 h 1981964"/>
                <a:gd name="connsiteX106" fmla="*/ 772057 w 1621454"/>
                <a:gd name="connsiteY106" fmla="*/ 358325 h 1981964"/>
                <a:gd name="connsiteX107" fmla="*/ 783572 w 1621454"/>
                <a:gd name="connsiteY107" fmla="*/ 359003 h 1981964"/>
                <a:gd name="connsiteX108" fmla="*/ 786959 w 1621454"/>
                <a:gd name="connsiteY108" fmla="*/ 364421 h 1981964"/>
                <a:gd name="connsiteX109" fmla="*/ 780186 w 1621454"/>
                <a:gd name="connsiteY109" fmla="*/ 371195 h 1981964"/>
                <a:gd name="connsiteX110" fmla="*/ 779508 w 1621454"/>
                <a:gd name="connsiteY110" fmla="*/ 380678 h 1981964"/>
                <a:gd name="connsiteX111" fmla="*/ 772735 w 1621454"/>
                <a:gd name="connsiteY111" fmla="*/ 381355 h 1981964"/>
                <a:gd name="connsiteX112" fmla="*/ 772057 w 1621454"/>
                <a:gd name="connsiteY112" fmla="*/ 392193 h 1981964"/>
                <a:gd name="connsiteX113" fmla="*/ 767993 w 1621454"/>
                <a:gd name="connsiteY113" fmla="*/ 395580 h 1981964"/>
                <a:gd name="connsiteX114" fmla="*/ 774767 w 1621454"/>
                <a:gd name="connsiteY114" fmla="*/ 402354 h 1981964"/>
                <a:gd name="connsiteX115" fmla="*/ 767993 w 1621454"/>
                <a:gd name="connsiteY115" fmla="*/ 407773 h 1981964"/>
                <a:gd name="connsiteX116" fmla="*/ 767993 w 1621454"/>
                <a:gd name="connsiteY116" fmla="*/ 421320 h 1981964"/>
                <a:gd name="connsiteX117" fmla="*/ 761220 w 1621454"/>
                <a:gd name="connsiteY117" fmla="*/ 428771 h 1981964"/>
                <a:gd name="connsiteX118" fmla="*/ 759865 w 1621454"/>
                <a:gd name="connsiteY118" fmla="*/ 434867 h 1981964"/>
                <a:gd name="connsiteX119" fmla="*/ 770703 w 1621454"/>
                <a:gd name="connsiteY119" fmla="*/ 435545 h 1981964"/>
                <a:gd name="connsiteX120" fmla="*/ 784927 w 1621454"/>
                <a:gd name="connsiteY120" fmla="*/ 452479 h 1981964"/>
                <a:gd name="connsiteX121" fmla="*/ 779508 w 1621454"/>
                <a:gd name="connsiteY121" fmla="*/ 466026 h 1981964"/>
                <a:gd name="connsiteX122" fmla="*/ 774767 w 1621454"/>
                <a:gd name="connsiteY122" fmla="*/ 470090 h 1981964"/>
                <a:gd name="connsiteX123" fmla="*/ 782895 w 1621454"/>
                <a:gd name="connsiteY123" fmla="*/ 486347 h 1981964"/>
                <a:gd name="connsiteX124" fmla="*/ 776122 w 1621454"/>
                <a:gd name="connsiteY124" fmla="*/ 497185 h 1981964"/>
                <a:gd name="connsiteX125" fmla="*/ 791023 w 1621454"/>
                <a:gd name="connsiteY125" fmla="*/ 500571 h 1981964"/>
                <a:gd name="connsiteX126" fmla="*/ 800506 w 1621454"/>
                <a:gd name="connsiteY126" fmla="*/ 493798 h 1981964"/>
                <a:gd name="connsiteX127" fmla="*/ 812021 w 1621454"/>
                <a:gd name="connsiteY127" fmla="*/ 495152 h 1981964"/>
                <a:gd name="connsiteX128" fmla="*/ 826245 w 1621454"/>
                <a:gd name="connsiteY128" fmla="*/ 508022 h 1981964"/>
                <a:gd name="connsiteX129" fmla="*/ 837083 w 1621454"/>
                <a:gd name="connsiteY129" fmla="*/ 508022 h 1981964"/>
                <a:gd name="connsiteX130" fmla="*/ 844534 w 1621454"/>
                <a:gd name="connsiteY130" fmla="*/ 529021 h 1981964"/>
                <a:gd name="connsiteX131" fmla="*/ 853339 w 1621454"/>
                <a:gd name="connsiteY131" fmla="*/ 528343 h 1981964"/>
                <a:gd name="connsiteX132" fmla="*/ 854017 w 1621454"/>
                <a:gd name="connsiteY132" fmla="*/ 535794 h 1981964"/>
                <a:gd name="connsiteX133" fmla="*/ 874337 w 1621454"/>
                <a:gd name="connsiteY133" fmla="*/ 537149 h 1981964"/>
                <a:gd name="connsiteX134" fmla="*/ 881111 w 1621454"/>
                <a:gd name="connsiteY134" fmla="*/ 533085 h 1981964"/>
                <a:gd name="connsiteX135" fmla="*/ 896012 w 1621454"/>
                <a:gd name="connsiteY135" fmla="*/ 550019 h 1981964"/>
                <a:gd name="connsiteX136" fmla="*/ 888562 w 1621454"/>
                <a:gd name="connsiteY136" fmla="*/ 563566 h 1981964"/>
                <a:gd name="connsiteX137" fmla="*/ 887884 w 1621454"/>
                <a:gd name="connsiteY137" fmla="*/ 568308 h 1981964"/>
                <a:gd name="connsiteX138" fmla="*/ 893980 w 1621454"/>
                <a:gd name="connsiteY138" fmla="*/ 567630 h 1981964"/>
                <a:gd name="connsiteX139" fmla="*/ 900754 w 1621454"/>
                <a:gd name="connsiteY139" fmla="*/ 558825 h 1981964"/>
                <a:gd name="connsiteX140" fmla="*/ 912269 w 1621454"/>
                <a:gd name="connsiteY140" fmla="*/ 565598 h 1981964"/>
                <a:gd name="connsiteX141" fmla="*/ 921752 w 1621454"/>
                <a:gd name="connsiteY141" fmla="*/ 574404 h 1981964"/>
                <a:gd name="connsiteX142" fmla="*/ 925816 w 1621454"/>
                <a:gd name="connsiteY142" fmla="*/ 586596 h 1981964"/>
                <a:gd name="connsiteX143" fmla="*/ 923106 w 1621454"/>
                <a:gd name="connsiteY143" fmla="*/ 589306 h 1981964"/>
                <a:gd name="connsiteX144" fmla="*/ 929203 w 1621454"/>
                <a:gd name="connsiteY144" fmla="*/ 594047 h 1981964"/>
                <a:gd name="connsiteX145" fmla="*/ 927848 w 1621454"/>
                <a:gd name="connsiteY145" fmla="*/ 600821 h 1981964"/>
                <a:gd name="connsiteX146" fmla="*/ 923784 w 1621454"/>
                <a:gd name="connsiteY146" fmla="*/ 602853 h 1981964"/>
                <a:gd name="connsiteX147" fmla="*/ 928525 w 1621454"/>
                <a:gd name="connsiteY147" fmla="*/ 611659 h 1981964"/>
                <a:gd name="connsiteX148" fmla="*/ 938686 w 1621454"/>
                <a:gd name="connsiteY148" fmla="*/ 607595 h 1981964"/>
                <a:gd name="connsiteX149" fmla="*/ 945459 w 1621454"/>
                <a:gd name="connsiteY149" fmla="*/ 603531 h 1981964"/>
                <a:gd name="connsiteX150" fmla="*/ 951555 w 1621454"/>
                <a:gd name="connsiteY150" fmla="*/ 598112 h 1981964"/>
                <a:gd name="connsiteX151" fmla="*/ 958329 w 1621454"/>
                <a:gd name="connsiteY151" fmla="*/ 598112 h 1981964"/>
                <a:gd name="connsiteX152" fmla="*/ 963070 w 1621454"/>
                <a:gd name="connsiteY152" fmla="*/ 606240 h 1981964"/>
                <a:gd name="connsiteX153" fmla="*/ 966457 w 1621454"/>
                <a:gd name="connsiteY153" fmla="*/ 606240 h 1981964"/>
                <a:gd name="connsiteX154" fmla="*/ 968489 w 1621454"/>
                <a:gd name="connsiteY154" fmla="*/ 596080 h 1981964"/>
                <a:gd name="connsiteX155" fmla="*/ 976617 w 1621454"/>
                <a:gd name="connsiteY155" fmla="*/ 587951 h 1981964"/>
                <a:gd name="connsiteX156" fmla="*/ 984745 w 1621454"/>
                <a:gd name="connsiteY156" fmla="*/ 594725 h 1981964"/>
                <a:gd name="connsiteX157" fmla="*/ 1001002 w 1621454"/>
                <a:gd name="connsiteY157" fmla="*/ 594725 h 1981964"/>
                <a:gd name="connsiteX158" fmla="*/ 1005743 w 1621454"/>
                <a:gd name="connsiteY158" fmla="*/ 585919 h 1981964"/>
                <a:gd name="connsiteX159" fmla="*/ 1013871 w 1621454"/>
                <a:gd name="connsiteY159" fmla="*/ 589983 h 1981964"/>
                <a:gd name="connsiteX160" fmla="*/ 1020645 w 1621454"/>
                <a:gd name="connsiteY160" fmla="*/ 591338 h 1981964"/>
                <a:gd name="connsiteX161" fmla="*/ 1022000 w 1621454"/>
                <a:gd name="connsiteY161" fmla="*/ 602176 h 1981964"/>
                <a:gd name="connsiteX162" fmla="*/ 1029450 w 1621454"/>
                <a:gd name="connsiteY162" fmla="*/ 608272 h 1981964"/>
                <a:gd name="connsiteX163" fmla="*/ 1038256 w 1621454"/>
                <a:gd name="connsiteY163" fmla="*/ 610982 h 1981964"/>
                <a:gd name="connsiteX164" fmla="*/ 1054512 w 1621454"/>
                <a:gd name="connsiteY164" fmla="*/ 611659 h 1981964"/>
                <a:gd name="connsiteX165" fmla="*/ 1054512 w 1621454"/>
                <a:gd name="connsiteY165" fmla="*/ 623851 h 1981964"/>
                <a:gd name="connsiteX166" fmla="*/ 1059931 w 1621454"/>
                <a:gd name="connsiteY166" fmla="*/ 629270 h 1981964"/>
                <a:gd name="connsiteX167" fmla="*/ 1072123 w 1621454"/>
                <a:gd name="connsiteY167" fmla="*/ 629270 h 1981964"/>
                <a:gd name="connsiteX168" fmla="*/ 1076188 w 1621454"/>
                <a:gd name="connsiteY168" fmla="*/ 621819 h 1981964"/>
                <a:gd name="connsiteX169" fmla="*/ 1082961 w 1621454"/>
                <a:gd name="connsiteY169" fmla="*/ 621819 h 1981964"/>
                <a:gd name="connsiteX170" fmla="*/ 1086348 w 1621454"/>
                <a:gd name="connsiteY170" fmla="*/ 625884 h 1981964"/>
                <a:gd name="connsiteX171" fmla="*/ 1089057 w 1621454"/>
                <a:gd name="connsiteY171" fmla="*/ 624529 h 1981964"/>
                <a:gd name="connsiteX172" fmla="*/ 1095831 w 1621454"/>
                <a:gd name="connsiteY172" fmla="*/ 612336 h 1981964"/>
                <a:gd name="connsiteX173" fmla="*/ 1105991 w 1621454"/>
                <a:gd name="connsiteY173" fmla="*/ 606240 h 1981964"/>
                <a:gd name="connsiteX174" fmla="*/ 1124957 w 1621454"/>
                <a:gd name="connsiteY174" fmla="*/ 605563 h 1981964"/>
                <a:gd name="connsiteX175" fmla="*/ 1133085 w 1621454"/>
                <a:gd name="connsiteY175" fmla="*/ 609627 h 1981964"/>
                <a:gd name="connsiteX176" fmla="*/ 1138504 w 1621454"/>
                <a:gd name="connsiteY176" fmla="*/ 617078 h 1981964"/>
                <a:gd name="connsiteX177" fmla="*/ 1150696 w 1621454"/>
                <a:gd name="connsiteY177" fmla="*/ 623174 h 1981964"/>
                <a:gd name="connsiteX178" fmla="*/ 1158147 w 1621454"/>
                <a:gd name="connsiteY178" fmla="*/ 621142 h 1981964"/>
                <a:gd name="connsiteX179" fmla="*/ 1168307 w 1621454"/>
                <a:gd name="connsiteY179" fmla="*/ 616400 h 1981964"/>
                <a:gd name="connsiteX180" fmla="*/ 1185241 w 1621454"/>
                <a:gd name="connsiteY180" fmla="*/ 627916 h 1981964"/>
                <a:gd name="connsiteX181" fmla="*/ 1198788 w 1621454"/>
                <a:gd name="connsiteY181" fmla="*/ 638753 h 1981964"/>
                <a:gd name="connsiteX182" fmla="*/ 1197433 w 1621454"/>
                <a:gd name="connsiteY182" fmla="*/ 645527 h 1981964"/>
                <a:gd name="connsiteX183" fmla="*/ 1201497 w 1621454"/>
                <a:gd name="connsiteY183" fmla="*/ 649591 h 1981964"/>
                <a:gd name="connsiteX184" fmla="*/ 1208271 w 1621454"/>
                <a:gd name="connsiteY184" fmla="*/ 650269 h 1981964"/>
                <a:gd name="connsiteX185" fmla="*/ 1210980 w 1621454"/>
                <a:gd name="connsiteY185" fmla="*/ 659074 h 1981964"/>
                <a:gd name="connsiteX186" fmla="*/ 1211658 w 1621454"/>
                <a:gd name="connsiteY186" fmla="*/ 678718 h 1981964"/>
                <a:gd name="connsiteX187" fmla="*/ 1227237 w 1621454"/>
                <a:gd name="connsiteY187" fmla="*/ 690910 h 1981964"/>
                <a:gd name="connsiteX188" fmla="*/ 1231301 w 1621454"/>
                <a:gd name="connsiteY188" fmla="*/ 695652 h 1981964"/>
                <a:gd name="connsiteX189" fmla="*/ 1226559 w 1621454"/>
                <a:gd name="connsiteY189" fmla="*/ 699716 h 1981964"/>
                <a:gd name="connsiteX190" fmla="*/ 1235365 w 1621454"/>
                <a:gd name="connsiteY190" fmla="*/ 703103 h 1981964"/>
                <a:gd name="connsiteX191" fmla="*/ 1235365 w 1621454"/>
                <a:gd name="connsiteY191" fmla="*/ 715295 h 1981964"/>
                <a:gd name="connsiteX192" fmla="*/ 1245525 w 1621454"/>
                <a:gd name="connsiteY192" fmla="*/ 715295 h 1981964"/>
                <a:gd name="connsiteX193" fmla="*/ 1246202 w 1621454"/>
                <a:gd name="connsiteY193" fmla="*/ 721392 h 1981964"/>
                <a:gd name="connsiteX194" fmla="*/ 1240784 w 1621454"/>
                <a:gd name="connsiteY194" fmla="*/ 726811 h 1981964"/>
                <a:gd name="connsiteX195" fmla="*/ 1246880 w 1621454"/>
                <a:gd name="connsiteY195" fmla="*/ 734939 h 1981964"/>
                <a:gd name="connsiteX196" fmla="*/ 1259072 w 1621454"/>
                <a:gd name="connsiteY196" fmla="*/ 733584 h 1981964"/>
                <a:gd name="connsiteX197" fmla="*/ 1269910 w 1621454"/>
                <a:gd name="connsiteY197" fmla="*/ 739681 h 1981964"/>
                <a:gd name="connsiteX198" fmla="*/ 1276006 w 1621454"/>
                <a:gd name="connsiteY198" fmla="*/ 733584 h 1981964"/>
                <a:gd name="connsiteX199" fmla="*/ 1275328 w 1621454"/>
                <a:gd name="connsiteY199" fmla="*/ 724779 h 1981964"/>
                <a:gd name="connsiteX200" fmla="*/ 1271264 w 1621454"/>
                <a:gd name="connsiteY200" fmla="*/ 718682 h 1981964"/>
                <a:gd name="connsiteX201" fmla="*/ 1277360 w 1621454"/>
                <a:gd name="connsiteY201" fmla="*/ 713263 h 1981964"/>
                <a:gd name="connsiteX202" fmla="*/ 1283457 w 1621454"/>
                <a:gd name="connsiteY202" fmla="*/ 718005 h 1981964"/>
                <a:gd name="connsiteX203" fmla="*/ 1287521 w 1621454"/>
                <a:gd name="connsiteY203" fmla="*/ 720037 h 1981964"/>
                <a:gd name="connsiteX204" fmla="*/ 1294972 w 1621454"/>
                <a:gd name="connsiteY204" fmla="*/ 713941 h 1981964"/>
                <a:gd name="connsiteX205" fmla="*/ 1299036 w 1621454"/>
                <a:gd name="connsiteY205" fmla="*/ 715295 h 1981964"/>
                <a:gd name="connsiteX206" fmla="*/ 1301745 w 1621454"/>
                <a:gd name="connsiteY206" fmla="*/ 721392 h 1981964"/>
                <a:gd name="connsiteX207" fmla="*/ 1308519 w 1621454"/>
                <a:gd name="connsiteY207" fmla="*/ 720037 h 1981964"/>
                <a:gd name="connsiteX208" fmla="*/ 1314615 w 1621454"/>
                <a:gd name="connsiteY208" fmla="*/ 726133 h 1981964"/>
                <a:gd name="connsiteX209" fmla="*/ 1321388 w 1621454"/>
                <a:gd name="connsiteY209" fmla="*/ 726811 h 1981964"/>
                <a:gd name="connsiteX210" fmla="*/ 1321388 w 1621454"/>
                <a:gd name="connsiteY210" fmla="*/ 743067 h 1981964"/>
                <a:gd name="connsiteX211" fmla="*/ 1326130 w 1621454"/>
                <a:gd name="connsiteY211" fmla="*/ 754582 h 1981964"/>
                <a:gd name="connsiteX212" fmla="*/ 1333580 w 1621454"/>
                <a:gd name="connsiteY212" fmla="*/ 749841 h 1981964"/>
                <a:gd name="connsiteX213" fmla="*/ 1334935 w 1621454"/>
                <a:gd name="connsiteY213" fmla="*/ 740358 h 1981964"/>
                <a:gd name="connsiteX214" fmla="*/ 1339677 w 1621454"/>
                <a:gd name="connsiteY214" fmla="*/ 739681 h 1981964"/>
                <a:gd name="connsiteX215" fmla="*/ 1347127 w 1621454"/>
                <a:gd name="connsiteY215" fmla="*/ 749841 h 1981964"/>
                <a:gd name="connsiteX216" fmla="*/ 1353224 w 1621454"/>
                <a:gd name="connsiteY216" fmla="*/ 751873 h 1981964"/>
                <a:gd name="connsiteX217" fmla="*/ 1357965 w 1621454"/>
                <a:gd name="connsiteY217" fmla="*/ 747131 h 1981964"/>
                <a:gd name="connsiteX218" fmla="*/ 1361352 w 1621454"/>
                <a:gd name="connsiteY218" fmla="*/ 754582 h 1981964"/>
                <a:gd name="connsiteX219" fmla="*/ 1367448 w 1621454"/>
                <a:gd name="connsiteY219" fmla="*/ 751196 h 1981964"/>
                <a:gd name="connsiteX220" fmla="*/ 1373544 w 1621454"/>
                <a:gd name="connsiteY220" fmla="*/ 747131 h 1981964"/>
                <a:gd name="connsiteX221" fmla="*/ 1383027 w 1621454"/>
                <a:gd name="connsiteY221" fmla="*/ 754582 h 1981964"/>
                <a:gd name="connsiteX222" fmla="*/ 1391155 w 1621454"/>
                <a:gd name="connsiteY222" fmla="*/ 745777 h 1981964"/>
                <a:gd name="connsiteX223" fmla="*/ 1401993 w 1621454"/>
                <a:gd name="connsiteY223" fmla="*/ 743745 h 1981964"/>
                <a:gd name="connsiteX224" fmla="*/ 1403348 w 1621454"/>
                <a:gd name="connsiteY224" fmla="*/ 732907 h 1981964"/>
                <a:gd name="connsiteX225" fmla="*/ 1413508 w 1621454"/>
                <a:gd name="connsiteY225" fmla="*/ 730875 h 1981964"/>
                <a:gd name="connsiteX226" fmla="*/ 1422991 w 1621454"/>
                <a:gd name="connsiteY226" fmla="*/ 728165 h 1981964"/>
                <a:gd name="connsiteX227" fmla="*/ 1423668 w 1621454"/>
                <a:gd name="connsiteY227" fmla="*/ 736294 h 1981964"/>
                <a:gd name="connsiteX228" fmla="*/ 1434506 w 1621454"/>
                <a:gd name="connsiteY228" fmla="*/ 733584 h 1981964"/>
                <a:gd name="connsiteX229" fmla="*/ 1438570 w 1621454"/>
                <a:gd name="connsiteY229" fmla="*/ 743067 h 1981964"/>
                <a:gd name="connsiteX230" fmla="*/ 1434506 w 1621454"/>
                <a:gd name="connsiteY230" fmla="*/ 747131 h 1981964"/>
                <a:gd name="connsiteX231" fmla="*/ 1444666 w 1621454"/>
                <a:gd name="connsiteY231" fmla="*/ 762033 h 1981964"/>
                <a:gd name="connsiteX232" fmla="*/ 1454149 w 1621454"/>
                <a:gd name="connsiteY232" fmla="*/ 768807 h 1981964"/>
                <a:gd name="connsiteX233" fmla="*/ 1469050 w 1621454"/>
                <a:gd name="connsiteY233" fmla="*/ 768130 h 1981964"/>
                <a:gd name="connsiteX234" fmla="*/ 1470405 w 1621454"/>
                <a:gd name="connsiteY234" fmla="*/ 776935 h 1981964"/>
                <a:gd name="connsiteX235" fmla="*/ 1479211 w 1621454"/>
                <a:gd name="connsiteY235" fmla="*/ 781000 h 1981964"/>
                <a:gd name="connsiteX236" fmla="*/ 1487339 w 1621454"/>
                <a:gd name="connsiteY236" fmla="*/ 775581 h 1981964"/>
                <a:gd name="connsiteX237" fmla="*/ 1494790 w 1621454"/>
                <a:gd name="connsiteY237" fmla="*/ 776258 h 1981964"/>
                <a:gd name="connsiteX238" fmla="*/ 1496822 w 1621454"/>
                <a:gd name="connsiteY238" fmla="*/ 781677 h 1981964"/>
                <a:gd name="connsiteX239" fmla="*/ 1503595 w 1621454"/>
                <a:gd name="connsiteY239" fmla="*/ 781000 h 1981964"/>
                <a:gd name="connsiteX240" fmla="*/ 1511046 w 1621454"/>
                <a:gd name="connsiteY240" fmla="*/ 773549 h 1981964"/>
                <a:gd name="connsiteX241" fmla="*/ 1527980 w 1621454"/>
                <a:gd name="connsiteY241" fmla="*/ 785064 h 1981964"/>
                <a:gd name="connsiteX242" fmla="*/ 1534753 w 1621454"/>
                <a:gd name="connsiteY242" fmla="*/ 779645 h 1981964"/>
                <a:gd name="connsiteX243" fmla="*/ 1540172 w 1621454"/>
                <a:gd name="connsiteY243" fmla="*/ 783032 h 1981964"/>
                <a:gd name="connsiteX244" fmla="*/ 1548300 w 1621454"/>
                <a:gd name="connsiteY244" fmla="*/ 776258 h 1981964"/>
                <a:gd name="connsiteX245" fmla="*/ 1555751 w 1621454"/>
                <a:gd name="connsiteY245" fmla="*/ 787773 h 1981964"/>
                <a:gd name="connsiteX246" fmla="*/ 1565234 w 1621454"/>
                <a:gd name="connsiteY246" fmla="*/ 789805 h 1981964"/>
                <a:gd name="connsiteX247" fmla="*/ 1574040 w 1621454"/>
                <a:gd name="connsiteY247" fmla="*/ 791160 h 1981964"/>
                <a:gd name="connsiteX248" fmla="*/ 1584877 w 1621454"/>
                <a:gd name="connsiteY248" fmla="*/ 802675 h 1981964"/>
                <a:gd name="connsiteX249" fmla="*/ 1598424 w 1621454"/>
                <a:gd name="connsiteY249" fmla="*/ 803353 h 1981964"/>
                <a:gd name="connsiteX250" fmla="*/ 1609939 w 1621454"/>
                <a:gd name="connsiteY250" fmla="*/ 805385 h 1981964"/>
                <a:gd name="connsiteX251" fmla="*/ 1614003 w 1621454"/>
                <a:gd name="connsiteY251" fmla="*/ 808772 h 1981964"/>
                <a:gd name="connsiteX252" fmla="*/ 1621454 w 1621454"/>
                <a:gd name="connsiteY252" fmla="*/ 809449 h 1981964"/>
                <a:gd name="connsiteX253" fmla="*/ 1611971 w 1621454"/>
                <a:gd name="connsiteY253" fmla="*/ 814190 h 1981964"/>
                <a:gd name="connsiteX254" fmla="*/ 1606552 w 1621454"/>
                <a:gd name="connsiteY254" fmla="*/ 822319 h 1981964"/>
                <a:gd name="connsiteX255" fmla="*/ 1599779 w 1621454"/>
                <a:gd name="connsiteY255" fmla="*/ 833157 h 1981964"/>
                <a:gd name="connsiteX256" fmla="*/ 1594360 w 1621454"/>
                <a:gd name="connsiteY256" fmla="*/ 843317 h 1981964"/>
                <a:gd name="connsiteX257" fmla="*/ 1592328 w 1621454"/>
                <a:gd name="connsiteY257" fmla="*/ 850091 h 1981964"/>
                <a:gd name="connsiteX258" fmla="*/ 1590973 w 1621454"/>
                <a:gd name="connsiteY258" fmla="*/ 859574 h 1981964"/>
                <a:gd name="connsiteX259" fmla="*/ 1586909 w 1621454"/>
                <a:gd name="connsiteY259" fmla="*/ 866347 h 1981964"/>
                <a:gd name="connsiteX260" fmla="*/ 1582168 w 1621454"/>
                <a:gd name="connsiteY260" fmla="*/ 872444 h 1981964"/>
                <a:gd name="connsiteX261" fmla="*/ 1578781 w 1621454"/>
                <a:gd name="connsiteY261" fmla="*/ 876508 h 1981964"/>
                <a:gd name="connsiteX262" fmla="*/ 1567943 w 1621454"/>
                <a:gd name="connsiteY262" fmla="*/ 877185 h 1981964"/>
                <a:gd name="connsiteX263" fmla="*/ 1566589 w 1621454"/>
                <a:gd name="connsiteY263" fmla="*/ 887346 h 1981964"/>
                <a:gd name="connsiteX264" fmla="*/ 1555074 w 1621454"/>
                <a:gd name="connsiteY264" fmla="*/ 888700 h 1981964"/>
                <a:gd name="connsiteX265" fmla="*/ 1551010 w 1621454"/>
                <a:gd name="connsiteY265" fmla="*/ 897506 h 1981964"/>
                <a:gd name="connsiteX266" fmla="*/ 1547623 w 1621454"/>
                <a:gd name="connsiteY266" fmla="*/ 909021 h 1981964"/>
                <a:gd name="connsiteX267" fmla="*/ 1534076 w 1621454"/>
                <a:gd name="connsiteY267" fmla="*/ 920536 h 1981964"/>
                <a:gd name="connsiteX268" fmla="*/ 1522561 w 1621454"/>
                <a:gd name="connsiteY268" fmla="*/ 931374 h 1981964"/>
                <a:gd name="connsiteX269" fmla="*/ 1515110 w 1621454"/>
                <a:gd name="connsiteY269" fmla="*/ 947631 h 1981964"/>
                <a:gd name="connsiteX270" fmla="*/ 1511046 w 1621454"/>
                <a:gd name="connsiteY270" fmla="*/ 954405 h 1981964"/>
                <a:gd name="connsiteX271" fmla="*/ 1512401 w 1621454"/>
                <a:gd name="connsiteY271" fmla="*/ 982176 h 1981964"/>
                <a:gd name="connsiteX272" fmla="*/ 1505627 w 1621454"/>
                <a:gd name="connsiteY272" fmla="*/ 987595 h 1981964"/>
                <a:gd name="connsiteX273" fmla="*/ 1502241 w 1621454"/>
                <a:gd name="connsiteY273" fmla="*/ 992337 h 1981964"/>
                <a:gd name="connsiteX274" fmla="*/ 1501563 w 1621454"/>
                <a:gd name="connsiteY274" fmla="*/ 1001143 h 1981964"/>
                <a:gd name="connsiteX275" fmla="*/ 1500209 w 1621454"/>
                <a:gd name="connsiteY275" fmla="*/ 1004529 h 1981964"/>
                <a:gd name="connsiteX276" fmla="*/ 1499531 w 1621454"/>
                <a:gd name="connsiteY276" fmla="*/ 1011980 h 1981964"/>
                <a:gd name="connsiteX277" fmla="*/ 1496822 w 1621454"/>
                <a:gd name="connsiteY277" fmla="*/ 1015367 h 1981964"/>
                <a:gd name="connsiteX278" fmla="*/ 1494112 w 1621454"/>
                <a:gd name="connsiteY278" fmla="*/ 1026205 h 1981964"/>
                <a:gd name="connsiteX279" fmla="*/ 1495467 w 1621454"/>
                <a:gd name="connsiteY279" fmla="*/ 1037720 h 1981964"/>
                <a:gd name="connsiteX280" fmla="*/ 1498176 w 1621454"/>
                <a:gd name="connsiteY280" fmla="*/ 1044494 h 1981964"/>
                <a:gd name="connsiteX281" fmla="*/ 1496822 w 1621454"/>
                <a:gd name="connsiteY281" fmla="*/ 1050590 h 1981964"/>
                <a:gd name="connsiteX282" fmla="*/ 1483952 w 1621454"/>
                <a:gd name="connsiteY282" fmla="*/ 1060073 h 1981964"/>
                <a:gd name="connsiteX283" fmla="*/ 1483952 w 1621454"/>
                <a:gd name="connsiteY283" fmla="*/ 1071588 h 1981964"/>
                <a:gd name="connsiteX284" fmla="*/ 1481243 w 1621454"/>
                <a:gd name="connsiteY284" fmla="*/ 1074975 h 1981964"/>
                <a:gd name="connsiteX285" fmla="*/ 1479888 w 1621454"/>
                <a:gd name="connsiteY285" fmla="*/ 1087845 h 1981964"/>
                <a:gd name="connsiteX286" fmla="*/ 1456858 w 1621454"/>
                <a:gd name="connsiteY286" fmla="*/ 1125777 h 1981964"/>
                <a:gd name="connsiteX287" fmla="*/ 1454826 w 1621454"/>
                <a:gd name="connsiteY287" fmla="*/ 1159646 h 1981964"/>
                <a:gd name="connsiteX288" fmla="*/ 1465664 w 1621454"/>
                <a:gd name="connsiteY288" fmla="*/ 1175225 h 1981964"/>
                <a:gd name="connsiteX289" fmla="*/ 1467696 w 1621454"/>
                <a:gd name="connsiteY289" fmla="*/ 1178612 h 1981964"/>
                <a:gd name="connsiteX290" fmla="*/ 1467018 w 1621454"/>
                <a:gd name="connsiteY290" fmla="*/ 1184708 h 1981964"/>
                <a:gd name="connsiteX291" fmla="*/ 1459568 w 1621454"/>
                <a:gd name="connsiteY291" fmla="*/ 1196223 h 1981964"/>
                <a:gd name="connsiteX292" fmla="*/ 1453471 w 1621454"/>
                <a:gd name="connsiteY292" fmla="*/ 1210448 h 1981964"/>
                <a:gd name="connsiteX293" fmla="*/ 1450085 w 1621454"/>
                <a:gd name="connsiteY293" fmla="*/ 1217221 h 1981964"/>
                <a:gd name="connsiteX294" fmla="*/ 1451439 w 1621454"/>
                <a:gd name="connsiteY294" fmla="*/ 1228059 h 1981964"/>
                <a:gd name="connsiteX295" fmla="*/ 1451439 w 1621454"/>
                <a:gd name="connsiteY295" fmla="*/ 1239574 h 1981964"/>
                <a:gd name="connsiteX296" fmla="*/ 1442634 w 1621454"/>
                <a:gd name="connsiteY296" fmla="*/ 1255154 h 1981964"/>
                <a:gd name="connsiteX297" fmla="*/ 1448053 w 1621454"/>
                <a:gd name="connsiteY297" fmla="*/ 1266669 h 1981964"/>
                <a:gd name="connsiteX298" fmla="*/ 1447375 w 1621454"/>
                <a:gd name="connsiteY298" fmla="*/ 1273443 h 1981964"/>
                <a:gd name="connsiteX299" fmla="*/ 1439924 w 1621454"/>
                <a:gd name="connsiteY299" fmla="*/ 1282926 h 1981964"/>
                <a:gd name="connsiteX300" fmla="*/ 1438570 w 1621454"/>
                <a:gd name="connsiteY300" fmla="*/ 1289022 h 1981964"/>
                <a:gd name="connsiteX301" fmla="*/ 1453471 w 1621454"/>
                <a:gd name="connsiteY301" fmla="*/ 1307988 h 1981964"/>
                <a:gd name="connsiteX302" fmla="*/ 1457535 w 1621454"/>
                <a:gd name="connsiteY302" fmla="*/ 1315439 h 1981964"/>
                <a:gd name="connsiteX303" fmla="*/ 1458890 w 1621454"/>
                <a:gd name="connsiteY303" fmla="*/ 1326277 h 1981964"/>
                <a:gd name="connsiteX304" fmla="*/ 1440602 w 1621454"/>
                <a:gd name="connsiteY304" fmla="*/ 1336437 h 1981964"/>
                <a:gd name="connsiteX305" fmla="*/ 1439924 w 1621454"/>
                <a:gd name="connsiteY305" fmla="*/ 1347952 h 1981964"/>
                <a:gd name="connsiteX306" fmla="*/ 1435860 w 1621454"/>
                <a:gd name="connsiteY306" fmla="*/ 1358790 h 1981964"/>
                <a:gd name="connsiteX307" fmla="*/ 1429087 w 1621454"/>
                <a:gd name="connsiteY307" fmla="*/ 1364887 h 1981964"/>
                <a:gd name="connsiteX308" fmla="*/ 1421636 w 1621454"/>
                <a:gd name="connsiteY308" fmla="*/ 1358113 h 1981964"/>
                <a:gd name="connsiteX309" fmla="*/ 1417572 w 1621454"/>
                <a:gd name="connsiteY309" fmla="*/ 1361500 h 1981964"/>
                <a:gd name="connsiteX310" fmla="*/ 1422991 w 1621454"/>
                <a:gd name="connsiteY310" fmla="*/ 1368951 h 1981964"/>
                <a:gd name="connsiteX311" fmla="*/ 1409444 w 1621454"/>
                <a:gd name="connsiteY311" fmla="*/ 1379111 h 1981964"/>
                <a:gd name="connsiteX312" fmla="*/ 1384382 w 1621454"/>
                <a:gd name="connsiteY312" fmla="*/ 1377079 h 1981964"/>
                <a:gd name="connsiteX313" fmla="*/ 1373544 w 1621454"/>
                <a:gd name="connsiteY313" fmla="*/ 1385207 h 1981964"/>
                <a:gd name="connsiteX314" fmla="*/ 1368125 w 1621454"/>
                <a:gd name="connsiteY314" fmla="*/ 1376402 h 1981964"/>
                <a:gd name="connsiteX315" fmla="*/ 1352546 w 1621454"/>
                <a:gd name="connsiteY315" fmla="*/ 1377079 h 1981964"/>
                <a:gd name="connsiteX316" fmla="*/ 1362029 w 1621454"/>
                <a:gd name="connsiteY316" fmla="*/ 1359468 h 1981964"/>
                <a:gd name="connsiteX317" fmla="*/ 1351869 w 1621454"/>
                <a:gd name="connsiteY317" fmla="*/ 1358113 h 1981964"/>
                <a:gd name="connsiteX318" fmla="*/ 1346450 w 1621454"/>
                <a:gd name="connsiteY318" fmla="*/ 1352694 h 1981964"/>
                <a:gd name="connsiteX319" fmla="*/ 1332226 w 1621454"/>
                <a:gd name="connsiteY319" fmla="*/ 1358113 h 1981964"/>
                <a:gd name="connsiteX320" fmla="*/ 1324775 w 1621454"/>
                <a:gd name="connsiteY320" fmla="*/ 1359468 h 1981964"/>
                <a:gd name="connsiteX321" fmla="*/ 1320711 w 1621454"/>
                <a:gd name="connsiteY321" fmla="*/ 1354049 h 1981964"/>
                <a:gd name="connsiteX322" fmla="*/ 1307841 w 1621454"/>
                <a:gd name="connsiteY322" fmla="*/ 1354049 h 1981964"/>
                <a:gd name="connsiteX323" fmla="*/ 1308519 w 1621454"/>
                <a:gd name="connsiteY323" fmla="*/ 1360822 h 1981964"/>
                <a:gd name="connsiteX324" fmla="*/ 1311905 w 1621454"/>
                <a:gd name="connsiteY324" fmla="*/ 1370305 h 1981964"/>
                <a:gd name="connsiteX325" fmla="*/ 1307164 w 1621454"/>
                <a:gd name="connsiteY325" fmla="*/ 1374370 h 1981964"/>
                <a:gd name="connsiteX326" fmla="*/ 1297004 w 1621454"/>
                <a:gd name="connsiteY326" fmla="*/ 1377079 h 1981964"/>
                <a:gd name="connsiteX327" fmla="*/ 1295649 w 1621454"/>
                <a:gd name="connsiteY327" fmla="*/ 1387240 h 1981964"/>
                <a:gd name="connsiteX328" fmla="*/ 1289553 w 1621454"/>
                <a:gd name="connsiteY328" fmla="*/ 1390626 h 1981964"/>
                <a:gd name="connsiteX329" fmla="*/ 1284134 w 1621454"/>
                <a:gd name="connsiteY329" fmla="*/ 1400109 h 1981964"/>
                <a:gd name="connsiteX330" fmla="*/ 1282779 w 1621454"/>
                <a:gd name="connsiteY330" fmla="*/ 1408238 h 1981964"/>
                <a:gd name="connsiteX331" fmla="*/ 1290907 w 1621454"/>
                <a:gd name="connsiteY331" fmla="*/ 1406883 h 1981964"/>
                <a:gd name="connsiteX332" fmla="*/ 1303777 w 1621454"/>
                <a:gd name="connsiteY332" fmla="*/ 1405528 h 1981964"/>
                <a:gd name="connsiteX333" fmla="*/ 1308519 w 1621454"/>
                <a:gd name="connsiteY333" fmla="*/ 1400787 h 1981964"/>
                <a:gd name="connsiteX334" fmla="*/ 1318679 w 1621454"/>
                <a:gd name="connsiteY334" fmla="*/ 1401464 h 1981964"/>
                <a:gd name="connsiteX335" fmla="*/ 1326130 w 1621454"/>
                <a:gd name="connsiteY335" fmla="*/ 1407560 h 1981964"/>
                <a:gd name="connsiteX336" fmla="*/ 1325452 w 1621454"/>
                <a:gd name="connsiteY336" fmla="*/ 1415011 h 1981964"/>
                <a:gd name="connsiteX337" fmla="*/ 1312583 w 1621454"/>
                <a:gd name="connsiteY337" fmla="*/ 1417043 h 1981964"/>
                <a:gd name="connsiteX338" fmla="*/ 1312583 w 1621454"/>
                <a:gd name="connsiteY338" fmla="*/ 1428559 h 1981964"/>
                <a:gd name="connsiteX339" fmla="*/ 1297004 w 1621454"/>
                <a:gd name="connsiteY339" fmla="*/ 1431268 h 1981964"/>
                <a:gd name="connsiteX340" fmla="*/ 1299036 w 1621454"/>
                <a:gd name="connsiteY340" fmla="*/ 1449557 h 1981964"/>
                <a:gd name="connsiteX341" fmla="*/ 1271942 w 1621454"/>
                <a:gd name="connsiteY341" fmla="*/ 1471910 h 1981964"/>
                <a:gd name="connsiteX342" fmla="*/ 1274651 w 1621454"/>
                <a:gd name="connsiteY342" fmla="*/ 1479361 h 1981964"/>
                <a:gd name="connsiteX343" fmla="*/ 1249589 w 1621454"/>
                <a:gd name="connsiteY343" fmla="*/ 1494940 h 1981964"/>
                <a:gd name="connsiteX344" fmla="*/ 1246202 w 1621454"/>
                <a:gd name="connsiteY344" fmla="*/ 1496295 h 1981964"/>
                <a:gd name="connsiteX345" fmla="*/ 1246202 w 1621454"/>
                <a:gd name="connsiteY345" fmla="*/ 1503069 h 1981964"/>
                <a:gd name="connsiteX346" fmla="*/ 1239429 w 1621454"/>
                <a:gd name="connsiteY346" fmla="*/ 1507133 h 1981964"/>
                <a:gd name="connsiteX347" fmla="*/ 1234687 w 1621454"/>
                <a:gd name="connsiteY347" fmla="*/ 1509842 h 1981964"/>
                <a:gd name="connsiteX348" fmla="*/ 1235365 w 1621454"/>
                <a:gd name="connsiteY348" fmla="*/ 1515261 h 1981964"/>
                <a:gd name="connsiteX349" fmla="*/ 1241461 w 1621454"/>
                <a:gd name="connsiteY349" fmla="*/ 1517971 h 1981964"/>
                <a:gd name="connsiteX350" fmla="*/ 1238074 w 1621454"/>
                <a:gd name="connsiteY350" fmla="*/ 1520680 h 1981964"/>
                <a:gd name="connsiteX351" fmla="*/ 1226559 w 1621454"/>
                <a:gd name="connsiteY351" fmla="*/ 1524744 h 1981964"/>
                <a:gd name="connsiteX352" fmla="*/ 1218431 w 1621454"/>
                <a:gd name="connsiteY352" fmla="*/ 1538291 h 1981964"/>
                <a:gd name="connsiteX353" fmla="*/ 1194724 w 1621454"/>
                <a:gd name="connsiteY353" fmla="*/ 1546420 h 1981964"/>
                <a:gd name="connsiteX354" fmla="*/ 1171694 w 1621454"/>
                <a:gd name="connsiteY354" fmla="*/ 1560644 h 1981964"/>
                <a:gd name="connsiteX355" fmla="*/ 1172371 w 1621454"/>
                <a:gd name="connsiteY355" fmla="*/ 1568095 h 1981964"/>
                <a:gd name="connsiteX356" fmla="*/ 1178467 w 1621454"/>
                <a:gd name="connsiteY356" fmla="*/ 1578933 h 1981964"/>
                <a:gd name="connsiteX357" fmla="*/ 1174403 w 1621454"/>
                <a:gd name="connsiteY357" fmla="*/ 1591126 h 1981964"/>
                <a:gd name="connsiteX358" fmla="*/ 1170339 w 1621454"/>
                <a:gd name="connsiteY358" fmla="*/ 1601964 h 1981964"/>
                <a:gd name="connsiteX359" fmla="*/ 1174403 w 1621454"/>
                <a:gd name="connsiteY359" fmla="*/ 1610092 h 1981964"/>
                <a:gd name="connsiteX360" fmla="*/ 1173049 w 1621454"/>
                <a:gd name="connsiteY360" fmla="*/ 1624317 h 1981964"/>
                <a:gd name="connsiteX361" fmla="*/ 1159502 w 1621454"/>
                <a:gd name="connsiteY361" fmla="*/ 1633122 h 1981964"/>
                <a:gd name="connsiteX362" fmla="*/ 1141891 w 1621454"/>
                <a:gd name="connsiteY362" fmla="*/ 1644637 h 1981964"/>
                <a:gd name="connsiteX363" fmla="*/ 1133085 w 1621454"/>
                <a:gd name="connsiteY363" fmla="*/ 1646670 h 1981964"/>
                <a:gd name="connsiteX364" fmla="*/ 1089057 w 1621454"/>
                <a:gd name="connsiteY364" fmla="*/ 1689343 h 1981964"/>
                <a:gd name="connsiteX365" fmla="*/ 1099895 w 1621454"/>
                <a:gd name="connsiteY365" fmla="*/ 1703568 h 1981964"/>
                <a:gd name="connsiteX366" fmla="*/ 1081606 w 1621454"/>
                <a:gd name="connsiteY366" fmla="*/ 1726598 h 1981964"/>
                <a:gd name="connsiteX367" fmla="*/ 1083638 w 1621454"/>
                <a:gd name="connsiteY367" fmla="*/ 1737436 h 1981964"/>
                <a:gd name="connsiteX368" fmla="*/ 1078220 w 1621454"/>
                <a:gd name="connsiteY368" fmla="*/ 1748274 h 1981964"/>
                <a:gd name="connsiteX369" fmla="*/ 1104636 w 1621454"/>
                <a:gd name="connsiteY369" fmla="*/ 1765208 h 1981964"/>
                <a:gd name="connsiteX370" fmla="*/ 1087703 w 1621454"/>
                <a:gd name="connsiteY370" fmla="*/ 1793657 h 1981964"/>
                <a:gd name="connsiteX371" fmla="*/ 1091767 w 1621454"/>
                <a:gd name="connsiteY371" fmla="*/ 1805850 h 1981964"/>
                <a:gd name="connsiteX372" fmla="*/ 1087703 w 1621454"/>
                <a:gd name="connsiteY372" fmla="*/ 1810591 h 1981964"/>
                <a:gd name="connsiteX373" fmla="*/ 1082284 w 1621454"/>
                <a:gd name="connsiteY373" fmla="*/ 1806527 h 1981964"/>
                <a:gd name="connsiteX374" fmla="*/ 1076865 w 1621454"/>
                <a:gd name="connsiteY374" fmla="*/ 1807205 h 1981964"/>
                <a:gd name="connsiteX375" fmla="*/ 1073478 w 1621454"/>
                <a:gd name="connsiteY375" fmla="*/ 1811946 h 1981964"/>
                <a:gd name="connsiteX376" fmla="*/ 1063318 w 1621454"/>
                <a:gd name="connsiteY376" fmla="*/ 1812623 h 1981964"/>
                <a:gd name="connsiteX377" fmla="*/ 1052480 w 1621454"/>
                <a:gd name="connsiteY377" fmla="*/ 1822784 h 1981964"/>
                <a:gd name="connsiteX378" fmla="*/ 1060608 w 1621454"/>
                <a:gd name="connsiteY378" fmla="*/ 1832267 h 1981964"/>
                <a:gd name="connsiteX379" fmla="*/ 1052480 w 1621454"/>
                <a:gd name="connsiteY379" fmla="*/ 1847169 h 1981964"/>
                <a:gd name="connsiteX380" fmla="*/ 1060608 w 1621454"/>
                <a:gd name="connsiteY380" fmla="*/ 1844460 h 1981964"/>
                <a:gd name="connsiteX381" fmla="*/ 1070769 w 1621454"/>
                <a:gd name="connsiteY381" fmla="*/ 1847169 h 1981964"/>
                <a:gd name="connsiteX382" fmla="*/ 1076865 w 1621454"/>
                <a:gd name="connsiteY382" fmla="*/ 1839041 h 1981964"/>
                <a:gd name="connsiteX383" fmla="*/ 1085670 w 1621454"/>
                <a:gd name="connsiteY383" fmla="*/ 1842427 h 1981964"/>
                <a:gd name="connsiteX384" fmla="*/ 1095153 w 1621454"/>
                <a:gd name="connsiteY384" fmla="*/ 1845137 h 1981964"/>
                <a:gd name="connsiteX385" fmla="*/ 1108700 w 1621454"/>
                <a:gd name="connsiteY385" fmla="*/ 1834299 h 1981964"/>
                <a:gd name="connsiteX386" fmla="*/ 1116829 w 1621454"/>
                <a:gd name="connsiteY386" fmla="*/ 1822784 h 1981964"/>
                <a:gd name="connsiteX387" fmla="*/ 1132408 w 1621454"/>
                <a:gd name="connsiteY387" fmla="*/ 1816688 h 1981964"/>
                <a:gd name="connsiteX388" fmla="*/ 1140536 w 1621454"/>
                <a:gd name="connsiteY388" fmla="*/ 1805172 h 1981964"/>
                <a:gd name="connsiteX389" fmla="*/ 1136472 w 1621454"/>
                <a:gd name="connsiteY389" fmla="*/ 1799076 h 1981964"/>
                <a:gd name="connsiteX390" fmla="*/ 1125634 w 1621454"/>
                <a:gd name="connsiteY390" fmla="*/ 1805172 h 1981964"/>
                <a:gd name="connsiteX391" fmla="*/ 1120893 w 1621454"/>
                <a:gd name="connsiteY391" fmla="*/ 1798399 h 1981964"/>
                <a:gd name="connsiteX392" fmla="*/ 1123602 w 1621454"/>
                <a:gd name="connsiteY392" fmla="*/ 1787561 h 1981964"/>
                <a:gd name="connsiteX393" fmla="*/ 1126311 w 1621454"/>
                <a:gd name="connsiteY393" fmla="*/ 1777401 h 1981964"/>
                <a:gd name="connsiteX394" fmla="*/ 1136472 w 1621454"/>
                <a:gd name="connsiteY394" fmla="*/ 1767240 h 1981964"/>
                <a:gd name="connsiteX395" fmla="*/ 1143923 w 1621454"/>
                <a:gd name="connsiteY395" fmla="*/ 1762499 h 1981964"/>
                <a:gd name="connsiteX396" fmla="*/ 1150019 w 1621454"/>
                <a:gd name="connsiteY396" fmla="*/ 1765885 h 1981964"/>
                <a:gd name="connsiteX397" fmla="*/ 1154760 w 1621454"/>
                <a:gd name="connsiteY397" fmla="*/ 1772659 h 1981964"/>
                <a:gd name="connsiteX398" fmla="*/ 1161534 w 1621454"/>
                <a:gd name="connsiteY398" fmla="*/ 1771304 h 1981964"/>
                <a:gd name="connsiteX399" fmla="*/ 1165598 w 1621454"/>
                <a:gd name="connsiteY399" fmla="*/ 1767240 h 1981964"/>
                <a:gd name="connsiteX400" fmla="*/ 1176435 w 1621454"/>
                <a:gd name="connsiteY400" fmla="*/ 1765208 h 1981964"/>
                <a:gd name="connsiteX401" fmla="*/ 1183886 w 1621454"/>
                <a:gd name="connsiteY401" fmla="*/ 1757757 h 1981964"/>
                <a:gd name="connsiteX402" fmla="*/ 1189982 w 1621454"/>
                <a:gd name="connsiteY402" fmla="*/ 1750306 h 1981964"/>
                <a:gd name="connsiteX403" fmla="*/ 1194724 w 1621454"/>
                <a:gd name="connsiteY403" fmla="*/ 1754370 h 1981964"/>
                <a:gd name="connsiteX404" fmla="*/ 1202175 w 1621454"/>
                <a:gd name="connsiteY404" fmla="*/ 1752338 h 1981964"/>
                <a:gd name="connsiteX405" fmla="*/ 1210303 w 1621454"/>
                <a:gd name="connsiteY405" fmla="*/ 1748951 h 1981964"/>
                <a:gd name="connsiteX406" fmla="*/ 1223172 w 1621454"/>
                <a:gd name="connsiteY406" fmla="*/ 1750983 h 1981964"/>
                <a:gd name="connsiteX407" fmla="*/ 1245525 w 1621454"/>
                <a:gd name="connsiteY407" fmla="*/ 1750983 h 1981964"/>
                <a:gd name="connsiteX408" fmla="*/ 1251621 w 1621454"/>
                <a:gd name="connsiteY408" fmla="*/ 1752338 h 1981964"/>
                <a:gd name="connsiteX409" fmla="*/ 1258395 w 1621454"/>
                <a:gd name="connsiteY409" fmla="*/ 1754370 h 1981964"/>
                <a:gd name="connsiteX410" fmla="*/ 1264491 w 1621454"/>
                <a:gd name="connsiteY410" fmla="*/ 1758434 h 1981964"/>
                <a:gd name="connsiteX411" fmla="*/ 1254331 w 1621454"/>
                <a:gd name="connsiteY411" fmla="*/ 1768595 h 1981964"/>
                <a:gd name="connsiteX412" fmla="*/ 1256363 w 1621454"/>
                <a:gd name="connsiteY412" fmla="*/ 1775368 h 1981964"/>
                <a:gd name="connsiteX413" fmla="*/ 1277360 w 1621454"/>
                <a:gd name="connsiteY413" fmla="*/ 1794335 h 1981964"/>
                <a:gd name="connsiteX414" fmla="*/ 1273296 w 1621454"/>
                <a:gd name="connsiteY414" fmla="*/ 1803818 h 1981964"/>
                <a:gd name="connsiteX415" fmla="*/ 1264491 w 1621454"/>
                <a:gd name="connsiteY415" fmla="*/ 1822784 h 1981964"/>
                <a:gd name="connsiteX416" fmla="*/ 1264491 w 1621454"/>
                <a:gd name="connsiteY416" fmla="*/ 1832267 h 1981964"/>
                <a:gd name="connsiteX417" fmla="*/ 1257717 w 1621454"/>
                <a:gd name="connsiteY417" fmla="*/ 1836331 h 1981964"/>
                <a:gd name="connsiteX418" fmla="*/ 1259072 w 1621454"/>
                <a:gd name="connsiteY418" fmla="*/ 1845814 h 1981964"/>
                <a:gd name="connsiteX419" fmla="*/ 1265846 w 1621454"/>
                <a:gd name="connsiteY419" fmla="*/ 1849878 h 1981964"/>
                <a:gd name="connsiteX420" fmla="*/ 1287521 w 1621454"/>
                <a:gd name="connsiteY420" fmla="*/ 1849878 h 1981964"/>
                <a:gd name="connsiteX421" fmla="*/ 1280070 w 1621454"/>
                <a:gd name="connsiteY421" fmla="*/ 1871554 h 1981964"/>
                <a:gd name="connsiteX422" fmla="*/ 1282779 w 1621454"/>
                <a:gd name="connsiteY422" fmla="*/ 1879005 h 1981964"/>
                <a:gd name="connsiteX423" fmla="*/ 1295649 w 1621454"/>
                <a:gd name="connsiteY423" fmla="*/ 1874263 h 1981964"/>
                <a:gd name="connsiteX424" fmla="*/ 1305809 w 1621454"/>
                <a:gd name="connsiteY424" fmla="*/ 1890520 h 1981964"/>
                <a:gd name="connsiteX425" fmla="*/ 1316647 w 1621454"/>
                <a:gd name="connsiteY425" fmla="*/ 1896616 h 1981964"/>
                <a:gd name="connsiteX426" fmla="*/ 1313937 w 1621454"/>
                <a:gd name="connsiteY426" fmla="*/ 1906777 h 1981964"/>
                <a:gd name="connsiteX427" fmla="*/ 1320711 w 1621454"/>
                <a:gd name="connsiteY427" fmla="*/ 1910841 h 1981964"/>
                <a:gd name="connsiteX428" fmla="*/ 1321388 w 1621454"/>
                <a:gd name="connsiteY428" fmla="*/ 1923034 h 1981964"/>
                <a:gd name="connsiteX429" fmla="*/ 1314615 w 1621454"/>
                <a:gd name="connsiteY429" fmla="*/ 1926420 h 1981964"/>
                <a:gd name="connsiteX430" fmla="*/ 1312583 w 1621454"/>
                <a:gd name="connsiteY430" fmla="*/ 1938613 h 1981964"/>
                <a:gd name="connsiteX431" fmla="*/ 1309873 w 1621454"/>
                <a:gd name="connsiteY431" fmla="*/ 1942000 h 1981964"/>
                <a:gd name="connsiteX432" fmla="*/ 1301745 w 1621454"/>
                <a:gd name="connsiteY432" fmla="*/ 1942000 h 1981964"/>
                <a:gd name="connsiteX433" fmla="*/ 1297681 w 1621454"/>
                <a:gd name="connsiteY433" fmla="*/ 1948773 h 1981964"/>
                <a:gd name="connsiteX434" fmla="*/ 1282102 w 1621454"/>
                <a:gd name="connsiteY434" fmla="*/ 1949451 h 1981964"/>
                <a:gd name="connsiteX435" fmla="*/ 1278715 w 1621454"/>
                <a:gd name="connsiteY435" fmla="*/ 1956224 h 1981964"/>
                <a:gd name="connsiteX436" fmla="*/ 1273296 w 1621454"/>
                <a:gd name="connsiteY436" fmla="*/ 1952160 h 1981964"/>
                <a:gd name="connsiteX437" fmla="*/ 1265168 w 1621454"/>
                <a:gd name="connsiteY437" fmla="*/ 1952160 h 1981964"/>
                <a:gd name="connsiteX438" fmla="*/ 1263813 w 1621454"/>
                <a:gd name="connsiteY438" fmla="*/ 1981964 h 1981964"/>
                <a:gd name="connsiteX439" fmla="*/ 31309 w 1621454"/>
                <a:gd name="connsiteY439" fmla="*/ 1981964 h 1981964"/>
                <a:gd name="connsiteX440" fmla="*/ 0 w 1621454"/>
                <a:gd name="connsiteY440" fmla="*/ 1981964 h 1981964"/>
                <a:gd name="connsiteX441" fmla="*/ 0 w 1621454"/>
                <a:gd name="connsiteY441" fmla="*/ 52815 h 1981964"/>
                <a:gd name="connsiteX442" fmla="*/ 2588 w 1621454"/>
                <a:gd name="connsiteY442" fmla="*/ 50802 h 1981964"/>
                <a:gd name="connsiteX443" fmla="*/ 15458 w 1621454"/>
                <a:gd name="connsiteY443" fmla="*/ 46738 h 1981964"/>
                <a:gd name="connsiteX444" fmla="*/ 24263 w 1621454"/>
                <a:gd name="connsiteY444" fmla="*/ 46738 h 1981964"/>
                <a:gd name="connsiteX445" fmla="*/ 33746 w 1621454"/>
                <a:gd name="connsiteY445" fmla="*/ 39965 h 1981964"/>
                <a:gd name="connsiteX446" fmla="*/ 41197 w 1621454"/>
                <a:gd name="connsiteY446" fmla="*/ 37255 h 1981964"/>
                <a:gd name="connsiteX447" fmla="*/ 54744 w 1621454"/>
                <a:gd name="connsiteY447" fmla="*/ 37255 h 1981964"/>
                <a:gd name="connsiteX448" fmla="*/ 63550 w 1621454"/>
                <a:gd name="connsiteY448" fmla="*/ 33191 h 1981964"/>
                <a:gd name="connsiteX449" fmla="*/ 72355 w 1621454"/>
                <a:gd name="connsiteY449" fmla="*/ 33191 h 1981964"/>
                <a:gd name="connsiteX450" fmla="*/ 80483 w 1621454"/>
                <a:gd name="connsiteY450" fmla="*/ 29127 h 1981964"/>
                <a:gd name="connsiteX451" fmla="*/ 87934 w 1621454"/>
                <a:gd name="connsiteY451" fmla="*/ 27095 h 1981964"/>
                <a:gd name="connsiteX452" fmla="*/ 96062 w 1621454"/>
                <a:gd name="connsiteY452" fmla="*/ 23708 h 1981964"/>
                <a:gd name="connsiteX453" fmla="*/ 99449 w 1621454"/>
                <a:gd name="connsiteY453" fmla="*/ 16934 h 1981964"/>
                <a:gd name="connsiteX454" fmla="*/ 104191 w 1621454"/>
                <a:gd name="connsiteY454" fmla="*/ 25063 h 1981964"/>
                <a:gd name="connsiteX455" fmla="*/ 110287 w 1621454"/>
                <a:gd name="connsiteY455" fmla="*/ 27772 h 1981964"/>
                <a:gd name="connsiteX456" fmla="*/ 110287 w 1621454"/>
                <a:gd name="connsiteY456" fmla="*/ 16934 h 1981964"/>
                <a:gd name="connsiteX457" fmla="*/ 110287 w 1621454"/>
                <a:gd name="connsiteY457" fmla="*/ 14225 h 1981964"/>
                <a:gd name="connsiteX458" fmla="*/ 115706 w 1621454"/>
                <a:gd name="connsiteY458" fmla="*/ 18289 h 1981964"/>
                <a:gd name="connsiteX459" fmla="*/ 123156 w 1621454"/>
                <a:gd name="connsiteY459" fmla="*/ 18289 h 1981964"/>
                <a:gd name="connsiteX460" fmla="*/ 127220 w 1621454"/>
                <a:gd name="connsiteY460" fmla="*/ 16934 h 1981964"/>
                <a:gd name="connsiteX461" fmla="*/ 133994 w 1621454"/>
                <a:gd name="connsiteY461" fmla="*/ 14225 h 1981964"/>
                <a:gd name="connsiteX462" fmla="*/ 144154 w 1621454"/>
                <a:gd name="connsiteY462" fmla="*/ 9483 h 1981964"/>
                <a:gd name="connsiteX463" fmla="*/ 151605 w 1621454"/>
                <a:gd name="connsiteY463" fmla="*/ 12870 h 1981964"/>
                <a:gd name="connsiteX464" fmla="*/ 165152 w 1621454"/>
                <a:gd name="connsiteY464" fmla="*/ 11515 h 1981964"/>
                <a:gd name="connsiteX465" fmla="*/ 173958 w 1621454"/>
                <a:gd name="connsiteY465" fmla="*/ 9483 h 1981964"/>
                <a:gd name="connsiteX466" fmla="*/ 190214 w 1621454"/>
                <a:gd name="connsiteY466" fmla="*/ 0 h 1981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</a:cxnLst>
              <a:rect l="l" t="t" r="r" b="b"/>
              <a:pathLst>
                <a:path w="1621454" h="1981964">
                  <a:moveTo>
                    <a:pt x="190214" y="0"/>
                  </a:moveTo>
                  <a:cubicBezTo>
                    <a:pt x="190214" y="0"/>
                    <a:pt x="190214" y="0"/>
                    <a:pt x="196988" y="0"/>
                  </a:cubicBezTo>
                  <a:cubicBezTo>
                    <a:pt x="196988" y="0"/>
                    <a:pt x="196988" y="0"/>
                    <a:pt x="200374" y="9483"/>
                  </a:cubicBezTo>
                  <a:cubicBezTo>
                    <a:pt x="200374" y="9483"/>
                    <a:pt x="200374" y="9483"/>
                    <a:pt x="204438" y="14902"/>
                  </a:cubicBezTo>
                  <a:cubicBezTo>
                    <a:pt x="204438" y="14902"/>
                    <a:pt x="204438" y="14902"/>
                    <a:pt x="204438" y="19644"/>
                  </a:cubicBezTo>
                  <a:cubicBezTo>
                    <a:pt x="204438" y="19644"/>
                    <a:pt x="204438" y="19644"/>
                    <a:pt x="204438" y="29804"/>
                  </a:cubicBezTo>
                  <a:cubicBezTo>
                    <a:pt x="204438" y="29804"/>
                    <a:pt x="204438" y="29804"/>
                    <a:pt x="212567" y="34546"/>
                  </a:cubicBezTo>
                  <a:cubicBezTo>
                    <a:pt x="212567" y="34546"/>
                    <a:pt x="212567" y="34546"/>
                    <a:pt x="216631" y="38610"/>
                  </a:cubicBezTo>
                  <a:cubicBezTo>
                    <a:pt x="216631" y="38610"/>
                    <a:pt x="216631" y="38610"/>
                    <a:pt x="219340" y="47416"/>
                  </a:cubicBezTo>
                  <a:cubicBezTo>
                    <a:pt x="219340" y="47416"/>
                    <a:pt x="219340" y="47416"/>
                    <a:pt x="222727" y="51480"/>
                  </a:cubicBezTo>
                  <a:cubicBezTo>
                    <a:pt x="222727" y="51480"/>
                    <a:pt x="222727" y="51480"/>
                    <a:pt x="217985" y="56221"/>
                  </a:cubicBezTo>
                  <a:cubicBezTo>
                    <a:pt x="217985" y="56221"/>
                    <a:pt x="217985" y="56221"/>
                    <a:pt x="210535" y="64350"/>
                  </a:cubicBezTo>
                  <a:cubicBezTo>
                    <a:pt x="210535" y="64350"/>
                    <a:pt x="210535" y="64350"/>
                    <a:pt x="217985" y="73833"/>
                  </a:cubicBezTo>
                  <a:cubicBezTo>
                    <a:pt x="217985" y="73833"/>
                    <a:pt x="217985" y="73833"/>
                    <a:pt x="222727" y="86703"/>
                  </a:cubicBezTo>
                  <a:cubicBezTo>
                    <a:pt x="222727" y="86703"/>
                    <a:pt x="222727" y="86703"/>
                    <a:pt x="222727" y="104314"/>
                  </a:cubicBezTo>
                  <a:cubicBezTo>
                    <a:pt x="222727" y="104314"/>
                    <a:pt x="222727" y="104314"/>
                    <a:pt x="229500" y="100250"/>
                  </a:cubicBezTo>
                  <a:cubicBezTo>
                    <a:pt x="229500" y="100250"/>
                    <a:pt x="229500" y="100250"/>
                    <a:pt x="233564" y="103637"/>
                  </a:cubicBezTo>
                  <a:cubicBezTo>
                    <a:pt x="233564" y="103637"/>
                    <a:pt x="233564" y="103637"/>
                    <a:pt x="245079" y="104314"/>
                  </a:cubicBezTo>
                  <a:cubicBezTo>
                    <a:pt x="245079" y="104314"/>
                    <a:pt x="245079" y="104314"/>
                    <a:pt x="245079" y="113120"/>
                  </a:cubicBezTo>
                  <a:cubicBezTo>
                    <a:pt x="245079" y="113120"/>
                    <a:pt x="245079" y="113120"/>
                    <a:pt x="251176" y="121248"/>
                  </a:cubicBezTo>
                  <a:cubicBezTo>
                    <a:pt x="251176" y="121248"/>
                    <a:pt x="251176" y="121248"/>
                    <a:pt x="259981" y="131409"/>
                  </a:cubicBezTo>
                  <a:cubicBezTo>
                    <a:pt x="259981" y="131409"/>
                    <a:pt x="259981" y="131409"/>
                    <a:pt x="259981" y="137505"/>
                  </a:cubicBezTo>
                  <a:cubicBezTo>
                    <a:pt x="259981" y="137505"/>
                    <a:pt x="259981" y="137505"/>
                    <a:pt x="267432" y="141569"/>
                  </a:cubicBezTo>
                  <a:cubicBezTo>
                    <a:pt x="267432" y="141569"/>
                    <a:pt x="267432" y="141569"/>
                    <a:pt x="272173" y="138860"/>
                  </a:cubicBezTo>
                  <a:cubicBezTo>
                    <a:pt x="272173" y="138860"/>
                    <a:pt x="272173" y="138860"/>
                    <a:pt x="276237" y="138860"/>
                  </a:cubicBezTo>
                  <a:cubicBezTo>
                    <a:pt x="276237" y="138860"/>
                    <a:pt x="276237" y="138860"/>
                    <a:pt x="290462" y="149697"/>
                  </a:cubicBezTo>
                  <a:cubicBezTo>
                    <a:pt x="290462" y="149697"/>
                    <a:pt x="290462" y="149697"/>
                    <a:pt x="297913" y="133441"/>
                  </a:cubicBezTo>
                  <a:cubicBezTo>
                    <a:pt x="297913" y="133441"/>
                    <a:pt x="297913" y="133441"/>
                    <a:pt x="301977" y="127344"/>
                  </a:cubicBezTo>
                  <a:cubicBezTo>
                    <a:pt x="301977" y="127344"/>
                    <a:pt x="301977" y="127344"/>
                    <a:pt x="309428" y="127344"/>
                  </a:cubicBezTo>
                  <a:cubicBezTo>
                    <a:pt x="309428" y="127344"/>
                    <a:pt x="309428" y="127344"/>
                    <a:pt x="315524" y="119893"/>
                  </a:cubicBezTo>
                  <a:cubicBezTo>
                    <a:pt x="315524" y="119893"/>
                    <a:pt x="315524" y="119893"/>
                    <a:pt x="335844" y="119216"/>
                  </a:cubicBezTo>
                  <a:cubicBezTo>
                    <a:pt x="335844" y="119216"/>
                    <a:pt x="335844" y="119216"/>
                    <a:pt x="342618" y="111088"/>
                  </a:cubicBezTo>
                  <a:cubicBezTo>
                    <a:pt x="342618" y="111088"/>
                    <a:pt x="342618" y="111088"/>
                    <a:pt x="348714" y="111088"/>
                  </a:cubicBezTo>
                  <a:cubicBezTo>
                    <a:pt x="348714" y="111088"/>
                    <a:pt x="348714" y="111088"/>
                    <a:pt x="358197" y="125990"/>
                  </a:cubicBezTo>
                  <a:cubicBezTo>
                    <a:pt x="358197" y="125990"/>
                    <a:pt x="358197" y="125990"/>
                    <a:pt x="362938" y="140214"/>
                  </a:cubicBezTo>
                  <a:cubicBezTo>
                    <a:pt x="362938" y="140214"/>
                    <a:pt x="362938" y="140214"/>
                    <a:pt x="366325" y="142924"/>
                  </a:cubicBezTo>
                  <a:cubicBezTo>
                    <a:pt x="366325" y="142924"/>
                    <a:pt x="366325" y="142924"/>
                    <a:pt x="373099" y="142246"/>
                  </a:cubicBezTo>
                  <a:cubicBezTo>
                    <a:pt x="373099" y="142246"/>
                    <a:pt x="373099" y="142246"/>
                    <a:pt x="377840" y="146311"/>
                  </a:cubicBezTo>
                  <a:cubicBezTo>
                    <a:pt x="377840" y="146311"/>
                    <a:pt x="377840" y="146311"/>
                    <a:pt x="377163" y="157148"/>
                  </a:cubicBezTo>
                  <a:cubicBezTo>
                    <a:pt x="377163" y="157148"/>
                    <a:pt x="377163" y="157148"/>
                    <a:pt x="373776" y="163922"/>
                  </a:cubicBezTo>
                  <a:cubicBezTo>
                    <a:pt x="373776" y="163922"/>
                    <a:pt x="373776" y="163922"/>
                    <a:pt x="373099" y="170018"/>
                  </a:cubicBezTo>
                  <a:cubicBezTo>
                    <a:pt x="373099" y="170018"/>
                    <a:pt x="373099" y="170018"/>
                    <a:pt x="377163" y="176792"/>
                  </a:cubicBezTo>
                  <a:cubicBezTo>
                    <a:pt x="377163" y="176792"/>
                    <a:pt x="377163" y="176792"/>
                    <a:pt x="381227" y="185598"/>
                  </a:cubicBezTo>
                  <a:cubicBezTo>
                    <a:pt x="381227" y="185598"/>
                    <a:pt x="381227" y="185598"/>
                    <a:pt x="383936" y="198467"/>
                  </a:cubicBezTo>
                  <a:cubicBezTo>
                    <a:pt x="383936" y="198467"/>
                    <a:pt x="383936" y="198467"/>
                    <a:pt x="383936" y="207273"/>
                  </a:cubicBezTo>
                  <a:cubicBezTo>
                    <a:pt x="383936" y="207273"/>
                    <a:pt x="383936" y="207273"/>
                    <a:pt x="392742" y="219466"/>
                  </a:cubicBezTo>
                  <a:cubicBezTo>
                    <a:pt x="392742" y="219466"/>
                    <a:pt x="392742" y="219466"/>
                    <a:pt x="398838" y="224207"/>
                  </a:cubicBezTo>
                  <a:cubicBezTo>
                    <a:pt x="398838" y="224207"/>
                    <a:pt x="398838" y="224207"/>
                    <a:pt x="407643" y="228271"/>
                  </a:cubicBezTo>
                  <a:cubicBezTo>
                    <a:pt x="407643" y="228271"/>
                    <a:pt x="407643" y="228271"/>
                    <a:pt x="416449" y="226917"/>
                  </a:cubicBezTo>
                  <a:cubicBezTo>
                    <a:pt x="416449" y="226917"/>
                    <a:pt x="416449" y="226917"/>
                    <a:pt x="421868" y="224207"/>
                  </a:cubicBezTo>
                  <a:cubicBezTo>
                    <a:pt x="421868" y="224207"/>
                    <a:pt x="421868" y="224207"/>
                    <a:pt x="427286" y="218111"/>
                  </a:cubicBezTo>
                  <a:cubicBezTo>
                    <a:pt x="427286" y="218111"/>
                    <a:pt x="427286" y="218111"/>
                    <a:pt x="438124" y="212015"/>
                  </a:cubicBezTo>
                  <a:cubicBezTo>
                    <a:pt x="438124" y="212015"/>
                    <a:pt x="438124" y="212015"/>
                    <a:pt x="445575" y="214724"/>
                  </a:cubicBezTo>
                  <a:cubicBezTo>
                    <a:pt x="445575" y="214724"/>
                    <a:pt x="445575" y="214724"/>
                    <a:pt x="442866" y="224207"/>
                  </a:cubicBezTo>
                  <a:cubicBezTo>
                    <a:pt x="442866" y="224207"/>
                    <a:pt x="442866" y="224207"/>
                    <a:pt x="439479" y="230981"/>
                  </a:cubicBezTo>
                  <a:cubicBezTo>
                    <a:pt x="439479" y="230981"/>
                    <a:pt x="439479" y="230981"/>
                    <a:pt x="447607" y="227594"/>
                  </a:cubicBezTo>
                  <a:cubicBezTo>
                    <a:pt x="447607" y="227594"/>
                    <a:pt x="447607" y="227594"/>
                    <a:pt x="459799" y="226239"/>
                  </a:cubicBezTo>
                  <a:cubicBezTo>
                    <a:pt x="459799" y="226239"/>
                    <a:pt x="459799" y="226239"/>
                    <a:pt x="466573" y="226917"/>
                  </a:cubicBezTo>
                  <a:cubicBezTo>
                    <a:pt x="466573" y="226917"/>
                    <a:pt x="466573" y="226917"/>
                    <a:pt x="480120" y="242496"/>
                  </a:cubicBezTo>
                  <a:cubicBezTo>
                    <a:pt x="480120" y="242496"/>
                    <a:pt x="480120" y="242496"/>
                    <a:pt x="480120" y="270945"/>
                  </a:cubicBezTo>
                  <a:cubicBezTo>
                    <a:pt x="480120" y="270945"/>
                    <a:pt x="480120" y="270945"/>
                    <a:pt x="476733" y="276364"/>
                  </a:cubicBezTo>
                  <a:cubicBezTo>
                    <a:pt x="476733" y="276364"/>
                    <a:pt x="476733" y="276364"/>
                    <a:pt x="489603" y="299395"/>
                  </a:cubicBezTo>
                  <a:cubicBezTo>
                    <a:pt x="489603" y="299395"/>
                    <a:pt x="489603" y="299395"/>
                    <a:pt x="495021" y="298040"/>
                  </a:cubicBezTo>
                  <a:cubicBezTo>
                    <a:pt x="495021" y="298040"/>
                    <a:pt x="495021" y="298040"/>
                    <a:pt x="498408" y="293298"/>
                  </a:cubicBezTo>
                  <a:cubicBezTo>
                    <a:pt x="498408" y="293298"/>
                    <a:pt x="498408" y="293298"/>
                    <a:pt x="499086" y="281783"/>
                  </a:cubicBezTo>
                  <a:cubicBezTo>
                    <a:pt x="499086" y="281783"/>
                    <a:pt x="499086" y="281783"/>
                    <a:pt x="525502" y="281106"/>
                  </a:cubicBezTo>
                  <a:cubicBezTo>
                    <a:pt x="525502" y="281106"/>
                    <a:pt x="525502" y="281106"/>
                    <a:pt x="539727" y="291944"/>
                  </a:cubicBezTo>
                  <a:cubicBezTo>
                    <a:pt x="539727" y="291944"/>
                    <a:pt x="539727" y="291944"/>
                    <a:pt x="547177" y="288557"/>
                  </a:cubicBezTo>
                  <a:cubicBezTo>
                    <a:pt x="547177" y="288557"/>
                    <a:pt x="547177" y="288557"/>
                    <a:pt x="562079" y="281783"/>
                  </a:cubicBezTo>
                  <a:cubicBezTo>
                    <a:pt x="562079" y="281783"/>
                    <a:pt x="562079" y="281783"/>
                    <a:pt x="568853" y="279074"/>
                  </a:cubicBezTo>
                  <a:cubicBezTo>
                    <a:pt x="568853" y="279074"/>
                    <a:pt x="568853" y="279074"/>
                    <a:pt x="583077" y="298717"/>
                  </a:cubicBezTo>
                  <a:cubicBezTo>
                    <a:pt x="583077" y="298717"/>
                    <a:pt x="583077" y="298717"/>
                    <a:pt x="590528" y="298717"/>
                  </a:cubicBezTo>
                  <a:cubicBezTo>
                    <a:pt x="590528" y="298717"/>
                    <a:pt x="590528" y="298717"/>
                    <a:pt x="593915" y="305491"/>
                  </a:cubicBezTo>
                  <a:cubicBezTo>
                    <a:pt x="593915" y="305491"/>
                    <a:pt x="593915" y="305491"/>
                    <a:pt x="596624" y="317683"/>
                  </a:cubicBezTo>
                  <a:cubicBezTo>
                    <a:pt x="596624" y="317683"/>
                    <a:pt x="596624" y="317683"/>
                    <a:pt x="602043" y="308200"/>
                  </a:cubicBezTo>
                  <a:cubicBezTo>
                    <a:pt x="602043" y="308200"/>
                    <a:pt x="602043" y="308200"/>
                    <a:pt x="614235" y="313619"/>
                  </a:cubicBezTo>
                  <a:cubicBezTo>
                    <a:pt x="614235" y="313619"/>
                    <a:pt x="614235" y="313619"/>
                    <a:pt x="618299" y="321748"/>
                  </a:cubicBezTo>
                  <a:cubicBezTo>
                    <a:pt x="618299" y="321748"/>
                    <a:pt x="618299" y="321748"/>
                    <a:pt x="601365" y="335295"/>
                  </a:cubicBezTo>
                  <a:cubicBezTo>
                    <a:pt x="601365" y="335295"/>
                    <a:pt x="601365" y="335295"/>
                    <a:pt x="601365" y="355616"/>
                  </a:cubicBezTo>
                  <a:cubicBezTo>
                    <a:pt x="601365" y="355616"/>
                    <a:pt x="601365" y="355616"/>
                    <a:pt x="593915" y="365099"/>
                  </a:cubicBezTo>
                  <a:cubicBezTo>
                    <a:pt x="593915" y="365099"/>
                    <a:pt x="593915" y="365099"/>
                    <a:pt x="599333" y="369163"/>
                  </a:cubicBezTo>
                  <a:cubicBezTo>
                    <a:pt x="599333" y="369163"/>
                    <a:pt x="599333" y="369163"/>
                    <a:pt x="612203" y="369163"/>
                  </a:cubicBezTo>
                  <a:cubicBezTo>
                    <a:pt x="612203" y="369163"/>
                    <a:pt x="612203" y="369163"/>
                    <a:pt x="611526" y="381355"/>
                  </a:cubicBezTo>
                  <a:cubicBezTo>
                    <a:pt x="611526" y="381355"/>
                    <a:pt x="611526" y="381355"/>
                    <a:pt x="621009" y="391516"/>
                  </a:cubicBezTo>
                  <a:cubicBezTo>
                    <a:pt x="621009" y="391516"/>
                    <a:pt x="621009" y="391516"/>
                    <a:pt x="611526" y="398290"/>
                  </a:cubicBezTo>
                  <a:cubicBezTo>
                    <a:pt x="611526" y="398290"/>
                    <a:pt x="611526" y="398290"/>
                    <a:pt x="602720" y="400322"/>
                  </a:cubicBezTo>
                  <a:cubicBezTo>
                    <a:pt x="602720" y="400322"/>
                    <a:pt x="602720" y="400322"/>
                    <a:pt x="596624" y="413869"/>
                  </a:cubicBezTo>
                  <a:cubicBezTo>
                    <a:pt x="596624" y="413869"/>
                    <a:pt x="596624" y="413869"/>
                    <a:pt x="604075" y="419288"/>
                  </a:cubicBezTo>
                  <a:cubicBezTo>
                    <a:pt x="604075" y="419288"/>
                    <a:pt x="604075" y="419288"/>
                    <a:pt x="603397" y="427416"/>
                  </a:cubicBezTo>
                  <a:cubicBezTo>
                    <a:pt x="603397" y="427416"/>
                    <a:pt x="603397" y="427416"/>
                    <a:pt x="612880" y="434867"/>
                  </a:cubicBezTo>
                  <a:cubicBezTo>
                    <a:pt x="612880" y="434867"/>
                    <a:pt x="612880" y="434867"/>
                    <a:pt x="620331" y="434190"/>
                  </a:cubicBezTo>
                  <a:cubicBezTo>
                    <a:pt x="620331" y="434190"/>
                    <a:pt x="620331" y="434190"/>
                    <a:pt x="637265" y="430126"/>
                  </a:cubicBezTo>
                  <a:cubicBezTo>
                    <a:pt x="637265" y="430126"/>
                    <a:pt x="637265" y="430126"/>
                    <a:pt x="647425" y="432158"/>
                  </a:cubicBezTo>
                  <a:cubicBezTo>
                    <a:pt x="647425" y="432158"/>
                    <a:pt x="647425" y="432158"/>
                    <a:pt x="669778" y="440963"/>
                  </a:cubicBezTo>
                  <a:cubicBezTo>
                    <a:pt x="669778" y="440963"/>
                    <a:pt x="669778" y="440963"/>
                    <a:pt x="684002" y="440963"/>
                  </a:cubicBezTo>
                  <a:cubicBezTo>
                    <a:pt x="684002" y="440963"/>
                    <a:pt x="684002" y="440963"/>
                    <a:pt x="692130" y="438254"/>
                  </a:cubicBezTo>
                  <a:cubicBezTo>
                    <a:pt x="692130" y="438254"/>
                    <a:pt x="692130" y="438254"/>
                    <a:pt x="711096" y="422675"/>
                  </a:cubicBezTo>
                  <a:cubicBezTo>
                    <a:pt x="711096" y="422675"/>
                    <a:pt x="711096" y="422675"/>
                    <a:pt x="732771" y="420643"/>
                  </a:cubicBezTo>
                  <a:cubicBezTo>
                    <a:pt x="732771" y="420643"/>
                    <a:pt x="732771" y="420643"/>
                    <a:pt x="735481" y="418610"/>
                  </a:cubicBezTo>
                  <a:cubicBezTo>
                    <a:pt x="735481" y="418610"/>
                    <a:pt x="735481" y="418610"/>
                    <a:pt x="736158" y="395580"/>
                  </a:cubicBezTo>
                  <a:cubicBezTo>
                    <a:pt x="736158" y="395580"/>
                    <a:pt x="736158" y="395580"/>
                    <a:pt x="732771" y="392193"/>
                  </a:cubicBezTo>
                  <a:cubicBezTo>
                    <a:pt x="732771" y="392193"/>
                    <a:pt x="732771" y="392193"/>
                    <a:pt x="734126" y="386774"/>
                  </a:cubicBezTo>
                  <a:cubicBezTo>
                    <a:pt x="734126" y="386774"/>
                    <a:pt x="734126" y="386774"/>
                    <a:pt x="745641" y="377969"/>
                  </a:cubicBezTo>
                  <a:cubicBezTo>
                    <a:pt x="745641" y="377969"/>
                    <a:pt x="745641" y="377969"/>
                    <a:pt x="751060" y="373904"/>
                  </a:cubicBezTo>
                  <a:cubicBezTo>
                    <a:pt x="751060" y="373904"/>
                    <a:pt x="751060" y="373904"/>
                    <a:pt x="752414" y="365099"/>
                  </a:cubicBezTo>
                  <a:cubicBezTo>
                    <a:pt x="752414" y="365099"/>
                    <a:pt x="752414" y="365099"/>
                    <a:pt x="767993" y="353584"/>
                  </a:cubicBezTo>
                  <a:cubicBezTo>
                    <a:pt x="767993" y="353584"/>
                    <a:pt x="767993" y="353584"/>
                    <a:pt x="772057" y="358325"/>
                  </a:cubicBezTo>
                  <a:cubicBezTo>
                    <a:pt x="772057" y="358325"/>
                    <a:pt x="772057" y="358325"/>
                    <a:pt x="783572" y="359003"/>
                  </a:cubicBezTo>
                  <a:cubicBezTo>
                    <a:pt x="783572" y="359003"/>
                    <a:pt x="783572" y="359003"/>
                    <a:pt x="786959" y="364421"/>
                  </a:cubicBezTo>
                  <a:cubicBezTo>
                    <a:pt x="786959" y="364421"/>
                    <a:pt x="786959" y="364421"/>
                    <a:pt x="780186" y="371195"/>
                  </a:cubicBezTo>
                  <a:cubicBezTo>
                    <a:pt x="780186" y="371195"/>
                    <a:pt x="780186" y="371195"/>
                    <a:pt x="779508" y="380678"/>
                  </a:cubicBezTo>
                  <a:cubicBezTo>
                    <a:pt x="779508" y="380678"/>
                    <a:pt x="779508" y="380678"/>
                    <a:pt x="772735" y="381355"/>
                  </a:cubicBezTo>
                  <a:cubicBezTo>
                    <a:pt x="772735" y="381355"/>
                    <a:pt x="772735" y="381355"/>
                    <a:pt x="772057" y="392193"/>
                  </a:cubicBezTo>
                  <a:cubicBezTo>
                    <a:pt x="772057" y="392193"/>
                    <a:pt x="772057" y="392193"/>
                    <a:pt x="767993" y="395580"/>
                  </a:cubicBezTo>
                  <a:cubicBezTo>
                    <a:pt x="767993" y="395580"/>
                    <a:pt x="767993" y="395580"/>
                    <a:pt x="774767" y="402354"/>
                  </a:cubicBezTo>
                  <a:cubicBezTo>
                    <a:pt x="774767" y="402354"/>
                    <a:pt x="774767" y="402354"/>
                    <a:pt x="767993" y="407773"/>
                  </a:cubicBezTo>
                  <a:cubicBezTo>
                    <a:pt x="767993" y="407773"/>
                    <a:pt x="767993" y="407773"/>
                    <a:pt x="767993" y="421320"/>
                  </a:cubicBezTo>
                  <a:cubicBezTo>
                    <a:pt x="767993" y="421320"/>
                    <a:pt x="767993" y="421320"/>
                    <a:pt x="761220" y="428771"/>
                  </a:cubicBezTo>
                  <a:cubicBezTo>
                    <a:pt x="761220" y="428771"/>
                    <a:pt x="761220" y="428771"/>
                    <a:pt x="759865" y="434867"/>
                  </a:cubicBezTo>
                  <a:cubicBezTo>
                    <a:pt x="759865" y="434867"/>
                    <a:pt x="759865" y="434867"/>
                    <a:pt x="770703" y="435545"/>
                  </a:cubicBezTo>
                  <a:cubicBezTo>
                    <a:pt x="770703" y="435545"/>
                    <a:pt x="770703" y="435545"/>
                    <a:pt x="784927" y="452479"/>
                  </a:cubicBezTo>
                  <a:cubicBezTo>
                    <a:pt x="784927" y="452479"/>
                    <a:pt x="784927" y="452479"/>
                    <a:pt x="779508" y="466026"/>
                  </a:cubicBezTo>
                  <a:cubicBezTo>
                    <a:pt x="779508" y="466026"/>
                    <a:pt x="779508" y="466026"/>
                    <a:pt x="774767" y="470090"/>
                  </a:cubicBezTo>
                  <a:cubicBezTo>
                    <a:pt x="774767" y="470090"/>
                    <a:pt x="774767" y="470090"/>
                    <a:pt x="782895" y="486347"/>
                  </a:cubicBezTo>
                  <a:cubicBezTo>
                    <a:pt x="782895" y="486347"/>
                    <a:pt x="782895" y="486347"/>
                    <a:pt x="776122" y="497185"/>
                  </a:cubicBezTo>
                  <a:cubicBezTo>
                    <a:pt x="776122" y="497185"/>
                    <a:pt x="776122" y="497185"/>
                    <a:pt x="791023" y="500571"/>
                  </a:cubicBezTo>
                  <a:cubicBezTo>
                    <a:pt x="791023" y="500571"/>
                    <a:pt x="791023" y="500571"/>
                    <a:pt x="800506" y="493798"/>
                  </a:cubicBezTo>
                  <a:cubicBezTo>
                    <a:pt x="800506" y="493798"/>
                    <a:pt x="800506" y="493798"/>
                    <a:pt x="812021" y="495152"/>
                  </a:cubicBezTo>
                  <a:cubicBezTo>
                    <a:pt x="812021" y="495152"/>
                    <a:pt x="812021" y="495152"/>
                    <a:pt x="826245" y="508022"/>
                  </a:cubicBezTo>
                  <a:cubicBezTo>
                    <a:pt x="826245" y="508022"/>
                    <a:pt x="826245" y="508022"/>
                    <a:pt x="837083" y="508022"/>
                  </a:cubicBezTo>
                  <a:cubicBezTo>
                    <a:pt x="837083" y="508022"/>
                    <a:pt x="837083" y="508022"/>
                    <a:pt x="844534" y="529021"/>
                  </a:cubicBezTo>
                  <a:cubicBezTo>
                    <a:pt x="844534" y="529021"/>
                    <a:pt x="844534" y="529021"/>
                    <a:pt x="853339" y="528343"/>
                  </a:cubicBezTo>
                  <a:cubicBezTo>
                    <a:pt x="853339" y="528343"/>
                    <a:pt x="853339" y="528343"/>
                    <a:pt x="854017" y="535794"/>
                  </a:cubicBezTo>
                  <a:cubicBezTo>
                    <a:pt x="854017" y="535794"/>
                    <a:pt x="854017" y="535794"/>
                    <a:pt x="874337" y="537149"/>
                  </a:cubicBezTo>
                  <a:cubicBezTo>
                    <a:pt x="874337" y="537149"/>
                    <a:pt x="874337" y="537149"/>
                    <a:pt x="881111" y="533085"/>
                  </a:cubicBezTo>
                  <a:cubicBezTo>
                    <a:pt x="881111" y="533085"/>
                    <a:pt x="881111" y="533085"/>
                    <a:pt x="896012" y="550019"/>
                  </a:cubicBezTo>
                  <a:cubicBezTo>
                    <a:pt x="896012" y="550019"/>
                    <a:pt x="896012" y="550019"/>
                    <a:pt x="888562" y="563566"/>
                  </a:cubicBezTo>
                  <a:cubicBezTo>
                    <a:pt x="888562" y="563566"/>
                    <a:pt x="888562" y="563566"/>
                    <a:pt x="887884" y="568308"/>
                  </a:cubicBezTo>
                  <a:cubicBezTo>
                    <a:pt x="887884" y="568308"/>
                    <a:pt x="887884" y="568308"/>
                    <a:pt x="893980" y="567630"/>
                  </a:cubicBezTo>
                  <a:cubicBezTo>
                    <a:pt x="893980" y="567630"/>
                    <a:pt x="893980" y="567630"/>
                    <a:pt x="900754" y="558825"/>
                  </a:cubicBezTo>
                  <a:cubicBezTo>
                    <a:pt x="900754" y="558825"/>
                    <a:pt x="900754" y="558825"/>
                    <a:pt x="912269" y="565598"/>
                  </a:cubicBezTo>
                  <a:cubicBezTo>
                    <a:pt x="912269" y="565598"/>
                    <a:pt x="912269" y="565598"/>
                    <a:pt x="921752" y="574404"/>
                  </a:cubicBezTo>
                  <a:cubicBezTo>
                    <a:pt x="921752" y="574404"/>
                    <a:pt x="921752" y="574404"/>
                    <a:pt x="925816" y="586596"/>
                  </a:cubicBezTo>
                  <a:cubicBezTo>
                    <a:pt x="925816" y="586596"/>
                    <a:pt x="925816" y="586596"/>
                    <a:pt x="923106" y="589306"/>
                  </a:cubicBezTo>
                  <a:cubicBezTo>
                    <a:pt x="923106" y="589306"/>
                    <a:pt x="923106" y="589306"/>
                    <a:pt x="929203" y="594047"/>
                  </a:cubicBezTo>
                  <a:cubicBezTo>
                    <a:pt x="929203" y="594047"/>
                    <a:pt x="929203" y="594047"/>
                    <a:pt x="927848" y="600821"/>
                  </a:cubicBezTo>
                  <a:cubicBezTo>
                    <a:pt x="927848" y="600821"/>
                    <a:pt x="927848" y="600821"/>
                    <a:pt x="923784" y="602853"/>
                  </a:cubicBezTo>
                  <a:cubicBezTo>
                    <a:pt x="923784" y="602853"/>
                    <a:pt x="923784" y="602853"/>
                    <a:pt x="928525" y="611659"/>
                  </a:cubicBezTo>
                  <a:cubicBezTo>
                    <a:pt x="928525" y="611659"/>
                    <a:pt x="928525" y="611659"/>
                    <a:pt x="938686" y="607595"/>
                  </a:cubicBezTo>
                  <a:cubicBezTo>
                    <a:pt x="938686" y="607595"/>
                    <a:pt x="938686" y="607595"/>
                    <a:pt x="945459" y="603531"/>
                  </a:cubicBezTo>
                  <a:cubicBezTo>
                    <a:pt x="945459" y="603531"/>
                    <a:pt x="945459" y="603531"/>
                    <a:pt x="951555" y="598112"/>
                  </a:cubicBezTo>
                  <a:cubicBezTo>
                    <a:pt x="951555" y="598112"/>
                    <a:pt x="951555" y="598112"/>
                    <a:pt x="958329" y="598112"/>
                  </a:cubicBezTo>
                  <a:cubicBezTo>
                    <a:pt x="958329" y="598112"/>
                    <a:pt x="958329" y="598112"/>
                    <a:pt x="963070" y="606240"/>
                  </a:cubicBezTo>
                  <a:cubicBezTo>
                    <a:pt x="963070" y="606240"/>
                    <a:pt x="963070" y="606240"/>
                    <a:pt x="966457" y="606240"/>
                  </a:cubicBezTo>
                  <a:cubicBezTo>
                    <a:pt x="966457" y="606240"/>
                    <a:pt x="966457" y="606240"/>
                    <a:pt x="968489" y="596080"/>
                  </a:cubicBezTo>
                  <a:cubicBezTo>
                    <a:pt x="968489" y="596080"/>
                    <a:pt x="968489" y="596080"/>
                    <a:pt x="976617" y="587951"/>
                  </a:cubicBezTo>
                  <a:cubicBezTo>
                    <a:pt x="976617" y="587951"/>
                    <a:pt x="976617" y="587951"/>
                    <a:pt x="984745" y="594725"/>
                  </a:cubicBezTo>
                  <a:cubicBezTo>
                    <a:pt x="984745" y="594725"/>
                    <a:pt x="984745" y="594725"/>
                    <a:pt x="1001002" y="594725"/>
                  </a:cubicBezTo>
                  <a:cubicBezTo>
                    <a:pt x="1001002" y="594725"/>
                    <a:pt x="1001002" y="594725"/>
                    <a:pt x="1005743" y="585919"/>
                  </a:cubicBezTo>
                  <a:cubicBezTo>
                    <a:pt x="1005743" y="585919"/>
                    <a:pt x="1005743" y="585919"/>
                    <a:pt x="1013871" y="589983"/>
                  </a:cubicBezTo>
                  <a:cubicBezTo>
                    <a:pt x="1013871" y="589983"/>
                    <a:pt x="1013871" y="589983"/>
                    <a:pt x="1020645" y="591338"/>
                  </a:cubicBezTo>
                  <a:cubicBezTo>
                    <a:pt x="1020645" y="591338"/>
                    <a:pt x="1020645" y="591338"/>
                    <a:pt x="1022000" y="602176"/>
                  </a:cubicBezTo>
                  <a:cubicBezTo>
                    <a:pt x="1022000" y="602176"/>
                    <a:pt x="1022000" y="602176"/>
                    <a:pt x="1029450" y="608272"/>
                  </a:cubicBezTo>
                  <a:cubicBezTo>
                    <a:pt x="1029450" y="608272"/>
                    <a:pt x="1029450" y="608272"/>
                    <a:pt x="1038256" y="610982"/>
                  </a:cubicBezTo>
                  <a:cubicBezTo>
                    <a:pt x="1038256" y="610982"/>
                    <a:pt x="1038256" y="610982"/>
                    <a:pt x="1054512" y="611659"/>
                  </a:cubicBezTo>
                  <a:cubicBezTo>
                    <a:pt x="1054512" y="611659"/>
                    <a:pt x="1054512" y="611659"/>
                    <a:pt x="1054512" y="623851"/>
                  </a:cubicBezTo>
                  <a:cubicBezTo>
                    <a:pt x="1054512" y="623851"/>
                    <a:pt x="1054512" y="623851"/>
                    <a:pt x="1059931" y="629270"/>
                  </a:cubicBezTo>
                  <a:cubicBezTo>
                    <a:pt x="1059931" y="629270"/>
                    <a:pt x="1059931" y="629270"/>
                    <a:pt x="1072123" y="629270"/>
                  </a:cubicBezTo>
                  <a:cubicBezTo>
                    <a:pt x="1072123" y="629270"/>
                    <a:pt x="1072123" y="629270"/>
                    <a:pt x="1076188" y="621819"/>
                  </a:cubicBezTo>
                  <a:cubicBezTo>
                    <a:pt x="1076188" y="621819"/>
                    <a:pt x="1076188" y="621819"/>
                    <a:pt x="1082961" y="621819"/>
                  </a:cubicBezTo>
                  <a:cubicBezTo>
                    <a:pt x="1082961" y="621819"/>
                    <a:pt x="1082961" y="621819"/>
                    <a:pt x="1086348" y="625884"/>
                  </a:cubicBezTo>
                  <a:cubicBezTo>
                    <a:pt x="1086348" y="625884"/>
                    <a:pt x="1086348" y="625884"/>
                    <a:pt x="1089057" y="624529"/>
                  </a:cubicBezTo>
                  <a:cubicBezTo>
                    <a:pt x="1089057" y="624529"/>
                    <a:pt x="1089057" y="624529"/>
                    <a:pt x="1095831" y="612336"/>
                  </a:cubicBezTo>
                  <a:cubicBezTo>
                    <a:pt x="1095831" y="612336"/>
                    <a:pt x="1095831" y="612336"/>
                    <a:pt x="1105991" y="606240"/>
                  </a:cubicBezTo>
                  <a:cubicBezTo>
                    <a:pt x="1105991" y="606240"/>
                    <a:pt x="1105991" y="606240"/>
                    <a:pt x="1124957" y="605563"/>
                  </a:cubicBezTo>
                  <a:cubicBezTo>
                    <a:pt x="1124957" y="605563"/>
                    <a:pt x="1124957" y="605563"/>
                    <a:pt x="1133085" y="609627"/>
                  </a:cubicBezTo>
                  <a:cubicBezTo>
                    <a:pt x="1133085" y="609627"/>
                    <a:pt x="1133085" y="609627"/>
                    <a:pt x="1138504" y="617078"/>
                  </a:cubicBezTo>
                  <a:cubicBezTo>
                    <a:pt x="1138504" y="617078"/>
                    <a:pt x="1138504" y="617078"/>
                    <a:pt x="1150696" y="623174"/>
                  </a:cubicBezTo>
                  <a:cubicBezTo>
                    <a:pt x="1150696" y="623174"/>
                    <a:pt x="1150696" y="623174"/>
                    <a:pt x="1158147" y="621142"/>
                  </a:cubicBezTo>
                  <a:cubicBezTo>
                    <a:pt x="1158147" y="621142"/>
                    <a:pt x="1158147" y="621142"/>
                    <a:pt x="1168307" y="616400"/>
                  </a:cubicBezTo>
                  <a:cubicBezTo>
                    <a:pt x="1168307" y="616400"/>
                    <a:pt x="1168307" y="616400"/>
                    <a:pt x="1185241" y="627916"/>
                  </a:cubicBezTo>
                  <a:cubicBezTo>
                    <a:pt x="1185241" y="627916"/>
                    <a:pt x="1185241" y="627916"/>
                    <a:pt x="1198788" y="638753"/>
                  </a:cubicBezTo>
                  <a:cubicBezTo>
                    <a:pt x="1198788" y="638753"/>
                    <a:pt x="1198788" y="638753"/>
                    <a:pt x="1197433" y="645527"/>
                  </a:cubicBezTo>
                  <a:cubicBezTo>
                    <a:pt x="1197433" y="645527"/>
                    <a:pt x="1197433" y="645527"/>
                    <a:pt x="1201497" y="649591"/>
                  </a:cubicBezTo>
                  <a:cubicBezTo>
                    <a:pt x="1201497" y="649591"/>
                    <a:pt x="1201497" y="649591"/>
                    <a:pt x="1208271" y="650269"/>
                  </a:cubicBezTo>
                  <a:cubicBezTo>
                    <a:pt x="1208271" y="650269"/>
                    <a:pt x="1208271" y="650269"/>
                    <a:pt x="1210980" y="659074"/>
                  </a:cubicBezTo>
                  <a:cubicBezTo>
                    <a:pt x="1210980" y="659074"/>
                    <a:pt x="1210980" y="659074"/>
                    <a:pt x="1211658" y="678718"/>
                  </a:cubicBezTo>
                  <a:cubicBezTo>
                    <a:pt x="1211658" y="678718"/>
                    <a:pt x="1211658" y="678718"/>
                    <a:pt x="1227237" y="690910"/>
                  </a:cubicBezTo>
                  <a:cubicBezTo>
                    <a:pt x="1227237" y="690910"/>
                    <a:pt x="1227237" y="690910"/>
                    <a:pt x="1231301" y="695652"/>
                  </a:cubicBezTo>
                  <a:cubicBezTo>
                    <a:pt x="1231301" y="695652"/>
                    <a:pt x="1231301" y="695652"/>
                    <a:pt x="1226559" y="699716"/>
                  </a:cubicBezTo>
                  <a:cubicBezTo>
                    <a:pt x="1226559" y="699716"/>
                    <a:pt x="1226559" y="699716"/>
                    <a:pt x="1235365" y="703103"/>
                  </a:cubicBezTo>
                  <a:cubicBezTo>
                    <a:pt x="1235365" y="703103"/>
                    <a:pt x="1235365" y="703103"/>
                    <a:pt x="1235365" y="715295"/>
                  </a:cubicBezTo>
                  <a:cubicBezTo>
                    <a:pt x="1235365" y="715295"/>
                    <a:pt x="1235365" y="715295"/>
                    <a:pt x="1245525" y="715295"/>
                  </a:cubicBezTo>
                  <a:cubicBezTo>
                    <a:pt x="1245525" y="715295"/>
                    <a:pt x="1245525" y="715295"/>
                    <a:pt x="1246202" y="721392"/>
                  </a:cubicBezTo>
                  <a:cubicBezTo>
                    <a:pt x="1246202" y="721392"/>
                    <a:pt x="1246202" y="721392"/>
                    <a:pt x="1240784" y="726811"/>
                  </a:cubicBezTo>
                  <a:cubicBezTo>
                    <a:pt x="1240784" y="726811"/>
                    <a:pt x="1240784" y="726811"/>
                    <a:pt x="1246880" y="734939"/>
                  </a:cubicBezTo>
                  <a:cubicBezTo>
                    <a:pt x="1246880" y="734939"/>
                    <a:pt x="1246880" y="734939"/>
                    <a:pt x="1259072" y="733584"/>
                  </a:cubicBezTo>
                  <a:cubicBezTo>
                    <a:pt x="1259072" y="733584"/>
                    <a:pt x="1259072" y="733584"/>
                    <a:pt x="1269910" y="739681"/>
                  </a:cubicBezTo>
                  <a:cubicBezTo>
                    <a:pt x="1269910" y="739681"/>
                    <a:pt x="1269910" y="739681"/>
                    <a:pt x="1276006" y="733584"/>
                  </a:cubicBezTo>
                  <a:cubicBezTo>
                    <a:pt x="1276006" y="733584"/>
                    <a:pt x="1276006" y="733584"/>
                    <a:pt x="1275328" y="724779"/>
                  </a:cubicBezTo>
                  <a:cubicBezTo>
                    <a:pt x="1275328" y="724779"/>
                    <a:pt x="1275328" y="724779"/>
                    <a:pt x="1271264" y="718682"/>
                  </a:cubicBezTo>
                  <a:cubicBezTo>
                    <a:pt x="1271264" y="718682"/>
                    <a:pt x="1271264" y="718682"/>
                    <a:pt x="1277360" y="713263"/>
                  </a:cubicBezTo>
                  <a:cubicBezTo>
                    <a:pt x="1277360" y="713263"/>
                    <a:pt x="1277360" y="713263"/>
                    <a:pt x="1283457" y="718005"/>
                  </a:cubicBezTo>
                  <a:cubicBezTo>
                    <a:pt x="1283457" y="718005"/>
                    <a:pt x="1283457" y="718005"/>
                    <a:pt x="1287521" y="720037"/>
                  </a:cubicBezTo>
                  <a:cubicBezTo>
                    <a:pt x="1287521" y="720037"/>
                    <a:pt x="1287521" y="720037"/>
                    <a:pt x="1294972" y="713941"/>
                  </a:cubicBezTo>
                  <a:cubicBezTo>
                    <a:pt x="1294972" y="713941"/>
                    <a:pt x="1294972" y="713941"/>
                    <a:pt x="1299036" y="715295"/>
                  </a:cubicBezTo>
                  <a:cubicBezTo>
                    <a:pt x="1299036" y="715295"/>
                    <a:pt x="1299036" y="715295"/>
                    <a:pt x="1301745" y="721392"/>
                  </a:cubicBezTo>
                  <a:cubicBezTo>
                    <a:pt x="1301745" y="721392"/>
                    <a:pt x="1301745" y="721392"/>
                    <a:pt x="1308519" y="720037"/>
                  </a:cubicBezTo>
                  <a:cubicBezTo>
                    <a:pt x="1308519" y="720037"/>
                    <a:pt x="1308519" y="720037"/>
                    <a:pt x="1314615" y="726133"/>
                  </a:cubicBezTo>
                  <a:cubicBezTo>
                    <a:pt x="1314615" y="726133"/>
                    <a:pt x="1314615" y="726133"/>
                    <a:pt x="1321388" y="726811"/>
                  </a:cubicBezTo>
                  <a:cubicBezTo>
                    <a:pt x="1321388" y="726811"/>
                    <a:pt x="1321388" y="726811"/>
                    <a:pt x="1321388" y="743067"/>
                  </a:cubicBezTo>
                  <a:cubicBezTo>
                    <a:pt x="1321388" y="743067"/>
                    <a:pt x="1321388" y="743067"/>
                    <a:pt x="1326130" y="754582"/>
                  </a:cubicBezTo>
                  <a:cubicBezTo>
                    <a:pt x="1326130" y="754582"/>
                    <a:pt x="1326130" y="754582"/>
                    <a:pt x="1333580" y="749841"/>
                  </a:cubicBezTo>
                  <a:cubicBezTo>
                    <a:pt x="1333580" y="749841"/>
                    <a:pt x="1333580" y="749841"/>
                    <a:pt x="1334935" y="740358"/>
                  </a:cubicBezTo>
                  <a:cubicBezTo>
                    <a:pt x="1334935" y="740358"/>
                    <a:pt x="1334935" y="740358"/>
                    <a:pt x="1339677" y="739681"/>
                  </a:cubicBezTo>
                  <a:cubicBezTo>
                    <a:pt x="1339677" y="739681"/>
                    <a:pt x="1339677" y="739681"/>
                    <a:pt x="1347127" y="749841"/>
                  </a:cubicBezTo>
                  <a:cubicBezTo>
                    <a:pt x="1347127" y="749841"/>
                    <a:pt x="1347127" y="749841"/>
                    <a:pt x="1353224" y="751873"/>
                  </a:cubicBezTo>
                  <a:cubicBezTo>
                    <a:pt x="1353224" y="751873"/>
                    <a:pt x="1353224" y="751873"/>
                    <a:pt x="1357965" y="747131"/>
                  </a:cubicBezTo>
                  <a:cubicBezTo>
                    <a:pt x="1357965" y="747131"/>
                    <a:pt x="1357965" y="747131"/>
                    <a:pt x="1361352" y="754582"/>
                  </a:cubicBezTo>
                  <a:cubicBezTo>
                    <a:pt x="1361352" y="754582"/>
                    <a:pt x="1361352" y="754582"/>
                    <a:pt x="1367448" y="751196"/>
                  </a:cubicBezTo>
                  <a:cubicBezTo>
                    <a:pt x="1367448" y="751196"/>
                    <a:pt x="1367448" y="751196"/>
                    <a:pt x="1373544" y="747131"/>
                  </a:cubicBezTo>
                  <a:cubicBezTo>
                    <a:pt x="1373544" y="747131"/>
                    <a:pt x="1373544" y="747131"/>
                    <a:pt x="1383027" y="754582"/>
                  </a:cubicBezTo>
                  <a:cubicBezTo>
                    <a:pt x="1383027" y="754582"/>
                    <a:pt x="1383027" y="754582"/>
                    <a:pt x="1391155" y="745777"/>
                  </a:cubicBezTo>
                  <a:cubicBezTo>
                    <a:pt x="1391155" y="745777"/>
                    <a:pt x="1391155" y="745777"/>
                    <a:pt x="1401993" y="743745"/>
                  </a:cubicBezTo>
                  <a:cubicBezTo>
                    <a:pt x="1401993" y="743745"/>
                    <a:pt x="1401993" y="743745"/>
                    <a:pt x="1403348" y="732907"/>
                  </a:cubicBezTo>
                  <a:cubicBezTo>
                    <a:pt x="1403348" y="732907"/>
                    <a:pt x="1403348" y="732907"/>
                    <a:pt x="1413508" y="730875"/>
                  </a:cubicBezTo>
                  <a:cubicBezTo>
                    <a:pt x="1413508" y="730875"/>
                    <a:pt x="1413508" y="730875"/>
                    <a:pt x="1422991" y="728165"/>
                  </a:cubicBezTo>
                  <a:cubicBezTo>
                    <a:pt x="1422991" y="728165"/>
                    <a:pt x="1422991" y="728165"/>
                    <a:pt x="1423668" y="736294"/>
                  </a:cubicBezTo>
                  <a:cubicBezTo>
                    <a:pt x="1423668" y="736294"/>
                    <a:pt x="1423668" y="736294"/>
                    <a:pt x="1434506" y="733584"/>
                  </a:cubicBezTo>
                  <a:cubicBezTo>
                    <a:pt x="1434506" y="733584"/>
                    <a:pt x="1434506" y="733584"/>
                    <a:pt x="1438570" y="743067"/>
                  </a:cubicBezTo>
                  <a:cubicBezTo>
                    <a:pt x="1438570" y="743067"/>
                    <a:pt x="1438570" y="743067"/>
                    <a:pt x="1434506" y="747131"/>
                  </a:cubicBezTo>
                  <a:cubicBezTo>
                    <a:pt x="1434506" y="747131"/>
                    <a:pt x="1434506" y="747131"/>
                    <a:pt x="1444666" y="762033"/>
                  </a:cubicBezTo>
                  <a:cubicBezTo>
                    <a:pt x="1444666" y="762033"/>
                    <a:pt x="1444666" y="762033"/>
                    <a:pt x="1454149" y="768807"/>
                  </a:cubicBezTo>
                  <a:cubicBezTo>
                    <a:pt x="1454149" y="768807"/>
                    <a:pt x="1454149" y="768807"/>
                    <a:pt x="1469050" y="768130"/>
                  </a:cubicBezTo>
                  <a:cubicBezTo>
                    <a:pt x="1469050" y="768130"/>
                    <a:pt x="1469050" y="768130"/>
                    <a:pt x="1470405" y="776935"/>
                  </a:cubicBezTo>
                  <a:cubicBezTo>
                    <a:pt x="1470405" y="776935"/>
                    <a:pt x="1470405" y="776935"/>
                    <a:pt x="1479211" y="781000"/>
                  </a:cubicBezTo>
                  <a:cubicBezTo>
                    <a:pt x="1479211" y="781000"/>
                    <a:pt x="1479211" y="781000"/>
                    <a:pt x="1487339" y="775581"/>
                  </a:cubicBezTo>
                  <a:cubicBezTo>
                    <a:pt x="1487339" y="775581"/>
                    <a:pt x="1487339" y="775581"/>
                    <a:pt x="1494790" y="776258"/>
                  </a:cubicBezTo>
                  <a:cubicBezTo>
                    <a:pt x="1494790" y="776258"/>
                    <a:pt x="1494790" y="776258"/>
                    <a:pt x="1496822" y="781677"/>
                  </a:cubicBezTo>
                  <a:cubicBezTo>
                    <a:pt x="1496822" y="781677"/>
                    <a:pt x="1496822" y="781677"/>
                    <a:pt x="1503595" y="781000"/>
                  </a:cubicBezTo>
                  <a:cubicBezTo>
                    <a:pt x="1503595" y="781000"/>
                    <a:pt x="1503595" y="781000"/>
                    <a:pt x="1511046" y="773549"/>
                  </a:cubicBezTo>
                  <a:cubicBezTo>
                    <a:pt x="1511046" y="773549"/>
                    <a:pt x="1511046" y="773549"/>
                    <a:pt x="1527980" y="785064"/>
                  </a:cubicBezTo>
                  <a:cubicBezTo>
                    <a:pt x="1527980" y="785064"/>
                    <a:pt x="1527980" y="785064"/>
                    <a:pt x="1534753" y="779645"/>
                  </a:cubicBezTo>
                  <a:cubicBezTo>
                    <a:pt x="1534753" y="779645"/>
                    <a:pt x="1534753" y="779645"/>
                    <a:pt x="1540172" y="783032"/>
                  </a:cubicBezTo>
                  <a:cubicBezTo>
                    <a:pt x="1540172" y="783032"/>
                    <a:pt x="1540172" y="783032"/>
                    <a:pt x="1548300" y="776258"/>
                  </a:cubicBezTo>
                  <a:cubicBezTo>
                    <a:pt x="1548300" y="776258"/>
                    <a:pt x="1548300" y="776258"/>
                    <a:pt x="1555751" y="787773"/>
                  </a:cubicBezTo>
                  <a:cubicBezTo>
                    <a:pt x="1555751" y="787773"/>
                    <a:pt x="1555751" y="787773"/>
                    <a:pt x="1565234" y="789805"/>
                  </a:cubicBezTo>
                  <a:cubicBezTo>
                    <a:pt x="1565234" y="789805"/>
                    <a:pt x="1565234" y="789805"/>
                    <a:pt x="1574040" y="791160"/>
                  </a:cubicBezTo>
                  <a:cubicBezTo>
                    <a:pt x="1574040" y="791160"/>
                    <a:pt x="1574040" y="791160"/>
                    <a:pt x="1584877" y="802675"/>
                  </a:cubicBezTo>
                  <a:cubicBezTo>
                    <a:pt x="1584877" y="802675"/>
                    <a:pt x="1584877" y="802675"/>
                    <a:pt x="1598424" y="803353"/>
                  </a:cubicBezTo>
                  <a:cubicBezTo>
                    <a:pt x="1598424" y="803353"/>
                    <a:pt x="1598424" y="803353"/>
                    <a:pt x="1609939" y="805385"/>
                  </a:cubicBezTo>
                  <a:cubicBezTo>
                    <a:pt x="1609939" y="805385"/>
                    <a:pt x="1609939" y="805385"/>
                    <a:pt x="1614003" y="808772"/>
                  </a:cubicBezTo>
                  <a:cubicBezTo>
                    <a:pt x="1614003" y="808772"/>
                    <a:pt x="1614003" y="808772"/>
                    <a:pt x="1621454" y="809449"/>
                  </a:cubicBezTo>
                  <a:cubicBezTo>
                    <a:pt x="1621454" y="809449"/>
                    <a:pt x="1621454" y="809449"/>
                    <a:pt x="1611971" y="814190"/>
                  </a:cubicBezTo>
                  <a:cubicBezTo>
                    <a:pt x="1611971" y="814190"/>
                    <a:pt x="1611971" y="814190"/>
                    <a:pt x="1606552" y="822319"/>
                  </a:cubicBezTo>
                  <a:cubicBezTo>
                    <a:pt x="1606552" y="822319"/>
                    <a:pt x="1606552" y="822319"/>
                    <a:pt x="1599779" y="833157"/>
                  </a:cubicBezTo>
                  <a:cubicBezTo>
                    <a:pt x="1599779" y="833157"/>
                    <a:pt x="1599779" y="833157"/>
                    <a:pt x="1594360" y="843317"/>
                  </a:cubicBezTo>
                  <a:cubicBezTo>
                    <a:pt x="1594360" y="843317"/>
                    <a:pt x="1594360" y="843317"/>
                    <a:pt x="1592328" y="850091"/>
                  </a:cubicBezTo>
                  <a:cubicBezTo>
                    <a:pt x="1592328" y="850091"/>
                    <a:pt x="1592328" y="850091"/>
                    <a:pt x="1590973" y="859574"/>
                  </a:cubicBezTo>
                  <a:cubicBezTo>
                    <a:pt x="1590973" y="859574"/>
                    <a:pt x="1590973" y="859574"/>
                    <a:pt x="1586909" y="866347"/>
                  </a:cubicBezTo>
                  <a:cubicBezTo>
                    <a:pt x="1586909" y="866347"/>
                    <a:pt x="1586909" y="866347"/>
                    <a:pt x="1582168" y="872444"/>
                  </a:cubicBezTo>
                  <a:cubicBezTo>
                    <a:pt x="1582168" y="872444"/>
                    <a:pt x="1582168" y="872444"/>
                    <a:pt x="1578781" y="876508"/>
                  </a:cubicBezTo>
                  <a:cubicBezTo>
                    <a:pt x="1578781" y="876508"/>
                    <a:pt x="1578781" y="876508"/>
                    <a:pt x="1567943" y="877185"/>
                  </a:cubicBezTo>
                  <a:cubicBezTo>
                    <a:pt x="1567943" y="877185"/>
                    <a:pt x="1567943" y="877185"/>
                    <a:pt x="1566589" y="887346"/>
                  </a:cubicBezTo>
                  <a:cubicBezTo>
                    <a:pt x="1566589" y="887346"/>
                    <a:pt x="1566589" y="887346"/>
                    <a:pt x="1555074" y="888700"/>
                  </a:cubicBezTo>
                  <a:cubicBezTo>
                    <a:pt x="1555074" y="888700"/>
                    <a:pt x="1555074" y="888700"/>
                    <a:pt x="1551010" y="897506"/>
                  </a:cubicBezTo>
                  <a:cubicBezTo>
                    <a:pt x="1551010" y="897506"/>
                    <a:pt x="1551010" y="897506"/>
                    <a:pt x="1547623" y="909021"/>
                  </a:cubicBezTo>
                  <a:cubicBezTo>
                    <a:pt x="1547623" y="909021"/>
                    <a:pt x="1547623" y="909021"/>
                    <a:pt x="1534076" y="920536"/>
                  </a:cubicBezTo>
                  <a:cubicBezTo>
                    <a:pt x="1534076" y="920536"/>
                    <a:pt x="1534076" y="920536"/>
                    <a:pt x="1522561" y="931374"/>
                  </a:cubicBezTo>
                  <a:cubicBezTo>
                    <a:pt x="1522561" y="931374"/>
                    <a:pt x="1522561" y="931374"/>
                    <a:pt x="1515110" y="947631"/>
                  </a:cubicBezTo>
                  <a:cubicBezTo>
                    <a:pt x="1515110" y="947631"/>
                    <a:pt x="1515110" y="947631"/>
                    <a:pt x="1511046" y="954405"/>
                  </a:cubicBezTo>
                  <a:cubicBezTo>
                    <a:pt x="1511046" y="954405"/>
                    <a:pt x="1511046" y="954405"/>
                    <a:pt x="1512401" y="982176"/>
                  </a:cubicBezTo>
                  <a:cubicBezTo>
                    <a:pt x="1512401" y="982176"/>
                    <a:pt x="1512401" y="982176"/>
                    <a:pt x="1505627" y="987595"/>
                  </a:cubicBezTo>
                  <a:cubicBezTo>
                    <a:pt x="1505627" y="987595"/>
                    <a:pt x="1505627" y="987595"/>
                    <a:pt x="1502241" y="992337"/>
                  </a:cubicBezTo>
                  <a:cubicBezTo>
                    <a:pt x="1502241" y="992337"/>
                    <a:pt x="1502241" y="992337"/>
                    <a:pt x="1501563" y="1001143"/>
                  </a:cubicBezTo>
                  <a:cubicBezTo>
                    <a:pt x="1501563" y="1001143"/>
                    <a:pt x="1501563" y="1001143"/>
                    <a:pt x="1500209" y="1004529"/>
                  </a:cubicBezTo>
                  <a:cubicBezTo>
                    <a:pt x="1500209" y="1004529"/>
                    <a:pt x="1500209" y="1004529"/>
                    <a:pt x="1499531" y="1011980"/>
                  </a:cubicBezTo>
                  <a:cubicBezTo>
                    <a:pt x="1499531" y="1011980"/>
                    <a:pt x="1499531" y="1011980"/>
                    <a:pt x="1496822" y="1015367"/>
                  </a:cubicBezTo>
                  <a:cubicBezTo>
                    <a:pt x="1496822" y="1015367"/>
                    <a:pt x="1496822" y="1015367"/>
                    <a:pt x="1494112" y="1026205"/>
                  </a:cubicBezTo>
                  <a:cubicBezTo>
                    <a:pt x="1494112" y="1026205"/>
                    <a:pt x="1494112" y="1026205"/>
                    <a:pt x="1495467" y="1037720"/>
                  </a:cubicBezTo>
                  <a:cubicBezTo>
                    <a:pt x="1495467" y="1037720"/>
                    <a:pt x="1495467" y="1037720"/>
                    <a:pt x="1498176" y="1044494"/>
                  </a:cubicBezTo>
                  <a:cubicBezTo>
                    <a:pt x="1498176" y="1044494"/>
                    <a:pt x="1498176" y="1044494"/>
                    <a:pt x="1496822" y="1050590"/>
                  </a:cubicBezTo>
                  <a:cubicBezTo>
                    <a:pt x="1496822" y="1050590"/>
                    <a:pt x="1496822" y="1050590"/>
                    <a:pt x="1483952" y="1060073"/>
                  </a:cubicBezTo>
                  <a:cubicBezTo>
                    <a:pt x="1483952" y="1060073"/>
                    <a:pt x="1483952" y="1060073"/>
                    <a:pt x="1483952" y="1071588"/>
                  </a:cubicBezTo>
                  <a:cubicBezTo>
                    <a:pt x="1483952" y="1071588"/>
                    <a:pt x="1483952" y="1071588"/>
                    <a:pt x="1481243" y="1074975"/>
                  </a:cubicBezTo>
                  <a:cubicBezTo>
                    <a:pt x="1481243" y="1074975"/>
                    <a:pt x="1481243" y="1074975"/>
                    <a:pt x="1479888" y="1087845"/>
                  </a:cubicBezTo>
                  <a:cubicBezTo>
                    <a:pt x="1479888" y="1087845"/>
                    <a:pt x="1479888" y="1087845"/>
                    <a:pt x="1456858" y="1125777"/>
                  </a:cubicBezTo>
                  <a:cubicBezTo>
                    <a:pt x="1456858" y="1125777"/>
                    <a:pt x="1456858" y="1125777"/>
                    <a:pt x="1454826" y="1159646"/>
                  </a:cubicBezTo>
                  <a:cubicBezTo>
                    <a:pt x="1454826" y="1159646"/>
                    <a:pt x="1454826" y="1159646"/>
                    <a:pt x="1465664" y="1175225"/>
                  </a:cubicBezTo>
                  <a:cubicBezTo>
                    <a:pt x="1465664" y="1175225"/>
                    <a:pt x="1465664" y="1175225"/>
                    <a:pt x="1467696" y="1178612"/>
                  </a:cubicBezTo>
                  <a:cubicBezTo>
                    <a:pt x="1467696" y="1178612"/>
                    <a:pt x="1467696" y="1178612"/>
                    <a:pt x="1467018" y="1184708"/>
                  </a:cubicBezTo>
                  <a:cubicBezTo>
                    <a:pt x="1467018" y="1184708"/>
                    <a:pt x="1467018" y="1184708"/>
                    <a:pt x="1459568" y="1196223"/>
                  </a:cubicBezTo>
                  <a:cubicBezTo>
                    <a:pt x="1459568" y="1196223"/>
                    <a:pt x="1459568" y="1196223"/>
                    <a:pt x="1453471" y="1210448"/>
                  </a:cubicBezTo>
                  <a:cubicBezTo>
                    <a:pt x="1453471" y="1210448"/>
                    <a:pt x="1453471" y="1210448"/>
                    <a:pt x="1450085" y="1217221"/>
                  </a:cubicBezTo>
                  <a:cubicBezTo>
                    <a:pt x="1450085" y="1217221"/>
                    <a:pt x="1450085" y="1217221"/>
                    <a:pt x="1451439" y="1228059"/>
                  </a:cubicBezTo>
                  <a:cubicBezTo>
                    <a:pt x="1451439" y="1228059"/>
                    <a:pt x="1451439" y="1228059"/>
                    <a:pt x="1451439" y="1239574"/>
                  </a:cubicBezTo>
                  <a:cubicBezTo>
                    <a:pt x="1451439" y="1239574"/>
                    <a:pt x="1451439" y="1239574"/>
                    <a:pt x="1442634" y="1255154"/>
                  </a:cubicBezTo>
                  <a:cubicBezTo>
                    <a:pt x="1442634" y="1255154"/>
                    <a:pt x="1442634" y="1255154"/>
                    <a:pt x="1448053" y="1266669"/>
                  </a:cubicBezTo>
                  <a:cubicBezTo>
                    <a:pt x="1448053" y="1266669"/>
                    <a:pt x="1448053" y="1266669"/>
                    <a:pt x="1447375" y="1273443"/>
                  </a:cubicBezTo>
                  <a:cubicBezTo>
                    <a:pt x="1447375" y="1273443"/>
                    <a:pt x="1447375" y="1273443"/>
                    <a:pt x="1439924" y="1282926"/>
                  </a:cubicBezTo>
                  <a:cubicBezTo>
                    <a:pt x="1439924" y="1282926"/>
                    <a:pt x="1439924" y="1282926"/>
                    <a:pt x="1438570" y="1289022"/>
                  </a:cubicBezTo>
                  <a:cubicBezTo>
                    <a:pt x="1438570" y="1289022"/>
                    <a:pt x="1438570" y="1289022"/>
                    <a:pt x="1453471" y="1307988"/>
                  </a:cubicBezTo>
                  <a:cubicBezTo>
                    <a:pt x="1453471" y="1307988"/>
                    <a:pt x="1453471" y="1307988"/>
                    <a:pt x="1457535" y="1315439"/>
                  </a:cubicBezTo>
                  <a:cubicBezTo>
                    <a:pt x="1457535" y="1315439"/>
                    <a:pt x="1457535" y="1315439"/>
                    <a:pt x="1458890" y="1326277"/>
                  </a:cubicBezTo>
                  <a:cubicBezTo>
                    <a:pt x="1458890" y="1326277"/>
                    <a:pt x="1458890" y="1326277"/>
                    <a:pt x="1440602" y="1336437"/>
                  </a:cubicBezTo>
                  <a:cubicBezTo>
                    <a:pt x="1440602" y="1336437"/>
                    <a:pt x="1440602" y="1336437"/>
                    <a:pt x="1439924" y="1347952"/>
                  </a:cubicBezTo>
                  <a:cubicBezTo>
                    <a:pt x="1439924" y="1347952"/>
                    <a:pt x="1439924" y="1347952"/>
                    <a:pt x="1435860" y="1358790"/>
                  </a:cubicBezTo>
                  <a:cubicBezTo>
                    <a:pt x="1435860" y="1358790"/>
                    <a:pt x="1435860" y="1358790"/>
                    <a:pt x="1429087" y="1364887"/>
                  </a:cubicBezTo>
                  <a:cubicBezTo>
                    <a:pt x="1429087" y="1364887"/>
                    <a:pt x="1429087" y="1364887"/>
                    <a:pt x="1421636" y="1358113"/>
                  </a:cubicBezTo>
                  <a:cubicBezTo>
                    <a:pt x="1421636" y="1358113"/>
                    <a:pt x="1421636" y="1358113"/>
                    <a:pt x="1417572" y="1361500"/>
                  </a:cubicBezTo>
                  <a:cubicBezTo>
                    <a:pt x="1417572" y="1361500"/>
                    <a:pt x="1417572" y="1361500"/>
                    <a:pt x="1422991" y="1368951"/>
                  </a:cubicBezTo>
                  <a:cubicBezTo>
                    <a:pt x="1422991" y="1368951"/>
                    <a:pt x="1422991" y="1368951"/>
                    <a:pt x="1409444" y="1379111"/>
                  </a:cubicBezTo>
                  <a:cubicBezTo>
                    <a:pt x="1409444" y="1379111"/>
                    <a:pt x="1409444" y="1379111"/>
                    <a:pt x="1384382" y="1377079"/>
                  </a:cubicBezTo>
                  <a:cubicBezTo>
                    <a:pt x="1384382" y="1377079"/>
                    <a:pt x="1384382" y="1377079"/>
                    <a:pt x="1373544" y="1385207"/>
                  </a:cubicBezTo>
                  <a:cubicBezTo>
                    <a:pt x="1373544" y="1385207"/>
                    <a:pt x="1373544" y="1385207"/>
                    <a:pt x="1368125" y="1376402"/>
                  </a:cubicBezTo>
                  <a:cubicBezTo>
                    <a:pt x="1368125" y="1376402"/>
                    <a:pt x="1368125" y="1376402"/>
                    <a:pt x="1352546" y="1377079"/>
                  </a:cubicBezTo>
                  <a:cubicBezTo>
                    <a:pt x="1352546" y="1377079"/>
                    <a:pt x="1352546" y="1377079"/>
                    <a:pt x="1362029" y="1359468"/>
                  </a:cubicBezTo>
                  <a:cubicBezTo>
                    <a:pt x="1362029" y="1359468"/>
                    <a:pt x="1362029" y="1359468"/>
                    <a:pt x="1351869" y="1358113"/>
                  </a:cubicBezTo>
                  <a:cubicBezTo>
                    <a:pt x="1351869" y="1358113"/>
                    <a:pt x="1351869" y="1358113"/>
                    <a:pt x="1346450" y="1352694"/>
                  </a:cubicBezTo>
                  <a:cubicBezTo>
                    <a:pt x="1346450" y="1352694"/>
                    <a:pt x="1346450" y="1352694"/>
                    <a:pt x="1332226" y="1358113"/>
                  </a:cubicBezTo>
                  <a:cubicBezTo>
                    <a:pt x="1332226" y="1358113"/>
                    <a:pt x="1332226" y="1358113"/>
                    <a:pt x="1324775" y="1359468"/>
                  </a:cubicBezTo>
                  <a:cubicBezTo>
                    <a:pt x="1324775" y="1359468"/>
                    <a:pt x="1324775" y="1359468"/>
                    <a:pt x="1320711" y="1354049"/>
                  </a:cubicBezTo>
                  <a:cubicBezTo>
                    <a:pt x="1320711" y="1354049"/>
                    <a:pt x="1320711" y="1354049"/>
                    <a:pt x="1307841" y="1354049"/>
                  </a:cubicBezTo>
                  <a:cubicBezTo>
                    <a:pt x="1307841" y="1354049"/>
                    <a:pt x="1307841" y="1354049"/>
                    <a:pt x="1308519" y="1360822"/>
                  </a:cubicBezTo>
                  <a:cubicBezTo>
                    <a:pt x="1308519" y="1360822"/>
                    <a:pt x="1308519" y="1360822"/>
                    <a:pt x="1311905" y="1370305"/>
                  </a:cubicBezTo>
                  <a:cubicBezTo>
                    <a:pt x="1311905" y="1370305"/>
                    <a:pt x="1311905" y="1370305"/>
                    <a:pt x="1307164" y="1374370"/>
                  </a:cubicBezTo>
                  <a:cubicBezTo>
                    <a:pt x="1307164" y="1374370"/>
                    <a:pt x="1307164" y="1374370"/>
                    <a:pt x="1297004" y="1377079"/>
                  </a:cubicBezTo>
                  <a:cubicBezTo>
                    <a:pt x="1297004" y="1377079"/>
                    <a:pt x="1297004" y="1377079"/>
                    <a:pt x="1295649" y="1387240"/>
                  </a:cubicBezTo>
                  <a:cubicBezTo>
                    <a:pt x="1295649" y="1387240"/>
                    <a:pt x="1295649" y="1387240"/>
                    <a:pt x="1289553" y="1390626"/>
                  </a:cubicBezTo>
                  <a:cubicBezTo>
                    <a:pt x="1289553" y="1390626"/>
                    <a:pt x="1289553" y="1390626"/>
                    <a:pt x="1284134" y="1400109"/>
                  </a:cubicBezTo>
                  <a:cubicBezTo>
                    <a:pt x="1284134" y="1400109"/>
                    <a:pt x="1284134" y="1400109"/>
                    <a:pt x="1282779" y="1408238"/>
                  </a:cubicBezTo>
                  <a:cubicBezTo>
                    <a:pt x="1282779" y="1408238"/>
                    <a:pt x="1282779" y="1408238"/>
                    <a:pt x="1290907" y="1406883"/>
                  </a:cubicBezTo>
                  <a:cubicBezTo>
                    <a:pt x="1290907" y="1406883"/>
                    <a:pt x="1290907" y="1406883"/>
                    <a:pt x="1303777" y="1405528"/>
                  </a:cubicBezTo>
                  <a:cubicBezTo>
                    <a:pt x="1303777" y="1405528"/>
                    <a:pt x="1303777" y="1405528"/>
                    <a:pt x="1308519" y="1400787"/>
                  </a:cubicBezTo>
                  <a:cubicBezTo>
                    <a:pt x="1308519" y="1400787"/>
                    <a:pt x="1308519" y="1400787"/>
                    <a:pt x="1318679" y="1401464"/>
                  </a:cubicBezTo>
                  <a:cubicBezTo>
                    <a:pt x="1318679" y="1401464"/>
                    <a:pt x="1318679" y="1401464"/>
                    <a:pt x="1326130" y="1407560"/>
                  </a:cubicBezTo>
                  <a:cubicBezTo>
                    <a:pt x="1326130" y="1407560"/>
                    <a:pt x="1326130" y="1407560"/>
                    <a:pt x="1325452" y="1415011"/>
                  </a:cubicBezTo>
                  <a:cubicBezTo>
                    <a:pt x="1325452" y="1415011"/>
                    <a:pt x="1325452" y="1415011"/>
                    <a:pt x="1312583" y="1417043"/>
                  </a:cubicBezTo>
                  <a:cubicBezTo>
                    <a:pt x="1312583" y="1417043"/>
                    <a:pt x="1312583" y="1417043"/>
                    <a:pt x="1312583" y="1428559"/>
                  </a:cubicBezTo>
                  <a:cubicBezTo>
                    <a:pt x="1312583" y="1428559"/>
                    <a:pt x="1312583" y="1428559"/>
                    <a:pt x="1297004" y="1431268"/>
                  </a:cubicBezTo>
                  <a:cubicBezTo>
                    <a:pt x="1297004" y="1431268"/>
                    <a:pt x="1297004" y="1431268"/>
                    <a:pt x="1299036" y="1449557"/>
                  </a:cubicBezTo>
                  <a:cubicBezTo>
                    <a:pt x="1299036" y="1449557"/>
                    <a:pt x="1299036" y="1449557"/>
                    <a:pt x="1271942" y="1471910"/>
                  </a:cubicBezTo>
                  <a:cubicBezTo>
                    <a:pt x="1271942" y="1471910"/>
                    <a:pt x="1271942" y="1471910"/>
                    <a:pt x="1274651" y="1479361"/>
                  </a:cubicBezTo>
                  <a:cubicBezTo>
                    <a:pt x="1274651" y="1479361"/>
                    <a:pt x="1274651" y="1479361"/>
                    <a:pt x="1249589" y="1494940"/>
                  </a:cubicBezTo>
                  <a:cubicBezTo>
                    <a:pt x="1249589" y="1494940"/>
                    <a:pt x="1249589" y="1494940"/>
                    <a:pt x="1246202" y="1496295"/>
                  </a:cubicBezTo>
                  <a:cubicBezTo>
                    <a:pt x="1246202" y="1496295"/>
                    <a:pt x="1246202" y="1496295"/>
                    <a:pt x="1246202" y="1503069"/>
                  </a:cubicBezTo>
                  <a:cubicBezTo>
                    <a:pt x="1246202" y="1503069"/>
                    <a:pt x="1246202" y="1503069"/>
                    <a:pt x="1239429" y="1507133"/>
                  </a:cubicBezTo>
                  <a:cubicBezTo>
                    <a:pt x="1239429" y="1507133"/>
                    <a:pt x="1239429" y="1507133"/>
                    <a:pt x="1234687" y="1509842"/>
                  </a:cubicBezTo>
                  <a:cubicBezTo>
                    <a:pt x="1234687" y="1509842"/>
                    <a:pt x="1234687" y="1509842"/>
                    <a:pt x="1235365" y="1515261"/>
                  </a:cubicBezTo>
                  <a:cubicBezTo>
                    <a:pt x="1235365" y="1515261"/>
                    <a:pt x="1235365" y="1515261"/>
                    <a:pt x="1241461" y="1517971"/>
                  </a:cubicBezTo>
                  <a:cubicBezTo>
                    <a:pt x="1241461" y="1517971"/>
                    <a:pt x="1241461" y="1517971"/>
                    <a:pt x="1238074" y="1520680"/>
                  </a:cubicBezTo>
                  <a:cubicBezTo>
                    <a:pt x="1238074" y="1520680"/>
                    <a:pt x="1238074" y="1520680"/>
                    <a:pt x="1226559" y="1524744"/>
                  </a:cubicBezTo>
                  <a:cubicBezTo>
                    <a:pt x="1226559" y="1524744"/>
                    <a:pt x="1226559" y="1524744"/>
                    <a:pt x="1218431" y="1538291"/>
                  </a:cubicBezTo>
                  <a:cubicBezTo>
                    <a:pt x="1218431" y="1538291"/>
                    <a:pt x="1218431" y="1538291"/>
                    <a:pt x="1194724" y="1546420"/>
                  </a:cubicBezTo>
                  <a:cubicBezTo>
                    <a:pt x="1194724" y="1546420"/>
                    <a:pt x="1194724" y="1546420"/>
                    <a:pt x="1171694" y="1560644"/>
                  </a:cubicBezTo>
                  <a:cubicBezTo>
                    <a:pt x="1171694" y="1560644"/>
                    <a:pt x="1171694" y="1560644"/>
                    <a:pt x="1172371" y="1568095"/>
                  </a:cubicBezTo>
                  <a:cubicBezTo>
                    <a:pt x="1172371" y="1568095"/>
                    <a:pt x="1172371" y="1568095"/>
                    <a:pt x="1178467" y="1578933"/>
                  </a:cubicBezTo>
                  <a:cubicBezTo>
                    <a:pt x="1178467" y="1578933"/>
                    <a:pt x="1178467" y="1578933"/>
                    <a:pt x="1174403" y="1591126"/>
                  </a:cubicBezTo>
                  <a:cubicBezTo>
                    <a:pt x="1174403" y="1591126"/>
                    <a:pt x="1174403" y="1591126"/>
                    <a:pt x="1170339" y="1601964"/>
                  </a:cubicBezTo>
                  <a:cubicBezTo>
                    <a:pt x="1170339" y="1601964"/>
                    <a:pt x="1170339" y="1601964"/>
                    <a:pt x="1174403" y="1610092"/>
                  </a:cubicBezTo>
                  <a:cubicBezTo>
                    <a:pt x="1174403" y="1610092"/>
                    <a:pt x="1174403" y="1610092"/>
                    <a:pt x="1173049" y="1624317"/>
                  </a:cubicBezTo>
                  <a:cubicBezTo>
                    <a:pt x="1173049" y="1624317"/>
                    <a:pt x="1173049" y="1624317"/>
                    <a:pt x="1159502" y="1633122"/>
                  </a:cubicBezTo>
                  <a:cubicBezTo>
                    <a:pt x="1159502" y="1633122"/>
                    <a:pt x="1159502" y="1633122"/>
                    <a:pt x="1141891" y="1644637"/>
                  </a:cubicBezTo>
                  <a:cubicBezTo>
                    <a:pt x="1141891" y="1644637"/>
                    <a:pt x="1141891" y="1644637"/>
                    <a:pt x="1133085" y="1646670"/>
                  </a:cubicBezTo>
                  <a:cubicBezTo>
                    <a:pt x="1133085" y="1646670"/>
                    <a:pt x="1133085" y="1646670"/>
                    <a:pt x="1089057" y="1689343"/>
                  </a:cubicBezTo>
                  <a:cubicBezTo>
                    <a:pt x="1089057" y="1689343"/>
                    <a:pt x="1089057" y="1689343"/>
                    <a:pt x="1099895" y="1703568"/>
                  </a:cubicBezTo>
                  <a:cubicBezTo>
                    <a:pt x="1099895" y="1703568"/>
                    <a:pt x="1099895" y="1703568"/>
                    <a:pt x="1081606" y="1726598"/>
                  </a:cubicBezTo>
                  <a:cubicBezTo>
                    <a:pt x="1081606" y="1726598"/>
                    <a:pt x="1081606" y="1726598"/>
                    <a:pt x="1083638" y="1737436"/>
                  </a:cubicBezTo>
                  <a:cubicBezTo>
                    <a:pt x="1083638" y="1737436"/>
                    <a:pt x="1083638" y="1737436"/>
                    <a:pt x="1078220" y="1748274"/>
                  </a:cubicBezTo>
                  <a:cubicBezTo>
                    <a:pt x="1078220" y="1748274"/>
                    <a:pt x="1078220" y="1748274"/>
                    <a:pt x="1104636" y="1765208"/>
                  </a:cubicBezTo>
                  <a:cubicBezTo>
                    <a:pt x="1104636" y="1765208"/>
                    <a:pt x="1104636" y="1765208"/>
                    <a:pt x="1087703" y="1793657"/>
                  </a:cubicBezTo>
                  <a:cubicBezTo>
                    <a:pt x="1087703" y="1793657"/>
                    <a:pt x="1087703" y="1793657"/>
                    <a:pt x="1091767" y="1805850"/>
                  </a:cubicBezTo>
                  <a:cubicBezTo>
                    <a:pt x="1091767" y="1805850"/>
                    <a:pt x="1091767" y="1805850"/>
                    <a:pt x="1087703" y="1810591"/>
                  </a:cubicBezTo>
                  <a:cubicBezTo>
                    <a:pt x="1087703" y="1810591"/>
                    <a:pt x="1087703" y="1810591"/>
                    <a:pt x="1082284" y="1806527"/>
                  </a:cubicBezTo>
                  <a:cubicBezTo>
                    <a:pt x="1082284" y="1806527"/>
                    <a:pt x="1082284" y="1806527"/>
                    <a:pt x="1076865" y="1807205"/>
                  </a:cubicBezTo>
                  <a:cubicBezTo>
                    <a:pt x="1076865" y="1807205"/>
                    <a:pt x="1076865" y="1807205"/>
                    <a:pt x="1073478" y="1811946"/>
                  </a:cubicBezTo>
                  <a:cubicBezTo>
                    <a:pt x="1073478" y="1811946"/>
                    <a:pt x="1073478" y="1811946"/>
                    <a:pt x="1063318" y="1812623"/>
                  </a:cubicBezTo>
                  <a:cubicBezTo>
                    <a:pt x="1063318" y="1812623"/>
                    <a:pt x="1063318" y="1812623"/>
                    <a:pt x="1052480" y="1822784"/>
                  </a:cubicBezTo>
                  <a:cubicBezTo>
                    <a:pt x="1052480" y="1822784"/>
                    <a:pt x="1052480" y="1822784"/>
                    <a:pt x="1060608" y="1832267"/>
                  </a:cubicBezTo>
                  <a:cubicBezTo>
                    <a:pt x="1060608" y="1832267"/>
                    <a:pt x="1060608" y="1832267"/>
                    <a:pt x="1052480" y="1847169"/>
                  </a:cubicBezTo>
                  <a:cubicBezTo>
                    <a:pt x="1052480" y="1847169"/>
                    <a:pt x="1052480" y="1847169"/>
                    <a:pt x="1060608" y="1844460"/>
                  </a:cubicBezTo>
                  <a:cubicBezTo>
                    <a:pt x="1060608" y="1844460"/>
                    <a:pt x="1060608" y="1844460"/>
                    <a:pt x="1070769" y="1847169"/>
                  </a:cubicBezTo>
                  <a:cubicBezTo>
                    <a:pt x="1070769" y="1847169"/>
                    <a:pt x="1070769" y="1847169"/>
                    <a:pt x="1076865" y="1839041"/>
                  </a:cubicBezTo>
                  <a:cubicBezTo>
                    <a:pt x="1076865" y="1839041"/>
                    <a:pt x="1076865" y="1839041"/>
                    <a:pt x="1085670" y="1842427"/>
                  </a:cubicBezTo>
                  <a:cubicBezTo>
                    <a:pt x="1085670" y="1842427"/>
                    <a:pt x="1085670" y="1842427"/>
                    <a:pt x="1095153" y="1845137"/>
                  </a:cubicBezTo>
                  <a:cubicBezTo>
                    <a:pt x="1095153" y="1845137"/>
                    <a:pt x="1095153" y="1845137"/>
                    <a:pt x="1108700" y="1834299"/>
                  </a:cubicBezTo>
                  <a:cubicBezTo>
                    <a:pt x="1108700" y="1834299"/>
                    <a:pt x="1108700" y="1834299"/>
                    <a:pt x="1116829" y="1822784"/>
                  </a:cubicBezTo>
                  <a:cubicBezTo>
                    <a:pt x="1116829" y="1822784"/>
                    <a:pt x="1116829" y="1822784"/>
                    <a:pt x="1132408" y="1816688"/>
                  </a:cubicBezTo>
                  <a:cubicBezTo>
                    <a:pt x="1132408" y="1816688"/>
                    <a:pt x="1132408" y="1816688"/>
                    <a:pt x="1140536" y="1805172"/>
                  </a:cubicBezTo>
                  <a:cubicBezTo>
                    <a:pt x="1140536" y="1805172"/>
                    <a:pt x="1140536" y="1805172"/>
                    <a:pt x="1136472" y="1799076"/>
                  </a:cubicBezTo>
                  <a:cubicBezTo>
                    <a:pt x="1136472" y="1799076"/>
                    <a:pt x="1136472" y="1799076"/>
                    <a:pt x="1125634" y="1805172"/>
                  </a:cubicBezTo>
                  <a:cubicBezTo>
                    <a:pt x="1125634" y="1805172"/>
                    <a:pt x="1125634" y="1805172"/>
                    <a:pt x="1120893" y="1798399"/>
                  </a:cubicBezTo>
                  <a:cubicBezTo>
                    <a:pt x="1120893" y="1798399"/>
                    <a:pt x="1120893" y="1798399"/>
                    <a:pt x="1123602" y="1787561"/>
                  </a:cubicBezTo>
                  <a:cubicBezTo>
                    <a:pt x="1123602" y="1787561"/>
                    <a:pt x="1123602" y="1787561"/>
                    <a:pt x="1126311" y="1777401"/>
                  </a:cubicBezTo>
                  <a:cubicBezTo>
                    <a:pt x="1126311" y="1777401"/>
                    <a:pt x="1126311" y="1777401"/>
                    <a:pt x="1136472" y="1767240"/>
                  </a:cubicBezTo>
                  <a:cubicBezTo>
                    <a:pt x="1136472" y="1767240"/>
                    <a:pt x="1136472" y="1767240"/>
                    <a:pt x="1143923" y="1762499"/>
                  </a:cubicBezTo>
                  <a:cubicBezTo>
                    <a:pt x="1143923" y="1762499"/>
                    <a:pt x="1143923" y="1762499"/>
                    <a:pt x="1150019" y="1765885"/>
                  </a:cubicBezTo>
                  <a:cubicBezTo>
                    <a:pt x="1150019" y="1765885"/>
                    <a:pt x="1150019" y="1765885"/>
                    <a:pt x="1154760" y="1772659"/>
                  </a:cubicBezTo>
                  <a:cubicBezTo>
                    <a:pt x="1154760" y="1772659"/>
                    <a:pt x="1154760" y="1772659"/>
                    <a:pt x="1161534" y="1771304"/>
                  </a:cubicBezTo>
                  <a:cubicBezTo>
                    <a:pt x="1161534" y="1771304"/>
                    <a:pt x="1161534" y="1771304"/>
                    <a:pt x="1165598" y="1767240"/>
                  </a:cubicBezTo>
                  <a:cubicBezTo>
                    <a:pt x="1165598" y="1767240"/>
                    <a:pt x="1165598" y="1767240"/>
                    <a:pt x="1176435" y="1765208"/>
                  </a:cubicBezTo>
                  <a:cubicBezTo>
                    <a:pt x="1176435" y="1765208"/>
                    <a:pt x="1176435" y="1765208"/>
                    <a:pt x="1183886" y="1757757"/>
                  </a:cubicBezTo>
                  <a:cubicBezTo>
                    <a:pt x="1183886" y="1757757"/>
                    <a:pt x="1183886" y="1757757"/>
                    <a:pt x="1189982" y="1750306"/>
                  </a:cubicBezTo>
                  <a:cubicBezTo>
                    <a:pt x="1189982" y="1750306"/>
                    <a:pt x="1189982" y="1750306"/>
                    <a:pt x="1194724" y="1754370"/>
                  </a:cubicBezTo>
                  <a:cubicBezTo>
                    <a:pt x="1194724" y="1754370"/>
                    <a:pt x="1201497" y="1751661"/>
                    <a:pt x="1202175" y="1752338"/>
                  </a:cubicBezTo>
                  <a:cubicBezTo>
                    <a:pt x="1203529" y="1752338"/>
                    <a:pt x="1210303" y="1748951"/>
                    <a:pt x="1210303" y="1748951"/>
                  </a:cubicBezTo>
                  <a:cubicBezTo>
                    <a:pt x="1210303" y="1748951"/>
                    <a:pt x="1210303" y="1748951"/>
                    <a:pt x="1223172" y="1750983"/>
                  </a:cubicBezTo>
                  <a:cubicBezTo>
                    <a:pt x="1223172" y="1750983"/>
                    <a:pt x="1223172" y="1750983"/>
                    <a:pt x="1245525" y="1750983"/>
                  </a:cubicBezTo>
                  <a:cubicBezTo>
                    <a:pt x="1245525" y="1750983"/>
                    <a:pt x="1245525" y="1750983"/>
                    <a:pt x="1251621" y="1752338"/>
                  </a:cubicBezTo>
                  <a:cubicBezTo>
                    <a:pt x="1251621" y="1752338"/>
                    <a:pt x="1251621" y="1752338"/>
                    <a:pt x="1258395" y="1754370"/>
                  </a:cubicBezTo>
                  <a:cubicBezTo>
                    <a:pt x="1258395" y="1754370"/>
                    <a:pt x="1258395" y="1754370"/>
                    <a:pt x="1264491" y="1758434"/>
                  </a:cubicBezTo>
                  <a:cubicBezTo>
                    <a:pt x="1264491" y="1758434"/>
                    <a:pt x="1264491" y="1758434"/>
                    <a:pt x="1254331" y="1768595"/>
                  </a:cubicBezTo>
                  <a:cubicBezTo>
                    <a:pt x="1254331" y="1768595"/>
                    <a:pt x="1254331" y="1768595"/>
                    <a:pt x="1256363" y="1775368"/>
                  </a:cubicBezTo>
                  <a:cubicBezTo>
                    <a:pt x="1256363" y="1775368"/>
                    <a:pt x="1256363" y="1775368"/>
                    <a:pt x="1277360" y="1794335"/>
                  </a:cubicBezTo>
                  <a:cubicBezTo>
                    <a:pt x="1277360" y="1794335"/>
                    <a:pt x="1277360" y="1794335"/>
                    <a:pt x="1273296" y="1803818"/>
                  </a:cubicBezTo>
                  <a:cubicBezTo>
                    <a:pt x="1273296" y="1803818"/>
                    <a:pt x="1273296" y="1803818"/>
                    <a:pt x="1264491" y="1822784"/>
                  </a:cubicBezTo>
                  <a:cubicBezTo>
                    <a:pt x="1264491" y="1822784"/>
                    <a:pt x="1264491" y="1822784"/>
                    <a:pt x="1264491" y="1832267"/>
                  </a:cubicBezTo>
                  <a:cubicBezTo>
                    <a:pt x="1264491" y="1832267"/>
                    <a:pt x="1264491" y="1832267"/>
                    <a:pt x="1257717" y="1836331"/>
                  </a:cubicBezTo>
                  <a:cubicBezTo>
                    <a:pt x="1257717" y="1836331"/>
                    <a:pt x="1257717" y="1836331"/>
                    <a:pt x="1259072" y="1845814"/>
                  </a:cubicBezTo>
                  <a:cubicBezTo>
                    <a:pt x="1259072" y="1845814"/>
                    <a:pt x="1259072" y="1845814"/>
                    <a:pt x="1265846" y="1849878"/>
                  </a:cubicBezTo>
                  <a:cubicBezTo>
                    <a:pt x="1265846" y="1849878"/>
                    <a:pt x="1265846" y="1849878"/>
                    <a:pt x="1287521" y="1849878"/>
                  </a:cubicBezTo>
                  <a:cubicBezTo>
                    <a:pt x="1287521" y="1849878"/>
                    <a:pt x="1287521" y="1849878"/>
                    <a:pt x="1280070" y="1871554"/>
                  </a:cubicBezTo>
                  <a:cubicBezTo>
                    <a:pt x="1280070" y="1871554"/>
                    <a:pt x="1280070" y="1871554"/>
                    <a:pt x="1282779" y="1879005"/>
                  </a:cubicBezTo>
                  <a:cubicBezTo>
                    <a:pt x="1282779" y="1879005"/>
                    <a:pt x="1282779" y="1879005"/>
                    <a:pt x="1295649" y="1874263"/>
                  </a:cubicBezTo>
                  <a:cubicBezTo>
                    <a:pt x="1295649" y="1874263"/>
                    <a:pt x="1295649" y="1874263"/>
                    <a:pt x="1305809" y="1890520"/>
                  </a:cubicBezTo>
                  <a:cubicBezTo>
                    <a:pt x="1305809" y="1890520"/>
                    <a:pt x="1305809" y="1890520"/>
                    <a:pt x="1316647" y="1896616"/>
                  </a:cubicBezTo>
                  <a:cubicBezTo>
                    <a:pt x="1316647" y="1896616"/>
                    <a:pt x="1316647" y="1896616"/>
                    <a:pt x="1313937" y="1906777"/>
                  </a:cubicBezTo>
                  <a:cubicBezTo>
                    <a:pt x="1313937" y="1906777"/>
                    <a:pt x="1313937" y="1906777"/>
                    <a:pt x="1320711" y="1910841"/>
                  </a:cubicBezTo>
                  <a:cubicBezTo>
                    <a:pt x="1320711" y="1910841"/>
                    <a:pt x="1320711" y="1910841"/>
                    <a:pt x="1321388" y="1923034"/>
                  </a:cubicBezTo>
                  <a:cubicBezTo>
                    <a:pt x="1321388" y="1923034"/>
                    <a:pt x="1321388" y="1923034"/>
                    <a:pt x="1314615" y="1926420"/>
                  </a:cubicBezTo>
                  <a:cubicBezTo>
                    <a:pt x="1314615" y="1926420"/>
                    <a:pt x="1314615" y="1926420"/>
                    <a:pt x="1312583" y="1938613"/>
                  </a:cubicBezTo>
                  <a:cubicBezTo>
                    <a:pt x="1312583" y="1938613"/>
                    <a:pt x="1312583" y="1938613"/>
                    <a:pt x="1309873" y="1942000"/>
                  </a:cubicBezTo>
                  <a:cubicBezTo>
                    <a:pt x="1309873" y="1942000"/>
                    <a:pt x="1309873" y="1942000"/>
                    <a:pt x="1301745" y="1942000"/>
                  </a:cubicBezTo>
                  <a:cubicBezTo>
                    <a:pt x="1301745" y="1942000"/>
                    <a:pt x="1301745" y="1942000"/>
                    <a:pt x="1297681" y="1948773"/>
                  </a:cubicBezTo>
                  <a:cubicBezTo>
                    <a:pt x="1297681" y="1948773"/>
                    <a:pt x="1297681" y="1948773"/>
                    <a:pt x="1282102" y="1949451"/>
                  </a:cubicBezTo>
                  <a:cubicBezTo>
                    <a:pt x="1282102" y="1949451"/>
                    <a:pt x="1282102" y="1949451"/>
                    <a:pt x="1278715" y="1956224"/>
                  </a:cubicBezTo>
                  <a:cubicBezTo>
                    <a:pt x="1278715" y="1956224"/>
                    <a:pt x="1278715" y="1956224"/>
                    <a:pt x="1273296" y="1952160"/>
                  </a:cubicBezTo>
                  <a:cubicBezTo>
                    <a:pt x="1273296" y="1952160"/>
                    <a:pt x="1273296" y="1952160"/>
                    <a:pt x="1265168" y="1952160"/>
                  </a:cubicBezTo>
                  <a:lnTo>
                    <a:pt x="1263813" y="1981964"/>
                  </a:lnTo>
                  <a:cubicBezTo>
                    <a:pt x="1263813" y="1981964"/>
                    <a:pt x="1263813" y="1981964"/>
                    <a:pt x="31309" y="1981964"/>
                  </a:cubicBezTo>
                  <a:lnTo>
                    <a:pt x="0" y="1981964"/>
                  </a:lnTo>
                  <a:lnTo>
                    <a:pt x="0" y="52815"/>
                  </a:lnTo>
                  <a:lnTo>
                    <a:pt x="2588" y="50802"/>
                  </a:lnTo>
                  <a:cubicBezTo>
                    <a:pt x="2588" y="50802"/>
                    <a:pt x="2588" y="50802"/>
                    <a:pt x="15458" y="46738"/>
                  </a:cubicBezTo>
                  <a:cubicBezTo>
                    <a:pt x="15458" y="46738"/>
                    <a:pt x="15458" y="46738"/>
                    <a:pt x="24263" y="46738"/>
                  </a:cubicBezTo>
                  <a:cubicBezTo>
                    <a:pt x="24263" y="46738"/>
                    <a:pt x="24263" y="46738"/>
                    <a:pt x="33746" y="39965"/>
                  </a:cubicBezTo>
                  <a:cubicBezTo>
                    <a:pt x="33746" y="39965"/>
                    <a:pt x="33746" y="39965"/>
                    <a:pt x="41197" y="37255"/>
                  </a:cubicBezTo>
                  <a:cubicBezTo>
                    <a:pt x="41197" y="37255"/>
                    <a:pt x="41197" y="37255"/>
                    <a:pt x="54744" y="37255"/>
                  </a:cubicBezTo>
                  <a:cubicBezTo>
                    <a:pt x="54744" y="37255"/>
                    <a:pt x="54744" y="37255"/>
                    <a:pt x="63550" y="33191"/>
                  </a:cubicBezTo>
                  <a:cubicBezTo>
                    <a:pt x="63550" y="33191"/>
                    <a:pt x="63550" y="33191"/>
                    <a:pt x="72355" y="33191"/>
                  </a:cubicBezTo>
                  <a:cubicBezTo>
                    <a:pt x="72355" y="33191"/>
                    <a:pt x="72355" y="33191"/>
                    <a:pt x="80483" y="29127"/>
                  </a:cubicBezTo>
                  <a:cubicBezTo>
                    <a:pt x="80483" y="29127"/>
                    <a:pt x="80483" y="29127"/>
                    <a:pt x="87934" y="27095"/>
                  </a:cubicBezTo>
                  <a:cubicBezTo>
                    <a:pt x="87934" y="27095"/>
                    <a:pt x="87934" y="27095"/>
                    <a:pt x="96062" y="23708"/>
                  </a:cubicBezTo>
                  <a:cubicBezTo>
                    <a:pt x="96062" y="23708"/>
                    <a:pt x="96062" y="23708"/>
                    <a:pt x="99449" y="16934"/>
                  </a:cubicBezTo>
                  <a:cubicBezTo>
                    <a:pt x="99449" y="16934"/>
                    <a:pt x="99449" y="16934"/>
                    <a:pt x="104191" y="25063"/>
                  </a:cubicBezTo>
                  <a:cubicBezTo>
                    <a:pt x="104191" y="25063"/>
                    <a:pt x="104191" y="25063"/>
                    <a:pt x="110287" y="27772"/>
                  </a:cubicBezTo>
                  <a:cubicBezTo>
                    <a:pt x="110287" y="27772"/>
                    <a:pt x="110287" y="27772"/>
                    <a:pt x="110287" y="16934"/>
                  </a:cubicBezTo>
                  <a:cubicBezTo>
                    <a:pt x="110287" y="16934"/>
                    <a:pt x="110287" y="16934"/>
                    <a:pt x="110287" y="14225"/>
                  </a:cubicBezTo>
                  <a:cubicBezTo>
                    <a:pt x="110287" y="14225"/>
                    <a:pt x="110287" y="14225"/>
                    <a:pt x="115706" y="18289"/>
                  </a:cubicBezTo>
                  <a:cubicBezTo>
                    <a:pt x="115706" y="18289"/>
                    <a:pt x="115706" y="18289"/>
                    <a:pt x="123156" y="18289"/>
                  </a:cubicBezTo>
                  <a:cubicBezTo>
                    <a:pt x="123156" y="18289"/>
                    <a:pt x="123156" y="18289"/>
                    <a:pt x="127220" y="16934"/>
                  </a:cubicBezTo>
                  <a:cubicBezTo>
                    <a:pt x="127220" y="16934"/>
                    <a:pt x="127220" y="16934"/>
                    <a:pt x="133994" y="14225"/>
                  </a:cubicBezTo>
                  <a:cubicBezTo>
                    <a:pt x="133994" y="14225"/>
                    <a:pt x="133994" y="14225"/>
                    <a:pt x="144154" y="9483"/>
                  </a:cubicBezTo>
                  <a:cubicBezTo>
                    <a:pt x="144154" y="9483"/>
                    <a:pt x="144154" y="9483"/>
                    <a:pt x="151605" y="12870"/>
                  </a:cubicBezTo>
                  <a:cubicBezTo>
                    <a:pt x="151605" y="12870"/>
                    <a:pt x="151605" y="12870"/>
                    <a:pt x="165152" y="11515"/>
                  </a:cubicBezTo>
                  <a:cubicBezTo>
                    <a:pt x="165152" y="11515"/>
                    <a:pt x="165152" y="11515"/>
                    <a:pt x="173958" y="9483"/>
                  </a:cubicBezTo>
                  <a:cubicBezTo>
                    <a:pt x="173958" y="9483"/>
                    <a:pt x="173958" y="9483"/>
                    <a:pt x="190214" y="0"/>
                  </a:cubicBezTo>
                  <a:close/>
                </a:path>
              </a:pathLst>
            </a:custGeom>
            <a:grpFill/>
            <a:ln w="3175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pPr lvl="0"/>
              <a:endParaRPr lang="de-DE"/>
            </a:p>
          </p:txBody>
        </p:sp>
        <p:grpSp>
          <p:nvGrpSpPr>
            <p:cNvPr id="195" name="Gruppieren 194">
              <a:extLst>
                <a:ext uri="{FF2B5EF4-FFF2-40B4-BE49-F238E27FC236}">
                  <a16:creationId xmlns:a16="http://schemas.microsoft.com/office/drawing/2014/main" id="{EB325DB2-1690-470D-8621-10672FF1344B}"/>
                </a:ext>
              </a:extLst>
            </p:cNvPr>
            <p:cNvGrpSpPr/>
            <p:nvPr userDrawn="1"/>
          </p:nvGrpSpPr>
          <p:grpSpPr>
            <a:xfrm>
              <a:off x="39031" y="675181"/>
              <a:ext cx="5524432" cy="3957391"/>
              <a:chOff x="315781" y="691714"/>
              <a:chExt cx="5519097" cy="3953570"/>
            </a:xfrm>
            <a:grpFill/>
          </p:grpSpPr>
          <p:sp>
            <p:nvSpPr>
              <p:cNvPr id="90" name="Freeform 183">
                <a:extLst>
                  <a:ext uri="{FF2B5EF4-FFF2-40B4-BE49-F238E27FC236}">
                    <a16:creationId xmlns:a16="http://schemas.microsoft.com/office/drawing/2014/main" id="{9D026AC1-E668-4829-923F-94B944414602}"/>
                  </a:ext>
                </a:extLst>
              </p:cNvPr>
              <p:cNvSpPr>
                <a:spLocks noEditPoints="1"/>
              </p:cNvSpPr>
              <p:nvPr userDrawn="1"/>
            </p:nvSpPr>
            <p:spPr bwMode="gray">
              <a:xfrm>
                <a:off x="3842036" y="3609006"/>
                <a:ext cx="1671120" cy="1030258"/>
              </a:xfrm>
              <a:custGeom>
                <a:avLst/>
                <a:gdLst/>
                <a:ahLst/>
                <a:cxnLst>
                  <a:cxn ang="0">
                    <a:pos x="977" y="1457"/>
                  </a:cxn>
                  <a:cxn ang="0">
                    <a:pos x="1077" y="1403"/>
                  </a:cxn>
                  <a:cxn ang="0">
                    <a:pos x="1190" y="1377"/>
                  </a:cxn>
                  <a:cxn ang="0">
                    <a:pos x="1317" y="1308"/>
                  </a:cxn>
                  <a:cxn ang="0">
                    <a:pos x="1462" y="1313"/>
                  </a:cxn>
                  <a:cxn ang="0">
                    <a:pos x="1591" y="1307"/>
                  </a:cxn>
                  <a:cxn ang="0">
                    <a:pos x="1691" y="1261"/>
                  </a:cxn>
                  <a:cxn ang="0">
                    <a:pos x="1849" y="1187"/>
                  </a:cxn>
                  <a:cxn ang="0">
                    <a:pos x="1929" y="1058"/>
                  </a:cxn>
                  <a:cxn ang="0">
                    <a:pos x="2023" y="885"/>
                  </a:cxn>
                  <a:cxn ang="0">
                    <a:pos x="2095" y="701"/>
                  </a:cxn>
                  <a:cxn ang="0">
                    <a:pos x="2158" y="572"/>
                  </a:cxn>
                  <a:cxn ang="0">
                    <a:pos x="2279" y="463"/>
                  </a:cxn>
                  <a:cxn ang="0">
                    <a:pos x="2393" y="426"/>
                  </a:cxn>
                  <a:cxn ang="0">
                    <a:pos x="2447" y="331"/>
                  </a:cxn>
                  <a:cxn ang="0">
                    <a:pos x="2420" y="259"/>
                  </a:cxn>
                  <a:cxn ang="0">
                    <a:pos x="2325" y="188"/>
                  </a:cxn>
                  <a:cxn ang="0">
                    <a:pos x="2227" y="110"/>
                  </a:cxn>
                  <a:cxn ang="0">
                    <a:pos x="2137" y="117"/>
                  </a:cxn>
                  <a:cxn ang="0">
                    <a:pos x="2015" y="94"/>
                  </a:cxn>
                  <a:cxn ang="0">
                    <a:pos x="1892" y="25"/>
                  </a:cxn>
                  <a:cxn ang="0">
                    <a:pos x="1762" y="34"/>
                  </a:cxn>
                  <a:cxn ang="0">
                    <a:pos x="1651" y="12"/>
                  </a:cxn>
                  <a:cxn ang="0">
                    <a:pos x="1537" y="157"/>
                  </a:cxn>
                  <a:cxn ang="0">
                    <a:pos x="1423" y="223"/>
                  </a:cxn>
                  <a:cxn ang="0">
                    <a:pos x="1336" y="230"/>
                  </a:cxn>
                  <a:cxn ang="0">
                    <a:pos x="1252" y="206"/>
                  </a:cxn>
                  <a:cxn ang="0">
                    <a:pos x="1159" y="273"/>
                  </a:cxn>
                  <a:cxn ang="0">
                    <a:pos x="1043" y="293"/>
                  </a:cxn>
                  <a:cxn ang="0">
                    <a:pos x="995" y="420"/>
                  </a:cxn>
                  <a:cxn ang="0">
                    <a:pos x="765" y="459"/>
                  </a:cxn>
                  <a:cxn ang="0">
                    <a:pos x="580" y="450"/>
                  </a:cxn>
                  <a:cxn ang="0">
                    <a:pos x="422" y="322"/>
                  </a:cxn>
                  <a:cxn ang="0">
                    <a:pos x="331" y="394"/>
                  </a:cxn>
                  <a:cxn ang="0">
                    <a:pos x="263" y="492"/>
                  </a:cxn>
                  <a:cxn ang="0">
                    <a:pos x="135" y="511"/>
                  </a:cxn>
                  <a:cxn ang="0">
                    <a:pos x="182" y="625"/>
                  </a:cxn>
                  <a:cxn ang="0">
                    <a:pos x="135" y="722"/>
                  </a:cxn>
                  <a:cxn ang="0">
                    <a:pos x="128" y="815"/>
                  </a:cxn>
                  <a:cxn ang="0">
                    <a:pos x="88" y="858"/>
                  </a:cxn>
                  <a:cxn ang="0">
                    <a:pos x="21" y="943"/>
                  </a:cxn>
                  <a:cxn ang="0">
                    <a:pos x="98" y="1019"/>
                  </a:cxn>
                  <a:cxn ang="0">
                    <a:pos x="166" y="1146"/>
                  </a:cxn>
                  <a:cxn ang="0">
                    <a:pos x="299" y="1265"/>
                  </a:cxn>
                  <a:cxn ang="0">
                    <a:pos x="414" y="1363"/>
                  </a:cxn>
                  <a:cxn ang="0">
                    <a:pos x="463" y="1423"/>
                  </a:cxn>
                  <a:cxn ang="0">
                    <a:pos x="580" y="1478"/>
                  </a:cxn>
                  <a:cxn ang="0">
                    <a:pos x="740" y="1502"/>
                  </a:cxn>
                  <a:cxn ang="0">
                    <a:pos x="1898" y="493"/>
                  </a:cxn>
                  <a:cxn ang="0">
                    <a:pos x="1821" y="515"/>
                  </a:cxn>
                  <a:cxn ang="0">
                    <a:pos x="1696" y="501"/>
                  </a:cxn>
                  <a:cxn ang="0">
                    <a:pos x="1444" y="1213"/>
                  </a:cxn>
                  <a:cxn ang="0">
                    <a:pos x="1455" y="1220"/>
                  </a:cxn>
                  <a:cxn ang="0">
                    <a:pos x="901" y="743"/>
                  </a:cxn>
                  <a:cxn ang="0">
                    <a:pos x="541" y="993"/>
                  </a:cxn>
                  <a:cxn ang="0">
                    <a:pos x="459" y="979"/>
                  </a:cxn>
                  <a:cxn ang="0">
                    <a:pos x="555" y="954"/>
                  </a:cxn>
                  <a:cxn ang="0">
                    <a:pos x="650" y="917"/>
                  </a:cxn>
                  <a:cxn ang="0">
                    <a:pos x="731" y="854"/>
                  </a:cxn>
                </a:cxnLst>
                <a:rect l="0" t="0" r="r" b="b"/>
                <a:pathLst>
                  <a:path w="2467" h="1521">
                    <a:moveTo>
                      <a:pt x="862" y="1516"/>
                    </a:moveTo>
                    <a:cubicBezTo>
                      <a:pt x="862" y="1501"/>
                      <a:pt x="862" y="1501"/>
                      <a:pt x="862" y="1501"/>
                    </a:cubicBezTo>
                    <a:cubicBezTo>
                      <a:pt x="871" y="1501"/>
                      <a:pt x="871" y="1501"/>
                      <a:pt x="871" y="1501"/>
                    </a:cubicBezTo>
                    <a:cubicBezTo>
                      <a:pt x="877" y="1507"/>
                      <a:pt x="877" y="1507"/>
                      <a:pt x="877" y="1507"/>
                    </a:cubicBezTo>
                    <a:cubicBezTo>
                      <a:pt x="891" y="1496"/>
                      <a:pt x="891" y="1496"/>
                      <a:pt x="891" y="1496"/>
                    </a:cubicBezTo>
                    <a:cubicBezTo>
                      <a:pt x="912" y="1476"/>
                      <a:pt x="912" y="1476"/>
                      <a:pt x="912" y="1476"/>
                    </a:cubicBezTo>
                    <a:cubicBezTo>
                      <a:pt x="915" y="1459"/>
                      <a:pt x="915" y="1459"/>
                      <a:pt x="915" y="1459"/>
                    </a:cubicBezTo>
                    <a:cubicBezTo>
                      <a:pt x="926" y="1448"/>
                      <a:pt x="926" y="1448"/>
                      <a:pt x="926" y="1448"/>
                    </a:cubicBezTo>
                    <a:cubicBezTo>
                      <a:pt x="927" y="1436"/>
                      <a:pt x="927" y="1436"/>
                      <a:pt x="927" y="1436"/>
                    </a:cubicBezTo>
                    <a:cubicBezTo>
                      <a:pt x="947" y="1437"/>
                      <a:pt x="947" y="1437"/>
                      <a:pt x="947" y="1437"/>
                    </a:cubicBezTo>
                    <a:cubicBezTo>
                      <a:pt x="977" y="1457"/>
                      <a:pt x="977" y="1457"/>
                      <a:pt x="977" y="1457"/>
                    </a:cubicBezTo>
                    <a:cubicBezTo>
                      <a:pt x="986" y="1438"/>
                      <a:pt x="986" y="1438"/>
                      <a:pt x="986" y="1438"/>
                    </a:cubicBezTo>
                    <a:cubicBezTo>
                      <a:pt x="991" y="1442"/>
                      <a:pt x="991" y="1442"/>
                      <a:pt x="991" y="1442"/>
                    </a:cubicBezTo>
                    <a:cubicBezTo>
                      <a:pt x="998" y="1442"/>
                      <a:pt x="998" y="1442"/>
                      <a:pt x="998" y="1442"/>
                    </a:cubicBezTo>
                    <a:cubicBezTo>
                      <a:pt x="1013" y="1433"/>
                      <a:pt x="1013" y="1433"/>
                      <a:pt x="1013" y="1433"/>
                    </a:cubicBezTo>
                    <a:cubicBezTo>
                      <a:pt x="1020" y="1428"/>
                      <a:pt x="1020" y="1428"/>
                      <a:pt x="1020" y="1428"/>
                    </a:cubicBezTo>
                    <a:cubicBezTo>
                      <a:pt x="1039" y="1428"/>
                      <a:pt x="1039" y="1428"/>
                      <a:pt x="1039" y="1428"/>
                    </a:cubicBezTo>
                    <a:cubicBezTo>
                      <a:pt x="1045" y="1436"/>
                      <a:pt x="1045" y="1436"/>
                      <a:pt x="1045" y="1436"/>
                    </a:cubicBezTo>
                    <a:cubicBezTo>
                      <a:pt x="1053" y="1436"/>
                      <a:pt x="1053" y="1436"/>
                      <a:pt x="1053" y="1436"/>
                    </a:cubicBezTo>
                    <a:cubicBezTo>
                      <a:pt x="1053" y="1413"/>
                      <a:pt x="1053" y="1413"/>
                      <a:pt x="1053" y="1413"/>
                    </a:cubicBezTo>
                    <a:cubicBezTo>
                      <a:pt x="1077" y="1413"/>
                      <a:pt x="1077" y="1413"/>
                      <a:pt x="1077" y="1413"/>
                    </a:cubicBezTo>
                    <a:cubicBezTo>
                      <a:pt x="1077" y="1403"/>
                      <a:pt x="1077" y="1403"/>
                      <a:pt x="1077" y="1403"/>
                    </a:cubicBezTo>
                    <a:cubicBezTo>
                      <a:pt x="1071" y="1396"/>
                      <a:pt x="1071" y="1396"/>
                      <a:pt x="1071" y="1396"/>
                    </a:cubicBezTo>
                    <a:cubicBezTo>
                      <a:pt x="1088" y="1374"/>
                      <a:pt x="1088" y="1374"/>
                      <a:pt x="1088" y="1374"/>
                    </a:cubicBezTo>
                    <a:cubicBezTo>
                      <a:pt x="1098" y="1374"/>
                      <a:pt x="1098" y="1374"/>
                      <a:pt x="1098" y="1374"/>
                    </a:cubicBezTo>
                    <a:cubicBezTo>
                      <a:pt x="1102" y="1384"/>
                      <a:pt x="1102" y="1384"/>
                      <a:pt x="1102" y="1384"/>
                    </a:cubicBezTo>
                    <a:cubicBezTo>
                      <a:pt x="1102" y="1397"/>
                      <a:pt x="1102" y="1397"/>
                      <a:pt x="1102" y="1397"/>
                    </a:cubicBezTo>
                    <a:cubicBezTo>
                      <a:pt x="1149" y="1396"/>
                      <a:pt x="1149" y="1396"/>
                      <a:pt x="1149" y="1396"/>
                    </a:cubicBezTo>
                    <a:cubicBezTo>
                      <a:pt x="1159" y="1400"/>
                      <a:pt x="1159" y="1400"/>
                      <a:pt x="1159" y="1400"/>
                    </a:cubicBezTo>
                    <a:cubicBezTo>
                      <a:pt x="1154" y="1391"/>
                      <a:pt x="1154" y="1391"/>
                      <a:pt x="1154" y="1391"/>
                    </a:cubicBezTo>
                    <a:cubicBezTo>
                      <a:pt x="1154" y="1384"/>
                      <a:pt x="1154" y="1384"/>
                      <a:pt x="1154" y="1384"/>
                    </a:cubicBezTo>
                    <a:cubicBezTo>
                      <a:pt x="1182" y="1366"/>
                      <a:pt x="1182" y="1366"/>
                      <a:pt x="1182" y="1366"/>
                    </a:cubicBezTo>
                    <a:cubicBezTo>
                      <a:pt x="1190" y="1377"/>
                      <a:pt x="1190" y="1377"/>
                      <a:pt x="1190" y="1377"/>
                    </a:cubicBezTo>
                    <a:cubicBezTo>
                      <a:pt x="1201" y="1369"/>
                      <a:pt x="1201" y="1369"/>
                      <a:pt x="1201" y="1369"/>
                    </a:cubicBezTo>
                    <a:cubicBezTo>
                      <a:pt x="1214" y="1354"/>
                      <a:pt x="1214" y="1354"/>
                      <a:pt x="1214" y="1354"/>
                    </a:cubicBezTo>
                    <a:cubicBezTo>
                      <a:pt x="1223" y="1343"/>
                      <a:pt x="1223" y="1343"/>
                      <a:pt x="1223" y="1343"/>
                    </a:cubicBezTo>
                    <a:cubicBezTo>
                      <a:pt x="1241" y="1329"/>
                      <a:pt x="1241" y="1329"/>
                      <a:pt x="1241" y="1329"/>
                    </a:cubicBezTo>
                    <a:cubicBezTo>
                      <a:pt x="1230" y="1318"/>
                      <a:pt x="1230" y="1318"/>
                      <a:pt x="1230" y="1318"/>
                    </a:cubicBezTo>
                    <a:cubicBezTo>
                      <a:pt x="1241" y="1310"/>
                      <a:pt x="1241" y="1310"/>
                      <a:pt x="1241" y="1310"/>
                    </a:cubicBezTo>
                    <a:cubicBezTo>
                      <a:pt x="1264" y="1300"/>
                      <a:pt x="1264" y="1300"/>
                      <a:pt x="1264" y="1300"/>
                    </a:cubicBezTo>
                    <a:cubicBezTo>
                      <a:pt x="1281" y="1306"/>
                      <a:pt x="1281" y="1306"/>
                      <a:pt x="1281" y="1306"/>
                    </a:cubicBezTo>
                    <a:cubicBezTo>
                      <a:pt x="1289" y="1300"/>
                      <a:pt x="1289" y="1300"/>
                      <a:pt x="1289" y="1300"/>
                    </a:cubicBezTo>
                    <a:cubicBezTo>
                      <a:pt x="1305" y="1294"/>
                      <a:pt x="1305" y="1294"/>
                      <a:pt x="1305" y="1294"/>
                    </a:cubicBezTo>
                    <a:cubicBezTo>
                      <a:pt x="1317" y="1308"/>
                      <a:pt x="1317" y="1308"/>
                      <a:pt x="1317" y="1308"/>
                    </a:cubicBezTo>
                    <a:cubicBezTo>
                      <a:pt x="1330" y="1318"/>
                      <a:pt x="1330" y="1318"/>
                      <a:pt x="1330" y="1318"/>
                    </a:cubicBezTo>
                    <a:cubicBezTo>
                      <a:pt x="1347" y="1327"/>
                      <a:pt x="1347" y="1327"/>
                      <a:pt x="1347" y="1327"/>
                    </a:cubicBezTo>
                    <a:cubicBezTo>
                      <a:pt x="1365" y="1319"/>
                      <a:pt x="1365" y="1319"/>
                      <a:pt x="1365" y="1319"/>
                    </a:cubicBezTo>
                    <a:cubicBezTo>
                      <a:pt x="1380" y="1308"/>
                      <a:pt x="1380" y="1308"/>
                      <a:pt x="1380" y="1308"/>
                    </a:cubicBezTo>
                    <a:cubicBezTo>
                      <a:pt x="1400" y="1298"/>
                      <a:pt x="1400" y="1298"/>
                      <a:pt x="1400" y="1298"/>
                    </a:cubicBezTo>
                    <a:cubicBezTo>
                      <a:pt x="1409" y="1302"/>
                      <a:pt x="1409" y="1302"/>
                      <a:pt x="1409" y="1302"/>
                    </a:cubicBezTo>
                    <a:cubicBezTo>
                      <a:pt x="1425" y="1301"/>
                      <a:pt x="1425" y="1301"/>
                      <a:pt x="1425" y="1301"/>
                    </a:cubicBezTo>
                    <a:cubicBezTo>
                      <a:pt x="1425" y="1318"/>
                      <a:pt x="1425" y="1318"/>
                      <a:pt x="1425" y="1318"/>
                    </a:cubicBezTo>
                    <a:cubicBezTo>
                      <a:pt x="1440" y="1319"/>
                      <a:pt x="1440" y="1319"/>
                      <a:pt x="1440" y="1319"/>
                    </a:cubicBezTo>
                    <a:cubicBezTo>
                      <a:pt x="1453" y="1299"/>
                      <a:pt x="1453" y="1299"/>
                      <a:pt x="1453" y="1299"/>
                    </a:cubicBezTo>
                    <a:cubicBezTo>
                      <a:pt x="1462" y="1313"/>
                      <a:pt x="1462" y="1313"/>
                      <a:pt x="1462" y="1313"/>
                    </a:cubicBezTo>
                    <a:cubicBezTo>
                      <a:pt x="1469" y="1313"/>
                      <a:pt x="1469" y="1313"/>
                      <a:pt x="1469" y="1313"/>
                    </a:cubicBezTo>
                    <a:cubicBezTo>
                      <a:pt x="1483" y="1304"/>
                      <a:pt x="1483" y="1304"/>
                      <a:pt x="1483" y="1304"/>
                    </a:cubicBezTo>
                    <a:cubicBezTo>
                      <a:pt x="1497" y="1320"/>
                      <a:pt x="1497" y="1320"/>
                      <a:pt x="1497" y="1320"/>
                    </a:cubicBezTo>
                    <a:cubicBezTo>
                      <a:pt x="1510" y="1325"/>
                      <a:pt x="1510" y="1325"/>
                      <a:pt x="1510" y="1325"/>
                    </a:cubicBezTo>
                    <a:cubicBezTo>
                      <a:pt x="1517" y="1314"/>
                      <a:pt x="1517" y="1314"/>
                      <a:pt x="1517" y="1314"/>
                    </a:cubicBezTo>
                    <a:cubicBezTo>
                      <a:pt x="1535" y="1307"/>
                      <a:pt x="1535" y="1307"/>
                      <a:pt x="1535" y="1307"/>
                    </a:cubicBezTo>
                    <a:cubicBezTo>
                      <a:pt x="1543" y="1304"/>
                      <a:pt x="1543" y="1304"/>
                      <a:pt x="1543" y="1304"/>
                    </a:cubicBezTo>
                    <a:cubicBezTo>
                      <a:pt x="1557" y="1304"/>
                      <a:pt x="1557" y="1304"/>
                      <a:pt x="1557" y="1304"/>
                    </a:cubicBezTo>
                    <a:cubicBezTo>
                      <a:pt x="1573" y="1308"/>
                      <a:pt x="1573" y="1308"/>
                      <a:pt x="1573" y="1308"/>
                    </a:cubicBezTo>
                    <a:cubicBezTo>
                      <a:pt x="1587" y="1309"/>
                      <a:pt x="1587" y="1309"/>
                      <a:pt x="1587" y="1309"/>
                    </a:cubicBezTo>
                    <a:cubicBezTo>
                      <a:pt x="1591" y="1307"/>
                      <a:pt x="1591" y="1307"/>
                      <a:pt x="1591" y="1307"/>
                    </a:cubicBezTo>
                    <a:cubicBezTo>
                      <a:pt x="1591" y="1292"/>
                      <a:pt x="1591" y="1292"/>
                      <a:pt x="1591" y="1292"/>
                    </a:cubicBezTo>
                    <a:cubicBezTo>
                      <a:pt x="1607" y="1298"/>
                      <a:pt x="1607" y="1298"/>
                      <a:pt x="1607" y="1298"/>
                    </a:cubicBezTo>
                    <a:cubicBezTo>
                      <a:pt x="1620" y="1301"/>
                      <a:pt x="1620" y="1301"/>
                      <a:pt x="1620" y="1301"/>
                    </a:cubicBezTo>
                    <a:cubicBezTo>
                      <a:pt x="1632" y="1309"/>
                      <a:pt x="1632" y="1309"/>
                      <a:pt x="1632" y="1309"/>
                    </a:cubicBezTo>
                    <a:cubicBezTo>
                      <a:pt x="1644" y="1319"/>
                      <a:pt x="1644" y="1319"/>
                      <a:pt x="1644" y="1319"/>
                    </a:cubicBezTo>
                    <a:cubicBezTo>
                      <a:pt x="1656" y="1314"/>
                      <a:pt x="1656" y="1314"/>
                      <a:pt x="1656" y="1314"/>
                    </a:cubicBezTo>
                    <a:cubicBezTo>
                      <a:pt x="1668" y="1306"/>
                      <a:pt x="1668" y="1306"/>
                      <a:pt x="1668" y="1306"/>
                    </a:cubicBezTo>
                    <a:cubicBezTo>
                      <a:pt x="1677" y="1301"/>
                      <a:pt x="1677" y="1301"/>
                      <a:pt x="1677" y="1301"/>
                    </a:cubicBezTo>
                    <a:cubicBezTo>
                      <a:pt x="1677" y="1286"/>
                      <a:pt x="1677" y="1286"/>
                      <a:pt x="1677" y="1286"/>
                    </a:cubicBezTo>
                    <a:cubicBezTo>
                      <a:pt x="1691" y="1286"/>
                      <a:pt x="1691" y="1286"/>
                      <a:pt x="1691" y="1286"/>
                    </a:cubicBezTo>
                    <a:cubicBezTo>
                      <a:pt x="1691" y="1261"/>
                      <a:pt x="1691" y="1261"/>
                      <a:pt x="1691" y="1261"/>
                    </a:cubicBezTo>
                    <a:cubicBezTo>
                      <a:pt x="1711" y="1243"/>
                      <a:pt x="1711" y="1243"/>
                      <a:pt x="1711" y="1243"/>
                    </a:cubicBezTo>
                    <a:cubicBezTo>
                      <a:pt x="1736" y="1243"/>
                      <a:pt x="1736" y="1243"/>
                      <a:pt x="1736" y="1243"/>
                    </a:cubicBezTo>
                    <a:cubicBezTo>
                      <a:pt x="1746" y="1252"/>
                      <a:pt x="1746" y="1252"/>
                      <a:pt x="1746" y="1252"/>
                    </a:cubicBezTo>
                    <a:cubicBezTo>
                      <a:pt x="1756" y="1243"/>
                      <a:pt x="1756" y="1243"/>
                      <a:pt x="1756" y="1243"/>
                    </a:cubicBezTo>
                    <a:cubicBezTo>
                      <a:pt x="1769" y="1254"/>
                      <a:pt x="1769" y="1254"/>
                      <a:pt x="1769" y="1254"/>
                    </a:cubicBezTo>
                    <a:cubicBezTo>
                      <a:pt x="1786" y="1254"/>
                      <a:pt x="1786" y="1254"/>
                      <a:pt x="1786" y="1254"/>
                    </a:cubicBezTo>
                    <a:cubicBezTo>
                      <a:pt x="1800" y="1264"/>
                      <a:pt x="1800" y="1264"/>
                      <a:pt x="1800" y="1264"/>
                    </a:cubicBezTo>
                    <a:cubicBezTo>
                      <a:pt x="1822" y="1234"/>
                      <a:pt x="1822" y="1234"/>
                      <a:pt x="1822" y="1234"/>
                    </a:cubicBezTo>
                    <a:cubicBezTo>
                      <a:pt x="1843" y="1232"/>
                      <a:pt x="1843" y="1232"/>
                      <a:pt x="1843" y="1232"/>
                    </a:cubicBezTo>
                    <a:cubicBezTo>
                      <a:pt x="1846" y="1207"/>
                      <a:pt x="1846" y="1207"/>
                      <a:pt x="1846" y="1207"/>
                    </a:cubicBezTo>
                    <a:cubicBezTo>
                      <a:pt x="1849" y="1187"/>
                      <a:pt x="1849" y="1187"/>
                      <a:pt x="1849" y="1187"/>
                    </a:cubicBezTo>
                    <a:cubicBezTo>
                      <a:pt x="1853" y="1178"/>
                      <a:pt x="1853" y="1178"/>
                      <a:pt x="1853" y="1178"/>
                    </a:cubicBezTo>
                    <a:cubicBezTo>
                      <a:pt x="1862" y="1172"/>
                      <a:pt x="1862" y="1172"/>
                      <a:pt x="1862" y="1172"/>
                    </a:cubicBezTo>
                    <a:cubicBezTo>
                      <a:pt x="1879" y="1172"/>
                      <a:pt x="1879" y="1172"/>
                      <a:pt x="1879" y="1172"/>
                    </a:cubicBezTo>
                    <a:cubicBezTo>
                      <a:pt x="1885" y="1167"/>
                      <a:pt x="1885" y="1167"/>
                      <a:pt x="1885" y="1167"/>
                    </a:cubicBezTo>
                    <a:cubicBezTo>
                      <a:pt x="1884" y="1146"/>
                      <a:pt x="1884" y="1146"/>
                      <a:pt x="1884" y="1146"/>
                    </a:cubicBezTo>
                    <a:cubicBezTo>
                      <a:pt x="1871" y="1128"/>
                      <a:pt x="1871" y="1128"/>
                      <a:pt x="1871" y="1128"/>
                    </a:cubicBezTo>
                    <a:cubicBezTo>
                      <a:pt x="1892" y="1096"/>
                      <a:pt x="1892" y="1096"/>
                      <a:pt x="1892" y="1096"/>
                    </a:cubicBezTo>
                    <a:cubicBezTo>
                      <a:pt x="1888" y="1082"/>
                      <a:pt x="1888" y="1082"/>
                      <a:pt x="1888" y="1082"/>
                    </a:cubicBezTo>
                    <a:cubicBezTo>
                      <a:pt x="1897" y="1062"/>
                      <a:pt x="1897" y="1062"/>
                      <a:pt x="1897" y="1062"/>
                    </a:cubicBezTo>
                    <a:cubicBezTo>
                      <a:pt x="1915" y="1062"/>
                      <a:pt x="1915" y="1062"/>
                      <a:pt x="1915" y="1062"/>
                    </a:cubicBezTo>
                    <a:cubicBezTo>
                      <a:pt x="1929" y="1058"/>
                      <a:pt x="1929" y="1058"/>
                      <a:pt x="1929" y="1058"/>
                    </a:cubicBezTo>
                    <a:cubicBezTo>
                      <a:pt x="1929" y="1058"/>
                      <a:pt x="1943" y="1043"/>
                      <a:pt x="1941" y="1043"/>
                    </a:cubicBezTo>
                    <a:cubicBezTo>
                      <a:pt x="1940" y="1043"/>
                      <a:pt x="1942" y="1029"/>
                      <a:pt x="1942" y="1029"/>
                    </a:cubicBezTo>
                    <a:cubicBezTo>
                      <a:pt x="1956" y="1029"/>
                      <a:pt x="1956" y="1029"/>
                      <a:pt x="1956" y="1029"/>
                    </a:cubicBezTo>
                    <a:cubicBezTo>
                      <a:pt x="1970" y="1010"/>
                      <a:pt x="1970" y="1010"/>
                      <a:pt x="1970" y="1010"/>
                    </a:cubicBezTo>
                    <a:cubicBezTo>
                      <a:pt x="1955" y="993"/>
                      <a:pt x="1955" y="993"/>
                      <a:pt x="1955" y="993"/>
                    </a:cubicBezTo>
                    <a:cubicBezTo>
                      <a:pt x="1959" y="980"/>
                      <a:pt x="1959" y="980"/>
                      <a:pt x="1959" y="980"/>
                    </a:cubicBezTo>
                    <a:cubicBezTo>
                      <a:pt x="1970" y="950"/>
                      <a:pt x="1970" y="950"/>
                      <a:pt x="1970" y="950"/>
                    </a:cubicBezTo>
                    <a:cubicBezTo>
                      <a:pt x="1999" y="933"/>
                      <a:pt x="1999" y="933"/>
                      <a:pt x="1999" y="933"/>
                    </a:cubicBezTo>
                    <a:cubicBezTo>
                      <a:pt x="1997" y="901"/>
                      <a:pt x="1997" y="901"/>
                      <a:pt x="1997" y="901"/>
                    </a:cubicBezTo>
                    <a:cubicBezTo>
                      <a:pt x="2008" y="900"/>
                      <a:pt x="2008" y="900"/>
                      <a:pt x="2008" y="900"/>
                    </a:cubicBezTo>
                    <a:cubicBezTo>
                      <a:pt x="2023" y="885"/>
                      <a:pt x="2023" y="885"/>
                      <a:pt x="2023" y="885"/>
                    </a:cubicBezTo>
                    <a:cubicBezTo>
                      <a:pt x="2021" y="869"/>
                      <a:pt x="2021" y="869"/>
                      <a:pt x="2021" y="869"/>
                    </a:cubicBezTo>
                    <a:cubicBezTo>
                      <a:pt x="2029" y="858"/>
                      <a:pt x="2029" y="858"/>
                      <a:pt x="2029" y="858"/>
                    </a:cubicBezTo>
                    <a:cubicBezTo>
                      <a:pt x="2017" y="843"/>
                      <a:pt x="2017" y="843"/>
                      <a:pt x="2017" y="843"/>
                    </a:cubicBezTo>
                    <a:cubicBezTo>
                      <a:pt x="2038" y="816"/>
                      <a:pt x="2038" y="816"/>
                      <a:pt x="2038" y="816"/>
                    </a:cubicBezTo>
                    <a:cubicBezTo>
                      <a:pt x="2057" y="801"/>
                      <a:pt x="2057" y="801"/>
                      <a:pt x="2057" y="801"/>
                    </a:cubicBezTo>
                    <a:cubicBezTo>
                      <a:pt x="2070" y="793"/>
                      <a:pt x="2070" y="793"/>
                      <a:pt x="2070" y="793"/>
                    </a:cubicBezTo>
                    <a:cubicBezTo>
                      <a:pt x="2079" y="766"/>
                      <a:pt x="2079" y="766"/>
                      <a:pt x="2079" y="766"/>
                    </a:cubicBezTo>
                    <a:cubicBezTo>
                      <a:pt x="2085" y="760"/>
                      <a:pt x="2085" y="760"/>
                      <a:pt x="2085" y="760"/>
                    </a:cubicBezTo>
                    <a:cubicBezTo>
                      <a:pt x="2085" y="732"/>
                      <a:pt x="2085" y="732"/>
                      <a:pt x="2085" y="732"/>
                    </a:cubicBezTo>
                    <a:cubicBezTo>
                      <a:pt x="2095" y="716"/>
                      <a:pt x="2095" y="716"/>
                      <a:pt x="2095" y="716"/>
                    </a:cubicBezTo>
                    <a:cubicBezTo>
                      <a:pt x="2095" y="701"/>
                      <a:pt x="2095" y="701"/>
                      <a:pt x="2095" y="701"/>
                    </a:cubicBezTo>
                    <a:cubicBezTo>
                      <a:pt x="2105" y="682"/>
                      <a:pt x="2105" y="682"/>
                      <a:pt x="2105" y="682"/>
                    </a:cubicBezTo>
                    <a:cubicBezTo>
                      <a:pt x="2113" y="671"/>
                      <a:pt x="2113" y="671"/>
                      <a:pt x="2113" y="671"/>
                    </a:cubicBezTo>
                    <a:cubicBezTo>
                      <a:pt x="2118" y="668"/>
                      <a:pt x="2118" y="668"/>
                      <a:pt x="2118" y="668"/>
                    </a:cubicBezTo>
                    <a:cubicBezTo>
                      <a:pt x="2126" y="666"/>
                      <a:pt x="2126" y="666"/>
                      <a:pt x="2126" y="666"/>
                    </a:cubicBezTo>
                    <a:cubicBezTo>
                      <a:pt x="2146" y="658"/>
                      <a:pt x="2146" y="658"/>
                      <a:pt x="2146" y="658"/>
                    </a:cubicBezTo>
                    <a:cubicBezTo>
                      <a:pt x="2146" y="635"/>
                      <a:pt x="2146" y="635"/>
                      <a:pt x="2146" y="635"/>
                    </a:cubicBezTo>
                    <a:cubicBezTo>
                      <a:pt x="2149" y="630"/>
                      <a:pt x="2149" y="630"/>
                      <a:pt x="2149" y="630"/>
                    </a:cubicBezTo>
                    <a:cubicBezTo>
                      <a:pt x="2147" y="610"/>
                      <a:pt x="2147" y="610"/>
                      <a:pt x="2147" y="610"/>
                    </a:cubicBezTo>
                    <a:cubicBezTo>
                      <a:pt x="2144" y="602"/>
                      <a:pt x="2144" y="602"/>
                      <a:pt x="2144" y="602"/>
                    </a:cubicBezTo>
                    <a:cubicBezTo>
                      <a:pt x="2146" y="584"/>
                      <a:pt x="2146" y="584"/>
                      <a:pt x="2146" y="584"/>
                    </a:cubicBezTo>
                    <a:cubicBezTo>
                      <a:pt x="2158" y="572"/>
                      <a:pt x="2158" y="572"/>
                      <a:pt x="2158" y="572"/>
                    </a:cubicBezTo>
                    <a:cubicBezTo>
                      <a:pt x="2174" y="558"/>
                      <a:pt x="2174" y="558"/>
                      <a:pt x="2174" y="558"/>
                    </a:cubicBezTo>
                    <a:cubicBezTo>
                      <a:pt x="2188" y="546"/>
                      <a:pt x="2188" y="546"/>
                      <a:pt x="2188" y="546"/>
                    </a:cubicBezTo>
                    <a:cubicBezTo>
                      <a:pt x="2203" y="539"/>
                      <a:pt x="2203" y="539"/>
                      <a:pt x="2203" y="539"/>
                    </a:cubicBezTo>
                    <a:cubicBezTo>
                      <a:pt x="2210" y="539"/>
                      <a:pt x="2210" y="539"/>
                      <a:pt x="2210" y="539"/>
                    </a:cubicBezTo>
                    <a:cubicBezTo>
                      <a:pt x="2210" y="521"/>
                      <a:pt x="2210" y="521"/>
                      <a:pt x="2210" y="521"/>
                    </a:cubicBezTo>
                    <a:cubicBezTo>
                      <a:pt x="2219" y="506"/>
                      <a:pt x="2219" y="506"/>
                      <a:pt x="2219" y="506"/>
                    </a:cubicBezTo>
                    <a:cubicBezTo>
                      <a:pt x="2228" y="490"/>
                      <a:pt x="2228" y="490"/>
                      <a:pt x="2228" y="490"/>
                    </a:cubicBezTo>
                    <a:cubicBezTo>
                      <a:pt x="2238" y="472"/>
                      <a:pt x="2238" y="472"/>
                      <a:pt x="2238" y="472"/>
                    </a:cubicBezTo>
                    <a:cubicBezTo>
                      <a:pt x="2248" y="463"/>
                      <a:pt x="2248" y="463"/>
                      <a:pt x="2248" y="463"/>
                    </a:cubicBezTo>
                    <a:cubicBezTo>
                      <a:pt x="2263" y="458"/>
                      <a:pt x="2263" y="458"/>
                      <a:pt x="2263" y="458"/>
                    </a:cubicBezTo>
                    <a:cubicBezTo>
                      <a:pt x="2279" y="463"/>
                      <a:pt x="2279" y="463"/>
                      <a:pt x="2279" y="463"/>
                    </a:cubicBezTo>
                    <a:cubicBezTo>
                      <a:pt x="2289" y="473"/>
                      <a:pt x="2289" y="473"/>
                      <a:pt x="2289" y="473"/>
                    </a:cubicBezTo>
                    <a:cubicBezTo>
                      <a:pt x="2299" y="464"/>
                      <a:pt x="2299" y="464"/>
                      <a:pt x="2299" y="464"/>
                    </a:cubicBezTo>
                    <a:cubicBezTo>
                      <a:pt x="2300" y="445"/>
                      <a:pt x="2300" y="445"/>
                      <a:pt x="2300" y="445"/>
                    </a:cubicBezTo>
                    <a:cubicBezTo>
                      <a:pt x="2307" y="432"/>
                      <a:pt x="2307" y="432"/>
                      <a:pt x="2307" y="432"/>
                    </a:cubicBezTo>
                    <a:cubicBezTo>
                      <a:pt x="2316" y="433"/>
                      <a:pt x="2316" y="433"/>
                      <a:pt x="2316" y="433"/>
                    </a:cubicBezTo>
                    <a:cubicBezTo>
                      <a:pt x="2329" y="439"/>
                      <a:pt x="2329" y="439"/>
                      <a:pt x="2329" y="439"/>
                    </a:cubicBezTo>
                    <a:cubicBezTo>
                      <a:pt x="2342" y="446"/>
                      <a:pt x="2342" y="446"/>
                      <a:pt x="2342" y="446"/>
                    </a:cubicBezTo>
                    <a:cubicBezTo>
                      <a:pt x="2361" y="449"/>
                      <a:pt x="2361" y="449"/>
                      <a:pt x="2361" y="449"/>
                    </a:cubicBezTo>
                    <a:cubicBezTo>
                      <a:pt x="2379" y="443"/>
                      <a:pt x="2379" y="443"/>
                      <a:pt x="2379" y="443"/>
                    </a:cubicBezTo>
                    <a:cubicBezTo>
                      <a:pt x="2390" y="432"/>
                      <a:pt x="2390" y="432"/>
                      <a:pt x="2390" y="432"/>
                    </a:cubicBezTo>
                    <a:cubicBezTo>
                      <a:pt x="2393" y="426"/>
                      <a:pt x="2393" y="426"/>
                      <a:pt x="2393" y="426"/>
                    </a:cubicBezTo>
                    <a:cubicBezTo>
                      <a:pt x="2395" y="419"/>
                      <a:pt x="2395" y="419"/>
                      <a:pt x="2395" y="419"/>
                    </a:cubicBezTo>
                    <a:cubicBezTo>
                      <a:pt x="2406" y="413"/>
                      <a:pt x="2406" y="413"/>
                      <a:pt x="2406" y="413"/>
                    </a:cubicBezTo>
                    <a:cubicBezTo>
                      <a:pt x="2424" y="408"/>
                      <a:pt x="2424" y="408"/>
                      <a:pt x="2424" y="408"/>
                    </a:cubicBezTo>
                    <a:cubicBezTo>
                      <a:pt x="2423" y="385"/>
                      <a:pt x="2423" y="385"/>
                      <a:pt x="2423" y="385"/>
                    </a:cubicBezTo>
                    <a:cubicBezTo>
                      <a:pt x="2434" y="380"/>
                      <a:pt x="2434" y="380"/>
                      <a:pt x="2434" y="380"/>
                    </a:cubicBezTo>
                    <a:cubicBezTo>
                      <a:pt x="2447" y="375"/>
                      <a:pt x="2447" y="375"/>
                      <a:pt x="2447" y="375"/>
                    </a:cubicBezTo>
                    <a:cubicBezTo>
                      <a:pt x="2455" y="366"/>
                      <a:pt x="2455" y="366"/>
                      <a:pt x="2455" y="366"/>
                    </a:cubicBezTo>
                    <a:cubicBezTo>
                      <a:pt x="2463" y="351"/>
                      <a:pt x="2463" y="351"/>
                      <a:pt x="2463" y="351"/>
                    </a:cubicBezTo>
                    <a:cubicBezTo>
                      <a:pt x="2467" y="344"/>
                      <a:pt x="2467" y="344"/>
                      <a:pt x="2467" y="344"/>
                    </a:cubicBezTo>
                    <a:cubicBezTo>
                      <a:pt x="2457" y="333"/>
                      <a:pt x="2457" y="333"/>
                      <a:pt x="2457" y="333"/>
                    </a:cubicBezTo>
                    <a:cubicBezTo>
                      <a:pt x="2447" y="331"/>
                      <a:pt x="2447" y="331"/>
                      <a:pt x="2447" y="331"/>
                    </a:cubicBezTo>
                    <a:cubicBezTo>
                      <a:pt x="2451" y="320"/>
                      <a:pt x="2451" y="320"/>
                      <a:pt x="2451" y="320"/>
                    </a:cubicBezTo>
                    <a:cubicBezTo>
                      <a:pt x="2457" y="304"/>
                      <a:pt x="2457" y="304"/>
                      <a:pt x="2457" y="304"/>
                    </a:cubicBezTo>
                    <a:cubicBezTo>
                      <a:pt x="2462" y="295"/>
                      <a:pt x="2462" y="295"/>
                      <a:pt x="2462" y="295"/>
                    </a:cubicBezTo>
                    <a:cubicBezTo>
                      <a:pt x="2458" y="289"/>
                      <a:pt x="2458" y="289"/>
                      <a:pt x="2458" y="289"/>
                    </a:cubicBezTo>
                    <a:cubicBezTo>
                      <a:pt x="2454" y="282"/>
                      <a:pt x="2454" y="282"/>
                      <a:pt x="2454" y="282"/>
                    </a:cubicBezTo>
                    <a:cubicBezTo>
                      <a:pt x="2451" y="277"/>
                      <a:pt x="2451" y="277"/>
                      <a:pt x="2451" y="277"/>
                    </a:cubicBezTo>
                    <a:cubicBezTo>
                      <a:pt x="2445" y="276"/>
                      <a:pt x="2445" y="276"/>
                      <a:pt x="2445" y="276"/>
                    </a:cubicBezTo>
                    <a:cubicBezTo>
                      <a:pt x="2442" y="260"/>
                      <a:pt x="2442" y="260"/>
                      <a:pt x="2442" y="260"/>
                    </a:cubicBezTo>
                    <a:cubicBezTo>
                      <a:pt x="2434" y="260"/>
                      <a:pt x="2434" y="260"/>
                      <a:pt x="2434" y="260"/>
                    </a:cubicBezTo>
                    <a:cubicBezTo>
                      <a:pt x="2430" y="254"/>
                      <a:pt x="2430" y="254"/>
                      <a:pt x="2430" y="254"/>
                    </a:cubicBezTo>
                    <a:cubicBezTo>
                      <a:pt x="2420" y="259"/>
                      <a:pt x="2420" y="259"/>
                      <a:pt x="2420" y="259"/>
                    </a:cubicBezTo>
                    <a:cubicBezTo>
                      <a:pt x="2410" y="254"/>
                      <a:pt x="2410" y="254"/>
                      <a:pt x="2410" y="254"/>
                    </a:cubicBezTo>
                    <a:cubicBezTo>
                      <a:pt x="2398" y="263"/>
                      <a:pt x="2398" y="263"/>
                      <a:pt x="2398" y="263"/>
                    </a:cubicBezTo>
                    <a:cubicBezTo>
                      <a:pt x="2387" y="271"/>
                      <a:pt x="2387" y="271"/>
                      <a:pt x="2387" y="271"/>
                    </a:cubicBezTo>
                    <a:cubicBezTo>
                      <a:pt x="2375" y="267"/>
                      <a:pt x="2375" y="267"/>
                      <a:pt x="2375" y="267"/>
                    </a:cubicBezTo>
                    <a:cubicBezTo>
                      <a:pt x="2361" y="263"/>
                      <a:pt x="2361" y="263"/>
                      <a:pt x="2361" y="263"/>
                    </a:cubicBezTo>
                    <a:cubicBezTo>
                      <a:pt x="2357" y="259"/>
                      <a:pt x="2357" y="259"/>
                      <a:pt x="2357" y="259"/>
                    </a:cubicBezTo>
                    <a:cubicBezTo>
                      <a:pt x="2357" y="234"/>
                      <a:pt x="2357" y="234"/>
                      <a:pt x="2357" y="234"/>
                    </a:cubicBezTo>
                    <a:cubicBezTo>
                      <a:pt x="2345" y="220"/>
                      <a:pt x="2345" y="220"/>
                      <a:pt x="2345" y="220"/>
                    </a:cubicBezTo>
                    <a:cubicBezTo>
                      <a:pt x="2349" y="213"/>
                      <a:pt x="2349" y="213"/>
                      <a:pt x="2349" y="213"/>
                    </a:cubicBezTo>
                    <a:cubicBezTo>
                      <a:pt x="2334" y="205"/>
                      <a:pt x="2334" y="205"/>
                      <a:pt x="2334" y="205"/>
                    </a:cubicBezTo>
                    <a:cubicBezTo>
                      <a:pt x="2325" y="188"/>
                      <a:pt x="2325" y="188"/>
                      <a:pt x="2325" y="188"/>
                    </a:cubicBezTo>
                    <a:cubicBezTo>
                      <a:pt x="2318" y="180"/>
                      <a:pt x="2318" y="180"/>
                      <a:pt x="2318" y="180"/>
                    </a:cubicBezTo>
                    <a:cubicBezTo>
                      <a:pt x="2311" y="189"/>
                      <a:pt x="2311" y="189"/>
                      <a:pt x="2311" y="189"/>
                    </a:cubicBezTo>
                    <a:cubicBezTo>
                      <a:pt x="2299" y="189"/>
                      <a:pt x="2299" y="189"/>
                      <a:pt x="2299" y="189"/>
                    </a:cubicBezTo>
                    <a:cubicBezTo>
                      <a:pt x="2296" y="185"/>
                      <a:pt x="2296" y="185"/>
                      <a:pt x="2296" y="185"/>
                    </a:cubicBezTo>
                    <a:cubicBezTo>
                      <a:pt x="2285" y="185"/>
                      <a:pt x="2285" y="185"/>
                      <a:pt x="2285" y="185"/>
                    </a:cubicBezTo>
                    <a:cubicBezTo>
                      <a:pt x="2281" y="191"/>
                      <a:pt x="2281" y="191"/>
                      <a:pt x="2281" y="191"/>
                    </a:cubicBezTo>
                    <a:cubicBezTo>
                      <a:pt x="2256" y="146"/>
                      <a:pt x="2256" y="146"/>
                      <a:pt x="2256" y="146"/>
                    </a:cubicBezTo>
                    <a:cubicBezTo>
                      <a:pt x="2255" y="134"/>
                      <a:pt x="2255" y="134"/>
                      <a:pt x="2255" y="134"/>
                    </a:cubicBezTo>
                    <a:cubicBezTo>
                      <a:pt x="2257" y="124"/>
                      <a:pt x="2257" y="124"/>
                      <a:pt x="2257" y="124"/>
                    </a:cubicBezTo>
                    <a:cubicBezTo>
                      <a:pt x="2242" y="123"/>
                      <a:pt x="2242" y="123"/>
                      <a:pt x="2242" y="123"/>
                    </a:cubicBezTo>
                    <a:cubicBezTo>
                      <a:pt x="2227" y="110"/>
                      <a:pt x="2227" y="110"/>
                      <a:pt x="2227" y="110"/>
                    </a:cubicBezTo>
                    <a:cubicBezTo>
                      <a:pt x="2237" y="96"/>
                      <a:pt x="2237" y="96"/>
                      <a:pt x="2237" y="96"/>
                    </a:cubicBezTo>
                    <a:cubicBezTo>
                      <a:pt x="2222" y="90"/>
                      <a:pt x="2222" y="90"/>
                      <a:pt x="2222" y="90"/>
                    </a:cubicBezTo>
                    <a:cubicBezTo>
                      <a:pt x="2215" y="88"/>
                      <a:pt x="2215" y="88"/>
                      <a:pt x="2215" y="88"/>
                    </a:cubicBezTo>
                    <a:cubicBezTo>
                      <a:pt x="2196" y="99"/>
                      <a:pt x="2196" y="99"/>
                      <a:pt x="2196" y="99"/>
                    </a:cubicBezTo>
                    <a:cubicBezTo>
                      <a:pt x="2189" y="116"/>
                      <a:pt x="2189" y="116"/>
                      <a:pt x="2189" y="116"/>
                    </a:cubicBezTo>
                    <a:cubicBezTo>
                      <a:pt x="2172" y="118"/>
                      <a:pt x="2172" y="118"/>
                      <a:pt x="2172" y="118"/>
                    </a:cubicBezTo>
                    <a:cubicBezTo>
                      <a:pt x="2166" y="111"/>
                      <a:pt x="2166" y="111"/>
                      <a:pt x="2166" y="111"/>
                    </a:cubicBezTo>
                    <a:cubicBezTo>
                      <a:pt x="2157" y="112"/>
                      <a:pt x="2157" y="112"/>
                      <a:pt x="2157" y="112"/>
                    </a:cubicBezTo>
                    <a:cubicBezTo>
                      <a:pt x="2148" y="106"/>
                      <a:pt x="2148" y="106"/>
                      <a:pt x="2148" y="106"/>
                    </a:cubicBezTo>
                    <a:cubicBezTo>
                      <a:pt x="2141" y="110"/>
                      <a:pt x="2141" y="110"/>
                      <a:pt x="2141" y="110"/>
                    </a:cubicBezTo>
                    <a:cubicBezTo>
                      <a:pt x="2137" y="117"/>
                      <a:pt x="2137" y="117"/>
                      <a:pt x="2137" y="117"/>
                    </a:cubicBezTo>
                    <a:cubicBezTo>
                      <a:pt x="2114" y="116"/>
                      <a:pt x="2114" y="116"/>
                      <a:pt x="2114" y="116"/>
                    </a:cubicBezTo>
                    <a:cubicBezTo>
                      <a:pt x="2114" y="124"/>
                      <a:pt x="2114" y="124"/>
                      <a:pt x="2114" y="124"/>
                    </a:cubicBezTo>
                    <a:cubicBezTo>
                      <a:pt x="2083" y="123"/>
                      <a:pt x="2083" y="123"/>
                      <a:pt x="2083" y="123"/>
                    </a:cubicBezTo>
                    <a:cubicBezTo>
                      <a:pt x="2081" y="140"/>
                      <a:pt x="2081" y="140"/>
                      <a:pt x="2081" y="140"/>
                    </a:cubicBezTo>
                    <a:cubicBezTo>
                      <a:pt x="2069" y="138"/>
                      <a:pt x="2069" y="138"/>
                      <a:pt x="2069" y="138"/>
                    </a:cubicBezTo>
                    <a:cubicBezTo>
                      <a:pt x="2060" y="132"/>
                      <a:pt x="2060" y="132"/>
                      <a:pt x="2060" y="132"/>
                    </a:cubicBezTo>
                    <a:cubicBezTo>
                      <a:pt x="2044" y="127"/>
                      <a:pt x="2044" y="127"/>
                      <a:pt x="2044" y="127"/>
                    </a:cubicBezTo>
                    <a:cubicBezTo>
                      <a:pt x="2035" y="124"/>
                      <a:pt x="2035" y="124"/>
                      <a:pt x="2035" y="124"/>
                    </a:cubicBezTo>
                    <a:cubicBezTo>
                      <a:pt x="2031" y="108"/>
                      <a:pt x="2031" y="108"/>
                      <a:pt x="2031" y="108"/>
                    </a:cubicBezTo>
                    <a:cubicBezTo>
                      <a:pt x="2020" y="107"/>
                      <a:pt x="2020" y="107"/>
                      <a:pt x="2020" y="107"/>
                    </a:cubicBezTo>
                    <a:cubicBezTo>
                      <a:pt x="2015" y="94"/>
                      <a:pt x="2015" y="94"/>
                      <a:pt x="2015" y="94"/>
                    </a:cubicBezTo>
                    <a:cubicBezTo>
                      <a:pt x="2011" y="76"/>
                      <a:pt x="2011" y="76"/>
                      <a:pt x="2011" y="76"/>
                    </a:cubicBezTo>
                    <a:cubicBezTo>
                      <a:pt x="2008" y="67"/>
                      <a:pt x="2008" y="67"/>
                      <a:pt x="2008" y="67"/>
                    </a:cubicBezTo>
                    <a:cubicBezTo>
                      <a:pt x="2001" y="42"/>
                      <a:pt x="2001" y="42"/>
                      <a:pt x="2001" y="42"/>
                    </a:cubicBezTo>
                    <a:cubicBezTo>
                      <a:pt x="1973" y="43"/>
                      <a:pt x="1973" y="43"/>
                      <a:pt x="1973" y="43"/>
                    </a:cubicBezTo>
                    <a:cubicBezTo>
                      <a:pt x="1970" y="30"/>
                      <a:pt x="1970" y="30"/>
                      <a:pt x="1970" y="30"/>
                    </a:cubicBezTo>
                    <a:cubicBezTo>
                      <a:pt x="1965" y="19"/>
                      <a:pt x="1965" y="19"/>
                      <a:pt x="1965" y="19"/>
                    </a:cubicBezTo>
                    <a:cubicBezTo>
                      <a:pt x="1951" y="10"/>
                      <a:pt x="1951" y="10"/>
                      <a:pt x="1951" y="10"/>
                    </a:cubicBezTo>
                    <a:cubicBezTo>
                      <a:pt x="1939" y="1"/>
                      <a:pt x="1939" y="1"/>
                      <a:pt x="1939" y="1"/>
                    </a:cubicBezTo>
                    <a:cubicBezTo>
                      <a:pt x="1928" y="15"/>
                      <a:pt x="1928" y="15"/>
                      <a:pt x="1928" y="15"/>
                    </a:cubicBezTo>
                    <a:cubicBezTo>
                      <a:pt x="1895" y="14"/>
                      <a:pt x="1895" y="14"/>
                      <a:pt x="1895" y="14"/>
                    </a:cubicBezTo>
                    <a:cubicBezTo>
                      <a:pt x="1892" y="25"/>
                      <a:pt x="1892" y="25"/>
                      <a:pt x="1892" y="25"/>
                    </a:cubicBezTo>
                    <a:cubicBezTo>
                      <a:pt x="1889" y="35"/>
                      <a:pt x="1889" y="35"/>
                      <a:pt x="1889" y="35"/>
                    </a:cubicBezTo>
                    <a:cubicBezTo>
                      <a:pt x="1877" y="32"/>
                      <a:pt x="1877" y="32"/>
                      <a:pt x="1877" y="32"/>
                    </a:cubicBezTo>
                    <a:cubicBezTo>
                      <a:pt x="1865" y="24"/>
                      <a:pt x="1865" y="24"/>
                      <a:pt x="1865" y="24"/>
                    </a:cubicBezTo>
                    <a:cubicBezTo>
                      <a:pt x="1849" y="32"/>
                      <a:pt x="1849" y="32"/>
                      <a:pt x="1849" y="32"/>
                    </a:cubicBezTo>
                    <a:cubicBezTo>
                      <a:pt x="1839" y="34"/>
                      <a:pt x="1839" y="34"/>
                      <a:pt x="1839" y="34"/>
                    </a:cubicBezTo>
                    <a:cubicBezTo>
                      <a:pt x="1823" y="51"/>
                      <a:pt x="1823" y="51"/>
                      <a:pt x="1823" y="51"/>
                    </a:cubicBezTo>
                    <a:cubicBezTo>
                      <a:pt x="1801" y="31"/>
                      <a:pt x="1801" y="31"/>
                      <a:pt x="1801" y="31"/>
                    </a:cubicBezTo>
                    <a:cubicBezTo>
                      <a:pt x="1791" y="31"/>
                      <a:pt x="1791" y="31"/>
                      <a:pt x="1791" y="31"/>
                    </a:cubicBezTo>
                    <a:cubicBezTo>
                      <a:pt x="1783" y="27"/>
                      <a:pt x="1783" y="27"/>
                      <a:pt x="1783" y="27"/>
                    </a:cubicBezTo>
                    <a:cubicBezTo>
                      <a:pt x="1773" y="37"/>
                      <a:pt x="1773" y="37"/>
                      <a:pt x="1773" y="37"/>
                    </a:cubicBezTo>
                    <a:cubicBezTo>
                      <a:pt x="1762" y="34"/>
                      <a:pt x="1762" y="34"/>
                      <a:pt x="1762" y="34"/>
                    </a:cubicBezTo>
                    <a:cubicBezTo>
                      <a:pt x="1750" y="15"/>
                      <a:pt x="1750" y="15"/>
                      <a:pt x="1750" y="15"/>
                    </a:cubicBezTo>
                    <a:cubicBezTo>
                      <a:pt x="1737" y="16"/>
                      <a:pt x="1737" y="16"/>
                      <a:pt x="1737" y="16"/>
                    </a:cubicBezTo>
                    <a:cubicBezTo>
                      <a:pt x="1732" y="20"/>
                      <a:pt x="1732" y="20"/>
                      <a:pt x="1732" y="20"/>
                    </a:cubicBezTo>
                    <a:cubicBezTo>
                      <a:pt x="1722" y="12"/>
                      <a:pt x="1722" y="12"/>
                      <a:pt x="1722" y="12"/>
                    </a:cubicBezTo>
                    <a:cubicBezTo>
                      <a:pt x="1722" y="0"/>
                      <a:pt x="1722" y="0"/>
                      <a:pt x="1722" y="0"/>
                    </a:cubicBezTo>
                    <a:cubicBezTo>
                      <a:pt x="1714" y="4"/>
                      <a:pt x="1714" y="4"/>
                      <a:pt x="1714" y="4"/>
                    </a:cubicBezTo>
                    <a:cubicBezTo>
                      <a:pt x="1696" y="5"/>
                      <a:pt x="1696" y="5"/>
                      <a:pt x="1696" y="5"/>
                    </a:cubicBezTo>
                    <a:cubicBezTo>
                      <a:pt x="1690" y="10"/>
                      <a:pt x="1690" y="10"/>
                      <a:pt x="1690" y="10"/>
                    </a:cubicBezTo>
                    <a:cubicBezTo>
                      <a:pt x="1673" y="8"/>
                      <a:pt x="1673" y="8"/>
                      <a:pt x="1673" y="8"/>
                    </a:cubicBezTo>
                    <a:cubicBezTo>
                      <a:pt x="1666" y="12"/>
                      <a:pt x="1666" y="12"/>
                      <a:pt x="1666" y="12"/>
                    </a:cubicBezTo>
                    <a:cubicBezTo>
                      <a:pt x="1651" y="12"/>
                      <a:pt x="1651" y="12"/>
                      <a:pt x="1651" y="12"/>
                    </a:cubicBezTo>
                    <a:cubicBezTo>
                      <a:pt x="1630" y="28"/>
                      <a:pt x="1630" y="28"/>
                      <a:pt x="1630" y="28"/>
                    </a:cubicBezTo>
                    <a:cubicBezTo>
                      <a:pt x="1625" y="29"/>
                      <a:pt x="1625" y="29"/>
                      <a:pt x="1625" y="29"/>
                    </a:cubicBezTo>
                    <a:cubicBezTo>
                      <a:pt x="1619" y="23"/>
                      <a:pt x="1619" y="23"/>
                      <a:pt x="1619" y="23"/>
                    </a:cubicBezTo>
                    <a:cubicBezTo>
                      <a:pt x="1613" y="25"/>
                      <a:pt x="1613" y="25"/>
                      <a:pt x="1613" y="25"/>
                    </a:cubicBezTo>
                    <a:cubicBezTo>
                      <a:pt x="1609" y="33"/>
                      <a:pt x="1609" y="33"/>
                      <a:pt x="1609" y="33"/>
                    </a:cubicBezTo>
                    <a:cubicBezTo>
                      <a:pt x="1600" y="28"/>
                      <a:pt x="1600" y="28"/>
                      <a:pt x="1600" y="28"/>
                    </a:cubicBezTo>
                    <a:cubicBezTo>
                      <a:pt x="1598" y="57"/>
                      <a:pt x="1598" y="57"/>
                      <a:pt x="1598" y="57"/>
                    </a:cubicBezTo>
                    <a:cubicBezTo>
                      <a:pt x="1567" y="90"/>
                      <a:pt x="1567" y="90"/>
                      <a:pt x="1567" y="90"/>
                    </a:cubicBezTo>
                    <a:cubicBezTo>
                      <a:pt x="1565" y="117"/>
                      <a:pt x="1565" y="117"/>
                      <a:pt x="1565" y="117"/>
                    </a:cubicBezTo>
                    <a:cubicBezTo>
                      <a:pt x="1561" y="125"/>
                      <a:pt x="1561" y="125"/>
                      <a:pt x="1561" y="125"/>
                    </a:cubicBezTo>
                    <a:cubicBezTo>
                      <a:pt x="1537" y="157"/>
                      <a:pt x="1537" y="157"/>
                      <a:pt x="1537" y="157"/>
                    </a:cubicBezTo>
                    <a:cubicBezTo>
                      <a:pt x="1533" y="172"/>
                      <a:pt x="1533" y="172"/>
                      <a:pt x="1533" y="172"/>
                    </a:cubicBezTo>
                    <a:cubicBezTo>
                      <a:pt x="1526" y="177"/>
                      <a:pt x="1526" y="177"/>
                      <a:pt x="1526" y="177"/>
                    </a:cubicBezTo>
                    <a:cubicBezTo>
                      <a:pt x="1512" y="176"/>
                      <a:pt x="1512" y="176"/>
                      <a:pt x="1512" y="176"/>
                    </a:cubicBezTo>
                    <a:cubicBezTo>
                      <a:pt x="1501" y="167"/>
                      <a:pt x="1501" y="167"/>
                      <a:pt x="1501" y="167"/>
                    </a:cubicBezTo>
                    <a:cubicBezTo>
                      <a:pt x="1486" y="184"/>
                      <a:pt x="1486" y="184"/>
                      <a:pt x="1486" y="184"/>
                    </a:cubicBezTo>
                    <a:cubicBezTo>
                      <a:pt x="1466" y="182"/>
                      <a:pt x="1466" y="182"/>
                      <a:pt x="1466" y="182"/>
                    </a:cubicBezTo>
                    <a:cubicBezTo>
                      <a:pt x="1464" y="200"/>
                      <a:pt x="1464" y="200"/>
                      <a:pt x="1464" y="200"/>
                    </a:cubicBezTo>
                    <a:cubicBezTo>
                      <a:pt x="1441" y="216"/>
                      <a:pt x="1441" y="216"/>
                      <a:pt x="1441" y="216"/>
                    </a:cubicBezTo>
                    <a:cubicBezTo>
                      <a:pt x="1439" y="228"/>
                      <a:pt x="1439" y="228"/>
                      <a:pt x="1439" y="228"/>
                    </a:cubicBezTo>
                    <a:cubicBezTo>
                      <a:pt x="1430" y="228"/>
                      <a:pt x="1430" y="228"/>
                      <a:pt x="1430" y="228"/>
                    </a:cubicBezTo>
                    <a:cubicBezTo>
                      <a:pt x="1423" y="223"/>
                      <a:pt x="1423" y="223"/>
                      <a:pt x="1423" y="223"/>
                    </a:cubicBezTo>
                    <a:cubicBezTo>
                      <a:pt x="1414" y="228"/>
                      <a:pt x="1414" y="228"/>
                      <a:pt x="1414" y="228"/>
                    </a:cubicBezTo>
                    <a:cubicBezTo>
                      <a:pt x="1407" y="231"/>
                      <a:pt x="1407" y="231"/>
                      <a:pt x="1407" y="231"/>
                    </a:cubicBezTo>
                    <a:cubicBezTo>
                      <a:pt x="1388" y="251"/>
                      <a:pt x="1388" y="251"/>
                      <a:pt x="1388" y="251"/>
                    </a:cubicBezTo>
                    <a:cubicBezTo>
                      <a:pt x="1380" y="250"/>
                      <a:pt x="1380" y="250"/>
                      <a:pt x="1380" y="250"/>
                    </a:cubicBezTo>
                    <a:cubicBezTo>
                      <a:pt x="1383" y="237"/>
                      <a:pt x="1383" y="237"/>
                      <a:pt x="1383" y="237"/>
                    </a:cubicBezTo>
                    <a:cubicBezTo>
                      <a:pt x="1375" y="229"/>
                      <a:pt x="1375" y="229"/>
                      <a:pt x="1375" y="229"/>
                    </a:cubicBezTo>
                    <a:cubicBezTo>
                      <a:pt x="1361" y="224"/>
                      <a:pt x="1361" y="224"/>
                      <a:pt x="1361" y="224"/>
                    </a:cubicBezTo>
                    <a:cubicBezTo>
                      <a:pt x="1359" y="232"/>
                      <a:pt x="1359" y="232"/>
                      <a:pt x="1359" y="232"/>
                    </a:cubicBezTo>
                    <a:cubicBezTo>
                      <a:pt x="1347" y="229"/>
                      <a:pt x="1347" y="229"/>
                      <a:pt x="1347" y="229"/>
                    </a:cubicBezTo>
                    <a:cubicBezTo>
                      <a:pt x="1340" y="236"/>
                      <a:pt x="1340" y="236"/>
                      <a:pt x="1340" y="236"/>
                    </a:cubicBezTo>
                    <a:cubicBezTo>
                      <a:pt x="1336" y="230"/>
                      <a:pt x="1336" y="230"/>
                      <a:pt x="1336" y="230"/>
                    </a:cubicBezTo>
                    <a:cubicBezTo>
                      <a:pt x="1343" y="223"/>
                      <a:pt x="1343" y="223"/>
                      <a:pt x="1343" y="223"/>
                    </a:cubicBezTo>
                    <a:cubicBezTo>
                      <a:pt x="1341" y="212"/>
                      <a:pt x="1341" y="212"/>
                      <a:pt x="1341" y="212"/>
                    </a:cubicBezTo>
                    <a:cubicBezTo>
                      <a:pt x="1324" y="203"/>
                      <a:pt x="1324" y="203"/>
                      <a:pt x="1324" y="203"/>
                    </a:cubicBezTo>
                    <a:cubicBezTo>
                      <a:pt x="1313" y="212"/>
                      <a:pt x="1313" y="212"/>
                      <a:pt x="1313" y="212"/>
                    </a:cubicBezTo>
                    <a:cubicBezTo>
                      <a:pt x="1305" y="210"/>
                      <a:pt x="1305" y="210"/>
                      <a:pt x="1305" y="210"/>
                    </a:cubicBezTo>
                    <a:cubicBezTo>
                      <a:pt x="1297" y="201"/>
                      <a:pt x="1297" y="201"/>
                      <a:pt x="1297" y="201"/>
                    </a:cubicBezTo>
                    <a:cubicBezTo>
                      <a:pt x="1294" y="187"/>
                      <a:pt x="1294" y="187"/>
                      <a:pt x="1294" y="187"/>
                    </a:cubicBezTo>
                    <a:cubicBezTo>
                      <a:pt x="1286" y="188"/>
                      <a:pt x="1286" y="188"/>
                      <a:pt x="1286" y="188"/>
                    </a:cubicBezTo>
                    <a:cubicBezTo>
                      <a:pt x="1282" y="183"/>
                      <a:pt x="1282" y="183"/>
                      <a:pt x="1282" y="183"/>
                    </a:cubicBezTo>
                    <a:cubicBezTo>
                      <a:pt x="1262" y="204"/>
                      <a:pt x="1262" y="204"/>
                      <a:pt x="1262" y="204"/>
                    </a:cubicBezTo>
                    <a:cubicBezTo>
                      <a:pt x="1252" y="206"/>
                      <a:pt x="1252" y="206"/>
                      <a:pt x="1252" y="206"/>
                    </a:cubicBezTo>
                    <a:cubicBezTo>
                      <a:pt x="1243" y="209"/>
                      <a:pt x="1243" y="209"/>
                      <a:pt x="1243" y="209"/>
                    </a:cubicBezTo>
                    <a:cubicBezTo>
                      <a:pt x="1238" y="220"/>
                      <a:pt x="1238" y="220"/>
                      <a:pt x="1238" y="220"/>
                    </a:cubicBezTo>
                    <a:cubicBezTo>
                      <a:pt x="1236" y="226"/>
                      <a:pt x="1236" y="226"/>
                      <a:pt x="1236" y="226"/>
                    </a:cubicBezTo>
                    <a:cubicBezTo>
                      <a:pt x="1239" y="233"/>
                      <a:pt x="1239" y="233"/>
                      <a:pt x="1239" y="233"/>
                    </a:cubicBezTo>
                    <a:cubicBezTo>
                      <a:pt x="1232" y="243"/>
                      <a:pt x="1232" y="243"/>
                      <a:pt x="1232" y="243"/>
                    </a:cubicBezTo>
                    <a:cubicBezTo>
                      <a:pt x="1232" y="264"/>
                      <a:pt x="1232" y="264"/>
                      <a:pt x="1232" y="264"/>
                    </a:cubicBezTo>
                    <a:cubicBezTo>
                      <a:pt x="1220" y="274"/>
                      <a:pt x="1220" y="274"/>
                      <a:pt x="1220" y="274"/>
                    </a:cubicBezTo>
                    <a:cubicBezTo>
                      <a:pt x="1211" y="265"/>
                      <a:pt x="1211" y="265"/>
                      <a:pt x="1211" y="265"/>
                    </a:cubicBezTo>
                    <a:cubicBezTo>
                      <a:pt x="1199" y="276"/>
                      <a:pt x="1199" y="276"/>
                      <a:pt x="1199" y="276"/>
                    </a:cubicBezTo>
                    <a:cubicBezTo>
                      <a:pt x="1192" y="271"/>
                      <a:pt x="1192" y="271"/>
                      <a:pt x="1192" y="271"/>
                    </a:cubicBezTo>
                    <a:cubicBezTo>
                      <a:pt x="1159" y="273"/>
                      <a:pt x="1159" y="273"/>
                      <a:pt x="1159" y="273"/>
                    </a:cubicBezTo>
                    <a:cubicBezTo>
                      <a:pt x="1141" y="292"/>
                      <a:pt x="1141" y="292"/>
                      <a:pt x="1141" y="292"/>
                    </a:cubicBezTo>
                    <a:cubicBezTo>
                      <a:pt x="1135" y="289"/>
                      <a:pt x="1135" y="289"/>
                      <a:pt x="1135" y="289"/>
                    </a:cubicBezTo>
                    <a:cubicBezTo>
                      <a:pt x="1123" y="287"/>
                      <a:pt x="1123" y="287"/>
                      <a:pt x="1123" y="287"/>
                    </a:cubicBezTo>
                    <a:cubicBezTo>
                      <a:pt x="1110" y="281"/>
                      <a:pt x="1110" y="281"/>
                      <a:pt x="1110" y="281"/>
                    </a:cubicBezTo>
                    <a:cubicBezTo>
                      <a:pt x="1097" y="280"/>
                      <a:pt x="1097" y="280"/>
                      <a:pt x="1097" y="280"/>
                    </a:cubicBezTo>
                    <a:cubicBezTo>
                      <a:pt x="1093" y="285"/>
                      <a:pt x="1093" y="285"/>
                      <a:pt x="1093" y="285"/>
                    </a:cubicBezTo>
                    <a:cubicBezTo>
                      <a:pt x="1084" y="281"/>
                      <a:pt x="1084" y="281"/>
                      <a:pt x="1084" y="281"/>
                    </a:cubicBezTo>
                    <a:cubicBezTo>
                      <a:pt x="1074" y="289"/>
                      <a:pt x="1074" y="289"/>
                      <a:pt x="1074" y="289"/>
                    </a:cubicBezTo>
                    <a:cubicBezTo>
                      <a:pt x="1059" y="280"/>
                      <a:pt x="1059" y="280"/>
                      <a:pt x="1059" y="280"/>
                    </a:cubicBezTo>
                    <a:cubicBezTo>
                      <a:pt x="1054" y="283"/>
                      <a:pt x="1054" y="283"/>
                      <a:pt x="1054" y="283"/>
                    </a:cubicBezTo>
                    <a:cubicBezTo>
                      <a:pt x="1043" y="293"/>
                      <a:pt x="1043" y="293"/>
                      <a:pt x="1043" y="293"/>
                    </a:cubicBezTo>
                    <a:cubicBezTo>
                      <a:pt x="993" y="294"/>
                      <a:pt x="993" y="294"/>
                      <a:pt x="993" y="294"/>
                    </a:cubicBezTo>
                    <a:cubicBezTo>
                      <a:pt x="988" y="302"/>
                      <a:pt x="988" y="302"/>
                      <a:pt x="988" y="302"/>
                    </a:cubicBezTo>
                    <a:cubicBezTo>
                      <a:pt x="986" y="321"/>
                      <a:pt x="986" y="321"/>
                      <a:pt x="986" y="321"/>
                    </a:cubicBezTo>
                    <a:cubicBezTo>
                      <a:pt x="965" y="334"/>
                      <a:pt x="965" y="334"/>
                      <a:pt x="965" y="334"/>
                    </a:cubicBezTo>
                    <a:cubicBezTo>
                      <a:pt x="969" y="342"/>
                      <a:pt x="969" y="342"/>
                      <a:pt x="969" y="342"/>
                    </a:cubicBezTo>
                    <a:cubicBezTo>
                      <a:pt x="967" y="362"/>
                      <a:pt x="967" y="362"/>
                      <a:pt x="967" y="362"/>
                    </a:cubicBezTo>
                    <a:cubicBezTo>
                      <a:pt x="963" y="370"/>
                      <a:pt x="963" y="370"/>
                      <a:pt x="963" y="370"/>
                    </a:cubicBezTo>
                    <a:cubicBezTo>
                      <a:pt x="966" y="390"/>
                      <a:pt x="966" y="390"/>
                      <a:pt x="966" y="390"/>
                    </a:cubicBezTo>
                    <a:cubicBezTo>
                      <a:pt x="987" y="402"/>
                      <a:pt x="987" y="402"/>
                      <a:pt x="987" y="402"/>
                    </a:cubicBezTo>
                    <a:cubicBezTo>
                      <a:pt x="999" y="416"/>
                      <a:pt x="999" y="416"/>
                      <a:pt x="999" y="416"/>
                    </a:cubicBezTo>
                    <a:cubicBezTo>
                      <a:pt x="995" y="420"/>
                      <a:pt x="995" y="420"/>
                      <a:pt x="995" y="420"/>
                    </a:cubicBezTo>
                    <a:cubicBezTo>
                      <a:pt x="959" y="421"/>
                      <a:pt x="959" y="421"/>
                      <a:pt x="959" y="421"/>
                    </a:cubicBezTo>
                    <a:cubicBezTo>
                      <a:pt x="950" y="437"/>
                      <a:pt x="950" y="437"/>
                      <a:pt x="950" y="437"/>
                    </a:cubicBezTo>
                    <a:cubicBezTo>
                      <a:pt x="925" y="452"/>
                      <a:pt x="925" y="452"/>
                      <a:pt x="925" y="452"/>
                    </a:cubicBezTo>
                    <a:cubicBezTo>
                      <a:pt x="925" y="452"/>
                      <a:pt x="908" y="450"/>
                      <a:pt x="907" y="450"/>
                    </a:cubicBezTo>
                    <a:cubicBezTo>
                      <a:pt x="906" y="449"/>
                      <a:pt x="880" y="449"/>
                      <a:pt x="880" y="449"/>
                    </a:cubicBezTo>
                    <a:cubicBezTo>
                      <a:pt x="869" y="457"/>
                      <a:pt x="869" y="457"/>
                      <a:pt x="869" y="457"/>
                    </a:cubicBezTo>
                    <a:cubicBezTo>
                      <a:pt x="854" y="448"/>
                      <a:pt x="854" y="448"/>
                      <a:pt x="854" y="448"/>
                    </a:cubicBezTo>
                    <a:cubicBezTo>
                      <a:pt x="845" y="448"/>
                      <a:pt x="845" y="448"/>
                      <a:pt x="845" y="448"/>
                    </a:cubicBezTo>
                    <a:cubicBezTo>
                      <a:pt x="799" y="466"/>
                      <a:pt x="799" y="466"/>
                      <a:pt x="799" y="466"/>
                    </a:cubicBezTo>
                    <a:cubicBezTo>
                      <a:pt x="777" y="465"/>
                      <a:pt x="777" y="465"/>
                      <a:pt x="777" y="465"/>
                    </a:cubicBezTo>
                    <a:cubicBezTo>
                      <a:pt x="765" y="459"/>
                      <a:pt x="765" y="459"/>
                      <a:pt x="765" y="459"/>
                    </a:cubicBezTo>
                    <a:cubicBezTo>
                      <a:pt x="752" y="459"/>
                      <a:pt x="752" y="459"/>
                      <a:pt x="752" y="459"/>
                    </a:cubicBezTo>
                    <a:cubicBezTo>
                      <a:pt x="743" y="455"/>
                      <a:pt x="743" y="455"/>
                      <a:pt x="743" y="455"/>
                    </a:cubicBezTo>
                    <a:cubicBezTo>
                      <a:pt x="729" y="455"/>
                      <a:pt x="729" y="455"/>
                      <a:pt x="729" y="455"/>
                    </a:cubicBezTo>
                    <a:cubicBezTo>
                      <a:pt x="722" y="452"/>
                      <a:pt x="722" y="452"/>
                      <a:pt x="722" y="452"/>
                    </a:cubicBezTo>
                    <a:cubicBezTo>
                      <a:pt x="709" y="456"/>
                      <a:pt x="709" y="456"/>
                      <a:pt x="709" y="456"/>
                    </a:cubicBezTo>
                    <a:cubicBezTo>
                      <a:pt x="685" y="457"/>
                      <a:pt x="685" y="457"/>
                      <a:pt x="685" y="457"/>
                    </a:cubicBezTo>
                    <a:cubicBezTo>
                      <a:pt x="676" y="451"/>
                      <a:pt x="676" y="451"/>
                      <a:pt x="676" y="451"/>
                    </a:cubicBezTo>
                    <a:cubicBezTo>
                      <a:pt x="652" y="461"/>
                      <a:pt x="652" y="461"/>
                      <a:pt x="652" y="461"/>
                    </a:cubicBezTo>
                    <a:cubicBezTo>
                      <a:pt x="606" y="460"/>
                      <a:pt x="606" y="460"/>
                      <a:pt x="606" y="460"/>
                    </a:cubicBezTo>
                    <a:cubicBezTo>
                      <a:pt x="587" y="454"/>
                      <a:pt x="587" y="454"/>
                      <a:pt x="587" y="454"/>
                    </a:cubicBezTo>
                    <a:cubicBezTo>
                      <a:pt x="580" y="450"/>
                      <a:pt x="580" y="450"/>
                      <a:pt x="580" y="450"/>
                    </a:cubicBezTo>
                    <a:cubicBezTo>
                      <a:pt x="549" y="419"/>
                      <a:pt x="549" y="419"/>
                      <a:pt x="549" y="419"/>
                    </a:cubicBezTo>
                    <a:cubicBezTo>
                      <a:pt x="530" y="419"/>
                      <a:pt x="530" y="419"/>
                      <a:pt x="530" y="419"/>
                    </a:cubicBezTo>
                    <a:cubicBezTo>
                      <a:pt x="524" y="409"/>
                      <a:pt x="524" y="409"/>
                      <a:pt x="524" y="409"/>
                    </a:cubicBezTo>
                    <a:cubicBezTo>
                      <a:pt x="515" y="391"/>
                      <a:pt x="515" y="391"/>
                      <a:pt x="515" y="391"/>
                    </a:cubicBezTo>
                    <a:cubicBezTo>
                      <a:pt x="505" y="388"/>
                      <a:pt x="505" y="388"/>
                      <a:pt x="505" y="388"/>
                    </a:cubicBezTo>
                    <a:cubicBezTo>
                      <a:pt x="488" y="383"/>
                      <a:pt x="488" y="383"/>
                      <a:pt x="488" y="383"/>
                    </a:cubicBezTo>
                    <a:cubicBezTo>
                      <a:pt x="484" y="368"/>
                      <a:pt x="484" y="368"/>
                      <a:pt x="484" y="368"/>
                    </a:cubicBezTo>
                    <a:cubicBezTo>
                      <a:pt x="476" y="353"/>
                      <a:pt x="476" y="353"/>
                      <a:pt x="476" y="353"/>
                    </a:cubicBezTo>
                    <a:cubicBezTo>
                      <a:pt x="459" y="339"/>
                      <a:pt x="459" y="339"/>
                      <a:pt x="459" y="339"/>
                    </a:cubicBezTo>
                    <a:cubicBezTo>
                      <a:pt x="448" y="325"/>
                      <a:pt x="448" y="325"/>
                      <a:pt x="448" y="325"/>
                    </a:cubicBezTo>
                    <a:cubicBezTo>
                      <a:pt x="422" y="322"/>
                      <a:pt x="422" y="322"/>
                      <a:pt x="422" y="322"/>
                    </a:cubicBezTo>
                    <a:cubicBezTo>
                      <a:pt x="416" y="318"/>
                      <a:pt x="416" y="318"/>
                      <a:pt x="416" y="318"/>
                    </a:cubicBezTo>
                    <a:cubicBezTo>
                      <a:pt x="413" y="307"/>
                      <a:pt x="413" y="307"/>
                      <a:pt x="413" y="307"/>
                    </a:cubicBezTo>
                    <a:cubicBezTo>
                      <a:pt x="393" y="313"/>
                      <a:pt x="393" y="313"/>
                      <a:pt x="393" y="313"/>
                    </a:cubicBezTo>
                    <a:cubicBezTo>
                      <a:pt x="385" y="317"/>
                      <a:pt x="385" y="317"/>
                      <a:pt x="385" y="317"/>
                    </a:cubicBezTo>
                    <a:cubicBezTo>
                      <a:pt x="361" y="336"/>
                      <a:pt x="361" y="336"/>
                      <a:pt x="361" y="336"/>
                    </a:cubicBezTo>
                    <a:cubicBezTo>
                      <a:pt x="368" y="343"/>
                      <a:pt x="368" y="343"/>
                      <a:pt x="368" y="343"/>
                    </a:cubicBezTo>
                    <a:cubicBezTo>
                      <a:pt x="360" y="355"/>
                      <a:pt x="360" y="355"/>
                      <a:pt x="360" y="355"/>
                    </a:cubicBezTo>
                    <a:cubicBezTo>
                      <a:pt x="366" y="363"/>
                      <a:pt x="366" y="363"/>
                      <a:pt x="366" y="363"/>
                    </a:cubicBezTo>
                    <a:cubicBezTo>
                      <a:pt x="360" y="374"/>
                      <a:pt x="360" y="374"/>
                      <a:pt x="360" y="374"/>
                    </a:cubicBezTo>
                    <a:cubicBezTo>
                      <a:pt x="359" y="389"/>
                      <a:pt x="359" y="389"/>
                      <a:pt x="359" y="389"/>
                    </a:cubicBezTo>
                    <a:cubicBezTo>
                      <a:pt x="331" y="394"/>
                      <a:pt x="331" y="394"/>
                      <a:pt x="331" y="394"/>
                    </a:cubicBezTo>
                    <a:cubicBezTo>
                      <a:pt x="328" y="397"/>
                      <a:pt x="328" y="397"/>
                      <a:pt x="328" y="397"/>
                    </a:cubicBezTo>
                    <a:cubicBezTo>
                      <a:pt x="352" y="425"/>
                      <a:pt x="352" y="425"/>
                      <a:pt x="352" y="425"/>
                    </a:cubicBezTo>
                    <a:cubicBezTo>
                      <a:pt x="343" y="434"/>
                      <a:pt x="343" y="434"/>
                      <a:pt x="343" y="434"/>
                    </a:cubicBezTo>
                    <a:cubicBezTo>
                      <a:pt x="348" y="453"/>
                      <a:pt x="348" y="453"/>
                      <a:pt x="348" y="453"/>
                    </a:cubicBezTo>
                    <a:cubicBezTo>
                      <a:pt x="353" y="470"/>
                      <a:pt x="353" y="470"/>
                      <a:pt x="353" y="470"/>
                    </a:cubicBezTo>
                    <a:cubicBezTo>
                      <a:pt x="358" y="480"/>
                      <a:pt x="358" y="480"/>
                      <a:pt x="358" y="480"/>
                    </a:cubicBezTo>
                    <a:cubicBezTo>
                      <a:pt x="313" y="487"/>
                      <a:pt x="313" y="487"/>
                      <a:pt x="313" y="487"/>
                    </a:cubicBezTo>
                    <a:cubicBezTo>
                      <a:pt x="296" y="489"/>
                      <a:pt x="296" y="489"/>
                      <a:pt x="296" y="489"/>
                    </a:cubicBezTo>
                    <a:cubicBezTo>
                      <a:pt x="280" y="488"/>
                      <a:pt x="280" y="488"/>
                      <a:pt x="280" y="488"/>
                    </a:cubicBezTo>
                    <a:cubicBezTo>
                      <a:pt x="277" y="471"/>
                      <a:pt x="277" y="471"/>
                      <a:pt x="277" y="471"/>
                    </a:cubicBezTo>
                    <a:cubicBezTo>
                      <a:pt x="263" y="492"/>
                      <a:pt x="263" y="492"/>
                      <a:pt x="263" y="492"/>
                    </a:cubicBezTo>
                    <a:cubicBezTo>
                      <a:pt x="233" y="492"/>
                      <a:pt x="233" y="492"/>
                      <a:pt x="233" y="492"/>
                    </a:cubicBezTo>
                    <a:cubicBezTo>
                      <a:pt x="224" y="463"/>
                      <a:pt x="224" y="463"/>
                      <a:pt x="224" y="463"/>
                    </a:cubicBezTo>
                    <a:cubicBezTo>
                      <a:pt x="200" y="460"/>
                      <a:pt x="200" y="460"/>
                      <a:pt x="200" y="460"/>
                    </a:cubicBezTo>
                    <a:cubicBezTo>
                      <a:pt x="192" y="449"/>
                      <a:pt x="192" y="449"/>
                      <a:pt x="192" y="449"/>
                    </a:cubicBezTo>
                    <a:cubicBezTo>
                      <a:pt x="162" y="453"/>
                      <a:pt x="162" y="453"/>
                      <a:pt x="162" y="453"/>
                    </a:cubicBezTo>
                    <a:cubicBezTo>
                      <a:pt x="160" y="477"/>
                      <a:pt x="160" y="477"/>
                      <a:pt x="160" y="477"/>
                    </a:cubicBezTo>
                    <a:cubicBezTo>
                      <a:pt x="144" y="480"/>
                      <a:pt x="144" y="480"/>
                      <a:pt x="144" y="480"/>
                    </a:cubicBezTo>
                    <a:cubicBezTo>
                      <a:pt x="135" y="494"/>
                      <a:pt x="135" y="494"/>
                      <a:pt x="135" y="494"/>
                    </a:cubicBezTo>
                    <a:cubicBezTo>
                      <a:pt x="124" y="484"/>
                      <a:pt x="124" y="484"/>
                      <a:pt x="124" y="484"/>
                    </a:cubicBezTo>
                    <a:cubicBezTo>
                      <a:pt x="118" y="504"/>
                      <a:pt x="118" y="504"/>
                      <a:pt x="118" y="504"/>
                    </a:cubicBezTo>
                    <a:cubicBezTo>
                      <a:pt x="135" y="511"/>
                      <a:pt x="135" y="511"/>
                      <a:pt x="135" y="511"/>
                    </a:cubicBezTo>
                    <a:cubicBezTo>
                      <a:pt x="142" y="518"/>
                      <a:pt x="142" y="518"/>
                      <a:pt x="142" y="518"/>
                    </a:cubicBezTo>
                    <a:cubicBezTo>
                      <a:pt x="150" y="513"/>
                      <a:pt x="150" y="513"/>
                      <a:pt x="150" y="513"/>
                    </a:cubicBezTo>
                    <a:cubicBezTo>
                      <a:pt x="170" y="526"/>
                      <a:pt x="170" y="526"/>
                      <a:pt x="170" y="526"/>
                    </a:cubicBezTo>
                    <a:cubicBezTo>
                      <a:pt x="199" y="523"/>
                      <a:pt x="199" y="523"/>
                      <a:pt x="199" y="523"/>
                    </a:cubicBezTo>
                    <a:cubicBezTo>
                      <a:pt x="207" y="537"/>
                      <a:pt x="207" y="537"/>
                      <a:pt x="207" y="537"/>
                    </a:cubicBezTo>
                    <a:cubicBezTo>
                      <a:pt x="202" y="551"/>
                      <a:pt x="202" y="551"/>
                      <a:pt x="202" y="551"/>
                    </a:cubicBezTo>
                    <a:cubicBezTo>
                      <a:pt x="222" y="570"/>
                      <a:pt x="222" y="570"/>
                      <a:pt x="222" y="570"/>
                    </a:cubicBezTo>
                    <a:cubicBezTo>
                      <a:pt x="212" y="586"/>
                      <a:pt x="212" y="586"/>
                      <a:pt x="212" y="586"/>
                    </a:cubicBezTo>
                    <a:cubicBezTo>
                      <a:pt x="200" y="586"/>
                      <a:pt x="200" y="586"/>
                      <a:pt x="200" y="586"/>
                    </a:cubicBezTo>
                    <a:cubicBezTo>
                      <a:pt x="201" y="617"/>
                      <a:pt x="201" y="617"/>
                      <a:pt x="201" y="617"/>
                    </a:cubicBezTo>
                    <a:cubicBezTo>
                      <a:pt x="182" y="625"/>
                      <a:pt x="182" y="625"/>
                      <a:pt x="182" y="625"/>
                    </a:cubicBezTo>
                    <a:cubicBezTo>
                      <a:pt x="174" y="640"/>
                      <a:pt x="174" y="640"/>
                      <a:pt x="174" y="640"/>
                    </a:cubicBezTo>
                    <a:cubicBezTo>
                      <a:pt x="152" y="638"/>
                      <a:pt x="152" y="638"/>
                      <a:pt x="152" y="638"/>
                    </a:cubicBezTo>
                    <a:cubicBezTo>
                      <a:pt x="143" y="651"/>
                      <a:pt x="143" y="651"/>
                      <a:pt x="143" y="651"/>
                    </a:cubicBezTo>
                    <a:cubicBezTo>
                      <a:pt x="138" y="641"/>
                      <a:pt x="138" y="641"/>
                      <a:pt x="138" y="641"/>
                    </a:cubicBezTo>
                    <a:cubicBezTo>
                      <a:pt x="125" y="641"/>
                      <a:pt x="125" y="641"/>
                      <a:pt x="125" y="641"/>
                    </a:cubicBezTo>
                    <a:cubicBezTo>
                      <a:pt x="131" y="664"/>
                      <a:pt x="131" y="664"/>
                      <a:pt x="131" y="664"/>
                    </a:cubicBezTo>
                    <a:cubicBezTo>
                      <a:pt x="120" y="672"/>
                      <a:pt x="120" y="672"/>
                      <a:pt x="120" y="672"/>
                    </a:cubicBezTo>
                    <a:cubicBezTo>
                      <a:pt x="136" y="687"/>
                      <a:pt x="136" y="687"/>
                      <a:pt x="136" y="687"/>
                    </a:cubicBezTo>
                    <a:cubicBezTo>
                      <a:pt x="139" y="705"/>
                      <a:pt x="139" y="705"/>
                      <a:pt x="139" y="705"/>
                    </a:cubicBezTo>
                    <a:cubicBezTo>
                      <a:pt x="137" y="714"/>
                      <a:pt x="137" y="714"/>
                      <a:pt x="137" y="714"/>
                    </a:cubicBezTo>
                    <a:cubicBezTo>
                      <a:pt x="135" y="722"/>
                      <a:pt x="135" y="722"/>
                      <a:pt x="135" y="722"/>
                    </a:cubicBezTo>
                    <a:cubicBezTo>
                      <a:pt x="119" y="727"/>
                      <a:pt x="119" y="727"/>
                      <a:pt x="119" y="727"/>
                    </a:cubicBezTo>
                    <a:cubicBezTo>
                      <a:pt x="123" y="736"/>
                      <a:pt x="123" y="736"/>
                      <a:pt x="123" y="736"/>
                    </a:cubicBezTo>
                    <a:cubicBezTo>
                      <a:pt x="115" y="754"/>
                      <a:pt x="115" y="754"/>
                      <a:pt x="115" y="754"/>
                    </a:cubicBezTo>
                    <a:cubicBezTo>
                      <a:pt x="117" y="761"/>
                      <a:pt x="117" y="761"/>
                      <a:pt x="117" y="761"/>
                    </a:cubicBezTo>
                    <a:cubicBezTo>
                      <a:pt x="129" y="762"/>
                      <a:pt x="129" y="762"/>
                      <a:pt x="129" y="762"/>
                    </a:cubicBezTo>
                    <a:cubicBezTo>
                      <a:pt x="130" y="777"/>
                      <a:pt x="130" y="777"/>
                      <a:pt x="130" y="777"/>
                    </a:cubicBezTo>
                    <a:cubicBezTo>
                      <a:pt x="123" y="786"/>
                      <a:pt x="123" y="786"/>
                      <a:pt x="123" y="786"/>
                    </a:cubicBezTo>
                    <a:cubicBezTo>
                      <a:pt x="148" y="788"/>
                      <a:pt x="148" y="788"/>
                      <a:pt x="148" y="788"/>
                    </a:cubicBezTo>
                    <a:cubicBezTo>
                      <a:pt x="152" y="797"/>
                      <a:pt x="152" y="797"/>
                      <a:pt x="152" y="797"/>
                    </a:cubicBezTo>
                    <a:cubicBezTo>
                      <a:pt x="141" y="799"/>
                      <a:pt x="141" y="799"/>
                      <a:pt x="141" y="799"/>
                    </a:cubicBezTo>
                    <a:cubicBezTo>
                      <a:pt x="128" y="815"/>
                      <a:pt x="128" y="815"/>
                      <a:pt x="128" y="815"/>
                    </a:cubicBezTo>
                    <a:cubicBezTo>
                      <a:pt x="129" y="823"/>
                      <a:pt x="129" y="823"/>
                      <a:pt x="129" y="823"/>
                    </a:cubicBezTo>
                    <a:cubicBezTo>
                      <a:pt x="143" y="833"/>
                      <a:pt x="143" y="833"/>
                      <a:pt x="143" y="833"/>
                    </a:cubicBezTo>
                    <a:cubicBezTo>
                      <a:pt x="119" y="847"/>
                      <a:pt x="119" y="847"/>
                      <a:pt x="119" y="847"/>
                    </a:cubicBezTo>
                    <a:cubicBezTo>
                      <a:pt x="131" y="850"/>
                      <a:pt x="131" y="850"/>
                      <a:pt x="131" y="850"/>
                    </a:cubicBezTo>
                    <a:cubicBezTo>
                      <a:pt x="144" y="863"/>
                      <a:pt x="144" y="863"/>
                      <a:pt x="144" y="863"/>
                    </a:cubicBezTo>
                    <a:cubicBezTo>
                      <a:pt x="138" y="868"/>
                      <a:pt x="138" y="868"/>
                      <a:pt x="138" y="868"/>
                    </a:cubicBezTo>
                    <a:cubicBezTo>
                      <a:pt x="122" y="862"/>
                      <a:pt x="122" y="862"/>
                      <a:pt x="122" y="862"/>
                    </a:cubicBezTo>
                    <a:cubicBezTo>
                      <a:pt x="115" y="870"/>
                      <a:pt x="115" y="870"/>
                      <a:pt x="115" y="870"/>
                    </a:cubicBezTo>
                    <a:cubicBezTo>
                      <a:pt x="107" y="862"/>
                      <a:pt x="107" y="862"/>
                      <a:pt x="107" y="862"/>
                    </a:cubicBezTo>
                    <a:cubicBezTo>
                      <a:pt x="90" y="866"/>
                      <a:pt x="90" y="866"/>
                      <a:pt x="90" y="866"/>
                    </a:cubicBezTo>
                    <a:cubicBezTo>
                      <a:pt x="88" y="858"/>
                      <a:pt x="88" y="858"/>
                      <a:pt x="88" y="858"/>
                    </a:cubicBezTo>
                    <a:cubicBezTo>
                      <a:pt x="79" y="868"/>
                      <a:pt x="79" y="868"/>
                      <a:pt x="79" y="868"/>
                    </a:cubicBezTo>
                    <a:cubicBezTo>
                      <a:pt x="66" y="866"/>
                      <a:pt x="66" y="866"/>
                      <a:pt x="66" y="866"/>
                    </a:cubicBezTo>
                    <a:cubicBezTo>
                      <a:pt x="64" y="857"/>
                      <a:pt x="64" y="857"/>
                      <a:pt x="64" y="857"/>
                    </a:cubicBezTo>
                    <a:cubicBezTo>
                      <a:pt x="59" y="885"/>
                      <a:pt x="59" y="885"/>
                      <a:pt x="59" y="885"/>
                    </a:cubicBezTo>
                    <a:cubicBezTo>
                      <a:pt x="48" y="886"/>
                      <a:pt x="48" y="886"/>
                      <a:pt x="48" y="886"/>
                    </a:cubicBezTo>
                    <a:cubicBezTo>
                      <a:pt x="38" y="900"/>
                      <a:pt x="38" y="900"/>
                      <a:pt x="38" y="900"/>
                    </a:cubicBezTo>
                    <a:cubicBezTo>
                      <a:pt x="31" y="899"/>
                      <a:pt x="31" y="899"/>
                      <a:pt x="31" y="899"/>
                    </a:cubicBezTo>
                    <a:cubicBezTo>
                      <a:pt x="22" y="916"/>
                      <a:pt x="22" y="916"/>
                      <a:pt x="22" y="916"/>
                    </a:cubicBezTo>
                    <a:cubicBezTo>
                      <a:pt x="0" y="936"/>
                      <a:pt x="0" y="936"/>
                      <a:pt x="0" y="936"/>
                    </a:cubicBezTo>
                    <a:cubicBezTo>
                      <a:pt x="3" y="941"/>
                      <a:pt x="3" y="941"/>
                      <a:pt x="3" y="941"/>
                    </a:cubicBezTo>
                    <a:cubicBezTo>
                      <a:pt x="21" y="943"/>
                      <a:pt x="21" y="943"/>
                      <a:pt x="21" y="943"/>
                    </a:cubicBezTo>
                    <a:cubicBezTo>
                      <a:pt x="38" y="931"/>
                      <a:pt x="38" y="931"/>
                      <a:pt x="38" y="931"/>
                    </a:cubicBezTo>
                    <a:cubicBezTo>
                      <a:pt x="61" y="931"/>
                      <a:pt x="61" y="931"/>
                      <a:pt x="61" y="931"/>
                    </a:cubicBezTo>
                    <a:cubicBezTo>
                      <a:pt x="81" y="945"/>
                      <a:pt x="81" y="945"/>
                      <a:pt x="81" y="945"/>
                    </a:cubicBezTo>
                    <a:cubicBezTo>
                      <a:pt x="82" y="972"/>
                      <a:pt x="82" y="972"/>
                      <a:pt x="82" y="972"/>
                    </a:cubicBezTo>
                    <a:cubicBezTo>
                      <a:pt x="72" y="973"/>
                      <a:pt x="72" y="973"/>
                      <a:pt x="72" y="973"/>
                    </a:cubicBezTo>
                    <a:cubicBezTo>
                      <a:pt x="71" y="982"/>
                      <a:pt x="71" y="982"/>
                      <a:pt x="71" y="982"/>
                    </a:cubicBezTo>
                    <a:cubicBezTo>
                      <a:pt x="79" y="985"/>
                      <a:pt x="79" y="985"/>
                      <a:pt x="79" y="985"/>
                    </a:cubicBezTo>
                    <a:cubicBezTo>
                      <a:pt x="72" y="996"/>
                      <a:pt x="72" y="996"/>
                      <a:pt x="72" y="996"/>
                    </a:cubicBezTo>
                    <a:cubicBezTo>
                      <a:pt x="82" y="1008"/>
                      <a:pt x="82" y="1008"/>
                      <a:pt x="82" y="1008"/>
                    </a:cubicBezTo>
                    <a:cubicBezTo>
                      <a:pt x="89" y="1018"/>
                      <a:pt x="89" y="1018"/>
                      <a:pt x="89" y="1018"/>
                    </a:cubicBezTo>
                    <a:cubicBezTo>
                      <a:pt x="98" y="1019"/>
                      <a:pt x="98" y="1019"/>
                      <a:pt x="98" y="1019"/>
                    </a:cubicBezTo>
                    <a:cubicBezTo>
                      <a:pt x="113" y="1027"/>
                      <a:pt x="113" y="1027"/>
                      <a:pt x="113" y="1027"/>
                    </a:cubicBezTo>
                    <a:cubicBezTo>
                      <a:pt x="110" y="1044"/>
                      <a:pt x="110" y="1044"/>
                      <a:pt x="110" y="1044"/>
                    </a:cubicBezTo>
                    <a:cubicBezTo>
                      <a:pt x="98" y="1047"/>
                      <a:pt x="98" y="1047"/>
                      <a:pt x="98" y="1047"/>
                    </a:cubicBezTo>
                    <a:cubicBezTo>
                      <a:pt x="101" y="1060"/>
                      <a:pt x="101" y="1060"/>
                      <a:pt x="101" y="1060"/>
                    </a:cubicBezTo>
                    <a:cubicBezTo>
                      <a:pt x="124" y="1076"/>
                      <a:pt x="124" y="1076"/>
                      <a:pt x="124" y="1076"/>
                    </a:cubicBezTo>
                    <a:cubicBezTo>
                      <a:pt x="134" y="1096"/>
                      <a:pt x="134" y="1096"/>
                      <a:pt x="134" y="1096"/>
                    </a:cubicBezTo>
                    <a:cubicBezTo>
                      <a:pt x="147" y="1103"/>
                      <a:pt x="147" y="1103"/>
                      <a:pt x="147" y="1103"/>
                    </a:cubicBezTo>
                    <a:cubicBezTo>
                      <a:pt x="152" y="1110"/>
                      <a:pt x="152" y="1110"/>
                      <a:pt x="152" y="1110"/>
                    </a:cubicBezTo>
                    <a:cubicBezTo>
                      <a:pt x="152" y="1131"/>
                      <a:pt x="152" y="1131"/>
                      <a:pt x="152" y="1131"/>
                    </a:cubicBezTo>
                    <a:cubicBezTo>
                      <a:pt x="166" y="1140"/>
                      <a:pt x="166" y="1140"/>
                      <a:pt x="166" y="1140"/>
                    </a:cubicBezTo>
                    <a:cubicBezTo>
                      <a:pt x="166" y="1146"/>
                      <a:pt x="166" y="1146"/>
                      <a:pt x="166" y="1146"/>
                    </a:cubicBezTo>
                    <a:cubicBezTo>
                      <a:pt x="187" y="1146"/>
                      <a:pt x="187" y="1146"/>
                      <a:pt x="187" y="1146"/>
                    </a:cubicBezTo>
                    <a:cubicBezTo>
                      <a:pt x="202" y="1155"/>
                      <a:pt x="202" y="1155"/>
                      <a:pt x="202" y="1155"/>
                    </a:cubicBezTo>
                    <a:cubicBezTo>
                      <a:pt x="207" y="1168"/>
                      <a:pt x="207" y="1168"/>
                      <a:pt x="207" y="1168"/>
                    </a:cubicBezTo>
                    <a:cubicBezTo>
                      <a:pt x="220" y="1188"/>
                      <a:pt x="220" y="1188"/>
                      <a:pt x="220" y="1188"/>
                    </a:cubicBezTo>
                    <a:cubicBezTo>
                      <a:pt x="240" y="1194"/>
                      <a:pt x="240" y="1194"/>
                      <a:pt x="240" y="1194"/>
                    </a:cubicBezTo>
                    <a:cubicBezTo>
                      <a:pt x="256" y="1192"/>
                      <a:pt x="256" y="1192"/>
                      <a:pt x="256" y="1192"/>
                    </a:cubicBezTo>
                    <a:cubicBezTo>
                      <a:pt x="263" y="1201"/>
                      <a:pt x="263" y="1201"/>
                      <a:pt x="263" y="1201"/>
                    </a:cubicBezTo>
                    <a:cubicBezTo>
                      <a:pt x="278" y="1216"/>
                      <a:pt x="278" y="1216"/>
                      <a:pt x="278" y="1216"/>
                    </a:cubicBezTo>
                    <a:cubicBezTo>
                      <a:pt x="278" y="1248"/>
                      <a:pt x="278" y="1248"/>
                      <a:pt x="278" y="1248"/>
                    </a:cubicBezTo>
                    <a:cubicBezTo>
                      <a:pt x="292" y="1258"/>
                      <a:pt x="292" y="1258"/>
                      <a:pt x="292" y="1258"/>
                    </a:cubicBezTo>
                    <a:cubicBezTo>
                      <a:pt x="299" y="1265"/>
                      <a:pt x="299" y="1265"/>
                      <a:pt x="299" y="1265"/>
                    </a:cubicBezTo>
                    <a:cubicBezTo>
                      <a:pt x="314" y="1265"/>
                      <a:pt x="314" y="1265"/>
                      <a:pt x="314" y="1265"/>
                    </a:cubicBezTo>
                    <a:cubicBezTo>
                      <a:pt x="314" y="1279"/>
                      <a:pt x="314" y="1279"/>
                      <a:pt x="314" y="1279"/>
                    </a:cubicBezTo>
                    <a:cubicBezTo>
                      <a:pt x="339" y="1284"/>
                      <a:pt x="339" y="1284"/>
                      <a:pt x="339" y="1284"/>
                    </a:cubicBezTo>
                    <a:cubicBezTo>
                      <a:pt x="359" y="1298"/>
                      <a:pt x="359" y="1298"/>
                      <a:pt x="359" y="1298"/>
                    </a:cubicBezTo>
                    <a:cubicBezTo>
                      <a:pt x="368" y="1305"/>
                      <a:pt x="368" y="1305"/>
                      <a:pt x="368" y="1305"/>
                    </a:cubicBezTo>
                    <a:cubicBezTo>
                      <a:pt x="381" y="1307"/>
                      <a:pt x="381" y="1307"/>
                      <a:pt x="381" y="1307"/>
                    </a:cubicBezTo>
                    <a:cubicBezTo>
                      <a:pt x="390" y="1316"/>
                      <a:pt x="390" y="1316"/>
                      <a:pt x="390" y="1316"/>
                    </a:cubicBezTo>
                    <a:cubicBezTo>
                      <a:pt x="385" y="1338"/>
                      <a:pt x="385" y="1338"/>
                      <a:pt x="385" y="1338"/>
                    </a:cubicBezTo>
                    <a:cubicBezTo>
                      <a:pt x="400" y="1338"/>
                      <a:pt x="400" y="1338"/>
                      <a:pt x="400" y="1338"/>
                    </a:cubicBezTo>
                    <a:cubicBezTo>
                      <a:pt x="402" y="1351"/>
                      <a:pt x="402" y="1351"/>
                      <a:pt x="402" y="1351"/>
                    </a:cubicBezTo>
                    <a:cubicBezTo>
                      <a:pt x="414" y="1363"/>
                      <a:pt x="414" y="1363"/>
                      <a:pt x="414" y="1363"/>
                    </a:cubicBezTo>
                    <a:cubicBezTo>
                      <a:pt x="420" y="1375"/>
                      <a:pt x="420" y="1375"/>
                      <a:pt x="420" y="1375"/>
                    </a:cubicBezTo>
                    <a:cubicBezTo>
                      <a:pt x="419" y="1389"/>
                      <a:pt x="419" y="1389"/>
                      <a:pt x="419" y="1389"/>
                    </a:cubicBezTo>
                    <a:cubicBezTo>
                      <a:pt x="434" y="1391"/>
                      <a:pt x="434" y="1391"/>
                      <a:pt x="434" y="1391"/>
                    </a:cubicBezTo>
                    <a:cubicBezTo>
                      <a:pt x="434" y="1409"/>
                      <a:pt x="434" y="1409"/>
                      <a:pt x="434" y="1409"/>
                    </a:cubicBezTo>
                    <a:cubicBezTo>
                      <a:pt x="443" y="1400"/>
                      <a:pt x="443" y="1400"/>
                      <a:pt x="443" y="1400"/>
                    </a:cubicBezTo>
                    <a:cubicBezTo>
                      <a:pt x="452" y="1404"/>
                      <a:pt x="452" y="1404"/>
                      <a:pt x="452" y="1404"/>
                    </a:cubicBezTo>
                    <a:cubicBezTo>
                      <a:pt x="457" y="1399"/>
                      <a:pt x="457" y="1399"/>
                      <a:pt x="457" y="1399"/>
                    </a:cubicBezTo>
                    <a:cubicBezTo>
                      <a:pt x="461" y="1414"/>
                      <a:pt x="461" y="1414"/>
                      <a:pt x="461" y="1414"/>
                    </a:cubicBezTo>
                    <a:cubicBezTo>
                      <a:pt x="447" y="1416"/>
                      <a:pt x="447" y="1416"/>
                      <a:pt x="447" y="1416"/>
                    </a:cubicBezTo>
                    <a:cubicBezTo>
                      <a:pt x="448" y="1423"/>
                      <a:pt x="448" y="1423"/>
                      <a:pt x="448" y="1423"/>
                    </a:cubicBezTo>
                    <a:cubicBezTo>
                      <a:pt x="463" y="1423"/>
                      <a:pt x="463" y="1423"/>
                      <a:pt x="463" y="1423"/>
                    </a:cubicBezTo>
                    <a:cubicBezTo>
                      <a:pt x="465" y="1429"/>
                      <a:pt x="465" y="1429"/>
                      <a:pt x="465" y="1429"/>
                    </a:cubicBezTo>
                    <a:cubicBezTo>
                      <a:pt x="475" y="1426"/>
                      <a:pt x="475" y="1426"/>
                      <a:pt x="475" y="1426"/>
                    </a:cubicBezTo>
                    <a:cubicBezTo>
                      <a:pt x="479" y="1432"/>
                      <a:pt x="479" y="1432"/>
                      <a:pt x="479" y="1432"/>
                    </a:cubicBezTo>
                    <a:cubicBezTo>
                      <a:pt x="482" y="1420"/>
                      <a:pt x="482" y="1420"/>
                      <a:pt x="482" y="1420"/>
                    </a:cubicBezTo>
                    <a:cubicBezTo>
                      <a:pt x="505" y="1422"/>
                      <a:pt x="505" y="1422"/>
                      <a:pt x="505" y="1422"/>
                    </a:cubicBezTo>
                    <a:cubicBezTo>
                      <a:pt x="510" y="1424"/>
                      <a:pt x="510" y="1424"/>
                      <a:pt x="510" y="1424"/>
                    </a:cubicBezTo>
                    <a:cubicBezTo>
                      <a:pt x="529" y="1427"/>
                      <a:pt x="529" y="1427"/>
                      <a:pt x="529" y="1427"/>
                    </a:cubicBezTo>
                    <a:cubicBezTo>
                      <a:pt x="547" y="1441"/>
                      <a:pt x="547" y="1441"/>
                      <a:pt x="547" y="1441"/>
                    </a:cubicBezTo>
                    <a:cubicBezTo>
                      <a:pt x="555" y="1456"/>
                      <a:pt x="555" y="1456"/>
                      <a:pt x="555" y="1456"/>
                    </a:cubicBezTo>
                    <a:cubicBezTo>
                      <a:pt x="560" y="1478"/>
                      <a:pt x="560" y="1478"/>
                      <a:pt x="560" y="1478"/>
                    </a:cubicBezTo>
                    <a:cubicBezTo>
                      <a:pt x="580" y="1478"/>
                      <a:pt x="580" y="1478"/>
                      <a:pt x="580" y="1478"/>
                    </a:cubicBezTo>
                    <a:cubicBezTo>
                      <a:pt x="593" y="1484"/>
                      <a:pt x="593" y="1484"/>
                      <a:pt x="593" y="1484"/>
                    </a:cubicBezTo>
                    <a:cubicBezTo>
                      <a:pt x="608" y="1493"/>
                      <a:pt x="608" y="1493"/>
                      <a:pt x="608" y="1493"/>
                    </a:cubicBezTo>
                    <a:cubicBezTo>
                      <a:pt x="617" y="1496"/>
                      <a:pt x="617" y="1496"/>
                      <a:pt x="617" y="1496"/>
                    </a:cubicBezTo>
                    <a:cubicBezTo>
                      <a:pt x="623" y="1496"/>
                      <a:pt x="623" y="1496"/>
                      <a:pt x="623" y="1496"/>
                    </a:cubicBezTo>
                    <a:cubicBezTo>
                      <a:pt x="628" y="1508"/>
                      <a:pt x="628" y="1508"/>
                      <a:pt x="628" y="1508"/>
                    </a:cubicBezTo>
                    <a:cubicBezTo>
                      <a:pt x="636" y="1515"/>
                      <a:pt x="636" y="1515"/>
                      <a:pt x="636" y="1515"/>
                    </a:cubicBezTo>
                    <a:cubicBezTo>
                      <a:pt x="649" y="1502"/>
                      <a:pt x="649" y="1502"/>
                      <a:pt x="649" y="1502"/>
                    </a:cubicBezTo>
                    <a:cubicBezTo>
                      <a:pt x="691" y="1501"/>
                      <a:pt x="691" y="1501"/>
                      <a:pt x="691" y="1501"/>
                    </a:cubicBezTo>
                    <a:cubicBezTo>
                      <a:pt x="716" y="1518"/>
                      <a:pt x="716" y="1518"/>
                      <a:pt x="716" y="1518"/>
                    </a:cubicBezTo>
                    <a:cubicBezTo>
                      <a:pt x="735" y="1505"/>
                      <a:pt x="735" y="1505"/>
                      <a:pt x="735" y="1505"/>
                    </a:cubicBezTo>
                    <a:cubicBezTo>
                      <a:pt x="740" y="1502"/>
                      <a:pt x="740" y="1502"/>
                      <a:pt x="740" y="1502"/>
                    </a:cubicBezTo>
                    <a:cubicBezTo>
                      <a:pt x="748" y="1512"/>
                      <a:pt x="748" y="1512"/>
                      <a:pt x="748" y="1512"/>
                    </a:cubicBezTo>
                    <a:cubicBezTo>
                      <a:pt x="756" y="1504"/>
                      <a:pt x="756" y="1504"/>
                      <a:pt x="756" y="1504"/>
                    </a:cubicBezTo>
                    <a:cubicBezTo>
                      <a:pt x="778" y="1518"/>
                      <a:pt x="778" y="1518"/>
                      <a:pt x="778" y="1518"/>
                    </a:cubicBezTo>
                    <a:cubicBezTo>
                      <a:pt x="791" y="1521"/>
                      <a:pt x="791" y="1521"/>
                      <a:pt x="791" y="1521"/>
                    </a:cubicBezTo>
                    <a:cubicBezTo>
                      <a:pt x="812" y="1521"/>
                      <a:pt x="812" y="1521"/>
                      <a:pt x="812" y="1521"/>
                    </a:cubicBezTo>
                    <a:cubicBezTo>
                      <a:pt x="818" y="1511"/>
                      <a:pt x="818" y="1511"/>
                      <a:pt x="818" y="1511"/>
                    </a:cubicBezTo>
                    <a:cubicBezTo>
                      <a:pt x="828" y="1521"/>
                      <a:pt x="828" y="1521"/>
                      <a:pt x="828" y="1521"/>
                    </a:cubicBezTo>
                    <a:cubicBezTo>
                      <a:pt x="850" y="1521"/>
                      <a:pt x="850" y="1521"/>
                      <a:pt x="850" y="1521"/>
                    </a:cubicBezTo>
                    <a:cubicBezTo>
                      <a:pt x="850" y="1518"/>
                      <a:pt x="850" y="1518"/>
                      <a:pt x="850" y="1518"/>
                    </a:cubicBezTo>
                    <a:lnTo>
                      <a:pt x="862" y="1516"/>
                    </a:lnTo>
                    <a:close/>
                    <a:moveTo>
                      <a:pt x="1898" y="493"/>
                    </a:moveTo>
                    <a:cubicBezTo>
                      <a:pt x="1904" y="483"/>
                      <a:pt x="1904" y="483"/>
                      <a:pt x="1904" y="483"/>
                    </a:cubicBezTo>
                    <a:cubicBezTo>
                      <a:pt x="1914" y="488"/>
                      <a:pt x="1914" y="488"/>
                      <a:pt x="1914" y="488"/>
                    </a:cubicBezTo>
                    <a:cubicBezTo>
                      <a:pt x="1914" y="507"/>
                      <a:pt x="1914" y="507"/>
                      <a:pt x="1914" y="507"/>
                    </a:cubicBezTo>
                    <a:cubicBezTo>
                      <a:pt x="1911" y="505"/>
                      <a:pt x="1911" y="505"/>
                      <a:pt x="1911" y="505"/>
                    </a:cubicBezTo>
                    <a:cubicBezTo>
                      <a:pt x="1898" y="503"/>
                      <a:pt x="1898" y="503"/>
                      <a:pt x="1898" y="503"/>
                    </a:cubicBezTo>
                    <a:lnTo>
                      <a:pt x="1898" y="493"/>
                    </a:lnTo>
                    <a:close/>
                    <a:moveTo>
                      <a:pt x="1801" y="525"/>
                    </a:moveTo>
                    <a:cubicBezTo>
                      <a:pt x="1806" y="513"/>
                      <a:pt x="1806" y="513"/>
                      <a:pt x="1806" y="513"/>
                    </a:cubicBezTo>
                    <a:cubicBezTo>
                      <a:pt x="1814" y="505"/>
                      <a:pt x="1814" y="505"/>
                      <a:pt x="1814" y="505"/>
                    </a:cubicBezTo>
                    <a:cubicBezTo>
                      <a:pt x="1821" y="505"/>
                      <a:pt x="1821" y="505"/>
                      <a:pt x="1821" y="505"/>
                    </a:cubicBezTo>
                    <a:cubicBezTo>
                      <a:pt x="1821" y="515"/>
                      <a:pt x="1821" y="515"/>
                      <a:pt x="1821" y="515"/>
                    </a:cubicBezTo>
                    <a:cubicBezTo>
                      <a:pt x="1812" y="531"/>
                      <a:pt x="1812" y="531"/>
                      <a:pt x="1812" y="531"/>
                    </a:cubicBezTo>
                    <a:cubicBezTo>
                      <a:pt x="1801" y="531"/>
                      <a:pt x="1801" y="531"/>
                      <a:pt x="1801" y="531"/>
                    </a:cubicBezTo>
                    <a:lnTo>
                      <a:pt x="1801" y="525"/>
                    </a:lnTo>
                    <a:close/>
                    <a:moveTo>
                      <a:pt x="1638" y="552"/>
                    </a:moveTo>
                    <a:cubicBezTo>
                      <a:pt x="1644" y="540"/>
                      <a:pt x="1644" y="540"/>
                      <a:pt x="1644" y="540"/>
                    </a:cubicBezTo>
                    <a:cubicBezTo>
                      <a:pt x="1647" y="529"/>
                      <a:pt x="1647" y="529"/>
                      <a:pt x="1647" y="529"/>
                    </a:cubicBezTo>
                    <a:cubicBezTo>
                      <a:pt x="1654" y="514"/>
                      <a:pt x="1654" y="514"/>
                      <a:pt x="1654" y="514"/>
                    </a:cubicBezTo>
                    <a:cubicBezTo>
                      <a:pt x="1669" y="501"/>
                      <a:pt x="1669" y="501"/>
                      <a:pt x="1669" y="501"/>
                    </a:cubicBezTo>
                    <a:cubicBezTo>
                      <a:pt x="1675" y="491"/>
                      <a:pt x="1675" y="491"/>
                      <a:pt x="1675" y="491"/>
                    </a:cubicBezTo>
                    <a:cubicBezTo>
                      <a:pt x="1693" y="493"/>
                      <a:pt x="1693" y="493"/>
                      <a:pt x="1693" y="493"/>
                    </a:cubicBezTo>
                    <a:cubicBezTo>
                      <a:pt x="1693" y="493"/>
                      <a:pt x="1698" y="499"/>
                      <a:pt x="1696" y="501"/>
                    </a:cubicBezTo>
                    <a:cubicBezTo>
                      <a:pt x="1694" y="504"/>
                      <a:pt x="1686" y="516"/>
                      <a:pt x="1686" y="516"/>
                    </a:cubicBezTo>
                    <a:cubicBezTo>
                      <a:pt x="1680" y="524"/>
                      <a:pt x="1680" y="524"/>
                      <a:pt x="1680" y="524"/>
                    </a:cubicBezTo>
                    <a:cubicBezTo>
                      <a:pt x="1671" y="534"/>
                      <a:pt x="1671" y="534"/>
                      <a:pt x="1671" y="534"/>
                    </a:cubicBezTo>
                    <a:cubicBezTo>
                      <a:pt x="1671" y="545"/>
                      <a:pt x="1671" y="545"/>
                      <a:pt x="1671" y="545"/>
                    </a:cubicBezTo>
                    <a:cubicBezTo>
                      <a:pt x="1661" y="550"/>
                      <a:pt x="1661" y="550"/>
                      <a:pt x="1661" y="550"/>
                    </a:cubicBezTo>
                    <a:cubicBezTo>
                      <a:pt x="1654" y="562"/>
                      <a:pt x="1654" y="562"/>
                      <a:pt x="1654" y="562"/>
                    </a:cubicBezTo>
                    <a:cubicBezTo>
                      <a:pt x="1646" y="572"/>
                      <a:pt x="1646" y="572"/>
                      <a:pt x="1646" y="572"/>
                    </a:cubicBezTo>
                    <a:cubicBezTo>
                      <a:pt x="1635" y="572"/>
                      <a:pt x="1635" y="572"/>
                      <a:pt x="1635" y="572"/>
                    </a:cubicBezTo>
                    <a:lnTo>
                      <a:pt x="1638" y="552"/>
                    </a:lnTo>
                    <a:close/>
                    <a:moveTo>
                      <a:pt x="1444" y="1220"/>
                    </a:moveTo>
                    <a:cubicBezTo>
                      <a:pt x="1444" y="1219"/>
                      <a:pt x="1444" y="1213"/>
                      <a:pt x="1444" y="1213"/>
                    </a:cubicBezTo>
                    <a:cubicBezTo>
                      <a:pt x="1445" y="1206"/>
                      <a:pt x="1445" y="1206"/>
                      <a:pt x="1445" y="1206"/>
                    </a:cubicBezTo>
                    <a:cubicBezTo>
                      <a:pt x="1459" y="1206"/>
                      <a:pt x="1459" y="1206"/>
                      <a:pt x="1459" y="1206"/>
                    </a:cubicBezTo>
                    <a:cubicBezTo>
                      <a:pt x="1463" y="1208"/>
                      <a:pt x="1463" y="1208"/>
                      <a:pt x="1463" y="1208"/>
                    </a:cubicBezTo>
                    <a:cubicBezTo>
                      <a:pt x="1463" y="1204"/>
                      <a:pt x="1463" y="1204"/>
                      <a:pt x="1463" y="1204"/>
                    </a:cubicBezTo>
                    <a:cubicBezTo>
                      <a:pt x="1463" y="1204"/>
                      <a:pt x="1474" y="1204"/>
                      <a:pt x="1475" y="1204"/>
                    </a:cubicBezTo>
                    <a:cubicBezTo>
                      <a:pt x="1477" y="1204"/>
                      <a:pt x="1477" y="1208"/>
                      <a:pt x="1477" y="1209"/>
                    </a:cubicBezTo>
                    <a:cubicBezTo>
                      <a:pt x="1477" y="1210"/>
                      <a:pt x="1472" y="1214"/>
                      <a:pt x="1471" y="1215"/>
                    </a:cubicBezTo>
                    <a:cubicBezTo>
                      <a:pt x="1471" y="1215"/>
                      <a:pt x="1467" y="1219"/>
                      <a:pt x="1467" y="1219"/>
                    </a:cubicBezTo>
                    <a:cubicBezTo>
                      <a:pt x="1462" y="1214"/>
                      <a:pt x="1462" y="1214"/>
                      <a:pt x="1462" y="1214"/>
                    </a:cubicBezTo>
                    <a:cubicBezTo>
                      <a:pt x="1461" y="1217"/>
                      <a:pt x="1461" y="1217"/>
                      <a:pt x="1461" y="1217"/>
                    </a:cubicBezTo>
                    <a:cubicBezTo>
                      <a:pt x="1455" y="1220"/>
                      <a:pt x="1455" y="1220"/>
                      <a:pt x="1455" y="1220"/>
                    </a:cubicBezTo>
                    <a:cubicBezTo>
                      <a:pt x="1450" y="1227"/>
                      <a:pt x="1450" y="1227"/>
                      <a:pt x="1450" y="1227"/>
                    </a:cubicBezTo>
                    <a:cubicBezTo>
                      <a:pt x="1441" y="1226"/>
                      <a:pt x="1441" y="1226"/>
                      <a:pt x="1441" y="1226"/>
                    </a:cubicBezTo>
                    <a:cubicBezTo>
                      <a:pt x="1441" y="1226"/>
                      <a:pt x="1444" y="1220"/>
                      <a:pt x="1444" y="1220"/>
                    </a:cubicBezTo>
                    <a:close/>
                    <a:moveTo>
                      <a:pt x="901" y="743"/>
                    </a:moveTo>
                    <a:cubicBezTo>
                      <a:pt x="923" y="735"/>
                      <a:pt x="923" y="735"/>
                      <a:pt x="923" y="735"/>
                    </a:cubicBezTo>
                    <a:cubicBezTo>
                      <a:pt x="920" y="743"/>
                      <a:pt x="920" y="743"/>
                      <a:pt x="920" y="743"/>
                    </a:cubicBezTo>
                    <a:cubicBezTo>
                      <a:pt x="901" y="756"/>
                      <a:pt x="901" y="756"/>
                      <a:pt x="901" y="756"/>
                    </a:cubicBezTo>
                    <a:cubicBezTo>
                      <a:pt x="901" y="756"/>
                      <a:pt x="896" y="763"/>
                      <a:pt x="894" y="763"/>
                    </a:cubicBezTo>
                    <a:cubicBezTo>
                      <a:pt x="892" y="763"/>
                      <a:pt x="889" y="759"/>
                      <a:pt x="889" y="759"/>
                    </a:cubicBezTo>
                    <a:cubicBezTo>
                      <a:pt x="883" y="750"/>
                      <a:pt x="883" y="750"/>
                      <a:pt x="883" y="750"/>
                    </a:cubicBezTo>
                    <a:lnTo>
                      <a:pt x="901" y="743"/>
                    </a:lnTo>
                    <a:close/>
                    <a:moveTo>
                      <a:pt x="744" y="878"/>
                    </a:moveTo>
                    <a:cubicBezTo>
                      <a:pt x="729" y="892"/>
                      <a:pt x="729" y="892"/>
                      <a:pt x="729" y="892"/>
                    </a:cubicBezTo>
                    <a:cubicBezTo>
                      <a:pt x="729" y="892"/>
                      <a:pt x="704" y="906"/>
                      <a:pt x="702" y="906"/>
                    </a:cubicBezTo>
                    <a:cubicBezTo>
                      <a:pt x="700" y="906"/>
                      <a:pt x="689" y="911"/>
                      <a:pt x="689" y="911"/>
                    </a:cubicBezTo>
                    <a:cubicBezTo>
                      <a:pt x="666" y="920"/>
                      <a:pt x="666" y="920"/>
                      <a:pt x="666" y="920"/>
                    </a:cubicBezTo>
                    <a:cubicBezTo>
                      <a:pt x="650" y="928"/>
                      <a:pt x="650" y="928"/>
                      <a:pt x="650" y="928"/>
                    </a:cubicBezTo>
                    <a:cubicBezTo>
                      <a:pt x="631" y="949"/>
                      <a:pt x="631" y="949"/>
                      <a:pt x="631" y="949"/>
                    </a:cubicBezTo>
                    <a:cubicBezTo>
                      <a:pt x="605" y="959"/>
                      <a:pt x="605" y="959"/>
                      <a:pt x="605" y="959"/>
                    </a:cubicBezTo>
                    <a:cubicBezTo>
                      <a:pt x="580" y="971"/>
                      <a:pt x="580" y="971"/>
                      <a:pt x="580" y="971"/>
                    </a:cubicBezTo>
                    <a:cubicBezTo>
                      <a:pt x="560" y="977"/>
                      <a:pt x="560" y="977"/>
                      <a:pt x="560" y="977"/>
                    </a:cubicBezTo>
                    <a:cubicBezTo>
                      <a:pt x="541" y="993"/>
                      <a:pt x="541" y="993"/>
                      <a:pt x="541" y="993"/>
                    </a:cubicBezTo>
                    <a:cubicBezTo>
                      <a:pt x="541" y="993"/>
                      <a:pt x="512" y="1007"/>
                      <a:pt x="509" y="1008"/>
                    </a:cubicBezTo>
                    <a:cubicBezTo>
                      <a:pt x="506" y="1010"/>
                      <a:pt x="491" y="1015"/>
                      <a:pt x="491" y="1015"/>
                    </a:cubicBezTo>
                    <a:cubicBezTo>
                      <a:pt x="464" y="1015"/>
                      <a:pt x="464" y="1015"/>
                      <a:pt x="464" y="1015"/>
                    </a:cubicBezTo>
                    <a:cubicBezTo>
                      <a:pt x="440" y="1015"/>
                      <a:pt x="440" y="1015"/>
                      <a:pt x="440" y="1015"/>
                    </a:cubicBezTo>
                    <a:cubicBezTo>
                      <a:pt x="414" y="1009"/>
                      <a:pt x="414" y="1009"/>
                      <a:pt x="414" y="1009"/>
                    </a:cubicBezTo>
                    <a:cubicBezTo>
                      <a:pt x="414" y="990"/>
                      <a:pt x="414" y="990"/>
                      <a:pt x="414" y="990"/>
                    </a:cubicBezTo>
                    <a:cubicBezTo>
                      <a:pt x="423" y="985"/>
                      <a:pt x="423" y="985"/>
                      <a:pt x="423" y="985"/>
                    </a:cubicBezTo>
                    <a:cubicBezTo>
                      <a:pt x="445" y="994"/>
                      <a:pt x="445" y="994"/>
                      <a:pt x="445" y="994"/>
                    </a:cubicBezTo>
                    <a:cubicBezTo>
                      <a:pt x="454" y="991"/>
                      <a:pt x="454" y="991"/>
                      <a:pt x="454" y="991"/>
                    </a:cubicBezTo>
                    <a:cubicBezTo>
                      <a:pt x="456" y="986"/>
                      <a:pt x="456" y="986"/>
                      <a:pt x="456" y="986"/>
                    </a:cubicBezTo>
                    <a:cubicBezTo>
                      <a:pt x="459" y="979"/>
                      <a:pt x="459" y="979"/>
                      <a:pt x="459" y="979"/>
                    </a:cubicBezTo>
                    <a:cubicBezTo>
                      <a:pt x="464" y="971"/>
                      <a:pt x="464" y="971"/>
                      <a:pt x="464" y="971"/>
                    </a:cubicBezTo>
                    <a:cubicBezTo>
                      <a:pt x="474" y="972"/>
                      <a:pt x="474" y="972"/>
                      <a:pt x="474" y="972"/>
                    </a:cubicBezTo>
                    <a:cubicBezTo>
                      <a:pt x="486" y="972"/>
                      <a:pt x="486" y="972"/>
                      <a:pt x="486" y="972"/>
                    </a:cubicBezTo>
                    <a:cubicBezTo>
                      <a:pt x="495" y="972"/>
                      <a:pt x="495" y="972"/>
                      <a:pt x="495" y="972"/>
                    </a:cubicBezTo>
                    <a:cubicBezTo>
                      <a:pt x="504" y="978"/>
                      <a:pt x="504" y="978"/>
                      <a:pt x="504" y="978"/>
                    </a:cubicBezTo>
                    <a:cubicBezTo>
                      <a:pt x="507" y="975"/>
                      <a:pt x="507" y="975"/>
                      <a:pt x="507" y="975"/>
                    </a:cubicBezTo>
                    <a:cubicBezTo>
                      <a:pt x="512" y="968"/>
                      <a:pt x="512" y="968"/>
                      <a:pt x="512" y="968"/>
                    </a:cubicBezTo>
                    <a:cubicBezTo>
                      <a:pt x="522" y="968"/>
                      <a:pt x="522" y="968"/>
                      <a:pt x="522" y="968"/>
                    </a:cubicBezTo>
                    <a:cubicBezTo>
                      <a:pt x="534" y="956"/>
                      <a:pt x="534" y="956"/>
                      <a:pt x="534" y="956"/>
                    </a:cubicBezTo>
                    <a:cubicBezTo>
                      <a:pt x="549" y="956"/>
                      <a:pt x="549" y="956"/>
                      <a:pt x="549" y="956"/>
                    </a:cubicBezTo>
                    <a:cubicBezTo>
                      <a:pt x="555" y="954"/>
                      <a:pt x="555" y="954"/>
                      <a:pt x="555" y="954"/>
                    </a:cubicBezTo>
                    <a:cubicBezTo>
                      <a:pt x="560" y="942"/>
                      <a:pt x="560" y="942"/>
                      <a:pt x="560" y="942"/>
                    </a:cubicBezTo>
                    <a:cubicBezTo>
                      <a:pt x="571" y="931"/>
                      <a:pt x="571" y="931"/>
                      <a:pt x="571" y="931"/>
                    </a:cubicBezTo>
                    <a:cubicBezTo>
                      <a:pt x="574" y="927"/>
                      <a:pt x="574" y="927"/>
                      <a:pt x="574" y="927"/>
                    </a:cubicBezTo>
                    <a:cubicBezTo>
                      <a:pt x="589" y="928"/>
                      <a:pt x="589" y="928"/>
                      <a:pt x="589" y="928"/>
                    </a:cubicBezTo>
                    <a:cubicBezTo>
                      <a:pt x="600" y="927"/>
                      <a:pt x="600" y="927"/>
                      <a:pt x="600" y="927"/>
                    </a:cubicBezTo>
                    <a:cubicBezTo>
                      <a:pt x="611" y="918"/>
                      <a:pt x="611" y="918"/>
                      <a:pt x="611" y="918"/>
                    </a:cubicBezTo>
                    <a:cubicBezTo>
                      <a:pt x="622" y="906"/>
                      <a:pt x="622" y="906"/>
                      <a:pt x="622" y="906"/>
                    </a:cubicBezTo>
                    <a:cubicBezTo>
                      <a:pt x="630" y="909"/>
                      <a:pt x="630" y="909"/>
                      <a:pt x="630" y="909"/>
                    </a:cubicBezTo>
                    <a:cubicBezTo>
                      <a:pt x="636" y="918"/>
                      <a:pt x="636" y="918"/>
                      <a:pt x="636" y="918"/>
                    </a:cubicBezTo>
                    <a:cubicBezTo>
                      <a:pt x="645" y="920"/>
                      <a:pt x="645" y="920"/>
                      <a:pt x="645" y="920"/>
                    </a:cubicBezTo>
                    <a:cubicBezTo>
                      <a:pt x="650" y="917"/>
                      <a:pt x="650" y="917"/>
                      <a:pt x="650" y="917"/>
                    </a:cubicBezTo>
                    <a:cubicBezTo>
                      <a:pt x="648" y="904"/>
                      <a:pt x="648" y="904"/>
                      <a:pt x="648" y="904"/>
                    </a:cubicBezTo>
                    <a:cubicBezTo>
                      <a:pt x="636" y="897"/>
                      <a:pt x="636" y="897"/>
                      <a:pt x="636" y="897"/>
                    </a:cubicBezTo>
                    <a:cubicBezTo>
                      <a:pt x="644" y="892"/>
                      <a:pt x="644" y="892"/>
                      <a:pt x="644" y="892"/>
                    </a:cubicBezTo>
                    <a:cubicBezTo>
                      <a:pt x="654" y="881"/>
                      <a:pt x="654" y="881"/>
                      <a:pt x="654" y="881"/>
                    </a:cubicBezTo>
                    <a:cubicBezTo>
                      <a:pt x="670" y="872"/>
                      <a:pt x="670" y="872"/>
                      <a:pt x="670" y="872"/>
                    </a:cubicBezTo>
                    <a:cubicBezTo>
                      <a:pt x="681" y="864"/>
                      <a:pt x="681" y="864"/>
                      <a:pt x="681" y="864"/>
                    </a:cubicBezTo>
                    <a:cubicBezTo>
                      <a:pt x="681" y="864"/>
                      <a:pt x="691" y="854"/>
                      <a:pt x="691" y="852"/>
                    </a:cubicBezTo>
                    <a:cubicBezTo>
                      <a:pt x="691" y="850"/>
                      <a:pt x="696" y="846"/>
                      <a:pt x="696" y="846"/>
                    </a:cubicBezTo>
                    <a:cubicBezTo>
                      <a:pt x="697" y="834"/>
                      <a:pt x="697" y="834"/>
                      <a:pt x="697" y="834"/>
                    </a:cubicBezTo>
                    <a:cubicBezTo>
                      <a:pt x="715" y="842"/>
                      <a:pt x="715" y="842"/>
                      <a:pt x="715" y="842"/>
                    </a:cubicBezTo>
                    <a:cubicBezTo>
                      <a:pt x="731" y="854"/>
                      <a:pt x="731" y="854"/>
                      <a:pt x="731" y="854"/>
                    </a:cubicBezTo>
                    <a:cubicBezTo>
                      <a:pt x="744" y="854"/>
                      <a:pt x="744" y="854"/>
                      <a:pt x="744" y="854"/>
                    </a:cubicBezTo>
                    <a:cubicBezTo>
                      <a:pt x="750" y="868"/>
                      <a:pt x="750" y="868"/>
                      <a:pt x="750" y="868"/>
                    </a:cubicBezTo>
                    <a:lnTo>
                      <a:pt x="744" y="878"/>
                    </a:lnTo>
                    <a:close/>
                  </a:path>
                </a:pathLst>
              </a:custGeom>
              <a:grpFill/>
              <a:ln w="317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de-DE"/>
              </a:p>
            </p:txBody>
          </p:sp>
          <p:sp>
            <p:nvSpPr>
              <p:cNvPr id="7" name="Freeform 6">
                <a:extLst>
                  <a:ext uri="{FF2B5EF4-FFF2-40B4-BE49-F238E27FC236}">
                    <a16:creationId xmlns:a16="http://schemas.microsoft.com/office/drawing/2014/main" id="{082D8921-41A9-4670-82C4-40290F68E855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4402900" y="4639262"/>
                <a:ext cx="14911" cy="6022"/>
              </a:xfrm>
              <a:custGeom>
                <a:avLst/>
                <a:gdLst/>
                <a:ahLst/>
                <a:cxnLst>
                  <a:cxn ang="0">
                    <a:pos x="19" y="21"/>
                  </a:cxn>
                  <a:cxn ang="0">
                    <a:pos x="52" y="21"/>
                  </a:cxn>
                  <a:cxn ang="0">
                    <a:pos x="52" y="0"/>
                  </a:cxn>
                  <a:cxn ang="0">
                    <a:pos x="0" y="0"/>
                  </a:cxn>
                  <a:cxn ang="0">
                    <a:pos x="19" y="21"/>
                  </a:cxn>
                </a:cxnLst>
                <a:rect l="0" t="0" r="r" b="b"/>
                <a:pathLst>
                  <a:path w="52" h="21">
                    <a:moveTo>
                      <a:pt x="19" y="21"/>
                    </a:moveTo>
                    <a:lnTo>
                      <a:pt x="52" y="21"/>
                    </a:lnTo>
                    <a:lnTo>
                      <a:pt x="52" y="0"/>
                    </a:lnTo>
                    <a:lnTo>
                      <a:pt x="0" y="0"/>
                    </a:lnTo>
                    <a:lnTo>
                      <a:pt x="19" y="21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8" name="Freeform 7">
                <a:extLst>
                  <a:ext uri="{FF2B5EF4-FFF2-40B4-BE49-F238E27FC236}">
                    <a16:creationId xmlns:a16="http://schemas.microsoft.com/office/drawing/2014/main" id="{1139E652-4C96-4B12-BF86-403E53BD5A77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4377953" y="4639262"/>
                <a:ext cx="14050" cy="2580"/>
              </a:xfrm>
              <a:custGeom>
                <a:avLst/>
                <a:gdLst/>
                <a:ahLst/>
                <a:cxnLst>
                  <a:cxn ang="0">
                    <a:pos x="12" y="5"/>
                  </a:cxn>
                  <a:cxn ang="0">
                    <a:pos x="45" y="9"/>
                  </a:cxn>
                  <a:cxn ang="0">
                    <a:pos x="49" y="0"/>
                  </a:cxn>
                  <a:cxn ang="0">
                    <a:pos x="0" y="0"/>
                  </a:cxn>
                  <a:cxn ang="0">
                    <a:pos x="12" y="5"/>
                  </a:cxn>
                </a:cxnLst>
                <a:rect l="0" t="0" r="r" b="b"/>
                <a:pathLst>
                  <a:path w="49" h="9">
                    <a:moveTo>
                      <a:pt x="12" y="5"/>
                    </a:moveTo>
                    <a:lnTo>
                      <a:pt x="45" y="9"/>
                    </a:lnTo>
                    <a:lnTo>
                      <a:pt x="49" y="0"/>
                    </a:lnTo>
                    <a:lnTo>
                      <a:pt x="0" y="0"/>
                    </a:lnTo>
                    <a:lnTo>
                      <a:pt x="12" y="5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9" name="Freeform 13">
                <a:extLst>
                  <a:ext uri="{FF2B5EF4-FFF2-40B4-BE49-F238E27FC236}">
                    <a16:creationId xmlns:a16="http://schemas.microsoft.com/office/drawing/2014/main" id="{7601B567-6973-45E6-BA3C-C510A2EA209A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2893214" y="1044691"/>
                <a:ext cx="16917" cy="12043"/>
              </a:xfrm>
              <a:custGeom>
                <a:avLst/>
                <a:gdLst/>
                <a:ahLst/>
                <a:cxnLst>
                  <a:cxn ang="0">
                    <a:pos x="31" y="14"/>
                  </a:cxn>
                  <a:cxn ang="0">
                    <a:pos x="49" y="14"/>
                  </a:cxn>
                  <a:cxn ang="0">
                    <a:pos x="59" y="0"/>
                  </a:cxn>
                  <a:cxn ang="0">
                    <a:pos x="19" y="7"/>
                  </a:cxn>
                  <a:cxn ang="0">
                    <a:pos x="7" y="33"/>
                  </a:cxn>
                  <a:cxn ang="0">
                    <a:pos x="0" y="42"/>
                  </a:cxn>
                  <a:cxn ang="0">
                    <a:pos x="23" y="40"/>
                  </a:cxn>
                  <a:cxn ang="0">
                    <a:pos x="31" y="14"/>
                  </a:cxn>
                </a:cxnLst>
                <a:rect l="0" t="0" r="r" b="b"/>
                <a:pathLst>
                  <a:path w="59" h="42">
                    <a:moveTo>
                      <a:pt x="31" y="14"/>
                    </a:moveTo>
                    <a:lnTo>
                      <a:pt x="49" y="14"/>
                    </a:lnTo>
                    <a:lnTo>
                      <a:pt x="59" y="0"/>
                    </a:lnTo>
                    <a:lnTo>
                      <a:pt x="19" y="7"/>
                    </a:lnTo>
                    <a:lnTo>
                      <a:pt x="7" y="33"/>
                    </a:lnTo>
                    <a:lnTo>
                      <a:pt x="0" y="42"/>
                    </a:lnTo>
                    <a:lnTo>
                      <a:pt x="23" y="40"/>
                    </a:lnTo>
                    <a:lnTo>
                      <a:pt x="31" y="14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10" name="Freeform 17">
                <a:extLst>
                  <a:ext uri="{FF2B5EF4-FFF2-40B4-BE49-F238E27FC236}">
                    <a16:creationId xmlns:a16="http://schemas.microsoft.com/office/drawing/2014/main" id="{FF094F94-5FD1-4ED8-A1A8-4BE36D103CA4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3323897" y="3550798"/>
                <a:ext cx="34695" cy="30968"/>
              </a:xfrm>
              <a:custGeom>
                <a:avLst/>
                <a:gdLst/>
                <a:ahLst/>
                <a:cxnLst>
                  <a:cxn ang="0">
                    <a:pos x="73" y="47"/>
                  </a:cxn>
                  <a:cxn ang="0">
                    <a:pos x="57" y="0"/>
                  </a:cxn>
                  <a:cxn ang="0">
                    <a:pos x="43" y="16"/>
                  </a:cxn>
                  <a:cxn ang="0">
                    <a:pos x="0" y="2"/>
                  </a:cxn>
                  <a:cxn ang="0">
                    <a:pos x="47" y="47"/>
                  </a:cxn>
                  <a:cxn ang="0">
                    <a:pos x="62" y="85"/>
                  </a:cxn>
                  <a:cxn ang="0">
                    <a:pos x="78" y="92"/>
                  </a:cxn>
                  <a:cxn ang="0">
                    <a:pos x="121" y="108"/>
                  </a:cxn>
                  <a:cxn ang="0">
                    <a:pos x="85" y="61"/>
                  </a:cxn>
                  <a:cxn ang="0">
                    <a:pos x="73" y="47"/>
                  </a:cxn>
                </a:cxnLst>
                <a:rect l="0" t="0" r="r" b="b"/>
                <a:pathLst>
                  <a:path w="121" h="108">
                    <a:moveTo>
                      <a:pt x="73" y="47"/>
                    </a:moveTo>
                    <a:lnTo>
                      <a:pt x="57" y="0"/>
                    </a:lnTo>
                    <a:lnTo>
                      <a:pt x="43" y="16"/>
                    </a:lnTo>
                    <a:lnTo>
                      <a:pt x="0" y="2"/>
                    </a:lnTo>
                    <a:lnTo>
                      <a:pt x="47" y="47"/>
                    </a:lnTo>
                    <a:lnTo>
                      <a:pt x="62" y="85"/>
                    </a:lnTo>
                    <a:lnTo>
                      <a:pt x="78" y="92"/>
                    </a:lnTo>
                    <a:lnTo>
                      <a:pt x="121" y="108"/>
                    </a:lnTo>
                    <a:lnTo>
                      <a:pt x="85" y="61"/>
                    </a:lnTo>
                    <a:lnTo>
                      <a:pt x="73" y="47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tx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11" name="Freeform 20">
                <a:extLst>
                  <a:ext uri="{FF2B5EF4-FFF2-40B4-BE49-F238E27FC236}">
                    <a16:creationId xmlns:a16="http://schemas.microsoft.com/office/drawing/2014/main" id="{FF1818AC-E004-4A38-9B8C-EEEC0AF37995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4022969" y="3221621"/>
                <a:ext cx="1405599" cy="703087"/>
              </a:xfrm>
              <a:custGeom>
                <a:avLst/>
                <a:gdLst/>
                <a:ahLst/>
                <a:cxnLst>
                  <a:cxn ang="0">
                    <a:pos x="1969" y="261"/>
                  </a:cxn>
                  <a:cxn ang="0">
                    <a:pos x="1868" y="171"/>
                  </a:cxn>
                  <a:cxn ang="0">
                    <a:pos x="1804" y="128"/>
                  </a:cxn>
                  <a:cxn ang="0">
                    <a:pos x="1697" y="112"/>
                  </a:cxn>
                  <a:cxn ang="0">
                    <a:pos x="1608" y="87"/>
                  </a:cxn>
                  <a:cxn ang="0">
                    <a:pos x="1547" y="141"/>
                  </a:cxn>
                  <a:cxn ang="0">
                    <a:pos x="1467" y="164"/>
                  </a:cxn>
                  <a:cxn ang="0">
                    <a:pos x="1422" y="118"/>
                  </a:cxn>
                  <a:cxn ang="0">
                    <a:pos x="1356" y="135"/>
                  </a:cxn>
                  <a:cxn ang="0">
                    <a:pos x="1278" y="120"/>
                  </a:cxn>
                  <a:cxn ang="0">
                    <a:pos x="1210" y="171"/>
                  </a:cxn>
                  <a:cxn ang="0">
                    <a:pos x="1174" y="244"/>
                  </a:cxn>
                  <a:cxn ang="0">
                    <a:pos x="1063" y="227"/>
                  </a:cxn>
                  <a:cxn ang="0">
                    <a:pos x="1055" y="116"/>
                  </a:cxn>
                  <a:cxn ang="0">
                    <a:pos x="997" y="91"/>
                  </a:cxn>
                  <a:cxn ang="0">
                    <a:pos x="943" y="13"/>
                  </a:cxn>
                  <a:cxn ang="0">
                    <a:pos x="867" y="87"/>
                  </a:cxn>
                  <a:cxn ang="0">
                    <a:pos x="808" y="113"/>
                  </a:cxn>
                  <a:cxn ang="0">
                    <a:pos x="773" y="60"/>
                  </a:cxn>
                  <a:cxn ang="0">
                    <a:pos x="669" y="59"/>
                  </a:cxn>
                  <a:cxn ang="0">
                    <a:pos x="613" y="89"/>
                  </a:cxn>
                  <a:cxn ang="0">
                    <a:pos x="567" y="146"/>
                  </a:cxn>
                  <a:cxn ang="0">
                    <a:pos x="475" y="205"/>
                  </a:cxn>
                  <a:cxn ang="0">
                    <a:pos x="454" y="314"/>
                  </a:cxn>
                  <a:cxn ang="0">
                    <a:pos x="383" y="373"/>
                  </a:cxn>
                  <a:cxn ang="0">
                    <a:pos x="251" y="448"/>
                  </a:cxn>
                  <a:cxn ang="0">
                    <a:pos x="140" y="416"/>
                  </a:cxn>
                  <a:cxn ang="0">
                    <a:pos x="69" y="485"/>
                  </a:cxn>
                  <a:cxn ang="0">
                    <a:pos x="41" y="601"/>
                  </a:cxn>
                  <a:cxn ang="0">
                    <a:pos x="6" y="683"/>
                  </a:cxn>
                  <a:cxn ang="0">
                    <a:pos x="34" y="746"/>
                  </a:cxn>
                  <a:cxn ang="0">
                    <a:pos x="79" y="817"/>
                  </a:cxn>
                  <a:cxn ang="0">
                    <a:pos x="85" y="876"/>
                  </a:cxn>
                  <a:cxn ang="0">
                    <a:pos x="155" y="894"/>
                  </a:cxn>
                  <a:cxn ang="0">
                    <a:pos x="248" y="963"/>
                  </a:cxn>
                  <a:cxn ang="0">
                    <a:pos x="385" y="1033"/>
                  </a:cxn>
                  <a:cxn ang="0">
                    <a:pos x="485" y="1031"/>
                  </a:cxn>
                  <a:cxn ang="0">
                    <a:pos x="613" y="1021"/>
                  </a:cxn>
                  <a:cxn ang="0">
                    <a:pos x="720" y="974"/>
                  </a:cxn>
                  <a:cxn ang="0">
                    <a:pos x="721" y="874"/>
                  </a:cxn>
                  <a:cxn ang="0">
                    <a:pos x="826" y="857"/>
                  </a:cxn>
                  <a:cxn ang="0">
                    <a:pos x="925" y="843"/>
                  </a:cxn>
                  <a:cxn ang="0">
                    <a:pos x="969" y="798"/>
                  </a:cxn>
                  <a:cxn ang="0">
                    <a:pos x="1027" y="759"/>
                  </a:cxn>
                  <a:cxn ang="0">
                    <a:pos x="1069" y="802"/>
                  </a:cxn>
                  <a:cxn ang="0">
                    <a:pos x="1113" y="822"/>
                  </a:cxn>
                  <a:cxn ang="0">
                    <a:pos x="1174" y="788"/>
                  </a:cxn>
                  <a:cxn ang="0">
                    <a:pos x="1266" y="744"/>
                  </a:cxn>
                  <a:cxn ang="0">
                    <a:pos x="1342" y="605"/>
                  </a:cxn>
                  <a:cxn ang="0">
                    <a:pos x="1406" y="580"/>
                  </a:cxn>
                  <a:cxn ang="0">
                    <a:pos x="1470" y="588"/>
                  </a:cxn>
                  <a:cxn ang="0">
                    <a:pos x="1556" y="623"/>
                  </a:cxn>
                  <a:cxn ang="0">
                    <a:pos x="1628" y="586"/>
                  </a:cxn>
                  <a:cxn ang="0">
                    <a:pos x="1734" y="614"/>
                  </a:cxn>
                  <a:cxn ang="0">
                    <a:pos x="1777" y="699"/>
                  </a:cxn>
                  <a:cxn ang="0">
                    <a:pos x="1870" y="689"/>
                  </a:cxn>
                  <a:cxn ang="0">
                    <a:pos x="1929" y="671"/>
                  </a:cxn>
                  <a:cxn ang="0">
                    <a:pos x="1945" y="556"/>
                  </a:cxn>
                  <a:cxn ang="0">
                    <a:pos x="2006" y="489"/>
                  </a:cxn>
                  <a:cxn ang="0">
                    <a:pos x="2030" y="375"/>
                  </a:cxn>
                  <a:cxn ang="0">
                    <a:pos x="2075" y="296"/>
                  </a:cxn>
                </a:cxnLst>
                <a:rect l="0" t="0" r="r" b="b"/>
                <a:pathLst>
                  <a:path w="2075" h="1038">
                    <a:moveTo>
                      <a:pt x="2053" y="295"/>
                    </a:moveTo>
                    <a:cubicBezTo>
                      <a:pt x="2044" y="286"/>
                      <a:pt x="2044" y="286"/>
                      <a:pt x="2044" y="286"/>
                    </a:cubicBezTo>
                    <a:cubicBezTo>
                      <a:pt x="2024" y="286"/>
                      <a:pt x="2024" y="286"/>
                      <a:pt x="2024" y="286"/>
                    </a:cubicBezTo>
                    <a:cubicBezTo>
                      <a:pt x="2005" y="261"/>
                      <a:pt x="2005" y="261"/>
                      <a:pt x="2005" y="261"/>
                    </a:cubicBezTo>
                    <a:cubicBezTo>
                      <a:pt x="1992" y="269"/>
                      <a:pt x="1992" y="269"/>
                      <a:pt x="1992" y="269"/>
                    </a:cubicBezTo>
                    <a:cubicBezTo>
                      <a:pt x="1980" y="268"/>
                      <a:pt x="1980" y="268"/>
                      <a:pt x="1980" y="268"/>
                    </a:cubicBezTo>
                    <a:cubicBezTo>
                      <a:pt x="1969" y="261"/>
                      <a:pt x="1969" y="261"/>
                      <a:pt x="1969" y="261"/>
                    </a:cubicBezTo>
                    <a:cubicBezTo>
                      <a:pt x="1956" y="261"/>
                      <a:pt x="1956" y="261"/>
                      <a:pt x="1956" y="261"/>
                    </a:cubicBezTo>
                    <a:cubicBezTo>
                      <a:pt x="1956" y="244"/>
                      <a:pt x="1956" y="244"/>
                      <a:pt x="1956" y="244"/>
                    </a:cubicBezTo>
                    <a:cubicBezTo>
                      <a:pt x="1938" y="242"/>
                      <a:pt x="1938" y="242"/>
                      <a:pt x="1938" y="242"/>
                    </a:cubicBezTo>
                    <a:cubicBezTo>
                      <a:pt x="1917" y="228"/>
                      <a:pt x="1917" y="228"/>
                      <a:pt x="1917" y="228"/>
                    </a:cubicBezTo>
                    <a:cubicBezTo>
                      <a:pt x="1886" y="219"/>
                      <a:pt x="1886" y="219"/>
                      <a:pt x="1886" y="219"/>
                    </a:cubicBezTo>
                    <a:cubicBezTo>
                      <a:pt x="1886" y="186"/>
                      <a:pt x="1886" y="186"/>
                      <a:pt x="1886" y="186"/>
                    </a:cubicBezTo>
                    <a:cubicBezTo>
                      <a:pt x="1868" y="171"/>
                      <a:pt x="1868" y="171"/>
                      <a:pt x="1868" y="171"/>
                    </a:cubicBezTo>
                    <a:cubicBezTo>
                      <a:pt x="1863" y="159"/>
                      <a:pt x="1863" y="159"/>
                      <a:pt x="1863" y="159"/>
                    </a:cubicBezTo>
                    <a:cubicBezTo>
                      <a:pt x="1861" y="147"/>
                      <a:pt x="1861" y="147"/>
                      <a:pt x="1861" y="147"/>
                    </a:cubicBezTo>
                    <a:cubicBezTo>
                      <a:pt x="1837" y="147"/>
                      <a:pt x="1837" y="147"/>
                      <a:pt x="1837" y="147"/>
                    </a:cubicBezTo>
                    <a:cubicBezTo>
                      <a:pt x="1829" y="135"/>
                      <a:pt x="1829" y="135"/>
                      <a:pt x="1829" y="135"/>
                    </a:cubicBezTo>
                    <a:cubicBezTo>
                      <a:pt x="1819" y="135"/>
                      <a:pt x="1819" y="135"/>
                      <a:pt x="1819" y="135"/>
                    </a:cubicBezTo>
                    <a:cubicBezTo>
                      <a:pt x="1819" y="126"/>
                      <a:pt x="1819" y="126"/>
                      <a:pt x="1819" y="126"/>
                    </a:cubicBezTo>
                    <a:cubicBezTo>
                      <a:pt x="1804" y="128"/>
                      <a:pt x="1804" y="128"/>
                      <a:pt x="1804" y="128"/>
                    </a:cubicBezTo>
                    <a:cubicBezTo>
                      <a:pt x="1794" y="142"/>
                      <a:pt x="1794" y="142"/>
                      <a:pt x="1794" y="142"/>
                    </a:cubicBezTo>
                    <a:cubicBezTo>
                      <a:pt x="1770" y="111"/>
                      <a:pt x="1770" y="111"/>
                      <a:pt x="1770" y="111"/>
                    </a:cubicBezTo>
                    <a:cubicBezTo>
                      <a:pt x="1750" y="111"/>
                      <a:pt x="1750" y="111"/>
                      <a:pt x="1750" y="111"/>
                    </a:cubicBezTo>
                    <a:cubicBezTo>
                      <a:pt x="1741" y="94"/>
                      <a:pt x="1741" y="94"/>
                      <a:pt x="1741" y="94"/>
                    </a:cubicBezTo>
                    <a:cubicBezTo>
                      <a:pt x="1729" y="101"/>
                      <a:pt x="1729" y="101"/>
                      <a:pt x="1729" y="101"/>
                    </a:cubicBezTo>
                    <a:cubicBezTo>
                      <a:pt x="1705" y="101"/>
                      <a:pt x="1705" y="101"/>
                      <a:pt x="1705" y="101"/>
                    </a:cubicBezTo>
                    <a:cubicBezTo>
                      <a:pt x="1697" y="112"/>
                      <a:pt x="1697" y="112"/>
                      <a:pt x="1697" y="112"/>
                    </a:cubicBezTo>
                    <a:cubicBezTo>
                      <a:pt x="1689" y="104"/>
                      <a:pt x="1689" y="104"/>
                      <a:pt x="1689" y="104"/>
                    </a:cubicBezTo>
                    <a:cubicBezTo>
                      <a:pt x="1682" y="113"/>
                      <a:pt x="1682" y="113"/>
                      <a:pt x="1682" y="113"/>
                    </a:cubicBezTo>
                    <a:cubicBezTo>
                      <a:pt x="1667" y="113"/>
                      <a:pt x="1667" y="113"/>
                      <a:pt x="1667" y="113"/>
                    </a:cubicBezTo>
                    <a:cubicBezTo>
                      <a:pt x="1654" y="100"/>
                      <a:pt x="1654" y="100"/>
                      <a:pt x="1654" y="100"/>
                    </a:cubicBezTo>
                    <a:cubicBezTo>
                      <a:pt x="1637" y="95"/>
                      <a:pt x="1637" y="95"/>
                      <a:pt x="1637" y="95"/>
                    </a:cubicBezTo>
                    <a:cubicBezTo>
                      <a:pt x="1619" y="87"/>
                      <a:pt x="1619" y="87"/>
                      <a:pt x="1619" y="87"/>
                    </a:cubicBezTo>
                    <a:cubicBezTo>
                      <a:pt x="1608" y="87"/>
                      <a:pt x="1608" y="87"/>
                      <a:pt x="1608" y="87"/>
                    </a:cubicBezTo>
                    <a:cubicBezTo>
                      <a:pt x="1580" y="120"/>
                      <a:pt x="1580" y="120"/>
                      <a:pt x="1580" y="120"/>
                    </a:cubicBezTo>
                    <a:cubicBezTo>
                      <a:pt x="1558" y="101"/>
                      <a:pt x="1558" y="101"/>
                      <a:pt x="1558" y="101"/>
                    </a:cubicBezTo>
                    <a:cubicBezTo>
                      <a:pt x="1550" y="110"/>
                      <a:pt x="1550" y="110"/>
                      <a:pt x="1550" y="110"/>
                    </a:cubicBezTo>
                    <a:cubicBezTo>
                      <a:pt x="1530" y="110"/>
                      <a:pt x="1530" y="110"/>
                      <a:pt x="1530" y="110"/>
                    </a:cubicBezTo>
                    <a:cubicBezTo>
                      <a:pt x="1529" y="114"/>
                      <a:pt x="1529" y="114"/>
                      <a:pt x="1529" y="114"/>
                    </a:cubicBezTo>
                    <a:cubicBezTo>
                      <a:pt x="1549" y="133"/>
                      <a:pt x="1549" y="133"/>
                      <a:pt x="1549" y="133"/>
                    </a:cubicBezTo>
                    <a:cubicBezTo>
                      <a:pt x="1547" y="141"/>
                      <a:pt x="1547" y="141"/>
                      <a:pt x="1547" y="141"/>
                    </a:cubicBezTo>
                    <a:cubicBezTo>
                      <a:pt x="1524" y="140"/>
                      <a:pt x="1524" y="140"/>
                      <a:pt x="1524" y="140"/>
                    </a:cubicBezTo>
                    <a:cubicBezTo>
                      <a:pt x="1508" y="159"/>
                      <a:pt x="1508" y="159"/>
                      <a:pt x="1508" y="159"/>
                    </a:cubicBezTo>
                    <a:cubicBezTo>
                      <a:pt x="1508" y="173"/>
                      <a:pt x="1508" y="173"/>
                      <a:pt x="1508" y="173"/>
                    </a:cubicBezTo>
                    <a:cubicBezTo>
                      <a:pt x="1494" y="173"/>
                      <a:pt x="1494" y="173"/>
                      <a:pt x="1494" y="173"/>
                    </a:cubicBezTo>
                    <a:cubicBezTo>
                      <a:pt x="1489" y="178"/>
                      <a:pt x="1489" y="178"/>
                      <a:pt x="1489" y="178"/>
                    </a:cubicBezTo>
                    <a:cubicBezTo>
                      <a:pt x="1478" y="165"/>
                      <a:pt x="1478" y="165"/>
                      <a:pt x="1478" y="165"/>
                    </a:cubicBezTo>
                    <a:cubicBezTo>
                      <a:pt x="1467" y="164"/>
                      <a:pt x="1467" y="164"/>
                      <a:pt x="1467" y="164"/>
                    </a:cubicBezTo>
                    <a:cubicBezTo>
                      <a:pt x="1465" y="152"/>
                      <a:pt x="1465" y="152"/>
                      <a:pt x="1465" y="152"/>
                    </a:cubicBezTo>
                    <a:cubicBezTo>
                      <a:pt x="1462" y="151"/>
                      <a:pt x="1462" y="151"/>
                      <a:pt x="1462" y="151"/>
                    </a:cubicBezTo>
                    <a:cubicBezTo>
                      <a:pt x="1452" y="157"/>
                      <a:pt x="1452" y="157"/>
                      <a:pt x="1452" y="157"/>
                    </a:cubicBezTo>
                    <a:cubicBezTo>
                      <a:pt x="1441" y="151"/>
                      <a:pt x="1441" y="151"/>
                      <a:pt x="1441" y="151"/>
                    </a:cubicBezTo>
                    <a:cubicBezTo>
                      <a:pt x="1437" y="142"/>
                      <a:pt x="1437" y="142"/>
                      <a:pt x="1437" y="142"/>
                    </a:cubicBezTo>
                    <a:cubicBezTo>
                      <a:pt x="1427" y="135"/>
                      <a:pt x="1427" y="135"/>
                      <a:pt x="1427" y="135"/>
                    </a:cubicBezTo>
                    <a:cubicBezTo>
                      <a:pt x="1422" y="118"/>
                      <a:pt x="1422" y="118"/>
                      <a:pt x="1422" y="118"/>
                    </a:cubicBezTo>
                    <a:cubicBezTo>
                      <a:pt x="1410" y="108"/>
                      <a:pt x="1410" y="108"/>
                      <a:pt x="1410" y="108"/>
                    </a:cubicBezTo>
                    <a:cubicBezTo>
                      <a:pt x="1396" y="108"/>
                      <a:pt x="1396" y="108"/>
                      <a:pt x="1396" y="108"/>
                    </a:cubicBezTo>
                    <a:cubicBezTo>
                      <a:pt x="1383" y="120"/>
                      <a:pt x="1383" y="120"/>
                      <a:pt x="1383" y="120"/>
                    </a:cubicBezTo>
                    <a:cubicBezTo>
                      <a:pt x="1372" y="110"/>
                      <a:pt x="1372" y="110"/>
                      <a:pt x="1372" y="110"/>
                    </a:cubicBezTo>
                    <a:cubicBezTo>
                      <a:pt x="1368" y="118"/>
                      <a:pt x="1368" y="118"/>
                      <a:pt x="1368" y="118"/>
                    </a:cubicBezTo>
                    <a:cubicBezTo>
                      <a:pt x="1365" y="130"/>
                      <a:pt x="1365" y="130"/>
                      <a:pt x="1365" y="130"/>
                    </a:cubicBezTo>
                    <a:cubicBezTo>
                      <a:pt x="1356" y="135"/>
                      <a:pt x="1356" y="135"/>
                      <a:pt x="1356" y="135"/>
                    </a:cubicBezTo>
                    <a:cubicBezTo>
                      <a:pt x="1318" y="111"/>
                      <a:pt x="1318" y="111"/>
                      <a:pt x="1318" y="111"/>
                    </a:cubicBezTo>
                    <a:cubicBezTo>
                      <a:pt x="1304" y="111"/>
                      <a:pt x="1304" y="111"/>
                      <a:pt x="1304" y="111"/>
                    </a:cubicBezTo>
                    <a:cubicBezTo>
                      <a:pt x="1302" y="119"/>
                      <a:pt x="1302" y="119"/>
                      <a:pt x="1302" y="119"/>
                    </a:cubicBezTo>
                    <a:cubicBezTo>
                      <a:pt x="1292" y="125"/>
                      <a:pt x="1292" y="125"/>
                      <a:pt x="1292" y="125"/>
                    </a:cubicBezTo>
                    <a:cubicBezTo>
                      <a:pt x="1287" y="124"/>
                      <a:pt x="1287" y="124"/>
                      <a:pt x="1287" y="124"/>
                    </a:cubicBezTo>
                    <a:cubicBezTo>
                      <a:pt x="1284" y="117"/>
                      <a:pt x="1284" y="117"/>
                      <a:pt x="1284" y="117"/>
                    </a:cubicBezTo>
                    <a:cubicBezTo>
                      <a:pt x="1278" y="120"/>
                      <a:pt x="1278" y="120"/>
                      <a:pt x="1278" y="120"/>
                    </a:cubicBezTo>
                    <a:cubicBezTo>
                      <a:pt x="1264" y="120"/>
                      <a:pt x="1264" y="120"/>
                      <a:pt x="1264" y="120"/>
                    </a:cubicBezTo>
                    <a:cubicBezTo>
                      <a:pt x="1264" y="152"/>
                      <a:pt x="1264" y="152"/>
                      <a:pt x="1264" y="152"/>
                    </a:cubicBezTo>
                    <a:cubicBezTo>
                      <a:pt x="1254" y="152"/>
                      <a:pt x="1254" y="152"/>
                      <a:pt x="1254" y="152"/>
                    </a:cubicBezTo>
                    <a:cubicBezTo>
                      <a:pt x="1248" y="149"/>
                      <a:pt x="1248" y="149"/>
                      <a:pt x="1248" y="149"/>
                    </a:cubicBezTo>
                    <a:cubicBezTo>
                      <a:pt x="1226" y="147"/>
                      <a:pt x="1226" y="147"/>
                      <a:pt x="1226" y="147"/>
                    </a:cubicBezTo>
                    <a:cubicBezTo>
                      <a:pt x="1211" y="161"/>
                      <a:pt x="1211" y="161"/>
                      <a:pt x="1211" y="161"/>
                    </a:cubicBezTo>
                    <a:cubicBezTo>
                      <a:pt x="1210" y="171"/>
                      <a:pt x="1210" y="171"/>
                      <a:pt x="1210" y="171"/>
                    </a:cubicBezTo>
                    <a:cubicBezTo>
                      <a:pt x="1206" y="176"/>
                      <a:pt x="1206" y="176"/>
                      <a:pt x="1206" y="176"/>
                    </a:cubicBezTo>
                    <a:cubicBezTo>
                      <a:pt x="1200" y="168"/>
                      <a:pt x="1200" y="168"/>
                      <a:pt x="1200" y="168"/>
                    </a:cubicBezTo>
                    <a:cubicBezTo>
                      <a:pt x="1196" y="175"/>
                      <a:pt x="1196" y="175"/>
                      <a:pt x="1196" y="175"/>
                    </a:cubicBezTo>
                    <a:cubicBezTo>
                      <a:pt x="1185" y="204"/>
                      <a:pt x="1185" y="204"/>
                      <a:pt x="1185" y="204"/>
                    </a:cubicBezTo>
                    <a:cubicBezTo>
                      <a:pt x="1182" y="225"/>
                      <a:pt x="1182" y="225"/>
                      <a:pt x="1182" y="225"/>
                    </a:cubicBezTo>
                    <a:cubicBezTo>
                      <a:pt x="1180" y="245"/>
                      <a:pt x="1180" y="245"/>
                      <a:pt x="1180" y="245"/>
                    </a:cubicBezTo>
                    <a:cubicBezTo>
                      <a:pt x="1174" y="244"/>
                      <a:pt x="1174" y="244"/>
                      <a:pt x="1174" y="244"/>
                    </a:cubicBezTo>
                    <a:cubicBezTo>
                      <a:pt x="1142" y="214"/>
                      <a:pt x="1142" y="214"/>
                      <a:pt x="1142" y="214"/>
                    </a:cubicBezTo>
                    <a:cubicBezTo>
                      <a:pt x="1117" y="212"/>
                      <a:pt x="1117" y="212"/>
                      <a:pt x="1117" y="212"/>
                    </a:cubicBezTo>
                    <a:cubicBezTo>
                      <a:pt x="1114" y="221"/>
                      <a:pt x="1114" y="221"/>
                      <a:pt x="1114" y="221"/>
                    </a:cubicBezTo>
                    <a:cubicBezTo>
                      <a:pt x="1092" y="235"/>
                      <a:pt x="1092" y="235"/>
                      <a:pt x="1092" y="235"/>
                    </a:cubicBezTo>
                    <a:cubicBezTo>
                      <a:pt x="1082" y="235"/>
                      <a:pt x="1082" y="235"/>
                      <a:pt x="1082" y="235"/>
                    </a:cubicBezTo>
                    <a:cubicBezTo>
                      <a:pt x="1071" y="231"/>
                      <a:pt x="1071" y="231"/>
                      <a:pt x="1071" y="231"/>
                    </a:cubicBezTo>
                    <a:cubicBezTo>
                      <a:pt x="1063" y="227"/>
                      <a:pt x="1063" y="227"/>
                      <a:pt x="1063" y="227"/>
                    </a:cubicBezTo>
                    <a:cubicBezTo>
                      <a:pt x="1063" y="207"/>
                      <a:pt x="1063" y="207"/>
                      <a:pt x="1063" y="207"/>
                    </a:cubicBezTo>
                    <a:cubicBezTo>
                      <a:pt x="1081" y="189"/>
                      <a:pt x="1081" y="189"/>
                      <a:pt x="1081" y="189"/>
                    </a:cubicBezTo>
                    <a:cubicBezTo>
                      <a:pt x="1072" y="176"/>
                      <a:pt x="1072" y="176"/>
                      <a:pt x="1072" y="176"/>
                    </a:cubicBezTo>
                    <a:cubicBezTo>
                      <a:pt x="1078" y="165"/>
                      <a:pt x="1078" y="165"/>
                      <a:pt x="1078" y="165"/>
                    </a:cubicBezTo>
                    <a:cubicBezTo>
                      <a:pt x="1075" y="136"/>
                      <a:pt x="1075" y="136"/>
                      <a:pt x="1075" y="136"/>
                    </a:cubicBezTo>
                    <a:cubicBezTo>
                      <a:pt x="1072" y="115"/>
                      <a:pt x="1072" y="115"/>
                      <a:pt x="1072" y="115"/>
                    </a:cubicBezTo>
                    <a:cubicBezTo>
                      <a:pt x="1055" y="116"/>
                      <a:pt x="1055" y="116"/>
                      <a:pt x="1055" y="116"/>
                    </a:cubicBezTo>
                    <a:cubicBezTo>
                      <a:pt x="1046" y="128"/>
                      <a:pt x="1046" y="128"/>
                      <a:pt x="1046" y="128"/>
                    </a:cubicBezTo>
                    <a:cubicBezTo>
                      <a:pt x="1032" y="119"/>
                      <a:pt x="1032" y="119"/>
                      <a:pt x="1032" y="119"/>
                    </a:cubicBezTo>
                    <a:cubicBezTo>
                      <a:pt x="1014" y="115"/>
                      <a:pt x="1014" y="115"/>
                      <a:pt x="1014" y="115"/>
                    </a:cubicBezTo>
                    <a:cubicBezTo>
                      <a:pt x="1022" y="101"/>
                      <a:pt x="1022" y="101"/>
                      <a:pt x="1022" y="101"/>
                    </a:cubicBezTo>
                    <a:cubicBezTo>
                      <a:pt x="1016" y="87"/>
                      <a:pt x="1016" y="87"/>
                      <a:pt x="1016" y="87"/>
                    </a:cubicBezTo>
                    <a:cubicBezTo>
                      <a:pt x="1008" y="95"/>
                      <a:pt x="1008" y="95"/>
                      <a:pt x="1008" y="95"/>
                    </a:cubicBezTo>
                    <a:cubicBezTo>
                      <a:pt x="997" y="91"/>
                      <a:pt x="997" y="91"/>
                      <a:pt x="997" y="91"/>
                    </a:cubicBezTo>
                    <a:cubicBezTo>
                      <a:pt x="977" y="43"/>
                      <a:pt x="977" y="43"/>
                      <a:pt x="977" y="43"/>
                    </a:cubicBezTo>
                    <a:cubicBezTo>
                      <a:pt x="977" y="22"/>
                      <a:pt x="977" y="22"/>
                      <a:pt x="977" y="22"/>
                    </a:cubicBezTo>
                    <a:cubicBezTo>
                      <a:pt x="963" y="16"/>
                      <a:pt x="963" y="16"/>
                      <a:pt x="963" y="16"/>
                    </a:cubicBezTo>
                    <a:cubicBezTo>
                      <a:pt x="959" y="14"/>
                      <a:pt x="959" y="14"/>
                      <a:pt x="959" y="14"/>
                    </a:cubicBezTo>
                    <a:cubicBezTo>
                      <a:pt x="956" y="0"/>
                      <a:pt x="956" y="0"/>
                      <a:pt x="956" y="0"/>
                    </a:cubicBezTo>
                    <a:cubicBezTo>
                      <a:pt x="946" y="0"/>
                      <a:pt x="946" y="0"/>
                      <a:pt x="946" y="0"/>
                    </a:cubicBezTo>
                    <a:cubicBezTo>
                      <a:pt x="943" y="13"/>
                      <a:pt x="943" y="13"/>
                      <a:pt x="943" y="13"/>
                    </a:cubicBezTo>
                    <a:cubicBezTo>
                      <a:pt x="918" y="27"/>
                      <a:pt x="918" y="27"/>
                      <a:pt x="918" y="27"/>
                    </a:cubicBezTo>
                    <a:cubicBezTo>
                      <a:pt x="918" y="44"/>
                      <a:pt x="918" y="44"/>
                      <a:pt x="918" y="44"/>
                    </a:cubicBezTo>
                    <a:cubicBezTo>
                      <a:pt x="887" y="44"/>
                      <a:pt x="887" y="44"/>
                      <a:pt x="887" y="44"/>
                    </a:cubicBezTo>
                    <a:cubicBezTo>
                      <a:pt x="873" y="54"/>
                      <a:pt x="873" y="54"/>
                      <a:pt x="873" y="54"/>
                    </a:cubicBezTo>
                    <a:cubicBezTo>
                      <a:pt x="868" y="69"/>
                      <a:pt x="868" y="69"/>
                      <a:pt x="868" y="69"/>
                    </a:cubicBezTo>
                    <a:cubicBezTo>
                      <a:pt x="865" y="77"/>
                      <a:pt x="865" y="77"/>
                      <a:pt x="865" y="77"/>
                    </a:cubicBezTo>
                    <a:cubicBezTo>
                      <a:pt x="867" y="87"/>
                      <a:pt x="867" y="87"/>
                      <a:pt x="867" y="87"/>
                    </a:cubicBezTo>
                    <a:cubicBezTo>
                      <a:pt x="852" y="101"/>
                      <a:pt x="852" y="101"/>
                      <a:pt x="852" y="101"/>
                    </a:cubicBezTo>
                    <a:cubicBezTo>
                      <a:pt x="856" y="114"/>
                      <a:pt x="856" y="114"/>
                      <a:pt x="856" y="114"/>
                    </a:cubicBezTo>
                    <a:cubicBezTo>
                      <a:pt x="850" y="116"/>
                      <a:pt x="850" y="116"/>
                      <a:pt x="850" y="116"/>
                    </a:cubicBezTo>
                    <a:cubicBezTo>
                      <a:pt x="837" y="117"/>
                      <a:pt x="837" y="117"/>
                      <a:pt x="837" y="117"/>
                    </a:cubicBezTo>
                    <a:cubicBezTo>
                      <a:pt x="829" y="120"/>
                      <a:pt x="829" y="120"/>
                      <a:pt x="829" y="120"/>
                    </a:cubicBezTo>
                    <a:cubicBezTo>
                      <a:pt x="816" y="112"/>
                      <a:pt x="816" y="112"/>
                      <a:pt x="816" y="112"/>
                    </a:cubicBezTo>
                    <a:cubicBezTo>
                      <a:pt x="808" y="113"/>
                      <a:pt x="808" y="113"/>
                      <a:pt x="808" y="113"/>
                    </a:cubicBezTo>
                    <a:cubicBezTo>
                      <a:pt x="798" y="122"/>
                      <a:pt x="798" y="122"/>
                      <a:pt x="798" y="122"/>
                    </a:cubicBezTo>
                    <a:cubicBezTo>
                      <a:pt x="777" y="122"/>
                      <a:pt x="777" y="122"/>
                      <a:pt x="777" y="122"/>
                    </a:cubicBezTo>
                    <a:cubicBezTo>
                      <a:pt x="772" y="113"/>
                      <a:pt x="772" y="113"/>
                      <a:pt x="772" y="113"/>
                    </a:cubicBezTo>
                    <a:cubicBezTo>
                      <a:pt x="781" y="102"/>
                      <a:pt x="781" y="102"/>
                      <a:pt x="781" y="102"/>
                    </a:cubicBezTo>
                    <a:cubicBezTo>
                      <a:pt x="770" y="89"/>
                      <a:pt x="770" y="89"/>
                      <a:pt x="770" y="89"/>
                    </a:cubicBezTo>
                    <a:cubicBezTo>
                      <a:pt x="773" y="78"/>
                      <a:pt x="773" y="78"/>
                      <a:pt x="773" y="78"/>
                    </a:cubicBezTo>
                    <a:cubicBezTo>
                      <a:pt x="773" y="60"/>
                      <a:pt x="773" y="60"/>
                      <a:pt x="773" y="60"/>
                    </a:cubicBezTo>
                    <a:cubicBezTo>
                      <a:pt x="760" y="52"/>
                      <a:pt x="760" y="52"/>
                      <a:pt x="760" y="52"/>
                    </a:cubicBezTo>
                    <a:cubicBezTo>
                      <a:pt x="744" y="53"/>
                      <a:pt x="744" y="53"/>
                      <a:pt x="744" y="53"/>
                    </a:cubicBezTo>
                    <a:cubicBezTo>
                      <a:pt x="733" y="55"/>
                      <a:pt x="733" y="55"/>
                      <a:pt x="733" y="55"/>
                    </a:cubicBezTo>
                    <a:cubicBezTo>
                      <a:pt x="713" y="56"/>
                      <a:pt x="713" y="56"/>
                      <a:pt x="713" y="56"/>
                    </a:cubicBezTo>
                    <a:cubicBezTo>
                      <a:pt x="694" y="70"/>
                      <a:pt x="694" y="70"/>
                      <a:pt x="694" y="70"/>
                    </a:cubicBezTo>
                    <a:cubicBezTo>
                      <a:pt x="689" y="71"/>
                      <a:pt x="689" y="71"/>
                      <a:pt x="689" y="71"/>
                    </a:cubicBezTo>
                    <a:cubicBezTo>
                      <a:pt x="669" y="59"/>
                      <a:pt x="669" y="59"/>
                      <a:pt x="669" y="59"/>
                    </a:cubicBezTo>
                    <a:cubicBezTo>
                      <a:pt x="662" y="59"/>
                      <a:pt x="662" y="59"/>
                      <a:pt x="662" y="59"/>
                    </a:cubicBezTo>
                    <a:cubicBezTo>
                      <a:pt x="648" y="67"/>
                      <a:pt x="648" y="67"/>
                      <a:pt x="648" y="67"/>
                    </a:cubicBezTo>
                    <a:cubicBezTo>
                      <a:pt x="639" y="58"/>
                      <a:pt x="639" y="58"/>
                      <a:pt x="639" y="58"/>
                    </a:cubicBezTo>
                    <a:cubicBezTo>
                      <a:pt x="626" y="60"/>
                      <a:pt x="626" y="60"/>
                      <a:pt x="626" y="60"/>
                    </a:cubicBezTo>
                    <a:cubicBezTo>
                      <a:pt x="617" y="67"/>
                      <a:pt x="617" y="67"/>
                      <a:pt x="617" y="67"/>
                    </a:cubicBezTo>
                    <a:cubicBezTo>
                      <a:pt x="619" y="82"/>
                      <a:pt x="619" y="82"/>
                      <a:pt x="619" y="82"/>
                    </a:cubicBezTo>
                    <a:cubicBezTo>
                      <a:pt x="613" y="89"/>
                      <a:pt x="613" y="89"/>
                      <a:pt x="613" y="89"/>
                    </a:cubicBezTo>
                    <a:cubicBezTo>
                      <a:pt x="599" y="102"/>
                      <a:pt x="599" y="102"/>
                      <a:pt x="599" y="102"/>
                    </a:cubicBezTo>
                    <a:cubicBezTo>
                      <a:pt x="596" y="114"/>
                      <a:pt x="596" y="114"/>
                      <a:pt x="596" y="114"/>
                    </a:cubicBezTo>
                    <a:cubicBezTo>
                      <a:pt x="586" y="123"/>
                      <a:pt x="586" y="123"/>
                      <a:pt x="586" y="123"/>
                    </a:cubicBezTo>
                    <a:cubicBezTo>
                      <a:pt x="570" y="122"/>
                      <a:pt x="570" y="122"/>
                      <a:pt x="570" y="122"/>
                    </a:cubicBezTo>
                    <a:cubicBezTo>
                      <a:pt x="571" y="132"/>
                      <a:pt x="571" y="132"/>
                      <a:pt x="571" y="132"/>
                    </a:cubicBezTo>
                    <a:cubicBezTo>
                      <a:pt x="574" y="135"/>
                      <a:pt x="574" y="135"/>
                      <a:pt x="574" y="135"/>
                    </a:cubicBezTo>
                    <a:cubicBezTo>
                      <a:pt x="567" y="146"/>
                      <a:pt x="567" y="146"/>
                      <a:pt x="567" y="146"/>
                    </a:cubicBezTo>
                    <a:cubicBezTo>
                      <a:pt x="560" y="157"/>
                      <a:pt x="560" y="157"/>
                      <a:pt x="560" y="157"/>
                    </a:cubicBezTo>
                    <a:cubicBezTo>
                      <a:pt x="553" y="163"/>
                      <a:pt x="553" y="163"/>
                      <a:pt x="553" y="163"/>
                    </a:cubicBezTo>
                    <a:cubicBezTo>
                      <a:pt x="529" y="174"/>
                      <a:pt x="529" y="174"/>
                      <a:pt x="529" y="174"/>
                    </a:cubicBezTo>
                    <a:cubicBezTo>
                      <a:pt x="509" y="177"/>
                      <a:pt x="509" y="177"/>
                      <a:pt x="509" y="177"/>
                    </a:cubicBezTo>
                    <a:cubicBezTo>
                      <a:pt x="490" y="182"/>
                      <a:pt x="490" y="182"/>
                      <a:pt x="490" y="182"/>
                    </a:cubicBezTo>
                    <a:cubicBezTo>
                      <a:pt x="489" y="195"/>
                      <a:pt x="489" y="195"/>
                      <a:pt x="489" y="195"/>
                    </a:cubicBezTo>
                    <a:cubicBezTo>
                      <a:pt x="475" y="205"/>
                      <a:pt x="475" y="205"/>
                      <a:pt x="475" y="205"/>
                    </a:cubicBezTo>
                    <a:cubicBezTo>
                      <a:pt x="479" y="222"/>
                      <a:pt x="479" y="222"/>
                      <a:pt x="479" y="222"/>
                    </a:cubicBezTo>
                    <a:cubicBezTo>
                      <a:pt x="470" y="235"/>
                      <a:pt x="470" y="235"/>
                      <a:pt x="470" y="235"/>
                    </a:cubicBezTo>
                    <a:cubicBezTo>
                      <a:pt x="471" y="256"/>
                      <a:pt x="471" y="256"/>
                      <a:pt x="471" y="256"/>
                    </a:cubicBezTo>
                    <a:cubicBezTo>
                      <a:pt x="461" y="264"/>
                      <a:pt x="461" y="264"/>
                      <a:pt x="461" y="264"/>
                    </a:cubicBezTo>
                    <a:cubicBezTo>
                      <a:pt x="463" y="295"/>
                      <a:pt x="463" y="295"/>
                      <a:pt x="463" y="295"/>
                    </a:cubicBezTo>
                    <a:cubicBezTo>
                      <a:pt x="459" y="304"/>
                      <a:pt x="459" y="304"/>
                      <a:pt x="459" y="304"/>
                    </a:cubicBezTo>
                    <a:cubicBezTo>
                      <a:pt x="454" y="314"/>
                      <a:pt x="454" y="314"/>
                      <a:pt x="454" y="314"/>
                    </a:cubicBezTo>
                    <a:cubicBezTo>
                      <a:pt x="431" y="331"/>
                      <a:pt x="431" y="331"/>
                      <a:pt x="431" y="331"/>
                    </a:cubicBezTo>
                    <a:cubicBezTo>
                      <a:pt x="421" y="327"/>
                      <a:pt x="421" y="327"/>
                      <a:pt x="421" y="327"/>
                    </a:cubicBezTo>
                    <a:cubicBezTo>
                      <a:pt x="402" y="327"/>
                      <a:pt x="402" y="327"/>
                      <a:pt x="402" y="327"/>
                    </a:cubicBezTo>
                    <a:cubicBezTo>
                      <a:pt x="393" y="333"/>
                      <a:pt x="393" y="333"/>
                      <a:pt x="393" y="333"/>
                    </a:cubicBezTo>
                    <a:cubicBezTo>
                      <a:pt x="389" y="352"/>
                      <a:pt x="389" y="352"/>
                      <a:pt x="389" y="352"/>
                    </a:cubicBezTo>
                    <a:cubicBezTo>
                      <a:pt x="386" y="358"/>
                      <a:pt x="386" y="358"/>
                      <a:pt x="386" y="358"/>
                    </a:cubicBezTo>
                    <a:cubicBezTo>
                      <a:pt x="383" y="373"/>
                      <a:pt x="383" y="373"/>
                      <a:pt x="383" y="373"/>
                    </a:cubicBezTo>
                    <a:cubicBezTo>
                      <a:pt x="380" y="384"/>
                      <a:pt x="380" y="384"/>
                      <a:pt x="380" y="384"/>
                    </a:cubicBezTo>
                    <a:cubicBezTo>
                      <a:pt x="342" y="384"/>
                      <a:pt x="342" y="384"/>
                      <a:pt x="342" y="384"/>
                    </a:cubicBezTo>
                    <a:cubicBezTo>
                      <a:pt x="314" y="421"/>
                      <a:pt x="314" y="421"/>
                      <a:pt x="314" y="421"/>
                    </a:cubicBezTo>
                    <a:cubicBezTo>
                      <a:pt x="286" y="424"/>
                      <a:pt x="286" y="424"/>
                      <a:pt x="286" y="424"/>
                    </a:cubicBezTo>
                    <a:cubicBezTo>
                      <a:pt x="271" y="441"/>
                      <a:pt x="271" y="441"/>
                      <a:pt x="271" y="441"/>
                    </a:cubicBezTo>
                    <a:cubicBezTo>
                      <a:pt x="261" y="435"/>
                      <a:pt x="261" y="435"/>
                      <a:pt x="261" y="435"/>
                    </a:cubicBezTo>
                    <a:cubicBezTo>
                      <a:pt x="251" y="448"/>
                      <a:pt x="251" y="448"/>
                      <a:pt x="251" y="448"/>
                    </a:cubicBezTo>
                    <a:cubicBezTo>
                      <a:pt x="241" y="440"/>
                      <a:pt x="241" y="440"/>
                      <a:pt x="241" y="440"/>
                    </a:cubicBezTo>
                    <a:cubicBezTo>
                      <a:pt x="222" y="428"/>
                      <a:pt x="222" y="428"/>
                      <a:pt x="222" y="428"/>
                    </a:cubicBezTo>
                    <a:cubicBezTo>
                      <a:pt x="201" y="447"/>
                      <a:pt x="201" y="447"/>
                      <a:pt x="201" y="447"/>
                    </a:cubicBezTo>
                    <a:cubicBezTo>
                      <a:pt x="191" y="446"/>
                      <a:pt x="191" y="446"/>
                      <a:pt x="191" y="446"/>
                    </a:cubicBezTo>
                    <a:cubicBezTo>
                      <a:pt x="171" y="425"/>
                      <a:pt x="171" y="425"/>
                      <a:pt x="171" y="425"/>
                    </a:cubicBezTo>
                    <a:cubicBezTo>
                      <a:pt x="155" y="422"/>
                      <a:pt x="155" y="422"/>
                      <a:pt x="155" y="422"/>
                    </a:cubicBezTo>
                    <a:cubicBezTo>
                      <a:pt x="140" y="416"/>
                      <a:pt x="140" y="416"/>
                      <a:pt x="140" y="416"/>
                    </a:cubicBezTo>
                    <a:cubicBezTo>
                      <a:pt x="128" y="413"/>
                      <a:pt x="128" y="413"/>
                      <a:pt x="128" y="413"/>
                    </a:cubicBezTo>
                    <a:cubicBezTo>
                      <a:pt x="110" y="433"/>
                      <a:pt x="110" y="433"/>
                      <a:pt x="110" y="433"/>
                    </a:cubicBezTo>
                    <a:cubicBezTo>
                      <a:pt x="101" y="434"/>
                      <a:pt x="101" y="434"/>
                      <a:pt x="101" y="434"/>
                    </a:cubicBezTo>
                    <a:cubicBezTo>
                      <a:pt x="95" y="442"/>
                      <a:pt x="95" y="442"/>
                      <a:pt x="95" y="442"/>
                    </a:cubicBezTo>
                    <a:cubicBezTo>
                      <a:pt x="93" y="458"/>
                      <a:pt x="93" y="458"/>
                      <a:pt x="93" y="458"/>
                    </a:cubicBezTo>
                    <a:cubicBezTo>
                      <a:pt x="76" y="474"/>
                      <a:pt x="76" y="474"/>
                      <a:pt x="76" y="474"/>
                    </a:cubicBezTo>
                    <a:cubicBezTo>
                      <a:pt x="69" y="485"/>
                      <a:pt x="69" y="485"/>
                      <a:pt x="69" y="485"/>
                    </a:cubicBezTo>
                    <a:cubicBezTo>
                      <a:pt x="64" y="496"/>
                      <a:pt x="64" y="496"/>
                      <a:pt x="64" y="496"/>
                    </a:cubicBezTo>
                    <a:cubicBezTo>
                      <a:pt x="57" y="510"/>
                      <a:pt x="57" y="510"/>
                      <a:pt x="57" y="510"/>
                    </a:cubicBezTo>
                    <a:cubicBezTo>
                      <a:pt x="51" y="528"/>
                      <a:pt x="51" y="528"/>
                      <a:pt x="51" y="528"/>
                    </a:cubicBezTo>
                    <a:cubicBezTo>
                      <a:pt x="35" y="554"/>
                      <a:pt x="35" y="554"/>
                      <a:pt x="35" y="554"/>
                    </a:cubicBezTo>
                    <a:cubicBezTo>
                      <a:pt x="36" y="585"/>
                      <a:pt x="36" y="585"/>
                      <a:pt x="36" y="585"/>
                    </a:cubicBezTo>
                    <a:cubicBezTo>
                      <a:pt x="42" y="594"/>
                      <a:pt x="42" y="594"/>
                      <a:pt x="42" y="594"/>
                    </a:cubicBezTo>
                    <a:cubicBezTo>
                      <a:pt x="41" y="601"/>
                      <a:pt x="41" y="601"/>
                      <a:pt x="41" y="601"/>
                    </a:cubicBezTo>
                    <a:cubicBezTo>
                      <a:pt x="32" y="609"/>
                      <a:pt x="32" y="609"/>
                      <a:pt x="32" y="609"/>
                    </a:cubicBezTo>
                    <a:cubicBezTo>
                      <a:pt x="24" y="623"/>
                      <a:pt x="24" y="623"/>
                      <a:pt x="24" y="623"/>
                    </a:cubicBezTo>
                    <a:cubicBezTo>
                      <a:pt x="17" y="626"/>
                      <a:pt x="17" y="626"/>
                      <a:pt x="17" y="626"/>
                    </a:cubicBezTo>
                    <a:cubicBezTo>
                      <a:pt x="3" y="648"/>
                      <a:pt x="3" y="648"/>
                      <a:pt x="3" y="648"/>
                    </a:cubicBezTo>
                    <a:cubicBezTo>
                      <a:pt x="11" y="659"/>
                      <a:pt x="11" y="659"/>
                      <a:pt x="11" y="659"/>
                    </a:cubicBezTo>
                    <a:cubicBezTo>
                      <a:pt x="9" y="671"/>
                      <a:pt x="9" y="671"/>
                      <a:pt x="9" y="671"/>
                    </a:cubicBezTo>
                    <a:cubicBezTo>
                      <a:pt x="6" y="683"/>
                      <a:pt x="6" y="683"/>
                      <a:pt x="6" y="683"/>
                    </a:cubicBezTo>
                    <a:cubicBezTo>
                      <a:pt x="0" y="684"/>
                      <a:pt x="0" y="684"/>
                      <a:pt x="0" y="684"/>
                    </a:cubicBezTo>
                    <a:cubicBezTo>
                      <a:pt x="0" y="699"/>
                      <a:pt x="0" y="699"/>
                      <a:pt x="0" y="699"/>
                    </a:cubicBezTo>
                    <a:cubicBezTo>
                      <a:pt x="11" y="702"/>
                      <a:pt x="11" y="702"/>
                      <a:pt x="11" y="702"/>
                    </a:cubicBezTo>
                    <a:cubicBezTo>
                      <a:pt x="14" y="711"/>
                      <a:pt x="14" y="711"/>
                      <a:pt x="14" y="711"/>
                    </a:cubicBezTo>
                    <a:cubicBezTo>
                      <a:pt x="26" y="717"/>
                      <a:pt x="26" y="717"/>
                      <a:pt x="26" y="717"/>
                    </a:cubicBezTo>
                    <a:cubicBezTo>
                      <a:pt x="23" y="734"/>
                      <a:pt x="23" y="734"/>
                      <a:pt x="23" y="734"/>
                    </a:cubicBezTo>
                    <a:cubicBezTo>
                      <a:pt x="34" y="746"/>
                      <a:pt x="34" y="746"/>
                      <a:pt x="34" y="746"/>
                    </a:cubicBezTo>
                    <a:cubicBezTo>
                      <a:pt x="43" y="748"/>
                      <a:pt x="43" y="748"/>
                      <a:pt x="43" y="748"/>
                    </a:cubicBezTo>
                    <a:cubicBezTo>
                      <a:pt x="39" y="761"/>
                      <a:pt x="39" y="761"/>
                      <a:pt x="39" y="761"/>
                    </a:cubicBezTo>
                    <a:cubicBezTo>
                      <a:pt x="44" y="774"/>
                      <a:pt x="44" y="774"/>
                      <a:pt x="44" y="774"/>
                    </a:cubicBezTo>
                    <a:cubicBezTo>
                      <a:pt x="46" y="790"/>
                      <a:pt x="46" y="790"/>
                      <a:pt x="46" y="790"/>
                    </a:cubicBezTo>
                    <a:cubicBezTo>
                      <a:pt x="57" y="804"/>
                      <a:pt x="57" y="804"/>
                      <a:pt x="57" y="804"/>
                    </a:cubicBezTo>
                    <a:cubicBezTo>
                      <a:pt x="68" y="815"/>
                      <a:pt x="68" y="815"/>
                      <a:pt x="68" y="815"/>
                    </a:cubicBezTo>
                    <a:cubicBezTo>
                      <a:pt x="79" y="817"/>
                      <a:pt x="79" y="817"/>
                      <a:pt x="79" y="817"/>
                    </a:cubicBezTo>
                    <a:cubicBezTo>
                      <a:pt x="82" y="829"/>
                      <a:pt x="82" y="829"/>
                      <a:pt x="82" y="829"/>
                    </a:cubicBezTo>
                    <a:cubicBezTo>
                      <a:pt x="92" y="838"/>
                      <a:pt x="92" y="838"/>
                      <a:pt x="92" y="838"/>
                    </a:cubicBezTo>
                    <a:cubicBezTo>
                      <a:pt x="86" y="847"/>
                      <a:pt x="86" y="847"/>
                      <a:pt x="86" y="847"/>
                    </a:cubicBezTo>
                    <a:cubicBezTo>
                      <a:pt x="90" y="857"/>
                      <a:pt x="90" y="857"/>
                      <a:pt x="90" y="857"/>
                    </a:cubicBezTo>
                    <a:cubicBezTo>
                      <a:pt x="83" y="863"/>
                      <a:pt x="83" y="863"/>
                      <a:pt x="83" y="863"/>
                    </a:cubicBezTo>
                    <a:cubicBezTo>
                      <a:pt x="89" y="867"/>
                      <a:pt x="89" y="867"/>
                      <a:pt x="89" y="867"/>
                    </a:cubicBezTo>
                    <a:cubicBezTo>
                      <a:pt x="85" y="876"/>
                      <a:pt x="85" y="876"/>
                      <a:pt x="85" y="876"/>
                    </a:cubicBezTo>
                    <a:cubicBezTo>
                      <a:pt x="92" y="882"/>
                      <a:pt x="92" y="882"/>
                      <a:pt x="92" y="882"/>
                    </a:cubicBezTo>
                    <a:cubicBezTo>
                      <a:pt x="98" y="873"/>
                      <a:pt x="98" y="873"/>
                      <a:pt x="98" y="873"/>
                    </a:cubicBezTo>
                    <a:cubicBezTo>
                      <a:pt x="118" y="889"/>
                      <a:pt x="118" y="889"/>
                      <a:pt x="118" y="889"/>
                    </a:cubicBezTo>
                    <a:cubicBezTo>
                      <a:pt x="126" y="885"/>
                      <a:pt x="126" y="885"/>
                      <a:pt x="126" y="885"/>
                    </a:cubicBezTo>
                    <a:cubicBezTo>
                      <a:pt x="146" y="879"/>
                      <a:pt x="146" y="879"/>
                      <a:pt x="146" y="879"/>
                    </a:cubicBezTo>
                    <a:cubicBezTo>
                      <a:pt x="149" y="890"/>
                      <a:pt x="149" y="890"/>
                      <a:pt x="149" y="890"/>
                    </a:cubicBezTo>
                    <a:cubicBezTo>
                      <a:pt x="155" y="894"/>
                      <a:pt x="155" y="894"/>
                      <a:pt x="155" y="894"/>
                    </a:cubicBezTo>
                    <a:cubicBezTo>
                      <a:pt x="181" y="897"/>
                      <a:pt x="181" y="897"/>
                      <a:pt x="181" y="897"/>
                    </a:cubicBezTo>
                    <a:cubicBezTo>
                      <a:pt x="192" y="911"/>
                      <a:pt x="192" y="911"/>
                      <a:pt x="192" y="911"/>
                    </a:cubicBezTo>
                    <a:cubicBezTo>
                      <a:pt x="209" y="925"/>
                      <a:pt x="209" y="925"/>
                      <a:pt x="209" y="925"/>
                    </a:cubicBezTo>
                    <a:cubicBezTo>
                      <a:pt x="217" y="940"/>
                      <a:pt x="217" y="940"/>
                      <a:pt x="217" y="940"/>
                    </a:cubicBezTo>
                    <a:cubicBezTo>
                      <a:pt x="221" y="955"/>
                      <a:pt x="221" y="955"/>
                      <a:pt x="221" y="955"/>
                    </a:cubicBezTo>
                    <a:cubicBezTo>
                      <a:pt x="238" y="960"/>
                      <a:pt x="238" y="960"/>
                      <a:pt x="238" y="960"/>
                    </a:cubicBezTo>
                    <a:cubicBezTo>
                      <a:pt x="248" y="963"/>
                      <a:pt x="248" y="963"/>
                      <a:pt x="248" y="963"/>
                    </a:cubicBezTo>
                    <a:cubicBezTo>
                      <a:pt x="257" y="981"/>
                      <a:pt x="257" y="981"/>
                      <a:pt x="257" y="981"/>
                    </a:cubicBezTo>
                    <a:cubicBezTo>
                      <a:pt x="263" y="991"/>
                      <a:pt x="263" y="991"/>
                      <a:pt x="263" y="991"/>
                    </a:cubicBezTo>
                    <a:cubicBezTo>
                      <a:pt x="282" y="991"/>
                      <a:pt x="282" y="991"/>
                      <a:pt x="282" y="991"/>
                    </a:cubicBezTo>
                    <a:cubicBezTo>
                      <a:pt x="313" y="1022"/>
                      <a:pt x="313" y="1022"/>
                      <a:pt x="313" y="1022"/>
                    </a:cubicBezTo>
                    <a:cubicBezTo>
                      <a:pt x="320" y="1026"/>
                      <a:pt x="320" y="1026"/>
                      <a:pt x="320" y="1026"/>
                    </a:cubicBezTo>
                    <a:cubicBezTo>
                      <a:pt x="339" y="1032"/>
                      <a:pt x="339" y="1032"/>
                      <a:pt x="339" y="1032"/>
                    </a:cubicBezTo>
                    <a:cubicBezTo>
                      <a:pt x="385" y="1033"/>
                      <a:pt x="385" y="1033"/>
                      <a:pt x="385" y="1033"/>
                    </a:cubicBezTo>
                    <a:cubicBezTo>
                      <a:pt x="409" y="1023"/>
                      <a:pt x="409" y="1023"/>
                      <a:pt x="409" y="1023"/>
                    </a:cubicBezTo>
                    <a:cubicBezTo>
                      <a:pt x="418" y="1029"/>
                      <a:pt x="418" y="1029"/>
                      <a:pt x="418" y="1029"/>
                    </a:cubicBezTo>
                    <a:cubicBezTo>
                      <a:pt x="442" y="1028"/>
                      <a:pt x="442" y="1028"/>
                      <a:pt x="442" y="1028"/>
                    </a:cubicBezTo>
                    <a:cubicBezTo>
                      <a:pt x="455" y="1024"/>
                      <a:pt x="455" y="1024"/>
                      <a:pt x="455" y="1024"/>
                    </a:cubicBezTo>
                    <a:cubicBezTo>
                      <a:pt x="462" y="1027"/>
                      <a:pt x="462" y="1027"/>
                      <a:pt x="462" y="1027"/>
                    </a:cubicBezTo>
                    <a:cubicBezTo>
                      <a:pt x="476" y="1027"/>
                      <a:pt x="476" y="1027"/>
                      <a:pt x="476" y="1027"/>
                    </a:cubicBezTo>
                    <a:cubicBezTo>
                      <a:pt x="485" y="1031"/>
                      <a:pt x="485" y="1031"/>
                      <a:pt x="485" y="1031"/>
                    </a:cubicBezTo>
                    <a:cubicBezTo>
                      <a:pt x="498" y="1031"/>
                      <a:pt x="498" y="1031"/>
                      <a:pt x="498" y="1031"/>
                    </a:cubicBezTo>
                    <a:cubicBezTo>
                      <a:pt x="510" y="1037"/>
                      <a:pt x="510" y="1037"/>
                      <a:pt x="510" y="1037"/>
                    </a:cubicBezTo>
                    <a:cubicBezTo>
                      <a:pt x="532" y="1038"/>
                      <a:pt x="532" y="1038"/>
                      <a:pt x="532" y="1038"/>
                    </a:cubicBezTo>
                    <a:cubicBezTo>
                      <a:pt x="578" y="1020"/>
                      <a:pt x="578" y="1020"/>
                      <a:pt x="578" y="1020"/>
                    </a:cubicBezTo>
                    <a:cubicBezTo>
                      <a:pt x="587" y="1020"/>
                      <a:pt x="587" y="1020"/>
                      <a:pt x="587" y="1020"/>
                    </a:cubicBezTo>
                    <a:cubicBezTo>
                      <a:pt x="602" y="1029"/>
                      <a:pt x="602" y="1029"/>
                      <a:pt x="602" y="1029"/>
                    </a:cubicBezTo>
                    <a:cubicBezTo>
                      <a:pt x="613" y="1021"/>
                      <a:pt x="613" y="1021"/>
                      <a:pt x="613" y="1021"/>
                    </a:cubicBezTo>
                    <a:cubicBezTo>
                      <a:pt x="613" y="1021"/>
                      <a:pt x="639" y="1021"/>
                      <a:pt x="640" y="1022"/>
                    </a:cubicBezTo>
                    <a:cubicBezTo>
                      <a:pt x="641" y="1022"/>
                      <a:pt x="658" y="1024"/>
                      <a:pt x="658" y="1024"/>
                    </a:cubicBezTo>
                    <a:cubicBezTo>
                      <a:pt x="683" y="1009"/>
                      <a:pt x="683" y="1009"/>
                      <a:pt x="683" y="1009"/>
                    </a:cubicBezTo>
                    <a:cubicBezTo>
                      <a:pt x="692" y="993"/>
                      <a:pt x="692" y="993"/>
                      <a:pt x="692" y="993"/>
                    </a:cubicBezTo>
                    <a:cubicBezTo>
                      <a:pt x="728" y="992"/>
                      <a:pt x="728" y="992"/>
                      <a:pt x="728" y="992"/>
                    </a:cubicBezTo>
                    <a:cubicBezTo>
                      <a:pt x="732" y="988"/>
                      <a:pt x="732" y="988"/>
                      <a:pt x="732" y="988"/>
                    </a:cubicBezTo>
                    <a:cubicBezTo>
                      <a:pt x="720" y="974"/>
                      <a:pt x="720" y="974"/>
                      <a:pt x="720" y="974"/>
                    </a:cubicBezTo>
                    <a:cubicBezTo>
                      <a:pt x="699" y="962"/>
                      <a:pt x="699" y="962"/>
                      <a:pt x="699" y="962"/>
                    </a:cubicBezTo>
                    <a:cubicBezTo>
                      <a:pt x="696" y="942"/>
                      <a:pt x="696" y="942"/>
                      <a:pt x="696" y="942"/>
                    </a:cubicBezTo>
                    <a:cubicBezTo>
                      <a:pt x="700" y="934"/>
                      <a:pt x="700" y="934"/>
                      <a:pt x="700" y="934"/>
                    </a:cubicBezTo>
                    <a:cubicBezTo>
                      <a:pt x="702" y="914"/>
                      <a:pt x="702" y="914"/>
                      <a:pt x="702" y="914"/>
                    </a:cubicBezTo>
                    <a:cubicBezTo>
                      <a:pt x="698" y="906"/>
                      <a:pt x="698" y="906"/>
                      <a:pt x="698" y="906"/>
                    </a:cubicBezTo>
                    <a:cubicBezTo>
                      <a:pt x="719" y="893"/>
                      <a:pt x="719" y="893"/>
                      <a:pt x="719" y="893"/>
                    </a:cubicBezTo>
                    <a:cubicBezTo>
                      <a:pt x="721" y="874"/>
                      <a:pt x="721" y="874"/>
                      <a:pt x="721" y="874"/>
                    </a:cubicBezTo>
                    <a:cubicBezTo>
                      <a:pt x="726" y="866"/>
                      <a:pt x="726" y="866"/>
                      <a:pt x="726" y="866"/>
                    </a:cubicBezTo>
                    <a:cubicBezTo>
                      <a:pt x="776" y="865"/>
                      <a:pt x="776" y="865"/>
                      <a:pt x="776" y="865"/>
                    </a:cubicBezTo>
                    <a:cubicBezTo>
                      <a:pt x="787" y="855"/>
                      <a:pt x="787" y="855"/>
                      <a:pt x="787" y="855"/>
                    </a:cubicBezTo>
                    <a:cubicBezTo>
                      <a:pt x="792" y="852"/>
                      <a:pt x="792" y="852"/>
                      <a:pt x="792" y="852"/>
                    </a:cubicBezTo>
                    <a:cubicBezTo>
                      <a:pt x="807" y="861"/>
                      <a:pt x="807" y="861"/>
                      <a:pt x="807" y="861"/>
                    </a:cubicBezTo>
                    <a:cubicBezTo>
                      <a:pt x="817" y="853"/>
                      <a:pt x="817" y="853"/>
                      <a:pt x="817" y="853"/>
                    </a:cubicBezTo>
                    <a:cubicBezTo>
                      <a:pt x="826" y="857"/>
                      <a:pt x="826" y="857"/>
                      <a:pt x="826" y="857"/>
                    </a:cubicBezTo>
                    <a:cubicBezTo>
                      <a:pt x="830" y="852"/>
                      <a:pt x="830" y="852"/>
                      <a:pt x="830" y="852"/>
                    </a:cubicBezTo>
                    <a:cubicBezTo>
                      <a:pt x="843" y="853"/>
                      <a:pt x="843" y="853"/>
                      <a:pt x="843" y="853"/>
                    </a:cubicBezTo>
                    <a:cubicBezTo>
                      <a:pt x="856" y="859"/>
                      <a:pt x="856" y="859"/>
                      <a:pt x="856" y="859"/>
                    </a:cubicBezTo>
                    <a:cubicBezTo>
                      <a:pt x="868" y="861"/>
                      <a:pt x="868" y="861"/>
                      <a:pt x="868" y="861"/>
                    </a:cubicBezTo>
                    <a:cubicBezTo>
                      <a:pt x="874" y="864"/>
                      <a:pt x="874" y="864"/>
                      <a:pt x="874" y="864"/>
                    </a:cubicBezTo>
                    <a:cubicBezTo>
                      <a:pt x="892" y="845"/>
                      <a:pt x="892" y="845"/>
                      <a:pt x="892" y="845"/>
                    </a:cubicBezTo>
                    <a:cubicBezTo>
                      <a:pt x="925" y="843"/>
                      <a:pt x="925" y="843"/>
                      <a:pt x="925" y="843"/>
                    </a:cubicBezTo>
                    <a:cubicBezTo>
                      <a:pt x="932" y="848"/>
                      <a:pt x="932" y="848"/>
                      <a:pt x="932" y="848"/>
                    </a:cubicBezTo>
                    <a:cubicBezTo>
                      <a:pt x="944" y="837"/>
                      <a:pt x="944" y="837"/>
                      <a:pt x="944" y="837"/>
                    </a:cubicBezTo>
                    <a:cubicBezTo>
                      <a:pt x="953" y="846"/>
                      <a:pt x="953" y="846"/>
                      <a:pt x="953" y="846"/>
                    </a:cubicBezTo>
                    <a:cubicBezTo>
                      <a:pt x="965" y="836"/>
                      <a:pt x="965" y="836"/>
                      <a:pt x="965" y="836"/>
                    </a:cubicBezTo>
                    <a:cubicBezTo>
                      <a:pt x="965" y="815"/>
                      <a:pt x="965" y="815"/>
                      <a:pt x="965" y="815"/>
                    </a:cubicBezTo>
                    <a:cubicBezTo>
                      <a:pt x="972" y="805"/>
                      <a:pt x="972" y="805"/>
                      <a:pt x="972" y="805"/>
                    </a:cubicBezTo>
                    <a:cubicBezTo>
                      <a:pt x="969" y="798"/>
                      <a:pt x="969" y="798"/>
                      <a:pt x="969" y="798"/>
                    </a:cubicBezTo>
                    <a:cubicBezTo>
                      <a:pt x="971" y="792"/>
                      <a:pt x="971" y="792"/>
                      <a:pt x="971" y="792"/>
                    </a:cubicBezTo>
                    <a:cubicBezTo>
                      <a:pt x="976" y="781"/>
                      <a:pt x="976" y="781"/>
                      <a:pt x="976" y="781"/>
                    </a:cubicBezTo>
                    <a:cubicBezTo>
                      <a:pt x="985" y="778"/>
                      <a:pt x="985" y="778"/>
                      <a:pt x="985" y="778"/>
                    </a:cubicBezTo>
                    <a:cubicBezTo>
                      <a:pt x="995" y="776"/>
                      <a:pt x="995" y="776"/>
                      <a:pt x="995" y="776"/>
                    </a:cubicBezTo>
                    <a:cubicBezTo>
                      <a:pt x="1015" y="755"/>
                      <a:pt x="1015" y="755"/>
                      <a:pt x="1015" y="755"/>
                    </a:cubicBezTo>
                    <a:cubicBezTo>
                      <a:pt x="1019" y="760"/>
                      <a:pt x="1019" y="760"/>
                      <a:pt x="1019" y="760"/>
                    </a:cubicBezTo>
                    <a:cubicBezTo>
                      <a:pt x="1027" y="759"/>
                      <a:pt x="1027" y="759"/>
                      <a:pt x="1027" y="759"/>
                    </a:cubicBezTo>
                    <a:cubicBezTo>
                      <a:pt x="1030" y="773"/>
                      <a:pt x="1030" y="773"/>
                      <a:pt x="1030" y="773"/>
                    </a:cubicBezTo>
                    <a:cubicBezTo>
                      <a:pt x="1038" y="782"/>
                      <a:pt x="1038" y="782"/>
                      <a:pt x="1038" y="782"/>
                    </a:cubicBezTo>
                    <a:cubicBezTo>
                      <a:pt x="1046" y="784"/>
                      <a:pt x="1046" y="784"/>
                      <a:pt x="1046" y="784"/>
                    </a:cubicBezTo>
                    <a:cubicBezTo>
                      <a:pt x="1057" y="775"/>
                      <a:pt x="1057" y="775"/>
                      <a:pt x="1057" y="775"/>
                    </a:cubicBezTo>
                    <a:cubicBezTo>
                      <a:pt x="1074" y="784"/>
                      <a:pt x="1074" y="784"/>
                      <a:pt x="1074" y="784"/>
                    </a:cubicBezTo>
                    <a:cubicBezTo>
                      <a:pt x="1076" y="795"/>
                      <a:pt x="1076" y="795"/>
                      <a:pt x="1076" y="795"/>
                    </a:cubicBezTo>
                    <a:cubicBezTo>
                      <a:pt x="1069" y="802"/>
                      <a:pt x="1069" y="802"/>
                      <a:pt x="1069" y="802"/>
                    </a:cubicBezTo>
                    <a:cubicBezTo>
                      <a:pt x="1073" y="808"/>
                      <a:pt x="1073" y="808"/>
                      <a:pt x="1073" y="808"/>
                    </a:cubicBezTo>
                    <a:cubicBezTo>
                      <a:pt x="1080" y="801"/>
                      <a:pt x="1080" y="801"/>
                      <a:pt x="1080" y="801"/>
                    </a:cubicBezTo>
                    <a:cubicBezTo>
                      <a:pt x="1092" y="804"/>
                      <a:pt x="1092" y="804"/>
                      <a:pt x="1092" y="804"/>
                    </a:cubicBezTo>
                    <a:cubicBezTo>
                      <a:pt x="1094" y="796"/>
                      <a:pt x="1094" y="796"/>
                      <a:pt x="1094" y="796"/>
                    </a:cubicBezTo>
                    <a:cubicBezTo>
                      <a:pt x="1108" y="801"/>
                      <a:pt x="1108" y="801"/>
                      <a:pt x="1108" y="801"/>
                    </a:cubicBezTo>
                    <a:cubicBezTo>
                      <a:pt x="1116" y="809"/>
                      <a:pt x="1116" y="809"/>
                      <a:pt x="1116" y="809"/>
                    </a:cubicBezTo>
                    <a:cubicBezTo>
                      <a:pt x="1113" y="822"/>
                      <a:pt x="1113" y="822"/>
                      <a:pt x="1113" y="822"/>
                    </a:cubicBezTo>
                    <a:cubicBezTo>
                      <a:pt x="1121" y="823"/>
                      <a:pt x="1121" y="823"/>
                      <a:pt x="1121" y="823"/>
                    </a:cubicBezTo>
                    <a:cubicBezTo>
                      <a:pt x="1140" y="803"/>
                      <a:pt x="1140" y="803"/>
                      <a:pt x="1140" y="803"/>
                    </a:cubicBezTo>
                    <a:cubicBezTo>
                      <a:pt x="1147" y="800"/>
                      <a:pt x="1147" y="800"/>
                      <a:pt x="1147" y="800"/>
                    </a:cubicBezTo>
                    <a:cubicBezTo>
                      <a:pt x="1156" y="795"/>
                      <a:pt x="1156" y="795"/>
                      <a:pt x="1156" y="795"/>
                    </a:cubicBezTo>
                    <a:cubicBezTo>
                      <a:pt x="1163" y="800"/>
                      <a:pt x="1163" y="800"/>
                      <a:pt x="1163" y="800"/>
                    </a:cubicBezTo>
                    <a:cubicBezTo>
                      <a:pt x="1172" y="800"/>
                      <a:pt x="1172" y="800"/>
                      <a:pt x="1172" y="800"/>
                    </a:cubicBezTo>
                    <a:cubicBezTo>
                      <a:pt x="1174" y="788"/>
                      <a:pt x="1174" y="788"/>
                      <a:pt x="1174" y="788"/>
                    </a:cubicBezTo>
                    <a:cubicBezTo>
                      <a:pt x="1197" y="772"/>
                      <a:pt x="1197" y="772"/>
                      <a:pt x="1197" y="772"/>
                    </a:cubicBezTo>
                    <a:cubicBezTo>
                      <a:pt x="1199" y="754"/>
                      <a:pt x="1199" y="754"/>
                      <a:pt x="1199" y="754"/>
                    </a:cubicBezTo>
                    <a:cubicBezTo>
                      <a:pt x="1219" y="756"/>
                      <a:pt x="1219" y="756"/>
                      <a:pt x="1219" y="756"/>
                    </a:cubicBezTo>
                    <a:cubicBezTo>
                      <a:pt x="1234" y="739"/>
                      <a:pt x="1234" y="739"/>
                      <a:pt x="1234" y="739"/>
                    </a:cubicBezTo>
                    <a:cubicBezTo>
                      <a:pt x="1245" y="748"/>
                      <a:pt x="1245" y="748"/>
                      <a:pt x="1245" y="748"/>
                    </a:cubicBezTo>
                    <a:cubicBezTo>
                      <a:pt x="1259" y="749"/>
                      <a:pt x="1259" y="749"/>
                      <a:pt x="1259" y="749"/>
                    </a:cubicBezTo>
                    <a:cubicBezTo>
                      <a:pt x="1266" y="744"/>
                      <a:pt x="1266" y="744"/>
                      <a:pt x="1266" y="744"/>
                    </a:cubicBezTo>
                    <a:cubicBezTo>
                      <a:pt x="1270" y="729"/>
                      <a:pt x="1270" y="729"/>
                      <a:pt x="1270" y="729"/>
                    </a:cubicBezTo>
                    <a:cubicBezTo>
                      <a:pt x="1294" y="697"/>
                      <a:pt x="1294" y="697"/>
                      <a:pt x="1294" y="697"/>
                    </a:cubicBezTo>
                    <a:cubicBezTo>
                      <a:pt x="1298" y="689"/>
                      <a:pt x="1298" y="689"/>
                      <a:pt x="1298" y="689"/>
                    </a:cubicBezTo>
                    <a:cubicBezTo>
                      <a:pt x="1300" y="662"/>
                      <a:pt x="1300" y="662"/>
                      <a:pt x="1300" y="662"/>
                    </a:cubicBezTo>
                    <a:cubicBezTo>
                      <a:pt x="1331" y="629"/>
                      <a:pt x="1331" y="629"/>
                      <a:pt x="1331" y="629"/>
                    </a:cubicBezTo>
                    <a:cubicBezTo>
                      <a:pt x="1333" y="600"/>
                      <a:pt x="1333" y="600"/>
                      <a:pt x="1333" y="600"/>
                    </a:cubicBezTo>
                    <a:cubicBezTo>
                      <a:pt x="1342" y="605"/>
                      <a:pt x="1342" y="605"/>
                      <a:pt x="1342" y="605"/>
                    </a:cubicBezTo>
                    <a:cubicBezTo>
                      <a:pt x="1346" y="597"/>
                      <a:pt x="1346" y="597"/>
                      <a:pt x="1346" y="597"/>
                    </a:cubicBezTo>
                    <a:cubicBezTo>
                      <a:pt x="1352" y="595"/>
                      <a:pt x="1352" y="595"/>
                      <a:pt x="1352" y="595"/>
                    </a:cubicBezTo>
                    <a:cubicBezTo>
                      <a:pt x="1358" y="601"/>
                      <a:pt x="1358" y="601"/>
                      <a:pt x="1358" y="601"/>
                    </a:cubicBezTo>
                    <a:cubicBezTo>
                      <a:pt x="1363" y="600"/>
                      <a:pt x="1363" y="600"/>
                      <a:pt x="1363" y="600"/>
                    </a:cubicBezTo>
                    <a:cubicBezTo>
                      <a:pt x="1384" y="584"/>
                      <a:pt x="1384" y="584"/>
                      <a:pt x="1384" y="584"/>
                    </a:cubicBezTo>
                    <a:cubicBezTo>
                      <a:pt x="1399" y="584"/>
                      <a:pt x="1399" y="584"/>
                      <a:pt x="1399" y="584"/>
                    </a:cubicBezTo>
                    <a:cubicBezTo>
                      <a:pt x="1406" y="580"/>
                      <a:pt x="1406" y="580"/>
                      <a:pt x="1406" y="580"/>
                    </a:cubicBezTo>
                    <a:cubicBezTo>
                      <a:pt x="1423" y="582"/>
                      <a:pt x="1423" y="582"/>
                      <a:pt x="1423" y="582"/>
                    </a:cubicBezTo>
                    <a:cubicBezTo>
                      <a:pt x="1429" y="577"/>
                      <a:pt x="1429" y="577"/>
                      <a:pt x="1429" y="577"/>
                    </a:cubicBezTo>
                    <a:cubicBezTo>
                      <a:pt x="1447" y="576"/>
                      <a:pt x="1447" y="576"/>
                      <a:pt x="1447" y="576"/>
                    </a:cubicBezTo>
                    <a:cubicBezTo>
                      <a:pt x="1455" y="572"/>
                      <a:pt x="1455" y="572"/>
                      <a:pt x="1455" y="572"/>
                    </a:cubicBezTo>
                    <a:cubicBezTo>
                      <a:pt x="1455" y="584"/>
                      <a:pt x="1455" y="584"/>
                      <a:pt x="1455" y="584"/>
                    </a:cubicBezTo>
                    <a:cubicBezTo>
                      <a:pt x="1465" y="592"/>
                      <a:pt x="1465" y="592"/>
                      <a:pt x="1465" y="592"/>
                    </a:cubicBezTo>
                    <a:cubicBezTo>
                      <a:pt x="1470" y="588"/>
                      <a:pt x="1470" y="588"/>
                      <a:pt x="1470" y="588"/>
                    </a:cubicBezTo>
                    <a:cubicBezTo>
                      <a:pt x="1483" y="587"/>
                      <a:pt x="1483" y="587"/>
                      <a:pt x="1483" y="587"/>
                    </a:cubicBezTo>
                    <a:cubicBezTo>
                      <a:pt x="1495" y="606"/>
                      <a:pt x="1495" y="606"/>
                      <a:pt x="1495" y="606"/>
                    </a:cubicBezTo>
                    <a:cubicBezTo>
                      <a:pt x="1506" y="609"/>
                      <a:pt x="1506" y="609"/>
                      <a:pt x="1506" y="609"/>
                    </a:cubicBezTo>
                    <a:cubicBezTo>
                      <a:pt x="1516" y="599"/>
                      <a:pt x="1516" y="599"/>
                      <a:pt x="1516" y="599"/>
                    </a:cubicBezTo>
                    <a:cubicBezTo>
                      <a:pt x="1524" y="603"/>
                      <a:pt x="1524" y="603"/>
                      <a:pt x="1524" y="603"/>
                    </a:cubicBezTo>
                    <a:cubicBezTo>
                      <a:pt x="1534" y="603"/>
                      <a:pt x="1534" y="603"/>
                      <a:pt x="1534" y="603"/>
                    </a:cubicBezTo>
                    <a:cubicBezTo>
                      <a:pt x="1556" y="623"/>
                      <a:pt x="1556" y="623"/>
                      <a:pt x="1556" y="623"/>
                    </a:cubicBezTo>
                    <a:cubicBezTo>
                      <a:pt x="1572" y="606"/>
                      <a:pt x="1572" y="606"/>
                      <a:pt x="1572" y="606"/>
                    </a:cubicBezTo>
                    <a:cubicBezTo>
                      <a:pt x="1582" y="604"/>
                      <a:pt x="1582" y="604"/>
                      <a:pt x="1582" y="604"/>
                    </a:cubicBezTo>
                    <a:cubicBezTo>
                      <a:pt x="1598" y="596"/>
                      <a:pt x="1598" y="596"/>
                      <a:pt x="1598" y="596"/>
                    </a:cubicBezTo>
                    <a:cubicBezTo>
                      <a:pt x="1610" y="604"/>
                      <a:pt x="1610" y="604"/>
                      <a:pt x="1610" y="604"/>
                    </a:cubicBezTo>
                    <a:cubicBezTo>
                      <a:pt x="1622" y="607"/>
                      <a:pt x="1622" y="607"/>
                      <a:pt x="1622" y="607"/>
                    </a:cubicBezTo>
                    <a:cubicBezTo>
                      <a:pt x="1625" y="597"/>
                      <a:pt x="1625" y="597"/>
                      <a:pt x="1625" y="597"/>
                    </a:cubicBezTo>
                    <a:cubicBezTo>
                      <a:pt x="1628" y="586"/>
                      <a:pt x="1628" y="586"/>
                      <a:pt x="1628" y="586"/>
                    </a:cubicBezTo>
                    <a:cubicBezTo>
                      <a:pt x="1661" y="587"/>
                      <a:pt x="1661" y="587"/>
                      <a:pt x="1661" y="587"/>
                    </a:cubicBezTo>
                    <a:cubicBezTo>
                      <a:pt x="1672" y="573"/>
                      <a:pt x="1672" y="573"/>
                      <a:pt x="1672" y="573"/>
                    </a:cubicBezTo>
                    <a:cubicBezTo>
                      <a:pt x="1684" y="582"/>
                      <a:pt x="1684" y="582"/>
                      <a:pt x="1684" y="582"/>
                    </a:cubicBezTo>
                    <a:cubicBezTo>
                      <a:pt x="1698" y="591"/>
                      <a:pt x="1698" y="591"/>
                      <a:pt x="1698" y="591"/>
                    </a:cubicBezTo>
                    <a:cubicBezTo>
                      <a:pt x="1703" y="602"/>
                      <a:pt x="1703" y="602"/>
                      <a:pt x="1703" y="602"/>
                    </a:cubicBezTo>
                    <a:cubicBezTo>
                      <a:pt x="1706" y="615"/>
                      <a:pt x="1706" y="615"/>
                      <a:pt x="1706" y="615"/>
                    </a:cubicBezTo>
                    <a:cubicBezTo>
                      <a:pt x="1734" y="614"/>
                      <a:pt x="1734" y="614"/>
                      <a:pt x="1734" y="614"/>
                    </a:cubicBezTo>
                    <a:cubicBezTo>
                      <a:pt x="1741" y="639"/>
                      <a:pt x="1741" y="639"/>
                      <a:pt x="1741" y="639"/>
                    </a:cubicBezTo>
                    <a:cubicBezTo>
                      <a:pt x="1744" y="648"/>
                      <a:pt x="1744" y="648"/>
                      <a:pt x="1744" y="648"/>
                    </a:cubicBezTo>
                    <a:cubicBezTo>
                      <a:pt x="1748" y="666"/>
                      <a:pt x="1748" y="666"/>
                      <a:pt x="1748" y="666"/>
                    </a:cubicBezTo>
                    <a:cubicBezTo>
                      <a:pt x="1753" y="679"/>
                      <a:pt x="1753" y="679"/>
                      <a:pt x="1753" y="679"/>
                    </a:cubicBezTo>
                    <a:cubicBezTo>
                      <a:pt x="1764" y="680"/>
                      <a:pt x="1764" y="680"/>
                      <a:pt x="1764" y="680"/>
                    </a:cubicBezTo>
                    <a:cubicBezTo>
                      <a:pt x="1768" y="696"/>
                      <a:pt x="1768" y="696"/>
                      <a:pt x="1768" y="696"/>
                    </a:cubicBezTo>
                    <a:cubicBezTo>
                      <a:pt x="1777" y="699"/>
                      <a:pt x="1777" y="699"/>
                      <a:pt x="1777" y="699"/>
                    </a:cubicBezTo>
                    <a:cubicBezTo>
                      <a:pt x="1793" y="704"/>
                      <a:pt x="1793" y="704"/>
                      <a:pt x="1793" y="704"/>
                    </a:cubicBezTo>
                    <a:cubicBezTo>
                      <a:pt x="1802" y="710"/>
                      <a:pt x="1802" y="710"/>
                      <a:pt x="1802" y="710"/>
                    </a:cubicBezTo>
                    <a:cubicBezTo>
                      <a:pt x="1814" y="712"/>
                      <a:pt x="1814" y="712"/>
                      <a:pt x="1814" y="712"/>
                    </a:cubicBezTo>
                    <a:cubicBezTo>
                      <a:pt x="1816" y="695"/>
                      <a:pt x="1816" y="695"/>
                      <a:pt x="1816" y="695"/>
                    </a:cubicBezTo>
                    <a:cubicBezTo>
                      <a:pt x="1847" y="696"/>
                      <a:pt x="1847" y="696"/>
                      <a:pt x="1847" y="696"/>
                    </a:cubicBezTo>
                    <a:cubicBezTo>
                      <a:pt x="1847" y="688"/>
                      <a:pt x="1847" y="688"/>
                      <a:pt x="1847" y="688"/>
                    </a:cubicBezTo>
                    <a:cubicBezTo>
                      <a:pt x="1870" y="689"/>
                      <a:pt x="1870" y="689"/>
                      <a:pt x="1870" y="689"/>
                    </a:cubicBezTo>
                    <a:cubicBezTo>
                      <a:pt x="1874" y="682"/>
                      <a:pt x="1874" y="682"/>
                      <a:pt x="1874" y="682"/>
                    </a:cubicBezTo>
                    <a:cubicBezTo>
                      <a:pt x="1881" y="678"/>
                      <a:pt x="1881" y="678"/>
                      <a:pt x="1881" y="678"/>
                    </a:cubicBezTo>
                    <a:cubicBezTo>
                      <a:pt x="1890" y="684"/>
                      <a:pt x="1890" y="684"/>
                      <a:pt x="1890" y="684"/>
                    </a:cubicBezTo>
                    <a:cubicBezTo>
                      <a:pt x="1899" y="683"/>
                      <a:pt x="1899" y="683"/>
                      <a:pt x="1899" y="683"/>
                    </a:cubicBezTo>
                    <a:cubicBezTo>
                      <a:pt x="1905" y="690"/>
                      <a:pt x="1905" y="690"/>
                      <a:pt x="1905" y="690"/>
                    </a:cubicBezTo>
                    <a:cubicBezTo>
                      <a:pt x="1922" y="688"/>
                      <a:pt x="1922" y="688"/>
                      <a:pt x="1922" y="688"/>
                    </a:cubicBezTo>
                    <a:cubicBezTo>
                      <a:pt x="1929" y="671"/>
                      <a:pt x="1929" y="671"/>
                      <a:pt x="1929" y="671"/>
                    </a:cubicBezTo>
                    <a:cubicBezTo>
                      <a:pt x="1923" y="654"/>
                      <a:pt x="1923" y="654"/>
                      <a:pt x="1923" y="654"/>
                    </a:cubicBezTo>
                    <a:cubicBezTo>
                      <a:pt x="1926" y="634"/>
                      <a:pt x="1926" y="634"/>
                      <a:pt x="1926" y="634"/>
                    </a:cubicBezTo>
                    <a:cubicBezTo>
                      <a:pt x="1933" y="619"/>
                      <a:pt x="1933" y="619"/>
                      <a:pt x="1933" y="619"/>
                    </a:cubicBezTo>
                    <a:cubicBezTo>
                      <a:pt x="1928" y="597"/>
                      <a:pt x="1928" y="597"/>
                      <a:pt x="1928" y="597"/>
                    </a:cubicBezTo>
                    <a:cubicBezTo>
                      <a:pt x="1933" y="589"/>
                      <a:pt x="1933" y="589"/>
                      <a:pt x="1933" y="589"/>
                    </a:cubicBezTo>
                    <a:cubicBezTo>
                      <a:pt x="1937" y="569"/>
                      <a:pt x="1937" y="569"/>
                      <a:pt x="1937" y="569"/>
                    </a:cubicBezTo>
                    <a:cubicBezTo>
                      <a:pt x="1945" y="556"/>
                      <a:pt x="1945" y="556"/>
                      <a:pt x="1945" y="556"/>
                    </a:cubicBezTo>
                    <a:cubicBezTo>
                      <a:pt x="1957" y="556"/>
                      <a:pt x="1957" y="556"/>
                      <a:pt x="1957" y="556"/>
                    </a:cubicBezTo>
                    <a:cubicBezTo>
                      <a:pt x="1962" y="542"/>
                      <a:pt x="1962" y="542"/>
                      <a:pt x="1962" y="542"/>
                    </a:cubicBezTo>
                    <a:cubicBezTo>
                      <a:pt x="1971" y="533"/>
                      <a:pt x="1971" y="533"/>
                      <a:pt x="1971" y="533"/>
                    </a:cubicBezTo>
                    <a:cubicBezTo>
                      <a:pt x="1982" y="526"/>
                      <a:pt x="1982" y="526"/>
                      <a:pt x="1982" y="526"/>
                    </a:cubicBezTo>
                    <a:cubicBezTo>
                      <a:pt x="1999" y="515"/>
                      <a:pt x="1999" y="515"/>
                      <a:pt x="1999" y="515"/>
                    </a:cubicBezTo>
                    <a:cubicBezTo>
                      <a:pt x="2002" y="499"/>
                      <a:pt x="2002" y="499"/>
                      <a:pt x="2002" y="499"/>
                    </a:cubicBezTo>
                    <a:cubicBezTo>
                      <a:pt x="2006" y="489"/>
                      <a:pt x="2006" y="489"/>
                      <a:pt x="2006" y="489"/>
                    </a:cubicBezTo>
                    <a:cubicBezTo>
                      <a:pt x="2000" y="478"/>
                      <a:pt x="2000" y="478"/>
                      <a:pt x="2000" y="478"/>
                    </a:cubicBezTo>
                    <a:cubicBezTo>
                      <a:pt x="2001" y="470"/>
                      <a:pt x="2001" y="470"/>
                      <a:pt x="2001" y="470"/>
                    </a:cubicBezTo>
                    <a:cubicBezTo>
                      <a:pt x="2016" y="455"/>
                      <a:pt x="2016" y="455"/>
                      <a:pt x="2016" y="455"/>
                    </a:cubicBezTo>
                    <a:cubicBezTo>
                      <a:pt x="2014" y="419"/>
                      <a:pt x="2014" y="419"/>
                      <a:pt x="2014" y="419"/>
                    </a:cubicBezTo>
                    <a:cubicBezTo>
                      <a:pt x="2028" y="407"/>
                      <a:pt x="2028" y="407"/>
                      <a:pt x="2028" y="407"/>
                    </a:cubicBezTo>
                    <a:cubicBezTo>
                      <a:pt x="2030" y="388"/>
                      <a:pt x="2030" y="388"/>
                      <a:pt x="2030" y="388"/>
                    </a:cubicBezTo>
                    <a:cubicBezTo>
                      <a:pt x="2030" y="375"/>
                      <a:pt x="2030" y="375"/>
                      <a:pt x="2030" y="375"/>
                    </a:cubicBezTo>
                    <a:cubicBezTo>
                      <a:pt x="2038" y="369"/>
                      <a:pt x="2038" y="369"/>
                      <a:pt x="2038" y="369"/>
                    </a:cubicBezTo>
                    <a:cubicBezTo>
                      <a:pt x="2045" y="352"/>
                      <a:pt x="2045" y="352"/>
                      <a:pt x="2045" y="352"/>
                    </a:cubicBezTo>
                    <a:cubicBezTo>
                      <a:pt x="2054" y="344"/>
                      <a:pt x="2054" y="344"/>
                      <a:pt x="2054" y="344"/>
                    </a:cubicBezTo>
                    <a:cubicBezTo>
                      <a:pt x="2067" y="344"/>
                      <a:pt x="2067" y="344"/>
                      <a:pt x="2067" y="344"/>
                    </a:cubicBezTo>
                    <a:cubicBezTo>
                      <a:pt x="2072" y="338"/>
                      <a:pt x="2072" y="338"/>
                      <a:pt x="2072" y="338"/>
                    </a:cubicBezTo>
                    <a:cubicBezTo>
                      <a:pt x="2075" y="315"/>
                      <a:pt x="2075" y="315"/>
                      <a:pt x="2075" y="315"/>
                    </a:cubicBezTo>
                    <a:cubicBezTo>
                      <a:pt x="2075" y="296"/>
                      <a:pt x="2075" y="296"/>
                      <a:pt x="2075" y="296"/>
                    </a:cubicBezTo>
                    <a:cubicBezTo>
                      <a:pt x="2061" y="291"/>
                      <a:pt x="2061" y="291"/>
                      <a:pt x="2061" y="291"/>
                    </a:cubicBezTo>
                    <a:lnTo>
                      <a:pt x="2053" y="295"/>
                    </a:lnTo>
                    <a:close/>
                  </a:path>
                </a:pathLst>
              </a:custGeom>
              <a:grpFill/>
              <a:ln w="317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de-DE"/>
              </a:p>
            </p:txBody>
          </p:sp>
          <p:sp>
            <p:nvSpPr>
              <p:cNvPr id="13" name="Freeform 36">
                <a:extLst>
                  <a:ext uri="{FF2B5EF4-FFF2-40B4-BE49-F238E27FC236}">
                    <a16:creationId xmlns:a16="http://schemas.microsoft.com/office/drawing/2014/main" id="{4DEFE1F0-BB97-4D6B-BFD7-1EFE43C67F8B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4056804" y="2893017"/>
                <a:ext cx="8889" cy="5448"/>
              </a:xfrm>
              <a:custGeom>
                <a:avLst/>
                <a:gdLst/>
                <a:ahLst/>
                <a:cxnLst>
                  <a:cxn ang="0">
                    <a:pos x="31" y="10"/>
                  </a:cxn>
                  <a:cxn ang="0">
                    <a:pos x="10" y="0"/>
                  </a:cxn>
                  <a:cxn ang="0">
                    <a:pos x="0" y="12"/>
                  </a:cxn>
                  <a:cxn ang="0">
                    <a:pos x="17" y="19"/>
                  </a:cxn>
                  <a:cxn ang="0">
                    <a:pos x="31" y="10"/>
                  </a:cxn>
                </a:cxnLst>
                <a:rect l="0" t="0" r="r" b="b"/>
                <a:pathLst>
                  <a:path w="31" h="19">
                    <a:moveTo>
                      <a:pt x="31" y="10"/>
                    </a:moveTo>
                    <a:lnTo>
                      <a:pt x="10" y="0"/>
                    </a:lnTo>
                    <a:lnTo>
                      <a:pt x="0" y="12"/>
                    </a:lnTo>
                    <a:lnTo>
                      <a:pt x="17" y="19"/>
                    </a:lnTo>
                    <a:lnTo>
                      <a:pt x="31" y="1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14" name="Freeform 43">
                <a:extLst>
                  <a:ext uri="{FF2B5EF4-FFF2-40B4-BE49-F238E27FC236}">
                    <a16:creationId xmlns:a16="http://schemas.microsoft.com/office/drawing/2014/main" id="{F6B9E893-91CE-4B98-8DC0-F23EB74E4780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4073148" y="2891583"/>
                <a:ext cx="9463" cy="7455"/>
              </a:xfrm>
              <a:custGeom>
                <a:avLst/>
                <a:gdLst/>
                <a:ahLst/>
                <a:cxnLst>
                  <a:cxn ang="0">
                    <a:pos x="4" y="11"/>
                  </a:cxn>
                  <a:cxn ang="0">
                    <a:pos x="11" y="10"/>
                  </a:cxn>
                  <a:cxn ang="0">
                    <a:pos x="14" y="6"/>
                  </a:cxn>
                  <a:cxn ang="0">
                    <a:pos x="10" y="0"/>
                  </a:cxn>
                  <a:cxn ang="0">
                    <a:pos x="7" y="6"/>
                  </a:cxn>
                  <a:cxn ang="0">
                    <a:pos x="2" y="6"/>
                  </a:cxn>
                  <a:cxn ang="0">
                    <a:pos x="0" y="6"/>
                  </a:cxn>
                  <a:cxn ang="0">
                    <a:pos x="4" y="11"/>
                  </a:cxn>
                </a:cxnLst>
                <a:rect l="0" t="0" r="r" b="b"/>
                <a:pathLst>
                  <a:path w="14" h="11">
                    <a:moveTo>
                      <a:pt x="4" y="11"/>
                    </a:moveTo>
                    <a:cubicBezTo>
                      <a:pt x="5" y="11"/>
                      <a:pt x="11" y="10"/>
                      <a:pt x="11" y="10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2" y="11"/>
                      <a:pt x="4" y="11"/>
                    </a:cubicBezTo>
                    <a:close/>
                  </a:path>
                </a:pathLst>
              </a:custGeom>
              <a:grpFill/>
              <a:ln w="3175" cap="flat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15" name="Freeform 70">
                <a:extLst>
                  <a:ext uri="{FF2B5EF4-FFF2-40B4-BE49-F238E27FC236}">
                    <a16:creationId xmlns:a16="http://schemas.microsoft.com/office/drawing/2014/main" id="{E297AFDA-0BD0-4C21-A979-832CC5F21A3A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1594570" y="1802545"/>
                <a:ext cx="16345" cy="14050"/>
              </a:xfrm>
              <a:custGeom>
                <a:avLst/>
                <a:gdLst/>
                <a:ahLst/>
                <a:cxnLst>
                  <a:cxn ang="0">
                    <a:pos x="31" y="31"/>
                  </a:cxn>
                  <a:cxn ang="0">
                    <a:pos x="57" y="16"/>
                  </a:cxn>
                  <a:cxn ang="0">
                    <a:pos x="17" y="0"/>
                  </a:cxn>
                  <a:cxn ang="0">
                    <a:pos x="0" y="12"/>
                  </a:cxn>
                  <a:cxn ang="0">
                    <a:pos x="0" y="38"/>
                  </a:cxn>
                  <a:cxn ang="0">
                    <a:pos x="26" y="49"/>
                  </a:cxn>
                  <a:cxn ang="0">
                    <a:pos x="31" y="31"/>
                  </a:cxn>
                </a:cxnLst>
                <a:rect l="0" t="0" r="r" b="b"/>
                <a:pathLst>
                  <a:path w="57" h="49">
                    <a:moveTo>
                      <a:pt x="31" y="31"/>
                    </a:moveTo>
                    <a:lnTo>
                      <a:pt x="57" y="16"/>
                    </a:lnTo>
                    <a:lnTo>
                      <a:pt x="17" y="0"/>
                    </a:lnTo>
                    <a:lnTo>
                      <a:pt x="0" y="12"/>
                    </a:lnTo>
                    <a:lnTo>
                      <a:pt x="0" y="38"/>
                    </a:lnTo>
                    <a:lnTo>
                      <a:pt x="26" y="49"/>
                    </a:lnTo>
                    <a:lnTo>
                      <a:pt x="31" y="31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16" name="Freeform 79">
                <a:extLst>
                  <a:ext uri="{FF2B5EF4-FFF2-40B4-BE49-F238E27FC236}">
                    <a16:creationId xmlns:a16="http://schemas.microsoft.com/office/drawing/2014/main" id="{43760406-DDF7-4878-88D1-3055853DCC10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1214065" y="1896021"/>
                <a:ext cx="30394" cy="24372"/>
              </a:xfrm>
              <a:custGeom>
                <a:avLst/>
                <a:gdLst/>
                <a:ahLst/>
                <a:cxnLst>
                  <a:cxn ang="0">
                    <a:pos x="80" y="7"/>
                  </a:cxn>
                  <a:cxn ang="0">
                    <a:pos x="66" y="12"/>
                  </a:cxn>
                  <a:cxn ang="0">
                    <a:pos x="35" y="23"/>
                  </a:cxn>
                  <a:cxn ang="0">
                    <a:pos x="0" y="52"/>
                  </a:cxn>
                  <a:cxn ang="0">
                    <a:pos x="0" y="85"/>
                  </a:cxn>
                  <a:cxn ang="0">
                    <a:pos x="9" y="85"/>
                  </a:cxn>
                  <a:cxn ang="0">
                    <a:pos x="24" y="64"/>
                  </a:cxn>
                  <a:cxn ang="0">
                    <a:pos x="45" y="52"/>
                  </a:cxn>
                  <a:cxn ang="0">
                    <a:pos x="71" y="31"/>
                  </a:cxn>
                  <a:cxn ang="0">
                    <a:pos x="94" y="26"/>
                  </a:cxn>
                  <a:cxn ang="0">
                    <a:pos x="106" y="0"/>
                  </a:cxn>
                  <a:cxn ang="0">
                    <a:pos x="80" y="7"/>
                  </a:cxn>
                </a:cxnLst>
                <a:rect l="0" t="0" r="r" b="b"/>
                <a:pathLst>
                  <a:path w="106" h="85">
                    <a:moveTo>
                      <a:pt x="80" y="7"/>
                    </a:moveTo>
                    <a:lnTo>
                      <a:pt x="66" y="12"/>
                    </a:lnTo>
                    <a:lnTo>
                      <a:pt x="35" y="23"/>
                    </a:lnTo>
                    <a:lnTo>
                      <a:pt x="0" y="52"/>
                    </a:lnTo>
                    <a:lnTo>
                      <a:pt x="0" y="85"/>
                    </a:lnTo>
                    <a:lnTo>
                      <a:pt x="9" y="85"/>
                    </a:lnTo>
                    <a:lnTo>
                      <a:pt x="24" y="64"/>
                    </a:lnTo>
                    <a:lnTo>
                      <a:pt x="45" y="52"/>
                    </a:lnTo>
                    <a:lnTo>
                      <a:pt x="71" y="31"/>
                    </a:lnTo>
                    <a:lnTo>
                      <a:pt x="94" y="26"/>
                    </a:lnTo>
                    <a:lnTo>
                      <a:pt x="106" y="0"/>
                    </a:lnTo>
                    <a:lnTo>
                      <a:pt x="80" y="7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17" name="Freeform 80">
                <a:extLst>
                  <a:ext uri="{FF2B5EF4-FFF2-40B4-BE49-F238E27FC236}">
                    <a16:creationId xmlns:a16="http://schemas.microsoft.com/office/drawing/2014/main" id="{C74BB1B0-EDC3-4709-8812-7520CDC99EE1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2051919" y="1333151"/>
                <a:ext cx="19499" cy="21506"/>
              </a:xfrm>
              <a:custGeom>
                <a:avLst/>
                <a:gdLst/>
                <a:ahLst/>
                <a:cxnLst>
                  <a:cxn ang="0">
                    <a:pos x="24" y="23"/>
                  </a:cxn>
                  <a:cxn ang="0">
                    <a:pos x="0" y="52"/>
                  </a:cxn>
                  <a:cxn ang="0">
                    <a:pos x="0" y="75"/>
                  </a:cxn>
                  <a:cxn ang="0">
                    <a:pos x="40" y="75"/>
                  </a:cxn>
                  <a:cxn ang="0">
                    <a:pos x="68" y="38"/>
                  </a:cxn>
                  <a:cxn ang="0">
                    <a:pos x="61" y="0"/>
                  </a:cxn>
                  <a:cxn ang="0">
                    <a:pos x="24" y="23"/>
                  </a:cxn>
                </a:cxnLst>
                <a:rect l="0" t="0" r="r" b="b"/>
                <a:pathLst>
                  <a:path w="68" h="75">
                    <a:moveTo>
                      <a:pt x="24" y="23"/>
                    </a:moveTo>
                    <a:lnTo>
                      <a:pt x="0" y="52"/>
                    </a:lnTo>
                    <a:lnTo>
                      <a:pt x="0" y="75"/>
                    </a:lnTo>
                    <a:lnTo>
                      <a:pt x="40" y="75"/>
                    </a:lnTo>
                    <a:lnTo>
                      <a:pt x="68" y="38"/>
                    </a:lnTo>
                    <a:lnTo>
                      <a:pt x="61" y="0"/>
                    </a:lnTo>
                    <a:lnTo>
                      <a:pt x="24" y="23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18" name="Freeform 86">
                <a:extLst>
                  <a:ext uri="{FF2B5EF4-FFF2-40B4-BE49-F238E27FC236}">
                    <a16:creationId xmlns:a16="http://schemas.microsoft.com/office/drawing/2014/main" id="{62901300-CDE4-4DC1-81B9-0DE2F4F8D966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1165320" y="2091865"/>
                <a:ext cx="24946" cy="19499"/>
              </a:xfrm>
              <a:custGeom>
                <a:avLst/>
                <a:gdLst/>
                <a:ahLst/>
                <a:cxnLst>
                  <a:cxn ang="0">
                    <a:pos x="42" y="61"/>
                  </a:cxn>
                  <a:cxn ang="0">
                    <a:pos x="75" y="37"/>
                  </a:cxn>
                  <a:cxn ang="0">
                    <a:pos x="87" y="0"/>
                  </a:cxn>
                  <a:cxn ang="0">
                    <a:pos x="42" y="28"/>
                  </a:cxn>
                  <a:cxn ang="0">
                    <a:pos x="0" y="54"/>
                  </a:cxn>
                  <a:cxn ang="0">
                    <a:pos x="12" y="68"/>
                  </a:cxn>
                  <a:cxn ang="0">
                    <a:pos x="42" y="61"/>
                  </a:cxn>
                </a:cxnLst>
                <a:rect l="0" t="0" r="r" b="b"/>
                <a:pathLst>
                  <a:path w="87" h="68">
                    <a:moveTo>
                      <a:pt x="42" y="61"/>
                    </a:moveTo>
                    <a:lnTo>
                      <a:pt x="75" y="37"/>
                    </a:lnTo>
                    <a:lnTo>
                      <a:pt x="87" y="0"/>
                    </a:lnTo>
                    <a:lnTo>
                      <a:pt x="42" y="28"/>
                    </a:lnTo>
                    <a:lnTo>
                      <a:pt x="0" y="54"/>
                    </a:lnTo>
                    <a:lnTo>
                      <a:pt x="12" y="68"/>
                    </a:lnTo>
                    <a:lnTo>
                      <a:pt x="42" y="61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tx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20" name="Freeform 101">
                <a:extLst>
                  <a:ext uri="{FF2B5EF4-FFF2-40B4-BE49-F238E27FC236}">
                    <a16:creationId xmlns:a16="http://schemas.microsoft.com/office/drawing/2014/main" id="{E3A2079A-0FFE-459D-BD47-822CB1DF6C9A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1273706" y="1862759"/>
                <a:ext cx="19499" cy="14337"/>
              </a:xfrm>
              <a:custGeom>
                <a:avLst/>
                <a:gdLst/>
                <a:ahLst/>
                <a:cxnLst>
                  <a:cxn ang="0">
                    <a:pos x="38" y="50"/>
                  </a:cxn>
                  <a:cxn ang="0">
                    <a:pos x="52" y="31"/>
                  </a:cxn>
                  <a:cxn ang="0">
                    <a:pos x="68" y="31"/>
                  </a:cxn>
                  <a:cxn ang="0">
                    <a:pos x="68" y="7"/>
                  </a:cxn>
                  <a:cxn ang="0">
                    <a:pos x="40" y="14"/>
                  </a:cxn>
                  <a:cxn ang="0">
                    <a:pos x="23" y="0"/>
                  </a:cxn>
                  <a:cxn ang="0">
                    <a:pos x="0" y="28"/>
                  </a:cxn>
                  <a:cxn ang="0">
                    <a:pos x="23" y="50"/>
                  </a:cxn>
                  <a:cxn ang="0">
                    <a:pos x="38" y="50"/>
                  </a:cxn>
                </a:cxnLst>
                <a:rect l="0" t="0" r="r" b="b"/>
                <a:pathLst>
                  <a:path w="68" h="50">
                    <a:moveTo>
                      <a:pt x="38" y="50"/>
                    </a:moveTo>
                    <a:lnTo>
                      <a:pt x="52" y="31"/>
                    </a:lnTo>
                    <a:lnTo>
                      <a:pt x="68" y="31"/>
                    </a:lnTo>
                    <a:lnTo>
                      <a:pt x="68" y="7"/>
                    </a:lnTo>
                    <a:lnTo>
                      <a:pt x="40" y="14"/>
                    </a:lnTo>
                    <a:lnTo>
                      <a:pt x="23" y="0"/>
                    </a:lnTo>
                    <a:lnTo>
                      <a:pt x="0" y="28"/>
                    </a:lnTo>
                    <a:lnTo>
                      <a:pt x="23" y="50"/>
                    </a:lnTo>
                    <a:lnTo>
                      <a:pt x="38" y="5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21" name="Freeform 102">
                <a:extLst>
                  <a:ext uri="{FF2B5EF4-FFF2-40B4-BE49-F238E27FC236}">
                    <a16:creationId xmlns:a16="http://schemas.microsoft.com/office/drawing/2014/main" id="{52B6AE5C-3420-405A-BA00-9C76760709AD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1097649" y="2197386"/>
                <a:ext cx="16056" cy="23800"/>
              </a:xfrm>
              <a:custGeom>
                <a:avLst/>
                <a:gdLst/>
                <a:ahLst/>
                <a:cxnLst>
                  <a:cxn ang="0">
                    <a:pos x="23" y="0"/>
                  </a:cxn>
                  <a:cxn ang="0">
                    <a:pos x="9" y="14"/>
                  </a:cxn>
                  <a:cxn ang="0">
                    <a:pos x="23" y="38"/>
                  </a:cxn>
                  <a:cxn ang="0">
                    <a:pos x="0" y="57"/>
                  </a:cxn>
                  <a:cxn ang="0">
                    <a:pos x="11" y="76"/>
                  </a:cxn>
                  <a:cxn ang="0">
                    <a:pos x="33" y="83"/>
                  </a:cxn>
                  <a:cxn ang="0">
                    <a:pos x="49" y="64"/>
                  </a:cxn>
                  <a:cxn ang="0">
                    <a:pos x="56" y="31"/>
                  </a:cxn>
                  <a:cxn ang="0">
                    <a:pos x="42" y="0"/>
                  </a:cxn>
                  <a:cxn ang="0">
                    <a:pos x="23" y="0"/>
                  </a:cxn>
                </a:cxnLst>
                <a:rect l="0" t="0" r="r" b="b"/>
                <a:pathLst>
                  <a:path w="56" h="83">
                    <a:moveTo>
                      <a:pt x="23" y="0"/>
                    </a:moveTo>
                    <a:lnTo>
                      <a:pt x="9" y="14"/>
                    </a:lnTo>
                    <a:lnTo>
                      <a:pt x="23" y="38"/>
                    </a:lnTo>
                    <a:lnTo>
                      <a:pt x="0" y="57"/>
                    </a:lnTo>
                    <a:lnTo>
                      <a:pt x="11" y="76"/>
                    </a:lnTo>
                    <a:lnTo>
                      <a:pt x="33" y="83"/>
                    </a:lnTo>
                    <a:lnTo>
                      <a:pt x="49" y="64"/>
                    </a:lnTo>
                    <a:lnTo>
                      <a:pt x="56" y="31"/>
                    </a:lnTo>
                    <a:lnTo>
                      <a:pt x="42" y="0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22" name="Freeform 103">
                <a:extLst>
                  <a:ext uri="{FF2B5EF4-FFF2-40B4-BE49-F238E27FC236}">
                    <a16:creationId xmlns:a16="http://schemas.microsoft.com/office/drawing/2014/main" id="{D2EB7AB3-1F8E-4716-8213-E0FB0B4F948E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1280303" y="1918389"/>
                <a:ext cx="21792" cy="14050"/>
              </a:xfrm>
              <a:custGeom>
                <a:avLst/>
                <a:gdLst/>
                <a:ahLst/>
                <a:cxnLst>
                  <a:cxn ang="0">
                    <a:pos x="41" y="0"/>
                  </a:cxn>
                  <a:cxn ang="0">
                    <a:pos x="24" y="9"/>
                  </a:cxn>
                  <a:cxn ang="0">
                    <a:pos x="0" y="42"/>
                  </a:cxn>
                  <a:cxn ang="0">
                    <a:pos x="10" y="49"/>
                  </a:cxn>
                  <a:cxn ang="0">
                    <a:pos x="57" y="49"/>
                  </a:cxn>
                  <a:cxn ang="0">
                    <a:pos x="76" y="14"/>
                  </a:cxn>
                  <a:cxn ang="0">
                    <a:pos x="67" y="0"/>
                  </a:cxn>
                  <a:cxn ang="0">
                    <a:pos x="41" y="0"/>
                  </a:cxn>
                </a:cxnLst>
                <a:rect l="0" t="0" r="r" b="b"/>
                <a:pathLst>
                  <a:path w="76" h="49">
                    <a:moveTo>
                      <a:pt x="41" y="0"/>
                    </a:moveTo>
                    <a:lnTo>
                      <a:pt x="24" y="9"/>
                    </a:lnTo>
                    <a:lnTo>
                      <a:pt x="0" y="42"/>
                    </a:lnTo>
                    <a:lnTo>
                      <a:pt x="10" y="49"/>
                    </a:lnTo>
                    <a:lnTo>
                      <a:pt x="57" y="49"/>
                    </a:lnTo>
                    <a:lnTo>
                      <a:pt x="76" y="14"/>
                    </a:lnTo>
                    <a:lnTo>
                      <a:pt x="67" y="0"/>
                    </a:lnTo>
                    <a:lnTo>
                      <a:pt x="41" y="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23" name="Freeform 105">
                <a:extLst>
                  <a:ext uri="{FF2B5EF4-FFF2-40B4-BE49-F238E27FC236}">
                    <a16:creationId xmlns:a16="http://schemas.microsoft.com/office/drawing/2014/main" id="{67ED15A7-D67F-46F9-B8C8-FE646E742F35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1343959" y="2000969"/>
                <a:ext cx="21792" cy="16345"/>
              </a:xfrm>
              <a:custGeom>
                <a:avLst/>
                <a:gdLst/>
                <a:ahLst/>
                <a:cxnLst>
                  <a:cxn ang="0">
                    <a:pos x="59" y="57"/>
                  </a:cxn>
                  <a:cxn ang="0">
                    <a:pos x="76" y="28"/>
                  </a:cxn>
                  <a:cxn ang="0">
                    <a:pos x="57" y="0"/>
                  </a:cxn>
                  <a:cxn ang="0">
                    <a:pos x="34" y="0"/>
                  </a:cxn>
                  <a:cxn ang="0">
                    <a:pos x="0" y="21"/>
                  </a:cxn>
                  <a:cxn ang="0">
                    <a:pos x="41" y="38"/>
                  </a:cxn>
                  <a:cxn ang="0">
                    <a:pos x="59" y="57"/>
                  </a:cxn>
                </a:cxnLst>
                <a:rect l="0" t="0" r="r" b="b"/>
                <a:pathLst>
                  <a:path w="76" h="57">
                    <a:moveTo>
                      <a:pt x="59" y="57"/>
                    </a:moveTo>
                    <a:lnTo>
                      <a:pt x="76" y="28"/>
                    </a:lnTo>
                    <a:lnTo>
                      <a:pt x="57" y="0"/>
                    </a:lnTo>
                    <a:lnTo>
                      <a:pt x="34" y="0"/>
                    </a:lnTo>
                    <a:lnTo>
                      <a:pt x="0" y="21"/>
                    </a:lnTo>
                    <a:lnTo>
                      <a:pt x="41" y="38"/>
                    </a:lnTo>
                    <a:lnTo>
                      <a:pt x="59" y="57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24" name="Freeform 106">
                <a:extLst>
                  <a:ext uri="{FF2B5EF4-FFF2-40B4-BE49-F238E27FC236}">
                    <a16:creationId xmlns:a16="http://schemas.microsoft.com/office/drawing/2014/main" id="{99B6115A-126F-4A71-83A8-BE2BA1DF1614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1244459" y="1910933"/>
                <a:ext cx="13477" cy="9463"/>
              </a:xfrm>
              <a:custGeom>
                <a:avLst/>
                <a:gdLst/>
                <a:ahLst/>
                <a:cxnLst>
                  <a:cxn ang="0">
                    <a:pos x="0" y="14"/>
                  </a:cxn>
                  <a:cxn ang="0">
                    <a:pos x="0" y="33"/>
                  </a:cxn>
                  <a:cxn ang="0">
                    <a:pos x="29" y="33"/>
                  </a:cxn>
                  <a:cxn ang="0">
                    <a:pos x="47" y="0"/>
                  </a:cxn>
                  <a:cxn ang="0">
                    <a:pos x="21" y="0"/>
                  </a:cxn>
                  <a:cxn ang="0">
                    <a:pos x="0" y="14"/>
                  </a:cxn>
                </a:cxnLst>
                <a:rect l="0" t="0" r="r" b="b"/>
                <a:pathLst>
                  <a:path w="47" h="33">
                    <a:moveTo>
                      <a:pt x="0" y="14"/>
                    </a:moveTo>
                    <a:lnTo>
                      <a:pt x="0" y="33"/>
                    </a:lnTo>
                    <a:lnTo>
                      <a:pt x="29" y="33"/>
                    </a:lnTo>
                    <a:lnTo>
                      <a:pt x="47" y="0"/>
                    </a:lnTo>
                    <a:lnTo>
                      <a:pt x="21" y="0"/>
                    </a:lnTo>
                    <a:lnTo>
                      <a:pt x="0" y="14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25" name="Freeform 107">
                <a:extLst>
                  <a:ext uri="{FF2B5EF4-FFF2-40B4-BE49-F238E27FC236}">
                    <a16:creationId xmlns:a16="http://schemas.microsoft.com/office/drawing/2014/main" id="{FBD10B5A-7361-487E-9B64-9DA7B2159706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1017648" y="2182475"/>
                <a:ext cx="11470" cy="14911"/>
              </a:xfrm>
              <a:custGeom>
                <a:avLst/>
                <a:gdLst/>
                <a:ahLst/>
                <a:cxnLst>
                  <a:cxn ang="0">
                    <a:pos x="0" y="24"/>
                  </a:cxn>
                  <a:cxn ang="0">
                    <a:pos x="14" y="52"/>
                  </a:cxn>
                  <a:cxn ang="0">
                    <a:pos x="40" y="26"/>
                  </a:cxn>
                  <a:cxn ang="0">
                    <a:pos x="28" y="0"/>
                  </a:cxn>
                  <a:cxn ang="0">
                    <a:pos x="0" y="24"/>
                  </a:cxn>
                </a:cxnLst>
                <a:rect l="0" t="0" r="r" b="b"/>
                <a:pathLst>
                  <a:path w="40" h="52">
                    <a:moveTo>
                      <a:pt x="0" y="24"/>
                    </a:moveTo>
                    <a:lnTo>
                      <a:pt x="14" y="52"/>
                    </a:lnTo>
                    <a:lnTo>
                      <a:pt x="40" y="26"/>
                    </a:lnTo>
                    <a:lnTo>
                      <a:pt x="28" y="0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26" name="Freeform 108">
                <a:extLst>
                  <a:ext uri="{FF2B5EF4-FFF2-40B4-BE49-F238E27FC236}">
                    <a16:creationId xmlns:a16="http://schemas.microsoft.com/office/drawing/2014/main" id="{3C53FD0D-1A0E-4BE2-ABBE-04F83195559A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1023670" y="2061184"/>
                <a:ext cx="10895" cy="12903"/>
              </a:xfrm>
              <a:custGeom>
                <a:avLst/>
                <a:gdLst/>
                <a:ahLst/>
                <a:cxnLst>
                  <a:cxn ang="0">
                    <a:pos x="0" y="19"/>
                  </a:cxn>
                  <a:cxn ang="0">
                    <a:pos x="7" y="45"/>
                  </a:cxn>
                  <a:cxn ang="0">
                    <a:pos x="19" y="45"/>
                  </a:cxn>
                  <a:cxn ang="0">
                    <a:pos x="38" y="12"/>
                  </a:cxn>
                  <a:cxn ang="0">
                    <a:pos x="14" y="0"/>
                  </a:cxn>
                  <a:cxn ang="0">
                    <a:pos x="0" y="19"/>
                  </a:cxn>
                </a:cxnLst>
                <a:rect l="0" t="0" r="r" b="b"/>
                <a:pathLst>
                  <a:path w="38" h="45">
                    <a:moveTo>
                      <a:pt x="0" y="19"/>
                    </a:moveTo>
                    <a:lnTo>
                      <a:pt x="7" y="45"/>
                    </a:lnTo>
                    <a:lnTo>
                      <a:pt x="19" y="45"/>
                    </a:lnTo>
                    <a:lnTo>
                      <a:pt x="38" y="12"/>
                    </a:lnTo>
                    <a:lnTo>
                      <a:pt x="14" y="0"/>
                    </a:lnTo>
                    <a:lnTo>
                      <a:pt x="0" y="19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27" name="Freeform 109">
                <a:extLst>
                  <a:ext uri="{FF2B5EF4-FFF2-40B4-BE49-F238E27FC236}">
                    <a16:creationId xmlns:a16="http://schemas.microsoft.com/office/drawing/2014/main" id="{48CDFEC0-4588-4278-A9DE-7D0CB8B79958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1091340" y="2178461"/>
                <a:ext cx="22365" cy="10036"/>
              </a:xfrm>
              <a:custGeom>
                <a:avLst/>
                <a:gdLst/>
                <a:ahLst/>
                <a:cxnLst>
                  <a:cxn ang="0">
                    <a:pos x="3" y="14"/>
                  </a:cxn>
                  <a:cxn ang="0">
                    <a:pos x="27" y="10"/>
                  </a:cxn>
                  <a:cxn ang="0">
                    <a:pos x="33" y="3"/>
                  </a:cxn>
                  <a:cxn ang="0">
                    <a:pos x="27" y="0"/>
                  </a:cxn>
                  <a:cxn ang="0">
                    <a:pos x="5" y="0"/>
                  </a:cxn>
                  <a:cxn ang="0">
                    <a:pos x="3" y="14"/>
                  </a:cxn>
                </a:cxnLst>
                <a:rect l="0" t="0" r="r" b="b"/>
                <a:pathLst>
                  <a:path w="33" h="15">
                    <a:moveTo>
                      <a:pt x="3" y="14"/>
                    </a:moveTo>
                    <a:cubicBezTo>
                      <a:pt x="5" y="12"/>
                      <a:pt x="27" y="10"/>
                      <a:pt x="27" y="10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0" y="15"/>
                      <a:pt x="3" y="14"/>
                    </a:cubicBezTo>
                    <a:close/>
                  </a:path>
                </a:pathLst>
              </a:custGeom>
              <a:grpFill/>
              <a:ln w="3175" cap="flat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28" name="Freeform 110">
                <a:extLst>
                  <a:ext uri="{FF2B5EF4-FFF2-40B4-BE49-F238E27FC236}">
                    <a16:creationId xmlns:a16="http://schemas.microsoft.com/office/drawing/2014/main" id="{506A8BFB-E472-4486-B262-C84AA2EF8764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1072416" y="2187923"/>
                <a:ext cx="12330" cy="13477"/>
              </a:xfrm>
              <a:custGeom>
                <a:avLst/>
                <a:gdLst/>
                <a:ahLst/>
                <a:cxnLst>
                  <a:cxn ang="0">
                    <a:pos x="43" y="33"/>
                  </a:cxn>
                  <a:cxn ang="0">
                    <a:pos x="12" y="0"/>
                  </a:cxn>
                  <a:cxn ang="0">
                    <a:pos x="0" y="28"/>
                  </a:cxn>
                  <a:cxn ang="0">
                    <a:pos x="12" y="47"/>
                  </a:cxn>
                  <a:cxn ang="0">
                    <a:pos x="43" y="33"/>
                  </a:cxn>
                </a:cxnLst>
                <a:rect l="0" t="0" r="r" b="b"/>
                <a:pathLst>
                  <a:path w="43" h="47">
                    <a:moveTo>
                      <a:pt x="43" y="33"/>
                    </a:moveTo>
                    <a:lnTo>
                      <a:pt x="12" y="0"/>
                    </a:lnTo>
                    <a:lnTo>
                      <a:pt x="0" y="28"/>
                    </a:lnTo>
                    <a:lnTo>
                      <a:pt x="12" y="47"/>
                    </a:lnTo>
                    <a:lnTo>
                      <a:pt x="43" y="33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29" name="Freeform 117">
                <a:extLst>
                  <a:ext uri="{FF2B5EF4-FFF2-40B4-BE49-F238E27FC236}">
                    <a16:creationId xmlns:a16="http://schemas.microsoft.com/office/drawing/2014/main" id="{55AFB8A6-0FE8-4451-A485-8468C2246A49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1314997" y="1868208"/>
                <a:ext cx="11470" cy="6022"/>
              </a:xfrm>
              <a:custGeom>
                <a:avLst/>
                <a:gdLst/>
                <a:ahLst/>
                <a:cxnLst>
                  <a:cxn ang="0">
                    <a:pos x="0" y="12"/>
                  </a:cxn>
                  <a:cxn ang="0">
                    <a:pos x="19" y="21"/>
                  </a:cxn>
                  <a:cxn ang="0">
                    <a:pos x="40" y="9"/>
                  </a:cxn>
                  <a:cxn ang="0">
                    <a:pos x="19" y="0"/>
                  </a:cxn>
                  <a:cxn ang="0">
                    <a:pos x="0" y="12"/>
                  </a:cxn>
                </a:cxnLst>
                <a:rect l="0" t="0" r="r" b="b"/>
                <a:pathLst>
                  <a:path w="40" h="21">
                    <a:moveTo>
                      <a:pt x="0" y="12"/>
                    </a:moveTo>
                    <a:lnTo>
                      <a:pt x="19" y="21"/>
                    </a:lnTo>
                    <a:lnTo>
                      <a:pt x="40" y="9"/>
                    </a:lnTo>
                    <a:lnTo>
                      <a:pt x="19" y="0"/>
                    </a:lnTo>
                    <a:lnTo>
                      <a:pt x="0" y="12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30" name="Freeform 120">
                <a:extLst>
                  <a:ext uri="{FF2B5EF4-FFF2-40B4-BE49-F238E27FC236}">
                    <a16:creationId xmlns:a16="http://schemas.microsoft.com/office/drawing/2014/main" id="{011917E0-4E36-48AD-A3BF-7B2FBE12AEEE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1348259" y="1797670"/>
                <a:ext cx="8029" cy="9463"/>
              </a:xfrm>
              <a:custGeom>
                <a:avLst/>
                <a:gdLst/>
                <a:ahLst/>
                <a:cxnLst>
                  <a:cxn ang="0">
                    <a:pos x="28" y="17"/>
                  </a:cxn>
                  <a:cxn ang="0">
                    <a:pos x="14" y="0"/>
                  </a:cxn>
                  <a:cxn ang="0">
                    <a:pos x="0" y="22"/>
                  </a:cxn>
                  <a:cxn ang="0">
                    <a:pos x="14" y="33"/>
                  </a:cxn>
                  <a:cxn ang="0">
                    <a:pos x="28" y="17"/>
                  </a:cxn>
                </a:cxnLst>
                <a:rect l="0" t="0" r="r" b="b"/>
                <a:pathLst>
                  <a:path w="28" h="33">
                    <a:moveTo>
                      <a:pt x="28" y="17"/>
                    </a:moveTo>
                    <a:lnTo>
                      <a:pt x="14" y="0"/>
                    </a:lnTo>
                    <a:lnTo>
                      <a:pt x="0" y="22"/>
                    </a:lnTo>
                    <a:lnTo>
                      <a:pt x="14" y="33"/>
                    </a:lnTo>
                    <a:lnTo>
                      <a:pt x="28" y="17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31" name="Freeform 121">
                <a:extLst>
                  <a:ext uri="{FF2B5EF4-FFF2-40B4-BE49-F238E27FC236}">
                    <a16:creationId xmlns:a16="http://schemas.microsoft.com/office/drawing/2014/main" id="{F2CB0892-0F34-48F2-AEBA-B2C9ACA9F6F6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3167623" y="4239546"/>
                <a:ext cx="786813" cy="399716"/>
              </a:xfrm>
              <a:custGeom>
                <a:avLst/>
                <a:gdLst/>
                <a:ahLst/>
                <a:cxnLst>
                  <a:cxn ang="0">
                    <a:pos x="1795" y="1314"/>
                  </a:cxn>
                  <a:cxn ang="0">
                    <a:pos x="1854" y="1281"/>
                  </a:cxn>
                  <a:cxn ang="0">
                    <a:pos x="1941" y="1316"/>
                  </a:cxn>
                  <a:cxn ang="0">
                    <a:pos x="1981" y="1264"/>
                  </a:cxn>
                  <a:cxn ang="0">
                    <a:pos x="1998" y="1094"/>
                  </a:cxn>
                  <a:cxn ang="0">
                    <a:pos x="2010" y="1018"/>
                  </a:cxn>
                  <a:cxn ang="0">
                    <a:pos x="1932" y="983"/>
                  </a:cxn>
                  <a:cxn ang="0">
                    <a:pos x="1951" y="858"/>
                  </a:cxn>
                  <a:cxn ang="0">
                    <a:pos x="2029" y="818"/>
                  </a:cxn>
                  <a:cxn ang="0">
                    <a:pos x="2076" y="766"/>
                  </a:cxn>
                  <a:cxn ang="0">
                    <a:pos x="2220" y="725"/>
                  </a:cxn>
                  <a:cxn ang="0">
                    <a:pos x="2274" y="678"/>
                  </a:cxn>
                  <a:cxn ang="0">
                    <a:pos x="2300" y="610"/>
                  </a:cxn>
                  <a:cxn ang="0">
                    <a:pos x="2407" y="619"/>
                  </a:cxn>
                  <a:cxn ang="0">
                    <a:pos x="2494" y="574"/>
                  </a:cxn>
                  <a:cxn ang="0">
                    <a:pos x="2456" y="477"/>
                  </a:cxn>
                  <a:cxn ang="0">
                    <a:pos x="2563" y="402"/>
                  </a:cxn>
                  <a:cxn ang="0">
                    <a:pos x="2645" y="444"/>
                  </a:cxn>
                  <a:cxn ang="0">
                    <a:pos x="2744" y="508"/>
                  </a:cxn>
                  <a:cxn ang="0">
                    <a:pos x="2711" y="423"/>
                  </a:cxn>
                  <a:cxn ang="0">
                    <a:pos x="2645" y="343"/>
                  </a:cxn>
                  <a:cxn ang="0">
                    <a:pos x="2612" y="267"/>
                  </a:cxn>
                  <a:cxn ang="0">
                    <a:pos x="2563" y="206"/>
                  </a:cxn>
                  <a:cxn ang="0">
                    <a:pos x="2539" y="128"/>
                  </a:cxn>
                  <a:cxn ang="0">
                    <a:pos x="2546" y="97"/>
                  </a:cxn>
                  <a:cxn ang="0">
                    <a:pos x="2442" y="0"/>
                  </a:cxn>
                  <a:cxn ang="0">
                    <a:pos x="2352" y="12"/>
                  </a:cxn>
                  <a:cxn ang="0">
                    <a:pos x="2244" y="177"/>
                  </a:cxn>
                  <a:cxn ang="0">
                    <a:pos x="2189" y="210"/>
                  </a:cxn>
                  <a:cxn ang="0">
                    <a:pos x="2057" y="225"/>
                  </a:cxn>
                  <a:cxn ang="0">
                    <a:pos x="1944" y="251"/>
                  </a:cxn>
                  <a:cxn ang="0">
                    <a:pos x="1866" y="258"/>
                  </a:cxn>
                  <a:cxn ang="0">
                    <a:pos x="1792" y="331"/>
                  </a:cxn>
                  <a:cxn ang="0">
                    <a:pos x="1646" y="274"/>
                  </a:cxn>
                  <a:cxn ang="0">
                    <a:pos x="1530" y="267"/>
                  </a:cxn>
                  <a:cxn ang="0">
                    <a:pos x="1462" y="293"/>
                  </a:cxn>
                  <a:cxn ang="0">
                    <a:pos x="1353" y="305"/>
                  </a:cxn>
                  <a:cxn ang="0">
                    <a:pos x="1282" y="333"/>
                  </a:cxn>
                  <a:cxn ang="0">
                    <a:pos x="1181" y="461"/>
                  </a:cxn>
                  <a:cxn ang="0">
                    <a:pos x="1096" y="541"/>
                  </a:cxn>
                  <a:cxn ang="0">
                    <a:pos x="1013" y="626"/>
                  </a:cxn>
                  <a:cxn ang="0">
                    <a:pos x="916" y="565"/>
                  </a:cxn>
                  <a:cxn ang="0">
                    <a:pos x="817" y="565"/>
                  </a:cxn>
                  <a:cxn ang="0">
                    <a:pos x="715" y="536"/>
                  </a:cxn>
                  <a:cxn ang="0">
                    <a:pos x="583" y="477"/>
                  </a:cxn>
                  <a:cxn ang="0">
                    <a:pos x="451" y="444"/>
                  </a:cxn>
                  <a:cxn ang="0">
                    <a:pos x="274" y="518"/>
                  </a:cxn>
                  <a:cxn ang="0">
                    <a:pos x="163" y="598"/>
                  </a:cxn>
                  <a:cxn ang="0">
                    <a:pos x="52" y="681"/>
                  </a:cxn>
                  <a:cxn ang="0">
                    <a:pos x="33" y="792"/>
                  </a:cxn>
                  <a:cxn ang="0">
                    <a:pos x="61" y="810"/>
                  </a:cxn>
                  <a:cxn ang="0">
                    <a:pos x="165" y="865"/>
                  </a:cxn>
                  <a:cxn ang="0">
                    <a:pos x="224" y="919"/>
                  </a:cxn>
                  <a:cxn ang="0">
                    <a:pos x="103" y="1018"/>
                  </a:cxn>
                  <a:cxn ang="0">
                    <a:pos x="127" y="1136"/>
                  </a:cxn>
                  <a:cxn ang="0">
                    <a:pos x="224" y="1110"/>
                  </a:cxn>
                  <a:cxn ang="0">
                    <a:pos x="165" y="1283"/>
                  </a:cxn>
                  <a:cxn ang="0">
                    <a:pos x="311" y="1394"/>
                  </a:cxn>
                  <a:cxn ang="0">
                    <a:pos x="1729" y="1349"/>
                  </a:cxn>
                </a:cxnLst>
                <a:rect l="0" t="0" r="r" b="b"/>
                <a:pathLst>
                  <a:path w="2744" h="1394">
                    <a:moveTo>
                      <a:pt x="1729" y="1349"/>
                    </a:moveTo>
                    <a:lnTo>
                      <a:pt x="1800" y="1347"/>
                    </a:lnTo>
                    <a:lnTo>
                      <a:pt x="1795" y="1314"/>
                    </a:lnTo>
                    <a:lnTo>
                      <a:pt x="1814" y="1299"/>
                    </a:lnTo>
                    <a:lnTo>
                      <a:pt x="1844" y="1316"/>
                    </a:lnTo>
                    <a:lnTo>
                      <a:pt x="1854" y="1281"/>
                    </a:lnTo>
                    <a:lnTo>
                      <a:pt x="1870" y="1295"/>
                    </a:lnTo>
                    <a:lnTo>
                      <a:pt x="1892" y="1271"/>
                    </a:lnTo>
                    <a:lnTo>
                      <a:pt x="1941" y="1316"/>
                    </a:lnTo>
                    <a:lnTo>
                      <a:pt x="1960" y="1295"/>
                    </a:lnTo>
                    <a:lnTo>
                      <a:pt x="1993" y="1283"/>
                    </a:lnTo>
                    <a:lnTo>
                      <a:pt x="1981" y="1264"/>
                    </a:lnTo>
                    <a:lnTo>
                      <a:pt x="1974" y="1210"/>
                    </a:lnTo>
                    <a:lnTo>
                      <a:pt x="1998" y="1195"/>
                    </a:lnTo>
                    <a:lnTo>
                      <a:pt x="1998" y="1094"/>
                    </a:lnTo>
                    <a:lnTo>
                      <a:pt x="2005" y="1070"/>
                    </a:lnTo>
                    <a:lnTo>
                      <a:pt x="2019" y="1035"/>
                    </a:lnTo>
                    <a:lnTo>
                      <a:pt x="2010" y="1018"/>
                    </a:lnTo>
                    <a:lnTo>
                      <a:pt x="1972" y="1014"/>
                    </a:lnTo>
                    <a:lnTo>
                      <a:pt x="1951" y="988"/>
                    </a:lnTo>
                    <a:lnTo>
                      <a:pt x="1932" y="983"/>
                    </a:lnTo>
                    <a:lnTo>
                      <a:pt x="1911" y="962"/>
                    </a:lnTo>
                    <a:lnTo>
                      <a:pt x="1913" y="893"/>
                    </a:lnTo>
                    <a:lnTo>
                      <a:pt x="1951" y="858"/>
                    </a:lnTo>
                    <a:lnTo>
                      <a:pt x="1953" y="818"/>
                    </a:lnTo>
                    <a:lnTo>
                      <a:pt x="1991" y="810"/>
                    </a:lnTo>
                    <a:lnTo>
                      <a:pt x="2029" y="818"/>
                    </a:lnTo>
                    <a:lnTo>
                      <a:pt x="2055" y="834"/>
                    </a:lnTo>
                    <a:lnTo>
                      <a:pt x="2076" y="810"/>
                    </a:lnTo>
                    <a:lnTo>
                      <a:pt x="2076" y="766"/>
                    </a:lnTo>
                    <a:lnTo>
                      <a:pt x="2133" y="768"/>
                    </a:lnTo>
                    <a:lnTo>
                      <a:pt x="2173" y="728"/>
                    </a:lnTo>
                    <a:lnTo>
                      <a:pt x="2220" y="725"/>
                    </a:lnTo>
                    <a:lnTo>
                      <a:pt x="2222" y="707"/>
                    </a:lnTo>
                    <a:lnTo>
                      <a:pt x="2270" y="707"/>
                    </a:lnTo>
                    <a:lnTo>
                      <a:pt x="2274" y="678"/>
                    </a:lnTo>
                    <a:lnTo>
                      <a:pt x="2322" y="664"/>
                    </a:lnTo>
                    <a:lnTo>
                      <a:pt x="2307" y="640"/>
                    </a:lnTo>
                    <a:lnTo>
                      <a:pt x="2300" y="610"/>
                    </a:lnTo>
                    <a:lnTo>
                      <a:pt x="2343" y="610"/>
                    </a:lnTo>
                    <a:lnTo>
                      <a:pt x="2378" y="584"/>
                    </a:lnTo>
                    <a:lnTo>
                      <a:pt x="2407" y="619"/>
                    </a:lnTo>
                    <a:lnTo>
                      <a:pt x="2511" y="626"/>
                    </a:lnTo>
                    <a:lnTo>
                      <a:pt x="2515" y="605"/>
                    </a:lnTo>
                    <a:lnTo>
                      <a:pt x="2494" y="574"/>
                    </a:lnTo>
                    <a:lnTo>
                      <a:pt x="2480" y="541"/>
                    </a:lnTo>
                    <a:lnTo>
                      <a:pt x="2470" y="515"/>
                    </a:lnTo>
                    <a:lnTo>
                      <a:pt x="2456" y="477"/>
                    </a:lnTo>
                    <a:lnTo>
                      <a:pt x="2475" y="451"/>
                    </a:lnTo>
                    <a:lnTo>
                      <a:pt x="2527" y="449"/>
                    </a:lnTo>
                    <a:lnTo>
                      <a:pt x="2563" y="402"/>
                    </a:lnTo>
                    <a:lnTo>
                      <a:pt x="2584" y="425"/>
                    </a:lnTo>
                    <a:lnTo>
                      <a:pt x="2612" y="428"/>
                    </a:lnTo>
                    <a:lnTo>
                      <a:pt x="2645" y="444"/>
                    </a:lnTo>
                    <a:lnTo>
                      <a:pt x="2681" y="468"/>
                    </a:lnTo>
                    <a:lnTo>
                      <a:pt x="2704" y="506"/>
                    </a:lnTo>
                    <a:lnTo>
                      <a:pt x="2744" y="508"/>
                    </a:lnTo>
                    <a:lnTo>
                      <a:pt x="2744" y="494"/>
                    </a:lnTo>
                    <a:lnTo>
                      <a:pt x="2711" y="473"/>
                    </a:lnTo>
                    <a:lnTo>
                      <a:pt x="2711" y="423"/>
                    </a:lnTo>
                    <a:lnTo>
                      <a:pt x="2700" y="407"/>
                    </a:lnTo>
                    <a:lnTo>
                      <a:pt x="2669" y="390"/>
                    </a:lnTo>
                    <a:lnTo>
                      <a:pt x="2645" y="343"/>
                    </a:lnTo>
                    <a:lnTo>
                      <a:pt x="2591" y="305"/>
                    </a:lnTo>
                    <a:lnTo>
                      <a:pt x="2584" y="274"/>
                    </a:lnTo>
                    <a:lnTo>
                      <a:pt x="2612" y="267"/>
                    </a:lnTo>
                    <a:lnTo>
                      <a:pt x="2619" y="227"/>
                    </a:lnTo>
                    <a:lnTo>
                      <a:pt x="2584" y="208"/>
                    </a:lnTo>
                    <a:lnTo>
                      <a:pt x="2563" y="206"/>
                    </a:lnTo>
                    <a:lnTo>
                      <a:pt x="2546" y="182"/>
                    </a:lnTo>
                    <a:lnTo>
                      <a:pt x="2522" y="154"/>
                    </a:lnTo>
                    <a:lnTo>
                      <a:pt x="2539" y="128"/>
                    </a:lnTo>
                    <a:lnTo>
                      <a:pt x="2520" y="121"/>
                    </a:lnTo>
                    <a:lnTo>
                      <a:pt x="2522" y="99"/>
                    </a:lnTo>
                    <a:lnTo>
                      <a:pt x="2546" y="97"/>
                    </a:lnTo>
                    <a:lnTo>
                      <a:pt x="2544" y="33"/>
                    </a:lnTo>
                    <a:lnTo>
                      <a:pt x="2496" y="0"/>
                    </a:lnTo>
                    <a:lnTo>
                      <a:pt x="2442" y="0"/>
                    </a:lnTo>
                    <a:lnTo>
                      <a:pt x="2402" y="29"/>
                    </a:lnTo>
                    <a:lnTo>
                      <a:pt x="2359" y="24"/>
                    </a:lnTo>
                    <a:lnTo>
                      <a:pt x="2352" y="12"/>
                    </a:lnTo>
                    <a:lnTo>
                      <a:pt x="2300" y="47"/>
                    </a:lnTo>
                    <a:lnTo>
                      <a:pt x="2246" y="59"/>
                    </a:lnTo>
                    <a:lnTo>
                      <a:pt x="2244" y="177"/>
                    </a:lnTo>
                    <a:lnTo>
                      <a:pt x="2284" y="210"/>
                    </a:lnTo>
                    <a:lnTo>
                      <a:pt x="2284" y="274"/>
                    </a:lnTo>
                    <a:lnTo>
                      <a:pt x="2189" y="210"/>
                    </a:lnTo>
                    <a:lnTo>
                      <a:pt x="2152" y="194"/>
                    </a:lnTo>
                    <a:lnTo>
                      <a:pt x="2107" y="194"/>
                    </a:lnTo>
                    <a:lnTo>
                      <a:pt x="2057" y="225"/>
                    </a:lnTo>
                    <a:lnTo>
                      <a:pt x="2007" y="213"/>
                    </a:lnTo>
                    <a:lnTo>
                      <a:pt x="1955" y="213"/>
                    </a:lnTo>
                    <a:lnTo>
                      <a:pt x="1944" y="251"/>
                    </a:lnTo>
                    <a:lnTo>
                      <a:pt x="1922" y="232"/>
                    </a:lnTo>
                    <a:lnTo>
                      <a:pt x="1899" y="232"/>
                    </a:lnTo>
                    <a:lnTo>
                      <a:pt x="1866" y="258"/>
                    </a:lnTo>
                    <a:lnTo>
                      <a:pt x="1866" y="298"/>
                    </a:lnTo>
                    <a:lnTo>
                      <a:pt x="1840" y="329"/>
                    </a:lnTo>
                    <a:lnTo>
                      <a:pt x="1792" y="331"/>
                    </a:lnTo>
                    <a:lnTo>
                      <a:pt x="1785" y="293"/>
                    </a:lnTo>
                    <a:lnTo>
                      <a:pt x="1755" y="274"/>
                    </a:lnTo>
                    <a:lnTo>
                      <a:pt x="1646" y="274"/>
                    </a:lnTo>
                    <a:lnTo>
                      <a:pt x="1601" y="295"/>
                    </a:lnTo>
                    <a:lnTo>
                      <a:pt x="1570" y="288"/>
                    </a:lnTo>
                    <a:lnTo>
                      <a:pt x="1530" y="267"/>
                    </a:lnTo>
                    <a:lnTo>
                      <a:pt x="1507" y="288"/>
                    </a:lnTo>
                    <a:lnTo>
                      <a:pt x="1490" y="267"/>
                    </a:lnTo>
                    <a:lnTo>
                      <a:pt x="1462" y="293"/>
                    </a:lnTo>
                    <a:lnTo>
                      <a:pt x="1431" y="279"/>
                    </a:lnTo>
                    <a:lnTo>
                      <a:pt x="1379" y="343"/>
                    </a:lnTo>
                    <a:lnTo>
                      <a:pt x="1353" y="305"/>
                    </a:lnTo>
                    <a:lnTo>
                      <a:pt x="1332" y="314"/>
                    </a:lnTo>
                    <a:lnTo>
                      <a:pt x="1322" y="340"/>
                    </a:lnTo>
                    <a:lnTo>
                      <a:pt x="1282" y="333"/>
                    </a:lnTo>
                    <a:lnTo>
                      <a:pt x="1244" y="407"/>
                    </a:lnTo>
                    <a:lnTo>
                      <a:pt x="1244" y="458"/>
                    </a:lnTo>
                    <a:lnTo>
                      <a:pt x="1181" y="461"/>
                    </a:lnTo>
                    <a:lnTo>
                      <a:pt x="1150" y="470"/>
                    </a:lnTo>
                    <a:lnTo>
                      <a:pt x="1141" y="503"/>
                    </a:lnTo>
                    <a:lnTo>
                      <a:pt x="1096" y="541"/>
                    </a:lnTo>
                    <a:lnTo>
                      <a:pt x="1044" y="546"/>
                    </a:lnTo>
                    <a:lnTo>
                      <a:pt x="1037" y="605"/>
                    </a:lnTo>
                    <a:lnTo>
                      <a:pt x="1013" y="626"/>
                    </a:lnTo>
                    <a:lnTo>
                      <a:pt x="980" y="565"/>
                    </a:lnTo>
                    <a:lnTo>
                      <a:pt x="947" y="579"/>
                    </a:lnTo>
                    <a:lnTo>
                      <a:pt x="916" y="565"/>
                    </a:lnTo>
                    <a:lnTo>
                      <a:pt x="897" y="539"/>
                    </a:lnTo>
                    <a:lnTo>
                      <a:pt x="859" y="546"/>
                    </a:lnTo>
                    <a:lnTo>
                      <a:pt x="817" y="565"/>
                    </a:lnTo>
                    <a:lnTo>
                      <a:pt x="777" y="534"/>
                    </a:lnTo>
                    <a:lnTo>
                      <a:pt x="744" y="553"/>
                    </a:lnTo>
                    <a:lnTo>
                      <a:pt x="715" y="536"/>
                    </a:lnTo>
                    <a:lnTo>
                      <a:pt x="668" y="553"/>
                    </a:lnTo>
                    <a:lnTo>
                      <a:pt x="633" y="496"/>
                    </a:lnTo>
                    <a:lnTo>
                      <a:pt x="583" y="477"/>
                    </a:lnTo>
                    <a:lnTo>
                      <a:pt x="531" y="496"/>
                    </a:lnTo>
                    <a:lnTo>
                      <a:pt x="510" y="475"/>
                    </a:lnTo>
                    <a:lnTo>
                      <a:pt x="451" y="444"/>
                    </a:lnTo>
                    <a:lnTo>
                      <a:pt x="359" y="454"/>
                    </a:lnTo>
                    <a:lnTo>
                      <a:pt x="281" y="454"/>
                    </a:lnTo>
                    <a:lnTo>
                      <a:pt x="274" y="518"/>
                    </a:lnTo>
                    <a:lnTo>
                      <a:pt x="266" y="546"/>
                    </a:lnTo>
                    <a:lnTo>
                      <a:pt x="184" y="546"/>
                    </a:lnTo>
                    <a:lnTo>
                      <a:pt x="163" y="598"/>
                    </a:lnTo>
                    <a:lnTo>
                      <a:pt x="87" y="643"/>
                    </a:lnTo>
                    <a:lnTo>
                      <a:pt x="54" y="643"/>
                    </a:lnTo>
                    <a:lnTo>
                      <a:pt x="52" y="681"/>
                    </a:lnTo>
                    <a:lnTo>
                      <a:pt x="33" y="714"/>
                    </a:lnTo>
                    <a:lnTo>
                      <a:pt x="0" y="725"/>
                    </a:lnTo>
                    <a:lnTo>
                      <a:pt x="33" y="792"/>
                    </a:lnTo>
                    <a:lnTo>
                      <a:pt x="28" y="834"/>
                    </a:lnTo>
                    <a:lnTo>
                      <a:pt x="52" y="834"/>
                    </a:lnTo>
                    <a:lnTo>
                      <a:pt x="61" y="810"/>
                    </a:lnTo>
                    <a:lnTo>
                      <a:pt x="96" y="815"/>
                    </a:lnTo>
                    <a:lnTo>
                      <a:pt x="151" y="834"/>
                    </a:lnTo>
                    <a:lnTo>
                      <a:pt x="165" y="865"/>
                    </a:lnTo>
                    <a:lnTo>
                      <a:pt x="226" y="865"/>
                    </a:lnTo>
                    <a:lnTo>
                      <a:pt x="245" y="886"/>
                    </a:lnTo>
                    <a:lnTo>
                      <a:pt x="224" y="919"/>
                    </a:lnTo>
                    <a:lnTo>
                      <a:pt x="189" y="962"/>
                    </a:lnTo>
                    <a:lnTo>
                      <a:pt x="144" y="995"/>
                    </a:lnTo>
                    <a:lnTo>
                      <a:pt x="103" y="1018"/>
                    </a:lnTo>
                    <a:lnTo>
                      <a:pt x="113" y="1051"/>
                    </a:lnTo>
                    <a:lnTo>
                      <a:pt x="89" y="1082"/>
                    </a:lnTo>
                    <a:lnTo>
                      <a:pt x="127" y="1136"/>
                    </a:lnTo>
                    <a:lnTo>
                      <a:pt x="165" y="1136"/>
                    </a:lnTo>
                    <a:lnTo>
                      <a:pt x="177" y="1108"/>
                    </a:lnTo>
                    <a:lnTo>
                      <a:pt x="224" y="1110"/>
                    </a:lnTo>
                    <a:lnTo>
                      <a:pt x="224" y="1184"/>
                    </a:lnTo>
                    <a:lnTo>
                      <a:pt x="184" y="1229"/>
                    </a:lnTo>
                    <a:lnTo>
                      <a:pt x="165" y="1283"/>
                    </a:lnTo>
                    <a:lnTo>
                      <a:pt x="198" y="1342"/>
                    </a:lnTo>
                    <a:lnTo>
                      <a:pt x="257" y="1342"/>
                    </a:lnTo>
                    <a:lnTo>
                      <a:pt x="311" y="1394"/>
                    </a:lnTo>
                    <a:lnTo>
                      <a:pt x="1660" y="1394"/>
                    </a:lnTo>
                    <a:lnTo>
                      <a:pt x="1667" y="1387"/>
                    </a:lnTo>
                    <a:lnTo>
                      <a:pt x="1729" y="1349"/>
                    </a:lnTo>
                    <a:close/>
                  </a:path>
                </a:pathLst>
              </a:custGeom>
              <a:grpFill/>
              <a:ln w="317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de-DE"/>
              </a:p>
            </p:txBody>
          </p:sp>
          <p:sp>
            <p:nvSpPr>
              <p:cNvPr id="32" name="Freeform 122">
                <a:extLst>
                  <a:ext uri="{FF2B5EF4-FFF2-40B4-BE49-F238E27FC236}">
                    <a16:creationId xmlns:a16="http://schemas.microsoft.com/office/drawing/2014/main" id="{0B5BACF6-1FAE-4E0B-82F2-7709FCD8F0B5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1272273" y="3003984"/>
                <a:ext cx="198424" cy="282726"/>
              </a:xfrm>
              <a:custGeom>
                <a:avLst/>
                <a:gdLst/>
                <a:ahLst/>
                <a:cxnLst>
                  <a:cxn ang="0">
                    <a:pos x="541" y="872"/>
                  </a:cxn>
                  <a:cxn ang="0">
                    <a:pos x="548" y="820"/>
                  </a:cxn>
                  <a:cxn ang="0">
                    <a:pos x="562" y="787"/>
                  </a:cxn>
                  <a:cxn ang="0">
                    <a:pos x="614" y="726"/>
                  </a:cxn>
                  <a:cxn ang="0">
                    <a:pos x="680" y="622"/>
                  </a:cxn>
                  <a:cxn ang="0">
                    <a:pos x="680" y="584"/>
                  </a:cxn>
                  <a:cxn ang="0">
                    <a:pos x="692" y="508"/>
                  </a:cxn>
                  <a:cxn ang="0">
                    <a:pos x="643" y="482"/>
                  </a:cxn>
                  <a:cxn ang="0">
                    <a:pos x="558" y="454"/>
                  </a:cxn>
                  <a:cxn ang="0">
                    <a:pos x="517" y="466"/>
                  </a:cxn>
                  <a:cxn ang="0">
                    <a:pos x="425" y="381"/>
                  </a:cxn>
                  <a:cxn ang="0">
                    <a:pos x="390" y="317"/>
                  </a:cxn>
                  <a:cxn ang="0">
                    <a:pos x="354" y="258"/>
                  </a:cxn>
                  <a:cxn ang="0">
                    <a:pos x="335" y="182"/>
                  </a:cxn>
                  <a:cxn ang="0">
                    <a:pos x="354" y="81"/>
                  </a:cxn>
                  <a:cxn ang="0">
                    <a:pos x="343" y="48"/>
                  </a:cxn>
                  <a:cxn ang="0">
                    <a:pos x="281" y="45"/>
                  </a:cxn>
                  <a:cxn ang="0">
                    <a:pos x="248" y="0"/>
                  </a:cxn>
                  <a:cxn ang="0">
                    <a:pos x="201" y="17"/>
                  </a:cxn>
                  <a:cxn ang="0">
                    <a:pos x="142" y="95"/>
                  </a:cxn>
                  <a:cxn ang="0">
                    <a:pos x="106" y="166"/>
                  </a:cxn>
                  <a:cxn ang="0">
                    <a:pos x="118" y="199"/>
                  </a:cxn>
                  <a:cxn ang="0">
                    <a:pos x="92" y="267"/>
                  </a:cxn>
                  <a:cxn ang="0">
                    <a:pos x="35" y="298"/>
                  </a:cxn>
                  <a:cxn ang="0">
                    <a:pos x="24" y="360"/>
                  </a:cxn>
                  <a:cxn ang="0">
                    <a:pos x="40" y="414"/>
                  </a:cxn>
                  <a:cxn ang="0">
                    <a:pos x="14" y="523"/>
                  </a:cxn>
                  <a:cxn ang="0">
                    <a:pos x="80" y="579"/>
                  </a:cxn>
                  <a:cxn ang="0">
                    <a:pos x="118" y="617"/>
                  </a:cxn>
                  <a:cxn ang="0">
                    <a:pos x="132" y="641"/>
                  </a:cxn>
                  <a:cxn ang="0">
                    <a:pos x="146" y="690"/>
                  </a:cxn>
                  <a:cxn ang="0">
                    <a:pos x="142" y="759"/>
                  </a:cxn>
                  <a:cxn ang="0">
                    <a:pos x="87" y="853"/>
                  </a:cxn>
                  <a:cxn ang="0">
                    <a:pos x="118" y="912"/>
                  </a:cxn>
                  <a:cxn ang="0">
                    <a:pos x="206" y="924"/>
                  </a:cxn>
                  <a:cxn ang="0">
                    <a:pos x="224" y="986"/>
                  </a:cxn>
                  <a:cxn ang="0">
                    <a:pos x="281" y="960"/>
                  </a:cxn>
                  <a:cxn ang="0">
                    <a:pos x="317" y="974"/>
                  </a:cxn>
                  <a:cxn ang="0">
                    <a:pos x="350" y="926"/>
                  </a:cxn>
                  <a:cxn ang="0">
                    <a:pos x="451" y="903"/>
                  </a:cxn>
                  <a:cxn ang="0">
                    <a:pos x="498" y="943"/>
                  </a:cxn>
                  <a:cxn ang="0">
                    <a:pos x="567" y="957"/>
                  </a:cxn>
                  <a:cxn ang="0">
                    <a:pos x="541" y="919"/>
                  </a:cxn>
                </a:cxnLst>
                <a:rect l="0" t="0" r="r" b="b"/>
                <a:pathLst>
                  <a:path w="692" h="986">
                    <a:moveTo>
                      <a:pt x="541" y="919"/>
                    </a:moveTo>
                    <a:lnTo>
                      <a:pt x="541" y="872"/>
                    </a:lnTo>
                    <a:lnTo>
                      <a:pt x="569" y="846"/>
                    </a:lnTo>
                    <a:lnTo>
                      <a:pt x="548" y="820"/>
                    </a:lnTo>
                    <a:lnTo>
                      <a:pt x="565" y="811"/>
                    </a:lnTo>
                    <a:lnTo>
                      <a:pt x="562" y="787"/>
                    </a:lnTo>
                    <a:lnTo>
                      <a:pt x="595" y="761"/>
                    </a:lnTo>
                    <a:lnTo>
                      <a:pt x="614" y="726"/>
                    </a:lnTo>
                    <a:lnTo>
                      <a:pt x="619" y="686"/>
                    </a:lnTo>
                    <a:lnTo>
                      <a:pt x="680" y="622"/>
                    </a:lnTo>
                    <a:lnTo>
                      <a:pt x="669" y="605"/>
                    </a:lnTo>
                    <a:lnTo>
                      <a:pt x="680" y="584"/>
                    </a:lnTo>
                    <a:lnTo>
                      <a:pt x="676" y="537"/>
                    </a:lnTo>
                    <a:lnTo>
                      <a:pt x="692" y="508"/>
                    </a:lnTo>
                    <a:lnTo>
                      <a:pt x="669" y="506"/>
                    </a:lnTo>
                    <a:lnTo>
                      <a:pt x="643" y="482"/>
                    </a:lnTo>
                    <a:lnTo>
                      <a:pt x="607" y="506"/>
                    </a:lnTo>
                    <a:lnTo>
                      <a:pt x="558" y="454"/>
                    </a:lnTo>
                    <a:lnTo>
                      <a:pt x="529" y="452"/>
                    </a:lnTo>
                    <a:lnTo>
                      <a:pt x="517" y="466"/>
                    </a:lnTo>
                    <a:lnTo>
                      <a:pt x="508" y="435"/>
                    </a:lnTo>
                    <a:lnTo>
                      <a:pt x="425" y="381"/>
                    </a:lnTo>
                    <a:lnTo>
                      <a:pt x="428" y="319"/>
                    </a:lnTo>
                    <a:lnTo>
                      <a:pt x="390" y="317"/>
                    </a:lnTo>
                    <a:lnTo>
                      <a:pt x="387" y="286"/>
                    </a:lnTo>
                    <a:lnTo>
                      <a:pt x="354" y="258"/>
                    </a:lnTo>
                    <a:lnTo>
                      <a:pt x="359" y="215"/>
                    </a:lnTo>
                    <a:lnTo>
                      <a:pt x="335" y="182"/>
                    </a:lnTo>
                    <a:lnTo>
                      <a:pt x="335" y="135"/>
                    </a:lnTo>
                    <a:lnTo>
                      <a:pt x="354" y="81"/>
                    </a:lnTo>
                    <a:lnTo>
                      <a:pt x="333" y="67"/>
                    </a:lnTo>
                    <a:lnTo>
                      <a:pt x="343" y="48"/>
                    </a:lnTo>
                    <a:lnTo>
                      <a:pt x="317" y="19"/>
                    </a:lnTo>
                    <a:lnTo>
                      <a:pt x="281" y="45"/>
                    </a:lnTo>
                    <a:lnTo>
                      <a:pt x="260" y="29"/>
                    </a:lnTo>
                    <a:lnTo>
                      <a:pt x="248" y="0"/>
                    </a:lnTo>
                    <a:lnTo>
                      <a:pt x="224" y="12"/>
                    </a:lnTo>
                    <a:lnTo>
                      <a:pt x="201" y="17"/>
                    </a:lnTo>
                    <a:lnTo>
                      <a:pt x="201" y="71"/>
                    </a:lnTo>
                    <a:lnTo>
                      <a:pt x="142" y="95"/>
                    </a:lnTo>
                    <a:lnTo>
                      <a:pt x="137" y="140"/>
                    </a:lnTo>
                    <a:lnTo>
                      <a:pt x="106" y="166"/>
                    </a:lnTo>
                    <a:lnTo>
                      <a:pt x="118" y="175"/>
                    </a:lnTo>
                    <a:lnTo>
                      <a:pt x="118" y="199"/>
                    </a:lnTo>
                    <a:lnTo>
                      <a:pt x="73" y="239"/>
                    </a:lnTo>
                    <a:lnTo>
                      <a:pt x="92" y="267"/>
                    </a:lnTo>
                    <a:lnTo>
                      <a:pt x="71" y="298"/>
                    </a:lnTo>
                    <a:lnTo>
                      <a:pt x="35" y="298"/>
                    </a:lnTo>
                    <a:lnTo>
                      <a:pt x="31" y="345"/>
                    </a:lnTo>
                    <a:lnTo>
                      <a:pt x="24" y="360"/>
                    </a:lnTo>
                    <a:lnTo>
                      <a:pt x="0" y="388"/>
                    </a:lnTo>
                    <a:lnTo>
                      <a:pt x="40" y="414"/>
                    </a:lnTo>
                    <a:lnTo>
                      <a:pt x="12" y="456"/>
                    </a:lnTo>
                    <a:lnTo>
                      <a:pt x="14" y="523"/>
                    </a:lnTo>
                    <a:lnTo>
                      <a:pt x="52" y="523"/>
                    </a:lnTo>
                    <a:lnTo>
                      <a:pt x="80" y="579"/>
                    </a:lnTo>
                    <a:lnTo>
                      <a:pt x="76" y="617"/>
                    </a:lnTo>
                    <a:lnTo>
                      <a:pt x="118" y="617"/>
                    </a:lnTo>
                    <a:lnTo>
                      <a:pt x="132" y="629"/>
                    </a:lnTo>
                    <a:lnTo>
                      <a:pt x="132" y="641"/>
                    </a:lnTo>
                    <a:lnTo>
                      <a:pt x="118" y="686"/>
                    </a:lnTo>
                    <a:lnTo>
                      <a:pt x="146" y="690"/>
                    </a:lnTo>
                    <a:lnTo>
                      <a:pt x="151" y="702"/>
                    </a:lnTo>
                    <a:lnTo>
                      <a:pt x="142" y="759"/>
                    </a:lnTo>
                    <a:lnTo>
                      <a:pt x="118" y="820"/>
                    </a:lnTo>
                    <a:lnTo>
                      <a:pt x="87" y="853"/>
                    </a:lnTo>
                    <a:lnTo>
                      <a:pt x="92" y="891"/>
                    </a:lnTo>
                    <a:lnTo>
                      <a:pt x="118" y="912"/>
                    </a:lnTo>
                    <a:lnTo>
                      <a:pt x="149" y="922"/>
                    </a:lnTo>
                    <a:lnTo>
                      <a:pt x="206" y="924"/>
                    </a:lnTo>
                    <a:lnTo>
                      <a:pt x="206" y="967"/>
                    </a:lnTo>
                    <a:lnTo>
                      <a:pt x="224" y="986"/>
                    </a:lnTo>
                    <a:lnTo>
                      <a:pt x="267" y="986"/>
                    </a:lnTo>
                    <a:lnTo>
                      <a:pt x="281" y="960"/>
                    </a:lnTo>
                    <a:lnTo>
                      <a:pt x="305" y="960"/>
                    </a:lnTo>
                    <a:lnTo>
                      <a:pt x="317" y="974"/>
                    </a:lnTo>
                    <a:lnTo>
                      <a:pt x="326" y="969"/>
                    </a:lnTo>
                    <a:lnTo>
                      <a:pt x="350" y="926"/>
                    </a:lnTo>
                    <a:lnTo>
                      <a:pt x="385" y="905"/>
                    </a:lnTo>
                    <a:lnTo>
                      <a:pt x="451" y="903"/>
                    </a:lnTo>
                    <a:lnTo>
                      <a:pt x="480" y="917"/>
                    </a:lnTo>
                    <a:lnTo>
                      <a:pt x="498" y="943"/>
                    </a:lnTo>
                    <a:lnTo>
                      <a:pt x="541" y="964"/>
                    </a:lnTo>
                    <a:lnTo>
                      <a:pt x="567" y="957"/>
                    </a:lnTo>
                    <a:lnTo>
                      <a:pt x="553" y="926"/>
                    </a:lnTo>
                    <a:lnTo>
                      <a:pt x="541" y="919"/>
                    </a:lnTo>
                    <a:close/>
                  </a:path>
                </a:pathLst>
              </a:custGeom>
              <a:grpFill/>
              <a:ln w="317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de-DE"/>
              </a:p>
            </p:txBody>
          </p:sp>
          <p:sp>
            <p:nvSpPr>
              <p:cNvPr id="36" name="Freeform 127">
                <a:extLst>
                  <a:ext uri="{FF2B5EF4-FFF2-40B4-BE49-F238E27FC236}">
                    <a16:creationId xmlns:a16="http://schemas.microsoft.com/office/drawing/2014/main" id="{C5CCDDE4-1F41-4CCC-8EC1-659754AEF983}"/>
                  </a:ext>
                </a:extLst>
              </p:cNvPr>
              <p:cNvSpPr>
                <a:spLocks noEditPoints="1"/>
              </p:cNvSpPr>
              <p:nvPr userDrawn="1"/>
            </p:nvSpPr>
            <p:spPr bwMode="gray">
              <a:xfrm>
                <a:off x="2207045" y="3444991"/>
                <a:ext cx="1895925" cy="974056"/>
              </a:xfrm>
              <a:custGeom>
                <a:avLst/>
                <a:gdLst/>
                <a:ahLst/>
                <a:cxnLst>
                  <a:cxn ang="0">
                    <a:pos x="1798" y="1401"/>
                  </a:cxn>
                  <a:cxn ang="0">
                    <a:pos x="1945" y="1345"/>
                  </a:cxn>
                  <a:cxn ang="0">
                    <a:pos x="2096" y="1298"/>
                  </a:cxn>
                  <a:cxn ang="0">
                    <a:pos x="2268" y="1263"/>
                  </a:cxn>
                  <a:cxn ang="0">
                    <a:pos x="2445" y="1141"/>
                  </a:cxn>
                  <a:cxn ang="0">
                    <a:pos x="2552" y="1110"/>
                  </a:cxn>
                  <a:cxn ang="0">
                    <a:pos x="2543" y="1004"/>
                  </a:cxn>
                  <a:cxn ang="0">
                    <a:pos x="2552" y="883"/>
                  </a:cxn>
                  <a:cxn ang="0">
                    <a:pos x="2584" y="768"/>
                  </a:cxn>
                  <a:cxn ang="0">
                    <a:pos x="2638" y="705"/>
                  </a:cxn>
                  <a:cxn ang="0">
                    <a:pos x="2742" y="639"/>
                  </a:cxn>
                  <a:cxn ang="0">
                    <a:pos x="2770" y="537"/>
                  </a:cxn>
                  <a:cxn ang="0">
                    <a:pos x="2724" y="418"/>
                  </a:cxn>
                  <a:cxn ang="0">
                    <a:pos x="2698" y="296"/>
                  </a:cxn>
                  <a:cxn ang="0">
                    <a:pos x="2692" y="170"/>
                  </a:cxn>
                  <a:cxn ang="0">
                    <a:pos x="2541" y="118"/>
                  </a:cxn>
                  <a:cxn ang="0">
                    <a:pos x="2333" y="90"/>
                  </a:cxn>
                  <a:cxn ang="0">
                    <a:pos x="2149" y="24"/>
                  </a:cxn>
                  <a:cxn ang="0">
                    <a:pos x="2018" y="0"/>
                  </a:cxn>
                  <a:cxn ang="0">
                    <a:pos x="2004" y="139"/>
                  </a:cxn>
                  <a:cxn ang="0">
                    <a:pos x="1860" y="229"/>
                  </a:cxn>
                  <a:cxn ang="0">
                    <a:pos x="1734" y="240"/>
                  </a:cxn>
                  <a:cxn ang="0">
                    <a:pos x="1654" y="175"/>
                  </a:cxn>
                  <a:cxn ang="0">
                    <a:pos x="1559" y="256"/>
                  </a:cxn>
                  <a:cxn ang="0">
                    <a:pos x="1449" y="298"/>
                  </a:cxn>
                  <a:cxn ang="0">
                    <a:pos x="1285" y="433"/>
                  </a:cxn>
                  <a:cxn ang="0">
                    <a:pos x="1250" y="585"/>
                  </a:cxn>
                  <a:cxn ang="0">
                    <a:pos x="1294" y="713"/>
                  </a:cxn>
                  <a:cxn ang="0">
                    <a:pos x="1281" y="843"/>
                  </a:cxn>
                  <a:cxn ang="0">
                    <a:pos x="1198" y="744"/>
                  </a:cxn>
                  <a:cxn ang="0">
                    <a:pos x="1036" y="729"/>
                  </a:cxn>
                  <a:cxn ang="0">
                    <a:pos x="982" y="775"/>
                  </a:cxn>
                  <a:cxn ang="0">
                    <a:pos x="792" y="781"/>
                  </a:cxn>
                  <a:cxn ang="0">
                    <a:pos x="683" y="859"/>
                  </a:cxn>
                  <a:cxn ang="0">
                    <a:pos x="556" y="873"/>
                  </a:cxn>
                  <a:cxn ang="0">
                    <a:pos x="463" y="816"/>
                  </a:cxn>
                  <a:cxn ang="0">
                    <a:pos x="357" y="806"/>
                  </a:cxn>
                  <a:cxn ang="0">
                    <a:pos x="258" y="962"/>
                  </a:cxn>
                  <a:cxn ang="0">
                    <a:pos x="227" y="862"/>
                  </a:cxn>
                  <a:cxn ang="0">
                    <a:pos x="125" y="815"/>
                  </a:cxn>
                  <a:cxn ang="0">
                    <a:pos x="53" y="906"/>
                  </a:cxn>
                  <a:cxn ang="0">
                    <a:pos x="47" y="1072"/>
                  </a:cxn>
                  <a:cxn ang="0">
                    <a:pos x="223" y="1179"/>
                  </a:cxn>
                  <a:cxn ang="0">
                    <a:pos x="364" y="1182"/>
                  </a:cxn>
                  <a:cxn ang="0">
                    <a:pos x="548" y="1228"/>
                  </a:cxn>
                  <a:cxn ang="0">
                    <a:pos x="678" y="1110"/>
                  </a:cxn>
                  <a:cxn ang="0">
                    <a:pos x="884" y="1086"/>
                  </a:cxn>
                  <a:cxn ang="0">
                    <a:pos x="962" y="1124"/>
                  </a:cxn>
                  <a:cxn ang="0">
                    <a:pos x="1057" y="1258"/>
                  </a:cxn>
                  <a:cxn ang="0">
                    <a:pos x="1323" y="1321"/>
                  </a:cxn>
                  <a:cxn ang="0">
                    <a:pos x="1527" y="1360"/>
                  </a:cxn>
                  <a:cxn ang="0">
                    <a:pos x="2666" y="660"/>
                  </a:cxn>
                  <a:cxn ang="0">
                    <a:pos x="1731" y="1311"/>
                  </a:cxn>
                  <a:cxn ang="0">
                    <a:pos x="73" y="839"/>
                  </a:cxn>
                  <a:cxn ang="0">
                    <a:pos x="1333" y="567"/>
                  </a:cxn>
                  <a:cxn ang="0">
                    <a:pos x="1426" y="663"/>
                  </a:cxn>
                  <a:cxn ang="0">
                    <a:pos x="1457" y="714"/>
                  </a:cxn>
                  <a:cxn ang="0">
                    <a:pos x="1479" y="635"/>
                  </a:cxn>
                  <a:cxn ang="0">
                    <a:pos x="1472" y="1208"/>
                  </a:cxn>
                  <a:cxn ang="0">
                    <a:pos x="1580" y="665"/>
                  </a:cxn>
                </a:cxnLst>
                <a:rect l="0" t="0" r="r" b="b"/>
                <a:pathLst>
                  <a:path w="2799" h="1438">
                    <a:moveTo>
                      <a:pt x="1609" y="1361"/>
                    </a:moveTo>
                    <a:cubicBezTo>
                      <a:pt x="1634" y="1374"/>
                      <a:pt x="1634" y="1374"/>
                      <a:pt x="1634" y="1374"/>
                    </a:cubicBezTo>
                    <a:cubicBezTo>
                      <a:pt x="1643" y="1383"/>
                      <a:pt x="1643" y="1383"/>
                      <a:pt x="1643" y="1383"/>
                    </a:cubicBezTo>
                    <a:cubicBezTo>
                      <a:pt x="1665" y="1375"/>
                      <a:pt x="1665" y="1375"/>
                      <a:pt x="1665" y="1375"/>
                    </a:cubicBezTo>
                    <a:cubicBezTo>
                      <a:pt x="1686" y="1383"/>
                      <a:pt x="1686" y="1383"/>
                      <a:pt x="1686" y="1383"/>
                    </a:cubicBezTo>
                    <a:cubicBezTo>
                      <a:pt x="1701" y="1407"/>
                      <a:pt x="1701" y="1407"/>
                      <a:pt x="1701" y="1407"/>
                    </a:cubicBezTo>
                    <a:cubicBezTo>
                      <a:pt x="1721" y="1400"/>
                      <a:pt x="1721" y="1400"/>
                      <a:pt x="1721" y="1400"/>
                    </a:cubicBezTo>
                    <a:cubicBezTo>
                      <a:pt x="1733" y="1407"/>
                      <a:pt x="1733" y="1407"/>
                      <a:pt x="1733" y="1407"/>
                    </a:cubicBezTo>
                    <a:cubicBezTo>
                      <a:pt x="1747" y="1399"/>
                      <a:pt x="1747" y="1399"/>
                      <a:pt x="1747" y="1399"/>
                    </a:cubicBezTo>
                    <a:cubicBezTo>
                      <a:pt x="1764" y="1412"/>
                      <a:pt x="1764" y="1412"/>
                      <a:pt x="1764" y="1412"/>
                    </a:cubicBezTo>
                    <a:cubicBezTo>
                      <a:pt x="1782" y="1404"/>
                      <a:pt x="1782" y="1404"/>
                      <a:pt x="1782" y="1404"/>
                    </a:cubicBezTo>
                    <a:cubicBezTo>
                      <a:pt x="1798" y="1401"/>
                      <a:pt x="1798" y="1401"/>
                      <a:pt x="1798" y="1401"/>
                    </a:cubicBezTo>
                    <a:cubicBezTo>
                      <a:pt x="1806" y="1412"/>
                      <a:pt x="1806" y="1412"/>
                      <a:pt x="1806" y="1412"/>
                    </a:cubicBezTo>
                    <a:cubicBezTo>
                      <a:pt x="1819" y="1418"/>
                      <a:pt x="1819" y="1418"/>
                      <a:pt x="1819" y="1418"/>
                    </a:cubicBezTo>
                    <a:cubicBezTo>
                      <a:pt x="1833" y="1412"/>
                      <a:pt x="1833" y="1412"/>
                      <a:pt x="1833" y="1412"/>
                    </a:cubicBezTo>
                    <a:cubicBezTo>
                      <a:pt x="1847" y="1438"/>
                      <a:pt x="1847" y="1438"/>
                      <a:pt x="1847" y="1438"/>
                    </a:cubicBezTo>
                    <a:cubicBezTo>
                      <a:pt x="1857" y="1429"/>
                      <a:pt x="1857" y="1429"/>
                      <a:pt x="1857" y="1429"/>
                    </a:cubicBezTo>
                    <a:cubicBezTo>
                      <a:pt x="1860" y="1404"/>
                      <a:pt x="1860" y="1404"/>
                      <a:pt x="1860" y="1404"/>
                    </a:cubicBezTo>
                    <a:cubicBezTo>
                      <a:pt x="1882" y="1402"/>
                      <a:pt x="1882" y="1402"/>
                      <a:pt x="1882" y="1402"/>
                    </a:cubicBezTo>
                    <a:cubicBezTo>
                      <a:pt x="1901" y="1386"/>
                      <a:pt x="1901" y="1386"/>
                      <a:pt x="1901" y="1386"/>
                    </a:cubicBezTo>
                    <a:cubicBezTo>
                      <a:pt x="1905" y="1372"/>
                      <a:pt x="1905" y="1372"/>
                      <a:pt x="1905" y="1372"/>
                    </a:cubicBezTo>
                    <a:cubicBezTo>
                      <a:pt x="1918" y="1368"/>
                      <a:pt x="1918" y="1368"/>
                      <a:pt x="1918" y="1368"/>
                    </a:cubicBezTo>
                    <a:cubicBezTo>
                      <a:pt x="1945" y="1367"/>
                      <a:pt x="1945" y="1367"/>
                      <a:pt x="1945" y="1367"/>
                    </a:cubicBezTo>
                    <a:cubicBezTo>
                      <a:pt x="1945" y="1345"/>
                      <a:pt x="1945" y="1345"/>
                      <a:pt x="1945" y="1345"/>
                    </a:cubicBezTo>
                    <a:cubicBezTo>
                      <a:pt x="1961" y="1314"/>
                      <a:pt x="1961" y="1314"/>
                      <a:pt x="1961" y="1314"/>
                    </a:cubicBezTo>
                    <a:cubicBezTo>
                      <a:pt x="1978" y="1317"/>
                      <a:pt x="1978" y="1317"/>
                      <a:pt x="1978" y="1317"/>
                    </a:cubicBezTo>
                    <a:cubicBezTo>
                      <a:pt x="1982" y="1306"/>
                      <a:pt x="1982" y="1306"/>
                      <a:pt x="1982" y="1306"/>
                    </a:cubicBezTo>
                    <a:cubicBezTo>
                      <a:pt x="1991" y="1302"/>
                      <a:pt x="1991" y="1302"/>
                      <a:pt x="1991" y="1302"/>
                    </a:cubicBezTo>
                    <a:cubicBezTo>
                      <a:pt x="2002" y="1318"/>
                      <a:pt x="2002" y="1318"/>
                      <a:pt x="2002" y="1318"/>
                    </a:cubicBezTo>
                    <a:cubicBezTo>
                      <a:pt x="2024" y="1291"/>
                      <a:pt x="2024" y="1291"/>
                      <a:pt x="2024" y="1291"/>
                    </a:cubicBezTo>
                    <a:cubicBezTo>
                      <a:pt x="2037" y="1297"/>
                      <a:pt x="2037" y="1297"/>
                      <a:pt x="2037" y="1297"/>
                    </a:cubicBezTo>
                    <a:cubicBezTo>
                      <a:pt x="2049" y="1286"/>
                      <a:pt x="2049" y="1286"/>
                      <a:pt x="2049" y="1286"/>
                    </a:cubicBezTo>
                    <a:cubicBezTo>
                      <a:pt x="2056" y="1295"/>
                      <a:pt x="2056" y="1295"/>
                      <a:pt x="2056" y="1295"/>
                    </a:cubicBezTo>
                    <a:cubicBezTo>
                      <a:pt x="2066" y="1286"/>
                      <a:pt x="2066" y="1286"/>
                      <a:pt x="2066" y="1286"/>
                    </a:cubicBezTo>
                    <a:cubicBezTo>
                      <a:pt x="2083" y="1295"/>
                      <a:pt x="2083" y="1295"/>
                      <a:pt x="2083" y="1295"/>
                    </a:cubicBezTo>
                    <a:cubicBezTo>
                      <a:pt x="2096" y="1298"/>
                      <a:pt x="2096" y="1298"/>
                      <a:pt x="2096" y="1298"/>
                    </a:cubicBezTo>
                    <a:cubicBezTo>
                      <a:pt x="2115" y="1289"/>
                      <a:pt x="2115" y="1289"/>
                      <a:pt x="2115" y="1289"/>
                    </a:cubicBezTo>
                    <a:cubicBezTo>
                      <a:pt x="2161" y="1289"/>
                      <a:pt x="2161" y="1289"/>
                      <a:pt x="2161" y="1289"/>
                    </a:cubicBezTo>
                    <a:cubicBezTo>
                      <a:pt x="2174" y="1297"/>
                      <a:pt x="2174" y="1297"/>
                      <a:pt x="2174" y="1297"/>
                    </a:cubicBezTo>
                    <a:cubicBezTo>
                      <a:pt x="2177" y="1313"/>
                      <a:pt x="2177" y="1313"/>
                      <a:pt x="2177" y="1313"/>
                    </a:cubicBezTo>
                    <a:cubicBezTo>
                      <a:pt x="2197" y="1312"/>
                      <a:pt x="2197" y="1312"/>
                      <a:pt x="2197" y="1312"/>
                    </a:cubicBezTo>
                    <a:cubicBezTo>
                      <a:pt x="2208" y="1299"/>
                      <a:pt x="2208" y="1299"/>
                      <a:pt x="2208" y="1299"/>
                    </a:cubicBezTo>
                    <a:cubicBezTo>
                      <a:pt x="2208" y="1282"/>
                      <a:pt x="2208" y="1282"/>
                      <a:pt x="2208" y="1282"/>
                    </a:cubicBezTo>
                    <a:cubicBezTo>
                      <a:pt x="2222" y="1271"/>
                      <a:pt x="2222" y="1271"/>
                      <a:pt x="2222" y="1271"/>
                    </a:cubicBezTo>
                    <a:cubicBezTo>
                      <a:pt x="2232" y="1271"/>
                      <a:pt x="2232" y="1271"/>
                      <a:pt x="2232" y="1271"/>
                    </a:cubicBezTo>
                    <a:cubicBezTo>
                      <a:pt x="2241" y="1279"/>
                      <a:pt x="2241" y="1279"/>
                      <a:pt x="2241" y="1279"/>
                    </a:cubicBezTo>
                    <a:cubicBezTo>
                      <a:pt x="2246" y="1263"/>
                      <a:pt x="2246" y="1263"/>
                      <a:pt x="2246" y="1263"/>
                    </a:cubicBezTo>
                    <a:cubicBezTo>
                      <a:pt x="2268" y="1263"/>
                      <a:pt x="2268" y="1263"/>
                      <a:pt x="2268" y="1263"/>
                    </a:cubicBezTo>
                    <a:cubicBezTo>
                      <a:pt x="2289" y="1268"/>
                      <a:pt x="2289" y="1268"/>
                      <a:pt x="2289" y="1268"/>
                    </a:cubicBezTo>
                    <a:cubicBezTo>
                      <a:pt x="2310" y="1255"/>
                      <a:pt x="2310" y="1255"/>
                      <a:pt x="2310" y="1255"/>
                    </a:cubicBezTo>
                    <a:cubicBezTo>
                      <a:pt x="2329" y="1255"/>
                      <a:pt x="2329" y="1255"/>
                      <a:pt x="2329" y="1255"/>
                    </a:cubicBezTo>
                    <a:cubicBezTo>
                      <a:pt x="2345" y="1262"/>
                      <a:pt x="2345" y="1262"/>
                      <a:pt x="2345" y="1262"/>
                    </a:cubicBezTo>
                    <a:cubicBezTo>
                      <a:pt x="2385" y="1289"/>
                      <a:pt x="2385" y="1289"/>
                      <a:pt x="2385" y="1289"/>
                    </a:cubicBezTo>
                    <a:cubicBezTo>
                      <a:pt x="2385" y="1262"/>
                      <a:pt x="2385" y="1262"/>
                      <a:pt x="2385" y="1262"/>
                    </a:cubicBezTo>
                    <a:cubicBezTo>
                      <a:pt x="2368" y="1248"/>
                      <a:pt x="2368" y="1248"/>
                      <a:pt x="2368" y="1248"/>
                    </a:cubicBezTo>
                    <a:cubicBezTo>
                      <a:pt x="2369" y="1198"/>
                      <a:pt x="2369" y="1198"/>
                      <a:pt x="2369" y="1198"/>
                    </a:cubicBezTo>
                    <a:cubicBezTo>
                      <a:pt x="2392" y="1193"/>
                      <a:pt x="2392" y="1193"/>
                      <a:pt x="2392" y="1193"/>
                    </a:cubicBezTo>
                    <a:cubicBezTo>
                      <a:pt x="2414" y="1178"/>
                      <a:pt x="2414" y="1178"/>
                      <a:pt x="2414" y="1178"/>
                    </a:cubicBezTo>
                    <a:cubicBezTo>
                      <a:pt x="2436" y="1158"/>
                      <a:pt x="2436" y="1158"/>
                      <a:pt x="2436" y="1158"/>
                    </a:cubicBezTo>
                    <a:cubicBezTo>
                      <a:pt x="2445" y="1141"/>
                      <a:pt x="2445" y="1141"/>
                      <a:pt x="2445" y="1141"/>
                    </a:cubicBezTo>
                    <a:cubicBezTo>
                      <a:pt x="2452" y="1142"/>
                      <a:pt x="2452" y="1142"/>
                      <a:pt x="2452" y="1142"/>
                    </a:cubicBezTo>
                    <a:cubicBezTo>
                      <a:pt x="2462" y="1128"/>
                      <a:pt x="2462" y="1128"/>
                      <a:pt x="2462" y="1128"/>
                    </a:cubicBezTo>
                    <a:cubicBezTo>
                      <a:pt x="2473" y="1127"/>
                      <a:pt x="2473" y="1127"/>
                      <a:pt x="2473" y="1127"/>
                    </a:cubicBezTo>
                    <a:cubicBezTo>
                      <a:pt x="2478" y="1099"/>
                      <a:pt x="2478" y="1099"/>
                      <a:pt x="2478" y="1099"/>
                    </a:cubicBezTo>
                    <a:cubicBezTo>
                      <a:pt x="2480" y="1108"/>
                      <a:pt x="2480" y="1108"/>
                      <a:pt x="2480" y="1108"/>
                    </a:cubicBezTo>
                    <a:cubicBezTo>
                      <a:pt x="2493" y="1110"/>
                      <a:pt x="2493" y="1110"/>
                      <a:pt x="2493" y="1110"/>
                    </a:cubicBezTo>
                    <a:cubicBezTo>
                      <a:pt x="2502" y="1100"/>
                      <a:pt x="2502" y="1100"/>
                      <a:pt x="2502" y="1100"/>
                    </a:cubicBezTo>
                    <a:cubicBezTo>
                      <a:pt x="2504" y="1108"/>
                      <a:pt x="2504" y="1108"/>
                      <a:pt x="2504" y="1108"/>
                    </a:cubicBezTo>
                    <a:cubicBezTo>
                      <a:pt x="2521" y="1104"/>
                      <a:pt x="2521" y="1104"/>
                      <a:pt x="2521" y="1104"/>
                    </a:cubicBezTo>
                    <a:cubicBezTo>
                      <a:pt x="2529" y="1112"/>
                      <a:pt x="2529" y="1112"/>
                      <a:pt x="2529" y="1112"/>
                    </a:cubicBezTo>
                    <a:cubicBezTo>
                      <a:pt x="2536" y="1104"/>
                      <a:pt x="2536" y="1104"/>
                      <a:pt x="2536" y="1104"/>
                    </a:cubicBezTo>
                    <a:cubicBezTo>
                      <a:pt x="2552" y="1110"/>
                      <a:pt x="2552" y="1110"/>
                      <a:pt x="2552" y="1110"/>
                    </a:cubicBezTo>
                    <a:cubicBezTo>
                      <a:pt x="2558" y="1105"/>
                      <a:pt x="2558" y="1105"/>
                      <a:pt x="2558" y="1105"/>
                    </a:cubicBezTo>
                    <a:cubicBezTo>
                      <a:pt x="2545" y="1092"/>
                      <a:pt x="2545" y="1092"/>
                      <a:pt x="2545" y="1092"/>
                    </a:cubicBezTo>
                    <a:cubicBezTo>
                      <a:pt x="2533" y="1089"/>
                      <a:pt x="2533" y="1089"/>
                      <a:pt x="2533" y="1089"/>
                    </a:cubicBezTo>
                    <a:cubicBezTo>
                      <a:pt x="2557" y="1075"/>
                      <a:pt x="2557" y="1075"/>
                      <a:pt x="2557" y="1075"/>
                    </a:cubicBezTo>
                    <a:cubicBezTo>
                      <a:pt x="2543" y="1065"/>
                      <a:pt x="2543" y="1065"/>
                      <a:pt x="2543" y="1065"/>
                    </a:cubicBezTo>
                    <a:cubicBezTo>
                      <a:pt x="2542" y="1057"/>
                      <a:pt x="2542" y="1057"/>
                      <a:pt x="2542" y="1057"/>
                    </a:cubicBezTo>
                    <a:cubicBezTo>
                      <a:pt x="2555" y="1041"/>
                      <a:pt x="2555" y="1041"/>
                      <a:pt x="2555" y="1041"/>
                    </a:cubicBezTo>
                    <a:cubicBezTo>
                      <a:pt x="2566" y="1039"/>
                      <a:pt x="2566" y="1039"/>
                      <a:pt x="2566" y="1039"/>
                    </a:cubicBezTo>
                    <a:cubicBezTo>
                      <a:pt x="2562" y="1030"/>
                      <a:pt x="2562" y="1030"/>
                      <a:pt x="2562" y="1030"/>
                    </a:cubicBezTo>
                    <a:cubicBezTo>
                      <a:pt x="2537" y="1028"/>
                      <a:pt x="2537" y="1028"/>
                      <a:pt x="2537" y="1028"/>
                    </a:cubicBezTo>
                    <a:cubicBezTo>
                      <a:pt x="2544" y="1019"/>
                      <a:pt x="2544" y="1019"/>
                      <a:pt x="2544" y="1019"/>
                    </a:cubicBezTo>
                    <a:cubicBezTo>
                      <a:pt x="2543" y="1004"/>
                      <a:pt x="2543" y="1004"/>
                      <a:pt x="2543" y="1004"/>
                    </a:cubicBezTo>
                    <a:cubicBezTo>
                      <a:pt x="2531" y="1003"/>
                      <a:pt x="2531" y="1003"/>
                      <a:pt x="2531" y="1003"/>
                    </a:cubicBezTo>
                    <a:cubicBezTo>
                      <a:pt x="2529" y="996"/>
                      <a:pt x="2529" y="996"/>
                      <a:pt x="2529" y="996"/>
                    </a:cubicBezTo>
                    <a:cubicBezTo>
                      <a:pt x="2537" y="978"/>
                      <a:pt x="2537" y="978"/>
                      <a:pt x="2537" y="978"/>
                    </a:cubicBezTo>
                    <a:cubicBezTo>
                      <a:pt x="2533" y="969"/>
                      <a:pt x="2533" y="969"/>
                      <a:pt x="2533" y="969"/>
                    </a:cubicBezTo>
                    <a:cubicBezTo>
                      <a:pt x="2549" y="964"/>
                      <a:pt x="2549" y="964"/>
                      <a:pt x="2549" y="964"/>
                    </a:cubicBezTo>
                    <a:cubicBezTo>
                      <a:pt x="2551" y="956"/>
                      <a:pt x="2551" y="956"/>
                      <a:pt x="2551" y="956"/>
                    </a:cubicBezTo>
                    <a:cubicBezTo>
                      <a:pt x="2553" y="947"/>
                      <a:pt x="2553" y="947"/>
                      <a:pt x="2553" y="947"/>
                    </a:cubicBezTo>
                    <a:cubicBezTo>
                      <a:pt x="2550" y="929"/>
                      <a:pt x="2550" y="929"/>
                      <a:pt x="2550" y="929"/>
                    </a:cubicBezTo>
                    <a:cubicBezTo>
                      <a:pt x="2534" y="914"/>
                      <a:pt x="2534" y="914"/>
                      <a:pt x="2534" y="914"/>
                    </a:cubicBezTo>
                    <a:cubicBezTo>
                      <a:pt x="2545" y="906"/>
                      <a:pt x="2545" y="906"/>
                      <a:pt x="2545" y="906"/>
                    </a:cubicBezTo>
                    <a:cubicBezTo>
                      <a:pt x="2539" y="883"/>
                      <a:pt x="2539" y="883"/>
                      <a:pt x="2539" y="883"/>
                    </a:cubicBezTo>
                    <a:cubicBezTo>
                      <a:pt x="2552" y="883"/>
                      <a:pt x="2552" y="883"/>
                      <a:pt x="2552" y="883"/>
                    </a:cubicBezTo>
                    <a:cubicBezTo>
                      <a:pt x="2557" y="893"/>
                      <a:pt x="2557" y="893"/>
                      <a:pt x="2557" y="893"/>
                    </a:cubicBezTo>
                    <a:cubicBezTo>
                      <a:pt x="2566" y="880"/>
                      <a:pt x="2566" y="880"/>
                      <a:pt x="2566" y="880"/>
                    </a:cubicBezTo>
                    <a:cubicBezTo>
                      <a:pt x="2588" y="882"/>
                      <a:pt x="2588" y="882"/>
                      <a:pt x="2588" y="882"/>
                    </a:cubicBezTo>
                    <a:cubicBezTo>
                      <a:pt x="2596" y="867"/>
                      <a:pt x="2596" y="867"/>
                      <a:pt x="2596" y="867"/>
                    </a:cubicBezTo>
                    <a:cubicBezTo>
                      <a:pt x="2615" y="859"/>
                      <a:pt x="2615" y="859"/>
                      <a:pt x="2615" y="859"/>
                    </a:cubicBezTo>
                    <a:cubicBezTo>
                      <a:pt x="2614" y="828"/>
                      <a:pt x="2614" y="828"/>
                      <a:pt x="2614" y="828"/>
                    </a:cubicBezTo>
                    <a:cubicBezTo>
                      <a:pt x="2626" y="828"/>
                      <a:pt x="2626" y="828"/>
                      <a:pt x="2626" y="828"/>
                    </a:cubicBezTo>
                    <a:cubicBezTo>
                      <a:pt x="2636" y="812"/>
                      <a:pt x="2636" y="812"/>
                      <a:pt x="2636" y="812"/>
                    </a:cubicBezTo>
                    <a:cubicBezTo>
                      <a:pt x="2616" y="793"/>
                      <a:pt x="2616" y="793"/>
                      <a:pt x="2616" y="793"/>
                    </a:cubicBezTo>
                    <a:cubicBezTo>
                      <a:pt x="2621" y="779"/>
                      <a:pt x="2621" y="779"/>
                      <a:pt x="2621" y="779"/>
                    </a:cubicBezTo>
                    <a:cubicBezTo>
                      <a:pt x="2613" y="765"/>
                      <a:pt x="2613" y="765"/>
                      <a:pt x="2613" y="765"/>
                    </a:cubicBezTo>
                    <a:cubicBezTo>
                      <a:pt x="2584" y="768"/>
                      <a:pt x="2584" y="768"/>
                      <a:pt x="2584" y="768"/>
                    </a:cubicBezTo>
                    <a:cubicBezTo>
                      <a:pt x="2564" y="755"/>
                      <a:pt x="2564" y="755"/>
                      <a:pt x="2564" y="755"/>
                    </a:cubicBezTo>
                    <a:cubicBezTo>
                      <a:pt x="2556" y="760"/>
                      <a:pt x="2556" y="760"/>
                      <a:pt x="2556" y="760"/>
                    </a:cubicBezTo>
                    <a:cubicBezTo>
                      <a:pt x="2549" y="753"/>
                      <a:pt x="2549" y="753"/>
                      <a:pt x="2549" y="753"/>
                    </a:cubicBezTo>
                    <a:cubicBezTo>
                      <a:pt x="2532" y="746"/>
                      <a:pt x="2532" y="746"/>
                      <a:pt x="2532" y="746"/>
                    </a:cubicBezTo>
                    <a:cubicBezTo>
                      <a:pt x="2538" y="726"/>
                      <a:pt x="2538" y="726"/>
                      <a:pt x="2538" y="726"/>
                    </a:cubicBezTo>
                    <a:cubicBezTo>
                      <a:pt x="2549" y="736"/>
                      <a:pt x="2549" y="736"/>
                      <a:pt x="2549" y="736"/>
                    </a:cubicBezTo>
                    <a:cubicBezTo>
                      <a:pt x="2558" y="722"/>
                      <a:pt x="2558" y="722"/>
                      <a:pt x="2558" y="722"/>
                    </a:cubicBezTo>
                    <a:cubicBezTo>
                      <a:pt x="2574" y="719"/>
                      <a:pt x="2574" y="719"/>
                      <a:pt x="2574" y="719"/>
                    </a:cubicBezTo>
                    <a:cubicBezTo>
                      <a:pt x="2576" y="695"/>
                      <a:pt x="2576" y="695"/>
                      <a:pt x="2576" y="695"/>
                    </a:cubicBezTo>
                    <a:cubicBezTo>
                      <a:pt x="2606" y="691"/>
                      <a:pt x="2606" y="691"/>
                      <a:pt x="2606" y="691"/>
                    </a:cubicBezTo>
                    <a:cubicBezTo>
                      <a:pt x="2614" y="702"/>
                      <a:pt x="2614" y="702"/>
                      <a:pt x="2614" y="702"/>
                    </a:cubicBezTo>
                    <a:cubicBezTo>
                      <a:pt x="2638" y="705"/>
                      <a:pt x="2638" y="705"/>
                      <a:pt x="2638" y="705"/>
                    </a:cubicBezTo>
                    <a:cubicBezTo>
                      <a:pt x="2647" y="734"/>
                      <a:pt x="2647" y="734"/>
                      <a:pt x="2647" y="734"/>
                    </a:cubicBezTo>
                    <a:cubicBezTo>
                      <a:pt x="2677" y="734"/>
                      <a:pt x="2677" y="734"/>
                      <a:pt x="2677" y="734"/>
                    </a:cubicBezTo>
                    <a:cubicBezTo>
                      <a:pt x="2691" y="713"/>
                      <a:pt x="2691" y="713"/>
                      <a:pt x="2691" y="713"/>
                    </a:cubicBezTo>
                    <a:cubicBezTo>
                      <a:pt x="2694" y="730"/>
                      <a:pt x="2694" y="730"/>
                      <a:pt x="2694" y="730"/>
                    </a:cubicBezTo>
                    <a:cubicBezTo>
                      <a:pt x="2710" y="731"/>
                      <a:pt x="2710" y="731"/>
                      <a:pt x="2710" y="731"/>
                    </a:cubicBezTo>
                    <a:cubicBezTo>
                      <a:pt x="2727" y="729"/>
                      <a:pt x="2727" y="729"/>
                      <a:pt x="2727" y="729"/>
                    </a:cubicBezTo>
                    <a:cubicBezTo>
                      <a:pt x="2772" y="722"/>
                      <a:pt x="2772" y="722"/>
                      <a:pt x="2772" y="722"/>
                    </a:cubicBezTo>
                    <a:cubicBezTo>
                      <a:pt x="2767" y="712"/>
                      <a:pt x="2767" y="712"/>
                      <a:pt x="2767" y="712"/>
                    </a:cubicBezTo>
                    <a:cubicBezTo>
                      <a:pt x="2762" y="695"/>
                      <a:pt x="2762" y="695"/>
                      <a:pt x="2762" y="695"/>
                    </a:cubicBezTo>
                    <a:cubicBezTo>
                      <a:pt x="2757" y="676"/>
                      <a:pt x="2757" y="676"/>
                      <a:pt x="2757" y="676"/>
                    </a:cubicBezTo>
                    <a:cubicBezTo>
                      <a:pt x="2766" y="667"/>
                      <a:pt x="2766" y="667"/>
                      <a:pt x="2766" y="667"/>
                    </a:cubicBezTo>
                    <a:cubicBezTo>
                      <a:pt x="2742" y="639"/>
                      <a:pt x="2742" y="639"/>
                      <a:pt x="2742" y="639"/>
                    </a:cubicBezTo>
                    <a:cubicBezTo>
                      <a:pt x="2745" y="636"/>
                      <a:pt x="2745" y="636"/>
                      <a:pt x="2745" y="636"/>
                    </a:cubicBezTo>
                    <a:cubicBezTo>
                      <a:pt x="2773" y="631"/>
                      <a:pt x="2773" y="631"/>
                      <a:pt x="2773" y="631"/>
                    </a:cubicBezTo>
                    <a:cubicBezTo>
                      <a:pt x="2774" y="616"/>
                      <a:pt x="2774" y="616"/>
                      <a:pt x="2774" y="616"/>
                    </a:cubicBezTo>
                    <a:cubicBezTo>
                      <a:pt x="2780" y="605"/>
                      <a:pt x="2780" y="605"/>
                      <a:pt x="2780" y="605"/>
                    </a:cubicBezTo>
                    <a:cubicBezTo>
                      <a:pt x="2774" y="597"/>
                      <a:pt x="2774" y="597"/>
                      <a:pt x="2774" y="597"/>
                    </a:cubicBezTo>
                    <a:cubicBezTo>
                      <a:pt x="2782" y="585"/>
                      <a:pt x="2782" y="585"/>
                      <a:pt x="2782" y="585"/>
                    </a:cubicBezTo>
                    <a:cubicBezTo>
                      <a:pt x="2775" y="578"/>
                      <a:pt x="2775" y="578"/>
                      <a:pt x="2775" y="578"/>
                    </a:cubicBezTo>
                    <a:cubicBezTo>
                      <a:pt x="2799" y="559"/>
                      <a:pt x="2799" y="559"/>
                      <a:pt x="2799" y="559"/>
                    </a:cubicBezTo>
                    <a:cubicBezTo>
                      <a:pt x="2779" y="543"/>
                      <a:pt x="2779" y="543"/>
                      <a:pt x="2779" y="543"/>
                    </a:cubicBezTo>
                    <a:cubicBezTo>
                      <a:pt x="2773" y="552"/>
                      <a:pt x="2773" y="552"/>
                      <a:pt x="2773" y="552"/>
                    </a:cubicBezTo>
                    <a:cubicBezTo>
                      <a:pt x="2766" y="546"/>
                      <a:pt x="2766" y="546"/>
                      <a:pt x="2766" y="546"/>
                    </a:cubicBezTo>
                    <a:cubicBezTo>
                      <a:pt x="2770" y="537"/>
                      <a:pt x="2770" y="537"/>
                      <a:pt x="2770" y="537"/>
                    </a:cubicBezTo>
                    <a:cubicBezTo>
                      <a:pt x="2764" y="533"/>
                      <a:pt x="2764" y="533"/>
                      <a:pt x="2764" y="533"/>
                    </a:cubicBezTo>
                    <a:cubicBezTo>
                      <a:pt x="2771" y="527"/>
                      <a:pt x="2771" y="527"/>
                      <a:pt x="2771" y="527"/>
                    </a:cubicBezTo>
                    <a:cubicBezTo>
                      <a:pt x="2767" y="517"/>
                      <a:pt x="2767" y="517"/>
                      <a:pt x="2767" y="517"/>
                    </a:cubicBezTo>
                    <a:cubicBezTo>
                      <a:pt x="2773" y="508"/>
                      <a:pt x="2773" y="508"/>
                      <a:pt x="2773" y="508"/>
                    </a:cubicBezTo>
                    <a:cubicBezTo>
                      <a:pt x="2763" y="499"/>
                      <a:pt x="2763" y="499"/>
                      <a:pt x="2763" y="499"/>
                    </a:cubicBezTo>
                    <a:cubicBezTo>
                      <a:pt x="2760" y="487"/>
                      <a:pt x="2760" y="487"/>
                      <a:pt x="2760" y="487"/>
                    </a:cubicBezTo>
                    <a:cubicBezTo>
                      <a:pt x="2749" y="485"/>
                      <a:pt x="2749" y="485"/>
                      <a:pt x="2749" y="485"/>
                    </a:cubicBezTo>
                    <a:cubicBezTo>
                      <a:pt x="2738" y="474"/>
                      <a:pt x="2738" y="474"/>
                      <a:pt x="2738" y="474"/>
                    </a:cubicBezTo>
                    <a:cubicBezTo>
                      <a:pt x="2727" y="460"/>
                      <a:pt x="2727" y="460"/>
                      <a:pt x="2727" y="460"/>
                    </a:cubicBezTo>
                    <a:cubicBezTo>
                      <a:pt x="2725" y="444"/>
                      <a:pt x="2725" y="444"/>
                      <a:pt x="2725" y="444"/>
                    </a:cubicBezTo>
                    <a:cubicBezTo>
                      <a:pt x="2720" y="431"/>
                      <a:pt x="2720" y="431"/>
                      <a:pt x="2720" y="431"/>
                    </a:cubicBezTo>
                    <a:cubicBezTo>
                      <a:pt x="2724" y="418"/>
                      <a:pt x="2724" y="418"/>
                      <a:pt x="2724" y="418"/>
                    </a:cubicBezTo>
                    <a:cubicBezTo>
                      <a:pt x="2715" y="416"/>
                      <a:pt x="2715" y="416"/>
                      <a:pt x="2715" y="416"/>
                    </a:cubicBezTo>
                    <a:cubicBezTo>
                      <a:pt x="2704" y="404"/>
                      <a:pt x="2704" y="404"/>
                      <a:pt x="2704" y="404"/>
                    </a:cubicBezTo>
                    <a:cubicBezTo>
                      <a:pt x="2707" y="387"/>
                      <a:pt x="2707" y="387"/>
                      <a:pt x="2707" y="387"/>
                    </a:cubicBezTo>
                    <a:cubicBezTo>
                      <a:pt x="2695" y="381"/>
                      <a:pt x="2695" y="381"/>
                      <a:pt x="2695" y="381"/>
                    </a:cubicBezTo>
                    <a:cubicBezTo>
                      <a:pt x="2692" y="372"/>
                      <a:pt x="2692" y="372"/>
                      <a:pt x="2692" y="372"/>
                    </a:cubicBezTo>
                    <a:cubicBezTo>
                      <a:pt x="2681" y="369"/>
                      <a:pt x="2681" y="369"/>
                      <a:pt x="2681" y="369"/>
                    </a:cubicBezTo>
                    <a:cubicBezTo>
                      <a:pt x="2681" y="354"/>
                      <a:pt x="2681" y="354"/>
                      <a:pt x="2681" y="354"/>
                    </a:cubicBezTo>
                    <a:cubicBezTo>
                      <a:pt x="2687" y="353"/>
                      <a:pt x="2687" y="353"/>
                      <a:pt x="2687" y="353"/>
                    </a:cubicBezTo>
                    <a:cubicBezTo>
                      <a:pt x="2690" y="341"/>
                      <a:pt x="2690" y="341"/>
                      <a:pt x="2690" y="341"/>
                    </a:cubicBezTo>
                    <a:cubicBezTo>
                      <a:pt x="2692" y="329"/>
                      <a:pt x="2692" y="329"/>
                      <a:pt x="2692" y="329"/>
                    </a:cubicBezTo>
                    <a:cubicBezTo>
                      <a:pt x="2684" y="318"/>
                      <a:pt x="2684" y="318"/>
                      <a:pt x="2684" y="318"/>
                    </a:cubicBezTo>
                    <a:cubicBezTo>
                      <a:pt x="2698" y="296"/>
                      <a:pt x="2698" y="296"/>
                      <a:pt x="2698" y="296"/>
                    </a:cubicBezTo>
                    <a:cubicBezTo>
                      <a:pt x="2705" y="293"/>
                      <a:pt x="2705" y="293"/>
                      <a:pt x="2705" y="293"/>
                    </a:cubicBezTo>
                    <a:cubicBezTo>
                      <a:pt x="2713" y="279"/>
                      <a:pt x="2713" y="279"/>
                      <a:pt x="2713" y="279"/>
                    </a:cubicBezTo>
                    <a:cubicBezTo>
                      <a:pt x="2722" y="271"/>
                      <a:pt x="2722" y="271"/>
                      <a:pt x="2722" y="271"/>
                    </a:cubicBezTo>
                    <a:cubicBezTo>
                      <a:pt x="2723" y="264"/>
                      <a:pt x="2723" y="264"/>
                      <a:pt x="2723" y="264"/>
                    </a:cubicBezTo>
                    <a:cubicBezTo>
                      <a:pt x="2717" y="255"/>
                      <a:pt x="2717" y="255"/>
                      <a:pt x="2717" y="255"/>
                    </a:cubicBezTo>
                    <a:cubicBezTo>
                      <a:pt x="2716" y="224"/>
                      <a:pt x="2716" y="224"/>
                      <a:pt x="2716" y="224"/>
                    </a:cubicBezTo>
                    <a:cubicBezTo>
                      <a:pt x="2709" y="217"/>
                      <a:pt x="2709" y="217"/>
                      <a:pt x="2709" y="217"/>
                    </a:cubicBezTo>
                    <a:cubicBezTo>
                      <a:pt x="2713" y="197"/>
                      <a:pt x="2713" y="197"/>
                      <a:pt x="2713" y="197"/>
                    </a:cubicBezTo>
                    <a:cubicBezTo>
                      <a:pt x="2709" y="193"/>
                      <a:pt x="2709" y="193"/>
                      <a:pt x="2709" y="193"/>
                    </a:cubicBezTo>
                    <a:cubicBezTo>
                      <a:pt x="2710" y="173"/>
                      <a:pt x="2710" y="173"/>
                      <a:pt x="2710" y="173"/>
                    </a:cubicBezTo>
                    <a:cubicBezTo>
                      <a:pt x="2699" y="164"/>
                      <a:pt x="2699" y="164"/>
                      <a:pt x="2699" y="164"/>
                    </a:cubicBezTo>
                    <a:cubicBezTo>
                      <a:pt x="2692" y="170"/>
                      <a:pt x="2692" y="170"/>
                      <a:pt x="2692" y="170"/>
                    </a:cubicBezTo>
                    <a:cubicBezTo>
                      <a:pt x="2678" y="170"/>
                      <a:pt x="2678" y="170"/>
                      <a:pt x="2678" y="170"/>
                    </a:cubicBezTo>
                    <a:cubicBezTo>
                      <a:pt x="2668" y="176"/>
                      <a:pt x="2668" y="176"/>
                      <a:pt x="2668" y="176"/>
                    </a:cubicBezTo>
                    <a:cubicBezTo>
                      <a:pt x="2647" y="162"/>
                      <a:pt x="2647" y="162"/>
                      <a:pt x="2647" y="162"/>
                    </a:cubicBezTo>
                    <a:cubicBezTo>
                      <a:pt x="2640" y="156"/>
                      <a:pt x="2640" y="156"/>
                      <a:pt x="2640" y="156"/>
                    </a:cubicBezTo>
                    <a:cubicBezTo>
                      <a:pt x="2634" y="161"/>
                      <a:pt x="2634" y="161"/>
                      <a:pt x="2634" y="161"/>
                    </a:cubicBezTo>
                    <a:cubicBezTo>
                      <a:pt x="2625" y="163"/>
                      <a:pt x="2625" y="163"/>
                      <a:pt x="2625" y="163"/>
                    </a:cubicBezTo>
                    <a:cubicBezTo>
                      <a:pt x="2618" y="134"/>
                      <a:pt x="2618" y="134"/>
                      <a:pt x="2618" y="134"/>
                    </a:cubicBezTo>
                    <a:cubicBezTo>
                      <a:pt x="2593" y="133"/>
                      <a:pt x="2593" y="133"/>
                      <a:pt x="2593" y="133"/>
                    </a:cubicBezTo>
                    <a:cubicBezTo>
                      <a:pt x="2574" y="116"/>
                      <a:pt x="2574" y="116"/>
                      <a:pt x="2574" y="116"/>
                    </a:cubicBezTo>
                    <a:cubicBezTo>
                      <a:pt x="2564" y="124"/>
                      <a:pt x="2564" y="124"/>
                      <a:pt x="2564" y="124"/>
                    </a:cubicBezTo>
                    <a:cubicBezTo>
                      <a:pt x="2555" y="120"/>
                      <a:pt x="2555" y="120"/>
                      <a:pt x="2555" y="120"/>
                    </a:cubicBezTo>
                    <a:cubicBezTo>
                      <a:pt x="2541" y="118"/>
                      <a:pt x="2541" y="118"/>
                      <a:pt x="2541" y="118"/>
                    </a:cubicBezTo>
                    <a:cubicBezTo>
                      <a:pt x="2539" y="133"/>
                      <a:pt x="2539" y="133"/>
                      <a:pt x="2539" y="133"/>
                    </a:cubicBezTo>
                    <a:cubicBezTo>
                      <a:pt x="2516" y="162"/>
                      <a:pt x="2516" y="162"/>
                      <a:pt x="2516" y="162"/>
                    </a:cubicBezTo>
                    <a:cubicBezTo>
                      <a:pt x="2507" y="163"/>
                      <a:pt x="2507" y="163"/>
                      <a:pt x="2507" y="163"/>
                    </a:cubicBezTo>
                    <a:cubicBezTo>
                      <a:pt x="2501" y="154"/>
                      <a:pt x="2501" y="154"/>
                      <a:pt x="2501" y="154"/>
                    </a:cubicBezTo>
                    <a:cubicBezTo>
                      <a:pt x="2496" y="160"/>
                      <a:pt x="2496" y="160"/>
                      <a:pt x="2496" y="160"/>
                    </a:cubicBezTo>
                    <a:cubicBezTo>
                      <a:pt x="2482" y="156"/>
                      <a:pt x="2482" y="156"/>
                      <a:pt x="2482" y="156"/>
                    </a:cubicBezTo>
                    <a:cubicBezTo>
                      <a:pt x="2412" y="154"/>
                      <a:pt x="2412" y="154"/>
                      <a:pt x="2412" y="154"/>
                    </a:cubicBezTo>
                    <a:cubicBezTo>
                      <a:pt x="2362" y="126"/>
                      <a:pt x="2362" y="126"/>
                      <a:pt x="2362" y="126"/>
                    </a:cubicBezTo>
                    <a:cubicBezTo>
                      <a:pt x="2359" y="114"/>
                      <a:pt x="2359" y="114"/>
                      <a:pt x="2359" y="114"/>
                    </a:cubicBezTo>
                    <a:cubicBezTo>
                      <a:pt x="2348" y="105"/>
                      <a:pt x="2348" y="105"/>
                      <a:pt x="2348" y="105"/>
                    </a:cubicBezTo>
                    <a:cubicBezTo>
                      <a:pt x="2333" y="100"/>
                      <a:pt x="2333" y="100"/>
                      <a:pt x="2333" y="100"/>
                    </a:cubicBezTo>
                    <a:cubicBezTo>
                      <a:pt x="2333" y="90"/>
                      <a:pt x="2333" y="90"/>
                      <a:pt x="2333" y="90"/>
                    </a:cubicBezTo>
                    <a:cubicBezTo>
                      <a:pt x="2320" y="90"/>
                      <a:pt x="2320" y="90"/>
                      <a:pt x="2320" y="90"/>
                    </a:cubicBezTo>
                    <a:cubicBezTo>
                      <a:pt x="2320" y="81"/>
                      <a:pt x="2320" y="81"/>
                      <a:pt x="2320" y="81"/>
                    </a:cubicBezTo>
                    <a:cubicBezTo>
                      <a:pt x="2296" y="81"/>
                      <a:pt x="2296" y="81"/>
                      <a:pt x="2296" y="81"/>
                    </a:cubicBezTo>
                    <a:cubicBezTo>
                      <a:pt x="2289" y="93"/>
                      <a:pt x="2289" y="93"/>
                      <a:pt x="2289" y="93"/>
                    </a:cubicBezTo>
                    <a:cubicBezTo>
                      <a:pt x="2265" y="93"/>
                      <a:pt x="2265" y="93"/>
                      <a:pt x="2265" y="93"/>
                    </a:cubicBezTo>
                    <a:cubicBezTo>
                      <a:pt x="2241" y="71"/>
                      <a:pt x="2241" y="71"/>
                      <a:pt x="2241" y="71"/>
                    </a:cubicBezTo>
                    <a:cubicBezTo>
                      <a:pt x="2220" y="69"/>
                      <a:pt x="2220" y="69"/>
                      <a:pt x="2220" y="69"/>
                    </a:cubicBezTo>
                    <a:cubicBezTo>
                      <a:pt x="2200" y="61"/>
                      <a:pt x="2200" y="61"/>
                      <a:pt x="2200" y="61"/>
                    </a:cubicBezTo>
                    <a:cubicBezTo>
                      <a:pt x="2197" y="51"/>
                      <a:pt x="2197" y="51"/>
                      <a:pt x="2197" y="51"/>
                    </a:cubicBezTo>
                    <a:cubicBezTo>
                      <a:pt x="2186" y="40"/>
                      <a:pt x="2186" y="40"/>
                      <a:pt x="2186" y="40"/>
                    </a:cubicBezTo>
                    <a:cubicBezTo>
                      <a:pt x="2166" y="39"/>
                      <a:pt x="2166" y="39"/>
                      <a:pt x="2166" y="39"/>
                    </a:cubicBezTo>
                    <a:cubicBezTo>
                      <a:pt x="2149" y="24"/>
                      <a:pt x="2149" y="24"/>
                      <a:pt x="2149" y="24"/>
                    </a:cubicBezTo>
                    <a:cubicBezTo>
                      <a:pt x="2125" y="25"/>
                      <a:pt x="2125" y="25"/>
                      <a:pt x="2125" y="25"/>
                    </a:cubicBezTo>
                    <a:cubicBezTo>
                      <a:pt x="2123" y="20"/>
                      <a:pt x="2123" y="20"/>
                      <a:pt x="2123" y="20"/>
                    </a:cubicBezTo>
                    <a:cubicBezTo>
                      <a:pt x="2115" y="15"/>
                      <a:pt x="2115" y="15"/>
                      <a:pt x="2115" y="15"/>
                    </a:cubicBezTo>
                    <a:cubicBezTo>
                      <a:pt x="2111" y="34"/>
                      <a:pt x="2111" y="34"/>
                      <a:pt x="2111" y="34"/>
                    </a:cubicBezTo>
                    <a:cubicBezTo>
                      <a:pt x="2094" y="34"/>
                      <a:pt x="2094" y="34"/>
                      <a:pt x="2094" y="34"/>
                    </a:cubicBezTo>
                    <a:cubicBezTo>
                      <a:pt x="2084" y="44"/>
                      <a:pt x="2084" y="44"/>
                      <a:pt x="2084" y="44"/>
                    </a:cubicBezTo>
                    <a:cubicBezTo>
                      <a:pt x="2072" y="44"/>
                      <a:pt x="2072" y="44"/>
                      <a:pt x="2072" y="44"/>
                    </a:cubicBezTo>
                    <a:cubicBezTo>
                      <a:pt x="2072" y="19"/>
                      <a:pt x="2072" y="19"/>
                      <a:pt x="2072" y="19"/>
                    </a:cubicBezTo>
                    <a:cubicBezTo>
                      <a:pt x="2069" y="15"/>
                      <a:pt x="2069" y="15"/>
                      <a:pt x="2069" y="15"/>
                    </a:cubicBezTo>
                    <a:cubicBezTo>
                      <a:pt x="2039" y="14"/>
                      <a:pt x="2039" y="14"/>
                      <a:pt x="2039" y="14"/>
                    </a:cubicBezTo>
                    <a:cubicBezTo>
                      <a:pt x="2036" y="2"/>
                      <a:pt x="2036" y="2"/>
                      <a:pt x="2036" y="2"/>
                    </a:cubicBezTo>
                    <a:cubicBezTo>
                      <a:pt x="2018" y="0"/>
                      <a:pt x="2018" y="0"/>
                      <a:pt x="2018" y="0"/>
                    </a:cubicBezTo>
                    <a:cubicBezTo>
                      <a:pt x="2011" y="6"/>
                      <a:pt x="2011" y="6"/>
                      <a:pt x="2011" y="6"/>
                    </a:cubicBezTo>
                    <a:cubicBezTo>
                      <a:pt x="2011" y="20"/>
                      <a:pt x="2011" y="20"/>
                      <a:pt x="2011" y="20"/>
                    </a:cubicBezTo>
                    <a:cubicBezTo>
                      <a:pt x="2006" y="22"/>
                      <a:pt x="2006" y="22"/>
                      <a:pt x="2006" y="22"/>
                    </a:cubicBezTo>
                    <a:cubicBezTo>
                      <a:pt x="2005" y="41"/>
                      <a:pt x="2005" y="41"/>
                      <a:pt x="2005" y="41"/>
                    </a:cubicBezTo>
                    <a:cubicBezTo>
                      <a:pt x="2010" y="47"/>
                      <a:pt x="2010" y="47"/>
                      <a:pt x="2010" y="47"/>
                    </a:cubicBezTo>
                    <a:cubicBezTo>
                      <a:pt x="2010" y="69"/>
                      <a:pt x="2010" y="69"/>
                      <a:pt x="2010" y="69"/>
                    </a:cubicBezTo>
                    <a:cubicBezTo>
                      <a:pt x="2003" y="80"/>
                      <a:pt x="2003" y="80"/>
                      <a:pt x="2003" y="80"/>
                    </a:cubicBezTo>
                    <a:cubicBezTo>
                      <a:pt x="2002" y="90"/>
                      <a:pt x="2002" y="90"/>
                      <a:pt x="2002" y="90"/>
                    </a:cubicBezTo>
                    <a:cubicBezTo>
                      <a:pt x="2007" y="102"/>
                      <a:pt x="2007" y="102"/>
                      <a:pt x="2007" y="102"/>
                    </a:cubicBezTo>
                    <a:cubicBezTo>
                      <a:pt x="2002" y="109"/>
                      <a:pt x="2002" y="109"/>
                      <a:pt x="2002" y="109"/>
                    </a:cubicBezTo>
                    <a:cubicBezTo>
                      <a:pt x="1996" y="125"/>
                      <a:pt x="1996" y="125"/>
                      <a:pt x="1996" y="125"/>
                    </a:cubicBezTo>
                    <a:cubicBezTo>
                      <a:pt x="2004" y="139"/>
                      <a:pt x="2004" y="139"/>
                      <a:pt x="2004" y="139"/>
                    </a:cubicBezTo>
                    <a:cubicBezTo>
                      <a:pt x="1996" y="147"/>
                      <a:pt x="1996" y="147"/>
                      <a:pt x="1996" y="147"/>
                    </a:cubicBezTo>
                    <a:cubicBezTo>
                      <a:pt x="1973" y="134"/>
                      <a:pt x="1973" y="134"/>
                      <a:pt x="1973" y="134"/>
                    </a:cubicBezTo>
                    <a:cubicBezTo>
                      <a:pt x="1943" y="134"/>
                      <a:pt x="1943" y="134"/>
                      <a:pt x="1943" y="134"/>
                    </a:cubicBezTo>
                    <a:cubicBezTo>
                      <a:pt x="1943" y="160"/>
                      <a:pt x="1943" y="160"/>
                      <a:pt x="1943" y="160"/>
                    </a:cubicBezTo>
                    <a:cubicBezTo>
                      <a:pt x="1911" y="189"/>
                      <a:pt x="1911" y="189"/>
                      <a:pt x="1911" y="189"/>
                    </a:cubicBezTo>
                    <a:cubicBezTo>
                      <a:pt x="1911" y="234"/>
                      <a:pt x="1911" y="234"/>
                      <a:pt x="1911" y="234"/>
                    </a:cubicBezTo>
                    <a:cubicBezTo>
                      <a:pt x="1908" y="242"/>
                      <a:pt x="1908" y="242"/>
                      <a:pt x="1908" y="242"/>
                    </a:cubicBezTo>
                    <a:cubicBezTo>
                      <a:pt x="1892" y="244"/>
                      <a:pt x="1892" y="244"/>
                      <a:pt x="1892" y="244"/>
                    </a:cubicBezTo>
                    <a:cubicBezTo>
                      <a:pt x="1889" y="233"/>
                      <a:pt x="1889" y="233"/>
                      <a:pt x="1889" y="233"/>
                    </a:cubicBezTo>
                    <a:cubicBezTo>
                      <a:pt x="1876" y="231"/>
                      <a:pt x="1876" y="231"/>
                      <a:pt x="1876" y="231"/>
                    </a:cubicBezTo>
                    <a:cubicBezTo>
                      <a:pt x="1874" y="219"/>
                      <a:pt x="1874" y="219"/>
                      <a:pt x="1874" y="219"/>
                    </a:cubicBezTo>
                    <a:cubicBezTo>
                      <a:pt x="1860" y="229"/>
                      <a:pt x="1860" y="229"/>
                      <a:pt x="1860" y="229"/>
                    </a:cubicBezTo>
                    <a:cubicBezTo>
                      <a:pt x="1847" y="232"/>
                      <a:pt x="1847" y="232"/>
                      <a:pt x="1847" y="232"/>
                    </a:cubicBezTo>
                    <a:cubicBezTo>
                      <a:pt x="1835" y="224"/>
                      <a:pt x="1835" y="224"/>
                      <a:pt x="1835" y="224"/>
                    </a:cubicBezTo>
                    <a:cubicBezTo>
                      <a:pt x="1819" y="206"/>
                      <a:pt x="1819" y="206"/>
                      <a:pt x="1819" y="206"/>
                    </a:cubicBezTo>
                    <a:cubicBezTo>
                      <a:pt x="1812" y="211"/>
                      <a:pt x="1812" y="211"/>
                      <a:pt x="1812" y="211"/>
                    </a:cubicBezTo>
                    <a:cubicBezTo>
                      <a:pt x="1815" y="226"/>
                      <a:pt x="1815" y="226"/>
                      <a:pt x="1815" y="226"/>
                    </a:cubicBezTo>
                    <a:cubicBezTo>
                      <a:pt x="1806" y="238"/>
                      <a:pt x="1806" y="238"/>
                      <a:pt x="1806" y="238"/>
                    </a:cubicBezTo>
                    <a:cubicBezTo>
                      <a:pt x="1794" y="237"/>
                      <a:pt x="1794" y="237"/>
                      <a:pt x="1794" y="237"/>
                    </a:cubicBezTo>
                    <a:cubicBezTo>
                      <a:pt x="1788" y="248"/>
                      <a:pt x="1788" y="248"/>
                      <a:pt x="1788" y="248"/>
                    </a:cubicBezTo>
                    <a:cubicBezTo>
                      <a:pt x="1781" y="248"/>
                      <a:pt x="1781" y="248"/>
                      <a:pt x="1781" y="248"/>
                    </a:cubicBezTo>
                    <a:cubicBezTo>
                      <a:pt x="1768" y="260"/>
                      <a:pt x="1768" y="260"/>
                      <a:pt x="1768" y="260"/>
                    </a:cubicBezTo>
                    <a:cubicBezTo>
                      <a:pt x="1748" y="243"/>
                      <a:pt x="1748" y="243"/>
                      <a:pt x="1748" y="243"/>
                    </a:cubicBezTo>
                    <a:cubicBezTo>
                      <a:pt x="1734" y="240"/>
                      <a:pt x="1734" y="240"/>
                      <a:pt x="1734" y="240"/>
                    </a:cubicBezTo>
                    <a:cubicBezTo>
                      <a:pt x="1722" y="237"/>
                      <a:pt x="1722" y="237"/>
                      <a:pt x="1722" y="237"/>
                    </a:cubicBezTo>
                    <a:cubicBezTo>
                      <a:pt x="1705" y="234"/>
                      <a:pt x="1705" y="234"/>
                      <a:pt x="1705" y="234"/>
                    </a:cubicBezTo>
                    <a:cubicBezTo>
                      <a:pt x="1690" y="240"/>
                      <a:pt x="1690" y="240"/>
                      <a:pt x="1690" y="240"/>
                    </a:cubicBezTo>
                    <a:cubicBezTo>
                      <a:pt x="1679" y="235"/>
                      <a:pt x="1679" y="235"/>
                      <a:pt x="1679" y="235"/>
                    </a:cubicBezTo>
                    <a:cubicBezTo>
                      <a:pt x="1669" y="232"/>
                      <a:pt x="1669" y="232"/>
                      <a:pt x="1669" y="232"/>
                    </a:cubicBezTo>
                    <a:cubicBezTo>
                      <a:pt x="1666" y="220"/>
                      <a:pt x="1666" y="220"/>
                      <a:pt x="1666" y="220"/>
                    </a:cubicBezTo>
                    <a:cubicBezTo>
                      <a:pt x="1654" y="213"/>
                      <a:pt x="1654" y="213"/>
                      <a:pt x="1654" y="213"/>
                    </a:cubicBezTo>
                    <a:cubicBezTo>
                      <a:pt x="1656" y="206"/>
                      <a:pt x="1656" y="206"/>
                      <a:pt x="1656" y="206"/>
                    </a:cubicBezTo>
                    <a:cubicBezTo>
                      <a:pt x="1670" y="206"/>
                      <a:pt x="1670" y="206"/>
                      <a:pt x="1670" y="206"/>
                    </a:cubicBezTo>
                    <a:cubicBezTo>
                      <a:pt x="1672" y="195"/>
                      <a:pt x="1672" y="195"/>
                      <a:pt x="1672" y="195"/>
                    </a:cubicBezTo>
                    <a:cubicBezTo>
                      <a:pt x="1658" y="188"/>
                      <a:pt x="1658" y="188"/>
                      <a:pt x="1658" y="188"/>
                    </a:cubicBezTo>
                    <a:cubicBezTo>
                      <a:pt x="1654" y="175"/>
                      <a:pt x="1654" y="175"/>
                      <a:pt x="1654" y="175"/>
                    </a:cubicBezTo>
                    <a:cubicBezTo>
                      <a:pt x="1637" y="169"/>
                      <a:pt x="1637" y="169"/>
                      <a:pt x="1637" y="169"/>
                    </a:cubicBezTo>
                    <a:cubicBezTo>
                      <a:pt x="1622" y="160"/>
                      <a:pt x="1622" y="160"/>
                      <a:pt x="1622" y="160"/>
                    </a:cubicBezTo>
                    <a:cubicBezTo>
                      <a:pt x="1602" y="139"/>
                      <a:pt x="1602" y="139"/>
                      <a:pt x="1602" y="139"/>
                    </a:cubicBezTo>
                    <a:cubicBezTo>
                      <a:pt x="1592" y="139"/>
                      <a:pt x="1592" y="139"/>
                      <a:pt x="1592" y="139"/>
                    </a:cubicBezTo>
                    <a:cubicBezTo>
                      <a:pt x="1577" y="172"/>
                      <a:pt x="1577" y="172"/>
                      <a:pt x="1577" y="172"/>
                    </a:cubicBezTo>
                    <a:cubicBezTo>
                      <a:pt x="1587" y="179"/>
                      <a:pt x="1587" y="179"/>
                      <a:pt x="1587" y="179"/>
                    </a:cubicBezTo>
                    <a:cubicBezTo>
                      <a:pt x="1583" y="202"/>
                      <a:pt x="1583" y="202"/>
                      <a:pt x="1583" y="202"/>
                    </a:cubicBezTo>
                    <a:cubicBezTo>
                      <a:pt x="1587" y="223"/>
                      <a:pt x="1587" y="223"/>
                      <a:pt x="1587" y="223"/>
                    </a:cubicBezTo>
                    <a:cubicBezTo>
                      <a:pt x="1579" y="232"/>
                      <a:pt x="1579" y="232"/>
                      <a:pt x="1579" y="232"/>
                    </a:cubicBezTo>
                    <a:cubicBezTo>
                      <a:pt x="1579" y="247"/>
                      <a:pt x="1579" y="247"/>
                      <a:pt x="1579" y="247"/>
                    </a:cubicBezTo>
                    <a:cubicBezTo>
                      <a:pt x="1575" y="254"/>
                      <a:pt x="1575" y="254"/>
                      <a:pt x="1575" y="254"/>
                    </a:cubicBezTo>
                    <a:cubicBezTo>
                      <a:pt x="1559" y="256"/>
                      <a:pt x="1559" y="256"/>
                      <a:pt x="1559" y="256"/>
                    </a:cubicBezTo>
                    <a:cubicBezTo>
                      <a:pt x="1559" y="272"/>
                      <a:pt x="1559" y="272"/>
                      <a:pt x="1559" y="272"/>
                    </a:cubicBezTo>
                    <a:cubicBezTo>
                      <a:pt x="1553" y="281"/>
                      <a:pt x="1553" y="281"/>
                      <a:pt x="1553" y="281"/>
                    </a:cubicBezTo>
                    <a:cubicBezTo>
                      <a:pt x="1523" y="262"/>
                      <a:pt x="1523" y="262"/>
                      <a:pt x="1523" y="262"/>
                    </a:cubicBezTo>
                    <a:cubicBezTo>
                      <a:pt x="1506" y="250"/>
                      <a:pt x="1506" y="250"/>
                      <a:pt x="1506" y="250"/>
                    </a:cubicBezTo>
                    <a:cubicBezTo>
                      <a:pt x="1494" y="257"/>
                      <a:pt x="1494" y="257"/>
                      <a:pt x="1494" y="257"/>
                    </a:cubicBezTo>
                    <a:cubicBezTo>
                      <a:pt x="1486" y="249"/>
                      <a:pt x="1486" y="249"/>
                      <a:pt x="1486" y="249"/>
                    </a:cubicBezTo>
                    <a:cubicBezTo>
                      <a:pt x="1473" y="239"/>
                      <a:pt x="1473" y="239"/>
                      <a:pt x="1473" y="239"/>
                    </a:cubicBezTo>
                    <a:cubicBezTo>
                      <a:pt x="1466" y="255"/>
                      <a:pt x="1466" y="255"/>
                      <a:pt x="1466" y="255"/>
                    </a:cubicBezTo>
                    <a:cubicBezTo>
                      <a:pt x="1444" y="258"/>
                      <a:pt x="1444" y="258"/>
                      <a:pt x="1444" y="258"/>
                    </a:cubicBezTo>
                    <a:cubicBezTo>
                      <a:pt x="1447" y="267"/>
                      <a:pt x="1447" y="267"/>
                      <a:pt x="1447" y="267"/>
                    </a:cubicBezTo>
                    <a:cubicBezTo>
                      <a:pt x="1453" y="284"/>
                      <a:pt x="1453" y="284"/>
                      <a:pt x="1453" y="284"/>
                    </a:cubicBezTo>
                    <a:cubicBezTo>
                      <a:pt x="1449" y="298"/>
                      <a:pt x="1449" y="298"/>
                      <a:pt x="1449" y="298"/>
                    </a:cubicBezTo>
                    <a:cubicBezTo>
                      <a:pt x="1441" y="313"/>
                      <a:pt x="1441" y="313"/>
                      <a:pt x="1441" y="313"/>
                    </a:cubicBezTo>
                    <a:cubicBezTo>
                      <a:pt x="1445" y="320"/>
                      <a:pt x="1445" y="320"/>
                      <a:pt x="1445" y="320"/>
                    </a:cubicBezTo>
                    <a:cubicBezTo>
                      <a:pt x="1445" y="329"/>
                      <a:pt x="1445" y="329"/>
                      <a:pt x="1445" y="329"/>
                    </a:cubicBezTo>
                    <a:cubicBezTo>
                      <a:pt x="1441" y="336"/>
                      <a:pt x="1441" y="336"/>
                      <a:pt x="1441" y="336"/>
                    </a:cubicBezTo>
                    <a:cubicBezTo>
                      <a:pt x="1440" y="345"/>
                      <a:pt x="1440" y="345"/>
                      <a:pt x="1440" y="345"/>
                    </a:cubicBezTo>
                    <a:cubicBezTo>
                      <a:pt x="1436" y="359"/>
                      <a:pt x="1436" y="359"/>
                      <a:pt x="1436" y="359"/>
                    </a:cubicBezTo>
                    <a:cubicBezTo>
                      <a:pt x="1407" y="381"/>
                      <a:pt x="1407" y="381"/>
                      <a:pt x="1407" y="381"/>
                    </a:cubicBezTo>
                    <a:cubicBezTo>
                      <a:pt x="1383" y="401"/>
                      <a:pt x="1383" y="401"/>
                      <a:pt x="1383" y="401"/>
                    </a:cubicBezTo>
                    <a:cubicBezTo>
                      <a:pt x="1350" y="401"/>
                      <a:pt x="1350" y="401"/>
                      <a:pt x="1350" y="401"/>
                    </a:cubicBezTo>
                    <a:cubicBezTo>
                      <a:pt x="1321" y="413"/>
                      <a:pt x="1321" y="413"/>
                      <a:pt x="1321" y="413"/>
                    </a:cubicBezTo>
                    <a:cubicBezTo>
                      <a:pt x="1298" y="420"/>
                      <a:pt x="1298" y="420"/>
                      <a:pt x="1298" y="420"/>
                    </a:cubicBezTo>
                    <a:cubicBezTo>
                      <a:pt x="1285" y="433"/>
                      <a:pt x="1285" y="433"/>
                      <a:pt x="1285" y="433"/>
                    </a:cubicBezTo>
                    <a:cubicBezTo>
                      <a:pt x="1271" y="450"/>
                      <a:pt x="1271" y="450"/>
                      <a:pt x="1271" y="450"/>
                    </a:cubicBezTo>
                    <a:cubicBezTo>
                      <a:pt x="1252" y="450"/>
                      <a:pt x="1252" y="450"/>
                      <a:pt x="1252" y="450"/>
                    </a:cubicBezTo>
                    <a:cubicBezTo>
                      <a:pt x="1249" y="454"/>
                      <a:pt x="1249" y="454"/>
                      <a:pt x="1249" y="454"/>
                    </a:cubicBezTo>
                    <a:cubicBezTo>
                      <a:pt x="1236" y="454"/>
                      <a:pt x="1236" y="454"/>
                      <a:pt x="1236" y="454"/>
                    </a:cubicBezTo>
                    <a:cubicBezTo>
                      <a:pt x="1236" y="467"/>
                      <a:pt x="1236" y="467"/>
                      <a:pt x="1236" y="467"/>
                    </a:cubicBezTo>
                    <a:cubicBezTo>
                      <a:pt x="1213" y="483"/>
                      <a:pt x="1213" y="483"/>
                      <a:pt x="1213" y="483"/>
                    </a:cubicBezTo>
                    <a:cubicBezTo>
                      <a:pt x="1211" y="495"/>
                      <a:pt x="1211" y="495"/>
                      <a:pt x="1211" y="495"/>
                    </a:cubicBezTo>
                    <a:cubicBezTo>
                      <a:pt x="1200" y="495"/>
                      <a:pt x="1200" y="495"/>
                      <a:pt x="1200" y="495"/>
                    </a:cubicBezTo>
                    <a:cubicBezTo>
                      <a:pt x="1200" y="522"/>
                      <a:pt x="1200" y="522"/>
                      <a:pt x="1200" y="522"/>
                    </a:cubicBezTo>
                    <a:cubicBezTo>
                      <a:pt x="1234" y="557"/>
                      <a:pt x="1234" y="557"/>
                      <a:pt x="1234" y="557"/>
                    </a:cubicBezTo>
                    <a:cubicBezTo>
                      <a:pt x="1238" y="580"/>
                      <a:pt x="1238" y="580"/>
                      <a:pt x="1238" y="580"/>
                    </a:cubicBezTo>
                    <a:cubicBezTo>
                      <a:pt x="1250" y="585"/>
                      <a:pt x="1250" y="585"/>
                      <a:pt x="1250" y="585"/>
                    </a:cubicBezTo>
                    <a:cubicBezTo>
                      <a:pt x="1261" y="595"/>
                      <a:pt x="1261" y="595"/>
                      <a:pt x="1261" y="595"/>
                    </a:cubicBezTo>
                    <a:cubicBezTo>
                      <a:pt x="1271" y="608"/>
                      <a:pt x="1271" y="608"/>
                      <a:pt x="1271" y="608"/>
                    </a:cubicBezTo>
                    <a:cubicBezTo>
                      <a:pt x="1280" y="632"/>
                      <a:pt x="1280" y="632"/>
                      <a:pt x="1280" y="632"/>
                    </a:cubicBezTo>
                    <a:cubicBezTo>
                      <a:pt x="1290" y="646"/>
                      <a:pt x="1290" y="646"/>
                      <a:pt x="1290" y="646"/>
                    </a:cubicBezTo>
                    <a:cubicBezTo>
                      <a:pt x="1274" y="666"/>
                      <a:pt x="1274" y="666"/>
                      <a:pt x="1274" y="666"/>
                    </a:cubicBezTo>
                    <a:cubicBezTo>
                      <a:pt x="1262" y="685"/>
                      <a:pt x="1262" y="685"/>
                      <a:pt x="1262" y="685"/>
                    </a:cubicBezTo>
                    <a:cubicBezTo>
                      <a:pt x="1266" y="694"/>
                      <a:pt x="1266" y="694"/>
                      <a:pt x="1266" y="694"/>
                    </a:cubicBezTo>
                    <a:cubicBezTo>
                      <a:pt x="1251" y="711"/>
                      <a:pt x="1251" y="711"/>
                      <a:pt x="1251" y="711"/>
                    </a:cubicBezTo>
                    <a:cubicBezTo>
                      <a:pt x="1262" y="721"/>
                      <a:pt x="1262" y="721"/>
                      <a:pt x="1262" y="721"/>
                    </a:cubicBezTo>
                    <a:cubicBezTo>
                      <a:pt x="1281" y="723"/>
                      <a:pt x="1281" y="723"/>
                      <a:pt x="1281" y="723"/>
                    </a:cubicBezTo>
                    <a:cubicBezTo>
                      <a:pt x="1286" y="714"/>
                      <a:pt x="1286" y="714"/>
                      <a:pt x="1286" y="714"/>
                    </a:cubicBezTo>
                    <a:cubicBezTo>
                      <a:pt x="1294" y="713"/>
                      <a:pt x="1294" y="713"/>
                      <a:pt x="1294" y="713"/>
                    </a:cubicBezTo>
                    <a:cubicBezTo>
                      <a:pt x="1316" y="733"/>
                      <a:pt x="1316" y="733"/>
                      <a:pt x="1316" y="733"/>
                    </a:cubicBezTo>
                    <a:cubicBezTo>
                      <a:pt x="1318" y="744"/>
                      <a:pt x="1318" y="744"/>
                      <a:pt x="1318" y="744"/>
                    </a:cubicBezTo>
                    <a:cubicBezTo>
                      <a:pt x="1322" y="758"/>
                      <a:pt x="1322" y="758"/>
                      <a:pt x="1322" y="758"/>
                    </a:cubicBezTo>
                    <a:cubicBezTo>
                      <a:pt x="1315" y="768"/>
                      <a:pt x="1315" y="768"/>
                      <a:pt x="1315" y="768"/>
                    </a:cubicBezTo>
                    <a:cubicBezTo>
                      <a:pt x="1311" y="786"/>
                      <a:pt x="1311" y="786"/>
                      <a:pt x="1311" y="786"/>
                    </a:cubicBezTo>
                    <a:cubicBezTo>
                      <a:pt x="1302" y="788"/>
                      <a:pt x="1302" y="788"/>
                      <a:pt x="1302" y="788"/>
                    </a:cubicBezTo>
                    <a:cubicBezTo>
                      <a:pt x="1307" y="802"/>
                      <a:pt x="1307" y="802"/>
                      <a:pt x="1307" y="802"/>
                    </a:cubicBezTo>
                    <a:cubicBezTo>
                      <a:pt x="1298" y="812"/>
                      <a:pt x="1298" y="812"/>
                      <a:pt x="1298" y="812"/>
                    </a:cubicBezTo>
                    <a:cubicBezTo>
                      <a:pt x="1300" y="820"/>
                      <a:pt x="1300" y="820"/>
                      <a:pt x="1300" y="820"/>
                    </a:cubicBezTo>
                    <a:cubicBezTo>
                      <a:pt x="1305" y="836"/>
                      <a:pt x="1305" y="836"/>
                      <a:pt x="1305" y="836"/>
                    </a:cubicBezTo>
                    <a:cubicBezTo>
                      <a:pt x="1289" y="851"/>
                      <a:pt x="1289" y="851"/>
                      <a:pt x="1289" y="851"/>
                    </a:cubicBezTo>
                    <a:cubicBezTo>
                      <a:pt x="1281" y="843"/>
                      <a:pt x="1281" y="843"/>
                      <a:pt x="1281" y="843"/>
                    </a:cubicBezTo>
                    <a:cubicBezTo>
                      <a:pt x="1277" y="847"/>
                      <a:pt x="1277" y="847"/>
                      <a:pt x="1277" y="847"/>
                    </a:cubicBezTo>
                    <a:cubicBezTo>
                      <a:pt x="1264" y="839"/>
                      <a:pt x="1264" y="839"/>
                      <a:pt x="1264" y="839"/>
                    </a:cubicBezTo>
                    <a:cubicBezTo>
                      <a:pt x="1246" y="829"/>
                      <a:pt x="1246" y="829"/>
                      <a:pt x="1246" y="829"/>
                    </a:cubicBezTo>
                    <a:cubicBezTo>
                      <a:pt x="1234" y="820"/>
                      <a:pt x="1234" y="820"/>
                      <a:pt x="1234" y="820"/>
                    </a:cubicBezTo>
                    <a:cubicBezTo>
                      <a:pt x="1230" y="807"/>
                      <a:pt x="1230" y="807"/>
                      <a:pt x="1230" y="807"/>
                    </a:cubicBezTo>
                    <a:cubicBezTo>
                      <a:pt x="1214" y="805"/>
                      <a:pt x="1214" y="805"/>
                      <a:pt x="1214" y="805"/>
                    </a:cubicBezTo>
                    <a:cubicBezTo>
                      <a:pt x="1206" y="793"/>
                      <a:pt x="1206" y="793"/>
                      <a:pt x="1206" y="793"/>
                    </a:cubicBezTo>
                    <a:cubicBezTo>
                      <a:pt x="1212" y="782"/>
                      <a:pt x="1212" y="782"/>
                      <a:pt x="1212" y="782"/>
                    </a:cubicBezTo>
                    <a:cubicBezTo>
                      <a:pt x="1222" y="772"/>
                      <a:pt x="1222" y="772"/>
                      <a:pt x="1222" y="772"/>
                    </a:cubicBezTo>
                    <a:cubicBezTo>
                      <a:pt x="1200" y="750"/>
                      <a:pt x="1200" y="750"/>
                      <a:pt x="1200" y="750"/>
                    </a:cubicBezTo>
                    <a:cubicBezTo>
                      <a:pt x="1209" y="739"/>
                      <a:pt x="1209" y="739"/>
                      <a:pt x="1209" y="739"/>
                    </a:cubicBezTo>
                    <a:cubicBezTo>
                      <a:pt x="1198" y="744"/>
                      <a:pt x="1198" y="744"/>
                      <a:pt x="1198" y="744"/>
                    </a:cubicBezTo>
                    <a:cubicBezTo>
                      <a:pt x="1194" y="738"/>
                      <a:pt x="1194" y="738"/>
                      <a:pt x="1194" y="738"/>
                    </a:cubicBezTo>
                    <a:cubicBezTo>
                      <a:pt x="1148" y="737"/>
                      <a:pt x="1148" y="737"/>
                      <a:pt x="1148" y="737"/>
                    </a:cubicBezTo>
                    <a:cubicBezTo>
                      <a:pt x="1133" y="761"/>
                      <a:pt x="1133" y="761"/>
                      <a:pt x="1133" y="761"/>
                    </a:cubicBezTo>
                    <a:cubicBezTo>
                      <a:pt x="1126" y="761"/>
                      <a:pt x="1126" y="761"/>
                      <a:pt x="1126" y="761"/>
                    </a:cubicBezTo>
                    <a:cubicBezTo>
                      <a:pt x="1118" y="766"/>
                      <a:pt x="1118" y="766"/>
                      <a:pt x="1118" y="766"/>
                    </a:cubicBezTo>
                    <a:cubicBezTo>
                      <a:pt x="1106" y="767"/>
                      <a:pt x="1106" y="767"/>
                      <a:pt x="1106" y="767"/>
                    </a:cubicBezTo>
                    <a:cubicBezTo>
                      <a:pt x="1085" y="741"/>
                      <a:pt x="1085" y="741"/>
                      <a:pt x="1085" y="741"/>
                    </a:cubicBezTo>
                    <a:cubicBezTo>
                      <a:pt x="1083" y="731"/>
                      <a:pt x="1083" y="731"/>
                      <a:pt x="1083" y="731"/>
                    </a:cubicBezTo>
                    <a:cubicBezTo>
                      <a:pt x="1069" y="730"/>
                      <a:pt x="1069" y="730"/>
                      <a:pt x="1069" y="730"/>
                    </a:cubicBezTo>
                    <a:cubicBezTo>
                      <a:pt x="1056" y="734"/>
                      <a:pt x="1056" y="734"/>
                      <a:pt x="1056" y="734"/>
                    </a:cubicBezTo>
                    <a:cubicBezTo>
                      <a:pt x="1045" y="726"/>
                      <a:pt x="1045" y="726"/>
                      <a:pt x="1045" y="726"/>
                    </a:cubicBezTo>
                    <a:cubicBezTo>
                      <a:pt x="1036" y="729"/>
                      <a:pt x="1036" y="729"/>
                      <a:pt x="1036" y="729"/>
                    </a:cubicBezTo>
                    <a:cubicBezTo>
                      <a:pt x="1021" y="739"/>
                      <a:pt x="1021" y="739"/>
                      <a:pt x="1021" y="739"/>
                    </a:cubicBezTo>
                    <a:cubicBezTo>
                      <a:pt x="1014" y="735"/>
                      <a:pt x="1014" y="735"/>
                      <a:pt x="1014" y="735"/>
                    </a:cubicBezTo>
                    <a:cubicBezTo>
                      <a:pt x="1011" y="718"/>
                      <a:pt x="1011" y="718"/>
                      <a:pt x="1011" y="718"/>
                    </a:cubicBezTo>
                    <a:cubicBezTo>
                      <a:pt x="1015" y="703"/>
                      <a:pt x="1015" y="703"/>
                      <a:pt x="1015" y="703"/>
                    </a:cubicBezTo>
                    <a:cubicBezTo>
                      <a:pt x="1001" y="721"/>
                      <a:pt x="1001" y="721"/>
                      <a:pt x="1001" y="721"/>
                    </a:cubicBezTo>
                    <a:cubicBezTo>
                      <a:pt x="989" y="721"/>
                      <a:pt x="989" y="721"/>
                      <a:pt x="989" y="721"/>
                    </a:cubicBezTo>
                    <a:cubicBezTo>
                      <a:pt x="982" y="726"/>
                      <a:pt x="982" y="726"/>
                      <a:pt x="982" y="726"/>
                    </a:cubicBezTo>
                    <a:cubicBezTo>
                      <a:pt x="996" y="753"/>
                      <a:pt x="996" y="753"/>
                      <a:pt x="996" y="753"/>
                    </a:cubicBezTo>
                    <a:cubicBezTo>
                      <a:pt x="997" y="777"/>
                      <a:pt x="997" y="777"/>
                      <a:pt x="997" y="777"/>
                    </a:cubicBezTo>
                    <a:cubicBezTo>
                      <a:pt x="989" y="779"/>
                      <a:pt x="989" y="779"/>
                      <a:pt x="989" y="779"/>
                    </a:cubicBezTo>
                    <a:cubicBezTo>
                      <a:pt x="989" y="770"/>
                      <a:pt x="989" y="770"/>
                      <a:pt x="989" y="770"/>
                    </a:cubicBezTo>
                    <a:cubicBezTo>
                      <a:pt x="982" y="775"/>
                      <a:pt x="982" y="775"/>
                      <a:pt x="982" y="775"/>
                    </a:cubicBezTo>
                    <a:cubicBezTo>
                      <a:pt x="958" y="773"/>
                      <a:pt x="958" y="773"/>
                      <a:pt x="958" y="773"/>
                    </a:cubicBezTo>
                    <a:cubicBezTo>
                      <a:pt x="944" y="769"/>
                      <a:pt x="944" y="769"/>
                      <a:pt x="944" y="769"/>
                    </a:cubicBezTo>
                    <a:cubicBezTo>
                      <a:pt x="933" y="774"/>
                      <a:pt x="933" y="774"/>
                      <a:pt x="933" y="774"/>
                    </a:cubicBezTo>
                    <a:cubicBezTo>
                      <a:pt x="929" y="768"/>
                      <a:pt x="929" y="768"/>
                      <a:pt x="929" y="768"/>
                    </a:cubicBezTo>
                    <a:cubicBezTo>
                      <a:pt x="919" y="766"/>
                      <a:pt x="919" y="766"/>
                      <a:pt x="919" y="766"/>
                    </a:cubicBezTo>
                    <a:cubicBezTo>
                      <a:pt x="899" y="771"/>
                      <a:pt x="899" y="771"/>
                      <a:pt x="899" y="771"/>
                    </a:cubicBezTo>
                    <a:cubicBezTo>
                      <a:pt x="885" y="773"/>
                      <a:pt x="885" y="773"/>
                      <a:pt x="885" y="773"/>
                    </a:cubicBezTo>
                    <a:cubicBezTo>
                      <a:pt x="873" y="778"/>
                      <a:pt x="873" y="778"/>
                      <a:pt x="873" y="778"/>
                    </a:cubicBezTo>
                    <a:cubicBezTo>
                      <a:pt x="868" y="790"/>
                      <a:pt x="868" y="790"/>
                      <a:pt x="868" y="790"/>
                    </a:cubicBezTo>
                    <a:cubicBezTo>
                      <a:pt x="847" y="784"/>
                      <a:pt x="847" y="784"/>
                      <a:pt x="847" y="784"/>
                    </a:cubicBezTo>
                    <a:cubicBezTo>
                      <a:pt x="797" y="788"/>
                      <a:pt x="797" y="788"/>
                      <a:pt x="797" y="788"/>
                    </a:cubicBezTo>
                    <a:cubicBezTo>
                      <a:pt x="792" y="781"/>
                      <a:pt x="792" y="781"/>
                      <a:pt x="792" y="781"/>
                    </a:cubicBezTo>
                    <a:cubicBezTo>
                      <a:pt x="784" y="787"/>
                      <a:pt x="784" y="787"/>
                      <a:pt x="784" y="787"/>
                    </a:cubicBezTo>
                    <a:cubicBezTo>
                      <a:pt x="775" y="801"/>
                      <a:pt x="775" y="801"/>
                      <a:pt x="775" y="801"/>
                    </a:cubicBezTo>
                    <a:cubicBezTo>
                      <a:pt x="769" y="826"/>
                      <a:pt x="769" y="826"/>
                      <a:pt x="769" y="826"/>
                    </a:cubicBezTo>
                    <a:cubicBezTo>
                      <a:pt x="762" y="826"/>
                      <a:pt x="762" y="826"/>
                      <a:pt x="762" y="826"/>
                    </a:cubicBezTo>
                    <a:cubicBezTo>
                      <a:pt x="754" y="830"/>
                      <a:pt x="754" y="830"/>
                      <a:pt x="754" y="830"/>
                    </a:cubicBezTo>
                    <a:cubicBezTo>
                      <a:pt x="738" y="831"/>
                      <a:pt x="738" y="831"/>
                      <a:pt x="738" y="831"/>
                    </a:cubicBezTo>
                    <a:cubicBezTo>
                      <a:pt x="721" y="824"/>
                      <a:pt x="721" y="824"/>
                      <a:pt x="721" y="824"/>
                    </a:cubicBezTo>
                    <a:cubicBezTo>
                      <a:pt x="700" y="846"/>
                      <a:pt x="700" y="846"/>
                      <a:pt x="700" y="846"/>
                    </a:cubicBezTo>
                    <a:cubicBezTo>
                      <a:pt x="708" y="849"/>
                      <a:pt x="708" y="849"/>
                      <a:pt x="708" y="849"/>
                    </a:cubicBezTo>
                    <a:cubicBezTo>
                      <a:pt x="714" y="862"/>
                      <a:pt x="714" y="862"/>
                      <a:pt x="714" y="862"/>
                    </a:cubicBezTo>
                    <a:cubicBezTo>
                      <a:pt x="699" y="864"/>
                      <a:pt x="699" y="864"/>
                      <a:pt x="699" y="864"/>
                    </a:cubicBezTo>
                    <a:cubicBezTo>
                      <a:pt x="683" y="859"/>
                      <a:pt x="683" y="859"/>
                      <a:pt x="683" y="859"/>
                    </a:cubicBezTo>
                    <a:cubicBezTo>
                      <a:pt x="666" y="871"/>
                      <a:pt x="666" y="871"/>
                      <a:pt x="666" y="871"/>
                    </a:cubicBezTo>
                    <a:cubicBezTo>
                      <a:pt x="665" y="884"/>
                      <a:pt x="665" y="884"/>
                      <a:pt x="665" y="884"/>
                    </a:cubicBezTo>
                    <a:cubicBezTo>
                      <a:pt x="659" y="889"/>
                      <a:pt x="659" y="889"/>
                      <a:pt x="659" y="889"/>
                    </a:cubicBezTo>
                    <a:cubicBezTo>
                      <a:pt x="641" y="891"/>
                      <a:pt x="641" y="891"/>
                      <a:pt x="641" y="891"/>
                    </a:cubicBezTo>
                    <a:cubicBezTo>
                      <a:pt x="651" y="877"/>
                      <a:pt x="651" y="877"/>
                      <a:pt x="651" y="877"/>
                    </a:cubicBezTo>
                    <a:cubicBezTo>
                      <a:pt x="651" y="869"/>
                      <a:pt x="651" y="869"/>
                      <a:pt x="651" y="869"/>
                    </a:cubicBezTo>
                    <a:cubicBezTo>
                      <a:pt x="630" y="868"/>
                      <a:pt x="630" y="868"/>
                      <a:pt x="630" y="868"/>
                    </a:cubicBezTo>
                    <a:cubicBezTo>
                      <a:pt x="609" y="878"/>
                      <a:pt x="609" y="878"/>
                      <a:pt x="609" y="878"/>
                    </a:cubicBezTo>
                    <a:cubicBezTo>
                      <a:pt x="600" y="889"/>
                      <a:pt x="600" y="889"/>
                      <a:pt x="600" y="889"/>
                    </a:cubicBezTo>
                    <a:cubicBezTo>
                      <a:pt x="556" y="890"/>
                      <a:pt x="556" y="890"/>
                      <a:pt x="556" y="890"/>
                    </a:cubicBezTo>
                    <a:cubicBezTo>
                      <a:pt x="549" y="882"/>
                      <a:pt x="549" y="882"/>
                      <a:pt x="549" y="882"/>
                    </a:cubicBezTo>
                    <a:cubicBezTo>
                      <a:pt x="556" y="873"/>
                      <a:pt x="556" y="873"/>
                      <a:pt x="556" y="873"/>
                    </a:cubicBezTo>
                    <a:cubicBezTo>
                      <a:pt x="540" y="856"/>
                      <a:pt x="540" y="856"/>
                      <a:pt x="540" y="856"/>
                    </a:cubicBezTo>
                    <a:cubicBezTo>
                      <a:pt x="535" y="842"/>
                      <a:pt x="535" y="842"/>
                      <a:pt x="535" y="842"/>
                    </a:cubicBezTo>
                    <a:cubicBezTo>
                      <a:pt x="524" y="842"/>
                      <a:pt x="524" y="842"/>
                      <a:pt x="524" y="842"/>
                    </a:cubicBezTo>
                    <a:cubicBezTo>
                      <a:pt x="512" y="847"/>
                      <a:pt x="512" y="847"/>
                      <a:pt x="512" y="847"/>
                    </a:cubicBezTo>
                    <a:cubicBezTo>
                      <a:pt x="518" y="833"/>
                      <a:pt x="518" y="833"/>
                      <a:pt x="518" y="833"/>
                    </a:cubicBezTo>
                    <a:cubicBezTo>
                      <a:pt x="529" y="823"/>
                      <a:pt x="529" y="823"/>
                      <a:pt x="529" y="823"/>
                    </a:cubicBezTo>
                    <a:cubicBezTo>
                      <a:pt x="519" y="812"/>
                      <a:pt x="519" y="812"/>
                      <a:pt x="519" y="812"/>
                    </a:cubicBezTo>
                    <a:cubicBezTo>
                      <a:pt x="515" y="818"/>
                      <a:pt x="515" y="818"/>
                      <a:pt x="515" y="818"/>
                    </a:cubicBezTo>
                    <a:cubicBezTo>
                      <a:pt x="501" y="823"/>
                      <a:pt x="501" y="823"/>
                      <a:pt x="501" y="823"/>
                    </a:cubicBezTo>
                    <a:cubicBezTo>
                      <a:pt x="481" y="832"/>
                      <a:pt x="481" y="832"/>
                      <a:pt x="481" y="832"/>
                    </a:cubicBezTo>
                    <a:cubicBezTo>
                      <a:pt x="472" y="819"/>
                      <a:pt x="472" y="819"/>
                      <a:pt x="472" y="819"/>
                    </a:cubicBezTo>
                    <a:cubicBezTo>
                      <a:pt x="463" y="816"/>
                      <a:pt x="463" y="816"/>
                      <a:pt x="463" y="816"/>
                    </a:cubicBezTo>
                    <a:cubicBezTo>
                      <a:pt x="450" y="814"/>
                      <a:pt x="450" y="814"/>
                      <a:pt x="450" y="814"/>
                    </a:cubicBezTo>
                    <a:cubicBezTo>
                      <a:pt x="448" y="808"/>
                      <a:pt x="448" y="808"/>
                      <a:pt x="448" y="808"/>
                    </a:cubicBezTo>
                    <a:cubicBezTo>
                      <a:pt x="432" y="802"/>
                      <a:pt x="432" y="802"/>
                      <a:pt x="432" y="802"/>
                    </a:cubicBezTo>
                    <a:cubicBezTo>
                      <a:pt x="414" y="801"/>
                      <a:pt x="414" y="801"/>
                      <a:pt x="414" y="801"/>
                    </a:cubicBezTo>
                    <a:cubicBezTo>
                      <a:pt x="403" y="817"/>
                      <a:pt x="403" y="817"/>
                      <a:pt x="403" y="817"/>
                    </a:cubicBezTo>
                    <a:cubicBezTo>
                      <a:pt x="381" y="818"/>
                      <a:pt x="381" y="818"/>
                      <a:pt x="381" y="818"/>
                    </a:cubicBezTo>
                    <a:cubicBezTo>
                      <a:pt x="367" y="811"/>
                      <a:pt x="367" y="811"/>
                      <a:pt x="367" y="811"/>
                    </a:cubicBezTo>
                    <a:cubicBezTo>
                      <a:pt x="362" y="804"/>
                      <a:pt x="362" y="804"/>
                      <a:pt x="362" y="804"/>
                    </a:cubicBezTo>
                    <a:cubicBezTo>
                      <a:pt x="369" y="792"/>
                      <a:pt x="369" y="792"/>
                      <a:pt x="369" y="792"/>
                    </a:cubicBezTo>
                    <a:cubicBezTo>
                      <a:pt x="355" y="791"/>
                      <a:pt x="355" y="791"/>
                      <a:pt x="355" y="791"/>
                    </a:cubicBezTo>
                    <a:cubicBezTo>
                      <a:pt x="348" y="795"/>
                      <a:pt x="348" y="795"/>
                      <a:pt x="348" y="795"/>
                    </a:cubicBezTo>
                    <a:cubicBezTo>
                      <a:pt x="357" y="806"/>
                      <a:pt x="357" y="806"/>
                      <a:pt x="357" y="806"/>
                    </a:cubicBezTo>
                    <a:cubicBezTo>
                      <a:pt x="357" y="814"/>
                      <a:pt x="357" y="814"/>
                      <a:pt x="357" y="814"/>
                    </a:cubicBezTo>
                    <a:cubicBezTo>
                      <a:pt x="349" y="834"/>
                      <a:pt x="349" y="834"/>
                      <a:pt x="349" y="834"/>
                    </a:cubicBezTo>
                    <a:cubicBezTo>
                      <a:pt x="364" y="849"/>
                      <a:pt x="364" y="849"/>
                      <a:pt x="364" y="849"/>
                    </a:cubicBezTo>
                    <a:cubicBezTo>
                      <a:pt x="366" y="873"/>
                      <a:pt x="366" y="873"/>
                      <a:pt x="366" y="873"/>
                    </a:cubicBezTo>
                    <a:cubicBezTo>
                      <a:pt x="355" y="883"/>
                      <a:pt x="355" y="883"/>
                      <a:pt x="355" y="883"/>
                    </a:cubicBezTo>
                    <a:cubicBezTo>
                      <a:pt x="353" y="902"/>
                      <a:pt x="353" y="902"/>
                      <a:pt x="353" y="902"/>
                    </a:cubicBezTo>
                    <a:cubicBezTo>
                      <a:pt x="337" y="903"/>
                      <a:pt x="337" y="903"/>
                      <a:pt x="337" y="903"/>
                    </a:cubicBezTo>
                    <a:cubicBezTo>
                      <a:pt x="328" y="918"/>
                      <a:pt x="328" y="918"/>
                      <a:pt x="328" y="918"/>
                    </a:cubicBezTo>
                    <a:cubicBezTo>
                      <a:pt x="318" y="937"/>
                      <a:pt x="318" y="937"/>
                      <a:pt x="318" y="937"/>
                    </a:cubicBezTo>
                    <a:cubicBezTo>
                      <a:pt x="305" y="948"/>
                      <a:pt x="305" y="948"/>
                      <a:pt x="305" y="948"/>
                    </a:cubicBezTo>
                    <a:cubicBezTo>
                      <a:pt x="280" y="962"/>
                      <a:pt x="280" y="962"/>
                      <a:pt x="280" y="962"/>
                    </a:cubicBezTo>
                    <a:cubicBezTo>
                      <a:pt x="258" y="962"/>
                      <a:pt x="258" y="962"/>
                      <a:pt x="258" y="962"/>
                    </a:cubicBezTo>
                    <a:cubicBezTo>
                      <a:pt x="257" y="948"/>
                      <a:pt x="257" y="948"/>
                      <a:pt x="257" y="948"/>
                    </a:cubicBezTo>
                    <a:cubicBezTo>
                      <a:pt x="269" y="943"/>
                      <a:pt x="269" y="943"/>
                      <a:pt x="269" y="943"/>
                    </a:cubicBezTo>
                    <a:cubicBezTo>
                      <a:pt x="271" y="931"/>
                      <a:pt x="271" y="931"/>
                      <a:pt x="271" y="931"/>
                    </a:cubicBezTo>
                    <a:cubicBezTo>
                      <a:pt x="266" y="925"/>
                      <a:pt x="266" y="925"/>
                      <a:pt x="266" y="925"/>
                    </a:cubicBezTo>
                    <a:cubicBezTo>
                      <a:pt x="279" y="901"/>
                      <a:pt x="279" y="901"/>
                      <a:pt x="279" y="901"/>
                    </a:cubicBezTo>
                    <a:cubicBezTo>
                      <a:pt x="262" y="895"/>
                      <a:pt x="262" y="895"/>
                      <a:pt x="262" y="895"/>
                    </a:cubicBezTo>
                    <a:cubicBezTo>
                      <a:pt x="255" y="907"/>
                      <a:pt x="255" y="907"/>
                      <a:pt x="255" y="907"/>
                    </a:cubicBezTo>
                    <a:cubicBezTo>
                      <a:pt x="236" y="905"/>
                      <a:pt x="236" y="905"/>
                      <a:pt x="236" y="905"/>
                    </a:cubicBezTo>
                    <a:cubicBezTo>
                      <a:pt x="230" y="915"/>
                      <a:pt x="230" y="915"/>
                      <a:pt x="230" y="915"/>
                    </a:cubicBezTo>
                    <a:cubicBezTo>
                      <a:pt x="217" y="887"/>
                      <a:pt x="217" y="887"/>
                      <a:pt x="217" y="887"/>
                    </a:cubicBezTo>
                    <a:cubicBezTo>
                      <a:pt x="230" y="876"/>
                      <a:pt x="230" y="876"/>
                      <a:pt x="230" y="876"/>
                    </a:cubicBezTo>
                    <a:cubicBezTo>
                      <a:pt x="227" y="862"/>
                      <a:pt x="227" y="862"/>
                      <a:pt x="227" y="862"/>
                    </a:cubicBezTo>
                    <a:cubicBezTo>
                      <a:pt x="212" y="856"/>
                      <a:pt x="212" y="856"/>
                      <a:pt x="212" y="856"/>
                    </a:cubicBezTo>
                    <a:cubicBezTo>
                      <a:pt x="210" y="843"/>
                      <a:pt x="210" y="843"/>
                      <a:pt x="210" y="843"/>
                    </a:cubicBezTo>
                    <a:cubicBezTo>
                      <a:pt x="194" y="848"/>
                      <a:pt x="194" y="848"/>
                      <a:pt x="194" y="848"/>
                    </a:cubicBezTo>
                    <a:cubicBezTo>
                      <a:pt x="192" y="839"/>
                      <a:pt x="192" y="839"/>
                      <a:pt x="192" y="839"/>
                    </a:cubicBezTo>
                    <a:cubicBezTo>
                      <a:pt x="182" y="831"/>
                      <a:pt x="182" y="831"/>
                      <a:pt x="182" y="831"/>
                    </a:cubicBezTo>
                    <a:cubicBezTo>
                      <a:pt x="182" y="812"/>
                      <a:pt x="182" y="812"/>
                      <a:pt x="182" y="812"/>
                    </a:cubicBezTo>
                    <a:cubicBezTo>
                      <a:pt x="176" y="817"/>
                      <a:pt x="176" y="817"/>
                      <a:pt x="176" y="817"/>
                    </a:cubicBezTo>
                    <a:cubicBezTo>
                      <a:pt x="162" y="823"/>
                      <a:pt x="162" y="823"/>
                      <a:pt x="162" y="823"/>
                    </a:cubicBezTo>
                    <a:cubicBezTo>
                      <a:pt x="151" y="810"/>
                      <a:pt x="151" y="810"/>
                      <a:pt x="151" y="810"/>
                    </a:cubicBezTo>
                    <a:cubicBezTo>
                      <a:pt x="142" y="824"/>
                      <a:pt x="142" y="824"/>
                      <a:pt x="142" y="824"/>
                    </a:cubicBezTo>
                    <a:cubicBezTo>
                      <a:pt x="136" y="815"/>
                      <a:pt x="136" y="815"/>
                      <a:pt x="136" y="815"/>
                    </a:cubicBezTo>
                    <a:cubicBezTo>
                      <a:pt x="125" y="815"/>
                      <a:pt x="125" y="815"/>
                      <a:pt x="125" y="815"/>
                    </a:cubicBezTo>
                    <a:cubicBezTo>
                      <a:pt x="125" y="792"/>
                      <a:pt x="125" y="792"/>
                      <a:pt x="125" y="792"/>
                    </a:cubicBezTo>
                    <a:cubicBezTo>
                      <a:pt x="108" y="784"/>
                      <a:pt x="108" y="784"/>
                      <a:pt x="108" y="784"/>
                    </a:cubicBezTo>
                    <a:cubicBezTo>
                      <a:pt x="96" y="798"/>
                      <a:pt x="96" y="798"/>
                      <a:pt x="96" y="798"/>
                    </a:cubicBezTo>
                    <a:cubicBezTo>
                      <a:pt x="96" y="819"/>
                      <a:pt x="96" y="819"/>
                      <a:pt x="96" y="819"/>
                    </a:cubicBezTo>
                    <a:cubicBezTo>
                      <a:pt x="72" y="824"/>
                      <a:pt x="72" y="824"/>
                      <a:pt x="72" y="824"/>
                    </a:cubicBezTo>
                    <a:cubicBezTo>
                      <a:pt x="52" y="832"/>
                      <a:pt x="52" y="832"/>
                      <a:pt x="52" y="832"/>
                    </a:cubicBezTo>
                    <a:cubicBezTo>
                      <a:pt x="26" y="832"/>
                      <a:pt x="26" y="832"/>
                      <a:pt x="26" y="832"/>
                    </a:cubicBezTo>
                    <a:cubicBezTo>
                      <a:pt x="52" y="855"/>
                      <a:pt x="52" y="855"/>
                      <a:pt x="52" y="855"/>
                    </a:cubicBezTo>
                    <a:cubicBezTo>
                      <a:pt x="63" y="871"/>
                      <a:pt x="63" y="871"/>
                      <a:pt x="63" y="871"/>
                    </a:cubicBezTo>
                    <a:cubicBezTo>
                      <a:pt x="63" y="884"/>
                      <a:pt x="63" y="884"/>
                      <a:pt x="63" y="884"/>
                    </a:cubicBezTo>
                    <a:cubicBezTo>
                      <a:pt x="70" y="903"/>
                      <a:pt x="70" y="903"/>
                      <a:pt x="70" y="903"/>
                    </a:cubicBezTo>
                    <a:cubicBezTo>
                      <a:pt x="53" y="906"/>
                      <a:pt x="53" y="906"/>
                      <a:pt x="53" y="906"/>
                    </a:cubicBezTo>
                    <a:cubicBezTo>
                      <a:pt x="33" y="939"/>
                      <a:pt x="33" y="939"/>
                      <a:pt x="33" y="939"/>
                    </a:cubicBezTo>
                    <a:cubicBezTo>
                      <a:pt x="16" y="964"/>
                      <a:pt x="16" y="964"/>
                      <a:pt x="16" y="964"/>
                    </a:cubicBezTo>
                    <a:cubicBezTo>
                      <a:pt x="7" y="993"/>
                      <a:pt x="7" y="993"/>
                      <a:pt x="7" y="993"/>
                    </a:cubicBezTo>
                    <a:cubicBezTo>
                      <a:pt x="7" y="1021"/>
                      <a:pt x="7" y="1021"/>
                      <a:pt x="7" y="1021"/>
                    </a:cubicBezTo>
                    <a:cubicBezTo>
                      <a:pt x="13" y="1043"/>
                      <a:pt x="13" y="1043"/>
                      <a:pt x="13" y="1043"/>
                    </a:cubicBezTo>
                    <a:cubicBezTo>
                      <a:pt x="13" y="1055"/>
                      <a:pt x="13" y="1055"/>
                      <a:pt x="13" y="1055"/>
                    </a:cubicBezTo>
                    <a:cubicBezTo>
                      <a:pt x="0" y="1066"/>
                      <a:pt x="0" y="1066"/>
                      <a:pt x="0" y="1066"/>
                    </a:cubicBezTo>
                    <a:cubicBezTo>
                      <a:pt x="0" y="1076"/>
                      <a:pt x="0" y="1076"/>
                      <a:pt x="0" y="1076"/>
                    </a:cubicBezTo>
                    <a:cubicBezTo>
                      <a:pt x="21" y="1071"/>
                      <a:pt x="21" y="1071"/>
                      <a:pt x="21" y="1071"/>
                    </a:cubicBezTo>
                    <a:cubicBezTo>
                      <a:pt x="29" y="1079"/>
                      <a:pt x="29" y="1079"/>
                      <a:pt x="29" y="1079"/>
                    </a:cubicBezTo>
                    <a:cubicBezTo>
                      <a:pt x="37" y="1079"/>
                      <a:pt x="37" y="1079"/>
                      <a:pt x="37" y="1079"/>
                    </a:cubicBezTo>
                    <a:cubicBezTo>
                      <a:pt x="47" y="1072"/>
                      <a:pt x="47" y="1072"/>
                      <a:pt x="47" y="1072"/>
                    </a:cubicBezTo>
                    <a:cubicBezTo>
                      <a:pt x="59" y="1079"/>
                      <a:pt x="59" y="1079"/>
                      <a:pt x="59" y="1079"/>
                    </a:cubicBezTo>
                    <a:cubicBezTo>
                      <a:pt x="75" y="1072"/>
                      <a:pt x="75" y="1072"/>
                      <a:pt x="75" y="1072"/>
                    </a:cubicBezTo>
                    <a:cubicBezTo>
                      <a:pt x="94" y="1085"/>
                      <a:pt x="94" y="1085"/>
                      <a:pt x="94" y="1085"/>
                    </a:cubicBezTo>
                    <a:cubicBezTo>
                      <a:pt x="115" y="1087"/>
                      <a:pt x="115" y="1087"/>
                      <a:pt x="115" y="1087"/>
                    </a:cubicBezTo>
                    <a:cubicBezTo>
                      <a:pt x="129" y="1097"/>
                      <a:pt x="129" y="1097"/>
                      <a:pt x="129" y="1097"/>
                    </a:cubicBezTo>
                    <a:cubicBezTo>
                      <a:pt x="145" y="1095"/>
                      <a:pt x="145" y="1095"/>
                      <a:pt x="145" y="1095"/>
                    </a:cubicBezTo>
                    <a:cubicBezTo>
                      <a:pt x="154" y="1109"/>
                      <a:pt x="154" y="1109"/>
                      <a:pt x="154" y="1109"/>
                    </a:cubicBezTo>
                    <a:cubicBezTo>
                      <a:pt x="146" y="1119"/>
                      <a:pt x="146" y="1119"/>
                      <a:pt x="146" y="1119"/>
                    </a:cubicBezTo>
                    <a:cubicBezTo>
                      <a:pt x="147" y="1140"/>
                      <a:pt x="147" y="1140"/>
                      <a:pt x="147" y="1140"/>
                    </a:cubicBezTo>
                    <a:cubicBezTo>
                      <a:pt x="195" y="1154"/>
                      <a:pt x="195" y="1154"/>
                      <a:pt x="195" y="1154"/>
                    </a:cubicBezTo>
                    <a:cubicBezTo>
                      <a:pt x="211" y="1178"/>
                      <a:pt x="211" y="1178"/>
                      <a:pt x="211" y="1178"/>
                    </a:cubicBezTo>
                    <a:cubicBezTo>
                      <a:pt x="223" y="1179"/>
                      <a:pt x="223" y="1179"/>
                      <a:pt x="223" y="1179"/>
                    </a:cubicBezTo>
                    <a:cubicBezTo>
                      <a:pt x="233" y="1189"/>
                      <a:pt x="233" y="1189"/>
                      <a:pt x="233" y="1189"/>
                    </a:cubicBezTo>
                    <a:cubicBezTo>
                      <a:pt x="278" y="1176"/>
                      <a:pt x="278" y="1176"/>
                      <a:pt x="278" y="1176"/>
                    </a:cubicBezTo>
                    <a:cubicBezTo>
                      <a:pt x="280" y="1144"/>
                      <a:pt x="280" y="1144"/>
                      <a:pt x="280" y="1144"/>
                    </a:cubicBezTo>
                    <a:cubicBezTo>
                      <a:pt x="306" y="1145"/>
                      <a:pt x="306" y="1145"/>
                      <a:pt x="306" y="1145"/>
                    </a:cubicBezTo>
                    <a:cubicBezTo>
                      <a:pt x="306" y="1133"/>
                      <a:pt x="306" y="1133"/>
                      <a:pt x="306" y="1133"/>
                    </a:cubicBezTo>
                    <a:cubicBezTo>
                      <a:pt x="324" y="1106"/>
                      <a:pt x="324" y="1106"/>
                      <a:pt x="324" y="1106"/>
                    </a:cubicBezTo>
                    <a:cubicBezTo>
                      <a:pt x="335" y="1105"/>
                      <a:pt x="335" y="1105"/>
                      <a:pt x="335" y="1105"/>
                    </a:cubicBezTo>
                    <a:cubicBezTo>
                      <a:pt x="349" y="1118"/>
                      <a:pt x="349" y="1118"/>
                      <a:pt x="349" y="1118"/>
                    </a:cubicBezTo>
                    <a:cubicBezTo>
                      <a:pt x="349" y="1128"/>
                      <a:pt x="349" y="1128"/>
                      <a:pt x="349" y="1128"/>
                    </a:cubicBezTo>
                    <a:cubicBezTo>
                      <a:pt x="371" y="1137"/>
                      <a:pt x="371" y="1137"/>
                      <a:pt x="371" y="1137"/>
                    </a:cubicBezTo>
                    <a:cubicBezTo>
                      <a:pt x="367" y="1155"/>
                      <a:pt x="367" y="1155"/>
                      <a:pt x="367" y="1155"/>
                    </a:cubicBezTo>
                    <a:cubicBezTo>
                      <a:pt x="364" y="1182"/>
                      <a:pt x="364" y="1182"/>
                      <a:pt x="364" y="1182"/>
                    </a:cubicBezTo>
                    <a:cubicBezTo>
                      <a:pt x="392" y="1187"/>
                      <a:pt x="392" y="1187"/>
                      <a:pt x="392" y="1187"/>
                    </a:cubicBezTo>
                    <a:cubicBezTo>
                      <a:pt x="396" y="1190"/>
                      <a:pt x="396" y="1190"/>
                      <a:pt x="396" y="1190"/>
                    </a:cubicBezTo>
                    <a:cubicBezTo>
                      <a:pt x="438" y="1172"/>
                      <a:pt x="438" y="1172"/>
                      <a:pt x="438" y="1172"/>
                    </a:cubicBezTo>
                    <a:cubicBezTo>
                      <a:pt x="472" y="1200"/>
                      <a:pt x="472" y="1200"/>
                      <a:pt x="472" y="1200"/>
                    </a:cubicBezTo>
                    <a:cubicBezTo>
                      <a:pt x="458" y="1214"/>
                      <a:pt x="458" y="1214"/>
                      <a:pt x="458" y="1214"/>
                    </a:cubicBezTo>
                    <a:cubicBezTo>
                      <a:pt x="472" y="1217"/>
                      <a:pt x="472" y="1217"/>
                      <a:pt x="472" y="1217"/>
                    </a:cubicBezTo>
                    <a:cubicBezTo>
                      <a:pt x="484" y="1217"/>
                      <a:pt x="484" y="1217"/>
                      <a:pt x="484" y="1217"/>
                    </a:cubicBezTo>
                    <a:cubicBezTo>
                      <a:pt x="494" y="1226"/>
                      <a:pt x="494" y="1226"/>
                      <a:pt x="494" y="1226"/>
                    </a:cubicBezTo>
                    <a:cubicBezTo>
                      <a:pt x="505" y="1222"/>
                      <a:pt x="505" y="1222"/>
                      <a:pt x="505" y="1222"/>
                    </a:cubicBezTo>
                    <a:cubicBezTo>
                      <a:pt x="515" y="1230"/>
                      <a:pt x="515" y="1230"/>
                      <a:pt x="515" y="1230"/>
                    </a:cubicBezTo>
                    <a:cubicBezTo>
                      <a:pt x="522" y="1226"/>
                      <a:pt x="522" y="1226"/>
                      <a:pt x="522" y="1226"/>
                    </a:cubicBezTo>
                    <a:cubicBezTo>
                      <a:pt x="548" y="1228"/>
                      <a:pt x="548" y="1228"/>
                      <a:pt x="548" y="1228"/>
                    </a:cubicBezTo>
                    <a:cubicBezTo>
                      <a:pt x="552" y="1230"/>
                      <a:pt x="552" y="1230"/>
                      <a:pt x="552" y="1230"/>
                    </a:cubicBezTo>
                    <a:cubicBezTo>
                      <a:pt x="562" y="1233"/>
                      <a:pt x="562" y="1233"/>
                      <a:pt x="562" y="1233"/>
                    </a:cubicBezTo>
                    <a:cubicBezTo>
                      <a:pt x="564" y="1214"/>
                      <a:pt x="564" y="1214"/>
                      <a:pt x="564" y="1214"/>
                    </a:cubicBezTo>
                    <a:cubicBezTo>
                      <a:pt x="584" y="1202"/>
                      <a:pt x="584" y="1202"/>
                      <a:pt x="584" y="1202"/>
                    </a:cubicBezTo>
                    <a:cubicBezTo>
                      <a:pt x="581" y="1195"/>
                      <a:pt x="581" y="1195"/>
                      <a:pt x="581" y="1195"/>
                    </a:cubicBezTo>
                    <a:cubicBezTo>
                      <a:pt x="578" y="1178"/>
                      <a:pt x="578" y="1178"/>
                      <a:pt x="578" y="1178"/>
                    </a:cubicBezTo>
                    <a:cubicBezTo>
                      <a:pt x="590" y="1166"/>
                      <a:pt x="590" y="1166"/>
                      <a:pt x="590" y="1166"/>
                    </a:cubicBezTo>
                    <a:cubicBezTo>
                      <a:pt x="590" y="1147"/>
                      <a:pt x="590" y="1147"/>
                      <a:pt x="590" y="1147"/>
                    </a:cubicBezTo>
                    <a:cubicBezTo>
                      <a:pt x="612" y="1138"/>
                      <a:pt x="612" y="1138"/>
                      <a:pt x="612" y="1138"/>
                    </a:cubicBezTo>
                    <a:cubicBezTo>
                      <a:pt x="612" y="1124"/>
                      <a:pt x="612" y="1124"/>
                      <a:pt x="612" y="1124"/>
                    </a:cubicBezTo>
                    <a:cubicBezTo>
                      <a:pt x="633" y="1124"/>
                      <a:pt x="633" y="1124"/>
                      <a:pt x="633" y="1124"/>
                    </a:cubicBezTo>
                    <a:cubicBezTo>
                      <a:pt x="678" y="1110"/>
                      <a:pt x="678" y="1110"/>
                      <a:pt x="678" y="1110"/>
                    </a:cubicBezTo>
                    <a:cubicBezTo>
                      <a:pt x="699" y="1124"/>
                      <a:pt x="699" y="1124"/>
                      <a:pt x="699" y="1124"/>
                    </a:cubicBezTo>
                    <a:cubicBezTo>
                      <a:pt x="708" y="1122"/>
                      <a:pt x="708" y="1122"/>
                      <a:pt x="708" y="1122"/>
                    </a:cubicBezTo>
                    <a:cubicBezTo>
                      <a:pt x="728" y="1101"/>
                      <a:pt x="728" y="1101"/>
                      <a:pt x="728" y="1101"/>
                    </a:cubicBezTo>
                    <a:cubicBezTo>
                      <a:pt x="737" y="1101"/>
                      <a:pt x="737" y="1101"/>
                      <a:pt x="737" y="1101"/>
                    </a:cubicBezTo>
                    <a:cubicBezTo>
                      <a:pt x="750" y="1114"/>
                      <a:pt x="750" y="1114"/>
                      <a:pt x="750" y="1114"/>
                    </a:cubicBezTo>
                    <a:cubicBezTo>
                      <a:pt x="777" y="1097"/>
                      <a:pt x="777" y="1097"/>
                      <a:pt x="777" y="1097"/>
                    </a:cubicBezTo>
                    <a:cubicBezTo>
                      <a:pt x="792" y="1109"/>
                      <a:pt x="792" y="1109"/>
                      <a:pt x="792" y="1109"/>
                    </a:cubicBezTo>
                    <a:cubicBezTo>
                      <a:pt x="811" y="1109"/>
                      <a:pt x="811" y="1109"/>
                      <a:pt x="811" y="1109"/>
                    </a:cubicBezTo>
                    <a:cubicBezTo>
                      <a:pt x="824" y="1122"/>
                      <a:pt x="824" y="1122"/>
                      <a:pt x="824" y="1122"/>
                    </a:cubicBezTo>
                    <a:cubicBezTo>
                      <a:pt x="835" y="1109"/>
                      <a:pt x="835" y="1109"/>
                      <a:pt x="835" y="1109"/>
                    </a:cubicBezTo>
                    <a:cubicBezTo>
                      <a:pt x="857" y="1108"/>
                      <a:pt x="857" y="1108"/>
                      <a:pt x="857" y="1108"/>
                    </a:cubicBezTo>
                    <a:cubicBezTo>
                      <a:pt x="884" y="1086"/>
                      <a:pt x="884" y="1086"/>
                      <a:pt x="884" y="1086"/>
                    </a:cubicBezTo>
                    <a:cubicBezTo>
                      <a:pt x="906" y="1086"/>
                      <a:pt x="906" y="1086"/>
                      <a:pt x="906" y="1086"/>
                    </a:cubicBezTo>
                    <a:cubicBezTo>
                      <a:pt x="911" y="1078"/>
                      <a:pt x="911" y="1078"/>
                      <a:pt x="911" y="1078"/>
                    </a:cubicBezTo>
                    <a:cubicBezTo>
                      <a:pt x="940" y="1073"/>
                      <a:pt x="940" y="1073"/>
                      <a:pt x="940" y="1073"/>
                    </a:cubicBezTo>
                    <a:cubicBezTo>
                      <a:pt x="953" y="1063"/>
                      <a:pt x="953" y="1063"/>
                      <a:pt x="953" y="1063"/>
                    </a:cubicBezTo>
                    <a:cubicBezTo>
                      <a:pt x="969" y="1058"/>
                      <a:pt x="969" y="1058"/>
                      <a:pt x="969" y="1058"/>
                    </a:cubicBezTo>
                    <a:cubicBezTo>
                      <a:pt x="990" y="1058"/>
                      <a:pt x="990" y="1058"/>
                      <a:pt x="990" y="1058"/>
                    </a:cubicBezTo>
                    <a:cubicBezTo>
                      <a:pt x="1002" y="1068"/>
                      <a:pt x="1002" y="1068"/>
                      <a:pt x="1002" y="1068"/>
                    </a:cubicBezTo>
                    <a:cubicBezTo>
                      <a:pt x="996" y="1074"/>
                      <a:pt x="996" y="1074"/>
                      <a:pt x="996" y="1074"/>
                    </a:cubicBezTo>
                    <a:cubicBezTo>
                      <a:pt x="990" y="1091"/>
                      <a:pt x="990" y="1091"/>
                      <a:pt x="990" y="1091"/>
                    </a:cubicBezTo>
                    <a:cubicBezTo>
                      <a:pt x="969" y="1091"/>
                      <a:pt x="969" y="1091"/>
                      <a:pt x="969" y="1091"/>
                    </a:cubicBezTo>
                    <a:cubicBezTo>
                      <a:pt x="957" y="1102"/>
                      <a:pt x="957" y="1102"/>
                      <a:pt x="957" y="1102"/>
                    </a:cubicBezTo>
                    <a:cubicBezTo>
                      <a:pt x="962" y="1124"/>
                      <a:pt x="962" y="1124"/>
                      <a:pt x="962" y="1124"/>
                    </a:cubicBezTo>
                    <a:cubicBezTo>
                      <a:pt x="975" y="1139"/>
                      <a:pt x="975" y="1139"/>
                      <a:pt x="975" y="1139"/>
                    </a:cubicBezTo>
                    <a:cubicBezTo>
                      <a:pt x="968" y="1151"/>
                      <a:pt x="968" y="1151"/>
                      <a:pt x="968" y="1151"/>
                    </a:cubicBezTo>
                    <a:cubicBezTo>
                      <a:pt x="984" y="1154"/>
                      <a:pt x="984" y="1154"/>
                      <a:pt x="984" y="1154"/>
                    </a:cubicBezTo>
                    <a:cubicBezTo>
                      <a:pt x="993" y="1173"/>
                      <a:pt x="993" y="1173"/>
                      <a:pt x="993" y="1173"/>
                    </a:cubicBezTo>
                    <a:cubicBezTo>
                      <a:pt x="1002" y="1164"/>
                      <a:pt x="1002" y="1164"/>
                      <a:pt x="1002" y="1164"/>
                    </a:cubicBezTo>
                    <a:cubicBezTo>
                      <a:pt x="1015" y="1168"/>
                      <a:pt x="1015" y="1168"/>
                      <a:pt x="1015" y="1168"/>
                    </a:cubicBezTo>
                    <a:cubicBezTo>
                      <a:pt x="1027" y="1186"/>
                      <a:pt x="1027" y="1186"/>
                      <a:pt x="1027" y="1186"/>
                    </a:cubicBezTo>
                    <a:cubicBezTo>
                      <a:pt x="1022" y="1201"/>
                      <a:pt x="1022" y="1201"/>
                      <a:pt x="1022" y="1201"/>
                    </a:cubicBezTo>
                    <a:cubicBezTo>
                      <a:pt x="1019" y="1222"/>
                      <a:pt x="1019" y="1222"/>
                      <a:pt x="1019" y="1222"/>
                    </a:cubicBezTo>
                    <a:cubicBezTo>
                      <a:pt x="1044" y="1224"/>
                      <a:pt x="1044" y="1224"/>
                      <a:pt x="1044" y="1224"/>
                    </a:cubicBezTo>
                    <a:cubicBezTo>
                      <a:pt x="1049" y="1233"/>
                      <a:pt x="1049" y="1233"/>
                      <a:pt x="1049" y="1233"/>
                    </a:cubicBezTo>
                    <a:cubicBezTo>
                      <a:pt x="1057" y="1258"/>
                      <a:pt x="1057" y="1258"/>
                      <a:pt x="1057" y="1258"/>
                    </a:cubicBezTo>
                    <a:cubicBezTo>
                      <a:pt x="1082" y="1275"/>
                      <a:pt x="1082" y="1275"/>
                      <a:pt x="1082" y="1275"/>
                    </a:cubicBezTo>
                    <a:cubicBezTo>
                      <a:pt x="1109" y="1277"/>
                      <a:pt x="1109" y="1277"/>
                      <a:pt x="1109" y="1277"/>
                    </a:cubicBezTo>
                    <a:cubicBezTo>
                      <a:pt x="1125" y="1296"/>
                      <a:pt x="1125" y="1296"/>
                      <a:pt x="1125" y="1296"/>
                    </a:cubicBezTo>
                    <a:cubicBezTo>
                      <a:pt x="1141" y="1288"/>
                      <a:pt x="1141" y="1288"/>
                      <a:pt x="1141" y="1288"/>
                    </a:cubicBezTo>
                    <a:cubicBezTo>
                      <a:pt x="1169" y="1289"/>
                      <a:pt x="1169" y="1289"/>
                      <a:pt x="1169" y="1289"/>
                    </a:cubicBezTo>
                    <a:cubicBezTo>
                      <a:pt x="1181" y="1303"/>
                      <a:pt x="1181" y="1303"/>
                      <a:pt x="1181" y="1303"/>
                    </a:cubicBezTo>
                    <a:cubicBezTo>
                      <a:pt x="1191" y="1293"/>
                      <a:pt x="1191" y="1293"/>
                      <a:pt x="1191" y="1293"/>
                    </a:cubicBezTo>
                    <a:cubicBezTo>
                      <a:pt x="1220" y="1303"/>
                      <a:pt x="1220" y="1303"/>
                      <a:pt x="1220" y="1303"/>
                    </a:cubicBezTo>
                    <a:cubicBezTo>
                      <a:pt x="1220" y="1317"/>
                      <a:pt x="1220" y="1317"/>
                      <a:pt x="1220" y="1317"/>
                    </a:cubicBezTo>
                    <a:cubicBezTo>
                      <a:pt x="1276" y="1317"/>
                      <a:pt x="1276" y="1317"/>
                      <a:pt x="1276" y="1317"/>
                    </a:cubicBezTo>
                    <a:cubicBezTo>
                      <a:pt x="1287" y="1319"/>
                      <a:pt x="1287" y="1319"/>
                      <a:pt x="1287" y="1319"/>
                    </a:cubicBezTo>
                    <a:cubicBezTo>
                      <a:pt x="1323" y="1321"/>
                      <a:pt x="1323" y="1321"/>
                      <a:pt x="1323" y="1321"/>
                    </a:cubicBezTo>
                    <a:cubicBezTo>
                      <a:pt x="1343" y="1324"/>
                      <a:pt x="1343" y="1324"/>
                      <a:pt x="1343" y="1324"/>
                    </a:cubicBezTo>
                    <a:cubicBezTo>
                      <a:pt x="1366" y="1346"/>
                      <a:pt x="1366" y="1346"/>
                      <a:pt x="1366" y="1346"/>
                    </a:cubicBezTo>
                    <a:cubicBezTo>
                      <a:pt x="1377" y="1344"/>
                      <a:pt x="1377" y="1344"/>
                      <a:pt x="1377" y="1344"/>
                    </a:cubicBezTo>
                    <a:cubicBezTo>
                      <a:pt x="1390" y="1340"/>
                      <a:pt x="1390" y="1340"/>
                      <a:pt x="1390" y="1340"/>
                    </a:cubicBezTo>
                    <a:cubicBezTo>
                      <a:pt x="1397" y="1346"/>
                      <a:pt x="1397" y="1346"/>
                      <a:pt x="1397" y="1346"/>
                    </a:cubicBezTo>
                    <a:cubicBezTo>
                      <a:pt x="1416" y="1332"/>
                      <a:pt x="1416" y="1332"/>
                      <a:pt x="1416" y="1332"/>
                    </a:cubicBezTo>
                    <a:cubicBezTo>
                      <a:pt x="1436" y="1341"/>
                      <a:pt x="1436" y="1341"/>
                      <a:pt x="1436" y="1341"/>
                    </a:cubicBezTo>
                    <a:cubicBezTo>
                      <a:pt x="1462" y="1339"/>
                      <a:pt x="1462" y="1339"/>
                      <a:pt x="1462" y="1339"/>
                    </a:cubicBezTo>
                    <a:cubicBezTo>
                      <a:pt x="1470" y="1348"/>
                      <a:pt x="1470" y="1348"/>
                      <a:pt x="1470" y="1348"/>
                    </a:cubicBezTo>
                    <a:cubicBezTo>
                      <a:pt x="1492" y="1352"/>
                      <a:pt x="1492" y="1352"/>
                      <a:pt x="1492" y="1352"/>
                    </a:cubicBezTo>
                    <a:cubicBezTo>
                      <a:pt x="1507" y="1352"/>
                      <a:pt x="1507" y="1352"/>
                      <a:pt x="1507" y="1352"/>
                    </a:cubicBezTo>
                    <a:cubicBezTo>
                      <a:pt x="1527" y="1360"/>
                      <a:pt x="1527" y="1360"/>
                      <a:pt x="1527" y="1360"/>
                    </a:cubicBezTo>
                    <a:cubicBezTo>
                      <a:pt x="1537" y="1365"/>
                      <a:pt x="1537" y="1365"/>
                      <a:pt x="1537" y="1365"/>
                    </a:cubicBezTo>
                    <a:cubicBezTo>
                      <a:pt x="1570" y="1365"/>
                      <a:pt x="1570" y="1365"/>
                      <a:pt x="1570" y="1365"/>
                    </a:cubicBezTo>
                    <a:lnTo>
                      <a:pt x="1609" y="1361"/>
                    </a:lnTo>
                    <a:close/>
                    <a:moveTo>
                      <a:pt x="2638" y="654"/>
                    </a:moveTo>
                    <a:cubicBezTo>
                      <a:pt x="2638" y="642"/>
                      <a:pt x="2638" y="642"/>
                      <a:pt x="2638" y="642"/>
                    </a:cubicBezTo>
                    <a:cubicBezTo>
                      <a:pt x="2651" y="610"/>
                      <a:pt x="2651" y="610"/>
                      <a:pt x="2651" y="610"/>
                    </a:cubicBezTo>
                    <a:cubicBezTo>
                      <a:pt x="2674" y="604"/>
                      <a:pt x="2674" y="604"/>
                      <a:pt x="2674" y="604"/>
                    </a:cubicBezTo>
                    <a:cubicBezTo>
                      <a:pt x="2685" y="600"/>
                      <a:pt x="2685" y="600"/>
                      <a:pt x="2685" y="600"/>
                    </a:cubicBezTo>
                    <a:cubicBezTo>
                      <a:pt x="2689" y="608"/>
                      <a:pt x="2689" y="608"/>
                      <a:pt x="2689" y="608"/>
                    </a:cubicBezTo>
                    <a:cubicBezTo>
                      <a:pt x="2684" y="629"/>
                      <a:pt x="2684" y="629"/>
                      <a:pt x="2684" y="629"/>
                    </a:cubicBezTo>
                    <a:cubicBezTo>
                      <a:pt x="2675" y="642"/>
                      <a:pt x="2675" y="642"/>
                      <a:pt x="2675" y="642"/>
                    </a:cubicBezTo>
                    <a:cubicBezTo>
                      <a:pt x="2666" y="660"/>
                      <a:pt x="2666" y="660"/>
                      <a:pt x="2666" y="660"/>
                    </a:cubicBezTo>
                    <a:cubicBezTo>
                      <a:pt x="2650" y="682"/>
                      <a:pt x="2650" y="682"/>
                      <a:pt x="2650" y="682"/>
                    </a:cubicBezTo>
                    <a:cubicBezTo>
                      <a:pt x="2648" y="692"/>
                      <a:pt x="2648" y="692"/>
                      <a:pt x="2648" y="692"/>
                    </a:cubicBezTo>
                    <a:cubicBezTo>
                      <a:pt x="2646" y="704"/>
                      <a:pt x="2646" y="704"/>
                      <a:pt x="2646" y="704"/>
                    </a:cubicBezTo>
                    <a:cubicBezTo>
                      <a:pt x="2633" y="700"/>
                      <a:pt x="2633" y="700"/>
                      <a:pt x="2633" y="700"/>
                    </a:cubicBezTo>
                    <a:cubicBezTo>
                      <a:pt x="2633" y="686"/>
                      <a:pt x="2633" y="686"/>
                      <a:pt x="2633" y="686"/>
                    </a:cubicBezTo>
                    <a:cubicBezTo>
                      <a:pt x="2630" y="670"/>
                      <a:pt x="2630" y="670"/>
                      <a:pt x="2630" y="670"/>
                    </a:cubicBezTo>
                    <a:lnTo>
                      <a:pt x="2638" y="654"/>
                    </a:lnTo>
                    <a:close/>
                    <a:moveTo>
                      <a:pt x="1666" y="1311"/>
                    </a:moveTo>
                    <a:cubicBezTo>
                      <a:pt x="1685" y="1301"/>
                      <a:pt x="1685" y="1301"/>
                      <a:pt x="1685" y="1301"/>
                    </a:cubicBezTo>
                    <a:cubicBezTo>
                      <a:pt x="1703" y="1301"/>
                      <a:pt x="1703" y="1301"/>
                      <a:pt x="1703" y="1301"/>
                    </a:cubicBezTo>
                    <a:cubicBezTo>
                      <a:pt x="1728" y="1306"/>
                      <a:pt x="1728" y="1306"/>
                      <a:pt x="1728" y="1306"/>
                    </a:cubicBezTo>
                    <a:cubicBezTo>
                      <a:pt x="1731" y="1311"/>
                      <a:pt x="1731" y="1311"/>
                      <a:pt x="1731" y="1311"/>
                    </a:cubicBezTo>
                    <a:cubicBezTo>
                      <a:pt x="1712" y="1313"/>
                      <a:pt x="1712" y="1313"/>
                      <a:pt x="1712" y="1313"/>
                    </a:cubicBezTo>
                    <a:cubicBezTo>
                      <a:pt x="1692" y="1307"/>
                      <a:pt x="1692" y="1307"/>
                      <a:pt x="1692" y="1307"/>
                    </a:cubicBezTo>
                    <a:cubicBezTo>
                      <a:pt x="1666" y="1315"/>
                      <a:pt x="1666" y="1315"/>
                      <a:pt x="1666" y="1315"/>
                    </a:cubicBezTo>
                    <a:lnTo>
                      <a:pt x="1666" y="1311"/>
                    </a:lnTo>
                    <a:close/>
                    <a:moveTo>
                      <a:pt x="1610" y="1286"/>
                    </a:moveTo>
                    <a:cubicBezTo>
                      <a:pt x="1634" y="1276"/>
                      <a:pt x="1634" y="1276"/>
                      <a:pt x="1634" y="1276"/>
                    </a:cubicBezTo>
                    <a:cubicBezTo>
                      <a:pt x="1634" y="1283"/>
                      <a:pt x="1634" y="1283"/>
                      <a:pt x="1634" y="1283"/>
                    </a:cubicBezTo>
                    <a:cubicBezTo>
                      <a:pt x="1634" y="1283"/>
                      <a:pt x="1611" y="1293"/>
                      <a:pt x="1608" y="1292"/>
                    </a:cubicBezTo>
                    <a:lnTo>
                      <a:pt x="1610" y="1286"/>
                    </a:lnTo>
                    <a:close/>
                    <a:moveTo>
                      <a:pt x="98" y="833"/>
                    </a:moveTo>
                    <a:cubicBezTo>
                      <a:pt x="83" y="833"/>
                      <a:pt x="83" y="833"/>
                      <a:pt x="83" y="833"/>
                    </a:cubicBezTo>
                    <a:cubicBezTo>
                      <a:pt x="83" y="833"/>
                      <a:pt x="77" y="840"/>
                      <a:pt x="73" y="839"/>
                    </a:cubicBezTo>
                    <a:cubicBezTo>
                      <a:pt x="70" y="839"/>
                      <a:pt x="61" y="832"/>
                      <a:pt x="61" y="832"/>
                    </a:cubicBezTo>
                    <a:cubicBezTo>
                      <a:pt x="77" y="826"/>
                      <a:pt x="77" y="826"/>
                      <a:pt x="77" y="826"/>
                    </a:cubicBezTo>
                    <a:cubicBezTo>
                      <a:pt x="91" y="822"/>
                      <a:pt x="91" y="822"/>
                      <a:pt x="91" y="822"/>
                    </a:cubicBezTo>
                    <a:cubicBezTo>
                      <a:pt x="101" y="826"/>
                      <a:pt x="101" y="826"/>
                      <a:pt x="101" y="826"/>
                    </a:cubicBezTo>
                    <a:lnTo>
                      <a:pt x="98" y="833"/>
                    </a:lnTo>
                    <a:close/>
                    <a:moveTo>
                      <a:pt x="1333" y="576"/>
                    </a:moveTo>
                    <a:cubicBezTo>
                      <a:pt x="1324" y="576"/>
                      <a:pt x="1324" y="576"/>
                      <a:pt x="1324" y="576"/>
                    </a:cubicBezTo>
                    <a:cubicBezTo>
                      <a:pt x="1321" y="582"/>
                      <a:pt x="1321" y="582"/>
                      <a:pt x="1321" y="582"/>
                    </a:cubicBezTo>
                    <a:cubicBezTo>
                      <a:pt x="1321" y="582"/>
                      <a:pt x="1316" y="589"/>
                      <a:pt x="1315" y="588"/>
                    </a:cubicBezTo>
                    <a:cubicBezTo>
                      <a:pt x="1314" y="588"/>
                      <a:pt x="1315" y="582"/>
                      <a:pt x="1315" y="582"/>
                    </a:cubicBezTo>
                    <a:cubicBezTo>
                      <a:pt x="1318" y="574"/>
                      <a:pt x="1318" y="574"/>
                      <a:pt x="1318" y="574"/>
                    </a:cubicBezTo>
                    <a:cubicBezTo>
                      <a:pt x="1318" y="574"/>
                      <a:pt x="1331" y="567"/>
                      <a:pt x="1333" y="567"/>
                    </a:cubicBezTo>
                    <a:lnTo>
                      <a:pt x="1333" y="576"/>
                    </a:lnTo>
                    <a:close/>
                    <a:moveTo>
                      <a:pt x="1356" y="610"/>
                    </a:moveTo>
                    <a:cubicBezTo>
                      <a:pt x="1350" y="617"/>
                      <a:pt x="1350" y="617"/>
                      <a:pt x="1350" y="617"/>
                    </a:cubicBezTo>
                    <a:cubicBezTo>
                      <a:pt x="1338" y="614"/>
                      <a:pt x="1338" y="614"/>
                      <a:pt x="1338" y="614"/>
                    </a:cubicBezTo>
                    <a:cubicBezTo>
                      <a:pt x="1338" y="614"/>
                      <a:pt x="1344" y="610"/>
                      <a:pt x="1345" y="610"/>
                    </a:cubicBezTo>
                    <a:cubicBezTo>
                      <a:pt x="1346" y="610"/>
                      <a:pt x="1347" y="608"/>
                      <a:pt x="1347" y="608"/>
                    </a:cubicBezTo>
                    <a:cubicBezTo>
                      <a:pt x="1359" y="604"/>
                      <a:pt x="1359" y="604"/>
                      <a:pt x="1359" y="604"/>
                    </a:cubicBezTo>
                    <a:lnTo>
                      <a:pt x="1356" y="610"/>
                    </a:lnTo>
                    <a:close/>
                    <a:moveTo>
                      <a:pt x="1416" y="642"/>
                    </a:moveTo>
                    <a:cubicBezTo>
                      <a:pt x="1436" y="656"/>
                      <a:pt x="1436" y="656"/>
                      <a:pt x="1436" y="656"/>
                    </a:cubicBezTo>
                    <a:cubicBezTo>
                      <a:pt x="1432" y="665"/>
                      <a:pt x="1432" y="665"/>
                      <a:pt x="1432" y="665"/>
                    </a:cubicBezTo>
                    <a:cubicBezTo>
                      <a:pt x="1432" y="665"/>
                      <a:pt x="1427" y="664"/>
                      <a:pt x="1426" y="663"/>
                    </a:cubicBezTo>
                    <a:cubicBezTo>
                      <a:pt x="1425" y="662"/>
                      <a:pt x="1416" y="654"/>
                      <a:pt x="1416" y="654"/>
                    </a:cubicBezTo>
                    <a:lnTo>
                      <a:pt x="1416" y="642"/>
                    </a:lnTo>
                    <a:close/>
                    <a:moveTo>
                      <a:pt x="1427" y="1270"/>
                    </a:moveTo>
                    <a:cubicBezTo>
                      <a:pt x="1408" y="1268"/>
                      <a:pt x="1408" y="1268"/>
                      <a:pt x="1408" y="1268"/>
                    </a:cubicBezTo>
                    <a:cubicBezTo>
                      <a:pt x="1404" y="1264"/>
                      <a:pt x="1404" y="1264"/>
                      <a:pt x="1404" y="1264"/>
                    </a:cubicBezTo>
                    <a:cubicBezTo>
                      <a:pt x="1393" y="1261"/>
                      <a:pt x="1393" y="1261"/>
                      <a:pt x="1393" y="1261"/>
                    </a:cubicBezTo>
                    <a:cubicBezTo>
                      <a:pt x="1388" y="1258"/>
                      <a:pt x="1388" y="1258"/>
                      <a:pt x="1388" y="1258"/>
                    </a:cubicBezTo>
                    <a:cubicBezTo>
                      <a:pt x="1402" y="1258"/>
                      <a:pt x="1402" y="1258"/>
                      <a:pt x="1402" y="1258"/>
                    </a:cubicBezTo>
                    <a:cubicBezTo>
                      <a:pt x="1411" y="1263"/>
                      <a:pt x="1411" y="1263"/>
                      <a:pt x="1411" y="1263"/>
                    </a:cubicBezTo>
                    <a:cubicBezTo>
                      <a:pt x="1427" y="1263"/>
                      <a:pt x="1427" y="1263"/>
                      <a:pt x="1427" y="1263"/>
                    </a:cubicBezTo>
                    <a:lnTo>
                      <a:pt x="1427" y="1270"/>
                    </a:lnTo>
                    <a:close/>
                    <a:moveTo>
                      <a:pt x="1457" y="714"/>
                    </a:moveTo>
                    <a:cubicBezTo>
                      <a:pt x="1454" y="718"/>
                      <a:pt x="1454" y="718"/>
                      <a:pt x="1454" y="718"/>
                    </a:cubicBezTo>
                    <a:cubicBezTo>
                      <a:pt x="1442" y="707"/>
                      <a:pt x="1442" y="707"/>
                      <a:pt x="1442" y="707"/>
                    </a:cubicBezTo>
                    <a:cubicBezTo>
                      <a:pt x="1430" y="702"/>
                      <a:pt x="1430" y="702"/>
                      <a:pt x="1430" y="702"/>
                    </a:cubicBezTo>
                    <a:cubicBezTo>
                      <a:pt x="1418" y="689"/>
                      <a:pt x="1418" y="689"/>
                      <a:pt x="1418" y="689"/>
                    </a:cubicBezTo>
                    <a:cubicBezTo>
                      <a:pt x="1419" y="681"/>
                      <a:pt x="1419" y="681"/>
                      <a:pt x="1419" y="681"/>
                    </a:cubicBezTo>
                    <a:cubicBezTo>
                      <a:pt x="1427" y="686"/>
                      <a:pt x="1427" y="686"/>
                      <a:pt x="1427" y="686"/>
                    </a:cubicBezTo>
                    <a:cubicBezTo>
                      <a:pt x="1427" y="686"/>
                      <a:pt x="1432" y="694"/>
                      <a:pt x="1432" y="695"/>
                    </a:cubicBezTo>
                    <a:cubicBezTo>
                      <a:pt x="1432" y="696"/>
                      <a:pt x="1443" y="701"/>
                      <a:pt x="1443" y="701"/>
                    </a:cubicBezTo>
                    <a:cubicBezTo>
                      <a:pt x="1457" y="708"/>
                      <a:pt x="1457" y="708"/>
                      <a:pt x="1457" y="708"/>
                    </a:cubicBezTo>
                    <a:lnTo>
                      <a:pt x="1457" y="714"/>
                    </a:lnTo>
                    <a:close/>
                    <a:moveTo>
                      <a:pt x="1479" y="648"/>
                    </a:moveTo>
                    <a:cubicBezTo>
                      <a:pt x="1479" y="635"/>
                      <a:pt x="1479" y="635"/>
                      <a:pt x="1479" y="635"/>
                    </a:cubicBezTo>
                    <a:cubicBezTo>
                      <a:pt x="1479" y="612"/>
                      <a:pt x="1479" y="612"/>
                      <a:pt x="1479" y="612"/>
                    </a:cubicBezTo>
                    <a:cubicBezTo>
                      <a:pt x="1483" y="600"/>
                      <a:pt x="1483" y="600"/>
                      <a:pt x="1483" y="600"/>
                    </a:cubicBezTo>
                    <a:cubicBezTo>
                      <a:pt x="1496" y="590"/>
                      <a:pt x="1496" y="590"/>
                      <a:pt x="1496" y="590"/>
                    </a:cubicBezTo>
                    <a:cubicBezTo>
                      <a:pt x="1502" y="598"/>
                      <a:pt x="1502" y="598"/>
                      <a:pt x="1502" y="598"/>
                    </a:cubicBezTo>
                    <a:cubicBezTo>
                      <a:pt x="1496" y="608"/>
                      <a:pt x="1496" y="608"/>
                      <a:pt x="1496" y="608"/>
                    </a:cubicBezTo>
                    <a:cubicBezTo>
                      <a:pt x="1492" y="618"/>
                      <a:pt x="1492" y="618"/>
                      <a:pt x="1492" y="618"/>
                    </a:cubicBezTo>
                    <a:cubicBezTo>
                      <a:pt x="1491" y="637"/>
                      <a:pt x="1491" y="637"/>
                      <a:pt x="1491" y="637"/>
                    </a:cubicBezTo>
                    <a:cubicBezTo>
                      <a:pt x="1479" y="660"/>
                      <a:pt x="1479" y="660"/>
                      <a:pt x="1479" y="660"/>
                    </a:cubicBezTo>
                    <a:lnTo>
                      <a:pt x="1479" y="648"/>
                    </a:lnTo>
                    <a:close/>
                    <a:moveTo>
                      <a:pt x="1504" y="1233"/>
                    </a:moveTo>
                    <a:cubicBezTo>
                      <a:pt x="1488" y="1217"/>
                      <a:pt x="1488" y="1217"/>
                      <a:pt x="1488" y="1217"/>
                    </a:cubicBezTo>
                    <a:cubicBezTo>
                      <a:pt x="1472" y="1208"/>
                      <a:pt x="1472" y="1208"/>
                      <a:pt x="1472" y="1208"/>
                    </a:cubicBezTo>
                    <a:cubicBezTo>
                      <a:pt x="1469" y="1201"/>
                      <a:pt x="1469" y="1201"/>
                      <a:pt x="1469" y="1201"/>
                    </a:cubicBezTo>
                    <a:cubicBezTo>
                      <a:pt x="1504" y="1218"/>
                      <a:pt x="1504" y="1218"/>
                      <a:pt x="1504" y="1218"/>
                    </a:cubicBezTo>
                    <a:cubicBezTo>
                      <a:pt x="1516" y="1233"/>
                      <a:pt x="1516" y="1233"/>
                      <a:pt x="1516" y="1233"/>
                    </a:cubicBezTo>
                    <a:lnTo>
                      <a:pt x="1504" y="1233"/>
                    </a:lnTo>
                    <a:close/>
                    <a:moveTo>
                      <a:pt x="1567" y="641"/>
                    </a:moveTo>
                    <a:cubicBezTo>
                      <a:pt x="1573" y="630"/>
                      <a:pt x="1573" y="630"/>
                      <a:pt x="1573" y="630"/>
                    </a:cubicBezTo>
                    <a:cubicBezTo>
                      <a:pt x="1567" y="620"/>
                      <a:pt x="1567" y="620"/>
                      <a:pt x="1567" y="620"/>
                    </a:cubicBezTo>
                    <a:cubicBezTo>
                      <a:pt x="1578" y="614"/>
                      <a:pt x="1578" y="614"/>
                      <a:pt x="1578" y="614"/>
                    </a:cubicBezTo>
                    <a:cubicBezTo>
                      <a:pt x="1580" y="625"/>
                      <a:pt x="1580" y="625"/>
                      <a:pt x="1580" y="625"/>
                    </a:cubicBezTo>
                    <a:cubicBezTo>
                      <a:pt x="1586" y="636"/>
                      <a:pt x="1586" y="636"/>
                      <a:pt x="1586" y="636"/>
                    </a:cubicBezTo>
                    <a:cubicBezTo>
                      <a:pt x="1580" y="649"/>
                      <a:pt x="1580" y="649"/>
                      <a:pt x="1580" y="649"/>
                    </a:cubicBezTo>
                    <a:cubicBezTo>
                      <a:pt x="1580" y="665"/>
                      <a:pt x="1580" y="665"/>
                      <a:pt x="1580" y="665"/>
                    </a:cubicBezTo>
                    <a:cubicBezTo>
                      <a:pt x="1570" y="665"/>
                      <a:pt x="1570" y="665"/>
                      <a:pt x="1570" y="665"/>
                    </a:cubicBezTo>
                    <a:cubicBezTo>
                      <a:pt x="1573" y="656"/>
                      <a:pt x="1573" y="656"/>
                      <a:pt x="1573" y="656"/>
                    </a:cubicBezTo>
                    <a:lnTo>
                      <a:pt x="1567" y="641"/>
                    </a:lnTo>
                    <a:close/>
                  </a:path>
                </a:pathLst>
              </a:custGeom>
              <a:grpFill/>
              <a:ln w="317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de-DE"/>
              </a:p>
            </p:txBody>
          </p:sp>
          <p:sp>
            <p:nvSpPr>
              <p:cNvPr id="37" name="Freeform 128">
                <a:extLst>
                  <a:ext uri="{FF2B5EF4-FFF2-40B4-BE49-F238E27FC236}">
                    <a16:creationId xmlns:a16="http://schemas.microsoft.com/office/drawing/2014/main" id="{1BF896DB-0AE7-4355-8E97-D94A3BF06AC9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473702" y="2488713"/>
                <a:ext cx="966601" cy="780219"/>
              </a:xfrm>
              <a:custGeom>
                <a:avLst/>
                <a:gdLst/>
                <a:ahLst/>
                <a:cxnLst>
                  <a:cxn ang="0">
                    <a:pos x="2917" y="2426"/>
                  </a:cxn>
                  <a:cxn ang="0">
                    <a:pos x="2797" y="2253"/>
                  </a:cxn>
                  <a:cxn ang="0">
                    <a:pos x="2856" y="2095"/>
                  </a:cxn>
                  <a:cxn ang="0">
                    <a:pos x="2922" y="1937"/>
                  </a:cxn>
                  <a:cxn ang="0">
                    <a:pos x="3045" y="1826"/>
                  </a:cxn>
                  <a:cxn ang="0">
                    <a:pos x="3151" y="1859"/>
                  </a:cxn>
                  <a:cxn ang="0">
                    <a:pos x="3213" y="1691"/>
                  </a:cxn>
                  <a:cxn ang="0">
                    <a:pos x="3371" y="1611"/>
                  </a:cxn>
                  <a:cxn ang="0">
                    <a:pos x="3312" y="1382"/>
                  </a:cxn>
                  <a:cxn ang="0">
                    <a:pos x="3229" y="1257"/>
                  </a:cxn>
                  <a:cxn ang="0">
                    <a:pos x="3116" y="1070"/>
                  </a:cxn>
                  <a:cxn ang="0">
                    <a:pos x="2920" y="1006"/>
                  </a:cxn>
                  <a:cxn ang="0">
                    <a:pos x="2743" y="1020"/>
                  </a:cxn>
                  <a:cxn ang="0">
                    <a:pos x="2752" y="817"/>
                  </a:cxn>
                  <a:cxn ang="0">
                    <a:pos x="2816" y="616"/>
                  </a:cxn>
                  <a:cxn ang="0">
                    <a:pos x="2894" y="496"/>
                  </a:cxn>
                  <a:cxn ang="0">
                    <a:pos x="2629" y="331"/>
                  </a:cxn>
                  <a:cxn ang="0">
                    <a:pos x="2374" y="335"/>
                  </a:cxn>
                  <a:cxn ang="0">
                    <a:pos x="2263" y="264"/>
                  </a:cxn>
                  <a:cxn ang="0">
                    <a:pos x="2223" y="52"/>
                  </a:cxn>
                  <a:cxn ang="0">
                    <a:pos x="2048" y="125"/>
                  </a:cxn>
                  <a:cxn ang="0">
                    <a:pos x="1994" y="113"/>
                  </a:cxn>
                  <a:cxn ang="0">
                    <a:pos x="1861" y="85"/>
                  </a:cxn>
                  <a:cxn ang="0">
                    <a:pos x="1736" y="113"/>
                  </a:cxn>
                  <a:cxn ang="0">
                    <a:pos x="1613" y="73"/>
                  </a:cxn>
                  <a:cxn ang="0">
                    <a:pos x="1566" y="177"/>
                  </a:cxn>
                  <a:cxn ang="0">
                    <a:pos x="1285" y="361"/>
                  </a:cxn>
                  <a:cxn ang="0">
                    <a:pos x="1098" y="406"/>
                  </a:cxn>
                  <a:cxn ang="0">
                    <a:pos x="881" y="300"/>
                  </a:cxn>
                  <a:cxn ang="0">
                    <a:pos x="737" y="293"/>
                  </a:cxn>
                  <a:cxn ang="0">
                    <a:pos x="612" y="219"/>
                  </a:cxn>
                  <a:cxn ang="0">
                    <a:pos x="331" y="382"/>
                  </a:cxn>
                  <a:cxn ang="0">
                    <a:pos x="26" y="657"/>
                  </a:cxn>
                  <a:cxn ang="0">
                    <a:pos x="73" y="784"/>
                  </a:cxn>
                  <a:cxn ang="0">
                    <a:pos x="128" y="949"/>
                  </a:cxn>
                  <a:cxn ang="0">
                    <a:pos x="246" y="1082"/>
                  </a:cxn>
                  <a:cxn ang="0">
                    <a:pos x="392" y="1032"/>
                  </a:cxn>
                  <a:cxn ang="0">
                    <a:pos x="579" y="1077"/>
                  </a:cxn>
                  <a:cxn ang="0">
                    <a:pos x="614" y="1181"/>
                  </a:cxn>
                  <a:cxn ang="0">
                    <a:pos x="704" y="1370"/>
                  </a:cxn>
                  <a:cxn ang="0">
                    <a:pos x="867" y="1337"/>
                  </a:cxn>
                  <a:cxn ang="0">
                    <a:pos x="987" y="1434"/>
                  </a:cxn>
                  <a:cxn ang="0">
                    <a:pos x="1054" y="1571"/>
                  </a:cxn>
                  <a:cxn ang="0">
                    <a:pos x="1346" y="1630"/>
                  </a:cxn>
                  <a:cxn ang="0">
                    <a:pos x="1469" y="1710"/>
                  </a:cxn>
                  <a:cxn ang="0">
                    <a:pos x="1446" y="1918"/>
                  </a:cxn>
                  <a:cxn ang="0">
                    <a:pos x="1417" y="2079"/>
                  </a:cxn>
                  <a:cxn ang="0">
                    <a:pos x="1698" y="2126"/>
                  </a:cxn>
                  <a:cxn ang="0">
                    <a:pos x="1868" y="1956"/>
                  </a:cxn>
                  <a:cxn ang="0">
                    <a:pos x="2005" y="1838"/>
                  </a:cxn>
                  <a:cxn ang="0">
                    <a:pos x="2005" y="1956"/>
                  </a:cxn>
                  <a:cxn ang="0">
                    <a:pos x="1963" y="2105"/>
                  </a:cxn>
                  <a:cxn ang="0">
                    <a:pos x="2020" y="2322"/>
                  </a:cxn>
                  <a:cxn ang="0">
                    <a:pos x="2258" y="2433"/>
                  </a:cxn>
                  <a:cxn ang="0">
                    <a:pos x="2412" y="2553"/>
                  </a:cxn>
                  <a:cxn ang="0">
                    <a:pos x="2542" y="2634"/>
                  </a:cxn>
                  <a:cxn ang="0">
                    <a:pos x="2587" y="2707"/>
                  </a:cxn>
                  <a:cxn ang="0">
                    <a:pos x="2691" y="2667"/>
                  </a:cxn>
                  <a:cxn ang="0">
                    <a:pos x="2872" y="2650"/>
                  </a:cxn>
                </a:cxnLst>
                <a:rect l="0" t="0" r="r" b="b"/>
                <a:pathLst>
                  <a:path w="3371" h="2721">
                    <a:moveTo>
                      <a:pt x="2927" y="2556"/>
                    </a:moveTo>
                    <a:lnTo>
                      <a:pt x="2936" y="2499"/>
                    </a:lnTo>
                    <a:lnTo>
                      <a:pt x="2931" y="2487"/>
                    </a:lnTo>
                    <a:lnTo>
                      <a:pt x="2903" y="2483"/>
                    </a:lnTo>
                    <a:lnTo>
                      <a:pt x="2917" y="2438"/>
                    </a:lnTo>
                    <a:lnTo>
                      <a:pt x="2917" y="2426"/>
                    </a:lnTo>
                    <a:lnTo>
                      <a:pt x="2903" y="2414"/>
                    </a:lnTo>
                    <a:lnTo>
                      <a:pt x="2861" y="2414"/>
                    </a:lnTo>
                    <a:lnTo>
                      <a:pt x="2865" y="2376"/>
                    </a:lnTo>
                    <a:lnTo>
                      <a:pt x="2837" y="2320"/>
                    </a:lnTo>
                    <a:lnTo>
                      <a:pt x="2799" y="2320"/>
                    </a:lnTo>
                    <a:lnTo>
                      <a:pt x="2797" y="2253"/>
                    </a:lnTo>
                    <a:lnTo>
                      <a:pt x="2825" y="2211"/>
                    </a:lnTo>
                    <a:lnTo>
                      <a:pt x="2785" y="2185"/>
                    </a:lnTo>
                    <a:lnTo>
                      <a:pt x="2809" y="2157"/>
                    </a:lnTo>
                    <a:lnTo>
                      <a:pt x="2816" y="2142"/>
                    </a:lnTo>
                    <a:lnTo>
                      <a:pt x="2820" y="2095"/>
                    </a:lnTo>
                    <a:lnTo>
                      <a:pt x="2856" y="2095"/>
                    </a:lnTo>
                    <a:lnTo>
                      <a:pt x="2877" y="2064"/>
                    </a:lnTo>
                    <a:lnTo>
                      <a:pt x="2858" y="2036"/>
                    </a:lnTo>
                    <a:lnTo>
                      <a:pt x="2903" y="1996"/>
                    </a:lnTo>
                    <a:lnTo>
                      <a:pt x="2903" y="1972"/>
                    </a:lnTo>
                    <a:lnTo>
                      <a:pt x="2891" y="1963"/>
                    </a:lnTo>
                    <a:lnTo>
                      <a:pt x="2922" y="1937"/>
                    </a:lnTo>
                    <a:lnTo>
                      <a:pt x="2927" y="1892"/>
                    </a:lnTo>
                    <a:lnTo>
                      <a:pt x="2986" y="1868"/>
                    </a:lnTo>
                    <a:lnTo>
                      <a:pt x="2986" y="1814"/>
                    </a:lnTo>
                    <a:lnTo>
                      <a:pt x="3009" y="1809"/>
                    </a:lnTo>
                    <a:lnTo>
                      <a:pt x="3033" y="1797"/>
                    </a:lnTo>
                    <a:lnTo>
                      <a:pt x="3045" y="1826"/>
                    </a:lnTo>
                    <a:lnTo>
                      <a:pt x="3066" y="1842"/>
                    </a:lnTo>
                    <a:lnTo>
                      <a:pt x="3102" y="1816"/>
                    </a:lnTo>
                    <a:lnTo>
                      <a:pt x="3128" y="1845"/>
                    </a:lnTo>
                    <a:lnTo>
                      <a:pt x="3118" y="1864"/>
                    </a:lnTo>
                    <a:lnTo>
                      <a:pt x="3139" y="1878"/>
                    </a:lnTo>
                    <a:lnTo>
                      <a:pt x="3151" y="1859"/>
                    </a:lnTo>
                    <a:lnTo>
                      <a:pt x="3142" y="1831"/>
                    </a:lnTo>
                    <a:lnTo>
                      <a:pt x="3151" y="1805"/>
                    </a:lnTo>
                    <a:lnTo>
                      <a:pt x="3187" y="1800"/>
                    </a:lnTo>
                    <a:lnTo>
                      <a:pt x="3165" y="1762"/>
                    </a:lnTo>
                    <a:lnTo>
                      <a:pt x="3163" y="1741"/>
                    </a:lnTo>
                    <a:lnTo>
                      <a:pt x="3213" y="1691"/>
                    </a:lnTo>
                    <a:lnTo>
                      <a:pt x="3265" y="1691"/>
                    </a:lnTo>
                    <a:lnTo>
                      <a:pt x="3279" y="1616"/>
                    </a:lnTo>
                    <a:lnTo>
                      <a:pt x="3298" y="1608"/>
                    </a:lnTo>
                    <a:lnTo>
                      <a:pt x="3333" y="1637"/>
                    </a:lnTo>
                    <a:lnTo>
                      <a:pt x="3345" y="1620"/>
                    </a:lnTo>
                    <a:lnTo>
                      <a:pt x="3371" y="1611"/>
                    </a:lnTo>
                    <a:lnTo>
                      <a:pt x="3371" y="1592"/>
                    </a:lnTo>
                    <a:lnTo>
                      <a:pt x="3314" y="1533"/>
                    </a:lnTo>
                    <a:lnTo>
                      <a:pt x="3345" y="1471"/>
                    </a:lnTo>
                    <a:lnTo>
                      <a:pt x="3343" y="1431"/>
                    </a:lnTo>
                    <a:lnTo>
                      <a:pt x="3317" y="1429"/>
                    </a:lnTo>
                    <a:lnTo>
                      <a:pt x="3312" y="1382"/>
                    </a:lnTo>
                    <a:lnTo>
                      <a:pt x="3257" y="1368"/>
                    </a:lnTo>
                    <a:lnTo>
                      <a:pt x="3215" y="1379"/>
                    </a:lnTo>
                    <a:lnTo>
                      <a:pt x="3175" y="1320"/>
                    </a:lnTo>
                    <a:lnTo>
                      <a:pt x="3170" y="1297"/>
                    </a:lnTo>
                    <a:lnTo>
                      <a:pt x="3208" y="1254"/>
                    </a:lnTo>
                    <a:lnTo>
                      <a:pt x="3229" y="1257"/>
                    </a:lnTo>
                    <a:lnTo>
                      <a:pt x="3253" y="1202"/>
                    </a:lnTo>
                    <a:lnTo>
                      <a:pt x="3203" y="1195"/>
                    </a:lnTo>
                    <a:lnTo>
                      <a:pt x="3177" y="1202"/>
                    </a:lnTo>
                    <a:lnTo>
                      <a:pt x="3161" y="1186"/>
                    </a:lnTo>
                    <a:lnTo>
                      <a:pt x="3175" y="1167"/>
                    </a:lnTo>
                    <a:lnTo>
                      <a:pt x="3116" y="1070"/>
                    </a:lnTo>
                    <a:lnTo>
                      <a:pt x="3052" y="1075"/>
                    </a:lnTo>
                    <a:lnTo>
                      <a:pt x="3043" y="1032"/>
                    </a:lnTo>
                    <a:lnTo>
                      <a:pt x="3005" y="1032"/>
                    </a:lnTo>
                    <a:lnTo>
                      <a:pt x="2981" y="1016"/>
                    </a:lnTo>
                    <a:lnTo>
                      <a:pt x="2941" y="1037"/>
                    </a:lnTo>
                    <a:lnTo>
                      <a:pt x="2920" y="1006"/>
                    </a:lnTo>
                    <a:lnTo>
                      <a:pt x="2889" y="1025"/>
                    </a:lnTo>
                    <a:lnTo>
                      <a:pt x="2877" y="1011"/>
                    </a:lnTo>
                    <a:lnTo>
                      <a:pt x="2851" y="1023"/>
                    </a:lnTo>
                    <a:lnTo>
                      <a:pt x="2820" y="994"/>
                    </a:lnTo>
                    <a:lnTo>
                      <a:pt x="2794" y="1025"/>
                    </a:lnTo>
                    <a:lnTo>
                      <a:pt x="2743" y="1020"/>
                    </a:lnTo>
                    <a:lnTo>
                      <a:pt x="2757" y="992"/>
                    </a:lnTo>
                    <a:lnTo>
                      <a:pt x="2752" y="957"/>
                    </a:lnTo>
                    <a:lnTo>
                      <a:pt x="2717" y="938"/>
                    </a:lnTo>
                    <a:lnTo>
                      <a:pt x="2705" y="874"/>
                    </a:lnTo>
                    <a:lnTo>
                      <a:pt x="2747" y="838"/>
                    </a:lnTo>
                    <a:lnTo>
                      <a:pt x="2752" y="817"/>
                    </a:lnTo>
                    <a:lnTo>
                      <a:pt x="2783" y="815"/>
                    </a:lnTo>
                    <a:lnTo>
                      <a:pt x="2790" y="786"/>
                    </a:lnTo>
                    <a:lnTo>
                      <a:pt x="2806" y="760"/>
                    </a:lnTo>
                    <a:lnTo>
                      <a:pt x="2773" y="742"/>
                    </a:lnTo>
                    <a:lnTo>
                      <a:pt x="2813" y="697"/>
                    </a:lnTo>
                    <a:lnTo>
                      <a:pt x="2816" y="616"/>
                    </a:lnTo>
                    <a:lnTo>
                      <a:pt x="2839" y="616"/>
                    </a:lnTo>
                    <a:lnTo>
                      <a:pt x="2837" y="571"/>
                    </a:lnTo>
                    <a:lnTo>
                      <a:pt x="2858" y="569"/>
                    </a:lnTo>
                    <a:lnTo>
                      <a:pt x="2868" y="560"/>
                    </a:lnTo>
                    <a:lnTo>
                      <a:pt x="2854" y="536"/>
                    </a:lnTo>
                    <a:lnTo>
                      <a:pt x="2894" y="496"/>
                    </a:lnTo>
                    <a:lnTo>
                      <a:pt x="2865" y="465"/>
                    </a:lnTo>
                    <a:lnTo>
                      <a:pt x="2825" y="486"/>
                    </a:lnTo>
                    <a:lnTo>
                      <a:pt x="2809" y="439"/>
                    </a:lnTo>
                    <a:lnTo>
                      <a:pt x="2721" y="432"/>
                    </a:lnTo>
                    <a:lnTo>
                      <a:pt x="2634" y="387"/>
                    </a:lnTo>
                    <a:lnTo>
                      <a:pt x="2629" y="331"/>
                    </a:lnTo>
                    <a:lnTo>
                      <a:pt x="2594" y="283"/>
                    </a:lnTo>
                    <a:lnTo>
                      <a:pt x="2558" y="283"/>
                    </a:lnTo>
                    <a:lnTo>
                      <a:pt x="2506" y="338"/>
                    </a:lnTo>
                    <a:lnTo>
                      <a:pt x="2457" y="316"/>
                    </a:lnTo>
                    <a:lnTo>
                      <a:pt x="2440" y="331"/>
                    </a:lnTo>
                    <a:lnTo>
                      <a:pt x="2374" y="335"/>
                    </a:lnTo>
                    <a:lnTo>
                      <a:pt x="2341" y="328"/>
                    </a:lnTo>
                    <a:lnTo>
                      <a:pt x="2350" y="302"/>
                    </a:lnTo>
                    <a:lnTo>
                      <a:pt x="2360" y="283"/>
                    </a:lnTo>
                    <a:lnTo>
                      <a:pt x="2320" y="250"/>
                    </a:lnTo>
                    <a:lnTo>
                      <a:pt x="2301" y="267"/>
                    </a:lnTo>
                    <a:lnTo>
                      <a:pt x="2263" y="264"/>
                    </a:lnTo>
                    <a:lnTo>
                      <a:pt x="2261" y="215"/>
                    </a:lnTo>
                    <a:lnTo>
                      <a:pt x="2209" y="153"/>
                    </a:lnTo>
                    <a:lnTo>
                      <a:pt x="2237" y="108"/>
                    </a:lnTo>
                    <a:lnTo>
                      <a:pt x="2237" y="90"/>
                    </a:lnTo>
                    <a:lnTo>
                      <a:pt x="2223" y="75"/>
                    </a:lnTo>
                    <a:lnTo>
                      <a:pt x="2223" y="52"/>
                    </a:lnTo>
                    <a:lnTo>
                      <a:pt x="2194" y="47"/>
                    </a:lnTo>
                    <a:lnTo>
                      <a:pt x="2178" y="21"/>
                    </a:lnTo>
                    <a:lnTo>
                      <a:pt x="2154" y="40"/>
                    </a:lnTo>
                    <a:lnTo>
                      <a:pt x="2150" y="82"/>
                    </a:lnTo>
                    <a:lnTo>
                      <a:pt x="2081" y="153"/>
                    </a:lnTo>
                    <a:lnTo>
                      <a:pt x="2048" y="125"/>
                    </a:lnTo>
                    <a:lnTo>
                      <a:pt x="2003" y="125"/>
                    </a:lnTo>
                    <a:lnTo>
                      <a:pt x="1946" y="123"/>
                    </a:lnTo>
                    <a:lnTo>
                      <a:pt x="1942" y="104"/>
                    </a:lnTo>
                    <a:lnTo>
                      <a:pt x="1956" y="101"/>
                    </a:lnTo>
                    <a:lnTo>
                      <a:pt x="1972" y="113"/>
                    </a:lnTo>
                    <a:lnTo>
                      <a:pt x="1994" y="113"/>
                    </a:lnTo>
                    <a:lnTo>
                      <a:pt x="1998" y="106"/>
                    </a:lnTo>
                    <a:lnTo>
                      <a:pt x="1989" y="85"/>
                    </a:lnTo>
                    <a:lnTo>
                      <a:pt x="2008" y="59"/>
                    </a:lnTo>
                    <a:lnTo>
                      <a:pt x="2013" y="31"/>
                    </a:lnTo>
                    <a:lnTo>
                      <a:pt x="1944" y="0"/>
                    </a:lnTo>
                    <a:lnTo>
                      <a:pt x="1861" y="85"/>
                    </a:lnTo>
                    <a:lnTo>
                      <a:pt x="1859" y="116"/>
                    </a:lnTo>
                    <a:lnTo>
                      <a:pt x="1814" y="116"/>
                    </a:lnTo>
                    <a:lnTo>
                      <a:pt x="1807" y="106"/>
                    </a:lnTo>
                    <a:lnTo>
                      <a:pt x="1781" y="97"/>
                    </a:lnTo>
                    <a:lnTo>
                      <a:pt x="1755" y="113"/>
                    </a:lnTo>
                    <a:lnTo>
                      <a:pt x="1736" y="113"/>
                    </a:lnTo>
                    <a:lnTo>
                      <a:pt x="1736" y="73"/>
                    </a:lnTo>
                    <a:lnTo>
                      <a:pt x="1750" y="59"/>
                    </a:lnTo>
                    <a:lnTo>
                      <a:pt x="1753" y="42"/>
                    </a:lnTo>
                    <a:lnTo>
                      <a:pt x="1741" y="31"/>
                    </a:lnTo>
                    <a:lnTo>
                      <a:pt x="1658" y="47"/>
                    </a:lnTo>
                    <a:lnTo>
                      <a:pt x="1613" y="73"/>
                    </a:lnTo>
                    <a:lnTo>
                      <a:pt x="1611" y="123"/>
                    </a:lnTo>
                    <a:lnTo>
                      <a:pt x="1646" y="165"/>
                    </a:lnTo>
                    <a:lnTo>
                      <a:pt x="1656" y="184"/>
                    </a:lnTo>
                    <a:lnTo>
                      <a:pt x="1632" y="205"/>
                    </a:lnTo>
                    <a:lnTo>
                      <a:pt x="1580" y="208"/>
                    </a:lnTo>
                    <a:lnTo>
                      <a:pt x="1566" y="177"/>
                    </a:lnTo>
                    <a:lnTo>
                      <a:pt x="1467" y="179"/>
                    </a:lnTo>
                    <a:lnTo>
                      <a:pt x="1483" y="210"/>
                    </a:lnTo>
                    <a:lnTo>
                      <a:pt x="1427" y="279"/>
                    </a:lnTo>
                    <a:lnTo>
                      <a:pt x="1368" y="328"/>
                    </a:lnTo>
                    <a:lnTo>
                      <a:pt x="1339" y="357"/>
                    </a:lnTo>
                    <a:lnTo>
                      <a:pt x="1285" y="361"/>
                    </a:lnTo>
                    <a:lnTo>
                      <a:pt x="1228" y="404"/>
                    </a:lnTo>
                    <a:lnTo>
                      <a:pt x="1212" y="390"/>
                    </a:lnTo>
                    <a:lnTo>
                      <a:pt x="1181" y="418"/>
                    </a:lnTo>
                    <a:lnTo>
                      <a:pt x="1179" y="392"/>
                    </a:lnTo>
                    <a:lnTo>
                      <a:pt x="1155" y="406"/>
                    </a:lnTo>
                    <a:lnTo>
                      <a:pt x="1098" y="406"/>
                    </a:lnTo>
                    <a:lnTo>
                      <a:pt x="1098" y="342"/>
                    </a:lnTo>
                    <a:lnTo>
                      <a:pt x="961" y="290"/>
                    </a:lnTo>
                    <a:lnTo>
                      <a:pt x="921" y="276"/>
                    </a:lnTo>
                    <a:lnTo>
                      <a:pt x="909" y="300"/>
                    </a:lnTo>
                    <a:lnTo>
                      <a:pt x="902" y="288"/>
                    </a:lnTo>
                    <a:lnTo>
                      <a:pt x="881" y="300"/>
                    </a:lnTo>
                    <a:lnTo>
                      <a:pt x="855" y="300"/>
                    </a:lnTo>
                    <a:lnTo>
                      <a:pt x="869" y="357"/>
                    </a:lnTo>
                    <a:lnTo>
                      <a:pt x="841" y="357"/>
                    </a:lnTo>
                    <a:lnTo>
                      <a:pt x="765" y="357"/>
                    </a:lnTo>
                    <a:lnTo>
                      <a:pt x="732" y="335"/>
                    </a:lnTo>
                    <a:lnTo>
                      <a:pt x="737" y="293"/>
                    </a:lnTo>
                    <a:lnTo>
                      <a:pt x="716" y="269"/>
                    </a:lnTo>
                    <a:lnTo>
                      <a:pt x="735" y="248"/>
                    </a:lnTo>
                    <a:lnTo>
                      <a:pt x="737" y="219"/>
                    </a:lnTo>
                    <a:lnTo>
                      <a:pt x="725" y="191"/>
                    </a:lnTo>
                    <a:lnTo>
                      <a:pt x="668" y="203"/>
                    </a:lnTo>
                    <a:lnTo>
                      <a:pt x="612" y="219"/>
                    </a:lnTo>
                    <a:lnTo>
                      <a:pt x="579" y="236"/>
                    </a:lnTo>
                    <a:lnTo>
                      <a:pt x="574" y="198"/>
                    </a:lnTo>
                    <a:lnTo>
                      <a:pt x="553" y="210"/>
                    </a:lnTo>
                    <a:lnTo>
                      <a:pt x="560" y="245"/>
                    </a:lnTo>
                    <a:lnTo>
                      <a:pt x="413" y="326"/>
                    </a:lnTo>
                    <a:lnTo>
                      <a:pt x="331" y="382"/>
                    </a:lnTo>
                    <a:lnTo>
                      <a:pt x="236" y="442"/>
                    </a:lnTo>
                    <a:lnTo>
                      <a:pt x="128" y="503"/>
                    </a:lnTo>
                    <a:lnTo>
                      <a:pt x="0" y="588"/>
                    </a:lnTo>
                    <a:lnTo>
                      <a:pt x="12" y="621"/>
                    </a:lnTo>
                    <a:lnTo>
                      <a:pt x="26" y="640"/>
                    </a:lnTo>
                    <a:lnTo>
                      <a:pt x="26" y="657"/>
                    </a:lnTo>
                    <a:lnTo>
                      <a:pt x="26" y="692"/>
                    </a:lnTo>
                    <a:lnTo>
                      <a:pt x="54" y="708"/>
                    </a:lnTo>
                    <a:lnTo>
                      <a:pt x="68" y="723"/>
                    </a:lnTo>
                    <a:lnTo>
                      <a:pt x="78" y="753"/>
                    </a:lnTo>
                    <a:lnTo>
                      <a:pt x="90" y="768"/>
                    </a:lnTo>
                    <a:lnTo>
                      <a:pt x="73" y="784"/>
                    </a:lnTo>
                    <a:lnTo>
                      <a:pt x="47" y="812"/>
                    </a:lnTo>
                    <a:lnTo>
                      <a:pt x="73" y="845"/>
                    </a:lnTo>
                    <a:lnTo>
                      <a:pt x="90" y="890"/>
                    </a:lnTo>
                    <a:lnTo>
                      <a:pt x="90" y="952"/>
                    </a:lnTo>
                    <a:lnTo>
                      <a:pt x="113" y="938"/>
                    </a:lnTo>
                    <a:lnTo>
                      <a:pt x="128" y="949"/>
                    </a:lnTo>
                    <a:lnTo>
                      <a:pt x="168" y="952"/>
                    </a:lnTo>
                    <a:lnTo>
                      <a:pt x="168" y="982"/>
                    </a:lnTo>
                    <a:lnTo>
                      <a:pt x="189" y="1011"/>
                    </a:lnTo>
                    <a:lnTo>
                      <a:pt x="220" y="1046"/>
                    </a:lnTo>
                    <a:lnTo>
                      <a:pt x="220" y="1068"/>
                    </a:lnTo>
                    <a:lnTo>
                      <a:pt x="246" y="1082"/>
                    </a:lnTo>
                    <a:lnTo>
                      <a:pt x="262" y="1072"/>
                    </a:lnTo>
                    <a:lnTo>
                      <a:pt x="276" y="1072"/>
                    </a:lnTo>
                    <a:lnTo>
                      <a:pt x="326" y="1110"/>
                    </a:lnTo>
                    <a:lnTo>
                      <a:pt x="352" y="1053"/>
                    </a:lnTo>
                    <a:lnTo>
                      <a:pt x="366" y="1032"/>
                    </a:lnTo>
                    <a:lnTo>
                      <a:pt x="392" y="1032"/>
                    </a:lnTo>
                    <a:lnTo>
                      <a:pt x="413" y="1006"/>
                    </a:lnTo>
                    <a:lnTo>
                      <a:pt x="484" y="1004"/>
                    </a:lnTo>
                    <a:lnTo>
                      <a:pt x="508" y="975"/>
                    </a:lnTo>
                    <a:lnTo>
                      <a:pt x="529" y="975"/>
                    </a:lnTo>
                    <a:lnTo>
                      <a:pt x="562" y="1027"/>
                    </a:lnTo>
                    <a:lnTo>
                      <a:pt x="579" y="1077"/>
                    </a:lnTo>
                    <a:lnTo>
                      <a:pt x="591" y="1086"/>
                    </a:lnTo>
                    <a:lnTo>
                      <a:pt x="614" y="1084"/>
                    </a:lnTo>
                    <a:lnTo>
                      <a:pt x="631" y="1098"/>
                    </a:lnTo>
                    <a:lnTo>
                      <a:pt x="628" y="1136"/>
                    </a:lnTo>
                    <a:lnTo>
                      <a:pt x="617" y="1160"/>
                    </a:lnTo>
                    <a:lnTo>
                      <a:pt x="614" y="1181"/>
                    </a:lnTo>
                    <a:lnTo>
                      <a:pt x="628" y="1205"/>
                    </a:lnTo>
                    <a:lnTo>
                      <a:pt x="642" y="1235"/>
                    </a:lnTo>
                    <a:lnTo>
                      <a:pt x="652" y="1280"/>
                    </a:lnTo>
                    <a:lnTo>
                      <a:pt x="652" y="1311"/>
                    </a:lnTo>
                    <a:lnTo>
                      <a:pt x="683" y="1353"/>
                    </a:lnTo>
                    <a:lnTo>
                      <a:pt x="704" y="1370"/>
                    </a:lnTo>
                    <a:lnTo>
                      <a:pt x="735" y="1384"/>
                    </a:lnTo>
                    <a:lnTo>
                      <a:pt x="765" y="1379"/>
                    </a:lnTo>
                    <a:lnTo>
                      <a:pt x="784" y="1370"/>
                    </a:lnTo>
                    <a:lnTo>
                      <a:pt x="803" y="1349"/>
                    </a:lnTo>
                    <a:lnTo>
                      <a:pt x="841" y="1327"/>
                    </a:lnTo>
                    <a:lnTo>
                      <a:pt x="867" y="1337"/>
                    </a:lnTo>
                    <a:lnTo>
                      <a:pt x="857" y="1370"/>
                    </a:lnTo>
                    <a:lnTo>
                      <a:pt x="846" y="1394"/>
                    </a:lnTo>
                    <a:lnTo>
                      <a:pt x="874" y="1382"/>
                    </a:lnTo>
                    <a:lnTo>
                      <a:pt x="917" y="1377"/>
                    </a:lnTo>
                    <a:lnTo>
                      <a:pt x="940" y="1379"/>
                    </a:lnTo>
                    <a:lnTo>
                      <a:pt x="987" y="1434"/>
                    </a:lnTo>
                    <a:lnTo>
                      <a:pt x="987" y="1533"/>
                    </a:lnTo>
                    <a:lnTo>
                      <a:pt x="976" y="1552"/>
                    </a:lnTo>
                    <a:lnTo>
                      <a:pt x="1020" y="1632"/>
                    </a:lnTo>
                    <a:lnTo>
                      <a:pt x="1039" y="1627"/>
                    </a:lnTo>
                    <a:lnTo>
                      <a:pt x="1051" y="1611"/>
                    </a:lnTo>
                    <a:lnTo>
                      <a:pt x="1054" y="1571"/>
                    </a:lnTo>
                    <a:lnTo>
                      <a:pt x="1146" y="1568"/>
                    </a:lnTo>
                    <a:lnTo>
                      <a:pt x="1195" y="1606"/>
                    </a:lnTo>
                    <a:lnTo>
                      <a:pt x="1221" y="1594"/>
                    </a:lnTo>
                    <a:lnTo>
                      <a:pt x="1273" y="1571"/>
                    </a:lnTo>
                    <a:lnTo>
                      <a:pt x="1297" y="1561"/>
                    </a:lnTo>
                    <a:lnTo>
                      <a:pt x="1346" y="1630"/>
                    </a:lnTo>
                    <a:lnTo>
                      <a:pt x="1372" y="1630"/>
                    </a:lnTo>
                    <a:lnTo>
                      <a:pt x="1384" y="1653"/>
                    </a:lnTo>
                    <a:lnTo>
                      <a:pt x="1394" y="1696"/>
                    </a:lnTo>
                    <a:lnTo>
                      <a:pt x="1413" y="1663"/>
                    </a:lnTo>
                    <a:lnTo>
                      <a:pt x="1455" y="1682"/>
                    </a:lnTo>
                    <a:lnTo>
                      <a:pt x="1469" y="1710"/>
                    </a:lnTo>
                    <a:lnTo>
                      <a:pt x="1410" y="1757"/>
                    </a:lnTo>
                    <a:lnTo>
                      <a:pt x="1410" y="1828"/>
                    </a:lnTo>
                    <a:lnTo>
                      <a:pt x="1384" y="1861"/>
                    </a:lnTo>
                    <a:lnTo>
                      <a:pt x="1403" y="1875"/>
                    </a:lnTo>
                    <a:lnTo>
                      <a:pt x="1448" y="1875"/>
                    </a:lnTo>
                    <a:lnTo>
                      <a:pt x="1446" y="1918"/>
                    </a:lnTo>
                    <a:lnTo>
                      <a:pt x="1479" y="1953"/>
                    </a:lnTo>
                    <a:lnTo>
                      <a:pt x="1446" y="1977"/>
                    </a:lnTo>
                    <a:lnTo>
                      <a:pt x="1415" y="1984"/>
                    </a:lnTo>
                    <a:lnTo>
                      <a:pt x="1394" y="2031"/>
                    </a:lnTo>
                    <a:lnTo>
                      <a:pt x="1420" y="2050"/>
                    </a:lnTo>
                    <a:lnTo>
                      <a:pt x="1417" y="2079"/>
                    </a:lnTo>
                    <a:lnTo>
                      <a:pt x="1450" y="2105"/>
                    </a:lnTo>
                    <a:lnTo>
                      <a:pt x="1476" y="2102"/>
                    </a:lnTo>
                    <a:lnTo>
                      <a:pt x="1535" y="2088"/>
                    </a:lnTo>
                    <a:lnTo>
                      <a:pt x="1571" y="2095"/>
                    </a:lnTo>
                    <a:lnTo>
                      <a:pt x="1649" y="2126"/>
                    </a:lnTo>
                    <a:lnTo>
                      <a:pt x="1698" y="2126"/>
                    </a:lnTo>
                    <a:lnTo>
                      <a:pt x="1727" y="2116"/>
                    </a:lnTo>
                    <a:lnTo>
                      <a:pt x="1793" y="2062"/>
                    </a:lnTo>
                    <a:lnTo>
                      <a:pt x="1868" y="2055"/>
                    </a:lnTo>
                    <a:lnTo>
                      <a:pt x="1878" y="2048"/>
                    </a:lnTo>
                    <a:lnTo>
                      <a:pt x="1880" y="1968"/>
                    </a:lnTo>
                    <a:lnTo>
                      <a:pt x="1868" y="1956"/>
                    </a:lnTo>
                    <a:lnTo>
                      <a:pt x="1873" y="1937"/>
                    </a:lnTo>
                    <a:lnTo>
                      <a:pt x="1913" y="1906"/>
                    </a:lnTo>
                    <a:lnTo>
                      <a:pt x="1932" y="1892"/>
                    </a:lnTo>
                    <a:lnTo>
                      <a:pt x="1937" y="1861"/>
                    </a:lnTo>
                    <a:lnTo>
                      <a:pt x="1991" y="1821"/>
                    </a:lnTo>
                    <a:lnTo>
                      <a:pt x="2005" y="1838"/>
                    </a:lnTo>
                    <a:lnTo>
                      <a:pt x="2046" y="1840"/>
                    </a:lnTo>
                    <a:lnTo>
                      <a:pt x="2057" y="1859"/>
                    </a:lnTo>
                    <a:lnTo>
                      <a:pt x="2034" y="1883"/>
                    </a:lnTo>
                    <a:lnTo>
                      <a:pt x="2031" y="1916"/>
                    </a:lnTo>
                    <a:lnTo>
                      <a:pt x="2008" y="1918"/>
                    </a:lnTo>
                    <a:lnTo>
                      <a:pt x="2005" y="1956"/>
                    </a:lnTo>
                    <a:lnTo>
                      <a:pt x="1991" y="1968"/>
                    </a:lnTo>
                    <a:lnTo>
                      <a:pt x="2015" y="1991"/>
                    </a:lnTo>
                    <a:lnTo>
                      <a:pt x="1991" y="2010"/>
                    </a:lnTo>
                    <a:lnTo>
                      <a:pt x="1991" y="2057"/>
                    </a:lnTo>
                    <a:lnTo>
                      <a:pt x="1968" y="2083"/>
                    </a:lnTo>
                    <a:lnTo>
                      <a:pt x="1963" y="2105"/>
                    </a:lnTo>
                    <a:lnTo>
                      <a:pt x="2001" y="2107"/>
                    </a:lnTo>
                    <a:lnTo>
                      <a:pt x="2050" y="2166"/>
                    </a:lnTo>
                    <a:lnTo>
                      <a:pt x="2031" y="2213"/>
                    </a:lnTo>
                    <a:lnTo>
                      <a:pt x="2015" y="2227"/>
                    </a:lnTo>
                    <a:lnTo>
                      <a:pt x="2043" y="2284"/>
                    </a:lnTo>
                    <a:lnTo>
                      <a:pt x="2020" y="2322"/>
                    </a:lnTo>
                    <a:lnTo>
                      <a:pt x="2072" y="2334"/>
                    </a:lnTo>
                    <a:lnTo>
                      <a:pt x="2105" y="2310"/>
                    </a:lnTo>
                    <a:lnTo>
                      <a:pt x="2145" y="2315"/>
                    </a:lnTo>
                    <a:lnTo>
                      <a:pt x="2194" y="2360"/>
                    </a:lnTo>
                    <a:lnTo>
                      <a:pt x="2232" y="2360"/>
                    </a:lnTo>
                    <a:lnTo>
                      <a:pt x="2258" y="2433"/>
                    </a:lnTo>
                    <a:lnTo>
                      <a:pt x="2289" y="2431"/>
                    </a:lnTo>
                    <a:lnTo>
                      <a:pt x="2291" y="2457"/>
                    </a:lnTo>
                    <a:lnTo>
                      <a:pt x="2362" y="2461"/>
                    </a:lnTo>
                    <a:lnTo>
                      <a:pt x="2386" y="2447"/>
                    </a:lnTo>
                    <a:lnTo>
                      <a:pt x="2438" y="2506"/>
                    </a:lnTo>
                    <a:lnTo>
                      <a:pt x="2412" y="2553"/>
                    </a:lnTo>
                    <a:lnTo>
                      <a:pt x="2409" y="2570"/>
                    </a:lnTo>
                    <a:lnTo>
                      <a:pt x="2431" y="2568"/>
                    </a:lnTo>
                    <a:lnTo>
                      <a:pt x="2454" y="2537"/>
                    </a:lnTo>
                    <a:lnTo>
                      <a:pt x="2494" y="2560"/>
                    </a:lnTo>
                    <a:lnTo>
                      <a:pt x="2528" y="2591"/>
                    </a:lnTo>
                    <a:lnTo>
                      <a:pt x="2542" y="2634"/>
                    </a:lnTo>
                    <a:lnTo>
                      <a:pt x="2532" y="2643"/>
                    </a:lnTo>
                    <a:lnTo>
                      <a:pt x="2554" y="2660"/>
                    </a:lnTo>
                    <a:lnTo>
                      <a:pt x="2549" y="2683"/>
                    </a:lnTo>
                    <a:lnTo>
                      <a:pt x="2535" y="2690"/>
                    </a:lnTo>
                    <a:lnTo>
                      <a:pt x="2551" y="2721"/>
                    </a:lnTo>
                    <a:lnTo>
                      <a:pt x="2587" y="2707"/>
                    </a:lnTo>
                    <a:lnTo>
                      <a:pt x="2610" y="2693"/>
                    </a:lnTo>
                    <a:lnTo>
                      <a:pt x="2631" y="2674"/>
                    </a:lnTo>
                    <a:lnTo>
                      <a:pt x="2655" y="2674"/>
                    </a:lnTo>
                    <a:lnTo>
                      <a:pt x="2672" y="2702"/>
                    </a:lnTo>
                    <a:lnTo>
                      <a:pt x="2683" y="2702"/>
                    </a:lnTo>
                    <a:lnTo>
                      <a:pt x="2691" y="2667"/>
                    </a:lnTo>
                    <a:lnTo>
                      <a:pt x="2719" y="2638"/>
                    </a:lnTo>
                    <a:lnTo>
                      <a:pt x="2747" y="2662"/>
                    </a:lnTo>
                    <a:lnTo>
                      <a:pt x="2804" y="2662"/>
                    </a:lnTo>
                    <a:lnTo>
                      <a:pt x="2820" y="2631"/>
                    </a:lnTo>
                    <a:lnTo>
                      <a:pt x="2849" y="2646"/>
                    </a:lnTo>
                    <a:lnTo>
                      <a:pt x="2872" y="2650"/>
                    </a:lnTo>
                    <a:lnTo>
                      <a:pt x="2903" y="2617"/>
                    </a:lnTo>
                    <a:lnTo>
                      <a:pt x="2927" y="2556"/>
                    </a:lnTo>
                    <a:close/>
                  </a:path>
                </a:pathLst>
              </a:custGeom>
              <a:grpFill/>
              <a:ln w="317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de-DE"/>
              </a:p>
            </p:txBody>
          </p:sp>
          <p:sp>
            <p:nvSpPr>
              <p:cNvPr id="38" name="Freeform 130">
                <a:extLst>
                  <a:ext uri="{FF2B5EF4-FFF2-40B4-BE49-F238E27FC236}">
                    <a16:creationId xmlns:a16="http://schemas.microsoft.com/office/drawing/2014/main" id="{5ED78685-7577-4A00-8EC4-90D0EA807BD7}"/>
                  </a:ext>
                </a:extLst>
              </p:cNvPr>
              <p:cNvSpPr>
                <a:spLocks noEditPoints="1"/>
              </p:cNvSpPr>
              <p:nvPr userDrawn="1"/>
            </p:nvSpPr>
            <p:spPr bwMode="gray">
              <a:xfrm>
                <a:off x="679008" y="1688135"/>
                <a:ext cx="964593" cy="1097927"/>
              </a:xfrm>
              <a:custGeom>
                <a:avLst/>
                <a:gdLst/>
                <a:ahLst/>
                <a:cxnLst>
                  <a:cxn ang="0">
                    <a:pos x="162" y="1327"/>
                  </a:cxn>
                  <a:cxn ang="0">
                    <a:pos x="366" y="1270"/>
                  </a:cxn>
                  <a:cxn ang="0">
                    <a:pos x="462" y="1227"/>
                  </a:cxn>
                  <a:cxn ang="0">
                    <a:pos x="545" y="1235"/>
                  </a:cxn>
                  <a:cxn ang="0">
                    <a:pos x="671" y="1295"/>
                  </a:cxn>
                  <a:cxn ang="0">
                    <a:pos x="886" y="1368"/>
                  </a:cxn>
                  <a:cxn ang="0">
                    <a:pos x="875" y="1527"/>
                  </a:cxn>
                  <a:cxn ang="0">
                    <a:pos x="942" y="1621"/>
                  </a:cxn>
                  <a:cxn ang="0">
                    <a:pos x="1008" y="1555"/>
                  </a:cxn>
                  <a:cxn ang="0">
                    <a:pos x="937" y="1471"/>
                  </a:cxn>
                  <a:cxn ang="0">
                    <a:pos x="1038" y="1368"/>
                  </a:cxn>
                  <a:cxn ang="0">
                    <a:pos x="1049" y="1242"/>
                  </a:cxn>
                  <a:cxn ang="0">
                    <a:pos x="995" y="1051"/>
                  </a:cxn>
                  <a:cxn ang="0">
                    <a:pos x="1030" y="942"/>
                  </a:cxn>
                  <a:cxn ang="0">
                    <a:pos x="1197" y="946"/>
                  </a:cxn>
                  <a:cxn ang="0">
                    <a:pos x="1253" y="815"/>
                  </a:cxn>
                  <a:cxn ang="0">
                    <a:pos x="1308" y="622"/>
                  </a:cxn>
                  <a:cxn ang="0">
                    <a:pos x="1308" y="497"/>
                  </a:cxn>
                  <a:cxn ang="0">
                    <a:pos x="1422" y="286"/>
                  </a:cxn>
                  <a:cxn ang="0">
                    <a:pos x="1338" y="92"/>
                  </a:cxn>
                  <a:cxn ang="0">
                    <a:pos x="1182" y="21"/>
                  </a:cxn>
                  <a:cxn ang="0">
                    <a:pos x="1060" y="61"/>
                  </a:cxn>
                  <a:cxn ang="0">
                    <a:pos x="949" y="47"/>
                  </a:cxn>
                  <a:cxn ang="0">
                    <a:pos x="746" y="234"/>
                  </a:cxn>
                  <a:cxn ang="0">
                    <a:pos x="734" y="361"/>
                  </a:cxn>
                  <a:cxn ang="0">
                    <a:pos x="848" y="398"/>
                  </a:cxn>
                  <a:cxn ang="0">
                    <a:pos x="951" y="511"/>
                  </a:cxn>
                  <a:cxn ang="0">
                    <a:pos x="811" y="708"/>
                  </a:cxn>
                  <a:cxn ang="0">
                    <a:pos x="608" y="663"/>
                  </a:cxn>
                  <a:cxn ang="0">
                    <a:pos x="684" y="504"/>
                  </a:cxn>
                  <a:cxn ang="0">
                    <a:pos x="647" y="377"/>
                  </a:cxn>
                  <a:cxn ang="0">
                    <a:pos x="569" y="363"/>
                  </a:cxn>
                  <a:cxn ang="0">
                    <a:pos x="478" y="437"/>
                  </a:cxn>
                  <a:cxn ang="0">
                    <a:pos x="378" y="779"/>
                  </a:cxn>
                  <a:cxn ang="0">
                    <a:pos x="268" y="980"/>
                  </a:cxn>
                  <a:cxn ang="0">
                    <a:pos x="524" y="1051"/>
                  </a:cxn>
                  <a:cxn ang="0">
                    <a:pos x="246" y="980"/>
                  </a:cxn>
                  <a:cxn ang="0">
                    <a:pos x="132" y="1101"/>
                  </a:cxn>
                  <a:cxn ang="0">
                    <a:pos x="68" y="1214"/>
                  </a:cxn>
                  <a:cxn ang="0">
                    <a:pos x="181" y="1249"/>
                  </a:cxn>
                  <a:cxn ang="0">
                    <a:pos x="325" y="1253"/>
                  </a:cxn>
                  <a:cxn ang="0">
                    <a:pos x="224" y="1260"/>
                  </a:cxn>
                  <a:cxn ang="0">
                    <a:pos x="78" y="1246"/>
                  </a:cxn>
                  <a:cxn ang="0">
                    <a:pos x="1352" y="185"/>
                  </a:cxn>
                  <a:cxn ang="0">
                    <a:pos x="847" y="343"/>
                  </a:cxn>
                  <a:cxn ang="0">
                    <a:pos x="888" y="258"/>
                  </a:cxn>
                  <a:cxn ang="0">
                    <a:pos x="994" y="162"/>
                  </a:cxn>
                  <a:cxn ang="0">
                    <a:pos x="623" y="784"/>
                  </a:cxn>
                  <a:cxn ang="0">
                    <a:pos x="586" y="738"/>
                  </a:cxn>
                  <a:cxn ang="0">
                    <a:pos x="525" y="556"/>
                  </a:cxn>
                  <a:cxn ang="0">
                    <a:pos x="229" y="1171"/>
                  </a:cxn>
                  <a:cxn ang="0">
                    <a:pos x="108" y="1152"/>
                  </a:cxn>
                  <a:cxn ang="0">
                    <a:pos x="173" y="1152"/>
                  </a:cxn>
                  <a:cxn ang="0">
                    <a:pos x="130" y="1119"/>
                  </a:cxn>
                  <a:cxn ang="0">
                    <a:pos x="201" y="1087"/>
                  </a:cxn>
                  <a:cxn ang="0">
                    <a:pos x="233" y="1045"/>
                  </a:cxn>
                  <a:cxn ang="0">
                    <a:pos x="255" y="1040"/>
                  </a:cxn>
                  <a:cxn ang="0">
                    <a:pos x="375" y="1063"/>
                  </a:cxn>
                  <a:cxn ang="0">
                    <a:pos x="285" y="1112"/>
                  </a:cxn>
                  <a:cxn ang="0">
                    <a:pos x="295" y="1171"/>
                  </a:cxn>
                  <a:cxn ang="0">
                    <a:pos x="327" y="1214"/>
                  </a:cxn>
                </a:cxnLst>
                <a:rect l="0" t="0" r="r" b="b"/>
                <a:pathLst>
                  <a:path w="1424" h="1621">
                    <a:moveTo>
                      <a:pt x="8" y="1287"/>
                    </a:moveTo>
                    <a:cubicBezTo>
                      <a:pt x="0" y="1296"/>
                      <a:pt x="0" y="1296"/>
                      <a:pt x="0" y="1296"/>
                    </a:cubicBezTo>
                    <a:cubicBezTo>
                      <a:pt x="9" y="1306"/>
                      <a:pt x="9" y="1306"/>
                      <a:pt x="9" y="1306"/>
                    </a:cubicBezTo>
                    <a:cubicBezTo>
                      <a:pt x="7" y="1324"/>
                      <a:pt x="7" y="1324"/>
                      <a:pt x="7" y="1324"/>
                    </a:cubicBezTo>
                    <a:cubicBezTo>
                      <a:pt x="21" y="1333"/>
                      <a:pt x="21" y="1333"/>
                      <a:pt x="21" y="1333"/>
                    </a:cubicBezTo>
                    <a:cubicBezTo>
                      <a:pt x="53" y="1333"/>
                      <a:pt x="53" y="1333"/>
                      <a:pt x="53" y="1333"/>
                    </a:cubicBezTo>
                    <a:cubicBezTo>
                      <a:pt x="65" y="1333"/>
                      <a:pt x="65" y="1333"/>
                      <a:pt x="65" y="1333"/>
                    </a:cubicBezTo>
                    <a:cubicBezTo>
                      <a:pt x="59" y="1309"/>
                      <a:pt x="59" y="1309"/>
                      <a:pt x="59" y="1309"/>
                    </a:cubicBezTo>
                    <a:cubicBezTo>
                      <a:pt x="70" y="1309"/>
                      <a:pt x="70" y="1309"/>
                      <a:pt x="70" y="1309"/>
                    </a:cubicBezTo>
                    <a:cubicBezTo>
                      <a:pt x="79" y="1304"/>
                      <a:pt x="79" y="1304"/>
                      <a:pt x="79" y="1304"/>
                    </a:cubicBezTo>
                    <a:cubicBezTo>
                      <a:pt x="82" y="1309"/>
                      <a:pt x="82" y="1309"/>
                      <a:pt x="82" y="1309"/>
                    </a:cubicBezTo>
                    <a:cubicBezTo>
                      <a:pt x="87" y="1299"/>
                      <a:pt x="87" y="1299"/>
                      <a:pt x="87" y="1299"/>
                    </a:cubicBezTo>
                    <a:cubicBezTo>
                      <a:pt x="104" y="1305"/>
                      <a:pt x="104" y="1305"/>
                      <a:pt x="104" y="1305"/>
                    </a:cubicBezTo>
                    <a:cubicBezTo>
                      <a:pt x="162" y="1327"/>
                      <a:pt x="162" y="1327"/>
                      <a:pt x="162" y="1327"/>
                    </a:cubicBezTo>
                    <a:cubicBezTo>
                      <a:pt x="162" y="1354"/>
                      <a:pt x="162" y="1354"/>
                      <a:pt x="162" y="1354"/>
                    </a:cubicBezTo>
                    <a:cubicBezTo>
                      <a:pt x="186" y="1354"/>
                      <a:pt x="186" y="1354"/>
                      <a:pt x="186" y="1354"/>
                    </a:cubicBezTo>
                    <a:cubicBezTo>
                      <a:pt x="196" y="1348"/>
                      <a:pt x="196" y="1348"/>
                      <a:pt x="196" y="1348"/>
                    </a:cubicBezTo>
                    <a:cubicBezTo>
                      <a:pt x="197" y="1359"/>
                      <a:pt x="197" y="1359"/>
                      <a:pt x="197" y="1359"/>
                    </a:cubicBezTo>
                    <a:cubicBezTo>
                      <a:pt x="210" y="1347"/>
                      <a:pt x="210" y="1347"/>
                      <a:pt x="210" y="1347"/>
                    </a:cubicBezTo>
                    <a:cubicBezTo>
                      <a:pt x="217" y="1353"/>
                      <a:pt x="217" y="1353"/>
                      <a:pt x="217" y="1353"/>
                    </a:cubicBezTo>
                    <a:cubicBezTo>
                      <a:pt x="241" y="1335"/>
                      <a:pt x="241" y="1335"/>
                      <a:pt x="241" y="1335"/>
                    </a:cubicBezTo>
                    <a:cubicBezTo>
                      <a:pt x="264" y="1333"/>
                      <a:pt x="264" y="1333"/>
                      <a:pt x="264" y="1333"/>
                    </a:cubicBezTo>
                    <a:cubicBezTo>
                      <a:pt x="276" y="1321"/>
                      <a:pt x="276" y="1321"/>
                      <a:pt x="276" y="1321"/>
                    </a:cubicBezTo>
                    <a:cubicBezTo>
                      <a:pt x="301" y="1300"/>
                      <a:pt x="301" y="1300"/>
                      <a:pt x="301" y="1300"/>
                    </a:cubicBezTo>
                    <a:cubicBezTo>
                      <a:pt x="325" y="1271"/>
                      <a:pt x="325" y="1271"/>
                      <a:pt x="325" y="1271"/>
                    </a:cubicBezTo>
                    <a:cubicBezTo>
                      <a:pt x="318" y="1258"/>
                      <a:pt x="318" y="1258"/>
                      <a:pt x="318" y="1258"/>
                    </a:cubicBezTo>
                    <a:cubicBezTo>
                      <a:pt x="360" y="1257"/>
                      <a:pt x="360" y="1257"/>
                      <a:pt x="360" y="1257"/>
                    </a:cubicBezTo>
                    <a:cubicBezTo>
                      <a:pt x="366" y="1270"/>
                      <a:pt x="366" y="1270"/>
                      <a:pt x="366" y="1270"/>
                    </a:cubicBezTo>
                    <a:cubicBezTo>
                      <a:pt x="388" y="1269"/>
                      <a:pt x="388" y="1269"/>
                      <a:pt x="388" y="1269"/>
                    </a:cubicBezTo>
                    <a:cubicBezTo>
                      <a:pt x="398" y="1260"/>
                      <a:pt x="398" y="1260"/>
                      <a:pt x="398" y="1260"/>
                    </a:cubicBezTo>
                    <a:cubicBezTo>
                      <a:pt x="394" y="1252"/>
                      <a:pt x="394" y="1252"/>
                      <a:pt x="394" y="1252"/>
                    </a:cubicBezTo>
                    <a:cubicBezTo>
                      <a:pt x="379" y="1234"/>
                      <a:pt x="379" y="1234"/>
                      <a:pt x="379" y="1234"/>
                    </a:cubicBezTo>
                    <a:cubicBezTo>
                      <a:pt x="380" y="1213"/>
                      <a:pt x="380" y="1213"/>
                      <a:pt x="380" y="1213"/>
                    </a:cubicBezTo>
                    <a:cubicBezTo>
                      <a:pt x="399" y="1202"/>
                      <a:pt x="399" y="1202"/>
                      <a:pt x="399" y="1202"/>
                    </a:cubicBezTo>
                    <a:cubicBezTo>
                      <a:pt x="434" y="1195"/>
                      <a:pt x="434" y="1195"/>
                      <a:pt x="434" y="1195"/>
                    </a:cubicBezTo>
                    <a:cubicBezTo>
                      <a:pt x="439" y="1200"/>
                      <a:pt x="439" y="1200"/>
                      <a:pt x="439" y="1200"/>
                    </a:cubicBezTo>
                    <a:cubicBezTo>
                      <a:pt x="438" y="1207"/>
                      <a:pt x="438" y="1207"/>
                      <a:pt x="438" y="1207"/>
                    </a:cubicBezTo>
                    <a:cubicBezTo>
                      <a:pt x="432" y="1213"/>
                      <a:pt x="432" y="1213"/>
                      <a:pt x="432" y="1213"/>
                    </a:cubicBezTo>
                    <a:cubicBezTo>
                      <a:pt x="432" y="1230"/>
                      <a:pt x="432" y="1230"/>
                      <a:pt x="432" y="1230"/>
                    </a:cubicBezTo>
                    <a:cubicBezTo>
                      <a:pt x="440" y="1230"/>
                      <a:pt x="440" y="1230"/>
                      <a:pt x="440" y="1230"/>
                    </a:cubicBezTo>
                    <a:cubicBezTo>
                      <a:pt x="451" y="1223"/>
                      <a:pt x="451" y="1223"/>
                      <a:pt x="451" y="1223"/>
                    </a:cubicBezTo>
                    <a:cubicBezTo>
                      <a:pt x="462" y="1227"/>
                      <a:pt x="462" y="1227"/>
                      <a:pt x="462" y="1227"/>
                    </a:cubicBezTo>
                    <a:cubicBezTo>
                      <a:pt x="465" y="1231"/>
                      <a:pt x="465" y="1231"/>
                      <a:pt x="465" y="1231"/>
                    </a:cubicBezTo>
                    <a:cubicBezTo>
                      <a:pt x="484" y="1231"/>
                      <a:pt x="484" y="1231"/>
                      <a:pt x="484" y="1231"/>
                    </a:cubicBezTo>
                    <a:cubicBezTo>
                      <a:pt x="485" y="1218"/>
                      <a:pt x="485" y="1218"/>
                      <a:pt x="485" y="1218"/>
                    </a:cubicBezTo>
                    <a:cubicBezTo>
                      <a:pt x="520" y="1182"/>
                      <a:pt x="520" y="1182"/>
                      <a:pt x="520" y="1182"/>
                    </a:cubicBezTo>
                    <a:cubicBezTo>
                      <a:pt x="549" y="1195"/>
                      <a:pt x="549" y="1195"/>
                      <a:pt x="549" y="1195"/>
                    </a:cubicBezTo>
                    <a:cubicBezTo>
                      <a:pt x="547" y="1207"/>
                      <a:pt x="547" y="1207"/>
                      <a:pt x="547" y="1207"/>
                    </a:cubicBezTo>
                    <a:cubicBezTo>
                      <a:pt x="539" y="1218"/>
                      <a:pt x="539" y="1218"/>
                      <a:pt x="539" y="1218"/>
                    </a:cubicBezTo>
                    <a:cubicBezTo>
                      <a:pt x="543" y="1227"/>
                      <a:pt x="543" y="1227"/>
                      <a:pt x="543" y="1227"/>
                    </a:cubicBezTo>
                    <a:cubicBezTo>
                      <a:pt x="541" y="1230"/>
                      <a:pt x="541" y="1230"/>
                      <a:pt x="541" y="1230"/>
                    </a:cubicBezTo>
                    <a:cubicBezTo>
                      <a:pt x="532" y="1230"/>
                      <a:pt x="532" y="1230"/>
                      <a:pt x="532" y="1230"/>
                    </a:cubicBezTo>
                    <a:cubicBezTo>
                      <a:pt x="525" y="1225"/>
                      <a:pt x="525" y="1225"/>
                      <a:pt x="525" y="1225"/>
                    </a:cubicBezTo>
                    <a:cubicBezTo>
                      <a:pt x="519" y="1226"/>
                      <a:pt x="519" y="1226"/>
                      <a:pt x="519" y="1226"/>
                    </a:cubicBezTo>
                    <a:cubicBezTo>
                      <a:pt x="521" y="1234"/>
                      <a:pt x="521" y="1234"/>
                      <a:pt x="521" y="1234"/>
                    </a:cubicBezTo>
                    <a:cubicBezTo>
                      <a:pt x="545" y="1235"/>
                      <a:pt x="545" y="1235"/>
                      <a:pt x="545" y="1235"/>
                    </a:cubicBezTo>
                    <a:cubicBezTo>
                      <a:pt x="564" y="1235"/>
                      <a:pt x="564" y="1235"/>
                      <a:pt x="564" y="1235"/>
                    </a:cubicBezTo>
                    <a:cubicBezTo>
                      <a:pt x="578" y="1247"/>
                      <a:pt x="578" y="1247"/>
                      <a:pt x="578" y="1247"/>
                    </a:cubicBezTo>
                    <a:cubicBezTo>
                      <a:pt x="607" y="1217"/>
                      <a:pt x="607" y="1217"/>
                      <a:pt x="607" y="1217"/>
                    </a:cubicBezTo>
                    <a:cubicBezTo>
                      <a:pt x="609" y="1199"/>
                      <a:pt x="609" y="1199"/>
                      <a:pt x="609" y="1199"/>
                    </a:cubicBezTo>
                    <a:cubicBezTo>
                      <a:pt x="619" y="1191"/>
                      <a:pt x="619" y="1191"/>
                      <a:pt x="619" y="1191"/>
                    </a:cubicBezTo>
                    <a:cubicBezTo>
                      <a:pt x="626" y="1202"/>
                      <a:pt x="626" y="1202"/>
                      <a:pt x="626" y="1202"/>
                    </a:cubicBezTo>
                    <a:cubicBezTo>
                      <a:pt x="638" y="1204"/>
                      <a:pt x="638" y="1204"/>
                      <a:pt x="638" y="1204"/>
                    </a:cubicBezTo>
                    <a:cubicBezTo>
                      <a:pt x="638" y="1214"/>
                      <a:pt x="638" y="1214"/>
                      <a:pt x="638" y="1214"/>
                    </a:cubicBezTo>
                    <a:cubicBezTo>
                      <a:pt x="644" y="1220"/>
                      <a:pt x="644" y="1220"/>
                      <a:pt x="644" y="1220"/>
                    </a:cubicBezTo>
                    <a:cubicBezTo>
                      <a:pt x="644" y="1228"/>
                      <a:pt x="644" y="1228"/>
                      <a:pt x="644" y="1228"/>
                    </a:cubicBezTo>
                    <a:cubicBezTo>
                      <a:pt x="632" y="1247"/>
                      <a:pt x="632" y="1247"/>
                      <a:pt x="632" y="1247"/>
                    </a:cubicBezTo>
                    <a:cubicBezTo>
                      <a:pt x="654" y="1273"/>
                      <a:pt x="654" y="1273"/>
                      <a:pt x="654" y="1273"/>
                    </a:cubicBezTo>
                    <a:cubicBezTo>
                      <a:pt x="655" y="1294"/>
                      <a:pt x="655" y="1294"/>
                      <a:pt x="655" y="1294"/>
                    </a:cubicBezTo>
                    <a:cubicBezTo>
                      <a:pt x="671" y="1295"/>
                      <a:pt x="671" y="1295"/>
                      <a:pt x="671" y="1295"/>
                    </a:cubicBezTo>
                    <a:cubicBezTo>
                      <a:pt x="679" y="1288"/>
                      <a:pt x="679" y="1288"/>
                      <a:pt x="679" y="1288"/>
                    </a:cubicBezTo>
                    <a:cubicBezTo>
                      <a:pt x="696" y="1302"/>
                      <a:pt x="696" y="1302"/>
                      <a:pt x="696" y="1302"/>
                    </a:cubicBezTo>
                    <a:cubicBezTo>
                      <a:pt x="692" y="1310"/>
                      <a:pt x="692" y="1310"/>
                      <a:pt x="692" y="1310"/>
                    </a:cubicBezTo>
                    <a:cubicBezTo>
                      <a:pt x="688" y="1321"/>
                      <a:pt x="688" y="1321"/>
                      <a:pt x="688" y="1321"/>
                    </a:cubicBezTo>
                    <a:cubicBezTo>
                      <a:pt x="702" y="1324"/>
                      <a:pt x="702" y="1324"/>
                      <a:pt x="702" y="1324"/>
                    </a:cubicBezTo>
                    <a:cubicBezTo>
                      <a:pt x="730" y="1322"/>
                      <a:pt x="730" y="1322"/>
                      <a:pt x="730" y="1322"/>
                    </a:cubicBezTo>
                    <a:cubicBezTo>
                      <a:pt x="737" y="1316"/>
                      <a:pt x="737" y="1316"/>
                      <a:pt x="737" y="1316"/>
                    </a:cubicBezTo>
                    <a:cubicBezTo>
                      <a:pt x="758" y="1325"/>
                      <a:pt x="758" y="1325"/>
                      <a:pt x="758" y="1325"/>
                    </a:cubicBezTo>
                    <a:cubicBezTo>
                      <a:pt x="780" y="1302"/>
                      <a:pt x="780" y="1302"/>
                      <a:pt x="780" y="1302"/>
                    </a:cubicBezTo>
                    <a:cubicBezTo>
                      <a:pt x="795" y="1302"/>
                      <a:pt x="795" y="1302"/>
                      <a:pt x="795" y="1302"/>
                    </a:cubicBezTo>
                    <a:cubicBezTo>
                      <a:pt x="810" y="1322"/>
                      <a:pt x="810" y="1322"/>
                      <a:pt x="810" y="1322"/>
                    </a:cubicBezTo>
                    <a:cubicBezTo>
                      <a:pt x="812" y="1346"/>
                      <a:pt x="812" y="1346"/>
                      <a:pt x="812" y="1346"/>
                    </a:cubicBezTo>
                    <a:cubicBezTo>
                      <a:pt x="849" y="1365"/>
                      <a:pt x="849" y="1365"/>
                      <a:pt x="849" y="1365"/>
                    </a:cubicBezTo>
                    <a:cubicBezTo>
                      <a:pt x="886" y="1368"/>
                      <a:pt x="886" y="1368"/>
                      <a:pt x="886" y="1368"/>
                    </a:cubicBezTo>
                    <a:cubicBezTo>
                      <a:pt x="893" y="1388"/>
                      <a:pt x="893" y="1388"/>
                      <a:pt x="893" y="1388"/>
                    </a:cubicBezTo>
                    <a:cubicBezTo>
                      <a:pt x="910" y="1379"/>
                      <a:pt x="910" y="1379"/>
                      <a:pt x="910" y="1379"/>
                    </a:cubicBezTo>
                    <a:cubicBezTo>
                      <a:pt x="922" y="1392"/>
                      <a:pt x="922" y="1392"/>
                      <a:pt x="922" y="1392"/>
                    </a:cubicBezTo>
                    <a:cubicBezTo>
                      <a:pt x="905" y="1409"/>
                      <a:pt x="905" y="1409"/>
                      <a:pt x="905" y="1409"/>
                    </a:cubicBezTo>
                    <a:cubicBezTo>
                      <a:pt x="911" y="1419"/>
                      <a:pt x="911" y="1419"/>
                      <a:pt x="911" y="1419"/>
                    </a:cubicBezTo>
                    <a:cubicBezTo>
                      <a:pt x="907" y="1423"/>
                      <a:pt x="907" y="1423"/>
                      <a:pt x="907" y="1423"/>
                    </a:cubicBezTo>
                    <a:cubicBezTo>
                      <a:pt x="898" y="1424"/>
                      <a:pt x="898" y="1424"/>
                      <a:pt x="898" y="1424"/>
                    </a:cubicBezTo>
                    <a:cubicBezTo>
                      <a:pt x="899" y="1443"/>
                      <a:pt x="899" y="1443"/>
                      <a:pt x="899" y="1443"/>
                    </a:cubicBezTo>
                    <a:cubicBezTo>
                      <a:pt x="889" y="1443"/>
                      <a:pt x="889" y="1443"/>
                      <a:pt x="889" y="1443"/>
                    </a:cubicBezTo>
                    <a:cubicBezTo>
                      <a:pt x="888" y="1477"/>
                      <a:pt x="888" y="1477"/>
                      <a:pt x="888" y="1477"/>
                    </a:cubicBezTo>
                    <a:cubicBezTo>
                      <a:pt x="871" y="1496"/>
                      <a:pt x="871" y="1496"/>
                      <a:pt x="871" y="1496"/>
                    </a:cubicBezTo>
                    <a:cubicBezTo>
                      <a:pt x="885" y="1504"/>
                      <a:pt x="885" y="1504"/>
                      <a:pt x="885" y="1504"/>
                    </a:cubicBezTo>
                    <a:cubicBezTo>
                      <a:pt x="878" y="1515"/>
                      <a:pt x="878" y="1515"/>
                      <a:pt x="878" y="1515"/>
                    </a:cubicBezTo>
                    <a:cubicBezTo>
                      <a:pt x="875" y="1527"/>
                      <a:pt x="875" y="1527"/>
                      <a:pt x="875" y="1527"/>
                    </a:cubicBezTo>
                    <a:cubicBezTo>
                      <a:pt x="862" y="1528"/>
                      <a:pt x="862" y="1528"/>
                      <a:pt x="862" y="1528"/>
                    </a:cubicBezTo>
                    <a:cubicBezTo>
                      <a:pt x="860" y="1537"/>
                      <a:pt x="860" y="1537"/>
                      <a:pt x="860" y="1537"/>
                    </a:cubicBezTo>
                    <a:cubicBezTo>
                      <a:pt x="842" y="1552"/>
                      <a:pt x="842" y="1552"/>
                      <a:pt x="842" y="1552"/>
                    </a:cubicBezTo>
                    <a:cubicBezTo>
                      <a:pt x="847" y="1579"/>
                      <a:pt x="847" y="1579"/>
                      <a:pt x="847" y="1579"/>
                    </a:cubicBezTo>
                    <a:cubicBezTo>
                      <a:pt x="862" y="1587"/>
                      <a:pt x="862" y="1587"/>
                      <a:pt x="862" y="1587"/>
                    </a:cubicBezTo>
                    <a:cubicBezTo>
                      <a:pt x="864" y="1602"/>
                      <a:pt x="864" y="1602"/>
                      <a:pt x="864" y="1602"/>
                    </a:cubicBezTo>
                    <a:cubicBezTo>
                      <a:pt x="858" y="1614"/>
                      <a:pt x="858" y="1614"/>
                      <a:pt x="858" y="1614"/>
                    </a:cubicBezTo>
                    <a:cubicBezTo>
                      <a:pt x="880" y="1616"/>
                      <a:pt x="880" y="1616"/>
                      <a:pt x="880" y="1616"/>
                    </a:cubicBezTo>
                    <a:cubicBezTo>
                      <a:pt x="891" y="1603"/>
                      <a:pt x="891" y="1603"/>
                      <a:pt x="891" y="1603"/>
                    </a:cubicBezTo>
                    <a:cubicBezTo>
                      <a:pt x="904" y="1615"/>
                      <a:pt x="904" y="1615"/>
                      <a:pt x="904" y="1615"/>
                    </a:cubicBezTo>
                    <a:cubicBezTo>
                      <a:pt x="915" y="1610"/>
                      <a:pt x="915" y="1610"/>
                      <a:pt x="915" y="1610"/>
                    </a:cubicBezTo>
                    <a:cubicBezTo>
                      <a:pt x="920" y="1616"/>
                      <a:pt x="920" y="1616"/>
                      <a:pt x="920" y="1616"/>
                    </a:cubicBezTo>
                    <a:cubicBezTo>
                      <a:pt x="933" y="1608"/>
                      <a:pt x="933" y="1608"/>
                      <a:pt x="933" y="1608"/>
                    </a:cubicBezTo>
                    <a:cubicBezTo>
                      <a:pt x="942" y="1621"/>
                      <a:pt x="942" y="1621"/>
                      <a:pt x="942" y="1621"/>
                    </a:cubicBezTo>
                    <a:cubicBezTo>
                      <a:pt x="959" y="1612"/>
                      <a:pt x="959" y="1612"/>
                      <a:pt x="959" y="1612"/>
                    </a:cubicBezTo>
                    <a:cubicBezTo>
                      <a:pt x="969" y="1619"/>
                      <a:pt x="969" y="1619"/>
                      <a:pt x="969" y="1619"/>
                    </a:cubicBezTo>
                    <a:cubicBezTo>
                      <a:pt x="985" y="1619"/>
                      <a:pt x="985" y="1619"/>
                      <a:pt x="985" y="1619"/>
                    </a:cubicBezTo>
                    <a:cubicBezTo>
                      <a:pt x="983" y="1612"/>
                      <a:pt x="983" y="1612"/>
                      <a:pt x="983" y="1612"/>
                    </a:cubicBezTo>
                    <a:cubicBezTo>
                      <a:pt x="987" y="1607"/>
                      <a:pt x="987" y="1607"/>
                      <a:pt x="987" y="1607"/>
                    </a:cubicBezTo>
                    <a:cubicBezTo>
                      <a:pt x="965" y="1594"/>
                      <a:pt x="965" y="1594"/>
                      <a:pt x="965" y="1594"/>
                    </a:cubicBezTo>
                    <a:cubicBezTo>
                      <a:pt x="969" y="1587"/>
                      <a:pt x="969" y="1587"/>
                      <a:pt x="969" y="1587"/>
                    </a:cubicBezTo>
                    <a:cubicBezTo>
                      <a:pt x="979" y="1591"/>
                      <a:pt x="979" y="1591"/>
                      <a:pt x="979" y="1591"/>
                    </a:cubicBezTo>
                    <a:cubicBezTo>
                      <a:pt x="987" y="1581"/>
                      <a:pt x="987" y="1581"/>
                      <a:pt x="987" y="1581"/>
                    </a:cubicBezTo>
                    <a:cubicBezTo>
                      <a:pt x="980" y="1574"/>
                      <a:pt x="980" y="1574"/>
                      <a:pt x="980" y="1574"/>
                    </a:cubicBezTo>
                    <a:cubicBezTo>
                      <a:pt x="984" y="1561"/>
                      <a:pt x="984" y="1561"/>
                      <a:pt x="984" y="1561"/>
                    </a:cubicBezTo>
                    <a:cubicBezTo>
                      <a:pt x="993" y="1558"/>
                      <a:pt x="993" y="1558"/>
                      <a:pt x="993" y="1558"/>
                    </a:cubicBezTo>
                    <a:cubicBezTo>
                      <a:pt x="1003" y="1567"/>
                      <a:pt x="1003" y="1567"/>
                      <a:pt x="1003" y="1567"/>
                    </a:cubicBezTo>
                    <a:cubicBezTo>
                      <a:pt x="1008" y="1555"/>
                      <a:pt x="1008" y="1555"/>
                      <a:pt x="1008" y="1555"/>
                    </a:cubicBezTo>
                    <a:cubicBezTo>
                      <a:pt x="1005" y="1543"/>
                      <a:pt x="1005" y="1543"/>
                      <a:pt x="1005" y="1543"/>
                    </a:cubicBezTo>
                    <a:cubicBezTo>
                      <a:pt x="1000" y="1536"/>
                      <a:pt x="1000" y="1536"/>
                      <a:pt x="1000" y="1536"/>
                    </a:cubicBezTo>
                    <a:cubicBezTo>
                      <a:pt x="1011" y="1525"/>
                      <a:pt x="1011" y="1525"/>
                      <a:pt x="1011" y="1525"/>
                    </a:cubicBezTo>
                    <a:cubicBezTo>
                      <a:pt x="1002" y="1519"/>
                      <a:pt x="1002" y="1519"/>
                      <a:pt x="1002" y="1519"/>
                    </a:cubicBezTo>
                    <a:cubicBezTo>
                      <a:pt x="988" y="1517"/>
                      <a:pt x="988" y="1517"/>
                      <a:pt x="988" y="1517"/>
                    </a:cubicBezTo>
                    <a:cubicBezTo>
                      <a:pt x="979" y="1511"/>
                      <a:pt x="979" y="1511"/>
                      <a:pt x="979" y="1511"/>
                    </a:cubicBezTo>
                    <a:cubicBezTo>
                      <a:pt x="976" y="1498"/>
                      <a:pt x="976" y="1498"/>
                      <a:pt x="976" y="1498"/>
                    </a:cubicBezTo>
                    <a:cubicBezTo>
                      <a:pt x="981" y="1493"/>
                      <a:pt x="981" y="1493"/>
                      <a:pt x="981" y="1493"/>
                    </a:cubicBezTo>
                    <a:cubicBezTo>
                      <a:pt x="983" y="1488"/>
                      <a:pt x="983" y="1488"/>
                      <a:pt x="983" y="1488"/>
                    </a:cubicBezTo>
                    <a:cubicBezTo>
                      <a:pt x="965" y="1486"/>
                      <a:pt x="965" y="1486"/>
                      <a:pt x="965" y="1486"/>
                    </a:cubicBezTo>
                    <a:cubicBezTo>
                      <a:pt x="960" y="1491"/>
                      <a:pt x="960" y="1491"/>
                      <a:pt x="960" y="1491"/>
                    </a:cubicBezTo>
                    <a:cubicBezTo>
                      <a:pt x="957" y="1482"/>
                      <a:pt x="957" y="1482"/>
                      <a:pt x="957" y="1482"/>
                    </a:cubicBezTo>
                    <a:cubicBezTo>
                      <a:pt x="937" y="1489"/>
                      <a:pt x="937" y="1489"/>
                      <a:pt x="937" y="1489"/>
                    </a:cubicBezTo>
                    <a:cubicBezTo>
                      <a:pt x="937" y="1471"/>
                      <a:pt x="937" y="1471"/>
                      <a:pt x="937" y="1471"/>
                    </a:cubicBezTo>
                    <a:cubicBezTo>
                      <a:pt x="928" y="1464"/>
                      <a:pt x="928" y="1464"/>
                      <a:pt x="928" y="1464"/>
                    </a:cubicBezTo>
                    <a:cubicBezTo>
                      <a:pt x="926" y="1448"/>
                      <a:pt x="926" y="1448"/>
                      <a:pt x="926" y="1448"/>
                    </a:cubicBezTo>
                    <a:cubicBezTo>
                      <a:pt x="942" y="1438"/>
                      <a:pt x="942" y="1438"/>
                      <a:pt x="942" y="1438"/>
                    </a:cubicBezTo>
                    <a:cubicBezTo>
                      <a:pt x="953" y="1457"/>
                      <a:pt x="953" y="1457"/>
                      <a:pt x="953" y="1457"/>
                    </a:cubicBezTo>
                    <a:cubicBezTo>
                      <a:pt x="960" y="1457"/>
                      <a:pt x="960" y="1457"/>
                      <a:pt x="960" y="1457"/>
                    </a:cubicBezTo>
                    <a:cubicBezTo>
                      <a:pt x="977" y="1424"/>
                      <a:pt x="977" y="1424"/>
                      <a:pt x="977" y="1424"/>
                    </a:cubicBezTo>
                    <a:cubicBezTo>
                      <a:pt x="986" y="1422"/>
                      <a:pt x="986" y="1422"/>
                      <a:pt x="986" y="1422"/>
                    </a:cubicBezTo>
                    <a:cubicBezTo>
                      <a:pt x="1000" y="1408"/>
                      <a:pt x="1000" y="1408"/>
                      <a:pt x="1000" y="1408"/>
                    </a:cubicBezTo>
                    <a:cubicBezTo>
                      <a:pt x="1015" y="1394"/>
                      <a:pt x="1015" y="1394"/>
                      <a:pt x="1015" y="1394"/>
                    </a:cubicBezTo>
                    <a:cubicBezTo>
                      <a:pt x="1025" y="1391"/>
                      <a:pt x="1025" y="1391"/>
                      <a:pt x="1025" y="1391"/>
                    </a:cubicBezTo>
                    <a:cubicBezTo>
                      <a:pt x="1031" y="1391"/>
                      <a:pt x="1031" y="1391"/>
                      <a:pt x="1031" y="1391"/>
                    </a:cubicBezTo>
                    <a:cubicBezTo>
                      <a:pt x="1037" y="1383"/>
                      <a:pt x="1037" y="1383"/>
                      <a:pt x="1037" y="1383"/>
                    </a:cubicBezTo>
                    <a:cubicBezTo>
                      <a:pt x="1027" y="1376"/>
                      <a:pt x="1027" y="1376"/>
                      <a:pt x="1027" y="1376"/>
                    </a:cubicBezTo>
                    <a:cubicBezTo>
                      <a:pt x="1038" y="1368"/>
                      <a:pt x="1038" y="1368"/>
                      <a:pt x="1038" y="1368"/>
                    </a:cubicBezTo>
                    <a:cubicBezTo>
                      <a:pt x="1032" y="1363"/>
                      <a:pt x="1032" y="1363"/>
                      <a:pt x="1032" y="1363"/>
                    </a:cubicBezTo>
                    <a:cubicBezTo>
                      <a:pt x="1014" y="1372"/>
                      <a:pt x="1014" y="1372"/>
                      <a:pt x="1014" y="1372"/>
                    </a:cubicBezTo>
                    <a:cubicBezTo>
                      <a:pt x="1006" y="1377"/>
                      <a:pt x="1006" y="1377"/>
                      <a:pt x="1006" y="1377"/>
                    </a:cubicBezTo>
                    <a:cubicBezTo>
                      <a:pt x="1001" y="1370"/>
                      <a:pt x="1001" y="1370"/>
                      <a:pt x="1001" y="1370"/>
                    </a:cubicBezTo>
                    <a:cubicBezTo>
                      <a:pt x="1001" y="1349"/>
                      <a:pt x="1001" y="1349"/>
                      <a:pt x="1001" y="1349"/>
                    </a:cubicBezTo>
                    <a:cubicBezTo>
                      <a:pt x="1007" y="1345"/>
                      <a:pt x="1007" y="1345"/>
                      <a:pt x="1007" y="1345"/>
                    </a:cubicBezTo>
                    <a:cubicBezTo>
                      <a:pt x="1001" y="1336"/>
                      <a:pt x="1001" y="1336"/>
                      <a:pt x="1001" y="1336"/>
                    </a:cubicBezTo>
                    <a:cubicBezTo>
                      <a:pt x="1020" y="1316"/>
                      <a:pt x="1020" y="1316"/>
                      <a:pt x="1020" y="1316"/>
                    </a:cubicBezTo>
                    <a:cubicBezTo>
                      <a:pt x="1032" y="1296"/>
                      <a:pt x="1032" y="1296"/>
                      <a:pt x="1032" y="1296"/>
                    </a:cubicBezTo>
                    <a:cubicBezTo>
                      <a:pt x="1038" y="1284"/>
                      <a:pt x="1038" y="1284"/>
                      <a:pt x="1038" y="1284"/>
                    </a:cubicBezTo>
                    <a:cubicBezTo>
                      <a:pt x="1047" y="1282"/>
                      <a:pt x="1047" y="1282"/>
                      <a:pt x="1047" y="1282"/>
                    </a:cubicBezTo>
                    <a:cubicBezTo>
                      <a:pt x="1058" y="1269"/>
                      <a:pt x="1058" y="1269"/>
                      <a:pt x="1058" y="1269"/>
                    </a:cubicBezTo>
                    <a:cubicBezTo>
                      <a:pt x="1058" y="1243"/>
                      <a:pt x="1058" y="1243"/>
                      <a:pt x="1058" y="1243"/>
                    </a:cubicBezTo>
                    <a:cubicBezTo>
                      <a:pt x="1049" y="1242"/>
                      <a:pt x="1049" y="1242"/>
                      <a:pt x="1049" y="1242"/>
                    </a:cubicBezTo>
                    <a:cubicBezTo>
                      <a:pt x="1054" y="1231"/>
                      <a:pt x="1054" y="1231"/>
                      <a:pt x="1054" y="1231"/>
                    </a:cubicBezTo>
                    <a:cubicBezTo>
                      <a:pt x="1056" y="1207"/>
                      <a:pt x="1056" y="1207"/>
                      <a:pt x="1056" y="1207"/>
                    </a:cubicBezTo>
                    <a:cubicBezTo>
                      <a:pt x="1056" y="1187"/>
                      <a:pt x="1056" y="1187"/>
                      <a:pt x="1056" y="1187"/>
                    </a:cubicBezTo>
                    <a:cubicBezTo>
                      <a:pt x="1053" y="1174"/>
                      <a:pt x="1053" y="1174"/>
                      <a:pt x="1053" y="1174"/>
                    </a:cubicBezTo>
                    <a:cubicBezTo>
                      <a:pt x="1025" y="1143"/>
                      <a:pt x="1025" y="1143"/>
                      <a:pt x="1025" y="1143"/>
                    </a:cubicBezTo>
                    <a:cubicBezTo>
                      <a:pt x="1032" y="1137"/>
                      <a:pt x="1032" y="1137"/>
                      <a:pt x="1032" y="1137"/>
                    </a:cubicBezTo>
                    <a:cubicBezTo>
                      <a:pt x="1011" y="1117"/>
                      <a:pt x="1011" y="1117"/>
                      <a:pt x="1011" y="1117"/>
                    </a:cubicBezTo>
                    <a:cubicBezTo>
                      <a:pt x="1016" y="1109"/>
                      <a:pt x="1016" y="1109"/>
                      <a:pt x="1016" y="1109"/>
                    </a:cubicBezTo>
                    <a:cubicBezTo>
                      <a:pt x="1019" y="1098"/>
                      <a:pt x="1019" y="1098"/>
                      <a:pt x="1019" y="1098"/>
                    </a:cubicBezTo>
                    <a:cubicBezTo>
                      <a:pt x="1019" y="1086"/>
                      <a:pt x="1019" y="1086"/>
                      <a:pt x="1019" y="1086"/>
                    </a:cubicBezTo>
                    <a:cubicBezTo>
                      <a:pt x="995" y="1076"/>
                      <a:pt x="995" y="1076"/>
                      <a:pt x="995" y="1076"/>
                    </a:cubicBezTo>
                    <a:cubicBezTo>
                      <a:pt x="987" y="1074"/>
                      <a:pt x="987" y="1074"/>
                      <a:pt x="987" y="1074"/>
                    </a:cubicBezTo>
                    <a:cubicBezTo>
                      <a:pt x="988" y="1056"/>
                      <a:pt x="988" y="1056"/>
                      <a:pt x="988" y="1056"/>
                    </a:cubicBezTo>
                    <a:cubicBezTo>
                      <a:pt x="995" y="1051"/>
                      <a:pt x="995" y="1051"/>
                      <a:pt x="995" y="1051"/>
                    </a:cubicBezTo>
                    <a:cubicBezTo>
                      <a:pt x="980" y="1039"/>
                      <a:pt x="980" y="1039"/>
                      <a:pt x="980" y="1039"/>
                    </a:cubicBezTo>
                    <a:cubicBezTo>
                      <a:pt x="960" y="1039"/>
                      <a:pt x="960" y="1039"/>
                      <a:pt x="960" y="1039"/>
                    </a:cubicBezTo>
                    <a:cubicBezTo>
                      <a:pt x="962" y="1030"/>
                      <a:pt x="962" y="1030"/>
                      <a:pt x="962" y="1030"/>
                    </a:cubicBezTo>
                    <a:cubicBezTo>
                      <a:pt x="975" y="1019"/>
                      <a:pt x="975" y="1019"/>
                      <a:pt x="975" y="1019"/>
                    </a:cubicBezTo>
                    <a:cubicBezTo>
                      <a:pt x="959" y="987"/>
                      <a:pt x="959" y="987"/>
                      <a:pt x="959" y="987"/>
                    </a:cubicBezTo>
                    <a:cubicBezTo>
                      <a:pt x="965" y="980"/>
                      <a:pt x="965" y="980"/>
                      <a:pt x="965" y="980"/>
                    </a:cubicBezTo>
                    <a:cubicBezTo>
                      <a:pt x="977" y="985"/>
                      <a:pt x="977" y="985"/>
                      <a:pt x="977" y="985"/>
                    </a:cubicBezTo>
                    <a:cubicBezTo>
                      <a:pt x="988" y="979"/>
                      <a:pt x="988" y="979"/>
                      <a:pt x="988" y="979"/>
                    </a:cubicBezTo>
                    <a:cubicBezTo>
                      <a:pt x="1003" y="965"/>
                      <a:pt x="1003" y="965"/>
                      <a:pt x="1003" y="965"/>
                    </a:cubicBezTo>
                    <a:cubicBezTo>
                      <a:pt x="1037" y="978"/>
                      <a:pt x="1037" y="978"/>
                      <a:pt x="1037" y="978"/>
                    </a:cubicBezTo>
                    <a:cubicBezTo>
                      <a:pt x="1041" y="976"/>
                      <a:pt x="1041" y="976"/>
                      <a:pt x="1041" y="976"/>
                    </a:cubicBezTo>
                    <a:cubicBezTo>
                      <a:pt x="1040" y="964"/>
                      <a:pt x="1040" y="964"/>
                      <a:pt x="1040" y="964"/>
                    </a:cubicBezTo>
                    <a:cubicBezTo>
                      <a:pt x="1023" y="947"/>
                      <a:pt x="1023" y="947"/>
                      <a:pt x="1023" y="947"/>
                    </a:cubicBezTo>
                    <a:cubicBezTo>
                      <a:pt x="1030" y="942"/>
                      <a:pt x="1030" y="942"/>
                      <a:pt x="1030" y="942"/>
                    </a:cubicBezTo>
                    <a:cubicBezTo>
                      <a:pt x="1042" y="943"/>
                      <a:pt x="1042" y="943"/>
                      <a:pt x="1042" y="943"/>
                    </a:cubicBezTo>
                    <a:cubicBezTo>
                      <a:pt x="1058" y="962"/>
                      <a:pt x="1058" y="962"/>
                      <a:pt x="1058" y="962"/>
                    </a:cubicBezTo>
                    <a:cubicBezTo>
                      <a:pt x="1084" y="960"/>
                      <a:pt x="1084" y="960"/>
                      <a:pt x="1084" y="960"/>
                    </a:cubicBezTo>
                    <a:cubicBezTo>
                      <a:pt x="1089" y="972"/>
                      <a:pt x="1089" y="972"/>
                      <a:pt x="1089" y="972"/>
                    </a:cubicBezTo>
                    <a:cubicBezTo>
                      <a:pt x="1108" y="973"/>
                      <a:pt x="1108" y="973"/>
                      <a:pt x="1108" y="973"/>
                    </a:cubicBezTo>
                    <a:cubicBezTo>
                      <a:pt x="1124" y="985"/>
                      <a:pt x="1124" y="985"/>
                      <a:pt x="1124" y="985"/>
                    </a:cubicBezTo>
                    <a:cubicBezTo>
                      <a:pt x="1127" y="971"/>
                      <a:pt x="1127" y="971"/>
                      <a:pt x="1127" y="971"/>
                    </a:cubicBezTo>
                    <a:cubicBezTo>
                      <a:pt x="1122" y="964"/>
                      <a:pt x="1122" y="964"/>
                      <a:pt x="1122" y="964"/>
                    </a:cubicBezTo>
                    <a:cubicBezTo>
                      <a:pt x="1122" y="959"/>
                      <a:pt x="1122" y="959"/>
                      <a:pt x="1122" y="959"/>
                    </a:cubicBezTo>
                    <a:cubicBezTo>
                      <a:pt x="1138" y="965"/>
                      <a:pt x="1138" y="965"/>
                      <a:pt x="1138" y="965"/>
                    </a:cubicBezTo>
                    <a:cubicBezTo>
                      <a:pt x="1150" y="971"/>
                      <a:pt x="1150" y="971"/>
                      <a:pt x="1150" y="971"/>
                    </a:cubicBezTo>
                    <a:cubicBezTo>
                      <a:pt x="1164" y="961"/>
                      <a:pt x="1164" y="961"/>
                      <a:pt x="1164" y="961"/>
                    </a:cubicBezTo>
                    <a:cubicBezTo>
                      <a:pt x="1182" y="951"/>
                      <a:pt x="1182" y="951"/>
                      <a:pt x="1182" y="951"/>
                    </a:cubicBezTo>
                    <a:cubicBezTo>
                      <a:pt x="1197" y="946"/>
                      <a:pt x="1197" y="946"/>
                      <a:pt x="1197" y="946"/>
                    </a:cubicBezTo>
                    <a:cubicBezTo>
                      <a:pt x="1219" y="936"/>
                      <a:pt x="1219" y="936"/>
                      <a:pt x="1219" y="936"/>
                    </a:cubicBezTo>
                    <a:cubicBezTo>
                      <a:pt x="1232" y="935"/>
                      <a:pt x="1232" y="935"/>
                      <a:pt x="1232" y="935"/>
                    </a:cubicBezTo>
                    <a:cubicBezTo>
                      <a:pt x="1246" y="945"/>
                      <a:pt x="1246" y="945"/>
                      <a:pt x="1246" y="945"/>
                    </a:cubicBezTo>
                    <a:cubicBezTo>
                      <a:pt x="1268" y="927"/>
                      <a:pt x="1268" y="927"/>
                      <a:pt x="1268" y="927"/>
                    </a:cubicBezTo>
                    <a:cubicBezTo>
                      <a:pt x="1270" y="905"/>
                      <a:pt x="1270" y="905"/>
                      <a:pt x="1270" y="905"/>
                    </a:cubicBezTo>
                    <a:cubicBezTo>
                      <a:pt x="1281" y="903"/>
                      <a:pt x="1281" y="903"/>
                      <a:pt x="1281" y="903"/>
                    </a:cubicBezTo>
                    <a:cubicBezTo>
                      <a:pt x="1280" y="887"/>
                      <a:pt x="1280" y="887"/>
                      <a:pt x="1280" y="887"/>
                    </a:cubicBezTo>
                    <a:cubicBezTo>
                      <a:pt x="1256" y="868"/>
                      <a:pt x="1256" y="868"/>
                      <a:pt x="1256" y="868"/>
                    </a:cubicBezTo>
                    <a:cubicBezTo>
                      <a:pt x="1241" y="863"/>
                      <a:pt x="1241" y="863"/>
                      <a:pt x="1241" y="863"/>
                    </a:cubicBezTo>
                    <a:cubicBezTo>
                      <a:pt x="1230" y="861"/>
                      <a:pt x="1230" y="861"/>
                      <a:pt x="1230" y="861"/>
                    </a:cubicBezTo>
                    <a:cubicBezTo>
                      <a:pt x="1232" y="844"/>
                      <a:pt x="1232" y="844"/>
                      <a:pt x="1232" y="844"/>
                    </a:cubicBezTo>
                    <a:cubicBezTo>
                      <a:pt x="1244" y="841"/>
                      <a:pt x="1244" y="841"/>
                      <a:pt x="1244" y="841"/>
                    </a:cubicBezTo>
                    <a:cubicBezTo>
                      <a:pt x="1252" y="832"/>
                      <a:pt x="1252" y="832"/>
                      <a:pt x="1252" y="832"/>
                    </a:cubicBezTo>
                    <a:cubicBezTo>
                      <a:pt x="1253" y="815"/>
                      <a:pt x="1253" y="815"/>
                      <a:pt x="1253" y="815"/>
                    </a:cubicBezTo>
                    <a:cubicBezTo>
                      <a:pt x="1291" y="815"/>
                      <a:pt x="1291" y="815"/>
                      <a:pt x="1291" y="815"/>
                    </a:cubicBezTo>
                    <a:cubicBezTo>
                      <a:pt x="1303" y="792"/>
                      <a:pt x="1303" y="792"/>
                      <a:pt x="1303" y="792"/>
                    </a:cubicBezTo>
                    <a:cubicBezTo>
                      <a:pt x="1310" y="780"/>
                      <a:pt x="1310" y="780"/>
                      <a:pt x="1310" y="780"/>
                    </a:cubicBezTo>
                    <a:cubicBezTo>
                      <a:pt x="1327" y="779"/>
                      <a:pt x="1327" y="779"/>
                      <a:pt x="1327" y="779"/>
                    </a:cubicBezTo>
                    <a:cubicBezTo>
                      <a:pt x="1341" y="750"/>
                      <a:pt x="1341" y="750"/>
                      <a:pt x="1341" y="750"/>
                    </a:cubicBezTo>
                    <a:cubicBezTo>
                      <a:pt x="1357" y="745"/>
                      <a:pt x="1357" y="745"/>
                      <a:pt x="1357" y="745"/>
                    </a:cubicBezTo>
                    <a:cubicBezTo>
                      <a:pt x="1369" y="741"/>
                      <a:pt x="1369" y="741"/>
                      <a:pt x="1369" y="741"/>
                    </a:cubicBezTo>
                    <a:cubicBezTo>
                      <a:pt x="1355" y="717"/>
                      <a:pt x="1355" y="717"/>
                      <a:pt x="1355" y="717"/>
                    </a:cubicBezTo>
                    <a:cubicBezTo>
                      <a:pt x="1355" y="704"/>
                      <a:pt x="1355" y="704"/>
                      <a:pt x="1355" y="704"/>
                    </a:cubicBezTo>
                    <a:cubicBezTo>
                      <a:pt x="1369" y="676"/>
                      <a:pt x="1369" y="676"/>
                      <a:pt x="1369" y="676"/>
                    </a:cubicBezTo>
                    <a:cubicBezTo>
                      <a:pt x="1369" y="657"/>
                      <a:pt x="1369" y="657"/>
                      <a:pt x="1369" y="657"/>
                    </a:cubicBezTo>
                    <a:cubicBezTo>
                      <a:pt x="1339" y="608"/>
                      <a:pt x="1339" y="608"/>
                      <a:pt x="1339" y="608"/>
                    </a:cubicBezTo>
                    <a:cubicBezTo>
                      <a:pt x="1321" y="625"/>
                      <a:pt x="1321" y="625"/>
                      <a:pt x="1321" y="625"/>
                    </a:cubicBezTo>
                    <a:cubicBezTo>
                      <a:pt x="1308" y="622"/>
                      <a:pt x="1308" y="622"/>
                      <a:pt x="1308" y="622"/>
                    </a:cubicBezTo>
                    <a:cubicBezTo>
                      <a:pt x="1293" y="618"/>
                      <a:pt x="1293" y="618"/>
                      <a:pt x="1293" y="618"/>
                    </a:cubicBezTo>
                    <a:cubicBezTo>
                      <a:pt x="1285" y="608"/>
                      <a:pt x="1285" y="608"/>
                      <a:pt x="1285" y="608"/>
                    </a:cubicBezTo>
                    <a:cubicBezTo>
                      <a:pt x="1261" y="608"/>
                      <a:pt x="1261" y="608"/>
                      <a:pt x="1261" y="608"/>
                    </a:cubicBezTo>
                    <a:cubicBezTo>
                      <a:pt x="1250" y="608"/>
                      <a:pt x="1250" y="608"/>
                      <a:pt x="1250" y="608"/>
                    </a:cubicBezTo>
                    <a:cubicBezTo>
                      <a:pt x="1235" y="597"/>
                      <a:pt x="1235" y="597"/>
                      <a:pt x="1235" y="597"/>
                    </a:cubicBezTo>
                    <a:cubicBezTo>
                      <a:pt x="1236" y="582"/>
                      <a:pt x="1236" y="582"/>
                      <a:pt x="1236" y="582"/>
                    </a:cubicBezTo>
                    <a:cubicBezTo>
                      <a:pt x="1236" y="568"/>
                      <a:pt x="1236" y="568"/>
                      <a:pt x="1236" y="568"/>
                    </a:cubicBezTo>
                    <a:cubicBezTo>
                      <a:pt x="1228" y="558"/>
                      <a:pt x="1228" y="558"/>
                      <a:pt x="1228" y="558"/>
                    </a:cubicBezTo>
                    <a:cubicBezTo>
                      <a:pt x="1243" y="553"/>
                      <a:pt x="1243" y="553"/>
                      <a:pt x="1243" y="553"/>
                    </a:cubicBezTo>
                    <a:cubicBezTo>
                      <a:pt x="1257" y="550"/>
                      <a:pt x="1257" y="550"/>
                      <a:pt x="1257" y="550"/>
                    </a:cubicBezTo>
                    <a:cubicBezTo>
                      <a:pt x="1242" y="534"/>
                      <a:pt x="1242" y="534"/>
                      <a:pt x="1242" y="534"/>
                    </a:cubicBezTo>
                    <a:cubicBezTo>
                      <a:pt x="1239" y="509"/>
                      <a:pt x="1239" y="509"/>
                      <a:pt x="1239" y="509"/>
                    </a:cubicBezTo>
                    <a:cubicBezTo>
                      <a:pt x="1265" y="494"/>
                      <a:pt x="1265" y="494"/>
                      <a:pt x="1265" y="494"/>
                    </a:cubicBezTo>
                    <a:cubicBezTo>
                      <a:pt x="1308" y="497"/>
                      <a:pt x="1308" y="497"/>
                      <a:pt x="1308" y="497"/>
                    </a:cubicBezTo>
                    <a:cubicBezTo>
                      <a:pt x="1321" y="504"/>
                      <a:pt x="1321" y="504"/>
                      <a:pt x="1321" y="504"/>
                    </a:cubicBezTo>
                    <a:cubicBezTo>
                      <a:pt x="1331" y="499"/>
                      <a:pt x="1331" y="499"/>
                      <a:pt x="1331" y="499"/>
                    </a:cubicBezTo>
                    <a:cubicBezTo>
                      <a:pt x="1342" y="499"/>
                      <a:pt x="1342" y="499"/>
                      <a:pt x="1342" y="499"/>
                    </a:cubicBezTo>
                    <a:cubicBezTo>
                      <a:pt x="1358" y="508"/>
                      <a:pt x="1358" y="508"/>
                      <a:pt x="1358" y="508"/>
                    </a:cubicBezTo>
                    <a:cubicBezTo>
                      <a:pt x="1363" y="500"/>
                      <a:pt x="1363" y="500"/>
                      <a:pt x="1363" y="500"/>
                    </a:cubicBezTo>
                    <a:cubicBezTo>
                      <a:pt x="1367" y="475"/>
                      <a:pt x="1367" y="475"/>
                      <a:pt x="1367" y="475"/>
                    </a:cubicBezTo>
                    <a:cubicBezTo>
                      <a:pt x="1369" y="458"/>
                      <a:pt x="1369" y="458"/>
                      <a:pt x="1369" y="458"/>
                    </a:cubicBezTo>
                    <a:cubicBezTo>
                      <a:pt x="1372" y="420"/>
                      <a:pt x="1372" y="420"/>
                      <a:pt x="1372" y="420"/>
                    </a:cubicBezTo>
                    <a:cubicBezTo>
                      <a:pt x="1374" y="405"/>
                      <a:pt x="1374" y="405"/>
                      <a:pt x="1374" y="405"/>
                    </a:cubicBezTo>
                    <a:cubicBezTo>
                      <a:pt x="1376" y="372"/>
                      <a:pt x="1376" y="372"/>
                      <a:pt x="1376" y="372"/>
                    </a:cubicBezTo>
                    <a:cubicBezTo>
                      <a:pt x="1387" y="357"/>
                      <a:pt x="1387" y="357"/>
                      <a:pt x="1387" y="357"/>
                    </a:cubicBezTo>
                    <a:cubicBezTo>
                      <a:pt x="1406" y="330"/>
                      <a:pt x="1406" y="330"/>
                      <a:pt x="1406" y="330"/>
                    </a:cubicBezTo>
                    <a:cubicBezTo>
                      <a:pt x="1417" y="306"/>
                      <a:pt x="1417" y="306"/>
                      <a:pt x="1417" y="306"/>
                    </a:cubicBezTo>
                    <a:cubicBezTo>
                      <a:pt x="1422" y="286"/>
                      <a:pt x="1422" y="286"/>
                      <a:pt x="1422" y="286"/>
                    </a:cubicBezTo>
                    <a:cubicBezTo>
                      <a:pt x="1420" y="249"/>
                      <a:pt x="1420" y="249"/>
                      <a:pt x="1420" y="249"/>
                    </a:cubicBezTo>
                    <a:cubicBezTo>
                      <a:pt x="1417" y="214"/>
                      <a:pt x="1417" y="214"/>
                      <a:pt x="1417" y="214"/>
                    </a:cubicBezTo>
                    <a:cubicBezTo>
                      <a:pt x="1410" y="201"/>
                      <a:pt x="1410" y="201"/>
                      <a:pt x="1410" y="201"/>
                    </a:cubicBezTo>
                    <a:cubicBezTo>
                      <a:pt x="1417" y="181"/>
                      <a:pt x="1417" y="181"/>
                      <a:pt x="1417" y="181"/>
                    </a:cubicBezTo>
                    <a:cubicBezTo>
                      <a:pt x="1424" y="176"/>
                      <a:pt x="1424" y="176"/>
                      <a:pt x="1424" y="176"/>
                    </a:cubicBezTo>
                    <a:cubicBezTo>
                      <a:pt x="1420" y="164"/>
                      <a:pt x="1420" y="164"/>
                      <a:pt x="1420" y="164"/>
                    </a:cubicBezTo>
                    <a:cubicBezTo>
                      <a:pt x="1418" y="139"/>
                      <a:pt x="1418" y="139"/>
                      <a:pt x="1418" y="139"/>
                    </a:cubicBezTo>
                    <a:cubicBezTo>
                      <a:pt x="1404" y="139"/>
                      <a:pt x="1404" y="139"/>
                      <a:pt x="1404" y="139"/>
                    </a:cubicBezTo>
                    <a:cubicBezTo>
                      <a:pt x="1384" y="132"/>
                      <a:pt x="1384" y="132"/>
                      <a:pt x="1384" y="132"/>
                    </a:cubicBezTo>
                    <a:cubicBezTo>
                      <a:pt x="1361" y="124"/>
                      <a:pt x="1361" y="124"/>
                      <a:pt x="1361" y="124"/>
                    </a:cubicBezTo>
                    <a:cubicBezTo>
                      <a:pt x="1333" y="120"/>
                      <a:pt x="1333" y="120"/>
                      <a:pt x="1333" y="120"/>
                    </a:cubicBezTo>
                    <a:cubicBezTo>
                      <a:pt x="1322" y="108"/>
                      <a:pt x="1322" y="108"/>
                      <a:pt x="1322" y="108"/>
                    </a:cubicBezTo>
                    <a:cubicBezTo>
                      <a:pt x="1334" y="98"/>
                      <a:pt x="1334" y="98"/>
                      <a:pt x="1334" y="98"/>
                    </a:cubicBezTo>
                    <a:cubicBezTo>
                      <a:pt x="1338" y="92"/>
                      <a:pt x="1338" y="92"/>
                      <a:pt x="1338" y="92"/>
                    </a:cubicBezTo>
                    <a:cubicBezTo>
                      <a:pt x="1322" y="87"/>
                      <a:pt x="1322" y="87"/>
                      <a:pt x="1322" y="87"/>
                    </a:cubicBezTo>
                    <a:cubicBezTo>
                      <a:pt x="1312" y="85"/>
                      <a:pt x="1312" y="85"/>
                      <a:pt x="1312" y="85"/>
                    </a:cubicBezTo>
                    <a:cubicBezTo>
                      <a:pt x="1303" y="67"/>
                      <a:pt x="1303" y="67"/>
                      <a:pt x="1303" y="67"/>
                    </a:cubicBezTo>
                    <a:cubicBezTo>
                      <a:pt x="1300" y="41"/>
                      <a:pt x="1300" y="41"/>
                      <a:pt x="1300" y="41"/>
                    </a:cubicBezTo>
                    <a:cubicBezTo>
                      <a:pt x="1300" y="15"/>
                      <a:pt x="1300" y="15"/>
                      <a:pt x="1300" y="15"/>
                    </a:cubicBezTo>
                    <a:cubicBezTo>
                      <a:pt x="1287" y="9"/>
                      <a:pt x="1287" y="9"/>
                      <a:pt x="1287" y="9"/>
                    </a:cubicBezTo>
                    <a:cubicBezTo>
                      <a:pt x="1275" y="3"/>
                      <a:pt x="1275" y="3"/>
                      <a:pt x="1275" y="3"/>
                    </a:cubicBezTo>
                    <a:cubicBezTo>
                      <a:pt x="1269" y="10"/>
                      <a:pt x="1269" y="10"/>
                      <a:pt x="1269" y="10"/>
                    </a:cubicBezTo>
                    <a:cubicBezTo>
                      <a:pt x="1261" y="3"/>
                      <a:pt x="1261" y="3"/>
                      <a:pt x="1261" y="3"/>
                    </a:cubicBezTo>
                    <a:cubicBezTo>
                      <a:pt x="1253" y="0"/>
                      <a:pt x="1253" y="0"/>
                      <a:pt x="1253" y="0"/>
                    </a:cubicBezTo>
                    <a:cubicBezTo>
                      <a:pt x="1241" y="0"/>
                      <a:pt x="1241" y="0"/>
                      <a:pt x="1241" y="0"/>
                    </a:cubicBezTo>
                    <a:cubicBezTo>
                      <a:pt x="1224" y="7"/>
                      <a:pt x="1224" y="7"/>
                      <a:pt x="1224" y="7"/>
                    </a:cubicBezTo>
                    <a:cubicBezTo>
                      <a:pt x="1209" y="10"/>
                      <a:pt x="1209" y="10"/>
                      <a:pt x="1209" y="10"/>
                    </a:cubicBezTo>
                    <a:cubicBezTo>
                      <a:pt x="1182" y="21"/>
                      <a:pt x="1182" y="21"/>
                      <a:pt x="1182" y="21"/>
                    </a:cubicBezTo>
                    <a:cubicBezTo>
                      <a:pt x="1166" y="22"/>
                      <a:pt x="1166" y="22"/>
                      <a:pt x="1166" y="22"/>
                    </a:cubicBezTo>
                    <a:cubicBezTo>
                      <a:pt x="1147" y="26"/>
                      <a:pt x="1147" y="26"/>
                      <a:pt x="1147" y="26"/>
                    </a:cubicBezTo>
                    <a:cubicBezTo>
                      <a:pt x="1122" y="34"/>
                      <a:pt x="1122" y="34"/>
                      <a:pt x="1122" y="34"/>
                    </a:cubicBezTo>
                    <a:cubicBezTo>
                      <a:pt x="1110" y="34"/>
                      <a:pt x="1110" y="34"/>
                      <a:pt x="1110" y="34"/>
                    </a:cubicBezTo>
                    <a:cubicBezTo>
                      <a:pt x="1106" y="34"/>
                      <a:pt x="1106" y="34"/>
                      <a:pt x="1106" y="34"/>
                    </a:cubicBezTo>
                    <a:cubicBezTo>
                      <a:pt x="1106" y="34"/>
                      <a:pt x="1093" y="44"/>
                      <a:pt x="1093" y="46"/>
                    </a:cubicBezTo>
                    <a:cubicBezTo>
                      <a:pt x="1092" y="47"/>
                      <a:pt x="1076" y="33"/>
                      <a:pt x="1076" y="33"/>
                    </a:cubicBezTo>
                    <a:cubicBezTo>
                      <a:pt x="1060" y="34"/>
                      <a:pt x="1060" y="34"/>
                      <a:pt x="1060" y="34"/>
                    </a:cubicBezTo>
                    <a:cubicBezTo>
                      <a:pt x="1057" y="41"/>
                      <a:pt x="1057" y="41"/>
                      <a:pt x="1057" y="41"/>
                    </a:cubicBezTo>
                    <a:cubicBezTo>
                      <a:pt x="1064" y="46"/>
                      <a:pt x="1064" y="46"/>
                      <a:pt x="1064" y="46"/>
                    </a:cubicBezTo>
                    <a:cubicBezTo>
                      <a:pt x="1061" y="52"/>
                      <a:pt x="1061" y="52"/>
                      <a:pt x="1061" y="52"/>
                    </a:cubicBezTo>
                    <a:cubicBezTo>
                      <a:pt x="1051" y="41"/>
                      <a:pt x="1051" y="41"/>
                      <a:pt x="1051" y="41"/>
                    </a:cubicBezTo>
                    <a:cubicBezTo>
                      <a:pt x="1047" y="49"/>
                      <a:pt x="1047" y="49"/>
                      <a:pt x="1047" y="49"/>
                    </a:cubicBezTo>
                    <a:cubicBezTo>
                      <a:pt x="1060" y="61"/>
                      <a:pt x="1060" y="61"/>
                      <a:pt x="1060" y="61"/>
                    </a:cubicBezTo>
                    <a:cubicBezTo>
                      <a:pt x="1067" y="73"/>
                      <a:pt x="1067" y="73"/>
                      <a:pt x="1067" y="73"/>
                    </a:cubicBezTo>
                    <a:cubicBezTo>
                      <a:pt x="1067" y="79"/>
                      <a:pt x="1067" y="79"/>
                      <a:pt x="1067" y="79"/>
                    </a:cubicBezTo>
                    <a:cubicBezTo>
                      <a:pt x="1056" y="72"/>
                      <a:pt x="1056" y="72"/>
                      <a:pt x="1056" y="72"/>
                    </a:cubicBezTo>
                    <a:cubicBezTo>
                      <a:pt x="1044" y="72"/>
                      <a:pt x="1044" y="72"/>
                      <a:pt x="1044" y="72"/>
                    </a:cubicBezTo>
                    <a:cubicBezTo>
                      <a:pt x="1037" y="67"/>
                      <a:pt x="1037" y="67"/>
                      <a:pt x="1037" y="67"/>
                    </a:cubicBezTo>
                    <a:cubicBezTo>
                      <a:pt x="1037" y="59"/>
                      <a:pt x="1037" y="59"/>
                      <a:pt x="1037" y="59"/>
                    </a:cubicBezTo>
                    <a:cubicBezTo>
                      <a:pt x="1037" y="47"/>
                      <a:pt x="1037" y="47"/>
                      <a:pt x="1037" y="47"/>
                    </a:cubicBezTo>
                    <a:cubicBezTo>
                      <a:pt x="1039" y="41"/>
                      <a:pt x="1039" y="41"/>
                      <a:pt x="1039" y="41"/>
                    </a:cubicBezTo>
                    <a:cubicBezTo>
                      <a:pt x="1030" y="38"/>
                      <a:pt x="1030" y="38"/>
                      <a:pt x="1030" y="38"/>
                    </a:cubicBezTo>
                    <a:cubicBezTo>
                      <a:pt x="1014" y="38"/>
                      <a:pt x="1014" y="38"/>
                      <a:pt x="1014" y="38"/>
                    </a:cubicBezTo>
                    <a:cubicBezTo>
                      <a:pt x="1003" y="38"/>
                      <a:pt x="1003" y="38"/>
                      <a:pt x="1003" y="38"/>
                    </a:cubicBezTo>
                    <a:cubicBezTo>
                      <a:pt x="983" y="39"/>
                      <a:pt x="983" y="39"/>
                      <a:pt x="983" y="39"/>
                    </a:cubicBezTo>
                    <a:cubicBezTo>
                      <a:pt x="968" y="46"/>
                      <a:pt x="968" y="46"/>
                      <a:pt x="968" y="46"/>
                    </a:cubicBezTo>
                    <a:cubicBezTo>
                      <a:pt x="949" y="47"/>
                      <a:pt x="949" y="47"/>
                      <a:pt x="949" y="47"/>
                    </a:cubicBezTo>
                    <a:cubicBezTo>
                      <a:pt x="940" y="49"/>
                      <a:pt x="940" y="49"/>
                      <a:pt x="940" y="49"/>
                    </a:cubicBezTo>
                    <a:cubicBezTo>
                      <a:pt x="929" y="52"/>
                      <a:pt x="929" y="52"/>
                      <a:pt x="929" y="52"/>
                    </a:cubicBezTo>
                    <a:cubicBezTo>
                      <a:pt x="905" y="66"/>
                      <a:pt x="905" y="66"/>
                      <a:pt x="905" y="66"/>
                    </a:cubicBezTo>
                    <a:cubicBezTo>
                      <a:pt x="876" y="78"/>
                      <a:pt x="876" y="78"/>
                      <a:pt x="876" y="78"/>
                    </a:cubicBezTo>
                    <a:cubicBezTo>
                      <a:pt x="855" y="88"/>
                      <a:pt x="855" y="88"/>
                      <a:pt x="855" y="88"/>
                    </a:cubicBezTo>
                    <a:cubicBezTo>
                      <a:pt x="831" y="100"/>
                      <a:pt x="831" y="100"/>
                      <a:pt x="831" y="100"/>
                    </a:cubicBezTo>
                    <a:cubicBezTo>
                      <a:pt x="817" y="111"/>
                      <a:pt x="817" y="111"/>
                      <a:pt x="817" y="111"/>
                    </a:cubicBezTo>
                    <a:cubicBezTo>
                      <a:pt x="797" y="130"/>
                      <a:pt x="797" y="130"/>
                      <a:pt x="797" y="130"/>
                    </a:cubicBezTo>
                    <a:cubicBezTo>
                      <a:pt x="780" y="148"/>
                      <a:pt x="780" y="148"/>
                      <a:pt x="780" y="148"/>
                    </a:cubicBezTo>
                    <a:cubicBezTo>
                      <a:pt x="764" y="166"/>
                      <a:pt x="764" y="166"/>
                      <a:pt x="764" y="166"/>
                    </a:cubicBezTo>
                    <a:cubicBezTo>
                      <a:pt x="756" y="187"/>
                      <a:pt x="756" y="187"/>
                      <a:pt x="756" y="187"/>
                    </a:cubicBezTo>
                    <a:cubicBezTo>
                      <a:pt x="756" y="202"/>
                      <a:pt x="756" y="202"/>
                      <a:pt x="756" y="202"/>
                    </a:cubicBezTo>
                    <a:cubicBezTo>
                      <a:pt x="751" y="224"/>
                      <a:pt x="751" y="224"/>
                      <a:pt x="751" y="224"/>
                    </a:cubicBezTo>
                    <a:cubicBezTo>
                      <a:pt x="746" y="234"/>
                      <a:pt x="746" y="234"/>
                      <a:pt x="746" y="234"/>
                    </a:cubicBezTo>
                    <a:cubicBezTo>
                      <a:pt x="751" y="244"/>
                      <a:pt x="751" y="244"/>
                      <a:pt x="751" y="244"/>
                    </a:cubicBezTo>
                    <a:cubicBezTo>
                      <a:pt x="757" y="259"/>
                      <a:pt x="757" y="259"/>
                      <a:pt x="757" y="259"/>
                    </a:cubicBezTo>
                    <a:cubicBezTo>
                      <a:pt x="743" y="245"/>
                      <a:pt x="743" y="245"/>
                      <a:pt x="743" y="245"/>
                    </a:cubicBezTo>
                    <a:cubicBezTo>
                      <a:pt x="740" y="252"/>
                      <a:pt x="740" y="252"/>
                      <a:pt x="740" y="252"/>
                    </a:cubicBezTo>
                    <a:cubicBezTo>
                      <a:pt x="748" y="265"/>
                      <a:pt x="748" y="265"/>
                      <a:pt x="748" y="265"/>
                    </a:cubicBezTo>
                    <a:cubicBezTo>
                      <a:pt x="754" y="274"/>
                      <a:pt x="754" y="274"/>
                      <a:pt x="754" y="274"/>
                    </a:cubicBezTo>
                    <a:cubicBezTo>
                      <a:pt x="753" y="286"/>
                      <a:pt x="753" y="286"/>
                      <a:pt x="753" y="286"/>
                    </a:cubicBezTo>
                    <a:cubicBezTo>
                      <a:pt x="754" y="303"/>
                      <a:pt x="754" y="303"/>
                      <a:pt x="754" y="303"/>
                    </a:cubicBezTo>
                    <a:cubicBezTo>
                      <a:pt x="754" y="313"/>
                      <a:pt x="754" y="313"/>
                      <a:pt x="754" y="313"/>
                    </a:cubicBezTo>
                    <a:cubicBezTo>
                      <a:pt x="751" y="326"/>
                      <a:pt x="751" y="326"/>
                      <a:pt x="751" y="326"/>
                    </a:cubicBezTo>
                    <a:cubicBezTo>
                      <a:pt x="755" y="335"/>
                      <a:pt x="755" y="335"/>
                      <a:pt x="755" y="335"/>
                    </a:cubicBezTo>
                    <a:cubicBezTo>
                      <a:pt x="753" y="345"/>
                      <a:pt x="753" y="345"/>
                      <a:pt x="753" y="345"/>
                    </a:cubicBezTo>
                    <a:cubicBezTo>
                      <a:pt x="753" y="345"/>
                      <a:pt x="740" y="348"/>
                      <a:pt x="740" y="350"/>
                    </a:cubicBezTo>
                    <a:cubicBezTo>
                      <a:pt x="741" y="352"/>
                      <a:pt x="734" y="361"/>
                      <a:pt x="734" y="361"/>
                    </a:cubicBezTo>
                    <a:cubicBezTo>
                      <a:pt x="758" y="380"/>
                      <a:pt x="758" y="380"/>
                      <a:pt x="758" y="380"/>
                    </a:cubicBezTo>
                    <a:cubicBezTo>
                      <a:pt x="770" y="380"/>
                      <a:pt x="770" y="380"/>
                      <a:pt x="770" y="380"/>
                    </a:cubicBezTo>
                    <a:cubicBezTo>
                      <a:pt x="779" y="375"/>
                      <a:pt x="779" y="375"/>
                      <a:pt x="779" y="375"/>
                    </a:cubicBezTo>
                    <a:cubicBezTo>
                      <a:pt x="788" y="375"/>
                      <a:pt x="788" y="375"/>
                      <a:pt x="788" y="375"/>
                    </a:cubicBezTo>
                    <a:cubicBezTo>
                      <a:pt x="807" y="386"/>
                      <a:pt x="807" y="386"/>
                      <a:pt x="807" y="386"/>
                    </a:cubicBezTo>
                    <a:cubicBezTo>
                      <a:pt x="818" y="386"/>
                      <a:pt x="818" y="386"/>
                      <a:pt x="818" y="386"/>
                    </a:cubicBezTo>
                    <a:cubicBezTo>
                      <a:pt x="829" y="378"/>
                      <a:pt x="829" y="378"/>
                      <a:pt x="829" y="378"/>
                    </a:cubicBezTo>
                    <a:cubicBezTo>
                      <a:pt x="840" y="373"/>
                      <a:pt x="840" y="373"/>
                      <a:pt x="840" y="373"/>
                    </a:cubicBezTo>
                    <a:cubicBezTo>
                      <a:pt x="848" y="369"/>
                      <a:pt x="848" y="369"/>
                      <a:pt x="848" y="369"/>
                    </a:cubicBezTo>
                    <a:cubicBezTo>
                      <a:pt x="860" y="378"/>
                      <a:pt x="860" y="378"/>
                      <a:pt x="860" y="378"/>
                    </a:cubicBezTo>
                    <a:cubicBezTo>
                      <a:pt x="870" y="384"/>
                      <a:pt x="870" y="384"/>
                      <a:pt x="870" y="384"/>
                    </a:cubicBezTo>
                    <a:cubicBezTo>
                      <a:pt x="866" y="389"/>
                      <a:pt x="866" y="389"/>
                      <a:pt x="866" y="389"/>
                    </a:cubicBezTo>
                    <a:cubicBezTo>
                      <a:pt x="855" y="389"/>
                      <a:pt x="855" y="389"/>
                      <a:pt x="855" y="389"/>
                    </a:cubicBezTo>
                    <a:cubicBezTo>
                      <a:pt x="848" y="398"/>
                      <a:pt x="848" y="398"/>
                      <a:pt x="848" y="398"/>
                    </a:cubicBezTo>
                    <a:cubicBezTo>
                      <a:pt x="830" y="425"/>
                      <a:pt x="830" y="425"/>
                      <a:pt x="830" y="425"/>
                    </a:cubicBezTo>
                    <a:cubicBezTo>
                      <a:pt x="830" y="492"/>
                      <a:pt x="830" y="492"/>
                      <a:pt x="830" y="492"/>
                    </a:cubicBezTo>
                    <a:cubicBezTo>
                      <a:pt x="842" y="503"/>
                      <a:pt x="842" y="503"/>
                      <a:pt x="842" y="503"/>
                    </a:cubicBezTo>
                    <a:cubicBezTo>
                      <a:pt x="850" y="515"/>
                      <a:pt x="850" y="515"/>
                      <a:pt x="850" y="515"/>
                    </a:cubicBezTo>
                    <a:cubicBezTo>
                      <a:pt x="865" y="519"/>
                      <a:pt x="865" y="519"/>
                      <a:pt x="865" y="519"/>
                    </a:cubicBezTo>
                    <a:cubicBezTo>
                      <a:pt x="899" y="519"/>
                      <a:pt x="899" y="519"/>
                      <a:pt x="899" y="519"/>
                    </a:cubicBezTo>
                    <a:cubicBezTo>
                      <a:pt x="921" y="516"/>
                      <a:pt x="921" y="516"/>
                      <a:pt x="921" y="516"/>
                    </a:cubicBezTo>
                    <a:cubicBezTo>
                      <a:pt x="949" y="509"/>
                      <a:pt x="949" y="509"/>
                      <a:pt x="949" y="509"/>
                    </a:cubicBezTo>
                    <a:cubicBezTo>
                      <a:pt x="967" y="499"/>
                      <a:pt x="967" y="499"/>
                      <a:pt x="967" y="499"/>
                    </a:cubicBezTo>
                    <a:cubicBezTo>
                      <a:pt x="972" y="495"/>
                      <a:pt x="972" y="495"/>
                      <a:pt x="972" y="495"/>
                    </a:cubicBezTo>
                    <a:cubicBezTo>
                      <a:pt x="981" y="498"/>
                      <a:pt x="981" y="498"/>
                      <a:pt x="981" y="498"/>
                    </a:cubicBezTo>
                    <a:cubicBezTo>
                      <a:pt x="980" y="507"/>
                      <a:pt x="980" y="507"/>
                      <a:pt x="980" y="507"/>
                    </a:cubicBezTo>
                    <a:cubicBezTo>
                      <a:pt x="980" y="507"/>
                      <a:pt x="974" y="514"/>
                      <a:pt x="971" y="514"/>
                    </a:cubicBezTo>
                    <a:cubicBezTo>
                      <a:pt x="968" y="514"/>
                      <a:pt x="951" y="511"/>
                      <a:pt x="951" y="511"/>
                    </a:cubicBezTo>
                    <a:cubicBezTo>
                      <a:pt x="918" y="521"/>
                      <a:pt x="918" y="521"/>
                      <a:pt x="918" y="521"/>
                    </a:cubicBezTo>
                    <a:cubicBezTo>
                      <a:pt x="914" y="534"/>
                      <a:pt x="914" y="534"/>
                      <a:pt x="914" y="534"/>
                    </a:cubicBezTo>
                    <a:cubicBezTo>
                      <a:pt x="918" y="537"/>
                      <a:pt x="918" y="537"/>
                      <a:pt x="918" y="537"/>
                    </a:cubicBezTo>
                    <a:cubicBezTo>
                      <a:pt x="928" y="547"/>
                      <a:pt x="928" y="547"/>
                      <a:pt x="928" y="547"/>
                    </a:cubicBezTo>
                    <a:cubicBezTo>
                      <a:pt x="931" y="570"/>
                      <a:pt x="931" y="570"/>
                      <a:pt x="931" y="570"/>
                    </a:cubicBezTo>
                    <a:cubicBezTo>
                      <a:pt x="929" y="590"/>
                      <a:pt x="929" y="590"/>
                      <a:pt x="929" y="590"/>
                    </a:cubicBezTo>
                    <a:cubicBezTo>
                      <a:pt x="918" y="610"/>
                      <a:pt x="918" y="610"/>
                      <a:pt x="918" y="610"/>
                    </a:cubicBezTo>
                    <a:cubicBezTo>
                      <a:pt x="907" y="632"/>
                      <a:pt x="907" y="632"/>
                      <a:pt x="907" y="632"/>
                    </a:cubicBezTo>
                    <a:cubicBezTo>
                      <a:pt x="885" y="650"/>
                      <a:pt x="885" y="650"/>
                      <a:pt x="885" y="650"/>
                    </a:cubicBezTo>
                    <a:cubicBezTo>
                      <a:pt x="864" y="661"/>
                      <a:pt x="864" y="661"/>
                      <a:pt x="864" y="661"/>
                    </a:cubicBezTo>
                    <a:cubicBezTo>
                      <a:pt x="844" y="670"/>
                      <a:pt x="844" y="670"/>
                      <a:pt x="844" y="670"/>
                    </a:cubicBezTo>
                    <a:cubicBezTo>
                      <a:pt x="834" y="678"/>
                      <a:pt x="834" y="678"/>
                      <a:pt x="834" y="678"/>
                    </a:cubicBezTo>
                    <a:cubicBezTo>
                      <a:pt x="819" y="690"/>
                      <a:pt x="819" y="690"/>
                      <a:pt x="819" y="690"/>
                    </a:cubicBezTo>
                    <a:cubicBezTo>
                      <a:pt x="811" y="708"/>
                      <a:pt x="811" y="708"/>
                      <a:pt x="811" y="708"/>
                    </a:cubicBezTo>
                    <a:cubicBezTo>
                      <a:pt x="802" y="724"/>
                      <a:pt x="802" y="724"/>
                      <a:pt x="802" y="724"/>
                    </a:cubicBezTo>
                    <a:cubicBezTo>
                      <a:pt x="782" y="733"/>
                      <a:pt x="782" y="733"/>
                      <a:pt x="782" y="733"/>
                    </a:cubicBezTo>
                    <a:cubicBezTo>
                      <a:pt x="760" y="738"/>
                      <a:pt x="760" y="738"/>
                      <a:pt x="760" y="738"/>
                    </a:cubicBezTo>
                    <a:cubicBezTo>
                      <a:pt x="748" y="738"/>
                      <a:pt x="748" y="738"/>
                      <a:pt x="748" y="738"/>
                    </a:cubicBezTo>
                    <a:cubicBezTo>
                      <a:pt x="748" y="738"/>
                      <a:pt x="732" y="726"/>
                      <a:pt x="730" y="724"/>
                    </a:cubicBezTo>
                    <a:cubicBezTo>
                      <a:pt x="728" y="721"/>
                      <a:pt x="714" y="712"/>
                      <a:pt x="714" y="712"/>
                    </a:cubicBezTo>
                    <a:cubicBezTo>
                      <a:pt x="692" y="706"/>
                      <a:pt x="692" y="706"/>
                      <a:pt x="692" y="706"/>
                    </a:cubicBezTo>
                    <a:cubicBezTo>
                      <a:pt x="661" y="702"/>
                      <a:pt x="661" y="702"/>
                      <a:pt x="661" y="702"/>
                    </a:cubicBezTo>
                    <a:cubicBezTo>
                      <a:pt x="648" y="697"/>
                      <a:pt x="648" y="697"/>
                      <a:pt x="648" y="697"/>
                    </a:cubicBezTo>
                    <a:cubicBezTo>
                      <a:pt x="632" y="691"/>
                      <a:pt x="632" y="691"/>
                      <a:pt x="632" y="691"/>
                    </a:cubicBezTo>
                    <a:cubicBezTo>
                      <a:pt x="615" y="682"/>
                      <a:pt x="615" y="682"/>
                      <a:pt x="615" y="682"/>
                    </a:cubicBezTo>
                    <a:cubicBezTo>
                      <a:pt x="607" y="675"/>
                      <a:pt x="607" y="675"/>
                      <a:pt x="607" y="675"/>
                    </a:cubicBezTo>
                    <a:cubicBezTo>
                      <a:pt x="599" y="668"/>
                      <a:pt x="599" y="668"/>
                      <a:pt x="599" y="668"/>
                    </a:cubicBezTo>
                    <a:cubicBezTo>
                      <a:pt x="608" y="663"/>
                      <a:pt x="608" y="663"/>
                      <a:pt x="608" y="663"/>
                    </a:cubicBezTo>
                    <a:cubicBezTo>
                      <a:pt x="620" y="647"/>
                      <a:pt x="620" y="647"/>
                      <a:pt x="620" y="647"/>
                    </a:cubicBezTo>
                    <a:cubicBezTo>
                      <a:pt x="630" y="635"/>
                      <a:pt x="630" y="635"/>
                      <a:pt x="630" y="635"/>
                    </a:cubicBezTo>
                    <a:cubicBezTo>
                      <a:pt x="637" y="614"/>
                      <a:pt x="637" y="614"/>
                      <a:pt x="637" y="614"/>
                    </a:cubicBezTo>
                    <a:cubicBezTo>
                      <a:pt x="633" y="602"/>
                      <a:pt x="633" y="602"/>
                      <a:pt x="633" y="602"/>
                    </a:cubicBezTo>
                    <a:cubicBezTo>
                      <a:pt x="638" y="585"/>
                      <a:pt x="638" y="585"/>
                      <a:pt x="638" y="585"/>
                    </a:cubicBezTo>
                    <a:cubicBezTo>
                      <a:pt x="628" y="567"/>
                      <a:pt x="628" y="567"/>
                      <a:pt x="628" y="567"/>
                    </a:cubicBezTo>
                    <a:cubicBezTo>
                      <a:pt x="618" y="542"/>
                      <a:pt x="618" y="542"/>
                      <a:pt x="618" y="542"/>
                    </a:cubicBezTo>
                    <a:cubicBezTo>
                      <a:pt x="614" y="524"/>
                      <a:pt x="614" y="524"/>
                      <a:pt x="614" y="524"/>
                    </a:cubicBezTo>
                    <a:cubicBezTo>
                      <a:pt x="624" y="507"/>
                      <a:pt x="624" y="507"/>
                      <a:pt x="624" y="507"/>
                    </a:cubicBezTo>
                    <a:cubicBezTo>
                      <a:pt x="634" y="504"/>
                      <a:pt x="634" y="504"/>
                      <a:pt x="634" y="504"/>
                    </a:cubicBezTo>
                    <a:cubicBezTo>
                      <a:pt x="649" y="508"/>
                      <a:pt x="649" y="508"/>
                      <a:pt x="649" y="508"/>
                    </a:cubicBezTo>
                    <a:cubicBezTo>
                      <a:pt x="660" y="518"/>
                      <a:pt x="660" y="518"/>
                      <a:pt x="660" y="518"/>
                    </a:cubicBezTo>
                    <a:cubicBezTo>
                      <a:pt x="671" y="510"/>
                      <a:pt x="671" y="510"/>
                      <a:pt x="671" y="510"/>
                    </a:cubicBezTo>
                    <a:cubicBezTo>
                      <a:pt x="684" y="504"/>
                      <a:pt x="684" y="504"/>
                      <a:pt x="684" y="504"/>
                    </a:cubicBezTo>
                    <a:cubicBezTo>
                      <a:pt x="693" y="494"/>
                      <a:pt x="693" y="494"/>
                      <a:pt x="693" y="494"/>
                    </a:cubicBezTo>
                    <a:cubicBezTo>
                      <a:pt x="698" y="480"/>
                      <a:pt x="698" y="480"/>
                      <a:pt x="698" y="480"/>
                    </a:cubicBezTo>
                    <a:cubicBezTo>
                      <a:pt x="714" y="469"/>
                      <a:pt x="714" y="469"/>
                      <a:pt x="714" y="469"/>
                    </a:cubicBezTo>
                    <a:cubicBezTo>
                      <a:pt x="711" y="446"/>
                      <a:pt x="711" y="446"/>
                      <a:pt x="711" y="446"/>
                    </a:cubicBezTo>
                    <a:cubicBezTo>
                      <a:pt x="704" y="438"/>
                      <a:pt x="704" y="438"/>
                      <a:pt x="704" y="438"/>
                    </a:cubicBezTo>
                    <a:cubicBezTo>
                      <a:pt x="689" y="435"/>
                      <a:pt x="689" y="435"/>
                      <a:pt x="689" y="435"/>
                    </a:cubicBezTo>
                    <a:cubicBezTo>
                      <a:pt x="678" y="437"/>
                      <a:pt x="678" y="437"/>
                      <a:pt x="678" y="437"/>
                    </a:cubicBezTo>
                    <a:cubicBezTo>
                      <a:pt x="673" y="445"/>
                      <a:pt x="673" y="445"/>
                      <a:pt x="673" y="445"/>
                    </a:cubicBezTo>
                    <a:cubicBezTo>
                      <a:pt x="665" y="447"/>
                      <a:pt x="665" y="447"/>
                      <a:pt x="665" y="447"/>
                    </a:cubicBezTo>
                    <a:cubicBezTo>
                      <a:pt x="655" y="439"/>
                      <a:pt x="655" y="439"/>
                      <a:pt x="655" y="439"/>
                    </a:cubicBezTo>
                    <a:cubicBezTo>
                      <a:pt x="646" y="424"/>
                      <a:pt x="646" y="424"/>
                      <a:pt x="646" y="424"/>
                    </a:cubicBezTo>
                    <a:cubicBezTo>
                      <a:pt x="646" y="400"/>
                      <a:pt x="646" y="400"/>
                      <a:pt x="646" y="400"/>
                    </a:cubicBezTo>
                    <a:cubicBezTo>
                      <a:pt x="649" y="386"/>
                      <a:pt x="649" y="386"/>
                      <a:pt x="649" y="386"/>
                    </a:cubicBezTo>
                    <a:cubicBezTo>
                      <a:pt x="647" y="377"/>
                      <a:pt x="647" y="377"/>
                      <a:pt x="647" y="377"/>
                    </a:cubicBezTo>
                    <a:cubicBezTo>
                      <a:pt x="643" y="364"/>
                      <a:pt x="643" y="364"/>
                      <a:pt x="643" y="364"/>
                    </a:cubicBezTo>
                    <a:cubicBezTo>
                      <a:pt x="633" y="346"/>
                      <a:pt x="633" y="346"/>
                      <a:pt x="633" y="346"/>
                    </a:cubicBezTo>
                    <a:cubicBezTo>
                      <a:pt x="630" y="339"/>
                      <a:pt x="630" y="339"/>
                      <a:pt x="630" y="339"/>
                    </a:cubicBezTo>
                    <a:cubicBezTo>
                      <a:pt x="623" y="330"/>
                      <a:pt x="623" y="330"/>
                      <a:pt x="623" y="330"/>
                    </a:cubicBezTo>
                    <a:cubicBezTo>
                      <a:pt x="618" y="333"/>
                      <a:pt x="618" y="333"/>
                      <a:pt x="618" y="333"/>
                    </a:cubicBezTo>
                    <a:cubicBezTo>
                      <a:pt x="614" y="328"/>
                      <a:pt x="614" y="328"/>
                      <a:pt x="614" y="328"/>
                    </a:cubicBezTo>
                    <a:cubicBezTo>
                      <a:pt x="610" y="326"/>
                      <a:pt x="610" y="326"/>
                      <a:pt x="610" y="326"/>
                    </a:cubicBezTo>
                    <a:cubicBezTo>
                      <a:pt x="595" y="337"/>
                      <a:pt x="595" y="337"/>
                      <a:pt x="595" y="337"/>
                    </a:cubicBezTo>
                    <a:cubicBezTo>
                      <a:pt x="585" y="342"/>
                      <a:pt x="585" y="342"/>
                      <a:pt x="585" y="342"/>
                    </a:cubicBezTo>
                    <a:cubicBezTo>
                      <a:pt x="575" y="354"/>
                      <a:pt x="575" y="354"/>
                      <a:pt x="575" y="354"/>
                    </a:cubicBezTo>
                    <a:cubicBezTo>
                      <a:pt x="581" y="359"/>
                      <a:pt x="581" y="359"/>
                      <a:pt x="581" y="359"/>
                    </a:cubicBezTo>
                    <a:cubicBezTo>
                      <a:pt x="583" y="368"/>
                      <a:pt x="583" y="368"/>
                      <a:pt x="583" y="368"/>
                    </a:cubicBezTo>
                    <a:cubicBezTo>
                      <a:pt x="575" y="368"/>
                      <a:pt x="575" y="368"/>
                      <a:pt x="575" y="368"/>
                    </a:cubicBezTo>
                    <a:cubicBezTo>
                      <a:pt x="569" y="363"/>
                      <a:pt x="569" y="363"/>
                      <a:pt x="569" y="363"/>
                    </a:cubicBezTo>
                    <a:cubicBezTo>
                      <a:pt x="561" y="355"/>
                      <a:pt x="561" y="355"/>
                      <a:pt x="561" y="355"/>
                    </a:cubicBezTo>
                    <a:cubicBezTo>
                      <a:pt x="550" y="348"/>
                      <a:pt x="550" y="348"/>
                      <a:pt x="550" y="348"/>
                    </a:cubicBezTo>
                    <a:cubicBezTo>
                      <a:pt x="538" y="342"/>
                      <a:pt x="538" y="342"/>
                      <a:pt x="538" y="342"/>
                    </a:cubicBezTo>
                    <a:cubicBezTo>
                      <a:pt x="530" y="334"/>
                      <a:pt x="530" y="334"/>
                      <a:pt x="530" y="334"/>
                    </a:cubicBezTo>
                    <a:cubicBezTo>
                      <a:pt x="535" y="320"/>
                      <a:pt x="535" y="320"/>
                      <a:pt x="535" y="320"/>
                    </a:cubicBezTo>
                    <a:cubicBezTo>
                      <a:pt x="535" y="310"/>
                      <a:pt x="535" y="310"/>
                      <a:pt x="535" y="310"/>
                    </a:cubicBezTo>
                    <a:cubicBezTo>
                      <a:pt x="521" y="308"/>
                      <a:pt x="521" y="308"/>
                      <a:pt x="521" y="308"/>
                    </a:cubicBezTo>
                    <a:cubicBezTo>
                      <a:pt x="513" y="309"/>
                      <a:pt x="513" y="309"/>
                      <a:pt x="513" y="309"/>
                    </a:cubicBezTo>
                    <a:cubicBezTo>
                      <a:pt x="503" y="321"/>
                      <a:pt x="503" y="321"/>
                      <a:pt x="503" y="321"/>
                    </a:cubicBezTo>
                    <a:cubicBezTo>
                      <a:pt x="502" y="352"/>
                      <a:pt x="502" y="352"/>
                      <a:pt x="502" y="352"/>
                    </a:cubicBezTo>
                    <a:cubicBezTo>
                      <a:pt x="499" y="369"/>
                      <a:pt x="499" y="369"/>
                      <a:pt x="499" y="369"/>
                    </a:cubicBezTo>
                    <a:cubicBezTo>
                      <a:pt x="496" y="385"/>
                      <a:pt x="496" y="385"/>
                      <a:pt x="496" y="385"/>
                    </a:cubicBezTo>
                    <a:cubicBezTo>
                      <a:pt x="488" y="411"/>
                      <a:pt x="488" y="411"/>
                      <a:pt x="488" y="411"/>
                    </a:cubicBezTo>
                    <a:cubicBezTo>
                      <a:pt x="478" y="437"/>
                      <a:pt x="478" y="437"/>
                      <a:pt x="478" y="437"/>
                    </a:cubicBezTo>
                    <a:cubicBezTo>
                      <a:pt x="471" y="470"/>
                      <a:pt x="471" y="470"/>
                      <a:pt x="471" y="470"/>
                    </a:cubicBezTo>
                    <a:cubicBezTo>
                      <a:pt x="468" y="494"/>
                      <a:pt x="468" y="494"/>
                      <a:pt x="468" y="494"/>
                    </a:cubicBezTo>
                    <a:cubicBezTo>
                      <a:pt x="468" y="510"/>
                      <a:pt x="468" y="510"/>
                      <a:pt x="468" y="510"/>
                    </a:cubicBezTo>
                    <a:cubicBezTo>
                      <a:pt x="468" y="529"/>
                      <a:pt x="468" y="529"/>
                      <a:pt x="468" y="529"/>
                    </a:cubicBezTo>
                    <a:cubicBezTo>
                      <a:pt x="463" y="558"/>
                      <a:pt x="463" y="558"/>
                      <a:pt x="463" y="558"/>
                    </a:cubicBezTo>
                    <a:cubicBezTo>
                      <a:pt x="461" y="577"/>
                      <a:pt x="461" y="577"/>
                      <a:pt x="461" y="577"/>
                    </a:cubicBezTo>
                    <a:cubicBezTo>
                      <a:pt x="453" y="601"/>
                      <a:pt x="453" y="601"/>
                      <a:pt x="453" y="601"/>
                    </a:cubicBezTo>
                    <a:cubicBezTo>
                      <a:pt x="443" y="633"/>
                      <a:pt x="443" y="633"/>
                      <a:pt x="443" y="633"/>
                    </a:cubicBezTo>
                    <a:cubicBezTo>
                      <a:pt x="440" y="653"/>
                      <a:pt x="440" y="653"/>
                      <a:pt x="440" y="653"/>
                    </a:cubicBezTo>
                    <a:cubicBezTo>
                      <a:pt x="427" y="679"/>
                      <a:pt x="427" y="679"/>
                      <a:pt x="427" y="679"/>
                    </a:cubicBezTo>
                    <a:cubicBezTo>
                      <a:pt x="421" y="695"/>
                      <a:pt x="421" y="695"/>
                      <a:pt x="421" y="695"/>
                    </a:cubicBezTo>
                    <a:cubicBezTo>
                      <a:pt x="401" y="733"/>
                      <a:pt x="401" y="733"/>
                      <a:pt x="401" y="733"/>
                    </a:cubicBezTo>
                    <a:cubicBezTo>
                      <a:pt x="390" y="758"/>
                      <a:pt x="390" y="758"/>
                      <a:pt x="390" y="758"/>
                    </a:cubicBezTo>
                    <a:cubicBezTo>
                      <a:pt x="378" y="779"/>
                      <a:pt x="378" y="779"/>
                      <a:pt x="378" y="779"/>
                    </a:cubicBezTo>
                    <a:cubicBezTo>
                      <a:pt x="360" y="802"/>
                      <a:pt x="360" y="802"/>
                      <a:pt x="360" y="802"/>
                    </a:cubicBezTo>
                    <a:cubicBezTo>
                      <a:pt x="337" y="827"/>
                      <a:pt x="337" y="827"/>
                      <a:pt x="337" y="827"/>
                    </a:cubicBezTo>
                    <a:cubicBezTo>
                      <a:pt x="315" y="853"/>
                      <a:pt x="315" y="853"/>
                      <a:pt x="315" y="853"/>
                    </a:cubicBezTo>
                    <a:cubicBezTo>
                      <a:pt x="301" y="873"/>
                      <a:pt x="301" y="873"/>
                      <a:pt x="301" y="873"/>
                    </a:cubicBezTo>
                    <a:cubicBezTo>
                      <a:pt x="280" y="896"/>
                      <a:pt x="280" y="896"/>
                      <a:pt x="280" y="896"/>
                    </a:cubicBezTo>
                    <a:cubicBezTo>
                      <a:pt x="268" y="901"/>
                      <a:pt x="268" y="901"/>
                      <a:pt x="268" y="901"/>
                    </a:cubicBezTo>
                    <a:cubicBezTo>
                      <a:pt x="250" y="893"/>
                      <a:pt x="250" y="893"/>
                      <a:pt x="250" y="893"/>
                    </a:cubicBezTo>
                    <a:cubicBezTo>
                      <a:pt x="235" y="892"/>
                      <a:pt x="235" y="892"/>
                      <a:pt x="235" y="892"/>
                    </a:cubicBezTo>
                    <a:cubicBezTo>
                      <a:pt x="226" y="905"/>
                      <a:pt x="226" y="905"/>
                      <a:pt x="226" y="905"/>
                    </a:cubicBezTo>
                    <a:cubicBezTo>
                      <a:pt x="211" y="912"/>
                      <a:pt x="211" y="912"/>
                      <a:pt x="211" y="912"/>
                    </a:cubicBezTo>
                    <a:cubicBezTo>
                      <a:pt x="211" y="925"/>
                      <a:pt x="211" y="925"/>
                      <a:pt x="211" y="925"/>
                    </a:cubicBezTo>
                    <a:cubicBezTo>
                      <a:pt x="240" y="944"/>
                      <a:pt x="240" y="944"/>
                      <a:pt x="240" y="944"/>
                    </a:cubicBezTo>
                    <a:cubicBezTo>
                      <a:pt x="260" y="964"/>
                      <a:pt x="260" y="964"/>
                      <a:pt x="260" y="964"/>
                    </a:cubicBezTo>
                    <a:cubicBezTo>
                      <a:pt x="268" y="980"/>
                      <a:pt x="268" y="980"/>
                      <a:pt x="268" y="980"/>
                    </a:cubicBezTo>
                    <a:cubicBezTo>
                      <a:pt x="285" y="990"/>
                      <a:pt x="285" y="990"/>
                      <a:pt x="285" y="990"/>
                    </a:cubicBezTo>
                    <a:cubicBezTo>
                      <a:pt x="313" y="1004"/>
                      <a:pt x="313" y="1004"/>
                      <a:pt x="313" y="1004"/>
                    </a:cubicBezTo>
                    <a:cubicBezTo>
                      <a:pt x="334" y="1016"/>
                      <a:pt x="334" y="1016"/>
                      <a:pt x="334" y="1016"/>
                    </a:cubicBezTo>
                    <a:cubicBezTo>
                      <a:pt x="332" y="1026"/>
                      <a:pt x="332" y="1026"/>
                      <a:pt x="332" y="1026"/>
                    </a:cubicBezTo>
                    <a:cubicBezTo>
                      <a:pt x="332" y="1026"/>
                      <a:pt x="344" y="1028"/>
                      <a:pt x="347" y="1029"/>
                    </a:cubicBezTo>
                    <a:cubicBezTo>
                      <a:pt x="350" y="1030"/>
                      <a:pt x="372" y="1042"/>
                      <a:pt x="372" y="1042"/>
                    </a:cubicBezTo>
                    <a:cubicBezTo>
                      <a:pt x="398" y="1055"/>
                      <a:pt x="398" y="1055"/>
                      <a:pt x="398" y="1055"/>
                    </a:cubicBezTo>
                    <a:cubicBezTo>
                      <a:pt x="430" y="1061"/>
                      <a:pt x="430" y="1061"/>
                      <a:pt x="430" y="1061"/>
                    </a:cubicBezTo>
                    <a:cubicBezTo>
                      <a:pt x="448" y="1061"/>
                      <a:pt x="448" y="1061"/>
                      <a:pt x="448" y="1061"/>
                    </a:cubicBezTo>
                    <a:cubicBezTo>
                      <a:pt x="476" y="1052"/>
                      <a:pt x="476" y="1052"/>
                      <a:pt x="476" y="1052"/>
                    </a:cubicBezTo>
                    <a:cubicBezTo>
                      <a:pt x="506" y="1038"/>
                      <a:pt x="506" y="1038"/>
                      <a:pt x="506" y="1038"/>
                    </a:cubicBezTo>
                    <a:cubicBezTo>
                      <a:pt x="525" y="1034"/>
                      <a:pt x="525" y="1034"/>
                      <a:pt x="525" y="1034"/>
                    </a:cubicBezTo>
                    <a:cubicBezTo>
                      <a:pt x="531" y="1040"/>
                      <a:pt x="531" y="1040"/>
                      <a:pt x="531" y="1040"/>
                    </a:cubicBezTo>
                    <a:cubicBezTo>
                      <a:pt x="524" y="1051"/>
                      <a:pt x="524" y="1051"/>
                      <a:pt x="524" y="1051"/>
                    </a:cubicBezTo>
                    <a:cubicBezTo>
                      <a:pt x="500" y="1051"/>
                      <a:pt x="500" y="1051"/>
                      <a:pt x="500" y="1051"/>
                    </a:cubicBezTo>
                    <a:cubicBezTo>
                      <a:pt x="473" y="1056"/>
                      <a:pt x="473" y="1056"/>
                      <a:pt x="473" y="1056"/>
                    </a:cubicBezTo>
                    <a:cubicBezTo>
                      <a:pt x="454" y="1069"/>
                      <a:pt x="454" y="1069"/>
                      <a:pt x="454" y="1069"/>
                    </a:cubicBezTo>
                    <a:cubicBezTo>
                      <a:pt x="436" y="1069"/>
                      <a:pt x="436" y="1069"/>
                      <a:pt x="436" y="1069"/>
                    </a:cubicBezTo>
                    <a:cubicBezTo>
                      <a:pt x="416" y="1069"/>
                      <a:pt x="416" y="1069"/>
                      <a:pt x="416" y="1069"/>
                    </a:cubicBezTo>
                    <a:cubicBezTo>
                      <a:pt x="388" y="1063"/>
                      <a:pt x="388" y="1063"/>
                      <a:pt x="388" y="1063"/>
                    </a:cubicBezTo>
                    <a:cubicBezTo>
                      <a:pt x="376" y="1060"/>
                      <a:pt x="376" y="1060"/>
                      <a:pt x="376" y="1060"/>
                    </a:cubicBezTo>
                    <a:cubicBezTo>
                      <a:pt x="362" y="1060"/>
                      <a:pt x="362" y="1060"/>
                      <a:pt x="362" y="1060"/>
                    </a:cubicBezTo>
                    <a:cubicBezTo>
                      <a:pt x="354" y="1058"/>
                      <a:pt x="354" y="1058"/>
                      <a:pt x="354" y="1058"/>
                    </a:cubicBezTo>
                    <a:cubicBezTo>
                      <a:pt x="332" y="1037"/>
                      <a:pt x="332" y="1037"/>
                      <a:pt x="332" y="1037"/>
                    </a:cubicBezTo>
                    <a:cubicBezTo>
                      <a:pt x="313" y="1022"/>
                      <a:pt x="313" y="1022"/>
                      <a:pt x="313" y="1022"/>
                    </a:cubicBezTo>
                    <a:cubicBezTo>
                      <a:pt x="280" y="1005"/>
                      <a:pt x="280" y="1005"/>
                      <a:pt x="280" y="1005"/>
                    </a:cubicBezTo>
                    <a:cubicBezTo>
                      <a:pt x="265" y="993"/>
                      <a:pt x="265" y="993"/>
                      <a:pt x="265" y="993"/>
                    </a:cubicBezTo>
                    <a:cubicBezTo>
                      <a:pt x="246" y="980"/>
                      <a:pt x="246" y="980"/>
                      <a:pt x="246" y="980"/>
                    </a:cubicBezTo>
                    <a:cubicBezTo>
                      <a:pt x="234" y="979"/>
                      <a:pt x="234" y="979"/>
                      <a:pt x="234" y="979"/>
                    </a:cubicBezTo>
                    <a:cubicBezTo>
                      <a:pt x="211" y="988"/>
                      <a:pt x="211" y="988"/>
                      <a:pt x="211" y="988"/>
                    </a:cubicBezTo>
                    <a:cubicBezTo>
                      <a:pt x="211" y="988"/>
                      <a:pt x="192" y="991"/>
                      <a:pt x="192" y="993"/>
                    </a:cubicBezTo>
                    <a:cubicBezTo>
                      <a:pt x="191" y="995"/>
                      <a:pt x="192" y="1011"/>
                      <a:pt x="192" y="1011"/>
                    </a:cubicBezTo>
                    <a:cubicBezTo>
                      <a:pt x="191" y="1020"/>
                      <a:pt x="191" y="1020"/>
                      <a:pt x="191" y="1020"/>
                    </a:cubicBezTo>
                    <a:cubicBezTo>
                      <a:pt x="178" y="1036"/>
                      <a:pt x="178" y="1036"/>
                      <a:pt x="178" y="1036"/>
                    </a:cubicBezTo>
                    <a:cubicBezTo>
                      <a:pt x="170" y="1036"/>
                      <a:pt x="170" y="1036"/>
                      <a:pt x="170" y="1036"/>
                    </a:cubicBezTo>
                    <a:cubicBezTo>
                      <a:pt x="144" y="1040"/>
                      <a:pt x="144" y="1040"/>
                      <a:pt x="144" y="1040"/>
                    </a:cubicBezTo>
                    <a:cubicBezTo>
                      <a:pt x="130" y="1049"/>
                      <a:pt x="130" y="1049"/>
                      <a:pt x="130" y="1049"/>
                    </a:cubicBezTo>
                    <a:cubicBezTo>
                      <a:pt x="125" y="1066"/>
                      <a:pt x="125" y="1066"/>
                      <a:pt x="125" y="1066"/>
                    </a:cubicBezTo>
                    <a:cubicBezTo>
                      <a:pt x="125" y="1066"/>
                      <a:pt x="128" y="1078"/>
                      <a:pt x="130" y="1079"/>
                    </a:cubicBezTo>
                    <a:cubicBezTo>
                      <a:pt x="132" y="1080"/>
                      <a:pt x="142" y="1084"/>
                      <a:pt x="142" y="1084"/>
                    </a:cubicBezTo>
                    <a:cubicBezTo>
                      <a:pt x="138" y="1092"/>
                      <a:pt x="138" y="1092"/>
                      <a:pt x="138" y="1092"/>
                    </a:cubicBezTo>
                    <a:cubicBezTo>
                      <a:pt x="132" y="1101"/>
                      <a:pt x="132" y="1101"/>
                      <a:pt x="132" y="1101"/>
                    </a:cubicBezTo>
                    <a:cubicBezTo>
                      <a:pt x="125" y="1112"/>
                      <a:pt x="125" y="1112"/>
                      <a:pt x="125" y="1112"/>
                    </a:cubicBezTo>
                    <a:cubicBezTo>
                      <a:pt x="125" y="1122"/>
                      <a:pt x="125" y="1122"/>
                      <a:pt x="125" y="1122"/>
                    </a:cubicBezTo>
                    <a:cubicBezTo>
                      <a:pt x="115" y="1128"/>
                      <a:pt x="115" y="1128"/>
                      <a:pt x="115" y="1128"/>
                    </a:cubicBezTo>
                    <a:cubicBezTo>
                      <a:pt x="101" y="1128"/>
                      <a:pt x="101" y="1128"/>
                      <a:pt x="101" y="1128"/>
                    </a:cubicBezTo>
                    <a:cubicBezTo>
                      <a:pt x="94" y="1121"/>
                      <a:pt x="94" y="1121"/>
                      <a:pt x="94" y="1121"/>
                    </a:cubicBezTo>
                    <a:cubicBezTo>
                      <a:pt x="82" y="1126"/>
                      <a:pt x="82" y="1126"/>
                      <a:pt x="82" y="1126"/>
                    </a:cubicBezTo>
                    <a:cubicBezTo>
                      <a:pt x="65" y="1137"/>
                      <a:pt x="65" y="1137"/>
                      <a:pt x="65" y="1137"/>
                    </a:cubicBezTo>
                    <a:cubicBezTo>
                      <a:pt x="46" y="1148"/>
                      <a:pt x="46" y="1148"/>
                      <a:pt x="46" y="1148"/>
                    </a:cubicBezTo>
                    <a:cubicBezTo>
                      <a:pt x="26" y="1162"/>
                      <a:pt x="26" y="1162"/>
                      <a:pt x="26" y="1162"/>
                    </a:cubicBezTo>
                    <a:cubicBezTo>
                      <a:pt x="31" y="1173"/>
                      <a:pt x="31" y="1173"/>
                      <a:pt x="31" y="1173"/>
                    </a:cubicBezTo>
                    <a:cubicBezTo>
                      <a:pt x="38" y="1178"/>
                      <a:pt x="38" y="1178"/>
                      <a:pt x="38" y="1178"/>
                    </a:cubicBezTo>
                    <a:cubicBezTo>
                      <a:pt x="48" y="1188"/>
                      <a:pt x="48" y="1188"/>
                      <a:pt x="48" y="1188"/>
                    </a:cubicBezTo>
                    <a:cubicBezTo>
                      <a:pt x="56" y="1198"/>
                      <a:pt x="56" y="1198"/>
                      <a:pt x="56" y="1198"/>
                    </a:cubicBezTo>
                    <a:cubicBezTo>
                      <a:pt x="68" y="1214"/>
                      <a:pt x="68" y="1214"/>
                      <a:pt x="68" y="1214"/>
                    </a:cubicBezTo>
                    <a:cubicBezTo>
                      <a:pt x="79" y="1221"/>
                      <a:pt x="79" y="1221"/>
                      <a:pt x="79" y="1221"/>
                    </a:cubicBezTo>
                    <a:cubicBezTo>
                      <a:pt x="92" y="1222"/>
                      <a:pt x="92" y="1222"/>
                      <a:pt x="92" y="1222"/>
                    </a:cubicBezTo>
                    <a:cubicBezTo>
                      <a:pt x="111" y="1214"/>
                      <a:pt x="111" y="1214"/>
                      <a:pt x="111" y="1214"/>
                    </a:cubicBezTo>
                    <a:cubicBezTo>
                      <a:pt x="119" y="1208"/>
                      <a:pt x="119" y="1208"/>
                      <a:pt x="119" y="1208"/>
                    </a:cubicBezTo>
                    <a:cubicBezTo>
                      <a:pt x="128" y="1198"/>
                      <a:pt x="128" y="1198"/>
                      <a:pt x="128" y="1198"/>
                    </a:cubicBezTo>
                    <a:cubicBezTo>
                      <a:pt x="135" y="1206"/>
                      <a:pt x="135" y="1206"/>
                      <a:pt x="135" y="1206"/>
                    </a:cubicBezTo>
                    <a:cubicBezTo>
                      <a:pt x="125" y="1209"/>
                      <a:pt x="125" y="1209"/>
                      <a:pt x="125" y="1209"/>
                    </a:cubicBezTo>
                    <a:cubicBezTo>
                      <a:pt x="122" y="1219"/>
                      <a:pt x="122" y="1219"/>
                      <a:pt x="122" y="1219"/>
                    </a:cubicBezTo>
                    <a:cubicBezTo>
                      <a:pt x="130" y="1233"/>
                      <a:pt x="130" y="1233"/>
                      <a:pt x="130" y="1233"/>
                    </a:cubicBezTo>
                    <a:cubicBezTo>
                      <a:pt x="140" y="1239"/>
                      <a:pt x="140" y="1239"/>
                      <a:pt x="140" y="1239"/>
                    </a:cubicBezTo>
                    <a:cubicBezTo>
                      <a:pt x="152" y="1237"/>
                      <a:pt x="152" y="1237"/>
                      <a:pt x="152" y="1237"/>
                    </a:cubicBezTo>
                    <a:cubicBezTo>
                      <a:pt x="160" y="1242"/>
                      <a:pt x="160" y="1242"/>
                      <a:pt x="160" y="1242"/>
                    </a:cubicBezTo>
                    <a:cubicBezTo>
                      <a:pt x="167" y="1250"/>
                      <a:pt x="167" y="1250"/>
                      <a:pt x="167" y="1250"/>
                    </a:cubicBezTo>
                    <a:cubicBezTo>
                      <a:pt x="181" y="1249"/>
                      <a:pt x="181" y="1249"/>
                      <a:pt x="181" y="1249"/>
                    </a:cubicBezTo>
                    <a:cubicBezTo>
                      <a:pt x="195" y="1246"/>
                      <a:pt x="195" y="1246"/>
                      <a:pt x="195" y="1246"/>
                    </a:cubicBezTo>
                    <a:cubicBezTo>
                      <a:pt x="206" y="1236"/>
                      <a:pt x="206" y="1236"/>
                      <a:pt x="206" y="1236"/>
                    </a:cubicBezTo>
                    <a:cubicBezTo>
                      <a:pt x="206" y="1225"/>
                      <a:pt x="206" y="1225"/>
                      <a:pt x="206" y="1225"/>
                    </a:cubicBezTo>
                    <a:cubicBezTo>
                      <a:pt x="210" y="1213"/>
                      <a:pt x="210" y="1213"/>
                      <a:pt x="210" y="1213"/>
                    </a:cubicBezTo>
                    <a:cubicBezTo>
                      <a:pt x="213" y="1212"/>
                      <a:pt x="213" y="1212"/>
                      <a:pt x="213" y="1212"/>
                    </a:cubicBezTo>
                    <a:cubicBezTo>
                      <a:pt x="226" y="1209"/>
                      <a:pt x="226" y="1209"/>
                      <a:pt x="226" y="1209"/>
                    </a:cubicBezTo>
                    <a:cubicBezTo>
                      <a:pt x="232" y="1214"/>
                      <a:pt x="232" y="1214"/>
                      <a:pt x="232" y="1214"/>
                    </a:cubicBezTo>
                    <a:cubicBezTo>
                      <a:pt x="244" y="1223"/>
                      <a:pt x="244" y="1223"/>
                      <a:pt x="244" y="1223"/>
                    </a:cubicBezTo>
                    <a:cubicBezTo>
                      <a:pt x="260" y="1234"/>
                      <a:pt x="260" y="1234"/>
                      <a:pt x="260" y="1234"/>
                    </a:cubicBezTo>
                    <a:cubicBezTo>
                      <a:pt x="272" y="1242"/>
                      <a:pt x="272" y="1242"/>
                      <a:pt x="272" y="1242"/>
                    </a:cubicBezTo>
                    <a:cubicBezTo>
                      <a:pt x="289" y="1250"/>
                      <a:pt x="289" y="1250"/>
                      <a:pt x="289" y="1250"/>
                    </a:cubicBezTo>
                    <a:cubicBezTo>
                      <a:pt x="302" y="1246"/>
                      <a:pt x="302" y="1246"/>
                      <a:pt x="302" y="1246"/>
                    </a:cubicBezTo>
                    <a:cubicBezTo>
                      <a:pt x="312" y="1242"/>
                      <a:pt x="312" y="1242"/>
                      <a:pt x="312" y="1242"/>
                    </a:cubicBezTo>
                    <a:cubicBezTo>
                      <a:pt x="325" y="1253"/>
                      <a:pt x="325" y="1253"/>
                      <a:pt x="325" y="1253"/>
                    </a:cubicBezTo>
                    <a:cubicBezTo>
                      <a:pt x="312" y="1258"/>
                      <a:pt x="312" y="1258"/>
                      <a:pt x="312" y="1258"/>
                    </a:cubicBezTo>
                    <a:cubicBezTo>
                      <a:pt x="302" y="1258"/>
                      <a:pt x="302" y="1258"/>
                      <a:pt x="302" y="1258"/>
                    </a:cubicBezTo>
                    <a:cubicBezTo>
                      <a:pt x="292" y="1263"/>
                      <a:pt x="292" y="1263"/>
                      <a:pt x="292" y="1263"/>
                    </a:cubicBezTo>
                    <a:cubicBezTo>
                      <a:pt x="296" y="1271"/>
                      <a:pt x="296" y="1271"/>
                      <a:pt x="296" y="1271"/>
                    </a:cubicBezTo>
                    <a:cubicBezTo>
                      <a:pt x="291" y="1276"/>
                      <a:pt x="291" y="1276"/>
                      <a:pt x="291" y="1276"/>
                    </a:cubicBezTo>
                    <a:cubicBezTo>
                      <a:pt x="282" y="1276"/>
                      <a:pt x="282" y="1276"/>
                      <a:pt x="282" y="1276"/>
                    </a:cubicBezTo>
                    <a:cubicBezTo>
                      <a:pt x="273" y="1266"/>
                      <a:pt x="273" y="1266"/>
                      <a:pt x="273" y="1266"/>
                    </a:cubicBezTo>
                    <a:cubicBezTo>
                      <a:pt x="262" y="1263"/>
                      <a:pt x="262" y="1263"/>
                      <a:pt x="262" y="1263"/>
                    </a:cubicBezTo>
                    <a:cubicBezTo>
                      <a:pt x="255" y="1263"/>
                      <a:pt x="255" y="1263"/>
                      <a:pt x="255" y="1263"/>
                    </a:cubicBezTo>
                    <a:cubicBezTo>
                      <a:pt x="250" y="1247"/>
                      <a:pt x="250" y="1247"/>
                      <a:pt x="250" y="1247"/>
                    </a:cubicBezTo>
                    <a:cubicBezTo>
                      <a:pt x="242" y="1242"/>
                      <a:pt x="242" y="1242"/>
                      <a:pt x="242" y="1242"/>
                    </a:cubicBezTo>
                    <a:cubicBezTo>
                      <a:pt x="230" y="1242"/>
                      <a:pt x="230" y="1242"/>
                      <a:pt x="230" y="1242"/>
                    </a:cubicBezTo>
                    <a:cubicBezTo>
                      <a:pt x="226" y="1242"/>
                      <a:pt x="226" y="1242"/>
                      <a:pt x="226" y="1242"/>
                    </a:cubicBezTo>
                    <a:cubicBezTo>
                      <a:pt x="224" y="1260"/>
                      <a:pt x="224" y="1260"/>
                      <a:pt x="224" y="1260"/>
                    </a:cubicBezTo>
                    <a:cubicBezTo>
                      <a:pt x="224" y="1260"/>
                      <a:pt x="224" y="1261"/>
                      <a:pt x="222" y="1263"/>
                    </a:cubicBezTo>
                    <a:cubicBezTo>
                      <a:pt x="220" y="1265"/>
                      <a:pt x="208" y="1266"/>
                      <a:pt x="208" y="1266"/>
                    </a:cubicBezTo>
                    <a:cubicBezTo>
                      <a:pt x="200" y="1272"/>
                      <a:pt x="200" y="1272"/>
                      <a:pt x="200" y="1272"/>
                    </a:cubicBezTo>
                    <a:cubicBezTo>
                      <a:pt x="190" y="1279"/>
                      <a:pt x="190" y="1279"/>
                      <a:pt x="190" y="1279"/>
                    </a:cubicBezTo>
                    <a:cubicBezTo>
                      <a:pt x="180" y="1279"/>
                      <a:pt x="180" y="1279"/>
                      <a:pt x="180" y="1279"/>
                    </a:cubicBezTo>
                    <a:cubicBezTo>
                      <a:pt x="164" y="1275"/>
                      <a:pt x="164" y="1275"/>
                      <a:pt x="164" y="1275"/>
                    </a:cubicBezTo>
                    <a:cubicBezTo>
                      <a:pt x="152" y="1276"/>
                      <a:pt x="152" y="1276"/>
                      <a:pt x="152" y="1276"/>
                    </a:cubicBezTo>
                    <a:cubicBezTo>
                      <a:pt x="149" y="1283"/>
                      <a:pt x="149" y="1283"/>
                      <a:pt x="149" y="1283"/>
                    </a:cubicBezTo>
                    <a:cubicBezTo>
                      <a:pt x="144" y="1274"/>
                      <a:pt x="144" y="1274"/>
                      <a:pt x="144" y="1274"/>
                    </a:cubicBezTo>
                    <a:cubicBezTo>
                      <a:pt x="129" y="1270"/>
                      <a:pt x="129" y="1270"/>
                      <a:pt x="129" y="1270"/>
                    </a:cubicBezTo>
                    <a:cubicBezTo>
                      <a:pt x="122" y="1260"/>
                      <a:pt x="122" y="1260"/>
                      <a:pt x="122" y="1260"/>
                    </a:cubicBezTo>
                    <a:cubicBezTo>
                      <a:pt x="106" y="1256"/>
                      <a:pt x="106" y="1256"/>
                      <a:pt x="106" y="1256"/>
                    </a:cubicBezTo>
                    <a:cubicBezTo>
                      <a:pt x="91" y="1252"/>
                      <a:pt x="91" y="1252"/>
                      <a:pt x="91" y="1252"/>
                    </a:cubicBezTo>
                    <a:cubicBezTo>
                      <a:pt x="78" y="1246"/>
                      <a:pt x="78" y="1246"/>
                      <a:pt x="78" y="1246"/>
                    </a:cubicBezTo>
                    <a:cubicBezTo>
                      <a:pt x="70" y="1240"/>
                      <a:pt x="70" y="1240"/>
                      <a:pt x="70" y="1240"/>
                    </a:cubicBezTo>
                    <a:cubicBezTo>
                      <a:pt x="50" y="1240"/>
                      <a:pt x="50" y="1240"/>
                      <a:pt x="50" y="1240"/>
                    </a:cubicBezTo>
                    <a:cubicBezTo>
                      <a:pt x="37" y="1248"/>
                      <a:pt x="37" y="1248"/>
                      <a:pt x="37" y="1248"/>
                    </a:cubicBezTo>
                    <a:cubicBezTo>
                      <a:pt x="15" y="1254"/>
                      <a:pt x="15" y="1254"/>
                      <a:pt x="15" y="1254"/>
                    </a:cubicBezTo>
                    <a:cubicBezTo>
                      <a:pt x="10" y="1257"/>
                      <a:pt x="10" y="1257"/>
                      <a:pt x="10" y="1257"/>
                    </a:cubicBezTo>
                    <a:cubicBezTo>
                      <a:pt x="4" y="1263"/>
                      <a:pt x="4" y="1263"/>
                      <a:pt x="4" y="1263"/>
                    </a:cubicBezTo>
                    <a:cubicBezTo>
                      <a:pt x="9" y="1275"/>
                      <a:pt x="9" y="1275"/>
                      <a:pt x="9" y="1275"/>
                    </a:cubicBezTo>
                    <a:lnTo>
                      <a:pt x="8" y="1287"/>
                    </a:lnTo>
                    <a:close/>
                    <a:moveTo>
                      <a:pt x="1352" y="174"/>
                    </a:moveTo>
                    <a:cubicBezTo>
                      <a:pt x="1359" y="169"/>
                      <a:pt x="1359" y="169"/>
                      <a:pt x="1359" y="169"/>
                    </a:cubicBezTo>
                    <a:cubicBezTo>
                      <a:pt x="1376" y="176"/>
                      <a:pt x="1376" y="176"/>
                      <a:pt x="1376" y="176"/>
                    </a:cubicBezTo>
                    <a:cubicBezTo>
                      <a:pt x="1365" y="182"/>
                      <a:pt x="1365" y="182"/>
                      <a:pt x="1365" y="182"/>
                    </a:cubicBezTo>
                    <a:cubicBezTo>
                      <a:pt x="1363" y="190"/>
                      <a:pt x="1363" y="190"/>
                      <a:pt x="1363" y="190"/>
                    </a:cubicBezTo>
                    <a:cubicBezTo>
                      <a:pt x="1352" y="185"/>
                      <a:pt x="1352" y="185"/>
                      <a:pt x="1352" y="185"/>
                    </a:cubicBezTo>
                    <a:lnTo>
                      <a:pt x="1352" y="174"/>
                    </a:lnTo>
                    <a:close/>
                    <a:moveTo>
                      <a:pt x="820" y="320"/>
                    </a:moveTo>
                    <a:cubicBezTo>
                      <a:pt x="809" y="329"/>
                      <a:pt x="809" y="329"/>
                      <a:pt x="809" y="329"/>
                    </a:cubicBezTo>
                    <a:cubicBezTo>
                      <a:pt x="800" y="334"/>
                      <a:pt x="800" y="334"/>
                      <a:pt x="800" y="334"/>
                    </a:cubicBezTo>
                    <a:cubicBezTo>
                      <a:pt x="794" y="343"/>
                      <a:pt x="794" y="343"/>
                      <a:pt x="794" y="343"/>
                    </a:cubicBezTo>
                    <a:cubicBezTo>
                      <a:pt x="790" y="343"/>
                      <a:pt x="790" y="343"/>
                      <a:pt x="790" y="343"/>
                    </a:cubicBezTo>
                    <a:cubicBezTo>
                      <a:pt x="790" y="329"/>
                      <a:pt x="790" y="329"/>
                      <a:pt x="790" y="329"/>
                    </a:cubicBezTo>
                    <a:cubicBezTo>
                      <a:pt x="805" y="317"/>
                      <a:pt x="805" y="317"/>
                      <a:pt x="805" y="317"/>
                    </a:cubicBezTo>
                    <a:cubicBezTo>
                      <a:pt x="818" y="312"/>
                      <a:pt x="818" y="312"/>
                      <a:pt x="818" y="312"/>
                    </a:cubicBezTo>
                    <a:cubicBezTo>
                      <a:pt x="824" y="310"/>
                      <a:pt x="824" y="310"/>
                      <a:pt x="824" y="310"/>
                    </a:cubicBezTo>
                    <a:cubicBezTo>
                      <a:pt x="835" y="307"/>
                      <a:pt x="835" y="307"/>
                      <a:pt x="835" y="307"/>
                    </a:cubicBezTo>
                    <a:cubicBezTo>
                      <a:pt x="830" y="318"/>
                      <a:pt x="830" y="318"/>
                      <a:pt x="830" y="318"/>
                    </a:cubicBezTo>
                    <a:lnTo>
                      <a:pt x="820" y="320"/>
                    </a:lnTo>
                    <a:close/>
                    <a:moveTo>
                      <a:pt x="847" y="343"/>
                    </a:moveTo>
                    <a:cubicBezTo>
                      <a:pt x="835" y="343"/>
                      <a:pt x="835" y="343"/>
                      <a:pt x="835" y="343"/>
                    </a:cubicBezTo>
                    <a:cubicBezTo>
                      <a:pt x="835" y="335"/>
                      <a:pt x="835" y="335"/>
                      <a:pt x="835" y="335"/>
                    </a:cubicBezTo>
                    <a:cubicBezTo>
                      <a:pt x="844" y="329"/>
                      <a:pt x="844" y="329"/>
                      <a:pt x="844" y="329"/>
                    </a:cubicBezTo>
                    <a:cubicBezTo>
                      <a:pt x="855" y="329"/>
                      <a:pt x="855" y="329"/>
                      <a:pt x="855" y="329"/>
                    </a:cubicBezTo>
                    <a:lnTo>
                      <a:pt x="847" y="343"/>
                    </a:lnTo>
                    <a:close/>
                    <a:moveTo>
                      <a:pt x="888" y="258"/>
                    </a:moveTo>
                    <a:cubicBezTo>
                      <a:pt x="895" y="264"/>
                      <a:pt x="895" y="264"/>
                      <a:pt x="895" y="264"/>
                    </a:cubicBezTo>
                    <a:cubicBezTo>
                      <a:pt x="907" y="261"/>
                      <a:pt x="907" y="261"/>
                      <a:pt x="907" y="261"/>
                    </a:cubicBezTo>
                    <a:cubicBezTo>
                      <a:pt x="907" y="271"/>
                      <a:pt x="907" y="271"/>
                      <a:pt x="907" y="271"/>
                    </a:cubicBezTo>
                    <a:cubicBezTo>
                      <a:pt x="900" y="271"/>
                      <a:pt x="900" y="271"/>
                      <a:pt x="900" y="271"/>
                    </a:cubicBezTo>
                    <a:cubicBezTo>
                      <a:pt x="894" y="279"/>
                      <a:pt x="894" y="279"/>
                      <a:pt x="894" y="279"/>
                    </a:cubicBezTo>
                    <a:cubicBezTo>
                      <a:pt x="888" y="279"/>
                      <a:pt x="888" y="279"/>
                      <a:pt x="888" y="279"/>
                    </a:cubicBezTo>
                    <a:cubicBezTo>
                      <a:pt x="878" y="270"/>
                      <a:pt x="878" y="270"/>
                      <a:pt x="878" y="270"/>
                    </a:cubicBezTo>
                    <a:lnTo>
                      <a:pt x="888" y="258"/>
                    </a:lnTo>
                    <a:close/>
                    <a:moveTo>
                      <a:pt x="912" y="361"/>
                    </a:moveTo>
                    <a:cubicBezTo>
                      <a:pt x="892" y="361"/>
                      <a:pt x="892" y="361"/>
                      <a:pt x="892" y="361"/>
                    </a:cubicBezTo>
                    <a:cubicBezTo>
                      <a:pt x="888" y="358"/>
                      <a:pt x="888" y="358"/>
                      <a:pt x="888" y="358"/>
                    </a:cubicBezTo>
                    <a:cubicBezTo>
                      <a:pt x="898" y="344"/>
                      <a:pt x="898" y="344"/>
                      <a:pt x="898" y="344"/>
                    </a:cubicBezTo>
                    <a:cubicBezTo>
                      <a:pt x="905" y="340"/>
                      <a:pt x="905" y="340"/>
                      <a:pt x="905" y="340"/>
                    </a:cubicBezTo>
                    <a:cubicBezTo>
                      <a:pt x="916" y="340"/>
                      <a:pt x="916" y="340"/>
                      <a:pt x="916" y="340"/>
                    </a:cubicBezTo>
                    <a:cubicBezTo>
                      <a:pt x="920" y="346"/>
                      <a:pt x="920" y="346"/>
                      <a:pt x="920" y="346"/>
                    </a:cubicBezTo>
                    <a:lnTo>
                      <a:pt x="912" y="361"/>
                    </a:lnTo>
                    <a:close/>
                    <a:moveTo>
                      <a:pt x="947" y="275"/>
                    </a:moveTo>
                    <a:cubicBezTo>
                      <a:pt x="939" y="271"/>
                      <a:pt x="939" y="271"/>
                      <a:pt x="939" y="271"/>
                    </a:cubicBezTo>
                    <a:cubicBezTo>
                      <a:pt x="947" y="266"/>
                      <a:pt x="947" y="266"/>
                      <a:pt x="947" y="266"/>
                    </a:cubicBezTo>
                    <a:cubicBezTo>
                      <a:pt x="956" y="270"/>
                      <a:pt x="956" y="270"/>
                      <a:pt x="956" y="270"/>
                    </a:cubicBezTo>
                    <a:lnTo>
                      <a:pt x="947" y="275"/>
                    </a:lnTo>
                    <a:close/>
                    <a:moveTo>
                      <a:pt x="994" y="162"/>
                    </a:moveTo>
                    <a:cubicBezTo>
                      <a:pt x="1000" y="169"/>
                      <a:pt x="1000" y="169"/>
                      <a:pt x="1000" y="169"/>
                    </a:cubicBezTo>
                    <a:cubicBezTo>
                      <a:pt x="994" y="176"/>
                      <a:pt x="994" y="176"/>
                      <a:pt x="994" y="176"/>
                    </a:cubicBezTo>
                    <a:cubicBezTo>
                      <a:pt x="988" y="171"/>
                      <a:pt x="988" y="171"/>
                      <a:pt x="988" y="171"/>
                    </a:cubicBezTo>
                    <a:lnTo>
                      <a:pt x="994" y="162"/>
                    </a:lnTo>
                    <a:close/>
                    <a:moveTo>
                      <a:pt x="996" y="462"/>
                    </a:moveTo>
                    <a:cubicBezTo>
                      <a:pt x="1006" y="462"/>
                      <a:pt x="1006" y="462"/>
                      <a:pt x="1006" y="462"/>
                    </a:cubicBezTo>
                    <a:cubicBezTo>
                      <a:pt x="1014" y="474"/>
                      <a:pt x="1014" y="474"/>
                      <a:pt x="1014" y="474"/>
                    </a:cubicBezTo>
                    <a:cubicBezTo>
                      <a:pt x="1007" y="486"/>
                      <a:pt x="1007" y="486"/>
                      <a:pt x="1007" y="486"/>
                    </a:cubicBezTo>
                    <a:cubicBezTo>
                      <a:pt x="999" y="478"/>
                      <a:pt x="999" y="478"/>
                      <a:pt x="999" y="478"/>
                    </a:cubicBezTo>
                    <a:cubicBezTo>
                      <a:pt x="982" y="471"/>
                      <a:pt x="982" y="471"/>
                      <a:pt x="982" y="471"/>
                    </a:cubicBezTo>
                    <a:lnTo>
                      <a:pt x="996" y="462"/>
                    </a:lnTo>
                    <a:close/>
                    <a:moveTo>
                      <a:pt x="639" y="779"/>
                    </a:moveTo>
                    <a:cubicBezTo>
                      <a:pt x="632" y="787"/>
                      <a:pt x="632" y="787"/>
                      <a:pt x="632" y="787"/>
                    </a:cubicBezTo>
                    <a:cubicBezTo>
                      <a:pt x="623" y="784"/>
                      <a:pt x="623" y="784"/>
                      <a:pt x="623" y="784"/>
                    </a:cubicBezTo>
                    <a:cubicBezTo>
                      <a:pt x="618" y="776"/>
                      <a:pt x="618" y="776"/>
                      <a:pt x="618" y="776"/>
                    </a:cubicBezTo>
                    <a:cubicBezTo>
                      <a:pt x="628" y="768"/>
                      <a:pt x="628" y="768"/>
                      <a:pt x="628" y="768"/>
                    </a:cubicBezTo>
                    <a:cubicBezTo>
                      <a:pt x="622" y="758"/>
                      <a:pt x="622" y="758"/>
                      <a:pt x="622" y="758"/>
                    </a:cubicBezTo>
                    <a:cubicBezTo>
                      <a:pt x="628" y="752"/>
                      <a:pt x="628" y="752"/>
                      <a:pt x="628" y="752"/>
                    </a:cubicBezTo>
                    <a:cubicBezTo>
                      <a:pt x="636" y="752"/>
                      <a:pt x="636" y="752"/>
                      <a:pt x="636" y="752"/>
                    </a:cubicBezTo>
                    <a:cubicBezTo>
                      <a:pt x="642" y="765"/>
                      <a:pt x="642" y="765"/>
                      <a:pt x="642" y="765"/>
                    </a:cubicBezTo>
                    <a:lnTo>
                      <a:pt x="639" y="779"/>
                    </a:lnTo>
                    <a:close/>
                    <a:moveTo>
                      <a:pt x="614" y="724"/>
                    </a:moveTo>
                    <a:cubicBezTo>
                      <a:pt x="636" y="724"/>
                      <a:pt x="636" y="724"/>
                      <a:pt x="636" y="724"/>
                    </a:cubicBezTo>
                    <a:cubicBezTo>
                      <a:pt x="642" y="727"/>
                      <a:pt x="642" y="727"/>
                      <a:pt x="642" y="727"/>
                    </a:cubicBezTo>
                    <a:cubicBezTo>
                      <a:pt x="636" y="734"/>
                      <a:pt x="636" y="734"/>
                      <a:pt x="636" y="734"/>
                    </a:cubicBezTo>
                    <a:cubicBezTo>
                      <a:pt x="636" y="734"/>
                      <a:pt x="614" y="736"/>
                      <a:pt x="612" y="738"/>
                    </a:cubicBezTo>
                    <a:cubicBezTo>
                      <a:pt x="609" y="739"/>
                      <a:pt x="614" y="724"/>
                      <a:pt x="614" y="724"/>
                    </a:cubicBezTo>
                    <a:close/>
                    <a:moveTo>
                      <a:pt x="586" y="738"/>
                    </a:moveTo>
                    <a:cubicBezTo>
                      <a:pt x="599" y="752"/>
                      <a:pt x="599" y="752"/>
                      <a:pt x="599" y="752"/>
                    </a:cubicBezTo>
                    <a:cubicBezTo>
                      <a:pt x="586" y="758"/>
                      <a:pt x="586" y="758"/>
                      <a:pt x="586" y="758"/>
                    </a:cubicBezTo>
                    <a:cubicBezTo>
                      <a:pt x="581" y="750"/>
                      <a:pt x="581" y="750"/>
                      <a:pt x="581" y="750"/>
                    </a:cubicBezTo>
                    <a:lnTo>
                      <a:pt x="586" y="738"/>
                    </a:lnTo>
                    <a:close/>
                    <a:moveTo>
                      <a:pt x="506" y="752"/>
                    </a:moveTo>
                    <a:cubicBezTo>
                      <a:pt x="500" y="740"/>
                      <a:pt x="500" y="740"/>
                      <a:pt x="500" y="740"/>
                    </a:cubicBezTo>
                    <a:cubicBezTo>
                      <a:pt x="512" y="730"/>
                      <a:pt x="512" y="730"/>
                      <a:pt x="512" y="730"/>
                    </a:cubicBezTo>
                    <a:cubicBezTo>
                      <a:pt x="517" y="741"/>
                      <a:pt x="517" y="741"/>
                      <a:pt x="517" y="741"/>
                    </a:cubicBezTo>
                    <a:lnTo>
                      <a:pt x="506" y="752"/>
                    </a:lnTo>
                    <a:close/>
                    <a:moveTo>
                      <a:pt x="517" y="570"/>
                    </a:moveTo>
                    <a:cubicBezTo>
                      <a:pt x="512" y="570"/>
                      <a:pt x="512" y="570"/>
                      <a:pt x="512" y="570"/>
                    </a:cubicBezTo>
                    <a:cubicBezTo>
                      <a:pt x="509" y="559"/>
                      <a:pt x="509" y="559"/>
                      <a:pt x="509" y="559"/>
                    </a:cubicBezTo>
                    <a:cubicBezTo>
                      <a:pt x="515" y="551"/>
                      <a:pt x="515" y="551"/>
                      <a:pt x="515" y="551"/>
                    </a:cubicBezTo>
                    <a:cubicBezTo>
                      <a:pt x="525" y="556"/>
                      <a:pt x="525" y="556"/>
                      <a:pt x="525" y="556"/>
                    </a:cubicBezTo>
                    <a:lnTo>
                      <a:pt x="517" y="570"/>
                    </a:lnTo>
                    <a:close/>
                    <a:moveTo>
                      <a:pt x="318" y="1211"/>
                    </a:moveTo>
                    <a:cubicBezTo>
                      <a:pt x="318" y="1219"/>
                      <a:pt x="318" y="1219"/>
                      <a:pt x="318" y="1219"/>
                    </a:cubicBezTo>
                    <a:cubicBezTo>
                      <a:pt x="303" y="1218"/>
                      <a:pt x="303" y="1218"/>
                      <a:pt x="303" y="1218"/>
                    </a:cubicBezTo>
                    <a:cubicBezTo>
                      <a:pt x="294" y="1223"/>
                      <a:pt x="294" y="1223"/>
                      <a:pt x="294" y="1223"/>
                    </a:cubicBezTo>
                    <a:cubicBezTo>
                      <a:pt x="288" y="1223"/>
                      <a:pt x="288" y="1223"/>
                      <a:pt x="288" y="1223"/>
                    </a:cubicBezTo>
                    <a:cubicBezTo>
                      <a:pt x="278" y="1221"/>
                      <a:pt x="278" y="1221"/>
                      <a:pt x="278" y="1221"/>
                    </a:cubicBezTo>
                    <a:cubicBezTo>
                      <a:pt x="271" y="1212"/>
                      <a:pt x="271" y="1212"/>
                      <a:pt x="271" y="1212"/>
                    </a:cubicBezTo>
                    <a:cubicBezTo>
                      <a:pt x="262" y="1201"/>
                      <a:pt x="262" y="1201"/>
                      <a:pt x="262" y="1201"/>
                    </a:cubicBezTo>
                    <a:cubicBezTo>
                      <a:pt x="258" y="1194"/>
                      <a:pt x="258" y="1194"/>
                      <a:pt x="258" y="1194"/>
                    </a:cubicBezTo>
                    <a:cubicBezTo>
                      <a:pt x="258" y="1186"/>
                      <a:pt x="258" y="1186"/>
                      <a:pt x="258" y="1186"/>
                    </a:cubicBezTo>
                    <a:cubicBezTo>
                      <a:pt x="252" y="1180"/>
                      <a:pt x="252" y="1180"/>
                      <a:pt x="252" y="1180"/>
                    </a:cubicBezTo>
                    <a:cubicBezTo>
                      <a:pt x="242" y="1173"/>
                      <a:pt x="242" y="1173"/>
                      <a:pt x="242" y="1173"/>
                    </a:cubicBezTo>
                    <a:cubicBezTo>
                      <a:pt x="229" y="1171"/>
                      <a:pt x="229" y="1171"/>
                      <a:pt x="229" y="1171"/>
                    </a:cubicBezTo>
                    <a:cubicBezTo>
                      <a:pt x="216" y="1171"/>
                      <a:pt x="216" y="1171"/>
                      <a:pt x="216" y="1171"/>
                    </a:cubicBezTo>
                    <a:cubicBezTo>
                      <a:pt x="213" y="1166"/>
                      <a:pt x="213" y="1166"/>
                      <a:pt x="213" y="1166"/>
                    </a:cubicBezTo>
                    <a:cubicBezTo>
                      <a:pt x="207" y="1160"/>
                      <a:pt x="207" y="1160"/>
                      <a:pt x="207" y="1160"/>
                    </a:cubicBezTo>
                    <a:cubicBezTo>
                      <a:pt x="198" y="1161"/>
                      <a:pt x="198" y="1161"/>
                      <a:pt x="198" y="1161"/>
                    </a:cubicBezTo>
                    <a:cubicBezTo>
                      <a:pt x="181" y="1161"/>
                      <a:pt x="181" y="1161"/>
                      <a:pt x="181" y="1161"/>
                    </a:cubicBezTo>
                    <a:cubicBezTo>
                      <a:pt x="170" y="1159"/>
                      <a:pt x="170" y="1159"/>
                      <a:pt x="170" y="1159"/>
                    </a:cubicBezTo>
                    <a:cubicBezTo>
                      <a:pt x="161" y="1159"/>
                      <a:pt x="161" y="1159"/>
                      <a:pt x="161" y="1159"/>
                    </a:cubicBezTo>
                    <a:cubicBezTo>
                      <a:pt x="150" y="1161"/>
                      <a:pt x="150" y="1161"/>
                      <a:pt x="150" y="1161"/>
                    </a:cubicBezTo>
                    <a:cubicBezTo>
                      <a:pt x="139" y="1170"/>
                      <a:pt x="139" y="1170"/>
                      <a:pt x="139" y="1170"/>
                    </a:cubicBezTo>
                    <a:cubicBezTo>
                      <a:pt x="133" y="1173"/>
                      <a:pt x="133" y="1173"/>
                      <a:pt x="133" y="1173"/>
                    </a:cubicBezTo>
                    <a:cubicBezTo>
                      <a:pt x="123" y="1180"/>
                      <a:pt x="123" y="1180"/>
                      <a:pt x="123" y="1180"/>
                    </a:cubicBezTo>
                    <a:cubicBezTo>
                      <a:pt x="120" y="1171"/>
                      <a:pt x="120" y="1171"/>
                      <a:pt x="120" y="1171"/>
                    </a:cubicBezTo>
                    <a:cubicBezTo>
                      <a:pt x="118" y="1159"/>
                      <a:pt x="118" y="1159"/>
                      <a:pt x="118" y="1159"/>
                    </a:cubicBezTo>
                    <a:cubicBezTo>
                      <a:pt x="108" y="1152"/>
                      <a:pt x="108" y="1152"/>
                      <a:pt x="108" y="1152"/>
                    </a:cubicBezTo>
                    <a:cubicBezTo>
                      <a:pt x="99" y="1144"/>
                      <a:pt x="99" y="1144"/>
                      <a:pt x="99" y="1144"/>
                    </a:cubicBezTo>
                    <a:cubicBezTo>
                      <a:pt x="104" y="1133"/>
                      <a:pt x="104" y="1133"/>
                      <a:pt x="104" y="1133"/>
                    </a:cubicBezTo>
                    <a:cubicBezTo>
                      <a:pt x="114" y="1133"/>
                      <a:pt x="114" y="1133"/>
                      <a:pt x="114" y="1133"/>
                    </a:cubicBezTo>
                    <a:cubicBezTo>
                      <a:pt x="115" y="1137"/>
                      <a:pt x="115" y="1137"/>
                      <a:pt x="115" y="1137"/>
                    </a:cubicBezTo>
                    <a:cubicBezTo>
                      <a:pt x="110" y="1142"/>
                      <a:pt x="110" y="1142"/>
                      <a:pt x="110" y="1142"/>
                    </a:cubicBezTo>
                    <a:cubicBezTo>
                      <a:pt x="111" y="1148"/>
                      <a:pt x="111" y="1148"/>
                      <a:pt x="111" y="1148"/>
                    </a:cubicBezTo>
                    <a:cubicBezTo>
                      <a:pt x="120" y="1151"/>
                      <a:pt x="120" y="1151"/>
                      <a:pt x="120" y="1151"/>
                    </a:cubicBezTo>
                    <a:cubicBezTo>
                      <a:pt x="125" y="1158"/>
                      <a:pt x="125" y="1158"/>
                      <a:pt x="125" y="1158"/>
                    </a:cubicBezTo>
                    <a:cubicBezTo>
                      <a:pt x="128" y="1168"/>
                      <a:pt x="128" y="1168"/>
                      <a:pt x="128" y="1168"/>
                    </a:cubicBezTo>
                    <a:cubicBezTo>
                      <a:pt x="134" y="1168"/>
                      <a:pt x="134" y="1168"/>
                      <a:pt x="134" y="1168"/>
                    </a:cubicBezTo>
                    <a:cubicBezTo>
                      <a:pt x="143" y="1161"/>
                      <a:pt x="143" y="1161"/>
                      <a:pt x="143" y="1161"/>
                    </a:cubicBezTo>
                    <a:cubicBezTo>
                      <a:pt x="150" y="1157"/>
                      <a:pt x="150" y="1157"/>
                      <a:pt x="150" y="1157"/>
                    </a:cubicBezTo>
                    <a:cubicBezTo>
                      <a:pt x="165" y="1155"/>
                      <a:pt x="165" y="1155"/>
                      <a:pt x="165" y="1155"/>
                    </a:cubicBezTo>
                    <a:cubicBezTo>
                      <a:pt x="173" y="1152"/>
                      <a:pt x="173" y="1152"/>
                      <a:pt x="173" y="1152"/>
                    </a:cubicBezTo>
                    <a:cubicBezTo>
                      <a:pt x="184" y="1157"/>
                      <a:pt x="184" y="1157"/>
                      <a:pt x="184" y="1157"/>
                    </a:cubicBezTo>
                    <a:cubicBezTo>
                      <a:pt x="193" y="1156"/>
                      <a:pt x="193" y="1156"/>
                      <a:pt x="193" y="1156"/>
                    </a:cubicBezTo>
                    <a:cubicBezTo>
                      <a:pt x="196" y="1151"/>
                      <a:pt x="196" y="1151"/>
                      <a:pt x="196" y="1151"/>
                    </a:cubicBezTo>
                    <a:cubicBezTo>
                      <a:pt x="197" y="1142"/>
                      <a:pt x="197" y="1142"/>
                      <a:pt x="197" y="1142"/>
                    </a:cubicBezTo>
                    <a:cubicBezTo>
                      <a:pt x="205" y="1137"/>
                      <a:pt x="205" y="1137"/>
                      <a:pt x="205" y="1137"/>
                    </a:cubicBezTo>
                    <a:cubicBezTo>
                      <a:pt x="205" y="1137"/>
                      <a:pt x="199" y="1131"/>
                      <a:pt x="198" y="1130"/>
                    </a:cubicBezTo>
                    <a:cubicBezTo>
                      <a:pt x="198" y="1129"/>
                      <a:pt x="192" y="1123"/>
                      <a:pt x="192" y="1123"/>
                    </a:cubicBezTo>
                    <a:cubicBezTo>
                      <a:pt x="182" y="1120"/>
                      <a:pt x="182" y="1120"/>
                      <a:pt x="182" y="1120"/>
                    </a:cubicBezTo>
                    <a:cubicBezTo>
                      <a:pt x="169" y="1122"/>
                      <a:pt x="169" y="1122"/>
                      <a:pt x="169" y="1122"/>
                    </a:cubicBezTo>
                    <a:cubicBezTo>
                      <a:pt x="158" y="1122"/>
                      <a:pt x="158" y="1122"/>
                      <a:pt x="158" y="1122"/>
                    </a:cubicBezTo>
                    <a:cubicBezTo>
                      <a:pt x="146" y="1125"/>
                      <a:pt x="146" y="1125"/>
                      <a:pt x="146" y="1125"/>
                    </a:cubicBezTo>
                    <a:cubicBezTo>
                      <a:pt x="138" y="1126"/>
                      <a:pt x="138" y="1126"/>
                      <a:pt x="138" y="1126"/>
                    </a:cubicBezTo>
                    <a:cubicBezTo>
                      <a:pt x="127" y="1125"/>
                      <a:pt x="127" y="1125"/>
                      <a:pt x="127" y="1125"/>
                    </a:cubicBezTo>
                    <a:cubicBezTo>
                      <a:pt x="130" y="1119"/>
                      <a:pt x="130" y="1119"/>
                      <a:pt x="130" y="1119"/>
                    </a:cubicBezTo>
                    <a:cubicBezTo>
                      <a:pt x="130" y="1110"/>
                      <a:pt x="130" y="1110"/>
                      <a:pt x="130" y="1110"/>
                    </a:cubicBezTo>
                    <a:cubicBezTo>
                      <a:pt x="139" y="1108"/>
                      <a:pt x="139" y="1108"/>
                      <a:pt x="139" y="1108"/>
                    </a:cubicBezTo>
                    <a:cubicBezTo>
                      <a:pt x="144" y="1102"/>
                      <a:pt x="144" y="1102"/>
                      <a:pt x="144" y="1102"/>
                    </a:cubicBezTo>
                    <a:cubicBezTo>
                      <a:pt x="141" y="1093"/>
                      <a:pt x="141" y="1093"/>
                      <a:pt x="141" y="1093"/>
                    </a:cubicBezTo>
                    <a:cubicBezTo>
                      <a:pt x="144" y="1085"/>
                      <a:pt x="144" y="1085"/>
                      <a:pt x="144" y="1085"/>
                    </a:cubicBezTo>
                    <a:cubicBezTo>
                      <a:pt x="146" y="1081"/>
                      <a:pt x="146" y="1081"/>
                      <a:pt x="146" y="1081"/>
                    </a:cubicBezTo>
                    <a:cubicBezTo>
                      <a:pt x="152" y="1080"/>
                      <a:pt x="152" y="1080"/>
                      <a:pt x="152" y="1080"/>
                    </a:cubicBezTo>
                    <a:cubicBezTo>
                      <a:pt x="160" y="1075"/>
                      <a:pt x="160" y="1075"/>
                      <a:pt x="160" y="1075"/>
                    </a:cubicBezTo>
                    <a:cubicBezTo>
                      <a:pt x="167" y="1071"/>
                      <a:pt x="167" y="1071"/>
                      <a:pt x="167" y="1071"/>
                    </a:cubicBezTo>
                    <a:cubicBezTo>
                      <a:pt x="167" y="1071"/>
                      <a:pt x="171" y="1065"/>
                      <a:pt x="172" y="1064"/>
                    </a:cubicBezTo>
                    <a:cubicBezTo>
                      <a:pt x="173" y="1064"/>
                      <a:pt x="174" y="1069"/>
                      <a:pt x="174" y="1069"/>
                    </a:cubicBezTo>
                    <a:cubicBezTo>
                      <a:pt x="181" y="1076"/>
                      <a:pt x="181" y="1076"/>
                      <a:pt x="181" y="1076"/>
                    </a:cubicBezTo>
                    <a:cubicBezTo>
                      <a:pt x="191" y="1077"/>
                      <a:pt x="191" y="1077"/>
                      <a:pt x="191" y="1077"/>
                    </a:cubicBezTo>
                    <a:cubicBezTo>
                      <a:pt x="201" y="1087"/>
                      <a:pt x="201" y="1087"/>
                      <a:pt x="201" y="1087"/>
                    </a:cubicBezTo>
                    <a:cubicBezTo>
                      <a:pt x="205" y="1104"/>
                      <a:pt x="205" y="1104"/>
                      <a:pt x="205" y="1104"/>
                    </a:cubicBezTo>
                    <a:cubicBezTo>
                      <a:pt x="219" y="1105"/>
                      <a:pt x="219" y="1105"/>
                      <a:pt x="219" y="1105"/>
                    </a:cubicBezTo>
                    <a:cubicBezTo>
                      <a:pt x="225" y="1109"/>
                      <a:pt x="225" y="1109"/>
                      <a:pt x="225" y="1109"/>
                    </a:cubicBezTo>
                    <a:cubicBezTo>
                      <a:pt x="237" y="1112"/>
                      <a:pt x="237" y="1112"/>
                      <a:pt x="237" y="1112"/>
                    </a:cubicBezTo>
                    <a:cubicBezTo>
                      <a:pt x="250" y="1111"/>
                      <a:pt x="250" y="1111"/>
                      <a:pt x="250" y="1111"/>
                    </a:cubicBezTo>
                    <a:cubicBezTo>
                      <a:pt x="259" y="1105"/>
                      <a:pt x="259" y="1105"/>
                      <a:pt x="259" y="1105"/>
                    </a:cubicBezTo>
                    <a:cubicBezTo>
                      <a:pt x="273" y="1100"/>
                      <a:pt x="273" y="1100"/>
                      <a:pt x="273" y="1100"/>
                    </a:cubicBezTo>
                    <a:cubicBezTo>
                      <a:pt x="278" y="1094"/>
                      <a:pt x="278" y="1094"/>
                      <a:pt x="278" y="1094"/>
                    </a:cubicBezTo>
                    <a:cubicBezTo>
                      <a:pt x="280" y="1086"/>
                      <a:pt x="280" y="1086"/>
                      <a:pt x="280" y="1086"/>
                    </a:cubicBezTo>
                    <a:cubicBezTo>
                      <a:pt x="276" y="1079"/>
                      <a:pt x="276" y="1079"/>
                      <a:pt x="276" y="1079"/>
                    </a:cubicBezTo>
                    <a:cubicBezTo>
                      <a:pt x="256" y="1075"/>
                      <a:pt x="256" y="1075"/>
                      <a:pt x="256" y="1075"/>
                    </a:cubicBezTo>
                    <a:cubicBezTo>
                      <a:pt x="246" y="1070"/>
                      <a:pt x="246" y="1070"/>
                      <a:pt x="246" y="1070"/>
                    </a:cubicBezTo>
                    <a:cubicBezTo>
                      <a:pt x="243" y="1058"/>
                      <a:pt x="243" y="1058"/>
                      <a:pt x="243" y="1058"/>
                    </a:cubicBezTo>
                    <a:cubicBezTo>
                      <a:pt x="233" y="1045"/>
                      <a:pt x="233" y="1045"/>
                      <a:pt x="233" y="1045"/>
                    </a:cubicBezTo>
                    <a:cubicBezTo>
                      <a:pt x="222" y="1045"/>
                      <a:pt x="222" y="1045"/>
                      <a:pt x="222" y="1045"/>
                    </a:cubicBezTo>
                    <a:cubicBezTo>
                      <a:pt x="206" y="1039"/>
                      <a:pt x="206" y="1039"/>
                      <a:pt x="206" y="1039"/>
                    </a:cubicBezTo>
                    <a:cubicBezTo>
                      <a:pt x="197" y="1041"/>
                      <a:pt x="197" y="1041"/>
                      <a:pt x="197" y="1041"/>
                    </a:cubicBezTo>
                    <a:cubicBezTo>
                      <a:pt x="186" y="1038"/>
                      <a:pt x="186" y="1038"/>
                      <a:pt x="186" y="1038"/>
                    </a:cubicBezTo>
                    <a:cubicBezTo>
                      <a:pt x="195" y="1031"/>
                      <a:pt x="195" y="1031"/>
                      <a:pt x="195" y="1031"/>
                    </a:cubicBezTo>
                    <a:cubicBezTo>
                      <a:pt x="197" y="1021"/>
                      <a:pt x="197" y="1021"/>
                      <a:pt x="197" y="1021"/>
                    </a:cubicBezTo>
                    <a:cubicBezTo>
                      <a:pt x="204" y="1012"/>
                      <a:pt x="204" y="1012"/>
                      <a:pt x="204" y="1012"/>
                    </a:cubicBezTo>
                    <a:cubicBezTo>
                      <a:pt x="215" y="1010"/>
                      <a:pt x="215" y="1010"/>
                      <a:pt x="215" y="1010"/>
                    </a:cubicBezTo>
                    <a:cubicBezTo>
                      <a:pt x="222" y="1004"/>
                      <a:pt x="222" y="1004"/>
                      <a:pt x="222" y="1004"/>
                    </a:cubicBezTo>
                    <a:cubicBezTo>
                      <a:pt x="239" y="1004"/>
                      <a:pt x="239" y="1004"/>
                      <a:pt x="239" y="1004"/>
                    </a:cubicBezTo>
                    <a:cubicBezTo>
                      <a:pt x="245" y="1013"/>
                      <a:pt x="245" y="1013"/>
                      <a:pt x="245" y="1013"/>
                    </a:cubicBezTo>
                    <a:cubicBezTo>
                      <a:pt x="251" y="1023"/>
                      <a:pt x="251" y="1023"/>
                      <a:pt x="251" y="1023"/>
                    </a:cubicBezTo>
                    <a:cubicBezTo>
                      <a:pt x="252" y="1037"/>
                      <a:pt x="252" y="1037"/>
                      <a:pt x="252" y="1037"/>
                    </a:cubicBezTo>
                    <a:cubicBezTo>
                      <a:pt x="255" y="1040"/>
                      <a:pt x="255" y="1040"/>
                      <a:pt x="255" y="1040"/>
                    </a:cubicBezTo>
                    <a:cubicBezTo>
                      <a:pt x="259" y="1051"/>
                      <a:pt x="259" y="1051"/>
                      <a:pt x="259" y="1051"/>
                    </a:cubicBezTo>
                    <a:cubicBezTo>
                      <a:pt x="264" y="1057"/>
                      <a:pt x="264" y="1057"/>
                      <a:pt x="264" y="1057"/>
                    </a:cubicBezTo>
                    <a:cubicBezTo>
                      <a:pt x="280" y="1063"/>
                      <a:pt x="280" y="1063"/>
                      <a:pt x="280" y="1063"/>
                    </a:cubicBezTo>
                    <a:cubicBezTo>
                      <a:pt x="295" y="1066"/>
                      <a:pt x="295" y="1066"/>
                      <a:pt x="295" y="1066"/>
                    </a:cubicBezTo>
                    <a:cubicBezTo>
                      <a:pt x="305" y="1072"/>
                      <a:pt x="305" y="1072"/>
                      <a:pt x="305" y="1072"/>
                    </a:cubicBezTo>
                    <a:cubicBezTo>
                      <a:pt x="317" y="1079"/>
                      <a:pt x="317" y="1079"/>
                      <a:pt x="317" y="1079"/>
                    </a:cubicBezTo>
                    <a:cubicBezTo>
                      <a:pt x="328" y="1086"/>
                      <a:pt x="328" y="1086"/>
                      <a:pt x="328" y="1086"/>
                    </a:cubicBezTo>
                    <a:cubicBezTo>
                      <a:pt x="338" y="1088"/>
                      <a:pt x="338" y="1088"/>
                      <a:pt x="338" y="1088"/>
                    </a:cubicBezTo>
                    <a:cubicBezTo>
                      <a:pt x="355" y="1088"/>
                      <a:pt x="355" y="1088"/>
                      <a:pt x="355" y="1088"/>
                    </a:cubicBezTo>
                    <a:cubicBezTo>
                      <a:pt x="368" y="1085"/>
                      <a:pt x="368" y="1085"/>
                      <a:pt x="368" y="1085"/>
                    </a:cubicBezTo>
                    <a:cubicBezTo>
                      <a:pt x="373" y="1078"/>
                      <a:pt x="373" y="1078"/>
                      <a:pt x="373" y="1078"/>
                    </a:cubicBezTo>
                    <a:cubicBezTo>
                      <a:pt x="376" y="1072"/>
                      <a:pt x="376" y="1072"/>
                      <a:pt x="376" y="1072"/>
                    </a:cubicBezTo>
                    <a:cubicBezTo>
                      <a:pt x="376" y="1072"/>
                      <a:pt x="371" y="1065"/>
                      <a:pt x="370" y="1065"/>
                    </a:cubicBezTo>
                    <a:cubicBezTo>
                      <a:pt x="369" y="1065"/>
                      <a:pt x="375" y="1063"/>
                      <a:pt x="375" y="1063"/>
                    </a:cubicBezTo>
                    <a:cubicBezTo>
                      <a:pt x="386" y="1067"/>
                      <a:pt x="386" y="1067"/>
                      <a:pt x="386" y="1067"/>
                    </a:cubicBezTo>
                    <a:cubicBezTo>
                      <a:pt x="386" y="1074"/>
                      <a:pt x="386" y="1074"/>
                      <a:pt x="386" y="1074"/>
                    </a:cubicBezTo>
                    <a:cubicBezTo>
                      <a:pt x="378" y="1085"/>
                      <a:pt x="378" y="1085"/>
                      <a:pt x="378" y="1085"/>
                    </a:cubicBezTo>
                    <a:cubicBezTo>
                      <a:pt x="363" y="1094"/>
                      <a:pt x="363" y="1094"/>
                      <a:pt x="363" y="1094"/>
                    </a:cubicBezTo>
                    <a:cubicBezTo>
                      <a:pt x="352" y="1099"/>
                      <a:pt x="352" y="1099"/>
                      <a:pt x="352" y="1099"/>
                    </a:cubicBezTo>
                    <a:cubicBezTo>
                      <a:pt x="340" y="1107"/>
                      <a:pt x="340" y="1107"/>
                      <a:pt x="340" y="1107"/>
                    </a:cubicBezTo>
                    <a:cubicBezTo>
                      <a:pt x="329" y="1106"/>
                      <a:pt x="329" y="1106"/>
                      <a:pt x="329" y="1106"/>
                    </a:cubicBezTo>
                    <a:cubicBezTo>
                      <a:pt x="317" y="1102"/>
                      <a:pt x="317" y="1102"/>
                      <a:pt x="317" y="1102"/>
                    </a:cubicBezTo>
                    <a:cubicBezTo>
                      <a:pt x="309" y="1098"/>
                      <a:pt x="309" y="1098"/>
                      <a:pt x="309" y="1098"/>
                    </a:cubicBezTo>
                    <a:cubicBezTo>
                      <a:pt x="299" y="1095"/>
                      <a:pt x="299" y="1095"/>
                      <a:pt x="299" y="1095"/>
                    </a:cubicBezTo>
                    <a:cubicBezTo>
                      <a:pt x="290" y="1092"/>
                      <a:pt x="290" y="1092"/>
                      <a:pt x="290" y="1092"/>
                    </a:cubicBezTo>
                    <a:cubicBezTo>
                      <a:pt x="282" y="1097"/>
                      <a:pt x="282" y="1097"/>
                      <a:pt x="282" y="1097"/>
                    </a:cubicBezTo>
                    <a:cubicBezTo>
                      <a:pt x="280" y="1105"/>
                      <a:pt x="280" y="1105"/>
                      <a:pt x="280" y="1105"/>
                    </a:cubicBezTo>
                    <a:cubicBezTo>
                      <a:pt x="285" y="1112"/>
                      <a:pt x="285" y="1112"/>
                      <a:pt x="285" y="1112"/>
                    </a:cubicBezTo>
                    <a:cubicBezTo>
                      <a:pt x="296" y="1115"/>
                      <a:pt x="296" y="1115"/>
                      <a:pt x="296" y="1115"/>
                    </a:cubicBezTo>
                    <a:cubicBezTo>
                      <a:pt x="304" y="1114"/>
                      <a:pt x="304" y="1114"/>
                      <a:pt x="304" y="1114"/>
                    </a:cubicBezTo>
                    <a:cubicBezTo>
                      <a:pt x="306" y="1120"/>
                      <a:pt x="306" y="1120"/>
                      <a:pt x="306" y="1120"/>
                    </a:cubicBezTo>
                    <a:cubicBezTo>
                      <a:pt x="302" y="1120"/>
                      <a:pt x="302" y="1120"/>
                      <a:pt x="302" y="1120"/>
                    </a:cubicBezTo>
                    <a:cubicBezTo>
                      <a:pt x="284" y="1122"/>
                      <a:pt x="284" y="1122"/>
                      <a:pt x="284" y="1122"/>
                    </a:cubicBezTo>
                    <a:cubicBezTo>
                      <a:pt x="276" y="1117"/>
                      <a:pt x="276" y="1117"/>
                      <a:pt x="276" y="1117"/>
                    </a:cubicBezTo>
                    <a:cubicBezTo>
                      <a:pt x="262" y="1117"/>
                      <a:pt x="262" y="1117"/>
                      <a:pt x="262" y="1117"/>
                    </a:cubicBezTo>
                    <a:cubicBezTo>
                      <a:pt x="249" y="1123"/>
                      <a:pt x="249" y="1123"/>
                      <a:pt x="249" y="1123"/>
                    </a:cubicBezTo>
                    <a:cubicBezTo>
                      <a:pt x="239" y="1133"/>
                      <a:pt x="239" y="1133"/>
                      <a:pt x="239" y="1133"/>
                    </a:cubicBezTo>
                    <a:cubicBezTo>
                      <a:pt x="235" y="1144"/>
                      <a:pt x="235" y="1144"/>
                      <a:pt x="235" y="1144"/>
                    </a:cubicBezTo>
                    <a:cubicBezTo>
                      <a:pt x="249" y="1152"/>
                      <a:pt x="249" y="1152"/>
                      <a:pt x="249" y="1152"/>
                    </a:cubicBezTo>
                    <a:cubicBezTo>
                      <a:pt x="261" y="1165"/>
                      <a:pt x="261" y="1165"/>
                      <a:pt x="261" y="1165"/>
                    </a:cubicBezTo>
                    <a:cubicBezTo>
                      <a:pt x="268" y="1170"/>
                      <a:pt x="268" y="1170"/>
                      <a:pt x="268" y="1170"/>
                    </a:cubicBezTo>
                    <a:cubicBezTo>
                      <a:pt x="295" y="1171"/>
                      <a:pt x="295" y="1171"/>
                      <a:pt x="295" y="1171"/>
                    </a:cubicBezTo>
                    <a:cubicBezTo>
                      <a:pt x="298" y="1181"/>
                      <a:pt x="298" y="1181"/>
                      <a:pt x="298" y="1181"/>
                    </a:cubicBezTo>
                    <a:cubicBezTo>
                      <a:pt x="304" y="1187"/>
                      <a:pt x="304" y="1187"/>
                      <a:pt x="304" y="1187"/>
                    </a:cubicBezTo>
                    <a:cubicBezTo>
                      <a:pt x="314" y="1186"/>
                      <a:pt x="314" y="1186"/>
                      <a:pt x="314" y="1186"/>
                    </a:cubicBezTo>
                    <a:cubicBezTo>
                      <a:pt x="310" y="1179"/>
                      <a:pt x="310" y="1179"/>
                      <a:pt x="310" y="1179"/>
                    </a:cubicBezTo>
                    <a:cubicBezTo>
                      <a:pt x="317" y="1181"/>
                      <a:pt x="317" y="1181"/>
                      <a:pt x="317" y="1181"/>
                    </a:cubicBezTo>
                    <a:cubicBezTo>
                      <a:pt x="317" y="1181"/>
                      <a:pt x="325" y="1186"/>
                      <a:pt x="325" y="1187"/>
                    </a:cubicBezTo>
                    <a:cubicBezTo>
                      <a:pt x="325" y="1188"/>
                      <a:pt x="313" y="1192"/>
                      <a:pt x="313" y="1192"/>
                    </a:cubicBezTo>
                    <a:cubicBezTo>
                      <a:pt x="321" y="1195"/>
                      <a:pt x="321" y="1195"/>
                      <a:pt x="321" y="1195"/>
                    </a:cubicBezTo>
                    <a:cubicBezTo>
                      <a:pt x="333" y="1191"/>
                      <a:pt x="333" y="1191"/>
                      <a:pt x="333" y="1191"/>
                    </a:cubicBezTo>
                    <a:cubicBezTo>
                      <a:pt x="334" y="1198"/>
                      <a:pt x="334" y="1198"/>
                      <a:pt x="334" y="1198"/>
                    </a:cubicBezTo>
                    <a:cubicBezTo>
                      <a:pt x="340" y="1209"/>
                      <a:pt x="340" y="1209"/>
                      <a:pt x="340" y="1209"/>
                    </a:cubicBezTo>
                    <a:cubicBezTo>
                      <a:pt x="336" y="1212"/>
                      <a:pt x="336" y="1212"/>
                      <a:pt x="336" y="1212"/>
                    </a:cubicBezTo>
                    <a:cubicBezTo>
                      <a:pt x="327" y="1219"/>
                      <a:pt x="327" y="1219"/>
                      <a:pt x="327" y="1219"/>
                    </a:cubicBezTo>
                    <a:cubicBezTo>
                      <a:pt x="327" y="1214"/>
                      <a:pt x="327" y="1214"/>
                      <a:pt x="327" y="1214"/>
                    </a:cubicBezTo>
                    <a:lnTo>
                      <a:pt x="318" y="1211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tx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de-DE" dirty="0"/>
              </a:p>
            </p:txBody>
          </p:sp>
          <p:sp>
            <p:nvSpPr>
              <p:cNvPr id="39" name="Freeform 131">
                <a:extLst>
                  <a:ext uri="{FF2B5EF4-FFF2-40B4-BE49-F238E27FC236}">
                    <a16:creationId xmlns:a16="http://schemas.microsoft.com/office/drawing/2014/main" id="{45CCCAF3-5B28-4573-88A6-4A7FE2761F39}"/>
                  </a:ext>
                </a:extLst>
              </p:cNvPr>
              <p:cNvSpPr>
                <a:spLocks noEditPoints="1"/>
              </p:cNvSpPr>
              <p:nvPr userDrawn="1"/>
            </p:nvSpPr>
            <p:spPr bwMode="gray">
              <a:xfrm>
                <a:off x="1120014" y="2041685"/>
                <a:ext cx="185521" cy="142797"/>
              </a:xfrm>
              <a:custGeom>
                <a:avLst/>
                <a:gdLst/>
                <a:ahLst/>
                <a:cxnLst>
                  <a:cxn ang="0">
                    <a:pos x="0" y="328"/>
                  </a:cxn>
                  <a:cxn ang="0">
                    <a:pos x="0" y="347"/>
                  </a:cxn>
                  <a:cxn ang="0">
                    <a:pos x="11" y="375"/>
                  </a:cxn>
                  <a:cxn ang="0">
                    <a:pos x="11" y="397"/>
                  </a:cxn>
                  <a:cxn ang="0">
                    <a:pos x="23" y="401"/>
                  </a:cxn>
                  <a:cxn ang="0">
                    <a:pos x="54" y="389"/>
                  </a:cxn>
                  <a:cxn ang="0">
                    <a:pos x="80" y="411"/>
                  </a:cxn>
                  <a:cxn ang="0">
                    <a:pos x="129" y="425"/>
                  </a:cxn>
                  <a:cxn ang="0">
                    <a:pos x="165" y="439"/>
                  </a:cxn>
                  <a:cxn ang="0">
                    <a:pos x="196" y="460"/>
                  </a:cxn>
                  <a:cxn ang="0">
                    <a:pos x="233" y="484"/>
                  </a:cxn>
                  <a:cxn ang="0">
                    <a:pos x="252" y="498"/>
                  </a:cxn>
                  <a:cxn ang="0">
                    <a:pos x="349" y="467"/>
                  </a:cxn>
                  <a:cxn ang="0">
                    <a:pos x="385" y="397"/>
                  </a:cxn>
                  <a:cxn ang="0">
                    <a:pos x="385" y="382"/>
                  </a:cxn>
                  <a:cxn ang="0">
                    <a:pos x="377" y="364"/>
                  </a:cxn>
                  <a:cxn ang="0">
                    <a:pos x="392" y="354"/>
                  </a:cxn>
                  <a:cxn ang="0">
                    <a:pos x="418" y="345"/>
                  </a:cxn>
                  <a:cxn ang="0">
                    <a:pos x="432" y="349"/>
                  </a:cxn>
                  <a:cxn ang="0">
                    <a:pos x="441" y="340"/>
                  </a:cxn>
                  <a:cxn ang="0">
                    <a:pos x="444" y="333"/>
                  </a:cxn>
                  <a:cxn ang="0">
                    <a:pos x="460" y="316"/>
                  </a:cxn>
                  <a:cxn ang="0">
                    <a:pos x="498" y="293"/>
                  </a:cxn>
                  <a:cxn ang="0">
                    <a:pos x="524" y="269"/>
                  </a:cxn>
                  <a:cxn ang="0">
                    <a:pos x="548" y="269"/>
                  </a:cxn>
                  <a:cxn ang="0">
                    <a:pos x="571" y="269"/>
                  </a:cxn>
                  <a:cxn ang="0">
                    <a:pos x="595" y="241"/>
                  </a:cxn>
                  <a:cxn ang="0">
                    <a:pos x="621" y="205"/>
                  </a:cxn>
                  <a:cxn ang="0">
                    <a:pos x="637" y="170"/>
                  </a:cxn>
                  <a:cxn ang="0">
                    <a:pos x="647" y="130"/>
                  </a:cxn>
                  <a:cxn ang="0">
                    <a:pos x="644" y="97"/>
                  </a:cxn>
                  <a:cxn ang="0">
                    <a:pos x="640" y="68"/>
                  </a:cxn>
                  <a:cxn ang="0">
                    <a:pos x="630" y="52"/>
                  </a:cxn>
                  <a:cxn ang="0">
                    <a:pos x="604" y="45"/>
                  </a:cxn>
                  <a:cxn ang="0">
                    <a:pos x="574" y="54"/>
                  </a:cxn>
                  <a:cxn ang="0">
                    <a:pos x="540" y="40"/>
                  </a:cxn>
                  <a:cxn ang="0">
                    <a:pos x="491" y="16"/>
                  </a:cxn>
                  <a:cxn ang="0">
                    <a:pos x="453" y="2"/>
                  </a:cxn>
                  <a:cxn ang="0">
                    <a:pos x="418" y="0"/>
                  </a:cxn>
                  <a:cxn ang="0">
                    <a:pos x="361" y="33"/>
                  </a:cxn>
                  <a:cxn ang="0">
                    <a:pos x="330" y="54"/>
                  </a:cxn>
                  <a:cxn ang="0">
                    <a:pos x="316" y="85"/>
                  </a:cxn>
                  <a:cxn ang="0">
                    <a:pos x="278" y="92"/>
                  </a:cxn>
                  <a:cxn ang="0">
                    <a:pos x="269" y="108"/>
                  </a:cxn>
                  <a:cxn ang="0">
                    <a:pos x="269" y="132"/>
                  </a:cxn>
                  <a:cxn ang="0">
                    <a:pos x="259" y="149"/>
                  </a:cxn>
                  <a:cxn ang="0">
                    <a:pos x="37" y="300"/>
                  </a:cxn>
                  <a:cxn ang="0">
                    <a:pos x="0" y="328"/>
                  </a:cxn>
                  <a:cxn ang="0">
                    <a:pos x="200" y="203"/>
                  </a:cxn>
                  <a:cxn ang="0">
                    <a:pos x="245" y="175"/>
                  </a:cxn>
                  <a:cxn ang="0">
                    <a:pos x="233" y="212"/>
                  </a:cxn>
                  <a:cxn ang="0">
                    <a:pos x="200" y="236"/>
                  </a:cxn>
                  <a:cxn ang="0">
                    <a:pos x="170" y="243"/>
                  </a:cxn>
                  <a:cxn ang="0">
                    <a:pos x="158" y="229"/>
                  </a:cxn>
                  <a:cxn ang="0">
                    <a:pos x="200" y="203"/>
                  </a:cxn>
                </a:cxnLst>
                <a:rect l="0" t="0" r="r" b="b"/>
                <a:pathLst>
                  <a:path w="647" h="498">
                    <a:moveTo>
                      <a:pt x="0" y="328"/>
                    </a:moveTo>
                    <a:lnTo>
                      <a:pt x="0" y="347"/>
                    </a:lnTo>
                    <a:lnTo>
                      <a:pt x="11" y="375"/>
                    </a:lnTo>
                    <a:lnTo>
                      <a:pt x="11" y="397"/>
                    </a:lnTo>
                    <a:lnTo>
                      <a:pt x="23" y="401"/>
                    </a:lnTo>
                    <a:lnTo>
                      <a:pt x="54" y="389"/>
                    </a:lnTo>
                    <a:lnTo>
                      <a:pt x="80" y="411"/>
                    </a:lnTo>
                    <a:lnTo>
                      <a:pt x="129" y="425"/>
                    </a:lnTo>
                    <a:lnTo>
                      <a:pt x="165" y="439"/>
                    </a:lnTo>
                    <a:lnTo>
                      <a:pt x="196" y="460"/>
                    </a:lnTo>
                    <a:lnTo>
                      <a:pt x="233" y="484"/>
                    </a:lnTo>
                    <a:lnTo>
                      <a:pt x="252" y="498"/>
                    </a:lnTo>
                    <a:lnTo>
                      <a:pt x="349" y="467"/>
                    </a:lnTo>
                    <a:lnTo>
                      <a:pt x="385" y="397"/>
                    </a:lnTo>
                    <a:lnTo>
                      <a:pt x="385" y="382"/>
                    </a:lnTo>
                    <a:lnTo>
                      <a:pt x="377" y="364"/>
                    </a:lnTo>
                    <a:lnTo>
                      <a:pt x="392" y="354"/>
                    </a:lnTo>
                    <a:lnTo>
                      <a:pt x="418" y="345"/>
                    </a:lnTo>
                    <a:lnTo>
                      <a:pt x="432" y="349"/>
                    </a:lnTo>
                    <a:lnTo>
                      <a:pt x="441" y="340"/>
                    </a:lnTo>
                    <a:lnTo>
                      <a:pt x="444" y="333"/>
                    </a:lnTo>
                    <a:lnTo>
                      <a:pt x="460" y="316"/>
                    </a:lnTo>
                    <a:lnTo>
                      <a:pt x="498" y="293"/>
                    </a:lnTo>
                    <a:lnTo>
                      <a:pt x="524" y="269"/>
                    </a:lnTo>
                    <a:lnTo>
                      <a:pt x="548" y="269"/>
                    </a:lnTo>
                    <a:lnTo>
                      <a:pt x="571" y="269"/>
                    </a:lnTo>
                    <a:lnTo>
                      <a:pt x="595" y="241"/>
                    </a:lnTo>
                    <a:lnTo>
                      <a:pt x="621" y="205"/>
                    </a:lnTo>
                    <a:lnTo>
                      <a:pt x="637" y="170"/>
                    </a:lnTo>
                    <a:lnTo>
                      <a:pt x="647" y="130"/>
                    </a:lnTo>
                    <a:lnTo>
                      <a:pt x="644" y="97"/>
                    </a:lnTo>
                    <a:lnTo>
                      <a:pt x="640" y="68"/>
                    </a:lnTo>
                    <a:lnTo>
                      <a:pt x="630" y="52"/>
                    </a:lnTo>
                    <a:lnTo>
                      <a:pt x="604" y="45"/>
                    </a:lnTo>
                    <a:lnTo>
                      <a:pt x="574" y="54"/>
                    </a:lnTo>
                    <a:lnTo>
                      <a:pt x="540" y="40"/>
                    </a:lnTo>
                    <a:lnTo>
                      <a:pt x="491" y="16"/>
                    </a:lnTo>
                    <a:lnTo>
                      <a:pt x="453" y="2"/>
                    </a:lnTo>
                    <a:lnTo>
                      <a:pt x="418" y="0"/>
                    </a:lnTo>
                    <a:lnTo>
                      <a:pt x="361" y="33"/>
                    </a:lnTo>
                    <a:lnTo>
                      <a:pt x="330" y="54"/>
                    </a:lnTo>
                    <a:lnTo>
                      <a:pt x="316" y="85"/>
                    </a:lnTo>
                    <a:lnTo>
                      <a:pt x="278" y="92"/>
                    </a:lnTo>
                    <a:lnTo>
                      <a:pt x="269" y="108"/>
                    </a:lnTo>
                    <a:lnTo>
                      <a:pt x="269" y="132"/>
                    </a:lnTo>
                    <a:lnTo>
                      <a:pt x="259" y="149"/>
                    </a:lnTo>
                    <a:lnTo>
                      <a:pt x="37" y="300"/>
                    </a:lnTo>
                    <a:lnTo>
                      <a:pt x="0" y="328"/>
                    </a:lnTo>
                    <a:close/>
                    <a:moveTo>
                      <a:pt x="200" y="203"/>
                    </a:moveTo>
                    <a:lnTo>
                      <a:pt x="245" y="175"/>
                    </a:lnTo>
                    <a:lnTo>
                      <a:pt x="233" y="212"/>
                    </a:lnTo>
                    <a:lnTo>
                      <a:pt x="200" y="236"/>
                    </a:lnTo>
                    <a:lnTo>
                      <a:pt x="170" y="243"/>
                    </a:lnTo>
                    <a:lnTo>
                      <a:pt x="158" y="229"/>
                    </a:lnTo>
                    <a:lnTo>
                      <a:pt x="200" y="203"/>
                    </a:lnTo>
                    <a:close/>
                  </a:path>
                </a:pathLst>
              </a:custGeom>
              <a:grpFill/>
              <a:ln w="317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de-DE"/>
              </a:p>
            </p:txBody>
          </p:sp>
          <p:sp>
            <p:nvSpPr>
              <p:cNvPr id="40" name="Freeform 132">
                <a:extLst>
                  <a:ext uri="{FF2B5EF4-FFF2-40B4-BE49-F238E27FC236}">
                    <a16:creationId xmlns:a16="http://schemas.microsoft.com/office/drawing/2014/main" id="{FDCE2DB4-43BB-40AD-B8F4-3E55DF2850BB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739223" y="2524556"/>
                <a:ext cx="25807" cy="14337"/>
              </a:xfrm>
              <a:custGeom>
                <a:avLst/>
                <a:gdLst/>
                <a:ahLst/>
                <a:cxnLst>
                  <a:cxn ang="0">
                    <a:pos x="52" y="33"/>
                  </a:cxn>
                  <a:cxn ang="0">
                    <a:pos x="78" y="50"/>
                  </a:cxn>
                  <a:cxn ang="0">
                    <a:pos x="90" y="33"/>
                  </a:cxn>
                  <a:cxn ang="0">
                    <a:pos x="73" y="24"/>
                  </a:cxn>
                  <a:cxn ang="0">
                    <a:pos x="45" y="17"/>
                  </a:cxn>
                  <a:cxn ang="0">
                    <a:pos x="14" y="0"/>
                  </a:cxn>
                  <a:cxn ang="0">
                    <a:pos x="0" y="24"/>
                  </a:cxn>
                  <a:cxn ang="0">
                    <a:pos x="14" y="33"/>
                  </a:cxn>
                  <a:cxn ang="0">
                    <a:pos x="52" y="33"/>
                  </a:cxn>
                </a:cxnLst>
                <a:rect l="0" t="0" r="r" b="b"/>
                <a:pathLst>
                  <a:path w="90" h="50">
                    <a:moveTo>
                      <a:pt x="52" y="33"/>
                    </a:moveTo>
                    <a:lnTo>
                      <a:pt x="78" y="50"/>
                    </a:lnTo>
                    <a:lnTo>
                      <a:pt x="90" y="33"/>
                    </a:lnTo>
                    <a:lnTo>
                      <a:pt x="73" y="24"/>
                    </a:lnTo>
                    <a:lnTo>
                      <a:pt x="45" y="17"/>
                    </a:lnTo>
                    <a:lnTo>
                      <a:pt x="14" y="0"/>
                    </a:lnTo>
                    <a:lnTo>
                      <a:pt x="0" y="24"/>
                    </a:lnTo>
                    <a:lnTo>
                      <a:pt x="14" y="33"/>
                    </a:lnTo>
                    <a:lnTo>
                      <a:pt x="52" y="33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41" name="Freeform 133">
                <a:extLst>
                  <a:ext uri="{FF2B5EF4-FFF2-40B4-BE49-F238E27FC236}">
                    <a16:creationId xmlns:a16="http://schemas.microsoft.com/office/drawing/2014/main" id="{83FD55E2-D202-4B44-B75F-579CA1F8F22C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838724" y="2386920"/>
                <a:ext cx="8889" cy="888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17"/>
                  </a:cxn>
                  <a:cxn ang="0">
                    <a:pos x="17" y="24"/>
                  </a:cxn>
                  <a:cxn ang="0">
                    <a:pos x="31" y="31"/>
                  </a:cxn>
                  <a:cxn ang="0">
                    <a:pos x="17" y="0"/>
                  </a:cxn>
                  <a:cxn ang="0">
                    <a:pos x="0" y="0"/>
                  </a:cxn>
                </a:cxnLst>
                <a:rect l="0" t="0" r="r" b="b"/>
                <a:pathLst>
                  <a:path w="31" h="31">
                    <a:moveTo>
                      <a:pt x="0" y="0"/>
                    </a:moveTo>
                    <a:lnTo>
                      <a:pt x="0" y="17"/>
                    </a:lnTo>
                    <a:lnTo>
                      <a:pt x="17" y="24"/>
                    </a:lnTo>
                    <a:lnTo>
                      <a:pt x="31" y="31"/>
                    </a:lnTo>
                    <a:lnTo>
                      <a:pt x="17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42" name="Freeform 134">
                <a:extLst>
                  <a:ext uri="{FF2B5EF4-FFF2-40B4-BE49-F238E27FC236}">
                    <a16:creationId xmlns:a16="http://schemas.microsoft.com/office/drawing/2014/main" id="{1BB76737-7DA8-41DE-9C96-8B54D3F43EAA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822664" y="2372870"/>
                <a:ext cx="10609" cy="9463"/>
              </a:xfrm>
              <a:custGeom>
                <a:avLst/>
                <a:gdLst/>
                <a:ahLst/>
                <a:cxnLst>
                  <a:cxn ang="0">
                    <a:pos x="0" y="12"/>
                  </a:cxn>
                  <a:cxn ang="0">
                    <a:pos x="0" y="33"/>
                  </a:cxn>
                  <a:cxn ang="0">
                    <a:pos x="14" y="23"/>
                  </a:cxn>
                  <a:cxn ang="0">
                    <a:pos x="37" y="21"/>
                  </a:cxn>
                  <a:cxn ang="0">
                    <a:pos x="37" y="9"/>
                  </a:cxn>
                  <a:cxn ang="0">
                    <a:pos x="25" y="0"/>
                  </a:cxn>
                  <a:cxn ang="0">
                    <a:pos x="0" y="12"/>
                  </a:cxn>
                </a:cxnLst>
                <a:rect l="0" t="0" r="r" b="b"/>
                <a:pathLst>
                  <a:path w="37" h="33">
                    <a:moveTo>
                      <a:pt x="0" y="12"/>
                    </a:moveTo>
                    <a:lnTo>
                      <a:pt x="0" y="33"/>
                    </a:lnTo>
                    <a:lnTo>
                      <a:pt x="14" y="23"/>
                    </a:lnTo>
                    <a:lnTo>
                      <a:pt x="37" y="21"/>
                    </a:lnTo>
                    <a:lnTo>
                      <a:pt x="37" y="9"/>
                    </a:lnTo>
                    <a:lnTo>
                      <a:pt x="25" y="0"/>
                    </a:lnTo>
                    <a:lnTo>
                      <a:pt x="0" y="12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43" name="Freeform 135">
                <a:extLst>
                  <a:ext uri="{FF2B5EF4-FFF2-40B4-BE49-F238E27FC236}">
                    <a16:creationId xmlns:a16="http://schemas.microsoft.com/office/drawing/2014/main" id="{32760048-A3E8-4F76-982E-E5617A474216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1000731" y="1889141"/>
                <a:ext cx="15484" cy="12903"/>
              </a:xfrm>
              <a:custGeom>
                <a:avLst/>
                <a:gdLst/>
                <a:ahLst/>
                <a:cxnLst>
                  <a:cxn ang="0">
                    <a:pos x="49" y="38"/>
                  </a:cxn>
                  <a:cxn ang="0">
                    <a:pos x="54" y="14"/>
                  </a:cxn>
                  <a:cxn ang="0">
                    <a:pos x="26" y="14"/>
                  </a:cxn>
                  <a:cxn ang="0">
                    <a:pos x="26" y="0"/>
                  </a:cxn>
                  <a:cxn ang="0">
                    <a:pos x="16" y="14"/>
                  </a:cxn>
                  <a:cxn ang="0">
                    <a:pos x="0" y="29"/>
                  </a:cxn>
                  <a:cxn ang="0">
                    <a:pos x="19" y="45"/>
                  </a:cxn>
                  <a:cxn ang="0">
                    <a:pos x="49" y="38"/>
                  </a:cxn>
                </a:cxnLst>
                <a:rect l="0" t="0" r="r" b="b"/>
                <a:pathLst>
                  <a:path w="54" h="45">
                    <a:moveTo>
                      <a:pt x="49" y="38"/>
                    </a:moveTo>
                    <a:lnTo>
                      <a:pt x="54" y="14"/>
                    </a:lnTo>
                    <a:lnTo>
                      <a:pt x="26" y="14"/>
                    </a:lnTo>
                    <a:lnTo>
                      <a:pt x="26" y="0"/>
                    </a:lnTo>
                    <a:lnTo>
                      <a:pt x="16" y="14"/>
                    </a:lnTo>
                    <a:lnTo>
                      <a:pt x="0" y="29"/>
                    </a:lnTo>
                    <a:lnTo>
                      <a:pt x="19" y="45"/>
                    </a:lnTo>
                    <a:lnTo>
                      <a:pt x="49" y="38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tx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44" name="Freeform 136">
                <a:extLst>
                  <a:ext uri="{FF2B5EF4-FFF2-40B4-BE49-F238E27FC236}">
                    <a16:creationId xmlns:a16="http://schemas.microsoft.com/office/drawing/2014/main" id="{D93D40B5-EEF6-4F37-849E-280CF2EEA60F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1018222" y="1807992"/>
                <a:ext cx="48746" cy="82581"/>
              </a:xfrm>
              <a:custGeom>
                <a:avLst/>
                <a:gdLst/>
                <a:ahLst/>
                <a:cxnLst>
                  <a:cxn ang="0">
                    <a:pos x="12" y="288"/>
                  </a:cxn>
                  <a:cxn ang="0">
                    <a:pos x="52" y="274"/>
                  </a:cxn>
                  <a:cxn ang="0">
                    <a:pos x="45" y="257"/>
                  </a:cxn>
                  <a:cxn ang="0">
                    <a:pos x="55" y="250"/>
                  </a:cxn>
                  <a:cxn ang="0">
                    <a:pos x="62" y="262"/>
                  </a:cxn>
                  <a:cxn ang="0">
                    <a:pos x="76" y="262"/>
                  </a:cxn>
                  <a:cxn ang="0">
                    <a:pos x="83" y="241"/>
                  </a:cxn>
                  <a:cxn ang="0">
                    <a:pos x="106" y="219"/>
                  </a:cxn>
                  <a:cxn ang="0">
                    <a:pos x="121" y="217"/>
                  </a:cxn>
                  <a:cxn ang="0">
                    <a:pos x="130" y="191"/>
                  </a:cxn>
                  <a:cxn ang="0">
                    <a:pos x="144" y="177"/>
                  </a:cxn>
                  <a:cxn ang="0">
                    <a:pos x="166" y="149"/>
                  </a:cxn>
                  <a:cxn ang="0">
                    <a:pos x="170" y="90"/>
                  </a:cxn>
                  <a:cxn ang="0">
                    <a:pos x="170" y="56"/>
                  </a:cxn>
                  <a:cxn ang="0">
                    <a:pos x="154" y="38"/>
                  </a:cxn>
                  <a:cxn ang="0">
                    <a:pos x="132" y="4"/>
                  </a:cxn>
                  <a:cxn ang="0">
                    <a:pos x="121" y="0"/>
                  </a:cxn>
                  <a:cxn ang="0">
                    <a:pos x="95" y="28"/>
                  </a:cxn>
                  <a:cxn ang="0">
                    <a:pos x="81" y="52"/>
                  </a:cxn>
                  <a:cxn ang="0">
                    <a:pos x="62" y="80"/>
                  </a:cxn>
                  <a:cxn ang="0">
                    <a:pos x="40" y="116"/>
                  </a:cxn>
                  <a:cxn ang="0">
                    <a:pos x="14" y="156"/>
                  </a:cxn>
                  <a:cxn ang="0">
                    <a:pos x="0" y="191"/>
                  </a:cxn>
                  <a:cxn ang="0">
                    <a:pos x="0" y="219"/>
                  </a:cxn>
                  <a:cxn ang="0">
                    <a:pos x="0" y="257"/>
                  </a:cxn>
                  <a:cxn ang="0">
                    <a:pos x="7" y="278"/>
                  </a:cxn>
                  <a:cxn ang="0">
                    <a:pos x="12" y="288"/>
                  </a:cxn>
                </a:cxnLst>
                <a:rect l="0" t="0" r="r" b="b"/>
                <a:pathLst>
                  <a:path w="170" h="288">
                    <a:moveTo>
                      <a:pt x="12" y="288"/>
                    </a:moveTo>
                    <a:lnTo>
                      <a:pt x="52" y="274"/>
                    </a:lnTo>
                    <a:lnTo>
                      <a:pt x="45" y="257"/>
                    </a:lnTo>
                    <a:lnTo>
                      <a:pt x="55" y="250"/>
                    </a:lnTo>
                    <a:lnTo>
                      <a:pt x="62" y="262"/>
                    </a:lnTo>
                    <a:lnTo>
                      <a:pt x="76" y="262"/>
                    </a:lnTo>
                    <a:lnTo>
                      <a:pt x="83" y="241"/>
                    </a:lnTo>
                    <a:lnTo>
                      <a:pt x="106" y="219"/>
                    </a:lnTo>
                    <a:lnTo>
                      <a:pt x="121" y="217"/>
                    </a:lnTo>
                    <a:lnTo>
                      <a:pt x="130" y="191"/>
                    </a:lnTo>
                    <a:lnTo>
                      <a:pt x="144" y="177"/>
                    </a:lnTo>
                    <a:lnTo>
                      <a:pt x="166" y="149"/>
                    </a:lnTo>
                    <a:lnTo>
                      <a:pt x="170" y="90"/>
                    </a:lnTo>
                    <a:lnTo>
                      <a:pt x="170" y="56"/>
                    </a:lnTo>
                    <a:lnTo>
                      <a:pt x="154" y="38"/>
                    </a:lnTo>
                    <a:lnTo>
                      <a:pt x="132" y="4"/>
                    </a:lnTo>
                    <a:lnTo>
                      <a:pt x="121" y="0"/>
                    </a:lnTo>
                    <a:lnTo>
                      <a:pt x="95" y="28"/>
                    </a:lnTo>
                    <a:lnTo>
                      <a:pt x="81" y="52"/>
                    </a:lnTo>
                    <a:lnTo>
                      <a:pt x="62" y="80"/>
                    </a:lnTo>
                    <a:lnTo>
                      <a:pt x="40" y="116"/>
                    </a:lnTo>
                    <a:lnTo>
                      <a:pt x="14" y="156"/>
                    </a:lnTo>
                    <a:lnTo>
                      <a:pt x="0" y="191"/>
                    </a:lnTo>
                    <a:lnTo>
                      <a:pt x="0" y="219"/>
                    </a:lnTo>
                    <a:lnTo>
                      <a:pt x="0" y="257"/>
                    </a:lnTo>
                    <a:lnTo>
                      <a:pt x="7" y="278"/>
                    </a:lnTo>
                    <a:lnTo>
                      <a:pt x="12" y="288"/>
                    </a:lnTo>
                    <a:close/>
                  </a:path>
                </a:pathLst>
              </a:custGeom>
              <a:grpFill/>
              <a:ln w="317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de-DE"/>
              </a:p>
            </p:txBody>
          </p:sp>
          <p:sp>
            <p:nvSpPr>
              <p:cNvPr id="45" name="Freeform 137">
                <a:extLst>
                  <a:ext uri="{FF2B5EF4-FFF2-40B4-BE49-F238E27FC236}">
                    <a16:creationId xmlns:a16="http://schemas.microsoft.com/office/drawing/2014/main" id="{E6E22DE2-56D6-442C-A5DB-85DDE19AD7CF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1052057" y="1755232"/>
                <a:ext cx="64517" cy="44445"/>
              </a:xfrm>
              <a:custGeom>
                <a:avLst/>
                <a:gdLst/>
                <a:ahLst/>
                <a:cxnLst>
                  <a:cxn ang="0">
                    <a:pos x="19" y="155"/>
                  </a:cxn>
                  <a:cxn ang="0">
                    <a:pos x="31" y="141"/>
                  </a:cxn>
                  <a:cxn ang="0">
                    <a:pos x="57" y="134"/>
                  </a:cxn>
                  <a:cxn ang="0">
                    <a:pos x="76" y="127"/>
                  </a:cxn>
                  <a:cxn ang="0">
                    <a:pos x="97" y="103"/>
                  </a:cxn>
                  <a:cxn ang="0">
                    <a:pos x="114" y="85"/>
                  </a:cxn>
                  <a:cxn ang="0">
                    <a:pos x="114" y="66"/>
                  </a:cxn>
                  <a:cxn ang="0">
                    <a:pos x="154" y="54"/>
                  </a:cxn>
                  <a:cxn ang="0">
                    <a:pos x="177" y="37"/>
                  </a:cxn>
                  <a:cxn ang="0">
                    <a:pos x="187" y="30"/>
                  </a:cxn>
                  <a:cxn ang="0">
                    <a:pos x="213" y="25"/>
                  </a:cxn>
                  <a:cxn ang="0">
                    <a:pos x="225" y="11"/>
                  </a:cxn>
                  <a:cxn ang="0">
                    <a:pos x="199" y="0"/>
                  </a:cxn>
                  <a:cxn ang="0">
                    <a:pos x="180" y="14"/>
                  </a:cxn>
                  <a:cxn ang="0">
                    <a:pos x="135" y="35"/>
                  </a:cxn>
                  <a:cxn ang="0">
                    <a:pos x="100" y="61"/>
                  </a:cxn>
                  <a:cxn ang="0">
                    <a:pos x="52" y="101"/>
                  </a:cxn>
                  <a:cxn ang="0">
                    <a:pos x="0" y="134"/>
                  </a:cxn>
                  <a:cxn ang="0">
                    <a:pos x="0" y="144"/>
                  </a:cxn>
                  <a:cxn ang="0">
                    <a:pos x="5" y="155"/>
                  </a:cxn>
                  <a:cxn ang="0">
                    <a:pos x="19" y="155"/>
                  </a:cxn>
                </a:cxnLst>
                <a:rect l="0" t="0" r="r" b="b"/>
                <a:pathLst>
                  <a:path w="225" h="155">
                    <a:moveTo>
                      <a:pt x="19" y="155"/>
                    </a:moveTo>
                    <a:lnTo>
                      <a:pt x="31" y="141"/>
                    </a:lnTo>
                    <a:lnTo>
                      <a:pt x="57" y="134"/>
                    </a:lnTo>
                    <a:lnTo>
                      <a:pt x="76" y="127"/>
                    </a:lnTo>
                    <a:lnTo>
                      <a:pt x="97" y="103"/>
                    </a:lnTo>
                    <a:lnTo>
                      <a:pt x="114" y="85"/>
                    </a:lnTo>
                    <a:lnTo>
                      <a:pt x="114" y="66"/>
                    </a:lnTo>
                    <a:lnTo>
                      <a:pt x="154" y="54"/>
                    </a:lnTo>
                    <a:lnTo>
                      <a:pt x="177" y="37"/>
                    </a:lnTo>
                    <a:lnTo>
                      <a:pt x="187" y="30"/>
                    </a:lnTo>
                    <a:lnTo>
                      <a:pt x="213" y="25"/>
                    </a:lnTo>
                    <a:lnTo>
                      <a:pt x="225" y="11"/>
                    </a:lnTo>
                    <a:lnTo>
                      <a:pt x="199" y="0"/>
                    </a:lnTo>
                    <a:lnTo>
                      <a:pt x="180" y="14"/>
                    </a:lnTo>
                    <a:lnTo>
                      <a:pt x="135" y="35"/>
                    </a:lnTo>
                    <a:lnTo>
                      <a:pt x="100" y="61"/>
                    </a:lnTo>
                    <a:lnTo>
                      <a:pt x="52" y="101"/>
                    </a:lnTo>
                    <a:lnTo>
                      <a:pt x="0" y="134"/>
                    </a:lnTo>
                    <a:lnTo>
                      <a:pt x="0" y="144"/>
                    </a:lnTo>
                    <a:lnTo>
                      <a:pt x="5" y="155"/>
                    </a:lnTo>
                    <a:lnTo>
                      <a:pt x="19" y="155"/>
                    </a:lnTo>
                    <a:close/>
                  </a:path>
                </a:pathLst>
              </a:custGeom>
              <a:grpFill/>
              <a:ln w="317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de-DE"/>
              </a:p>
            </p:txBody>
          </p:sp>
          <p:sp>
            <p:nvSpPr>
              <p:cNvPr id="46" name="Freeform 138">
                <a:extLst>
                  <a:ext uri="{FF2B5EF4-FFF2-40B4-BE49-F238E27FC236}">
                    <a16:creationId xmlns:a16="http://schemas.microsoft.com/office/drawing/2014/main" id="{22816D52-A412-4026-8469-54266D47246B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1116574" y="1757813"/>
                <a:ext cx="13477" cy="8029"/>
              </a:xfrm>
              <a:custGeom>
                <a:avLst/>
                <a:gdLst/>
                <a:ahLst/>
                <a:cxnLst>
                  <a:cxn ang="0">
                    <a:pos x="33" y="14"/>
                  </a:cxn>
                  <a:cxn ang="0">
                    <a:pos x="47" y="14"/>
                  </a:cxn>
                  <a:cxn ang="0">
                    <a:pos x="30" y="0"/>
                  </a:cxn>
                  <a:cxn ang="0">
                    <a:pos x="19" y="0"/>
                  </a:cxn>
                  <a:cxn ang="0">
                    <a:pos x="12" y="16"/>
                  </a:cxn>
                  <a:cxn ang="0">
                    <a:pos x="0" y="28"/>
                  </a:cxn>
                  <a:cxn ang="0">
                    <a:pos x="33" y="14"/>
                  </a:cxn>
                </a:cxnLst>
                <a:rect l="0" t="0" r="r" b="b"/>
                <a:pathLst>
                  <a:path w="47" h="28">
                    <a:moveTo>
                      <a:pt x="33" y="14"/>
                    </a:moveTo>
                    <a:lnTo>
                      <a:pt x="47" y="14"/>
                    </a:lnTo>
                    <a:lnTo>
                      <a:pt x="30" y="0"/>
                    </a:lnTo>
                    <a:lnTo>
                      <a:pt x="19" y="0"/>
                    </a:lnTo>
                    <a:lnTo>
                      <a:pt x="12" y="16"/>
                    </a:lnTo>
                    <a:lnTo>
                      <a:pt x="0" y="28"/>
                    </a:lnTo>
                    <a:lnTo>
                      <a:pt x="33" y="14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tx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47" name="Freeform 139">
                <a:extLst>
                  <a:ext uri="{FF2B5EF4-FFF2-40B4-BE49-F238E27FC236}">
                    <a16:creationId xmlns:a16="http://schemas.microsoft.com/office/drawing/2014/main" id="{D1449BBC-1A5C-43D3-9705-968121390091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1126036" y="1696737"/>
                <a:ext cx="103513" cy="45592"/>
              </a:xfrm>
              <a:custGeom>
                <a:avLst/>
                <a:gdLst/>
                <a:ahLst/>
                <a:cxnLst>
                  <a:cxn ang="0">
                    <a:pos x="35" y="159"/>
                  </a:cxn>
                  <a:cxn ang="0">
                    <a:pos x="68" y="142"/>
                  </a:cxn>
                  <a:cxn ang="0">
                    <a:pos x="78" y="121"/>
                  </a:cxn>
                  <a:cxn ang="0">
                    <a:pos x="94" y="114"/>
                  </a:cxn>
                  <a:cxn ang="0">
                    <a:pos x="125" y="114"/>
                  </a:cxn>
                  <a:cxn ang="0">
                    <a:pos x="158" y="109"/>
                  </a:cxn>
                  <a:cxn ang="0">
                    <a:pos x="191" y="90"/>
                  </a:cxn>
                  <a:cxn ang="0">
                    <a:pos x="212" y="74"/>
                  </a:cxn>
                  <a:cxn ang="0">
                    <a:pos x="267" y="74"/>
                  </a:cxn>
                  <a:cxn ang="0">
                    <a:pos x="279" y="66"/>
                  </a:cxn>
                  <a:cxn ang="0">
                    <a:pos x="293" y="66"/>
                  </a:cxn>
                  <a:cxn ang="0">
                    <a:pos x="302" y="48"/>
                  </a:cxn>
                  <a:cxn ang="0">
                    <a:pos x="333" y="36"/>
                  </a:cxn>
                  <a:cxn ang="0">
                    <a:pos x="361" y="19"/>
                  </a:cxn>
                  <a:cxn ang="0">
                    <a:pos x="361" y="0"/>
                  </a:cxn>
                  <a:cxn ang="0">
                    <a:pos x="326" y="0"/>
                  </a:cxn>
                  <a:cxn ang="0">
                    <a:pos x="295" y="12"/>
                  </a:cxn>
                  <a:cxn ang="0">
                    <a:pos x="260" y="19"/>
                  </a:cxn>
                  <a:cxn ang="0">
                    <a:pos x="224" y="31"/>
                  </a:cxn>
                  <a:cxn ang="0">
                    <a:pos x="184" y="45"/>
                  </a:cxn>
                  <a:cxn ang="0">
                    <a:pos x="137" y="55"/>
                  </a:cxn>
                  <a:cxn ang="0">
                    <a:pos x="94" y="66"/>
                  </a:cxn>
                  <a:cxn ang="0">
                    <a:pos x="64" y="71"/>
                  </a:cxn>
                  <a:cxn ang="0">
                    <a:pos x="35" y="90"/>
                  </a:cxn>
                  <a:cxn ang="0">
                    <a:pos x="14" y="114"/>
                  </a:cxn>
                  <a:cxn ang="0">
                    <a:pos x="0" y="135"/>
                  </a:cxn>
                  <a:cxn ang="0">
                    <a:pos x="14" y="152"/>
                  </a:cxn>
                  <a:cxn ang="0">
                    <a:pos x="35" y="159"/>
                  </a:cxn>
                </a:cxnLst>
                <a:rect l="0" t="0" r="r" b="b"/>
                <a:pathLst>
                  <a:path w="361" h="159">
                    <a:moveTo>
                      <a:pt x="35" y="159"/>
                    </a:moveTo>
                    <a:lnTo>
                      <a:pt x="68" y="142"/>
                    </a:lnTo>
                    <a:lnTo>
                      <a:pt x="78" y="121"/>
                    </a:lnTo>
                    <a:lnTo>
                      <a:pt x="94" y="114"/>
                    </a:lnTo>
                    <a:lnTo>
                      <a:pt x="125" y="114"/>
                    </a:lnTo>
                    <a:lnTo>
                      <a:pt x="158" y="109"/>
                    </a:lnTo>
                    <a:lnTo>
                      <a:pt x="191" y="90"/>
                    </a:lnTo>
                    <a:lnTo>
                      <a:pt x="212" y="74"/>
                    </a:lnTo>
                    <a:lnTo>
                      <a:pt x="267" y="74"/>
                    </a:lnTo>
                    <a:lnTo>
                      <a:pt x="279" y="66"/>
                    </a:lnTo>
                    <a:lnTo>
                      <a:pt x="293" y="66"/>
                    </a:lnTo>
                    <a:lnTo>
                      <a:pt x="302" y="48"/>
                    </a:lnTo>
                    <a:lnTo>
                      <a:pt x="333" y="36"/>
                    </a:lnTo>
                    <a:lnTo>
                      <a:pt x="361" y="19"/>
                    </a:lnTo>
                    <a:lnTo>
                      <a:pt x="361" y="0"/>
                    </a:lnTo>
                    <a:lnTo>
                      <a:pt x="326" y="0"/>
                    </a:lnTo>
                    <a:lnTo>
                      <a:pt x="295" y="12"/>
                    </a:lnTo>
                    <a:lnTo>
                      <a:pt x="260" y="19"/>
                    </a:lnTo>
                    <a:lnTo>
                      <a:pt x="224" y="31"/>
                    </a:lnTo>
                    <a:lnTo>
                      <a:pt x="184" y="45"/>
                    </a:lnTo>
                    <a:lnTo>
                      <a:pt x="137" y="55"/>
                    </a:lnTo>
                    <a:lnTo>
                      <a:pt x="94" y="66"/>
                    </a:lnTo>
                    <a:lnTo>
                      <a:pt x="64" y="71"/>
                    </a:lnTo>
                    <a:lnTo>
                      <a:pt x="35" y="90"/>
                    </a:lnTo>
                    <a:lnTo>
                      <a:pt x="14" y="114"/>
                    </a:lnTo>
                    <a:lnTo>
                      <a:pt x="0" y="135"/>
                    </a:lnTo>
                    <a:lnTo>
                      <a:pt x="14" y="152"/>
                    </a:lnTo>
                    <a:lnTo>
                      <a:pt x="35" y="159"/>
                    </a:lnTo>
                    <a:close/>
                  </a:path>
                </a:pathLst>
              </a:custGeom>
              <a:grpFill/>
              <a:ln w="317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de-DE"/>
              </a:p>
            </p:txBody>
          </p:sp>
          <p:sp>
            <p:nvSpPr>
              <p:cNvPr id="48" name="Freeform 140">
                <a:extLst>
                  <a:ext uri="{FF2B5EF4-FFF2-40B4-BE49-F238E27FC236}">
                    <a16:creationId xmlns:a16="http://schemas.microsoft.com/office/drawing/2014/main" id="{EB2C740E-1B8E-4FEB-A1B5-C9BC8F94E23F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1245893" y="1686128"/>
                <a:ext cx="87455" cy="20932"/>
              </a:xfrm>
              <a:custGeom>
                <a:avLst/>
                <a:gdLst/>
                <a:ahLst/>
                <a:cxnLst>
                  <a:cxn ang="0">
                    <a:pos x="52" y="73"/>
                  </a:cxn>
                  <a:cxn ang="0">
                    <a:pos x="85" y="54"/>
                  </a:cxn>
                  <a:cxn ang="0">
                    <a:pos x="97" y="49"/>
                  </a:cxn>
                  <a:cxn ang="0">
                    <a:pos x="120" y="44"/>
                  </a:cxn>
                  <a:cxn ang="0">
                    <a:pos x="151" y="54"/>
                  </a:cxn>
                  <a:cxn ang="0">
                    <a:pos x="189" y="52"/>
                  </a:cxn>
                  <a:cxn ang="0">
                    <a:pos x="222" y="37"/>
                  </a:cxn>
                  <a:cxn ang="0">
                    <a:pos x="246" y="28"/>
                  </a:cxn>
                  <a:cxn ang="0">
                    <a:pos x="300" y="26"/>
                  </a:cxn>
                  <a:cxn ang="0">
                    <a:pos x="305" y="9"/>
                  </a:cxn>
                  <a:cxn ang="0">
                    <a:pos x="175" y="7"/>
                  </a:cxn>
                  <a:cxn ang="0">
                    <a:pos x="161" y="21"/>
                  </a:cxn>
                  <a:cxn ang="0">
                    <a:pos x="123" y="18"/>
                  </a:cxn>
                  <a:cxn ang="0">
                    <a:pos x="87" y="14"/>
                  </a:cxn>
                  <a:cxn ang="0">
                    <a:pos x="68" y="4"/>
                  </a:cxn>
                  <a:cxn ang="0">
                    <a:pos x="33" y="0"/>
                  </a:cxn>
                  <a:cxn ang="0">
                    <a:pos x="0" y="21"/>
                  </a:cxn>
                  <a:cxn ang="0">
                    <a:pos x="0" y="54"/>
                  </a:cxn>
                  <a:cxn ang="0">
                    <a:pos x="26" y="68"/>
                  </a:cxn>
                  <a:cxn ang="0">
                    <a:pos x="52" y="73"/>
                  </a:cxn>
                </a:cxnLst>
                <a:rect l="0" t="0" r="r" b="b"/>
                <a:pathLst>
                  <a:path w="305" h="73">
                    <a:moveTo>
                      <a:pt x="52" y="73"/>
                    </a:moveTo>
                    <a:lnTo>
                      <a:pt x="85" y="54"/>
                    </a:lnTo>
                    <a:lnTo>
                      <a:pt x="97" y="49"/>
                    </a:lnTo>
                    <a:lnTo>
                      <a:pt x="120" y="44"/>
                    </a:lnTo>
                    <a:lnTo>
                      <a:pt x="151" y="54"/>
                    </a:lnTo>
                    <a:lnTo>
                      <a:pt x="189" y="52"/>
                    </a:lnTo>
                    <a:lnTo>
                      <a:pt x="222" y="37"/>
                    </a:lnTo>
                    <a:lnTo>
                      <a:pt x="246" y="28"/>
                    </a:lnTo>
                    <a:lnTo>
                      <a:pt x="300" y="26"/>
                    </a:lnTo>
                    <a:lnTo>
                      <a:pt x="305" y="9"/>
                    </a:lnTo>
                    <a:lnTo>
                      <a:pt x="175" y="7"/>
                    </a:lnTo>
                    <a:lnTo>
                      <a:pt x="161" y="21"/>
                    </a:lnTo>
                    <a:lnTo>
                      <a:pt x="123" y="18"/>
                    </a:lnTo>
                    <a:lnTo>
                      <a:pt x="87" y="14"/>
                    </a:lnTo>
                    <a:lnTo>
                      <a:pt x="68" y="4"/>
                    </a:lnTo>
                    <a:lnTo>
                      <a:pt x="33" y="0"/>
                    </a:lnTo>
                    <a:lnTo>
                      <a:pt x="0" y="21"/>
                    </a:lnTo>
                    <a:lnTo>
                      <a:pt x="0" y="54"/>
                    </a:lnTo>
                    <a:lnTo>
                      <a:pt x="26" y="68"/>
                    </a:lnTo>
                    <a:lnTo>
                      <a:pt x="52" y="73"/>
                    </a:lnTo>
                    <a:close/>
                  </a:path>
                </a:pathLst>
              </a:custGeom>
              <a:grpFill/>
              <a:ln w="317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de-DE"/>
              </a:p>
            </p:txBody>
          </p:sp>
          <p:sp>
            <p:nvSpPr>
              <p:cNvPr id="49" name="Freeform 141">
                <a:extLst>
                  <a:ext uri="{FF2B5EF4-FFF2-40B4-BE49-F238E27FC236}">
                    <a16:creationId xmlns:a16="http://schemas.microsoft.com/office/drawing/2014/main" id="{83629549-018A-4342-A0A5-74B03E9AB9B2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1343959" y="1686128"/>
                <a:ext cx="9749" cy="4014"/>
              </a:xfrm>
              <a:custGeom>
                <a:avLst/>
                <a:gdLst/>
                <a:ahLst/>
                <a:cxnLst>
                  <a:cxn ang="0">
                    <a:pos x="34" y="0"/>
                  </a:cxn>
                  <a:cxn ang="0">
                    <a:pos x="0" y="14"/>
                  </a:cxn>
                  <a:cxn ang="0">
                    <a:pos x="34" y="7"/>
                  </a:cxn>
                  <a:cxn ang="0">
                    <a:pos x="34" y="0"/>
                  </a:cxn>
                </a:cxnLst>
                <a:rect l="0" t="0" r="r" b="b"/>
                <a:pathLst>
                  <a:path w="34" h="14">
                    <a:moveTo>
                      <a:pt x="34" y="0"/>
                    </a:moveTo>
                    <a:lnTo>
                      <a:pt x="0" y="14"/>
                    </a:lnTo>
                    <a:lnTo>
                      <a:pt x="34" y="7"/>
                    </a:lnTo>
                    <a:lnTo>
                      <a:pt x="34" y="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50" name="Freeform 142">
                <a:extLst>
                  <a:ext uri="{FF2B5EF4-FFF2-40B4-BE49-F238E27FC236}">
                    <a16:creationId xmlns:a16="http://schemas.microsoft.com/office/drawing/2014/main" id="{3EF45700-2723-4886-964D-70D576DAC91A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1382669" y="1699605"/>
                <a:ext cx="4014" cy="3441"/>
              </a:xfrm>
              <a:custGeom>
                <a:avLst/>
                <a:gdLst/>
                <a:ahLst/>
                <a:cxnLst>
                  <a:cxn ang="0">
                    <a:pos x="5" y="12"/>
                  </a:cxn>
                  <a:cxn ang="0">
                    <a:pos x="14" y="0"/>
                  </a:cxn>
                  <a:cxn ang="0">
                    <a:pos x="0" y="0"/>
                  </a:cxn>
                  <a:cxn ang="0">
                    <a:pos x="5" y="12"/>
                  </a:cxn>
                </a:cxnLst>
                <a:rect l="0" t="0" r="r" b="b"/>
                <a:pathLst>
                  <a:path w="14" h="12">
                    <a:moveTo>
                      <a:pt x="5" y="12"/>
                    </a:moveTo>
                    <a:lnTo>
                      <a:pt x="14" y="0"/>
                    </a:lnTo>
                    <a:lnTo>
                      <a:pt x="0" y="0"/>
                    </a:lnTo>
                    <a:lnTo>
                      <a:pt x="5" y="12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51" name="Freeform 143">
                <a:extLst>
                  <a:ext uri="{FF2B5EF4-FFF2-40B4-BE49-F238E27FC236}">
                    <a16:creationId xmlns:a16="http://schemas.microsoft.com/office/drawing/2014/main" id="{456DF4DB-04D0-4387-9C09-93AC11328C49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1369764" y="1671217"/>
                <a:ext cx="62510" cy="23513"/>
              </a:xfrm>
              <a:custGeom>
                <a:avLst/>
                <a:gdLst/>
                <a:ahLst/>
                <a:cxnLst>
                  <a:cxn ang="0">
                    <a:pos x="26" y="82"/>
                  </a:cxn>
                  <a:cxn ang="0">
                    <a:pos x="36" y="59"/>
                  </a:cxn>
                  <a:cxn ang="0">
                    <a:pos x="66" y="59"/>
                  </a:cxn>
                  <a:cxn ang="0">
                    <a:pos x="125" y="40"/>
                  </a:cxn>
                  <a:cxn ang="0">
                    <a:pos x="173" y="26"/>
                  </a:cxn>
                  <a:cxn ang="0">
                    <a:pos x="218" y="0"/>
                  </a:cxn>
                  <a:cxn ang="0">
                    <a:pos x="163" y="0"/>
                  </a:cxn>
                  <a:cxn ang="0">
                    <a:pos x="142" y="0"/>
                  </a:cxn>
                  <a:cxn ang="0">
                    <a:pos x="97" y="0"/>
                  </a:cxn>
                  <a:cxn ang="0">
                    <a:pos x="45" y="0"/>
                  </a:cxn>
                  <a:cxn ang="0">
                    <a:pos x="19" y="18"/>
                  </a:cxn>
                  <a:cxn ang="0">
                    <a:pos x="7" y="28"/>
                  </a:cxn>
                  <a:cxn ang="0">
                    <a:pos x="0" y="47"/>
                  </a:cxn>
                  <a:cxn ang="0">
                    <a:pos x="0" y="66"/>
                  </a:cxn>
                  <a:cxn ang="0">
                    <a:pos x="14" y="82"/>
                  </a:cxn>
                  <a:cxn ang="0">
                    <a:pos x="26" y="82"/>
                  </a:cxn>
                </a:cxnLst>
                <a:rect l="0" t="0" r="r" b="b"/>
                <a:pathLst>
                  <a:path w="218" h="82">
                    <a:moveTo>
                      <a:pt x="26" y="82"/>
                    </a:moveTo>
                    <a:lnTo>
                      <a:pt x="36" y="59"/>
                    </a:lnTo>
                    <a:lnTo>
                      <a:pt x="66" y="59"/>
                    </a:lnTo>
                    <a:lnTo>
                      <a:pt x="125" y="40"/>
                    </a:lnTo>
                    <a:lnTo>
                      <a:pt x="173" y="26"/>
                    </a:lnTo>
                    <a:lnTo>
                      <a:pt x="218" y="0"/>
                    </a:lnTo>
                    <a:lnTo>
                      <a:pt x="163" y="0"/>
                    </a:lnTo>
                    <a:lnTo>
                      <a:pt x="142" y="0"/>
                    </a:lnTo>
                    <a:lnTo>
                      <a:pt x="97" y="0"/>
                    </a:lnTo>
                    <a:lnTo>
                      <a:pt x="45" y="0"/>
                    </a:lnTo>
                    <a:lnTo>
                      <a:pt x="19" y="18"/>
                    </a:lnTo>
                    <a:lnTo>
                      <a:pt x="7" y="28"/>
                    </a:lnTo>
                    <a:lnTo>
                      <a:pt x="0" y="47"/>
                    </a:lnTo>
                    <a:lnTo>
                      <a:pt x="0" y="66"/>
                    </a:lnTo>
                    <a:lnTo>
                      <a:pt x="14" y="82"/>
                    </a:lnTo>
                    <a:lnTo>
                      <a:pt x="26" y="82"/>
                    </a:lnTo>
                    <a:close/>
                  </a:path>
                </a:pathLst>
              </a:custGeom>
              <a:grpFill/>
              <a:ln w="317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de-DE"/>
              </a:p>
            </p:txBody>
          </p:sp>
          <p:sp>
            <p:nvSpPr>
              <p:cNvPr id="52" name="Freeform 144">
                <a:extLst>
                  <a:ext uri="{FF2B5EF4-FFF2-40B4-BE49-F238E27FC236}">
                    <a16:creationId xmlns:a16="http://schemas.microsoft.com/office/drawing/2014/main" id="{B9DFBC0B-56A6-483B-9704-C1FB52C97E59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1440303" y="1665770"/>
                <a:ext cx="4588" cy="3154"/>
              </a:xfrm>
              <a:custGeom>
                <a:avLst/>
                <a:gdLst/>
                <a:ahLst/>
                <a:cxnLst>
                  <a:cxn ang="0">
                    <a:pos x="12" y="0"/>
                  </a:cxn>
                  <a:cxn ang="0">
                    <a:pos x="0" y="11"/>
                  </a:cxn>
                  <a:cxn ang="0">
                    <a:pos x="16" y="11"/>
                  </a:cxn>
                  <a:cxn ang="0">
                    <a:pos x="12" y="0"/>
                  </a:cxn>
                </a:cxnLst>
                <a:rect l="0" t="0" r="r" b="b"/>
                <a:pathLst>
                  <a:path w="16" h="11">
                    <a:moveTo>
                      <a:pt x="12" y="0"/>
                    </a:moveTo>
                    <a:lnTo>
                      <a:pt x="0" y="11"/>
                    </a:lnTo>
                    <a:lnTo>
                      <a:pt x="16" y="11"/>
                    </a:lnTo>
                    <a:lnTo>
                      <a:pt x="12" y="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53" name="Freeform 145">
                <a:extLst>
                  <a:ext uri="{FF2B5EF4-FFF2-40B4-BE49-F238E27FC236}">
                    <a16:creationId xmlns:a16="http://schemas.microsoft.com/office/drawing/2014/main" id="{70A9124E-3A86-46C4-BBC5-40D59FFA8E84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1451773" y="1650858"/>
                <a:ext cx="16345" cy="16917"/>
              </a:xfrm>
              <a:custGeom>
                <a:avLst/>
                <a:gdLst/>
                <a:ahLst/>
                <a:cxnLst>
                  <a:cxn ang="0">
                    <a:pos x="35" y="59"/>
                  </a:cxn>
                  <a:cxn ang="0">
                    <a:pos x="57" y="28"/>
                  </a:cxn>
                  <a:cxn ang="0">
                    <a:pos x="47" y="12"/>
                  </a:cxn>
                  <a:cxn ang="0">
                    <a:pos x="24" y="0"/>
                  </a:cxn>
                  <a:cxn ang="0">
                    <a:pos x="0" y="19"/>
                  </a:cxn>
                  <a:cxn ang="0">
                    <a:pos x="19" y="52"/>
                  </a:cxn>
                  <a:cxn ang="0">
                    <a:pos x="35" y="59"/>
                  </a:cxn>
                </a:cxnLst>
                <a:rect l="0" t="0" r="r" b="b"/>
                <a:pathLst>
                  <a:path w="57" h="59">
                    <a:moveTo>
                      <a:pt x="35" y="59"/>
                    </a:moveTo>
                    <a:lnTo>
                      <a:pt x="57" y="28"/>
                    </a:lnTo>
                    <a:lnTo>
                      <a:pt x="47" y="12"/>
                    </a:lnTo>
                    <a:lnTo>
                      <a:pt x="24" y="0"/>
                    </a:lnTo>
                    <a:lnTo>
                      <a:pt x="0" y="19"/>
                    </a:lnTo>
                    <a:lnTo>
                      <a:pt x="19" y="52"/>
                    </a:lnTo>
                    <a:lnTo>
                      <a:pt x="35" y="59"/>
                    </a:lnTo>
                    <a:close/>
                  </a:path>
                </a:pathLst>
              </a:custGeom>
              <a:grpFill/>
              <a:ln w="317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de-DE"/>
              </a:p>
            </p:txBody>
          </p:sp>
          <p:sp>
            <p:nvSpPr>
              <p:cNvPr id="54" name="Freeform 146">
                <a:extLst>
                  <a:ext uri="{FF2B5EF4-FFF2-40B4-BE49-F238E27FC236}">
                    <a16:creationId xmlns:a16="http://schemas.microsoft.com/office/drawing/2014/main" id="{05839BD0-29BF-4D49-8DB5-968B638BCC8D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1482167" y="1655447"/>
                <a:ext cx="10895" cy="5448"/>
              </a:xfrm>
              <a:custGeom>
                <a:avLst/>
                <a:gdLst/>
                <a:ahLst/>
                <a:cxnLst>
                  <a:cxn ang="0">
                    <a:pos x="38" y="12"/>
                  </a:cxn>
                  <a:cxn ang="0">
                    <a:pos x="14" y="0"/>
                  </a:cxn>
                  <a:cxn ang="0">
                    <a:pos x="0" y="0"/>
                  </a:cxn>
                  <a:cxn ang="0">
                    <a:pos x="10" y="19"/>
                  </a:cxn>
                  <a:cxn ang="0">
                    <a:pos x="38" y="12"/>
                  </a:cxn>
                </a:cxnLst>
                <a:rect l="0" t="0" r="r" b="b"/>
                <a:pathLst>
                  <a:path w="38" h="19">
                    <a:moveTo>
                      <a:pt x="38" y="12"/>
                    </a:moveTo>
                    <a:lnTo>
                      <a:pt x="14" y="0"/>
                    </a:lnTo>
                    <a:lnTo>
                      <a:pt x="0" y="0"/>
                    </a:lnTo>
                    <a:lnTo>
                      <a:pt x="10" y="19"/>
                    </a:lnTo>
                    <a:lnTo>
                      <a:pt x="38" y="12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55" name="Freeform 147">
                <a:extLst>
                  <a:ext uri="{FF2B5EF4-FFF2-40B4-BE49-F238E27FC236}">
                    <a16:creationId xmlns:a16="http://schemas.microsoft.com/office/drawing/2014/main" id="{03AE742F-6EC2-483E-81B7-187F1B5E407D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1484175" y="1665770"/>
                <a:ext cx="6882" cy="315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4" y="11"/>
                  </a:cxn>
                  <a:cxn ang="0">
                    <a:pos x="19" y="0"/>
                  </a:cxn>
                  <a:cxn ang="0">
                    <a:pos x="0" y="0"/>
                  </a:cxn>
                </a:cxnLst>
                <a:rect l="0" t="0" r="r" b="b"/>
                <a:pathLst>
                  <a:path w="24" h="11">
                    <a:moveTo>
                      <a:pt x="0" y="0"/>
                    </a:moveTo>
                    <a:lnTo>
                      <a:pt x="24" y="11"/>
                    </a:lnTo>
                    <a:lnTo>
                      <a:pt x="19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56" name="Freeform 148">
                <a:extLst>
                  <a:ext uri="{FF2B5EF4-FFF2-40B4-BE49-F238E27FC236}">
                    <a16:creationId xmlns:a16="http://schemas.microsoft.com/office/drawing/2014/main" id="{BA6FAB18-7FA0-4C32-A39D-5C034EF7AACC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4417810" y="4579621"/>
                <a:ext cx="117277" cy="59641"/>
              </a:xfrm>
              <a:custGeom>
                <a:avLst/>
                <a:gdLst/>
                <a:ahLst/>
                <a:cxnLst>
                  <a:cxn ang="0">
                    <a:pos x="359" y="175"/>
                  </a:cxn>
                  <a:cxn ang="0">
                    <a:pos x="395" y="172"/>
                  </a:cxn>
                  <a:cxn ang="0">
                    <a:pos x="399" y="156"/>
                  </a:cxn>
                  <a:cxn ang="0">
                    <a:pos x="409" y="123"/>
                  </a:cxn>
                  <a:cxn ang="0">
                    <a:pos x="378" y="123"/>
                  </a:cxn>
                  <a:cxn ang="0">
                    <a:pos x="357" y="146"/>
                  </a:cxn>
                  <a:cxn ang="0">
                    <a:pos x="343" y="123"/>
                  </a:cxn>
                  <a:cxn ang="0">
                    <a:pos x="350" y="83"/>
                  </a:cxn>
                  <a:cxn ang="0">
                    <a:pos x="366" y="90"/>
                  </a:cxn>
                  <a:cxn ang="0">
                    <a:pos x="390" y="73"/>
                  </a:cxn>
                  <a:cxn ang="0">
                    <a:pos x="366" y="47"/>
                  </a:cxn>
                  <a:cxn ang="0">
                    <a:pos x="385" y="28"/>
                  </a:cxn>
                  <a:cxn ang="0">
                    <a:pos x="385" y="0"/>
                  </a:cxn>
                  <a:cxn ang="0">
                    <a:pos x="350" y="21"/>
                  </a:cxn>
                  <a:cxn ang="0">
                    <a:pos x="333" y="21"/>
                  </a:cxn>
                  <a:cxn ang="0">
                    <a:pos x="321" y="12"/>
                  </a:cxn>
                  <a:cxn ang="0">
                    <a:pos x="300" y="57"/>
                  </a:cxn>
                  <a:cxn ang="0">
                    <a:pos x="229" y="9"/>
                  </a:cxn>
                  <a:cxn ang="0">
                    <a:pos x="182" y="7"/>
                  </a:cxn>
                  <a:cxn ang="0">
                    <a:pos x="180" y="35"/>
                  </a:cxn>
                  <a:cxn ang="0">
                    <a:pos x="154" y="61"/>
                  </a:cxn>
                  <a:cxn ang="0">
                    <a:pos x="147" y="102"/>
                  </a:cxn>
                  <a:cxn ang="0">
                    <a:pos x="97" y="149"/>
                  </a:cxn>
                  <a:cxn ang="0">
                    <a:pos x="64" y="175"/>
                  </a:cxn>
                  <a:cxn ang="0">
                    <a:pos x="50" y="161"/>
                  </a:cxn>
                  <a:cxn ang="0">
                    <a:pos x="29" y="161"/>
                  </a:cxn>
                  <a:cxn ang="0">
                    <a:pos x="29" y="196"/>
                  </a:cxn>
                  <a:cxn ang="0">
                    <a:pos x="0" y="201"/>
                  </a:cxn>
                  <a:cxn ang="0">
                    <a:pos x="0" y="208"/>
                  </a:cxn>
                  <a:cxn ang="0">
                    <a:pos x="362" y="208"/>
                  </a:cxn>
                  <a:cxn ang="0">
                    <a:pos x="343" y="196"/>
                  </a:cxn>
                  <a:cxn ang="0">
                    <a:pos x="359" y="175"/>
                  </a:cxn>
                </a:cxnLst>
                <a:rect l="0" t="0" r="r" b="b"/>
                <a:pathLst>
                  <a:path w="409" h="208">
                    <a:moveTo>
                      <a:pt x="359" y="175"/>
                    </a:moveTo>
                    <a:lnTo>
                      <a:pt x="395" y="172"/>
                    </a:lnTo>
                    <a:lnTo>
                      <a:pt x="399" y="156"/>
                    </a:lnTo>
                    <a:lnTo>
                      <a:pt x="409" y="123"/>
                    </a:lnTo>
                    <a:lnTo>
                      <a:pt x="378" y="123"/>
                    </a:lnTo>
                    <a:lnTo>
                      <a:pt x="357" y="146"/>
                    </a:lnTo>
                    <a:lnTo>
                      <a:pt x="343" y="123"/>
                    </a:lnTo>
                    <a:lnTo>
                      <a:pt x="350" y="83"/>
                    </a:lnTo>
                    <a:lnTo>
                      <a:pt x="366" y="90"/>
                    </a:lnTo>
                    <a:lnTo>
                      <a:pt x="390" y="73"/>
                    </a:lnTo>
                    <a:lnTo>
                      <a:pt x="366" y="47"/>
                    </a:lnTo>
                    <a:lnTo>
                      <a:pt x="385" y="28"/>
                    </a:lnTo>
                    <a:lnTo>
                      <a:pt x="385" y="0"/>
                    </a:lnTo>
                    <a:lnTo>
                      <a:pt x="350" y="21"/>
                    </a:lnTo>
                    <a:lnTo>
                      <a:pt x="333" y="21"/>
                    </a:lnTo>
                    <a:lnTo>
                      <a:pt x="321" y="12"/>
                    </a:lnTo>
                    <a:lnTo>
                      <a:pt x="300" y="57"/>
                    </a:lnTo>
                    <a:lnTo>
                      <a:pt x="229" y="9"/>
                    </a:lnTo>
                    <a:lnTo>
                      <a:pt x="182" y="7"/>
                    </a:lnTo>
                    <a:lnTo>
                      <a:pt x="180" y="35"/>
                    </a:lnTo>
                    <a:lnTo>
                      <a:pt x="154" y="61"/>
                    </a:lnTo>
                    <a:lnTo>
                      <a:pt x="147" y="102"/>
                    </a:lnTo>
                    <a:lnTo>
                      <a:pt x="97" y="149"/>
                    </a:lnTo>
                    <a:lnTo>
                      <a:pt x="64" y="175"/>
                    </a:lnTo>
                    <a:lnTo>
                      <a:pt x="50" y="161"/>
                    </a:lnTo>
                    <a:lnTo>
                      <a:pt x="29" y="161"/>
                    </a:lnTo>
                    <a:lnTo>
                      <a:pt x="29" y="196"/>
                    </a:lnTo>
                    <a:lnTo>
                      <a:pt x="0" y="201"/>
                    </a:lnTo>
                    <a:lnTo>
                      <a:pt x="0" y="208"/>
                    </a:lnTo>
                    <a:lnTo>
                      <a:pt x="362" y="208"/>
                    </a:lnTo>
                    <a:lnTo>
                      <a:pt x="343" y="196"/>
                    </a:lnTo>
                    <a:lnTo>
                      <a:pt x="359" y="175"/>
                    </a:lnTo>
                    <a:close/>
                  </a:path>
                </a:pathLst>
              </a:custGeom>
              <a:grpFill/>
              <a:ln w="317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de-DE"/>
              </a:p>
            </p:txBody>
          </p:sp>
          <p:sp>
            <p:nvSpPr>
              <p:cNvPr id="57" name="Freeform 149">
                <a:extLst>
                  <a:ext uri="{FF2B5EF4-FFF2-40B4-BE49-F238E27FC236}">
                    <a16:creationId xmlns:a16="http://schemas.microsoft.com/office/drawing/2014/main" id="{8B7A2B23-0E02-414A-8F6A-1B9F4089E411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3643612" y="4354817"/>
                <a:ext cx="734341" cy="284446"/>
              </a:xfrm>
              <a:custGeom>
                <a:avLst/>
                <a:gdLst/>
                <a:ahLst/>
                <a:cxnLst>
                  <a:cxn ang="0">
                    <a:pos x="2459" y="971"/>
                  </a:cxn>
                  <a:cxn ang="0">
                    <a:pos x="2429" y="954"/>
                  </a:cxn>
                  <a:cxn ang="0">
                    <a:pos x="2325" y="945"/>
                  </a:cxn>
                  <a:cxn ang="0">
                    <a:pos x="2195" y="978"/>
                  </a:cxn>
                  <a:cxn ang="0">
                    <a:pos x="2164" y="933"/>
                  </a:cxn>
                  <a:cxn ang="0">
                    <a:pos x="2129" y="926"/>
                  </a:cxn>
                  <a:cxn ang="0">
                    <a:pos x="2062" y="890"/>
                  </a:cxn>
                  <a:cxn ang="0">
                    <a:pos x="2003" y="838"/>
                  </a:cxn>
                  <a:cxn ang="0">
                    <a:pos x="1942" y="770"/>
                  </a:cxn>
                  <a:cxn ang="0">
                    <a:pos x="1885" y="758"/>
                  </a:cxn>
                  <a:cxn ang="0">
                    <a:pos x="1824" y="782"/>
                  </a:cxn>
                  <a:cxn ang="0">
                    <a:pos x="1791" y="775"/>
                  </a:cxn>
                  <a:cxn ang="0">
                    <a:pos x="1751" y="760"/>
                  </a:cxn>
                  <a:cxn ang="0">
                    <a:pos x="1781" y="739"/>
                  </a:cxn>
                  <a:cxn ang="0">
                    <a:pos x="1760" y="716"/>
                  </a:cxn>
                  <a:cxn ang="0">
                    <a:pos x="1718" y="727"/>
                  </a:cxn>
                  <a:cxn ang="0">
                    <a:pos x="1682" y="680"/>
                  </a:cxn>
                  <a:cxn ang="0">
                    <a:pos x="1670" y="619"/>
                  </a:cxn>
                  <a:cxn ang="0">
                    <a:pos x="1637" y="560"/>
                  </a:cxn>
                  <a:cxn ang="0">
                    <a:pos x="1614" y="508"/>
                  </a:cxn>
                  <a:cxn ang="0">
                    <a:pos x="1562" y="482"/>
                  </a:cxn>
                  <a:cxn ang="0">
                    <a:pos x="1493" y="432"/>
                  </a:cxn>
                  <a:cxn ang="0">
                    <a:pos x="1434" y="387"/>
                  </a:cxn>
                  <a:cxn ang="0">
                    <a:pos x="1382" y="371"/>
                  </a:cxn>
                  <a:cxn ang="0">
                    <a:pos x="1349" y="271"/>
                  </a:cxn>
                  <a:cxn ang="0">
                    <a:pos x="1297" y="215"/>
                  </a:cxn>
                  <a:cxn ang="0">
                    <a:pos x="1212" y="205"/>
                  </a:cxn>
                  <a:cxn ang="0">
                    <a:pos x="1170" y="127"/>
                  </a:cxn>
                  <a:cxn ang="0">
                    <a:pos x="1084" y="106"/>
                  </a:cxn>
                  <a:cxn ang="0">
                    <a:pos x="1021" y="66"/>
                  </a:cxn>
                  <a:cxn ang="0">
                    <a:pos x="952" y="26"/>
                  </a:cxn>
                  <a:cxn ang="0">
                    <a:pos x="903" y="0"/>
                  </a:cxn>
                  <a:cxn ang="0">
                    <a:pos x="815" y="49"/>
                  </a:cxn>
                  <a:cxn ang="0">
                    <a:pos x="810" y="113"/>
                  </a:cxn>
                  <a:cxn ang="0">
                    <a:pos x="834" y="172"/>
                  </a:cxn>
                  <a:cxn ang="0">
                    <a:pos x="851" y="224"/>
                  </a:cxn>
                  <a:cxn ang="0">
                    <a:pos x="718" y="182"/>
                  </a:cxn>
                  <a:cxn ang="0">
                    <a:pos x="640" y="208"/>
                  </a:cxn>
                  <a:cxn ang="0">
                    <a:pos x="662" y="262"/>
                  </a:cxn>
                  <a:cxn ang="0">
                    <a:pos x="610" y="305"/>
                  </a:cxn>
                  <a:cxn ang="0">
                    <a:pos x="560" y="323"/>
                  </a:cxn>
                  <a:cxn ang="0">
                    <a:pos x="473" y="366"/>
                  </a:cxn>
                  <a:cxn ang="0">
                    <a:pos x="416" y="408"/>
                  </a:cxn>
                  <a:cxn ang="0">
                    <a:pos x="369" y="416"/>
                  </a:cxn>
                  <a:cxn ang="0">
                    <a:pos x="293" y="416"/>
                  </a:cxn>
                  <a:cxn ang="0">
                    <a:pos x="253" y="491"/>
                  </a:cxn>
                  <a:cxn ang="0">
                    <a:pos x="272" y="581"/>
                  </a:cxn>
                  <a:cxn ang="0">
                    <a:pos x="312" y="612"/>
                  </a:cxn>
                  <a:cxn ang="0">
                    <a:pos x="359" y="633"/>
                  </a:cxn>
                  <a:cxn ang="0">
                    <a:pos x="338" y="692"/>
                  </a:cxn>
                  <a:cxn ang="0">
                    <a:pos x="314" y="808"/>
                  </a:cxn>
                  <a:cxn ang="0">
                    <a:pos x="333" y="881"/>
                  </a:cxn>
                  <a:cxn ang="0">
                    <a:pos x="281" y="914"/>
                  </a:cxn>
                  <a:cxn ang="0">
                    <a:pos x="210" y="893"/>
                  </a:cxn>
                  <a:cxn ang="0">
                    <a:pos x="184" y="914"/>
                  </a:cxn>
                  <a:cxn ang="0">
                    <a:pos x="135" y="912"/>
                  </a:cxn>
                  <a:cxn ang="0">
                    <a:pos x="69" y="947"/>
                  </a:cxn>
                  <a:cxn ang="0">
                    <a:pos x="0" y="992"/>
                  </a:cxn>
                  <a:cxn ang="0">
                    <a:pos x="2530" y="985"/>
                  </a:cxn>
                </a:cxnLst>
                <a:rect l="0" t="0" r="r" b="b"/>
                <a:pathLst>
                  <a:path w="2561" h="992">
                    <a:moveTo>
                      <a:pt x="2478" y="952"/>
                    </a:moveTo>
                    <a:lnTo>
                      <a:pt x="2459" y="971"/>
                    </a:lnTo>
                    <a:lnTo>
                      <a:pt x="2440" y="947"/>
                    </a:lnTo>
                    <a:lnTo>
                      <a:pt x="2429" y="954"/>
                    </a:lnTo>
                    <a:lnTo>
                      <a:pt x="2384" y="985"/>
                    </a:lnTo>
                    <a:lnTo>
                      <a:pt x="2325" y="945"/>
                    </a:lnTo>
                    <a:lnTo>
                      <a:pt x="2225" y="947"/>
                    </a:lnTo>
                    <a:lnTo>
                      <a:pt x="2195" y="978"/>
                    </a:lnTo>
                    <a:lnTo>
                      <a:pt x="2176" y="961"/>
                    </a:lnTo>
                    <a:lnTo>
                      <a:pt x="2164" y="933"/>
                    </a:lnTo>
                    <a:lnTo>
                      <a:pt x="2150" y="933"/>
                    </a:lnTo>
                    <a:lnTo>
                      <a:pt x="2129" y="926"/>
                    </a:lnTo>
                    <a:lnTo>
                      <a:pt x="2093" y="905"/>
                    </a:lnTo>
                    <a:lnTo>
                      <a:pt x="2062" y="890"/>
                    </a:lnTo>
                    <a:lnTo>
                      <a:pt x="2015" y="890"/>
                    </a:lnTo>
                    <a:lnTo>
                      <a:pt x="2003" y="838"/>
                    </a:lnTo>
                    <a:lnTo>
                      <a:pt x="1984" y="803"/>
                    </a:lnTo>
                    <a:lnTo>
                      <a:pt x="1942" y="770"/>
                    </a:lnTo>
                    <a:lnTo>
                      <a:pt x="1897" y="763"/>
                    </a:lnTo>
                    <a:lnTo>
                      <a:pt x="1885" y="758"/>
                    </a:lnTo>
                    <a:lnTo>
                      <a:pt x="1831" y="753"/>
                    </a:lnTo>
                    <a:lnTo>
                      <a:pt x="1824" y="782"/>
                    </a:lnTo>
                    <a:lnTo>
                      <a:pt x="1814" y="768"/>
                    </a:lnTo>
                    <a:lnTo>
                      <a:pt x="1791" y="775"/>
                    </a:lnTo>
                    <a:lnTo>
                      <a:pt x="1786" y="760"/>
                    </a:lnTo>
                    <a:lnTo>
                      <a:pt x="1751" y="760"/>
                    </a:lnTo>
                    <a:lnTo>
                      <a:pt x="1748" y="744"/>
                    </a:lnTo>
                    <a:lnTo>
                      <a:pt x="1781" y="739"/>
                    </a:lnTo>
                    <a:lnTo>
                      <a:pt x="1772" y="704"/>
                    </a:lnTo>
                    <a:lnTo>
                      <a:pt x="1760" y="716"/>
                    </a:lnTo>
                    <a:lnTo>
                      <a:pt x="1739" y="706"/>
                    </a:lnTo>
                    <a:lnTo>
                      <a:pt x="1718" y="727"/>
                    </a:lnTo>
                    <a:lnTo>
                      <a:pt x="1718" y="685"/>
                    </a:lnTo>
                    <a:lnTo>
                      <a:pt x="1682" y="680"/>
                    </a:lnTo>
                    <a:lnTo>
                      <a:pt x="1684" y="647"/>
                    </a:lnTo>
                    <a:lnTo>
                      <a:pt x="1670" y="619"/>
                    </a:lnTo>
                    <a:lnTo>
                      <a:pt x="1642" y="590"/>
                    </a:lnTo>
                    <a:lnTo>
                      <a:pt x="1637" y="560"/>
                    </a:lnTo>
                    <a:lnTo>
                      <a:pt x="1602" y="560"/>
                    </a:lnTo>
                    <a:lnTo>
                      <a:pt x="1614" y="508"/>
                    </a:lnTo>
                    <a:lnTo>
                      <a:pt x="1592" y="486"/>
                    </a:lnTo>
                    <a:lnTo>
                      <a:pt x="1562" y="482"/>
                    </a:lnTo>
                    <a:lnTo>
                      <a:pt x="1540" y="465"/>
                    </a:lnTo>
                    <a:lnTo>
                      <a:pt x="1493" y="432"/>
                    </a:lnTo>
                    <a:lnTo>
                      <a:pt x="1434" y="420"/>
                    </a:lnTo>
                    <a:lnTo>
                      <a:pt x="1434" y="387"/>
                    </a:lnTo>
                    <a:lnTo>
                      <a:pt x="1399" y="387"/>
                    </a:lnTo>
                    <a:lnTo>
                      <a:pt x="1382" y="371"/>
                    </a:lnTo>
                    <a:lnTo>
                      <a:pt x="1349" y="347"/>
                    </a:lnTo>
                    <a:lnTo>
                      <a:pt x="1349" y="271"/>
                    </a:lnTo>
                    <a:lnTo>
                      <a:pt x="1314" y="236"/>
                    </a:lnTo>
                    <a:lnTo>
                      <a:pt x="1297" y="215"/>
                    </a:lnTo>
                    <a:lnTo>
                      <a:pt x="1259" y="219"/>
                    </a:lnTo>
                    <a:lnTo>
                      <a:pt x="1212" y="205"/>
                    </a:lnTo>
                    <a:lnTo>
                      <a:pt x="1181" y="158"/>
                    </a:lnTo>
                    <a:lnTo>
                      <a:pt x="1170" y="127"/>
                    </a:lnTo>
                    <a:lnTo>
                      <a:pt x="1134" y="106"/>
                    </a:lnTo>
                    <a:lnTo>
                      <a:pt x="1084" y="106"/>
                    </a:lnTo>
                    <a:lnTo>
                      <a:pt x="1044" y="104"/>
                    </a:lnTo>
                    <a:lnTo>
                      <a:pt x="1021" y="66"/>
                    </a:lnTo>
                    <a:lnTo>
                      <a:pt x="985" y="42"/>
                    </a:lnTo>
                    <a:lnTo>
                      <a:pt x="952" y="26"/>
                    </a:lnTo>
                    <a:lnTo>
                      <a:pt x="924" y="23"/>
                    </a:lnTo>
                    <a:lnTo>
                      <a:pt x="903" y="0"/>
                    </a:lnTo>
                    <a:lnTo>
                      <a:pt x="867" y="47"/>
                    </a:lnTo>
                    <a:lnTo>
                      <a:pt x="815" y="49"/>
                    </a:lnTo>
                    <a:lnTo>
                      <a:pt x="796" y="75"/>
                    </a:lnTo>
                    <a:lnTo>
                      <a:pt x="810" y="113"/>
                    </a:lnTo>
                    <a:lnTo>
                      <a:pt x="820" y="139"/>
                    </a:lnTo>
                    <a:lnTo>
                      <a:pt x="834" y="172"/>
                    </a:lnTo>
                    <a:lnTo>
                      <a:pt x="855" y="203"/>
                    </a:lnTo>
                    <a:lnTo>
                      <a:pt x="851" y="224"/>
                    </a:lnTo>
                    <a:lnTo>
                      <a:pt x="747" y="217"/>
                    </a:lnTo>
                    <a:lnTo>
                      <a:pt x="718" y="182"/>
                    </a:lnTo>
                    <a:lnTo>
                      <a:pt x="683" y="208"/>
                    </a:lnTo>
                    <a:lnTo>
                      <a:pt x="640" y="208"/>
                    </a:lnTo>
                    <a:lnTo>
                      <a:pt x="647" y="238"/>
                    </a:lnTo>
                    <a:lnTo>
                      <a:pt x="662" y="262"/>
                    </a:lnTo>
                    <a:lnTo>
                      <a:pt x="614" y="276"/>
                    </a:lnTo>
                    <a:lnTo>
                      <a:pt x="610" y="305"/>
                    </a:lnTo>
                    <a:lnTo>
                      <a:pt x="562" y="305"/>
                    </a:lnTo>
                    <a:lnTo>
                      <a:pt x="560" y="323"/>
                    </a:lnTo>
                    <a:lnTo>
                      <a:pt x="513" y="326"/>
                    </a:lnTo>
                    <a:lnTo>
                      <a:pt x="473" y="366"/>
                    </a:lnTo>
                    <a:lnTo>
                      <a:pt x="416" y="364"/>
                    </a:lnTo>
                    <a:lnTo>
                      <a:pt x="416" y="408"/>
                    </a:lnTo>
                    <a:lnTo>
                      <a:pt x="395" y="432"/>
                    </a:lnTo>
                    <a:lnTo>
                      <a:pt x="369" y="416"/>
                    </a:lnTo>
                    <a:lnTo>
                      <a:pt x="331" y="408"/>
                    </a:lnTo>
                    <a:lnTo>
                      <a:pt x="293" y="416"/>
                    </a:lnTo>
                    <a:lnTo>
                      <a:pt x="291" y="456"/>
                    </a:lnTo>
                    <a:lnTo>
                      <a:pt x="253" y="491"/>
                    </a:lnTo>
                    <a:lnTo>
                      <a:pt x="251" y="560"/>
                    </a:lnTo>
                    <a:lnTo>
                      <a:pt x="272" y="581"/>
                    </a:lnTo>
                    <a:lnTo>
                      <a:pt x="291" y="586"/>
                    </a:lnTo>
                    <a:lnTo>
                      <a:pt x="312" y="612"/>
                    </a:lnTo>
                    <a:lnTo>
                      <a:pt x="350" y="616"/>
                    </a:lnTo>
                    <a:lnTo>
                      <a:pt x="359" y="633"/>
                    </a:lnTo>
                    <a:lnTo>
                      <a:pt x="345" y="668"/>
                    </a:lnTo>
                    <a:lnTo>
                      <a:pt x="338" y="692"/>
                    </a:lnTo>
                    <a:lnTo>
                      <a:pt x="338" y="793"/>
                    </a:lnTo>
                    <a:lnTo>
                      <a:pt x="314" y="808"/>
                    </a:lnTo>
                    <a:lnTo>
                      <a:pt x="321" y="862"/>
                    </a:lnTo>
                    <a:lnTo>
                      <a:pt x="333" y="881"/>
                    </a:lnTo>
                    <a:lnTo>
                      <a:pt x="300" y="893"/>
                    </a:lnTo>
                    <a:lnTo>
                      <a:pt x="281" y="914"/>
                    </a:lnTo>
                    <a:lnTo>
                      <a:pt x="232" y="869"/>
                    </a:lnTo>
                    <a:lnTo>
                      <a:pt x="210" y="893"/>
                    </a:lnTo>
                    <a:lnTo>
                      <a:pt x="194" y="879"/>
                    </a:lnTo>
                    <a:lnTo>
                      <a:pt x="184" y="914"/>
                    </a:lnTo>
                    <a:lnTo>
                      <a:pt x="154" y="897"/>
                    </a:lnTo>
                    <a:lnTo>
                      <a:pt x="135" y="912"/>
                    </a:lnTo>
                    <a:lnTo>
                      <a:pt x="140" y="945"/>
                    </a:lnTo>
                    <a:lnTo>
                      <a:pt x="69" y="947"/>
                    </a:lnTo>
                    <a:lnTo>
                      <a:pt x="7" y="985"/>
                    </a:lnTo>
                    <a:lnTo>
                      <a:pt x="0" y="992"/>
                    </a:lnTo>
                    <a:lnTo>
                      <a:pt x="2561" y="992"/>
                    </a:lnTo>
                    <a:lnTo>
                      <a:pt x="2530" y="985"/>
                    </a:lnTo>
                    <a:lnTo>
                      <a:pt x="2478" y="952"/>
                    </a:lnTo>
                    <a:close/>
                  </a:path>
                </a:pathLst>
              </a:custGeom>
              <a:grpFill/>
              <a:ln w="317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de-DE"/>
              </a:p>
            </p:txBody>
          </p:sp>
          <p:sp>
            <p:nvSpPr>
              <p:cNvPr id="58" name="Freeform 150">
                <a:extLst>
                  <a:ext uri="{FF2B5EF4-FFF2-40B4-BE49-F238E27FC236}">
                    <a16:creationId xmlns:a16="http://schemas.microsoft.com/office/drawing/2014/main" id="{A25C377C-0820-4247-9A44-E60B593A6E53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4392003" y="4632382"/>
                <a:ext cx="10895" cy="6882"/>
              </a:xfrm>
              <a:custGeom>
                <a:avLst/>
                <a:gdLst/>
                <a:ahLst/>
                <a:cxnLst>
                  <a:cxn ang="0">
                    <a:pos x="0" y="24"/>
                  </a:cxn>
                  <a:cxn ang="0">
                    <a:pos x="38" y="24"/>
                  </a:cxn>
                  <a:cxn ang="0">
                    <a:pos x="15" y="0"/>
                  </a:cxn>
                  <a:cxn ang="0">
                    <a:pos x="0" y="24"/>
                  </a:cxn>
                </a:cxnLst>
                <a:rect l="0" t="0" r="r" b="b"/>
                <a:pathLst>
                  <a:path w="38" h="24">
                    <a:moveTo>
                      <a:pt x="0" y="24"/>
                    </a:moveTo>
                    <a:lnTo>
                      <a:pt x="38" y="24"/>
                    </a:lnTo>
                    <a:lnTo>
                      <a:pt x="15" y="0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63" name="Freeform 155">
                <a:extLst>
                  <a:ext uri="{FF2B5EF4-FFF2-40B4-BE49-F238E27FC236}">
                    <a16:creationId xmlns:a16="http://schemas.microsoft.com/office/drawing/2014/main" id="{329CF04C-5031-45EE-A090-BE1F7F95555F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1678584" y="1578888"/>
                <a:ext cx="16345" cy="5448"/>
              </a:xfrm>
              <a:custGeom>
                <a:avLst/>
                <a:gdLst/>
                <a:ahLst/>
                <a:cxnLst>
                  <a:cxn ang="0">
                    <a:pos x="57" y="19"/>
                  </a:cxn>
                  <a:cxn ang="0">
                    <a:pos x="57" y="0"/>
                  </a:cxn>
                  <a:cxn ang="0">
                    <a:pos x="15" y="0"/>
                  </a:cxn>
                  <a:cxn ang="0">
                    <a:pos x="0" y="10"/>
                  </a:cxn>
                  <a:cxn ang="0">
                    <a:pos x="22" y="19"/>
                  </a:cxn>
                  <a:cxn ang="0">
                    <a:pos x="57" y="19"/>
                  </a:cxn>
                </a:cxnLst>
                <a:rect l="0" t="0" r="r" b="b"/>
                <a:pathLst>
                  <a:path w="57" h="19">
                    <a:moveTo>
                      <a:pt x="57" y="19"/>
                    </a:moveTo>
                    <a:lnTo>
                      <a:pt x="57" y="0"/>
                    </a:lnTo>
                    <a:lnTo>
                      <a:pt x="15" y="0"/>
                    </a:lnTo>
                    <a:lnTo>
                      <a:pt x="0" y="10"/>
                    </a:lnTo>
                    <a:lnTo>
                      <a:pt x="22" y="19"/>
                    </a:lnTo>
                    <a:lnTo>
                      <a:pt x="57" y="19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72" name="Freeform 164">
                <a:extLst>
                  <a:ext uri="{FF2B5EF4-FFF2-40B4-BE49-F238E27FC236}">
                    <a16:creationId xmlns:a16="http://schemas.microsoft.com/office/drawing/2014/main" id="{823D0EA3-1469-41D4-9CDE-67A5501389B4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2030986" y="1230785"/>
                <a:ext cx="14911" cy="5448"/>
              </a:xfrm>
              <a:custGeom>
                <a:avLst/>
                <a:gdLst/>
                <a:ahLst/>
                <a:cxnLst>
                  <a:cxn ang="0">
                    <a:pos x="6" y="3"/>
                  </a:cxn>
                  <a:cxn ang="0">
                    <a:pos x="18" y="8"/>
                  </a:cxn>
                  <a:cxn ang="0">
                    <a:pos x="22" y="3"/>
                  </a:cxn>
                  <a:cxn ang="0">
                    <a:pos x="8" y="0"/>
                  </a:cxn>
                  <a:cxn ang="0">
                    <a:pos x="6" y="3"/>
                  </a:cxn>
                </a:cxnLst>
                <a:rect l="0" t="0" r="r" b="b"/>
                <a:pathLst>
                  <a:path w="22" h="8">
                    <a:moveTo>
                      <a:pt x="6" y="3"/>
                    </a:moveTo>
                    <a:cubicBezTo>
                      <a:pt x="11" y="7"/>
                      <a:pt x="18" y="8"/>
                      <a:pt x="18" y="8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15" y="3"/>
                      <a:pt x="10" y="0"/>
                      <a:pt x="8" y="0"/>
                    </a:cubicBezTo>
                    <a:cubicBezTo>
                      <a:pt x="7" y="0"/>
                      <a:pt x="0" y="0"/>
                      <a:pt x="6" y="3"/>
                    </a:cubicBezTo>
                    <a:close/>
                  </a:path>
                </a:pathLst>
              </a:custGeom>
              <a:grpFill/>
              <a:ln w="3175" cap="flat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75" name="Freeform 167">
                <a:extLst>
                  <a:ext uri="{FF2B5EF4-FFF2-40B4-BE49-F238E27FC236}">
                    <a16:creationId xmlns:a16="http://schemas.microsoft.com/office/drawing/2014/main" id="{59EA879A-FB39-4DB7-A4E6-3AA0036293EB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2014069" y="1193510"/>
                <a:ext cx="9463" cy="8315"/>
              </a:xfrm>
              <a:custGeom>
                <a:avLst/>
                <a:gdLst/>
                <a:ahLst/>
                <a:cxnLst>
                  <a:cxn ang="0">
                    <a:pos x="16" y="29"/>
                  </a:cxn>
                  <a:cxn ang="0">
                    <a:pos x="33" y="14"/>
                  </a:cxn>
                  <a:cxn ang="0">
                    <a:pos x="16" y="0"/>
                  </a:cxn>
                  <a:cxn ang="0">
                    <a:pos x="0" y="21"/>
                  </a:cxn>
                  <a:cxn ang="0">
                    <a:pos x="16" y="29"/>
                  </a:cxn>
                </a:cxnLst>
                <a:rect l="0" t="0" r="r" b="b"/>
                <a:pathLst>
                  <a:path w="33" h="29">
                    <a:moveTo>
                      <a:pt x="16" y="29"/>
                    </a:moveTo>
                    <a:lnTo>
                      <a:pt x="33" y="14"/>
                    </a:lnTo>
                    <a:lnTo>
                      <a:pt x="16" y="0"/>
                    </a:lnTo>
                    <a:lnTo>
                      <a:pt x="0" y="21"/>
                    </a:lnTo>
                    <a:lnTo>
                      <a:pt x="16" y="29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tx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80" name="Freeform 172">
                <a:extLst>
                  <a:ext uri="{FF2B5EF4-FFF2-40B4-BE49-F238E27FC236}">
                    <a16:creationId xmlns:a16="http://schemas.microsoft.com/office/drawing/2014/main" id="{64C06863-8276-4022-9C33-22ACAF0470DF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3067265" y="1272936"/>
                <a:ext cx="17491" cy="10036"/>
              </a:xfrm>
              <a:custGeom>
                <a:avLst/>
                <a:gdLst/>
                <a:ahLst/>
                <a:cxnLst>
                  <a:cxn ang="0">
                    <a:pos x="61" y="21"/>
                  </a:cxn>
                  <a:cxn ang="0">
                    <a:pos x="61" y="0"/>
                  </a:cxn>
                  <a:cxn ang="0">
                    <a:pos x="47" y="0"/>
                  </a:cxn>
                  <a:cxn ang="0">
                    <a:pos x="38" y="9"/>
                  </a:cxn>
                  <a:cxn ang="0">
                    <a:pos x="21" y="16"/>
                  </a:cxn>
                  <a:cxn ang="0">
                    <a:pos x="5" y="21"/>
                  </a:cxn>
                  <a:cxn ang="0">
                    <a:pos x="0" y="35"/>
                  </a:cxn>
                  <a:cxn ang="0">
                    <a:pos x="35" y="21"/>
                  </a:cxn>
                  <a:cxn ang="0">
                    <a:pos x="61" y="21"/>
                  </a:cxn>
                </a:cxnLst>
                <a:rect l="0" t="0" r="r" b="b"/>
                <a:pathLst>
                  <a:path w="61" h="35">
                    <a:moveTo>
                      <a:pt x="61" y="21"/>
                    </a:moveTo>
                    <a:lnTo>
                      <a:pt x="61" y="0"/>
                    </a:lnTo>
                    <a:lnTo>
                      <a:pt x="47" y="0"/>
                    </a:lnTo>
                    <a:lnTo>
                      <a:pt x="38" y="9"/>
                    </a:lnTo>
                    <a:lnTo>
                      <a:pt x="21" y="16"/>
                    </a:lnTo>
                    <a:lnTo>
                      <a:pt x="5" y="21"/>
                    </a:lnTo>
                    <a:lnTo>
                      <a:pt x="0" y="35"/>
                    </a:lnTo>
                    <a:lnTo>
                      <a:pt x="35" y="21"/>
                    </a:lnTo>
                    <a:lnTo>
                      <a:pt x="61" y="21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82" name="Freeform 174">
                <a:extLst>
                  <a:ext uri="{FF2B5EF4-FFF2-40B4-BE49-F238E27FC236}">
                    <a16:creationId xmlns:a16="http://schemas.microsoft.com/office/drawing/2014/main" id="{4F761D8F-1235-4A88-8512-DE09BBE0AB65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3102534" y="1258599"/>
                <a:ext cx="24946" cy="18925"/>
              </a:xfrm>
              <a:custGeom>
                <a:avLst/>
                <a:gdLst/>
                <a:ahLst/>
                <a:cxnLst>
                  <a:cxn ang="0">
                    <a:pos x="47" y="45"/>
                  </a:cxn>
                  <a:cxn ang="0">
                    <a:pos x="73" y="33"/>
                  </a:cxn>
                  <a:cxn ang="0">
                    <a:pos x="87" y="21"/>
                  </a:cxn>
                  <a:cxn ang="0">
                    <a:pos x="68" y="9"/>
                  </a:cxn>
                  <a:cxn ang="0">
                    <a:pos x="54" y="0"/>
                  </a:cxn>
                  <a:cxn ang="0">
                    <a:pos x="28" y="2"/>
                  </a:cxn>
                  <a:cxn ang="0">
                    <a:pos x="12" y="38"/>
                  </a:cxn>
                  <a:cxn ang="0">
                    <a:pos x="0" y="57"/>
                  </a:cxn>
                  <a:cxn ang="0">
                    <a:pos x="0" y="66"/>
                  </a:cxn>
                  <a:cxn ang="0">
                    <a:pos x="26" y="66"/>
                  </a:cxn>
                  <a:cxn ang="0">
                    <a:pos x="47" y="45"/>
                  </a:cxn>
                </a:cxnLst>
                <a:rect l="0" t="0" r="r" b="b"/>
                <a:pathLst>
                  <a:path w="87" h="66">
                    <a:moveTo>
                      <a:pt x="47" y="45"/>
                    </a:moveTo>
                    <a:lnTo>
                      <a:pt x="73" y="33"/>
                    </a:lnTo>
                    <a:lnTo>
                      <a:pt x="87" y="21"/>
                    </a:lnTo>
                    <a:lnTo>
                      <a:pt x="68" y="9"/>
                    </a:lnTo>
                    <a:lnTo>
                      <a:pt x="54" y="0"/>
                    </a:lnTo>
                    <a:lnTo>
                      <a:pt x="28" y="2"/>
                    </a:lnTo>
                    <a:lnTo>
                      <a:pt x="12" y="38"/>
                    </a:lnTo>
                    <a:lnTo>
                      <a:pt x="0" y="57"/>
                    </a:lnTo>
                    <a:lnTo>
                      <a:pt x="0" y="66"/>
                    </a:lnTo>
                    <a:lnTo>
                      <a:pt x="26" y="66"/>
                    </a:lnTo>
                    <a:lnTo>
                      <a:pt x="47" y="45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85" name="Freeform 178">
                <a:extLst>
                  <a:ext uri="{FF2B5EF4-FFF2-40B4-BE49-F238E27FC236}">
                    <a16:creationId xmlns:a16="http://schemas.microsoft.com/office/drawing/2014/main" id="{56A6E805-7FF8-4137-8EB0-7124E86F0446}"/>
                  </a:ext>
                </a:extLst>
              </p:cNvPr>
              <p:cNvSpPr>
                <a:spLocks noEditPoints="1"/>
              </p:cNvSpPr>
              <p:nvPr userDrawn="1"/>
            </p:nvSpPr>
            <p:spPr bwMode="gray">
              <a:xfrm>
                <a:off x="1329048" y="3900907"/>
                <a:ext cx="1130042" cy="715416"/>
              </a:xfrm>
              <a:custGeom>
                <a:avLst/>
                <a:gdLst/>
                <a:ahLst/>
                <a:cxnLst>
                  <a:cxn ang="0">
                    <a:pos x="1529" y="516"/>
                  </a:cxn>
                  <a:cxn ang="0">
                    <a:pos x="1390" y="412"/>
                  </a:cxn>
                  <a:cxn ang="0">
                    <a:pos x="1309" y="370"/>
                  </a:cxn>
                  <a:cxn ang="0">
                    <a:pos x="1322" y="159"/>
                  </a:cxn>
                  <a:cxn ang="0">
                    <a:pos x="1131" y="62"/>
                  </a:cxn>
                  <a:cxn ang="0">
                    <a:pos x="1036" y="53"/>
                  </a:cxn>
                  <a:cxn ang="0">
                    <a:pos x="1020" y="54"/>
                  </a:cxn>
                  <a:cxn ang="0">
                    <a:pos x="980" y="22"/>
                  </a:cxn>
                  <a:cxn ang="0">
                    <a:pos x="924" y="79"/>
                  </a:cxn>
                  <a:cxn ang="0">
                    <a:pos x="973" y="104"/>
                  </a:cxn>
                  <a:cxn ang="0">
                    <a:pos x="901" y="125"/>
                  </a:cxn>
                  <a:cxn ang="0">
                    <a:pos x="709" y="119"/>
                  </a:cxn>
                  <a:cxn ang="0">
                    <a:pos x="573" y="137"/>
                  </a:cxn>
                  <a:cxn ang="0">
                    <a:pos x="466" y="196"/>
                  </a:cxn>
                  <a:cxn ang="0">
                    <a:pos x="383" y="187"/>
                  </a:cxn>
                  <a:cxn ang="0">
                    <a:pos x="393" y="233"/>
                  </a:cxn>
                  <a:cxn ang="0">
                    <a:pos x="286" y="373"/>
                  </a:cxn>
                  <a:cxn ang="0">
                    <a:pos x="176" y="468"/>
                  </a:cxn>
                  <a:cxn ang="0">
                    <a:pos x="54" y="658"/>
                  </a:cxn>
                  <a:cxn ang="0">
                    <a:pos x="36" y="832"/>
                  </a:cxn>
                  <a:cxn ang="0">
                    <a:pos x="63" y="888"/>
                  </a:cxn>
                  <a:cxn ang="0">
                    <a:pos x="89" y="817"/>
                  </a:cxn>
                  <a:cxn ang="0">
                    <a:pos x="141" y="725"/>
                  </a:cxn>
                  <a:cxn ang="0">
                    <a:pos x="350" y="734"/>
                  </a:cxn>
                  <a:cxn ang="0">
                    <a:pos x="313" y="869"/>
                  </a:cxn>
                  <a:cxn ang="0">
                    <a:pos x="386" y="979"/>
                  </a:cxn>
                  <a:cxn ang="0">
                    <a:pos x="554" y="999"/>
                  </a:cxn>
                  <a:cxn ang="0">
                    <a:pos x="680" y="1005"/>
                  </a:cxn>
                  <a:cxn ang="0">
                    <a:pos x="807" y="886"/>
                  </a:cxn>
                  <a:cxn ang="0">
                    <a:pos x="867" y="749"/>
                  </a:cxn>
                  <a:cxn ang="0">
                    <a:pos x="940" y="843"/>
                  </a:cxn>
                  <a:cxn ang="0">
                    <a:pos x="1067" y="930"/>
                  </a:cxn>
                  <a:cxn ang="0">
                    <a:pos x="1112" y="1049"/>
                  </a:cxn>
                  <a:cxn ang="0">
                    <a:pos x="1151" y="923"/>
                  </a:cxn>
                  <a:cxn ang="0">
                    <a:pos x="1218" y="766"/>
                  </a:cxn>
                  <a:cxn ang="0">
                    <a:pos x="1290" y="695"/>
                  </a:cxn>
                  <a:cxn ang="0">
                    <a:pos x="1407" y="784"/>
                  </a:cxn>
                  <a:cxn ang="0">
                    <a:pos x="1511" y="849"/>
                  </a:cxn>
                  <a:cxn ang="0">
                    <a:pos x="1516" y="738"/>
                  </a:cxn>
                  <a:cxn ang="0">
                    <a:pos x="1585" y="638"/>
                  </a:cxn>
                  <a:cxn ang="0">
                    <a:pos x="1636" y="621"/>
                  </a:cxn>
                  <a:cxn ang="0">
                    <a:pos x="1667" y="464"/>
                  </a:cxn>
                  <a:cxn ang="0">
                    <a:pos x="296" y="491"/>
                  </a:cxn>
                  <a:cxn ang="0">
                    <a:pos x="425" y="457"/>
                  </a:cxn>
                  <a:cxn ang="0">
                    <a:pos x="442" y="383"/>
                  </a:cxn>
                  <a:cxn ang="0">
                    <a:pos x="654" y="598"/>
                  </a:cxn>
                  <a:cxn ang="0">
                    <a:pos x="727" y="585"/>
                  </a:cxn>
                  <a:cxn ang="0">
                    <a:pos x="1004" y="238"/>
                  </a:cxn>
                  <a:cxn ang="0">
                    <a:pos x="919" y="347"/>
                  </a:cxn>
                  <a:cxn ang="0">
                    <a:pos x="927" y="449"/>
                  </a:cxn>
                  <a:cxn ang="0">
                    <a:pos x="881" y="430"/>
                  </a:cxn>
                  <a:cxn ang="0">
                    <a:pos x="922" y="419"/>
                  </a:cxn>
                  <a:cxn ang="0">
                    <a:pos x="981" y="369"/>
                  </a:cxn>
                  <a:cxn ang="0">
                    <a:pos x="1027" y="898"/>
                  </a:cxn>
                  <a:cxn ang="0">
                    <a:pos x="1038" y="372"/>
                  </a:cxn>
                  <a:cxn ang="0">
                    <a:pos x="995" y="307"/>
                  </a:cxn>
                  <a:cxn ang="0">
                    <a:pos x="1032" y="311"/>
                  </a:cxn>
                  <a:cxn ang="0">
                    <a:pos x="1159" y="358"/>
                  </a:cxn>
                  <a:cxn ang="0">
                    <a:pos x="1248" y="120"/>
                  </a:cxn>
                  <a:cxn ang="0">
                    <a:pos x="1104" y="84"/>
                  </a:cxn>
                  <a:cxn ang="0">
                    <a:pos x="1147" y="48"/>
                  </a:cxn>
                  <a:cxn ang="0">
                    <a:pos x="1309" y="165"/>
                  </a:cxn>
                </a:cxnLst>
                <a:rect l="0" t="0" r="r" b="b"/>
                <a:pathLst>
                  <a:path w="1668" h="1056">
                    <a:moveTo>
                      <a:pt x="1667" y="464"/>
                    </a:moveTo>
                    <a:cubicBezTo>
                      <a:pt x="1645" y="455"/>
                      <a:pt x="1645" y="455"/>
                      <a:pt x="1645" y="455"/>
                    </a:cubicBezTo>
                    <a:cubicBezTo>
                      <a:pt x="1645" y="445"/>
                      <a:pt x="1645" y="445"/>
                      <a:pt x="1645" y="445"/>
                    </a:cubicBezTo>
                    <a:cubicBezTo>
                      <a:pt x="1631" y="432"/>
                      <a:pt x="1631" y="432"/>
                      <a:pt x="1631" y="432"/>
                    </a:cubicBezTo>
                    <a:cubicBezTo>
                      <a:pt x="1620" y="433"/>
                      <a:pt x="1620" y="433"/>
                      <a:pt x="1620" y="433"/>
                    </a:cubicBezTo>
                    <a:cubicBezTo>
                      <a:pt x="1602" y="460"/>
                      <a:pt x="1602" y="460"/>
                      <a:pt x="1602" y="460"/>
                    </a:cubicBezTo>
                    <a:cubicBezTo>
                      <a:pt x="1602" y="472"/>
                      <a:pt x="1602" y="472"/>
                      <a:pt x="1602" y="472"/>
                    </a:cubicBezTo>
                    <a:cubicBezTo>
                      <a:pt x="1576" y="471"/>
                      <a:pt x="1576" y="471"/>
                      <a:pt x="1576" y="471"/>
                    </a:cubicBezTo>
                    <a:cubicBezTo>
                      <a:pt x="1574" y="503"/>
                      <a:pt x="1574" y="503"/>
                      <a:pt x="1574" y="503"/>
                    </a:cubicBezTo>
                    <a:cubicBezTo>
                      <a:pt x="1529" y="516"/>
                      <a:pt x="1529" y="516"/>
                      <a:pt x="1529" y="516"/>
                    </a:cubicBezTo>
                    <a:cubicBezTo>
                      <a:pt x="1519" y="506"/>
                      <a:pt x="1519" y="506"/>
                      <a:pt x="1519" y="506"/>
                    </a:cubicBezTo>
                    <a:cubicBezTo>
                      <a:pt x="1507" y="505"/>
                      <a:pt x="1507" y="505"/>
                      <a:pt x="1507" y="505"/>
                    </a:cubicBezTo>
                    <a:cubicBezTo>
                      <a:pt x="1491" y="481"/>
                      <a:pt x="1491" y="481"/>
                      <a:pt x="1491" y="481"/>
                    </a:cubicBezTo>
                    <a:cubicBezTo>
                      <a:pt x="1443" y="467"/>
                      <a:pt x="1443" y="467"/>
                      <a:pt x="1443" y="467"/>
                    </a:cubicBezTo>
                    <a:cubicBezTo>
                      <a:pt x="1442" y="446"/>
                      <a:pt x="1442" y="446"/>
                      <a:pt x="1442" y="446"/>
                    </a:cubicBezTo>
                    <a:cubicBezTo>
                      <a:pt x="1450" y="436"/>
                      <a:pt x="1450" y="436"/>
                      <a:pt x="1450" y="436"/>
                    </a:cubicBezTo>
                    <a:cubicBezTo>
                      <a:pt x="1441" y="422"/>
                      <a:pt x="1441" y="422"/>
                      <a:pt x="1441" y="422"/>
                    </a:cubicBezTo>
                    <a:cubicBezTo>
                      <a:pt x="1425" y="424"/>
                      <a:pt x="1425" y="424"/>
                      <a:pt x="1425" y="424"/>
                    </a:cubicBezTo>
                    <a:cubicBezTo>
                      <a:pt x="1411" y="414"/>
                      <a:pt x="1411" y="414"/>
                      <a:pt x="1411" y="414"/>
                    </a:cubicBezTo>
                    <a:cubicBezTo>
                      <a:pt x="1390" y="412"/>
                      <a:pt x="1390" y="412"/>
                      <a:pt x="1390" y="412"/>
                    </a:cubicBezTo>
                    <a:cubicBezTo>
                      <a:pt x="1371" y="399"/>
                      <a:pt x="1371" y="399"/>
                      <a:pt x="1371" y="399"/>
                    </a:cubicBezTo>
                    <a:cubicBezTo>
                      <a:pt x="1355" y="406"/>
                      <a:pt x="1355" y="406"/>
                      <a:pt x="1355" y="406"/>
                    </a:cubicBezTo>
                    <a:cubicBezTo>
                      <a:pt x="1343" y="399"/>
                      <a:pt x="1343" y="399"/>
                      <a:pt x="1343" y="399"/>
                    </a:cubicBezTo>
                    <a:cubicBezTo>
                      <a:pt x="1333" y="406"/>
                      <a:pt x="1333" y="406"/>
                      <a:pt x="1333" y="406"/>
                    </a:cubicBezTo>
                    <a:cubicBezTo>
                      <a:pt x="1325" y="406"/>
                      <a:pt x="1325" y="406"/>
                      <a:pt x="1325" y="406"/>
                    </a:cubicBezTo>
                    <a:cubicBezTo>
                      <a:pt x="1317" y="398"/>
                      <a:pt x="1317" y="398"/>
                      <a:pt x="1317" y="398"/>
                    </a:cubicBezTo>
                    <a:cubicBezTo>
                      <a:pt x="1296" y="403"/>
                      <a:pt x="1296" y="403"/>
                      <a:pt x="1296" y="403"/>
                    </a:cubicBezTo>
                    <a:cubicBezTo>
                      <a:pt x="1296" y="393"/>
                      <a:pt x="1296" y="393"/>
                      <a:pt x="1296" y="393"/>
                    </a:cubicBezTo>
                    <a:cubicBezTo>
                      <a:pt x="1309" y="382"/>
                      <a:pt x="1309" y="382"/>
                      <a:pt x="1309" y="382"/>
                    </a:cubicBezTo>
                    <a:cubicBezTo>
                      <a:pt x="1309" y="370"/>
                      <a:pt x="1309" y="370"/>
                      <a:pt x="1309" y="370"/>
                    </a:cubicBezTo>
                    <a:cubicBezTo>
                      <a:pt x="1303" y="348"/>
                      <a:pt x="1303" y="348"/>
                      <a:pt x="1303" y="348"/>
                    </a:cubicBezTo>
                    <a:cubicBezTo>
                      <a:pt x="1303" y="320"/>
                      <a:pt x="1303" y="320"/>
                      <a:pt x="1303" y="320"/>
                    </a:cubicBezTo>
                    <a:cubicBezTo>
                      <a:pt x="1312" y="291"/>
                      <a:pt x="1312" y="291"/>
                      <a:pt x="1312" y="291"/>
                    </a:cubicBezTo>
                    <a:cubicBezTo>
                      <a:pt x="1329" y="266"/>
                      <a:pt x="1329" y="266"/>
                      <a:pt x="1329" y="266"/>
                    </a:cubicBezTo>
                    <a:cubicBezTo>
                      <a:pt x="1349" y="233"/>
                      <a:pt x="1349" y="233"/>
                      <a:pt x="1349" y="233"/>
                    </a:cubicBezTo>
                    <a:cubicBezTo>
                      <a:pt x="1366" y="230"/>
                      <a:pt x="1366" y="230"/>
                      <a:pt x="1366" y="230"/>
                    </a:cubicBezTo>
                    <a:cubicBezTo>
                      <a:pt x="1359" y="211"/>
                      <a:pt x="1359" y="211"/>
                      <a:pt x="1359" y="211"/>
                    </a:cubicBezTo>
                    <a:cubicBezTo>
                      <a:pt x="1359" y="198"/>
                      <a:pt x="1359" y="198"/>
                      <a:pt x="1359" y="198"/>
                    </a:cubicBezTo>
                    <a:cubicBezTo>
                      <a:pt x="1348" y="182"/>
                      <a:pt x="1348" y="182"/>
                      <a:pt x="1348" y="182"/>
                    </a:cubicBezTo>
                    <a:cubicBezTo>
                      <a:pt x="1322" y="159"/>
                      <a:pt x="1322" y="159"/>
                      <a:pt x="1322" y="159"/>
                    </a:cubicBezTo>
                    <a:cubicBezTo>
                      <a:pt x="1302" y="132"/>
                      <a:pt x="1302" y="132"/>
                      <a:pt x="1302" y="132"/>
                    </a:cubicBezTo>
                    <a:cubicBezTo>
                      <a:pt x="1255" y="113"/>
                      <a:pt x="1255" y="113"/>
                      <a:pt x="1255" y="113"/>
                    </a:cubicBezTo>
                    <a:cubicBezTo>
                      <a:pt x="1238" y="91"/>
                      <a:pt x="1238" y="91"/>
                      <a:pt x="1238" y="91"/>
                    </a:cubicBezTo>
                    <a:cubicBezTo>
                      <a:pt x="1222" y="88"/>
                      <a:pt x="1222" y="88"/>
                      <a:pt x="1222" y="88"/>
                    </a:cubicBezTo>
                    <a:cubicBezTo>
                      <a:pt x="1172" y="70"/>
                      <a:pt x="1172" y="70"/>
                      <a:pt x="1172" y="70"/>
                    </a:cubicBezTo>
                    <a:cubicBezTo>
                      <a:pt x="1153" y="52"/>
                      <a:pt x="1153" y="52"/>
                      <a:pt x="1153" y="52"/>
                    </a:cubicBezTo>
                    <a:cubicBezTo>
                      <a:pt x="1141" y="40"/>
                      <a:pt x="1141" y="40"/>
                      <a:pt x="1141" y="40"/>
                    </a:cubicBezTo>
                    <a:cubicBezTo>
                      <a:pt x="1143" y="46"/>
                      <a:pt x="1143" y="46"/>
                      <a:pt x="1143" y="46"/>
                    </a:cubicBezTo>
                    <a:cubicBezTo>
                      <a:pt x="1129" y="49"/>
                      <a:pt x="1129" y="49"/>
                      <a:pt x="1129" y="49"/>
                    </a:cubicBezTo>
                    <a:cubicBezTo>
                      <a:pt x="1131" y="62"/>
                      <a:pt x="1131" y="62"/>
                      <a:pt x="1131" y="62"/>
                    </a:cubicBezTo>
                    <a:cubicBezTo>
                      <a:pt x="1113" y="67"/>
                      <a:pt x="1113" y="67"/>
                      <a:pt x="1113" y="67"/>
                    </a:cubicBezTo>
                    <a:cubicBezTo>
                      <a:pt x="1096" y="79"/>
                      <a:pt x="1096" y="79"/>
                      <a:pt x="1096" y="79"/>
                    </a:cubicBezTo>
                    <a:cubicBezTo>
                      <a:pt x="1080" y="85"/>
                      <a:pt x="1080" y="85"/>
                      <a:pt x="1080" y="85"/>
                    </a:cubicBezTo>
                    <a:cubicBezTo>
                      <a:pt x="1065" y="67"/>
                      <a:pt x="1065" y="67"/>
                      <a:pt x="1065" y="67"/>
                    </a:cubicBezTo>
                    <a:cubicBezTo>
                      <a:pt x="1073" y="54"/>
                      <a:pt x="1073" y="54"/>
                      <a:pt x="1073" y="54"/>
                    </a:cubicBezTo>
                    <a:cubicBezTo>
                      <a:pt x="1061" y="51"/>
                      <a:pt x="1061" y="51"/>
                      <a:pt x="1061" y="51"/>
                    </a:cubicBezTo>
                    <a:cubicBezTo>
                      <a:pt x="1056" y="50"/>
                      <a:pt x="1056" y="50"/>
                      <a:pt x="1056" y="50"/>
                    </a:cubicBezTo>
                    <a:cubicBezTo>
                      <a:pt x="1046" y="36"/>
                      <a:pt x="1046" y="36"/>
                      <a:pt x="1046" y="36"/>
                    </a:cubicBezTo>
                    <a:cubicBezTo>
                      <a:pt x="1034" y="44"/>
                      <a:pt x="1034" y="44"/>
                      <a:pt x="1034" y="44"/>
                    </a:cubicBezTo>
                    <a:cubicBezTo>
                      <a:pt x="1036" y="53"/>
                      <a:pt x="1036" y="53"/>
                      <a:pt x="1036" y="53"/>
                    </a:cubicBezTo>
                    <a:cubicBezTo>
                      <a:pt x="1047" y="63"/>
                      <a:pt x="1047" y="63"/>
                      <a:pt x="1047" y="63"/>
                    </a:cubicBezTo>
                    <a:cubicBezTo>
                      <a:pt x="1045" y="69"/>
                      <a:pt x="1045" y="69"/>
                      <a:pt x="1045" y="69"/>
                    </a:cubicBezTo>
                    <a:cubicBezTo>
                      <a:pt x="1033" y="65"/>
                      <a:pt x="1033" y="65"/>
                      <a:pt x="1033" y="65"/>
                    </a:cubicBezTo>
                    <a:cubicBezTo>
                      <a:pt x="1018" y="60"/>
                      <a:pt x="1018" y="60"/>
                      <a:pt x="1018" y="60"/>
                    </a:cubicBezTo>
                    <a:cubicBezTo>
                      <a:pt x="1001" y="62"/>
                      <a:pt x="1001" y="62"/>
                      <a:pt x="1001" y="62"/>
                    </a:cubicBezTo>
                    <a:cubicBezTo>
                      <a:pt x="995" y="53"/>
                      <a:pt x="995" y="53"/>
                      <a:pt x="995" y="53"/>
                    </a:cubicBezTo>
                    <a:cubicBezTo>
                      <a:pt x="1001" y="47"/>
                      <a:pt x="1001" y="47"/>
                      <a:pt x="1001" y="47"/>
                    </a:cubicBezTo>
                    <a:cubicBezTo>
                      <a:pt x="1009" y="48"/>
                      <a:pt x="1009" y="48"/>
                      <a:pt x="1009" y="48"/>
                    </a:cubicBezTo>
                    <a:cubicBezTo>
                      <a:pt x="1012" y="53"/>
                      <a:pt x="1012" y="53"/>
                      <a:pt x="1012" y="53"/>
                    </a:cubicBezTo>
                    <a:cubicBezTo>
                      <a:pt x="1020" y="54"/>
                      <a:pt x="1020" y="54"/>
                      <a:pt x="1020" y="54"/>
                    </a:cubicBezTo>
                    <a:cubicBezTo>
                      <a:pt x="1021" y="46"/>
                      <a:pt x="1021" y="46"/>
                      <a:pt x="1021" y="46"/>
                    </a:cubicBezTo>
                    <a:cubicBezTo>
                      <a:pt x="1015" y="44"/>
                      <a:pt x="1015" y="44"/>
                      <a:pt x="1015" y="44"/>
                    </a:cubicBezTo>
                    <a:cubicBezTo>
                      <a:pt x="1014" y="39"/>
                      <a:pt x="1014" y="39"/>
                      <a:pt x="1014" y="39"/>
                    </a:cubicBezTo>
                    <a:cubicBezTo>
                      <a:pt x="1023" y="29"/>
                      <a:pt x="1023" y="29"/>
                      <a:pt x="1023" y="29"/>
                    </a:cubicBezTo>
                    <a:cubicBezTo>
                      <a:pt x="1018" y="21"/>
                      <a:pt x="1018" y="21"/>
                      <a:pt x="1018" y="21"/>
                    </a:cubicBezTo>
                    <a:cubicBezTo>
                      <a:pt x="1004" y="24"/>
                      <a:pt x="1004" y="24"/>
                      <a:pt x="1004" y="24"/>
                    </a:cubicBezTo>
                    <a:cubicBezTo>
                      <a:pt x="1001" y="9"/>
                      <a:pt x="1001" y="9"/>
                      <a:pt x="1001" y="9"/>
                    </a:cubicBezTo>
                    <a:cubicBezTo>
                      <a:pt x="993" y="2"/>
                      <a:pt x="993" y="2"/>
                      <a:pt x="993" y="2"/>
                    </a:cubicBezTo>
                    <a:cubicBezTo>
                      <a:pt x="988" y="22"/>
                      <a:pt x="988" y="22"/>
                      <a:pt x="988" y="22"/>
                    </a:cubicBezTo>
                    <a:cubicBezTo>
                      <a:pt x="980" y="22"/>
                      <a:pt x="980" y="22"/>
                      <a:pt x="980" y="22"/>
                    </a:cubicBezTo>
                    <a:cubicBezTo>
                      <a:pt x="976" y="1"/>
                      <a:pt x="976" y="1"/>
                      <a:pt x="976" y="1"/>
                    </a:cubicBezTo>
                    <a:cubicBezTo>
                      <a:pt x="961" y="0"/>
                      <a:pt x="961" y="0"/>
                      <a:pt x="961" y="0"/>
                    </a:cubicBezTo>
                    <a:cubicBezTo>
                      <a:pt x="960" y="13"/>
                      <a:pt x="960" y="13"/>
                      <a:pt x="960" y="13"/>
                    </a:cubicBezTo>
                    <a:cubicBezTo>
                      <a:pt x="929" y="16"/>
                      <a:pt x="929" y="16"/>
                      <a:pt x="929" y="16"/>
                    </a:cubicBezTo>
                    <a:cubicBezTo>
                      <a:pt x="916" y="31"/>
                      <a:pt x="916" y="31"/>
                      <a:pt x="916" y="31"/>
                    </a:cubicBezTo>
                    <a:cubicBezTo>
                      <a:pt x="917" y="44"/>
                      <a:pt x="917" y="44"/>
                      <a:pt x="917" y="44"/>
                    </a:cubicBezTo>
                    <a:cubicBezTo>
                      <a:pt x="900" y="57"/>
                      <a:pt x="900" y="57"/>
                      <a:pt x="900" y="57"/>
                    </a:cubicBezTo>
                    <a:cubicBezTo>
                      <a:pt x="906" y="65"/>
                      <a:pt x="906" y="65"/>
                      <a:pt x="906" y="65"/>
                    </a:cubicBezTo>
                    <a:cubicBezTo>
                      <a:pt x="900" y="70"/>
                      <a:pt x="900" y="70"/>
                      <a:pt x="900" y="70"/>
                    </a:cubicBezTo>
                    <a:cubicBezTo>
                      <a:pt x="924" y="79"/>
                      <a:pt x="924" y="79"/>
                      <a:pt x="924" y="79"/>
                    </a:cubicBezTo>
                    <a:cubicBezTo>
                      <a:pt x="924" y="87"/>
                      <a:pt x="924" y="87"/>
                      <a:pt x="924" y="87"/>
                    </a:cubicBezTo>
                    <a:cubicBezTo>
                      <a:pt x="943" y="84"/>
                      <a:pt x="943" y="84"/>
                      <a:pt x="943" y="84"/>
                    </a:cubicBezTo>
                    <a:cubicBezTo>
                      <a:pt x="951" y="75"/>
                      <a:pt x="951" y="75"/>
                      <a:pt x="951" y="75"/>
                    </a:cubicBezTo>
                    <a:cubicBezTo>
                      <a:pt x="959" y="71"/>
                      <a:pt x="959" y="71"/>
                      <a:pt x="959" y="71"/>
                    </a:cubicBezTo>
                    <a:cubicBezTo>
                      <a:pt x="966" y="75"/>
                      <a:pt x="966" y="75"/>
                      <a:pt x="966" y="75"/>
                    </a:cubicBezTo>
                    <a:cubicBezTo>
                      <a:pt x="973" y="73"/>
                      <a:pt x="973" y="73"/>
                      <a:pt x="973" y="73"/>
                    </a:cubicBezTo>
                    <a:cubicBezTo>
                      <a:pt x="981" y="78"/>
                      <a:pt x="981" y="78"/>
                      <a:pt x="981" y="78"/>
                    </a:cubicBezTo>
                    <a:cubicBezTo>
                      <a:pt x="977" y="86"/>
                      <a:pt x="977" y="86"/>
                      <a:pt x="977" y="86"/>
                    </a:cubicBezTo>
                    <a:cubicBezTo>
                      <a:pt x="972" y="94"/>
                      <a:pt x="972" y="94"/>
                      <a:pt x="972" y="94"/>
                    </a:cubicBezTo>
                    <a:cubicBezTo>
                      <a:pt x="973" y="104"/>
                      <a:pt x="973" y="104"/>
                      <a:pt x="973" y="104"/>
                    </a:cubicBezTo>
                    <a:cubicBezTo>
                      <a:pt x="963" y="113"/>
                      <a:pt x="963" y="113"/>
                      <a:pt x="963" y="113"/>
                    </a:cubicBezTo>
                    <a:cubicBezTo>
                      <a:pt x="961" y="100"/>
                      <a:pt x="961" y="100"/>
                      <a:pt x="961" y="100"/>
                    </a:cubicBezTo>
                    <a:cubicBezTo>
                      <a:pt x="945" y="90"/>
                      <a:pt x="945" y="90"/>
                      <a:pt x="945" y="90"/>
                    </a:cubicBezTo>
                    <a:cubicBezTo>
                      <a:pt x="937" y="100"/>
                      <a:pt x="937" y="100"/>
                      <a:pt x="937" y="100"/>
                    </a:cubicBezTo>
                    <a:cubicBezTo>
                      <a:pt x="929" y="112"/>
                      <a:pt x="929" y="112"/>
                      <a:pt x="929" y="112"/>
                    </a:cubicBezTo>
                    <a:cubicBezTo>
                      <a:pt x="934" y="122"/>
                      <a:pt x="934" y="122"/>
                      <a:pt x="934" y="122"/>
                    </a:cubicBezTo>
                    <a:cubicBezTo>
                      <a:pt x="925" y="129"/>
                      <a:pt x="925" y="129"/>
                      <a:pt x="925" y="129"/>
                    </a:cubicBezTo>
                    <a:cubicBezTo>
                      <a:pt x="919" y="130"/>
                      <a:pt x="919" y="130"/>
                      <a:pt x="919" y="130"/>
                    </a:cubicBezTo>
                    <a:cubicBezTo>
                      <a:pt x="910" y="123"/>
                      <a:pt x="910" y="123"/>
                      <a:pt x="910" y="123"/>
                    </a:cubicBezTo>
                    <a:cubicBezTo>
                      <a:pt x="901" y="125"/>
                      <a:pt x="901" y="125"/>
                      <a:pt x="901" y="125"/>
                    </a:cubicBezTo>
                    <a:cubicBezTo>
                      <a:pt x="869" y="123"/>
                      <a:pt x="869" y="123"/>
                      <a:pt x="869" y="123"/>
                    </a:cubicBezTo>
                    <a:cubicBezTo>
                      <a:pt x="857" y="106"/>
                      <a:pt x="857" y="106"/>
                      <a:pt x="857" y="106"/>
                    </a:cubicBezTo>
                    <a:cubicBezTo>
                      <a:pt x="837" y="104"/>
                      <a:pt x="837" y="104"/>
                      <a:pt x="837" y="104"/>
                    </a:cubicBezTo>
                    <a:cubicBezTo>
                      <a:pt x="834" y="110"/>
                      <a:pt x="834" y="110"/>
                      <a:pt x="834" y="110"/>
                    </a:cubicBezTo>
                    <a:cubicBezTo>
                      <a:pt x="825" y="98"/>
                      <a:pt x="825" y="98"/>
                      <a:pt x="825" y="98"/>
                    </a:cubicBezTo>
                    <a:cubicBezTo>
                      <a:pt x="809" y="113"/>
                      <a:pt x="809" y="113"/>
                      <a:pt x="809" y="113"/>
                    </a:cubicBezTo>
                    <a:cubicBezTo>
                      <a:pt x="794" y="117"/>
                      <a:pt x="794" y="117"/>
                      <a:pt x="794" y="117"/>
                    </a:cubicBezTo>
                    <a:cubicBezTo>
                      <a:pt x="783" y="135"/>
                      <a:pt x="783" y="135"/>
                      <a:pt x="783" y="135"/>
                    </a:cubicBezTo>
                    <a:cubicBezTo>
                      <a:pt x="720" y="135"/>
                      <a:pt x="720" y="135"/>
                      <a:pt x="720" y="135"/>
                    </a:cubicBezTo>
                    <a:cubicBezTo>
                      <a:pt x="709" y="119"/>
                      <a:pt x="709" y="119"/>
                      <a:pt x="709" y="119"/>
                    </a:cubicBezTo>
                    <a:cubicBezTo>
                      <a:pt x="683" y="118"/>
                      <a:pt x="683" y="118"/>
                      <a:pt x="683" y="118"/>
                    </a:cubicBezTo>
                    <a:cubicBezTo>
                      <a:pt x="673" y="133"/>
                      <a:pt x="673" y="133"/>
                      <a:pt x="673" y="133"/>
                    </a:cubicBezTo>
                    <a:cubicBezTo>
                      <a:pt x="640" y="147"/>
                      <a:pt x="640" y="147"/>
                      <a:pt x="640" y="147"/>
                    </a:cubicBezTo>
                    <a:cubicBezTo>
                      <a:pt x="622" y="136"/>
                      <a:pt x="622" y="136"/>
                      <a:pt x="622" y="136"/>
                    </a:cubicBezTo>
                    <a:cubicBezTo>
                      <a:pt x="633" y="127"/>
                      <a:pt x="633" y="127"/>
                      <a:pt x="633" y="127"/>
                    </a:cubicBezTo>
                    <a:cubicBezTo>
                      <a:pt x="635" y="111"/>
                      <a:pt x="635" y="111"/>
                      <a:pt x="635" y="111"/>
                    </a:cubicBezTo>
                    <a:cubicBezTo>
                      <a:pt x="622" y="111"/>
                      <a:pt x="622" y="111"/>
                      <a:pt x="622" y="111"/>
                    </a:cubicBezTo>
                    <a:cubicBezTo>
                      <a:pt x="610" y="121"/>
                      <a:pt x="610" y="121"/>
                      <a:pt x="610" y="121"/>
                    </a:cubicBezTo>
                    <a:cubicBezTo>
                      <a:pt x="600" y="122"/>
                      <a:pt x="600" y="122"/>
                      <a:pt x="600" y="122"/>
                    </a:cubicBezTo>
                    <a:cubicBezTo>
                      <a:pt x="573" y="137"/>
                      <a:pt x="573" y="137"/>
                      <a:pt x="573" y="137"/>
                    </a:cubicBezTo>
                    <a:cubicBezTo>
                      <a:pt x="572" y="154"/>
                      <a:pt x="572" y="154"/>
                      <a:pt x="572" y="154"/>
                    </a:cubicBezTo>
                    <a:cubicBezTo>
                      <a:pt x="566" y="170"/>
                      <a:pt x="566" y="170"/>
                      <a:pt x="566" y="170"/>
                    </a:cubicBezTo>
                    <a:cubicBezTo>
                      <a:pt x="556" y="179"/>
                      <a:pt x="556" y="179"/>
                      <a:pt x="556" y="179"/>
                    </a:cubicBezTo>
                    <a:cubicBezTo>
                      <a:pt x="545" y="169"/>
                      <a:pt x="545" y="169"/>
                      <a:pt x="545" y="169"/>
                    </a:cubicBezTo>
                    <a:cubicBezTo>
                      <a:pt x="539" y="174"/>
                      <a:pt x="539" y="174"/>
                      <a:pt x="539" y="174"/>
                    </a:cubicBezTo>
                    <a:cubicBezTo>
                      <a:pt x="547" y="185"/>
                      <a:pt x="547" y="185"/>
                      <a:pt x="547" y="185"/>
                    </a:cubicBezTo>
                    <a:cubicBezTo>
                      <a:pt x="527" y="200"/>
                      <a:pt x="527" y="200"/>
                      <a:pt x="527" y="200"/>
                    </a:cubicBezTo>
                    <a:cubicBezTo>
                      <a:pt x="490" y="197"/>
                      <a:pt x="490" y="197"/>
                      <a:pt x="490" y="197"/>
                    </a:cubicBezTo>
                    <a:cubicBezTo>
                      <a:pt x="474" y="209"/>
                      <a:pt x="474" y="209"/>
                      <a:pt x="474" y="209"/>
                    </a:cubicBezTo>
                    <a:cubicBezTo>
                      <a:pt x="466" y="196"/>
                      <a:pt x="466" y="196"/>
                      <a:pt x="466" y="196"/>
                    </a:cubicBezTo>
                    <a:cubicBezTo>
                      <a:pt x="443" y="197"/>
                      <a:pt x="443" y="197"/>
                      <a:pt x="443" y="197"/>
                    </a:cubicBezTo>
                    <a:cubicBezTo>
                      <a:pt x="457" y="171"/>
                      <a:pt x="457" y="171"/>
                      <a:pt x="457" y="171"/>
                    </a:cubicBezTo>
                    <a:cubicBezTo>
                      <a:pt x="442" y="169"/>
                      <a:pt x="442" y="169"/>
                      <a:pt x="442" y="169"/>
                    </a:cubicBezTo>
                    <a:cubicBezTo>
                      <a:pt x="434" y="161"/>
                      <a:pt x="434" y="161"/>
                      <a:pt x="434" y="161"/>
                    </a:cubicBezTo>
                    <a:cubicBezTo>
                      <a:pt x="413" y="169"/>
                      <a:pt x="413" y="169"/>
                      <a:pt x="413" y="169"/>
                    </a:cubicBezTo>
                    <a:cubicBezTo>
                      <a:pt x="402" y="171"/>
                      <a:pt x="402" y="171"/>
                      <a:pt x="402" y="171"/>
                    </a:cubicBezTo>
                    <a:cubicBezTo>
                      <a:pt x="396" y="163"/>
                      <a:pt x="396" y="163"/>
                      <a:pt x="396" y="163"/>
                    </a:cubicBezTo>
                    <a:cubicBezTo>
                      <a:pt x="377" y="163"/>
                      <a:pt x="377" y="163"/>
                      <a:pt x="377" y="163"/>
                    </a:cubicBezTo>
                    <a:cubicBezTo>
                      <a:pt x="378" y="173"/>
                      <a:pt x="378" y="173"/>
                      <a:pt x="378" y="173"/>
                    </a:cubicBezTo>
                    <a:cubicBezTo>
                      <a:pt x="383" y="187"/>
                      <a:pt x="383" y="187"/>
                      <a:pt x="383" y="187"/>
                    </a:cubicBezTo>
                    <a:cubicBezTo>
                      <a:pt x="376" y="193"/>
                      <a:pt x="376" y="193"/>
                      <a:pt x="376" y="193"/>
                    </a:cubicBezTo>
                    <a:cubicBezTo>
                      <a:pt x="361" y="197"/>
                      <a:pt x="361" y="197"/>
                      <a:pt x="361" y="197"/>
                    </a:cubicBezTo>
                    <a:cubicBezTo>
                      <a:pt x="359" y="212"/>
                      <a:pt x="359" y="212"/>
                      <a:pt x="359" y="212"/>
                    </a:cubicBezTo>
                    <a:cubicBezTo>
                      <a:pt x="350" y="217"/>
                      <a:pt x="350" y="217"/>
                      <a:pt x="350" y="217"/>
                    </a:cubicBezTo>
                    <a:cubicBezTo>
                      <a:pt x="342" y="231"/>
                      <a:pt x="342" y="231"/>
                      <a:pt x="342" y="231"/>
                    </a:cubicBezTo>
                    <a:cubicBezTo>
                      <a:pt x="340" y="243"/>
                      <a:pt x="340" y="243"/>
                      <a:pt x="340" y="243"/>
                    </a:cubicBezTo>
                    <a:cubicBezTo>
                      <a:pt x="352" y="241"/>
                      <a:pt x="352" y="241"/>
                      <a:pt x="352" y="241"/>
                    </a:cubicBezTo>
                    <a:cubicBezTo>
                      <a:pt x="371" y="239"/>
                      <a:pt x="371" y="239"/>
                      <a:pt x="371" y="239"/>
                    </a:cubicBezTo>
                    <a:cubicBezTo>
                      <a:pt x="378" y="232"/>
                      <a:pt x="378" y="232"/>
                      <a:pt x="378" y="232"/>
                    </a:cubicBezTo>
                    <a:cubicBezTo>
                      <a:pt x="393" y="233"/>
                      <a:pt x="393" y="233"/>
                      <a:pt x="393" y="233"/>
                    </a:cubicBezTo>
                    <a:cubicBezTo>
                      <a:pt x="404" y="242"/>
                      <a:pt x="404" y="242"/>
                      <a:pt x="404" y="242"/>
                    </a:cubicBezTo>
                    <a:cubicBezTo>
                      <a:pt x="403" y="253"/>
                      <a:pt x="403" y="253"/>
                      <a:pt x="403" y="253"/>
                    </a:cubicBezTo>
                    <a:cubicBezTo>
                      <a:pt x="384" y="256"/>
                      <a:pt x="384" y="256"/>
                      <a:pt x="384" y="256"/>
                    </a:cubicBezTo>
                    <a:cubicBezTo>
                      <a:pt x="384" y="273"/>
                      <a:pt x="384" y="273"/>
                      <a:pt x="384" y="273"/>
                    </a:cubicBezTo>
                    <a:cubicBezTo>
                      <a:pt x="361" y="277"/>
                      <a:pt x="361" y="277"/>
                      <a:pt x="361" y="277"/>
                    </a:cubicBezTo>
                    <a:cubicBezTo>
                      <a:pt x="364" y="304"/>
                      <a:pt x="364" y="304"/>
                      <a:pt x="364" y="304"/>
                    </a:cubicBezTo>
                    <a:cubicBezTo>
                      <a:pt x="324" y="337"/>
                      <a:pt x="324" y="337"/>
                      <a:pt x="324" y="337"/>
                    </a:cubicBezTo>
                    <a:cubicBezTo>
                      <a:pt x="328" y="348"/>
                      <a:pt x="328" y="348"/>
                      <a:pt x="328" y="348"/>
                    </a:cubicBezTo>
                    <a:cubicBezTo>
                      <a:pt x="291" y="371"/>
                      <a:pt x="291" y="371"/>
                      <a:pt x="291" y="371"/>
                    </a:cubicBezTo>
                    <a:cubicBezTo>
                      <a:pt x="286" y="373"/>
                      <a:pt x="286" y="373"/>
                      <a:pt x="286" y="373"/>
                    </a:cubicBezTo>
                    <a:cubicBezTo>
                      <a:pt x="286" y="383"/>
                      <a:pt x="286" y="383"/>
                      <a:pt x="286" y="383"/>
                    </a:cubicBezTo>
                    <a:cubicBezTo>
                      <a:pt x="276" y="389"/>
                      <a:pt x="276" y="389"/>
                      <a:pt x="276" y="389"/>
                    </a:cubicBezTo>
                    <a:cubicBezTo>
                      <a:pt x="269" y="393"/>
                      <a:pt x="269" y="393"/>
                      <a:pt x="269" y="393"/>
                    </a:cubicBezTo>
                    <a:cubicBezTo>
                      <a:pt x="270" y="401"/>
                      <a:pt x="270" y="401"/>
                      <a:pt x="270" y="401"/>
                    </a:cubicBezTo>
                    <a:cubicBezTo>
                      <a:pt x="279" y="405"/>
                      <a:pt x="279" y="405"/>
                      <a:pt x="279" y="405"/>
                    </a:cubicBezTo>
                    <a:cubicBezTo>
                      <a:pt x="274" y="409"/>
                      <a:pt x="274" y="409"/>
                      <a:pt x="274" y="409"/>
                    </a:cubicBezTo>
                    <a:cubicBezTo>
                      <a:pt x="257" y="415"/>
                      <a:pt x="257" y="415"/>
                      <a:pt x="257" y="415"/>
                    </a:cubicBezTo>
                    <a:cubicBezTo>
                      <a:pt x="245" y="435"/>
                      <a:pt x="245" y="435"/>
                      <a:pt x="245" y="435"/>
                    </a:cubicBezTo>
                    <a:cubicBezTo>
                      <a:pt x="210" y="447"/>
                      <a:pt x="210" y="447"/>
                      <a:pt x="210" y="447"/>
                    </a:cubicBezTo>
                    <a:cubicBezTo>
                      <a:pt x="176" y="468"/>
                      <a:pt x="176" y="468"/>
                      <a:pt x="176" y="468"/>
                    </a:cubicBezTo>
                    <a:cubicBezTo>
                      <a:pt x="177" y="479"/>
                      <a:pt x="177" y="479"/>
                      <a:pt x="177" y="479"/>
                    </a:cubicBezTo>
                    <a:cubicBezTo>
                      <a:pt x="186" y="495"/>
                      <a:pt x="186" y="495"/>
                      <a:pt x="186" y="495"/>
                    </a:cubicBezTo>
                    <a:cubicBezTo>
                      <a:pt x="180" y="513"/>
                      <a:pt x="180" y="513"/>
                      <a:pt x="180" y="513"/>
                    </a:cubicBezTo>
                    <a:cubicBezTo>
                      <a:pt x="174" y="529"/>
                      <a:pt x="174" y="529"/>
                      <a:pt x="174" y="529"/>
                    </a:cubicBezTo>
                    <a:cubicBezTo>
                      <a:pt x="180" y="541"/>
                      <a:pt x="180" y="541"/>
                      <a:pt x="180" y="541"/>
                    </a:cubicBezTo>
                    <a:cubicBezTo>
                      <a:pt x="178" y="562"/>
                      <a:pt x="178" y="562"/>
                      <a:pt x="178" y="562"/>
                    </a:cubicBezTo>
                    <a:cubicBezTo>
                      <a:pt x="158" y="575"/>
                      <a:pt x="158" y="575"/>
                      <a:pt x="158" y="575"/>
                    </a:cubicBezTo>
                    <a:cubicBezTo>
                      <a:pt x="132" y="592"/>
                      <a:pt x="132" y="592"/>
                      <a:pt x="132" y="592"/>
                    </a:cubicBezTo>
                    <a:cubicBezTo>
                      <a:pt x="119" y="595"/>
                      <a:pt x="119" y="595"/>
                      <a:pt x="119" y="595"/>
                    </a:cubicBezTo>
                    <a:cubicBezTo>
                      <a:pt x="54" y="658"/>
                      <a:pt x="54" y="658"/>
                      <a:pt x="54" y="658"/>
                    </a:cubicBezTo>
                    <a:cubicBezTo>
                      <a:pt x="70" y="679"/>
                      <a:pt x="70" y="679"/>
                      <a:pt x="70" y="679"/>
                    </a:cubicBezTo>
                    <a:cubicBezTo>
                      <a:pt x="43" y="713"/>
                      <a:pt x="43" y="713"/>
                      <a:pt x="43" y="713"/>
                    </a:cubicBezTo>
                    <a:cubicBezTo>
                      <a:pt x="46" y="729"/>
                      <a:pt x="46" y="729"/>
                      <a:pt x="46" y="729"/>
                    </a:cubicBezTo>
                    <a:cubicBezTo>
                      <a:pt x="38" y="745"/>
                      <a:pt x="38" y="745"/>
                      <a:pt x="38" y="745"/>
                    </a:cubicBezTo>
                    <a:cubicBezTo>
                      <a:pt x="77" y="770"/>
                      <a:pt x="77" y="770"/>
                      <a:pt x="77" y="770"/>
                    </a:cubicBezTo>
                    <a:cubicBezTo>
                      <a:pt x="52" y="812"/>
                      <a:pt x="52" y="812"/>
                      <a:pt x="52" y="812"/>
                    </a:cubicBezTo>
                    <a:cubicBezTo>
                      <a:pt x="58" y="830"/>
                      <a:pt x="58" y="830"/>
                      <a:pt x="58" y="830"/>
                    </a:cubicBezTo>
                    <a:cubicBezTo>
                      <a:pt x="52" y="837"/>
                      <a:pt x="52" y="837"/>
                      <a:pt x="52" y="837"/>
                    </a:cubicBezTo>
                    <a:cubicBezTo>
                      <a:pt x="44" y="831"/>
                      <a:pt x="44" y="831"/>
                      <a:pt x="44" y="831"/>
                    </a:cubicBezTo>
                    <a:cubicBezTo>
                      <a:pt x="36" y="832"/>
                      <a:pt x="36" y="832"/>
                      <a:pt x="36" y="832"/>
                    </a:cubicBezTo>
                    <a:cubicBezTo>
                      <a:pt x="31" y="839"/>
                      <a:pt x="31" y="839"/>
                      <a:pt x="31" y="839"/>
                    </a:cubicBezTo>
                    <a:cubicBezTo>
                      <a:pt x="16" y="840"/>
                      <a:pt x="16" y="840"/>
                      <a:pt x="16" y="840"/>
                    </a:cubicBezTo>
                    <a:cubicBezTo>
                      <a:pt x="0" y="855"/>
                      <a:pt x="0" y="855"/>
                      <a:pt x="0" y="855"/>
                    </a:cubicBezTo>
                    <a:cubicBezTo>
                      <a:pt x="12" y="869"/>
                      <a:pt x="12" y="869"/>
                      <a:pt x="12" y="869"/>
                    </a:cubicBezTo>
                    <a:cubicBezTo>
                      <a:pt x="0" y="891"/>
                      <a:pt x="0" y="891"/>
                      <a:pt x="0" y="891"/>
                    </a:cubicBezTo>
                    <a:cubicBezTo>
                      <a:pt x="12" y="887"/>
                      <a:pt x="12" y="887"/>
                      <a:pt x="12" y="887"/>
                    </a:cubicBezTo>
                    <a:cubicBezTo>
                      <a:pt x="27" y="891"/>
                      <a:pt x="27" y="891"/>
                      <a:pt x="27" y="891"/>
                    </a:cubicBezTo>
                    <a:cubicBezTo>
                      <a:pt x="36" y="879"/>
                      <a:pt x="36" y="879"/>
                      <a:pt x="36" y="879"/>
                    </a:cubicBezTo>
                    <a:cubicBezTo>
                      <a:pt x="49" y="884"/>
                      <a:pt x="49" y="884"/>
                      <a:pt x="49" y="884"/>
                    </a:cubicBezTo>
                    <a:cubicBezTo>
                      <a:pt x="63" y="888"/>
                      <a:pt x="63" y="888"/>
                      <a:pt x="63" y="888"/>
                    </a:cubicBezTo>
                    <a:cubicBezTo>
                      <a:pt x="83" y="872"/>
                      <a:pt x="83" y="872"/>
                      <a:pt x="83" y="872"/>
                    </a:cubicBezTo>
                    <a:cubicBezTo>
                      <a:pt x="95" y="855"/>
                      <a:pt x="95" y="855"/>
                      <a:pt x="95" y="855"/>
                    </a:cubicBezTo>
                    <a:cubicBezTo>
                      <a:pt x="118" y="846"/>
                      <a:pt x="118" y="846"/>
                      <a:pt x="118" y="846"/>
                    </a:cubicBezTo>
                    <a:cubicBezTo>
                      <a:pt x="130" y="829"/>
                      <a:pt x="130" y="829"/>
                      <a:pt x="130" y="829"/>
                    </a:cubicBezTo>
                    <a:cubicBezTo>
                      <a:pt x="124" y="820"/>
                      <a:pt x="124" y="820"/>
                      <a:pt x="124" y="820"/>
                    </a:cubicBezTo>
                    <a:cubicBezTo>
                      <a:pt x="108" y="829"/>
                      <a:pt x="108" y="829"/>
                      <a:pt x="108" y="829"/>
                    </a:cubicBezTo>
                    <a:cubicBezTo>
                      <a:pt x="101" y="819"/>
                      <a:pt x="101" y="819"/>
                      <a:pt x="101" y="819"/>
                    </a:cubicBezTo>
                    <a:cubicBezTo>
                      <a:pt x="105" y="803"/>
                      <a:pt x="105" y="803"/>
                      <a:pt x="105" y="803"/>
                    </a:cubicBezTo>
                    <a:cubicBezTo>
                      <a:pt x="94" y="797"/>
                      <a:pt x="94" y="797"/>
                      <a:pt x="94" y="797"/>
                    </a:cubicBezTo>
                    <a:cubicBezTo>
                      <a:pt x="89" y="817"/>
                      <a:pt x="89" y="817"/>
                      <a:pt x="89" y="817"/>
                    </a:cubicBezTo>
                    <a:cubicBezTo>
                      <a:pt x="84" y="831"/>
                      <a:pt x="84" y="831"/>
                      <a:pt x="84" y="831"/>
                    </a:cubicBezTo>
                    <a:cubicBezTo>
                      <a:pt x="82" y="843"/>
                      <a:pt x="82" y="843"/>
                      <a:pt x="82" y="843"/>
                    </a:cubicBezTo>
                    <a:cubicBezTo>
                      <a:pt x="72" y="848"/>
                      <a:pt x="72" y="848"/>
                      <a:pt x="72" y="848"/>
                    </a:cubicBezTo>
                    <a:cubicBezTo>
                      <a:pt x="72" y="833"/>
                      <a:pt x="72" y="833"/>
                      <a:pt x="72" y="833"/>
                    </a:cubicBezTo>
                    <a:cubicBezTo>
                      <a:pt x="81" y="811"/>
                      <a:pt x="81" y="811"/>
                      <a:pt x="81" y="811"/>
                    </a:cubicBezTo>
                    <a:cubicBezTo>
                      <a:pt x="83" y="794"/>
                      <a:pt x="83" y="794"/>
                      <a:pt x="83" y="794"/>
                    </a:cubicBezTo>
                    <a:cubicBezTo>
                      <a:pt x="94" y="775"/>
                      <a:pt x="94" y="775"/>
                      <a:pt x="94" y="775"/>
                    </a:cubicBezTo>
                    <a:cubicBezTo>
                      <a:pt x="105" y="757"/>
                      <a:pt x="105" y="757"/>
                      <a:pt x="105" y="757"/>
                    </a:cubicBezTo>
                    <a:cubicBezTo>
                      <a:pt x="127" y="738"/>
                      <a:pt x="127" y="738"/>
                      <a:pt x="127" y="738"/>
                    </a:cubicBezTo>
                    <a:cubicBezTo>
                      <a:pt x="141" y="725"/>
                      <a:pt x="141" y="725"/>
                      <a:pt x="141" y="725"/>
                    </a:cubicBezTo>
                    <a:cubicBezTo>
                      <a:pt x="150" y="717"/>
                      <a:pt x="150" y="717"/>
                      <a:pt x="150" y="717"/>
                    </a:cubicBezTo>
                    <a:cubicBezTo>
                      <a:pt x="165" y="717"/>
                      <a:pt x="165" y="717"/>
                      <a:pt x="165" y="717"/>
                    </a:cubicBezTo>
                    <a:cubicBezTo>
                      <a:pt x="185" y="705"/>
                      <a:pt x="185" y="705"/>
                      <a:pt x="185" y="705"/>
                    </a:cubicBezTo>
                    <a:cubicBezTo>
                      <a:pt x="204" y="692"/>
                      <a:pt x="204" y="692"/>
                      <a:pt x="204" y="692"/>
                    </a:cubicBezTo>
                    <a:cubicBezTo>
                      <a:pt x="213" y="692"/>
                      <a:pt x="213" y="692"/>
                      <a:pt x="213" y="692"/>
                    </a:cubicBezTo>
                    <a:cubicBezTo>
                      <a:pt x="235" y="692"/>
                      <a:pt x="235" y="692"/>
                      <a:pt x="235" y="692"/>
                    </a:cubicBezTo>
                    <a:cubicBezTo>
                      <a:pt x="259" y="698"/>
                      <a:pt x="259" y="698"/>
                      <a:pt x="259" y="698"/>
                    </a:cubicBezTo>
                    <a:cubicBezTo>
                      <a:pt x="284" y="704"/>
                      <a:pt x="284" y="704"/>
                      <a:pt x="284" y="704"/>
                    </a:cubicBezTo>
                    <a:cubicBezTo>
                      <a:pt x="328" y="720"/>
                      <a:pt x="328" y="720"/>
                      <a:pt x="328" y="720"/>
                    </a:cubicBezTo>
                    <a:cubicBezTo>
                      <a:pt x="350" y="734"/>
                      <a:pt x="350" y="734"/>
                      <a:pt x="350" y="734"/>
                    </a:cubicBezTo>
                    <a:cubicBezTo>
                      <a:pt x="350" y="746"/>
                      <a:pt x="350" y="746"/>
                      <a:pt x="350" y="746"/>
                    </a:cubicBezTo>
                    <a:cubicBezTo>
                      <a:pt x="335" y="755"/>
                      <a:pt x="335" y="755"/>
                      <a:pt x="335" y="755"/>
                    </a:cubicBezTo>
                    <a:cubicBezTo>
                      <a:pt x="320" y="755"/>
                      <a:pt x="320" y="755"/>
                      <a:pt x="320" y="755"/>
                    </a:cubicBezTo>
                    <a:cubicBezTo>
                      <a:pt x="313" y="760"/>
                      <a:pt x="313" y="760"/>
                      <a:pt x="313" y="760"/>
                    </a:cubicBezTo>
                    <a:cubicBezTo>
                      <a:pt x="298" y="775"/>
                      <a:pt x="298" y="775"/>
                      <a:pt x="298" y="775"/>
                    </a:cubicBezTo>
                    <a:cubicBezTo>
                      <a:pt x="301" y="785"/>
                      <a:pt x="301" y="785"/>
                      <a:pt x="301" y="785"/>
                    </a:cubicBezTo>
                    <a:cubicBezTo>
                      <a:pt x="332" y="813"/>
                      <a:pt x="332" y="813"/>
                      <a:pt x="332" y="813"/>
                    </a:cubicBezTo>
                    <a:cubicBezTo>
                      <a:pt x="326" y="827"/>
                      <a:pt x="326" y="827"/>
                      <a:pt x="326" y="827"/>
                    </a:cubicBezTo>
                    <a:cubicBezTo>
                      <a:pt x="313" y="855"/>
                      <a:pt x="313" y="855"/>
                      <a:pt x="313" y="855"/>
                    </a:cubicBezTo>
                    <a:cubicBezTo>
                      <a:pt x="313" y="869"/>
                      <a:pt x="313" y="869"/>
                      <a:pt x="313" y="869"/>
                    </a:cubicBezTo>
                    <a:cubicBezTo>
                      <a:pt x="303" y="875"/>
                      <a:pt x="303" y="875"/>
                      <a:pt x="303" y="875"/>
                    </a:cubicBezTo>
                    <a:cubicBezTo>
                      <a:pt x="305" y="889"/>
                      <a:pt x="305" y="889"/>
                      <a:pt x="305" y="889"/>
                    </a:cubicBezTo>
                    <a:cubicBezTo>
                      <a:pt x="315" y="895"/>
                      <a:pt x="315" y="895"/>
                      <a:pt x="315" y="895"/>
                    </a:cubicBezTo>
                    <a:cubicBezTo>
                      <a:pt x="347" y="895"/>
                      <a:pt x="347" y="895"/>
                      <a:pt x="347" y="895"/>
                    </a:cubicBezTo>
                    <a:cubicBezTo>
                      <a:pt x="336" y="927"/>
                      <a:pt x="336" y="927"/>
                      <a:pt x="336" y="927"/>
                    </a:cubicBezTo>
                    <a:cubicBezTo>
                      <a:pt x="340" y="938"/>
                      <a:pt x="340" y="938"/>
                      <a:pt x="340" y="938"/>
                    </a:cubicBezTo>
                    <a:cubicBezTo>
                      <a:pt x="359" y="931"/>
                      <a:pt x="359" y="931"/>
                      <a:pt x="359" y="931"/>
                    </a:cubicBezTo>
                    <a:cubicBezTo>
                      <a:pt x="374" y="955"/>
                      <a:pt x="374" y="955"/>
                      <a:pt x="374" y="955"/>
                    </a:cubicBezTo>
                    <a:cubicBezTo>
                      <a:pt x="390" y="964"/>
                      <a:pt x="390" y="964"/>
                      <a:pt x="390" y="964"/>
                    </a:cubicBezTo>
                    <a:cubicBezTo>
                      <a:pt x="386" y="979"/>
                      <a:pt x="386" y="979"/>
                      <a:pt x="386" y="979"/>
                    </a:cubicBezTo>
                    <a:cubicBezTo>
                      <a:pt x="396" y="985"/>
                      <a:pt x="396" y="985"/>
                      <a:pt x="396" y="985"/>
                    </a:cubicBezTo>
                    <a:cubicBezTo>
                      <a:pt x="397" y="1003"/>
                      <a:pt x="397" y="1003"/>
                      <a:pt x="397" y="1003"/>
                    </a:cubicBezTo>
                    <a:cubicBezTo>
                      <a:pt x="421" y="1036"/>
                      <a:pt x="421" y="1036"/>
                      <a:pt x="421" y="1036"/>
                    </a:cubicBezTo>
                    <a:cubicBezTo>
                      <a:pt x="442" y="1024"/>
                      <a:pt x="442" y="1024"/>
                      <a:pt x="442" y="1024"/>
                    </a:cubicBezTo>
                    <a:cubicBezTo>
                      <a:pt x="454" y="1037"/>
                      <a:pt x="454" y="1037"/>
                      <a:pt x="454" y="1037"/>
                    </a:cubicBezTo>
                    <a:cubicBezTo>
                      <a:pt x="462" y="1022"/>
                      <a:pt x="462" y="1022"/>
                      <a:pt x="462" y="1022"/>
                    </a:cubicBezTo>
                    <a:cubicBezTo>
                      <a:pt x="478" y="1019"/>
                      <a:pt x="478" y="1019"/>
                      <a:pt x="478" y="1019"/>
                    </a:cubicBezTo>
                    <a:cubicBezTo>
                      <a:pt x="492" y="1002"/>
                      <a:pt x="492" y="1002"/>
                      <a:pt x="492" y="1002"/>
                    </a:cubicBezTo>
                    <a:cubicBezTo>
                      <a:pt x="526" y="1019"/>
                      <a:pt x="526" y="1019"/>
                      <a:pt x="526" y="1019"/>
                    </a:cubicBezTo>
                    <a:cubicBezTo>
                      <a:pt x="554" y="999"/>
                      <a:pt x="554" y="999"/>
                      <a:pt x="554" y="999"/>
                    </a:cubicBezTo>
                    <a:cubicBezTo>
                      <a:pt x="565" y="981"/>
                      <a:pt x="565" y="981"/>
                      <a:pt x="565" y="981"/>
                    </a:cubicBezTo>
                    <a:cubicBezTo>
                      <a:pt x="576" y="985"/>
                      <a:pt x="576" y="985"/>
                      <a:pt x="576" y="985"/>
                    </a:cubicBezTo>
                    <a:cubicBezTo>
                      <a:pt x="581" y="985"/>
                      <a:pt x="581" y="985"/>
                      <a:pt x="581" y="985"/>
                    </a:cubicBezTo>
                    <a:cubicBezTo>
                      <a:pt x="582" y="970"/>
                      <a:pt x="582" y="970"/>
                      <a:pt x="582" y="970"/>
                    </a:cubicBezTo>
                    <a:cubicBezTo>
                      <a:pt x="595" y="970"/>
                      <a:pt x="595" y="970"/>
                      <a:pt x="595" y="970"/>
                    </a:cubicBezTo>
                    <a:cubicBezTo>
                      <a:pt x="602" y="980"/>
                      <a:pt x="602" y="980"/>
                      <a:pt x="602" y="980"/>
                    </a:cubicBezTo>
                    <a:cubicBezTo>
                      <a:pt x="633" y="978"/>
                      <a:pt x="633" y="978"/>
                      <a:pt x="633" y="978"/>
                    </a:cubicBezTo>
                    <a:cubicBezTo>
                      <a:pt x="649" y="1001"/>
                      <a:pt x="649" y="1001"/>
                      <a:pt x="649" y="1001"/>
                    </a:cubicBezTo>
                    <a:cubicBezTo>
                      <a:pt x="660" y="992"/>
                      <a:pt x="660" y="992"/>
                      <a:pt x="660" y="992"/>
                    </a:cubicBezTo>
                    <a:cubicBezTo>
                      <a:pt x="680" y="1005"/>
                      <a:pt x="680" y="1005"/>
                      <a:pt x="680" y="1005"/>
                    </a:cubicBezTo>
                    <a:cubicBezTo>
                      <a:pt x="701" y="1005"/>
                      <a:pt x="701" y="1005"/>
                      <a:pt x="701" y="1005"/>
                    </a:cubicBezTo>
                    <a:cubicBezTo>
                      <a:pt x="704" y="973"/>
                      <a:pt x="704" y="973"/>
                      <a:pt x="704" y="973"/>
                    </a:cubicBezTo>
                    <a:cubicBezTo>
                      <a:pt x="717" y="962"/>
                      <a:pt x="717" y="962"/>
                      <a:pt x="717" y="962"/>
                    </a:cubicBezTo>
                    <a:cubicBezTo>
                      <a:pt x="748" y="964"/>
                      <a:pt x="748" y="964"/>
                      <a:pt x="748" y="964"/>
                    </a:cubicBezTo>
                    <a:cubicBezTo>
                      <a:pt x="755" y="955"/>
                      <a:pt x="755" y="955"/>
                      <a:pt x="755" y="955"/>
                    </a:cubicBezTo>
                    <a:cubicBezTo>
                      <a:pt x="756" y="944"/>
                      <a:pt x="756" y="944"/>
                      <a:pt x="756" y="944"/>
                    </a:cubicBezTo>
                    <a:cubicBezTo>
                      <a:pt x="763" y="937"/>
                      <a:pt x="763" y="937"/>
                      <a:pt x="763" y="937"/>
                    </a:cubicBezTo>
                    <a:cubicBezTo>
                      <a:pt x="764" y="908"/>
                      <a:pt x="764" y="908"/>
                      <a:pt x="764" y="908"/>
                    </a:cubicBezTo>
                    <a:cubicBezTo>
                      <a:pt x="790" y="903"/>
                      <a:pt x="790" y="903"/>
                      <a:pt x="790" y="903"/>
                    </a:cubicBezTo>
                    <a:cubicBezTo>
                      <a:pt x="807" y="886"/>
                      <a:pt x="807" y="886"/>
                      <a:pt x="807" y="886"/>
                    </a:cubicBezTo>
                    <a:cubicBezTo>
                      <a:pt x="813" y="860"/>
                      <a:pt x="813" y="860"/>
                      <a:pt x="813" y="860"/>
                    </a:cubicBezTo>
                    <a:cubicBezTo>
                      <a:pt x="804" y="844"/>
                      <a:pt x="804" y="844"/>
                      <a:pt x="804" y="844"/>
                    </a:cubicBezTo>
                    <a:cubicBezTo>
                      <a:pt x="780" y="825"/>
                      <a:pt x="780" y="825"/>
                      <a:pt x="780" y="825"/>
                    </a:cubicBezTo>
                    <a:cubicBezTo>
                      <a:pt x="803" y="801"/>
                      <a:pt x="803" y="801"/>
                      <a:pt x="803" y="801"/>
                    </a:cubicBezTo>
                    <a:cubicBezTo>
                      <a:pt x="822" y="806"/>
                      <a:pt x="822" y="806"/>
                      <a:pt x="822" y="806"/>
                    </a:cubicBezTo>
                    <a:cubicBezTo>
                      <a:pt x="837" y="784"/>
                      <a:pt x="837" y="784"/>
                      <a:pt x="837" y="784"/>
                    </a:cubicBezTo>
                    <a:cubicBezTo>
                      <a:pt x="849" y="781"/>
                      <a:pt x="849" y="781"/>
                      <a:pt x="849" y="781"/>
                    </a:cubicBezTo>
                    <a:cubicBezTo>
                      <a:pt x="849" y="767"/>
                      <a:pt x="849" y="767"/>
                      <a:pt x="849" y="767"/>
                    </a:cubicBezTo>
                    <a:cubicBezTo>
                      <a:pt x="867" y="764"/>
                      <a:pt x="867" y="764"/>
                      <a:pt x="867" y="764"/>
                    </a:cubicBezTo>
                    <a:cubicBezTo>
                      <a:pt x="867" y="749"/>
                      <a:pt x="867" y="749"/>
                      <a:pt x="867" y="749"/>
                    </a:cubicBezTo>
                    <a:cubicBezTo>
                      <a:pt x="858" y="747"/>
                      <a:pt x="858" y="747"/>
                      <a:pt x="858" y="747"/>
                    </a:cubicBezTo>
                    <a:cubicBezTo>
                      <a:pt x="861" y="739"/>
                      <a:pt x="861" y="739"/>
                      <a:pt x="861" y="739"/>
                    </a:cubicBezTo>
                    <a:cubicBezTo>
                      <a:pt x="886" y="722"/>
                      <a:pt x="886" y="722"/>
                      <a:pt x="886" y="722"/>
                    </a:cubicBezTo>
                    <a:cubicBezTo>
                      <a:pt x="916" y="719"/>
                      <a:pt x="916" y="719"/>
                      <a:pt x="916" y="719"/>
                    </a:cubicBezTo>
                    <a:cubicBezTo>
                      <a:pt x="922" y="727"/>
                      <a:pt x="922" y="727"/>
                      <a:pt x="922" y="727"/>
                    </a:cubicBezTo>
                    <a:cubicBezTo>
                      <a:pt x="923" y="787"/>
                      <a:pt x="923" y="787"/>
                      <a:pt x="923" y="787"/>
                    </a:cubicBezTo>
                    <a:cubicBezTo>
                      <a:pt x="909" y="805"/>
                      <a:pt x="909" y="805"/>
                      <a:pt x="909" y="805"/>
                    </a:cubicBezTo>
                    <a:cubicBezTo>
                      <a:pt x="920" y="824"/>
                      <a:pt x="920" y="824"/>
                      <a:pt x="920" y="824"/>
                    </a:cubicBezTo>
                    <a:cubicBezTo>
                      <a:pt x="915" y="833"/>
                      <a:pt x="915" y="833"/>
                      <a:pt x="915" y="833"/>
                    </a:cubicBezTo>
                    <a:cubicBezTo>
                      <a:pt x="940" y="843"/>
                      <a:pt x="940" y="843"/>
                      <a:pt x="940" y="843"/>
                    </a:cubicBezTo>
                    <a:cubicBezTo>
                      <a:pt x="958" y="869"/>
                      <a:pt x="958" y="869"/>
                      <a:pt x="958" y="869"/>
                    </a:cubicBezTo>
                    <a:cubicBezTo>
                      <a:pt x="963" y="876"/>
                      <a:pt x="963" y="876"/>
                      <a:pt x="963" y="876"/>
                    </a:cubicBezTo>
                    <a:cubicBezTo>
                      <a:pt x="974" y="879"/>
                      <a:pt x="974" y="879"/>
                      <a:pt x="974" y="879"/>
                    </a:cubicBezTo>
                    <a:cubicBezTo>
                      <a:pt x="975" y="898"/>
                      <a:pt x="975" y="898"/>
                      <a:pt x="975" y="898"/>
                    </a:cubicBezTo>
                    <a:cubicBezTo>
                      <a:pt x="994" y="898"/>
                      <a:pt x="994" y="898"/>
                      <a:pt x="994" y="898"/>
                    </a:cubicBezTo>
                    <a:cubicBezTo>
                      <a:pt x="1015" y="911"/>
                      <a:pt x="1015" y="911"/>
                      <a:pt x="1015" y="911"/>
                    </a:cubicBezTo>
                    <a:cubicBezTo>
                      <a:pt x="1027" y="901"/>
                      <a:pt x="1027" y="901"/>
                      <a:pt x="1027" y="901"/>
                    </a:cubicBezTo>
                    <a:cubicBezTo>
                      <a:pt x="1041" y="913"/>
                      <a:pt x="1041" y="913"/>
                      <a:pt x="1041" y="913"/>
                    </a:cubicBezTo>
                    <a:cubicBezTo>
                      <a:pt x="1050" y="911"/>
                      <a:pt x="1050" y="911"/>
                      <a:pt x="1050" y="911"/>
                    </a:cubicBezTo>
                    <a:cubicBezTo>
                      <a:pt x="1067" y="930"/>
                      <a:pt x="1067" y="930"/>
                      <a:pt x="1067" y="930"/>
                    </a:cubicBezTo>
                    <a:cubicBezTo>
                      <a:pt x="1058" y="945"/>
                      <a:pt x="1058" y="945"/>
                      <a:pt x="1058" y="945"/>
                    </a:cubicBezTo>
                    <a:cubicBezTo>
                      <a:pt x="1040" y="966"/>
                      <a:pt x="1040" y="966"/>
                      <a:pt x="1040" y="966"/>
                    </a:cubicBezTo>
                    <a:cubicBezTo>
                      <a:pt x="1058" y="970"/>
                      <a:pt x="1058" y="970"/>
                      <a:pt x="1058" y="970"/>
                    </a:cubicBezTo>
                    <a:cubicBezTo>
                      <a:pt x="1074" y="985"/>
                      <a:pt x="1074" y="985"/>
                      <a:pt x="1074" y="985"/>
                    </a:cubicBezTo>
                    <a:cubicBezTo>
                      <a:pt x="1082" y="988"/>
                      <a:pt x="1082" y="988"/>
                      <a:pt x="1082" y="988"/>
                    </a:cubicBezTo>
                    <a:cubicBezTo>
                      <a:pt x="1080" y="1001"/>
                      <a:pt x="1080" y="1001"/>
                      <a:pt x="1080" y="1001"/>
                    </a:cubicBezTo>
                    <a:cubicBezTo>
                      <a:pt x="1098" y="1029"/>
                      <a:pt x="1098" y="1029"/>
                      <a:pt x="1098" y="1029"/>
                    </a:cubicBezTo>
                    <a:cubicBezTo>
                      <a:pt x="1087" y="1049"/>
                      <a:pt x="1087" y="1049"/>
                      <a:pt x="1087" y="1049"/>
                    </a:cubicBezTo>
                    <a:cubicBezTo>
                      <a:pt x="1098" y="1045"/>
                      <a:pt x="1098" y="1045"/>
                      <a:pt x="1098" y="1045"/>
                    </a:cubicBezTo>
                    <a:cubicBezTo>
                      <a:pt x="1112" y="1049"/>
                      <a:pt x="1112" y="1049"/>
                      <a:pt x="1112" y="1049"/>
                    </a:cubicBezTo>
                    <a:cubicBezTo>
                      <a:pt x="1126" y="1056"/>
                      <a:pt x="1126" y="1056"/>
                      <a:pt x="1126" y="1056"/>
                    </a:cubicBezTo>
                    <a:cubicBezTo>
                      <a:pt x="1150" y="1014"/>
                      <a:pt x="1150" y="1014"/>
                      <a:pt x="1150" y="1014"/>
                    </a:cubicBezTo>
                    <a:cubicBezTo>
                      <a:pt x="1128" y="999"/>
                      <a:pt x="1128" y="999"/>
                      <a:pt x="1128" y="999"/>
                    </a:cubicBezTo>
                    <a:cubicBezTo>
                      <a:pt x="1125" y="982"/>
                      <a:pt x="1125" y="982"/>
                      <a:pt x="1125" y="982"/>
                    </a:cubicBezTo>
                    <a:cubicBezTo>
                      <a:pt x="1116" y="975"/>
                      <a:pt x="1116" y="975"/>
                      <a:pt x="1116" y="975"/>
                    </a:cubicBezTo>
                    <a:cubicBezTo>
                      <a:pt x="1130" y="967"/>
                      <a:pt x="1130" y="967"/>
                      <a:pt x="1130" y="967"/>
                    </a:cubicBezTo>
                    <a:cubicBezTo>
                      <a:pt x="1128" y="954"/>
                      <a:pt x="1128" y="954"/>
                      <a:pt x="1128" y="954"/>
                    </a:cubicBezTo>
                    <a:cubicBezTo>
                      <a:pt x="1123" y="941"/>
                      <a:pt x="1123" y="941"/>
                      <a:pt x="1123" y="941"/>
                    </a:cubicBezTo>
                    <a:cubicBezTo>
                      <a:pt x="1139" y="930"/>
                      <a:pt x="1139" y="930"/>
                      <a:pt x="1139" y="930"/>
                    </a:cubicBezTo>
                    <a:cubicBezTo>
                      <a:pt x="1151" y="923"/>
                      <a:pt x="1151" y="923"/>
                      <a:pt x="1151" y="923"/>
                    </a:cubicBezTo>
                    <a:cubicBezTo>
                      <a:pt x="1148" y="899"/>
                      <a:pt x="1148" y="899"/>
                      <a:pt x="1148" y="899"/>
                    </a:cubicBezTo>
                    <a:cubicBezTo>
                      <a:pt x="1166" y="889"/>
                      <a:pt x="1166" y="889"/>
                      <a:pt x="1166" y="889"/>
                    </a:cubicBezTo>
                    <a:cubicBezTo>
                      <a:pt x="1179" y="872"/>
                      <a:pt x="1179" y="872"/>
                      <a:pt x="1179" y="872"/>
                    </a:cubicBezTo>
                    <a:cubicBezTo>
                      <a:pt x="1187" y="871"/>
                      <a:pt x="1187" y="871"/>
                      <a:pt x="1187" y="871"/>
                    </a:cubicBezTo>
                    <a:cubicBezTo>
                      <a:pt x="1201" y="840"/>
                      <a:pt x="1201" y="840"/>
                      <a:pt x="1201" y="840"/>
                    </a:cubicBezTo>
                    <a:cubicBezTo>
                      <a:pt x="1212" y="839"/>
                      <a:pt x="1212" y="839"/>
                      <a:pt x="1212" y="839"/>
                    </a:cubicBezTo>
                    <a:cubicBezTo>
                      <a:pt x="1213" y="816"/>
                      <a:pt x="1213" y="816"/>
                      <a:pt x="1213" y="816"/>
                    </a:cubicBezTo>
                    <a:cubicBezTo>
                      <a:pt x="1229" y="794"/>
                      <a:pt x="1229" y="794"/>
                      <a:pt x="1229" y="794"/>
                    </a:cubicBezTo>
                    <a:cubicBezTo>
                      <a:pt x="1229" y="774"/>
                      <a:pt x="1229" y="774"/>
                      <a:pt x="1229" y="774"/>
                    </a:cubicBezTo>
                    <a:cubicBezTo>
                      <a:pt x="1218" y="766"/>
                      <a:pt x="1218" y="766"/>
                      <a:pt x="1218" y="766"/>
                    </a:cubicBezTo>
                    <a:cubicBezTo>
                      <a:pt x="1221" y="739"/>
                      <a:pt x="1221" y="739"/>
                      <a:pt x="1221" y="739"/>
                    </a:cubicBezTo>
                    <a:cubicBezTo>
                      <a:pt x="1210" y="734"/>
                      <a:pt x="1210" y="734"/>
                      <a:pt x="1210" y="734"/>
                    </a:cubicBezTo>
                    <a:cubicBezTo>
                      <a:pt x="1211" y="723"/>
                      <a:pt x="1211" y="723"/>
                      <a:pt x="1211" y="723"/>
                    </a:cubicBezTo>
                    <a:cubicBezTo>
                      <a:pt x="1223" y="717"/>
                      <a:pt x="1223" y="717"/>
                      <a:pt x="1223" y="717"/>
                    </a:cubicBezTo>
                    <a:cubicBezTo>
                      <a:pt x="1224" y="697"/>
                      <a:pt x="1224" y="697"/>
                      <a:pt x="1224" y="697"/>
                    </a:cubicBezTo>
                    <a:cubicBezTo>
                      <a:pt x="1253" y="692"/>
                      <a:pt x="1253" y="692"/>
                      <a:pt x="1253" y="692"/>
                    </a:cubicBezTo>
                    <a:cubicBezTo>
                      <a:pt x="1262" y="709"/>
                      <a:pt x="1262" y="709"/>
                      <a:pt x="1262" y="709"/>
                    </a:cubicBezTo>
                    <a:cubicBezTo>
                      <a:pt x="1272" y="715"/>
                      <a:pt x="1272" y="715"/>
                      <a:pt x="1272" y="715"/>
                    </a:cubicBezTo>
                    <a:cubicBezTo>
                      <a:pt x="1282" y="697"/>
                      <a:pt x="1282" y="697"/>
                      <a:pt x="1282" y="697"/>
                    </a:cubicBezTo>
                    <a:cubicBezTo>
                      <a:pt x="1290" y="695"/>
                      <a:pt x="1290" y="695"/>
                      <a:pt x="1290" y="695"/>
                    </a:cubicBezTo>
                    <a:cubicBezTo>
                      <a:pt x="1291" y="764"/>
                      <a:pt x="1291" y="764"/>
                      <a:pt x="1291" y="764"/>
                    </a:cubicBezTo>
                    <a:cubicBezTo>
                      <a:pt x="1306" y="773"/>
                      <a:pt x="1306" y="773"/>
                      <a:pt x="1306" y="773"/>
                    </a:cubicBezTo>
                    <a:cubicBezTo>
                      <a:pt x="1312" y="787"/>
                      <a:pt x="1312" y="787"/>
                      <a:pt x="1312" y="787"/>
                    </a:cubicBezTo>
                    <a:cubicBezTo>
                      <a:pt x="1323" y="802"/>
                      <a:pt x="1323" y="802"/>
                      <a:pt x="1323" y="802"/>
                    </a:cubicBezTo>
                    <a:cubicBezTo>
                      <a:pt x="1346" y="812"/>
                      <a:pt x="1346" y="812"/>
                      <a:pt x="1346" y="812"/>
                    </a:cubicBezTo>
                    <a:cubicBezTo>
                      <a:pt x="1359" y="810"/>
                      <a:pt x="1359" y="810"/>
                      <a:pt x="1359" y="810"/>
                    </a:cubicBezTo>
                    <a:cubicBezTo>
                      <a:pt x="1368" y="802"/>
                      <a:pt x="1368" y="802"/>
                      <a:pt x="1368" y="802"/>
                    </a:cubicBezTo>
                    <a:cubicBezTo>
                      <a:pt x="1384" y="809"/>
                      <a:pt x="1384" y="809"/>
                      <a:pt x="1384" y="809"/>
                    </a:cubicBezTo>
                    <a:cubicBezTo>
                      <a:pt x="1390" y="779"/>
                      <a:pt x="1390" y="779"/>
                      <a:pt x="1390" y="779"/>
                    </a:cubicBezTo>
                    <a:cubicBezTo>
                      <a:pt x="1407" y="784"/>
                      <a:pt x="1407" y="784"/>
                      <a:pt x="1407" y="784"/>
                    </a:cubicBezTo>
                    <a:cubicBezTo>
                      <a:pt x="1452" y="761"/>
                      <a:pt x="1452" y="761"/>
                      <a:pt x="1452" y="761"/>
                    </a:cubicBezTo>
                    <a:cubicBezTo>
                      <a:pt x="1462" y="769"/>
                      <a:pt x="1462" y="769"/>
                      <a:pt x="1462" y="769"/>
                    </a:cubicBezTo>
                    <a:cubicBezTo>
                      <a:pt x="1472" y="761"/>
                      <a:pt x="1472" y="761"/>
                      <a:pt x="1472" y="761"/>
                    </a:cubicBezTo>
                    <a:cubicBezTo>
                      <a:pt x="1486" y="774"/>
                      <a:pt x="1486" y="774"/>
                      <a:pt x="1486" y="774"/>
                    </a:cubicBezTo>
                    <a:cubicBezTo>
                      <a:pt x="1481" y="793"/>
                      <a:pt x="1481" y="793"/>
                      <a:pt x="1481" y="793"/>
                    </a:cubicBezTo>
                    <a:cubicBezTo>
                      <a:pt x="1488" y="798"/>
                      <a:pt x="1488" y="798"/>
                      <a:pt x="1488" y="798"/>
                    </a:cubicBezTo>
                    <a:cubicBezTo>
                      <a:pt x="1488" y="814"/>
                      <a:pt x="1488" y="814"/>
                      <a:pt x="1488" y="814"/>
                    </a:cubicBezTo>
                    <a:cubicBezTo>
                      <a:pt x="1508" y="822"/>
                      <a:pt x="1508" y="822"/>
                      <a:pt x="1508" y="822"/>
                    </a:cubicBezTo>
                    <a:cubicBezTo>
                      <a:pt x="1504" y="840"/>
                      <a:pt x="1504" y="840"/>
                      <a:pt x="1504" y="840"/>
                    </a:cubicBezTo>
                    <a:cubicBezTo>
                      <a:pt x="1511" y="849"/>
                      <a:pt x="1511" y="849"/>
                      <a:pt x="1511" y="849"/>
                    </a:cubicBezTo>
                    <a:cubicBezTo>
                      <a:pt x="1536" y="846"/>
                      <a:pt x="1536" y="846"/>
                      <a:pt x="1536" y="846"/>
                    </a:cubicBezTo>
                    <a:cubicBezTo>
                      <a:pt x="1551" y="826"/>
                      <a:pt x="1551" y="826"/>
                      <a:pt x="1551" y="826"/>
                    </a:cubicBezTo>
                    <a:cubicBezTo>
                      <a:pt x="1528" y="781"/>
                      <a:pt x="1528" y="781"/>
                      <a:pt x="1528" y="781"/>
                    </a:cubicBezTo>
                    <a:cubicBezTo>
                      <a:pt x="1536" y="774"/>
                      <a:pt x="1536" y="774"/>
                      <a:pt x="1536" y="774"/>
                    </a:cubicBezTo>
                    <a:cubicBezTo>
                      <a:pt x="1536" y="764"/>
                      <a:pt x="1536" y="764"/>
                      <a:pt x="1536" y="764"/>
                    </a:cubicBezTo>
                    <a:cubicBezTo>
                      <a:pt x="1548" y="758"/>
                      <a:pt x="1548" y="758"/>
                      <a:pt x="1548" y="758"/>
                    </a:cubicBezTo>
                    <a:cubicBezTo>
                      <a:pt x="1549" y="745"/>
                      <a:pt x="1549" y="745"/>
                      <a:pt x="1549" y="745"/>
                    </a:cubicBezTo>
                    <a:cubicBezTo>
                      <a:pt x="1536" y="734"/>
                      <a:pt x="1536" y="734"/>
                      <a:pt x="1536" y="734"/>
                    </a:cubicBezTo>
                    <a:cubicBezTo>
                      <a:pt x="1521" y="739"/>
                      <a:pt x="1521" y="739"/>
                      <a:pt x="1521" y="739"/>
                    </a:cubicBezTo>
                    <a:cubicBezTo>
                      <a:pt x="1516" y="738"/>
                      <a:pt x="1516" y="738"/>
                      <a:pt x="1516" y="738"/>
                    </a:cubicBezTo>
                    <a:cubicBezTo>
                      <a:pt x="1502" y="726"/>
                      <a:pt x="1502" y="726"/>
                      <a:pt x="1502" y="726"/>
                    </a:cubicBezTo>
                    <a:cubicBezTo>
                      <a:pt x="1509" y="718"/>
                      <a:pt x="1509" y="718"/>
                      <a:pt x="1509" y="718"/>
                    </a:cubicBezTo>
                    <a:cubicBezTo>
                      <a:pt x="1506" y="674"/>
                      <a:pt x="1506" y="674"/>
                      <a:pt x="1506" y="674"/>
                    </a:cubicBezTo>
                    <a:cubicBezTo>
                      <a:pt x="1525" y="657"/>
                      <a:pt x="1525" y="657"/>
                      <a:pt x="1525" y="657"/>
                    </a:cubicBezTo>
                    <a:cubicBezTo>
                      <a:pt x="1527" y="638"/>
                      <a:pt x="1527" y="638"/>
                      <a:pt x="1527" y="638"/>
                    </a:cubicBezTo>
                    <a:cubicBezTo>
                      <a:pt x="1543" y="637"/>
                      <a:pt x="1543" y="637"/>
                      <a:pt x="1543" y="637"/>
                    </a:cubicBezTo>
                    <a:cubicBezTo>
                      <a:pt x="1557" y="631"/>
                      <a:pt x="1557" y="631"/>
                      <a:pt x="1557" y="631"/>
                    </a:cubicBezTo>
                    <a:cubicBezTo>
                      <a:pt x="1565" y="636"/>
                      <a:pt x="1565" y="636"/>
                      <a:pt x="1565" y="636"/>
                    </a:cubicBezTo>
                    <a:cubicBezTo>
                      <a:pt x="1576" y="628"/>
                      <a:pt x="1576" y="628"/>
                      <a:pt x="1576" y="628"/>
                    </a:cubicBezTo>
                    <a:cubicBezTo>
                      <a:pt x="1585" y="638"/>
                      <a:pt x="1585" y="638"/>
                      <a:pt x="1585" y="638"/>
                    </a:cubicBezTo>
                    <a:cubicBezTo>
                      <a:pt x="1578" y="656"/>
                      <a:pt x="1578" y="656"/>
                      <a:pt x="1578" y="656"/>
                    </a:cubicBezTo>
                    <a:cubicBezTo>
                      <a:pt x="1597" y="664"/>
                      <a:pt x="1597" y="664"/>
                      <a:pt x="1597" y="664"/>
                    </a:cubicBezTo>
                    <a:cubicBezTo>
                      <a:pt x="1597" y="674"/>
                      <a:pt x="1597" y="674"/>
                      <a:pt x="1597" y="674"/>
                    </a:cubicBezTo>
                    <a:cubicBezTo>
                      <a:pt x="1641" y="673"/>
                      <a:pt x="1641" y="673"/>
                      <a:pt x="1641" y="673"/>
                    </a:cubicBezTo>
                    <a:cubicBezTo>
                      <a:pt x="1657" y="681"/>
                      <a:pt x="1657" y="681"/>
                      <a:pt x="1657" y="681"/>
                    </a:cubicBezTo>
                    <a:cubicBezTo>
                      <a:pt x="1665" y="672"/>
                      <a:pt x="1665" y="672"/>
                      <a:pt x="1665" y="672"/>
                    </a:cubicBezTo>
                    <a:cubicBezTo>
                      <a:pt x="1667" y="649"/>
                      <a:pt x="1667" y="649"/>
                      <a:pt x="1667" y="649"/>
                    </a:cubicBezTo>
                    <a:cubicBezTo>
                      <a:pt x="1668" y="634"/>
                      <a:pt x="1668" y="634"/>
                      <a:pt x="1668" y="634"/>
                    </a:cubicBezTo>
                    <a:cubicBezTo>
                      <a:pt x="1652" y="624"/>
                      <a:pt x="1652" y="624"/>
                      <a:pt x="1652" y="624"/>
                    </a:cubicBezTo>
                    <a:cubicBezTo>
                      <a:pt x="1636" y="621"/>
                      <a:pt x="1636" y="621"/>
                      <a:pt x="1636" y="621"/>
                    </a:cubicBezTo>
                    <a:cubicBezTo>
                      <a:pt x="1628" y="606"/>
                      <a:pt x="1628" y="606"/>
                      <a:pt x="1628" y="606"/>
                    </a:cubicBezTo>
                    <a:cubicBezTo>
                      <a:pt x="1630" y="596"/>
                      <a:pt x="1630" y="596"/>
                      <a:pt x="1630" y="596"/>
                    </a:cubicBezTo>
                    <a:cubicBezTo>
                      <a:pt x="1643" y="583"/>
                      <a:pt x="1643" y="583"/>
                      <a:pt x="1643" y="583"/>
                    </a:cubicBezTo>
                    <a:cubicBezTo>
                      <a:pt x="1636" y="575"/>
                      <a:pt x="1636" y="575"/>
                      <a:pt x="1636" y="575"/>
                    </a:cubicBezTo>
                    <a:cubicBezTo>
                      <a:pt x="1652" y="564"/>
                      <a:pt x="1652" y="564"/>
                      <a:pt x="1652" y="564"/>
                    </a:cubicBezTo>
                    <a:cubicBezTo>
                      <a:pt x="1644" y="547"/>
                      <a:pt x="1644" y="547"/>
                      <a:pt x="1644" y="547"/>
                    </a:cubicBezTo>
                    <a:cubicBezTo>
                      <a:pt x="1657" y="531"/>
                      <a:pt x="1657" y="531"/>
                      <a:pt x="1657" y="531"/>
                    </a:cubicBezTo>
                    <a:cubicBezTo>
                      <a:pt x="1660" y="509"/>
                      <a:pt x="1660" y="509"/>
                      <a:pt x="1660" y="509"/>
                    </a:cubicBezTo>
                    <a:cubicBezTo>
                      <a:pt x="1663" y="482"/>
                      <a:pt x="1663" y="482"/>
                      <a:pt x="1663" y="482"/>
                    </a:cubicBezTo>
                    <a:lnTo>
                      <a:pt x="1667" y="464"/>
                    </a:lnTo>
                    <a:close/>
                    <a:moveTo>
                      <a:pt x="377" y="469"/>
                    </a:moveTo>
                    <a:cubicBezTo>
                      <a:pt x="354" y="488"/>
                      <a:pt x="354" y="488"/>
                      <a:pt x="354" y="488"/>
                    </a:cubicBezTo>
                    <a:cubicBezTo>
                      <a:pt x="322" y="513"/>
                      <a:pt x="322" y="513"/>
                      <a:pt x="322" y="513"/>
                    </a:cubicBezTo>
                    <a:cubicBezTo>
                      <a:pt x="302" y="528"/>
                      <a:pt x="302" y="528"/>
                      <a:pt x="302" y="528"/>
                    </a:cubicBezTo>
                    <a:cubicBezTo>
                      <a:pt x="280" y="536"/>
                      <a:pt x="280" y="536"/>
                      <a:pt x="280" y="536"/>
                    </a:cubicBezTo>
                    <a:cubicBezTo>
                      <a:pt x="266" y="545"/>
                      <a:pt x="266" y="545"/>
                      <a:pt x="266" y="545"/>
                    </a:cubicBezTo>
                    <a:cubicBezTo>
                      <a:pt x="254" y="543"/>
                      <a:pt x="254" y="543"/>
                      <a:pt x="254" y="543"/>
                    </a:cubicBezTo>
                    <a:cubicBezTo>
                      <a:pt x="260" y="528"/>
                      <a:pt x="260" y="528"/>
                      <a:pt x="260" y="528"/>
                    </a:cubicBezTo>
                    <a:cubicBezTo>
                      <a:pt x="287" y="509"/>
                      <a:pt x="287" y="509"/>
                      <a:pt x="287" y="509"/>
                    </a:cubicBezTo>
                    <a:cubicBezTo>
                      <a:pt x="296" y="491"/>
                      <a:pt x="296" y="491"/>
                      <a:pt x="296" y="491"/>
                    </a:cubicBezTo>
                    <a:cubicBezTo>
                      <a:pt x="326" y="467"/>
                      <a:pt x="326" y="467"/>
                      <a:pt x="326" y="467"/>
                    </a:cubicBezTo>
                    <a:cubicBezTo>
                      <a:pt x="332" y="455"/>
                      <a:pt x="332" y="455"/>
                      <a:pt x="332" y="455"/>
                    </a:cubicBezTo>
                    <a:cubicBezTo>
                      <a:pt x="364" y="441"/>
                      <a:pt x="364" y="441"/>
                      <a:pt x="364" y="441"/>
                    </a:cubicBezTo>
                    <a:cubicBezTo>
                      <a:pt x="391" y="426"/>
                      <a:pt x="391" y="426"/>
                      <a:pt x="391" y="426"/>
                    </a:cubicBezTo>
                    <a:cubicBezTo>
                      <a:pt x="396" y="447"/>
                      <a:pt x="396" y="447"/>
                      <a:pt x="396" y="447"/>
                    </a:cubicBezTo>
                    <a:lnTo>
                      <a:pt x="377" y="469"/>
                    </a:lnTo>
                    <a:close/>
                    <a:moveTo>
                      <a:pt x="412" y="480"/>
                    </a:moveTo>
                    <a:cubicBezTo>
                      <a:pt x="400" y="480"/>
                      <a:pt x="400" y="480"/>
                      <a:pt x="400" y="480"/>
                    </a:cubicBezTo>
                    <a:cubicBezTo>
                      <a:pt x="396" y="471"/>
                      <a:pt x="396" y="471"/>
                      <a:pt x="396" y="471"/>
                    </a:cubicBezTo>
                    <a:cubicBezTo>
                      <a:pt x="425" y="457"/>
                      <a:pt x="425" y="457"/>
                      <a:pt x="425" y="457"/>
                    </a:cubicBezTo>
                    <a:cubicBezTo>
                      <a:pt x="430" y="466"/>
                      <a:pt x="430" y="466"/>
                      <a:pt x="430" y="466"/>
                    </a:cubicBezTo>
                    <a:lnTo>
                      <a:pt x="412" y="480"/>
                    </a:lnTo>
                    <a:close/>
                    <a:moveTo>
                      <a:pt x="458" y="377"/>
                    </a:moveTo>
                    <a:cubicBezTo>
                      <a:pt x="450" y="395"/>
                      <a:pt x="450" y="395"/>
                      <a:pt x="450" y="395"/>
                    </a:cubicBezTo>
                    <a:cubicBezTo>
                      <a:pt x="438" y="410"/>
                      <a:pt x="438" y="410"/>
                      <a:pt x="438" y="410"/>
                    </a:cubicBezTo>
                    <a:cubicBezTo>
                      <a:pt x="424" y="410"/>
                      <a:pt x="424" y="410"/>
                      <a:pt x="424" y="410"/>
                    </a:cubicBezTo>
                    <a:cubicBezTo>
                      <a:pt x="435" y="394"/>
                      <a:pt x="435" y="394"/>
                      <a:pt x="435" y="394"/>
                    </a:cubicBezTo>
                    <a:cubicBezTo>
                      <a:pt x="415" y="405"/>
                      <a:pt x="415" y="405"/>
                      <a:pt x="415" y="405"/>
                    </a:cubicBezTo>
                    <a:cubicBezTo>
                      <a:pt x="412" y="401"/>
                      <a:pt x="412" y="401"/>
                      <a:pt x="412" y="401"/>
                    </a:cubicBezTo>
                    <a:cubicBezTo>
                      <a:pt x="442" y="383"/>
                      <a:pt x="442" y="383"/>
                      <a:pt x="442" y="383"/>
                    </a:cubicBezTo>
                    <a:cubicBezTo>
                      <a:pt x="458" y="369"/>
                      <a:pt x="458" y="369"/>
                      <a:pt x="458" y="369"/>
                    </a:cubicBezTo>
                    <a:cubicBezTo>
                      <a:pt x="465" y="369"/>
                      <a:pt x="465" y="369"/>
                      <a:pt x="465" y="369"/>
                    </a:cubicBezTo>
                    <a:lnTo>
                      <a:pt x="458" y="377"/>
                    </a:lnTo>
                    <a:close/>
                    <a:moveTo>
                      <a:pt x="676" y="613"/>
                    </a:moveTo>
                    <a:cubicBezTo>
                      <a:pt x="645" y="610"/>
                      <a:pt x="645" y="610"/>
                      <a:pt x="645" y="610"/>
                    </a:cubicBezTo>
                    <a:cubicBezTo>
                      <a:pt x="627" y="597"/>
                      <a:pt x="627" y="597"/>
                      <a:pt x="627" y="597"/>
                    </a:cubicBezTo>
                    <a:cubicBezTo>
                      <a:pt x="614" y="578"/>
                      <a:pt x="614" y="578"/>
                      <a:pt x="614" y="578"/>
                    </a:cubicBezTo>
                    <a:cubicBezTo>
                      <a:pt x="621" y="572"/>
                      <a:pt x="621" y="572"/>
                      <a:pt x="621" y="572"/>
                    </a:cubicBezTo>
                    <a:cubicBezTo>
                      <a:pt x="634" y="585"/>
                      <a:pt x="634" y="585"/>
                      <a:pt x="634" y="585"/>
                    </a:cubicBezTo>
                    <a:cubicBezTo>
                      <a:pt x="654" y="598"/>
                      <a:pt x="654" y="598"/>
                      <a:pt x="654" y="598"/>
                    </a:cubicBezTo>
                    <a:cubicBezTo>
                      <a:pt x="672" y="601"/>
                      <a:pt x="672" y="601"/>
                      <a:pt x="672" y="601"/>
                    </a:cubicBezTo>
                    <a:cubicBezTo>
                      <a:pt x="686" y="603"/>
                      <a:pt x="686" y="603"/>
                      <a:pt x="686" y="603"/>
                    </a:cubicBezTo>
                    <a:lnTo>
                      <a:pt x="676" y="613"/>
                    </a:lnTo>
                    <a:close/>
                    <a:moveTo>
                      <a:pt x="761" y="572"/>
                    </a:moveTo>
                    <a:cubicBezTo>
                      <a:pt x="745" y="583"/>
                      <a:pt x="745" y="583"/>
                      <a:pt x="745" y="583"/>
                    </a:cubicBezTo>
                    <a:cubicBezTo>
                      <a:pt x="724" y="599"/>
                      <a:pt x="724" y="599"/>
                      <a:pt x="724" y="599"/>
                    </a:cubicBezTo>
                    <a:cubicBezTo>
                      <a:pt x="714" y="599"/>
                      <a:pt x="714" y="599"/>
                      <a:pt x="714" y="599"/>
                    </a:cubicBezTo>
                    <a:cubicBezTo>
                      <a:pt x="714" y="590"/>
                      <a:pt x="714" y="590"/>
                      <a:pt x="714" y="590"/>
                    </a:cubicBezTo>
                    <a:cubicBezTo>
                      <a:pt x="714" y="588"/>
                      <a:pt x="714" y="588"/>
                      <a:pt x="714" y="588"/>
                    </a:cubicBezTo>
                    <a:cubicBezTo>
                      <a:pt x="727" y="585"/>
                      <a:pt x="727" y="585"/>
                      <a:pt x="727" y="585"/>
                    </a:cubicBezTo>
                    <a:cubicBezTo>
                      <a:pt x="741" y="572"/>
                      <a:pt x="741" y="572"/>
                      <a:pt x="741" y="572"/>
                    </a:cubicBezTo>
                    <a:cubicBezTo>
                      <a:pt x="750" y="563"/>
                      <a:pt x="750" y="563"/>
                      <a:pt x="750" y="563"/>
                    </a:cubicBezTo>
                    <a:cubicBezTo>
                      <a:pt x="761" y="563"/>
                      <a:pt x="761" y="563"/>
                      <a:pt x="761" y="563"/>
                    </a:cubicBezTo>
                    <a:lnTo>
                      <a:pt x="761" y="572"/>
                    </a:lnTo>
                    <a:close/>
                    <a:moveTo>
                      <a:pt x="1004" y="238"/>
                    </a:moveTo>
                    <a:cubicBezTo>
                      <a:pt x="1012" y="251"/>
                      <a:pt x="1012" y="251"/>
                      <a:pt x="1012" y="251"/>
                    </a:cubicBezTo>
                    <a:cubicBezTo>
                      <a:pt x="1008" y="256"/>
                      <a:pt x="1008" y="256"/>
                      <a:pt x="1008" y="256"/>
                    </a:cubicBezTo>
                    <a:cubicBezTo>
                      <a:pt x="999" y="245"/>
                      <a:pt x="999" y="245"/>
                      <a:pt x="999" y="245"/>
                    </a:cubicBezTo>
                    <a:cubicBezTo>
                      <a:pt x="995" y="235"/>
                      <a:pt x="995" y="235"/>
                      <a:pt x="995" y="235"/>
                    </a:cubicBezTo>
                    <a:lnTo>
                      <a:pt x="1004" y="238"/>
                    </a:lnTo>
                    <a:close/>
                    <a:moveTo>
                      <a:pt x="923" y="336"/>
                    </a:moveTo>
                    <a:cubicBezTo>
                      <a:pt x="927" y="336"/>
                      <a:pt x="927" y="336"/>
                      <a:pt x="927" y="336"/>
                    </a:cubicBezTo>
                    <a:cubicBezTo>
                      <a:pt x="933" y="344"/>
                      <a:pt x="933" y="344"/>
                      <a:pt x="933" y="344"/>
                    </a:cubicBezTo>
                    <a:cubicBezTo>
                      <a:pt x="934" y="359"/>
                      <a:pt x="934" y="359"/>
                      <a:pt x="934" y="359"/>
                    </a:cubicBezTo>
                    <a:cubicBezTo>
                      <a:pt x="938" y="380"/>
                      <a:pt x="938" y="380"/>
                      <a:pt x="938" y="380"/>
                    </a:cubicBezTo>
                    <a:cubicBezTo>
                      <a:pt x="941" y="391"/>
                      <a:pt x="941" y="391"/>
                      <a:pt x="941" y="391"/>
                    </a:cubicBezTo>
                    <a:cubicBezTo>
                      <a:pt x="935" y="391"/>
                      <a:pt x="935" y="391"/>
                      <a:pt x="935" y="391"/>
                    </a:cubicBezTo>
                    <a:cubicBezTo>
                      <a:pt x="926" y="377"/>
                      <a:pt x="926" y="377"/>
                      <a:pt x="926" y="377"/>
                    </a:cubicBezTo>
                    <a:cubicBezTo>
                      <a:pt x="926" y="357"/>
                      <a:pt x="926" y="357"/>
                      <a:pt x="926" y="357"/>
                    </a:cubicBezTo>
                    <a:cubicBezTo>
                      <a:pt x="919" y="347"/>
                      <a:pt x="919" y="347"/>
                      <a:pt x="919" y="347"/>
                    </a:cubicBezTo>
                    <a:lnTo>
                      <a:pt x="923" y="336"/>
                    </a:lnTo>
                    <a:close/>
                    <a:moveTo>
                      <a:pt x="978" y="487"/>
                    </a:moveTo>
                    <a:cubicBezTo>
                      <a:pt x="968" y="485"/>
                      <a:pt x="968" y="485"/>
                      <a:pt x="968" y="485"/>
                    </a:cubicBezTo>
                    <a:cubicBezTo>
                      <a:pt x="962" y="470"/>
                      <a:pt x="962" y="470"/>
                      <a:pt x="962" y="470"/>
                    </a:cubicBezTo>
                    <a:cubicBezTo>
                      <a:pt x="968" y="460"/>
                      <a:pt x="968" y="460"/>
                      <a:pt x="968" y="460"/>
                    </a:cubicBezTo>
                    <a:cubicBezTo>
                      <a:pt x="968" y="449"/>
                      <a:pt x="968" y="449"/>
                      <a:pt x="968" y="449"/>
                    </a:cubicBezTo>
                    <a:cubicBezTo>
                      <a:pt x="961" y="444"/>
                      <a:pt x="961" y="444"/>
                      <a:pt x="961" y="444"/>
                    </a:cubicBezTo>
                    <a:cubicBezTo>
                      <a:pt x="953" y="447"/>
                      <a:pt x="953" y="447"/>
                      <a:pt x="953" y="447"/>
                    </a:cubicBezTo>
                    <a:cubicBezTo>
                      <a:pt x="940" y="449"/>
                      <a:pt x="940" y="449"/>
                      <a:pt x="940" y="449"/>
                    </a:cubicBezTo>
                    <a:cubicBezTo>
                      <a:pt x="927" y="449"/>
                      <a:pt x="927" y="449"/>
                      <a:pt x="927" y="449"/>
                    </a:cubicBezTo>
                    <a:cubicBezTo>
                      <a:pt x="921" y="449"/>
                      <a:pt x="921" y="449"/>
                      <a:pt x="921" y="449"/>
                    </a:cubicBezTo>
                    <a:cubicBezTo>
                      <a:pt x="910" y="444"/>
                      <a:pt x="910" y="444"/>
                      <a:pt x="910" y="444"/>
                    </a:cubicBezTo>
                    <a:cubicBezTo>
                      <a:pt x="914" y="433"/>
                      <a:pt x="914" y="433"/>
                      <a:pt x="914" y="433"/>
                    </a:cubicBezTo>
                    <a:cubicBezTo>
                      <a:pt x="904" y="431"/>
                      <a:pt x="904" y="431"/>
                      <a:pt x="904" y="431"/>
                    </a:cubicBezTo>
                    <a:cubicBezTo>
                      <a:pt x="889" y="431"/>
                      <a:pt x="889" y="431"/>
                      <a:pt x="889" y="431"/>
                    </a:cubicBezTo>
                    <a:cubicBezTo>
                      <a:pt x="881" y="439"/>
                      <a:pt x="881" y="439"/>
                      <a:pt x="881" y="439"/>
                    </a:cubicBezTo>
                    <a:cubicBezTo>
                      <a:pt x="859" y="446"/>
                      <a:pt x="859" y="446"/>
                      <a:pt x="859" y="446"/>
                    </a:cubicBezTo>
                    <a:cubicBezTo>
                      <a:pt x="861" y="438"/>
                      <a:pt x="861" y="438"/>
                      <a:pt x="861" y="438"/>
                    </a:cubicBezTo>
                    <a:cubicBezTo>
                      <a:pt x="877" y="434"/>
                      <a:pt x="877" y="434"/>
                      <a:pt x="877" y="434"/>
                    </a:cubicBezTo>
                    <a:cubicBezTo>
                      <a:pt x="881" y="430"/>
                      <a:pt x="881" y="430"/>
                      <a:pt x="881" y="430"/>
                    </a:cubicBezTo>
                    <a:cubicBezTo>
                      <a:pt x="883" y="420"/>
                      <a:pt x="883" y="420"/>
                      <a:pt x="883" y="420"/>
                    </a:cubicBezTo>
                    <a:cubicBezTo>
                      <a:pt x="870" y="411"/>
                      <a:pt x="870" y="411"/>
                      <a:pt x="870" y="411"/>
                    </a:cubicBezTo>
                    <a:cubicBezTo>
                      <a:pt x="878" y="407"/>
                      <a:pt x="878" y="407"/>
                      <a:pt x="878" y="407"/>
                    </a:cubicBezTo>
                    <a:cubicBezTo>
                      <a:pt x="886" y="416"/>
                      <a:pt x="886" y="416"/>
                      <a:pt x="886" y="416"/>
                    </a:cubicBezTo>
                    <a:cubicBezTo>
                      <a:pt x="893" y="403"/>
                      <a:pt x="893" y="403"/>
                      <a:pt x="893" y="403"/>
                    </a:cubicBezTo>
                    <a:cubicBezTo>
                      <a:pt x="906" y="395"/>
                      <a:pt x="906" y="395"/>
                      <a:pt x="906" y="395"/>
                    </a:cubicBezTo>
                    <a:cubicBezTo>
                      <a:pt x="903" y="405"/>
                      <a:pt x="903" y="405"/>
                      <a:pt x="903" y="405"/>
                    </a:cubicBezTo>
                    <a:cubicBezTo>
                      <a:pt x="900" y="416"/>
                      <a:pt x="900" y="416"/>
                      <a:pt x="900" y="416"/>
                    </a:cubicBezTo>
                    <a:cubicBezTo>
                      <a:pt x="911" y="419"/>
                      <a:pt x="911" y="419"/>
                      <a:pt x="911" y="419"/>
                    </a:cubicBezTo>
                    <a:cubicBezTo>
                      <a:pt x="922" y="419"/>
                      <a:pt x="922" y="419"/>
                      <a:pt x="922" y="419"/>
                    </a:cubicBezTo>
                    <a:cubicBezTo>
                      <a:pt x="922" y="429"/>
                      <a:pt x="922" y="429"/>
                      <a:pt x="922" y="429"/>
                    </a:cubicBezTo>
                    <a:cubicBezTo>
                      <a:pt x="919" y="431"/>
                      <a:pt x="919" y="431"/>
                      <a:pt x="919" y="431"/>
                    </a:cubicBezTo>
                    <a:cubicBezTo>
                      <a:pt x="924" y="441"/>
                      <a:pt x="924" y="441"/>
                      <a:pt x="924" y="441"/>
                    </a:cubicBezTo>
                    <a:cubicBezTo>
                      <a:pt x="939" y="443"/>
                      <a:pt x="939" y="443"/>
                      <a:pt x="939" y="443"/>
                    </a:cubicBezTo>
                    <a:cubicBezTo>
                      <a:pt x="956" y="437"/>
                      <a:pt x="956" y="437"/>
                      <a:pt x="956" y="437"/>
                    </a:cubicBezTo>
                    <a:cubicBezTo>
                      <a:pt x="956" y="437"/>
                      <a:pt x="965" y="440"/>
                      <a:pt x="968" y="440"/>
                    </a:cubicBezTo>
                    <a:cubicBezTo>
                      <a:pt x="970" y="440"/>
                      <a:pt x="976" y="450"/>
                      <a:pt x="976" y="450"/>
                    </a:cubicBezTo>
                    <a:cubicBezTo>
                      <a:pt x="978" y="472"/>
                      <a:pt x="978" y="472"/>
                      <a:pt x="978" y="472"/>
                    </a:cubicBezTo>
                    <a:lnTo>
                      <a:pt x="978" y="487"/>
                    </a:lnTo>
                    <a:close/>
                    <a:moveTo>
                      <a:pt x="981" y="369"/>
                    </a:moveTo>
                    <a:cubicBezTo>
                      <a:pt x="969" y="364"/>
                      <a:pt x="969" y="364"/>
                      <a:pt x="969" y="364"/>
                    </a:cubicBezTo>
                    <a:cubicBezTo>
                      <a:pt x="981" y="364"/>
                      <a:pt x="981" y="364"/>
                      <a:pt x="981" y="364"/>
                    </a:cubicBezTo>
                    <a:cubicBezTo>
                      <a:pt x="988" y="376"/>
                      <a:pt x="988" y="376"/>
                      <a:pt x="988" y="376"/>
                    </a:cubicBezTo>
                    <a:lnTo>
                      <a:pt x="981" y="369"/>
                    </a:lnTo>
                    <a:close/>
                    <a:moveTo>
                      <a:pt x="1062" y="886"/>
                    </a:moveTo>
                    <a:cubicBezTo>
                      <a:pt x="1057" y="891"/>
                      <a:pt x="1057" y="891"/>
                      <a:pt x="1057" y="891"/>
                    </a:cubicBezTo>
                    <a:cubicBezTo>
                      <a:pt x="1047" y="892"/>
                      <a:pt x="1047" y="892"/>
                      <a:pt x="1047" y="892"/>
                    </a:cubicBezTo>
                    <a:cubicBezTo>
                      <a:pt x="1038" y="899"/>
                      <a:pt x="1038" y="899"/>
                      <a:pt x="1038" y="899"/>
                    </a:cubicBezTo>
                    <a:cubicBezTo>
                      <a:pt x="1035" y="903"/>
                      <a:pt x="1035" y="903"/>
                      <a:pt x="1035" y="903"/>
                    </a:cubicBezTo>
                    <a:cubicBezTo>
                      <a:pt x="1027" y="898"/>
                      <a:pt x="1027" y="898"/>
                      <a:pt x="1027" y="898"/>
                    </a:cubicBezTo>
                    <a:cubicBezTo>
                      <a:pt x="1014" y="908"/>
                      <a:pt x="1014" y="908"/>
                      <a:pt x="1014" y="908"/>
                    </a:cubicBezTo>
                    <a:cubicBezTo>
                      <a:pt x="1014" y="897"/>
                      <a:pt x="1014" y="897"/>
                      <a:pt x="1014" y="897"/>
                    </a:cubicBezTo>
                    <a:cubicBezTo>
                      <a:pt x="1025" y="886"/>
                      <a:pt x="1025" y="886"/>
                      <a:pt x="1025" y="886"/>
                    </a:cubicBezTo>
                    <a:cubicBezTo>
                      <a:pt x="1032" y="884"/>
                      <a:pt x="1032" y="884"/>
                      <a:pt x="1032" y="884"/>
                    </a:cubicBezTo>
                    <a:cubicBezTo>
                      <a:pt x="1042" y="885"/>
                      <a:pt x="1042" y="885"/>
                      <a:pt x="1042" y="885"/>
                    </a:cubicBezTo>
                    <a:cubicBezTo>
                      <a:pt x="1051" y="874"/>
                      <a:pt x="1051" y="874"/>
                      <a:pt x="1051" y="874"/>
                    </a:cubicBezTo>
                    <a:cubicBezTo>
                      <a:pt x="1062" y="874"/>
                      <a:pt x="1062" y="874"/>
                      <a:pt x="1062" y="874"/>
                    </a:cubicBezTo>
                    <a:cubicBezTo>
                      <a:pt x="1068" y="881"/>
                      <a:pt x="1068" y="881"/>
                      <a:pt x="1068" y="881"/>
                    </a:cubicBezTo>
                    <a:lnTo>
                      <a:pt x="1062" y="886"/>
                    </a:lnTo>
                    <a:close/>
                    <a:moveTo>
                      <a:pt x="1038" y="372"/>
                    </a:moveTo>
                    <a:cubicBezTo>
                      <a:pt x="1038" y="360"/>
                      <a:pt x="1038" y="360"/>
                      <a:pt x="1038" y="360"/>
                    </a:cubicBezTo>
                    <a:cubicBezTo>
                      <a:pt x="1045" y="370"/>
                      <a:pt x="1045" y="370"/>
                      <a:pt x="1045" y="370"/>
                    </a:cubicBezTo>
                    <a:cubicBezTo>
                      <a:pt x="1048" y="384"/>
                      <a:pt x="1048" y="384"/>
                      <a:pt x="1048" y="384"/>
                    </a:cubicBezTo>
                    <a:lnTo>
                      <a:pt x="1038" y="372"/>
                    </a:lnTo>
                    <a:close/>
                    <a:moveTo>
                      <a:pt x="1094" y="318"/>
                    </a:moveTo>
                    <a:cubicBezTo>
                      <a:pt x="1062" y="326"/>
                      <a:pt x="1062" y="326"/>
                      <a:pt x="1062" y="326"/>
                    </a:cubicBezTo>
                    <a:cubicBezTo>
                      <a:pt x="1048" y="322"/>
                      <a:pt x="1048" y="322"/>
                      <a:pt x="1048" y="322"/>
                    </a:cubicBezTo>
                    <a:cubicBezTo>
                      <a:pt x="1027" y="320"/>
                      <a:pt x="1027" y="320"/>
                      <a:pt x="1027" y="320"/>
                    </a:cubicBezTo>
                    <a:cubicBezTo>
                      <a:pt x="1009" y="320"/>
                      <a:pt x="1009" y="320"/>
                      <a:pt x="1009" y="320"/>
                    </a:cubicBezTo>
                    <a:cubicBezTo>
                      <a:pt x="995" y="307"/>
                      <a:pt x="995" y="307"/>
                      <a:pt x="995" y="307"/>
                    </a:cubicBezTo>
                    <a:cubicBezTo>
                      <a:pt x="976" y="295"/>
                      <a:pt x="976" y="295"/>
                      <a:pt x="976" y="295"/>
                    </a:cubicBezTo>
                    <a:cubicBezTo>
                      <a:pt x="969" y="286"/>
                      <a:pt x="969" y="286"/>
                      <a:pt x="969" y="286"/>
                    </a:cubicBezTo>
                    <a:cubicBezTo>
                      <a:pt x="956" y="264"/>
                      <a:pt x="956" y="264"/>
                      <a:pt x="956" y="264"/>
                    </a:cubicBezTo>
                    <a:cubicBezTo>
                      <a:pt x="951" y="251"/>
                      <a:pt x="951" y="251"/>
                      <a:pt x="951" y="251"/>
                    </a:cubicBezTo>
                    <a:cubicBezTo>
                      <a:pt x="956" y="251"/>
                      <a:pt x="956" y="251"/>
                      <a:pt x="956" y="251"/>
                    </a:cubicBezTo>
                    <a:cubicBezTo>
                      <a:pt x="960" y="256"/>
                      <a:pt x="960" y="256"/>
                      <a:pt x="960" y="256"/>
                    </a:cubicBezTo>
                    <a:cubicBezTo>
                      <a:pt x="978" y="281"/>
                      <a:pt x="978" y="281"/>
                      <a:pt x="978" y="281"/>
                    </a:cubicBezTo>
                    <a:cubicBezTo>
                      <a:pt x="995" y="294"/>
                      <a:pt x="995" y="294"/>
                      <a:pt x="995" y="294"/>
                    </a:cubicBezTo>
                    <a:cubicBezTo>
                      <a:pt x="1015" y="306"/>
                      <a:pt x="1015" y="306"/>
                      <a:pt x="1015" y="306"/>
                    </a:cubicBezTo>
                    <a:cubicBezTo>
                      <a:pt x="1032" y="311"/>
                      <a:pt x="1032" y="311"/>
                      <a:pt x="1032" y="311"/>
                    </a:cubicBezTo>
                    <a:cubicBezTo>
                      <a:pt x="1038" y="307"/>
                      <a:pt x="1038" y="307"/>
                      <a:pt x="1038" y="307"/>
                    </a:cubicBezTo>
                    <a:cubicBezTo>
                      <a:pt x="1053" y="314"/>
                      <a:pt x="1053" y="314"/>
                      <a:pt x="1053" y="314"/>
                    </a:cubicBezTo>
                    <a:cubicBezTo>
                      <a:pt x="1072" y="314"/>
                      <a:pt x="1072" y="314"/>
                      <a:pt x="1072" y="314"/>
                    </a:cubicBezTo>
                    <a:cubicBezTo>
                      <a:pt x="1096" y="312"/>
                      <a:pt x="1096" y="312"/>
                      <a:pt x="1096" y="312"/>
                    </a:cubicBezTo>
                    <a:lnTo>
                      <a:pt x="1094" y="318"/>
                    </a:lnTo>
                    <a:close/>
                    <a:moveTo>
                      <a:pt x="1227" y="372"/>
                    </a:moveTo>
                    <a:cubicBezTo>
                      <a:pt x="1199" y="372"/>
                      <a:pt x="1199" y="372"/>
                      <a:pt x="1199" y="372"/>
                    </a:cubicBezTo>
                    <a:cubicBezTo>
                      <a:pt x="1179" y="364"/>
                      <a:pt x="1179" y="364"/>
                      <a:pt x="1179" y="364"/>
                    </a:cubicBezTo>
                    <a:cubicBezTo>
                      <a:pt x="1159" y="364"/>
                      <a:pt x="1159" y="364"/>
                      <a:pt x="1159" y="364"/>
                    </a:cubicBezTo>
                    <a:cubicBezTo>
                      <a:pt x="1159" y="358"/>
                      <a:pt x="1159" y="358"/>
                      <a:pt x="1159" y="358"/>
                    </a:cubicBezTo>
                    <a:cubicBezTo>
                      <a:pt x="1194" y="364"/>
                      <a:pt x="1194" y="364"/>
                      <a:pt x="1194" y="364"/>
                    </a:cubicBezTo>
                    <a:cubicBezTo>
                      <a:pt x="1212" y="364"/>
                      <a:pt x="1212" y="364"/>
                      <a:pt x="1212" y="364"/>
                    </a:cubicBezTo>
                    <a:cubicBezTo>
                      <a:pt x="1229" y="364"/>
                      <a:pt x="1229" y="364"/>
                      <a:pt x="1229" y="364"/>
                    </a:cubicBezTo>
                    <a:lnTo>
                      <a:pt x="1227" y="372"/>
                    </a:lnTo>
                    <a:close/>
                    <a:moveTo>
                      <a:pt x="1287" y="156"/>
                    </a:moveTo>
                    <a:cubicBezTo>
                      <a:pt x="1279" y="150"/>
                      <a:pt x="1279" y="150"/>
                      <a:pt x="1279" y="150"/>
                    </a:cubicBezTo>
                    <a:cubicBezTo>
                      <a:pt x="1269" y="140"/>
                      <a:pt x="1269" y="140"/>
                      <a:pt x="1269" y="140"/>
                    </a:cubicBezTo>
                    <a:cubicBezTo>
                      <a:pt x="1264" y="127"/>
                      <a:pt x="1264" y="127"/>
                      <a:pt x="1264" y="127"/>
                    </a:cubicBezTo>
                    <a:cubicBezTo>
                      <a:pt x="1259" y="122"/>
                      <a:pt x="1259" y="122"/>
                      <a:pt x="1259" y="122"/>
                    </a:cubicBezTo>
                    <a:cubicBezTo>
                      <a:pt x="1248" y="120"/>
                      <a:pt x="1248" y="120"/>
                      <a:pt x="1248" y="120"/>
                    </a:cubicBezTo>
                    <a:cubicBezTo>
                      <a:pt x="1231" y="104"/>
                      <a:pt x="1231" y="104"/>
                      <a:pt x="1231" y="104"/>
                    </a:cubicBezTo>
                    <a:cubicBezTo>
                      <a:pt x="1214" y="93"/>
                      <a:pt x="1214" y="93"/>
                      <a:pt x="1214" y="93"/>
                    </a:cubicBezTo>
                    <a:cubicBezTo>
                      <a:pt x="1201" y="88"/>
                      <a:pt x="1201" y="88"/>
                      <a:pt x="1201" y="88"/>
                    </a:cubicBezTo>
                    <a:cubicBezTo>
                      <a:pt x="1183" y="80"/>
                      <a:pt x="1183" y="80"/>
                      <a:pt x="1183" y="80"/>
                    </a:cubicBezTo>
                    <a:cubicBezTo>
                      <a:pt x="1183" y="80"/>
                      <a:pt x="1166" y="75"/>
                      <a:pt x="1166" y="75"/>
                    </a:cubicBezTo>
                    <a:cubicBezTo>
                      <a:pt x="1165" y="75"/>
                      <a:pt x="1156" y="73"/>
                      <a:pt x="1156" y="73"/>
                    </a:cubicBezTo>
                    <a:cubicBezTo>
                      <a:pt x="1142" y="70"/>
                      <a:pt x="1142" y="70"/>
                      <a:pt x="1142" y="70"/>
                    </a:cubicBezTo>
                    <a:cubicBezTo>
                      <a:pt x="1130" y="70"/>
                      <a:pt x="1130" y="70"/>
                      <a:pt x="1130" y="70"/>
                    </a:cubicBezTo>
                    <a:cubicBezTo>
                      <a:pt x="1122" y="75"/>
                      <a:pt x="1122" y="75"/>
                      <a:pt x="1122" y="75"/>
                    </a:cubicBezTo>
                    <a:cubicBezTo>
                      <a:pt x="1104" y="84"/>
                      <a:pt x="1104" y="84"/>
                      <a:pt x="1104" y="84"/>
                    </a:cubicBezTo>
                    <a:cubicBezTo>
                      <a:pt x="1092" y="86"/>
                      <a:pt x="1092" y="86"/>
                      <a:pt x="1092" y="86"/>
                    </a:cubicBezTo>
                    <a:cubicBezTo>
                      <a:pt x="1087" y="87"/>
                      <a:pt x="1087" y="87"/>
                      <a:pt x="1087" y="87"/>
                    </a:cubicBezTo>
                    <a:cubicBezTo>
                      <a:pt x="1085" y="84"/>
                      <a:pt x="1085" y="84"/>
                      <a:pt x="1085" y="84"/>
                    </a:cubicBezTo>
                    <a:cubicBezTo>
                      <a:pt x="1098" y="80"/>
                      <a:pt x="1098" y="80"/>
                      <a:pt x="1098" y="80"/>
                    </a:cubicBezTo>
                    <a:cubicBezTo>
                      <a:pt x="1114" y="68"/>
                      <a:pt x="1114" y="68"/>
                      <a:pt x="1114" y="68"/>
                    </a:cubicBezTo>
                    <a:cubicBezTo>
                      <a:pt x="1132" y="62"/>
                      <a:pt x="1132" y="62"/>
                      <a:pt x="1132" y="62"/>
                    </a:cubicBezTo>
                    <a:cubicBezTo>
                      <a:pt x="1130" y="50"/>
                      <a:pt x="1130" y="50"/>
                      <a:pt x="1130" y="50"/>
                    </a:cubicBezTo>
                    <a:cubicBezTo>
                      <a:pt x="1144" y="47"/>
                      <a:pt x="1144" y="47"/>
                      <a:pt x="1144" y="47"/>
                    </a:cubicBezTo>
                    <a:cubicBezTo>
                      <a:pt x="1144" y="44"/>
                      <a:pt x="1144" y="44"/>
                      <a:pt x="1144" y="44"/>
                    </a:cubicBezTo>
                    <a:cubicBezTo>
                      <a:pt x="1147" y="48"/>
                      <a:pt x="1147" y="48"/>
                      <a:pt x="1147" y="48"/>
                    </a:cubicBezTo>
                    <a:cubicBezTo>
                      <a:pt x="1172" y="71"/>
                      <a:pt x="1172" y="71"/>
                      <a:pt x="1172" y="71"/>
                    </a:cubicBezTo>
                    <a:cubicBezTo>
                      <a:pt x="1194" y="79"/>
                      <a:pt x="1194" y="79"/>
                      <a:pt x="1194" y="79"/>
                    </a:cubicBezTo>
                    <a:cubicBezTo>
                      <a:pt x="1222" y="89"/>
                      <a:pt x="1222" y="89"/>
                      <a:pt x="1222" y="89"/>
                    </a:cubicBezTo>
                    <a:cubicBezTo>
                      <a:pt x="1237" y="92"/>
                      <a:pt x="1237" y="92"/>
                      <a:pt x="1237" y="92"/>
                    </a:cubicBezTo>
                    <a:cubicBezTo>
                      <a:pt x="1254" y="114"/>
                      <a:pt x="1254" y="114"/>
                      <a:pt x="1254" y="114"/>
                    </a:cubicBezTo>
                    <a:cubicBezTo>
                      <a:pt x="1301" y="133"/>
                      <a:pt x="1301" y="133"/>
                      <a:pt x="1301" y="133"/>
                    </a:cubicBezTo>
                    <a:cubicBezTo>
                      <a:pt x="1321" y="160"/>
                      <a:pt x="1321" y="160"/>
                      <a:pt x="1321" y="160"/>
                    </a:cubicBezTo>
                    <a:cubicBezTo>
                      <a:pt x="1326" y="167"/>
                      <a:pt x="1326" y="167"/>
                      <a:pt x="1326" y="167"/>
                    </a:cubicBezTo>
                    <a:cubicBezTo>
                      <a:pt x="1319" y="169"/>
                      <a:pt x="1319" y="169"/>
                      <a:pt x="1319" y="169"/>
                    </a:cubicBezTo>
                    <a:cubicBezTo>
                      <a:pt x="1309" y="165"/>
                      <a:pt x="1309" y="165"/>
                      <a:pt x="1309" y="165"/>
                    </a:cubicBezTo>
                    <a:cubicBezTo>
                      <a:pt x="1309" y="165"/>
                      <a:pt x="1299" y="158"/>
                      <a:pt x="1299" y="157"/>
                    </a:cubicBezTo>
                    <a:cubicBezTo>
                      <a:pt x="1298" y="157"/>
                      <a:pt x="1287" y="156"/>
                      <a:pt x="1287" y="156"/>
                    </a:cubicBezTo>
                    <a:close/>
                  </a:path>
                </a:pathLst>
              </a:custGeom>
              <a:grpFill/>
              <a:ln w="317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de-DE"/>
              </a:p>
            </p:txBody>
          </p:sp>
          <p:sp>
            <p:nvSpPr>
              <p:cNvPr id="86" name="Freeform 179">
                <a:extLst>
                  <a:ext uri="{FF2B5EF4-FFF2-40B4-BE49-F238E27FC236}">
                    <a16:creationId xmlns:a16="http://schemas.microsoft.com/office/drawing/2014/main" id="{4761DB2D-73E2-4824-AC0F-9E16A5E60819}"/>
                  </a:ext>
                </a:extLst>
              </p:cNvPr>
              <p:cNvSpPr>
                <a:spLocks noEditPoints="1"/>
              </p:cNvSpPr>
              <p:nvPr userDrawn="1"/>
            </p:nvSpPr>
            <p:spPr bwMode="gray">
              <a:xfrm>
                <a:off x="2857371" y="2665345"/>
                <a:ext cx="1662231" cy="955704"/>
              </a:xfrm>
              <a:custGeom>
                <a:avLst/>
                <a:gdLst/>
                <a:ahLst/>
                <a:cxnLst>
                  <a:cxn ang="0">
                    <a:pos x="4367" y="2915"/>
                  </a:cxn>
                  <a:cxn ang="0">
                    <a:pos x="4682" y="2967"/>
                  </a:cxn>
                  <a:cxn ang="0">
                    <a:pos x="4993" y="2726"/>
                  </a:cxn>
                  <a:cxn ang="0">
                    <a:pos x="5175" y="2495"/>
                  </a:cxn>
                  <a:cxn ang="0">
                    <a:pos x="5404" y="2285"/>
                  </a:cxn>
                  <a:cxn ang="0">
                    <a:pos x="5523" y="2098"/>
                  </a:cxn>
                  <a:cxn ang="0">
                    <a:pos x="5797" y="2070"/>
                  </a:cxn>
                  <a:cxn ang="0">
                    <a:pos x="5603" y="1763"/>
                  </a:cxn>
                  <a:cxn ang="0">
                    <a:pos x="5435" y="1515"/>
                  </a:cxn>
                  <a:cxn ang="0">
                    <a:pos x="5152" y="1387"/>
                  </a:cxn>
                  <a:cxn ang="0">
                    <a:pos x="4878" y="1394"/>
                  </a:cxn>
                  <a:cxn ang="0">
                    <a:pos x="4738" y="1241"/>
                  </a:cxn>
                  <a:cxn ang="0">
                    <a:pos x="4849" y="1035"/>
                  </a:cxn>
                  <a:cxn ang="0">
                    <a:pos x="4575" y="1063"/>
                  </a:cxn>
                  <a:cxn ang="0">
                    <a:pos x="4332" y="912"/>
                  </a:cxn>
                  <a:cxn ang="0">
                    <a:pos x="4103" y="886"/>
                  </a:cxn>
                  <a:cxn ang="0">
                    <a:pos x="4204" y="1122"/>
                  </a:cxn>
                  <a:cxn ang="0">
                    <a:pos x="4044" y="1179"/>
                  </a:cxn>
                  <a:cxn ang="0">
                    <a:pos x="3874" y="1267"/>
                  </a:cxn>
                  <a:cxn ang="0">
                    <a:pos x="3604" y="917"/>
                  </a:cxn>
                  <a:cxn ang="0">
                    <a:pos x="3602" y="775"/>
                  </a:cxn>
                  <a:cxn ang="0">
                    <a:pos x="3595" y="539"/>
                  </a:cxn>
                  <a:cxn ang="0">
                    <a:pos x="3345" y="603"/>
                  </a:cxn>
                  <a:cxn ang="0">
                    <a:pos x="3186" y="430"/>
                  </a:cxn>
                  <a:cxn ang="0">
                    <a:pos x="2938" y="364"/>
                  </a:cxn>
                  <a:cxn ang="0">
                    <a:pos x="2740" y="137"/>
                  </a:cxn>
                  <a:cxn ang="0">
                    <a:pos x="2530" y="50"/>
                  </a:cxn>
                  <a:cxn ang="0">
                    <a:pos x="2482" y="189"/>
                  </a:cxn>
                  <a:cxn ang="0">
                    <a:pos x="2329" y="286"/>
                  </a:cxn>
                  <a:cxn ang="0">
                    <a:pos x="2156" y="187"/>
                  </a:cxn>
                  <a:cxn ang="0">
                    <a:pos x="2062" y="43"/>
                  </a:cxn>
                  <a:cxn ang="0">
                    <a:pos x="1852" y="90"/>
                  </a:cxn>
                  <a:cxn ang="0">
                    <a:pos x="1970" y="222"/>
                  </a:cxn>
                  <a:cxn ang="0">
                    <a:pos x="1651" y="343"/>
                  </a:cxn>
                  <a:cxn ang="0">
                    <a:pos x="1448" y="437"/>
                  </a:cxn>
                  <a:cxn ang="0">
                    <a:pos x="1211" y="544"/>
                  </a:cxn>
                  <a:cxn ang="0">
                    <a:pos x="1015" y="655"/>
                  </a:cxn>
                  <a:cxn ang="0">
                    <a:pos x="850" y="759"/>
                  </a:cxn>
                  <a:cxn ang="0">
                    <a:pos x="583" y="825"/>
                  </a:cxn>
                  <a:cxn ang="0">
                    <a:pos x="262" y="997"/>
                  </a:cxn>
                  <a:cxn ang="0">
                    <a:pos x="134" y="1073"/>
                  </a:cxn>
                  <a:cxn ang="0">
                    <a:pos x="0" y="1096"/>
                  </a:cxn>
                  <a:cxn ang="0">
                    <a:pos x="141" y="1356"/>
                  </a:cxn>
                  <a:cxn ang="0">
                    <a:pos x="380" y="1538"/>
                  </a:cxn>
                  <a:cxn ang="0">
                    <a:pos x="302" y="1833"/>
                  </a:cxn>
                  <a:cxn ang="0">
                    <a:pos x="465" y="2143"/>
                  </a:cxn>
                  <a:cxn ang="0">
                    <a:pos x="680" y="2299"/>
                  </a:cxn>
                  <a:cxn ang="0">
                    <a:pos x="926" y="2578"/>
                  </a:cxn>
                  <a:cxn ang="0">
                    <a:pos x="1256" y="2781"/>
                  </a:cxn>
                  <a:cxn ang="0">
                    <a:pos x="1516" y="3048"/>
                  </a:cxn>
                  <a:cxn ang="0">
                    <a:pos x="1667" y="3239"/>
                  </a:cxn>
                  <a:cxn ang="0">
                    <a:pos x="1939" y="3305"/>
                  </a:cxn>
                  <a:cxn ang="0">
                    <a:pos x="2126" y="3260"/>
                  </a:cxn>
                  <a:cxn ang="0">
                    <a:pos x="2322" y="3036"/>
                  </a:cxn>
                  <a:cxn ang="0">
                    <a:pos x="2480" y="2882"/>
                  </a:cxn>
                  <a:cxn ang="0">
                    <a:pos x="2619" y="2755"/>
                  </a:cxn>
                  <a:cxn ang="0">
                    <a:pos x="2808" y="2776"/>
                  </a:cxn>
                  <a:cxn ang="0">
                    <a:pos x="3156" y="2911"/>
                  </a:cxn>
                  <a:cxn ang="0">
                    <a:pos x="3595" y="3088"/>
                  </a:cxn>
                  <a:cxn ang="0">
                    <a:pos x="3812" y="2993"/>
                  </a:cxn>
                  <a:cxn ang="0">
                    <a:pos x="4091" y="3121"/>
                  </a:cxn>
                  <a:cxn ang="0">
                    <a:pos x="1705" y="3180"/>
                  </a:cxn>
                  <a:cxn ang="0">
                    <a:pos x="1705" y="3180"/>
                  </a:cxn>
                </a:cxnLst>
                <a:rect l="0" t="0" r="r" b="b"/>
                <a:pathLst>
                  <a:path w="5797" h="3333">
                    <a:moveTo>
                      <a:pt x="4200" y="3144"/>
                    </a:moveTo>
                    <a:lnTo>
                      <a:pt x="4216" y="3111"/>
                    </a:lnTo>
                    <a:lnTo>
                      <a:pt x="4228" y="3085"/>
                    </a:lnTo>
                    <a:lnTo>
                      <a:pt x="4245" y="3059"/>
                    </a:lnTo>
                    <a:lnTo>
                      <a:pt x="4285" y="3022"/>
                    </a:lnTo>
                    <a:lnTo>
                      <a:pt x="4289" y="2984"/>
                    </a:lnTo>
                    <a:lnTo>
                      <a:pt x="4304" y="2965"/>
                    </a:lnTo>
                    <a:lnTo>
                      <a:pt x="4325" y="2963"/>
                    </a:lnTo>
                    <a:lnTo>
                      <a:pt x="4367" y="2915"/>
                    </a:lnTo>
                    <a:lnTo>
                      <a:pt x="4396" y="2922"/>
                    </a:lnTo>
                    <a:lnTo>
                      <a:pt x="4431" y="2937"/>
                    </a:lnTo>
                    <a:lnTo>
                      <a:pt x="4469" y="2944"/>
                    </a:lnTo>
                    <a:lnTo>
                      <a:pt x="4516" y="2993"/>
                    </a:lnTo>
                    <a:lnTo>
                      <a:pt x="4540" y="2996"/>
                    </a:lnTo>
                    <a:lnTo>
                      <a:pt x="4589" y="2951"/>
                    </a:lnTo>
                    <a:lnTo>
                      <a:pt x="4634" y="2979"/>
                    </a:lnTo>
                    <a:lnTo>
                      <a:pt x="4658" y="2998"/>
                    </a:lnTo>
                    <a:lnTo>
                      <a:pt x="4682" y="2967"/>
                    </a:lnTo>
                    <a:lnTo>
                      <a:pt x="4705" y="2981"/>
                    </a:lnTo>
                    <a:lnTo>
                      <a:pt x="4741" y="2941"/>
                    </a:lnTo>
                    <a:lnTo>
                      <a:pt x="4807" y="2934"/>
                    </a:lnTo>
                    <a:lnTo>
                      <a:pt x="4873" y="2847"/>
                    </a:lnTo>
                    <a:lnTo>
                      <a:pt x="4963" y="2847"/>
                    </a:lnTo>
                    <a:lnTo>
                      <a:pt x="4970" y="2821"/>
                    </a:lnTo>
                    <a:lnTo>
                      <a:pt x="4977" y="2785"/>
                    </a:lnTo>
                    <a:lnTo>
                      <a:pt x="4984" y="2771"/>
                    </a:lnTo>
                    <a:lnTo>
                      <a:pt x="4993" y="2726"/>
                    </a:lnTo>
                    <a:lnTo>
                      <a:pt x="5015" y="2712"/>
                    </a:lnTo>
                    <a:lnTo>
                      <a:pt x="5060" y="2712"/>
                    </a:lnTo>
                    <a:lnTo>
                      <a:pt x="5083" y="2722"/>
                    </a:lnTo>
                    <a:lnTo>
                      <a:pt x="5138" y="2681"/>
                    </a:lnTo>
                    <a:lnTo>
                      <a:pt x="5149" y="2658"/>
                    </a:lnTo>
                    <a:lnTo>
                      <a:pt x="5159" y="2637"/>
                    </a:lnTo>
                    <a:lnTo>
                      <a:pt x="5154" y="2563"/>
                    </a:lnTo>
                    <a:lnTo>
                      <a:pt x="5178" y="2544"/>
                    </a:lnTo>
                    <a:lnTo>
                      <a:pt x="5175" y="2495"/>
                    </a:lnTo>
                    <a:lnTo>
                      <a:pt x="5197" y="2464"/>
                    </a:lnTo>
                    <a:lnTo>
                      <a:pt x="5187" y="2424"/>
                    </a:lnTo>
                    <a:lnTo>
                      <a:pt x="5220" y="2400"/>
                    </a:lnTo>
                    <a:lnTo>
                      <a:pt x="5223" y="2370"/>
                    </a:lnTo>
                    <a:lnTo>
                      <a:pt x="5267" y="2358"/>
                    </a:lnTo>
                    <a:lnTo>
                      <a:pt x="5315" y="2351"/>
                    </a:lnTo>
                    <a:lnTo>
                      <a:pt x="5371" y="2325"/>
                    </a:lnTo>
                    <a:lnTo>
                      <a:pt x="5388" y="2311"/>
                    </a:lnTo>
                    <a:lnTo>
                      <a:pt x="5404" y="2285"/>
                    </a:lnTo>
                    <a:lnTo>
                      <a:pt x="5421" y="2259"/>
                    </a:lnTo>
                    <a:lnTo>
                      <a:pt x="5414" y="2252"/>
                    </a:lnTo>
                    <a:lnTo>
                      <a:pt x="5412" y="2228"/>
                    </a:lnTo>
                    <a:lnTo>
                      <a:pt x="5449" y="2230"/>
                    </a:lnTo>
                    <a:lnTo>
                      <a:pt x="5473" y="2209"/>
                    </a:lnTo>
                    <a:lnTo>
                      <a:pt x="5480" y="2181"/>
                    </a:lnTo>
                    <a:lnTo>
                      <a:pt x="5513" y="2150"/>
                    </a:lnTo>
                    <a:lnTo>
                      <a:pt x="5527" y="2133"/>
                    </a:lnTo>
                    <a:lnTo>
                      <a:pt x="5523" y="2098"/>
                    </a:lnTo>
                    <a:lnTo>
                      <a:pt x="5544" y="2081"/>
                    </a:lnTo>
                    <a:lnTo>
                      <a:pt x="5575" y="2077"/>
                    </a:lnTo>
                    <a:lnTo>
                      <a:pt x="5596" y="2098"/>
                    </a:lnTo>
                    <a:lnTo>
                      <a:pt x="5629" y="2079"/>
                    </a:lnTo>
                    <a:lnTo>
                      <a:pt x="5645" y="2079"/>
                    </a:lnTo>
                    <a:lnTo>
                      <a:pt x="5693" y="2107"/>
                    </a:lnTo>
                    <a:lnTo>
                      <a:pt x="5704" y="2105"/>
                    </a:lnTo>
                    <a:lnTo>
                      <a:pt x="5749" y="2072"/>
                    </a:lnTo>
                    <a:lnTo>
                      <a:pt x="5797" y="2070"/>
                    </a:lnTo>
                    <a:lnTo>
                      <a:pt x="5797" y="2025"/>
                    </a:lnTo>
                    <a:lnTo>
                      <a:pt x="5756" y="1907"/>
                    </a:lnTo>
                    <a:lnTo>
                      <a:pt x="5749" y="1857"/>
                    </a:lnTo>
                    <a:lnTo>
                      <a:pt x="5726" y="1848"/>
                    </a:lnTo>
                    <a:lnTo>
                      <a:pt x="5704" y="1859"/>
                    </a:lnTo>
                    <a:lnTo>
                      <a:pt x="5667" y="1819"/>
                    </a:lnTo>
                    <a:lnTo>
                      <a:pt x="5636" y="1812"/>
                    </a:lnTo>
                    <a:lnTo>
                      <a:pt x="5605" y="1807"/>
                    </a:lnTo>
                    <a:lnTo>
                      <a:pt x="5603" y="1763"/>
                    </a:lnTo>
                    <a:lnTo>
                      <a:pt x="5556" y="1663"/>
                    </a:lnTo>
                    <a:lnTo>
                      <a:pt x="5584" y="1623"/>
                    </a:lnTo>
                    <a:lnTo>
                      <a:pt x="5553" y="1595"/>
                    </a:lnTo>
                    <a:lnTo>
                      <a:pt x="5551" y="1533"/>
                    </a:lnTo>
                    <a:lnTo>
                      <a:pt x="5530" y="1533"/>
                    </a:lnTo>
                    <a:lnTo>
                      <a:pt x="5520" y="1562"/>
                    </a:lnTo>
                    <a:lnTo>
                      <a:pt x="5492" y="1564"/>
                    </a:lnTo>
                    <a:lnTo>
                      <a:pt x="5447" y="1536"/>
                    </a:lnTo>
                    <a:lnTo>
                      <a:pt x="5435" y="1515"/>
                    </a:lnTo>
                    <a:lnTo>
                      <a:pt x="5362" y="1510"/>
                    </a:lnTo>
                    <a:lnTo>
                      <a:pt x="5336" y="1543"/>
                    </a:lnTo>
                    <a:lnTo>
                      <a:pt x="5301" y="1512"/>
                    </a:lnTo>
                    <a:lnTo>
                      <a:pt x="5291" y="1479"/>
                    </a:lnTo>
                    <a:lnTo>
                      <a:pt x="5237" y="1463"/>
                    </a:lnTo>
                    <a:lnTo>
                      <a:pt x="5232" y="1439"/>
                    </a:lnTo>
                    <a:lnTo>
                      <a:pt x="5168" y="1437"/>
                    </a:lnTo>
                    <a:lnTo>
                      <a:pt x="5152" y="1422"/>
                    </a:lnTo>
                    <a:lnTo>
                      <a:pt x="5152" y="1387"/>
                    </a:lnTo>
                    <a:lnTo>
                      <a:pt x="5102" y="1347"/>
                    </a:lnTo>
                    <a:lnTo>
                      <a:pt x="5069" y="1366"/>
                    </a:lnTo>
                    <a:lnTo>
                      <a:pt x="5083" y="1387"/>
                    </a:lnTo>
                    <a:lnTo>
                      <a:pt x="5104" y="1385"/>
                    </a:lnTo>
                    <a:lnTo>
                      <a:pt x="5104" y="1420"/>
                    </a:lnTo>
                    <a:lnTo>
                      <a:pt x="5034" y="1418"/>
                    </a:lnTo>
                    <a:lnTo>
                      <a:pt x="5003" y="1455"/>
                    </a:lnTo>
                    <a:lnTo>
                      <a:pt x="4944" y="1453"/>
                    </a:lnTo>
                    <a:lnTo>
                      <a:pt x="4878" y="1394"/>
                    </a:lnTo>
                    <a:lnTo>
                      <a:pt x="4863" y="1363"/>
                    </a:lnTo>
                    <a:lnTo>
                      <a:pt x="4856" y="1328"/>
                    </a:lnTo>
                    <a:lnTo>
                      <a:pt x="4833" y="1314"/>
                    </a:lnTo>
                    <a:lnTo>
                      <a:pt x="4849" y="1290"/>
                    </a:lnTo>
                    <a:lnTo>
                      <a:pt x="4823" y="1278"/>
                    </a:lnTo>
                    <a:lnTo>
                      <a:pt x="4800" y="1267"/>
                    </a:lnTo>
                    <a:lnTo>
                      <a:pt x="4783" y="1288"/>
                    </a:lnTo>
                    <a:lnTo>
                      <a:pt x="4760" y="1274"/>
                    </a:lnTo>
                    <a:lnTo>
                      <a:pt x="4738" y="1241"/>
                    </a:lnTo>
                    <a:lnTo>
                      <a:pt x="4715" y="1210"/>
                    </a:lnTo>
                    <a:lnTo>
                      <a:pt x="4734" y="1193"/>
                    </a:lnTo>
                    <a:lnTo>
                      <a:pt x="4769" y="1186"/>
                    </a:lnTo>
                    <a:lnTo>
                      <a:pt x="4807" y="1181"/>
                    </a:lnTo>
                    <a:lnTo>
                      <a:pt x="4833" y="1148"/>
                    </a:lnTo>
                    <a:lnTo>
                      <a:pt x="4854" y="1144"/>
                    </a:lnTo>
                    <a:lnTo>
                      <a:pt x="4854" y="1096"/>
                    </a:lnTo>
                    <a:lnTo>
                      <a:pt x="4830" y="1082"/>
                    </a:lnTo>
                    <a:lnTo>
                      <a:pt x="4849" y="1035"/>
                    </a:lnTo>
                    <a:lnTo>
                      <a:pt x="4845" y="1014"/>
                    </a:lnTo>
                    <a:lnTo>
                      <a:pt x="4821" y="995"/>
                    </a:lnTo>
                    <a:lnTo>
                      <a:pt x="4797" y="995"/>
                    </a:lnTo>
                    <a:lnTo>
                      <a:pt x="4797" y="1037"/>
                    </a:lnTo>
                    <a:lnTo>
                      <a:pt x="4767" y="1063"/>
                    </a:lnTo>
                    <a:lnTo>
                      <a:pt x="4632" y="1059"/>
                    </a:lnTo>
                    <a:lnTo>
                      <a:pt x="4608" y="1063"/>
                    </a:lnTo>
                    <a:lnTo>
                      <a:pt x="4582" y="1092"/>
                    </a:lnTo>
                    <a:lnTo>
                      <a:pt x="4575" y="1063"/>
                    </a:lnTo>
                    <a:lnTo>
                      <a:pt x="4552" y="1054"/>
                    </a:lnTo>
                    <a:lnTo>
                      <a:pt x="4528" y="1054"/>
                    </a:lnTo>
                    <a:lnTo>
                      <a:pt x="4519" y="1075"/>
                    </a:lnTo>
                    <a:lnTo>
                      <a:pt x="4504" y="1052"/>
                    </a:lnTo>
                    <a:lnTo>
                      <a:pt x="4500" y="995"/>
                    </a:lnTo>
                    <a:lnTo>
                      <a:pt x="4450" y="1002"/>
                    </a:lnTo>
                    <a:lnTo>
                      <a:pt x="4377" y="936"/>
                    </a:lnTo>
                    <a:lnTo>
                      <a:pt x="4372" y="912"/>
                    </a:lnTo>
                    <a:lnTo>
                      <a:pt x="4332" y="912"/>
                    </a:lnTo>
                    <a:lnTo>
                      <a:pt x="4299" y="884"/>
                    </a:lnTo>
                    <a:lnTo>
                      <a:pt x="4240" y="879"/>
                    </a:lnTo>
                    <a:lnTo>
                      <a:pt x="4219" y="855"/>
                    </a:lnTo>
                    <a:lnTo>
                      <a:pt x="4176" y="851"/>
                    </a:lnTo>
                    <a:lnTo>
                      <a:pt x="4164" y="844"/>
                    </a:lnTo>
                    <a:lnTo>
                      <a:pt x="4143" y="844"/>
                    </a:lnTo>
                    <a:lnTo>
                      <a:pt x="4124" y="832"/>
                    </a:lnTo>
                    <a:lnTo>
                      <a:pt x="4103" y="863"/>
                    </a:lnTo>
                    <a:lnTo>
                      <a:pt x="4103" y="886"/>
                    </a:lnTo>
                    <a:lnTo>
                      <a:pt x="4141" y="917"/>
                    </a:lnTo>
                    <a:lnTo>
                      <a:pt x="4143" y="948"/>
                    </a:lnTo>
                    <a:lnTo>
                      <a:pt x="4155" y="988"/>
                    </a:lnTo>
                    <a:lnTo>
                      <a:pt x="4162" y="1004"/>
                    </a:lnTo>
                    <a:lnTo>
                      <a:pt x="4214" y="1042"/>
                    </a:lnTo>
                    <a:lnTo>
                      <a:pt x="4216" y="1089"/>
                    </a:lnTo>
                    <a:lnTo>
                      <a:pt x="4235" y="1118"/>
                    </a:lnTo>
                    <a:lnTo>
                      <a:pt x="4221" y="1134"/>
                    </a:lnTo>
                    <a:lnTo>
                      <a:pt x="4204" y="1122"/>
                    </a:lnTo>
                    <a:lnTo>
                      <a:pt x="4195" y="1099"/>
                    </a:lnTo>
                    <a:lnTo>
                      <a:pt x="4183" y="1115"/>
                    </a:lnTo>
                    <a:lnTo>
                      <a:pt x="4181" y="1127"/>
                    </a:lnTo>
                    <a:lnTo>
                      <a:pt x="4138" y="1127"/>
                    </a:lnTo>
                    <a:lnTo>
                      <a:pt x="4117" y="1163"/>
                    </a:lnTo>
                    <a:lnTo>
                      <a:pt x="4093" y="1160"/>
                    </a:lnTo>
                    <a:lnTo>
                      <a:pt x="4077" y="1148"/>
                    </a:lnTo>
                    <a:lnTo>
                      <a:pt x="4063" y="1163"/>
                    </a:lnTo>
                    <a:lnTo>
                      <a:pt x="4044" y="1179"/>
                    </a:lnTo>
                    <a:lnTo>
                      <a:pt x="4034" y="1198"/>
                    </a:lnTo>
                    <a:lnTo>
                      <a:pt x="4023" y="1241"/>
                    </a:lnTo>
                    <a:lnTo>
                      <a:pt x="3994" y="1250"/>
                    </a:lnTo>
                    <a:lnTo>
                      <a:pt x="3982" y="1259"/>
                    </a:lnTo>
                    <a:lnTo>
                      <a:pt x="3963" y="1297"/>
                    </a:lnTo>
                    <a:lnTo>
                      <a:pt x="3942" y="1290"/>
                    </a:lnTo>
                    <a:lnTo>
                      <a:pt x="3921" y="1281"/>
                    </a:lnTo>
                    <a:lnTo>
                      <a:pt x="3893" y="1276"/>
                    </a:lnTo>
                    <a:lnTo>
                      <a:pt x="3874" y="1267"/>
                    </a:lnTo>
                    <a:lnTo>
                      <a:pt x="3826" y="1200"/>
                    </a:lnTo>
                    <a:lnTo>
                      <a:pt x="3822" y="1132"/>
                    </a:lnTo>
                    <a:lnTo>
                      <a:pt x="3786" y="1104"/>
                    </a:lnTo>
                    <a:lnTo>
                      <a:pt x="3751" y="1047"/>
                    </a:lnTo>
                    <a:lnTo>
                      <a:pt x="3720" y="1000"/>
                    </a:lnTo>
                    <a:lnTo>
                      <a:pt x="3678" y="995"/>
                    </a:lnTo>
                    <a:lnTo>
                      <a:pt x="3663" y="929"/>
                    </a:lnTo>
                    <a:lnTo>
                      <a:pt x="3647" y="919"/>
                    </a:lnTo>
                    <a:lnTo>
                      <a:pt x="3604" y="917"/>
                    </a:lnTo>
                    <a:lnTo>
                      <a:pt x="3588" y="936"/>
                    </a:lnTo>
                    <a:lnTo>
                      <a:pt x="3567" y="898"/>
                    </a:lnTo>
                    <a:lnTo>
                      <a:pt x="3560" y="874"/>
                    </a:lnTo>
                    <a:lnTo>
                      <a:pt x="3522" y="870"/>
                    </a:lnTo>
                    <a:lnTo>
                      <a:pt x="3526" y="829"/>
                    </a:lnTo>
                    <a:lnTo>
                      <a:pt x="3545" y="822"/>
                    </a:lnTo>
                    <a:lnTo>
                      <a:pt x="3552" y="796"/>
                    </a:lnTo>
                    <a:lnTo>
                      <a:pt x="3581" y="778"/>
                    </a:lnTo>
                    <a:lnTo>
                      <a:pt x="3602" y="775"/>
                    </a:lnTo>
                    <a:lnTo>
                      <a:pt x="3614" y="749"/>
                    </a:lnTo>
                    <a:lnTo>
                      <a:pt x="3668" y="749"/>
                    </a:lnTo>
                    <a:lnTo>
                      <a:pt x="3694" y="723"/>
                    </a:lnTo>
                    <a:lnTo>
                      <a:pt x="3699" y="671"/>
                    </a:lnTo>
                    <a:lnTo>
                      <a:pt x="3730" y="652"/>
                    </a:lnTo>
                    <a:lnTo>
                      <a:pt x="3718" y="624"/>
                    </a:lnTo>
                    <a:lnTo>
                      <a:pt x="3687" y="581"/>
                    </a:lnTo>
                    <a:lnTo>
                      <a:pt x="3630" y="534"/>
                    </a:lnTo>
                    <a:lnTo>
                      <a:pt x="3595" y="539"/>
                    </a:lnTo>
                    <a:lnTo>
                      <a:pt x="3562" y="525"/>
                    </a:lnTo>
                    <a:lnTo>
                      <a:pt x="3550" y="525"/>
                    </a:lnTo>
                    <a:lnTo>
                      <a:pt x="3543" y="563"/>
                    </a:lnTo>
                    <a:lnTo>
                      <a:pt x="3508" y="581"/>
                    </a:lnTo>
                    <a:lnTo>
                      <a:pt x="3479" y="546"/>
                    </a:lnTo>
                    <a:lnTo>
                      <a:pt x="3437" y="534"/>
                    </a:lnTo>
                    <a:lnTo>
                      <a:pt x="3420" y="553"/>
                    </a:lnTo>
                    <a:lnTo>
                      <a:pt x="3387" y="605"/>
                    </a:lnTo>
                    <a:lnTo>
                      <a:pt x="3345" y="603"/>
                    </a:lnTo>
                    <a:lnTo>
                      <a:pt x="3347" y="577"/>
                    </a:lnTo>
                    <a:lnTo>
                      <a:pt x="3363" y="570"/>
                    </a:lnTo>
                    <a:lnTo>
                      <a:pt x="3356" y="541"/>
                    </a:lnTo>
                    <a:lnTo>
                      <a:pt x="3328" y="485"/>
                    </a:lnTo>
                    <a:lnTo>
                      <a:pt x="3309" y="487"/>
                    </a:lnTo>
                    <a:lnTo>
                      <a:pt x="3269" y="504"/>
                    </a:lnTo>
                    <a:lnTo>
                      <a:pt x="3229" y="513"/>
                    </a:lnTo>
                    <a:lnTo>
                      <a:pt x="3200" y="456"/>
                    </a:lnTo>
                    <a:lnTo>
                      <a:pt x="3186" y="430"/>
                    </a:lnTo>
                    <a:lnTo>
                      <a:pt x="3174" y="411"/>
                    </a:lnTo>
                    <a:lnTo>
                      <a:pt x="3134" y="421"/>
                    </a:lnTo>
                    <a:lnTo>
                      <a:pt x="3125" y="435"/>
                    </a:lnTo>
                    <a:lnTo>
                      <a:pt x="3080" y="428"/>
                    </a:lnTo>
                    <a:lnTo>
                      <a:pt x="3061" y="397"/>
                    </a:lnTo>
                    <a:lnTo>
                      <a:pt x="3033" y="390"/>
                    </a:lnTo>
                    <a:lnTo>
                      <a:pt x="3002" y="381"/>
                    </a:lnTo>
                    <a:lnTo>
                      <a:pt x="2964" y="374"/>
                    </a:lnTo>
                    <a:lnTo>
                      <a:pt x="2938" y="364"/>
                    </a:lnTo>
                    <a:lnTo>
                      <a:pt x="2867" y="324"/>
                    </a:lnTo>
                    <a:lnTo>
                      <a:pt x="2825" y="371"/>
                    </a:lnTo>
                    <a:lnTo>
                      <a:pt x="2804" y="371"/>
                    </a:lnTo>
                    <a:lnTo>
                      <a:pt x="2804" y="291"/>
                    </a:lnTo>
                    <a:lnTo>
                      <a:pt x="2759" y="270"/>
                    </a:lnTo>
                    <a:lnTo>
                      <a:pt x="2747" y="255"/>
                    </a:lnTo>
                    <a:lnTo>
                      <a:pt x="2723" y="211"/>
                    </a:lnTo>
                    <a:lnTo>
                      <a:pt x="2723" y="170"/>
                    </a:lnTo>
                    <a:lnTo>
                      <a:pt x="2740" y="137"/>
                    </a:lnTo>
                    <a:lnTo>
                      <a:pt x="2695" y="85"/>
                    </a:lnTo>
                    <a:lnTo>
                      <a:pt x="2648" y="104"/>
                    </a:lnTo>
                    <a:lnTo>
                      <a:pt x="2641" y="90"/>
                    </a:lnTo>
                    <a:lnTo>
                      <a:pt x="2638" y="48"/>
                    </a:lnTo>
                    <a:lnTo>
                      <a:pt x="2612" y="48"/>
                    </a:lnTo>
                    <a:lnTo>
                      <a:pt x="2612" y="90"/>
                    </a:lnTo>
                    <a:lnTo>
                      <a:pt x="2598" y="88"/>
                    </a:lnTo>
                    <a:lnTo>
                      <a:pt x="2556" y="52"/>
                    </a:lnTo>
                    <a:lnTo>
                      <a:pt x="2530" y="50"/>
                    </a:lnTo>
                    <a:lnTo>
                      <a:pt x="2520" y="59"/>
                    </a:lnTo>
                    <a:lnTo>
                      <a:pt x="2506" y="41"/>
                    </a:lnTo>
                    <a:lnTo>
                      <a:pt x="2485" y="64"/>
                    </a:lnTo>
                    <a:lnTo>
                      <a:pt x="2468" y="74"/>
                    </a:lnTo>
                    <a:lnTo>
                      <a:pt x="2473" y="97"/>
                    </a:lnTo>
                    <a:lnTo>
                      <a:pt x="2499" y="100"/>
                    </a:lnTo>
                    <a:lnTo>
                      <a:pt x="2504" y="128"/>
                    </a:lnTo>
                    <a:lnTo>
                      <a:pt x="2506" y="161"/>
                    </a:lnTo>
                    <a:lnTo>
                      <a:pt x="2482" y="189"/>
                    </a:lnTo>
                    <a:lnTo>
                      <a:pt x="2492" y="220"/>
                    </a:lnTo>
                    <a:lnTo>
                      <a:pt x="2489" y="263"/>
                    </a:lnTo>
                    <a:lnTo>
                      <a:pt x="2459" y="265"/>
                    </a:lnTo>
                    <a:lnTo>
                      <a:pt x="2419" y="258"/>
                    </a:lnTo>
                    <a:lnTo>
                      <a:pt x="2395" y="244"/>
                    </a:lnTo>
                    <a:lnTo>
                      <a:pt x="2376" y="251"/>
                    </a:lnTo>
                    <a:lnTo>
                      <a:pt x="2371" y="260"/>
                    </a:lnTo>
                    <a:lnTo>
                      <a:pt x="2338" y="255"/>
                    </a:lnTo>
                    <a:lnTo>
                      <a:pt x="2329" y="286"/>
                    </a:lnTo>
                    <a:lnTo>
                      <a:pt x="2319" y="322"/>
                    </a:lnTo>
                    <a:lnTo>
                      <a:pt x="2248" y="319"/>
                    </a:lnTo>
                    <a:lnTo>
                      <a:pt x="2237" y="298"/>
                    </a:lnTo>
                    <a:lnTo>
                      <a:pt x="2215" y="286"/>
                    </a:lnTo>
                    <a:lnTo>
                      <a:pt x="2161" y="272"/>
                    </a:lnTo>
                    <a:lnTo>
                      <a:pt x="2161" y="246"/>
                    </a:lnTo>
                    <a:lnTo>
                      <a:pt x="2180" y="201"/>
                    </a:lnTo>
                    <a:lnTo>
                      <a:pt x="2182" y="173"/>
                    </a:lnTo>
                    <a:lnTo>
                      <a:pt x="2156" y="187"/>
                    </a:lnTo>
                    <a:lnTo>
                      <a:pt x="2147" y="192"/>
                    </a:lnTo>
                    <a:lnTo>
                      <a:pt x="2126" y="192"/>
                    </a:lnTo>
                    <a:lnTo>
                      <a:pt x="2119" y="175"/>
                    </a:lnTo>
                    <a:lnTo>
                      <a:pt x="2130" y="137"/>
                    </a:lnTo>
                    <a:lnTo>
                      <a:pt x="2142" y="104"/>
                    </a:lnTo>
                    <a:lnTo>
                      <a:pt x="2135" y="85"/>
                    </a:lnTo>
                    <a:lnTo>
                      <a:pt x="2114" y="71"/>
                    </a:lnTo>
                    <a:lnTo>
                      <a:pt x="2090" y="66"/>
                    </a:lnTo>
                    <a:lnTo>
                      <a:pt x="2062" y="43"/>
                    </a:lnTo>
                    <a:lnTo>
                      <a:pt x="2060" y="15"/>
                    </a:lnTo>
                    <a:lnTo>
                      <a:pt x="2045" y="43"/>
                    </a:lnTo>
                    <a:lnTo>
                      <a:pt x="2022" y="31"/>
                    </a:lnTo>
                    <a:lnTo>
                      <a:pt x="2010" y="29"/>
                    </a:lnTo>
                    <a:lnTo>
                      <a:pt x="1986" y="50"/>
                    </a:lnTo>
                    <a:lnTo>
                      <a:pt x="1944" y="29"/>
                    </a:lnTo>
                    <a:lnTo>
                      <a:pt x="1897" y="0"/>
                    </a:lnTo>
                    <a:lnTo>
                      <a:pt x="1878" y="38"/>
                    </a:lnTo>
                    <a:lnTo>
                      <a:pt x="1852" y="90"/>
                    </a:lnTo>
                    <a:lnTo>
                      <a:pt x="1878" y="109"/>
                    </a:lnTo>
                    <a:lnTo>
                      <a:pt x="1901" y="95"/>
                    </a:lnTo>
                    <a:lnTo>
                      <a:pt x="1908" y="111"/>
                    </a:lnTo>
                    <a:lnTo>
                      <a:pt x="1897" y="126"/>
                    </a:lnTo>
                    <a:lnTo>
                      <a:pt x="1915" y="154"/>
                    </a:lnTo>
                    <a:lnTo>
                      <a:pt x="1944" y="159"/>
                    </a:lnTo>
                    <a:lnTo>
                      <a:pt x="1982" y="166"/>
                    </a:lnTo>
                    <a:lnTo>
                      <a:pt x="1972" y="189"/>
                    </a:lnTo>
                    <a:lnTo>
                      <a:pt x="1970" y="222"/>
                    </a:lnTo>
                    <a:lnTo>
                      <a:pt x="1932" y="225"/>
                    </a:lnTo>
                    <a:lnTo>
                      <a:pt x="1894" y="234"/>
                    </a:lnTo>
                    <a:lnTo>
                      <a:pt x="1840" y="227"/>
                    </a:lnTo>
                    <a:lnTo>
                      <a:pt x="1811" y="274"/>
                    </a:lnTo>
                    <a:lnTo>
                      <a:pt x="1776" y="289"/>
                    </a:lnTo>
                    <a:lnTo>
                      <a:pt x="1731" y="310"/>
                    </a:lnTo>
                    <a:lnTo>
                      <a:pt x="1672" y="333"/>
                    </a:lnTo>
                    <a:lnTo>
                      <a:pt x="1665" y="345"/>
                    </a:lnTo>
                    <a:lnTo>
                      <a:pt x="1651" y="343"/>
                    </a:lnTo>
                    <a:lnTo>
                      <a:pt x="1637" y="331"/>
                    </a:lnTo>
                    <a:lnTo>
                      <a:pt x="1623" y="324"/>
                    </a:lnTo>
                    <a:lnTo>
                      <a:pt x="1585" y="362"/>
                    </a:lnTo>
                    <a:lnTo>
                      <a:pt x="1549" y="362"/>
                    </a:lnTo>
                    <a:lnTo>
                      <a:pt x="1545" y="421"/>
                    </a:lnTo>
                    <a:lnTo>
                      <a:pt x="1514" y="430"/>
                    </a:lnTo>
                    <a:lnTo>
                      <a:pt x="1514" y="449"/>
                    </a:lnTo>
                    <a:lnTo>
                      <a:pt x="1462" y="447"/>
                    </a:lnTo>
                    <a:lnTo>
                      <a:pt x="1448" y="437"/>
                    </a:lnTo>
                    <a:lnTo>
                      <a:pt x="1415" y="440"/>
                    </a:lnTo>
                    <a:lnTo>
                      <a:pt x="1389" y="456"/>
                    </a:lnTo>
                    <a:lnTo>
                      <a:pt x="1360" y="456"/>
                    </a:lnTo>
                    <a:lnTo>
                      <a:pt x="1344" y="447"/>
                    </a:lnTo>
                    <a:lnTo>
                      <a:pt x="1327" y="447"/>
                    </a:lnTo>
                    <a:lnTo>
                      <a:pt x="1306" y="468"/>
                    </a:lnTo>
                    <a:lnTo>
                      <a:pt x="1235" y="475"/>
                    </a:lnTo>
                    <a:lnTo>
                      <a:pt x="1237" y="518"/>
                    </a:lnTo>
                    <a:lnTo>
                      <a:pt x="1211" y="544"/>
                    </a:lnTo>
                    <a:lnTo>
                      <a:pt x="1216" y="577"/>
                    </a:lnTo>
                    <a:lnTo>
                      <a:pt x="1169" y="615"/>
                    </a:lnTo>
                    <a:lnTo>
                      <a:pt x="1150" y="610"/>
                    </a:lnTo>
                    <a:lnTo>
                      <a:pt x="1129" y="603"/>
                    </a:lnTo>
                    <a:lnTo>
                      <a:pt x="1103" y="572"/>
                    </a:lnTo>
                    <a:lnTo>
                      <a:pt x="1089" y="589"/>
                    </a:lnTo>
                    <a:lnTo>
                      <a:pt x="1051" y="619"/>
                    </a:lnTo>
                    <a:lnTo>
                      <a:pt x="1046" y="645"/>
                    </a:lnTo>
                    <a:lnTo>
                      <a:pt x="1015" y="655"/>
                    </a:lnTo>
                    <a:lnTo>
                      <a:pt x="1006" y="636"/>
                    </a:lnTo>
                    <a:lnTo>
                      <a:pt x="978" y="636"/>
                    </a:lnTo>
                    <a:lnTo>
                      <a:pt x="963" y="681"/>
                    </a:lnTo>
                    <a:lnTo>
                      <a:pt x="945" y="726"/>
                    </a:lnTo>
                    <a:lnTo>
                      <a:pt x="937" y="752"/>
                    </a:lnTo>
                    <a:lnTo>
                      <a:pt x="893" y="752"/>
                    </a:lnTo>
                    <a:lnTo>
                      <a:pt x="878" y="740"/>
                    </a:lnTo>
                    <a:lnTo>
                      <a:pt x="867" y="744"/>
                    </a:lnTo>
                    <a:lnTo>
                      <a:pt x="850" y="759"/>
                    </a:lnTo>
                    <a:lnTo>
                      <a:pt x="803" y="749"/>
                    </a:lnTo>
                    <a:lnTo>
                      <a:pt x="793" y="770"/>
                    </a:lnTo>
                    <a:lnTo>
                      <a:pt x="791" y="832"/>
                    </a:lnTo>
                    <a:lnTo>
                      <a:pt x="748" y="872"/>
                    </a:lnTo>
                    <a:lnTo>
                      <a:pt x="725" y="877"/>
                    </a:lnTo>
                    <a:lnTo>
                      <a:pt x="704" y="870"/>
                    </a:lnTo>
                    <a:lnTo>
                      <a:pt x="621" y="818"/>
                    </a:lnTo>
                    <a:lnTo>
                      <a:pt x="604" y="844"/>
                    </a:lnTo>
                    <a:lnTo>
                      <a:pt x="583" y="825"/>
                    </a:lnTo>
                    <a:lnTo>
                      <a:pt x="557" y="839"/>
                    </a:lnTo>
                    <a:lnTo>
                      <a:pt x="519" y="893"/>
                    </a:lnTo>
                    <a:lnTo>
                      <a:pt x="493" y="872"/>
                    </a:lnTo>
                    <a:lnTo>
                      <a:pt x="432" y="874"/>
                    </a:lnTo>
                    <a:lnTo>
                      <a:pt x="408" y="896"/>
                    </a:lnTo>
                    <a:lnTo>
                      <a:pt x="359" y="896"/>
                    </a:lnTo>
                    <a:lnTo>
                      <a:pt x="333" y="924"/>
                    </a:lnTo>
                    <a:lnTo>
                      <a:pt x="328" y="962"/>
                    </a:lnTo>
                    <a:lnTo>
                      <a:pt x="262" y="997"/>
                    </a:lnTo>
                    <a:lnTo>
                      <a:pt x="255" y="1033"/>
                    </a:lnTo>
                    <a:lnTo>
                      <a:pt x="222" y="1056"/>
                    </a:lnTo>
                    <a:lnTo>
                      <a:pt x="219" y="1096"/>
                    </a:lnTo>
                    <a:lnTo>
                      <a:pt x="196" y="1111"/>
                    </a:lnTo>
                    <a:lnTo>
                      <a:pt x="193" y="1203"/>
                    </a:lnTo>
                    <a:lnTo>
                      <a:pt x="153" y="1177"/>
                    </a:lnTo>
                    <a:lnTo>
                      <a:pt x="151" y="1130"/>
                    </a:lnTo>
                    <a:lnTo>
                      <a:pt x="127" y="1099"/>
                    </a:lnTo>
                    <a:lnTo>
                      <a:pt x="134" y="1073"/>
                    </a:lnTo>
                    <a:lnTo>
                      <a:pt x="106" y="1068"/>
                    </a:lnTo>
                    <a:lnTo>
                      <a:pt x="78" y="1059"/>
                    </a:lnTo>
                    <a:lnTo>
                      <a:pt x="73" y="1007"/>
                    </a:lnTo>
                    <a:lnTo>
                      <a:pt x="54" y="1000"/>
                    </a:lnTo>
                    <a:lnTo>
                      <a:pt x="33" y="997"/>
                    </a:lnTo>
                    <a:lnTo>
                      <a:pt x="4" y="1000"/>
                    </a:lnTo>
                    <a:lnTo>
                      <a:pt x="26" y="1035"/>
                    </a:lnTo>
                    <a:lnTo>
                      <a:pt x="28" y="1063"/>
                    </a:lnTo>
                    <a:lnTo>
                      <a:pt x="0" y="1096"/>
                    </a:lnTo>
                    <a:lnTo>
                      <a:pt x="28" y="1113"/>
                    </a:lnTo>
                    <a:lnTo>
                      <a:pt x="59" y="1144"/>
                    </a:lnTo>
                    <a:lnTo>
                      <a:pt x="89" y="1193"/>
                    </a:lnTo>
                    <a:lnTo>
                      <a:pt x="85" y="1233"/>
                    </a:lnTo>
                    <a:lnTo>
                      <a:pt x="78" y="1252"/>
                    </a:lnTo>
                    <a:lnTo>
                      <a:pt x="92" y="1288"/>
                    </a:lnTo>
                    <a:lnTo>
                      <a:pt x="132" y="1307"/>
                    </a:lnTo>
                    <a:lnTo>
                      <a:pt x="141" y="1328"/>
                    </a:lnTo>
                    <a:lnTo>
                      <a:pt x="141" y="1356"/>
                    </a:lnTo>
                    <a:lnTo>
                      <a:pt x="182" y="1368"/>
                    </a:lnTo>
                    <a:lnTo>
                      <a:pt x="217" y="1385"/>
                    </a:lnTo>
                    <a:lnTo>
                      <a:pt x="283" y="1451"/>
                    </a:lnTo>
                    <a:lnTo>
                      <a:pt x="330" y="1451"/>
                    </a:lnTo>
                    <a:lnTo>
                      <a:pt x="340" y="1467"/>
                    </a:lnTo>
                    <a:lnTo>
                      <a:pt x="330" y="1491"/>
                    </a:lnTo>
                    <a:lnTo>
                      <a:pt x="326" y="1507"/>
                    </a:lnTo>
                    <a:lnTo>
                      <a:pt x="349" y="1519"/>
                    </a:lnTo>
                    <a:lnTo>
                      <a:pt x="380" y="1538"/>
                    </a:lnTo>
                    <a:lnTo>
                      <a:pt x="371" y="1571"/>
                    </a:lnTo>
                    <a:lnTo>
                      <a:pt x="359" y="1607"/>
                    </a:lnTo>
                    <a:lnTo>
                      <a:pt x="342" y="1642"/>
                    </a:lnTo>
                    <a:lnTo>
                      <a:pt x="319" y="1647"/>
                    </a:lnTo>
                    <a:lnTo>
                      <a:pt x="316" y="1713"/>
                    </a:lnTo>
                    <a:lnTo>
                      <a:pt x="300" y="1727"/>
                    </a:lnTo>
                    <a:lnTo>
                      <a:pt x="259" y="1748"/>
                    </a:lnTo>
                    <a:lnTo>
                      <a:pt x="259" y="1774"/>
                    </a:lnTo>
                    <a:lnTo>
                      <a:pt x="302" y="1833"/>
                    </a:lnTo>
                    <a:lnTo>
                      <a:pt x="359" y="1852"/>
                    </a:lnTo>
                    <a:lnTo>
                      <a:pt x="356" y="1923"/>
                    </a:lnTo>
                    <a:lnTo>
                      <a:pt x="392" y="1937"/>
                    </a:lnTo>
                    <a:lnTo>
                      <a:pt x="404" y="1956"/>
                    </a:lnTo>
                    <a:lnTo>
                      <a:pt x="408" y="1985"/>
                    </a:lnTo>
                    <a:lnTo>
                      <a:pt x="413" y="2011"/>
                    </a:lnTo>
                    <a:lnTo>
                      <a:pt x="425" y="2048"/>
                    </a:lnTo>
                    <a:lnTo>
                      <a:pt x="460" y="2058"/>
                    </a:lnTo>
                    <a:lnTo>
                      <a:pt x="465" y="2143"/>
                    </a:lnTo>
                    <a:lnTo>
                      <a:pt x="474" y="2169"/>
                    </a:lnTo>
                    <a:lnTo>
                      <a:pt x="486" y="2185"/>
                    </a:lnTo>
                    <a:lnTo>
                      <a:pt x="515" y="2195"/>
                    </a:lnTo>
                    <a:lnTo>
                      <a:pt x="564" y="2237"/>
                    </a:lnTo>
                    <a:lnTo>
                      <a:pt x="567" y="2270"/>
                    </a:lnTo>
                    <a:lnTo>
                      <a:pt x="604" y="2306"/>
                    </a:lnTo>
                    <a:lnTo>
                      <a:pt x="642" y="2313"/>
                    </a:lnTo>
                    <a:lnTo>
                      <a:pt x="680" y="2315"/>
                    </a:lnTo>
                    <a:lnTo>
                      <a:pt x="680" y="2299"/>
                    </a:lnTo>
                    <a:lnTo>
                      <a:pt x="715" y="2299"/>
                    </a:lnTo>
                    <a:lnTo>
                      <a:pt x="739" y="2308"/>
                    </a:lnTo>
                    <a:lnTo>
                      <a:pt x="793" y="2363"/>
                    </a:lnTo>
                    <a:lnTo>
                      <a:pt x="800" y="2405"/>
                    </a:lnTo>
                    <a:lnTo>
                      <a:pt x="841" y="2426"/>
                    </a:lnTo>
                    <a:lnTo>
                      <a:pt x="860" y="2464"/>
                    </a:lnTo>
                    <a:lnTo>
                      <a:pt x="874" y="2493"/>
                    </a:lnTo>
                    <a:lnTo>
                      <a:pt x="923" y="2533"/>
                    </a:lnTo>
                    <a:lnTo>
                      <a:pt x="926" y="2578"/>
                    </a:lnTo>
                    <a:lnTo>
                      <a:pt x="971" y="2604"/>
                    </a:lnTo>
                    <a:lnTo>
                      <a:pt x="1030" y="2604"/>
                    </a:lnTo>
                    <a:lnTo>
                      <a:pt x="1112" y="2689"/>
                    </a:lnTo>
                    <a:lnTo>
                      <a:pt x="1119" y="2731"/>
                    </a:lnTo>
                    <a:lnTo>
                      <a:pt x="1119" y="2771"/>
                    </a:lnTo>
                    <a:lnTo>
                      <a:pt x="1193" y="2819"/>
                    </a:lnTo>
                    <a:lnTo>
                      <a:pt x="1207" y="2804"/>
                    </a:lnTo>
                    <a:lnTo>
                      <a:pt x="1216" y="2778"/>
                    </a:lnTo>
                    <a:lnTo>
                      <a:pt x="1256" y="2781"/>
                    </a:lnTo>
                    <a:lnTo>
                      <a:pt x="1287" y="2809"/>
                    </a:lnTo>
                    <a:lnTo>
                      <a:pt x="1313" y="2826"/>
                    </a:lnTo>
                    <a:lnTo>
                      <a:pt x="1356" y="2904"/>
                    </a:lnTo>
                    <a:lnTo>
                      <a:pt x="1412" y="2906"/>
                    </a:lnTo>
                    <a:lnTo>
                      <a:pt x="1436" y="2953"/>
                    </a:lnTo>
                    <a:lnTo>
                      <a:pt x="1471" y="3010"/>
                    </a:lnTo>
                    <a:lnTo>
                      <a:pt x="1471" y="3045"/>
                    </a:lnTo>
                    <a:lnTo>
                      <a:pt x="1493" y="3048"/>
                    </a:lnTo>
                    <a:lnTo>
                      <a:pt x="1516" y="3048"/>
                    </a:lnTo>
                    <a:lnTo>
                      <a:pt x="1563" y="3097"/>
                    </a:lnTo>
                    <a:lnTo>
                      <a:pt x="1599" y="3119"/>
                    </a:lnTo>
                    <a:lnTo>
                      <a:pt x="1639" y="3133"/>
                    </a:lnTo>
                    <a:lnTo>
                      <a:pt x="1648" y="3163"/>
                    </a:lnTo>
                    <a:lnTo>
                      <a:pt x="1682" y="3180"/>
                    </a:lnTo>
                    <a:lnTo>
                      <a:pt x="1677" y="3206"/>
                    </a:lnTo>
                    <a:lnTo>
                      <a:pt x="1644" y="3206"/>
                    </a:lnTo>
                    <a:lnTo>
                      <a:pt x="1639" y="3222"/>
                    </a:lnTo>
                    <a:lnTo>
                      <a:pt x="1667" y="3239"/>
                    </a:lnTo>
                    <a:lnTo>
                      <a:pt x="1674" y="3267"/>
                    </a:lnTo>
                    <a:lnTo>
                      <a:pt x="1698" y="3274"/>
                    </a:lnTo>
                    <a:lnTo>
                      <a:pt x="1724" y="3286"/>
                    </a:lnTo>
                    <a:lnTo>
                      <a:pt x="1760" y="3272"/>
                    </a:lnTo>
                    <a:lnTo>
                      <a:pt x="1800" y="3279"/>
                    </a:lnTo>
                    <a:lnTo>
                      <a:pt x="1828" y="3286"/>
                    </a:lnTo>
                    <a:lnTo>
                      <a:pt x="1861" y="3293"/>
                    </a:lnTo>
                    <a:lnTo>
                      <a:pt x="1908" y="3333"/>
                    </a:lnTo>
                    <a:lnTo>
                      <a:pt x="1939" y="3305"/>
                    </a:lnTo>
                    <a:lnTo>
                      <a:pt x="1956" y="3305"/>
                    </a:lnTo>
                    <a:lnTo>
                      <a:pt x="1970" y="3279"/>
                    </a:lnTo>
                    <a:lnTo>
                      <a:pt x="1998" y="3282"/>
                    </a:lnTo>
                    <a:lnTo>
                      <a:pt x="2019" y="3253"/>
                    </a:lnTo>
                    <a:lnTo>
                      <a:pt x="2012" y="3218"/>
                    </a:lnTo>
                    <a:lnTo>
                      <a:pt x="2029" y="3206"/>
                    </a:lnTo>
                    <a:lnTo>
                      <a:pt x="2067" y="3248"/>
                    </a:lnTo>
                    <a:lnTo>
                      <a:pt x="2095" y="3267"/>
                    </a:lnTo>
                    <a:lnTo>
                      <a:pt x="2126" y="3260"/>
                    </a:lnTo>
                    <a:lnTo>
                      <a:pt x="2159" y="3237"/>
                    </a:lnTo>
                    <a:lnTo>
                      <a:pt x="2163" y="3265"/>
                    </a:lnTo>
                    <a:lnTo>
                      <a:pt x="2194" y="3270"/>
                    </a:lnTo>
                    <a:lnTo>
                      <a:pt x="2201" y="3296"/>
                    </a:lnTo>
                    <a:lnTo>
                      <a:pt x="2239" y="3291"/>
                    </a:lnTo>
                    <a:lnTo>
                      <a:pt x="2246" y="3272"/>
                    </a:lnTo>
                    <a:lnTo>
                      <a:pt x="2246" y="3166"/>
                    </a:lnTo>
                    <a:lnTo>
                      <a:pt x="2322" y="3097"/>
                    </a:lnTo>
                    <a:lnTo>
                      <a:pt x="2322" y="3036"/>
                    </a:lnTo>
                    <a:lnTo>
                      <a:pt x="2393" y="3036"/>
                    </a:lnTo>
                    <a:lnTo>
                      <a:pt x="2447" y="3067"/>
                    </a:lnTo>
                    <a:lnTo>
                      <a:pt x="2466" y="3048"/>
                    </a:lnTo>
                    <a:lnTo>
                      <a:pt x="2447" y="3015"/>
                    </a:lnTo>
                    <a:lnTo>
                      <a:pt x="2461" y="2977"/>
                    </a:lnTo>
                    <a:lnTo>
                      <a:pt x="2473" y="2960"/>
                    </a:lnTo>
                    <a:lnTo>
                      <a:pt x="2461" y="2932"/>
                    </a:lnTo>
                    <a:lnTo>
                      <a:pt x="2463" y="2908"/>
                    </a:lnTo>
                    <a:lnTo>
                      <a:pt x="2480" y="2882"/>
                    </a:lnTo>
                    <a:lnTo>
                      <a:pt x="2480" y="2830"/>
                    </a:lnTo>
                    <a:lnTo>
                      <a:pt x="2468" y="2816"/>
                    </a:lnTo>
                    <a:lnTo>
                      <a:pt x="2471" y="2771"/>
                    </a:lnTo>
                    <a:lnTo>
                      <a:pt x="2482" y="2767"/>
                    </a:lnTo>
                    <a:lnTo>
                      <a:pt x="2482" y="2733"/>
                    </a:lnTo>
                    <a:lnTo>
                      <a:pt x="2499" y="2719"/>
                    </a:lnTo>
                    <a:lnTo>
                      <a:pt x="2541" y="2724"/>
                    </a:lnTo>
                    <a:lnTo>
                      <a:pt x="2549" y="2752"/>
                    </a:lnTo>
                    <a:lnTo>
                      <a:pt x="2619" y="2755"/>
                    </a:lnTo>
                    <a:lnTo>
                      <a:pt x="2626" y="2764"/>
                    </a:lnTo>
                    <a:lnTo>
                      <a:pt x="2626" y="2823"/>
                    </a:lnTo>
                    <a:lnTo>
                      <a:pt x="2655" y="2823"/>
                    </a:lnTo>
                    <a:lnTo>
                      <a:pt x="2678" y="2800"/>
                    </a:lnTo>
                    <a:lnTo>
                      <a:pt x="2719" y="2800"/>
                    </a:lnTo>
                    <a:lnTo>
                      <a:pt x="2728" y="2755"/>
                    </a:lnTo>
                    <a:lnTo>
                      <a:pt x="2747" y="2767"/>
                    </a:lnTo>
                    <a:lnTo>
                      <a:pt x="2752" y="2778"/>
                    </a:lnTo>
                    <a:lnTo>
                      <a:pt x="2808" y="2776"/>
                    </a:lnTo>
                    <a:lnTo>
                      <a:pt x="2849" y="2811"/>
                    </a:lnTo>
                    <a:lnTo>
                      <a:pt x="2896" y="2814"/>
                    </a:lnTo>
                    <a:lnTo>
                      <a:pt x="2922" y="2840"/>
                    </a:lnTo>
                    <a:lnTo>
                      <a:pt x="2929" y="2863"/>
                    </a:lnTo>
                    <a:lnTo>
                      <a:pt x="2976" y="2882"/>
                    </a:lnTo>
                    <a:lnTo>
                      <a:pt x="3026" y="2887"/>
                    </a:lnTo>
                    <a:lnTo>
                      <a:pt x="3082" y="2939"/>
                    </a:lnTo>
                    <a:lnTo>
                      <a:pt x="3139" y="2939"/>
                    </a:lnTo>
                    <a:lnTo>
                      <a:pt x="3156" y="2911"/>
                    </a:lnTo>
                    <a:lnTo>
                      <a:pt x="3212" y="2911"/>
                    </a:lnTo>
                    <a:lnTo>
                      <a:pt x="3212" y="2932"/>
                    </a:lnTo>
                    <a:lnTo>
                      <a:pt x="3243" y="2932"/>
                    </a:lnTo>
                    <a:lnTo>
                      <a:pt x="3243" y="2956"/>
                    </a:lnTo>
                    <a:lnTo>
                      <a:pt x="3278" y="2967"/>
                    </a:lnTo>
                    <a:lnTo>
                      <a:pt x="3304" y="2989"/>
                    </a:lnTo>
                    <a:lnTo>
                      <a:pt x="3312" y="3017"/>
                    </a:lnTo>
                    <a:lnTo>
                      <a:pt x="3430" y="3083"/>
                    </a:lnTo>
                    <a:lnTo>
                      <a:pt x="3595" y="3088"/>
                    </a:lnTo>
                    <a:lnTo>
                      <a:pt x="3628" y="3097"/>
                    </a:lnTo>
                    <a:lnTo>
                      <a:pt x="3640" y="3083"/>
                    </a:lnTo>
                    <a:lnTo>
                      <a:pt x="3654" y="3104"/>
                    </a:lnTo>
                    <a:lnTo>
                      <a:pt x="3675" y="3102"/>
                    </a:lnTo>
                    <a:lnTo>
                      <a:pt x="3730" y="3033"/>
                    </a:lnTo>
                    <a:lnTo>
                      <a:pt x="3734" y="2998"/>
                    </a:lnTo>
                    <a:lnTo>
                      <a:pt x="3767" y="3003"/>
                    </a:lnTo>
                    <a:lnTo>
                      <a:pt x="3789" y="3012"/>
                    </a:lnTo>
                    <a:lnTo>
                      <a:pt x="3812" y="2993"/>
                    </a:lnTo>
                    <a:lnTo>
                      <a:pt x="3857" y="3033"/>
                    </a:lnTo>
                    <a:lnTo>
                      <a:pt x="3916" y="3036"/>
                    </a:lnTo>
                    <a:lnTo>
                      <a:pt x="3933" y="3104"/>
                    </a:lnTo>
                    <a:lnTo>
                      <a:pt x="3954" y="3100"/>
                    </a:lnTo>
                    <a:lnTo>
                      <a:pt x="3968" y="3088"/>
                    </a:lnTo>
                    <a:lnTo>
                      <a:pt x="3985" y="3102"/>
                    </a:lnTo>
                    <a:lnTo>
                      <a:pt x="4034" y="3135"/>
                    </a:lnTo>
                    <a:lnTo>
                      <a:pt x="4058" y="3121"/>
                    </a:lnTo>
                    <a:lnTo>
                      <a:pt x="4091" y="3121"/>
                    </a:lnTo>
                    <a:lnTo>
                      <a:pt x="4108" y="3107"/>
                    </a:lnTo>
                    <a:lnTo>
                      <a:pt x="4134" y="3128"/>
                    </a:lnTo>
                    <a:lnTo>
                      <a:pt x="4131" y="3175"/>
                    </a:lnTo>
                    <a:lnTo>
                      <a:pt x="4141" y="3185"/>
                    </a:lnTo>
                    <a:lnTo>
                      <a:pt x="4131" y="3232"/>
                    </a:lnTo>
                    <a:lnTo>
                      <a:pt x="4148" y="3248"/>
                    </a:lnTo>
                    <a:lnTo>
                      <a:pt x="4186" y="3187"/>
                    </a:lnTo>
                    <a:lnTo>
                      <a:pt x="4200" y="3144"/>
                    </a:lnTo>
                    <a:close/>
                    <a:moveTo>
                      <a:pt x="1705" y="3180"/>
                    </a:moveTo>
                    <a:lnTo>
                      <a:pt x="1689" y="3173"/>
                    </a:lnTo>
                    <a:lnTo>
                      <a:pt x="1674" y="3135"/>
                    </a:lnTo>
                    <a:lnTo>
                      <a:pt x="1627" y="3090"/>
                    </a:lnTo>
                    <a:lnTo>
                      <a:pt x="1670" y="3104"/>
                    </a:lnTo>
                    <a:lnTo>
                      <a:pt x="1684" y="3088"/>
                    </a:lnTo>
                    <a:lnTo>
                      <a:pt x="1700" y="3135"/>
                    </a:lnTo>
                    <a:lnTo>
                      <a:pt x="1712" y="3149"/>
                    </a:lnTo>
                    <a:lnTo>
                      <a:pt x="1748" y="3196"/>
                    </a:lnTo>
                    <a:lnTo>
                      <a:pt x="1705" y="3180"/>
                    </a:lnTo>
                    <a:close/>
                  </a:path>
                </a:pathLst>
              </a:custGeom>
              <a:grpFill/>
              <a:ln w="317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de-DE"/>
              </a:p>
            </p:txBody>
          </p:sp>
          <p:sp>
            <p:nvSpPr>
              <p:cNvPr id="89" name="Freeform 182">
                <a:extLst>
                  <a:ext uri="{FF2B5EF4-FFF2-40B4-BE49-F238E27FC236}">
                    <a16:creationId xmlns:a16="http://schemas.microsoft.com/office/drawing/2014/main" id="{43FF51BB-103D-4D42-B34F-A90CDA3FBC90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4516162" y="4485571"/>
                <a:ext cx="486311" cy="153692"/>
              </a:xfrm>
              <a:custGeom>
                <a:avLst/>
                <a:gdLst/>
                <a:ahLst/>
                <a:cxnLst>
                  <a:cxn ang="0">
                    <a:pos x="1663" y="486"/>
                  </a:cxn>
                  <a:cxn ang="0">
                    <a:pos x="1592" y="531"/>
                  </a:cxn>
                  <a:cxn ang="0">
                    <a:pos x="1559" y="474"/>
                  </a:cxn>
                  <a:cxn ang="0">
                    <a:pos x="1526" y="404"/>
                  </a:cxn>
                  <a:cxn ang="0">
                    <a:pos x="1443" y="352"/>
                  </a:cxn>
                  <a:cxn ang="0">
                    <a:pos x="1412" y="290"/>
                  </a:cxn>
                  <a:cxn ang="0">
                    <a:pos x="1342" y="269"/>
                  </a:cxn>
                  <a:cxn ang="0">
                    <a:pos x="1287" y="160"/>
                  </a:cxn>
                  <a:cxn ang="0">
                    <a:pos x="1216" y="73"/>
                  </a:cxn>
                  <a:cxn ang="0">
                    <a:pos x="1153" y="23"/>
                  </a:cxn>
                  <a:cxn ang="0">
                    <a:pos x="1103" y="45"/>
                  </a:cxn>
                  <a:cxn ang="0">
                    <a:pos x="1051" y="59"/>
                  </a:cxn>
                  <a:cxn ang="0">
                    <a:pos x="1016" y="16"/>
                  </a:cxn>
                  <a:cxn ang="0">
                    <a:pos x="956" y="9"/>
                  </a:cxn>
                  <a:cxn ang="0">
                    <a:pos x="874" y="59"/>
                  </a:cxn>
                  <a:cxn ang="0">
                    <a:pos x="791" y="56"/>
                  </a:cxn>
                  <a:cxn ang="0">
                    <a:pos x="732" y="0"/>
                  </a:cxn>
                  <a:cxn ang="0">
                    <a:pos x="675" y="28"/>
                  </a:cxn>
                  <a:cxn ang="0">
                    <a:pos x="581" y="37"/>
                  </a:cxn>
                  <a:cxn ang="0">
                    <a:pos x="581" y="82"/>
                  </a:cxn>
                  <a:cxn ang="0">
                    <a:pos x="517" y="141"/>
                  </a:cxn>
                  <a:cxn ang="0">
                    <a:pos x="460" y="196"/>
                  </a:cxn>
                  <a:cxn ang="0">
                    <a:pos x="375" y="212"/>
                  </a:cxn>
                  <a:cxn ang="0">
                    <a:pos x="387" y="250"/>
                  </a:cxn>
                  <a:cxn ang="0">
                    <a:pos x="253" y="243"/>
                  </a:cxn>
                  <a:cxn ang="0">
                    <a:pos x="243" y="189"/>
                  </a:cxn>
                  <a:cxn ang="0">
                    <a:pos x="179" y="241"/>
                  </a:cxn>
                  <a:cxn ang="0">
                    <a:pos x="193" y="281"/>
                  </a:cxn>
                  <a:cxn ang="0">
                    <a:pos x="137" y="335"/>
                  </a:cxn>
                  <a:cxn ang="0">
                    <a:pos x="104" y="316"/>
                  </a:cxn>
                  <a:cxn ang="0">
                    <a:pos x="42" y="328"/>
                  </a:cxn>
                  <a:cxn ang="0">
                    <a:pos x="23" y="375"/>
                  </a:cxn>
                  <a:cxn ang="0">
                    <a:pos x="23" y="418"/>
                  </a:cxn>
                  <a:cxn ang="0">
                    <a:pos x="0" y="451"/>
                  </a:cxn>
                  <a:cxn ang="0">
                    <a:pos x="35" y="451"/>
                  </a:cxn>
                  <a:cxn ang="0">
                    <a:pos x="56" y="484"/>
                  </a:cxn>
                  <a:cxn ang="0">
                    <a:pos x="16" y="503"/>
                  </a:cxn>
                  <a:cxn ang="0">
                    <a:pos x="19" y="536"/>
                  </a:cxn>
                  <a:cxn ang="0">
                    <a:pos x="1691" y="531"/>
                  </a:cxn>
                </a:cxnLst>
                <a:rect l="0" t="0" r="r" b="b"/>
                <a:pathLst>
                  <a:path w="1696" h="536">
                    <a:moveTo>
                      <a:pt x="1696" y="500"/>
                    </a:moveTo>
                    <a:lnTo>
                      <a:pt x="1663" y="486"/>
                    </a:lnTo>
                    <a:lnTo>
                      <a:pt x="1653" y="526"/>
                    </a:lnTo>
                    <a:lnTo>
                      <a:pt x="1592" y="531"/>
                    </a:lnTo>
                    <a:lnTo>
                      <a:pt x="1578" y="479"/>
                    </a:lnTo>
                    <a:lnTo>
                      <a:pt x="1559" y="474"/>
                    </a:lnTo>
                    <a:lnTo>
                      <a:pt x="1554" y="434"/>
                    </a:lnTo>
                    <a:lnTo>
                      <a:pt x="1526" y="404"/>
                    </a:lnTo>
                    <a:lnTo>
                      <a:pt x="1500" y="375"/>
                    </a:lnTo>
                    <a:lnTo>
                      <a:pt x="1443" y="352"/>
                    </a:lnTo>
                    <a:lnTo>
                      <a:pt x="1417" y="319"/>
                    </a:lnTo>
                    <a:lnTo>
                      <a:pt x="1412" y="290"/>
                    </a:lnTo>
                    <a:lnTo>
                      <a:pt x="1382" y="257"/>
                    </a:lnTo>
                    <a:lnTo>
                      <a:pt x="1342" y="269"/>
                    </a:lnTo>
                    <a:lnTo>
                      <a:pt x="1280" y="210"/>
                    </a:lnTo>
                    <a:lnTo>
                      <a:pt x="1287" y="160"/>
                    </a:lnTo>
                    <a:lnTo>
                      <a:pt x="1233" y="106"/>
                    </a:lnTo>
                    <a:lnTo>
                      <a:pt x="1216" y="73"/>
                    </a:lnTo>
                    <a:lnTo>
                      <a:pt x="1186" y="61"/>
                    </a:lnTo>
                    <a:lnTo>
                      <a:pt x="1153" y="23"/>
                    </a:lnTo>
                    <a:lnTo>
                      <a:pt x="1119" y="45"/>
                    </a:lnTo>
                    <a:lnTo>
                      <a:pt x="1103" y="45"/>
                    </a:lnTo>
                    <a:lnTo>
                      <a:pt x="1082" y="12"/>
                    </a:lnTo>
                    <a:lnTo>
                      <a:pt x="1051" y="59"/>
                    </a:lnTo>
                    <a:lnTo>
                      <a:pt x="1016" y="56"/>
                    </a:lnTo>
                    <a:lnTo>
                      <a:pt x="1016" y="16"/>
                    </a:lnTo>
                    <a:lnTo>
                      <a:pt x="978" y="19"/>
                    </a:lnTo>
                    <a:lnTo>
                      <a:pt x="956" y="9"/>
                    </a:lnTo>
                    <a:lnTo>
                      <a:pt x="909" y="33"/>
                    </a:lnTo>
                    <a:lnTo>
                      <a:pt x="874" y="59"/>
                    </a:lnTo>
                    <a:lnTo>
                      <a:pt x="831" y="78"/>
                    </a:lnTo>
                    <a:lnTo>
                      <a:pt x="791" y="56"/>
                    </a:lnTo>
                    <a:lnTo>
                      <a:pt x="760" y="33"/>
                    </a:lnTo>
                    <a:lnTo>
                      <a:pt x="732" y="0"/>
                    </a:lnTo>
                    <a:lnTo>
                      <a:pt x="694" y="14"/>
                    </a:lnTo>
                    <a:lnTo>
                      <a:pt x="675" y="28"/>
                    </a:lnTo>
                    <a:lnTo>
                      <a:pt x="635" y="14"/>
                    </a:lnTo>
                    <a:lnTo>
                      <a:pt x="581" y="37"/>
                    </a:lnTo>
                    <a:lnTo>
                      <a:pt x="555" y="56"/>
                    </a:lnTo>
                    <a:lnTo>
                      <a:pt x="581" y="82"/>
                    </a:lnTo>
                    <a:lnTo>
                      <a:pt x="538" y="115"/>
                    </a:lnTo>
                    <a:lnTo>
                      <a:pt x="517" y="141"/>
                    </a:lnTo>
                    <a:lnTo>
                      <a:pt x="486" y="177"/>
                    </a:lnTo>
                    <a:lnTo>
                      <a:pt x="460" y="196"/>
                    </a:lnTo>
                    <a:lnTo>
                      <a:pt x="441" y="170"/>
                    </a:lnTo>
                    <a:lnTo>
                      <a:pt x="375" y="212"/>
                    </a:lnTo>
                    <a:lnTo>
                      <a:pt x="375" y="229"/>
                    </a:lnTo>
                    <a:lnTo>
                      <a:pt x="387" y="250"/>
                    </a:lnTo>
                    <a:lnTo>
                      <a:pt x="364" y="241"/>
                    </a:lnTo>
                    <a:lnTo>
                      <a:pt x="253" y="243"/>
                    </a:lnTo>
                    <a:lnTo>
                      <a:pt x="253" y="212"/>
                    </a:lnTo>
                    <a:lnTo>
                      <a:pt x="243" y="189"/>
                    </a:lnTo>
                    <a:lnTo>
                      <a:pt x="219" y="189"/>
                    </a:lnTo>
                    <a:lnTo>
                      <a:pt x="179" y="241"/>
                    </a:lnTo>
                    <a:lnTo>
                      <a:pt x="193" y="257"/>
                    </a:lnTo>
                    <a:lnTo>
                      <a:pt x="193" y="281"/>
                    </a:lnTo>
                    <a:lnTo>
                      <a:pt x="137" y="281"/>
                    </a:lnTo>
                    <a:lnTo>
                      <a:pt x="137" y="335"/>
                    </a:lnTo>
                    <a:lnTo>
                      <a:pt x="118" y="335"/>
                    </a:lnTo>
                    <a:lnTo>
                      <a:pt x="104" y="316"/>
                    </a:lnTo>
                    <a:lnTo>
                      <a:pt x="59" y="316"/>
                    </a:lnTo>
                    <a:lnTo>
                      <a:pt x="42" y="328"/>
                    </a:lnTo>
                    <a:lnTo>
                      <a:pt x="42" y="356"/>
                    </a:lnTo>
                    <a:lnTo>
                      <a:pt x="23" y="375"/>
                    </a:lnTo>
                    <a:lnTo>
                      <a:pt x="47" y="401"/>
                    </a:lnTo>
                    <a:lnTo>
                      <a:pt x="23" y="418"/>
                    </a:lnTo>
                    <a:lnTo>
                      <a:pt x="7" y="411"/>
                    </a:lnTo>
                    <a:lnTo>
                      <a:pt x="0" y="451"/>
                    </a:lnTo>
                    <a:lnTo>
                      <a:pt x="14" y="474"/>
                    </a:lnTo>
                    <a:lnTo>
                      <a:pt x="35" y="451"/>
                    </a:lnTo>
                    <a:lnTo>
                      <a:pt x="66" y="451"/>
                    </a:lnTo>
                    <a:lnTo>
                      <a:pt x="56" y="484"/>
                    </a:lnTo>
                    <a:lnTo>
                      <a:pt x="52" y="500"/>
                    </a:lnTo>
                    <a:lnTo>
                      <a:pt x="16" y="503"/>
                    </a:lnTo>
                    <a:lnTo>
                      <a:pt x="0" y="524"/>
                    </a:lnTo>
                    <a:lnTo>
                      <a:pt x="19" y="536"/>
                    </a:lnTo>
                    <a:lnTo>
                      <a:pt x="1684" y="536"/>
                    </a:lnTo>
                    <a:lnTo>
                      <a:pt x="1691" y="531"/>
                    </a:lnTo>
                    <a:lnTo>
                      <a:pt x="1696" y="500"/>
                    </a:lnTo>
                    <a:close/>
                  </a:path>
                </a:pathLst>
              </a:custGeom>
              <a:grpFill/>
              <a:ln w="317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de-DE"/>
              </a:p>
            </p:txBody>
          </p:sp>
          <p:sp>
            <p:nvSpPr>
              <p:cNvPr id="92" name="Freeform 185">
                <a:extLst>
                  <a:ext uri="{FF2B5EF4-FFF2-40B4-BE49-F238E27FC236}">
                    <a16:creationId xmlns:a16="http://schemas.microsoft.com/office/drawing/2014/main" id="{5AEE71B8-0172-4010-84CF-B71B80600AD2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3353145" y="1112935"/>
                <a:ext cx="2481733" cy="2338938"/>
              </a:xfrm>
              <a:custGeom>
                <a:avLst/>
                <a:gdLst/>
                <a:ahLst/>
                <a:cxnLst>
                  <a:cxn ang="0">
                    <a:pos x="101" y="1047"/>
                  </a:cxn>
                  <a:cxn ang="0">
                    <a:pos x="188" y="1440"/>
                  </a:cxn>
                  <a:cxn ang="0">
                    <a:pos x="214" y="1744"/>
                  </a:cxn>
                  <a:cxn ang="0">
                    <a:pos x="310" y="2076"/>
                  </a:cxn>
                  <a:cxn ang="0">
                    <a:pos x="274" y="2398"/>
                  </a:cxn>
                  <a:cxn ang="0">
                    <a:pos x="385" y="2312"/>
                  </a:cxn>
                  <a:cxn ang="0">
                    <a:pos x="595" y="2470"/>
                  </a:cxn>
                  <a:cxn ang="0">
                    <a:pos x="790" y="2520"/>
                  </a:cxn>
                  <a:cxn ang="0">
                    <a:pos x="819" y="2685"/>
                  </a:cxn>
                  <a:cxn ang="0">
                    <a:pos x="1011" y="2784"/>
                  </a:cxn>
                  <a:cxn ang="0">
                    <a:pos x="1054" y="2654"/>
                  </a:cxn>
                  <a:cxn ang="0">
                    <a:pos x="1319" y="2721"/>
                  </a:cxn>
                  <a:cxn ang="0">
                    <a:pos x="1361" y="2907"/>
                  </a:cxn>
                  <a:cxn ang="0">
                    <a:pos x="1605" y="2953"/>
                  </a:cxn>
                  <a:cxn ang="0">
                    <a:pos x="1759" y="3202"/>
                  </a:cxn>
                  <a:cxn ang="0">
                    <a:pos x="1935" y="3113"/>
                  </a:cxn>
                  <a:cxn ang="0">
                    <a:pos x="2052" y="3340"/>
                  </a:cxn>
                  <a:cxn ang="0">
                    <a:pos x="2253" y="3233"/>
                  </a:cxn>
                  <a:cxn ang="0">
                    <a:pos x="2451" y="3264"/>
                  </a:cxn>
                  <a:cxn ang="0">
                    <a:pos x="2656" y="3226"/>
                  </a:cxn>
                  <a:cxn ang="0">
                    <a:pos x="2906" y="3341"/>
                  </a:cxn>
                  <a:cxn ang="0">
                    <a:pos x="3169" y="3453"/>
                  </a:cxn>
                  <a:cxn ang="0">
                    <a:pos x="3135" y="3251"/>
                  </a:cxn>
                  <a:cxn ang="0">
                    <a:pos x="3349" y="2833"/>
                  </a:cxn>
                  <a:cxn ang="0">
                    <a:pos x="3636" y="2481"/>
                  </a:cxn>
                  <a:cxn ang="0">
                    <a:pos x="3556" y="2248"/>
                  </a:cxn>
                  <a:cxn ang="0">
                    <a:pos x="3483" y="2049"/>
                  </a:cxn>
                  <a:cxn ang="0">
                    <a:pos x="3473" y="1791"/>
                  </a:cxn>
                  <a:cxn ang="0">
                    <a:pos x="3317" y="1595"/>
                  </a:cxn>
                  <a:cxn ang="0">
                    <a:pos x="3585" y="1139"/>
                  </a:cxn>
                  <a:cxn ang="0">
                    <a:pos x="3433" y="612"/>
                  </a:cxn>
                  <a:cxn ang="0">
                    <a:pos x="3264" y="333"/>
                  </a:cxn>
                  <a:cxn ang="0">
                    <a:pos x="2793" y="318"/>
                  </a:cxn>
                  <a:cxn ang="0">
                    <a:pos x="2232" y="269"/>
                  </a:cxn>
                  <a:cxn ang="0">
                    <a:pos x="1718" y="302"/>
                  </a:cxn>
                  <a:cxn ang="0">
                    <a:pos x="1611" y="179"/>
                  </a:cxn>
                  <a:cxn ang="0">
                    <a:pos x="1626" y="68"/>
                  </a:cxn>
                  <a:cxn ang="0">
                    <a:pos x="1572" y="29"/>
                  </a:cxn>
                  <a:cxn ang="0">
                    <a:pos x="1059" y="109"/>
                  </a:cxn>
                  <a:cxn ang="0">
                    <a:pos x="623" y="370"/>
                  </a:cxn>
                  <a:cxn ang="0">
                    <a:pos x="225" y="504"/>
                  </a:cxn>
                  <a:cxn ang="0">
                    <a:pos x="27" y="601"/>
                  </a:cxn>
                  <a:cxn ang="0">
                    <a:pos x="2736" y="670"/>
                  </a:cxn>
                  <a:cxn ang="0">
                    <a:pos x="2749" y="482"/>
                  </a:cxn>
                  <a:cxn ang="0">
                    <a:pos x="2741" y="402"/>
                  </a:cxn>
                  <a:cxn ang="0">
                    <a:pos x="2775" y="491"/>
                  </a:cxn>
                  <a:cxn ang="0">
                    <a:pos x="1884" y="301"/>
                  </a:cxn>
                  <a:cxn ang="0">
                    <a:pos x="1999" y="306"/>
                  </a:cxn>
                  <a:cxn ang="0">
                    <a:pos x="1740" y="2922"/>
                  </a:cxn>
                  <a:cxn ang="0">
                    <a:pos x="1444" y="56"/>
                  </a:cxn>
                  <a:cxn ang="0">
                    <a:pos x="1208" y="72"/>
                  </a:cxn>
                  <a:cxn ang="0">
                    <a:pos x="1071" y="117"/>
                  </a:cxn>
                  <a:cxn ang="0">
                    <a:pos x="899" y="181"/>
                  </a:cxn>
                  <a:cxn ang="0">
                    <a:pos x="770" y="321"/>
                  </a:cxn>
                  <a:cxn ang="0">
                    <a:pos x="55" y="675"/>
                  </a:cxn>
                  <a:cxn ang="0">
                    <a:pos x="53" y="584"/>
                  </a:cxn>
                  <a:cxn ang="0">
                    <a:pos x="193" y="577"/>
                  </a:cxn>
                  <a:cxn ang="0">
                    <a:pos x="202" y="572"/>
                  </a:cxn>
                  <a:cxn ang="0">
                    <a:pos x="178" y="789"/>
                  </a:cxn>
                  <a:cxn ang="0">
                    <a:pos x="176" y="851"/>
                  </a:cxn>
                  <a:cxn ang="0">
                    <a:pos x="87" y="693"/>
                  </a:cxn>
                </a:cxnLst>
                <a:rect l="0" t="0" r="r" b="b"/>
                <a:pathLst>
                  <a:path w="3664" h="3453">
                    <a:moveTo>
                      <a:pt x="54" y="733"/>
                    </a:moveTo>
                    <a:cubicBezTo>
                      <a:pt x="61" y="735"/>
                      <a:pt x="61" y="735"/>
                      <a:pt x="61" y="735"/>
                    </a:cubicBezTo>
                    <a:cubicBezTo>
                      <a:pt x="60" y="752"/>
                      <a:pt x="60" y="752"/>
                      <a:pt x="60" y="752"/>
                    </a:cubicBezTo>
                    <a:cubicBezTo>
                      <a:pt x="74" y="764"/>
                      <a:pt x="74" y="764"/>
                      <a:pt x="74" y="764"/>
                    </a:cubicBezTo>
                    <a:cubicBezTo>
                      <a:pt x="67" y="783"/>
                      <a:pt x="67" y="783"/>
                      <a:pt x="67" y="783"/>
                    </a:cubicBezTo>
                    <a:cubicBezTo>
                      <a:pt x="67" y="807"/>
                      <a:pt x="67" y="807"/>
                      <a:pt x="67" y="807"/>
                    </a:cubicBezTo>
                    <a:cubicBezTo>
                      <a:pt x="77" y="825"/>
                      <a:pt x="77" y="825"/>
                      <a:pt x="77" y="825"/>
                    </a:cubicBezTo>
                    <a:cubicBezTo>
                      <a:pt x="85" y="847"/>
                      <a:pt x="85" y="847"/>
                      <a:pt x="85" y="847"/>
                    </a:cubicBezTo>
                    <a:cubicBezTo>
                      <a:pt x="95" y="867"/>
                      <a:pt x="95" y="867"/>
                      <a:pt x="95" y="867"/>
                    </a:cubicBezTo>
                    <a:cubicBezTo>
                      <a:pt x="96" y="899"/>
                      <a:pt x="96" y="899"/>
                      <a:pt x="96" y="899"/>
                    </a:cubicBezTo>
                    <a:cubicBezTo>
                      <a:pt x="100" y="905"/>
                      <a:pt x="100" y="905"/>
                      <a:pt x="100" y="905"/>
                    </a:cubicBezTo>
                    <a:cubicBezTo>
                      <a:pt x="102" y="931"/>
                      <a:pt x="102" y="931"/>
                      <a:pt x="102" y="931"/>
                    </a:cubicBezTo>
                    <a:cubicBezTo>
                      <a:pt x="105" y="951"/>
                      <a:pt x="105" y="951"/>
                      <a:pt x="105" y="951"/>
                    </a:cubicBezTo>
                    <a:cubicBezTo>
                      <a:pt x="114" y="966"/>
                      <a:pt x="114" y="966"/>
                      <a:pt x="114" y="966"/>
                    </a:cubicBezTo>
                    <a:cubicBezTo>
                      <a:pt x="120" y="977"/>
                      <a:pt x="120" y="977"/>
                      <a:pt x="120" y="977"/>
                    </a:cubicBezTo>
                    <a:cubicBezTo>
                      <a:pt x="115" y="986"/>
                      <a:pt x="115" y="986"/>
                      <a:pt x="115" y="986"/>
                    </a:cubicBezTo>
                    <a:cubicBezTo>
                      <a:pt x="101" y="1009"/>
                      <a:pt x="101" y="1009"/>
                      <a:pt x="101" y="1009"/>
                    </a:cubicBezTo>
                    <a:cubicBezTo>
                      <a:pt x="93" y="1021"/>
                      <a:pt x="93" y="1021"/>
                      <a:pt x="93" y="1021"/>
                    </a:cubicBezTo>
                    <a:cubicBezTo>
                      <a:pt x="92" y="1033"/>
                      <a:pt x="92" y="1033"/>
                      <a:pt x="92" y="1033"/>
                    </a:cubicBezTo>
                    <a:cubicBezTo>
                      <a:pt x="101" y="1047"/>
                      <a:pt x="101" y="1047"/>
                      <a:pt x="101" y="1047"/>
                    </a:cubicBezTo>
                    <a:cubicBezTo>
                      <a:pt x="95" y="1060"/>
                      <a:pt x="95" y="1060"/>
                      <a:pt x="95" y="1060"/>
                    </a:cubicBezTo>
                    <a:cubicBezTo>
                      <a:pt x="92" y="1069"/>
                      <a:pt x="92" y="1069"/>
                      <a:pt x="92" y="1069"/>
                    </a:cubicBezTo>
                    <a:cubicBezTo>
                      <a:pt x="87" y="1087"/>
                      <a:pt x="87" y="1087"/>
                      <a:pt x="87" y="1087"/>
                    </a:cubicBezTo>
                    <a:cubicBezTo>
                      <a:pt x="85" y="1102"/>
                      <a:pt x="85" y="1102"/>
                      <a:pt x="85" y="1102"/>
                    </a:cubicBezTo>
                    <a:cubicBezTo>
                      <a:pt x="8" y="1160"/>
                      <a:pt x="8" y="1160"/>
                      <a:pt x="8" y="1160"/>
                    </a:cubicBezTo>
                    <a:cubicBezTo>
                      <a:pt x="13" y="1190"/>
                      <a:pt x="13" y="1190"/>
                      <a:pt x="13" y="1190"/>
                    </a:cubicBezTo>
                    <a:cubicBezTo>
                      <a:pt x="14" y="1209"/>
                      <a:pt x="14" y="1209"/>
                      <a:pt x="14" y="1209"/>
                    </a:cubicBezTo>
                    <a:cubicBezTo>
                      <a:pt x="0" y="1222"/>
                      <a:pt x="0" y="1222"/>
                      <a:pt x="0" y="1222"/>
                    </a:cubicBezTo>
                    <a:cubicBezTo>
                      <a:pt x="1" y="1233"/>
                      <a:pt x="1" y="1233"/>
                      <a:pt x="1" y="1233"/>
                    </a:cubicBezTo>
                    <a:cubicBezTo>
                      <a:pt x="9" y="1237"/>
                      <a:pt x="9" y="1237"/>
                      <a:pt x="9" y="1237"/>
                    </a:cubicBezTo>
                    <a:cubicBezTo>
                      <a:pt x="33" y="1245"/>
                      <a:pt x="33" y="1245"/>
                      <a:pt x="33" y="1245"/>
                    </a:cubicBezTo>
                    <a:cubicBezTo>
                      <a:pt x="67" y="1281"/>
                      <a:pt x="67" y="1281"/>
                      <a:pt x="67" y="1281"/>
                    </a:cubicBezTo>
                    <a:cubicBezTo>
                      <a:pt x="86" y="1290"/>
                      <a:pt x="86" y="1290"/>
                      <a:pt x="86" y="1290"/>
                    </a:cubicBezTo>
                    <a:cubicBezTo>
                      <a:pt x="127" y="1339"/>
                      <a:pt x="127" y="1339"/>
                      <a:pt x="127" y="1339"/>
                    </a:cubicBezTo>
                    <a:cubicBezTo>
                      <a:pt x="150" y="1354"/>
                      <a:pt x="150" y="1354"/>
                      <a:pt x="150" y="1354"/>
                    </a:cubicBezTo>
                    <a:cubicBezTo>
                      <a:pt x="170" y="1367"/>
                      <a:pt x="170" y="1367"/>
                      <a:pt x="170" y="1367"/>
                    </a:cubicBezTo>
                    <a:cubicBezTo>
                      <a:pt x="188" y="1390"/>
                      <a:pt x="188" y="1390"/>
                      <a:pt x="188" y="1390"/>
                    </a:cubicBezTo>
                    <a:cubicBezTo>
                      <a:pt x="182" y="1407"/>
                      <a:pt x="182" y="1407"/>
                      <a:pt x="182" y="1407"/>
                    </a:cubicBezTo>
                    <a:cubicBezTo>
                      <a:pt x="177" y="1420"/>
                      <a:pt x="177" y="1420"/>
                      <a:pt x="177" y="1420"/>
                    </a:cubicBezTo>
                    <a:cubicBezTo>
                      <a:pt x="188" y="1440"/>
                      <a:pt x="188" y="1440"/>
                      <a:pt x="188" y="1440"/>
                    </a:cubicBezTo>
                    <a:cubicBezTo>
                      <a:pt x="179" y="1452"/>
                      <a:pt x="179" y="1452"/>
                      <a:pt x="179" y="1452"/>
                    </a:cubicBezTo>
                    <a:cubicBezTo>
                      <a:pt x="171" y="1469"/>
                      <a:pt x="171" y="1469"/>
                      <a:pt x="171" y="1469"/>
                    </a:cubicBezTo>
                    <a:cubicBezTo>
                      <a:pt x="153" y="1479"/>
                      <a:pt x="153" y="1479"/>
                      <a:pt x="153" y="1479"/>
                    </a:cubicBezTo>
                    <a:cubicBezTo>
                      <a:pt x="150" y="1507"/>
                      <a:pt x="150" y="1507"/>
                      <a:pt x="150" y="1507"/>
                    </a:cubicBezTo>
                    <a:cubicBezTo>
                      <a:pt x="164" y="1533"/>
                      <a:pt x="164" y="1533"/>
                      <a:pt x="164" y="1533"/>
                    </a:cubicBezTo>
                    <a:cubicBezTo>
                      <a:pt x="168" y="1546"/>
                      <a:pt x="168" y="1546"/>
                      <a:pt x="168" y="1546"/>
                    </a:cubicBezTo>
                    <a:cubicBezTo>
                      <a:pt x="169" y="1566"/>
                      <a:pt x="169" y="1566"/>
                      <a:pt x="169" y="1566"/>
                    </a:cubicBezTo>
                    <a:cubicBezTo>
                      <a:pt x="181" y="1574"/>
                      <a:pt x="181" y="1574"/>
                      <a:pt x="181" y="1574"/>
                    </a:cubicBezTo>
                    <a:cubicBezTo>
                      <a:pt x="198" y="1579"/>
                      <a:pt x="198" y="1579"/>
                      <a:pt x="198" y="1579"/>
                    </a:cubicBezTo>
                    <a:cubicBezTo>
                      <a:pt x="208" y="1582"/>
                      <a:pt x="208" y="1582"/>
                      <a:pt x="208" y="1582"/>
                    </a:cubicBezTo>
                    <a:cubicBezTo>
                      <a:pt x="215" y="1590"/>
                      <a:pt x="215" y="1590"/>
                      <a:pt x="215" y="1590"/>
                    </a:cubicBezTo>
                    <a:cubicBezTo>
                      <a:pt x="210" y="1605"/>
                      <a:pt x="210" y="1605"/>
                      <a:pt x="210" y="1605"/>
                    </a:cubicBezTo>
                    <a:cubicBezTo>
                      <a:pt x="206" y="1619"/>
                      <a:pt x="206" y="1619"/>
                      <a:pt x="206" y="1619"/>
                    </a:cubicBezTo>
                    <a:cubicBezTo>
                      <a:pt x="215" y="1631"/>
                      <a:pt x="215" y="1631"/>
                      <a:pt x="215" y="1631"/>
                    </a:cubicBezTo>
                    <a:cubicBezTo>
                      <a:pt x="204" y="1645"/>
                      <a:pt x="204" y="1645"/>
                      <a:pt x="204" y="1645"/>
                    </a:cubicBezTo>
                    <a:cubicBezTo>
                      <a:pt x="205" y="1665"/>
                      <a:pt x="205" y="1665"/>
                      <a:pt x="205" y="1665"/>
                    </a:cubicBezTo>
                    <a:cubicBezTo>
                      <a:pt x="232" y="1692"/>
                      <a:pt x="232" y="1692"/>
                      <a:pt x="232" y="1692"/>
                    </a:cubicBezTo>
                    <a:cubicBezTo>
                      <a:pt x="219" y="1721"/>
                      <a:pt x="219" y="1721"/>
                      <a:pt x="219" y="1721"/>
                    </a:cubicBezTo>
                    <a:cubicBezTo>
                      <a:pt x="213" y="1735"/>
                      <a:pt x="213" y="1735"/>
                      <a:pt x="213" y="1735"/>
                    </a:cubicBezTo>
                    <a:cubicBezTo>
                      <a:pt x="214" y="1744"/>
                      <a:pt x="214" y="1744"/>
                      <a:pt x="214" y="1744"/>
                    </a:cubicBezTo>
                    <a:cubicBezTo>
                      <a:pt x="210" y="1752"/>
                      <a:pt x="210" y="1752"/>
                      <a:pt x="210" y="1752"/>
                    </a:cubicBezTo>
                    <a:cubicBezTo>
                      <a:pt x="218" y="1764"/>
                      <a:pt x="218" y="1764"/>
                      <a:pt x="218" y="1764"/>
                    </a:cubicBezTo>
                    <a:cubicBezTo>
                      <a:pt x="212" y="1780"/>
                      <a:pt x="212" y="1780"/>
                      <a:pt x="212" y="1780"/>
                    </a:cubicBezTo>
                    <a:cubicBezTo>
                      <a:pt x="207" y="1791"/>
                      <a:pt x="207" y="1791"/>
                      <a:pt x="207" y="1791"/>
                    </a:cubicBezTo>
                    <a:cubicBezTo>
                      <a:pt x="178" y="1822"/>
                      <a:pt x="178" y="1822"/>
                      <a:pt x="178" y="1822"/>
                    </a:cubicBezTo>
                    <a:cubicBezTo>
                      <a:pt x="173" y="1833"/>
                      <a:pt x="173" y="1833"/>
                      <a:pt x="173" y="1833"/>
                    </a:cubicBezTo>
                    <a:cubicBezTo>
                      <a:pt x="175" y="1842"/>
                      <a:pt x="175" y="1842"/>
                      <a:pt x="175" y="1842"/>
                    </a:cubicBezTo>
                    <a:cubicBezTo>
                      <a:pt x="194" y="1859"/>
                      <a:pt x="194" y="1859"/>
                      <a:pt x="194" y="1859"/>
                    </a:cubicBezTo>
                    <a:cubicBezTo>
                      <a:pt x="195" y="1877"/>
                      <a:pt x="195" y="1877"/>
                      <a:pt x="195" y="1877"/>
                    </a:cubicBezTo>
                    <a:cubicBezTo>
                      <a:pt x="199" y="1897"/>
                      <a:pt x="199" y="1897"/>
                      <a:pt x="199" y="1897"/>
                    </a:cubicBezTo>
                    <a:cubicBezTo>
                      <a:pt x="230" y="1929"/>
                      <a:pt x="230" y="1929"/>
                      <a:pt x="230" y="1929"/>
                    </a:cubicBezTo>
                    <a:cubicBezTo>
                      <a:pt x="232" y="1967"/>
                      <a:pt x="232" y="1967"/>
                      <a:pt x="232" y="1967"/>
                    </a:cubicBezTo>
                    <a:cubicBezTo>
                      <a:pt x="215" y="1991"/>
                      <a:pt x="215" y="1991"/>
                      <a:pt x="215" y="1991"/>
                    </a:cubicBezTo>
                    <a:cubicBezTo>
                      <a:pt x="225" y="2012"/>
                      <a:pt x="225" y="2012"/>
                      <a:pt x="225" y="2012"/>
                    </a:cubicBezTo>
                    <a:cubicBezTo>
                      <a:pt x="249" y="2017"/>
                      <a:pt x="249" y="2017"/>
                      <a:pt x="249" y="2017"/>
                    </a:cubicBezTo>
                    <a:cubicBezTo>
                      <a:pt x="266" y="2032"/>
                      <a:pt x="266" y="2032"/>
                      <a:pt x="266" y="2032"/>
                    </a:cubicBezTo>
                    <a:cubicBezTo>
                      <a:pt x="288" y="2037"/>
                      <a:pt x="288" y="2037"/>
                      <a:pt x="288" y="2037"/>
                    </a:cubicBezTo>
                    <a:cubicBezTo>
                      <a:pt x="305" y="2047"/>
                      <a:pt x="305" y="2047"/>
                      <a:pt x="305" y="2047"/>
                    </a:cubicBezTo>
                    <a:cubicBezTo>
                      <a:pt x="310" y="2058"/>
                      <a:pt x="310" y="2058"/>
                      <a:pt x="310" y="2058"/>
                    </a:cubicBezTo>
                    <a:cubicBezTo>
                      <a:pt x="310" y="2076"/>
                      <a:pt x="310" y="2076"/>
                      <a:pt x="310" y="2076"/>
                    </a:cubicBezTo>
                    <a:cubicBezTo>
                      <a:pt x="305" y="2081"/>
                      <a:pt x="305" y="2081"/>
                      <a:pt x="305" y="2081"/>
                    </a:cubicBezTo>
                    <a:cubicBezTo>
                      <a:pt x="307" y="2090"/>
                      <a:pt x="307" y="2090"/>
                      <a:pt x="307" y="2090"/>
                    </a:cubicBezTo>
                    <a:cubicBezTo>
                      <a:pt x="315" y="2104"/>
                      <a:pt x="315" y="2104"/>
                      <a:pt x="315" y="2104"/>
                    </a:cubicBezTo>
                    <a:cubicBezTo>
                      <a:pt x="309" y="2111"/>
                      <a:pt x="309" y="2111"/>
                      <a:pt x="309" y="2111"/>
                    </a:cubicBezTo>
                    <a:cubicBezTo>
                      <a:pt x="333" y="2150"/>
                      <a:pt x="333" y="2150"/>
                      <a:pt x="333" y="2150"/>
                    </a:cubicBezTo>
                    <a:cubicBezTo>
                      <a:pt x="334" y="2179"/>
                      <a:pt x="334" y="2179"/>
                      <a:pt x="334" y="2179"/>
                    </a:cubicBezTo>
                    <a:cubicBezTo>
                      <a:pt x="322" y="2201"/>
                      <a:pt x="322" y="2201"/>
                      <a:pt x="322" y="2201"/>
                    </a:cubicBezTo>
                    <a:cubicBezTo>
                      <a:pt x="321" y="2219"/>
                      <a:pt x="321" y="2219"/>
                      <a:pt x="321" y="2219"/>
                    </a:cubicBezTo>
                    <a:cubicBezTo>
                      <a:pt x="317" y="2242"/>
                      <a:pt x="317" y="2242"/>
                      <a:pt x="317" y="2242"/>
                    </a:cubicBezTo>
                    <a:cubicBezTo>
                      <a:pt x="314" y="2264"/>
                      <a:pt x="314" y="2264"/>
                      <a:pt x="314" y="2264"/>
                    </a:cubicBezTo>
                    <a:cubicBezTo>
                      <a:pt x="312" y="2285"/>
                      <a:pt x="312" y="2285"/>
                      <a:pt x="312" y="2285"/>
                    </a:cubicBezTo>
                    <a:cubicBezTo>
                      <a:pt x="299" y="2313"/>
                      <a:pt x="299" y="2313"/>
                      <a:pt x="299" y="2313"/>
                    </a:cubicBezTo>
                    <a:cubicBezTo>
                      <a:pt x="293" y="2332"/>
                      <a:pt x="293" y="2332"/>
                      <a:pt x="293" y="2332"/>
                    </a:cubicBezTo>
                    <a:cubicBezTo>
                      <a:pt x="287" y="2347"/>
                      <a:pt x="287" y="2347"/>
                      <a:pt x="287" y="2347"/>
                    </a:cubicBezTo>
                    <a:cubicBezTo>
                      <a:pt x="277" y="2365"/>
                      <a:pt x="277" y="2365"/>
                      <a:pt x="277" y="2365"/>
                    </a:cubicBezTo>
                    <a:cubicBezTo>
                      <a:pt x="262" y="2383"/>
                      <a:pt x="262" y="2383"/>
                      <a:pt x="262" y="2383"/>
                    </a:cubicBezTo>
                    <a:cubicBezTo>
                      <a:pt x="257" y="2391"/>
                      <a:pt x="257" y="2391"/>
                      <a:pt x="257" y="2391"/>
                    </a:cubicBezTo>
                    <a:cubicBezTo>
                      <a:pt x="258" y="2400"/>
                      <a:pt x="258" y="2400"/>
                      <a:pt x="258" y="2400"/>
                    </a:cubicBezTo>
                    <a:cubicBezTo>
                      <a:pt x="272" y="2402"/>
                      <a:pt x="272" y="2402"/>
                      <a:pt x="272" y="2402"/>
                    </a:cubicBezTo>
                    <a:cubicBezTo>
                      <a:pt x="274" y="2398"/>
                      <a:pt x="274" y="2398"/>
                      <a:pt x="274" y="2398"/>
                    </a:cubicBezTo>
                    <a:cubicBezTo>
                      <a:pt x="282" y="2395"/>
                      <a:pt x="282" y="2395"/>
                      <a:pt x="282" y="2395"/>
                    </a:cubicBezTo>
                    <a:cubicBezTo>
                      <a:pt x="292" y="2401"/>
                      <a:pt x="292" y="2401"/>
                      <a:pt x="292" y="2401"/>
                    </a:cubicBezTo>
                    <a:cubicBezTo>
                      <a:pt x="309" y="2404"/>
                      <a:pt x="309" y="2404"/>
                      <a:pt x="309" y="2404"/>
                    </a:cubicBezTo>
                    <a:cubicBezTo>
                      <a:pt x="322" y="2403"/>
                      <a:pt x="322" y="2403"/>
                      <a:pt x="322" y="2403"/>
                    </a:cubicBezTo>
                    <a:cubicBezTo>
                      <a:pt x="323" y="2385"/>
                      <a:pt x="323" y="2385"/>
                      <a:pt x="323" y="2385"/>
                    </a:cubicBezTo>
                    <a:cubicBezTo>
                      <a:pt x="319" y="2372"/>
                      <a:pt x="319" y="2372"/>
                      <a:pt x="319" y="2372"/>
                    </a:cubicBezTo>
                    <a:cubicBezTo>
                      <a:pt x="329" y="2360"/>
                      <a:pt x="329" y="2360"/>
                      <a:pt x="329" y="2360"/>
                    </a:cubicBezTo>
                    <a:cubicBezTo>
                      <a:pt x="328" y="2346"/>
                      <a:pt x="328" y="2346"/>
                      <a:pt x="328" y="2346"/>
                    </a:cubicBezTo>
                    <a:cubicBezTo>
                      <a:pt x="326" y="2334"/>
                      <a:pt x="326" y="2334"/>
                      <a:pt x="326" y="2334"/>
                    </a:cubicBezTo>
                    <a:cubicBezTo>
                      <a:pt x="315" y="2333"/>
                      <a:pt x="315" y="2333"/>
                      <a:pt x="315" y="2333"/>
                    </a:cubicBezTo>
                    <a:cubicBezTo>
                      <a:pt x="313" y="2323"/>
                      <a:pt x="313" y="2323"/>
                      <a:pt x="313" y="2323"/>
                    </a:cubicBezTo>
                    <a:cubicBezTo>
                      <a:pt x="320" y="2319"/>
                      <a:pt x="320" y="2319"/>
                      <a:pt x="320" y="2319"/>
                    </a:cubicBezTo>
                    <a:cubicBezTo>
                      <a:pt x="329" y="2309"/>
                      <a:pt x="329" y="2309"/>
                      <a:pt x="329" y="2309"/>
                    </a:cubicBezTo>
                    <a:cubicBezTo>
                      <a:pt x="335" y="2317"/>
                      <a:pt x="335" y="2317"/>
                      <a:pt x="335" y="2317"/>
                    </a:cubicBezTo>
                    <a:cubicBezTo>
                      <a:pt x="339" y="2313"/>
                      <a:pt x="339" y="2313"/>
                      <a:pt x="339" y="2313"/>
                    </a:cubicBezTo>
                    <a:cubicBezTo>
                      <a:pt x="350" y="2314"/>
                      <a:pt x="350" y="2314"/>
                      <a:pt x="350" y="2314"/>
                    </a:cubicBezTo>
                    <a:cubicBezTo>
                      <a:pt x="368" y="2329"/>
                      <a:pt x="368" y="2329"/>
                      <a:pt x="368" y="2329"/>
                    </a:cubicBezTo>
                    <a:cubicBezTo>
                      <a:pt x="374" y="2330"/>
                      <a:pt x="374" y="2330"/>
                      <a:pt x="374" y="2330"/>
                    </a:cubicBezTo>
                    <a:cubicBezTo>
                      <a:pt x="374" y="2312"/>
                      <a:pt x="374" y="2312"/>
                      <a:pt x="374" y="2312"/>
                    </a:cubicBezTo>
                    <a:cubicBezTo>
                      <a:pt x="385" y="2312"/>
                      <a:pt x="385" y="2312"/>
                      <a:pt x="385" y="2312"/>
                    </a:cubicBezTo>
                    <a:cubicBezTo>
                      <a:pt x="386" y="2330"/>
                      <a:pt x="386" y="2330"/>
                      <a:pt x="386" y="2330"/>
                    </a:cubicBezTo>
                    <a:cubicBezTo>
                      <a:pt x="389" y="2336"/>
                      <a:pt x="389" y="2336"/>
                      <a:pt x="389" y="2336"/>
                    </a:cubicBezTo>
                    <a:cubicBezTo>
                      <a:pt x="409" y="2328"/>
                      <a:pt x="409" y="2328"/>
                      <a:pt x="409" y="2328"/>
                    </a:cubicBezTo>
                    <a:cubicBezTo>
                      <a:pt x="428" y="2350"/>
                      <a:pt x="428" y="2350"/>
                      <a:pt x="428" y="2350"/>
                    </a:cubicBezTo>
                    <a:cubicBezTo>
                      <a:pt x="421" y="2364"/>
                      <a:pt x="421" y="2364"/>
                      <a:pt x="421" y="2364"/>
                    </a:cubicBezTo>
                    <a:cubicBezTo>
                      <a:pt x="421" y="2381"/>
                      <a:pt x="421" y="2381"/>
                      <a:pt x="421" y="2381"/>
                    </a:cubicBezTo>
                    <a:cubicBezTo>
                      <a:pt x="431" y="2400"/>
                      <a:pt x="431" y="2400"/>
                      <a:pt x="431" y="2400"/>
                    </a:cubicBezTo>
                    <a:cubicBezTo>
                      <a:pt x="436" y="2406"/>
                      <a:pt x="436" y="2406"/>
                      <a:pt x="436" y="2406"/>
                    </a:cubicBezTo>
                    <a:cubicBezTo>
                      <a:pt x="455" y="2415"/>
                      <a:pt x="455" y="2415"/>
                      <a:pt x="455" y="2415"/>
                    </a:cubicBezTo>
                    <a:cubicBezTo>
                      <a:pt x="455" y="2449"/>
                      <a:pt x="455" y="2449"/>
                      <a:pt x="455" y="2449"/>
                    </a:cubicBezTo>
                    <a:cubicBezTo>
                      <a:pt x="464" y="2449"/>
                      <a:pt x="464" y="2449"/>
                      <a:pt x="464" y="2449"/>
                    </a:cubicBezTo>
                    <a:cubicBezTo>
                      <a:pt x="482" y="2429"/>
                      <a:pt x="482" y="2429"/>
                      <a:pt x="482" y="2429"/>
                    </a:cubicBezTo>
                    <a:cubicBezTo>
                      <a:pt x="512" y="2446"/>
                      <a:pt x="512" y="2446"/>
                      <a:pt x="512" y="2446"/>
                    </a:cubicBezTo>
                    <a:cubicBezTo>
                      <a:pt x="523" y="2450"/>
                      <a:pt x="523" y="2450"/>
                      <a:pt x="523" y="2450"/>
                    </a:cubicBezTo>
                    <a:cubicBezTo>
                      <a:pt x="539" y="2453"/>
                      <a:pt x="539" y="2453"/>
                      <a:pt x="539" y="2453"/>
                    </a:cubicBezTo>
                    <a:cubicBezTo>
                      <a:pt x="552" y="2457"/>
                      <a:pt x="552" y="2457"/>
                      <a:pt x="552" y="2457"/>
                    </a:cubicBezTo>
                    <a:cubicBezTo>
                      <a:pt x="564" y="2460"/>
                      <a:pt x="564" y="2460"/>
                      <a:pt x="564" y="2460"/>
                    </a:cubicBezTo>
                    <a:cubicBezTo>
                      <a:pt x="572" y="2473"/>
                      <a:pt x="572" y="2473"/>
                      <a:pt x="572" y="2473"/>
                    </a:cubicBezTo>
                    <a:cubicBezTo>
                      <a:pt x="591" y="2476"/>
                      <a:pt x="591" y="2476"/>
                      <a:pt x="591" y="2476"/>
                    </a:cubicBezTo>
                    <a:cubicBezTo>
                      <a:pt x="595" y="2470"/>
                      <a:pt x="595" y="2470"/>
                      <a:pt x="595" y="2470"/>
                    </a:cubicBezTo>
                    <a:cubicBezTo>
                      <a:pt x="612" y="2466"/>
                      <a:pt x="612" y="2466"/>
                      <a:pt x="612" y="2466"/>
                    </a:cubicBezTo>
                    <a:cubicBezTo>
                      <a:pt x="617" y="2474"/>
                      <a:pt x="617" y="2474"/>
                      <a:pt x="617" y="2474"/>
                    </a:cubicBezTo>
                    <a:cubicBezTo>
                      <a:pt x="623" y="2485"/>
                      <a:pt x="623" y="2485"/>
                      <a:pt x="623" y="2485"/>
                    </a:cubicBezTo>
                    <a:cubicBezTo>
                      <a:pt x="635" y="2509"/>
                      <a:pt x="635" y="2509"/>
                      <a:pt x="635" y="2509"/>
                    </a:cubicBezTo>
                    <a:cubicBezTo>
                      <a:pt x="652" y="2505"/>
                      <a:pt x="652" y="2505"/>
                      <a:pt x="652" y="2505"/>
                    </a:cubicBezTo>
                    <a:cubicBezTo>
                      <a:pt x="669" y="2498"/>
                      <a:pt x="669" y="2498"/>
                      <a:pt x="669" y="2498"/>
                    </a:cubicBezTo>
                    <a:cubicBezTo>
                      <a:pt x="677" y="2497"/>
                      <a:pt x="677" y="2497"/>
                      <a:pt x="677" y="2497"/>
                    </a:cubicBezTo>
                    <a:cubicBezTo>
                      <a:pt x="689" y="2521"/>
                      <a:pt x="689" y="2521"/>
                      <a:pt x="689" y="2521"/>
                    </a:cubicBezTo>
                    <a:cubicBezTo>
                      <a:pt x="692" y="2533"/>
                      <a:pt x="692" y="2533"/>
                      <a:pt x="692" y="2533"/>
                    </a:cubicBezTo>
                    <a:cubicBezTo>
                      <a:pt x="685" y="2536"/>
                      <a:pt x="685" y="2536"/>
                      <a:pt x="685" y="2536"/>
                    </a:cubicBezTo>
                    <a:cubicBezTo>
                      <a:pt x="684" y="2547"/>
                      <a:pt x="684" y="2547"/>
                      <a:pt x="684" y="2547"/>
                    </a:cubicBezTo>
                    <a:cubicBezTo>
                      <a:pt x="702" y="2548"/>
                      <a:pt x="702" y="2548"/>
                      <a:pt x="702" y="2548"/>
                    </a:cubicBezTo>
                    <a:cubicBezTo>
                      <a:pt x="716" y="2526"/>
                      <a:pt x="716" y="2526"/>
                      <a:pt x="716" y="2526"/>
                    </a:cubicBezTo>
                    <a:cubicBezTo>
                      <a:pt x="723" y="2518"/>
                      <a:pt x="723" y="2518"/>
                      <a:pt x="723" y="2518"/>
                    </a:cubicBezTo>
                    <a:cubicBezTo>
                      <a:pt x="741" y="2523"/>
                      <a:pt x="741" y="2523"/>
                      <a:pt x="741" y="2523"/>
                    </a:cubicBezTo>
                    <a:cubicBezTo>
                      <a:pt x="753" y="2538"/>
                      <a:pt x="753" y="2538"/>
                      <a:pt x="753" y="2538"/>
                    </a:cubicBezTo>
                    <a:cubicBezTo>
                      <a:pt x="768" y="2530"/>
                      <a:pt x="768" y="2530"/>
                      <a:pt x="768" y="2530"/>
                    </a:cubicBezTo>
                    <a:cubicBezTo>
                      <a:pt x="771" y="2514"/>
                      <a:pt x="771" y="2514"/>
                      <a:pt x="771" y="2514"/>
                    </a:cubicBezTo>
                    <a:cubicBezTo>
                      <a:pt x="776" y="2514"/>
                      <a:pt x="776" y="2514"/>
                      <a:pt x="776" y="2514"/>
                    </a:cubicBezTo>
                    <a:cubicBezTo>
                      <a:pt x="790" y="2520"/>
                      <a:pt x="790" y="2520"/>
                      <a:pt x="790" y="2520"/>
                    </a:cubicBezTo>
                    <a:cubicBezTo>
                      <a:pt x="805" y="2518"/>
                      <a:pt x="805" y="2518"/>
                      <a:pt x="805" y="2518"/>
                    </a:cubicBezTo>
                    <a:cubicBezTo>
                      <a:pt x="829" y="2538"/>
                      <a:pt x="829" y="2538"/>
                      <a:pt x="829" y="2538"/>
                    </a:cubicBezTo>
                    <a:cubicBezTo>
                      <a:pt x="842" y="2556"/>
                      <a:pt x="842" y="2556"/>
                      <a:pt x="842" y="2556"/>
                    </a:cubicBezTo>
                    <a:cubicBezTo>
                      <a:pt x="847" y="2568"/>
                      <a:pt x="847" y="2568"/>
                      <a:pt x="847" y="2568"/>
                    </a:cubicBezTo>
                    <a:cubicBezTo>
                      <a:pt x="834" y="2576"/>
                      <a:pt x="834" y="2576"/>
                      <a:pt x="834" y="2576"/>
                    </a:cubicBezTo>
                    <a:cubicBezTo>
                      <a:pt x="832" y="2598"/>
                      <a:pt x="832" y="2598"/>
                      <a:pt x="832" y="2598"/>
                    </a:cubicBezTo>
                    <a:cubicBezTo>
                      <a:pt x="821" y="2609"/>
                      <a:pt x="821" y="2609"/>
                      <a:pt x="821" y="2609"/>
                    </a:cubicBezTo>
                    <a:cubicBezTo>
                      <a:pt x="798" y="2609"/>
                      <a:pt x="798" y="2609"/>
                      <a:pt x="798" y="2609"/>
                    </a:cubicBezTo>
                    <a:cubicBezTo>
                      <a:pt x="793" y="2620"/>
                      <a:pt x="793" y="2620"/>
                      <a:pt x="793" y="2620"/>
                    </a:cubicBezTo>
                    <a:cubicBezTo>
                      <a:pt x="784" y="2621"/>
                      <a:pt x="784" y="2621"/>
                      <a:pt x="784" y="2621"/>
                    </a:cubicBezTo>
                    <a:cubicBezTo>
                      <a:pt x="772" y="2629"/>
                      <a:pt x="772" y="2629"/>
                      <a:pt x="772" y="2629"/>
                    </a:cubicBezTo>
                    <a:cubicBezTo>
                      <a:pt x="769" y="2640"/>
                      <a:pt x="769" y="2640"/>
                      <a:pt x="769" y="2640"/>
                    </a:cubicBezTo>
                    <a:cubicBezTo>
                      <a:pt x="761" y="2643"/>
                      <a:pt x="761" y="2643"/>
                      <a:pt x="761" y="2643"/>
                    </a:cubicBezTo>
                    <a:cubicBezTo>
                      <a:pt x="759" y="2660"/>
                      <a:pt x="759" y="2660"/>
                      <a:pt x="759" y="2660"/>
                    </a:cubicBezTo>
                    <a:cubicBezTo>
                      <a:pt x="775" y="2662"/>
                      <a:pt x="775" y="2662"/>
                      <a:pt x="775" y="2662"/>
                    </a:cubicBezTo>
                    <a:cubicBezTo>
                      <a:pt x="778" y="2672"/>
                      <a:pt x="778" y="2672"/>
                      <a:pt x="778" y="2672"/>
                    </a:cubicBezTo>
                    <a:cubicBezTo>
                      <a:pt x="787" y="2688"/>
                      <a:pt x="787" y="2688"/>
                      <a:pt x="787" y="2688"/>
                    </a:cubicBezTo>
                    <a:cubicBezTo>
                      <a:pt x="794" y="2680"/>
                      <a:pt x="794" y="2680"/>
                      <a:pt x="794" y="2680"/>
                    </a:cubicBezTo>
                    <a:cubicBezTo>
                      <a:pt x="812" y="2681"/>
                      <a:pt x="812" y="2681"/>
                      <a:pt x="812" y="2681"/>
                    </a:cubicBezTo>
                    <a:cubicBezTo>
                      <a:pt x="819" y="2685"/>
                      <a:pt x="819" y="2685"/>
                      <a:pt x="819" y="2685"/>
                    </a:cubicBezTo>
                    <a:cubicBezTo>
                      <a:pt x="825" y="2713"/>
                      <a:pt x="825" y="2713"/>
                      <a:pt x="825" y="2713"/>
                    </a:cubicBezTo>
                    <a:cubicBezTo>
                      <a:pt x="843" y="2715"/>
                      <a:pt x="843" y="2715"/>
                      <a:pt x="843" y="2715"/>
                    </a:cubicBezTo>
                    <a:cubicBezTo>
                      <a:pt x="856" y="2735"/>
                      <a:pt x="856" y="2735"/>
                      <a:pt x="856" y="2735"/>
                    </a:cubicBezTo>
                    <a:cubicBezTo>
                      <a:pt x="871" y="2759"/>
                      <a:pt x="871" y="2759"/>
                      <a:pt x="871" y="2759"/>
                    </a:cubicBezTo>
                    <a:cubicBezTo>
                      <a:pt x="886" y="2771"/>
                      <a:pt x="886" y="2771"/>
                      <a:pt x="886" y="2771"/>
                    </a:cubicBezTo>
                    <a:cubicBezTo>
                      <a:pt x="888" y="2800"/>
                      <a:pt x="888" y="2800"/>
                      <a:pt x="888" y="2800"/>
                    </a:cubicBezTo>
                    <a:cubicBezTo>
                      <a:pt x="908" y="2828"/>
                      <a:pt x="908" y="2828"/>
                      <a:pt x="908" y="2828"/>
                    </a:cubicBezTo>
                    <a:cubicBezTo>
                      <a:pt x="916" y="2832"/>
                      <a:pt x="916" y="2832"/>
                      <a:pt x="916" y="2832"/>
                    </a:cubicBezTo>
                    <a:cubicBezTo>
                      <a:pt x="928" y="2834"/>
                      <a:pt x="928" y="2834"/>
                      <a:pt x="928" y="2834"/>
                    </a:cubicBezTo>
                    <a:cubicBezTo>
                      <a:pt x="937" y="2838"/>
                      <a:pt x="937" y="2838"/>
                      <a:pt x="937" y="2838"/>
                    </a:cubicBezTo>
                    <a:cubicBezTo>
                      <a:pt x="946" y="2841"/>
                      <a:pt x="946" y="2841"/>
                      <a:pt x="946" y="2841"/>
                    </a:cubicBezTo>
                    <a:cubicBezTo>
                      <a:pt x="954" y="2825"/>
                      <a:pt x="954" y="2825"/>
                      <a:pt x="954" y="2825"/>
                    </a:cubicBezTo>
                    <a:cubicBezTo>
                      <a:pt x="959" y="2821"/>
                      <a:pt x="959" y="2821"/>
                      <a:pt x="959" y="2821"/>
                    </a:cubicBezTo>
                    <a:cubicBezTo>
                      <a:pt x="971" y="2817"/>
                      <a:pt x="971" y="2817"/>
                      <a:pt x="971" y="2817"/>
                    </a:cubicBezTo>
                    <a:cubicBezTo>
                      <a:pt x="976" y="2799"/>
                      <a:pt x="976" y="2799"/>
                      <a:pt x="976" y="2799"/>
                    </a:cubicBezTo>
                    <a:cubicBezTo>
                      <a:pt x="980" y="2791"/>
                      <a:pt x="980" y="2791"/>
                      <a:pt x="980" y="2791"/>
                    </a:cubicBezTo>
                    <a:cubicBezTo>
                      <a:pt x="988" y="2784"/>
                      <a:pt x="988" y="2784"/>
                      <a:pt x="988" y="2784"/>
                    </a:cubicBezTo>
                    <a:cubicBezTo>
                      <a:pt x="994" y="2778"/>
                      <a:pt x="994" y="2778"/>
                      <a:pt x="994" y="2778"/>
                    </a:cubicBezTo>
                    <a:cubicBezTo>
                      <a:pt x="1001" y="2783"/>
                      <a:pt x="1001" y="2783"/>
                      <a:pt x="1001" y="2783"/>
                    </a:cubicBezTo>
                    <a:cubicBezTo>
                      <a:pt x="1011" y="2784"/>
                      <a:pt x="1011" y="2784"/>
                      <a:pt x="1011" y="2784"/>
                    </a:cubicBezTo>
                    <a:cubicBezTo>
                      <a:pt x="1020" y="2769"/>
                      <a:pt x="1020" y="2769"/>
                      <a:pt x="1020" y="2769"/>
                    </a:cubicBezTo>
                    <a:cubicBezTo>
                      <a:pt x="1038" y="2769"/>
                      <a:pt x="1038" y="2769"/>
                      <a:pt x="1038" y="2769"/>
                    </a:cubicBezTo>
                    <a:cubicBezTo>
                      <a:pt x="1039" y="2764"/>
                      <a:pt x="1039" y="2764"/>
                      <a:pt x="1039" y="2764"/>
                    </a:cubicBezTo>
                    <a:cubicBezTo>
                      <a:pt x="1044" y="2757"/>
                      <a:pt x="1044" y="2757"/>
                      <a:pt x="1044" y="2757"/>
                    </a:cubicBezTo>
                    <a:cubicBezTo>
                      <a:pt x="1048" y="2767"/>
                      <a:pt x="1048" y="2767"/>
                      <a:pt x="1048" y="2767"/>
                    </a:cubicBezTo>
                    <a:cubicBezTo>
                      <a:pt x="1055" y="2772"/>
                      <a:pt x="1055" y="2772"/>
                      <a:pt x="1055" y="2772"/>
                    </a:cubicBezTo>
                    <a:cubicBezTo>
                      <a:pt x="1061" y="2765"/>
                      <a:pt x="1061" y="2765"/>
                      <a:pt x="1061" y="2765"/>
                    </a:cubicBezTo>
                    <a:cubicBezTo>
                      <a:pt x="1053" y="2753"/>
                      <a:pt x="1053" y="2753"/>
                      <a:pt x="1053" y="2753"/>
                    </a:cubicBezTo>
                    <a:cubicBezTo>
                      <a:pt x="1052" y="2733"/>
                      <a:pt x="1052" y="2733"/>
                      <a:pt x="1052" y="2733"/>
                    </a:cubicBezTo>
                    <a:cubicBezTo>
                      <a:pt x="1030" y="2717"/>
                      <a:pt x="1030" y="2717"/>
                      <a:pt x="1030" y="2717"/>
                    </a:cubicBezTo>
                    <a:cubicBezTo>
                      <a:pt x="1027" y="2710"/>
                      <a:pt x="1027" y="2710"/>
                      <a:pt x="1027" y="2710"/>
                    </a:cubicBezTo>
                    <a:cubicBezTo>
                      <a:pt x="1022" y="2693"/>
                      <a:pt x="1022" y="2693"/>
                      <a:pt x="1022" y="2693"/>
                    </a:cubicBezTo>
                    <a:cubicBezTo>
                      <a:pt x="1021" y="2680"/>
                      <a:pt x="1021" y="2680"/>
                      <a:pt x="1021" y="2680"/>
                    </a:cubicBezTo>
                    <a:cubicBezTo>
                      <a:pt x="1005" y="2667"/>
                      <a:pt x="1005" y="2667"/>
                      <a:pt x="1005" y="2667"/>
                    </a:cubicBezTo>
                    <a:cubicBezTo>
                      <a:pt x="1005" y="2657"/>
                      <a:pt x="1005" y="2657"/>
                      <a:pt x="1005" y="2657"/>
                    </a:cubicBezTo>
                    <a:cubicBezTo>
                      <a:pt x="1014" y="2644"/>
                      <a:pt x="1014" y="2644"/>
                      <a:pt x="1014" y="2644"/>
                    </a:cubicBezTo>
                    <a:cubicBezTo>
                      <a:pt x="1022" y="2649"/>
                      <a:pt x="1022" y="2649"/>
                      <a:pt x="1022" y="2649"/>
                    </a:cubicBezTo>
                    <a:cubicBezTo>
                      <a:pt x="1031" y="2649"/>
                      <a:pt x="1031" y="2649"/>
                      <a:pt x="1031" y="2649"/>
                    </a:cubicBezTo>
                    <a:cubicBezTo>
                      <a:pt x="1036" y="2652"/>
                      <a:pt x="1036" y="2652"/>
                      <a:pt x="1036" y="2652"/>
                    </a:cubicBezTo>
                    <a:cubicBezTo>
                      <a:pt x="1054" y="2654"/>
                      <a:pt x="1054" y="2654"/>
                      <a:pt x="1054" y="2654"/>
                    </a:cubicBezTo>
                    <a:cubicBezTo>
                      <a:pt x="1063" y="2664"/>
                      <a:pt x="1063" y="2664"/>
                      <a:pt x="1063" y="2664"/>
                    </a:cubicBezTo>
                    <a:cubicBezTo>
                      <a:pt x="1088" y="2666"/>
                      <a:pt x="1088" y="2666"/>
                      <a:pt x="1088" y="2666"/>
                    </a:cubicBezTo>
                    <a:cubicBezTo>
                      <a:pt x="1102" y="2678"/>
                      <a:pt x="1102" y="2678"/>
                      <a:pt x="1102" y="2678"/>
                    </a:cubicBezTo>
                    <a:cubicBezTo>
                      <a:pt x="1119" y="2678"/>
                      <a:pt x="1119" y="2678"/>
                      <a:pt x="1119" y="2678"/>
                    </a:cubicBezTo>
                    <a:cubicBezTo>
                      <a:pt x="1121" y="2688"/>
                      <a:pt x="1121" y="2688"/>
                      <a:pt x="1121" y="2688"/>
                    </a:cubicBezTo>
                    <a:cubicBezTo>
                      <a:pt x="1152" y="2716"/>
                      <a:pt x="1152" y="2716"/>
                      <a:pt x="1152" y="2716"/>
                    </a:cubicBezTo>
                    <a:cubicBezTo>
                      <a:pt x="1173" y="2713"/>
                      <a:pt x="1173" y="2713"/>
                      <a:pt x="1173" y="2713"/>
                    </a:cubicBezTo>
                    <a:cubicBezTo>
                      <a:pt x="1175" y="2737"/>
                      <a:pt x="1175" y="2737"/>
                      <a:pt x="1175" y="2737"/>
                    </a:cubicBezTo>
                    <a:cubicBezTo>
                      <a:pt x="1181" y="2747"/>
                      <a:pt x="1181" y="2747"/>
                      <a:pt x="1181" y="2747"/>
                    </a:cubicBezTo>
                    <a:cubicBezTo>
                      <a:pt x="1185" y="2738"/>
                      <a:pt x="1185" y="2738"/>
                      <a:pt x="1185" y="2738"/>
                    </a:cubicBezTo>
                    <a:cubicBezTo>
                      <a:pt x="1195" y="2738"/>
                      <a:pt x="1195" y="2738"/>
                      <a:pt x="1195" y="2738"/>
                    </a:cubicBezTo>
                    <a:cubicBezTo>
                      <a:pt x="1205" y="2742"/>
                      <a:pt x="1205" y="2742"/>
                      <a:pt x="1205" y="2742"/>
                    </a:cubicBezTo>
                    <a:cubicBezTo>
                      <a:pt x="1208" y="2754"/>
                      <a:pt x="1208" y="2754"/>
                      <a:pt x="1208" y="2754"/>
                    </a:cubicBezTo>
                    <a:cubicBezTo>
                      <a:pt x="1219" y="2742"/>
                      <a:pt x="1219" y="2742"/>
                      <a:pt x="1219" y="2742"/>
                    </a:cubicBezTo>
                    <a:cubicBezTo>
                      <a:pt x="1229" y="2740"/>
                      <a:pt x="1229" y="2740"/>
                      <a:pt x="1229" y="2740"/>
                    </a:cubicBezTo>
                    <a:cubicBezTo>
                      <a:pt x="1286" y="2742"/>
                      <a:pt x="1286" y="2742"/>
                      <a:pt x="1286" y="2742"/>
                    </a:cubicBezTo>
                    <a:cubicBezTo>
                      <a:pt x="1299" y="2731"/>
                      <a:pt x="1299" y="2731"/>
                      <a:pt x="1299" y="2731"/>
                    </a:cubicBezTo>
                    <a:cubicBezTo>
                      <a:pt x="1299" y="2713"/>
                      <a:pt x="1299" y="2713"/>
                      <a:pt x="1299" y="2713"/>
                    </a:cubicBezTo>
                    <a:cubicBezTo>
                      <a:pt x="1309" y="2713"/>
                      <a:pt x="1309" y="2713"/>
                      <a:pt x="1309" y="2713"/>
                    </a:cubicBezTo>
                    <a:cubicBezTo>
                      <a:pt x="1319" y="2721"/>
                      <a:pt x="1319" y="2721"/>
                      <a:pt x="1319" y="2721"/>
                    </a:cubicBezTo>
                    <a:cubicBezTo>
                      <a:pt x="1321" y="2730"/>
                      <a:pt x="1321" y="2730"/>
                      <a:pt x="1321" y="2730"/>
                    </a:cubicBezTo>
                    <a:cubicBezTo>
                      <a:pt x="1313" y="2750"/>
                      <a:pt x="1313" y="2750"/>
                      <a:pt x="1313" y="2750"/>
                    </a:cubicBezTo>
                    <a:cubicBezTo>
                      <a:pt x="1323" y="2756"/>
                      <a:pt x="1323" y="2756"/>
                      <a:pt x="1323" y="2756"/>
                    </a:cubicBezTo>
                    <a:cubicBezTo>
                      <a:pt x="1323" y="2776"/>
                      <a:pt x="1323" y="2776"/>
                      <a:pt x="1323" y="2776"/>
                    </a:cubicBezTo>
                    <a:cubicBezTo>
                      <a:pt x="1314" y="2778"/>
                      <a:pt x="1314" y="2778"/>
                      <a:pt x="1314" y="2778"/>
                    </a:cubicBezTo>
                    <a:cubicBezTo>
                      <a:pt x="1303" y="2792"/>
                      <a:pt x="1303" y="2792"/>
                      <a:pt x="1303" y="2792"/>
                    </a:cubicBezTo>
                    <a:cubicBezTo>
                      <a:pt x="1287" y="2794"/>
                      <a:pt x="1287" y="2794"/>
                      <a:pt x="1287" y="2794"/>
                    </a:cubicBezTo>
                    <a:cubicBezTo>
                      <a:pt x="1272" y="2797"/>
                      <a:pt x="1272" y="2797"/>
                      <a:pt x="1272" y="2797"/>
                    </a:cubicBezTo>
                    <a:cubicBezTo>
                      <a:pt x="1264" y="2804"/>
                      <a:pt x="1264" y="2804"/>
                      <a:pt x="1264" y="2804"/>
                    </a:cubicBezTo>
                    <a:cubicBezTo>
                      <a:pt x="1274" y="2817"/>
                      <a:pt x="1274" y="2817"/>
                      <a:pt x="1274" y="2817"/>
                    </a:cubicBezTo>
                    <a:cubicBezTo>
                      <a:pt x="1283" y="2831"/>
                      <a:pt x="1283" y="2831"/>
                      <a:pt x="1283" y="2831"/>
                    </a:cubicBezTo>
                    <a:cubicBezTo>
                      <a:pt x="1293" y="2837"/>
                      <a:pt x="1293" y="2837"/>
                      <a:pt x="1293" y="2837"/>
                    </a:cubicBezTo>
                    <a:cubicBezTo>
                      <a:pt x="1300" y="2828"/>
                      <a:pt x="1300" y="2828"/>
                      <a:pt x="1300" y="2828"/>
                    </a:cubicBezTo>
                    <a:cubicBezTo>
                      <a:pt x="1310" y="2833"/>
                      <a:pt x="1310" y="2833"/>
                      <a:pt x="1310" y="2833"/>
                    </a:cubicBezTo>
                    <a:cubicBezTo>
                      <a:pt x="1321" y="2838"/>
                      <a:pt x="1321" y="2838"/>
                      <a:pt x="1321" y="2838"/>
                    </a:cubicBezTo>
                    <a:cubicBezTo>
                      <a:pt x="1314" y="2848"/>
                      <a:pt x="1314" y="2848"/>
                      <a:pt x="1314" y="2848"/>
                    </a:cubicBezTo>
                    <a:cubicBezTo>
                      <a:pt x="1324" y="2854"/>
                      <a:pt x="1324" y="2854"/>
                      <a:pt x="1324" y="2854"/>
                    </a:cubicBezTo>
                    <a:cubicBezTo>
                      <a:pt x="1327" y="2869"/>
                      <a:pt x="1327" y="2869"/>
                      <a:pt x="1327" y="2869"/>
                    </a:cubicBezTo>
                    <a:cubicBezTo>
                      <a:pt x="1333" y="2882"/>
                      <a:pt x="1333" y="2882"/>
                      <a:pt x="1333" y="2882"/>
                    </a:cubicBezTo>
                    <a:cubicBezTo>
                      <a:pt x="1361" y="2907"/>
                      <a:pt x="1361" y="2907"/>
                      <a:pt x="1361" y="2907"/>
                    </a:cubicBezTo>
                    <a:cubicBezTo>
                      <a:pt x="1386" y="2908"/>
                      <a:pt x="1386" y="2908"/>
                      <a:pt x="1386" y="2908"/>
                    </a:cubicBezTo>
                    <a:cubicBezTo>
                      <a:pt x="1399" y="2892"/>
                      <a:pt x="1399" y="2892"/>
                      <a:pt x="1399" y="2892"/>
                    </a:cubicBezTo>
                    <a:cubicBezTo>
                      <a:pt x="1429" y="2893"/>
                      <a:pt x="1429" y="2893"/>
                      <a:pt x="1429" y="2893"/>
                    </a:cubicBezTo>
                    <a:cubicBezTo>
                      <a:pt x="1429" y="2878"/>
                      <a:pt x="1429" y="2878"/>
                      <a:pt x="1429" y="2878"/>
                    </a:cubicBezTo>
                    <a:cubicBezTo>
                      <a:pt x="1420" y="2879"/>
                      <a:pt x="1420" y="2879"/>
                      <a:pt x="1420" y="2879"/>
                    </a:cubicBezTo>
                    <a:cubicBezTo>
                      <a:pt x="1414" y="2870"/>
                      <a:pt x="1414" y="2870"/>
                      <a:pt x="1414" y="2870"/>
                    </a:cubicBezTo>
                    <a:cubicBezTo>
                      <a:pt x="1428" y="2862"/>
                      <a:pt x="1428" y="2862"/>
                      <a:pt x="1428" y="2862"/>
                    </a:cubicBezTo>
                    <a:cubicBezTo>
                      <a:pt x="1449" y="2879"/>
                      <a:pt x="1449" y="2879"/>
                      <a:pt x="1449" y="2879"/>
                    </a:cubicBezTo>
                    <a:cubicBezTo>
                      <a:pt x="1449" y="2894"/>
                      <a:pt x="1449" y="2894"/>
                      <a:pt x="1449" y="2894"/>
                    </a:cubicBezTo>
                    <a:cubicBezTo>
                      <a:pt x="1456" y="2900"/>
                      <a:pt x="1456" y="2900"/>
                      <a:pt x="1456" y="2900"/>
                    </a:cubicBezTo>
                    <a:cubicBezTo>
                      <a:pt x="1483" y="2901"/>
                      <a:pt x="1483" y="2901"/>
                      <a:pt x="1483" y="2901"/>
                    </a:cubicBezTo>
                    <a:cubicBezTo>
                      <a:pt x="1485" y="2911"/>
                      <a:pt x="1485" y="2911"/>
                      <a:pt x="1485" y="2911"/>
                    </a:cubicBezTo>
                    <a:cubicBezTo>
                      <a:pt x="1508" y="2918"/>
                      <a:pt x="1508" y="2918"/>
                      <a:pt x="1508" y="2918"/>
                    </a:cubicBezTo>
                    <a:cubicBezTo>
                      <a:pt x="1512" y="2932"/>
                      <a:pt x="1512" y="2932"/>
                      <a:pt x="1512" y="2932"/>
                    </a:cubicBezTo>
                    <a:cubicBezTo>
                      <a:pt x="1527" y="2945"/>
                      <a:pt x="1527" y="2945"/>
                      <a:pt x="1527" y="2945"/>
                    </a:cubicBezTo>
                    <a:cubicBezTo>
                      <a:pt x="1538" y="2931"/>
                      <a:pt x="1538" y="2931"/>
                      <a:pt x="1538" y="2931"/>
                    </a:cubicBezTo>
                    <a:cubicBezTo>
                      <a:pt x="1569" y="2933"/>
                      <a:pt x="1569" y="2933"/>
                      <a:pt x="1569" y="2933"/>
                    </a:cubicBezTo>
                    <a:cubicBezTo>
                      <a:pt x="1574" y="2942"/>
                      <a:pt x="1574" y="2942"/>
                      <a:pt x="1574" y="2942"/>
                    </a:cubicBezTo>
                    <a:cubicBezTo>
                      <a:pt x="1593" y="2954"/>
                      <a:pt x="1593" y="2954"/>
                      <a:pt x="1593" y="2954"/>
                    </a:cubicBezTo>
                    <a:cubicBezTo>
                      <a:pt x="1605" y="2953"/>
                      <a:pt x="1605" y="2953"/>
                      <a:pt x="1605" y="2953"/>
                    </a:cubicBezTo>
                    <a:cubicBezTo>
                      <a:pt x="1609" y="2941"/>
                      <a:pt x="1609" y="2941"/>
                      <a:pt x="1609" y="2941"/>
                    </a:cubicBezTo>
                    <a:cubicBezTo>
                      <a:pt x="1618" y="2941"/>
                      <a:pt x="1618" y="2941"/>
                      <a:pt x="1618" y="2941"/>
                    </a:cubicBezTo>
                    <a:cubicBezTo>
                      <a:pt x="1619" y="2967"/>
                      <a:pt x="1619" y="2967"/>
                      <a:pt x="1619" y="2967"/>
                    </a:cubicBezTo>
                    <a:cubicBezTo>
                      <a:pt x="1632" y="2979"/>
                      <a:pt x="1632" y="2979"/>
                      <a:pt x="1632" y="2979"/>
                    </a:cubicBezTo>
                    <a:cubicBezTo>
                      <a:pt x="1620" y="2996"/>
                      <a:pt x="1620" y="2996"/>
                      <a:pt x="1620" y="2996"/>
                    </a:cubicBezTo>
                    <a:cubicBezTo>
                      <a:pt x="1640" y="3038"/>
                      <a:pt x="1640" y="3038"/>
                      <a:pt x="1640" y="3038"/>
                    </a:cubicBezTo>
                    <a:cubicBezTo>
                      <a:pt x="1641" y="3057"/>
                      <a:pt x="1641" y="3057"/>
                      <a:pt x="1641" y="3057"/>
                    </a:cubicBezTo>
                    <a:cubicBezTo>
                      <a:pt x="1654" y="3059"/>
                      <a:pt x="1654" y="3059"/>
                      <a:pt x="1654" y="3059"/>
                    </a:cubicBezTo>
                    <a:cubicBezTo>
                      <a:pt x="1667" y="3062"/>
                      <a:pt x="1667" y="3062"/>
                      <a:pt x="1667" y="3062"/>
                    </a:cubicBezTo>
                    <a:cubicBezTo>
                      <a:pt x="1683" y="3079"/>
                      <a:pt x="1683" y="3079"/>
                      <a:pt x="1683" y="3079"/>
                    </a:cubicBezTo>
                    <a:cubicBezTo>
                      <a:pt x="1692" y="3074"/>
                      <a:pt x="1692" y="3074"/>
                      <a:pt x="1692" y="3074"/>
                    </a:cubicBezTo>
                    <a:cubicBezTo>
                      <a:pt x="1702" y="3078"/>
                      <a:pt x="1702" y="3078"/>
                      <a:pt x="1702" y="3078"/>
                    </a:cubicBezTo>
                    <a:cubicBezTo>
                      <a:pt x="1705" y="3099"/>
                      <a:pt x="1705" y="3099"/>
                      <a:pt x="1705" y="3099"/>
                    </a:cubicBezTo>
                    <a:cubicBezTo>
                      <a:pt x="1722" y="3149"/>
                      <a:pt x="1722" y="3149"/>
                      <a:pt x="1722" y="3149"/>
                    </a:cubicBezTo>
                    <a:cubicBezTo>
                      <a:pt x="1722" y="3168"/>
                      <a:pt x="1722" y="3168"/>
                      <a:pt x="1722" y="3168"/>
                    </a:cubicBezTo>
                    <a:cubicBezTo>
                      <a:pt x="1733" y="3166"/>
                      <a:pt x="1733" y="3166"/>
                      <a:pt x="1733" y="3166"/>
                    </a:cubicBezTo>
                    <a:cubicBezTo>
                      <a:pt x="1749" y="3165"/>
                      <a:pt x="1749" y="3165"/>
                      <a:pt x="1749" y="3165"/>
                    </a:cubicBezTo>
                    <a:cubicBezTo>
                      <a:pt x="1762" y="3173"/>
                      <a:pt x="1762" y="3173"/>
                      <a:pt x="1762" y="3173"/>
                    </a:cubicBezTo>
                    <a:cubicBezTo>
                      <a:pt x="1762" y="3191"/>
                      <a:pt x="1762" y="3191"/>
                      <a:pt x="1762" y="3191"/>
                    </a:cubicBezTo>
                    <a:cubicBezTo>
                      <a:pt x="1759" y="3202"/>
                      <a:pt x="1759" y="3202"/>
                      <a:pt x="1759" y="3202"/>
                    </a:cubicBezTo>
                    <a:cubicBezTo>
                      <a:pt x="1770" y="3215"/>
                      <a:pt x="1770" y="3215"/>
                      <a:pt x="1770" y="3215"/>
                    </a:cubicBezTo>
                    <a:cubicBezTo>
                      <a:pt x="1761" y="3226"/>
                      <a:pt x="1761" y="3226"/>
                      <a:pt x="1761" y="3226"/>
                    </a:cubicBezTo>
                    <a:cubicBezTo>
                      <a:pt x="1766" y="3235"/>
                      <a:pt x="1766" y="3235"/>
                      <a:pt x="1766" y="3235"/>
                    </a:cubicBezTo>
                    <a:cubicBezTo>
                      <a:pt x="1787" y="3235"/>
                      <a:pt x="1787" y="3235"/>
                      <a:pt x="1787" y="3235"/>
                    </a:cubicBezTo>
                    <a:cubicBezTo>
                      <a:pt x="1797" y="3226"/>
                      <a:pt x="1797" y="3226"/>
                      <a:pt x="1797" y="3226"/>
                    </a:cubicBezTo>
                    <a:cubicBezTo>
                      <a:pt x="1805" y="3225"/>
                      <a:pt x="1805" y="3225"/>
                      <a:pt x="1805" y="3225"/>
                    </a:cubicBezTo>
                    <a:cubicBezTo>
                      <a:pt x="1818" y="3233"/>
                      <a:pt x="1818" y="3233"/>
                      <a:pt x="1818" y="3233"/>
                    </a:cubicBezTo>
                    <a:cubicBezTo>
                      <a:pt x="1826" y="3230"/>
                      <a:pt x="1826" y="3230"/>
                      <a:pt x="1826" y="3230"/>
                    </a:cubicBezTo>
                    <a:cubicBezTo>
                      <a:pt x="1839" y="3229"/>
                      <a:pt x="1839" y="3229"/>
                      <a:pt x="1839" y="3229"/>
                    </a:cubicBezTo>
                    <a:cubicBezTo>
                      <a:pt x="1845" y="3227"/>
                      <a:pt x="1845" y="3227"/>
                      <a:pt x="1845" y="3227"/>
                    </a:cubicBezTo>
                    <a:cubicBezTo>
                      <a:pt x="1841" y="3214"/>
                      <a:pt x="1841" y="3214"/>
                      <a:pt x="1841" y="3214"/>
                    </a:cubicBezTo>
                    <a:cubicBezTo>
                      <a:pt x="1856" y="3200"/>
                      <a:pt x="1856" y="3200"/>
                      <a:pt x="1856" y="3200"/>
                    </a:cubicBezTo>
                    <a:cubicBezTo>
                      <a:pt x="1854" y="3190"/>
                      <a:pt x="1854" y="3190"/>
                      <a:pt x="1854" y="3190"/>
                    </a:cubicBezTo>
                    <a:cubicBezTo>
                      <a:pt x="1857" y="3182"/>
                      <a:pt x="1857" y="3182"/>
                      <a:pt x="1857" y="3182"/>
                    </a:cubicBezTo>
                    <a:cubicBezTo>
                      <a:pt x="1862" y="3167"/>
                      <a:pt x="1862" y="3167"/>
                      <a:pt x="1862" y="3167"/>
                    </a:cubicBezTo>
                    <a:cubicBezTo>
                      <a:pt x="1876" y="3157"/>
                      <a:pt x="1876" y="3157"/>
                      <a:pt x="1876" y="3157"/>
                    </a:cubicBezTo>
                    <a:cubicBezTo>
                      <a:pt x="1907" y="3157"/>
                      <a:pt x="1907" y="3157"/>
                      <a:pt x="1907" y="3157"/>
                    </a:cubicBezTo>
                    <a:cubicBezTo>
                      <a:pt x="1907" y="3140"/>
                      <a:pt x="1907" y="3140"/>
                      <a:pt x="1907" y="3140"/>
                    </a:cubicBezTo>
                    <a:cubicBezTo>
                      <a:pt x="1932" y="3126"/>
                      <a:pt x="1932" y="3126"/>
                      <a:pt x="1932" y="3126"/>
                    </a:cubicBezTo>
                    <a:cubicBezTo>
                      <a:pt x="1935" y="3113"/>
                      <a:pt x="1935" y="3113"/>
                      <a:pt x="1935" y="3113"/>
                    </a:cubicBezTo>
                    <a:cubicBezTo>
                      <a:pt x="1945" y="3113"/>
                      <a:pt x="1945" y="3113"/>
                      <a:pt x="1945" y="3113"/>
                    </a:cubicBezTo>
                    <a:cubicBezTo>
                      <a:pt x="1948" y="3127"/>
                      <a:pt x="1948" y="3127"/>
                      <a:pt x="1948" y="3127"/>
                    </a:cubicBezTo>
                    <a:cubicBezTo>
                      <a:pt x="1952" y="3129"/>
                      <a:pt x="1952" y="3129"/>
                      <a:pt x="1952" y="3129"/>
                    </a:cubicBezTo>
                    <a:cubicBezTo>
                      <a:pt x="1966" y="3135"/>
                      <a:pt x="1966" y="3135"/>
                      <a:pt x="1966" y="3135"/>
                    </a:cubicBezTo>
                    <a:cubicBezTo>
                      <a:pt x="1966" y="3156"/>
                      <a:pt x="1966" y="3156"/>
                      <a:pt x="1966" y="3156"/>
                    </a:cubicBezTo>
                    <a:cubicBezTo>
                      <a:pt x="1986" y="3204"/>
                      <a:pt x="1986" y="3204"/>
                      <a:pt x="1986" y="3204"/>
                    </a:cubicBezTo>
                    <a:cubicBezTo>
                      <a:pt x="1997" y="3208"/>
                      <a:pt x="1997" y="3208"/>
                      <a:pt x="1997" y="3208"/>
                    </a:cubicBezTo>
                    <a:cubicBezTo>
                      <a:pt x="2005" y="3200"/>
                      <a:pt x="2005" y="3200"/>
                      <a:pt x="2005" y="3200"/>
                    </a:cubicBezTo>
                    <a:cubicBezTo>
                      <a:pt x="2011" y="3214"/>
                      <a:pt x="2011" y="3214"/>
                      <a:pt x="2011" y="3214"/>
                    </a:cubicBezTo>
                    <a:cubicBezTo>
                      <a:pt x="2003" y="3228"/>
                      <a:pt x="2003" y="3228"/>
                      <a:pt x="2003" y="3228"/>
                    </a:cubicBezTo>
                    <a:cubicBezTo>
                      <a:pt x="2021" y="3232"/>
                      <a:pt x="2021" y="3232"/>
                      <a:pt x="2021" y="3232"/>
                    </a:cubicBezTo>
                    <a:cubicBezTo>
                      <a:pt x="2035" y="3241"/>
                      <a:pt x="2035" y="3241"/>
                      <a:pt x="2035" y="3241"/>
                    </a:cubicBezTo>
                    <a:cubicBezTo>
                      <a:pt x="2044" y="3229"/>
                      <a:pt x="2044" y="3229"/>
                      <a:pt x="2044" y="3229"/>
                    </a:cubicBezTo>
                    <a:cubicBezTo>
                      <a:pt x="2061" y="3228"/>
                      <a:pt x="2061" y="3228"/>
                      <a:pt x="2061" y="3228"/>
                    </a:cubicBezTo>
                    <a:cubicBezTo>
                      <a:pt x="2064" y="3249"/>
                      <a:pt x="2064" y="3249"/>
                      <a:pt x="2064" y="3249"/>
                    </a:cubicBezTo>
                    <a:cubicBezTo>
                      <a:pt x="2067" y="3278"/>
                      <a:pt x="2067" y="3278"/>
                      <a:pt x="2067" y="3278"/>
                    </a:cubicBezTo>
                    <a:cubicBezTo>
                      <a:pt x="2061" y="3289"/>
                      <a:pt x="2061" y="3289"/>
                      <a:pt x="2061" y="3289"/>
                    </a:cubicBezTo>
                    <a:cubicBezTo>
                      <a:pt x="2070" y="3302"/>
                      <a:pt x="2070" y="3302"/>
                      <a:pt x="2070" y="3302"/>
                    </a:cubicBezTo>
                    <a:cubicBezTo>
                      <a:pt x="2052" y="3320"/>
                      <a:pt x="2052" y="3320"/>
                      <a:pt x="2052" y="3320"/>
                    </a:cubicBezTo>
                    <a:cubicBezTo>
                      <a:pt x="2052" y="3340"/>
                      <a:pt x="2052" y="3340"/>
                      <a:pt x="2052" y="3340"/>
                    </a:cubicBezTo>
                    <a:cubicBezTo>
                      <a:pt x="2060" y="3344"/>
                      <a:pt x="2060" y="3344"/>
                      <a:pt x="2060" y="3344"/>
                    </a:cubicBezTo>
                    <a:cubicBezTo>
                      <a:pt x="2071" y="3348"/>
                      <a:pt x="2071" y="3348"/>
                      <a:pt x="2071" y="3348"/>
                    </a:cubicBezTo>
                    <a:cubicBezTo>
                      <a:pt x="2081" y="3348"/>
                      <a:pt x="2081" y="3348"/>
                      <a:pt x="2081" y="3348"/>
                    </a:cubicBezTo>
                    <a:cubicBezTo>
                      <a:pt x="2103" y="3334"/>
                      <a:pt x="2103" y="3334"/>
                      <a:pt x="2103" y="3334"/>
                    </a:cubicBezTo>
                    <a:cubicBezTo>
                      <a:pt x="2106" y="3325"/>
                      <a:pt x="2106" y="3325"/>
                      <a:pt x="2106" y="3325"/>
                    </a:cubicBezTo>
                    <a:cubicBezTo>
                      <a:pt x="2131" y="3327"/>
                      <a:pt x="2131" y="3327"/>
                      <a:pt x="2131" y="3327"/>
                    </a:cubicBezTo>
                    <a:cubicBezTo>
                      <a:pt x="2163" y="3357"/>
                      <a:pt x="2163" y="3357"/>
                      <a:pt x="2163" y="3357"/>
                    </a:cubicBezTo>
                    <a:cubicBezTo>
                      <a:pt x="2169" y="3358"/>
                      <a:pt x="2169" y="3358"/>
                      <a:pt x="2169" y="3358"/>
                    </a:cubicBezTo>
                    <a:cubicBezTo>
                      <a:pt x="2171" y="3338"/>
                      <a:pt x="2171" y="3338"/>
                      <a:pt x="2171" y="3338"/>
                    </a:cubicBezTo>
                    <a:cubicBezTo>
                      <a:pt x="2174" y="3317"/>
                      <a:pt x="2174" y="3317"/>
                      <a:pt x="2174" y="3317"/>
                    </a:cubicBezTo>
                    <a:cubicBezTo>
                      <a:pt x="2185" y="3288"/>
                      <a:pt x="2185" y="3288"/>
                      <a:pt x="2185" y="3288"/>
                    </a:cubicBezTo>
                    <a:cubicBezTo>
                      <a:pt x="2189" y="3281"/>
                      <a:pt x="2189" y="3281"/>
                      <a:pt x="2189" y="3281"/>
                    </a:cubicBezTo>
                    <a:cubicBezTo>
                      <a:pt x="2195" y="3289"/>
                      <a:pt x="2195" y="3289"/>
                      <a:pt x="2195" y="3289"/>
                    </a:cubicBezTo>
                    <a:cubicBezTo>
                      <a:pt x="2199" y="3284"/>
                      <a:pt x="2199" y="3284"/>
                      <a:pt x="2199" y="3284"/>
                    </a:cubicBezTo>
                    <a:cubicBezTo>
                      <a:pt x="2200" y="3274"/>
                      <a:pt x="2200" y="3274"/>
                      <a:pt x="2200" y="3274"/>
                    </a:cubicBezTo>
                    <a:cubicBezTo>
                      <a:pt x="2215" y="3260"/>
                      <a:pt x="2215" y="3260"/>
                      <a:pt x="2215" y="3260"/>
                    </a:cubicBezTo>
                    <a:cubicBezTo>
                      <a:pt x="2237" y="3262"/>
                      <a:pt x="2237" y="3262"/>
                      <a:pt x="2237" y="3262"/>
                    </a:cubicBezTo>
                    <a:cubicBezTo>
                      <a:pt x="2243" y="3265"/>
                      <a:pt x="2243" y="3265"/>
                      <a:pt x="2243" y="3265"/>
                    </a:cubicBezTo>
                    <a:cubicBezTo>
                      <a:pt x="2253" y="3265"/>
                      <a:pt x="2253" y="3265"/>
                      <a:pt x="2253" y="3265"/>
                    </a:cubicBezTo>
                    <a:cubicBezTo>
                      <a:pt x="2253" y="3233"/>
                      <a:pt x="2253" y="3233"/>
                      <a:pt x="2253" y="3233"/>
                    </a:cubicBezTo>
                    <a:cubicBezTo>
                      <a:pt x="2267" y="3233"/>
                      <a:pt x="2267" y="3233"/>
                      <a:pt x="2267" y="3233"/>
                    </a:cubicBezTo>
                    <a:cubicBezTo>
                      <a:pt x="2273" y="3230"/>
                      <a:pt x="2273" y="3230"/>
                      <a:pt x="2273" y="3230"/>
                    </a:cubicBezTo>
                    <a:cubicBezTo>
                      <a:pt x="2276" y="3237"/>
                      <a:pt x="2276" y="3237"/>
                      <a:pt x="2276" y="3237"/>
                    </a:cubicBezTo>
                    <a:cubicBezTo>
                      <a:pt x="2281" y="3238"/>
                      <a:pt x="2281" y="3238"/>
                      <a:pt x="2281" y="3238"/>
                    </a:cubicBezTo>
                    <a:cubicBezTo>
                      <a:pt x="2291" y="3232"/>
                      <a:pt x="2291" y="3232"/>
                      <a:pt x="2291" y="3232"/>
                    </a:cubicBezTo>
                    <a:cubicBezTo>
                      <a:pt x="2293" y="3224"/>
                      <a:pt x="2293" y="3224"/>
                      <a:pt x="2293" y="3224"/>
                    </a:cubicBezTo>
                    <a:cubicBezTo>
                      <a:pt x="2307" y="3224"/>
                      <a:pt x="2307" y="3224"/>
                      <a:pt x="2307" y="3224"/>
                    </a:cubicBezTo>
                    <a:cubicBezTo>
                      <a:pt x="2345" y="3248"/>
                      <a:pt x="2345" y="3248"/>
                      <a:pt x="2345" y="3248"/>
                    </a:cubicBezTo>
                    <a:cubicBezTo>
                      <a:pt x="2354" y="3243"/>
                      <a:pt x="2354" y="3243"/>
                      <a:pt x="2354" y="3243"/>
                    </a:cubicBezTo>
                    <a:cubicBezTo>
                      <a:pt x="2357" y="3231"/>
                      <a:pt x="2357" y="3231"/>
                      <a:pt x="2357" y="3231"/>
                    </a:cubicBezTo>
                    <a:cubicBezTo>
                      <a:pt x="2361" y="3223"/>
                      <a:pt x="2361" y="3223"/>
                      <a:pt x="2361" y="3223"/>
                    </a:cubicBezTo>
                    <a:cubicBezTo>
                      <a:pt x="2372" y="3233"/>
                      <a:pt x="2372" y="3233"/>
                      <a:pt x="2372" y="3233"/>
                    </a:cubicBezTo>
                    <a:cubicBezTo>
                      <a:pt x="2385" y="3221"/>
                      <a:pt x="2385" y="3221"/>
                      <a:pt x="2385" y="3221"/>
                    </a:cubicBezTo>
                    <a:cubicBezTo>
                      <a:pt x="2399" y="3221"/>
                      <a:pt x="2399" y="3221"/>
                      <a:pt x="2399" y="3221"/>
                    </a:cubicBezTo>
                    <a:cubicBezTo>
                      <a:pt x="2411" y="3231"/>
                      <a:pt x="2411" y="3231"/>
                      <a:pt x="2411" y="3231"/>
                    </a:cubicBezTo>
                    <a:cubicBezTo>
                      <a:pt x="2416" y="3248"/>
                      <a:pt x="2416" y="3248"/>
                      <a:pt x="2416" y="3248"/>
                    </a:cubicBezTo>
                    <a:cubicBezTo>
                      <a:pt x="2426" y="3255"/>
                      <a:pt x="2426" y="3255"/>
                      <a:pt x="2426" y="3255"/>
                    </a:cubicBezTo>
                    <a:cubicBezTo>
                      <a:pt x="2430" y="3264"/>
                      <a:pt x="2430" y="3264"/>
                      <a:pt x="2430" y="3264"/>
                    </a:cubicBezTo>
                    <a:cubicBezTo>
                      <a:pt x="2441" y="3270"/>
                      <a:pt x="2441" y="3270"/>
                      <a:pt x="2441" y="3270"/>
                    </a:cubicBezTo>
                    <a:cubicBezTo>
                      <a:pt x="2451" y="3264"/>
                      <a:pt x="2451" y="3264"/>
                      <a:pt x="2451" y="3264"/>
                    </a:cubicBezTo>
                    <a:cubicBezTo>
                      <a:pt x="2454" y="3265"/>
                      <a:pt x="2454" y="3265"/>
                      <a:pt x="2454" y="3265"/>
                    </a:cubicBezTo>
                    <a:cubicBezTo>
                      <a:pt x="2456" y="3277"/>
                      <a:pt x="2456" y="3277"/>
                      <a:pt x="2456" y="3277"/>
                    </a:cubicBezTo>
                    <a:cubicBezTo>
                      <a:pt x="2467" y="3278"/>
                      <a:pt x="2467" y="3278"/>
                      <a:pt x="2467" y="3278"/>
                    </a:cubicBezTo>
                    <a:cubicBezTo>
                      <a:pt x="2478" y="3291"/>
                      <a:pt x="2478" y="3291"/>
                      <a:pt x="2478" y="3291"/>
                    </a:cubicBezTo>
                    <a:cubicBezTo>
                      <a:pt x="2483" y="3286"/>
                      <a:pt x="2483" y="3286"/>
                      <a:pt x="2483" y="3286"/>
                    </a:cubicBezTo>
                    <a:cubicBezTo>
                      <a:pt x="2497" y="3286"/>
                      <a:pt x="2497" y="3286"/>
                      <a:pt x="2497" y="3286"/>
                    </a:cubicBezTo>
                    <a:cubicBezTo>
                      <a:pt x="2497" y="3272"/>
                      <a:pt x="2497" y="3272"/>
                      <a:pt x="2497" y="3272"/>
                    </a:cubicBezTo>
                    <a:cubicBezTo>
                      <a:pt x="2513" y="3253"/>
                      <a:pt x="2513" y="3253"/>
                      <a:pt x="2513" y="3253"/>
                    </a:cubicBezTo>
                    <a:cubicBezTo>
                      <a:pt x="2536" y="3254"/>
                      <a:pt x="2536" y="3254"/>
                      <a:pt x="2536" y="3254"/>
                    </a:cubicBezTo>
                    <a:cubicBezTo>
                      <a:pt x="2538" y="3246"/>
                      <a:pt x="2538" y="3246"/>
                      <a:pt x="2538" y="3246"/>
                    </a:cubicBezTo>
                    <a:cubicBezTo>
                      <a:pt x="2518" y="3227"/>
                      <a:pt x="2518" y="3227"/>
                      <a:pt x="2518" y="3227"/>
                    </a:cubicBezTo>
                    <a:cubicBezTo>
                      <a:pt x="2519" y="3223"/>
                      <a:pt x="2519" y="3223"/>
                      <a:pt x="2519" y="3223"/>
                    </a:cubicBezTo>
                    <a:cubicBezTo>
                      <a:pt x="2539" y="3223"/>
                      <a:pt x="2539" y="3223"/>
                      <a:pt x="2539" y="3223"/>
                    </a:cubicBezTo>
                    <a:cubicBezTo>
                      <a:pt x="2547" y="3214"/>
                      <a:pt x="2547" y="3214"/>
                      <a:pt x="2547" y="3214"/>
                    </a:cubicBezTo>
                    <a:cubicBezTo>
                      <a:pt x="2569" y="3233"/>
                      <a:pt x="2569" y="3233"/>
                      <a:pt x="2569" y="3233"/>
                    </a:cubicBezTo>
                    <a:cubicBezTo>
                      <a:pt x="2597" y="3200"/>
                      <a:pt x="2597" y="3200"/>
                      <a:pt x="2597" y="3200"/>
                    </a:cubicBezTo>
                    <a:cubicBezTo>
                      <a:pt x="2608" y="3200"/>
                      <a:pt x="2608" y="3200"/>
                      <a:pt x="2608" y="3200"/>
                    </a:cubicBezTo>
                    <a:cubicBezTo>
                      <a:pt x="2626" y="3208"/>
                      <a:pt x="2626" y="3208"/>
                      <a:pt x="2626" y="3208"/>
                    </a:cubicBezTo>
                    <a:cubicBezTo>
                      <a:pt x="2643" y="3213"/>
                      <a:pt x="2643" y="3213"/>
                      <a:pt x="2643" y="3213"/>
                    </a:cubicBezTo>
                    <a:cubicBezTo>
                      <a:pt x="2656" y="3226"/>
                      <a:pt x="2656" y="3226"/>
                      <a:pt x="2656" y="3226"/>
                    </a:cubicBezTo>
                    <a:cubicBezTo>
                      <a:pt x="2671" y="3226"/>
                      <a:pt x="2671" y="3226"/>
                      <a:pt x="2671" y="3226"/>
                    </a:cubicBezTo>
                    <a:cubicBezTo>
                      <a:pt x="2678" y="3217"/>
                      <a:pt x="2678" y="3217"/>
                      <a:pt x="2678" y="3217"/>
                    </a:cubicBezTo>
                    <a:cubicBezTo>
                      <a:pt x="2686" y="3225"/>
                      <a:pt x="2686" y="3225"/>
                      <a:pt x="2686" y="3225"/>
                    </a:cubicBezTo>
                    <a:cubicBezTo>
                      <a:pt x="2694" y="3214"/>
                      <a:pt x="2694" y="3214"/>
                      <a:pt x="2694" y="3214"/>
                    </a:cubicBezTo>
                    <a:cubicBezTo>
                      <a:pt x="2718" y="3214"/>
                      <a:pt x="2718" y="3214"/>
                      <a:pt x="2718" y="3214"/>
                    </a:cubicBezTo>
                    <a:cubicBezTo>
                      <a:pt x="2730" y="3207"/>
                      <a:pt x="2730" y="3207"/>
                      <a:pt x="2730" y="3207"/>
                    </a:cubicBezTo>
                    <a:cubicBezTo>
                      <a:pt x="2739" y="3224"/>
                      <a:pt x="2739" y="3224"/>
                      <a:pt x="2739" y="3224"/>
                    </a:cubicBezTo>
                    <a:cubicBezTo>
                      <a:pt x="2759" y="3224"/>
                      <a:pt x="2759" y="3224"/>
                      <a:pt x="2759" y="3224"/>
                    </a:cubicBezTo>
                    <a:cubicBezTo>
                      <a:pt x="2783" y="3255"/>
                      <a:pt x="2783" y="3255"/>
                      <a:pt x="2783" y="3255"/>
                    </a:cubicBezTo>
                    <a:cubicBezTo>
                      <a:pt x="2793" y="3241"/>
                      <a:pt x="2793" y="3241"/>
                      <a:pt x="2793" y="3241"/>
                    </a:cubicBezTo>
                    <a:cubicBezTo>
                      <a:pt x="2808" y="3239"/>
                      <a:pt x="2808" y="3239"/>
                      <a:pt x="2808" y="3239"/>
                    </a:cubicBezTo>
                    <a:cubicBezTo>
                      <a:pt x="2808" y="3248"/>
                      <a:pt x="2808" y="3248"/>
                      <a:pt x="2808" y="3248"/>
                    </a:cubicBezTo>
                    <a:cubicBezTo>
                      <a:pt x="2818" y="3248"/>
                      <a:pt x="2818" y="3248"/>
                      <a:pt x="2818" y="3248"/>
                    </a:cubicBezTo>
                    <a:cubicBezTo>
                      <a:pt x="2826" y="3260"/>
                      <a:pt x="2826" y="3260"/>
                      <a:pt x="2826" y="3260"/>
                    </a:cubicBezTo>
                    <a:cubicBezTo>
                      <a:pt x="2850" y="3260"/>
                      <a:pt x="2850" y="3260"/>
                      <a:pt x="2850" y="3260"/>
                    </a:cubicBezTo>
                    <a:cubicBezTo>
                      <a:pt x="2852" y="3272"/>
                      <a:pt x="2852" y="3272"/>
                      <a:pt x="2852" y="3272"/>
                    </a:cubicBezTo>
                    <a:cubicBezTo>
                      <a:pt x="2857" y="3284"/>
                      <a:pt x="2857" y="3284"/>
                      <a:pt x="2857" y="3284"/>
                    </a:cubicBezTo>
                    <a:cubicBezTo>
                      <a:pt x="2875" y="3299"/>
                      <a:pt x="2875" y="3299"/>
                      <a:pt x="2875" y="3299"/>
                    </a:cubicBezTo>
                    <a:cubicBezTo>
                      <a:pt x="2875" y="3332"/>
                      <a:pt x="2875" y="3332"/>
                      <a:pt x="2875" y="3332"/>
                    </a:cubicBezTo>
                    <a:cubicBezTo>
                      <a:pt x="2906" y="3341"/>
                      <a:pt x="2906" y="3341"/>
                      <a:pt x="2906" y="3341"/>
                    </a:cubicBezTo>
                    <a:cubicBezTo>
                      <a:pt x="2927" y="3355"/>
                      <a:pt x="2927" y="3355"/>
                      <a:pt x="2927" y="3355"/>
                    </a:cubicBezTo>
                    <a:cubicBezTo>
                      <a:pt x="2945" y="3357"/>
                      <a:pt x="2945" y="3357"/>
                      <a:pt x="2945" y="3357"/>
                    </a:cubicBezTo>
                    <a:cubicBezTo>
                      <a:pt x="2945" y="3374"/>
                      <a:pt x="2945" y="3374"/>
                      <a:pt x="2945" y="3374"/>
                    </a:cubicBezTo>
                    <a:cubicBezTo>
                      <a:pt x="2958" y="3374"/>
                      <a:pt x="2958" y="3374"/>
                      <a:pt x="2958" y="3374"/>
                    </a:cubicBezTo>
                    <a:cubicBezTo>
                      <a:pt x="2969" y="3381"/>
                      <a:pt x="2969" y="3381"/>
                      <a:pt x="2969" y="3381"/>
                    </a:cubicBezTo>
                    <a:cubicBezTo>
                      <a:pt x="2981" y="3382"/>
                      <a:pt x="2981" y="3382"/>
                      <a:pt x="2981" y="3382"/>
                    </a:cubicBezTo>
                    <a:cubicBezTo>
                      <a:pt x="2994" y="3374"/>
                      <a:pt x="2994" y="3374"/>
                      <a:pt x="2994" y="3374"/>
                    </a:cubicBezTo>
                    <a:cubicBezTo>
                      <a:pt x="3013" y="3399"/>
                      <a:pt x="3013" y="3399"/>
                      <a:pt x="3013" y="3399"/>
                    </a:cubicBezTo>
                    <a:cubicBezTo>
                      <a:pt x="3033" y="3399"/>
                      <a:pt x="3033" y="3399"/>
                      <a:pt x="3033" y="3399"/>
                    </a:cubicBezTo>
                    <a:cubicBezTo>
                      <a:pt x="3042" y="3408"/>
                      <a:pt x="3042" y="3408"/>
                      <a:pt x="3042" y="3408"/>
                    </a:cubicBezTo>
                    <a:cubicBezTo>
                      <a:pt x="3050" y="3404"/>
                      <a:pt x="3050" y="3404"/>
                      <a:pt x="3050" y="3404"/>
                    </a:cubicBezTo>
                    <a:cubicBezTo>
                      <a:pt x="3064" y="3409"/>
                      <a:pt x="3064" y="3409"/>
                      <a:pt x="3064" y="3409"/>
                    </a:cubicBezTo>
                    <a:cubicBezTo>
                      <a:pt x="3078" y="3402"/>
                      <a:pt x="3078" y="3402"/>
                      <a:pt x="3078" y="3402"/>
                    </a:cubicBezTo>
                    <a:cubicBezTo>
                      <a:pt x="3112" y="3434"/>
                      <a:pt x="3112" y="3434"/>
                      <a:pt x="3112" y="3434"/>
                    </a:cubicBezTo>
                    <a:cubicBezTo>
                      <a:pt x="3124" y="3424"/>
                      <a:pt x="3124" y="3424"/>
                      <a:pt x="3124" y="3424"/>
                    </a:cubicBezTo>
                    <a:cubicBezTo>
                      <a:pt x="3136" y="3433"/>
                      <a:pt x="3136" y="3433"/>
                      <a:pt x="3136" y="3433"/>
                    </a:cubicBezTo>
                    <a:cubicBezTo>
                      <a:pt x="3142" y="3426"/>
                      <a:pt x="3142" y="3426"/>
                      <a:pt x="3142" y="3426"/>
                    </a:cubicBezTo>
                    <a:cubicBezTo>
                      <a:pt x="3156" y="3439"/>
                      <a:pt x="3156" y="3439"/>
                      <a:pt x="3156" y="3439"/>
                    </a:cubicBezTo>
                    <a:cubicBezTo>
                      <a:pt x="3166" y="3440"/>
                      <a:pt x="3166" y="3440"/>
                      <a:pt x="3166" y="3440"/>
                    </a:cubicBezTo>
                    <a:cubicBezTo>
                      <a:pt x="3169" y="3453"/>
                      <a:pt x="3169" y="3453"/>
                      <a:pt x="3169" y="3453"/>
                    </a:cubicBezTo>
                    <a:cubicBezTo>
                      <a:pt x="3186" y="3452"/>
                      <a:pt x="3186" y="3452"/>
                      <a:pt x="3186" y="3452"/>
                    </a:cubicBezTo>
                    <a:cubicBezTo>
                      <a:pt x="3183" y="3441"/>
                      <a:pt x="3183" y="3441"/>
                      <a:pt x="3183" y="3441"/>
                    </a:cubicBezTo>
                    <a:cubicBezTo>
                      <a:pt x="3183" y="3430"/>
                      <a:pt x="3183" y="3430"/>
                      <a:pt x="3183" y="3430"/>
                    </a:cubicBezTo>
                    <a:cubicBezTo>
                      <a:pt x="3178" y="3419"/>
                      <a:pt x="3178" y="3419"/>
                      <a:pt x="3178" y="3419"/>
                    </a:cubicBezTo>
                    <a:cubicBezTo>
                      <a:pt x="3188" y="3403"/>
                      <a:pt x="3188" y="3403"/>
                      <a:pt x="3188" y="3403"/>
                    </a:cubicBezTo>
                    <a:cubicBezTo>
                      <a:pt x="3176" y="3399"/>
                      <a:pt x="3176" y="3399"/>
                      <a:pt x="3176" y="3399"/>
                    </a:cubicBezTo>
                    <a:cubicBezTo>
                      <a:pt x="3173" y="3394"/>
                      <a:pt x="3173" y="3394"/>
                      <a:pt x="3173" y="3394"/>
                    </a:cubicBezTo>
                    <a:cubicBezTo>
                      <a:pt x="3165" y="3394"/>
                      <a:pt x="3165" y="3394"/>
                      <a:pt x="3165" y="3394"/>
                    </a:cubicBezTo>
                    <a:cubicBezTo>
                      <a:pt x="3152" y="3370"/>
                      <a:pt x="3152" y="3370"/>
                      <a:pt x="3152" y="3370"/>
                    </a:cubicBezTo>
                    <a:cubicBezTo>
                      <a:pt x="3135" y="3369"/>
                      <a:pt x="3135" y="3369"/>
                      <a:pt x="3135" y="3369"/>
                    </a:cubicBezTo>
                    <a:cubicBezTo>
                      <a:pt x="3139" y="3353"/>
                      <a:pt x="3139" y="3353"/>
                      <a:pt x="3139" y="3353"/>
                    </a:cubicBezTo>
                    <a:cubicBezTo>
                      <a:pt x="3134" y="3352"/>
                      <a:pt x="3134" y="3352"/>
                      <a:pt x="3134" y="3352"/>
                    </a:cubicBezTo>
                    <a:cubicBezTo>
                      <a:pt x="3127" y="3366"/>
                      <a:pt x="3127" y="3366"/>
                      <a:pt x="3127" y="3366"/>
                    </a:cubicBezTo>
                    <a:cubicBezTo>
                      <a:pt x="3119" y="3358"/>
                      <a:pt x="3119" y="3358"/>
                      <a:pt x="3119" y="3358"/>
                    </a:cubicBezTo>
                    <a:cubicBezTo>
                      <a:pt x="3125" y="3349"/>
                      <a:pt x="3125" y="3349"/>
                      <a:pt x="3125" y="3349"/>
                    </a:cubicBezTo>
                    <a:cubicBezTo>
                      <a:pt x="3137" y="3338"/>
                      <a:pt x="3137" y="3338"/>
                      <a:pt x="3137" y="3338"/>
                    </a:cubicBezTo>
                    <a:cubicBezTo>
                      <a:pt x="3125" y="3333"/>
                      <a:pt x="3125" y="3333"/>
                      <a:pt x="3125" y="3333"/>
                    </a:cubicBezTo>
                    <a:cubicBezTo>
                      <a:pt x="3123" y="3326"/>
                      <a:pt x="3123" y="3326"/>
                      <a:pt x="3123" y="3326"/>
                    </a:cubicBezTo>
                    <a:cubicBezTo>
                      <a:pt x="3133" y="3316"/>
                      <a:pt x="3133" y="3316"/>
                      <a:pt x="3133" y="3316"/>
                    </a:cubicBezTo>
                    <a:cubicBezTo>
                      <a:pt x="3135" y="3251"/>
                      <a:pt x="3135" y="3251"/>
                      <a:pt x="3135" y="3251"/>
                    </a:cubicBezTo>
                    <a:cubicBezTo>
                      <a:pt x="3131" y="3234"/>
                      <a:pt x="3131" y="3234"/>
                      <a:pt x="3131" y="3234"/>
                    </a:cubicBezTo>
                    <a:cubicBezTo>
                      <a:pt x="3127" y="3212"/>
                      <a:pt x="3127" y="3212"/>
                      <a:pt x="3127" y="3212"/>
                    </a:cubicBezTo>
                    <a:cubicBezTo>
                      <a:pt x="3123" y="3198"/>
                      <a:pt x="3123" y="3198"/>
                      <a:pt x="3123" y="3198"/>
                    </a:cubicBezTo>
                    <a:cubicBezTo>
                      <a:pt x="3119" y="3182"/>
                      <a:pt x="3119" y="3182"/>
                      <a:pt x="3119" y="3182"/>
                    </a:cubicBezTo>
                    <a:cubicBezTo>
                      <a:pt x="3108" y="3178"/>
                      <a:pt x="3108" y="3178"/>
                      <a:pt x="3108" y="3178"/>
                    </a:cubicBezTo>
                    <a:cubicBezTo>
                      <a:pt x="3096" y="3161"/>
                      <a:pt x="3096" y="3161"/>
                      <a:pt x="3096" y="3161"/>
                    </a:cubicBezTo>
                    <a:cubicBezTo>
                      <a:pt x="3131" y="3115"/>
                      <a:pt x="3131" y="3115"/>
                      <a:pt x="3131" y="3115"/>
                    </a:cubicBezTo>
                    <a:cubicBezTo>
                      <a:pt x="3149" y="3091"/>
                      <a:pt x="3149" y="3091"/>
                      <a:pt x="3149" y="3091"/>
                    </a:cubicBezTo>
                    <a:cubicBezTo>
                      <a:pt x="3150" y="3074"/>
                      <a:pt x="3150" y="3074"/>
                      <a:pt x="3150" y="3074"/>
                    </a:cubicBezTo>
                    <a:cubicBezTo>
                      <a:pt x="3186" y="3041"/>
                      <a:pt x="3186" y="3041"/>
                      <a:pt x="3186" y="3041"/>
                    </a:cubicBezTo>
                    <a:cubicBezTo>
                      <a:pt x="3213" y="3005"/>
                      <a:pt x="3213" y="3005"/>
                      <a:pt x="3213" y="3005"/>
                    </a:cubicBezTo>
                    <a:cubicBezTo>
                      <a:pt x="3214" y="2987"/>
                      <a:pt x="3214" y="2987"/>
                      <a:pt x="3214" y="2987"/>
                    </a:cubicBezTo>
                    <a:cubicBezTo>
                      <a:pt x="3228" y="2982"/>
                      <a:pt x="3228" y="2982"/>
                      <a:pt x="3228" y="2982"/>
                    </a:cubicBezTo>
                    <a:cubicBezTo>
                      <a:pt x="3251" y="2951"/>
                      <a:pt x="3251" y="2951"/>
                      <a:pt x="3251" y="2951"/>
                    </a:cubicBezTo>
                    <a:cubicBezTo>
                      <a:pt x="3280" y="2910"/>
                      <a:pt x="3280" y="2910"/>
                      <a:pt x="3280" y="2910"/>
                    </a:cubicBezTo>
                    <a:cubicBezTo>
                      <a:pt x="3305" y="2882"/>
                      <a:pt x="3305" y="2882"/>
                      <a:pt x="3305" y="2882"/>
                    </a:cubicBezTo>
                    <a:cubicBezTo>
                      <a:pt x="3308" y="2866"/>
                      <a:pt x="3308" y="2866"/>
                      <a:pt x="3308" y="2866"/>
                    </a:cubicBezTo>
                    <a:cubicBezTo>
                      <a:pt x="3323" y="2854"/>
                      <a:pt x="3323" y="2854"/>
                      <a:pt x="3323" y="2854"/>
                    </a:cubicBezTo>
                    <a:cubicBezTo>
                      <a:pt x="3328" y="2844"/>
                      <a:pt x="3328" y="2844"/>
                      <a:pt x="3328" y="2844"/>
                    </a:cubicBezTo>
                    <a:cubicBezTo>
                      <a:pt x="3349" y="2833"/>
                      <a:pt x="3349" y="2833"/>
                      <a:pt x="3349" y="2833"/>
                    </a:cubicBezTo>
                    <a:cubicBezTo>
                      <a:pt x="3386" y="2797"/>
                      <a:pt x="3386" y="2797"/>
                      <a:pt x="3386" y="2797"/>
                    </a:cubicBezTo>
                    <a:cubicBezTo>
                      <a:pt x="3423" y="2762"/>
                      <a:pt x="3423" y="2762"/>
                      <a:pt x="3423" y="2762"/>
                    </a:cubicBezTo>
                    <a:cubicBezTo>
                      <a:pt x="3456" y="2742"/>
                      <a:pt x="3456" y="2742"/>
                      <a:pt x="3456" y="2742"/>
                    </a:cubicBezTo>
                    <a:cubicBezTo>
                      <a:pt x="3484" y="2705"/>
                      <a:pt x="3484" y="2705"/>
                      <a:pt x="3484" y="2705"/>
                    </a:cubicBezTo>
                    <a:cubicBezTo>
                      <a:pt x="3498" y="2703"/>
                      <a:pt x="3498" y="2703"/>
                      <a:pt x="3498" y="2703"/>
                    </a:cubicBezTo>
                    <a:cubicBezTo>
                      <a:pt x="3501" y="2680"/>
                      <a:pt x="3501" y="2680"/>
                      <a:pt x="3501" y="2680"/>
                    </a:cubicBezTo>
                    <a:cubicBezTo>
                      <a:pt x="3507" y="2675"/>
                      <a:pt x="3507" y="2675"/>
                      <a:pt x="3507" y="2675"/>
                    </a:cubicBezTo>
                    <a:cubicBezTo>
                      <a:pt x="3536" y="2660"/>
                      <a:pt x="3536" y="2660"/>
                      <a:pt x="3536" y="2660"/>
                    </a:cubicBezTo>
                    <a:cubicBezTo>
                      <a:pt x="3574" y="2658"/>
                      <a:pt x="3574" y="2658"/>
                      <a:pt x="3574" y="2658"/>
                    </a:cubicBezTo>
                    <a:cubicBezTo>
                      <a:pt x="3610" y="2655"/>
                      <a:pt x="3610" y="2655"/>
                      <a:pt x="3610" y="2655"/>
                    </a:cubicBezTo>
                    <a:cubicBezTo>
                      <a:pt x="3636" y="2605"/>
                      <a:pt x="3636" y="2605"/>
                      <a:pt x="3636" y="2605"/>
                    </a:cubicBezTo>
                    <a:cubicBezTo>
                      <a:pt x="3639" y="2585"/>
                      <a:pt x="3639" y="2585"/>
                      <a:pt x="3639" y="2585"/>
                    </a:cubicBezTo>
                    <a:cubicBezTo>
                      <a:pt x="3642" y="2566"/>
                      <a:pt x="3642" y="2566"/>
                      <a:pt x="3642" y="2566"/>
                    </a:cubicBezTo>
                    <a:cubicBezTo>
                      <a:pt x="3646" y="2559"/>
                      <a:pt x="3646" y="2559"/>
                      <a:pt x="3646" y="2559"/>
                    </a:cubicBezTo>
                    <a:cubicBezTo>
                      <a:pt x="3646" y="2528"/>
                      <a:pt x="3646" y="2528"/>
                      <a:pt x="3646" y="2528"/>
                    </a:cubicBezTo>
                    <a:cubicBezTo>
                      <a:pt x="3641" y="2522"/>
                      <a:pt x="3641" y="2522"/>
                      <a:pt x="3641" y="2522"/>
                    </a:cubicBezTo>
                    <a:cubicBezTo>
                      <a:pt x="3644" y="2510"/>
                      <a:pt x="3644" y="2510"/>
                      <a:pt x="3644" y="2510"/>
                    </a:cubicBezTo>
                    <a:cubicBezTo>
                      <a:pt x="3636" y="2507"/>
                      <a:pt x="3636" y="2507"/>
                      <a:pt x="3636" y="2507"/>
                    </a:cubicBezTo>
                    <a:cubicBezTo>
                      <a:pt x="3632" y="2500"/>
                      <a:pt x="3632" y="2500"/>
                      <a:pt x="3632" y="2500"/>
                    </a:cubicBezTo>
                    <a:cubicBezTo>
                      <a:pt x="3636" y="2481"/>
                      <a:pt x="3636" y="2481"/>
                      <a:pt x="3636" y="2481"/>
                    </a:cubicBezTo>
                    <a:cubicBezTo>
                      <a:pt x="3617" y="2479"/>
                      <a:pt x="3617" y="2479"/>
                      <a:pt x="3617" y="2479"/>
                    </a:cubicBezTo>
                    <a:cubicBezTo>
                      <a:pt x="3617" y="2455"/>
                      <a:pt x="3617" y="2455"/>
                      <a:pt x="3617" y="2455"/>
                    </a:cubicBezTo>
                    <a:cubicBezTo>
                      <a:pt x="3600" y="2448"/>
                      <a:pt x="3600" y="2448"/>
                      <a:pt x="3600" y="2448"/>
                    </a:cubicBezTo>
                    <a:cubicBezTo>
                      <a:pt x="3596" y="2425"/>
                      <a:pt x="3596" y="2425"/>
                      <a:pt x="3596" y="2425"/>
                    </a:cubicBezTo>
                    <a:cubicBezTo>
                      <a:pt x="3611" y="2412"/>
                      <a:pt x="3611" y="2412"/>
                      <a:pt x="3611" y="2412"/>
                    </a:cubicBezTo>
                    <a:cubicBezTo>
                      <a:pt x="3648" y="2412"/>
                      <a:pt x="3648" y="2412"/>
                      <a:pt x="3648" y="2412"/>
                    </a:cubicBezTo>
                    <a:cubicBezTo>
                      <a:pt x="3660" y="2403"/>
                      <a:pt x="3660" y="2403"/>
                      <a:pt x="3660" y="2403"/>
                    </a:cubicBezTo>
                    <a:cubicBezTo>
                      <a:pt x="3664" y="2394"/>
                      <a:pt x="3664" y="2394"/>
                      <a:pt x="3664" y="2394"/>
                    </a:cubicBezTo>
                    <a:cubicBezTo>
                      <a:pt x="3649" y="2388"/>
                      <a:pt x="3649" y="2388"/>
                      <a:pt x="3649" y="2388"/>
                    </a:cubicBezTo>
                    <a:cubicBezTo>
                      <a:pt x="3631" y="2382"/>
                      <a:pt x="3631" y="2382"/>
                      <a:pt x="3631" y="2382"/>
                    </a:cubicBezTo>
                    <a:cubicBezTo>
                      <a:pt x="3610" y="2362"/>
                      <a:pt x="3610" y="2362"/>
                      <a:pt x="3610" y="2362"/>
                    </a:cubicBezTo>
                    <a:cubicBezTo>
                      <a:pt x="3601" y="2340"/>
                      <a:pt x="3601" y="2340"/>
                      <a:pt x="3601" y="2340"/>
                    </a:cubicBezTo>
                    <a:cubicBezTo>
                      <a:pt x="3594" y="2322"/>
                      <a:pt x="3594" y="2322"/>
                      <a:pt x="3594" y="2322"/>
                    </a:cubicBezTo>
                    <a:cubicBezTo>
                      <a:pt x="3579" y="2316"/>
                      <a:pt x="3579" y="2316"/>
                      <a:pt x="3579" y="2316"/>
                    </a:cubicBezTo>
                    <a:cubicBezTo>
                      <a:pt x="3588" y="2306"/>
                      <a:pt x="3588" y="2306"/>
                      <a:pt x="3588" y="2306"/>
                    </a:cubicBezTo>
                    <a:cubicBezTo>
                      <a:pt x="3581" y="2294"/>
                      <a:pt x="3581" y="2294"/>
                      <a:pt x="3581" y="2294"/>
                    </a:cubicBezTo>
                    <a:cubicBezTo>
                      <a:pt x="3578" y="2276"/>
                      <a:pt x="3578" y="2276"/>
                      <a:pt x="3578" y="2276"/>
                    </a:cubicBezTo>
                    <a:cubicBezTo>
                      <a:pt x="3569" y="2276"/>
                      <a:pt x="3569" y="2276"/>
                      <a:pt x="3569" y="2276"/>
                    </a:cubicBezTo>
                    <a:cubicBezTo>
                      <a:pt x="3557" y="2260"/>
                      <a:pt x="3557" y="2260"/>
                      <a:pt x="3557" y="2260"/>
                    </a:cubicBezTo>
                    <a:cubicBezTo>
                      <a:pt x="3556" y="2248"/>
                      <a:pt x="3556" y="2248"/>
                      <a:pt x="3556" y="2248"/>
                    </a:cubicBezTo>
                    <a:cubicBezTo>
                      <a:pt x="3562" y="2245"/>
                      <a:pt x="3562" y="2245"/>
                      <a:pt x="3562" y="2245"/>
                    </a:cubicBezTo>
                    <a:cubicBezTo>
                      <a:pt x="3561" y="2229"/>
                      <a:pt x="3561" y="2229"/>
                      <a:pt x="3561" y="2229"/>
                    </a:cubicBezTo>
                    <a:cubicBezTo>
                      <a:pt x="3552" y="2227"/>
                      <a:pt x="3552" y="2227"/>
                      <a:pt x="3552" y="2227"/>
                    </a:cubicBezTo>
                    <a:cubicBezTo>
                      <a:pt x="3545" y="2222"/>
                      <a:pt x="3545" y="2222"/>
                      <a:pt x="3545" y="2222"/>
                    </a:cubicBezTo>
                    <a:cubicBezTo>
                      <a:pt x="3539" y="2210"/>
                      <a:pt x="3539" y="2210"/>
                      <a:pt x="3539" y="2210"/>
                    </a:cubicBezTo>
                    <a:cubicBezTo>
                      <a:pt x="3514" y="2194"/>
                      <a:pt x="3514" y="2194"/>
                      <a:pt x="3514" y="2194"/>
                    </a:cubicBezTo>
                    <a:cubicBezTo>
                      <a:pt x="3512" y="2180"/>
                      <a:pt x="3512" y="2180"/>
                      <a:pt x="3512" y="2180"/>
                    </a:cubicBezTo>
                    <a:cubicBezTo>
                      <a:pt x="3509" y="2161"/>
                      <a:pt x="3509" y="2161"/>
                      <a:pt x="3509" y="2161"/>
                    </a:cubicBezTo>
                    <a:cubicBezTo>
                      <a:pt x="3501" y="2150"/>
                      <a:pt x="3501" y="2150"/>
                      <a:pt x="3501" y="2150"/>
                    </a:cubicBezTo>
                    <a:cubicBezTo>
                      <a:pt x="3480" y="2147"/>
                      <a:pt x="3480" y="2147"/>
                      <a:pt x="3480" y="2147"/>
                    </a:cubicBezTo>
                    <a:cubicBezTo>
                      <a:pt x="3477" y="2128"/>
                      <a:pt x="3477" y="2128"/>
                      <a:pt x="3477" y="2128"/>
                    </a:cubicBezTo>
                    <a:cubicBezTo>
                      <a:pt x="3487" y="2107"/>
                      <a:pt x="3487" y="2107"/>
                      <a:pt x="3487" y="2107"/>
                    </a:cubicBezTo>
                    <a:cubicBezTo>
                      <a:pt x="3494" y="2104"/>
                      <a:pt x="3494" y="2104"/>
                      <a:pt x="3494" y="2104"/>
                    </a:cubicBezTo>
                    <a:cubicBezTo>
                      <a:pt x="3492" y="2091"/>
                      <a:pt x="3492" y="2091"/>
                      <a:pt x="3492" y="2091"/>
                    </a:cubicBezTo>
                    <a:cubicBezTo>
                      <a:pt x="3500" y="2085"/>
                      <a:pt x="3500" y="2085"/>
                      <a:pt x="3500" y="2085"/>
                    </a:cubicBezTo>
                    <a:cubicBezTo>
                      <a:pt x="3503" y="2075"/>
                      <a:pt x="3503" y="2075"/>
                      <a:pt x="3503" y="2075"/>
                    </a:cubicBezTo>
                    <a:cubicBezTo>
                      <a:pt x="3496" y="2070"/>
                      <a:pt x="3496" y="2070"/>
                      <a:pt x="3496" y="2070"/>
                    </a:cubicBezTo>
                    <a:cubicBezTo>
                      <a:pt x="3495" y="2060"/>
                      <a:pt x="3495" y="2060"/>
                      <a:pt x="3495" y="2060"/>
                    </a:cubicBezTo>
                    <a:cubicBezTo>
                      <a:pt x="3483" y="2057"/>
                      <a:pt x="3483" y="2057"/>
                      <a:pt x="3483" y="2057"/>
                    </a:cubicBezTo>
                    <a:cubicBezTo>
                      <a:pt x="3483" y="2049"/>
                      <a:pt x="3483" y="2049"/>
                      <a:pt x="3483" y="2049"/>
                    </a:cubicBezTo>
                    <a:cubicBezTo>
                      <a:pt x="3492" y="2045"/>
                      <a:pt x="3492" y="2045"/>
                      <a:pt x="3492" y="2045"/>
                    </a:cubicBezTo>
                    <a:cubicBezTo>
                      <a:pt x="3490" y="2037"/>
                      <a:pt x="3490" y="2037"/>
                      <a:pt x="3490" y="2037"/>
                    </a:cubicBezTo>
                    <a:cubicBezTo>
                      <a:pt x="3478" y="2035"/>
                      <a:pt x="3478" y="2035"/>
                      <a:pt x="3478" y="2035"/>
                    </a:cubicBezTo>
                    <a:cubicBezTo>
                      <a:pt x="3474" y="2026"/>
                      <a:pt x="3474" y="2026"/>
                      <a:pt x="3474" y="2026"/>
                    </a:cubicBezTo>
                    <a:cubicBezTo>
                      <a:pt x="3464" y="2010"/>
                      <a:pt x="3464" y="2010"/>
                      <a:pt x="3464" y="2010"/>
                    </a:cubicBezTo>
                    <a:cubicBezTo>
                      <a:pt x="3451" y="2004"/>
                      <a:pt x="3451" y="2004"/>
                      <a:pt x="3451" y="2004"/>
                    </a:cubicBezTo>
                    <a:cubicBezTo>
                      <a:pt x="3452" y="1991"/>
                      <a:pt x="3452" y="1991"/>
                      <a:pt x="3452" y="1991"/>
                    </a:cubicBezTo>
                    <a:cubicBezTo>
                      <a:pt x="3442" y="1979"/>
                      <a:pt x="3442" y="1979"/>
                      <a:pt x="3442" y="1979"/>
                    </a:cubicBezTo>
                    <a:cubicBezTo>
                      <a:pt x="3442" y="1966"/>
                      <a:pt x="3442" y="1966"/>
                      <a:pt x="3442" y="1966"/>
                    </a:cubicBezTo>
                    <a:cubicBezTo>
                      <a:pt x="3445" y="1959"/>
                      <a:pt x="3445" y="1959"/>
                      <a:pt x="3445" y="1959"/>
                    </a:cubicBezTo>
                    <a:cubicBezTo>
                      <a:pt x="3446" y="1946"/>
                      <a:pt x="3446" y="1946"/>
                      <a:pt x="3446" y="1946"/>
                    </a:cubicBezTo>
                    <a:cubicBezTo>
                      <a:pt x="3440" y="1938"/>
                      <a:pt x="3440" y="1938"/>
                      <a:pt x="3440" y="1938"/>
                    </a:cubicBezTo>
                    <a:cubicBezTo>
                      <a:pt x="3449" y="1930"/>
                      <a:pt x="3449" y="1930"/>
                      <a:pt x="3449" y="1930"/>
                    </a:cubicBezTo>
                    <a:cubicBezTo>
                      <a:pt x="3446" y="1882"/>
                      <a:pt x="3446" y="1882"/>
                      <a:pt x="3446" y="1882"/>
                    </a:cubicBezTo>
                    <a:cubicBezTo>
                      <a:pt x="3472" y="1863"/>
                      <a:pt x="3472" y="1863"/>
                      <a:pt x="3472" y="1863"/>
                    </a:cubicBezTo>
                    <a:cubicBezTo>
                      <a:pt x="3476" y="1852"/>
                      <a:pt x="3476" y="1852"/>
                      <a:pt x="3476" y="1852"/>
                    </a:cubicBezTo>
                    <a:cubicBezTo>
                      <a:pt x="3466" y="1839"/>
                      <a:pt x="3466" y="1839"/>
                      <a:pt x="3466" y="1839"/>
                    </a:cubicBezTo>
                    <a:cubicBezTo>
                      <a:pt x="3462" y="1831"/>
                      <a:pt x="3462" y="1831"/>
                      <a:pt x="3462" y="1831"/>
                    </a:cubicBezTo>
                    <a:cubicBezTo>
                      <a:pt x="3471" y="1804"/>
                      <a:pt x="3471" y="1804"/>
                      <a:pt x="3471" y="1804"/>
                    </a:cubicBezTo>
                    <a:cubicBezTo>
                      <a:pt x="3473" y="1791"/>
                      <a:pt x="3473" y="1791"/>
                      <a:pt x="3473" y="1791"/>
                    </a:cubicBezTo>
                    <a:cubicBezTo>
                      <a:pt x="3469" y="1787"/>
                      <a:pt x="3469" y="1787"/>
                      <a:pt x="3469" y="1787"/>
                    </a:cubicBezTo>
                    <a:cubicBezTo>
                      <a:pt x="3470" y="1773"/>
                      <a:pt x="3470" y="1773"/>
                      <a:pt x="3470" y="1773"/>
                    </a:cubicBezTo>
                    <a:cubicBezTo>
                      <a:pt x="3475" y="1760"/>
                      <a:pt x="3475" y="1760"/>
                      <a:pt x="3475" y="1760"/>
                    </a:cubicBezTo>
                    <a:cubicBezTo>
                      <a:pt x="3489" y="1740"/>
                      <a:pt x="3489" y="1740"/>
                      <a:pt x="3489" y="1740"/>
                    </a:cubicBezTo>
                    <a:cubicBezTo>
                      <a:pt x="3489" y="1729"/>
                      <a:pt x="3489" y="1729"/>
                      <a:pt x="3489" y="1729"/>
                    </a:cubicBezTo>
                    <a:cubicBezTo>
                      <a:pt x="3484" y="1712"/>
                      <a:pt x="3484" y="1712"/>
                      <a:pt x="3484" y="1712"/>
                    </a:cubicBezTo>
                    <a:cubicBezTo>
                      <a:pt x="3480" y="1690"/>
                      <a:pt x="3480" y="1690"/>
                      <a:pt x="3480" y="1690"/>
                    </a:cubicBezTo>
                    <a:cubicBezTo>
                      <a:pt x="3463" y="1667"/>
                      <a:pt x="3463" y="1667"/>
                      <a:pt x="3463" y="1667"/>
                    </a:cubicBezTo>
                    <a:cubicBezTo>
                      <a:pt x="3450" y="1665"/>
                      <a:pt x="3450" y="1665"/>
                      <a:pt x="3450" y="1665"/>
                    </a:cubicBezTo>
                    <a:cubicBezTo>
                      <a:pt x="3433" y="1660"/>
                      <a:pt x="3433" y="1660"/>
                      <a:pt x="3433" y="1660"/>
                    </a:cubicBezTo>
                    <a:cubicBezTo>
                      <a:pt x="3422" y="1647"/>
                      <a:pt x="3422" y="1647"/>
                      <a:pt x="3422" y="1647"/>
                    </a:cubicBezTo>
                    <a:cubicBezTo>
                      <a:pt x="3421" y="1632"/>
                      <a:pt x="3421" y="1632"/>
                      <a:pt x="3421" y="1632"/>
                    </a:cubicBezTo>
                    <a:cubicBezTo>
                      <a:pt x="3390" y="1628"/>
                      <a:pt x="3390" y="1628"/>
                      <a:pt x="3390" y="1628"/>
                    </a:cubicBezTo>
                    <a:cubicBezTo>
                      <a:pt x="3390" y="1619"/>
                      <a:pt x="3390" y="1619"/>
                      <a:pt x="3390" y="1619"/>
                    </a:cubicBezTo>
                    <a:cubicBezTo>
                      <a:pt x="3384" y="1615"/>
                      <a:pt x="3384" y="1615"/>
                      <a:pt x="3384" y="1615"/>
                    </a:cubicBezTo>
                    <a:cubicBezTo>
                      <a:pt x="3360" y="1610"/>
                      <a:pt x="3360" y="1610"/>
                      <a:pt x="3360" y="1610"/>
                    </a:cubicBezTo>
                    <a:cubicBezTo>
                      <a:pt x="3352" y="1600"/>
                      <a:pt x="3352" y="1600"/>
                      <a:pt x="3352" y="1600"/>
                    </a:cubicBezTo>
                    <a:cubicBezTo>
                      <a:pt x="3345" y="1605"/>
                      <a:pt x="3345" y="1605"/>
                      <a:pt x="3345" y="1605"/>
                    </a:cubicBezTo>
                    <a:cubicBezTo>
                      <a:pt x="3331" y="1601"/>
                      <a:pt x="3331" y="1601"/>
                      <a:pt x="3331" y="1601"/>
                    </a:cubicBezTo>
                    <a:cubicBezTo>
                      <a:pt x="3317" y="1595"/>
                      <a:pt x="3317" y="1595"/>
                      <a:pt x="3317" y="1595"/>
                    </a:cubicBezTo>
                    <a:cubicBezTo>
                      <a:pt x="3313" y="1569"/>
                      <a:pt x="3313" y="1569"/>
                      <a:pt x="3313" y="1569"/>
                    </a:cubicBezTo>
                    <a:cubicBezTo>
                      <a:pt x="3306" y="1562"/>
                      <a:pt x="3306" y="1562"/>
                      <a:pt x="3306" y="1562"/>
                    </a:cubicBezTo>
                    <a:cubicBezTo>
                      <a:pt x="3318" y="1542"/>
                      <a:pt x="3318" y="1542"/>
                      <a:pt x="3318" y="1542"/>
                    </a:cubicBezTo>
                    <a:cubicBezTo>
                      <a:pt x="3336" y="1514"/>
                      <a:pt x="3336" y="1514"/>
                      <a:pt x="3336" y="1514"/>
                    </a:cubicBezTo>
                    <a:cubicBezTo>
                      <a:pt x="3354" y="1483"/>
                      <a:pt x="3354" y="1483"/>
                      <a:pt x="3354" y="1483"/>
                    </a:cubicBezTo>
                    <a:cubicBezTo>
                      <a:pt x="3369" y="1457"/>
                      <a:pt x="3369" y="1457"/>
                      <a:pt x="3369" y="1457"/>
                    </a:cubicBezTo>
                    <a:cubicBezTo>
                      <a:pt x="3388" y="1429"/>
                      <a:pt x="3388" y="1429"/>
                      <a:pt x="3388" y="1429"/>
                    </a:cubicBezTo>
                    <a:cubicBezTo>
                      <a:pt x="3407" y="1411"/>
                      <a:pt x="3407" y="1411"/>
                      <a:pt x="3407" y="1411"/>
                    </a:cubicBezTo>
                    <a:cubicBezTo>
                      <a:pt x="3430" y="1394"/>
                      <a:pt x="3430" y="1394"/>
                      <a:pt x="3430" y="1394"/>
                    </a:cubicBezTo>
                    <a:cubicBezTo>
                      <a:pt x="3468" y="1379"/>
                      <a:pt x="3468" y="1379"/>
                      <a:pt x="3468" y="1379"/>
                    </a:cubicBezTo>
                    <a:cubicBezTo>
                      <a:pt x="3494" y="1365"/>
                      <a:pt x="3494" y="1365"/>
                      <a:pt x="3494" y="1365"/>
                    </a:cubicBezTo>
                    <a:cubicBezTo>
                      <a:pt x="3522" y="1365"/>
                      <a:pt x="3522" y="1365"/>
                      <a:pt x="3522" y="1365"/>
                    </a:cubicBezTo>
                    <a:cubicBezTo>
                      <a:pt x="3578" y="1321"/>
                      <a:pt x="3578" y="1321"/>
                      <a:pt x="3578" y="1321"/>
                    </a:cubicBezTo>
                    <a:cubicBezTo>
                      <a:pt x="3588" y="1297"/>
                      <a:pt x="3588" y="1297"/>
                      <a:pt x="3588" y="1297"/>
                    </a:cubicBezTo>
                    <a:cubicBezTo>
                      <a:pt x="3586" y="1203"/>
                      <a:pt x="3586" y="1203"/>
                      <a:pt x="3586" y="1203"/>
                    </a:cubicBezTo>
                    <a:cubicBezTo>
                      <a:pt x="3579" y="1185"/>
                      <a:pt x="3579" y="1185"/>
                      <a:pt x="3579" y="1185"/>
                    </a:cubicBezTo>
                    <a:cubicBezTo>
                      <a:pt x="3581" y="1176"/>
                      <a:pt x="3581" y="1176"/>
                      <a:pt x="3581" y="1176"/>
                    </a:cubicBezTo>
                    <a:cubicBezTo>
                      <a:pt x="3588" y="1158"/>
                      <a:pt x="3588" y="1158"/>
                      <a:pt x="3588" y="1158"/>
                    </a:cubicBezTo>
                    <a:cubicBezTo>
                      <a:pt x="3582" y="1148"/>
                      <a:pt x="3582" y="1148"/>
                      <a:pt x="3582" y="1148"/>
                    </a:cubicBezTo>
                    <a:cubicBezTo>
                      <a:pt x="3585" y="1139"/>
                      <a:pt x="3585" y="1139"/>
                      <a:pt x="3585" y="1139"/>
                    </a:cubicBezTo>
                    <a:cubicBezTo>
                      <a:pt x="3585" y="1122"/>
                      <a:pt x="3585" y="1122"/>
                      <a:pt x="3585" y="1122"/>
                    </a:cubicBezTo>
                    <a:cubicBezTo>
                      <a:pt x="3565" y="1087"/>
                      <a:pt x="3565" y="1087"/>
                      <a:pt x="3565" y="1087"/>
                    </a:cubicBezTo>
                    <a:cubicBezTo>
                      <a:pt x="3570" y="1067"/>
                      <a:pt x="3570" y="1067"/>
                      <a:pt x="3570" y="1067"/>
                    </a:cubicBezTo>
                    <a:cubicBezTo>
                      <a:pt x="3578" y="1042"/>
                      <a:pt x="3578" y="1042"/>
                      <a:pt x="3578" y="1042"/>
                    </a:cubicBezTo>
                    <a:cubicBezTo>
                      <a:pt x="3578" y="1033"/>
                      <a:pt x="3578" y="1033"/>
                      <a:pt x="3578" y="1033"/>
                    </a:cubicBezTo>
                    <a:cubicBezTo>
                      <a:pt x="3561" y="1017"/>
                      <a:pt x="3561" y="1017"/>
                      <a:pt x="3561" y="1017"/>
                    </a:cubicBezTo>
                    <a:cubicBezTo>
                      <a:pt x="3561" y="998"/>
                      <a:pt x="3561" y="998"/>
                      <a:pt x="3561" y="998"/>
                    </a:cubicBezTo>
                    <a:cubicBezTo>
                      <a:pt x="3539" y="977"/>
                      <a:pt x="3539" y="977"/>
                      <a:pt x="3539" y="977"/>
                    </a:cubicBezTo>
                    <a:cubicBezTo>
                      <a:pt x="3535" y="951"/>
                      <a:pt x="3535" y="951"/>
                      <a:pt x="3535" y="951"/>
                    </a:cubicBezTo>
                    <a:cubicBezTo>
                      <a:pt x="3528" y="928"/>
                      <a:pt x="3528" y="928"/>
                      <a:pt x="3528" y="928"/>
                    </a:cubicBezTo>
                    <a:cubicBezTo>
                      <a:pt x="3521" y="905"/>
                      <a:pt x="3521" y="905"/>
                      <a:pt x="3521" y="905"/>
                    </a:cubicBezTo>
                    <a:cubicBezTo>
                      <a:pt x="3512" y="878"/>
                      <a:pt x="3512" y="878"/>
                      <a:pt x="3512" y="878"/>
                    </a:cubicBezTo>
                    <a:cubicBezTo>
                      <a:pt x="3501" y="854"/>
                      <a:pt x="3501" y="854"/>
                      <a:pt x="3501" y="854"/>
                    </a:cubicBezTo>
                    <a:cubicBezTo>
                      <a:pt x="3485" y="822"/>
                      <a:pt x="3485" y="822"/>
                      <a:pt x="3485" y="822"/>
                    </a:cubicBezTo>
                    <a:cubicBezTo>
                      <a:pt x="3469" y="791"/>
                      <a:pt x="3469" y="791"/>
                      <a:pt x="3469" y="791"/>
                    </a:cubicBezTo>
                    <a:cubicBezTo>
                      <a:pt x="3459" y="758"/>
                      <a:pt x="3459" y="758"/>
                      <a:pt x="3459" y="758"/>
                    </a:cubicBezTo>
                    <a:cubicBezTo>
                      <a:pt x="3443" y="706"/>
                      <a:pt x="3443" y="706"/>
                      <a:pt x="3443" y="706"/>
                    </a:cubicBezTo>
                    <a:cubicBezTo>
                      <a:pt x="3443" y="706"/>
                      <a:pt x="3446" y="689"/>
                      <a:pt x="3443" y="679"/>
                    </a:cubicBezTo>
                    <a:cubicBezTo>
                      <a:pt x="3440" y="668"/>
                      <a:pt x="3431" y="663"/>
                      <a:pt x="3431" y="662"/>
                    </a:cubicBezTo>
                    <a:cubicBezTo>
                      <a:pt x="3431" y="661"/>
                      <a:pt x="3433" y="612"/>
                      <a:pt x="3433" y="612"/>
                    </a:cubicBezTo>
                    <a:cubicBezTo>
                      <a:pt x="3422" y="604"/>
                      <a:pt x="3422" y="604"/>
                      <a:pt x="3422" y="604"/>
                    </a:cubicBezTo>
                    <a:cubicBezTo>
                      <a:pt x="3421" y="584"/>
                      <a:pt x="3421" y="584"/>
                      <a:pt x="3421" y="584"/>
                    </a:cubicBezTo>
                    <a:cubicBezTo>
                      <a:pt x="3419" y="565"/>
                      <a:pt x="3419" y="565"/>
                      <a:pt x="3419" y="565"/>
                    </a:cubicBezTo>
                    <a:cubicBezTo>
                      <a:pt x="3423" y="554"/>
                      <a:pt x="3423" y="554"/>
                      <a:pt x="3423" y="554"/>
                    </a:cubicBezTo>
                    <a:cubicBezTo>
                      <a:pt x="3406" y="522"/>
                      <a:pt x="3406" y="522"/>
                      <a:pt x="3406" y="522"/>
                    </a:cubicBezTo>
                    <a:cubicBezTo>
                      <a:pt x="3422" y="499"/>
                      <a:pt x="3422" y="499"/>
                      <a:pt x="3422" y="499"/>
                    </a:cubicBezTo>
                    <a:cubicBezTo>
                      <a:pt x="3423" y="473"/>
                      <a:pt x="3423" y="473"/>
                      <a:pt x="3423" y="473"/>
                    </a:cubicBezTo>
                    <a:cubicBezTo>
                      <a:pt x="3410" y="448"/>
                      <a:pt x="3410" y="448"/>
                      <a:pt x="3410" y="448"/>
                    </a:cubicBezTo>
                    <a:cubicBezTo>
                      <a:pt x="3408" y="426"/>
                      <a:pt x="3408" y="426"/>
                      <a:pt x="3408" y="426"/>
                    </a:cubicBezTo>
                    <a:cubicBezTo>
                      <a:pt x="3398" y="411"/>
                      <a:pt x="3398" y="411"/>
                      <a:pt x="3398" y="411"/>
                    </a:cubicBezTo>
                    <a:cubicBezTo>
                      <a:pt x="3384" y="408"/>
                      <a:pt x="3384" y="408"/>
                      <a:pt x="3384" y="408"/>
                    </a:cubicBezTo>
                    <a:cubicBezTo>
                      <a:pt x="3381" y="400"/>
                      <a:pt x="3381" y="400"/>
                      <a:pt x="3381" y="400"/>
                    </a:cubicBezTo>
                    <a:cubicBezTo>
                      <a:pt x="3375" y="381"/>
                      <a:pt x="3375" y="381"/>
                      <a:pt x="3375" y="381"/>
                    </a:cubicBezTo>
                    <a:cubicBezTo>
                      <a:pt x="3350" y="362"/>
                      <a:pt x="3350" y="362"/>
                      <a:pt x="3350" y="362"/>
                    </a:cubicBezTo>
                    <a:cubicBezTo>
                      <a:pt x="3318" y="358"/>
                      <a:pt x="3318" y="358"/>
                      <a:pt x="3318" y="358"/>
                    </a:cubicBezTo>
                    <a:cubicBezTo>
                      <a:pt x="3304" y="339"/>
                      <a:pt x="3304" y="339"/>
                      <a:pt x="3304" y="339"/>
                    </a:cubicBezTo>
                    <a:cubicBezTo>
                      <a:pt x="3289" y="338"/>
                      <a:pt x="3289" y="338"/>
                      <a:pt x="3289" y="338"/>
                    </a:cubicBezTo>
                    <a:cubicBezTo>
                      <a:pt x="3285" y="327"/>
                      <a:pt x="3285" y="327"/>
                      <a:pt x="3285" y="327"/>
                    </a:cubicBezTo>
                    <a:cubicBezTo>
                      <a:pt x="3278" y="324"/>
                      <a:pt x="3278" y="324"/>
                      <a:pt x="3278" y="324"/>
                    </a:cubicBezTo>
                    <a:cubicBezTo>
                      <a:pt x="3264" y="333"/>
                      <a:pt x="3264" y="333"/>
                      <a:pt x="3264" y="333"/>
                    </a:cubicBezTo>
                    <a:cubicBezTo>
                      <a:pt x="3246" y="324"/>
                      <a:pt x="3246" y="324"/>
                      <a:pt x="3246" y="324"/>
                    </a:cubicBezTo>
                    <a:cubicBezTo>
                      <a:pt x="3252" y="312"/>
                      <a:pt x="3252" y="312"/>
                      <a:pt x="3252" y="312"/>
                    </a:cubicBezTo>
                    <a:cubicBezTo>
                      <a:pt x="3250" y="305"/>
                      <a:pt x="3250" y="305"/>
                      <a:pt x="3250" y="305"/>
                    </a:cubicBezTo>
                    <a:cubicBezTo>
                      <a:pt x="3231" y="296"/>
                      <a:pt x="3231" y="296"/>
                      <a:pt x="3231" y="296"/>
                    </a:cubicBezTo>
                    <a:cubicBezTo>
                      <a:pt x="3229" y="291"/>
                      <a:pt x="3229" y="291"/>
                      <a:pt x="3229" y="291"/>
                    </a:cubicBezTo>
                    <a:cubicBezTo>
                      <a:pt x="3237" y="281"/>
                      <a:pt x="3237" y="281"/>
                      <a:pt x="3237" y="281"/>
                    </a:cubicBezTo>
                    <a:cubicBezTo>
                      <a:pt x="3176" y="265"/>
                      <a:pt x="3176" y="265"/>
                      <a:pt x="3176" y="265"/>
                    </a:cubicBezTo>
                    <a:cubicBezTo>
                      <a:pt x="3162" y="283"/>
                      <a:pt x="3162" y="283"/>
                      <a:pt x="3162" y="283"/>
                    </a:cubicBezTo>
                    <a:cubicBezTo>
                      <a:pt x="3156" y="292"/>
                      <a:pt x="3156" y="292"/>
                      <a:pt x="3156" y="292"/>
                    </a:cubicBezTo>
                    <a:cubicBezTo>
                      <a:pt x="3132" y="294"/>
                      <a:pt x="3132" y="294"/>
                      <a:pt x="3132" y="294"/>
                    </a:cubicBezTo>
                    <a:cubicBezTo>
                      <a:pt x="3096" y="298"/>
                      <a:pt x="3096" y="298"/>
                      <a:pt x="3096" y="298"/>
                    </a:cubicBezTo>
                    <a:cubicBezTo>
                      <a:pt x="3083" y="302"/>
                      <a:pt x="3083" y="302"/>
                      <a:pt x="3083" y="302"/>
                    </a:cubicBezTo>
                    <a:cubicBezTo>
                      <a:pt x="3050" y="303"/>
                      <a:pt x="3050" y="303"/>
                      <a:pt x="3050" y="303"/>
                    </a:cubicBezTo>
                    <a:cubicBezTo>
                      <a:pt x="3043" y="307"/>
                      <a:pt x="3043" y="307"/>
                      <a:pt x="3043" y="307"/>
                    </a:cubicBezTo>
                    <a:cubicBezTo>
                      <a:pt x="2987" y="307"/>
                      <a:pt x="2987" y="307"/>
                      <a:pt x="2987" y="307"/>
                    </a:cubicBezTo>
                    <a:cubicBezTo>
                      <a:pt x="2960" y="310"/>
                      <a:pt x="2960" y="310"/>
                      <a:pt x="2960" y="310"/>
                    </a:cubicBezTo>
                    <a:cubicBezTo>
                      <a:pt x="2902" y="311"/>
                      <a:pt x="2902" y="311"/>
                      <a:pt x="2902" y="311"/>
                    </a:cubicBezTo>
                    <a:cubicBezTo>
                      <a:pt x="2876" y="315"/>
                      <a:pt x="2876" y="315"/>
                      <a:pt x="2876" y="315"/>
                    </a:cubicBezTo>
                    <a:cubicBezTo>
                      <a:pt x="2820" y="315"/>
                      <a:pt x="2820" y="315"/>
                      <a:pt x="2820" y="315"/>
                    </a:cubicBezTo>
                    <a:cubicBezTo>
                      <a:pt x="2793" y="318"/>
                      <a:pt x="2793" y="318"/>
                      <a:pt x="2793" y="318"/>
                    </a:cubicBezTo>
                    <a:cubicBezTo>
                      <a:pt x="2735" y="318"/>
                      <a:pt x="2735" y="318"/>
                      <a:pt x="2735" y="318"/>
                    </a:cubicBezTo>
                    <a:cubicBezTo>
                      <a:pt x="2713" y="322"/>
                      <a:pt x="2713" y="322"/>
                      <a:pt x="2713" y="322"/>
                    </a:cubicBezTo>
                    <a:cubicBezTo>
                      <a:pt x="2659" y="323"/>
                      <a:pt x="2659" y="323"/>
                      <a:pt x="2659" y="323"/>
                    </a:cubicBezTo>
                    <a:cubicBezTo>
                      <a:pt x="2660" y="317"/>
                      <a:pt x="2660" y="317"/>
                      <a:pt x="2660" y="317"/>
                    </a:cubicBezTo>
                    <a:cubicBezTo>
                      <a:pt x="2592" y="316"/>
                      <a:pt x="2592" y="316"/>
                      <a:pt x="2592" y="316"/>
                    </a:cubicBezTo>
                    <a:cubicBezTo>
                      <a:pt x="2563" y="312"/>
                      <a:pt x="2563" y="312"/>
                      <a:pt x="2563" y="312"/>
                    </a:cubicBezTo>
                    <a:cubicBezTo>
                      <a:pt x="2533" y="308"/>
                      <a:pt x="2533" y="308"/>
                      <a:pt x="2533" y="308"/>
                    </a:cubicBezTo>
                    <a:cubicBezTo>
                      <a:pt x="2499" y="304"/>
                      <a:pt x="2499" y="304"/>
                      <a:pt x="2499" y="304"/>
                    </a:cubicBezTo>
                    <a:cubicBezTo>
                      <a:pt x="2470" y="300"/>
                      <a:pt x="2470" y="300"/>
                      <a:pt x="2470" y="300"/>
                    </a:cubicBezTo>
                    <a:cubicBezTo>
                      <a:pt x="2438" y="296"/>
                      <a:pt x="2438" y="296"/>
                      <a:pt x="2438" y="296"/>
                    </a:cubicBezTo>
                    <a:cubicBezTo>
                      <a:pt x="2408" y="291"/>
                      <a:pt x="2408" y="291"/>
                      <a:pt x="2408" y="291"/>
                    </a:cubicBezTo>
                    <a:cubicBezTo>
                      <a:pt x="2386" y="289"/>
                      <a:pt x="2386" y="289"/>
                      <a:pt x="2386" y="289"/>
                    </a:cubicBezTo>
                    <a:cubicBezTo>
                      <a:pt x="2377" y="295"/>
                      <a:pt x="2377" y="295"/>
                      <a:pt x="2377" y="295"/>
                    </a:cubicBezTo>
                    <a:cubicBezTo>
                      <a:pt x="2367" y="295"/>
                      <a:pt x="2367" y="295"/>
                      <a:pt x="2367" y="295"/>
                    </a:cubicBezTo>
                    <a:cubicBezTo>
                      <a:pt x="2351" y="286"/>
                      <a:pt x="2351" y="286"/>
                      <a:pt x="2351" y="286"/>
                    </a:cubicBezTo>
                    <a:cubicBezTo>
                      <a:pt x="2319" y="281"/>
                      <a:pt x="2319" y="281"/>
                      <a:pt x="2319" y="281"/>
                    </a:cubicBezTo>
                    <a:cubicBezTo>
                      <a:pt x="2300" y="279"/>
                      <a:pt x="2300" y="279"/>
                      <a:pt x="2300" y="279"/>
                    </a:cubicBezTo>
                    <a:cubicBezTo>
                      <a:pt x="2275" y="274"/>
                      <a:pt x="2275" y="274"/>
                      <a:pt x="2275" y="274"/>
                    </a:cubicBezTo>
                    <a:cubicBezTo>
                      <a:pt x="2260" y="272"/>
                      <a:pt x="2260" y="272"/>
                      <a:pt x="2260" y="272"/>
                    </a:cubicBezTo>
                    <a:cubicBezTo>
                      <a:pt x="2232" y="269"/>
                      <a:pt x="2232" y="269"/>
                      <a:pt x="2232" y="269"/>
                    </a:cubicBezTo>
                    <a:cubicBezTo>
                      <a:pt x="2208" y="264"/>
                      <a:pt x="2208" y="264"/>
                      <a:pt x="2208" y="264"/>
                    </a:cubicBezTo>
                    <a:cubicBezTo>
                      <a:pt x="2186" y="263"/>
                      <a:pt x="2186" y="263"/>
                      <a:pt x="2186" y="263"/>
                    </a:cubicBezTo>
                    <a:cubicBezTo>
                      <a:pt x="2155" y="258"/>
                      <a:pt x="2155" y="258"/>
                      <a:pt x="2155" y="258"/>
                    </a:cubicBezTo>
                    <a:cubicBezTo>
                      <a:pt x="2124" y="254"/>
                      <a:pt x="2124" y="254"/>
                      <a:pt x="2124" y="254"/>
                    </a:cubicBezTo>
                    <a:cubicBezTo>
                      <a:pt x="2097" y="251"/>
                      <a:pt x="2097" y="251"/>
                      <a:pt x="2097" y="251"/>
                    </a:cubicBezTo>
                    <a:cubicBezTo>
                      <a:pt x="2052" y="244"/>
                      <a:pt x="2052" y="244"/>
                      <a:pt x="2052" y="244"/>
                    </a:cubicBezTo>
                    <a:cubicBezTo>
                      <a:pt x="2026" y="244"/>
                      <a:pt x="2026" y="244"/>
                      <a:pt x="2026" y="244"/>
                    </a:cubicBezTo>
                    <a:cubicBezTo>
                      <a:pt x="2009" y="242"/>
                      <a:pt x="2009" y="242"/>
                      <a:pt x="2009" y="242"/>
                    </a:cubicBezTo>
                    <a:cubicBezTo>
                      <a:pt x="2000" y="240"/>
                      <a:pt x="2000" y="240"/>
                      <a:pt x="2000" y="240"/>
                    </a:cubicBezTo>
                    <a:cubicBezTo>
                      <a:pt x="1949" y="274"/>
                      <a:pt x="1949" y="274"/>
                      <a:pt x="1949" y="274"/>
                    </a:cubicBezTo>
                    <a:cubicBezTo>
                      <a:pt x="1902" y="291"/>
                      <a:pt x="1902" y="291"/>
                      <a:pt x="1902" y="291"/>
                    </a:cubicBezTo>
                    <a:cubicBezTo>
                      <a:pt x="1874" y="297"/>
                      <a:pt x="1874" y="297"/>
                      <a:pt x="1874" y="297"/>
                    </a:cubicBezTo>
                    <a:cubicBezTo>
                      <a:pt x="1847" y="302"/>
                      <a:pt x="1847" y="302"/>
                      <a:pt x="1847" y="302"/>
                    </a:cubicBezTo>
                    <a:cubicBezTo>
                      <a:pt x="1824" y="305"/>
                      <a:pt x="1824" y="305"/>
                      <a:pt x="1824" y="305"/>
                    </a:cubicBezTo>
                    <a:cubicBezTo>
                      <a:pt x="1794" y="307"/>
                      <a:pt x="1794" y="307"/>
                      <a:pt x="1794" y="307"/>
                    </a:cubicBezTo>
                    <a:cubicBezTo>
                      <a:pt x="1762" y="306"/>
                      <a:pt x="1762" y="306"/>
                      <a:pt x="1762" y="306"/>
                    </a:cubicBezTo>
                    <a:cubicBezTo>
                      <a:pt x="1752" y="295"/>
                      <a:pt x="1752" y="295"/>
                      <a:pt x="1752" y="295"/>
                    </a:cubicBezTo>
                    <a:cubicBezTo>
                      <a:pt x="1747" y="303"/>
                      <a:pt x="1747" y="303"/>
                      <a:pt x="1747" y="303"/>
                    </a:cubicBezTo>
                    <a:cubicBezTo>
                      <a:pt x="1732" y="305"/>
                      <a:pt x="1732" y="305"/>
                      <a:pt x="1732" y="305"/>
                    </a:cubicBezTo>
                    <a:cubicBezTo>
                      <a:pt x="1718" y="302"/>
                      <a:pt x="1718" y="302"/>
                      <a:pt x="1718" y="302"/>
                    </a:cubicBezTo>
                    <a:cubicBezTo>
                      <a:pt x="1700" y="295"/>
                      <a:pt x="1700" y="295"/>
                      <a:pt x="1700" y="295"/>
                    </a:cubicBezTo>
                    <a:cubicBezTo>
                      <a:pt x="1687" y="290"/>
                      <a:pt x="1687" y="290"/>
                      <a:pt x="1687" y="290"/>
                    </a:cubicBezTo>
                    <a:cubicBezTo>
                      <a:pt x="1672" y="287"/>
                      <a:pt x="1672" y="287"/>
                      <a:pt x="1672" y="287"/>
                    </a:cubicBezTo>
                    <a:cubicBezTo>
                      <a:pt x="1665" y="279"/>
                      <a:pt x="1665" y="279"/>
                      <a:pt x="1665" y="279"/>
                    </a:cubicBezTo>
                    <a:cubicBezTo>
                      <a:pt x="1668" y="270"/>
                      <a:pt x="1668" y="270"/>
                      <a:pt x="1668" y="270"/>
                    </a:cubicBezTo>
                    <a:cubicBezTo>
                      <a:pt x="1659" y="272"/>
                      <a:pt x="1659" y="272"/>
                      <a:pt x="1659" y="272"/>
                    </a:cubicBezTo>
                    <a:cubicBezTo>
                      <a:pt x="1653" y="267"/>
                      <a:pt x="1653" y="267"/>
                      <a:pt x="1653" y="267"/>
                    </a:cubicBezTo>
                    <a:cubicBezTo>
                      <a:pt x="1642" y="268"/>
                      <a:pt x="1642" y="268"/>
                      <a:pt x="1642" y="268"/>
                    </a:cubicBezTo>
                    <a:cubicBezTo>
                      <a:pt x="1642" y="268"/>
                      <a:pt x="1626" y="260"/>
                      <a:pt x="1625" y="259"/>
                    </a:cubicBezTo>
                    <a:cubicBezTo>
                      <a:pt x="1625" y="258"/>
                      <a:pt x="1615" y="245"/>
                      <a:pt x="1615" y="245"/>
                    </a:cubicBezTo>
                    <a:cubicBezTo>
                      <a:pt x="1611" y="231"/>
                      <a:pt x="1611" y="231"/>
                      <a:pt x="1611" y="231"/>
                    </a:cubicBezTo>
                    <a:cubicBezTo>
                      <a:pt x="1614" y="219"/>
                      <a:pt x="1614" y="219"/>
                      <a:pt x="1614" y="219"/>
                    </a:cubicBezTo>
                    <a:cubicBezTo>
                      <a:pt x="1611" y="210"/>
                      <a:pt x="1611" y="210"/>
                      <a:pt x="1611" y="210"/>
                    </a:cubicBezTo>
                    <a:cubicBezTo>
                      <a:pt x="1608" y="201"/>
                      <a:pt x="1608" y="201"/>
                      <a:pt x="1608" y="201"/>
                    </a:cubicBezTo>
                    <a:cubicBezTo>
                      <a:pt x="1613" y="191"/>
                      <a:pt x="1613" y="191"/>
                      <a:pt x="1613" y="191"/>
                    </a:cubicBezTo>
                    <a:cubicBezTo>
                      <a:pt x="1596" y="189"/>
                      <a:pt x="1596" y="189"/>
                      <a:pt x="1596" y="189"/>
                    </a:cubicBezTo>
                    <a:cubicBezTo>
                      <a:pt x="1589" y="182"/>
                      <a:pt x="1589" y="182"/>
                      <a:pt x="1589" y="182"/>
                    </a:cubicBezTo>
                    <a:cubicBezTo>
                      <a:pt x="1598" y="184"/>
                      <a:pt x="1598" y="184"/>
                      <a:pt x="1598" y="184"/>
                    </a:cubicBezTo>
                    <a:cubicBezTo>
                      <a:pt x="1610" y="184"/>
                      <a:pt x="1610" y="184"/>
                      <a:pt x="1610" y="184"/>
                    </a:cubicBezTo>
                    <a:cubicBezTo>
                      <a:pt x="1611" y="179"/>
                      <a:pt x="1611" y="179"/>
                      <a:pt x="1611" y="179"/>
                    </a:cubicBezTo>
                    <a:cubicBezTo>
                      <a:pt x="1608" y="163"/>
                      <a:pt x="1608" y="163"/>
                      <a:pt x="1608" y="163"/>
                    </a:cubicBezTo>
                    <a:cubicBezTo>
                      <a:pt x="1602" y="155"/>
                      <a:pt x="1602" y="155"/>
                      <a:pt x="1602" y="155"/>
                    </a:cubicBezTo>
                    <a:cubicBezTo>
                      <a:pt x="1594" y="143"/>
                      <a:pt x="1594" y="143"/>
                      <a:pt x="1594" y="143"/>
                    </a:cubicBezTo>
                    <a:cubicBezTo>
                      <a:pt x="1593" y="133"/>
                      <a:pt x="1593" y="133"/>
                      <a:pt x="1593" y="133"/>
                    </a:cubicBezTo>
                    <a:cubicBezTo>
                      <a:pt x="1596" y="122"/>
                      <a:pt x="1596" y="122"/>
                      <a:pt x="1596" y="122"/>
                    </a:cubicBezTo>
                    <a:cubicBezTo>
                      <a:pt x="1581" y="128"/>
                      <a:pt x="1581" y="128"/>
                      <a:pt x="1581" y="128"/>
                    </a:cubicBezTo>
                    <a:cubicBezTo>
                      <a:pt x="1577" y="113"/>
                      <a:pt x="1577" y="113"/>
                      <a:pt x="1577" y="113"/>
                    </a:cubicBezTo>
                    <a:cubicBezTo>
                      <a:pt x="1576" y="101"/>
                      <a:pt x="1576" y="101"/>
                      <a:pt x="1576" y="101"/>
                    </a:cubicBezTo>
                    <a:cubicBezTo>
                      <a:pt x="1578" y="90"/>
                      <a:pt x="1578" y="90"/>
                      <a:pt x="1578" y="90"/>
                    </a:cubicBezTo>
                    <a:cubicBezTo>
                      <a:pt x="1570" y="81"/>
                      <a:pt x="1570" y="81"/>
                      <a:pt x="1570" y="81"/>
                    </a:cubicBezTo>
                    <a:cubicBezTo>
                      <a:pt x="1552" y="69"/>
                      <a:pt x="1552" y="69"/>
                      <a:pt x="1552" y="69"/>
                    </a:cubicBezTo>
                    <a:cubicBezTo>
                      <a:pt x="1551" y="51"/>
                      <a:pt x="1551" y="51"/>
                      <a:pt x="1551" y="51"/>
                    </a:cubicBezTo>
                    <a:cubicBezTo>
                      <a:pt x="1556" y="45"/>
                      <a:pt x="1556" y="45"/>
                      <a:pt x="1556" y="45"/>
                    </a:cubicBezTo>
                    <a:cubicBezTo>
                      <a:pt x="1558" y="33"/>
                      <a:pt x="1558" y="33"/>
                      <a:pt x="1558" y="33"/>
                    </a:cubicBezTo>
                    <a:cubicBezTo>
                      <a:pt x="1560" y="30"/>
                      <a:pt x="1560" y="30"/>
                      <a:pt x="1560" y="30"/>
                    </a:cubicBezTo>
                    <a:cubicBezTo>
                      <a:pt x="1570" y="36"/>
                      <a:pt x="1570" y="36"/>
                      <a:pt x="1570" y="36"/>
                    </a:cubicBezTo>
                    <a:cubicBezTo>
                      <a:pt x="1585" y="45"/>
                      <a:pt x="1585" y="45"/>
                      <a:pt x="1585" y="45"/>
                    </a:cubicBezTo>
                    <a:cubicBezTo>
                      <a:pt x="1595" y="51"/>
                      <a:pt x="1595" y="51"/>
                      <a:pt x="1595" y="51"/>
                    </a:cubicBezTo>
                    <a:cubicBezTo>
                      <a:pt x="1609" y="58"/>
                      <a:pt x="1609" y="58"/>
                      <a:pt x="1609" y="58"/>
                    </a:cubicBezTo>
                    <a:cubicBezTo>
                      <a:pt x="1626" y="68"/>
                      <a:pt x="1626" y="68"/>
                      <a:pt x="1626" y="68"/>
                    </a:cubicBezTo>
                    <a:cubicBezTo>
                      <a:pt x="1635" y="75"/>
                      <a:pt x="1635" y="75"/>
                      <a:pt x="1635" y="75"/>
                    </a:cubicBezTo>
                    <a:cubicBezTo>
                      <a:pt x="1643" y="83"/>
                      <a:pt x="1643" y="83"/>
                      <a:pt x="1643" y="83"/>
                    </a:cubicBezTo>
                    <a:cubicBezTo>
                      <a:pt x="1660" y="91"/>
                      <a:pt x="1660" y="91"/>
                      <a:pt x="1660" y="91"/>
                    </a:cubicBezTo>
                    <a:cubicBezTo>
                      <a:pt x="1668" y="99"/>
                      <a:pt x="1668" y="99"/>
                      <a:pt x="1668" y="99"/>
                    </a:cubicBezTo>
                    <a:cubicBezTo>
                      <a:pt x="1676" y="113"/>
                      <a:pt x="1676" y="113"/>
                      <a:pt x="1676" y="113"/>
                    </a:cubicBezTo>
                    <a:cubicBezTo>
                      <a:pt x="1684" y="124"/>
                      <a:pt x="1684" y="124"/>
                      <a:pt x="1684" y="124"/>
                    </a:cubicBezTo>
                    <a:cubicBezTo>
                      <a:pt x="1689" y="134"/>
                      <a:pt x="1689" y="134"/>
                      <a:pt x="1689" y="134"/>
                    </a:cubicBezTo>
                    <a:cubicBezTo>
                      <a:pt x="1696" y="146"/>
                      <a:pt x="1696" y="146"/>
                      <a:pt x="1696" y="146"/>
                    </a:cubicBezTo>
                    <a:cubicBezTo>
                      <a:pt x="1702" y="153"/>
                      <a:pt x="1702" y="153"/>
                      <a:pt x="1702" y="153"/>
                    </a:cubicBezTo>
                    <a:cubicBezTo>
                      <a:pt x="1709" y="149"/>
                      <a:pt x="1709" y="149"/>
                      <a:pt x="1709" y="149"/>
                    </a:cubicBezTo>
                    <a:cubicBezTo>
                      <a:pt x="1708" y="132"/>
                      <a:pt x="1708" y="132"/>
                      <a:pt x="1708" y="132"/>
                    </a:cubicBezTo>
                    <a:cubicBezTo>
                      <a:pt x="1701" y="123"/>
                      <a:pt x="1701" y="123"/>
                      <a:pt x="1701" y="123"/>
                    </a:cubicBezTo>
                    <a:cubicBezTo>
                      <a:pt x="1684" y="105"/>
                      <a:pt x="1684" y="105"/>
                      <a:pt x="1684" y="105"/>
                    </a:cubicBezTo>
                    <a:cubicBezTo>
                      <a:pt x="1673" y="93"/>
                      <a:pt x="1673" y="93"/>
                      <a:pt x="1673" y="93"/>
                    </a:cubicBezTo>
                    <a:cubicBezTo>
                      <a:pt x="1656" y="81"/>
                      <a:pt x="1656" y="81"/>
                      <a:pt x="1656" y="81"/>
                    </a:cubicBezTo>
                    <a:cubicBezTo>
                      <a:pt x="1635" y="70"/>
                      <a:pt x="1635" y="70"/>
                      <a:pt x="1635" y="70"/>
                    </a:cubicBezTo>
                    <a:cubicBezTo>
                      <a:pt x="1618" y="58"/>
                      <a:pt x="1618" y="58"/>
                      <a:pt x="1618" y="58"/>
                    </a:cubicBezTo>
                    <a:cubicBezTo>
                      <a:pt x="1598" y="46"/>
                      <a:pt x="1598" y="46"/>
                      <a:pt x="1598" y="46"/>
                    </a:cubicBezTo>
                    <a:cubicBezTo>
                      <a:pt x="1585" y="39"/>
                      <a:pt x="1585" y="39"/>
                      <a:pt x="1585" y="39"/>
                    </a:cubicBezTo>
                    <a:cubicBezTo>
                      <a:pt x="1572" y="29"/>
                      <a:pt x="1572" y="29"/>
                      <a:pt x="1572" y="29"/>
                    </a:cubicBezTo>
                    <a:cubicBezTo>
                      <a:pt x="1560" y="25"/>
                      <a:pt x="1560" y="25"/>
                      <a:pt x="1560" y="25"/>
                    </a:cubicBezTo>
                    <a:cubicBezTo>
                      <a:pt x="1550" y="18"/>
                      <a:pt x="1550" y="18"/>
                      <a:pt x="1550" y="18"/>
                    </a:cubicBezTo>
                    <a:cubicBezTo>
                      <a:pt x="1529" y="0"/>
                      <a:pt x="1529" y="0"/>
                      <a:pt x="1529" y="0"/>
                    </a:cubicBezTo>
                    <a:cubicBezTo>
                      <a:pt x="1416" y="1"/>
                      <a:pt x="1416" y="1"/>
                      <a:pt x="1416" y="1"/>
                    </a:cubicBezTo>
                    <a:cubicBezTo>
                      <a:pt x="1385" y="3"/>
                      <a:pt x="1385" y="3"/>
                      <a:pt x="1385" y="3"/>
                    </a:cubicBezTo>
                    <a:cubicBezTo>
                      <a:pt x="1369" y="6"/>
                      <a:pt x="1369" y="6"/>
                      <a:pt x="1369" y="6"/>
                    </a:cubicBezTo>
                    <a:cubicBezTo>
                      <a:pt x="1347" y="15"/>
                      <a:pt x="1347" y="15"/>
                      <a:pt x="1347" y="15"/>
                    </a:cubicBezTo>
                    <a:cubicBezTo>
                      <a:pt x="1321" y="18"/>
                      <a:pt x="1321" y="18"/>
                      <a:pt x="1321" y="18"/>
                    </a:cubicBezTo>
                    <a:cubicBezTo>
                      <a:pt x="1303" y="27"/>
                      <a:pt x="1303" y="27"/>
                      <a:pt x="1303" y="27"/>
                    </a:cubicBezTo>
                    <a:cubicBezTo>
                      <a:pt x="1278" y="34"/>
                      <a:pt x="1278" y="34"/>
                      <a:pt x="1278" y="34"/>
                    </a:cubicBezTo>
                    <a:cubicBezTo>
                      <a:pt x="1244" y="42"/>
                      <a:pt x="1244" y="42"/>
                      <a:pt x="1244" y="42"/>
                    </a:cubicBezTo>
                    <a:cubicBezTo>
                      <a:pt x="1225" y="46"/>
                      <a:pt x="1225" y="46"/>
                      <a:pt x="1225" y="46"/>
                    </a:cubicBezTo>
                    <a:cubicBezTo>
                      <a:pt x="1204" y="50"/>
                      <a:pt x="1204" y="50"/>
                      <a:pt x="1204" y="50"/>
                    </a:cubicBezTo>
                    <a:cubicBezTo>
                      <a:pt x="1179" y="50"/>
                      <a:pt x="1179" y="50"/>
                      <a:pt x="1179" y="50"/>
                    </a:cubicBezTo>
                    <a:cubicBezTo>
                      <a:pt x="1159" y="59"/>
                      <a:pt x="1159" y="59"/>
                      <a:pt x="1159" y="59"/>
                    </a:cubicBezTo>
                    <a:cubicBezTo>
                      <a:pt x="1138" y="62"/>
                      <a:pt x="1138" y="62"/>
                      <a:pt x="1138" y="62"/>
                    </a:cubicBezTo>
                    <a:cubicBezTo>
                      <a:pt x="1116" y="73"/>
                      <a:pt x="1116" y="73"/>
                      <a:pt x="1116" y="73"/>
                    </a:cubicBezTo>
                    <a:cubicBezTo>
                      <a:pt x="1092" y="88"/>
                      <a:pt x="1092" y="88"/>
                      <a:pt x="1092" y="88"/>
                    </a:cubicBezTo>
                    <a:cubicBezTo>
                      <a:pt x="1073" y="96"/>
                      <a:pt x="1073" y="96"/>
                      <a:pt x="1073" y="96"/>
                    </a:cubicBezTo>
                    <a:cubicBezTo>
                      <a:pt x="1059" y="109"/>
                      <a:pt x="1059" y="109"/>
                      <a:pt x="1059" y="109"/>
                    </a:cubicBezTo>
                    <a:cubicBezTo>
                      <a:pt x="1032" y="133"/>
                      <a:pt x="1032" y="133"/>
                      <a:pt x="1032" y="133"/>
                    </a:cubicBezTo>
                    <a:cubicBezTo>
                      <a:pt x="1008" y="151"/>
                      <a:pt x="1008" y="151"/>
                      <a:pt x="1008" y="151"/>
                    </a:cubicBezTo>
                    <a:cubicBezTo>
                      <a:pt x="983" y="154"/>
                      <a:pt x="983" y="154"/>
                      <a:pt x="983" y="154"/>
                    </a:cubicBezTo>
                    <a:cubicBezTo>
                      <a:pt x="961" y="165"/>
                      <a:pt x="961" y="165"/>
                      <a:pt x="961" y="165"/>
                    </a:cubicBezTo>
                    <a:cubicBezTo>
                      <a:pt x="924" y="167"/>
                      <a:pt x="924" y="167"/>
                      <a:pt x="924" y="167"/>
                    </a:cubicBezTo>
                    <a:cubicBezTo>
                      <a:pt x="887" y="177"/>
                      <a:pt x="887" y="177"/>
                      <a:pt x="887" y="177"/>
                    </a:cubicBezTo>
                    <a:cubicBezTo>
                      <a:pt x="873" y="183"/>
                      <a:pt x="873" y="183"/>
                      <a:pt x="873" y="183"/>
                    </a:cubicBezTo>
                    <a:cubicBezTo>
                      <a:pt x="851" y="202"/>
                      <a:pt x="851" y="202"/>
                      <a:pt x="851" y="202"/>
                    </a:cubicBezTo>
                    <a:cubicBezTo>
                      <a:pt x="836" y="217"/>
                      <a:pt x="836" y="217"/>
                      <a:pt x="836" y="217"/>
                    </a:cubicBezTo>
                    <a:cubicBezTo>
                      <a:pt x="826" y="235"/>
                      <a:pt x="826" y="235"/>
                      <a:pt x="826" y="235"/>
                    </a:cubicBezTo>
                    <a:cubicBezTo>
                      <a:pt x="814" y="250"/>
                      <a:pt x="814" y="250"/>
                      <a:pt x="814" y="250"/>
                    </a:cubicBezTo>
                    <a:cubicBezTo>
                      <a:pt x="800" y="274"/>
                      <a:pt x="800" y="274"/>
                      <a:pt x="800" y="274"/>
                    </a:cubicBezTo>
                    <a:cubicBezTo>
                      <a:pt x="783" y="294"/>
                      <a:pt x="783" y="294"/>
                      <a:pt x="783" y="294"/>
                    </a:cubicBezTo>
                    <a:cubicBezTo>
                      <a:pt x="760" y="318"/>
                      <a:pt x="760" y="318"/>
                      <a:pt x="760" y="318"/>
                    </a:cubicBezTo>
                    <a:cubicBezTo>
                      <a:pt x="738" y="336"/>
                      <a:pt x="738" y="336"/>
                      <a:pt x="738" y="336"/>
                    </a:cubicBezTo>
                    <a:cubicBezTo>
                      <a:pt x="723" y="347"/>
                      <a:pt x="723" y="347"/>
                      <a:pt x="723" y="347"/>
                    </a:cubicBezTo>
                    <a:cubicBezTo>
                      <a:pt x="700" y="358"/>
                      <a:pt x="700" y="358"/>
                      <a:pt x="700" y="358"/>
                    </a:cubicBezTo>
                    <a:cubicBezTo>
                      <a:pt x="677" y="363"/>
                      <a:pt x="677" y="363"/>
                      <a:pt x="677" y="363"/>
                    </a:cubicBezTo>
                    <a:cubicBezTo>
                      <a:pt x="652" y="369"/>
                      <a:pt x="652" y="369"/>
                      <a:pt x="652" y="369"/>
                    </a:cubicBezTo>
                    <a:cubicBezTo>
                      <a:pt x="623" y="370"/>
                      <a:pt x="623" y="370"/>
                      <a:pt x="623" y="370"/>
                    </a:cubicBezTo>
                    <a:cubicBezTo>
                      <a:pt x="591" y="386"/>
                      <a:pt x="591" y="386"/>
                      <a:pt x="591" y="386"/>
                    </a:cubicBezTo>
                    <a:cubicBezTo>
                      <a:pt x="565" y="394"/>
                      <a:pt x="565" y="394"/>
                      <a:pt x="565" y="394"/>
                    </a:cubicBezTo>
                    <a:cubicBezTo>
                      <a:pt x="540" y="402"/>
                      <a:pt x="540" y="402"/>
                      <a:pt x="540" y="402"/>
                    </a:cubicBezTo>
                    <a:cubicBezTo>
                      <a:pt x="517" y="406"/>
                      <a:pt x="517" y="406"/>
                      <a:pt x="517" y="406"/>
                    </a:cubicBezTo>
                    <a:cubicBezTo>
                      <a:pt x="501" y="415"/>
                      <a:pt x="501" y="415"/>
                      <a:pt x="501" y="415"/>
                    </a:cubicBezTo>
                    <a:cubicBezTo>
                      <a:pt x="469" y="419"/>
                      <a:pt x="469" y="419"/>
                      <a:pt x="469" y="419"/>
                    </a:cubicBezTo>
                    <a:cubicBezTo>
                      <a:pt x="456" y="423"/>
                      <a:pt x="456" y="423"/>
                      <a:pt x="456" y="423"/>
                    </a:cubicBezTo>
                    <a:cubicBezTo>
                      <a:pt x="433" y="426"/>
                      <a:pt x="433" y="426"/>
                      <a:pt x="433" y="426"/>
                    </a:cubicBezTo>
                    <a:cubicBezTo>
                      <a:pt x="420" y="431"/>
                      <a:pt x="420" y="431"/>
                      <a:pt x="420" y="431"/>
                    </a:cubicBezTo>
                    <a:cubicBezTo>
                      <a:pt x="398" y="438"/>
                      <a:pt x="398" y="438"/>
                      <a:pt x="398" y="438"/>
                    </a:cubicBezTo>
                    <a:cubicBezTo>
                      <a:pt x="379" y="447"/>
                      <a:pt x="379" y="447"/>
                      <a:pt x="379" y="447"/>
                    </a:cubicBezTo>
                    <a:cubicBezTo>
                      <a:pt x="360" y="454"/>
                      <a:pt x="360" y="454"/>
                      <a:pt x="360" y="454"/>
                    </a:cubicBezTo>
                    <a:cubicBezTo>
                      <a:pt x="336" y="462"/>
                      <a:pt x="336" y="462"/>
                      <a:pt x="336" y="462"/>
                    </a:cubicBezTo>
                    <a:cubicBezTo>
                      <a:pt x="308" y="475"/>
                      <a:pt x="308" y="475"/>
                      <a:pt x="308" y="475"/>
                    </a:cubicBezTo>
                    <a:cubicBezTo>
                      <a:pt x="292" y="482"/>
                      <a:pt x="292" y="482"/>
                      <a:pt x="292" y="482"/>
                    </a:cubicBezTo>
                    <a:cubicBezTo>
                      <a:pt x="282" y="486"/>
                      <a:pt x="282" y="486"/>
                      <a:pt x="282" y="486"/>
                    </a:cubicBezTo>
                    <a:cubicBezTo>
                      <a:pt x="270" y="490"/>
                      <a:pt x="270" y="490"/>
                      <a:pt x="270" y="490"/>
                    </a:cubicBezTo>
                    <a:cubicBezTo>
                      <a:pt x="254" y="494"/>
                      <a:pt x="254" y="494"/>
                      <a:pt x="254" y="494"/>
                    </a:cubicBezTo>
                    <a:cubicBezTo>
                      <a:pt x="235" y="501"/>
                      <a:pt x="235" y="501"/>
                      <a:pt x="235" y="501"/>
                    </a:cubicBezTo>
                    <a:cubicBezTo>
                      <a:pt x="225" y="504"/>
                      <a:pt x="225" y="504"/>
                      <a:pt x="225" y="504"/>
                    </a:cubicBezTo>
                    <a:cubicBezTo>
                      <a:pt x="208" y="513"/>
                      <a:pt x="208" y="513"/>
                      <a:pt x="208" y="513"/>
                    </a:cubicBezTo>
                    <a:cubicBezTo>
                      <a:pt x="186" y="523"/>
                      <a:pt x="186" y="523"/>
                      <a:pt x="186" y="523"/>
                    </a:cubicBezTo>
                    <a:cubicBezTo>
                      <a:pt x="168" y="528"/>
                      <a:pt x="168" y="528"/>
                      <a:pt x="168" y="528"/>
                    </a:cubicBezTo>
                    <a:cubicBezTo>
                      <a:pt x="150" y="538"/>
                      <a:pt x="150" y="538"/>
                      <a:pt x="150" y="538"/>
                    </a:cubicBezTo>
                    <a:cubicBezTo>
                      <a:pt x="135" y="541"/>
                      <a:pt x="135" y="541"/>
                      <a:pt x="135" y="541"/>
                    </a:cubicBezTo>
                    <a:cubicBezTo>
                      <a:pt x="130" y="548"/>
                      <a:pt x="130" y="548"/>
                      <a:pt x="130" y="548"/>
                    </a:cubicBezTo>
                    <a:cubicBezTo>
                      <a:pt x="118" y="559"/>
                      <a:pt x="118" y="559"/>
                      <a:pt x="118" y="559"/>
                    </a:cubicBezTo>
                    <a:cubicBezTo>
                      <a:pt x="106" y="568"/>
                      <a:pt x="106" y="568"/>
                      <a:pt x="106" y="568"/>
                    </a:cubicBezTo>
                    <a:cubicBezTo>
                      <a:pt x="98" y="573"/>
                      <a:pt x="98" y="573"/>
                      <a:pt x="98" y="573"/>
                    </a:cubicBezTo>
                    <a:cubicBezTo>
                      <a:pt x="88" y="575"/>
                      <a:pt x="88" y="575"/>
                      <a:pt x="88" y="575"/>
                    </a:cubicBezTo>
                    <a:cubicBezTo>
                      <a:pt x="73" y="577"/>
                      <a:pt x="73" y="577"/>
                      <a:pt x="73" y="577"/>
                    </a:cubicBezTo>
                    <a:cubicBezTo>
                      <a:pt x="69" y="574"/>
                      <a:pt x="69" y="574"/>
                      <a:pt x="69" y="574"/>
                    </a:cubicBezTo>
                    <a:cubicBezTo>
                      <a:pt x="57" y="574"/>
                      <a:pt x="57" y="574"/>
                      <a:pt x="57" y="574"/>
                    </a:cubicBezTo>
                    <a:cubicBezTo>
                      <a:pt x="51" y="569"/>
                      <a:pt x="51" y="569"/>
                      <a:pt x="51" y="569"/>
                    </a:cubicBezTo>
                    <a:cubicBezTo>
                      <a:pt x="46" y="570"/>
                      <a:pt x="46" y="570"/>
                      <a:pt x="46" y="570"/>
                    </a:cubicBezTo>
                    <a:cubicBezTo>
                      <a:pt x="36" y="569"/>
                      <a:pt x="36" y="569"/>
                      <a:pt x="36" y="569"/>
                    </a:cubicBezTo>
                    <a:cubicBezTo>
                      <a:pt x="31" y="565"/>
                      <a:pt x="31" y="565"/>
                      <a:pt x="31" y="565"/>
                    </a:cubicBezTo>
                    <a:cubicBezTo>
                      <a:pt x="17" y="573"/>
                      <a:pt x="17" y="573"/>
                      <a:pt x="17" y="573"/>
                    </a:cubicBezTo>
                    <a:cubicBezTo>
                      <a:pt x="27" y="581"/>
                      <a:pt x="27" y="581"/>
                      <a:pt x="27" y="581"/>
                    </a:cubicBezTo>
                    <a:cubicBezTo>
                      <a:pt x="27" y="601"/>
                      <a:pt x="27" y="601"/>
                      <a:pt x="27" y="601"/>
                    </a:cubicBezTo>
                    <a:cubicBezTo>
                      <a:pt x="40" y="635"/>
                      <a:pt x="40" y="635"/>
                      <a:pt x="40" y="635"/>
                    </a:cubicBezTo>
                    <a:cubicBezTo>
                      <a:pt x="56" y="656"/>
                      <a:pt x="56" y="656"/>
                      <a:pt x="56" y="656"/>
                    </a:cubicBezTo>
                    <a:cubicBezTo>
                      <a:pt x="59" y="666"/>
                      <a:pt x="59" y="666"/>
                      <a:pt x="59" y="666"/>
                    </a:cubicBezTo>
                    <a:cubicBezTo>
                      <a:pt x="53" y="675"/>
                      <a:pt x="53" y="675"/>
                      <a:pt x="53" y="675"/>
                    </a:cubicBezTo>
                    <a:cubicBezTo>
                      <a:pt x="51" y="703"/>
                      <a:pt x="51" y="703"/>
                      <a:pt x="51" y="703"/>
                    </a:cubicBezTo>
                    <a:cubicBezTo>
                      <a:pt x="54" y="712"/>
                      <a:pt x="54" y="712"/>
                      <a:pt x="54" y="712"/>
                    </a:cubicBezTo>
                    <a:cubicBezTo>
                      <a:pt x="59" y="723"/>
                      <a:pt x="59" y="723"/>
                      <a:pt x="59" y="723"/>
                    </a:cubicBezTo>
                    <a:lnTo>
                      <a:pt x="54" y="733"/>
                    </a:lnTo>
                    <a:close/>
                    <a:moveTo>
                      <a:pt x="2803" y="661"/>
                    </a:moveTo>
                    <a:cubicBezTo>
                      <a:pt x="2793" y="673"/>
                      <a:pt x="2793" y="673"/>
                      <a:pt x="2793" y="673"/>
                    </a:cubicBezTo>
                    <a:cubicBezTo>
                      <a:pt x="2793" y="683"/>
                      <a:pt x="2793" y="683"/>
                      <a:pt x="2793" y="683"/>
                    </a:cubicBezTo>
                    <a:cubicBezTo>
                      <a:pt x="2786" y="684"/>
                      <a:pt x="2786" y="684"/>
                      <a:pt x="2786" y="684"/>
                    </a:cubicBezTo>
                    <a:cubicBezTo>
                      <a:pt x="2774" y="681"/>
                      <a:pt x="2774" y="681"/>
                      <a:pt x="2774" y="681"/>
                    </a:cubicBezTo>
                    <a:cubicBezTo>
                      <a:pt x="2771" y="697"/>
                      <a:pt x="2771" y="697"/>
                      <a:pt x="2771" y="697"/>
                    </a:cubicBezTo>
                    <a:cubicBezTo>
                      <a:pt x="2752" y="689"/>
                      <a:pt x="2752" y="689"/>
                      <a:pt x="2752" y="689"/>
                    </a:cubicBezTo>
                    <a:cubicBezTo>
                      <a:pt x="2741" y="688"/>
                      <a:pt x="2741" y="688"/>
                      <a:pt x="2741" y="688"/>
                    </a:cubicBezTo>
                    <a:cubicBezTo>
                      <a:pt x="2732" y="700"/>
                      <a:pt x="2732" y="700"/>
                      <a:pt x="2732" y="700"/>
                    </a:cubicBezTo>
                    <a:cubicBezTo>
                      <a:pt x="2733" y="684"/>
                      <a:pt x="2733" y="684"/>
                      <a:pt x="2733" y="684"/>
                    </a:cubicBezTo>
                    <a:cubicBezTo>
                      <a:pt x="2741" y="679"/>
                      <a:pt x="2741" y="679"/>
                      <a:pt x="2741" y="679"/>
                    </a:cubicBezTo>
                    <a:cubicBezTo>
                      <a:pt x="2736" y="670"/>
                      <a:pt x="2736" y="670"/>
                      <a:pt x="2736" y="670"/>
                    </a:cubicBezTo>
                    <a:cubicBezTo>
                      <a:pt x="2730" y="659"/>
                      <a:pt x="2730" y="659"/>
                      <a:pt x="2730" y="659"/>
                    </a:cubicBezTo>
                    <a:cubicBezTo>
                      <a:pt x="2734" y="646"/>
                      <a:pt x="2734" y="646"/>
                      <a:pt x="2734" y="646"/>
                    </a:cubicBezTo>
                    <a:cubicBezTo>
                      <a:pt x="2748" y="650"/>
                      <a:pt x="2748" y="650"/>
                      <a:pt x="2748" y="650"/>
                    </a:cubicBezTo>
                    <a:cubicBezTo>
                      <a:pt x="2761" y="643"/>
                      <a:pt x="2761" y="643"/>
                      <a:pt x="2761" y="643"/>
                    </a:cubicBezTo>
                    <a:cubicBezTo>
                      <a:pt x="2783" y="650"/>
                      <a:pt x="2783" y="650"/>
                      <a:pt x="2783" y="650"/>
                    </a:cubicBezTo>
                    <a:cubicBezTo>
                      <a:pt x="2789" y="649"/>
                      <a:pt x="2789" y="649"/>
                      <a:pt x="2789" y="649"/>
                    </a:cubicBezTo>
                    <a:cubicBezTo>
                      <a:pt x="2794" y="646"/>
                      <a:pt x="2794" y="646"/>
                      <a:pt x="2794" y="646"/>
                    </a:cubicBezTo>
                    <a:cubicBezTo>
                      <a:pt x="2800" y="640"/>
                      <a:pt x="2800" y="640"/>
                      <a:pt x="2800" y="640"/>
                    </a:cubicBezTo>
                    <a:cubicBezTo>
                      <a:pt x="2815" y="640"/>
                      <a:pt x="2815" y="640"/>
                      <a:pt x="2815" y="640"/>
                    </a:cubicBezTo>
                    <a:cubicBezTo>
                      <a:pt x="2819" y="653"/>
                      <a:pt x="2819" y="653"/>
                      <a:pt x="2819" y="653"/>
                    </a:cubicBezTo>
                    <a:lnTo>
                      <a:pt x="2803" y="661"/>
                    </a:lnTo>
                    <a:close/>
                    <a:moveTo>
                      <a:pt x="2719" y="484"/>
                    </a:moveTo>
                    <a:cubicBezTo>
                      <a:pt x="2720" y="484"/>
                      <a:pt x="2720" y="484"/>
                      <a:pt x="2720" y="484"/>
                    </a:cubicBezTo>
                    <a:cubicBezTo>
                      <a:pt x="2726" y="488"/>
                      <a:pt x="2726" y="488"/>
                      <a:pt x="2726" y="488"/>
                    </a:cubicBezTo>
                    <a:cubicBezTo>
                      <a:pt x="2732" y="502"/>
                      <a:pt x="2732" y="502"/>
                      <a:pt x="2732" y="502"/>
                    </a:cubicBezTo>
                    <a:cubicBezTo>
                      <a:pt x="2742" y="507"/>
                      <a:pt x="2742" y="507"/>
                      <a:pt x="2742" y="507"/>
                    </a:cubicBezTo>
                    <a:cubicBezTo>
                      <a:pt x="2756" y="502"/>
                      <a:pt x="2756" y="502"/>
                      <a:pt x="2756" y="502"/>
                    </a:cubicBezTo>
                    <a:cubicBezTo>
                      <a:pt x="2761" y="498"/>
                      <a:pt x="2761" y="498"/>
                      <a:pt x="2761" y="498"/>
                    </a:cubicBezTo>
                    <a:cubicBezTo>
                      <a:pt x="2754" y="490"/>
                      <a:pt x="2754" y="490"/>
                      <a:pt x="2754" y="490"/>
                    </a:cubicBezTo>
                    <a:cubicBezTo>
                      <a:pt x="2749" y="482"/>
                      <a:pt x="2749" y="482"/>
                      <a:pt x="2749" y="482"/>
                    </a:cubicBezTo>
                    <a:cubicBezTo>
                      <a:pt x="2751" y="479"/>
                      <a:pt x="2751" y="479"/>
                      <a:pt x="2751" y="479"/>
                    </a:cubicBezTo>
                    <a:cubicBezTo>
                      <a:pt x="2751" y="470"/>
                      <a:pt x="2751" y="470"/>
                      <a:pt x="2751" y="470"/>
                    </a:cubicBezTo>
                    <a:cubicBezTo>
                      <a:pt x="2749" y="461"/>
                      <a:pt x="2749" y="461"/>
                      <a:pt x="2749" y="461"/>
                    </a:cubicBezTo>
                    <a:cubicBezTo>
                      <a:pt x="2747" y="455"/>
                      <a:pt x="2747" y="455"/>
                      <a:pt x="2747" y="455"/>
                    </a:cubicBezTo>
                    <a:cubicBezTo>
                      <a:pt x="2742" y="450"/>
                      <a:pt x="2742" y="450"/>
                      <a:pt x="2742" y="450"/>
                    </a:cubicBezTo>
                    <a:cubicBezTo>
                      <a:pt x="2736" y="451"/>
                      <a:pt x="2736" y="451"/>
                      <a:pt x="2736" y="451"/>
                    </a:cubicBezTo>
                    <a:cubicBezTo>
                      <a:pt x="2743" y="462"/>
                      <a:pt x="2743" y="462"/>
                      <a:pt x="2743" y="462"/>
                    </a:cubicBezTo>
                    <a:cubicBezTo>
                      <a:pt x="2736" y="470"/>
                      <a:pt x="2736" y="470"/>
                      <a:pt x="2736" y="470"/>
                    </a:cubicBezTo>
                    <a:cubicBezTo>
                      <a:pt x="2727" y="474"/>
                      <a:pt x="2727" y="474"/>
                      <a:pt x="2727" y="474"/>
                    </a:cubicBezTo>
                    <a:cubicBezTo>
                      <a:pt x="2721" y="470"/>
                      <a:pt x="2721" y="470"/>
                      <a:pt x="2721" y="470"/>
                    </a:cubicBezTo>
                    <a:cubicBezTo>
                      <a:pt x="2714" y="463"/>
                      <a:pt x="2714" y="463"/>
                      <a:pt x="2714" y="463"/>
                    </a:cubicBezTo>
                    <a:cubicBezTo>
                      <a:pt x="2715" y="454"/>
                      <a:pt x="2715" y="454"/>
                      <a:pt x="2715" y="454"/>
                    </a:cubicBezTo>
                    <a:cubicBezTo>
                      <a:pt x="2721" y="448"/>
                      <a:pt x="2721" y="448"/>
                      <a:pt x="2721" y="448"/>
                    </a:cubicBezTo>
                    <a:cubicBezTo>
                      <a:pt x="2734" y="439"/>
                      <a:pt x="2734" y="439"/>
                      <a:pt x="2734" y="439"/>
                    </a:cubicBezTo>
                    <a:cubicBezTo>
                      <a:pt x="2740" y="438"/>
                      <a:pt x="2740" y="438"/>
                      <a:pt x="2740" y="438"/>
                    </a:cubicBezTo>
                    <a:cubicBezTo>
                      <a:pt x="2757" y="442"/>
                      <a:pt x="2757" y="442"/>
                      <a:pt x="2757" y="442"/>
                    </a:cubicBezTo>
                    <a:cubicBezTo>
                      <a:pt x="2758" y="429"/>
                      <a:pt x="2758" y="429"/>
                      <a:pt x="2758" y="429"/>
                    </a:cubicBezTo>
                    <a:cubicBezTo>
                      <a:pt x="2749" y="427"/>
                      <a:pt x="2749" y="427"/>
                      <a:pt x="2749" y="427"/>
                    </a:cubicBezTo>
                    <a:cubicBezTo>
                      <a:pt x="2742" y="418"/>
                      <a:pt x="2742" y="418"/>
                      <a:pt x="2742" y="418"/>
                    </a:cubicBezTo>
                    <a:cubicBezTo>
                      <a:pt x="2741" y="402"/>
                      <a:pt x="2741" y="402"/>
                      <a:pt x="2741" y="402"/>
                    </a:cubicBezTo>
                    <a:cubicBezTo>
                      <a:pt x="2741" y="388"/>
                      <a:pt x="2741" y="388"/>
                      <a:pt x="2741" y="388"/>
                    </a:cubicBezTo>
                    <a:cubicBezTo>
                      <a:pt x="2755" y="394"/>
                      <a:pt x="2755" y="394"/>
                      <a:pt x="2755" y="394"/>
                    </a:cubicBezTo>
                    <a:cubicBezTo>
                      <a:pt x="2767" y="396"/>
                      <a:pt x="2767" y="396"/>
                      <a:pt x="2767" y="396"/>
                    </a:cubicBezTo>
                    <a:cubicBezTo>
                      <a:pt x="2766" y="408"/>
                      <a:pt x="2766" y="408"/>
                      <a:pt x="2766" y="408"/>
                    </a:cubicBezTo>
                    <a:cubicBezTo>
                      <a:pt x="2777" y="399"/>
                      <a:pt x="2777" y="399"/>
                      <a:pt x="2777" y="399"/>
                    </a:cubicBezTo>
                    <a:cubicBezTo>
                      <a:pt x="2777" y="399"/>
                      <a:pt x="2792" y="400"/>
                      <a:pt x="2794" y="400"/>
                    </a:cubicBezTo>
                    <a:cubicBezTo>
                      <a:pt x="2796" y="400"/>
                      <a:pt x="2809" y="394"/>
                      <a:pt x="2809" y="394"/>
                    </a:cubicBezTo>
                    <a:cubicBezTo>
                      <a:pt x="2815" y="402"/>
                      <a:pt x="2815" y="402"/>
                      <a:pt x="2815" y="402"/>
                    </a:cubicBezTo>
                    <a:cubicBezTo>
                      <a:pt x="2804" y="408"/>
                      <a:pt x="2804" y="408"/>
                      <a:pt x="2804" y="408"/>
                    </a:cubicBezTo>
                    <a:cubicBezTo>
                      <a:pt x="2791" y="412"/>
                      <a:pt x="2791" y="412"/>
                      <a:pt x="2791" y="412"/>
                    </a:cubicBezTo>
                    <a:cubicBezTo>
                      <a:pt x="2777" y="416"/>
                      <a:pt x="2777" y="416"/>
                      <a:pt x="2777" y="416"/>
                    </a:cubicBezTo>
                    <a:cubicBezTo>
                      <a:pt x="2763" y="422"/>
                      <a:pt x="2763" y="422"/>
                      <a:pt x="2763" y="422"/>
                    </a:cubicBezTo>
                    <a:cubicBezTo>
                      <a:pt x="2775" y="424"/>
                      <a:pt x="2775" y="424"/>
                      <a:pt x="2775" y="424"/>
                    </a:cubicBezTo>
                    <a:cubicBezTo>
                      <a:pt x="2780" y="433"/>
                      <a:pt x="2780" y="433"/>
                      <a:pt x="2780" y="433"/>
                    </a:cubicBezTo>
                    <a:cubicBezTo>
                      <a:pt x="2789" y="449"/>
                      <a:pt x="2789" y="449"/>
                      <a:pt x="2789" y="449"/>
                    </a:cubicBezTo>
                    <a:cubicBezTo>
                      <a:pt x="2782" y="457"/>
                      <a:pt x="2782" y="457"/>
                      <a:pt x="2782" y="457"/>
                    </a:cubicBezTo>
                    <a:cubicBezTo>
                      <a:pt x="2765" y="459"/>
                      <a:pt x="2765" y="459"/>
                      <a:pt x="2765" y="459"/>
                    </a:cubicBezTo>
                    <a:cubicBezTo>
                      <a:pt x="2765" y="463"/>
                      <a:pt x="2765" y="463"/>
                      <a:pt x="2765" y="463"/>
                    </a:cubicBezTo>
                    <a:cubicBezTo>
                      <a:pt x="2764" y="481"/>
                      <a:pt x="2764" y="481"/>
                      <a:pt x="2764" y="481"/>
                    </a:cubicBezTo>
                    <a:cubicBezTo>
                      <a:pt x="2775" y="491"/>
                      <a:pt x="2775" y="491"/>
                      <a:pt x="2775" y="491"/>
                    </a:cubicBezTo>
                    <a:cubicBezTo>
                      <a:pt x="2784" y="491"/>
                      <a:pt x="2784" y="491"/>
                      <a:pt x="2784" y="491"/>
                    </a:cubicBezTo>
                    <a:cubicBezTo>
                      <a:pt x="2793" y="501"/>
                      <a:pt x="2793" y="501"/>
                      <a:pt x="2793" y="501"/>
                    </a:cubicBezTo>
                    <a:cubicBezTo>
                      <a:pt x="2804" y="512"/>
                      <a:pt x="2804" y="512"/>
                      <a:pt x="2804" y="512"/>
                    </a:cubicBezTo>
                    <a:cubicBezTo>
                      <a:pt x="2801" y="519"/>
                      <a:pt x="2801" y="519"/>
                      <a:pt x="2801" y="519"/>
                    </a:cubicBezTo>
                    <a:cubicBezTo>
                      <a:pt x="2804" y="523"/>
                      <a:pt x="2804" y="523"/>
                      <a:pt x="2804" y="523"/>
                    </a:cubicBezTo>
                    <a:cubicBezTo>
                      <a:pt x="2796" y="531"/>
                      <a:pt x="2796" y="531"/>
                      <a:pt x="2796" y="531"/>
                    </a:cubicBezTo>
                    <a:cubicBezTo>
                      <a:pt x="2782" y="538"/>
                      <a:pt x="2782" y="538"/>
                      <a:pt x="2782" y="538"/>
                    </a:cubicBezTo>
                    <a:cubicBezTo>
                      <a:pt x="2751" y="579"/>
                      <a:pt x="2751" y="579"/>
                      <a:pt x="2751" y="579"/>
                    </a:cubicBezTo>
                    <a:cubicBezTo>
                      <a:pt x="2782" y="530"/>
                      <a:pt x="2782" y="530"/>
                      <a:pt x="2782" y="530"/>
                    </a:cubicBezTo>
                    <a:cubicBezTo>
                      <a:pt x="2777" y="516"/>
                      <a:pt x="2777" y="516"/>
                      <a:pt x="2777" y="516"/>
                    </a:cubicBezTo>
                    <a:cubicBezTo>
                      <a:pt x="2777" y="516"/>
                      <a:pt x="2767" y="504"/>
                      <a:pt x="2766" y="504"/>
                    </a:cubicBezTo>
                    <a:cubicBezTo>
                      <a:pt x="2764" y="504"/>
                      <a:pt x="2759" y="507"/>
                      <a:pt x="2758" y="508"/>
                    </a:cubicBezTo>
                    <a:cubicBezTo>
                      <a:pt x="2757" y="510"/>
                      <a:pt x="2738" y="510"/>
                      <a:pt x="2738" y="510"/>
                    </a:cubicBezTo>
                    <a:cubicBezTo>
                      <a:pt x="2724" y="506"/>
                      <a:pt x="2724" y="506"/>
                      <a:pt x="2724" y="506"/>
                    </a:cubicBezTo>
                    <a:cubicBezTo>
                      <a:pt x="2714" y="493"/>
                      <a:pt x="2714" y="493"/>
                      <a:pt x="2714" y="493"/>
                    </a:cubicBezTo>
                    <a:cubicBezTo>
                      <a:pt x="2707" y="484"/>
                      <a:pt x="2707" y="484"/>
                      <a:pt x="2707" y="484"/>
                    </a:cubicBezTo>
                    <a:lnTo>
                      <a:pt x="2719" y="484"/>
                    </a:lnTo>
                    <a:close/>
                    <a:moveTo>
                      <a:pt x="1862" y="309"/>
                    </a:moveTo>
                    <a:cubicBezTo>
                      <a:pt x="1870" y="304"/>
                      <a:pt x="1870" y="304"/>
                      <a:pt x="1870" y="304"/>
                    </a:cubicBezTo>
                    <a:cubicBezTo>
                      <a:pt x="1884" y="301"/>
                      <a:pt x="1884" y="301"/>
                      <a:pt x="1884" y="301"/>
                    </a:cubicBezTo>
                    <a:cubicBezTo>
                      <a:pt x="1902" y="299"/>
                      <a:pt x="1902" y="299"/>
                      <a:pt x="1902" y="299"/>
                    </a:cubicBezTo>
                    <a:cubicBezTo>
                      <a:pt x="1909" y="296"/>
                      <a:pt x="1909" y="296"/>
                      <a:pt x="1909" y="296"/>
                    </a:cubicBezTo>
                    <a:cubicBezTo>
                      <a:pt x="1920" y="291"/>
                      <a:pt x="1920" y="291"/>
                      <a:pt x="1920" y="291"/>
                    </a:cubicBezTo>
                    <a:cubicBezTo>
                      <a:pt x="1933" y="286"/>
                      <a:pt x="1933" y="286"/>
                      <a:pt x="1933" y="286"/>
                    </a:cubicBezTo>
                    <a:cubicBezTo>
                      <a:pt x="1948" y="279"/>
                      <a:pt x="1948" y="279"/>
                      <a:pt x="1948" y="279"/>
                    </a:cubicBezTo>
                    <a:cubicBezTo>
                      <a:pt x="1959" y="273"/>
                      <a:pt x="1959" y="273"/>
                      <a:pt x="1959" y="273"/>
                    </a:cubicBezTo>
                    <a:cubicBezTo>
                      <a:pt x="1972" y="266"/>
                      <a:pt x="1972" y="266"/>
                      <a:pt x="1972" y="266"/>
                    </a:cubicBezTo>
                    <a:cubicBezTo>
                      <a:pt x="1985" y="257"/>
                      <a:pt x="1985" y="257"/>
                      <a:pt x="1985" y="257"/>
                    </a:cubicBezTo>
                    <a:cubicBezTo>
                      <a:pt x="2001" y="244"/>
                      <a:pt x="2001" y="244"/>
                      <a:pt x="2001" y="244"/>
                    </a:cubicBezTo>
                    <a:cubicBezTo>
                      <a:pt x="2009" y="243"/>
                      <a:pt x="2009" y="243"/>
                      <a:pt x="2009" y="243"/>
                    </a:cubicBezTo>
                    <a:cubicBezTo>
                      <a:pt x="2026" y="245"/>
                      <a:pt x="2026" y="245"/>
                      <a:pt x="2026" y="245"/>
                    </a:cubicBezTo>
                    <a:cubicBezTo>
                      <a:pt x="2052" y="245"/>
                      <a:pt x="2052" y="245"/>
                      <a:pt x="2052" y="245"/>
                    </a:cubicBezTo>
                    <a:cubicBezTo>
                      <a:pt x="2060" y="247"/>
                      <a:pt x="2060" y="247"/>
                      <a:pt x="2060" y="247"/>
                    </a:cubicBezTo>
                    <a:cubicBezTo>
                      <a:pt x="2052" y="250"/>
                      <a:pt x="2052" y="250"/>
                      <a:pt x="2052" y="250"/>
                    </a:cubicBezTo>
                    <a:cubicBezTo>
                      <a:pt x="2043" y="254"/>
                      <a:pt x="2043" y="254"/>
                      <a:pt x="2043" y="254"/>
                    </a:cubicBezTo>
                    <a:cubicBezTo>
                      <a:pt x="2041" y="265"/>
                      <a:pt x="2041" y="265"/>
                      <a:pt x="2041" y="265"/>
                    </a:cubicBezTo>
                    <a:cubicBezTo>
                      <a:pt x="2032" y="282"/>
                      <a:pt x="2032" y="282"/>
                      <a:pt x="2032" y="282"/>
                    </a:cubicBezTo>
                    <a:cubicBezTo>
                      <a:pt x="2019" y="295"/>
                      <a:pt x="2019" y="295"/>
                      <a:pt x="2019" y="295"/>
                    </a:cubicBezTo>
                    <a:cubicBezTo>
                      <a:pt x="2010" y="302"/>
                      <a:pt x="2010" y="302"/>
                      <a:pt x="2010" y="302"/>
                    </a:cubicBezTo>
                    <a:cubicBezTo>
                      <a:pt x="1999" y="306"/>
                      <a:pt x="1999" y="306"/>
                      <a:pt x="1999" y="306"/>
                    </a:cubicBezTo>
                    <a:cubicBezTo>
                      <a:pt x="1983" y="306"/>
                      <a:pt x="1983" y="306"/>
                      <a:pt x="1983" y="306"/>
                    </a:cubicBezTo>
                    <a:cubicBezTo>
                      <a:pt x="1975" y="314"/>
                      <a:pt x="1975" y="314"/>
                      <a:pt x="1975" y="314"/>
                    </a:cubicBezTo>
                    <a:cubicBezTo>
                      <a:pt x="1961" y="318"/>
                      <a:pt x="1961" y="318"/>
                      <a:pt x="1961" y="318"/>
                    </a:cubicBezTo>
                    <a:cubicBezTo>
                      <a:pt x="1947" y="330"/>
                      <a:pt x="1947" y="330"/>
                      <a:pt x="1947" y="330"/>
                    </a:cubicBezTo>
                    <a:cubicBezTo>
                      <a:pt x="1933" y="338"/>
                      <a:pt x="1933" y="338"/>
                      <a:pt x="1933" y="338"/>
                    </a:cubicBezTo>
                    <a:cubicBezTo>
                      <a:pt x="1925" y="350"/>
                      <a:pt x="1925" y="350"/>
                      <a:pt x="1925" y="350"/>
                    </a:cubicBezTo>
                    <a:cubicBezTo>
                      <a:pt x="1918" y="362"/>
                      <a:pt x="1918" y="362"/>
                      <a:pt x="1918" y="362"/>
                    </a:cubicBezTo>
                    <a:cubicBezTo>
                      <a:pt x="1913" y="369"/>
                      <a:pt x="1913" y="369"/>
                      <a:pt x="1913" y="369"/>
                    </a:cubicBezTo>
                    <a:cubicBezTo>
                      <a:pt x="1912" y="365"/>
                      <a:pt x="1912" y="365"/>
                      <a:pt x="1912" y="365"/>
                    </a:cubicBezTo>
                    <a:cubicBezTo>
                      <a:pt x="1915" y="356"/>
                      <a:pt x="1915" y="356"/>
                      <a:pt x="1915" y="356"/>
                    </a:cubicBezTo>
                    <a:cubicBezTo>
                      <a:pt x="1918" y="346"/>
                      <a:pt x="1918" y="346"/>
                      <a:pt x="1918" y="346"/>
                    </a:cubicBezTo>
                    <a:cubicBezTo>
                      <a:pt x="1911" y="351"/>
                      <a:pt x="1911" y="351"/>
                      <a:pt x="1911" y="351"/>
                    </a:cubicBezTo>
                    <a:cubicBezTo>
                      <a:pt x="1896" y="347"/>
                      <a:pt x="1896" y="347"/>
                      <a:pt x="1896" y="347"/>
                    </a:cubicBezTo>
                    <a:cubicBezTo>
                      <a:pt x="1889" y="346"/>
                      <a:pt x="1889" y="346"/>
                      <a:pt x="1889" y="346"/>
                    </a:cubicBezTo>
                    <a:cubicBezTo>
                      <a:pt x="1873" y="347"/>
                      <a:pt x="1873" y="347"/>
                      <a:pt x="1873" y="347"/>
                    </a:cubicBezTo>
                    <a:cubicBezTo>
                      <a:pt x="1868" y="352"/>
                      <a:pt x="1868" y="352"/>
                      <a:pt x="1868" y="352"/>
                    </a:cubicBezTo>
                    <a:cubicBezTo>
                      <a:pt x="1868" y="323"/>
                      <a:pt x="1868" y="323"/>
                      <a:pt x="1868" y="323"/>
                    </a:cubicBezTo>
                    <a:cubicBezTo>
                      <a:pt x="1860" y="313"/>
                      <a:pt x="1860" y="313"/>
                      <a:pt x="1860" y="313"/>
                    </a:cubicBezTo>
                    <a:lnTo>
                      <a:pt x="1862" y="309"/>
                    </a:lnTo>
                    <a:close/>
                    <a:moveTo>
                      <a:pt x="1740" y="2922"/>
                    </a:moveTo>
                    <a:cubicBezTo>
                      <a:pt x="1759" y="2922"/>
                      <a:pt x="1759" y="2922"/>
                      <a:pt x="1759" y="2922"/>
                    </a:cubicBezTo>
                    <a:cubicBezTo>
                      <a:pt x="1762" y="2926"/>
                      <a:pt x="1762" y="2926"/>
                      <a:pt x="1762" y="2926"/>
                    </a:cubicBezTo>
                    <a:cubicBezTo>
                      <a:pt x="1759" y="2934"/>
                      <a:pt x="1759" y="2934"/>
                      <a:pt x="1759" y="2934"/>
                    </a:cubicBezTo>
                    <a:cubicBezTo>
                      <a:pt x="1759" y="2934"/>
                      <a:pt x="1742" y="2938"/>
                      <a:pt x="1741" y="2937"/>
                    </a:cubicBezTo>
                    <a:cubicBezTo>
                      <a:pt x="1739" y="2936"/>
                      <a:pt x="1731" y="2937"/>
                      <a:pt x="1731" y="2937"/>
                    </a:cubicBezTo>
                    <a:cubicBezTo>
                      <a:pt x="1727" y="2930"/>
                      <a:pt x="1727" y="2930"/>
                      <a:pt x="1727" y="2930"/>
                    </a:cubicBezTo>
                    <a:lnTo>
                      <a:pt x="1740" y="2922"/>
                    </a:lnTo>
                    <a:close/>
                    <a:moveTo>
                      <a:pt x="1592" y="1854"/>
                    </a:moveTo>
                    <a:cubicBezTo>
                      <a:pt x="1595" y="1850"/>
                      <a:pt x="1595" y="1850"/>
                      <a:pt x="1595" y="1850"/>
                    </a:cubicBezTo>
                    <a:cubicBezTo>
                      <a:pt x="1600" y="1856"/>
                      <a:pt x="1600" y="1856"/>
                      <a:pt x="1600" y="1856"/>
                    </a:cubicBezTo>
                    <a:cubicBezTo>
                      <a:pt x="1600" y="1876"/>
                      <a:pt x="1600" y="1876"/>
                      <a:pt x="1600" y="1876"/>
                    </a:cubicBezTo>
                    <a:cubicBezTo>
                      <a:pt x="1596" y="1889"/>
                      <a:pt x="1596" y="1889"/>
                      <a:pt x="1596" y="1889"/>
                    </a:cubicBezTo>
                    <a:cubicBezTo>
                      <a:pt x="1592" y="1889"/>
                      <a:pt x="1592" y="1889"/>
                      <a:pt x="1592" y="1889"/>
                    </a:cubicBezTo>
                    <a:cubicBezTo>
                      <a:pt x="1592" y="1880"/>
                      <a:pt x="1592" y="1880"/>
                      <a:pt x="1592" y="1880"/>
                    </a:cubicBezTo>
                    <a:cubicBezTo>
                      <a:pt x="1589" y="1869"/>
                      <a:pt x="1589" y="1869"/>
                      <a:pt x="1589" y="1869"/>
                    </a:cubicBezTo>
                    <a:lnTo>
                      <a:pt x="1592" y="1854"/>
                    </a:lnTo>
                    <a:close/>
                    <a:moveTo>
                      <a:pt x="1427" y="23"/>
                    </a:moveTo>
                    <a:cubicBezTo>
                      <a:pt x="1431" y="27"/>
                      <a:pt x="1431" y="27"/>
                      <a:pt x="1431" y="27"/>
                    </a:cubicBezTo>
                    <a:cubicBezTo>
                      <a:pt x="1435" y="35"/>
                      <a:pt x="1435" y="35"/>
                      <a:pt x="1435" y="35"/>
                    </a:cubicBezTo>
                    <a:cubicBezTo>
                      <a:pt x="1444" y="56"/>
                      <a:pt x="1444" y="56"/>
                      <a:pt x="1444" y="56"/>
                    </a:cubicBezTo>
                    <a:cubicBezTo>
                      <a:pt x="1444" y="61"/>
                      <a:pt x="1444" y="61"/>
                      <a:pt x="1444" y="61"/>
                    </a:cubicBezTo>
                    <a:cubicBezTo>
                      <a:pt x="1444" y="61"/>
                      <a:pt x="1436" y="54"/>
                      <a:pt x="1435" y="53"/>
                    </a:cubicBezTo>
                    <a:cubicBezTo>
                      <a:pt x="1433" y="52"/>
                      <a:pt x="1427" y="42"/>
                      <a:pt x="1427" y="42"/>
                    </a:cubicBezTo>
                    <a:cubicBezTo>
                      <a:pt x="1421" y="34"/>
                      <a:pt x="1421" y="34"/>
                      <a:pt x="1421" y="34"/>
                    </a:cubicBezTo>
                    <a:lnTo>
                      <a:pt x="1427" y="23"/>
                    </a:lnTo>
                    <a:close/>
                    <a:moveTo>
                      <a:pt x="1159" y="63"/>
                    </a:moveTo>
                    <a:cubicBezTo>
                      <a:pt x="1167" y="62"/>
                      <a:pt x="1167" y="62"/>
                      <a:pt x="1167" y="62"/>
                    </a:cubicBezTo>
                    <a:cubicBezTo>
                      <a:pt x="1181" y="60"/>
                      <a:pt x="1181" y="60"/>
                      <a:pt x="1181" y="60"/>
                    </a:cubicBezTo>
                    <a:cubicBezTo>
                      <a:pt x="1188" y="57"/>
                      <a:pt x="1188" y="57"/>
                      <a:pt x="1188" y="57"/>
                    </a:cubicBezTo>
                    <a:cubicBezTo>
                      <a:pt x="1202" y="54"/>
                      <a:pt x="1202" y="54"/>
                      <a:pt x="1202" y="54"/>
                    </a:cubicBezTo>
                    <a:cubicBezTo>
                      <a:pt x="1215" y="51"/>
                      <a:pt x="1215" y="51"/>
                      <a:pt x="1215" y="51"/>
                    </a:cubicBezTo>
                    <a:cubicBezTo>
                      <a:pt x="1231" y="49"/>
                      <a:pt x="1231" y="49"/>
                      <a:pt x="1231" y="49"/>
                    </a:cubicBezTo>
                    <a:cubicBezTo>
                      <a:pt x="1239" y="51"/>
                      <a:pt x="1239" y="51"/>
                      <a:pt x="1239" y="51"/>
                    </a:cubicBezTo>
                    <a:cubicBezTo>
                      <a:pt x="1241" y="59"/>
                      <a:pt x="1241" y="59"/>
                      <a:pt x="1241" y="59"/>
                    </a:cubicBezTo>
                    <a:cubicBezTo>
                      <a:pt x="1235" y="63"/>
                      <a:pt x="1235" y="63"/>
                      <a:pt x="1235" y="63"/>
                    </a:cubicBezTo>
                    <a:cubicBezTo>
                      <a:pt x="1231" y="59"/>
                      <a:pt x="1231" y="59"/>
                      <a:pt x="1231" y="59"/>
                    </a:cubicBezTo>
                    <a:cubicBezTo>
                      <a:pt x="1227" y="65"/>
                      <a:pt x="1227" y="65"/>
                      <a:pt x="1227" y="65"/>
                    </a:cubicBezTo>
                    <a:cubicBezTo>
                      <a:pt x="1222" y="72"/>
                      <a:pt x="1222" y="72"/>
                      <a:pt x="1222" y="72"/>
                    </a:cubicBezTo>
                    <a:cubicBezTo>
                      <a:pt x="1218" y="76"/>
                      <a:pt x="1218" y="76"/>
                      <a:pt x="1218" y="76"/>
                    </a:cubicBezTo>
                    <a:cubicBezTo>
                      <a:pt x="1208" y="72"/>
                      <a:pt x="1208" y="72"/>
                      <a:pt x="1208" y="72"/>
                    </a:cubicBezTo>
                    <a:cubicBezTo>
                      <a:pt x="1204" y="89"/>
                      <a:pt x="1204" y="89"/>
                      <a:pt x="1204" y="89"/>
                    </a:cubicBezTo>
                    <a:cubicBezTo>
                      <a:pt x="1197" y="93"/>
                      <a:pt x="1197" y="93"/>
                      <a:pt x="1197" y="93"/>
                    </a:cubicBezTo>
                    <a:cubicBezTo>
                      <a:pt x="1190" y="96"/>
                      <a:pt x="1190" y="96"/>
                      <a:pt x="1190" y="96"/>
                    </a:cubicBezTo>
                    <a:cubicBezTo>
                      <a:pt x="1179" y="91"/>
                      <a:pt x="1179" y="91"/>
                      <a:pt x="1179" y="91"/>
                    </a:cubicBezTo>
                    <a:cubicBezTo>
                      <a:pt x="1174" y="85"/>
                      <a:pt x="1174" y="85"/>
                      <a:pt x="1174" y="85"/>
                    </a:cubicBezTo>
                    <a:cubicBezTo>
                      <a:pt x="1168" y="75"/>
                      <a:pt x="1168" y="75"/>
                      <a:pt x="1168" y="75"/>
                    </a:cubicBezTo>
                    <a:cubicBezTo>
                      <a:pt x="1168" y="75"/>
                      <a:pt x="1162" y="73"/>
                      <a:pt x="1161" y="73"/>
                    </a:cubicBezTo>
                    <a:cubicBezTo>
                      <a:pt x="1160" y="72"/>
                      <a:pt x="1153" y="72"/>
                      <a:pt x="1153" y="72"/>
                    </a:cubicBezTo>
                    <a:lnTo>
                      <a:pt x="1159" y="63"/>
                    </a:lnTo>
                    <a:close/>
                    <a:moveTo>
                      <a:pt x="1074" y="112"/>
                    </a:moveTo>
                    <a:cubicBezTo>
                      <a:pt x="1074" y="104"/>
                      <a:pt x="1074" y="104"/>
                      <a:pt x="1074" y="104"/>
                    </a:cubicBezTo>
                    <a:cubicBezTo>
                      <a:pt x="1086" y="99"/>
                      <a:pt x="1086" y="99"/>
                      <a:pt x="1086" y="99"/>
                    </a:cubicBezTo>
                    <a:cubicBezTo>
                      <a:pt x="1086" y="98"/>
                      <a:pt x="1086" y="98"/>
                      <a:pt x="1086" y="98"/>
                    </a:cubicBezTo>
                    <a:cubicBezTo>
                      <a:pt x="1095" y="98"/>
                      <a:pt x="1095" y="98"/>
                      <a:pt x="1095" y="98"/>
                    </a:cubicBezTo>
                    <a:cubicBezTo>
                      <a:pt x="1100" y="103"/>
                      <a:pt x="1100" y="103"/>
                      <a:pt x="1100" y="103"/>
                    </a:cubicBezTo>
                    <a:cubicBezTo>
                      <a:pt x="1105" y="113"/>
                      <a:pt x="1105" y="113"/>
                      <a:pt x="1105" y="113"/>
                    </a:cubicBezTo>
                    <a:cubicBezTo>
                      <a:pt x="1102" y="119"/>
                      <a:pt x="1102" y="119"/>
                      <a:pt x="1102" y="119"/>
                    </a:cubicBezTo>
                    <a:cubicBezTo>
                      <a:pt x="1092" y="119"/>
                      <a:pt x="1092" y="119"/>
                      <a:pt x="1092" y="119"/>
                    </a:cubicBezTo>
                    <a:cubicBezTo>
                      <a:pt x="1092" y="119"/>
                      <a:pt x="1081" y="121"/>
                      <a:pt x="1080" y="121"/>
                    </a:cubicBezTo>
                    <a:cubicBezTo>
                      <a:pt x="1079" y="121"/>
                      <a:pt x="1072" y="118"/>
                      <a:pt x="1071" y="117"/>
                    </a:cubicBezTo>
                    <a:cubicBezTo>
                      <a:pt x="1071" y="117"/>
                      <a:pt x="1074" y="112"/>
                      <a:pt x="1074" y="112"/>
                    </a:cubicBezTo>
                    <a:close/>
                    <a:moveTo>
                      <a:pt x="1065" y="2632"/>
                    </a:moveTo>
                    <a:cubicBezTo>
                      <a:pt x="1070" y="2632"/>
                      <a:pt x="1070" y="2632"/>
                      <a:pt x="1070" y="2632"/>
                    </a:cubicBezTo>
                    <a:cubicBezTo>
                      <a:pt x="1073" y="2626"/>
                      <a:pt x="1073" y="2626"/>
                      <a:pt x="1073" y="2626"/>
                    </a:cubicBezTo>
                    <a:cubicBezTo>
                      <a:pt x="1077" y="2632"/>
                      <a:pt x="1077" y="2632"/>
                      <a:pt x="1077" y="2632"/>
                    </a:cubicBezTo>
                    <a:cubicBezTo>
                      <a:pt x="1074" y="2636"/>
                      <a:pt x="1074" y="2636"/>
                      <a:pt x="1074" y="2636"/>
                    </a:cubicBezTo>
                    <a:cubicBezTo>
                      <a:pt x="1074" y="2636"/>
                      <a:pt x="1068" y="2637"/>
                      <a:pt x="1067" y="2637"/>
                    </a:cubicBezTo>
                    <a:cubicBezTo>
                      <a:pt x="1065" y="2637"/>
                      <a:pt x="1063" y="2632"/>
                      <a:pt x="1063" y="2632"/>
                    </a:cubicBezTo>
                    <a:lnTo>
                      <a:pt x="1065" y="2632"/>
                    </a:lnTo>
                    <a:close/>
                    <a:moveTo>
                      <a:pt x="1043" y="2628"/>
                    </a:moveTo>
                    <a:cubicBezTo>
                      <a:pt x="1052" y="2632"/>
                      <a:pt x="1052" y="2632"/>
                      <a:pt x="1052" y="2632"/>
                    </a:cubicBezTo>
                    <a:cubicBezTo>
                      <a:pt x="1046" y="2636"/>
                      <a:pt x="1046" y="2636"/>
                      <a:pt x="1046" y="2636"/>
                    </a:cubicBezTo>
                    <a:cubicBezTo>
                      <a:pt x="1039" y="2633"/>
                      <a:pt x="1039" y="2633"/>
                      <a:pt x="1039" y="2633"/>
                    </a:cubicBezTo>
                    <a:lnTo>
                      <a:pt x="1043" y="2628"/>
                    </a:lnTo>
                    <a:close/>
                    <a:moveTo>
                      <a:pt x="914" y="176"/>
                    </a:moveTo>
                    <a:cubicBezTo>
                      <a:pt x="922" y="178"/>
                      <a:pt x="922" y="178"/>
                      <a:pt x="922" y="178"/>
                    </a:cubicBezTo>
                    <a:cubicBezTo>
                      <a:pt x="920" y="191"/>
                      <a:pt x="920" y="191"/>
                      <a:pt x="920" y="191"/>
                    </a:cubicBezTo>
                    <a:cubicBezTo>
                      <a:pt x="920" y="191"/>
                      <a:pt x="915" y="193"/>
                      <a:pt x="913" y="191"/>
                    </a:cubicBezTo>
                    <a:cubicBezTo>
                      <a:pt x="911" y="190"/>
                      <a:pt x="902" y="186"/>
                      <a:pt x="901" y="186"/>
                    </a:cubicBezTo>
                    <a:cubicBezTo>
                      <a:pt x="900" y="186"/>
                      <a:pt x="899" y="181"/>
                      <a:pt x="899" y="181"/>
                    </a:cubicBezTo>
                    <a:cubicBezTo>
                      <a:pt x="899" y="181"/>
                      <a:pt x="913" y="176"/>
                      <a:pt x="914" y="176"/>
                    </a:cubicBezTo>
                    <a:close/>
                    <a:moveTo>
                      <a:pt x="846" y="216"/>
                    </a:moveTo>
                    <a:cubicBezTo>
                      <a:pt x="853" y="209"/>
                      <a:pt x="853" y="209"/>
                      <a:pt x="853" y="209"/>
                    </a:cubicBezTo>
                    <a:cubicBezTo>
                      <a:pt x="857" y="213"/>
                      <a:pt x="857" y="213"/>
                      <a:pt x="857" y="213"/>
                    </a:cubicBezTo>
                    <a:cubicBezTo>
                      <a:pt x="852" y="222"/>
                      <a:pt x="852" y="222"/>
                      <a:pt x="852" y="222"/>
                    </a:cubicBezTo>
                    <a:cubicBezTo>
                      <a:pt x="838" y="224"/>
                      <a:pt x="838" y="224"/>
                      <a:pt x="838" y="224"/>
                    </a:cubicBezTo>
                    <a:lnTo>
                      <a:pt x="846" y="216"/>
                    </a:lnTo>
                    <a:close/>
                    <a:moveTo>
                      <a:pt x="768" y="319"/>
                    </a:moveTo>
                    <a:cubicBezTo>
                      <a:pt x="768" y="318"/>
                      <a:pt x="774" y="308"/>
                      <a:pt x="774" y="308"/>
                    </a:cubicBezTo>
                    <a:cubicBezTo>
                      <a:pt x="780" y="302"/>
                      <a:pt x="780" y="302"/>
                      <a:pt x="780" y="302"/>
                    </a:cubicBezTo>
                    <a:cubicBezTo>
                      <a:pt x="786" y="297"/>
                      <a:pt x="786" y="297"/>
                      <a:pt x="786" y="297"/>
                    </a:cubicBezTo>
                    <a:cubicBezTo>
                      <a:pt x="791" y="290"/>
                      <a:pt x="791" y="290"/>
                      <a:pt x="791" y="290"/>
                    </a:cubicBezTo>
                    <a:cubicBezTo>
                      <a:pt x="796" y="285"/>
                      <a:pt x="796" y="285"/>
                      <a:pt x="796" y="285"/>
                    </a:cubicBezTo>
                    <a:cubicBezTo>
                      <a:pt x="796" y="285"/>
                      <a:pt x="801" y="289"/>
                      <a:pt x="801" y="290"/>
                    </a:cubicBezTo>
                    <a:cubicBezTo>
                      <a:pt x="801" y="290"/>
                      <a:pt x="803" y="303"/>
                      <a:pt x="803" y="303"/>
                    </a:cubicBezTo>
                    <a:cubicBezTo>
                      <a:pt x="791" y="305"/>
                      <a:pt x="791" y="305"/>
                      <a:pt x="791" y="305"/>
                    </a:cubicBezTo>
                    <a:cubicBezTo>
                      <a:pt x="786" y="306"/>
                      <a:pt x="786" y="306"/>
                      <a:pt x="786" y="306"/>
                    </a:cubicBezTo>
                    <a:cubicBezTo>
                      <a:pt x="780" y="310"/>
                      <a:pt x="780" y="310"/>
                      <a:pt x="780" y="310"/>
                    </a:cubicBezTo>
                    <a:cubicBezTo>
                      <a:pt x="775" y="318"/>
                      <a:pt x="775" y="318"/>
                      <a:pt x="775" y="318"/>
                    </a:cubicBezTo>
                    <a:cubicBezTo>
                      <a:pt x="770" y="321"/>
                      <a:pt x="770" y="321"/>
                      <a:pt x="770" y="321"/>
                    </a:cubicBezTo>
                    <a:cubicBezTo>
                      <a:pt x="770" y="321"/>
                      <a:pt x="767" y="320"/>
                      <a:pt x="768" y="319"/>
                    </a:cubicBezTo>
                    <a:close/>
                    <a:moveTo>
                      <a:pt x="719" y="353"/>
                    </a:moveTo>
                    <a:cubicBezTo>
                      <a:pt x="728" y="348"/>
                      <a:pt x="728" y="348"/>
                      <a:pt x="728" y="348"/>
                    </a:cubicBezTo>
                    <a:cubicBezTo>
                      <a:pt x="733" y="344"/>
                      <a:pt x="733" y="344"/>
                      <a:pt x="733" y="344"/>
                    </a:cubicBezTo>
                    <a:cubicBezTo>
                      <a:pt x="742" y="337"/>
                      <a:pt x="742" y="337"/>
                      <a:pt x="742" y="337"/>
                    </a:cubicBezTo>
                    <a:cubicBezTo>
                      <a:pt x="747" y="333"/>
                      <a:pt x="747" y="333"/>
                      <a:pt x="747" y="333"/>
                    </a:cubicBezTo>
                    <a:cubicBezTo>
                      <a:pt x="755" y="329"/>
                      <a:pt x="755" y="329"/>
                      <a:pt x="755" y="329"/>
                    </a:cubicBezTo>
                    <a:cubicBezTo>
                      <a:pt x="758" y="332"/>
                      <a:pt x="758" y="332"/>
                      <a:pt x="758" y="332"/>
                    </a:cubicBezTo>
                    <a:cubicBezTo>
                      <a:pt x="760" y="337"/>
                      <a:pt x="760" y="337"/>
                      <a:pt x="760" y="337"/>
                    </a:cubicBezTo>
                    <a:cubicBezTo>
                      <a:pt x="762" y="348"/>
                      <a:pt x="762" y="348"/>
                      <a:pt x="762" y="348"/>
                    </a:cubicBezTo>
                    <a:cubicBezTo>
                      <a:pt x="758" y="348"/>
                      <a:pt x="758" y="348"/>
                      <a:pt x="758" y="348"/>
                    </a:cubicBezTo>
                    <a:cubicBezTo>
                      <a:pt x="747" y="346"/>
                      <a:pt x="747" y="346"/>
                      <a:pt x="747" y="346"/>
                    </a:cubicBezTo>
                    <a:cubicBezTo>
                      <a:pt x="744" y="355"/>
                      <a:pt x="744" y="355"/>
                      <a:pt x="744" y="355"/>
                    </a:cubicBezTo>
                    <a:cubicBezTo>
                      <a:pt x="738" y="360"/>
                      <a:pt x="738" y="360"/>
                      <a:pt x="738" y="360"/>
                    </a:cubicBezTo>
                    <a:cubicBezTo>
                      <a:pt x="728" y="360"/>
                      <a:pt x="728" y="360"/>
                      <a:pt x="728" y="360"/>
                    </a:cubicBezTo>
                    <a:cubicBezTo>
                      <a:pt x="721" y="359"/>
                      <a:pt x="721" y="359"/>
                      <a:pt x="721" y="359"/>
                    </a:cubicBezTo>
                    <a:cubicBezTo>
                      <a:pt x="711" y="357"/>
                      <a:pt x="711" y="357"/>
                      <a:pt x="711" y="357"/>
                    </a:cubicBezTo>
                    <a:lnTo>
                      <a:pt x="719" y="353"/>
                    </a:lnTo>
                    <a:close/>
                    <a:moveTo>
                      <a:pt x="52" y="703"/>
                    </a:moveTo>
                    <a:cubicBezTo>
                      <a:pt x="55" y="675"/>
                      <a:pt x="55" y="675"/>
                      <a:pt x="55" y="675"/>
                    </a:cubicBezTo>
                    <a:cubicBezTo>
                      <a:pt x="61" y="666"/>
                      <a:pt x="61" y="666"/>
                      <a:pt x="61" y="666"/>
                    </a:cubicBezTo>
                    <a:cubicBezTo>
                      <a:pt x="58" y="655"/>
                      <a:pt x="58" y="655"/>
                      <a:pt x="58" y="655"/>
                    </a:cubicBezTo>
                    <a:cubicBezTo>
                      <a:pt x="42" y="635"/>
                      <a:pt x="42" y="635"/>
                      <a:pt x="42" y="635"/>
                    </a:cubicBezTo>
                    <a:cubicBezTo>
                      <a:pt x="30" y="600"/>
                      <a:pt x="30" y="600"/>
                      <a:pt x="30" y="600"/>
                    </a:cubicBezTo>
                    <a:cubicBezTo>
                      <a:pt x="41" y="608"/>
                      <a:pt x="41" y="608"/>
                      <a:pt x="41" y="608"/>
                    </a:cubicBezTo>
                    <a:cubicBezTo>
                      <a:pt x="53" y="623"/>
                      <a:pt x="53" y="623"/>
                      <a:pt x="53" y="623"/>
                    </a:cubicBezTo>
                    <a:cubicBezTo>
                      <a:pt x="62" y="628"/>
                      <a:pt x="62" y="628"/>
                      <a:pt x="62" y="628"/>
                    </a:cubicBezTo>
                    <a:cubicBezTo>
                      <a:pt x="68" y="633"/>
                      <a:pt x="68" y="633"/>
                      <a:pt x="68" y="633"/>
                    </a:cubicBezTo>
                    <a:cubicBezTo>
                      <a:pt x="77" y="633"/>
                      <a:pt x="77" y="633"/>
                      <a:pt x="77" y="633"/>
                    </a:cubicBezTo>
                    <a:cubicBezTo>
                      <a:pt x="79" y="628"/>
                      <a:pt x="79" y="628"/>
                      <a:pt x="79" y="628"/>
                    </a:cubicBezTo>
                    <a:cubicBezTo>
                      <a:pt x="83" y="622"/>
                      <a:pt x="83" y="622"/>
                      <a:pt x="83" y="622"/>
                    </a:cubicBezTo>
                    <a:cubicBezTo>
                      <a:pt x="92" y="620"/>
                      <a:pt x="92" y="620"/>
                      <a:pt x="92" y="620"/>
                    </a:cubicBezTo>
                    <a:cubicBezTo>
                      <a:pt x="97" y="608"/>
                      <a:pt x="97" y="608"/>
                      <a:pt x="97" y="608"/>
                    </a:cubicBezTo>
                    <a:cubicBezTo>
                      <a:pt x="94" y="597"/>
                      <a:pt x="94" y="597"/>
                      <a:pt x="94" y="597"/>
                    </a:cubicBezTo>
                    <a:cubicBezTo>
                      <a:pt x="85" y="598"/>
                      <a:pt x="85" y="598"/>
                      <a:pt x="85" y="598"/>
                    </a:cubicBezTo>
                    <a:cubicBezTo>
                      <a:pt x="73" y="602"/>
                      <a:pt x="73" y="602"/>
                      <a:pt x="73" y="602"/>
                    </a:cubicBezTo>
                    <a:cubicBezTo>
                      <a:pt x="61" y="606"/>
                      <a:pt x="61" y="606"/>
                      <a:pt x="61" y="606"/>
                    </a:cubicBezTo>
                    <a:cubicBezTo>
                      <a:pt x="57" y="597"/>
                      <a:pt x="57" y="597"/>
                      <a:pt x="57" y="597"/>
                    </a:cubicBezTo>
                    <a:cubicBezTo>
                      <a:pt x="57" y="597"/>
                      <a:pt x="54" y="592"/>
                      <a:pt x="53" y="592"/>
                    </a:cubicBezTo>
                    <a:cubicBezTo>
                      <a:pt x="52" y="591"/>
                      <a:pt x="53" y="584"/>
                      <a:pt x="53" y="584"/>
                    </a:cubicBezTo>
                    <a:cubicBezTo>
                      <a:pt x="59" y="592"/>
                      <a:pt x="59" y="592"/>
                      <a:pt x="59" y="592"/>
                    </a:cubicBezTo>
                    <a:cubicBezTo>
                      <a:pt x="64" y="601"/>
                      <a:pt x="64" y="601"/>
                      <a:pt x="64" y="601"/>
                    </a:cubicBezTo>
                    <a:cubicBezTo>
                      <a:pt x="75" y="597"/>
                      <a:pt x="75" y="597"/>
                      <a:pt x="75" y="597"/>
                    </a:cubicBezTo>
                    <a:cubicBezTo>
                      <a:pt x="84" y="595"/>
                      <a:pt x="84" y="595"/>
                      <a:pt x="84" y="595"/>
                    </a:cubicBezTo>
                    <a:cubicBezTo>
                      <a:pt x="84" y="595"/>
                      <a:pt x="93" y="590"/>
                      <a:pt x="94" y="589"/>
                    </a:cubicBezTo>
                    <a:cubicBezTo>
                      <a:pt x="95" y="589"/>
                      <a:pt x="98" y="583"/>
                      <a:pt x="99" y="583"/>
                    </a:cubicBezTo>
                    <a:cubicBezTo>
                      <a:pt x="100" y="583"/>
                      <a:pt x="108" y="585"/>
                      <a:pt x="108" y="585"/>
                    </a:cubicBezTo>
                    <a:cubicBezTo>
                      <a:pt x="109" y="597"/>
                      <a:pt x="109" y="597"/>
                      <a:pt x="109" y="597"/>
                    </a:cubicBezTo>
                    <a:cubicBezTo>
                      <a:pt x="113" y="601"/>
                      <a:pt x="113" y="601"/>
                      <a:pt x="113" y="601"/>
                    </a:cubicBezTo>
                    <a:cubicBezTo>
                      <a:pt x="133" y="604"/>
                      <a:pt x="133" y="604"/>
                      <a:pt x="133" y="604"/>
                    </a:cubicBezTo>
                    <a:cubicBezTo>
                      <a:pt x="144" y="603"/>
                      <a:pt x="144" y="603"/>
                      <a:pt x="144" y="603"/>
                    </a:cubicBezTo>
                    <a:cubicBezTo>
                      <a:pt x="157" y="608"/>
                      <a:pt x="157" y="608"/>
                      <a:pt x="157" y="608"/>
                    </a:cubicBezTo>
                    <a:cubicBezTo>
                      <a:pt x="162" y="614"/>
                      <a:pt x="162" y="614"/>
                      <a:pt x="162" y="614"/>
                    </a:cubicBezTo>
                    <a:cubicBezTo>
                      <a:pt x="162" y="627"/>
                      <a:pt x="162" y="627"/>
                      <a:pt x="162" y="627"/>
                    </a:cubicBezTo>
                    <a:cubicBezTo>
                      <a:pt x="166" y="639"/>
                      <a:pt x="166" y="639"/>
                      <a:pt x="166" y="639"/>
                    </a:cubicBezTo>
                    <a:cubicBezTo>
                      <a:pt x="171" y="637"/>
                      <a:pt x="171" y="637"/>
                      <a:pt x="171" y="637"/>
                    </a:cubicBezTo>
                    <a:cubicBezTo>
                      <a:pt x="176" y="621"/>
                      <a:pt x="176" y="621"/>
                      <a:pt x="176" y="621"/>
                    </a:cubicBezTo>
                    <a:cubicBezTo>
                      <a:pt x="178" y="606"/>
                      <a:pt x="178" y="606"/>
                      <a:pt x="178" y="606"/>
                    </a:cubicBezTo>
                    <a:cubicBezTo>
                      <a:pt x="184" y="593"/>
                      <a:pt x="184" y="593"/>
                      <a:pt x="184" y="593"/>
                    </a:cubicBezTo>
                    <a:cubicBezTo>
                      <a:pt x="193" y="577"/>
                      <a:pt x="193" y="577"/>
                      <a:pt x="193" y="577"/>
                    </a:cubicBezTo>
                    <a:cubicBezTo>
                      <a:pt x="200" y="566"/>
                      <a:pt x="200" y="566"/>
                      <a:pt x="200" y="566"/>
                    </a:cubicBezTo>
                    <a:cubicBezTo>
                      <a:pt x="207" y="559"/>
                      <a:pt x="207" y="559"/>
                      <a:pt x="207" y="559"/>
                    </a:cubicBezTo>
                    <a:cubicBezTo>
                      <a:pt x="210" y="550"/>
                      <a:pt x="210" y="550"/>
                      <a:pt x="210" y="550"/>
                    </a:cubicBezTo>
                    <a:cubicBezTo>
                      <a:pt x="211" y="541"/>
                      <a:pt x="211" y="541"/>
                      <a:pt x="211" y="541"/>
                    </a:cubicBezTo>
                    <a:cubicBezTo>
                      <a:pt x="211" y="523"/>
                      <a:pt x="211" y="523"/>
                      <a:pt x="211" y="523"/>
                    </a:cubicBezTo>
                    <a:cubicBezTo>
                      <a:pt x="228" y="515"/>
                      <a:pt x="228" y="515"/>
                      <a:pt x="228" y="515"/>
                    </a:cubicBezTo>
                    <a:cubicBezTo>
                      <a:pt x="233" y="510"/>
                      <a:pt x="233" y="510"/>
                      <a:pt x="233" y="510"/>
                    </a:cubicBezTo>
                    <a:cubicBezTo>
                      <a:pt x="235" y="508"/>
                      <a:pt x="235" y="508"/>
                      <a:pt x="235" y="508"/>
                    </a:cubicBezTo>
                    <a:cubicBezTo>
                      <a:pt x="248" y="501"/>
                      <a:pt x="248" y="501"/>
                      <a:pt x="248" y="501"/>
                    </a:cubicBezTo>
                    <a:cubicBezTo>
                      <a:pt x="248" y="505"/>
                      <a:pt x="248" y="505"/>
                      <a:pt x="248" y="505"/>
                    </a:cubicBezTo>
                    <a:cubicBezTo>
                      <a:pt x="242" y="511"/>
                      <a:pt x="242" y="511"/>
                      <a:pt x="242" y="511"/>
                    </a:cubicBezTo>
                    <a:cubicBezTo>
                      <a:pt x="239" y="516"/>
                      <a:pt x="239" y="516"/>
                      <a:pt x="239" y="516"/>
                    </a:cubicBezTo>
                    <a:cubicBezTo>
                      <a:pt x="234" y="528"/>
                      <a:pt x="234" y="528"/>
                      <a:pt x="234" y="528"/>
                    </a:cubicBezTo>
                    <a:cubicBezTo>
                      <a:pt x="238" y="533"/>
                      <a:pt x="238" y="533"/>
                      <a:pt x="238" y="533"/>
                    </a:cubicBezTo>
                    <a:cubicBezTo>
                      <a:pt x="233" y="547"/>
                      <a:pt x="233" y="547"/>
                      <a:pt x="233" y="547"/>
                    </a:cubicBezTo>
                    <a:cubicBezTo>
                      <a:pt x="233" y="558"/>
                      <a:pt x="233" y="558"/>
                      <a:pt x="233" y="558"/>
                    </a:cubicBezTo>
                    <a:cubicBezTo>
                      <a:pt x="228" y="563"/>
                      <a:pt x="228" y="563"/>
                      <a:pt x="228" y="563"/>
                    </a:cubicBezTo>
                    <a:cubicBezTo>
                      <a:pt x="221" y="558"/>
                      <a:pt x="221" y="558"/>
                      <a:pt x="221" y="558"/>
                    </a:cubicBezTo>
                    <a:cubicBezTo>
                      <a:pt x="210" y="569"/>
                      <a:pt x="210" y="569"/>
                      <a:pt x="210" y="569"/>
                    </a:cubicBezTo>
                    <a:cubicBezTo>
                      <a:pt x="202" y="572"/>
                      <a:pt x="202" y="572"/>
                      <a:pt x="202" y="572"/>
                    </a:cubicBezTo>
                    <a:cubicBezTo>
                      <a:pt x="194" y="582"/>
                      <a:pt x="194" y="582"/>
                      <a:pt x="194" y="582"/>
                    </a:cubicBezTo>
                    <a:cubicBezTo>
                      <a:pt x="188" y="597"/>
                      <a:pt x="188" y="597"/>
                      <a:pt x="188" y="597"/>
                    </a:cubicBezTo>
                    <a:cubicBezTo>
                      <a:pt x="185" y="606"/>
                      <a:pt x="185" y="606"/>
                      <a:pt x="185" y="606"/>
                    </a:cubicBezTo>
                    <a:cubicBezTo>
                      <a:pt x="183" y="619"/>
                      <a:pt x="183" y="619"/>
                      <a:pt x="183" y="619"/>
                    </a:cubicBezTo>
                    <a:cubicBezTo>
                      <a:pt x="179" y="629"/>
                      <a:pt x="179" y="629"/>
                      <a:pt x="179" y="629"/>
                    </a:cubicBezTo>
                    <a:cubicBezTo>
                      <a:pt x="180" y="656"/>
                      <a:pt x="180" y="656"/>
                      <a:pt x="180" y="656"/>
                    </a:cubicBezTo>
                    <a:cubicBezTo>
                      <a:pt x="169" y="666"/>
                      <a:pt x="169" y="666"/>
                      <a:pt x="169" y="666"/>
                    </a:cubicBezTo>
                    <a:cubicBezTo>
                      <a:pt x="159" y="668"/>
                      <a:pt x="159" y="668"/>
                      <a:pt x="159" y="668"/>
                    </a:cubicBezTo>
                    <a:cubicBezTo>
                      <a:pt x="156" y="685"/>
                      <a:pt x="156" y="685"/>
                      <a:pt x="156" y="685"/>
                    </a:cubicBezTo>
                    <a:cubicBezTo>
                      <a:pt x="154" y="715"/>
                      <a:pt x="154" y="715"/>
                      <a:pt x="154" y="715"/>
                    </a:cubicBezTo>
                    <a:cubicBezTo>
                      <a:pt x="159" y="724"/>
                      <a:pt x="159" y="724"/>
                      <a:pt x="159" y="724"/>
                    </a:cubicBezTo>
                    <a:cubicBezTo>
                      <a:pt x="166" y="730"/>
                      <a:pt x="166" y="730"/>
                      <a:pt x="166" y="730"/>
                    </a:cubicBezTo>
                    <a:cubicBezTo>
                      <a:pt x="175" y="731"/>
                      <a:pt x="175" y="731"/>
                      <a:pt x="175" y="731"/>
                    </a:cubicBezTo>
                    <a:cubicBezTo>
                      <a:pt x="181" y="735"/>
                      <a:pt x="181" y="735"/>
                      <a:pt x="181" y="735"/>
                    </a:cubicBezTo>
                    <a:cubicBezTo>
                      <a:pt x="179" y="739"/>
                      <a:pt x="179" y="739"/>
                      <a:pt x="179" y="739"/>
                    </a:cubicBezTo>
                    <a:cubicBezTo>
                      <a:pt x="175" y="745"/>
                      <a:pt x="175" y="745"/>
                      <a:pt x="175" y="745"/>
                    </a:cubicBezTo>
                    <a:cubicBezTo>
                      <a:pt x="164" y="742"/>
                      <a:pt x="164" y="742"/>
                      <a:pt x="164" y="742"/>
                    </a:cubicBezTo>
                    <a:cubicBezTo>
                      <a:pt x="168" y="756"/>
                      <a:pt x="168" y="756"/>
                      <a:pt x="168" y="756"/>
                    </a:cubicBezTo>
                    <a:cubicBezTo>
                      <a:pt x="177" y="771"/>
                      <a:pt x="177" y="771"/>
                      <a:pt x="177" y="771"/>
                    </a:cubicBezTo>
                    <a:cubicBezTo>
                      <a:pt x="178" y="789"/>
                      <a:pt x="178" y="789"/>
                      <a:pt x="178" y="789"/>
                    </a:cubicBezTo>
                    <a:cubicBezTo>
                      <a:pt x="181" y="793"/>
                      <a:pt x="181" y="793"/>
                      <a:pt x="181" y="793"/>
                    </a:cubicBezTo>
                    <a:cubicBezTo>
                      <a:pt x="189" y="810"/>
                      <a:pt x="189" y="810"/>
                      <a:pt x="189" y="810"/>
                    </a:cubicBezTo>
                    <a:cubicBezTo>
                      <a:pt x="194" y="809"/>
                      <a:pt x="194" y="809"/>
                      <a:pt x="194" y="809"/>
                    </a:cubicBezTo>
                    <a:cubicBezTo>
                      <a:pt x="201" y="805"/>
                      <a:pt x="201" y="805"/>
                      <a:pt x="201" y="805"/>
                    </a:cubicBezTo>
                    <a:cubicBezTo>
                      <a:pt x="203" y="816"/>
                      <a:pt x="203" y="816"/>
                      <a:pt x="203" y="816"/>
                    </a:cubicBezTo>
                    <a:cubicBezTo>
                      <a:pt x="207" y="819"/>
                      <a:pt x="207" y="819"/>
                      <a:pt x="207" y="819"/>
                    </a:cubicBezTo>
                    <a:cubicBezTo>
                      <a:pt x="207" y="819"/>
                      <a:pt x="210" y="826"/>
                      <a:pt x="209" y="827"/>
                    </a:cubicBezTo>
                    <a:cubicBezTo>
                      <a:pt x="209" y="828"/>
                      <a:pt x="209" y="837"/>
                      <a:pt x="209" y="839"/>
                    </a:cubicBezTo>
                    <a:cubicBezTo>
                      <a:pt x="209" y="840"/>
                      <a:pt x="212" y="844"/>
                      <a:pt x="212" y="844"/>
                    </a:cubicBezTo>
                    <a:cubicBezTo>
                      <a:pt x="212" y="849"/>
                      <a:pt x="212" y="849"/>
                      <a:pt x="212" y="849"/>
                    </a:cubicBezTo>
                    <a:cubicBezTo>
                      <a:pt x="203" y="847"/>
                      <a:pt x="203" y="847"/>
                      <a:pt x="203" y="847"/>
                    </a:cubicBezTo>
                    <a:cubicBezTo>
                      <a:pt x="203" y="853"/>
                      <a:pt x="203" y="853"/>
                      <a:pt x="203" y="853"/>
                    </a:cubicBezTo>
                    <a:cubicBezTo>
                      <a:pt x="203" y="853"/>
                      <a:pt x="205" y="861"/>
                      <a:pt x="205" y="862"/>
                    </a:cubicBezTo>
                    <a:cubicBezTo>
                      <a:pt x="205" y="863"/>
                      <a:pt x="202" y="868"/>
                      <a:pt x="202" y="868"/>
                    </a:cubicBezTo>
                    <a:cubicBezTo>
                      <a:pt x="193" y="868"/>
                      <a:pt x="193" y="868"/>
                      <a:pt x="193" y="868"/>
                    </a:cubicBezTo>
                    <a:cubicBezTo>
                      <a:pt x="187" y="869"/>
                      <a:pt x="187" y="869"/>
                      <a:pt x="187" y="869"/>
                    </a:cubicBezTo>
                    <a:cubicBezTo>
                      <a:pt x="177" y="867"/>
                      <a:pt x="177" y="867"/>
                      <a:pt x="177" y="867"/>
                    </a:cubicBezTo>
                    <a:cubicBezTo>
                      <a:pt x="169" y="861"/>
                      <a:pt x="169" y="861"/>
                      <a:pt x="169" y="861"/>
                    </a:cubicBezTo>
                    <a:cubicBezTo>
                      <a:pt x="171" y="853"/>
                      <a:pt x="171" y="853"/>
                      <a:pt x="171" y="853"/>
                    </a:cubicBezTo>
                    <a:cubicBezTo>
                      <a:pt x="176" y="851"/>
                      <a:pt x="176" y="851"/>
                      <a:pt x="176" y="851"/>
                    </a:cubicBezTo>
                    <a:cubicBezTo>
                      <a:pt x="186" y="851"/>
                      <a:pt x="186" y="851"/>
                      <a:pt x="186" y="851"/>
                    </a:cubicBezTo>
                    <a:cubicBezTo>
                      <a:pt x="188" y="846"/>
                      <a:pt x="188" y="846"/>
                      <a:pt x="188" y="846"/>
                    </a:cubicBezTo>
                    <a:cubicBezTo>
                      <a:pt x="186" y="837"/>
                      <a:pt x="186" y="837"/>
                      <a:pt x="186" y="837"/>
                    </a:cubicBezTo>
                    <a:cubicBezTo>
                      <a:pt x="188" y="831"/>
                      <a:pt x="188" y="831"/>
                      <a:pt x="188" y="831"/>
                    </a:cubicBezTo>
                    <a:cubicBezTo>
                      <a:pt x="190" y="821"/>
                      <a:pt x="190" y="821"/>
                      <a:pt x="190" y="821"/>
                    </a:cubicBezTo>
                    <a:cubicBezTo>
                      <a:pt x="187" y="813"/>
                      <a:pt x="187" y="813"/>
                      <a:pt x="187" y="813"/>
                    </a:cubicBezTo>
                    <a:cubicBezTo>
                      <a:pt x="181" y="800"/>
                      <a:pt x="181" y="800"/>
                      <a:pt x="181" y="800"/>
                    </a:cubicBezTo>
                    <a:cubicBezTo>
                      <a:pt x="174" y="795"/>
                      <a:pt x="174" y="795"/>
                      <a:pt x="174" y="795"/>
                    </a:cubicBezTo>
                    <a:cubicBezTo>
                      <a:pt x="172" y="782"/>
                      <a:pt x="172" y="782"/>
                      <a:pt x="172" y="782"/>
                    </a:cubicBezTo>
                    <a:cubicBezTo>
                      <a:pt x="172" y="771"/>
                      <a:pt x="172" y="771"/>
                      <a:pt x="172" y="771"/>
                    </a:cubicBezTo>
                    <a:cubicBezTo>
                      <a:pt x="168" y="766"/>
                      <a:pt x="168" y="766"/>
                      <a:pt x="168" y="766"/>
                    </a:cubicBezTo>
                    <a:cubicBezTo>
                      <a:pt x="163" y="752"/>
                      <a:pt x="163" y="752"/>
                      <a:pt x="163" y="752"/>
                    </a:cubicBezTo>
                    <a:cubicBezTo>
                      <a:pt x="157" y="741"/>
                      <a:pt x="157" y="741"/>
                      <a:pt x="157" y="741"/>
                    </a:cubicBezTo>
                    <a:cubicBezTo>
                      <a:pt x="151" y="733"/>
                      <a:pt x="151" y="733"/>
                      <a:pt x="151" y="733"/>
                    </a:cubicBezTo>
                    <a:cubicBezTo>
                      <a:pt x="135" y="723"/>
                      <a:pt x="135" y="723"/>
                      <a:pt x="135" y="723"/>
                    </a:cubicBezTo>
                    <a:cubicBezTo>
                      <a:pt x="124" y="718"/>
                      <a:pt x="124" y="718"/>
                      <a:pt x="124" y="718"/>
                    </a:cubicBezTo>
                    <a:cubicBezTo>
                      <a:pt x="105" y="712"/>
                      <a:pt x="105" y="712"/>
                      <a:pt x="105" y="712"/>
                    </a:cubicBezTo>
                    <a:cubicBezTo>
                      <a:pt x="99" y="711"/>
                      <a:pt x="99" y="711"/>
                      <a:pt x="99" y="711"/>
                    </a:cubicBezTo>
                    <a:cubicBezTo>
                      <a:pt x="92" y="704"/>
                      <a:pt x="92" y="704"/>
                      <a:pt x="92" y="704"/>
                    </a:cubicBezTo>
                    <a:cubicBezTo>
                      <a:pt x="87" y="693"/>
                      <a:pt x="87" y="693"/>
                      <a:pt x="87" y="693"/>
                    </a:cubicBezTo>
                    <a:cubicBezTo>
                      <a:pt x="77" y="684"/>
                      <a:pt x="77" y="684"/>
                      <a:pt x="77" y="684"/>
                    </a:cubicBezTo>
                    <a:cubicBezTo>
                      <a:pt x="71" y="677"/>
                      <a:pt x="71" y="677"/>
                      <a:pt x="71" y="677"/>
                    </a:cubicBezTo>
                    <a:cubicBezTo>
                      <a:pt x="65" y="677"/>
                      <a:pt x="65" y="677"/>
                      <a:pt x="65" y="677"/>
                    </a:cubicBezTo>
                    <a:cubicBezTo>
                      <a:pt x="61" y="679"/>
                      <a:pt x="61" y="679"/>
                      <a:pt x="61" y="679"/>
                    </a:cubicBezTo>
                    <a:cubicBezTo>
                      <a:pt x="66" y="681"/>
                      <a:pt x="66" y="681"/>
                      <a:pt x="66" y="681"/>
                    </a:cubicBezTo>
                    <a:cubicBezTo>
                      <a:pt x="66" y="685"/>
                      <a:pt x="66" y="685"/>
                      <a:pt x="66" y="685"/>
                    </a:cubicBezTo>
                    <a:cubicBezTo>
                      <a:pt x="59" y="687"/>
                      <a:pt x="59" y="687"/>
                      <a:pt x="59" y="687"/>
                    </a:cubicBezTo>
                    <a:cubicBezTo>
                      <a:pt x="59" y="692"/>
                      <a:pt x="59" y="692"/>
                      <a:pt x="59" y="692"/>
                    </a:cubicBezTo>
                    <a:cubicBezTo>
                      <a:pt x="59" y="692"/>
                      <a:pt x="66" y="692"/>
                      <a:pt x="67" y="692"/>
                    </a:cubicBezTo>
                    <a:cubicBezTo>
                      <a:pt x="67" y="692"/>
                      <a:pt x="71" y="698"/>
                      <a:pt x="71" y="698"/>
                    </a:cubicBezTo>
                    <a:cubicBezTo>
                      <a:pt x="65" y="704"/>
                      <a:pt x="65" y="704"/>
                      <a:pt x="65" y="704"/>
                    </a:cubicBezTo>
                    <a:cubicBezTo>
                      <a:pt x="61" y="707"/>
                      <a:pt x="61" y="707"/>
                      <a:pt x="61" y="707"/>
                    </a:cubicBezTo>
                    <a:lnTo>
                      <a:pt x="52" y="703"/>
                    </a:lnTo>
                    <a:close/>
                  </a:path>
                </a:pathLst>
              </a:custGeom>
              <a:grpFill/>
              <a:ln w="317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de-DE"/>
              </a:p>
            </p:txBody>
          </p:sp>
          <p:sp>
            <p:nvSpPr>
              <p:cNvPr id="93" name="Freeform 186">
                <a:extLst>
                  <a:ext uri="{FF2B5EF4-FFF2-40B4-BE49-F238E27FC236}">
                    <a16:creationId xmlns:a16="http://schemas.microsoft.com/office/drawing/2014/main" id="{24F15B4D-F892-4CA3-926B-A85BDC5066FC}"/>
                  </a:ext>
                </a:extLst>
              </p:cNvPr>
              <p:cNvSpPr>
                <a:spLocks noEditPoints="1"/>
              </p:cNvSpPr>
              <p:nvPr userDrawn="1"/>
            </p:nvSpPr>
            <p:spPr bwMode="gray">
              <a:xfrm>
                <a:off x="4707704" y="913077"/>
                <a:ext cx="806886" cy="418640"/>
              </a:xfrm>
              <a:custGeom>
                <a:avLst/>
                <a:gdLst/>
                <a:ahLst/>
                <a:cxnLst>
                  <a:cxn ang="0">
                    <a:pos x="186" y="558"/>
                  </a:cxn>
                  <a:cxn ang="0">
                    <a:pos x="319" y="576"/>
                  </a:cxn>
                  <a:cxn ang="0">
                    <a:pos x="438" y="591"/>
                  </a:cxn>
                  <a:cxn ang="0">
                    <a:pos x="660" y="612"/>
                  </a:cxn>
                  <a:cxn ang="0">
                    <a:pos x="876" y="610"/>
                  </a:cxn>
                  <a:cxn ang="0">
                    <a:pos x="1083" y="597"/>
                  </a:cxn>
                  <a:cxn ang="0">
                    <a:pos x="1124" y="530"/>
                  </a:cxn>
                  <a:cxn ang="0">
                    <a:pos x="1143" y="419"/>
                  </a:cxn>
                  <a:cxn ang="0">
                    <a:pos x="1161" y="346"/>
                  </a:cxn>
                  <a:cxn ang="0">
                    <a:pos x="1179" y="290"/>
                  </a:cxn>
                  <a:cxn ang="0">
                    <a:pos x="1151" y="235"/>
                  </a:cxn>
                  <a:cxn ang="0">
                    <a:pos x="1112" y="194"/>
                  </a:cxn>
                  <a:cxn ang="0">
                    <a:pos x="1031" y="158"/>
                  </a:cxn>
                  <a:cxn ang="0">
                    <a:pos x="893" y="170"/>
                  </a:cxn>
                  <a:cxn ang="0">
                    <a:pos x="778" y="105"/>
                  </a:cxn>
                  <a:cxn ang="0">
                    <a:pos x="692" y="67"/>
                  </a:cxn>
                  <a:cxn ang="0">
                    <a:pos x="605" y="25"/>
                  </a:cxn>
                  <a:cxn ang="0">
                    <a:pos x="592" y="64"/>
                  </a:cxn>
                  <a:cxn ang="0">
                    <a:pos x="576" y="57"/>
                  </a:cxn>
                  <a:cxn ang="0">
                    <a:pos x="577" y="111"/>
                  </a:cxn>
                  <a:cxn ang="0">
                    <a:pos x="579" y="184"/>
                  </a:cxn>
                  <a:cxn ang="0">
                    <a:pos x="577" y="238"/>
                  </a:cxn>
                  <a:cxn ang="0">
                    <a:pos x="534" y="252"/>
                  </a:cxn>
                  <a:cxn ang="0">
                    <a:pos x="486" y="251"/>
                  </a:cxn>
                  <a:cxn ang="0">
                    <a:pos x="450" y="245"/>
                  </a:cxn>
                  <a:cxn ang="0">
                    <a:pos x="413" y="224"/>
                  </a:cxn>
                  <a:cxn ang="0">
                    <a:pos x="356" y="226"/>
                  </a:cxn>
                  <a:cxn ang="0">
                    <a:pos x="329" y="216"/>
                  </a:cxn>
                  <a:cxn ang="0">
                    <a:pos x="377" y="169"/>
                  </a:cxn>
                  <a:cxn ang="0">
                    <a:pos x="434" y="106"/>
                  </a:cxn>
                  <a:cxn ang="0">
                    <a:pos x="468" y="54"/>
                  </a:cxn>
                  <a:cxn ang="0">
                    <a:pos x="494" y="8"/>
                  </a:cxn>
                  <a:cxn ang="0">
                    <a:pos x="443" y="69"/>
                  </a:cxn>
                  <a:cxn ang="0">
                    <a:pos x="320" y="203"/>
                  </a:cxn>
                  <a:cxn ang="0">
                    <a:pos x="243" y="219"/>
                  </a:cxn>
                  <a:cxn ang="0">
                    <a:pos x="171" y="220"/>
                  </a:cxn>
                  <a:cxn ang="0">
                    <a:pos x="109" y="259"/>
                  </a:cxn>
                  <a:cxn ang="0">
                    <a:pos x="110" y="372"/>
                  </a:cxn>
                  <a:cxn ang="0">
                    <a:pos x="77" y="438"/>
                  </a:cxn>
                  <a:cxn ang="0">
                    <a:pos x="0" y="535"/>
                  </a:cxn>
                  <a:cxn ang="0">
                    <a:pos x="1135" y="538"/>
                  </a:cxn>
                  <a:cxn ang="0">
                    <a:pos x="1122" y="546"/>
                  </a:cxn>
                  <a:cxn ang="0">
                    <a:pos x="72" y="460"/>
                  </a:cxn>
                  <a:cxn ang="0">
                    <a:pos x="108" y="425"/>
                  </a:cxn>
                  <a:cxn ang="0">
                    <a:pos x="122" y="374"/>
                  </a:cxn>
                  <a:cxn ang="0">
                    <a:pos x="160" y="403"/>
                  </a:cxn>
                  <a:cxn ang="0">
                    <a:pos x="211" y="384"/>
                  </a:cxn>
                  <a:cxn ang="0">
                    <a:pos x="256" y="389"/>
                  </a:cxn>
                  <a:cxn ang="0">
                    <a:pos x="282" y="399"/>
                  </a:cxn>
                  <a:cxn ang="0">
                    <a:pos x="248" y="408"/>
                  </a:cxn>
                  <a:cxn ang="0">
                    <a:pos x="179" y="457"/>
                  </a:cxn>
                  <a:cxn ang="0">
                    <a:pos x="118" y="484"/>
                  </a:cxn>
                  <a:cxn ang="0">
                    <a:pos x="64" y="536"/>
                  </a:cxn>
                </a:cxnLst>
                <a:rect l="0" t="0" r="r" b="b"/>
                <a:pathLst>
                  <a:path w="1191" h="618">
                    <a:moveTo>
                      <a:pt x="26" y="539"/>
                    </a:moveTo>
                    <a:cubicBezTo>
                      <a:pt x="52" y="539"/>
                      <a:pt x="52" y="539"/>
                      <a:pt x="52" y="539"/>
                    </a:cubicBezTo>
                    <a:cubicBezTo>
                      <a:pt x="97" y="546"/>
                      <a:pt x="97" y="546"/>
                      <a:pt x="97" y="546"/>
                    </a:cubicBezTo>
                    <a:cubicBezTo>
                      <a:pt x="124" y="549"/>
                      <a:pt x="124" y="549"/>
                      <a:pt x="124" y="549"/>
                    </a:cubicBezTo>
                    <a:cubicBezTo>
                      <a:pt x="155" y="553"/>
                      <a:pt x="155" y="553"/>
                      <a:pt x="155" y="553"/>
                    </a:cubicBezTo>
                    <a:cubicBezTo>
                      <a:pt x="186" y="558"/>
                      <a:pt x="186" y="558"/>
                      <a:pt x="186" y="558"/>
                    </a:cubicBezTo>
                    <a:cubicBezTo>
                      <a:pt x="208" y="559"/>
                      <a:pt x="208" y="559"/>
                      <a:pt x="208" y="559"/>
                    </a:cubicBezTo>
                    <a:cubicBezTo>
                      <a:pt x="232" y="564"/>
                      <a:pt x="232" y="564"/>
                      <a:pt x="232" y="564"/>
                    </a:cubicBezTo>
                    <a:cubicBezTo>
                      <a:pt x="260" y="567"/>
                      <a:pt x="260" y="567"/>
                      <a:pt x="260" y="567"/>
                    </a:cubicBezTo>
                    <a:cubicBezTo>
                      <a:pt x="275" y="569"/>
                      <a:pt x="275" y="569"/>
                      <a:pt x="275" y="569"/>
                    </a:cubicBezTo>
                    <a:cubicBezTo>
                      <a:pt x="300" y="574"/>
                      <a:pt x="300" y="574"/>
                      <a:pt x="300" y="574"/>
                    </a:cubicBezTo>
                    <a:cubicBezTo>
                      <a:pt x="319" y="576"/>
                      <a:pt x="319" y="576"/>
                      <a:pt x="319" y="576"/>
                    </a:cubicBezTo>
                    <a:cubicBezTo>
                      <a:pt x="351" y="581"/>
                      <a:pt x="351" y="581"/>
                      <a:pt x="351" y="581"/>
                    </a:cubicBezTo>
                    <a:cubicBezTo>
                      <a:pt x="367" y="590"/>
                      <a:pt x="367" y="590"/>
                      <a:pt x="367" y="590"/>
                    </a:cubicBezTo>
                    <a:cubicBezTo>
                      <a:pt x="377" y="590"/>
                      <a:pt x="377" y="590"/>
                      <a:pt x="377" y="590"/>
                    </a:cubicBezTo>
                    <a:cubicBezTo>
                      <a:pt x="386" y="584"/>
                      <a:pt x="386" y="584"/>
                      <a:pt x="386" y="584"/>
                    </a:cubicBezTo>
                    <a:cubicBezTo>
                      <a:pt x="408" y="586"/>
                      <a:pt x="408" y="586"/>
                      <a:pt x="408" y="586"/>
                    </a:cubicBezTo>
                    <a:cubicBezTo>
                      <a:pt x="438" y="591"/>
                      <a:pt x="438" y="591"/>
                      <a:pt x="438" y="591"/>
                    </a:cubicBezTo>
                    <a:cubicBezTo>
                      <a:pt x="470" y="595"/>
                      <a:pt x="470" y="595"/>
                      <a:pt x="470" y="595"/>
                    </a:cubicBezTo>
                    <a:cubicBezTo>
                      <a:pt x="499" y="599"/>
                      <a:pt x="499" y="599"/>
                      <a:pt x="499" y="599"/>
                    </a:cubicBezTo>
                    <a:cubicBezTo>
                      <a:pt x="533" y="603"/>
                      <a:pt x="533" y="603"/>
                      <a:pt x="533" y="603"/>
                    </a:cubicBezTo>
                    <a:cubicBezTo>
                      <a:pt x="563" y="607"/>
                      <a:pt x="563" y="607"/>
                      <a:pt x="563" y="607"/>
                    </a:cubicBezTo>
                    <a:cubicBezTo>
                      <a:pt x="592" y="611"/>
                      <a:pt x="592" y="611"/>
                      <a:pt x="592" y="611"/>
                    </a:cubicBezTo>
                    <a:cubicBezTo>
                      <a:pt x="660" y="612"/>
                      <a:pt x="660" y="612"/>
                      <a:pt x="660" y="612"/>
                    </a:cubicBezTo>
                    <a:cubicBezTo>
                      <a:pt x="659" y="618"/>
                      <a:pt x="659" y="618"/>
                      <a:pt x="659" y="618"/>
                    </a:cubicBezTo>
                    <a:cubicBezTo>
                      <a:pt x="713" y="617"/>
                      <a:pt x="713" y="617"/>
                      <a:pt x="713" y="617"/>
                    </a:cubicBezTo>
                    <a:cubicBezTo>
                      <a:pt x="735" y="613"/>
                      <a:pt x="735" y="613"/>
                      <a:pt x="735" y="613"/>
                    </a:cubicBezTo>
                    <a:cubicBezTo>
                      <a:pt x="793" y="613"/>
                      <a:pt x="793" y="613"/>
                      <a:pt x="793" y="613"/>
                    </a:cubicBezTo>
                    <a:cubicBezTo>
                      <a:pt x="820" y="610"/>
                      <a:pt x="820" y="610"/>
                      <a:pt x="820" y="610"/>
                    </a:cubicBezTo>
                    <a:cubicBezTo>
                      <a:pt x="876" y="610"/>
                      <a:pt x="876" y="610"/>
                      <a:pt x="876" y="610"/>
                    </a:cubicBezTo>
                    <a:cubicBezTo>
                      <a:pt x="902" y="606"/>
                      <a:pt x="902" y="606"/>
                      <a:pt x="902" y="606"/>
                    </a:cubicBezTo>
                    <a:cubicBezTo>
                      <a:pt x="960" y="605"/>
                      <a:pt x="960" y="605"/>
                      <a:pt x="960" y="605"/>
                    </a:cubicBezTo>
                    <a:cubicBezTo>
                      <a:pt x="987" y="602"/>
                      <a:pt x="987" y="602"/>
                      <a:pt x="987" y="602"/>
                    </a:cubicBezTo>
                    <a:cubicBezTo>
                      <a:pt x="1043" y="602"/>
                      <a:pt x="1043" y="602"/>
                      <a:pt x="1043" y="602"/>
                    </a:cubicBezTo>
                    <a:cubicBezTo>
                      <a:pt x="1050" y="598"/>
                      <a:pt x="1050" y="598"/>
                      <a:pt x="1050" y="598"/>
                    </a:cubicBezTo>
                    <a:cubicBezTo>
                      <a:pt x="1083" y="597"/>
                      <a:pt x="1083" y="597"/>
                      <a:pt x="1083" y="597"/>
                    </a:cubicBezTo>
                    <a:cubicBezTo>
                      <a:pt x="1096" y="593"/>
                      <a:pt x="1096" y="593"/>
                      <a:pt x="1096" y="593"/>
                    </a:cubicBezTo>
                    <a:cubicBezTo>
                      <a:pt x="1132" y="589"/>
                      <a:pt x="1132" y="589"/>
                      <a:pt x="1132" y="589"/>
                    </a:cubicBezTo>
                    <a:cubicBezTo>
                      <a:pt x="1156" y="587"/>
                      <a:pt x="1156" y="587"/>
                      <a:pt x="1156" y="587"/>
                    </a:cubicBezTo>
                    <a:cubicBezTo>
                      <a:pt x="1150" y="574"/>
                      <a:pt x="1150" y="574"/>
                      <a:pt x="1150" y="574"/>
                    </a:cubicBezTo>
                    <a:cubicBezTo>
                      <a:pt x="1136" y="536"/>
                      <a:pt x="1136" y="536"/>
                      <a:pt x="1136" y="536"/>
                    </a:cubicBezTo>
                    <a:cubicBezTo>
                      <a:pt x="1124" y="530"/>
                      <a:pt x="1124" y="530"/>
                      <a:pt x="1124" y="530"/>
                    </a:cubicBezTo>
                    <a:cubicBezTo>
                      <a:pt x="1122" y="497"/>
                      <a:pt x="1122" y="497"/>
                      <a:pt x="1122" y="497"/>
                    </a:cubicBezTo>
                    <a:cubicBezTo>
                      <a:pt x="1114" y="481"/>
                      <a:pt x="1114" y="481"/>
                      <a:pt x="1114" y="481"/>
                    </a:cubicBezTo>
                    <a:cubicBezTo>
                      <a:pt x="1128" y="462"/>
                      <a:pt x="1128" y="462"/>
                      <a:pt x="1128" y="462"/>
                    </a:cubicBezTo>
                    <a:cubicBezTo>
                      <a:pt x="1117" y="452"/>
                      <a:pt x="1117" y="452"/>
                      <a:pt x="1117" y="452"/>
                    </a:cubicBezTo>
                    <a:cubicBezTo>
                      <a:pt x="1118" y="447"/>
                      <a:pt x="1118" y="447"/>
                      <a:pt x="1118" y="447"/>
                    </a:cubicBezTo>
                    <a:cubicBezTo>
                      <a:pt x="1143" y="419"/>
                      <a:pt x="1143" y="419"/>
                      <a:pt x="1143" y="419"/>
                    </a:cubicBezTo>
                    <a:cubicBezTo>
                      <a:pt x="1144" y="407"/>
                      <a:pt x="1144" y="407"/>
                      <a:pt x="1144" y="407"/>
                    </a:cubicBezTo>
                    <a:cubicBezTo>
                      <a:pt x="1129" y="389"/>
                      <a:pt x="1129" y="389"/>
                      <a:pt x="1129" y="389"/>
                    </a:cubicBezTo>
                    <a:cubicBezTo>
                      <a:pt x="1138" y="376"/>
                      <a:pt x="1138" y="376"/>
                      <a:pt x="1138" y="376"/>
                    </a:cubicBezTo>
                    <a:cubicBezTo>
                      <a:pt x="1139" y="355"/>
                      <a:pt x="1139" y="355"/>
                      <a:pt x="1139" y="355"/>
                    </a:cubicBezTo>
                    <a:cubicBezTo>
                      <a:pt x="1147" y="346"/>
                      <a:pt x="1147" y="346"/>
                      <a:pt x="1147" y="346"/>
                    </a:cubicBezTo>
                    <a:cubicBezTo>
                      <a:pt x="1161" y="346"/>
                      <a:pt x="1161" y="346"/>
                      <a:pt x="1161" y="346"/>
                    </a:cubicBezTo>
                    <a:cubicBezTo>
                      <a:pt x="1163" y="335"/>
                      <a:pt x="1163" y="335"/>
                      <a:pt x="1163" y="335"/>
                    </a:cubicBezTo>
                    <a:cubicBezTo>
                      <a:pt x="1177" y="332"/>
                      <a:pt x="1177" y="332"/>
                      <a:pt x="1177" y="332"/>
                    </a:cubicBezTo>
                    <a:cubicBezTo>
                      <a:pt x="1179" y="320"/>
                      <a:pt x="1179" y="320"/>
                      <a:pt x="1179" y="320"/>
                    </a:cubicBezTo>
                    <a:cubicBezTo>
                      <a:pt x="1186" y="319"/>
                      <a:pt x="1186" y="319"/>
                      <a:pt x="1186" y="319"/>
                    </a:cubicBezTo>
                    <a:cubicBezTo>
                      <a:pt x="1191" y="303"/>
                      <a:pt x="1191" y="303"/>
                      <a:pt x="1191" y="303"/>
                    </a:cubicBezTo>
                    <a:cubicBezTo>
                      <a:pt x="1179" y="290"/>
                      <a:pt x="1179" y="290"/>
                      <a:pt x="1179" y="290"/>
                    </a:cubicBezTo>
                    <a:cubicBezTo>
                      <a:pt x="1182" y="281"/>
                      <a:pt x="1182" y="281"/>
                      <a:pt x="1182" y="281"/>
                    </a:cubicBezTo>
                    <a:cubicBezTo>
                      <a:pt x="1174" y="271"/>
                      <a:pt x="1174" y="271"/>
                      <a:pt x="1174" y="271"/>
                    </a:cubicBezTo>
                    <a:cubicBezTo>
                      <a:pt x="1178" y="258"/>
                      <a:pt x="1178" y="258"/>
                      <a:pt x="1178" y="258"/>
                    </a:cubicBezTo>
                    <a:cubicBezTo>
                      <a:pt x="1164" y="243"/>
                      <a:pt x="1164" y="243"/>
                      <a:pt x="1164" y="243"/>
                    </a:cubicBezTo>
                    <a:cubicBezTo>
                      <a:pt x="1156" y="247"/>
                      <a:pt x="1156" y="247"/>
                      <a:pt x="1156" y="247"/>
                    </a:cubicBezTo>
                    <a:cubicBezTo>
                      <a:pt x="1151" y="235"/>
                      <a:pt x="1151" y="235"/>
                      <a:pt x="1151" y="235"/>
                    </a:cubicBezTo>
                    <a:cubicBezTo>
                      <a:pt x="1145" y="240"/>
                      <a:pt x="1145" y="240"/>
                      <a:pt x="1145" y="240"/>
                    </a:cubicBezTo>
                    <a:cubicBezTo>
                      <a:pt x="1145" y="229"/>
                      <a:pt x="1145" y="229"/>
                      <a:pt x="1145" y="229"/>
                    </a:cubicBezTo>
                    <a:cubicBezTo>
                      <a:pt x="1140" y="227"/>
                      <a:pt x="1140" y="227"/>
                      <a:pt x="1140" y="227"/>
                    </a:cubicBezTo>
                    <a:cubicBezTo>
                      <a:pt x="1132" y="212"/>
                      <a:pt x="1132" y="212"/>
                      <a:pt x="1132" y="212"/>
                    </a:cubicBezTo>
                    <a:cubicBezTo>
                      <a:pt x="1120" y="207"/>
                      <a:pt x="1120" y="207"/>
                      <a:pt x="1120" y="207"/>
                    </a:cubicBezTo>
                    <a:cubicBezTo>
                      <a:pt x="1112" y="194"/>
                      <a:pt x="1112" y="194"/>
                      <a:pt x="1112" y="194"/>
                    </a:cubicBezTo>
                    <a:cubicBezTo>
                      <a:pt x="1104" y="207"/>
                      <a:pt x="1104" y="207"/>
                      <a:pt x="1104" y="207"/>
                    </a:cubicBezTo>
                    <a:cubicBezTo>
                      <a:pt x="1083" y="171"/>
                      <a:pt x="1083" y="171"/>
                      <a:pt x="1083" y="171"/>
                    </a:cubicBezTo>
                    <a:cubicBezTo>
                      <a:pt x="1084" y="142"/>
                      <a:pt x="1084" y="142"/>
                      <a:pt x="1084" y="142"/>
                    </a:cubicBezTo>
                    <a:cubicBezTo>
                      <a:pt x="1079" y="142"/>
                      <a:pt x="1079" y="142"/>
                      <a:pt x="1079" y="142"/>
                    </a:cubicBezTo>
                    <a:cubicBezTo>
                      <a:pt x="1052" y="153"/>
                      <a:pt x="1052" y="153"/>
                      <a:pt x="1052" y="153"/>
                    </a:cubicBezTo>
                    <a:cubicBezTo>
                      <a:pt x="1031" y="158"/>
                      <a:pt x="1031" y="158"/>
                      <a:pt x="1031" y="158"/>
                    </a:cubicBezTo>
                    <a:cubicBezTo>
                      <a:pt x="1018" y="154"/>
                      <a:pt x="1018" y="154"/>
                      <a:pt x="1018" y="154"/>
                    </a:cubicBezTo>
                    <a:cubicBezTo>
                      <a:pt x="995" y="148"/>
                      <a:pt x="995" y="148"/>
                      <a:pt x="995" y="148"/>
                    </a:cubicBezTo>
                    <a:cubicBezTo>
                      <a:pt x="943" y="148"/>
                      <a:pt x="943" y="148"/>
                      <a:pt x="943" y="148"/>
                    </a:cubicBezTo>
                    <a:cubicBezTo>
                      <a:pt x="925" y="151"/>
                      <a:pt x="925" y="151"/>
                      <a:pt x="925" y="151"/>
                    </a:cubicBezTo>
                    <a:cubicBezTo>
                      <a:pt x="908" y="170"/>
                      <a:pt x="908" y="170"/>
                      <a:pt x="908" y="170"/>
                    </a:cubicBezTo>
                    <a:cubicBezTo>
                      <a:pt x="893" y="170"/>
                      <a:pt x="893" y="170"/>
                      <a:pt x="893" y="170"/>
                    </a:cubicBezTo>
                    <a:cubicBezTo>
                      <a:pt x="879" y="159"/>
                      <a:pt x="879" y="159"/>
                      <a:pt x="879" y="159"/>
                    </a:cubicBezTo>
                    <a:cubicBezTo>
                      <a:pt x="878" y="135"/>
                      <a:pt x="878" y="135"/>
                      <a:pt x="878" y="135"/>
                    </a:cubicBezTo>
                    <a:cubicBezTo>
                      <a:pt x="835" y="135"/>
                      <a:pt x="835" y="135"/>
                      <a:pt x="835" y="135"/>
                    </a:cubicBezTo>
                    <a:cubicBezTo>
                      <a:pt x="814" y="126"/>
                      <a:pt x="814" y="126"/>
                      <a:pt x="814" y="126"/>
                    </a:cubicBezTo>
                    <a:cubicBezTo>
                      <a:pt x="796" y="110"/>
                      <a:pt x="796" y="110"/>
                      <a:pt x="796" y="110"/>
                    </a:cubicBezTo>
                    <a:cubicBezTo>
                      <a:pt x="778" y="105"/>
                      <a:pt x="778" y="105"/>
                      <a:pt x="778" y="105"/>
                    </a:cubicBezTo>
                    <a:cubicBezTo>
                      <a:pt x="763" y="101"/>
                      <a:pt x="763" y="101"/>
                      <a:pt x="763" y="101"/>
                    </a:cubicBezTo>
                    <a:cubicBezTo>
                      <a:pt x="761" y="90"/>
                      <a:pt x="761" y="90"/>
                      <a:pt x="761" y="90"/>
                    </a:cubicBezTo>
                    <a:cubicBezTo>
                      <a:pt x="742" y="74"/>
                      <a:pt x="742" y="74"/>
                      <a:pt x="742" y="74"/>
                    </a:cubicBezTo>
                    <a:cubicBezTo>
                      <a:pt x="722" y="64"/>
                      <a:pt x="722" y="64"/>
                      <a:pt x="722" y="64"/>
                    </a:cubicBezTo>
                    <a:cubicBezTo>
                      <a:pt x="697" y="63"/>
                      <a:pt x="697" y="63"/>
                      <a:pt x="697" y="63"/>
                    </a:cubicBezTo>
                    <a:cubicBezTo>
                      <a:pt x="692" y="67"/>
                      <a:pt x="692" y="67"/>
                      <a:pt x="692" y="67"/>
                    </a:cubicBezTo>
                    <a:cubicBezTo>
                      <a:pt x="683" y="67"/>
                      <a:pt x="683" y="67"/>
                      <a:pt x="683" y="67"/>
                    </a:cubicBezTo>
                    <a:cubicBezTo>
                      <a:pt x="641" y="0"/>
                      <a:pt x="641" y="0"/>
                      <a:pt x="641" y="0"/>
                    </a:cubicBezTo>
                    <a:cubicBezTo>
                      <a:pt x="639" y="1"/>
                      <a:pt x="639" y="1"/>
                      <a:pt x="639" y="1"/>
                    </a:cubicBezTo>
                    <a:cubicBezTo>
                      <a:pt x="626" y="11"/>
                      <a:pt x="626" y="11"/>
                      <a:pt x="626" y="11"/>
                    </a:cubicBezTo>
                    <a:cubicBezTo>
                      <a:pt x="616" y="19"/>
                      <a:pt x="616" y="19"/>
                      <a:pt x="616" y="19"/>
                    </a:cubicBezTo>
                    <a:cubicBezTo>
                      <a:pt x="605" y="25"/>
                      <a:pt x="605" y="25"/>
                      <a:pt x="605" y="25"/>
                    </a:cubicBezTo>
                    <a:cubicBezTo>
                      <a:pt x="607" y="30"/>
                      <a:pt x="607" y="30"/>
                      <a:pt x="607" y="30"/>
                    </a:cubicBezTo>
                    <a:cubicBezTo>
                      <a:pt x="607" y="37"/>
                      <a:pt x="607" y="37"/>
                      <a:pt x="607" y="37"/>
                    </a:cubicBezTo>
                    <a:cubicBezTo>
                      <a:pt x="605" y="47"/>
                      <a:pt x="605" y="47"/>
                      <a:pt x="605" y="47"/>
                    </a:cubicBezTo>
                    <a:cubicBezTo>
                      <a:pt x="600" y="55"/>
                      <a:pt x="600" y="55"/>
                      <a:pt x="600" y="55"/>
                    </a:cubicBezTo>
                    <a:cubicBezTo>
                      <a:pt x="596" y="62"/>
                      <a:pt x="596" y="62"/>
                      <a:pt x="596" y="62"/>
                    </a:cubicBezTo>
                    <a:cubicBezTo>
                      <a:pt x="592" y="64"/>
                      <a:pt x="592" y="64"/>
                      <a:pt x="592" y="64"/>
                    </a:cubicBezTo>
                    <a:cubicBezTo>
                      <a:pt x="589" y="66"/>
                      <a:pt x="589" y="66"/>
                      <a:pt x="589" y="66"/>
                    </a:cubicBezTo>
                    <a:cubicBezTo>
                      <a:pt x="584" y="70"/>
                      <a:pt x="584" y="70"/>
                      <a:pt x="584" y="70"/>
                    </a:cubicBezTo>
                    <a:cubicBezTo>
                      <a:pt x="584" y="70"/>
                      <a:pt x="581" y="69"/>
                      <a:pt x="580" y="68"/>
                    </a:cubicBezTo>
                    <a:cubicBezTo>
                      <a:pt x="580" y="68"/>
                      <a:pt x="582" y="63"/>
                      <a:pt x="582" y="63"/>
                    </a:cubicBezTo>
                    <a:cubicBezTo>
                      <a:pt x="582" y="58"/>
                      <a:pt x="582" y="58"/>
                      <a:pt x="582" y="58"/>
                    </a:cubicBezTo>
                    <a:cubicBezTo>
                      <a:pt x="576" y="57"/>
                      <a:pt x="576" y="57"/>
                      <a:pt x="576" y="57"/>
                    </a:cubicBezTo>
                    <a:cubicBezTo>
                      <a:pt x="570" y="61"/>
                      <a:pt x="570" y="61"/>
                      <a:pt x="570" y="61"/>
                    </a:cubicBezTo>
                    <a:cubicBezTo>
                      <a:pt x="567" y="69"/>
                      <a:pt x="567" y="69"/>
                      <a:pt x="567" y="69"/>
                    </a:cubicBezTo>
                    <a:cubicBezTo>
                      <a:pt x="567" y="76"/>
                      <a:pt x="567" y="76"/>
                      <a:pt x="567" y="76"/>
                    </a:cubicBezTo>
                    <a:cubicBezTo>
                      <a:pt x="571" y="86"/>
                      <a:pt x="571" y="86"/>
                      <a:pt x="571" y="86"/>
                    </a:cubicBezTo>
                    <a:cubicBezTo>
                      <a:pt x="575" y="98"/>
                      <a:pt x="575" y="98"/>
                      <a:pt x="575" y="98"/>
                    </a:cubicBezTo>
                    <a:cubicBezTo>
                      <a:pt x="577" y="111"/>
                      <a:pt x="577" y="111"/>
                      <a:pt x="577" y="111"/>
                    </a:cubicBezTo>
                    <a:cubicBezTo>
                      <a:pt x="578" y="122"/>
                      <a:pt x="578" y="122"/>
                      <a:pt x="578" y="122"/>
                    </a:cubicBezTo>
                    <a:cubicBezTo>
                      <a:pt x="579" y="136"/>
                      <a:pt x="579" y="136"/>
                      <a:pt x="579" y="136"/>
                    </a:cubicBezTo>
                    <a:cubicBezTo>
                      <a:pt x="581" y="149"/>
                      <a:pt x="581" y="149"/>
                      <a:pt x="581" y="149"/>
                    </a:cubicBezTo>
                    <a:cubicBezTo>
                      <a:pt x="582" y="163"/>
                      <a:pt x="582" y="163"/>
                      <a:pt x="582" y="163"/>
                    </a:cubicBezTo>
                    <a:cubicBezTo>
                      <a:pt x="583" y="175"/>
                      <a:pt x="583" y="175"/>
                      <a:pt x="583" y="175"/>
                    </a:cubicBezTo>
                    <a:cubicBezTo>
                      <a:pt x="579" y="184"/>
                      <a:pt x="579" y="184"/>
                      <a:pt x="579" y="184"/>
                    </a:cubicBezTo>
                    <a:cubicBezTo>
                      <a:pt x="583" y="190"/>
                      <a:pt x="583" y="190"/>
                      <a:pt x="583" y="190"/>
                    </a:cubicBezTo>
                    <a:cubicBezTo>
                      <a:pt x="588" y="195"/>
                      <a:pt x="588" y="195"/>
                      <a:pt x="588" y="195"/>
                    </a:cubicBezTo>
                    <a:cubicBezTo>
                      <a:pt x="592" y="202"/>
                      <a:pt x="592" y="202"/>
                      <a:pt x="592" y="202"/>
                    </a:cubicBezTo>
                    <a:cubicBezTo>
                      <a:pt x="592" y="220"/>
                      <a:pt x="592" y="220"/>
                      <a:pt x="592" y="220"/>
                    </a:cubicBezTo>
                    <a:cubicBezTo>
                      <a:pt x="592" y="220"/>
                      <a:pt x="585" y="230"/>
                      <a:pt x="585" y="231"/>
                    </a:cubicBezTo>
                    <a:cubicBezTo>
                      <a:pt x="585" y="231"/>
                      <a:pt x="577" y="238"/>
                      <a:pt x="577" y="238"/>
                    </a:cubicBezTo>
                    <a:cubicBezTo>
                      <a:pt x="569" y="239"/>
                      <a:pt x="569" y="239"/>
                      <a:pt x="569" y="239"/>
                    </a:cubicBezTo>
                    <a:cubicBezTo>
                      <a:pt x="569" y="239"/>
                      <a:pt x="560" y="239"/>
                      <a:pt x="560" y="239"/>
                    </a:cubicBezTo>
                    <a:cubicBezTo>
                      <a:pt x="560" y="239"/>
                      <a:pt x="556" y="241"/>
                      <a:pt x="556" y="241"/>
                    </a:cubicBezTo>
                    <a:cubicBezTo>
                      <a:pt x="543" y="246"/>
                      <a:pt x="543" y="246"/>
                      <a:pt x="543" y="246"/>
                    </a:cubicBezTo>
                    <a:cubicBezTo>
                      <a:pt x="537" y="249"/>
                      <a:pt x="537" y="249"/>
                      <a:pt x="537" y="249"/>
                    </a:cubicBezTo>
                    <a:cubicBezTo>
                      <a:pt x="534" y="252"/>
                      <a:pt x="534" y="252"/>
                      <a:pt x="534" y="252"/>
                    </a:cubicBezTo>
                    <a:cubicBezTo>
                      <a:pt x="524" y="251"/>
                      <a:pt x="524" y="251"/>
                      <a:pt x="524" y="251"/>
                    </a:cubicBezTo>
                    <a:cubicBezTo>
                      <a:pt x="518" y="252"/>
                      <a:pt x="518" y="252"/>
                      <a:pt x="518" y="252"/>
                    </a:cubicBezTo>
                    <a:cubicBezTo>
                      <a:pt x="508" y="254"/>
                      <a:pt x="508" y="254"/>
                      <a:pt x="508" y="254"/>
                    </a:cubicBezTo>
                    <a:cubicBezTo>
                      <a:pt x="502" y="254"/>
                      <a:pt x="502" y="254"/>
                      <a:pt x="502" y="254"/>
                    </a:cubicBezTo>
                    <a:cubicBezTo>
                      <a:pt x="495" y="250"/>
                      <a:pt x="495" y="250"/>
                      <a:pt x="495" y="250"/>
                    </a:cubicBezTo>
                    <a:cubicBezTo>
                      <a:pt x="486" y="251"/>
                      <a:pt x="486" y="251"/>
                      <a:pt x="486" y="251"/>
                    </a:cubicBezTo>
                    <a:cubicBezTo>
                      <a:pt x="480" y="248"/>
                      <a:pt x="480" y="248"/>
                      <a:pt x="480" y="248"/>
                    </a:cubicBezTo>
                    <a:cubicBezTo>
                      <a:pt x="474" y="245"/>
                      <a:pt x="474" y="245"/>
                      <a:pt x="474" y="245"/>
                    </a:cubicBezTo>
                    <a:cubicBezTo>
                      <a:pt x="469" y="244"/>
                      <a:pt x="469" y="244"/>
                      <a:pt x="469" y="244"/>
                    </a:cubicBezTo>
                    <a:cubicBezTo>
                      <a:pt x="462" y="245"/>
                      <a:pt x="462" y="245"/>
                      <a:pt x="462" y="245"/>
                    </a:cubicBezTo>
                    <a:cubicBezTo>
                      <a:pt x="455" y="247"/>
                      <a:pt x="455" y="247"/>
                      <a:pt x="455" y="247"/>
                    </a:cubicBezTo>
                    <a:cubicBezTo>
                      <a:pt x="450" y="245"/>
                      <a:pt x="450" y="245"/>
                      <a:pt x="450" y="245"/>
                    </a:cubicBezTo>
                    <a:cubicBezTo>
                      <a:pt x="447" y="246"/>
                      <a:pt x="447" y="246"/>
                      <a:pt x="447" y="246"/>
                    </a:cubicBezTo>
                    <a:cubicBezTo>
                      <a:pt x="440" y="238"/>
                      <a:pt x="440" y="238"/>
                      <a:pt x="440" y="238"/>
                    </a:cubicBezTo>
                    <a:cubicBezTo>
                      <a:pt x="437" y="230"/>
                      <a:pt x="437" y="230"/>
                      <a:pt x="437" y="230"/>
                    </a:cubicBezTo>
                    <a:cubicBezTo>
                      <a:pt x="437" y="230"/>
                      <a:pt x="430" y="226"/>
                      <a:pt x="429" y="226"/>
                    </a:cubicBezTo>
                    <a:cubicBezTo>
                      <a:pt x="429" y="226"/>
                      <a:pt x="426" y="222"/>
                      <a:pt x="426" y="222"/>
                    </a:cubicBezTo>
                    <a:cubicBezTo>
                      <a:pt x="413" y="224"/>
                      <a:pt x="413" y="224"/>
                      <a:pt x="413" y="224"/>
                    </a:cubicBezTo>
                    <a:cubicBezTo>
                      <a:pt x="407" y="228"/>
                      <a:pt x="407" y="228"/>
                      <a:pt x="407" y="228"/>
                    </a:cubicBezTo>
                    <a:cubicBezTo>
                      <a:pt x="401" y="230"/>
                      <a:pt x="401" y="230"/>
                      <a:pt x="401" y="230"/>
                    </a:cubicBezTo>
                    <a:cubicBezTo>
                      <a:pt x="389" y="229"/>
                      <a:pt x="389" y="229"/>
                      <a:pt x="389" y="229"/>
                    </a:cubicBezTo>
                    <a:cubicBezTo>
                      <a:pt x="375" y="229"/>
                      <a:pt x="375" y="229"/>
                      <a:pt x="375" y="229"/>
                    </a:cubicBezTo>
                    <a:cubicBezTo>
                      <a:pt x="366" y="228"/>
                      <a:pt x="366" y="228"/>
                      <a:pt x="366" y="228"/>
                    </a:cubicBezTo>
                    <a:cubicBezTo>
                      <a:pt x="356" y="226"/>
                      <a:pt x="356" y="226"/>
                      <a:pt x="356" y="226"/>
                    </a:cubicBezTo>
                    <a:cubicBezTo>
                      <a:pt x="351" y="226"/>
                      <a:pt x="351" y="226"/>
                      <a:pt x="351" y="226"/>
                    </a:cubicBezTo>
                    <a:cubicBezTo>
                      <a:pt x="342" y="229"/>
                      <a:pt x="342" y="229"/>
                      <a:pt x="342" y="229"/>
                    </a:cubicBezTo>
                    <a:cubicBezTo>
                      <a:pt x="340" y="225"/>
                      <a:pt x="340" y="225"/>
                      <a:pt x="340" y="225"/>
                    </a:cubicBezTo>
                    <a:cubicBezTo>
                      <a:pt x="333" y="220"/>
                      <a:pt x="333" y="220"/>
                      <a:pt x="333" y="220"/>
                    </a:cubicBezTo>
                    <a:cubicBezTo>
                      <a:pt x="326" y="217"/>
                      <a:pt x="326" y="217"/>
                      <a:pt x="326" y="217"/>
                    </a:cubicBezTo>
                    <a:cubicBezTo>
                      <a:pt x="329" y="216"/>
                      <a:pt x="329" y="216"/>
                      <a:pt x="329" y="216"/>
                    </a:cubicBezTo>
                    <a:cubicBezTo>
                      <a:pt x="332" y="210"/>
                      <a:pt x="332" y="210"/>
                      <a:pt x="332" y="210"/>
                    </a:cubicBezTo>
                    <a:cubicBezTo>
                      <a:pt x="335" y="203"/>
                      <a:pt x="335" y="203"/>
                      <a:pt x="335" y="203"/>
                    </a:cubicBezTo>
                    <a:cubicBezTo>
                      <a:pt x="345" y="199"/>
                      <a:pt x="345" y="199"/>
                      <a:pt x="345" y="199"/>
                    </a:cubicBezTo>
                    <a:cubicBezTo>
                      <a:pt x="355" y="190"/>
                      <a:pt x="355" y="190"/>
                      <a:pt x="355" y="190"/>
                    </a:cubicBezTo>
                    <a:cubicBezTo>
                      <a:pt x="367" y="178"/>
                      <a:pt x="367" y="178"/>
                      <a:pt x="367" y="178"/>
                    </a:cubicBezTo>
                    <a:cubicBezTo>
                      <a:pt x="377" y="169"/>
                      <a:pt x="377" y="169"/>
                      <a:pt x="377" y="169"/>
                    </a:cubicBezTo>
                    <a:cubicBezTo>
                      <a:pt x="391" y="156"/>
                      <a:pt x="391" y="156"/>
                      <a:pt x="391" y="156"/>
                    </a:cubicBezTo>
                    <a:cubicBezTo>
                      <a:pt x="397" y="149"/>
                      <a:pt x="397" y="149"/>
                      <a:pt x="397" y="149"/>
                    </a:cubicBezTo>
                    <a:cubicBezTo>
                      <a:pt x="408" y="136"/>
                      <a:pt x="408" y="136"/>
                      <a:pt x="408" y="136"/>
                    </a:cubicBezTo>
                    <a:cubicBezTo>
                      <a:pt x="415" y="127"/>
                      <a:pt x="415" y="127"/>
                      <a:pt x="415" y="127"/>
                    </a:cubicBezTo>
                    <a:cubicBezTo>
                      <a:pt x="421" y="118"/>
                      <a:pt x="421" y="118"/>
                      <a:pt x="421" y="118"/>
                    </a:cubicBezTo>
                    <a:cubicBezTo>
                      <a:pt x="434" y="106"/>
                      <a:pt x="434" y="106"/>
                      <a:pt x="434" y="106"/>
                    </a:cubicBezTo>
                    <a:cubicBezTo>
                      <a:pt x="444" y="99"/>
                      <a:pt x="444" y="99"/>
                      <a:pt x="444" y="99"/>
                    </a:cubicBezTo>
                    <a:cubicBezTo>
                      <a:pt x="452" y="91"/>
                      <a:pt x="452" y="91"/>
                      <a:pt x="452" y="91"/>
                    </a:cubicBezTo>
                    <a:cubicBezTo>
                      <a:pt x="453" y="77"/>
                      <a:pt x="453" y="77"/>
                      <a:pt x="453" y="77"/>
                    </a:cubicBezTo>
                    <a:cubicBezTo>
                      <a:pt x="456" y="74"/>
                      <a:pt x="456" y="74"/>
                      <a:pt x="456" y="74"/>
                    </a:cubicBezTo>
                    <a:cubicBezTo>
                      <a:pt x="462" y="65"/>
                      <a:pt x="462" y="65"/>
                      <a:pt x="462" y="65"/>
                    </a:cubicBezTo>
                    <a:cubicBezTo>
                      <a:pt x="468" y="54"/>
                      <a:pt x="468" y="54"/>
                      <a:pt x="468" y="54"/>
                    </a:cubicBezTo>
                    <a:cubicBezTo>
                      <a:pt x="482" y="38"/>
                      <a:pt x="482" y="38"/>
                      <a:pt x="482" y="38"/>
                    </a:cubicBezTo>
                    <a:cubicBezTo>
                      <a:pt x="486" y="33"/>
                      <a:pt x="486" y="33"/>
                      <a:pt x="486" y="33"/>
                    </a:cubicBezTo>
                    <a:cubicBezTo>
                      <a:pt x="492" y="27"/>
                      <a:pt x="492" y="27"/>
                      <a:pt x="492" y="27"/>
                    </a:cubicBezTo>
                    <a:cubicBezTo>
                      <a:pt x="499" y="20"/>
                      <a:pt x="499" y="20"/>
                      <a:pt x="499" y="20"/>
                    </a:cubicBezTo>
                    <a:cubicBezTo>
                      <a:pt x="499" y="15"/>
                      <a:pt x="499" y="15"/>
                      <a:pt x="499" y="15"/>
                    </a:cubicBezTo>
                    <a:cubicBezTo>
                      <a:pt x="494" y="8"/>
                      <a:pt x="494" y="8"/>
                      <a:pt x="494" y="8"/>
                    </a:cubicBezTo>
                    <a:cubicBezTo>
                      <a:pt x="488" y="6"/>
                      <a:pt x="488" y="6"/>
                      <a:pt x="488" y="6"/>
                    </a:cubicBezTo>
                    <a:cubicBezTo>
                      <a:pt x="483" y="10"/>
                      <a:pt x="483" y="10"/>
                      <a:pt x="483" y="10"/>
                    </a:cubicBezTo>
                    <a:cubicBezTo>
                      <a:pt x="476" y="18"/>
                      <a:pt x="476" y="18"/>
                      <a:pt x="476" y="18"/>
                    </a:cubicBezTo>
                    <a:cubicBezTo>
                      <a:pt x="473" y="23"/>
                      <a:pt x="473" y="23"/>
                      <a:pt x="473" y="23"/>
                    </a:cubicBezTo>
                    <a:cubicBezTo>
                      <a:pt x="458" y="48"/>
                      <a:pt x="458" y="48"/>
                      <a:pt x="458" y="48"/>
                    </a:cubicBezTo>
                    <a:cubicBezTo>
                      <a:pt x="443" y="69"/>
                      <a:pt x="443" y="69"/>
                      <a:pt x="443" y="69"/>
                    </a:cubicBezTo>
                    <a:cubicBezTo>
                      <a:pt x="423" y="96"/>
                      <a:pt x="423" y="96"/>
                      <a:pt x="423" y="96"/>
                    </a:cubicBezTo>
                    <a:cubicBezTo>
                      <a:pt x="403" y="123"/>
                      <a:pt x="403" y="123"/>
                      <a:pt x="403" y="123"/>
                    </a:cubicBezTo>
                    <a:cubicBezTo>
                      <a:pt x="378" y="153"/>
                      <a:pt x="378" y="153"/>
                      <a:pt x="378" y="153"/>
                    </a:cubicBezTo>
                    <a:cubicBezTo>
                      <a:pt x="355" y="176"/>
                      <a:pt x="355" y="176"/>
                      <a:pt x="355" y="176"/>
                    </a:cubicBezTo>
                    <a:cubicBezTo>
                      <a:pt x="335" y="192"/>
                      <a:pt x="335" y="192"/>
                      <a:pt x="335" y="192"/>
                    </a:cubicBezTo>
                    <a:cubicBezTo>
                      <a:pt x="320" y="203"/>
                      <a:pt x="320" y="203"/>
                      <a:pt x="320" y="203"/>
                    </a:cubicBezTo>
                    <a:cubicBezTo>
                      <a:pt x="305" y="212"/>
                      <a:pt x="305" y="212"/>
                      <a:pt x="305" y="212"/>
                    </a:cubicBezTo>
                    <a:cubicBezTo>
                      <a:pt x="287" y="221"/>
                      <a:pt x="287" y="221"/>
                      <a:pt x="287" y="221"/>
                    </a:cubicBezTo>
                    <a:cubicBezTo>
                      <a:pt x="277" y="226"/>
                      <a:pt x="277" y="226"/>
                      <a:pt x="277" y="226"/>
                    </a:cubicBezTo>
                    <a:cubicBezTo>
                      <a:pt x="263" y="227"/>
                      <a:pt x="263" y="227"/>
                      <a:pt x="263" y="227"/>
                    </a:cubicBezTo>
                    <a:cubicBezTo>
                      <a:pt x="252" y="224"/>
                      <a:pt x="252" y="224"/>
                      <a:pt x="252" y="224"/>
                    </a:cubicBezTo>
                    <a:cubicBezTo>
                      <a:pt x="243" y="219"/>
                      <a:pt x="243" y="219"/>
                      <a:pt x="243" y="219"/>
                    </a:cubicBezTo>
                    <a:cubicBezTo>
                      <a:pt x="235" y="212"/>
                      <a:pt x="235" y="212"/>
                      <a:pt x="235" y="212"/>
                    </a:cubicBezTo>
                    <a:cubicBezTo>
                      <a:pt x="222" y="212"/>
                      <a:pt x="222" y="212"/>
                      <a:pt x="222" y="212"/>
                    </a:cubicBezTo>
                    <a:cubicBezTo>
                      <a:pt x="207" y="216"/>
                      <a:pt x="207" y="216"/>
                      <a:pt x="207" y="216"/>
                    </a:cubicBezTo>
                    <a:cubicBezTo>
                      <a:pt x="198" y="219"/>
                      <a:pt x="198" y="219"/>
                      <a:pt x="198" y="219"/>
                    </a:cubicBezTo>
                    <a:cubicBezTo>
                      <a:pt x="181" y="220"/>
                      <a:pt x="181" y="220"/>
                      <a:pt x="181" y="220"/>
                    </a:cubicBezTo>
                    <a:cubicBezTo>
                      <a:pt x="171" y="220"/>
                      <a:pt x="171" y="220"/>
                      <a:pt x="171" y="220"/>
                    </a:cubicBezTo>
                    <a:cubicBezTo>
                      <a:pt x="154" y="221"/>
                      <a:pt x="154" y="221"/>
                      <a:pt x="154" y="221"/>
                    </a:cubicBezTo>
                    <a:cubicBezTo>
                      <a:pt x="143" y="216"/>
                      <a:pt x="143" y="216"/>
                      <a:pt x="143" y="216"/>
                    </a:cubicBezTo>
                    <a:cubicBezTo>
                      <a:pt x="131" y="216"/>
                      <a:pt x="131" y="216"/>
                      <a:pt x="131" y="216"/>
                    </a:cubicBezTo>
                    <a:cubicBezTo>
                      <a:pt x="121" y="228"/>
                      <a:pt x="121" y="228"/>
                      <a:pt x="121" y="228"/>
                    </a:cubicBezTo>
                    <a:cubicBezTo>
                      <a:pt x="112" y="246"/>
                      <a:pt x="112" y="246"/>
                      <a:pt x="112" y="246"/>
                    </a:cubicBezTo>
                    <a:cubicBezTo>
                      <a:pt x="109" y="259"/>
                      <a:pt x="109" y="259"/>
                      <a:pt x="109" y="259"/>
                    </a:cubicBezTo>
                    <a:cubicBezTo>
                      <a:pt x="108" y="279"/>
                      <a:pt x="108" y="279"/>
                      <a:pt x="108" y="279"/>
                    </a:cubicBezTo>
                    <a:cubicBezTo>
                      <a:pt x="116" y="291"/>
                      <a:pt x="116" y="291"/>
                      <a:pt x="116" y="291"/>
                    </a:cubicBezTo>
                    <a:cubicBezTo>
                      <a:pt x="119" y="306"/>
                      <a:pt x="119" y="306"/>
                      <a:pt x="119" y="306"/>
                    </a:cubicBezTo>
                    <a:cubicBezTo>
                      <a:pt x="119" y="323"/>
                      <a:pt x="119" y="323"/>
                      <a:pt x="119" y="323"/>
                    </a:cubicBezTo>
                    <a:cubicBezTo>
                      <a:pt x="119" y="343"/>
                      <a:pt x="119" y="343"/>
                      <a:pt x="119" y="343"/>
                    </a:cubicBezTo>
                    <a:cubicBezTo>
                      <a:pt x="110" y="372"/>
                      <a:pt x="110" y="372"/>
                      <a:pt x="110" y="372"/>
                    </a:cubicBezTo>
                    <a:cubicBezTo>
                      <a:pt x="100" y="393"/>
                      <a:pt x="100" y="393"/>
                      <a:pt x="100" y="393"/>
                    </a:cubicBezTo>
                    <a:cubicBezTo>
                      <a:pt x="94" y="404"/>
                      <a:pt x="94" y="404"/>
                      <a:pt x="94" y="404"/>
                    </a:cubicBezTo>
                    <a:cubicBezTo>
                      <a:pt x="89" y="408"/>
                      <a:pt x="89" y="408"/>
                      <a:pt x="89" y="408"/>
                    </a:cubicBezTo>
                    <a:cubicBezTo>
                      <a:pt x="90" y="418"/>
                      <a:pt x="90" y="418"/>
                      <a:pt x="90" y="418"/>
                    </a:cubicBezTo>
                    <a:cubicBezTo>
                      <a:pt x="87" y="426"/>
                      <a:pt x="87" y="426"/>
                      <a:pt x="87" y="426"/>
                    </a:cubicBezTo>
                    <a:cubicBezTo>
                      <a:pt x="77" y="438"/>
                      <a:pt x="77" y="438"/>
                      <a:pt x="77" y="438"/>
                    </a:cubicBezTo>
                    <a:cubicBezTo>
                      <a:pt x="66" y="453"/>
                      <a:pt x="66" y="453"/>
                      <a:pt x="66" y="453"/>
                    </a:cubicBezTo>
                    <a:cubicBezTo>
                      <a:pt x="52" y="469"/>
                      <a:pt x="52" y="469"/>
                      <a:pt x="52" y="469"/>
                    </a:cubicBezTo>
                    <a:cubicBezTo>
                      <a:pt x="37" y="489"/>
                      <a:pt x="37" y="489"/>
                      <a:pt x="37" y="489"/>
                    </a:cubicBezTo>
                    <a:cubicBezTo>
                      <a:pt x="28" y="503"/>
                      <a:pt x="28" y="503"/>
                      <a:pt x="28" y="503"/>
                    </a:cubicBezTo>
                    <a:cubicBezTo>
                      <a:pt x="13" y="523"/>
                      <a:pt x="13" y="523"/>
                      <a:pt x="13" y="523"/>
                    </a:cubicBezTo>
                    <a:cubicBezTo>
                      <a:pt x="0" y="535"/>
                      <a:pt x="0" y="535"/>
                      <a:pt x="0" y="535"/>
                    </a:cubicBezTo>
                    <a:cubicBezTo>
                      <a:pt x="9" y="537"/>
                      <a:pt x="9" y="537"/>
                      <a:pt x="9" y="537"/>
                    </a:cubicBezTo>
                    <a:lnTo>
                      <a:pt x="26" y="539"/>
                    </a:lnTo>
                    <a:close/>
                    <a:moveTo>
                      <a:pt x="1120" y="540"/>
                    </a:moveTo>
                    <a:cubicBezTo>
                      <a:pt x="1124" y="536"/>
                      <a:pt x="1124" y="536"/>
                      <a:pt x="1124" y="536"/>
                    </a:cubicBezTo>
                    <a:cubicBezTo>
                      <a:pt x="1128" y="536"/>
                      <a:pt x="1128" y="536"/>
                      <a:pt x="1128" y="536"/>
                    </a:cubicBezTo>
                    <a:cubicBezTo>
                      <a:pt x="1135" y="538"/>
                      <a:pt x="1135" y="538"/>
                      <a:pt x="1135" y="538"/>
                    </a:cubicBezTo>
                    <a:cubicBezTo>
                      <a:pt x="1147" y="572"/>
                      <a:pt x="1147" y="572"/>
                      <a:pt x="1147" y="572"/>
                    </a:cubicBezTo>
                    <a:cubicBezTo>
                      <a:pt x="1140" y="569"/>
                      <a:pt x="1140" y="569"/>
                      <a:pt x="1140" y="569"/>
                    </a:cubicBezTo>
                    <a:cubicBezTo>
                      <a:pt x="1131" y="559"/>
                      <a:pt x="1131" y="559"/>
                      <a:pt x="1131" y="559"/>
                    </a:cubicBezTo>
                    <a:cubicBezTo>
                      <a:pt x="1123" y="554"/>
                      <a:pt x="1123" y="554"/>
                      <a:pt x="1123" y="554"/>
                    </a:cubicBezTo>
                    <a:cubicBezTo>
                      <a:pt x="1118" y="550"/>
                      <a:pt x="1118" y="550"/>
                      <a:pt x="1118" y="550"/>
                    </a:cubicBezTo>
                    <a:cubicBezTo>
                      <a:pt x="1122" y="546"/>
                      <a:pt x="1122" y="546"/>
                      <a:pt x="1122" y="546"/>
                    </a:cubicBezTo>
                    <a:lnTo>
                      <a:pt x="1120" y="540"/>
                    </a:lnTo>
                    <a:close/>
                    <a:moveTo>
                      <a:pt x="24" y="521"/>
                    </a:moveTo>
                    <a:cubicBezTo>
                      <a:pt x="40" y="502"/>
                      <a:pt x="40" y="502"/>
                      <a:pt x="40" y="502"/>
                    </a:cubicBezTo>
                    <a:cubicBezTo>
                      <a:pt x="53" y="482"/>
                      <a:pt x="53" y="482"/>
                      <a:pt x="53" y="482"/>
                    </a:cubicBezTo>
                    <a:cubicBezTo>
                      <a:pt x="63" y="470"/>
                      <a:pt x="63" y="470"/>
                      <a:pt x="63" y="470"/>
                    </a:cubicBezTo>
                    <a:cubicBezTo>
                      <a:pt x="72" y="460"/>
                      <a:pt x="72" y="460"/>
                      <a:pt x="72" y="460"/>
                    </a:cubicBezTo>
                    <a:cubicBezTo>
                      <a:pt x="78" y="446"/>
                      <a:pt x="78" y="446"/>
                      <a:pt x="78" y="446"/>
                    </a:cubicBezTo>
                    <a:cubicBezTo>
                      <a:pt x="90" y="434"/>
                      <a:pt x="90" y="434"/>
                      <a:pt x="90" y="434"/>
                    </a:cubicBezTo>
                    <a:cubicBezTo>
                      <a:pt x="94" y="420"/>
                      <a:pt x="94" y="420"/>
                      <a:pt x="94" y="420"/>
                    </a:cubicBezTo>
                    <a:cubicBezTo>
                      <a:pt x="101" y="418"/>
                      <a:pt x="101" y="418"/>
                      <a:pt x="101" y="418"/>
                    </a:cubicBezTo>
                    <a:cubicBezTo>
                      <a:pt x="104" y="423"/>
                      <a:pt x="104" y="423"/>
                      <a:pt x="104" y="423"/>
                    </a:cubicBezTo>
                    <a:cubicBezTo>
                      <a:pt x="104" y="423"/>
                      <a:pt x="107" y="425"/>
                      <a:pt x="108" y="425"/>
                    </a:cubicBezTo>
                    <a:cubicBezTo>
                      <a:pt x="108" y="425"/>
                      <a:pt x="116" y="421"/>
                      <a:pt x="116" y="421"/>
                    </a:cubicBezTo>
                    <a:cubicBezTo>
                      <a:pt x="118" y="410"/>
                      <a:pt x="118" y="410"/>
                      <a:pt x="118" y="410"/>
                    </a:cubicBezTo>
                    <a:cubicBezTo>
                      <a:pt x="114" y="406"/>
                      <a:pt x="114" y="406"/>
                      <a:pt x="114" y="406"/>
                    </a:cubicBezTo>
                    <a:cubicBezTo>
                      <a:pt x="114" y="397"/>
                      <a:pt x="114" y="397"/>
                      <a:pt x="114" y="397"/>
                    </a:cubicBezTo>
                    <a:cubicBezTo>
                      <a:pt x="116" y="384"/>
                      <a:pt x="116" y="384"/>
                      <a:pt x="116" y="384"/>
                    </a:cubicBezTo>
                    <a:cubicBezTo>
                      <a:pt x="122" y="374"/>
                      <a:pt x="122" y="374"/>
                      <a:pt x="122" y="374"/>
                    </a:cubicBezTo>
                    <a:cubicBezTo>
                      <a:pt x="134" y="365"/>
                      <a:pt x="134" y="365"/>
                      <a:pt x="134" y="365"/>
                    </a:cubicBezTo>
                    <a:cubicBezTo>
                      <a:pt x="142" y="361"/>
                      <a:pt x="142" y="361"/>
                      <a:pt x="142" y="361"/>
                    </a:cubicBezTo>
                    <a:cubicBezTo>
                      <a:pt x="152" y="366"/>
                      <a:pt x="152" y="366"/>
                      <a:pt x="152" y="366"/>
                    </a:cubicBezTo>
                    <a:cubicBezTo>
                      <a:pt x="155" y="374"/>
                      <a:pt x="155" y="374"/>
                      <a:pt x="155" y="374"/>
                    </a:cubicBezTo>
                    <a:cubicBezTo>
                      <a:pt x="155" y="396"/>
                      <a:pt x="155" y="396"/>
                      <a:pt x="155" y="396"/>
                    </a:cubicBezTo>
                    <a:cubicBezTo>
                      <a:pt x="160" y="403"/>
                      <a:pt x="160" y="403"/>
                      <a:pt x="160" y="403"/>
                    </a:cubicBezTo>
                    <a:cubicBezTo>
                      <a:pt x="166" y="410"/>
                      <a:pt x="166" y="410"/>
                      <a:pt x="166" y="410"/>
                    </a:cubicBezTo>
                    <a:cubicBezTo>
                      <a:pt x="173" y="412"/>
                      <a:pt x="173" y="412"/>
                      <a:pt x="173" y="412"/>
                    </a:cubicBezTo>
                    <a:cubicBezTo>
                      <a:pt x="181" y="403"/>
                      <a:pt x="181" y="403"/>
                      <a:pt x="181" y="403"/>
                    </a:cubicBezTo>
                    <a:cubicBezTo>
                      <a:pt x="193" y="391"/>
                      <a:pt x="193" y="391"/>
                      <a:pt x="193" y="391"/>
                    </a:cubicBezTo>
                    <a:cubicBezTo>
                      <a:pt x="207" y="385"/>
                      <a:pt x="207" y="385"/>
                      <a:pt x="207" y="385"/>
                    </a:cubicBezTo>
                    <a:cubicBezTo>
                      <a:pt x="211" y="384"/>
                      <a:pt x="211" y="384"/>
                      <a:pt x="211" y="384"/>
                    </a:cubicBezTo>
                    <a:cubicBezTo>
                      <a:pt x="222" y="385"/>
                      <a:pt x="222" y="385"/>
                      <a:pt x="222" y="385"/>
                    </a:cubicBezTo>
                    <a:cubicBezTo>
                      <a:pt x="226" y="386"/>
                      <a:pt x="226" y="386"/>
                      <a:pt x="226" y="386"/>
                    </a:cubicBezTo>
                    <a:cubicBezTo>
                      <a:pt x="236" y="386"/>
                      <a:pt x="236" y="386"/>
                      <a:pt x="236" y="386"/>
                    </a:cubicBezTo>
                    <a:cubicBezTo>
                      <a:pt x="242" y="386"/>
                      <a:pt x="242" y="386"/>
                      <a:pt x="242" y="386"/>
                    </a:cubicBezTo>
                    <a:cubicBezTo>
                      <a:pt x="242" y="386"/>
                      <a:pt x="245" y="385"/>
                      <a:pt x="247" y="386"/>
                    </a:cubicBezTo>
                    <a:cubicBezTo>
                      <a:pt x="248" y="387"/>
                      <a:pt x="256" y="389"/>
                      <a:pt x="256" y="389"/>
                    </a:cubicBezTo>
                    <a:cubicBezTo>
                      <a:pt x="263" y="388"/>
                      <a:pt x="263" y="388"/>
                      <a:pt x="263" y="388"/>
                    </a:cubicBezTo>
                    <a:cubicBezTo>
                      <a:pt x="267" y="386"/>
                      <a:pt x="267" y="386"/>
                      <a:pt x="267" y="386"/>
                    </a:cubicBezTo>
                    <a:cubicBezTo>
                      <a:pt x="273" y="388"/>
                      <a:pt x="273" y="388"/>
                      <a:pt x="273" y="388"/>
                    </a:cubicBezTo>
                    <a:cubicBezTo>
                      <a:pt x="285" y="391"/>
                      <a:pt x="285" y="391"/>
                      <a:pt x="285" y="391"/>
                    </a:cubicBezTo>
                    <a:cubicBezTo>
                      <a:pt x="285" y="397"/>
                      <a:pt x="285" y="397"/>
                      <a:pt x="285" y="397"/>
                    </a:cubicBezTo>
                    <a:cubicBezTo>
                      <a:pt x="282" y="399"/>
                      <a:pt x="282" y="399"/>
                      <a:pt x="282" y="399"/>
                    </a:cubicBezTo>
                    <a:cubicBezTo>
                      <a:pt x="272" y="403"/>
                      <a:pt x="272" y="403"/>
                      <a:pt x="272" y="403"/>
                    </a:cubicBezTo>
                    <a:cubicBezTo>
                      <a:pt x="267" y="408"/>
                      <a:pt x="267" y="408"/>
                      <a:pt x="267" y="408"/>
                    </a:cubicBezTo>
                    <a:cubicBezTo>
                      <a:pt x="260" y="409"/>
                      <a:pt x="260" y="409"/>
                      <a:pt x="260" y="409"/>
                    </a:cubicBezTo>
                    <a:cubicBezTo>
                      <a:pt x="256" y="405"/>
                      <a:pt x="256" y="405"/>
                      <a:pt x="256" y="405"/>
                    </a:cubicBezTo>
                    <a:cubicBezTo>
                      <a:pt x="252" y="406"/>
                      <a:pt x="252" y="406"/>
                      <a:pt x="252" y="406"/>
                    </a:cubicBezTo>
                    <a:cubicBezTo>
                      <a:pt x="248" y="408"/>
                      <a:pt x="248" y="408"/>
                      <a:pt x="248" y="408"/>
                    </a:cubicBezTo>
                    <a:cubicBezTo>
                      <a:pt x="243" y="416"/>
                      <a:pt x="243" y="416"/>
                      <a:pt x="243" y="416"/>
                    </a:cubicBezTo>
                    <a:cubicBezTo>
                      <a:pt x="235" y="423"/>
                      <a:pt x="235" y="423"/>
                      <a:pt x="235" y="423"/>
                    </a:cubicBezTo>
                    <a:cubicBezTo>
                      <a:pt x="210" y="435"/>
                      <a:pt x="210" y="435"/>
                      <a:pt x="210" y="435"/>
                    </a:cubicBezTo>
                    <a:cubicBezTo>
                      <a:pt x="200" y="441"/>
                      <a:pt x="200" y="441"/>
                      <a:pt x="200" y="441"/>
                    </a:cubicBezTo>
                    <a:cubicBezTo>
                      <a:pt x="189" y="448"/>
                      <a:pt x="189" y="448"/>
                      <a:pt x="189" y="448"/>
                    </a:cubicBezTo>
                    <a:cubicBezTo>
                      <a:pt x="179" y="457"/>
                      <a:pt x="179" y="457"/>
                      <a:pt x="179" y="457"/>
                    </a:cubicBezTo>
                    <a:cubicBezTo>
                      <a:pt x="179" y="457"/>
                      <a:pt x="164" y="468"/>
                      <a:pt x="164" y="468"/>
                    </a:cubicBezTo>
                    <a:cubicBezTo>
                      <a:pt x="163" y="468"/>
                      <a:pt x="158" y="468"/>
                      <a:pt x="158" y="468"/>
                    </a:cubicBezTo>
                    <a:cubicBezTo>
                      <a:pt x="147" y="456"/>
                      <a:pt x="147" y="456"/>
                      <a:pt x="147" y="456"/>
                    </a:cubicBezTo>
                    <a:cubicBezTo>
                      <a:pt x="130" y="456"/>
                      <a:pt x="130" y="456"/>
                      <a:pt x="130" y="456"/>
                    </a:cubicBezTo>
                    <a:cubicBezTo>
                      <a:pt x="122" y="468"/>
                      <a:pt x="122" y="468"/>
                      <a:pt x="122" y="468"/>
                    </a:cubicBezTo>
                    <a:cubicBezTo>
                      <a:pt x="118" y="484"/>
                      <a:pt x="118" y="484"/>
                      <a:pt x="118" y="484"/>
                    </a:cubicBezTo>
                    <a:cubicBezTo>
                      <a:pt x="113" y="496"/>
                      <a:pt x="113" y="496"/>
                      <a:pt x="113" y="496"/>
                    </a:cubicBezTo>
                    <a:cubicBezTo>
                      <a:pt x="106" y="504"/>
                      <a:pt x="106" y="504"/>
                      <a:pt x="106" y="504"/>
                    </a:cubicBezTo>
                    <a:cubicBezTo>
                      <a:pt x="93" y="511"/>
                      <a:pt x="93" y="511"/>
                      <a:pt x="93" y="511"/>
                    </a:cubicBezTo>
                    <a:cubicBezTo>
                      <a:pt x="83" y="516"/>
                      <a:pt x="83" y="516"/>
                      <a:pt x="83" y="516"/>
                    </a:cubicBezTo>
                    <a:cubicBezTo>
                      <a:pt x="71" y="525"/>
                      <a:pt x="71" y="525"/>
                      <a:pt x="71" y="525"/>
                    </a:cubicBezTo>
                    <a:cubicBezTo>
                      <a:pt x="64" y="536"/>
                      <a:pt x="64" y="536"/>
                      <a:pt x="64" y="536"/>
                    </a:cubicBezTo>
                    <a:cubicBezTo>
                      <a:pt x="51" y="536"/>
                      <a:pt x="51" y="536"/>
                      <a:pt x="51" y="536"/>
                    </a:cubicBezTo>
                    <a:cubicBezTo>
                      <a:pt x="8" y="533"/>
                      <a:pt x="8" y="533"/>
                      <a:pt x="8" y="533"/>
                    </a:cubicBezTo>
                    <a:lnTo>
                      <a:pt x="24" y="521"/>
                    </a:lnTo>
                    <a:close/>
                  </a:path>
                </a:pathLst>
              </a:custGeom>
              <a:grpFill/>
              <a:ln w="317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de-DE"/>
              </a:p>
            </p:txBody>
          </p:sp>
          <p:sp>
            <p:nvSpPr>
              <p:cNvPr id="94" name="Freeform 187">
                <a:extLst>
                  <a:ext uri="{FF2B5EF4-FFF2-40B4-BE49-F238E27FC236}">
                    <a16:creationId xmlns:a16="http://schemas.microsoft.com/office/drawing/2014/main" id="{3CE2ACA4-C1D2-405E-9869-BC205E9C714F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5040897" y="730137"/>
                <a:ext cx="39284" cy="186381"/>
              </a:xfrm>
              <a:custGeom>
                <a:avLst/>
                <a:gdLst/>
                <a:ahLst/>
                <a:cxnLst>
                  <a:cxn ang="0">
                    <a:pos x="24" y="650"/>
                  </a:cxn>
                  <a:cxn ang="0">
                    <a:pos x="26" y="643"/>
                  </a:cxn>
                  <a:cxn ang="0">
                    <a:pos x="31" y="629"/>
                  </a:cxn>
                  <a:cxn ang="0">
                    <a:pos x="36" y="610"/>
                  </a:cxn>
                  <a:cxn ang="0">
                    <a:pos x="64" y="593"/>
                  </a:cxn>
                  <a:cxn ang="0">
                    <a:pos x="76" y="570"/>
                  </a:cxn>
                  <a:cxn ang="0">
                    <a:pos x="78" y="544"/>
                  </a:cxn>
                  <a:cxn ang="0">
                    <a:pos x="71" y="534"/>
                  </a:cxn>
                  <a:cxn ang="0">
                    <a:pos x="95" y="504"/>
                  </a:cxn>
                  <a:cxn ang="0">
                    <a:pos x="97" y="489"/>
                  </a:cxn>
                  <a:cxn ang="0">
                    <a:pos x="107" y="463"/>
                  </a:cxn>
                  <a:cxn ang="0">
                    <a:pos x="116" y="442"/>
                  </a:cxn>
                  <a:cxn ang="0">
                    <a:pos x="112" y="421"/>
                  </a:cxn>
                  <a:cxn ang="0">
                    <a:pos x="119" y="359"/>
                  </a:cxn>
                  <a:cxn ang="0">
                    <a:pos x="128" y="293"/>
                  </a:cxn>
                  <a:cxn ang="0">
                    <a:pos x="130" y="263"/>
                  </a:cxn>
                  <a:cxn ang="0">
                    <a:pos x="137" y="211"/>
                  </a:cxn>
                  <a:cxn ang="0">
                    <a:pos x="137" y="114"/>
                  </a:cxn>
                  <a:cxn ang="0">
                    <a:pos x="137" y="59"/>
                  </a:cxn>
                  <a:cxn ang="0">
                    <a:pos x="130" y="36"/>
                  </a:cxn>
                  <a:cxn ang="0">
                    <a:pos x="107" y="0"/>
                  </a:cxn>
                  <a:cxn ang="0">
                    <a:pos x="114" y="59"/>
                  </a:cxn>
                  <a:cxn ang="0">
                    <a:pos x="114" y="201"/>
                  </a:cxn>
                  <a:cxn ang="0">
                    <a:pos x="107" y="256"/>
                  </a:cxn>
                  <a:cxn ang="0">
                    <a:pos x="100" y="336"/>
                  </a:cxn>
                  <a:cxn ang="0">
                    <a:pos x="81" y="419"/>
                  </a:cxn>
                  <a:cxn ang="0">
                    <a:pos x="55" y="497"/>
                  </a:cxn>
                  <a:cxn ang="0">
                    <a:pos x="22" y="565"/>
                  </a:cxn>
                  <a:cxn ang="0">
                    <a:pos x="17" y="582"/>
                  </a:cxn>
                  <a:cxn ang="0">
                    <a:pos x="15" y="593"/>
                  </a:cxn>
                  <a:cxn ang="0">
                    <a:pos x="12" y="605"/>
                  </a:cxn>
                  <a:cxn ang="0">
                    <a:pos x="5" y="624"/>
                  </a:cxn>
                  <a:cxn ang="0">
                    <a:pos x="0" y="638"/>
                  </a:cxn>
                  <a:cxn ang="0">
                    <a:pos x="8" y="648"/>
                  </a:cxn>
                  <a:cxn ang="0">
                    <a:pos x="24" y="650"/>
                  </a:cxn>
                </a:cxnLst>
                <a:rect l="0" t="0" r="r" b="b"/>
                <a:pathLst>
                  <a:path w="137" h="650">
                    <a:moveTo>
                      <a:pt x="24" y="650"/>
                    </a:moveTo>
                    <a:lnTo>
                      <a:pt x="26" y="643"/>
                    </a:lnTo>
                    <a:lnTo>
                      <a:pt x="31" y="629"/>
                    </a:lnTo>
                    <a:lnTo>
                      <a:pt x="36" y="610"/>
                    </a:lnTo>
                    <a:lnTo>
                      <a:pt x="64" y="593"/>
                    </a:lnTo>
                    <a:lnTo>
                      <a:pt x="76" y="570"/>
                    </a:lnTo>
                    <a:lnTo>
                      <a:pt x="78" y="544"/>
                    </a:lnTo>
                    <a:lnTo>
                      <a:pt x="71" y="534"/>
                    </a:lnTo>
                    <a:lnTo>
                      <a:pt x="95" y="504"/>
                    </a:lnTo>
                    <a:lnTo>
                      <a:pt x="97" y="489"/>
                    </a:lnTo>
                    <a:lnTo>
                      <a:pt x="107" y="463"/>
                    </a:lnTo>
                    <a:lnTo>
                      <a:pt x="116" y="442"/>
                    </a:lnTo>
                    <a:lnTo>
                      <a:pt x="112" y="421"/>
                    </a:lnTo>
                    <a:lnTo>
                      <a:pt x="119" y="359"/>
                    </a:lnTo>
                    <a:lnTo>
                      <a:pt x="128" y="293"/>
                    </a:lnTo>
                    <a:lnTo>
                      <a:pt x="130" y="263"/>
                    </a:lnTo>
                    <a:lnTo>
                      <a:pt x="137" y="211"/>
                    </a:lnTo>
                    <a:lnTo>
                      <a:pt x="137" y="114"/>
                    </a:lnTo>
                    <a:lnTo>
                      <a:pt x="137" y="59"/>
                    </a:lnTo>
                    <a:lnTo>
                      <a:pt x="130" y="36"/>
                    </a:lnTo>
                    <a:lnTo>
                      <a:pt x="107" y="0"/>
                    </a:lnTo>
                    <a:lnTo>
                      <a:pt x="114" y="59"/>
                    </a:lnTo>
                    <a:lnTo>
                      <a:pt x="114" y="201"/>
                    </a:lnTo>
                    <a:lnTo>
                      <a:pt x="107" y="256"/>
                    </a:lnTo>
                    <a:lnTo>
                      <a:pt x="100" y="336"/>
                    </a:lnTo>
                    <a:lnTo>
                      <a:pt x="81" y="419"/>
                    </a:lnTo>
                    <a:lnTo>
                      <a:pt x="55" y="497"/>
                    </a:lnTo>
                    <a:lnTo>
                      <a:pt x="22" y="565"/>
                    </a:lnTo>
                    <a:lnTo>
                      <a:pt x="17" y="582"/>
                    </a:lnTo>
                    <a:lnTo>
                      <a:pt x="15" y="593"/>
                    </a:lnTo>
                    <a:lnTo>
                      <a:pt x="12" y="605"/>
                    </a:lnTo>
                    <a:lnTo>
                      <a:pt x="5" y="624"/>
                    </a:lnTo>
                    <a:lnTo>
                      <a:pt x="0" y="638"/>
                    </a:lnTo>
                    <a:lnTo>
                      <a:pt x="8" y="648"/>
                    </a:lnTo>
                    <a:lnTo>
                      <a:pt x="24" y="65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96" name="Freeform 190">
                <a:extLst>
                  <a:ext uri="{FF2B5EF4-FFF2-40B4-BE49-F238E27FC236}">
                    <a16:creationId xmlns:a16="http://schemas.microsoft.com/office/drawing/2014/main" id="{08702E2A-20B0-4335-B0F5-2224EECB1E58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3491353" y="913937"/>
                <a:ext cx="114409" cy="135342"/>
              </a:xfrm>
              <a:custGeom>
                <a:avLst/>
                <a:gdLst/>
                <a:ahLst/>
                <a:cxnLst>
                  <a:cxn ang="0">
                    <a:pos x="12" y="143"/>
                  </a:cxn>
                  <a:cxn ang="0">
                    <a:pos x="22" y="149"/>
                  </a:cxn>
                  <a:cxn ang="0">
                    <a:pos x="37" y="157"/>
                  </a:cxn>
                  <a:cxn ang="0">
                    <a:pos x="52" y="162"/>
                  </a:cxn>
                  <a:cxn ang="0">
                    <a:pos x="63" y="167"/>
                  </a:cxn>
                  <a:cxn ang="0">
                    <a:pos x="79" y="175"/>
                  </a:cxn>
                  <a:cxn ang="0">
                    <a:pos x="97" y="184"/>
                  </a:cxn>
                  <a:cxn ang="0">
                    <a:pos x="104" y="188"/>
                  </a:cxn>
                  <a:cxn ang="0">
                    <a:pos x="118" y="190"/>
                  </a:cxn>
                  <a:cxn ang="0">
                    <a:pos x="127" y="191"/>
                  </a:cxn>
                  <a:cxn ang="0">
                    <a:pos x="135" y="200"/>
                  </a:cxn>
                  <a:cxn ang="0">
                    <a:pos x="141" y="196"/>
                  </a:cxn>
                  <a:cxn ang="0">
                    <a:pos x="144" y="190"/>
                  </a:cxn>
                  <a:cxn ang="0">
                    <a:pos x="149" y="182"/>
                  </a:cxn>
                  <a:cxn ang="0">
                    <a:pos x="157" y="175"/>
                  </a:cxn>
                  <a:cxn ang="0">
                    <a:pos x="151" y="170"/>
                  </a:cxn>
                  <a:cxn ang="0">
                    <a:pos x="151" y="161"/>
                  </a:cxn>
                  <a:cxn ang="0">
                    <a:pos x="158" y="155"/>
                  </a:cxn>
                  <a:cxn ang="0">
                    <a:pos x="159" y="148"/>
                  </a:cxn>
                  <a:cxn ang="0">
                    <a:pos x="165" y="141"/>
                  </a:cxn>
                  <a:cxn ang="0">
                    <a:pos x="169" y="133"/>
                  </a:cxn>
                  <a:cxn ang="0">
                    <a:pos x="164" y="120"/>
                  </a:cxn>
                  <a:cxn ang="0">
                    <a:pos x="163" y="114"/>
                  </a:cxn>
                  <a:cxn ang="0">
                    <a:pos x="166" y="107"/>
                  </a:cxn>
                  <a:cxn ang="0">
                    <a:pos x="163" y="99"/>
                  </a:cxn>
                  <a:cxn ang="0">
                    <a:pos x="156" y="98"/>
                  </a:cxn>
                  <a:cxn ang="0">
                    <a:pos x="145" y="90"/>
                  </a:cxn>
                  <a:cxn ang="0">
                    <a:pos x="126" y="81"/>
                  </a:cxn>
                  <a:cxn ang="0">
                    <a:pos x="115" y="73"/>
                  </a:cxn>
                  <a:cxn ang="0">
                    <a:pos x="107" y="66"/>
                  </a:cxn>
                  <a:cxn ang="0">
                    <a:pos x="105" y="60"/>
                  </a:cxn>
                  <a:cxn ang="0">
                    <a:pos x="100" y="53"/>
                  </a:cxn>
                  <a:cxn ang="0">
                    <a:pos x="96" y="53"/>
                  </a:cxn>
                  <a:cxn ang="0">
                    <a:pos x="92" y="55"/>
                  </a:cxn>
                  <a:cxn ang="0">
                    <a:pos x="88" y="54"/>
                  </a:cxn>
                  <a:cxn ang="0">
                    <a:pos x="75" y="47"/>
                  </a:cxn>
                  <a:cxn ang="0">
                    <a:pos x="63" y="38"/>
                  </a:cxn>
                  <a:cxn ang="0">
                    <a:pos x="53" y="30"/>
                  </a:cxn>
                  <a:cxn ang="0">
                    <a:pos x="44" y="23"/>
                  </a:cxn>
                  <a:cxn ang="0">
                    <a:pos x="41" y="17"/>
                  </a:cxn>
                  <a:cxn ang="0">
                    <a:pos x="35" y="7"/>
                  </a:cxn>
                  <a:cxn ang="0">
                    <a:pos x="28" y="0"/>
                  </a:cxn>
                  <a:cxn ang="0">
                    <a:pos x="19" y="0"/>
                  </a:cxn>
                  <a:cxn ang="0">
                    <a:pos x="19" y="17"/>
                  </a:cxn>
                  <a:cxn ang="0">
                    <a:pos x="14" y="29"/>
                  </a:cxn>
                  <a:cxn ang="0">
                    <a:pos x="7" y="45"/>
                  </a:cxn>
                  <a:cxn ang="0">
                    <a:pos x="0" y="58"/>
                  </a:cxn>
                  <a:cxn ang="0">
                    <a:pos x="0" y="77"/>
                  </a:cxn>
                  <a:cxn ang="0">
                    <a:pos x="0" y="103"/>
                  </a:cxn>
                  <a:cxn ang="0">
                    <a:pos x="0" y="127"/>
                  </a:cxn>
                  <a:cxn ang="0">
                    <a:pos x="2" y="133"/>
                  </a:cxn>
                  <a:cxn ang="0">
                    <a:pos x="12" y="143"/>
                  </a:cxn>
                </a:cxnLst>
                <a:rect l="0" t="0" r="r" b="b"/>
                <a:pathLst>
                  <a:path w="169" h="200">
                    <a:moveTo>
                      <a:pt x="12" y="143"/>
                    </a:moveTo>
                    <a:cubicBezTo>
                      <a:pt x="22" y="149"/>
                      <a:pt x="22" y="149"/>
                      <a:pt x="22" y="149"/>
                    </a:cubicBezTo>
                    <a:cubicBezTo>
                      <a:pt x="37" y="157"/>
                      <a:pt x="37" y="157"/>
                      <a:pt x="37" y="157"/>
                    </a:cubicBezTo>
                    <a:cubicBezTo>
                      <a:pt x="52" y="162"/>
                      <a:pt x="52" y="162"/>
                      <a:pt x="52" y="162"/>
                    </a:cubicBezTo>
                    <a:cubicBezTo>
                      <a:pt x="63" y="167"/>
                      <a:pt x="63" y="167"/>
                      <a:pt x="63" y="167"/>
                    </a:cubicBezTo>
                    <a:cubicBezTo>
                      <a:pt x="79" y="175"/>
                      <a:pt x="79" y="175"/>
                      <a:pt x="79" y="175"/>
                    </a:cubicBezTo>
                    <a:cubicBezTo>
                      <a:pt x="97" y="184"/>
                      <a:pt x="97" y="184"/>
                      <a:pt x="97" y="184"/>
                    </a:cubicBezTo>
                    <a:cubicBezTo>
                      <a:pt x="104" y="188"/>
                      <a:pt x="104" y="188"/>
                      <a:pt x="104" y="188"/>
                    </a:cubicBezTo>
                    <a:cubicBezTo>
                      <a:pt x="118" y="190"/>
                      <a:pt x="118" y="190"/>
                      <a:pt x="118" y="190"/>
                    </a:cubicBezTo>
                    <a:cubicBezTo>
                      <a:pt x="127" y="191"/>
                      <a:pt x="127" y="191"/>
                      <a:pt x="127" y="191"/>
                    </a:cubicBezTo>
                    <a:cubicBezTo>
                      <a:pt x="135" y="200"/>
                      <a:pt x="135" y="200"/>
                      <a:pt x="135" y="200"/>
                    </a:cubicBezTo>
                    <a:cubicBezTo>
                      <a:pt x="141" y="196"/>
                      <a:pt x="141" y="196"/>
                      <a:pt x="141" y="196"/>
                    </a:cubicBezTo>
                    <a:cubicBezTo>
                      <a:pt x="144" y="190"/>
                      <a:pt x="144" y="190"/>
                      <a:pt x="144" y="190"/>
                    </a:cubicBezTo>
                    <a:cubicBezTo>
                      <a:pt x="149" y="182"/>
                      <a:pt x="149" y="182"/>
                      <a:pt x="149" y="182"/>
                    </a:cubicBezTo>
                    <a:cubicBezTo>
                      <a:pt x="157" y="175"/>
                      <a:pt x="157" y="175"/>
                      <a:pt x="157" y="175"/>
                    </a:cubicBezTo>
                    <a:cubicBezTo>
                      <a:pt x="151" y="170"/>
                      <a:pt x="151" y="170"/>
                      <a:pt x="151" y="170"/>
                    </a:cubicBezTo>
                    <a:cubicBezTo>
                      <a:pt x="151" y="161"/>
                      <a:pt x="151" y="161"/>
                      <a:pt x="151" y="161"/>
                    </a:cubicBezTo>
                    <a:cubicBezTo>
                      <a:pt x="158" y="155"/>
                      <a:pt x="158" y="155"/>
                      <a:pt x="158" y="155"/>
                    </a:cubicBezTo>
                    <a:cubicBezTo>
                      <a:pt x="159" y="148"/>
                      <a:pt x="159" y="148"/>
                      <a:pt x="159" y="148"/>
                    </a:cubicBezTo>
                    <a:cubicBezTo>
                      <a:pt x="165" y="141"/>
                      <a:pt x="165" y="141"/>
                      <a:pt x="165" y="141"/>
                    </a:cubicBezTo>
                    <a:cubicBezTo>
                      <a:pt x="169" y="133"/>
                      <a:pt x="169" y="133"/>
                      <a:pt x="169" y="133"/>
                    </a:cubicBezTo>
                    <a:cubicBezTo>
                      <a:pt x="164" y="120"/>
                      <a:pt x="164" y="120"/>
                      <a:pt x="164" y="120"/>
                    </a:cubicBezTo>
                    <a:cubicBezTo>
                      <a:pt x="163" y="114"/>
                      <a:pt x="163" y="114"/>
                      <a:pt x="163" y="114"/>
                    </a:cubicBezTo>
                    <a:cubicBezTo>
                      <a:pt x="166" y="107"/>
                      <a:pt x="166" y="107"/>
                      <a:pt x="166" y="107"/>
                    </a:cubicBezTo>
                    <a:cubicBezTo>
                      <a:pt x="163" y="99"/>
                      <a:pt x="163" y="99"/>
                      <a:pt x="163" y="99"/>
                    </a:cubicBezTo>
                    <a:cubicBezTo>
                      <a:pt x="156" y="98"/>
                      <a:pt x="156" y="98"/>
                      <a:pt x="156" y="98"/>
                    </a:cubicBezTo>
                    <a:cubicBezTo>
                      <a:pt x="145" y="90"/>
                      <a:pt x="145" y="90"/>
                      <a:pt x="145" y="90"/>
                    </a:cubicBezTo>
                    <a:cubicBezTo>
                      <a:pt x="126" y="81"/>
                      <a:pt x="126" y="81"/>
                      <a:pt x="126" y="81"/>
                    </a:cubicBezTo>
                    <a:cubicBezTo>
                      <a:pt x="115" y="73"/>
                      <a:pt x="115" y="73"/>
                      <a:pt x="115" y="73"/>
                    </a:cubicBezTo>
                    <a:cubicBezTo>
                      <a:pt x="107" y="66"/>
                      <a:pt x="107" y="66"/>
                      <a:pt x="107" y="66"/>
                    </a:cubicBezTo>
                    <a:cubicBezTo>
                      <a:pt x="107" y="66"/>
                      <a:pt x="106" y="61"/>
                      <a:pt x="105" y="60"/>
                    </a:cubicBezTo>
                    <a:cubicBezTo>
                      <a:pt x="104" y="59"/>
                      <a:pt x="100" y="53"/>
                      <a:pt x="100" y="53"/>
                    </a:cubicBezTo>
                    <a:cubicBezTo>
                      <a:pt x="96" y="53"/>
                      <a:pt x="96" y="53"/>
                      <a:pt x="96" y="53"/>
                    </a:cubicBezTo>
                    <a:cubicBezTo>
                      <a:pt x="92" y="55"/>
                      <a:pt x="92" y="55"/>
                      <a:pt x="92" y="55"/>
                    </a:cubicBezTo>
                    <a:cubicBezTo>
                      <a:pt x="88" y="54"/>
                      <a:pt x="88" y="54"/>
                      <a:pt x="88" y="54"/>
                    </a:cubicBezTo>
                    <a:cubicBezTo>
                      <a:pt x="75" y="47"/>
                      <a:pt x="75" y="47"/>
                      <a:pt x="75" y="47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53" y="30"/>
                      <a:pt x="53" y="30"/>
                      <a:pt x="53" y="30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1" y="17"/>
                      <a:pt x="41" y="17"/>
                      <a:pt x="41" y="17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7" y="45"/>
                      <a:pt x="7" y="45"/>
                      <a:pt x="7" y="45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0" y="103"/>
                      <a:pt x="0" y="103"/>
                      <a:pt x="0" y="103"/>
                    </a:cubicBezTo>
                    <a:cubicBezTo>
                      <a:pt x="0" y="127"/>
                      <a:pt x="0" y="127"/>
                      <a:pt x="0" y="127"/>
                    </a:cubicBezTo>
                    <a:cubicBezTo>
                      <a:pt x="2" y="133"/>
                      <a:pt x="2" y="133"/>
                      <a:pt x="2" y="133"/>
                    </a:cubicBezTo>
                    <a:lnTo>
                      <a:pt x="12" y="143"/>
                    </a:lnTo>
                    <a:close/>
                  </a:path>
                </a:pathLst>
              </a:custGeom>
              <a:grpFill/>
              <a:ln w="317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de-DE"/>
              </a:p>
            </p:txBody>
          </p:sp>
          <p:sp>
            <p:nvSpPr>
              <p:cNvPr id="97" name="Freeform 191">
                <a:extLst>
                  <a:ext uri="{FF2B5EF4-FFF2-40B4-BE49-F238E27FC236}">
                    <a16:creationId xmlns:a16="http://schemas.microsoft.com/office/drawing/2014/main" id="{08B26BB1-2ADA-4AF7-9C39-4BB320AC0996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2843034" y="1056734"/>
                <a:ext cx="9463" cy="7455"/>
              </a:xfrm>
              <a:custGeom>
                <a:avLst/>
                <a:gdLst/>
                <a:ahLst/>
                <a:cxnLst>
                  <a:cxn ang="0">
                    <a:pos x="33" y="0"/>
                  </a:cxn>
                  <a:cxn ang="0">
                    <a:pos x="12" y="5"/>
                  </a:cxn>
                  <a:cxn ang="0">
                    <a:pos x="0" y="26"/>
                  </a:cxn>
                  <a:cxn ang="0">
                    <a:pos x="17" y="19"/>
                  </a:cxn>
                  <a:cxn ang="0">
                    <a:pos x="33" y="0"/>
                  </a:cxn>
                </a:cxnLst>
                <a:rect l="0" t="0" r="r" b="b"/>
                <a:pathLst>
                  <a:path w="33" h="26">
                    <a:moveTo>
                      <a:pt x="33" y="0"/>
                    </a:moveTo>
                    <a:lnTo>
                      <a:pt x="12" y="5"/>
                    </a:lnTo>
                    <a:lnTo>
                      <a:pt x="0" y="26"/>
                    </a:lnTo>
                    <a:lnTo>
                      <a:pt x="17" y="19"/>
                    </a:lnTo>
                    <a:lnTo>
                      <a:pt x="33" y="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98" name="Freeform 192">
                <a:extLst>
                  <a:ext uri="{FF2B5EF4-FFF2-40B4-BE49-F238E27FC236}">
                    <a16:creationId xmlns:a16="http://schemas.microsoft.com/office/drawing/2014/main" id="{FAA81986-B266-4A95-B663-147B76C57643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2825543" y="1066196"/>
                <a:ext cx="20072" cy="14337"/>
              </a:xfrm>
              <a:custGeom>
                <a:avLst/>
                <a:gdLst/>
                <a:ahLst/>
                <a:cxnLst>
                  <a:cxn ang="0">
                    <a:pos x="35" y="31"/>
                  </a:cxn>
                  <a:cxn ang="0">
                    <a:pos x="52" y="50"/>
                  </a:cxn>
                  <a:cxn ang="0">
                    <a:pos x="70" y="43"/>
                  </a:cxn>
                  <a:cxn ang="0">
                    <a:pos x="70" y="14"/>
                  </a:cxn>
                  <a:cxn ang="0">
                    <a:pos x="47" y="7"/>
                  </a:cxn>
                  <a:cxn ang="0">
                    <a:pos x="28" y="10"/>
                  </a:cxn>
                  <a:cxn ang="0">
                    <a:pos x="7" y="0"/>
                  </a:cxn>
                  <a:cxn ang="0">
                    <a:pos x="0" y="14"/>
                  </a:cxn>
                  <a:cxn ang="0">
                    <a:pos x="9" y="31"/>
                  </a:cxn>
                  <a:cxn ang="0">
                    <a:pos x="35" y="31"/>
                  </a:cxn>
                </a:cxnLst>
                <a:rect l="0" t="0" r="r" b="b"/>
                <a:pathLst>
                  <a:path w="70" h="50">
                    <a:moveTo>
                      <a:pt x="35" y="31"/>
                    </a:moveTo>
                    <a:lnTo>
                      <a:pt x="52" y="50"/>
                    </a:lnTo>
                    <a:lnTo>
                      <a:pt x="70" y="43"/>
                    </a:lnTo>
                    <a:lnTo>
                      <a:pt x="70" y="14"/>
                    </a:lnTo>
                    <a:lnTo>
                      <a:pt x="47" y="7"/>
                    </a:lnTo>
                    <a:lnTo>
                      <a:pt x="28" y="10"/>
                    </a:lnTo>
                    <a:lnTo>
                      <a:pt x="7" y="0"/>
                    </a:lnTo>
                    <a:lnTo>
                      <a:pt x="0" y="14"/>
                    </a:lnTo>
                    <a:lnTo>
                      <a:pt x="9" y="31"/>
                    </a:lnTo>
                    <a:lnTo>
                      <a:pt x="35" y="31"/>
                    </a:lnTo>
                    <a:close/>
                  </a:path>
                </a:pathLst>
              </a:custGeom>
              <a:grpFill/>
              <a:ln w="317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de-DE"/>
              </a:p>
            </p:txBody>
          </p:sp>
          <p:sp>
            <p:nvSpPr>
              <p:cNvPr id="99" name="Freeform 193">
                <a:extLst>
                  <a:ext uri="{FF2B5EF4-FFF2-40B4-BE49-F238E27FC236}">
                    <a16:creationId xmlns:a16="http://schemas.microsoft.com/office/drawing/2014/main" id="{5E47F57C-20B1-4961-BADA-9920AF98B7DA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2754432" y="1057308"/>
                <a:ext cx="110968" cy="172045"/>
              </a:xfrm>
              <a:custGeom>
                <a:avLst/>
                <a:gdLst/>
                <a:ahLst/>
                <a:cxnLst>
                  <a:cxn ang="0">
                    <a:pos x="28" y="81"/>
                  </a:cxn>
                  <a:cxn ang="0">
                    <a:pos x="44" y="159"/>
                  </a:cxn>
                  <a:cxn ang="0">
                    <a:pos x="73" y="178"/>
                  </a:cxn>
                  <a:cxn ang="0">
                    <a:pos x="82" y="204"/>
                  </a:cxn>
                  <a:cxn ang="0">
                    <a:pos x="87" y="237"/>
                  </a:cxn>
                  <a:cxn ang="0">
                    <a:pos x="127" y="274"/>
                  </a:cxn>
                  <a:cxn ang="0">
                    <a:pos x="144" y="310"/>
                  </a:cxn>
                  <a:cxn ang="0">
                    <a:pos x="144" y="357"/>
                  </a:cxn>
                  <a:cxn ang="0">
                    <a:pos x="163" y="385"/>
                  </a:cxn>
                  <a:cxn ang="0">
                    <a:pos x="139" y="426"/>
                  </a:cxn>
                  <a:cxn ang="0">
                    <a:pos x="139" y="473"/>
                  </a:cxn>
                  <a:cxn ang="0">
                    <a:pos x="165" y="513"/>
                  </a:cxn>
                  <a:cxn ang="0">
                    <a:pos x="184" y="556"/>
                  </a:cxn>
                  <a:cxn ang="0">
                    <a:pos x="205" y="589"/>
                  </a:cxn>
                  <a:cxn ang="0">
                    <a:pos x="226" y="577"/>
                  </a:cxn>
                  <a:cxn ang="0">
                    <a:pos x="222" y="532"/>
                  </a:cxn>
                  <a:cxn ang="0">
                    <a:pos x="222" y="466"/>
                  </a:cxn>
                  <a:cxn ang="0">
                    <a:pos x="224" y="400"/>
                  </a:cxn>
                  <a:cxn ang="0">
                    <a:pos x="267" y="355"/>
                  </a:cxn>
                  <a:cxn ang="0">
                    <a:pos x="283" y="317"/>
                  </a:cxn>
                  <a:cxn ang="0">
                    <a:pos x="300" y="298"/>
                  </a:cxn>
                  <a:cxn ang="0">
                    <a:pos x="316" y="260"/>
                  </a:cxn>
                  <a:cxn ang="0">
                    <a:pos x="347" y="246"/>
                  </a:cxn>
                  <a:cxn ang="0">
                    <a:pos x="361" y="215"/>
                  </a:cxn>
                  <a:cxn ang="0">
                    <a:pos x="387" y="201"/>
                  </a:cxn>
                  <a:cxn ang="0">
                    <a:pos x="375" y="166"/>
                  </a:cxn>
                  <a:cxn ang="0">
                    <a:pos x="356" y="123"/>
                  </a:cxn>
                  <a:cxn ang="0">
                    <a:pos x="318" y="104"/>
                  </a:cxn>
                  <a:cxn ang="0">
                    <a:pos x="255" y="102"/>
                  </a:cxn>
                  <a:cxn ang="0">
                    <a:pos x="236" y="76"/>
                  </a:cxn>
                  <a:cxn ang="0">
                    <a:pos x="224" y="43"/>
                  </a:cxn>
                  <a:cxn ang="0">
                    <a:pos x="186" y="41"/>
                  </a:cxn>
                  <a:cxn ang="0">
                    <a:pos x="172" y="71"/>
                  </a:cxn>
                  <a:cxn ang="0">
                    <a:pos x="148" y="41"/>
                  </a:cxn>
                  <a:cxn ang="0">
                    <a:pos x="127" y="15"/>
                  </a:cxn>
                  <a:cxn ang="0">
                    <a:pos x="101" y="0"/>
                  </a:cxn>
                  <a:cxn ang="0">
                    <a:pos x="82" y="41"/>
                  </a:cxn>
                  <a:cxn ang="0">
                    <a:pos x="66" y="12"/>
                  </a:cxn>
                  <a:cxn ang="0">
                    <a:pos x="33" y="0"/>
                  </a:cxn>
                  <a:cxn ang="0">
                    <a:pos x="7" y="31"/>
                  </a:cxn>
                  <a:cxn ang="0">
                    <a:pos x="28" y="57"/>
                  </a:cxn>
                </a:cxnLst>
                <a:rect l="0" t="0" r="r" b="b"/>
                <a:pathLst>
                  <a:path w="387" h="600">
                    <a:moveTo>
                      <a:pt x="40" y="69"/>
                    </a:moveTo>
                    <a:lnTo>
                      <a:pt x="28" y="81"/>
                    </a:lnTo>
                    <a:lnTo>
                      <a:pt x="33" y="119"/>
                    </a:lnTo>
                    <a:lnTo>
                      <a:pt x="44" y="159"/>
                    </a:lnTo>
                    <a:lnTo>
                      <a:pt x="59" y="163"/>
                    </a:lnTo>
                    <a:lnTo>
                      <a:pt x="73" y="178"/>
                    </a:lnTo>
                    <a:lnTo>
                      <a:pt x="89" y="196"/>
                    </a:lnTo>
                    <a:lnTo>
                      <a:pt x="82" y="204"/>
                    </a:lnTo>
                    <a:lnTo>
                      <a:pt x="82" y="225"/>
                    </a:lnTo>
                    <a:lnTo>
                      <a:pt x="87" y="237"/>
                    </a:lnTo>
                    <a:lnTo>
                      <a:pt x="108" y="260"/>
                    </a:lnTo>
                    <a:lnTo>
                      <a:pt x="127" y="274"/>
                    </a:lnTo>
                    <a:lnTo>
                      <a:pt x="139" y="293"/>
                    </a:lnTo>
                    <a:lnTo>
                      <a:pt x="144" y="310"/>
                    </a:lnTo>
                    <a:lnTo>
                      <a:pt x="144" y="336"/>
                    </a:lnTo>
                    <a:lnTo>
                      <a:pt x="144" y="357"/>
                    </a:lnTo>
                    <a:lnTo>
                      <a:pt x="167" y="367"/>
                    </a:lnTo>
                    <a:lnTo>
                      <a:pt x="163" y="385"/>
                    </a:lnTo>
                    <a:lnTo>
                      <a:pt x="148" y="402"/>
                    </a:lnTo>
                    <a:lnTo>
                      <a:pt x="139" y="426"/>
                    </a:lnTo>
                    <a:lnTo>
                      <a:pt x="139" y="452"/>
                    </a:lnTo>
                    <a:lnTo>
                      <a:pt x="139" y="473"/>
                    </a:lnTo>
                    <a:lnTo>
                      <a:pt x="151" y="496"/>
                    </a:lnTo>
                    <a:lnTo>
                      <a:pt x="165" y="513"/>
                    </a:lnTo>
                    <a:lnTo>
                      <a:pt x="172" y="534"/>
                    </a:lnTo>
                    <a:lnTo>
                      <a:pt x="184" y="556"/>
                    </a:lnTo>
                    <a:lnTo>
                      <a:pt x="184" y="582"/>
                    </a:lnTo>
                    <a:lnTo>
                      <a:pt x="205" y="589"/>
                    </a:lnTo>
                    <a:lnTo>
                      <a:pt x="224" y="600"/>
                    </a:lnTo>
                    <a:lnTo>
                      <a:pt x="226" y="577"/>
                    </a:lnTo>
                    <a:lnTo>
                      <a:pt x="229" y="558"/>
                    </a:lnTo>
                    <a:lnTo>
                      <a:pt x="222" y="532"/>
                    </a:lnTo>
                    <a:lnTo>
                      <a:pt x="222" y="511"/>
                    </a:lnTo>
                    <a:lnTo>
                      <a:pt x="222" y="466"/>
                    </a:lnTo>
                    <a:lnTo>
                      <a:pt x="222" y="435"/>
                    </a:lnTo>
                    <a:lnTo>
                      <a:pt x="224" y="400"/>
                    </a:lnTo>
                    <a:lnTo>
                      <a:pt x="252" y="374"/>
                    </a:lnTo>
                    <a:lnTo>
                      <a:pt x="267" y="355"/>
                    </a:lnTo>
                    <a:lnTo>
                      <a:pt x="274" y="343"/>
                    </a:lnTo>
                    <a:lnTo>
                      <a:pt x="283" y="317"/>
                    </a:lnTo>
                    <a:lnTo>
                      <a:pt x="288" y="310"/>
                    </a:lnTo>
                    <a:lnTo>
                      <a:pt x="300" y="298"/>
                    </a:lnTo>
                    <a:lnTo>
                      <a:pt x="309" y="281"/>
                    </a:lnTo>
                    <a:lnTo>
                      <a:pt x="316" y="260"/>
                    </a:lnTo>
                    <a:lnTo>
                      <a:pt x="328" y="253"/>
                    </a:lnTo>
                    <a:lnTo>
                      <a:pt x="347" y="246"/>
                    </a:lnTo>
                    <a:lnTo>
                      <a:pt x="356" y="234"/>
                    </a:lnTo>
                    <a:lnTo>
                      <a:pt x="361" y="215"/>
                    </a:lnTo>
                    <a:lnTo>
                      <a:pt x="373" y="208"/>
                    </a:lnTo>
                    <a:lnTo>
                      <a:pt x="387" y="201"/>
                    </a:lnTo>
                    <a:lnTo>
                      <a:pt x="385" y="173"/>
                    </a:lnTo>
                    <a:lnTo>
                      <a:pt x="375" y="166"/>
                    </a:lnTo>
                    <a:lnTo>
                      <a:pt x="363" y="149"/>
                    </a:lnTo>
                    <a:lnTo>
                      <a:pt x="356" y="123"/>
                    </a:lnTo>
                    <a:lnTo>
                      <a:pt x="342" y="114"/>
                    </a:lnTo>
                    <a:lnTo>
                      <a:pt x="318" y="104"/>
                    </a:lnTo>
                    <a:lnTo>
                      <a:pt x="285" y="104"/>
                    </a:lnTo>
                    <a:lnTo>
                      <a:pt x="255" y="102"/>
                    </a:lnTo>
                    <a:lnTo>
                      <a:pt x="238" y="93"/>
                    </a:lnTo>
                    <a:lnTo>
                      <a:pt x="236" y="76"/>
                    </a:lnTo>
                    <a:lnTo>
                      <a:pt x="231" y="48"/>
                    </a:lnTo>
                    <a:lnTo>
                      <a:pt x="224" y="43"/>
                    </a:lnTo>
                    <a:lnTo>
                      <a:pt x="205" y="41"/>
                    </a:lnTo>
                    <a:lnTo>
                      <a:pt x="186" y="41"/>
                    </a:lnTo>
                    <a:lnTo>
                      <a:pt x="179" y="69"/>
                    </a:lnTo>
                    <a:lnTo>
                      <a:pt x="172" y="71"/>
                    </a:lnTo>
                    <a:lnTo>
                      <a:pt x="158" y="62"/>
                    </a:lnTo>
                    <a:lnTo>
                      <a:pt x="148" y="41"/>
                    </a:lnTo>
                    <a:lnTo>
                      <a:pt x="137" y="22"/>
                    </a:lnTo>
                    <a:lnTo>
                      <a:pt x="127" y="15"/>
                    </a:lnTo>
                    <a:lnTo>
                      <a:pt x="115" y="0"/>
                    </a:lnTo>
                    <a:lnTo>
                      <a:pt x="101" y="0"/>
                    </a:lnTo>
                    <a:lnTo>
                      <a:pt x="101" y="24"/>
                    </a:lnTo>
                    <a:lnTo>
                      <a:pt x="82" y="41"/>
                    </a:lnTo>
                    <a:lnTo>
                      <a:pt x="73" y="29"/>
                    </a:lnTo>
                    <a:lnTo>
                      <a:pt x="66" y="12"/>
                    </a:lnTo>
                    <a:lnTo>
                      <a:pt x="47" y="0"/>
                    </a:lnTo>
                    <a:lnTo>
                      <a:pt x="33" y="0"/>
                    </a:lnTo>
                    <a:lnTo>
                      <a:pt x="23" y="24"/>
                    </a:lnTo>
                    <a:lnTo>
                      <a:pt x="7" y="31"/>
                    </a:lnTo>
                    <a:lnTo>
                      <a:pt x="0" y="50"/>
                    </a:lnTo>
                    <a:lnTo>
                      <a:pt x="28" y="57"/>
                    </a:lnTo>
                    <a:lnTo>
                      <a:pt x="40" y="69"/>
                    </a:lnTo>
                    <a:close/>
                  </a:path>
                </a:pathLst>
              </a:custGeom>
              <a:grpFill/>
              <a:ln w="317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de-DE"/>
              </a:p>
            </p:txBody>
          </p:sp>
          <p:sp>
            <p:nvSpPr>
              <p:cNvPr id="100" name="Freeform 194">
                <a:extLst>
                  <a:ext uri="{FF2B5EF4-FFF2-40B4-BE49-F238E27FC236}">
                    <a16:creationId xmlns:a16="http://schemas.microsoft.com/office/drawing/2014/main" id="{2D22A5CD-B34C-4380-B691-1D55905F46F7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2695937" y="1084547"/>
                <a:ext cx="8889" cy="5448"/>
              </a:xfrm>
              <a:custGeom>
                <a:avLst/>
                <a:gdLst/>
                <a:ahLst/>
                <a:cxnLst>
                  <a:cxn ang="0">
                    <a:pos x="31" y="7"/>
                  </a:cxn>
                  <a:cxn ang="0">
                    <a:pos x="17" y="0"/>
                  </a:cxn>
                  <a:cxn ang="0">
                    <a:pos x="15" y="2"/>
                  </a:cxn>
                  <a:cxn ang="0">
                    <a:pos x="0" y="19"/>
                  </a:cxn>
                  <a:cxn ang="0">
                    <a:pos x="31" y="19"/>
                  </a:cxn>
                  <a:cxn ang="0">
                    <a:pos x="31" y="7"/>
                  </a:cxn>
                </a:cxnLst>
                <a:rect l="0" t="0" r="r" b="b"/>
                <a:pathLst>
                  <a:path w="31" h="19">
                    <a:moveTo>
                      <a:pt x="31" y="7"/>
                    </a:moveTo>
                    <a:lnTo>
                      <a:pt x="17" y="0"/>
                    </a:lnTo>
                    <a:lnTo>
                      <a:pt x="15" y="2"/>
                    </a:lnTo>
                    <a:lnTo>
                      <a:pt x="0" y="19"/>
                    </a:lnTo>
                    <a:lnTo>
                      <a:pt x="31" y="19"/>
                    </a:lnTo>
                    <a:lnTo>
                      <a:pt x="31" y="7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tx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101" name="Freeform 195">
                <a:extLst>
                  <a:ext uri="{FF2B5EF4-FFF2-40B4-BE49-F238E27FC236}">
                    <a16:creationId xmlns:a16="http://schemas.microsoft.com/office/drawing/2014/main" id="{F5F1D7D5-C7BA-48E5-AE70-58B2B870270D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2695937" y="1079100"/>
                <a:ext cx="4874" cy="143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5"/>
                  </a:cxn>
                  <a:cxn ang="0">
                    <a:pos x="17" y="0"/>
                  </a:cxn>
                  <a:cxn ang="0">
                    <a:pos x="0" y="0"/>
                  </a:cxn>
                </a:cxnLst>
                <a:rect l="0" t="0" r="r" b="b"/>
                <a:pathLst>
                  <a:path w="17" h="5">
                    <a:moveTo>
                      <a:pt x="0" y="0"/>
                    </a:moveTo>
                    <a:lnTo>
                      <a:pt x="0" y="5"/>
                    </a:lnTo>
                    <a:lnTo>
                      <a:pt x="17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102" name="Freeform 196">
                <a:extLst>
                  <a:ext uri="{FF2B5EF4-FFF2-40B4-BE49-F238E27FC236}">
                    <a16:creationId xmlns:a16="http://schemas.microsoft.com/office/drawing/2014/main" id="{D82A459F-8696-49A4-B5AA-E7B7C9EECBF9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2666403" y="1054153"/>
                <a:ext cx="28961" cy="1949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14"/>
                  </a:cxn>
                  <a:cxn ang="0">
                    <a:pos x="16" y="42"/>
                  </a:cxn>
                  <a:cxn ang="0">
                    <a:pos x="40" y="68"/>
                  </a:cxn>
                  <a:cxn ang="0">
                    <a:pos x="49" y="68"/>
                  </a:cxn>
                  <a:cxn ang="0">
                    <a:pos x="59" y="52"/>
                  </a:cxn>
                  <a:cxn ang="0">
                    <a:pos x="85" y="42"/>
                  </a:cxn>
                  <a:cxn ang="0">
                    <a:pos x="101" y="33"/>
                  </a:cxn>
                  <a:cxn ang="0">
                    <a:pos x="85" y="11"/>
                  </a:cxn>
                  <a:cxn ang="0">
                    <a:pos x="59" y="4"/>
                  </a:cxn>
                  <a:cxn ang="0">
                    <a:pos x="35" y="26"/>
                  </a:cxn>
                  <a:cxn ang="0">
                    <a:pos x="11" y="14"/>
                  </a:cxn>
                  <a:cxn ang="0">
                    <a:pos x="0" y="0"/>
                  </a:cxn>
                </a:cxnLst>
                <a:rect l="0" t="0" r="r" b="b"/>
                <a:pathLst>
                  <a:path w="101" h="68">
                    <a:moveTo>
                      <a:pt x="0" y="0"/>
                    </a:moveTo>
                    <a:lnTo>
                      <a:pt x="0" y="14"/>
                    </a:lnTo>
                    <a:lnTo>
                      <a:pt x="16" y="42"/>
                    </a:lnTo>
                    <a:lnTo>
                      <a:pt x="40" y="68"/>
                    </a:lnTo>
                    <a:lnTo>
                      <a:pt x="49" y="68"/>
                    </a:lnTo>
                    <a:lnTo>
                      <a:pt x="59" y="52"/>
                    </a:lnTo>
                    <a:lnTo>
                      <a:pt x="85" y="42"/>
                    </a:lnTo>
                    <a:lnTo>
                      <a:pt x="101" y="33"/>
                    </a:lnTo>
                    <a:lnTo>
                      <a:pt x="85" y="11"/>
                    </a:lnTo>
                    <a:lnTo>
                      <a:pt x="59" y="4"/>
                    </a:lnTo>
                    <a:lnTo>
                      <a:pt x="35" y="26"/>
                    </a:lnTo>
                    <a:lnTo>
                      <a:pt x="11" y="14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de-DE"/>
              </a:p>
            </p:txBody>
          </p:sp>
          <p:sp>
            <p:nvSpPr>
              <p:cNvPr id="103" name="Freeform 197">
                <a:extLst>
                  <a:ext uri="{FF2B5EF4-FFF2-40B4-BE49-F238E27FC236}">
                    <a16:creationId xmlns:a16="http://schemas.microsoft.com/office/drawing/2014/main" id="{D2137698-B98B-4332-B849-9EB87146C978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2700812" y="1045265"/>
                <a:ext cx="16917" cy="18351"/>
              </a:xfrm>
              <a:custGeom>
                <a:avLst/>
                <a:gdLst/>
                <a:ahLst/>
                <a:cxnLst>
                  <a:cxn ang="0">
                    <a:pos x="50" y="64"/>
                  </a:cxn>
                  <a:cxn ang="0">
                    <a:pos x="59" y="40"/>
                  </a:cxn>
                  <a:cxn ang="0">
                    <a:pos x="59" y="19"/>
                  </a:cxn>
                  <a:cxn ang="0">
                    <a:pos x="47" y="2"/>
                  </a:cxn>
                  <a:cxn ang="0">
                    <a:pos x="14" y="0"/>
                  </a:cxn>
                  <a:cxn ang="0">
                    <a:pos x="0" y="14"/>
                  </a:cxn>
                  <a:cxn ang="0">
                    <a:pos x="31" y="54"/>
                  </a:cxn>
                  <a:cxn ang="0">
                    <a:pos x="50" y="64"/>
                  </a:cxn>
                </a:cxnLst>
                <a:rect l="0" t="0" r="r" b="b"/>
                <a:pathLst>
                  <a:path w="59" h="64">
                    <a:moveTo>
                      <a:pt x="50" y="64"/>
                    </a:moveTo>
                    <a:lnTo>
                      <a:pt x="59" y="40"/>
                    </a:lnTo>
                    <a:lnTo>
                      <a:pt x="59" y="19"/>
                    </a:lnTo>
                    <a:lnTo>
                      <a:pt x="47" y="2"/>
                    </a:lnTo>
                    <a:lnTo>
                      <a:pt x="14" y="0"/>
                    </a:lnTo>
                    <a:lnTo>
                      <a:pt x="0" y="14"/>
                    </a:lnTo>
                    <a:lnTo>
                      <a:pt x="31" y="54"/>
                    </a:lnTo>
                    <a:lnTo>
                      <a:pt x="50" y="64"/>
                    </a:lnTo>
                    <a:close/>
                  </a:path>
                </a:pathLst>
              </a:custGeom>
              <a:grpFill/>
              <a:ln w="317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de-DE"/>
              </a:p>
            </p:txBody>
          </p:sp>
          <p:sp>
            <p:nvSpPr>
              <p:cNvPr id="104" name="Freeform 198">
                <a:extLst>
                  <a:ext uri="{FF2B5EF4-FFF2-40B4-BE49-F238E27FC236}">
                    <a16:creationId xmlns:a16="http://schemas.microsoft.com/office/drawing/2014/main" id="{5AFB5C3F-E849-4A61-8941-69F30847350E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2662962" y="1022899"/>
                <a:ext cx="10036" cy="9463"/>
              </a:xfrm>
              <a:custGeom>
                <a:avLst/>
                <a:gdLst/>
                <a:ahLst/>
                <a:cxnLst>
                  <a:cxn ang="0">
                    <a:pos x="35" y="5"/>
                  </a:cxn>
                  <a:cxn ang="0">
                    <a:pos x="26" y="0"/>
                  </a:cxn>
                  <a:cxn ang="0">
                    <a:pos x="0" y="16"/>
                  </a:cxn>
                  <a:cxn ang="0">
                    <a:pos x="0" y="33"/>
                  </a:cxn>
                  <a:cxn ang="0">
                    <a:pos x="30" y="24"/>
                  </a:cxn>
                  <a:cxn ang="0">
                    <a:pos x="35" y="5"/>
                  </a:cxn>
                </a:cxnLst>
                <a:rect l="0" t="0" r="r" b="b"/>
                <a:pathLst>
                  <a:path w="35" h="33">
                    <a:moveTo>
                      <a:pt x="35" y="5"/>
                    </a:moveTo>
                    <a:lnTo>
                      <a:pt x="26" y="0"/>
                    </a:lnTo>
                    <a:lnTo>
                      <a:pt x="0" y="16"/>
                    </a:lnTo>
                    <a:lnTo>
                      <a:pt x="0" y="33"/>
                    </a:lnTo>
                    <a:lnTo>
                      <a:pt x="30" y="24"/>
                    </a:lnTo>
                    <a:lnTo>
                      <a:pt x="35" y="5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tx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105" name="Freeform 199">
                <a:extLst>
                  <a:ext uri="{FF2B5EF4-FFF2-40B4-BE49-F238E27FC236}">
                    <a16:creationId xmlns:a16="http://schemas.microsoft.com/office/drawing/2014/main" id="{CECFB27A-D672-41E6-A074-61BFD254EA7F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2650059" y="1051859"/>
                <a:ext cx="6595" cy="5448"/>
              </a:xfrm>
              <a:custGeom>
                <a:avLst/>
                <a:gdLst/>
                <a:ahLst/>
                <a:cxnLst>
                  <a:cxn ang="0">
                    <a:pos x="23" y="10"/>
                  </a:cxn>
                  <a:cxn ang="0">
                    <a:pos x="0" y="0"/>
                  </a:cxn>
                  <a:cxn ang="0">
                    <a:pos x="23" y="19"/>
                  </a:cxn>
                  <a:cxn ang="0">
                    <a:pos x="23" y="10"/>
                  </a:cxn>
                </a:cxnLst>
                <a:rect l="0" t="0" r="r" b="b"/>
                <a:pathLst>
                  <a:path w="23" h="19">
                    <a:moveTo>
                      <a:pt x="23" y="10"/>
                    </a:moveTo>
                    <a:lnTo>
                      <a:pt x="0" y="0"/>
                    </a:lnTo>
                    <a:lnTo>
                      <a:pt x="23" y="19"/>
                    </a:lnTo>
                    <a:lnTo>
                      <a:pt x="23" y="1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tx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106" name="Freeform 200">
                <a:extLst>
                  <a:ext uri="{FF2B5EF4-FFF2-40B4-BE49-F238E27FC236}">
                    <a16:creationId xmlns:a16="http://schemas.microsoft.com/office/drawing/2014/main" id="{88F64A87-EA55-40F9-9A61-DAAF3AD7947E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2492926" y="1018884"/>
                <a:ext cx="16056" cy="9463"/>
              </a:xfrm>
              <a:custGeom>
                <a:avLst/>
                <a:gdLst/>
                <a:ahLst/>
                <a:cxnLst>
                  <a:cxn ang="0">
                    <a:pos x="23" y="26"/>
                  </a:cxn>
                  <a:cxn ang="0">
                    <a:pos x="21" y="33"/>
                  </a:cxn>
                  <a:cxn ang="0">
                    <a:pos x="28" y="33"/>
                  </a:cxn>
                  <a:cxn ang="0">
                    <a:pos x="52" y="33"/>
                  </a:cxn>
                  <a:cxn ang="0">
                    <a:pos x="56" y="26"/>
                  </a:cxn>
                  <a:cxn ang="0">
                    <a:pos x="56" y="14"/>
                  </a:cxn>
                  <a:cxn ang="0">
                    <a:pos x="56" y="4"/>
                  </a:cxn>
                  <a:cxn ang="0">
                    <a:pos x="30" y="0"/>
                  </a:cxn>
                  <a:cxn ang="0">
                    <a:pos x="0" y="0"/>
                  </a:cxn>
                  <a:cxn ang="0">
                    <a:pos x="7" y="16"/>
                  </a:cxn>
                  <a:cxn ang="0">
                    <a:pos x="21" y="16"/>
                  </a:cxn>
                  <a:cxn ang="0">
                    <a:pos x="40" y="16"/>
                  </a:cxn>
                  <a:cxn ang="0">
                    <a:pos x="38" y="23"/>
                  </a:cxn>
                  <a:cxn ang="0">
                    <a:pos x="23" y="26"/>
                  </a:cxn>
                </a:cxnLst>
                <a:rect l="0" t="0" r="r" b="b"/>
                <a:pathLst>
                  <a:path w="56" h="33">
                    <a:moveTo>
                      <a:pt x="23" y="26"/>
                    </a:moveTo>
                    <a:lnTo>
                      <a:pt x="21" y="33"/>
                    </a:lnTo>
                    <a:lnTo>
                      <a:pt x="28" y="33"/>
                    </a:lnTo>
                    <a:lnTo>
                      <a:pt x="52" y="33"/>
                    </a:lnTo>
                    <a:lnTo>
                      <a:pt x="56" y="26"/>
                    </a:lnTo>
                    <a:lnTo>
                      <a:pt x="56" y="14"/>
                    </a:lnTo>
                    <a:lnTo>
                      <a:pt x="56" y="4"/>
                    </a:lnTo>
                    <a:lnTo>
                      <a:pt x="30" y="0"/>
                    </a:lnTo>
                    <a:lnTo>
                      <a:pt x="0" y="0"/>
                    </a:lnTo>
                    <a:lnTo>
                      <a:pt x="7" y="16"/>
                    </a:lnTo>
                    <a:lnTo>
                      <a:pt x="21" y="16"/>
                    </a:lnTo>
                    <a:lnTo>
                      <a:pt x="40" y="16"/>
                    </a:lnTo>
                    <a:lnTo>
                      <a:pt x="38" y="23"/>
                    </a:lnTo>
                    <a:lnTo>
                      <a:pt x="23" y="26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tx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107" name="Freeform 201">
                <a:extLst>
                  <a:ext uri="{FF2B5EF4-FFF2-40B4-BE49-F238E27FC236}">
                    <a16:creationId xmlns:a16="http://schemas.microsoft.com/office/drawing/2014/main" id="{84B0EE93-CB7A-4CB2-9F75-4C41E8C10506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2459089" y="1020891"/>
                <a:ext cx="43297" cy="43297"/>
              </a:xfrm>
              <a:custGeom>
                <a:avLst/>
                <a:gdLst/>
                <a:ahLst/>
                <a:cxnLst>
                  <a:cxn ang="0">
                    <a:pos x="29" y="62"/>
                  </a:cxn>
                  <a:cxn ang="0">
                    <a:pos x="29" y="60"/>
                  </a:cxn>
                  <a:cxn ang="0">
                    <a:pos x="33" y="60"/>
                  </a:cxn>
                  <a:cxn ang="0">
                    <a:pos x="37" y="64"/>
                  </a:cxn>
                  <a:cxn ang="0">
                    <a:pos x="42" y="62"/>
                  </a:cxn>
                  <a:cxn ang="0">
                    <a:pos x="47" y="55"/>
                  </a:cxn>
                  <a:cxn ang="0">
                    <a:pos x="47" y="52"/>
                  </a:cxn>
                  <a:cxn ang="0">
                    <a:pos x="54" y="48"/>
                  </a:cxn>
                  <a:cxn ang="0">
                    <a:pos x="64" y="48"/>
                  </a:cxn>
                  <a:cxn ang="0">
                    <a:pos x="64" y="32"/>
                  </a:cxn>
                  <a:cxn ang="0">
                    <a:pos x="57" y="33"/>
                  </a:cxn>
                  <a:cxn ang="0">
                    <a:pos x="57" y="36"/>
                  </a:cxn>
                  <a:cxn ang="0">
                    <a:pos x="57" y="40"/>
                  </a:cxn>
                  <a:cxn ang="0">
                    <a:pos x="50" y="43"/>
                  </a:cxn>
                  <a:cxn ang="0">
                    <a:pos x="44" y="38"/>
                  </a:cxn>
                  <a:cxn ang="0">
                    <a:pos x="43" y="34"/>
                  </a:cxn>
                  <a:cxn ang="0">
                    <a:pos x="48" y="27"/>
                  </a:cxn>
                  <a:cxn ang="0">
                    <a:pos x="50" y="18"/>
                  </a:cxn>
                  <a:cxn ang="0">
                    <a:pos x="54" y="15"/>
                  </a:cxn>
                  <a:cxn ang="0">
                    <a:pos x="53" y="9"/>
                  </a:cxn>
                  <a:cxn ang="0">
                    <a:pos x="46" y="9"/>
                  </a:cxn>
                  <a:cxn ang="0">
                    <a:pos x="44" y="0"/>
                  </a:cxn>
                  <a:cxn ang="0">
                    <a:pos x="36" y="2"/>
                  </a:cxn>
                  <a:cxn ang="0">
                    <a:pos x="30" y="6"/>
                  </a:cxn>
                  <a:cxn ang="0">
                    <a:pos x="26" y="9"/>
                  </a:cxn>
                  <a:cxn ang="0">
                    <a:pos x="18" y="15"/>
                  </a:cxn>
                  <a:cxn ang="0">
                    <a:pos x="9" y="21"/>
                  </a:cxn>
                  <a:cxn ang="0">
                    <a:pos x="5" y="25"/>
                  </a:cxn>
                  <a:cxn ang="0">
                    <a:pos x="0" y="30"/>
                  </a:cxn>
                  <a:cxn ang="0">
                    <a:pos x="5" y="33"/>
                  </a:cxn>
                  <a:cxn ang="0">
                    <a:pos x="13" y="33"/>
                  </a:cxn>
                  <a:cxn ang="0">
                    <a:pos x="7" y="35"/>
                  </a:cxn>
                  <a:cxn ang="0">
                    <a:pos x="5" y="40"/>
                  </a:cxn>
                  <a:cxn ang="0">
                    <a:pos x="6" y="46"/>
                  </a:cxn>
                  <a:cxn ang="0">
                    <a:pos x="9" y="50"/>
                  </a:cxn>
                  <a:cxn ang="0">
                    <a:pos x="13" y="56"/>
                  </a:cxn>
                  <a:cxn ang="0">
                    <a:pos x="18" y="64"/>
                  </a:cxn>
                  <a:cxn ang="0">
                    <a:pos x="26" y="62"/>
                  </a:cxn>
                  <a:cxn ang="0">
                    <a:pos x="29" y="62"/>
                  </a:cxn>
                </a:cxnLst>
                <a:rect l="0" t="0" r="r" b="b"/>
                <a:pathLst>
                  <a:path w="64" h="64">
                    <a:moveTo>
                      <a:pt x="29" y="62"/>
                    </a:moveTo>
                    <a:cubicBezTo>
                      <a:pt x="29" y="60"/>
                      <a:pt x="29" y="60"/>
                      <a:pt x="29" y="60"/>
                    </a:cubicBezTo>
                    <a:cubicBezTo>
                      <a:pt x="33" y="60"/>
                      <a:pt x="33" y="60"/>
                      <a:pt x="33" y="60"/>
                    </a:cubicBezTo>
                    <a:cubicBezTo>
                      <a:pt x="37" y="64"/>
                      <a:pt x="37" y="64"/>
                      <a:pt x="37" y="64"/>
                    </a:cubicBezTo>
                    <a:cubicBezTo>
                      <a:pt x="42" y="62"/>
                      <a:pt x="42" y="62"/>
                      <a:pt x="42" y="62"/>
                    </a:cubicBezTo>
                    <a:cubicBezTo>
                      <a:pt x="47" y="55"/>
                      <a:pt x="47" y="55"/>
                      <a:pt x="47" y="55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54" y="48"/>
                      <a:pt x="54" y="48"/>
                      <a:pt x="54" y="48"/>
                    </a:cubicBezTo>
                    <a:cubicBezTo>
                      <a:pt x="64" y="48"/>
                      <a:pt x="64" y="48"/>
                      <a:pt x="64" y="48"/>
                    </a:cubicBezTo>
                    <a:cubicBezTo>
                      <a:pt x="64" y="32"/>
                      <a:pt x="64" y="32"/>
                      <a:pt x="64" y="32"/>
                    </a:cubicBezTo>
                    <a:cubicBezTo>
                      <a:pt x="57" y="33"/>
                      <a:pt x="57" y="33"/>
                      <a:pt x="57" y="33"/>
                    </a:cubicBezTo>
                    <a:cubicBezTo>
                      <a:pt x="57" y="36"/>
                      <a:pt x="57" y="36"/>
                      <a:pt x="57" y="36"/>
                    </a:cubicBezTo>
                    <a:cubicBezTo>
                      <a:pt x="57" y="40"/>
                      <a:pt x="57" y="40"/>
                      <a:pt x="57" y="40"/>
                    </a:cubicBezTo>
                    <a:cubicBezTo>
                      <a:pt x="50" y="43"/>
                      <a:pt x="50" y="43"/>
                      <a:pt x="50" y="43"/>
                    </a:cubicBezTo>
                    <a:cubicBezTo>
                      <a:pt x="44" y="38"/>
                      <a:pt x="44" y="38"/>
                      <a:pt x="44" y="38"/>
                    </a:cubicBezTo>
                    <a:cubicBezTo>
                      <a:pt x="44" y="38"/>
                      <a:pt x="42" y="35"/>
                      <a:pt x="43" y="34"/>
                    </a:cubicBezTo>
                    <a:cubicBezTo>
                      <a:pt x="44" y="33"/>
                      <a:pt x="48" y="27"/>
                      <a:pt x="48" y="27"/>
                    </a:cubicBezTo>
                    <a:cubicBezTo>
                      <a:pt x="50" y="18"/>
                      <a:pt x="50" y="18"/>
                      <a:pt x="50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3" y="9"/>
                      <a:pt x="53" y="9"/>
                      <a:pt x="53" y="9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6" y="46"/>
                      <a:pt x="6" y="46"/>
                      <a:pt x="6" y="46"/>
                    </a:cubicBezTo>
                    <a:cubicBezTo>
                      <a:pt x="9" y="50"/>
                      <a:pt x="9" y="50"/>
                      <a:pt x="9" y="50"/>
                    </a:cubicBezTo>
                    <a:cubicBezTo>
                      <a:pt x="13" y="56"/>
                      <a:pt x="13" y="56"/>
                      <a:pt x="13" y="56"/>
                    </a:cubicBezTo>
                    <a:cubicBezTo>
                      <a:pt x="18" y="64"/>
                      <a:pt x="18" y="64"/>
                      <a:pt x="18" y="64"/>
                    </a:cubicBezTo>
                    <a:cubicBezTo>
                      <a:pt x="26" y="62"/>
                      <a:pt x="26" y="62"/>
                      <a:pt x="26" y="62"/>
                    </a:cubicBezTo>
                    <a:lnTo>
                      <a:pt x="29" y="62"/>
                    </a:lnTo>
                    <a:close/>
                  </a:path>
                </a:pathLst>
              </a:custGeom>
              <a:grpFill/>
              <a:ln w="317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de-DE"/>
              </a:p>
            </p:txBody>
          </p:sp>
          <p:sp>
            <p:nvSpPr>
              <p:cNvPr id="108" name="Freeform 202">
                <a:extLst>
                  <a:ext uri="{FF2B5EF4-FFF2-40B4-BE49-F238E27FC236}">
                    <a16:creationId xmlns:a16="http://schemas.microsoft.com/office/drawing/2014/main" id="{AFE2DDC8-A1E1-4E26-9EAA-1201EEE930EC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2383104" y="1053293"/>
                <a:ext cx="79141" cy="67671"/>
              </a:xfrm>
              <a:custGeom>
                <a:avLst/>
                <a:gdLst/>
                <a:ahLst/>
                <a:cxnLst>
                  <a:cxn ang="0">
                    <a:pos x="109" y="65"/>
                  </a:cxn>
                  <a:cxn ang="0">
                    <a:pos x="107" y="61"/>
                  </a:cxn>
                  <a:cxn ang="0">
                    <a:pos x="103" y="56"/>
                  </a:cxn>
                  <a:cxn ang="0">
                    <a:pos x="98" y="50"/>
                  </a:cxn>
                  <a:cxn ang="0">
                    <a:pos x="90" y="51"/>
                  </a:cxn>
                  <a:cxn ang="0">
                    <a:pos x="97" y="58"/>
                  </a:cxn>
                  <a:cxn ang="0">
                    <a:pos x="93" y="62"/>
                  </a:cxn>
                  <a:cxn ang="0">
                    <a:pos x="91" y="67"/>
                  </a:cxn>
                  <a:cxn ang="0">
                    <a:pos x="83" y="66"/>
                  </a:cxn>
                  <a:cxn ang="0">
                    <a:pos x="78" y="58"/>
                  </a:cxn>
                  <a:cxn ang="0">
                    <a:pos x="76" y="49"/>
                  </a:cxn>
                  <a:cxn ang="0">
                    <a:pos x="79" y="44"/>
                  </a:cxn>
                  <a:cxn ang="0">
                    <a:pos x="69" y="37"/>
                  </a:cxn>
                  <a:cxn ang="0">
                    <a:pos x="74" y="43"/>
                  </a:cxn>
                  <a:cxn ang="0">
                    <a:pos x="68" y="50"/>
                  </a:cxn>
                  <a:cxn ang="0">
                    <a:pos x="62" y="54"/>
                  </a:cxn>
                  <a:cxn ang="0">
                    <a:pos x="58" y="49"/>
                  </a:cxn>
                  <a:cxn ang="0">
                    <a:pos x="51" y="47"/>
                  </a:cxn>
                  <a:cxn ang="0">
                    <a:pos x="48" y="42"/>
                  </a:cxn>
                  <a:cxn ang="0">
                    <a:pos x="44" y="37"/>
                  </a:cxn>
                  <a:cxn ang="0">
                    <a:pos x="39" y="31"/>
                  </a:cxn>
                  <a:cxn ang="0">
                    <a:pos x="36" y="26"/>
                  </a:cxn>
                  <a:cxn ang="0">
                    <a:pos x="30" y="20"/>
                  </a:cxn>
                  <a:cxn ang="0">
                    <a:pos x="20" y="18"/>
                  </a:cxn>
                  <a:cxn ang="0">
                    <a:pos x="14" y="13"/>
                  </a:cxn>
                  <a:cxn ang="0">
                    <a:pos x="8" y="4"/>
                  </a:cxn>
                  <a:cxn ang="0">
                    <a:pos x="3" y="0"/>
                  </a:cxn>
                  <a:cxn ang="0">
                    <a:pos x="0" y="7"/>
                  </a:cxn>
                  <a:cxn ang="0">
                    <a:pos x="14" y="23"/>
                  </a:cxn>
                  <a:cxn ang="0">
                    <a:pos x="14" y="33"/>
                  </a:cxn>
                  <a:cxn ang="0">
                    <a:pos x="19" y="38"/>
                  </a:cxn>
                  <a:cxn ang="0">
                    <a:pos x="28" y="49"/>
                  </a:cxn>
                  <a:cxn ang="0">
                    <a:pos x="37" y="60"/>
                  </a:cxn>
                  <a:cxn ang="0">
                    <a:pos x="45" y="66"/>
                  </a:cxn>
                  <a:cxn ang="0">
                    <a:pos x="48" y="74"/>
                  </a:cxn>
                  <a:cxn ang="0">
                    <a:pos x="61" y="84"/>
                  </a:cxn>
                  <a:cxn ang="0">
                    <a:pos x="75" y="95"/>
                  </a:cxn>
                  <a:cxn ang="0">
                    <a:pos x="80" y="100"/>
                  </a:cxn>
                  <a:cxn ang="0">
                    <a:pos x="84" y="93"/>
                  </a:cxn>
                  <a:cxn ang="0">
                    <a:pos x="91" y="82"/>
                  </a:cxn>
                  <a:cxn ang="0">
                    <a:pos x="95" y="83"/>
                  </a:cxn>
                  <a:cxn ang="0">
                    <a:pos x="112" y="83"/>
                  </a:cxn>
                  <a:cxn ang="0">
                    <a:pos x="117" y="80"/>
                  </a:cxn>
                  <a:cxn ang="0">
                    <a:pos x="115" y="71"/>
                  </a:cxn>
                  <a:cxn ang="0">
                    <a:pos x="109" y="65"/>
                  </a:cxn>
                </a:cxnLst>
                <a:rect l="0" t="0" r="r" b="b"/>
                <a:pathLst>
                  <a:path w="117" h="100">
                    <a:moveTo>
                      <a:pt x="109" y="65"/>
                    </a:moveTo>
                    <a:cubicBezTo>
                      <a:pt x="107" y="61"/>
                      <a:pt x="107" y="61"/>
                      <a:pt x="107" y="61"/>
                    </a:cubicBezTo>
                    <a:cubicBezTo>
                      <a:pt x="103" y="56"/>
                      <a:pt x="103" y="56"/>
                      <a:pt x="103" y="56"/>
                    </a:cubicBezTo>
                    <a:cubicBezTo>
                      <a:pt x="98" y="50"/>
                      <a:pt x="98" y="50"/>
                      <a:pt x="98" y="50"/>
                    </a:cubicBezTo>
                    <a:cubicBezTo>
                      <a:pt x="90" y="51"/>
                      <a:pt x="90" y="51"/>
                      <a:pt x="90" y="51"/>
                    </a:cubicBezTo>
                    <a:cubicBezTo>
                      <a:pt x="97" y="58"/>
                      <a:pt x="97" y="58"/>
                      <a:pt x="97" y="58"/>
                    </a:cubicBezTo>
                    <a:cubicBezTo>
                      <a:pt x="93" y="62"/>
                      <a:pt x="93" y="62"/>
                      <a:pt x="93" y="62"/>
                    </a:cubicBezTo>
                    <a:cubicBezTo>
                      <a:pt x="91" y="67"/>
                      <a:pt x="91" y="67"/>
                      <a:pt x="91" y="67"/>
                    </a:cubicBezTo>
                    <a:cubicBezTo>
                      <a:pt x="91" y="67"/>
                      <a:pt x="84" y="67"/>
                      <a:pt x="83" y="66"/>
                    </a:cubicBezTo>
                    <a:cubicBezTo>
                      <a:pt x="82" y="66"/>
                      <a:pt x="78" y="59"/>
                      <a:pt x="78" y="58"/>
                    </a:cubicBezTo>
                    <a:cubicBezTo>
                      <a:pt x="77" y="57"/>
                      <a:pt x="76" y="49"/>
                      <a:pt x="76" y="49"/>
                    </a:cubicBezTo>
                    <a:cubicBezTo>
                      <a:pt x="79" y="44"/>
                      <a:pt x="79" y="44"/>
                      <a:pt x="79" y="44"/>
                    </a:cubicBezTo>
                    <a:cubicBezTo>
                      <a:pt x="79" y="44"/>
                      <a:pt x="70" y="38"/>
                      <a:pt x="69" y="37"/>
                    </a:cubicBezTo>
                    <a:cubicBezTo>
                      <a:pt x="68" y="36"/>
                      <a:pt x="74" y="43"/>
                      <a:pt x="74" y="43"/>
                    </a:cubicBezTo>
                    <a:cubicBezTo>
                      <a:pt x="68" y="50"/>
                      <a:pt x="68" y="50"/>
                      <a:pt x="68" y="50"/>
                    </a:cubicBezTo>
                    <a:cubicBezTo>
                      <a:pt x="62" y="54"/>
                      <a:pt x="62" y="54"/>
                      <a:pt x="62" y="54"/>
                    </a:cubicBezTo>
                    <a:cubicBezTo>
                      <a:pt x="58" y="49"/>
                      <a:pt x="58" y="49"/>
                      <a:pt x="58" y="49"/>
                    </a:cubicBezTo>
                    <a:cubicBezTo>
                      <a:pt x="51" y="47"/>
                      <a:pt x="51" y="47"/>
                      <a:pt x="51" y="47"/>
                    </a:cubicBezTo>
                    <a:cubicBezTo>
                      <a:pt x="48" y="42"/>
                      <a:pt x="48" y="42"/>
                      <a:pt x="48" y="42"/>
                    </a:cubicBezTo>
                    <a:cubicBezTo>
                      <a:pt x="44" y="37"/>
                      <a:pt x="44" y="37"/>
                      <a:pt x="44" y="37"/>
                    </a:cubicBezTo>
                    <a:cubicBezTo>
                      <a:pt x="39" y="31"/>
                      <a:pt x="39" y="31"/>
                      <a:pt x="39" y="31"/>
                    </a:cubicBezTo>
                    <a:cubicBezTo>
                      <a:pt x="36" y="26"/>
                      <a:pt x="36" y="26"/>
                      <a:pt x="36" y="26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28" y="49"/>
                      <a:pt x="28" y="49"/>
                      <a:pt x="28" y="49"/>
                    </a:cubicBezTo>
                    <a:cubicBezTo>
                      <a:pt x="37" y="60"/>
                      <a:pt x="37" y="60"/>
                      <a:pt x="37" y="60"/>
                    </a:cubicBezTo>
                    <a:cubicBezTo>
                      <a:pt x="45" y="66"/>
                      <a:pt x="45" y="66"/>
                      <a:pt x="45" y="66"/>
                    </a:cubicBezTo>
                    <a:cubicBezTo>
                      <a:pt x="48" y="74"/>
                      <a:pt x="48" y="74"/>
                      <a:pt x="48" y="74"/>
                    </a:cubicBezTo>
                    <a:cubicBezTo>
                      <a:pt x="61" y="84"/>
                      <a:pt x="61" y="84"/>
                      <a:pt x="61" y="84"/>
                    </a:cubicBezTo>
                    <a:cubicBezTo>
                      <a:pt x="75" y="95"/>
                      <a:pt x="75" y="95"/>
                      <a:pt x="75" y="95"/>
                    </a:cubicBezTo>
                    <a:cubicBezTo>
                      <a:pt x="80" y="100"/>
                      <a:pt x="80" y="100"/>
                      <a:pt x="80" y="100"/>
                    </a:cubicBezTo>
                    <a:cubicBezTo>
                      <a:pt x="84" y="93"/>
                      <a:pt x="84" y="93"/>
                      <a:pt x="84" y="93"/>
                    </a:cubicBezTo>
                    <a:cubicBezTo>
                      <a:pt x="91" y="82"/>
                      <a:pt x="91" y="82"/>
                      <a:pt x="91" y="82"/>
                    </a:cubicBezTo>
                    <a:cubicBezTo>
                      <a:pt x="95" y="83"/>
                      <a:pt x="95" y="83"/>
                      <a:pt x="95" y="83"/>
                    </a:cubicBezTo>
                    <a:cubicBezTo>
                      <a:pt x="112" y="83"/>
                      <a:pt x="112" y="83"/>
                      <a:pt x="112" y="83"/>
                    </a:cubicBezTo>
                    <a:cubicBezTo>
                      <a:pt x="117" y="80"/>
                      <a:pt x="117" y="80"/>
                      <a:pt x="117" y="80"/>
                    </a:cubicBezTo>
                    <a:cubicBezTo>
                      <a:pt x="115" y="71"/>
                      <a:pt x="115" y="71"/>
                      <a:pt x="115" y="71"/>
                    </a:cubicBezTo>
                    <a:lnTo>
                      <a:pt x="109" y="65"/>
                    </a:lnTo>
                    <a:close/>
                  </a:path>
                </a:pathLst>
              </a:custGeom>
              <a:grpFill/>
              <a:ln w="317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de-DE"/>
              </a:p>
            </p:txBody>
          </p:sp>
          <p:sp>
            <p:nvSpPr>
              <p:cNvPr id="109" name="Freeform 203">
                <a:extLst>
                  <a:ext uri="{FF2B5EF4-FFF2-40B4-BE49-F238E27FC236}">
                    <a16:creationId xmlns:a16="http://schemas.microsoft.com/office/drawing/2014/main" id="{796A1A77-6FB4-4CB0-9AB0-ADA93B677DEF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2496940" y="1056734"/>
                <a:ext cx="8889" cy="7455"/>
              </a:xfrm>
              <a:custGeom>
                <a:avLst/>
                <a:gdLst/>
                <a:ahLst/>
                <a:cxnLst>
                  <a:cxn ang="0">
                    <a:pos x="9" y="2"/>
                  </a:cxn>
                  <a:cxn ang="0">
                    <a:pos x="0" y="5"/>
                  </a:cxn>
                  <a:cxn ang="0">
                    <a:pos x="5" y="12"/>
                  </a:cxn>
                  <a:cxn ang="0">
                    <a:pos x="26" y="26"/>
                  </a:cxn>
                  <a:cxn ang="0">
                    <a:pos x="31" y="21"/>
                  </a:cxn>
                  <a:cxn ang="0">
                    <a:pos x="31" y="9"/>
                  </a:cxn>
                  <a:cxn ang="0">
                    <a:pos x="19" y="0"/>
                  </a:cxn>
                  <a:cxn ang="0">
                    <a:pos x="9" y="2"/>
                  </a:cxn>
                </a:cxnLst>
                <a:rect l="0" t="0" r="r" b="b"/>
                <a:pathLst>
                  <a:path w="31" h="26">
                    <a:moveTo>
                      <a:pt x="9" y="2"/>
                    </a:moveTo>
                    <a:lnTo>
                      <a:pt x="0" y="5"/>
                    </a:lnTo>
                    <a:lnTo>
                      <a:pt x="5" y="12"/>
                    </a:lnTo>
                    <a:lnTo>
                      <a:pt x="26" y="26"/>
                    </a:lnTo>
                    <a:lnTo>
                      <a:pt x="31" y="21"/>
                    </a:lnTo>
                    <a:lnTo>
                      <a:pt x="31" y="9"/>
                    </a:lnTo>
                    <a:lnTo>
                      <a:pt x="19" y="0"/>
                    </a:lnTo>
                    <a:lnTo>
                      <a:pt x="9" y="2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110" name="Freeform 204">
                <a:extLst>
                  <a:ext uri="{FF2B5EF4-FFF2-40B4-BE49-F238E27FC236}">
                    <a16:creationId xmlns:a16="http://schemas.microsoft.com/office/drawing/2014/main" id="{5D2E4BBA-D3FF-4B41-8A6A-B923AE6418AA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2475148" y="1075085"/>
                <a:ext cx="11757" cy="13477"/>
              </a:xfrm>
              <a:custGeom>
                <a:avLst/>
                <a:gdLst/>
                <a:ahLst/>
                <a:cxnLst>
                  <a:cxn ang="0">
                    <a:pos x="19" y="42"/>
                  </a:cxn>
                  <a:cxn ang="0">
                    <a:pos x="41" y="47"/>
                  </a:cxn>
                  <a:cxn ang="0">
                    <a:pos x="41" y="19"/>
                  </a:cxn>
                  <a:cxn ang="0">
                    <a:pos x="41" y="0"/>
                  </a:cxn>
                  <a:cxn ang="0">
                    <a:pos x="19" y="5"/>
                  </a:cxn>
                  <a:cxn ang="0">
                    <a:pos x="17" y="19"/>
                  </a:cxn>
                  <a:cxn ang="0">
                    <a:pos x="17" y="26"/>
                  </a:cxn>
                  <a:cxn ang="0">
                    <a:pos x="0" y="31"/>
                  </a:cxn>
                  <a:cxn ang="0">
                    <a:pos x="10" y="40"/>
                  </a:cxn>
                  <a:cxn ang="0">
                    <a:pos x="19" y="42"/>
                  </a:cxn>
                </a:cxnLst>
                <a:rect l="0" t="0" r="r" b="b"/>
                <a:pathLst>
                  <a:path w="41" h="47">
                    <a:moveTo>
                      <a:pt x="19" y="42"/>
                    </a:moveTo>
                    <a:lnTo>
                      <a:pt x="41" y="47"/>
                    </a:lnTo>
                    <a:lnTo>
                      <a:pt x="41" y="19"/>
                    </a:lnTo>
                    <a:lnTo>
                      <a:pt x="41" y="0"/>
                    </a:lnTo>
                    <a:lnTo>
                      <a:pt x="19" y="5"/>
                    </a:lnTo>
                    <a:lnTo>
                      <a:pt x="17" y="19"/>
                    </a:lnTo>
                    <a:lnTo>
                      <a:pt x="17" y="26"/>
                    </a:lnTo>
                    <a:lnTo>
                      <a:pt x="0" y="31"/>
                    </a:lnTo>
                    <a:lnTo>
                      <a:pt x="10" y="40"/>
                    </a:lnTo>
                    <a:lnTo>
                      <a:pt x="19" y="42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tx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111" name="Freeform 205">
                <a:extLst>
                  <a:ext uri="{FF2B5EF4-FFF2-40B4-BE49-F238E27FC236}">
                    <a16:creationId xmlns:a16="http://schemas.microsoft.com/office/drawing/2014/main" id="{E37D8BF1-8DF0-467B-9AA3-7F6577B53D23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2465685" y="1081107"/>
                <a:ext cx="1434" cy="2868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2" y="0"/>
                  </a:cxn>
                  <a:cxn ang="0">
                    <a:pos x="0" y="4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4"/>
                      <a:pt x="0" y="4"/>
                    </a:cubicBezTo>
                    <a:close/>
                  </a:path>
                </a:pathLst>
              </a:custGeom>
              <a:grpFill/>
              <a:ln w="3175" cap="flat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112" name="Freeform 207">
                <a:extLst>
                  <a:ext uri="{FF2B5EF4-FFF2-40B4-BE49-F238E27FC236}">
                    <a16:creationId xmlns:a16="http://schemas.microsoft.com/office/drawing/2014/main" id="{FB3FF833-4615-4393-B522-D33AFCE4550E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2448767" y="1067630"/>
                <a:ext cx="11470" cy="10036"/>
              </a:xfrm>
              <a:custGeom>
                <a:avLst/>
                <a:gdLst/>
                <a:ahLst/>
                <a:cxnLst>
                  <a:cxn ang="0">
                    <a:pos x="12" y="19"/>
                  </a:cxn>
                  <a:cxn ang="0">
                    <a:pos x="0" y="23"/>
                  </a:cxn>
                  <a:cxn ang="0">
                    <a:pos x="7" y="35"/>
                  </a:cxn>
                  <a:cxn ang="0">
                    <a:pos x="19" y="28"/>
                  </a:cxn>
                  <a:cxn ang="0">
                    <a:pos x="19" y="16"/>
                  </a:cxn>
                  <a:cxn ang="0">
                    <a:pos x="40" y="14"/>
                  </a:cxn>
                  <a:cxn ang="0">
                    <a:pos x="29" y="7"/>
                  </a:cxn>
                  <a:cxn ang="0">
                    <a:pos x="19" y="0"/>
                  </a:cxn>
                  <a:cxn ang="0">
                    <a:pos x="12" y="19"/>
                  </a:cxn>
                </a:cxnLst>
                <a:rect l="0" t="0" r="r" b="b"/>
                <a:pathLst>
                  <a:path w="40" h="35">
                    <a:moveTo>
                      <a:pt x="12" y="19"/>
                    </a:moveTo>
                    <a:lnTo>
                      <a:pt x="0" y="23"/>
                    </a:lnTo>
                    <a:lnTo>
                      <a:pt x="7" y="35"/>
                    </a:lnTo>
                    <a:lnTo>
                      <a:pt x="19" y="28"/>
                    </a:lnTo>
                    <a:lnTo>
                      <a:pt x="19" y="16"/>
                    </a:lnTo>
                    <a:lnTo>
                      <a:pt x="40" y="14"/>
                    </a:lnTo>
                    <a:lnTo>
                      <a:pt x="29" y="7"/>
                    </a:lnTo>
                    <a:lnTo>
                      <a:pt x="19" y="0"/>
                    </a:lnTo>
                    <a:lnTo>
                      <a:pt x="12" y="19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113" name="Freeform 208">
                <a:extLst>
                  <a:ext uri="{FF2B5EF4-FFF2-40B4-BE49-F238E27FC236}">
                    <a16:creationId xmlns:a16="http://schemas.microsoft.com/office/drawing/2014/main" id="{0883EF37-74DE-4FD5-94A0-13DF2158A04C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2448767" y="1052720"/>
                <a:ext cx="8315" cy="8029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4" y="11"/>
                  </a:cxn>
                  <a:cxn ang="0">
                    <a:pos x="12" y="4"/>
                  </a:cxn>
                  <a:cxn ang="0">
                    <a:pos x="10" y="0"/>
                  </a:cxn>
                  <a:cxn ang="0">
                    <a:pos x="0" y="4"/>
                  </a:cxn>
                </a:cxnLst>
                <a:rect l="0" t="0" r="r" b="b"/>
                <a:pathLst>
                  <a:path w="12" h="12">
                    <a:moveTo>
                      <a:pt x="0" y="4"/>
                    </a:moveTo>
                    <a:cubicBezTo>
                      <a:pt x="0" y="4"/>
                      <a:pt x="1" y="12"/>
                      <a:pt x="4" y="11"/>
                    </a:cubicBezTo>
                    <a:cubicBezTo>
                      <a:pt x="7" y="10"/>
                      <a:pt x="12" y="4"/>
                      <a:pt x="12" y="4"/>
                    </a:cubicBezTo>
                    <a:cubicBezTo>
                      <a:pt x="10" y="0"/>
                      <a:pt x="10" y="0"/>
                      <a:pt x="1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tx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114" name="Freeform 209">
                <a:extLst>
                  <a:ext uri="{FF2B5EF4-FFF2-40B4-BE49-F238E27FC236}">
                    <a16:creationId xmlns:a16="http://schemas.microsoft.com/office/drawing/2014/main" id="{02BD8DB5-F4CA-43DC-B17B-8EE0EFFE6F3C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2443318" y="1034368"/>
                <a:ext cx="8889" cy="8029"/>
              </a:xfrm>
              <a:custGeom>
                <a:avLst/>
                <a:gdLst/>
                <a:ahLst/>
                <a:cxnLst>
                  <a:cxn ang="0">
                    <a:pos x="1" y="6"/>
                  </a:cxn>
                  <a:cxn ang="0">
                    <a:pos x="1" y="12"/>
                  </a:cxn>
                  <a:cxn ang="0">
                    <a:pos x="9" y="11"/>
                  </a:cxn>
                  <a:cxn ang="0">
                    <a:pos x="13" y="6"/>
                  </a:cxn>
                  <a:cxn ang="0">
                    <a:pos x="8" y="0"/>
                  </a:cxn>
                  <a:cxn ang="0">
                    <a:pos x="1" y="6"/>
                  </a:cxn>
                </a:cxnLst>
                <a:rect l="0" t="0" r="r" b="b"/>
                <a:pathLst>
                  <a:path w="13" h="12">
                    <a:moveTo>
                      <a:pt x="1" y="6"/>
                    </a:moveTo>
                    <a:cubicBezTo>
                      <a:pt x="1" y="6"/>
                      <a:pt x="0" y="12"/>
                      <a:pt x="1" y="12"/>
                    </a:cubicBezTo>
                    <a:cubicBezTo>
                      <a:pt x="3" y="12"/>
                      <a:pt x="9" y="11"/>
                      <a:pt x="9" y="11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8" y="0"/>
                      <a:pt x="8" y="0"/>
                      <a:pt x="8" y="0"/>
                    </a:cubicBezTo>
                    <a:lnTo>
                      <a:pt x="1" y="6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115" name="Freeform 210">
                <a:extLst>
                  <a:ext uri="{FF2B5EF4-FFF2-40B4-BE49-F238E27FC236}">
                    <a16:creationId xmlns:a16="http://schemas.microsoft.com/office/drawing/2014/main" id="{F1F6101C-EA19-42C4-BC22-3F0BA22F43D8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2420954" y="1049853"/>
                <a:ext cx="19785" cy="8889"/>
              </a:xfrm>
              <a:custGeom>
                <a:avLst/>
                <a:gdLst/>
                <a:ahLst/>
                <a:cxnLst>
                  <a:cxn ang="0">
                    <a:pos x="8" y="5"/>
                  </a:cxn>
                  <a:cxn ang="0">
                    <a:pos x="12" y="4"/>
                  </a:cxn>
                  <a:cxn ang="0">
                    <a:pos x="17" y="10"/>
                  </a:cxn>
                  <a:cxn ang="0">
                    <a:pos x="21" y="13"/>
                  </a:cxn>
                  <a:cxn ang="0">
                    <a:pos x="29" y="8"/>
                  </a:cxn>
                  <a:cxn ang="0">
                    <a:pos x="29" y="0"/>
                  </a:cxn>
                  <a:cxn ang="0">
                    <a:pos x="26" y="1"/>
                  </a:cxn>
                  <a:cxn ang="0">
                    <a:pos x="13" y="1"/>
                  </a:cxn>
                  <a:cxn ang="0">
                    <a:pos x="3" y="0"/>
                  </a:cxn>
                  <a:cxn ang="0">
                    <a:pos x="1" y="5"/>
                  </a:cxn>
                  <a:cxn ang="0">
                    <a:pos x="8" y="5"/>
                  </a:cxn>
                </a:cxnLst>
                <a:rect l="0" t="0" r="r" b="b"/>
                <a:pathLst>
                  <a:path w="29" h="13">
                    <a:moveTo>
                      <a:pt x="8" y="5"/>
                    </a:move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7" y="9"/>
                      <a:pt x="17" y="10"/>
                    </a:cubicBezTo>
                    <a:cubicBezTo>
                      <a:pt x="18" y="10"/>
                      <a:pt x="19" y="13"/>
                      <a:pt x="21" y="13"/>
                    </a:cubicBezTo>
                    <a:cubicBezTo>
                      <a:pt x="23" y="13"/>
                      <a:pt x="29" y="8"/>
                      <a:pt x="29" y="8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4"/>
                      <a:pt x="1" y="5"/>
                    </a:cubicBezTo>
                    <a:cubicBezTo>
                      <a:pt x="3" y="6"/>
                      <a:pt x="8" y="5"/>
                      <a:pt x="8" y="5"/>
                    </a:cubicBezTo>
                    <a:close/>
                  </a:path>
                </a:pathLst>
              </a:custGeom>
              <a:grpFill/>
              <a:ln w="3175" cap="flat">
                <a:solidFill>
                  <a:schemeClr val="tx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116" name="Freeform 211">
                <a:extLst>
                  <a:ext uri="{FF2B5EF4-FFF2-40B4-BE49-F238E27FC236}">
                    <a16:creationId xmlns:a16="http://schemas.microsoft.com/office/drawing/2014/main" id="{E10E7142-990E-4E96-A257-89C1A2F81D4D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2391132" y="1023472"/>
                <a:ext cx="27240" cy="16917"/>
              </a:xfrm>
              <a:custGeom>
                <a:avLst/>
                <a:gdLst/>
                <a:ahLst/>
                <a:cxnLst>
                  <a:cxn ang="0">
                    <a:pos x="17" y="0"/>
                  </a:cxn>
                  <a:cxn ang="0">
                    <a:pos x="5" y="7"/>
                  </a:cxn>
                  <a:cxn ang="0">
                    <a:pos x="0" y="17"/>
                  </a:cxn>
                  <a:cxn ang="0">
                    <a:pos x="10" y="31"/>
                  </a:cxn>
                  <a:cxn ang="0">
                    <a:pos x="24" y="38"/>
                  </a:cxn>
                  <a:cxn ang="0">
                    <a:pos x="41" y="38"/>
                  </a:cxn>
                  <a:cxn ang="0">
                    <a:pos x="62" y="48"/>
                  </a:cxn>
                  <a:cxn ang="0">
                    <a:pos x="76" y="59"/>
                  </a:cxn>
                  <a:cxn ang="0">
                    <a:pos x="95" y="52"/>
                  </a:cxn>
                  <a:cxn ang="0">
                    <a:pos x="81" y="38"/>
                  </a:cxn>
                  <a:cxn ang="0">
                    <a:pos x="67" y="38"/>
                  </a:cxn>
                  <a:cxn ang="0">
                    <a:pos x="43" y="29"/>
                  </a:cxn>
                  <a:cxn ang="0">
                    <a:pos x="26" y="24"/>
                  </a:cxn>
                  <a:cxn ang="0">
                    <a:pos x="24" y="5"/>
                  </a:cxn>
                  <a:cxn ang="0">
                    <a:pos x="17" y="0"/>
                  </a:cxn>
                </a:cxnLst>
                <a:rect l="0" t="0" r="r" b="b"/>
                <a:pathLst>
                  <a:path w="95" h="59">
                    <a:moveTo>
                      <a:pt x="17" y="0"/>
                    </a:moveTo>
                    <a:lnTo>
                      <a:pt x="5" y="7"/>
                    </a:lnTo>
                    <a:lnTo>
                      <a:pt x="0" y="17"/>
                    </a:lnTo>
                    <a:lnTo>
                      <a:pt x="10" y="31"/>
                    </a:lnTo>
                    <a:lnTo>
                      <a:pt x="24" y="38"/>
                    </a:lnTo>
                    <a:lnTo>
                      <a:pt x="41" y="38"/>
                    </a:lnTo>
                    <a:lnTo>
                      <a:pt x="62" y="48"/>
                    </a:lnTo>
                    <a:lnTo>
                      <a:pt x="76" y="59"/>
                    </a:lnTo>
                    <a:lnTo>
                      <a:pt x="95" y="52"/>
                    </a:lnTo>
                    <a:lnTo>
                      <a:pt x="81" y="38"/>
                    </a:lnTo>
                    <a:lnTo>
                      <a:pt x="67" y="38"/>
                    </a:lnTo>
                    <a:lnTo>
                      <a:pt x="43" y="29"/>
                    </a:lnTo>
                    <a:lnTo>
                      <a:pt x="26" y="24"/>
                    </a:lnTo>
                    <a:lnTo>
                      <a:pt x="24" y="5"/>
                    </a:lnTo>
                    <a:lnTo>
                      <a:pt x="17" y="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tx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117" name="Freeform 212">
                <a:extLst>
                  <a:ext uri="{FF2B5EF4-FFF2-40B4-BE49-F238E27FC236}">
                    <a16:creationId xmlns:a16="http://schemas.microsoft.com/office/drawing/2014/main" id="{DF93EFEB-8995-4A47-AD3E-2B98BC76B681}"/>
                  </a:ext>
                </a:extLst>
              </p:cNvPr>
              <p:cNvSpPr>
                <a:spLocks noEditPoints="1"/>
              </p:cNvSpPr>
              <p:nvPr userDrawn="1"/>
            </p:nvSpPr>
            <p:spPr bwMode="gray">
              <a:xfrm>
                <a:off x="2568624" y="1058168"/>
                <a:ext cx="223657" cy="155700"/>
              </a:xfrm>
              <a:custGeom>
                <a:avLst/>
                <a:gdLst/>
                <a:ahLst/>
                <a:cxnLst>
                  <a:cxn ang="0">
                    <a:pos x="0" y="92"/>
                  </a:cxn>
                  <a:cxn ang="0">
                    <a:pos x="17" y="125"/>
                  </a:cxn>
                  <a:cxn ang="0">
                    <a:pos x="73" y="149"/>
                  </a:cxn>
                  <a:cxn ang="0">
                    <a:pos x="119" y="169"/>
                  </a:cxn>
                  <a:cxn ang="0">
                    <a:pos x="158" y="203"/>
                  </a:cxn>
                  <a:cxn ang="0">
                    <a:pos x="184" y="223"/>
                  </a:cxn>
                  <a:cxn ang="0">
                    <a:pos x="196" y="227"/>
                  </a:cxn>
                  <a:cxn ang="0">
                    <a:pos x="197" y="208"/>
                  </a:cxn>
                  <a:cxn ang="0">
                    <a:pos x="221" y="195"/>
                  </a:cxn>
                  <a:cxn ang="0">
                    <a:pos x="255" y="189"/>
                  </a:cxn>
                  <a:cxn ang="0">
                    <a:pos x="287" y="194"/>
                  </a:cxn>
                  <a:cxn ang="0">
                    <a:pos x="314" y="197"/>
                  </a:cxn>
                  <a:cxn ang="0">
                    <a:pos x="328" y="175"/>
                  </a:cxn>
                  <a:cxn ang="0">
                    <a:pos x="319" y="165"/>
                  </a:cxn>
                  <a:cxn ang="0">
                    <a:pos x="314" y="148"/>
                  </a:cxn>
                  <a:cxn ang="0">
                    <a:pos x="330" y="139"/>
                  </a:cxn>
                  <a:cxn ang="0">
                    <a:pos x="327" y="119"/>
                  </a:cxn>
                  <a:cxn ang="0">
                    <a:pos x="309" y="107"/>
                  </a:cxn>
                  <a:cxn ang="0">
                    <a:pos x="300" y="85"/>
                  </a:cxn>
                  <a:cxn ang="0">
                    <a:pos x="286" y="65"/>
                  </a:cxn>
                  <a:cxn ang="0">
                    <a:pos x="271" y="49"/>
                  </a:cxn>
                  <a:cxn ang="0">
                    <a:pos x="249" y="39"/>
                  </a:cxn>
                  <a:cxn ang="0">
                    <a:pos x="246" y="67"/>
                  </a:cxn>
                  <a:cxn ang="0">
                    <a:pos x="223" y="71"/>
                  </a:cxn>
                  <a:cxn ang="0">
                    <a:pos x="239" y="92"/>
                  </a:cxn>
                  <a:cxn ang="0">
                    <a:pos x="205" y="83"/>
                  </a:cxn>
                  <a:cxn ang="0">
                    <a:pos x="185" y="64"/>
                  </a:cxn>
                  <a:cxn ang="0">
                    <a:pos x="150" y="43"/>
                  </a:cxn>
                  <a:cxn ang="0">
                    <a:pos x="135" y="24"/>
                  </a:cxn>
                  <a:cxn ang="0">
                    <a:pos x="110" y="2"/>
                  </a:cxn>
                  <a:cxn ang="0">
                    <a:pos x="68" y="4"/>
                  </a:cxn>
                  <a:cxn ang="0">
                    <a:pos x="46" y="11"/>
                  </a:cxn>
                  <a:cxn ang="0">
                    <a:pos x="25" y="35"/>
                  </a:cxn>
                  <a:cxn ang="0">
                    <a:pos x="31" y="56"/>
                  </a:cxn>
                  <a:cxn ang="0">
                    <a:pos x="43" y="77"/>
                  </a:cxn>
                  <a:cxn ang="0">
                    <a:pos x="57" y="83"/>
                  </a:cxn>
                  <a:cxn ang="0">
                    <a:pos x="39" y="88"/>
                  </a:cxn>
                  <a:cxn ang="0">
                    <a:pos x="42" y="103"/>
                  </a:cxn>
                  <a:cxn ang="0">
                    <a:pos x="28" y="95"/>
                  </a:cxn>
                  <a:cxn ang="0">
                    <a:pos x="11" y="90"/>
                  </a:cxn>
                  <a:cxn ang="0">
                    <a:pos x="13" y="102"/>
                  </a:cxn>
                  <a:cxn ang="0">
                    <a:pos x="3" y="82"/>
                  </a:cxn>
                  <a:cxn ang="0">
                    <a:pos x="208" y="125"/>
                  </a:cxn>
                  <a:cxn ang="0">
                    <a:pos x="232" y="139"/>
                  </a:cxn>
                  <a:cxn ang="0">
                    <a:pos x="219" y="154"/>
                  </a:cxn>
                  <a:cxn ang="0">
                    <a:pos x="212" y="139"/>
                  </a:cxn>
                  <a:cxn ang="0">
                    <a:pos x="199" y="133"/>
                  </a:cxn>
                  <a:cxn ang="0">
                    <a:pos x="201" y="121"/>
                  </a:cxn>
                </a:cxnLst>
                <a:rect l="0" t="0" r="r" b="b"/>
                <a:pathLst>
                  <a:path w="330" h="230">
                    <a:moveTo>
                      <a:pt x="5" y="78"/>
                    </a:moveTo>
                    <a:cubicBezTo>
                      <a:pt x="0" y="77"/>
                      <a:pt x="0" y="77"/>
                      <a:pt x="0" y="77"/>
                    </a:cubicBezTo>
                    <a:cubicBezTo>
                      <a:pt x="0" y="92"/>
                      <a:pt x="0" y="92"/>
                      <a:pt x="0" y="92"/>
                    </a:cubicBezTo>
                    <a:cubicBezTo>
                      <a:pt x="5" y="104"/>
                      <a:pt x="5" y="104"/>
                      <a:pt x="5" y="104"/>
                    </a:cubicBezTo>
                    <a:cubicBezTo>
                      <a:pt x="9" y="113"/>
                      <a:pt x="9" y="113"/>
                      <a:pt x="9" y="113"/>
                    </a:cubicBezTo>
                    <a:cubicBezTo>
                      <a:pt x="17" y="125"/>
                      <a:pt x="17" y="125"/>
                      <a:pt x="17" y="125"/>
                    </a:cubicBezTo>
                    <a:cubicBezTo>
                      <a:pt x="37" y="134"/>
                      <a:pt x="37" y="134"/>
                      <a:pt x="37" y="134"/>
                    </a:cubicBezTo>
                    <a:cubicBezTo>
                      <a:pt x="54" y="140"/>
                      <a:pt x="54" y="140"/>
                      <a:pt x="54" y="140"/>
                    </a:cubicBezTo>
                    <a:cubicBezTo>
                      <a:pt x="73" y="149"/>
                      <a:pt x="73" y="149"/>
                      <a:pt x="73" y="149"/>
                    </a:cubicBezTo>
                    <a:cubicBezTo>
                      <a:pt x="93" y="157"/>
                      <a:pt x="93" y="157"/>
                      <a:pt x="93" y="157"/>
                    </a:cubicBezTo>
                    <a:cubicBezTo>
                      <a:pt x="109" y="161"/>
                      <a:pt x="109" y="161"/>
                      <a:pt x="109" y="161"/>
                    </a:cubicBezTo>
                    <a:cubicBezTo>
                      <a:pt x="119" y="169"/>
                      <a:pt x="119" y="169"/>
                      <a:pt x="119" y="169"/>
                    </a:cubicBezTo>
                    <a:cubicBezTo>
                      <a:pt x="136" y="187"/>
                      <a:pt x="136" y="187"/>
                      <a:pt x="136" y="187"/>
                    </a:cubicBezTo>
                    <a:cubicBezTo>
                      <a:pt x="145" y="197"/>
                      <a:pt x="145" y="197"/>
                      <a:pt x="145" y="197"/>
                    </a:cubicBezTo>
                    <a:cubicBezTo>
                      <a:pt x="158" y="203"/>
                      <a:pt x="158" y="203"/>
                      <a:pt x="158" y="203"/>
                    </a:cubicBezTo>
                    <a:cubicBezTo>
                      <a:pt x="170" y="213"/>
                      <a:pt x="170" y="213"/>
                      <a:pt x="170" y="213"/>
                    </a:cubicBezTo>
                    <a:cubicBezTo>
                      <a:pt x="178" y="217"/>
                      <a:pt x="178" y="217"/>
                      <a:pt x="178" y="217"/>
                    </a:cubicBezTo>
                    <a:cubicBezTo>
                      <a:pt x="184" y="223"/>
                      <a:pt x="184" y="223"/>
                      <a:pt x="184" y="223"/>
                    </a:cubicBezTo>
                    <a:cubicBezTo>
                      <a:pt x="196" y="230"/>
                      <a:pt x="196" y="230"/>
                      <a:pt x="196" y="230"/>
                    </a:cubicBezTo>
                    <a:cubicBezTo>
                      <a:pt x="202" y="230"/>
                      <a:pt x="202" y="230"/>
                      <a:pt x="202" y="230"/>
                    </a:cubicBezTo>
                    <a:cubicBezTo>
                      <a:pt x="196" y="227"/>
                      <a:pt x="196" y="227"/>
                      <a:pt x="196" y="227"/>
                    </a:cubicBezTo>
                    <a:cubicBezTo>
                      <a:pt x="187" y="220"/>
                      <a:pt x="187" y="220"/>
                      <a:pt x="187" y="220"/>
                    </a:cubicBezTo>
                    <a:cubicBezTo>
                      <a:pt x="190" y="215"/>
                      <a:pt x="190" y="215"/>
                      <a:pt x="190" y="215"/>
                    </a:cubicBezTo>
                    <a:cubicBezTo>
                      <a:pt x="197" y="208"/>
                      <a:pt x="197" y="208"/>
                      <a:pt x="197" y="208"/>
                    </a:cubicBezTo>
                    <a:cubicBezTo>
                      <a:pt x="209" y="205"/>
                      <a:pt x="209" y="205"/>
                      <a:pt x="209" y="205"/>
                    </a:cubicBezTo>
                    <a:cubicBezTo>
                      <a:pt x="215" y="200"/>
                      <a:pt x="215" y="200"/>
                      <a:pt x="215" y="200"/>
                    </a:cubicBezTo>
                    <a:cubicBezTo>
                      <a:pt x="221" y="195"/>
                      <a:pt x="221" y="195"/>
                      <a:pt x="221" y="195"/>
                    </a:cubicBezTo>
                    <a:cubicBezTo>
                      <a:pt x="228" y="190"/>
                      <a:pt x="228" y="190"/>
                      <a:pt x="228" y="190"/>
                    </a:cubicBezTo>
                    <a:cubicBezTo>
                      <a:pt x="247" y="189"/>
                      <a:pt x="247" y="189"/>
                      <a:pt x="247" y="189"/>
                    </a:cubicBezTo>
                    <a:cubicBezTo>
                      <a:pt x="255" y="189"/>
                      <a:pt x="255" y="189"/>
                      <a:pt x="255" y="189"/>
                    </a:cubicBezTo>
                    <a:cubicBezTo>
                      <a:pt x="268" y="189"/>
                      <a:pt x="268" y="189"/>
                      <a:pt x="268" y="189"/>
                    </a:cubicBezTo>
                    <a:cubicBezTo>
                      <a:pt x="278" y="190"/>
                      <a:pt x="278" y="190"/>
                      <a:pt x="278" y="190"/>
                    </a:cubicBezTo>
                    <a:cubicBezTo>
                      <a:pt x="287" y="194"/>
                      <a:pt x="287" y="194"/>
                      <a:pt x="287" y="194"/>
                    </a:cubicBezTo>
                    <a:cubicBezTo>
                      <a:pt x="300" y="197"/>
                      <a:pt x="300" y="197"/>
                      <a:pt x="300" y="197"/>
                    </a:cubicBezTo>
                    <a:cubicBezTo>
                      <a:pt x="309" y="200"/>
                      <a:pt x="309" y="200"/>
                      <a:pt x="309" y="200"/>
                    </a:cubicBezTo>
                    <a:cubicBezTo>
                      <a:pt x="314" y="197"/>
                      <a:pt x="314" y="197"/>
                      <a:pt x="314" y="197"/>
                    </a:cubicBezTo>
                    <a:cubicBezTo>
                      <a:pt x="319" y="189"/>
                      <a:pt x="319" y="189"/>
                      <a:pt x="319" y="189"/>
                    </a:cubicBezTo>
                    <a:cubicBezTo>
                      <a:pt x="325" y="180"/>
                      <a:pt x="325" y="180"/>
                      <a:pt x="325" y="180"/>
                    </a:cubicBezTo>
                    <a:cubicBezTo>
                      <a:pt x="328" y="175"/>
                      <a:pt x="328" y="175"/>
                      <a:pt x="328" y="175"/>
                    </a:cubicBezTo>
                    <a:cubicBezTo>
                      <a:pt x="330" y="170"/>
                      <a:pt x="330" y="170"/>
                      <a:pt x="330" y="170"/>
                    </a:cubicBezTo>
                    <a:cubicBezTo>
                      <a:pt x="324" y="168"/>
                      <a:pt x="324" y="168"/>
                      <a:pt x="324" y="168"/>
                    </a:cubicBezTo>
                    <a:cubicBezTo>
                      <a:pt x="319" y="165"/>
                      <a:pt x="319" y="165"/>
                      <a:pt x="319" y="165"/>
                    </a:cubicBezTo>
                    <a:cubicBezTo>
                      <a:pt x="314" y="162"/>
                      <a:pt x="314" y="162"/>
                      <a:pt x="314" y="162"/>
                    </a:cubicBezTo>
                    <a:cubicBezTo>
                      <a:pt x="313" y="155"/>
                      <a:pt x="313" y="155"/>
                      <a:pt x="313" y="155"/>
                    </a:cubicBezTo>
                    <a:cubicBezTo>
                      <a:pt x="314" y="148"/>
                      <a:pt x="314" y="148"/>
                      <a:pt x="314" y="148"/>
                    </a:cubicBezTo>
                    <a:cubicBezTo>
                      <a:pt x="321" y="148"/>
                      <a:pt x="321" y="148"/>
                      <a:pt x="321" y="148"/>
                    </a:cubicBezTo>
                    <a:cubicBezTo>
                      <a:pt x="328" y="146"/>
                      <a:pt x="328" y="146"/>
                      <a:pt x="328" y="146"/>
                    </a:cubicBezTo>
                    <a:cubicBezTo>
                      <a:pt x="330" y="139"/>
                      <a:pt x="330" y="139"/>
                      <a:pt x="330" y="139"/>
                    </a:cubicBezTo>
                    <a:cubicBezTo>
                      <a:pt x="330" y="132"/>
                      <a:pt x="330" y="132"/>
                      <a:pt x="330" y="132"/>
                    </a:cubicBezTo>
                    <a:cubicBezTo>
                      <a:pt x="327" y="126"/>
                      <a:pt x="327" y="126"/>
                      <a:pt x="327" y="126"/>
                    </a:cubicBezTo>
                    <a:cubicBezTo>
                      <a:pt x="327" y="119"/>
                      <a:pt x="327" y="119"/>
                      <a:pt x="327" y="119"/>
                    </a:cubicBezTo>
                    <a:cubicBezTo>
                      <a:pt x="322" y="117"/>
                      <a:pt x="322" y="117"/>
                      <a:pt x="322" y="117"/>
                    </a:cubicBezTo>
                    <a:cubicBezTo>
                      <a:pt x="315" y="112"/>
                      <a:pt x="315" y="112"/>
                      <a:pt x="315" y="112"/>
                    </a:cubicBezTo>
                    <a:cubicBezTo>
                      <a:pt x="309" y="107"/>
                      <a:pt x="309" y="107"/>
                      <a:pt x="309" y="107"/>
                    </a:cubicBezTo>
                    <a:cubicBezTo>
                      <a:pt x="301" y="99"/>
                      <a:pt x="301" y="99"/>
                      <a:pt x="301" y="99"/>
                    </a:cubicBezTo>
                    <a:cubicBezTo>
                      <a:pt x="301" y="92"/>
                      <a:pt x="301" y="92"/>
                      <a:pt x="301" y="92"/>
                    </a:cubicBezTo>
                    <a:cubicBezTo>
                      <a:pt x="300" y="85"/>
                      <a:pt x="300" y="85"/>
                      <a:pt x="300" y="85"/>
                    </a:cubicBezTo>
                    <a:cubicBezTo>
                      <a:pt x="294" y="78"/>
                      <a:pt x="294" y="78"/>
                      <a:pt x="294" y="78"/>
                    </a:cubicBezTo>
                    <a:cubicBezTo>
                      <a:pt x="288" y="76"/>
                      <a:pt x="288" y="76"/>
                      <a:pt x="288" y="76"/>
                    </a:cubicBezTo>
                    <a:cubicBezTo>
                      <a:pt x="286" y="65"/>
                      <a:pt x="286" y="65"/>
                      <a:pt x="286" y="65"/>
                    </a:cubicBezTo>
                    <a:cubicBezTo>
                      <a:pt x="283" y="59"/>
                      <a:pt x="283" y="59"/>
                      <a:pt x="283" y="59"/>
                    </a:cubicBezTo>
                    <a:cubicBezTo>
                      <a:pt x="274" y="55"/>
                      <a:pt x="274" y="55"/>
                      <a:pt x="274" y="55"/>
                    </a:cubicBezTo>
                    <a:cubicBezTo>
                      <a:pt x="271" y="49"/>
                      <a:pt x="271" y="49"/>
                      <a:pt x="271" y="49"/>
                    </a:cubicBezTo>
                    <a:cubicBezTo>
                      <a:pt x="262" y="43"/>
                      <a:pt x="262" y="43"/>
                      <a:pt x="262" y="43"/>
                    </a:cubicBezTo>
                    <a:cubicBezTo>
                      <a:pt x="256" y="39"/>
                      <a:pt x="256" y="39"/>
                      <a:pt x="256" y="39"/>
                    </a:cubicBezTo>
                    <a:cubicBezTo>
                      <a:pt x="249" y="39"/>
                      <a:pt x="249" y="39"/>
                      <a:pt x="249" y="39"/>
                    </a:cubicBezTo>
                    <a:cubicBezTo>
                      <a:pt x="251" y="49"/>
                      <a:pt x="251" y="49"/>
                      <a:pt x="251" y="49"/>
                    </a:cubicBezTo>
                    <a:cubicBezTo>
                      <a:pt x="253" y="63"/>
                      <a:pt x="253" y="63"/>
                      <a:pt x="253" y="63"/>
                    </a:cubicBezTo>
                    <a:cubicBezTo>
                      <a:pt x="246" y="67"/>
                      <a:pt x="246" y="67"/>
                      <a:pt x="246" y="67"/>
                    </a:cubicBezTo>
                    <a:cubicBezTo>
                      <a:pt x="240" y="72"/>
                      <a:pt x="240" y="72"/>
                      <a:pt x="240" y="72"/>
                    </a:cubicBezTo>
                    <a:cubicBezTo>
                      <a:pt x="231" y="67"/>
                      <a:pt x="231" y="67"/>
                      <a:pt x="231" y="67"/>
                    </a:cubicBezTo>
                    <a:cubicBezTo>
                      <a:pt x="223" y="71"/>
                      <a:pt x="223" y="71"/>
                      <a:pt x="223" y="71"/>
                    </a:cubicBezTo>
                    <a:cubicBezTo>
                      <a:pt x="223" y="77"/>
                      <a:pt x="223" y="77"/>
                      <a:pt x="223" y="77"/>
                    </a:cubicBezTo>
                    <a:cubicBezTo>
                      <a:pt x="235" y="84"/>
                      <a:pt x="235" y="84"/>
                      <a:pt x="235" y="84"/>
                    </a:cubicBezTo>
                    <a:cubicBezTo>
                      <a:pt x="239" y="92"/>
                      <a:pt x="239" y="92"/>
                      <a:pt x="239" y="92"/>
                    </a:cubicBezTo>
                    <a:cubicBezTo>
                      <a:pt x="239" y="92"/>
                      <a:pt x="227" y="88"/>
                      <a:pt x="226" y="87"/>
                    </a:cubicBezTo>
                    <a:cubicBezTo>
                      <a:pt x="225" y="87"/>
                      <a:pt x="218" y="84"/>
                      <a:pt x="217" y="82"/>
                    </a:cubicBezTo>
                    <a:cubicBezTo>
                      <a:pt x="217" y="80"/>
                      <a:pt x="205" y="83"/>
                      <a:pt x="205" y="83"/>
                    </a:cubicBezTo>
                    <a:cubicBezTo>
                      <a:pt x="194" y="79"/>
                      <a:pt x="194" y="79"/>
                      <a:pt x="194" y="79"/>
                    </a:cubicBezTo>
                    <a:cubicBezTo>
                      <a:pt x="188" y="77"/>
                      <a:pt x="188" y="77"/>
                      <a:pt x="188" y="77"/>
                    </a:cubicBezTo>
                    <a:cubicBezTo>
                      <a:pt x="185" y="64"/>
                      <a:pt x="185" y="64"/>
                      <a:pt x="185" y="64"/>
                    </a:cubicBezTo>
                    <a:cubicBezTo>
                      <a:pt x="174" y="61"/>
                      <a:pt x="174" y="61"/>
                      <a:pt x="174" y="61"/>
                    </a:cubicBezTo>
                    <a:cubicBezTo>
                      <a:pt x="163" y="54"/>
                      <a:pt x="163" y="54"/>
                      <a:pt x="163" y="54"/>
                    </a:cubicBezTo>
                    <a:cubicBezTo>
                      <a:pt x="150" y="43"/>
                      <a:pt x="150" y="43"/>
                      <a:pt x="150" y="43"/>
                    </a:cubicBezTo>
                    <a:cubicBezTo>
                      <a:pt x="148" y="36"/>
                      <a:pt x="148" y="36"/>
                      <a:pt x="148" y="36"/>
                    </a:cubicBezTo>
                    <a:cubicBezTo>
                      <a:pt x="145" y="26"/>
                      <a:pt x="145" y="26"/>
                      <a:pt x="145" y="26"/>
                    </a:cubicBezTo>
                    <a:cubicBezTo>
                      <a:pt x="135" y="24"/>
                      <a:pt x="135" y="24"/>
                      <a:pt x="135" y="24"/>
                    </a:cubicBezTo>
                    <a:cubicBezTo>
                      <a:pt x="131" y="18"/>
                      <a:pt x="131" y="18"/>
                      <a:pt x="131" y="18"/>
                    </a:cubicBezTo>
                    <a:cubicBezTo>
                      <a:pt x="120" y="8"/>
                      <a:pt x="120" y="8"/>
                      <a:pt x="120" y="8"/>
                    </a:cubicBezTo>
                    <a:cubicBezTo>
                      <a:pt x="110" y="2"/>
                      <a:pt x="110" y="2"/>
                      <a:pt x="110" y="2"/>
                    </a:cubicBezTo>
                    <a:cubicBezTo>
                      <a:pt x="89" y="1"/>
                      <a:pt x="89" y="1"/>
                      <a:pt x="89" y="1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68" y="4"/>
                      <a:pt x="68" y="4"/>
                      <a:pt x="68" y="4"/>
                    </a:cubicBezTo>
                    <a:cubicBezTo>
                      <a:pt x="62" y="8"/>
                      <a:pt x="62" y="8"/>
                      <a:pt x="62" y="8"/>
                    </a:cubicBezTo>
                    <a:cubicBezTo>
                      <a:pt x="54" y="13"/>
                      <a:pt x="54" y="13"/>
                      <a:pt x="54" y="13"/>
                    </a:cubicBezTo>
                    <a:cubicBezTo>
                      <a:pt x="46" y="11"/>
                      <a:pt x="46" y="11"/>
                      <a:pt x="46" y="11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29" y="25"/>
                      <a:pt x="29" y="25"/>
                      <a:pt x="29" y="25"/>
                    </a:cubicBezTo>
                    <a:cubicBezTo>
                      <a:pt x="25" y="35"/>
                      <a:pt x="25" y="35"/>
                      <a:pt x="25" y="35"/>
                    </a:cubicBezTo>
                    <a:cubicBezTo>
                      <a:pt x="21" y="49"/>
                      <a:pt x="21" y="49"/>
                      <a:pt x="21" y="49"/>
                    </a:cubicBezTo>
                    <a:cubicBezTo>
                      <a:pt x="24" y="53"/>
                      <a:pt x="24" y="53"/>
                      <a:pt x="24" y="53"/>
                    </a:cubicBezTo>
                    <a:cubicBezTo>
                      <a:pt x="31" y="56"/>
                      <a:pt x="31" y="56"/>
                      <a:pt x="31" y="56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41" y="67"/>
                      <a:pt x="41" y="67"/>
                      <a:pt x="41" y="67"/>
                    </a:cubicBezTo>
                    <a:cubicBezTo>
                      <a:pt x="43" y="77"/>
                      <a:pt x="43" y="77"/>
                      <a:pt x="43" y="77"/>
                    </a:cubicBezTo>
                    <a:cubicBezTo>
                      <a:pt x="47" y="82"/>
                      <a:pt x="47" y="82"/>
                      <a:pt x="47" y="82"/>
                    </a:cubicBezTo>
                    <a:cubicBezTo>
                      <a:pt x="49" y="78"/>
                      <a:pt x="49" y="78"/>
                      <a:pt x="49" y="78"/>
                    </a:cubicBezTo>
                    <a:cubicBezTo>
                      <a:pt x="57" y="83"/>
                      <a:pt x="57" y="83"/>
                      <a:pt x="57" y="83"/>
                    </a:cubicBezTo>
                    <a:cubicBezTo>
                      <a:pt x="53" y="89"/>
                      <a:pt x="53" y="89"/>
                      <a:pt x="53" y="89"/>
                    </a:cubicBezTo>
                    <a:cubicBezTo>
                      <a:pt x="49" y="93"/>
                      <a:pt x="49" y="93"/>
                      <a:pt x="49" y="93"/>
                    </a:cubicBezTo>
                    <a:cubicBezTo>
                      <a:pt x="39" y="88"/>
                      <a:pt x="39" y="88"/>
                      <a:pt x="39" y="88"/>
                    </a:cubicBezTo>
                    <a:cubicBezTo>
                      <a:pt x="42" y="94"/>
                      <a:pt x="42" y="94"/>
                      <a:pt x="42" y="94"/>
                    </a:cubicBezTo>
                    <a:cubicBezTo>
                      <a:pt x="42" y="98"/>
                      <a:pt x="42" y="98"/>
                      <a:pt x="42" y="98"/>
                    </a:cubicBezTo>
                    <a:cubicBezTo>
                      <a:pt x="42" y="103"/>
                      <a:pt x="42" y="103"/>
                      <a:pt x="42" y="103"/>
                    </a:cubicBezTo>
                    <a:cubicBezTo>
                      <a:pt x="33" y="102"/>
                      <a:pt x="33" y="102"/>
                      <a:pt x="33" y="102"/>
                    </a:cubicBezTo>
                    <a:cubicBezTo>
                      <a:pt x="32" y="98"/>
                      <a:pt x="32" y="98"/>
                      <a:pt x="32" y="98"/>
                    </a:cubicBezTo>
                    <a:cubicBezTo>
                      <a:pt x="28" y="95"/>
                      <a:pt x="28" y="95"/>
                      <a:pt x="28" y="95"/>
                    </a:cubicBezTo>
                    <a:cubicBezTo>
                      <a:pt x="22" y="92"/>
                      <a:pt x="22" y="92"/>
                      <a:pt x="22" y="92"/>
                    </a:cubicBezTo>
                    <a:cubicBezTo>
                      <a:pt x="12" y="86"/>
                      <a:pt x="12" y="86"/>
                      <a:pt x="12" y="86"/>
                    </a:cubicBezTo>
                    <a:cubicBezTo>
                      <a:pt x="11" y="90"/>
                      <a:pt x="11" y="90"/>
                      <a:pt x="11" y="90"/>
                    </a:cubicBezTo>
                    <a:cubicBezTo>
                      <a:pt x="18" y="94"/>
                      <a:pt x="18" y="94"/>
                      <a:pt x="18" y="94"/>
                    </a:cubicBezTo>
                    <a:cubicBezTo>
                      <a:pt x="18" y="100"/>
                      <a:pt x="18" y="100"/>
                      <a:pt x="18" y="100"/>
                    </a:cubicBezTo>
                    <a:cubicBezTo>
                      <a:pt x="13" y="102"/>
                      <a:pt x="13" y="102"/>
                      <a:pt x="13" y="102"/>
                    </a:cubicBezTo>
                    <a:cubicBezTo>
                      <a:pt x="9" y="106"/>
                      <a:pt x="9" y="106"/>
                      <a:pt x="9" y="106"/>
                    </a:cubicBezTo>
                    <a:cubicBezTo>
                      <a:pt x="3" y="91"/>
                      <a:pt x="3" y="91"/>
                      <a:pt x="3" y="91"/>
                    </a:cubicBezTo>
                    <a:cubicBezTo>
                      <a:pt x="3" y="82"/>
                      <a:pt x="3" y="82"/>
                      <a:pt x="3" y="82"/>
                    </a:cubicBezTo>
                    <a:lnTo>
                      <a:pt x="5" y="78"/>
                    </a:lnTo>
                    <a:close/>
                    <a:moveTo>
                      <a:pt x="201" y="121"/>
                    </a:moveTo>
                    <a:cubicBezTo>
                      <a:pt x="208" y="125"/>
                      <a:pt x="208" y="125"/>
                      <a:pt x="208" y="125"/>
                    </a:cubicBezTo>
                    <a:cubicBezTo>
                      <a:pt x="215" y="126"/>
                      <a:pt x="215" y="126"/>
                      <a:pt x="215" y="126"/>
                    </a:cubicBezTo>
                    <a:cubicBezTo>
                      <a:pt x="222" y="130"/>
                      <a:pt x="222" y="130"/>
                      <a:pt x="222" y="130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2" y="139"/>
                      <a:pt x="228" y="147"/>
                      <a:pt x="228" y="149"/>
                    </a:cubicBezTo>
                    <a:cubicBezTo>
                      <a:pt x="229" y="152"/>
                      <a:pt x="224" y="160"/>
                      <a:pt x="224" y="160"/>
                    </a:cubicBezTo>
                    <a:cubicBezTo>
                      <a:pt x="224" y="160"/>
                      <a:pt x="220" y="155"/>
                      <a:pt x="219" y="154"/>
                    </a:cubicBezTo>
                    <a:cubicBezTo>
                      <a:pt x="218" y="153"/>
                      <a:pt x="220" y="148"/>
                      <a:pt x="220" y="148"/>
                    </a:cubicBezTo>
                    <a:cubicBezTo>
                      <a:pt x="217" y="137"/>
                      <a:pt x="217" y="137"/>
                      <a:pt x="217" y="137"/>
                    </a:cubicBezTo>
                    <a:cubicBezTo>
                      <a:pt x="212" y="139"/>
                      <a:pt x="212" y="139"/>
                      <a:pt x="212" y="139"/>
                    </a:cubicBezTo>
                    <a:cubicBezTo>
                      <a:pt x="209" y="133"/>
                      <a:pt x="209" y="133"/>
                      <a:pt x="209" y="133"/>
                    </a:cubicBezTo>
                    <a:cubicBezTo>
                      <a:pt x="205" y="133"/>
                      <a:pt x="205" y="133"/>
                      <a:pt x="205" y="133"/>
                    </a:cubicBezTo>
                    <a:cubicBezTo>
                      <a:pt x="199" y="133"/>
                      <a:pt x="199" y="133"/>
                      <a:pt x="199" y="133"/>
                    </a:cubicBezTo>
                    <a:cubicBezTo>
                      <a:pt x="195" y="129"/>
                      <a:pt x="195" y="129"/>
                      <a:pt x="195" y="129"/>
                    </a:cubicBezTo>
                    <a:cubicBezTo>
                      <a:pt x="192" y="124"/>
                      <a:pt x="192" y="124"/>
                      <a:pt x="192" y="124"/>
                    </a:cubicBezTo>
                    <a:lnTo>
                      <a:pt x="201" y="121"/>
                    </a:lnTo>
                    <a:close/>
                  </a:path>
                </a:pathLst>
              </a:custGeom>
              <a:grpFill/>
              <a:ln w="317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de-DE"/>
              </a:p>
            </p:txBody>
          </p:sp>
          <p:sp>
            <p:nvSpPr>
              <p:cNvPr id="118" name="Freeform 213">
                <a:extLst>
                  <a:ext uri="{FF2B5EF4-FFF2-40B4-BE49-F238E27FC236}">
                    <a16:creationId xmlns:a16="http://schemas.microsoft.com/office/drawing/2014/main" id="{B9E4C065-8A92-4F39-BDDB-88BCE3C3D927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2243462" y="1005980"/>
                <a:ext cx="107814" cy="98925"/>
              </a:xfrm>
              <a:custGeom>
                <a:avLst/>
                <a:gdLst/>
                <a:ahLst/>
                <a:cxnLst>
                  <a:cxn ang="0">
                    <a:pos x="148" y="103"/>
                  </a:cxn>
                  <a:cxn ang="0">
                    <a:pos x="144" y="89"/>
                  </a:cxn>
                  <a:cxn ang="0">
                    <a:pos x="130" y="66"/>
                  </a:cxn>
                  <a:cxn ang="0">
                    <a:pos x="117" y="47"/>
                  </a:cxn>
                  <a:cxn ang="0">
                    <a:pos x="92" y="40"/>
                  </a:cxn>
                  <a:cxn ang="0">
                    <a:pos x="78" y="24"/>
                  </a:cxn>
                  <a:cxn ang="0">
                    <a:pos x="57" y="8"/>
                  </a:cxn>
                  <a:cxn ang="0">
                    <a:pos x="43" y="0"/>
                  </a:cxn>
                  <a:cxn ang="0">
                    <a:pos x="28" y="1"/>
                  </a:cxn>
                  <a:cxn ang="0">
                    <a:pos x="15" y="7"/>
                  </a:cxn>
                  <a:cxn ang="0">
                    <a:pos x="1" y="20"/>
                  </a:cxn>
                  <a:cxn ang="0">
                    <a:pos x="6" y="28"/>
                  </a:cxn>
                  <a:cxn ang="0">
                    <a:pos x="19" y="25"/>
                  </a:cxn>
                  <a:cxn ang="0">
                    <a:pos x="31" y="30"/>
                  </a:cxn>
                  <a:cxn ang="0">
                    <a:pos x="20" y="30"/>
                  </a:cxn>
                  <a:cxn ang="0">
                    <a:pos x="10" y="34"/>
                  </a:cxn>
                  <a:cxn ang="0">
                    <a:pos x="19" y="46"/>
                  </a:cxn>
                  <a:cxn ang="0">
                    <a:pos x="36" y="47"/>
                  </a:cxn>
                  <a:cxn ang="0">
                    <a:pos x="47" y="41"/>
                  </a:cxn>
                  <a:cxn ang="0">
                    <a:pos x="55" y="52"/>
                  </a:cxn>
                  <a:cxn ang="0">
                    <a:pos x="61" y="64"/>
                  </a:cxn>
                  <a:cxn ang="0">
                    <a:pos x="71" y="78"/>
                  </a:cxn>
                  <a:cxn ang="0">
                    <a:pos x="69" y="89"/>
                  </a:cxn>
                  <a:cxn ang="0">
                    <a:pos x="53" y="62"/>
                  </a:cxn>
                  <a:cxn ang="0">
                    <a:pos x="53" y="73"/>
                  </a:cxn>
                  <a:cxn ang="0">
                    <a:pos x="51" y="93"/>
                  </a:cxn>
                  <a:cxn ang="0">
                    <a:pos x="51" y="109"/>
                  </a:cxn>
                  <a:cxn ang="0">
                    <a:pos x="62" y="120"/>
                  </a:cxn>
                  <a:cxn ang="0">
                    <a:pos x="80" y="120"/>
                  </a:cxn>
                  <a:cxn ang="0">
                    <a:pos x="96" y="110"/>
                  </a:cxn>
                  <a:cxn ang="0">
                    <a:pos x="108" y="119"/>
                  </a:cxn>
                  <a:cxn ang="0">
                    <a:pos x="127" y="133"/>
                  </a:cxn>
                  <a:cxn ang="0">
                    <a:pos x="128" y="143"/>
                  </a:cxn>
                  <a:cxn ang="0">
                    <a:pos x="121" y="140"/>
                  </a:cxn>
                  <a:cxn ang="0">
                    <a:pos x="111" y="131"/>
                  </a:cxn>
                  <a:cxn ang="0">
                    <a:pos x="102" y="121"/>
                  </a:cxn>
                  <a:cxn ang="0">
                    <a:pos x="89" y="122"/>
                  </a:cxn>
                  <a:cxn ang="0">
                    <a:pos x="86" y="135"/>
                  </a:cxn>
                  <a:cxn ang="0">
                    <a:pos x="104" y="143"/>
                  </a:cxn>
                  <a:cxn ang="0">
                    <a:pos x="119" y="146"/>
                  </a:cxn>
                  <a:cxn ang="0">
                    <a:pos x="134" y="139"/>
                  </a:cxn>
                  <a:cxn ang="0">
                    <a:pos x="140" y="132"/>
                  </a:cxn>
                  <a:cxn ang="0">
                    <a:pos x="156" y="130"/>
                  </a:cxn>
                  <a:cxn ang="0">
                    <a:pos x="153" y="117"/>
                  </a:cxn>
                </a:cxnLst>
                <a:rect l="0" t="0" r="r" b="b"/>
                <a:pathLst>
                  <a:path w="159" h="146">
                    <a:moveTo>
                      <a:pt x="148" y="111"/>
                    </a:moveTo>
                    <a:cubicBezTo>
                      <a:pt x="148" y="103"/>
                      <a:pt x="148" y="103"/>
                      <a:pt x="148" y="103"/>
                    </a:cubicBezTo>
                    <a:cubicBezTo>
                      <a:pt x="148" y="96"/>
                      <a:pt x="148" y="96"/>
                      <a:pt x="148" y="96"/>
                    </a:cubicBezTo>
                    <a:cubicBezTo>
                      <a:pt x="144" y="89"/>
                      <a:pt x="144" y="89"/>
                      <a:pt x="144" y="89"/>
                    </a:cubicBezTo>
                    <a:cubicBezTo>
                      <a:pt x="136" y="79"/>
                      <a:pt x="136" y="79"/>
                      <a:pt x="136" y="79"/>
                    </a:cubicBezTo>
                    <a:cubicBezTo>
                      <a:pt x="130" y="66"/>
                      <a:pt x="130" y="66"/>
                      <a:pt x="130" y="66"/>
                    </a:cubicBezTo>
                    <a:cubicBezTo>
                      <a:pt x="125" y="54"/>
                      <a:pt x="125" y="54"/>
                      <a:pt x="125" y="54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05" y="40"/>
                      <a:pt x="105" y="40"/>
                      <a:pt x="105" y="40"/>
                    </a:cubicBezTo>
                    <a:cubicBezTo>
                      <a:pt x="92" y="40"/>
                      <a:pt x="92" y="40"/>
                      <a:pt x="92" y="40"/>
                    </a:cubicBezTo>
                    <a:cubicBezTo>
                      <a:pt x="87" y="33"/>
                      <a:pt x="87" y="33"/>
                      <a:pt x="87" y="33"/>
                    </a:cubicBezTo>
                    <a:cubicBezTo>
                      <a:pt x="78" y="24"/>
                      <a:pt x="78" y="24"/>
                      <a:pt x="78" y="24"/>
                    </a:cubicBezTo>
                    <a:cubicBezTo>
                      <a:pt x="65" y="11"/>
                      <a:pt x="65" y="11"/>
                      <a:pt x="65" y="11"/>
                    </a:cubicBezTo>
                    <a:cubicBezTo>
                      <a:pt x="57" y="8"/>
                      <a:pt x="57" y="8"/>
                      <a:pt x="57" y="8"/>
                    </a:cubicBezTo>
                    <a:cubicBezTo>
                      <a:pt x="48" y="1"/>
                      <a:pt x="48" y="1"/>
                      <a:pt x="48" y="1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5"/>
                      <a:pt x="30" y="31"/>
                      <a:pt x="31" y="30"/>
                    </a:cubicBezTo>
                    <a:cubicBezTo>
                      <a:pt x="33" y="30"/>
                      <a:pt x="27" y="33"/>
                      <a:pt x="27" y="33"/>
                    </a:cubicBezTo>
                    <a:cubicBezTo>
                      <a:pt x="20" y="30"/>
                      <a:pt x="20" y="30"/>
                      <a:pt x="20" y="30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16" y="34"/>
                      <a:pt x="11" y="34"/>
                      <a:pt x="10" y="34"/>
                    </a:cubicBezTo>
                    <a:cubicBezTo>
                      <a:pt x="9" y="33"/>
                      <a:pt x="7" y="38"/>
                      <a:pt x="7" y="38"/>
                    </a:cubicBezTo>
                    <a:cubicBezTo>
                      <a:pt x="19" y="46"/>
                      <a:pt x="19" y="46"/>
                      <a:pt x="19" y="46"/>
                    </a:cubicBezTo>
                    <a:cubicBezTo>
                      <a:pt x="26" y="47"/>
                      <a:pt x="26" y="47"/>
                      <a:pt x="26" y="47"/>
                    </a:cubicBezTo>
                    <a:cubicBezTo>
                      <a:pt x="36" y="47"/>
                      <a:pt x="36" y="47"/>
                      <a:pt x="36" y="47"/>
                    </a:cubicBezTo>
                    <a:cubicBezTo>
                      <a:pt x="44" y="47"/>
                      <a:pt x="44" y="47"/>
                      <a:pt x="44" y="47"/>
                    </a:cubicBezTo>
                    <a:cubicBezTo>
                      <a:pt x="47" y="41"/>
                      <a:pt x="47" y="41"/>
                      <a:pt x="47" y="41"/>
                    </a:cubicBezTo>
                    <a:cubicBezTo>
                      <a:pt x="57" y="46"/>
                      <a:pt x="57" y="46"/>
                      <a:pt x="57" y="46"/>
                    </a:cubicBezTo>
                    <a:cubicBezTo>
                      <a:pt x="55" y="52"/>
                      <a:pt x="55" y="52"/>
                      <a:pt x="55" y="52"/>
                    </a:cubicBezTo>
                    <a:cubicBezTo>
                      <a:pt x="56" y="59"/>
                      <a:pt x="56" y="59"/>
                      <a:pt x="56" y="59"/>
                    </a:cubicBezTo>
                    <a:cubicBezTo>
                      <a:pt x="61" y="64"/>
                      <a:pt x="61" y="64"/>
                      <a:pt x="61" y="64"/>
                    </a:cubicBezTo>
                    <a:cubicBezTo>
                      <a:pt x="69" y="68"/>
                      <a:pt x="69" y="68"/>
                      <a:pt x="69" y="68"/>
                    </a:cubicBezTo>
                    <a:cubicBezTo>
                      <a:pt x="71" y="78"/>
                      <a:pt x="71" y="78"/>
                      <a:pt x="71" y="78"/>
                    </a:cubicBezTo>
                    <a:cubicBezTo>
                      <a:pt x="71" y="88"/>
                      <a:pt x="71" y="88"/>
                      <a:pt x="71" y="88"/>
                    </a:cubicBezTo>
                    <a:cubicBezTo>
                      <a:pt x="69" y="89"/>
                      <a:pt x="69" y="89"/>
                      <a:pt x="69" y="89"/>
                    </a:cubicBezTo>
                    <a:cubicBezTo>
                      <a:pt x="60" y="78"/>
                      <a:pt x="60" y="78"/>
                      <a:pt x="60" y="78"/>
                    </a:cubicBezTo>
                    <a:cubicBezTo>
                      <a:pt x="53" y="62"/>
                      <a:pt x="53" y="62"/>
                      <a:pt x="53" y="62"/>
                    </a:cubicBezTo>
                    <a:cubicBezTo>
                      <a:pt x="51" y="66"/>
                      <a:pt x="51" y="66"/>
                      <a:pt x="51" y="66"/>
                    </a:cubicBezTo>
                    <a:cubicBezTo>
                      <a:pt x="53" y="73"/>
                      <a:pt x="53" y="73"/>
                      <a:pt x="53" y="73"/>
                    </a:cubicBezTo>
                    <a:cubicBezTo>
                      <a:pt x="51" y="81"/>
                      <a:pt x="51" y="81"/>
                      <a:pt x="51" y="81"/>
                    </a:cubicBezTo>
                    <a:cubicBezTo>
                      <a:pt x="51" y="93"/>
                      <a:pt x="51" y="93"/>
                      <a:pt x="51" y="93"/>
                    </a:cubicBezTo>
                    <a:cubicBezTo>
                      <a:pt x="51" y="101"/>
                      <a:pt x="51" y="101"/>
                      <a:pt x="51" y="101"/>
                    </a:cubicBezTo>
                    <a:cubicBezTo>
                      <a:pt x="51" y="109"/>
                      <a:pt x="51" y="109"/>
                      <a:pt x="51" y="109"/>
                    </a:cubicBezTo>
                    <a:cubicBezTo>
                      <a:pt x="54" y="117"/>
                      <a:pt x="54" y="117"/>
                      <a:pt x="54" y="117"/>
                    </a:cubicBezTo>
                    <a:cubicBezTo>
                      <a:pt x="62" y="120"/>
                      <a:pt x="62" y="120"/>
                      <a:pt x="62" y="120"/>
                    </a:cubicBezTo>
                    <a:cubicBezTo>
                      <a:pt x="72" y="122"/>
                      <a:pt x="72" y="122"/>
                      <a:pt x="72" y="122"/>
                    </a:cubicBezTo>
                    <a:cubicBezTo>
                      <a:pt x="80" y="120"/>
                      <a:pt x="80" y="120"/>
                      <a:pt x="80" y="120"/>
                    </a:cubicBezTo>
                    <a:cubicBezTo>
                      <a:pt x="89" y="114"/>
                      <a:pt x="89" y="114"/>
                      <a:pt x="89" y="114"/>
                    </a:cubicBezTo>
                    <a:cubicBezTo>
                      <a:pt x="96" y="110"/>
                      <a:pt x="96" y="110"/>
                      <a:pt x="96" y="110"/>
                    </a:cubicBezTo>
                    <a:cubicBezTo>
                      <a:pt x="101" y="113"/>
                      <a:pt x="101" y="113"/>
                      <a:pt x="101" y="113"/>
                    </a:cubicBezTo>
                    <a:cubicBezTo>
                      <a:pt x="108" y="119"/>
                      <a:pt x="108" y="119"/>
                      <a:pt x="108" y="119"/>
                    </a:cubicBezTo>
                    <a:cubicBezTo>
                      <a:pt x="117" y="123"/>
                      <a:pt x="117" y="123"/>
                      <a:pt x="117" y="123"/>
                    </a:cubicBezTo>
                    <a:cubicBezTo>
                      <a:pt x="127" y="133"/>
                      <a:pt x="127" y="133"/>
                      <a:pt x="127" y="133"/>
                    </a:cubicBezTo>
                    <a:cubicBezTo>
                      <a:pt x="131" y="139"/>
                      <a:pt x="131" y="139"/>
                      <a:pt x="131" y="139"/>
                    </a:cubicBezTo>
                    <a:cubicBezTo>
                      <a:pt x="128" y="143"/>
                      <a:pt x="128" y="143"/>
                      <a:pt x="128" y="143"/>
                    </a:cubicBezTo>
                    <a:cubicBezTo>
                      <a:pt x="125" y="142"/>
                      <a:pt x="125" y="142"/>
                      <a:pt x="125" y="142"/>
                    </a:cubicBezTo>
                    <a:cubicBezTo>
                      <a:pt x="121" y="140"/>
                      <a:pt x="121" y="140"/>
                      <a:pt x="121" y="140"/>
                    </a:cubicBezTo>
                    <a:cubicBezTo>
                      <a:pt x="116" y="134"/>
                      <a:pt x="116" y="134"/>
                      <a:pt x="116" y="134"/>
                    </a:cubicBezTo>
                    <a:cubicBezTo>
                      <a:pt x="111" y="131"/>
                      <a:pt x="111" y="131"/>
                      <a:pt x="111" y="131"/>
                    </a:cubicBezTo>
                    <a:cubicBezTo>
                      <a:pt x="104" y="126"/>
                      <a:pt x="104" y="126"/>
                      <a:pt x="104" y="126"/>
                    </a:cubicBezTo>
                    <a:cubicBezTo>
                      <a:pt x="102" y="121"/>
                      <a:pt x="102" y="121"/>
                      <a:pt x="102" y="121"/>
                    </a:cubicBezTo>
                    <a:cubicBezTo>
                      <a:pt x="94" y="118"/>
                      <a:pt x="94" y="118"/>
                      <a:pt x="94" y="118"/>
                    </a:cubicBezTo>
                    <a:cubicBezTo>
                      <a:pt x="89" y="122"/>
                      <a:pt x="89" y="122"/>
                      <a:pt x="89" y="122"/>
                    </a:cubicBezTo>
                    <a:cubicBezTo>
                      <a:pt x="84" y="129"/>
                      <a:pt x="84" y="129"/>
                      <a:pt x="84" y="129"/>
                    </a:cubicBezTo>
                    <a:cubicBezTo>
                      <a:pt x="86" y="135"/>
                      <a:pt x="86" y="135"/>
                      <a:pt x="86" y="135"/>
                    </a:cubicBezTo>
                    <a:cubicBezTo>
                      <a:pt x="96" y="137"/>
                      <a:pt x="96" y="137"/>
                      <a:pt x="96" y="137"/>
                    </a:cubicBezTo>
                    <a:cubicBezTo>
                      <a:pt x="104" y="143"/>
                      <a:pt x="104" y="143"/>
                      <a:pt x="104" y="143"/>
                    </a:cubicBezTo>
                    <a:cubicBezTo>
                      <a:pt x="108" y="145"/>
                      <a:pt x="108" y="145"/>
                      <a:pt x="108" y="145"/>
                    </a:cubicBezTo>
                    <a:cubicBezTo>
                      <a:pt x="119" y="146"/>
                      <a:pt x="119" y="146"/>
                      <a:pt x="119" y="146"/>
                    </a:cubicBezTo>
                    <a:cubicBezTo>
                      <a:pt x="130" y="146"/>
                      <a:pt x="130" y="146"/>
                      <a:pt x="130" y="146"/>
                    </a:cubicBezTo>
                    <a:cubicBezTo>
                      <a:pt x="134" y="139"/>
                      <a:pt x="134" y="139"/>
                      <a:pt x="134" y="139"/>
                    </a:cubicBezTo>
                    <a:cubicBezTo>
                      <a:pt x="136" y="136"/>
                      <a:pt x="136" y="136"/>
                      <a:pt x="136" y="136"/>
                    </a:cubicBezTo>
                    <a:cubicBezTo>
                      <a:pt x="140" y="132"/>
                      <a:pt x="140" y="132"/>
                      <a:pt x="140" y="132"/>
                    </a:cubicBezTo>
                    <a:cubicBezTo>
                      <a:pt x="154" y="132"/>
                      <a:pt x="154" y="132"/>
                      <a:pt x="154" y="132"/>
                    </a:cubicBezTo>
                    <a:cubicBezTo>
                      <a:pt x="156" y="130"/>
                      <a:pt x="156" y="130"/>
                      <a:pt x="156" y="130"/>
                    </a:cubicBezTo>
                    <a:cubicBezTo>
                      <a:pt x="159" y="123"/>
                      <a:pt x="159" y="123"/>
                      <a:pt x="159" y="123"/>
                    </a:cubicBezTo>
                    <a:cubicBezTo>
                      <a:pt x="153" y="117"/>
                      <a:pt x="153" y="117"/>
                      <a:pt x="153" y="117"/>
                    </a:cubicBezTo>
                    <a:lnTo>
                      <a:pt x="148" y="111"/>
                    </a:lnTo>
                    <a:close/>
                  </a:path>
                </a:pathLst>
              </a:custGeom>
              <a:grpFill/>
              <a:ln w="317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de-DE"/>
              </a:p>
            </p:txBody>
          </p:sp>
          <p:sp>
            <p:nvSpPr>
              <p:cNvPr id="119" name="Freeform 214">
                <a:extLst>
                  <a:ext uri="{FF2B5EF4-FFF2-40B4-BE49-F238E27FC236}">
                    <a16:creationId xmlns:a16="http://schemas.microsoft.com/office/drawing/2014/main" id="{404CBC5D-EEF9-457B-B161-7591C2EABB71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2870275" y="1014010"/>
                <a:ext cx="13477" cy="12330"/>
              </a:xfrm>
              <a:custGeom>
                <a:avLst/>
                <a:gdLst/>
                <a:ahLst/>
                <a:cxnLst>
                  <a:cxn ang="0">
                    <a:pos x="40" y="26"/>
                  </a:cxn>
                  <a:cxn ang="0">
                    <a:pos x="47" y="10"/>
                  </a:cxn>
                  <a:cxn ang="0">
                    <a:pos x="40" y="0"/>
                  </a:cxn>
                  <a:cxn ang="0">
                    <a:pos x="14" y="21"/>
                  </a:cxn>
                  <a:cxn ang="0">
                    <a:pos x="0" y="36"/>
                  </a:cxn>
                  <a:cxn ang="0">
                    <a:pos x="28" y="43"/>
                  </a:cxn>
                  <a:cxn ang="0">
                    <a:pos x="40" y="26"/>
                  </a:cxn>
                </a:cxnLst>
                <a:rect l="0" t="0" r="r" b="b"/>
                <a:pathLst>
                  <a:path w="47" h="43">
                    <a:moveTo>
                      <a:pt x="40" y="26"/>
                    </a:moveTo>
                    <a:lnTo>
                      <a:pt x="47" y="10"/>
                    </a:lnTo>
                    <a:lnTo>
                      <a:pt x="40" y="0"/>
                    </a:lnTo>
                    <a:lnTo>
                      <a:pt x="14" y="21"/>
                    </a:lnTo>
                    <a:lnTo>
                      <a:pt x="0" y="36"/>
                    </a:lnTo>
                    <a:lnTo>
                      <a:pt x="28" y="43"/>
                    </a:lnTo>
                    <a:lnTo>
                      <a:pt x="40" y="26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tx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120" name="Freeform 215">
                <a:extLst>
                  <a:ext uri="{FF2B5EF4-FFF2-40B4-BE49-F238E27FC236}">
                    <a16:creationId xmlns:a16="http://schemas.microsoft.com/office/drawing/2014/main" id="{8BDBEB2F-ECF0-4917-9344-A2B4F624B61F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2620811" y="933435"/>
                <a:ext cx="12903" cy="27814"/>
              </a:xfrm>
              <a:custGeom>
                <a:avLst/>
                <a:gdLst/>
                <a:ahLst/>
                <a:cxnLst>
                  <a:cxn ang="0">
                    <a:pos x="24" y="90"/>
                  </a:cxn>
                  <a:cxn ang="0">
                    <a:pos x="45" y="97"/>
                  </a:cxn>
                  <a:cxn ang="0">
                    <a:pos x="45" y="85"/>
                  </a:cxn>
                  <a:cxn ang="0">
                    <a:pos x="36" y="64"/>
                  </a:cxn>
                  <a:cxn ang="0">
                    <a:pos x="24" y="40"/>
                  </a:cxn>
                  <a:cxn ang="0">
                    <a:pos x="14" y="26"/>
                  </a:cxn>
                  <a:cxn ang="0">
                    <a:pos x="10" y="0"/>
                  </a:cxn>
                  <a:cxn ang="0">
                    <a:pos x="0" y="24"/>
                  </a:cxn>
                  <a:cxn ang="0">
                    <a:pos x="0" y="47"/>
                  </a:cxn>
                  <a:cxn ang="0">
                    <a:pos x="10" y="76"/>
                  </a:cxn>
                  <a:cxn ang="0">
                    <a:pos x="24" y="90"/>
                  </a:cxn>
                </a:cxnLst>
                <a:rect l="0" t="0" r="r" b="b"/>
                <a:pathLst>
                  <a:path w="45" h="97">
                    <a:moveTo>
                      <a:pt x="24" y="90"/>
                    </a:moveTo>
                    <a:lnTo>
                      <a:pt x="45" y="97"/>
                    </a:lnTo>
                    <a:lnTo>
                      <a:pt x="45" y="85"/>
                    </a:lnTo>
                    <a:lnTo>
                      <a:pt x="36" y="64"/>
                    </a:lnTo>
                    <a:lnTo>
                      <a:pt x="24" y="40"/>
                    </a:lnTo>
                    <a:lnTo>
                      <a:pt x="14" y="26"/>
                    </a:lnTo>
                    <a:lnTo>
                      <a:pt x="10" y="0"/>
                    </a:lnTo>
                    <a:lnTo>
                      <a:pt x="0" y="24"/>
                    </a:lnTo>
                    <a:lnTo>
                      <a:pt x="0" y="47"/>
                    </a:lnTo>
                    <a:lnTo>
                      <a:pt x="10" y="76"/>
                    </a:lnTo>
                    <a:lnTo>
                      <a:pt x="24" y="90"/>
                    </a:lnTo>
                    <a:close/>
                  </a:path>
                </a:pathLst>
              </a:custGeom>
              <a:grpFill/>
              <a:ln w="317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de-DE"/>
              </a:p>
            </p:txBody>
          </p:sp>
          <p:sp>
            <p:nvSpPr>
              <p:cNvPr id="121" name="Freeform 216">
                <a:extLst>
                  <a:ext uri="{FF2B5EF4-FFF2-40B4-BE49-F238E27FC236}">
                    <a16:creationId xmlns:a16="http://schemas.microsoft.com/office/drawing/2014/main" id="{5FE986B8-072B-4FC9-B1BC-7A56C9DA6319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2611348" y="965264"/>
                <a:ext cx="11470" cy="14337"/>
              </a:xfrm>
              <a:custGeom>
                <a:avLst/>
                <a:gdLst/>
                <a:ahLst/>
                <a:cxnLst>
                  <a:cxn ang="0">
                    <a:pos x="33" y="33"/>
                  </a:cxn>
                  <a:cxn ang="0">
                    <a:pos x="40" y="0"/>
                  </a:cxn>
                  <a:cxn ang="0">
                    <a:pos x="33" y="0"/>
                  </a:cxn>
                  <a:cxn ang="0">
                    <a:pos x="14" y="10"/>
                  </a:cxn>
                  <a:cxn ang="0">
                    <a:pos x="0" y="21"/>
                  </a:cxn>
                  <a:cxn ang="0">
                    <a:pos x="0" y="36"/>
                  </a:cxn>
                  <a:cxn ang="0">
                    <a:pos x="10" y="50"/>
                  </a:cxn>
                  <a:cxn ang="0">
                    <a:pos x="33" y="33"/>
                  </a:cxn>
                </a:cxnLst>
                <a:rect l="0" t="0" r="r" b="b"/>
                <a:pathLst>
                  <a:path w="40" h="50">
                    <a:moveTo>
                      <a:pt x="33" y="33"/>
                    </a:moveTo>
                    <a:lnTo>
                      <a:pt x="40" y="0"/>
                    </a:lnTo>
                    <a:lnTo>
                      <a:pt x="33" y="0"/>
                    </a:lnTo>
                    <a:lnTo>
                      <a:pt x="14" y="10"/>
                    </a:lnTo>
                    <a:lnTo>
                      <a:pt x="0" y="21"/>
                    </a:lnTo>
                    <a:lnTo>
                      <a:pt x="0" y="36"/>
                    </a:lnTo>
                    <a:lnTo>
                      <a:pt x="10" y="50"/>
                    </a:lnTo>
                    <a:lnTo>
                      <a:pt x="33" y="33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tx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122" name="Freeform 217">
                <a:extLst>
                  <a:ext uri="{FF2B5EF4-FFF2-40B4-BE49-F238E27FC236}">
                    <a16:creationId xmlns:a16="http://schemas.microsoft.com/office/drawing/2014/main" id="{0530F1B6-DBCF-4D36-97DA-38B08687B25D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2476580" y="970139"/>
                <a:ext cx="92043" cy="190969"/>
              </a:xfrm>
              <a:custGeom>
                <a:avLst/>
                <a:gdLst/>
                <a:ahLst/>
                <a:cxnLst>
                  <a:cxn ang="0">
                    <a:pos x="78" y="114"/>
                  </a:cxn>
                  <a:cxn ang="0">
                    <a:pos x="62" y="121"/>
                  </a:cxn>
                  <a:cxn ang="0">
                    <a:pos x="43" y="147"/>
                  </a:cxn>
                  <a:cxn ang="0">
                    <a:pos x="32" y="163"/>
                  </a:cxn>
                  <a:cxn ang="0">
                    <a:pos x="39" y="169"/>
                  </a:cxn>
                  <a:cxn ang="0">
                    <a:pos x="48" y="174"/>
                  </a:cxn>
                  <a:cxn ang="0">
                    <a:pos x="45" y="185"/>
                  </a:cxn>
                  <a:cxn ang="0">
                    <a:pos x="38" y="181"/>
                  </a:cxn>
                  <a:cxn ang="0">
                    <a:pos x="30" y="186"/>
                  </a:cxn>
                  <a:cxn ang="0">
                    <a:pos x="27" y="210"/>
                  </a:cxn>
                  <a:cxn ang="0">
                    <a:pos x="13" y="211"/>
                  </a:cxn>
                  <a:cxn ang="0">
                    <a:pos x="2" y="207"/>
                  </a:cxn>
                  <a:cxn ang="0">
                    <a:pos x="20" y="221"/>
                  </a:cxn>
                  <a:cxn ang="0">
                    <a:pos x="28" y="247"/>
                  </a:cxn>
                  <a:cxn ang="0">
                    <a:pos x="31" y="266"/>
                  </a:cxn>
                  <a:cxn ang="0">
                    <a:pos x="40" y="282"/>
                  </a:cxn>
                  <a:cxn ang="0">
                    <a:pos x="55" y="269"/>
                  </a:cxn>
                  <a:cxn ang="0">
                    <a:pos x="62" y="243"/>
                  </a:cxn>
                  <a:cxn ang="0">
                    <a:pos x="68" y="219"/>
                  </a:cxn>
                  <a:cxn ang="0">
                    <a:pos x="79" y="195"/>
                  </a:cxn>
                  <a:cxn ang="0">
                    <a:pos x="83" y="180"/>
                  </a:cxn>
                  <a:cxn ang="0">
                    <a:pos x="89" y="149"/>
                  </a:cxn>
                  <a:cxn ang="0">
                    <a:pos x="101" y="126"/>
                  </a:cxn>
                  <a:cxn ang="0">
                    <a:pos x="115" y="105"/>
                  </a:cxn>
                  <a:cxn ang="0">
                    <a:pos x="117" y="85"/>
                  </a:cxn>
                  <a:cxn ang="0">
                    <a:pos x="125" y="61"/>
                  </a:cxn>
                  <a:cxn ang="0">
                    <a:pos x="131" y="41"/>
                  </a:cxn>
                  <a:cxn ang="0">
                    <a:pos x="134" y="19"/>
                  </a:cxn>
                  <a:cxn ang="0">
                    <a:pos x="131" y="0"/>
                  </a:cxn>
                  <a:cxn ang="0">
                    <a:pos x="122" y="9"/>
                  </a:cxn>
                  <a:cxn ang="0">
                    <a:pos x="112" y="28"/>
                  </a:cxn>
                  <a:cxn ang="0">
                    <a:pos x="104" y="53"/>
                  </a:cxn>
                  <a:cxn ang="0">
                    <a:pos x="93" y="83"/>
                  </a:cxn>
                </a:cxnLst>
                <a:rect l="0" t="0" r="r" b="b"/>
                <a:pathLst>
                  <a:path w="136" h="282">
                    <a:moveTo>
                      <a:pt x="86" y="98"/>
                    </a:moveTo>
                    <a:cubicBezTo>
                      <a:pt x="78" y="114"/>
                      <a:pt x="78" y="114"/>
                      <a:pt x="78" y="114"/>
                    </a:cubicBezTo>
                    <a:cubicBezTo>
                      <a:pt x="71" y="116"/>
                      <a:pt x="71" y="116"/>
                      <a:pt x="71" y="116"/>
                    </a:cubicBezTo>
                    <a:cubicBezTo>
                      <a:pt x="62" y="121"/>
                      <a:pt x="62" y="121"/>
                      <a:pt x="62" y="121"/>
                    </a:cubicBezTo>
                    <a:cubicBezTo>
                      <a:pt x="54" y="133"/>
                      <a:pt x="54" y="133"/>
                      <a:pt x="54" y="133"/>
                    </a:cubicBezTo>
                    <a:cubicBezTo>
                      <a:pt x="43" y="147"/>
                      <a:pt x="43" y="147"/>
                      <a:pt x="43" y="147"/>
                    </a:cubicBezTo>
                    <a:cubicBezTo>
                      <a:pt x="35" y="156"/>
                      <a:pt x="35" y="156"/>
                      <a:pt x="35" y="156"/>
                    </a:cubicBezTo>
                    <a:cubicBezTo>
                      <a:pt x="32" y="163"/>
                      <a:pt x="32" y="163"/>
                      <a:pt x="32" y="163"/>
                    </a:cubicBezTo>
                    <a:cubicBezTo>
                      <a:pt x="32" y="163"/>
                      <a:pt x="32" y="167"/>
                      <a:pt x="34" y="167"/>
                    </a:cubicBezTo>
                    <a:cubicBezTo>
                      <a:pt x="35" y="168"/>
                      <a:pt x="39" y="169"/>
                      <a:pt x="39" y="169"/>
                    </a:cubicBezTo>
                    <a:cubicBezTo>
                      <a:pt x="46" y="165"/>
                      <a:pt x="46" y="165"/>
                      <a:pt x="46" y="165"/>
                    </a:cubicBezTo>
                    <a:cubicBezTo>
                      <a:pt x="48" y="174"/>
                      <a:pt x="48" y="174"/>
                      <a:pt x="48" y="174"/>
                    </a:cubicBezTo>
                    <a:cubicBezTo>
                      <a:pt x="50" y="181"/>
                      <a:pt x="50" y="181"/>
                      <a:pt x="50" y="181"/>
                    </a:cubicBezTo>
                    <a:cubicBezTo>
                      <a:pt x="45" y="185"/>
                      <a:pt x="45" y="185"/>
                      <a:pt x="45" y="185"/>
                    </a:cubicBezTo>
                    <a:cubicBezTo>
                      <a:pt x="39" y="185"/>
                      <a:pt x="39" y="185"/>
                      <a:pt x="39" y="185"/>
                    </a:cubicBezTo>
                    <a:cubicBezTo>
                      <a:pt x="38" y="181"/>
                      <a:pt x="38" y="181"/>
                      <a:pt x="38" y="181"/>
                    </a:cubicBezTo>
                    <a:cubicBezTo>
                      <a:pt x="31" y="180"/>
                      <a:pt x="31" y="180"/>
                      <a:pt x="31" y="180"/>
                    </a:cubicBezTo>
                    <a:cubicBezTo>
                      <a:pt x="30" y="186"/>
                      <a:pt x="30" y="186"/>
                      <a:pt x="30" y="186"/>
                    </a:cubicBezTo>
                    <a:cubicBezTo>
                      <a:pt x="30" y="200"/>
                      <a:pt x="30" y="200"/>
                      <a:pt x="30" y="200"/>
                    </a:cubicBezTo>
                    <a:cubicBezTo>
                      <a:pt x="27" y="210"/>
                      <a:pt x="27" y="210"/>
                      <a:pt x="27" y="210"/>
                    </a:cubicBezTo>
                    <a:cubicBezTo>
                      <a:pt x="21" y="211"/>
                      <a:pt x="21" y="211"/>
                      <a:pt x="21" y="211"/>
                    </a:cubicBezTo>
                    <a:cubicBezTo>
                      <a:pt x="13" y="211"/>
                      <a:pt x="13" y="211"/>
                      <a:pt x="13" y="211"/>
                    </a:cubicBezTo>
                    <a:cubicBezTo>
                      <a:pt x="0" y="201"/>
                      <a:pt x="0" y="201"/>
                      <a:pt x="0" y="201"/>
                    </a:cubicBezTo>
                    <a:cubicBezTo>
                      <a:pt x="2" y="207"/>
                      <a:pt x="2" y="207"/>
                      <a:pt x="2" y="207"/>
                    </a:cubicBezTo>
                    <a:cubicBezTo>
                      <a:pt x="8" y="213"/>
                      <a:pt x="8" y="213"/>
                      <a:pt x="8" y="213"/>
                    </a:cubicBezTo>
                    <a:cubicBezTo>
                      <a:pt x="20" y="221"/>
                      <a:pt x="20" y="221"/>
                      <a:pt x="20" y="221"/>
                    </a:cubicBezTo>
                    <a:cubicBezTo>
                      <a:pt x="25" y="231"/>
                      <a:pt x="25" y="231"/>
                      <a:pt x="25" y="231"/>
                    </a:cubicBezTo>
                    <a:cubicBezTo>
                      <a:pt x="28" y="247"/>
                      <a:pt x="28" y="247"/>
                      <a:pt x="28" y="247"/>
                    </a:cubicBezTo>
                    <a:cubicBezTo>
                      <a:pt x="31" y="255"/>
                      <a:pt x="31" y="255"/>
                      <a:pt x="31" y="255"/>
                    </a:cubicBezTo>
                    <a:cubicBezTo>
                      <a:pt x="31" y="266"/>
                      <a:pt x="31" y="266"/>
                      <a:pt x="31" y="266"/>
                    </a:cubicBezTo>
                    <a:cubicBezTo>
                      <a:pt x="33" y="274"/>
                      <a:pt x="33" y="274"/>
                      <a:pt x="33" y="274"/>
                    </a:cubicBezTo>
                    <a:cubicBezTo>
                      <a:pt x="40" y="282"/>
                      <a:pt x="40" y="282"/>
                      <a:pt x="40" y="282"/>
                    </a:cubicBezTo>
                    <a:cubicBezTo>
                      <a:pt x="50" y="277"/>
                      <a:pt x="50" y="277"/>
                      <a:pt x="50" y="277"/>
                    </a:cubicBezTo>
                    <a:cubicBezTo>
                      <a:pt x="55" y="269"/>
                      <a:pt x="55" y="269"/>
                      <a:pt x="55" y="269"/>
                    </a:cubicBezTo>
                    <a:cubicBezTo>
                      <a:pt x="59" y="258"/>
                      <a:pt x="59" y="258"/>
                      <a:pt x="59" y="258"/>
                    </a:cubicBezTo>
                    <a:cubicBezTo>
                      <a:pt x="62" y="243"/>
                      <a:pt x="62" y="243"/>
                      <a:pt x="62" y="243"/>
                    </a:cubicBezTo>
                    <a:cubicBezTo>
                      <a:pt x="68" y="231"/>
                      <a:pt x="68" y="231"/>
                      <a:pt x="68" y="231"/>
                    </a:cubicBezTo>
                    <a:cubicBezTo>
                      <a:pt x="68" y="219"/>
                      <a:pt x="68" y="219"/>
                      <a:pt x="68" y="219"/>
                    </a:cubicBezTo>
                    <a:cubicBezTo>
                      <a:pt x="71" y="208"/>
                      <a:pt x="71" y="208"/>
                      <a:pt x="71" y="208"/>
                    </a:cubicBezTo>
                    <a:cubicBezTo>
                      <a:pt x="79" y="195"/>
                      <a:pt x="79" y="195"/>
                      <a:pt x="79" y="195"/>
                    </a:cubicBezTo>
                    <a:cubicBezTo>
                      <a:pt x="83" y="186"/>
                      <a:pt x="83" y="186"/>
                      <a:pt x="83" y="186"/>
                    </a:cubicBezTo>
                    <a:cubicBezTo>
                      <a:pt x="83" y="180"/>
                      <a:pt x="83" y="180"/>
                      <a:pt x="83" y="180"/>
                    </a:cubicBezTo>
                    <a:cubicBezTo>
                      <a:pt x="89" y="162"/>
                      <a:pt x="89" y="162"/>
                      <a:pt x="89" y="162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97" y="138"/>
                      <a:pt x="97" y="138"/>
                      <a:pt x="97" y="138"/>
                    </a:cubicBezTo>
                    <a:cubicBezTo>
                      <a:pt x="101" y="126"/>
                      <a:pt x="101" y="126"/>
                      <a:pt x="101" y="126"/>
                    </a:cubicBezTo>
                    <a:cubicBezTo>
                      <a:pt x="113" y="114"/>
                      <a:pt x="113" y="114"/>
                      <a:pt x="113" y="114"/>
                    </a:cubicBezTo>
                    <a:cubicBezTo>
                      <a:pt x="115" y="105"/>
                      <a:pt x="115" y="105"/>
                      <a:pt x="115" y="105"/>
                    </a:cubicBezTo>
                    <a:cubicBezTo>
                      <a:pt x="117" y="94"/>
                      <a:pt x="117" y="94"/>
                      <a:pt x="117" y="94"/>
                    </a:cubicBezTo>
                    <a:cubicBezTo>
                      <a:pt x="117" y="85"/>
                      <a:pt x="117" y="85"/>
                      <a:pt x="117" y="85"/>
                    </a:cubicBezTo>
                    <a:cubicBezTo>
                      <a:pt x="125" y="73"/>
                      <a:pt x="125" y="73"/>
                      <a:pt x="125" y="73"/>
                    </a:cubicBezTo>
                    <a:cubicBezTo>
                      <a:pt x="125" y="61"/>
                      <a:pt x="125" y="61"/>
                      <a:pt x="125" y="61"/>
                    </a:cubicBezTo>
                    <a:cubicBezTo>
                      <a:pt x="131" y="53"/>
                      <a:pt x="131" y="53"/>
                      <a:pt x="131" y="53"/>
                    </a:cubicBezTo>
                    <a:cubicBezTo>
                      <a:pt x="131" y="41"/>
                      <a:pt x="131" y="41"/>
                      <a:pt x="131" y="41"/>
                    </a:cubicBezTo>
                    <a:cubicBezTo>
                      <a:pt x="134" y="32"/>
                      <a:pt x="134" y="32"/>
                      <a:pt x="134" y="32"/>
                    </a:cubicBezTo>
                    <a:cubicBezTo>
                      <a:pt x="134" y="19"/>
                      <a:pt x="134" y="19"/>
                      <a:pt x="134" y="19"/>
                    </a:cubicBezTo>
                    <a:cubicBezTo>
                      <a:pt x="136" y="8"/>
                      <a:pt x="136" y="8"/>
                      <a:pt x="136" y="8"/>
                    </a:cubicBezTo>
                    <a:cubicBezTo>
                      <a:pt x="131" y="0"/>
                      <a:pt x="131" y="0"/>
                      <a:pt x="131" y="0"/>
                    </a:cubicBezTo>
                    <a:cubicBezTo>
                      <a:pt x="126" y="4"/>
                      <a:pt x="126" y="4"/>
                      <a:pt x="126" y="4"/>
                    </a:cubicBezTo>
                    <a:cubicBezTo>
                      <a:pt x="122" y="9"/>
                      <a:pt x="122" y="9"/>
                      <a:pt x="122" y="9"/>
                    </a:cubicBezTo>
                    <a:cubicBezTo>
                      <a:pt x="115" y="17"/>
                      <a:pt x="115" y="17"/>
                      <a:pt x="115" y="17"/>
                    </a:cubicBezTo>
                    <a:cubicBezTo>
                      <a:pt x="112" y="28"/>
                      <a:pt x="112" y="28"/>
                      <a:pt x="112" y="28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4" y="53"/>
                      <a:pt x="104" y="53"/>
                      <a:pt x="104" y="53"/>
                    </a:cubicBezTo>
                    <a:cubicBezTo>
                      <a:pt x="101" y="67"/>
                      <a:pt x="101" y="67"/>
                      <a:pt x="101" y="67"/>
                    </a:cubicBezTo>
                    <a:cubicBezTo>
                      <a:pt x="93" y="83"/>
                      <a:pt x="93" y="83"/>
                      <a:pt x="93" y="83"/>
                    </a:cubicBezTo>
                    <a:lnTo>
                      <a:pt x="86" y="98"/>
                    </a:lnTo>
                    <a:close/>
                  </a:path>
                </a:pathLst>
              </a:custGeom>
              <a:grpFill/>
              <a:ln w="317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de-DE"/>
              </a:p>
            </p:txBody>
          </p:sp>
          <p:sp>
            <p:nvSpPr>
              <p:cNvPr id="123" name="Freeform 218">
                <a:extLst>
                  <a:ext uri="{FF2B5EF4-FFF2-40B4-BE49-F238E27FC236}">
                    <a16:creationId xmlns:a16="http://schemas.microsoft.com/office/drawing/2014/main" id="{75C648FB-2522-4EE7-A785-869ADA2FCBB4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2222530" y="985622"/>
                <a:ext cx="12903" cy="18351"/>
              </a:xfrm>
              <a:custGeom>
                <a:avLst/>
                <a:gdLst/>
                <a:ahLst/>
                <a:cxnLst>
                  <a:cxn ang="0">
                    <a:pos x="26" y="2"/>
                  </a:cxn>
                  <a:cxn ang="0">
                    <a:pos x="14" y="0"/>
                  </a:cxn>
                  <a:cxn ang="0">
                    <a:pos x="0" y="7"/>
                  </a:cxn>
                  <a:cxn ang="0">
                    <a:pos x="5" y="31"/>
                  </a:cxn>
                  <a:cxn ang="0">
                    <a:pos x="5" y="54"/>
                  </a:cxn>
                  <a:cxn ang="0">
                    <a:pos x="14" y="64"/>
                  </a:cxn>
                  <a:cxn ang="0">
                    <a:pos x="45" y="52"/>
                  </a:cxn>
                  <a:cxn ang="0">
                    <a:pos x="38" y="17"/>
                  </a:cxn>
                  <a:cxn ang="0">
                    <a:pos x="26" y="2"/>
                  </a:cxn>
                </a:cxnLst>
                <a:rect l="0" t="0" r="r" b="b"/>
                <a:pathLst>
                  <a:path w="45" h="64">
                    <a:moveTo>
                      <a:pt x="26" y="2"/>
                    </a:moveTo>
                    <a:lnTo>
                      <a:pt x="14" y="0"/>
                    </a:lnTo>
                    <a:lnTo>
                      <a:pt x="0" y="7"/>
                    </a:lnTo>
                    <a:lnTo>
                      <a:pt x="5" y="31"/>
                    </a:lnTo>
                    <a:lnTo>
                      <a:pt x="5" y="54"/>
                    </a:lnTo>
                    <a:lnTo>
                      <a:pt x="14" y="64"/>
                    </a:lnTo>
                    <a:lnTo>
                      <a:pt x="45" y="52"/>
                    </a:lnTo>
                    <a:lnTo>
                      <a:pt x="38" y="17"/>
                    </a:lnTo>
                    <a:lnTo>
                      <a:pt x="26" y="2"/>
                    </a:lnTo>
                    <a:close/>
                  </a:path>
                </a:pathLst>
              </a:custGeom>
              <a:grpFill/>
              <a:ln w="317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de-DE"/>
              </a:p>
            </p:txBody>
          </p:sp>
          <p:sp>
            <p:nvSpPr>
              <p:cNvPr id="124" name="Freeform 219">
                <a:extLst>
                  <a:ext uri="{FF2B5EF4-FFF2-40B4-BE49-F238E27FC236}">
                    <a16:creationId xmlns:a16="http://schemas.microsoft.com/office/drawing/2014/main" id="{36690667-36C4-4E7E-80C2-656768B18113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2389985" y="1010569"/>
                <a:ext cx="8029" cy="8315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16" y="24"/>
                  </a:cxn>
                  <a:cxn ang="0">
                    <a:pos x="28" y="29"/>
                  </a:cxn>
                  <a:cxn ang="0">
                    <a:pos x="28" y="24"/>
                  </a:cxn>
                  <a:cxn ang="0">
                    <a:pos x="16" y="0"/>
                  </a:cxn>
                  <a:cxn ang="0">
                    <a:pos x="0" y="5"/>
                  </a:cxn>
                </a:cxnLst>
                <a:rect l="0" t="0" r="r" b="b"/>
                <a:pathLst>
                  <a:path w="28" h="29">
                    <a:moveTo>
                      <a:pt x="0" y="5"/>
                    </a:moveTo>
                    <a:lnTo>
                      <a:pt x="16" y="24"/>
                    </a:lnTo>
                    <a:lnTo>
                      <a:pt x="28" y="29"/>
                    </a:lnTo>
                    <a:lnTo>
                      <a:pt x="28" y="24"/>
                    </a:lnTo>
                    <a:lnTo>
                      <a:pt x="16" y="0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tx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125" name="Freeform 220">
                <a:extLst>
                  <a:ext uri="{FF2B5EF4-FFF2-40B4-BE49-F238E27FC236}">
                    <a16:creationId xmlns:a16="http://schemas.microsoft.com/office/drawing/2014/main" id="{EDA5487B-FBC6-4CDF-AA99-27AC46B19337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2363606" y="1016877"/>
                <a:ext cx="12043" cy="10036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0" y="0"/>
                  </a:cxn>
                  <a:cxn ang="0">
                    <a:pos x="0" y="11"/>
                  </a:cxn>
                  <a:cxn ang="0">
                    <a:pos x="4" y="23"/>
                  </a:cxn>
                  <a:cxn ang="0">
                    <a:pos x="14" y="35"/>
                  </a:cxn>
                  <a:cxn ang="0">
                    <a:pos x="30" y="35"/>
                  </a:cxn>
                  <a:cxn ang="0">
                    <a:pos x="42" y="23"/>
                  </a:cxn>
                  <a:cxn ang="0">
                    <a:pos x="42" y="14"/>
                  </a:cxn>
                  <a:cxn ang="0">
                    <a:pos x="30" y="7"/>
                  </a:cxn>
                  <a:cxn ang="0">
                    <a:pos x="14" y="0"/>
                  </a:cxn>
                </a:cxnLst>
                <a:rect l="0" t="0" r="r" b="b"/>
                <a:pathLst>
                  <a:path w="42" h="35">
                    <a:moveTo>
                      <a:pt x="14" y="0"/>
                    </a:moveTo>
                    <a:lnTo>
                      <a:pt x="0" y="0"/>
                    </a:lnTo>
                    <a:lnTo>
                      <a:pt x="0" y="11"/>
                    </a:lnTo>
                    <a:lnTo>
                      <a:pt x="4" y="23"/>
                    </a:lnTo>
                    <a:lnTo>
                      <a:pt x="14" y="35"/>
                    </a:lnTo>
                    <a:lnTo>
                      <a:pt x="30" y="35"/>
                    </a:lnTo>
                    <a:lnTo>
                      <a:pt x="42" y="23"/>
                    </a:lnTo>
                    <a:lnTo>
                      <a:pt x="42" y="14"/>
                    </a:lnTo>
                    <a:lnTo>
                      <a:pt x="30" y="7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tx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126" name="Freeform 221">
                <a:extLst>
                  <a:ext uri="{FF2B5EF4-FFF2-40B4-BE49-F238E27FC236}">
                    <a16:creationId xmlns:a16="http://schemas.microsoft.com/office/drawing/2014/main" id="{74C5D26D-FCE0-477E-A93B-ECC9919380BA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2328336" y="964690"/>
                <a:ext cx="14911" cy="24372"/>
              </a:xfrm>
              <a:custGeom>
                <a:avLst/>
                <a:gdLst/>
                <a:ahLst/>
                <a:cxnLst>
                  <a:cxn ang="0">
                    <a:pos x="0" y="25"/>
                  </a:cxn>
                  <a:cxn ang="0">
                    <a:pos x="0" y="30"/>
                  </a:cxn>
                  <a:cxn ang="0">
                    <a:pos x="4" y="33"/>
                  </a:cxn>
                  <a:cxn ang="0">
                    <a:pos x="8" y="34"/>
                  </a:cxn>
                  <a:cxn ang="0">
                    <a:pos x="20" y="36"/>
                  </a:cxn>
                  <a:cxn ang="0">
                    <a:pos x="22" y="31"/>
                  </a:cxn>
                  <a:cxn ang="0">
                    <a:pos x="19" y="23"/>
                  </a:cxn>
                  <a:cxn ang="0">
                    <a:pos x="16" y="15"/>
                  </a:cxn>
                  <a:cxn ang="0">
                    <a:pos x="11" y="9"/>
                  </a:cxn>
                  <a:cxn ang="0">
                    <a:pos x="5" y="4"/>
                  </a:cxn>
                  <a:cxn ang="0">
                    <a:pos x="3" y="0"/>
                  </a:cxn>
                  <a:cxn ang="0">
                    <a:pos x="0" y="4"/>
                  </a:cxn>
                  <a:cxn ang="0">
                    <a:pos x="0" y="9"/>
                  </a:cxn>
                  <a:cxn ang="0">
                    <a:pos x="1" y="11"/>
                  </a:cxn>
                  <a:cxn ang="0">
                    <a:pos x="6" y="17"/>
                  </a:cxn>
                  <a:cxn ang="0">
                    <a:pos x="3" y="20"/>
                  </a:cxn>
                  <a:cxn ang="0">
                    <a:pos x="0" y="25"/>
                  </a:cxn>
                </a:cxnLst>
                <a:rect l="0" t="0" r="r" b="b"/>
                <a:pathLst>
                  <a:path w="22" h="36">
                    <a:moveTo>
                      <a:pt x="0" y="25"/>
                    </a:moveTo>
                    <a:cubicBezTo>
                      <a:pt x="0" y="30"/>
                      <a:pt x="0" y="30"/>
                      <a:pt x="0" y="30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7" y="34"/>
                      <a:pt x="8" y="34"/>
                    </a:cubicBezTo>
                    <a:cubicBezTo>
                      <a:pt x="10" y="34"/>
                      <a:pt x="20" y="36"/>
                      <a:pt x="20" y="36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3" y="20"/>
                      <a:pt x="3" y="20"/>
                      <a:pt x="3" y="20"/>
                    </a:cubicBezTo>
                    <a:lnTo>
                      <a:pt x="0" y="25"/>
                    </a:lnTo>
                    <a:close/>
                  </a:path>
                </a:pathLst>
              </a:custGeom>
              <a:grpFill/>
              <a:ln w="317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de-DE"/>
              </a:p>
            </p:txBody>
          </p:sp>
          <p:sp>
            <p:nvSpPr>
              <p:cNvPr id="127" name="Freeform 222">
                <a:extLst>
                  <a:ext uri="{FF2B5EF4-FFF2-40B4-BE49-F238E27FC236}">
                    <a16:creationId xmlns:a16="http://schemas.microsoft.com/office/drawing/2014/main" id="{33862F6F-4015-4966-8BC5-042DF6E37966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2254357" y="883256"/>
                <a:ext cx="10323" cy="7455"/>
              </a:xfrm>
              <a:custGeom>
                <a:avLst/>
                <a:gdLst/>
                <a:ahLst/>
                <a:cxnLst>
                  <a:cxn ang="0">
                    <a:pos x="14" y="6"/>
                  </a:cxn>
                  <a:cxn ang="0">
                    <a:pos x="15" y="2"/>
                  </a:cxn>
                  <a:cxn ang="0">
                    <a:pos x="11" y="0"/>
                  </a:cxn>
                  <a:cxn ang="0">
                    <a:pos x="5" y="0"/>
                  </a:cxn>
                  <a:cxn ang="0">
                    <a:pos x="1" y="4"/>
                  </a:cxn>
                  <a:cxn ang="0">
                    <a:pos x="0" y="6"/>
                  </a:cxn>
                  <a:cxn ang="0">
                    <a:pos x="5" y="11"/>
                  </a:cxn>
                  <a:cxn ang="0">
                    <a:pos x="10" y="11"/>
                  </a:cxn>
                  <a:cxn ang="0">
                    <a:pos x="14" y="6"/>
                  </a:cxn>
                </a:cxnLst>
                <a:rect l="0" t="0" r="r" b="b"/>
                <a:pathLst>
                  <a:path w="15" h="11">
                    <a:moveTo>
                      <a:pt x="14" y="6"/>
                    </a:moveTo>
                    <a:cubicBezTo>
                      <a:pt x="15" y="2"/>
                      <a:pt x="15" y="2"/>
                      <a:pt x="15" y="2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0" y="6"/>
                      <a:pt x="0" y="6"/>
                    </a:cubicBezTo>
                    <a:cubicBezTo>
                      <a:pt x="0" y="7"/>
                      <a:pt x="5" y="11"/>
                      <a:pt x="5" y="11"/>
                    </a:cubicBezTo>
                    <a:cubicBezTo>
                      <a:pt x="10" y="11"/>
                      <a:pt x="10" y="11"/>
                      <a:pt x="10" y="11"/>
                    </a:cubicBezTo>
                    <a:lnTo>
                      <a:pt x="14" y="6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128" name="Freeform 223">
                <a:extLst>
                  <a:ext uri="{FF2B5EF4-FFF2-40B4-BE49-F238E27FC236}">
                    <a16:creationId xmlns:a16="http://schemas.microsoft.com/office/drawing/2014/main" id="{192A0FD1-E33D-45C7-9605-5B2066A1AFD1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2261239" y="912503"/>
                <a:ext cx="16345" cy="20932"/>
              </a:xfrm>
              <a:custGeom>
                <a:avLst/>
                <a:gdLst/>
                <a:ahLst/>
                <a:cxnLst>
                  <a:cxn ang="0">
                    <a:pos x="19" y="45"/>
                  </a:cxn>
                  <a:cxn ang="0">
                    <a:pos x="14" y="54"/>
                  </a:cxn>
                  <a:cxn ang="0">
                    <a:pos x="16" y="64"/>
                  </a:cxn>
                  <a:cxn ang="0">
                    <a:pos x="28" y="73"/>
                  </a:cxn>
                  <a:cxn ang="0">
                    <a:pos x="42" y="73"/>
                  </a:cxn>
                  <a:cxn ang="0">
                    <a:pos x="49" y="66"/>
                  </a:cxn>
                  <a:cxn ang="0">
                    <a:pos x="57" y="52"/>
                  </a:cxn>
                  <a:cxn ang="0">
                    <a:pos x="45" y="26"/>
                  </a:cxn>
                  <a:cxn ang="0">
                    <a:pos x="33" y="5"/>
                  </a:cxn>
                  <a:cxn ang="0">
                    <a:pos x="19" y="0"/>
                  </a:cxn>
                  <a:cxn ang="0">
                    <a:pos x="2" y="14"/>
                  </a:cxn>
                  <a:cxn ang="0">
                    <a:pos x="0" y="26"/>
                  </a:cxn>
                  <a:cxn ang="0">
                    <a:pos x="2" y="38"/>
                  </a:cxn>
                  <a:cxn ang="0">
                    <a:pos x="16" y="40"/>
                  </a:cxn>
                  <a:cxn ang="0">
                    <a:pos x="19" y="45"/>
                  </a:cxn>
                </a:cxnLst>
                <a:rect l="0" t="0" r="r" b="b"/>
                <a:pathLst>
                  <a:path w="57" h="73">
                    <a:moveTo>
                      <a:pt x="19" y="45"/>
                    </a:moveTo>
                    <a:lnTo>
                      <a:pt x="14" y="54"/>
                    </a:lnTo>
                    <a:lnTo>
                      <a:pt x="16" y="64"/>
                    </a:lnTo>
                    <a:lnTo>
                      <a:pt x="28" y="73"/>
                    </a:lnTo>
                    <a:lnTo>
                      <a:pt x="42" y="73"/>
                    </a:lnTo>
                    <a:lnTo>
                      <a:pt x="49" y="66"/>
                    </a:lnTo>
                    <a:lnTo>
                      <a:pt x="57" y="52"/>
                    </a:lnTo>
                    <a:lnTo>
                      <a:pt x="45" y="26"/>
                    </a:lnTo>
                    <a:lnTo>
                      <a:pt x="33" y="5"/>
                    </a:lnTo>
                    <a:lnTo>
                      <a:pt x="19" y="0"/>
                    </a:lnTo>
                    <a:lnTo>
                      <a:pt x="2" y="14"/>
                    </a:lnTo>
                    <a:lnTo>
                      <a:pt x="0" y="26"/>
                    </a:lnTo>
                    <a:lnTo>
                      <a:pt x="2" y="38"/>
                    </a:lnTo>
                    <a:lnTo>
                      <a:pt x="16" y="40"/>
                    </a:lnTo>
                    <a:lnTo>
                      <a:pt x="19" y="45"/>
                    </a:lnTo>
                    <a:close/>
                  </a:path>
                </a:pathLst>
              </a:custGeom>
              <a:grpFill/>
              <a:ln w="317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de-DE"/>
              </a:p>
            </p:txBody>
          </p:sp>
          <p:sp>
            <p:nvSpPr>
              <p:cNvPr id="129" name="Freeform 224">
                <a:extLst>
                  <a:ext uri="{FF2B5EF4-FFF2-40B4-BE49-F238E27FC236}">
                    <a16:creationId xmlns:a16="http://schemas.microsoft.com/office/drawing/2014/main" id="{6218B494-5471-4C4C-8660-1B8098059FE5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2280163" y="900175"/>
                <a:ext cx="11470" cy="12330"/>
              </a:xfrm>
              <a:custGeom>
                <a:avLst/>
                <a:gdLst/>
                <a:ahLst/>
                <a:cxnLst>
                  <a:cxn ang="0">
                    <a:pos x="31" y="43"/>
                  </a:cxn>
                  <a:cxn ang="0">
                    <a:pos x="40" y="36"/>
                  </a:cxn>
                  <a:cxn ang="0">
                    <a:pos x="40" y="17"/>
                  </a:cxn>
                  <a:cxn ang="0">
                    <a:pos x="38" y="7"/>
                  </a:cxn>
                  <a:cxn ang="0">
                    <a:pos x="31" y="0"/>
                  </a:cxn>
                  <a:cxn ang="0">
                    <a:pos x="12" y="7"/>
                  </a:cxn>
                  <a:cxn ang="0">
                    <a:pos x="2" y="7"/>
                  </a:cxn>
                  <a:cxn ang="0">
                    <a:pos x="0" y="19"/>
                  </a:cxn>
                  <a:cxn ang="0">
                    <a:pos x="7" y="31"/>
                  </a:cxn>
                  <a:cxn ang="0">
                    <a:pos x="14" y="43"/>
                  </a:cxn>
                  <a:cxn ang="0">
                    <a:pos x="31" y="43"/>
                  </a:cxn>
                </a:cxnLst>
                <a:rect l="0" t="0" r="r" b="b"/>
                <a:pathLst>
                  <a:path w="40" h="43">
                    <a:moveTo>
                      <a:pt x="31" y="43"/>
                    </a:moveTo>
                    <a:lnTo>
                      <a:pt x="40" y="36"/>
                    </a:lnTo>
                    <a:lnTo>
                      <a:pt x="40" y="17"/>
                    </a:lnTo>
                    <a:lnTo>
                      <a:pt x="38" y="7"/>
                    </a:lnTo>
                    <a:lnTo>
                      <a:pt x="31" y="0"/>
                    </a:lnTo>
                    <a:lnTo>
                      <a:pt x="12" y="7"/>
                    </a:lnTo>
                    <a:lnTo>
                      <a:pt x="2" y="7"/>
                    </a:lnTo>
                    <a:lnTo>
                      <a:pt x="0" y="19"/>
                    </a:lnTo>
                    <a:lnTo>
                      <a:pt x="7" y="31"/>
                    </a:lnTo>
                    <a:lnTo>
                      <a:pt x="14" y="43"/>
                    </a:lnTo>
                    <a:lnTo>
                      <a:pt x="31" y="43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130" name="Freeform 225">
                <a:extLst>
                  <a:ext uri="{FF2B5EF4-FFF2-40B4-BE49-F238E27FC236}">
                    <a16:creationId xmlns:a16="http://schemas.microsoft.com/office/drawing/2014/main" id="{A517CF09-92A9-45F9-B562-91BAEBE0ABCE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2373642" y="760818"/>
                <a:ext cx="6022" cy="14911"/>
              </a:xfrm>
              <a:custGeom>
                <a:avLst/>
                <a:gdLst/>
                <a:ahLst/>
                <a:cxnLst>
                  <a:cxn ang="0">
                    <a:pos x="2" y="9"/>
                  </a:cxn>
                  <a:cxn ang="0">
                    <a:pos x="5" y="12"/>
                  </a:cxn>
                  <a:cxn ang="0">
                    <a:pos x="5" y="19"/>
                  </a:cxn>
                  <a:cxn ang="0">
                    <a:pos x="7" y="22"/>
                  </a:cxn>
                  <a:cxn ang="0">
                    <a:pos x="7" y="19"/>
                  </a:cxn>
                  <a:cxn ang="0">
                    <a:pos x="7" y="11"/>
                  </a:cxn>
                  <a:cxn ang="0">
                    <a:pos x="7" y="8"/>
                  </a:cxn>
                  <a:cxn ang="0">
                    <a:pos x="9" y="3"/>
                  </a:cxn>
                  <a:cxn ang="0">
                    <a:pos x="6" y="0"/>
                  </a:cxn>
                  <a:cxn ang="0">
                    <a:pos x="1" y="0"/>
                  </a:cxn>
                  <a:cxn ang="0">
                    <a:pos x="0" y="6"/>
                  </a:cxn>
                  <a:cxn ang="0">
                    <a:pos x="2" y="9"/>
                  </a:cxn>
                </a:cxnLst>
                <a:rect l="0" t="0" r="r" b="b"/>
                <a:pathLst>
                  <a:path w="9" h="22">
                    <a:moveTo>
                      <a:pt x="2" y="9"/>
                    </a:moveTo>
                    <a:cubicBezTo>
                      <a:pt x="4" y="9"/>
                      <a:pt x="5" y="12"/>
                      <a:pt x="5" y="12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7" y="20"/>
                      <a:pt x="7" y="19"/>
                    </a:cubicBezTo>
                    <a:cubicBezTo>
                      <a:pt x="7" y="17"/>
                      <a:pt x="7" y="11"/>
                      <a:pt x="7" y="11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1" y="9"/>
                      <a:pt x="2" y="9"/>
                    </a:cubicBezTo>
                    <a:close/>
                  </a:path>
                </a:pathLst>
              </a:custGeom>
              <a:grpFill/>
              <a:ln w="3175" cap="flat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/>
              </a:p>
            </p:txBody>
          </p:sp>
          <p:sp>
            <p:nvSpPr>
              <p:cNvPr id="131" name="Freeform 226">
                <a:extLst>
                  <a:ext uri="{FF2B5EF4-FFF2-40B4-BE49-F238E27FC236}">
                    <a16:creationId xmlns:a16="http://schemas.microsoft.com/office/drawing/2014/main" id="{DB2A262C-E630-4291-9B07-54A26ED96129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2390559" y="697162"/>
                <a:ext cx="23800" cy="22939"/>
              </a:xfrm>
              <a:custGeom>
                <a:avLst/>
                <a:gdLst/>
                <a:ahLst/>
                <a:cxnLst>
                  <a:cxn ang="0">
                    <a:pos x="40" y="71"/>
                  </a:cxn>
                  <a:cxn ang="0">
                    <a:pos x="54" y="78"/>
                  </a:cxn>
                  <a:cxn ang="0">
                    <a:pos x="71" y="80"/>
                  </a:cxn>
                  <a:cxn ang="0">
                    <a:pos x="76" y="68"/>
                  </a:cxn>
                  <a:cxn ang="0">
                    <a:pos x="83" y="52"/>
                  </a:cxn>
                  <a:cxn ang="0">
                    <a:pos x="83" y="30"/>
                  </a:cxn>
                  <a:cxn ang="0">
                    <a:pos x="78" y="11"/>
                  </a:cxn>
                  <a:cxn ang="0">
                    <a:pos x="73" y="4"/>
                  </a:cxn>
                  <a:cxn ang="0">
                    <a:pos x="64" y="0"/>
                  </a:cxn>
                  <a:cxn ang="0">
                    <a:pos x="61" y="16"/>
                  </a:cxn>
                  <a:cxn ang="0">
                    <a:pos x="57" y="28"/>
                  </a:cxn>
                  <a:cxn ang="0">
                    <a:pos x="52" y="45"/>
                  </a:cxn>
                  <a:cxn ang="0">
                    <a:pos x="38" y="45"/>
                  </a:cxn>
                  <a:cxn ang="0">
                    <a:pos x="12" y="47"/>
                  </a:cxn>
                  <a:cxn ang="0">
                    <a:pos x="0" y="54"/>
                  </a:cxn>
                  <a:cxn ang="0">
                    <a:pos x="0" y="63"/>
                  </a:cxn>
                  <a:cxn ang="0">
                    <a:pos x="10" y="71"/>
                  </a:cxn>
                  <a:cxn ang="0">
                    <a:pos x="40" y="71"/>
                  </a:cxn>
                </a:cxnLst>
                <a:rect l="0" t="0" r="r" b="b"/>
                <a:pathLst>
                  <a:path w="83" h="80">
                    <a:moveTo>
                      <a:pt x="40" y="71"/>
                    </a:moveTo>
                    <a:lnTo>
                      <a:pt x="54" y="78"/>
                    </a:lnTo>
                    <a:lnTo>
                      <a:pt x="71" y="80"/>
                    </a:lnTo>
                    <a:lnTo>
                      <a:pt x="76" y="68"/>
                    </a:lnTo>
                    <a:lnTo>
                      <a:pt x="83" y="52"/>
                    </a:lnTo>
                    <a:lnTo>
                      <a:pt x="83" y="30"/>
                    </a:lnTo>
                    <a:lnTo>
                      <a:pt x="78" y="11"/>
                    </a:lnTo>
                    <a:lnTo>
                      <a:pt x="73" y="4"/>
                    </a:lnTo>
                    <a:lnTo>
                      <a:pt x="64" y="0"/>
                    </a:lnTo>
                    <a:lnTo>
                      <a:pt x="61" y="16"/>
                    </a:lnTo>
                    <a:lnTo>
                      <a:pt x="57" y="28"/>
                    </a:lnTo>
                    <a:lnTo>
                      <a:pt x="52" y="45"/>
                    </a:lnTo>
                    <a:lnTo>
                      <a:pt x="38" y="45"/>
                    </a:lnTo>
                    <a:lnTo>
                      <a:pt x="12" y="47"/>
                    </a:lnTo>
                    <a:lnTo>
                      <a:pt x="0" y="54"/>
                    </a:lnTo>
                    <a:lnTo>
                      <a:pt x="0" y="63"/>
                    </a:lnTo>
                    <a:lnTo>
                      <a:pt x="10" y="71"/>
                    </a:lnTo>
                    <a:lnTo>
                      <a:pt x="40" y="71"/>
                    </a:lnTo>
                    <a:close/>
                  </a:path>
                </a:pathLst>
              </a:custGeom>
              <a:grpFill/>
              <a:ln w="317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de-DE"/>
              </a:p>
            </p:txBody>
          </p:sp>
          <p:sp>
            <p:nvSpPr>
              <p:cNvPr id="132" name="Freeform 227">
                <a:extLst>
                  <a:ext uri="{FF2B5EF4-FFF2-40B4-BE49-F238E27FC236}">
                    <a16:creationId xmlns:a16="http://schemas.microsoft.com/office/drawing/2014/main" id="{8F35F96F-EEFA-452B-AF50-ACEE6BDDEF1F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2462243" y="691714"/>
                <a:ext cx="28673" cy="17491"/>
              </a:xfrm>
              <a:custGeom>
                <a:avLst/>
                <a:gdLst/>
                <a:ahLst/>
                <a:cxnLst>
                  <a:cxn ang="0">
                    <a:pos x="10" y="40"/>
                  </a:cxn>
                  <a:cxn ang="0">
                    <a:pos x="17" y="52"/>
                  </a:cxn>
                  <a:cxn ang="0">
                    <a:pos x="31" y="59"/>
                  </a:cxn>
                  <a:cxn ang="0">
                    <a:pos x="36" y="59"/>
                  </a:cxn>
                  <a:cxn ang="0">
                    <a:pos x="45" y="54"/>
                  </a:cxn>
                  <a:cxn ang="0">
                    <a:pos x="55" y="61"/>
                  </a:cxn>
                  <a:cxn ang="0">
                    <a:pos x="81" y="61"/>
                  </a:cxn>
                  <a:cxn ang="0">
                    <a:pos x="83" y="52"/>
                  </a:cxn>
                  <a:cxn ang="0">
                    <a:pos x="93" y="30"/>
                  </a:cxn>
                  <a:cxn ang="0">
                    <a:pos x="100" y="14"/>
                  </a:cxn>
                  <a:cxn ang="0">
                    <a:pos x="100" y="0"/>
                  </a:cxn>
                  <a:cxn ang="0">
                    <a:pos x="3" y="0"/>
                  </a:cxn>
                  <a:cxn ang="0">
                    <a:pos x="0" y="19"/>
                  </a:cxn>
                  <a:cxn ang="0">
                    <a:pos x="10" y="40"/>
                  </a:cxn>
                </a:cxnLst>
                <a:rect l="0" t="0" r="r" b="b"/>
                <a:pathLst>
                  <a:path w="100" h="61">
                    <a:moveTo>
                      <a:pt x="10" y="40"/>
                    </a:moveTo>
                    <a:lnTo>
                      <a:pt x="17" y="52"/>
                    </a:lnTo>
                    <a:lnTo>
                      <a:pt x="31" y="59"/>
                    </a:lnTo>
                    <a:lnTo>
                      <a:pt x="36" y="59"/>
                    </a:lnTo>
                    <a:lnTo>
                      <a:pt x="45" y="54"/>
                    </a:lnTo>
                    <a:lnTo>
                      <a:pt x="55" y="61"/>
                    </a:lnTo>
                    <a:lnTo>
                      <a:pt x="81" y="61"/>
                    </a:lnTo>
                    <a:lnTo>
                      <a:pt x="83" y="52"/>
                    </a:lnTo>
                    <a:lnTo>
                      <a:pt x="93" y="30"/>
                    </a:lnTo>
                    <a:lnTo>
                      <a:pt x="100" y="14"/>
                    </a:lnTo>
                    <a:lnTo>
                      <a:pt x="100" y="0"/>
                    </a:lnTo>
                    <a:lnTo>
                      <a:pt x="3" y="0"/>
                    </a:lnTo>
                    <a:lnTo>
                      <a:pt x="0" y="19"/>
                    </a:lnTo>
                    <a:lnTo>
                      <a:pt x="10" y="40"/>
                    </a:lnTo>
                    <a:close/>
                  </a:path>
                </a:pathLst>
              </a:custGeom>
              <a:grpFill/>
              <a:ln w="317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de-DE"/>
              </a:p>
            </p:txBody>
          </p:sp>
          <p:sp>
            <p:nvSpPr>
              <p:cNvPr id="133" name="Freeform 229">
                <a:extLst>
                  <a:ext uri="{FF2B5EF4-FFF2-40B4-BE49-F238E27FC236}">
                    <a16:creationId xmlns:a16="http://schemas.microsoft.com/office/drawing/2014/main" id="{6F641334-52B2-41AE-B50E-5F272FCBFD54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1954427" y="950354"/>
                <a:ext cx="30968" cy="68531"/>
              </a:xfrm>
              <a:custGeom>
                <a:avLst/>
                <a:gdLst/>
                <a:ahLst/>
                <a:cxnLst>
                  <a:cxn ang="0">
                    <a:pos x="7" y="69"/>
                  </a:cxn>
                  <a:cxn ang="0">
                    <a:pos x="7" y="109"/>
                  </a:cxn>
                  <a:cxn ang="0">
                    <a:pos x="0" y="140"/>
                  </a:cxn>
                  <a:cxn ang="0">
                    <a:pos x="0" y="180"/>
                  </a:cxn>
                  <a:cxn ang="0">
                    <a:pos x="33" y="239"/>
                  </a:cxn>
                  <a:cxn ang="0">
                    <a:pos x="54" y="232"/>
                  </a:cxn>
                  <a:cxn ang="0">
                    <a:pos x="75" y="213"/>
                  </a:cxn>
                  <a:cxn ang="0">
                    <a:pos x="94" y="199"/>
                  </a:cxn>
                  <a:cxn ang="0">
                    <a:pos x="66" y="168"/>
                  </a:cxn>
                  <a:cxn ang="0">
                    <a:pos x="78" y="144"/>
                  </a:cxn>
                  <a:cxn ang="0">
                    <a:pos x="73" y="104"/>
                  </a:cxn>
                  <a:cxn ang="0">
                    <a:pos x="87" y="73"/>
                  </a:cxn>
                  <a:cxn ang="0">
                    <a:pos x="108" y="43"/>
                  </a:cxn>
                  <a:cxn ang="0">
                    <a:pos x="97" y="21"/>
                  </a:cxn>
                  <a:cxn ang="0">
                    <a:pos x="66" y="12"/>
                  </a:cxn>
                  <a:cxn ang="0">
                    <a:pos x="42" y="0"/>
                  </a:cxn>
                  <a:cxn ang="0">
                    <a:pos x="31" y="7"/>
                  </a:cxn>
                  <a:cxn ang="0">
                    <a:pos x="16" y="33"/>
                  </a:cxn>
                  <a:cxn ang="0">
                    <a:pos x="7" y="69"/>
                  </a:cxn>
                </a:cxnLst>
                <a:rect l="0" t="0" r="r" b="b"/>
                <a:pathLst>
                  <a:path w="108" h="239">
                    <a:moveTo>
                      <a:pt x="7" y="69"/>
                    </a:moveTo>
                    <a:lnTo>
                      <a:pt x="7" y="109"/>
                    </a:lnTo>
                    <a:lnTo>
                      <a:pt x="0" y="140"/>
                    </a:lnTo>
                    <a:lnTo>
                      <a:pt x="0" y="180"/>
                    </a:lnTo>
                    <a:lnTo>
                      <a:pt x="33" y="239"/>
                    </a:lnTo>
                    <a:lnTo>
                      <a:pt x="54" y="232"/>
                    </a:lnTo>
                    <a:lnTo>
                      <a:pt x="75" y="213"/>
                    </a:lnTo>
                    <a:lnTo>
                      <a:pt x="94" y="199"/>
                    </a:lnTo>
                    <a:lnTo>
                      <a:pt x="66" y="168"/>
                    </a:lnTo>
                    <a:lnTo>
                      <a:pt x="78" y="144"/>
                    </a:lnTo>
                    <a:lnTo>
                      <a:pt x="73" y="104"/>
                    </a:lnTo>
                    <a:lnTo>
                      <a:pt x="87" y="73"/>
                    </a:lnTo>
                    <a:lnTo>
                      <a:pt x="108" y="43"/>
                    </a:lnTo>
                    <a:lnTo>
                      <a:pt x="97" y="21"/>
                    </a:lnTo>
                    <a:lnTo>
                      <a:pt x="66" y="12"/>
                    </a:lnTo>
                    <a:lnTo>
                      <a:pt x="42" y="0"/>
                    </a:lnTo>
                    <a:lnTo>
                      <a:pt x="31" y="7"/>
                    </a:lnTo>
                    <a:lnTo>
                      <a:pt x="16" y="33"/>
                    </a:lnTo>
                    <a:lnTo>
                      <a:pt x="7" y="69"/>
                    </a:lnTo>
                    <a:close/>
                  </a:path>
                </a:pathLst>
              </a:custGeom>
              <a:grpFill/>
              <a:ln w="317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de-DE"/>
              </a:p>
            </p:txBody>
          </p:sp>
          <p:sp>
            <p:nvSpPr>
              <p:cNvPr id="134" name="Freeform 230">
                <a:extLst>
                  <a:ext uri="{FF2B5EF4-FFF2-40B4-BE49-F238E27FC236}">
                    <a16:creationId xmlns:a16="http://schemas.microsoft.com/office/drawing/2014/main" id="{8EC6E131-357B-4951-A459-D0A2D1A8B15E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1969911" y="913077"/>
                <a:ext cx="15484" cy="14911"/>
              </a:xfrm>
              <a:custGeom>
                <a:avLst/>
                <a:gdLst/>
                <a:ahLst/>
                <a:cxnLst>
                  <a:cxn ang="0">
                    <a:pos x="33" y="43"/>
                  </a:cxn>
                  <a:cxn ang="0">
                    <a:pos x="47" y="21"/>
                  </a:cxn>
                  <a:cxn ang="0">
                    <a:pos x="54" y="5"/>
                  </a:cxn>
                  <a:cxn ang="0">
                    <a:pos x="28" y="0"/>
                  </a:cxn>
                  <a:cxn ang="0">
                    <a:pos x="5" y="19"/>
                  </a:cxn>
                  <a:cxn ang="0">
                    <a:pos x="0" y="31"/>
                  </a:cxn>
                  <a:cxn ang="0">
                    <a:pos x="14" y="52"/>
                  </a:cxn>
                  <a:cxn ang="0">
                    <a:pos x="33" y="43"/>
                  </a:cxn>
                </a:cxnLst>
                <a:rect l="0" t="0" r="r" b="b"/>
                <a:pathLst>
                  <a:path w="54" h="52">
                    <a:moveTo>
                      <a:pt x="33" y="43"/>
                    </a:moveTo>
                    <a:lnTo>
                      <a:pt x="47" y="21"/>
                    </a:lnTo>
                    <a:lnTo>
                      <a:pt x="54" y="5"/>
                    </a:lnTo>
                    <a:lnTo>
                      <a:pt x="28" y="0"/>
                    </a:lnTo>
                    <a:lnTo>
                      <a:pt x="5" y="19"/>
                    </a:lnTo>
                    <a:lnTo>
                      <a:pt x="0" y="31"/>
                    </a:lnTo>
                    <a:lnTo>
                      <a:pt x="14" y="52"/>
                    </a:lnTo>
                    <a:lnTo>
                      <a:pt x="33" y="43"/>
                    </a:lnTo>
                    <a:close/>
                  </a:path>
                </a:pathLst>
              </a:custGeom>
              <a:grpFill/>
              <a:ln w="317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de-DE"/>
              </a:p>
            </p:txBody>
          </p:sp>
          <p:sp>
            <p:nvSpPr>
              <p:cNvPr id="135" name="Freeform 231">
                <a:extLst>
                  <a:ext uri="{FF2B5EF4-FFF2-40B4-BE49-F238E27FC236}">
                    <a16:creationId xmlns:a16="http://schemas.microsoft.com/office/drawing/2014/main" id="{C215D2A5-939D-47FE-B873-0C7C471850C8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1920593" y="838525"/>
                <a:ext cx="41865" cy="57635"/>
              </a:xfrm>
              <a:custGeom>
                <a:avLst/>
                <a:gdLst/>
                <a:ahLst/>
                <a:cxnLst>
                  <a:cxn ang="0">
                    <a:pos x="17" y="38"/>
                  </a:cxn>
                  <a:cxn ang="0">
                    <a:pos x="20" y="45"/>
                  </a:cxn>
                  <a:cxn ang="0">
                    <a:pos x="27" y="56"/>
                  </a:cxn>
                  <a:cxn ang="0">
                    <a:pos x="31" y="68"/>
                  </a:cxn>
                  <a:cxn ang="0">
                    <a:pos x="38" y="76"/>
                  </a:cxn>
                  <a:cxn ang="0">
                    <a:pos x="46" y="82"/>
                  </a:cxn>
                  <a:cxn ang="0">
                    <a:pos x="52" y="85"/>
                  </a:cxn>
                  <a:cxn ang="0">
                    <a:pos x="59" y="73"/>
                  </a:cxn>
                  <a:cxn ang="0">
                    <a:pos x="62" y="61"/>
                  </a:cxn>
                  <a:cxn ang="0">
                    <a:pos x="52" y="55"/>
                  </a:cxn>
                  <a:cxn ang="0">
                    <a:pos x="49" y="44"/>
                  </a:cxn>
                  <a:cxn ang="0">
                    <a:pos x="49" y="32"/>
                  </a:cxn>
                  <a:cxn ang="0">
                    <a:pos x="40" y="22"/>
                  </a:cxn>
                  <a:cxn ang="0">
                    <a:pos x="35" y="28"/>
                  </a:cxn>
                  <a:cxn ang="0">
                    <a:pos x="30" y="29"/>
                  </a:cxn>
                  <a:cxn ang="0">
                    <a:pos x="32" y="18"/>
                  </a:cxn>
                  <a:cxn ang="0">
                    <a:pos x="32" y="7"/>
                  </a:cxn>
                  <a:cxn ang="0">
                    <a:pos x="25" y="0"/>
                  </a:cxn>
                  <a:cxn ang="0">
                    <a:pos x="16" y="0"/>
                  </a:cxn>
                  <a:cxn ang="0">
                    <a:pos x="8" y="0"/>
                  </a:cxn>
                  <a:cxn ang="0">
                    <a:pos x="0" y="7"/>
                  </a:cxn>
                  <a:cxn ang="0">
                    <a:pos x="0" y="18"/>
                  </a:cxn>
                  <a:cxn ang="0">
                    <a:pos x="9" y="27"/>
                  </a:cxn>
                  <a:cxn ang="0">
                    <a:pos x="17" y="38"/>
                  </a:cxn>
                </a:cxnLst>
                <a:rect l="0" t="0" r="r" b="b"/>
                <a:pathLst>
                  <a:path w="62" h="85">
                    <a:moveTo>
                      <a:pt x="17" y="38"/>
                    </a:moveTo>
                    <a:cubicBezTo>
                      <a:pt x="20" y="45"/>
                      <a:pt x="20" y="45"/>
                      <a:pt x="20" y="45"/>
                    </a:cubicBezTo>
                    <a:cubicBezTo>
                      <a:pt x="27" y="56"/>
                      <a:pt x="27" y="56"/>
                      <a:pt x="27" y="56"/>
                    </a:cubicBezTo>
                    <a:cubicBezTo>
                      <a:pt x="31" y="68"/>
                      <a:pt x="31" y="68"/>
                      <a:pt x="31" y="68"/>
                    </a:cubicBezTo>
                    <a:cubicBezTo>
                      <a:pt x="38" y="76"/>
                      <a:pt x="38" y="76"/>
                      <a:pt x="38" y="76"/>
                    </a:cubicBezTo>
                    <a:cubicBezTo>
                      <a:pt x="46" y="82"/>
                      <a:pt x="46" y="82"/>
                      <a:pt x="46" y="82"/>
                    </a:cubicBezTo>
                    <a:cubicBezTo>
                      <a:pt x="52" y="85"/>
                      <a:pt x="52" y="85"/>
                      <a:pt x="52" y="85"/>
                    </a:cubicBezTo>
                    <a:cubicBezTo>
                      <a:pt x="59" y="73"/>
                      <a:pt x="59" y="73"/>
                      <a:pt x="59" y="73"/>
                    </a:cubicBezTo>
                    <a:cubicBezTo>
                      <a:pt x="62" y="61"/>
                      <a:pt x="62" y="61"/>
                      <a:pt x="62" y="61"/>
                    </a:cubicBezTo>
                    <a:cubicBezTo>
                      <a:pt x="52" y="55"/>
                      <a:pt x="52" y="55"/>
                      <a:pt x="52" y="55"/>
                    </a:cubicBezTo>
                    <a:cubicBezTo>
                      <a:pt x="49" y="44"/>
                      <a:pt x="49" y="44"/>
                      <a:pt x="49" y="44"/>
                    </a:cubicBezTo>
                    <a:cubicBezTo>
                      <a:pt x="49" y="32"/>
                      <a:pt x="49" y="32"/>
                      <a:pt x="49" y="32"/>
                    </a:cubicBezTo>
                    <a:cubicBezTo>
                      <a:pt x="40" y="22"/>
                      <a:pt x="40" y="22"/>
                      <a:pt x="40" y="22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2" y="18"/>
                      <a:pt x="32" y="8"/>
                      <a:pt x="32" y="7"/>
                    </a:cubicBezTo>
                    <a:cubicBezTo>
                      <a:pt x="32" y="6"/>
                      <a:pt x="25" y="0"/>
                      <a:pt x="25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9" y="27"/>
                      <a:pt x="9" y="27"/>
                      <a:pt x="9" y="27"/>
                    </a:cubicBezTo>
                    <a:lnTo>
                      <a:pt x="17" y="38"/>
                    </a:lnTo>
                    <a:close/>
                  </a:path>
                </a:pathLst>
              </a:custGeom>
              <a:grpFill/>
              <a:ln w="317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de-DE"/>
              </a:p>
            </p:txBody>
          </p:sp>
          <p:sp>
            <p:nvSpPr>
              <p:cNvPr id="136" name="Freeform 232">
                <a:extLst>
                  <a:ext uri="{FF2B5EF4-FFF2-40B4-BE49-F238E27FC236}">
                    <a16:creationId xmlns:a16="http://schemas.microsoft.com/office/drawing/2014/main" id="{B927D516-AABC-4058-B5F5-A74EEC19443B}"/>
                  </a:ext>
                </a:extLst>
              </p:cNvPr>
              <p:cNvSpPr>
                <a:spLocks noEditPoints="1"/>
              </p:cNvSpPr>
              <p:nvPr userDrawn="1"/>
            </p:nvSpPr>
            <p:spPr bwMode="gray">
              <a:xfrm>
                <a:off x="2253210" y="773722"/>
                <a:ext cx="289034" cy="256059"/>
              </a:xfrm>
              <a:custGeom>
                <a:avLst/>
                <a:gdLst/>
                <a:ahLst/>
                <a:cxnLst>
                  <a:cxn ang="0">
                    <a:pos x="89" y="68"/>
                  </a:cxn>
                  <a:cxn ang="0">
                    <a:pos x="63" y="46"/>
                  </a:cxn>
                  <a:cxn ang="0">
                    <a:pos x="42" y="37"/>
                  </a:cxn>
                  <a:cxn ang="0">
                    <a:pos x="33" y="55"/>
                  </a:cxn>
                  <a:cxn ang="0">
                    <a:pos x="15" y="71"/>
                  </a:cxn>
                  <a:cxn ang="0">
                    <a:pos x="14" y="79"/>
                  </a:cxn>
                  <a:cxn ang="0">
                    <a:pos x="40" y="103"/>
                  </a:cxn>
                  <a:cxn ang="0">
                    <a:pos x="37" y="113"/>
                  </a:cxn>
                  <a:cxn ang="0">
                    <a:pos x="13" y="86"/>
                  </a:cxn>
                  <a:cxn ang="0">
                    <a:pos x="9" y="92"/>
                  </a:cxn>
                  <a:cxn ang="0">
                    <a:pos x="40" y="120"/>
                  </a:cxn>
                  <a:cxn ang="0">
                    <a:pos x="48" y="133"/>
                  </a:cxn>
                  <a:cxn ang="0">
                    <a:pos x="45" y="154"/>
                  </a:cxn>
                  <a:cxn ang="0">
                    <a:pos x="64" y="171"/>
                  </a:cxn>
                  <a:cxn ang="0">
                    <a:pos x="73" y="183"/>
                  </a:cxn>
                  <a:cxn ang="0">
                    <a:pos x="76" y="226"/>
                  </a:cxn>
                  <a:cxn ang="0">
                    <a:pos x="85" y="245"/>
                  </a:cxn>
                  <a:cxn ang="0">
                    <a:pos x="113" y="264"/>
                  </a:cxn>
                  <a:cxn ang="0">
                    <a:pos x="116" y="269"/>
                  </a:cxn>
                  <a:cxn ang="0">
                    <a:pos x="138" y="284"/>
                  </a:cxn>
                  <a:cxn ang="0">
                    <a:pos x="161" y="281"/>
                  </a:cxn>
                  <a:cxn ang="0">
                    <a:pos x="178" y="316"/>
                  </a:cxn>
                  <a:cxn ang="0">
                    <a:pos x="144" y="337"/>
                  </a:cxn>
                  <a:cxn ang="0">
                    <a:pos x="163" y="339"/>
                  </a:cxn>
                  <a:cxn ang="0">
                    <a:pos x="194" y="356"/>
                  </a:cxn>
                  <a:cxn ang="0">
                    <a:pos x="202" y="335"/>
                  </a:cxn>
                  <a:cxn ang="0">
                    <a:pos x="237" y="359"/>
                  </a:cxn>
                  <a:cxn ang="0">
                    <a:pos x="261" y="362"/>
                  </a:cxn>
                  <a:cxn ang="0">
                    <a:pos x="303" y="378"/>
                  </a:cxn>
                  <a:cxn ang="0">
                    <a:pos x="355" y="358"/>
                  </a:cxn>
                  <a:cxn ang="0">
                    <a:pos x="395" y="335"/>
                  </a:cxn>
                  <a:cxn ang="0">
                    <a:pos x="410" y="287"/>
                  </a:cxn>
                  <a:cxn ang="0">
                    <a:pos x="410" y="231"/>
                  </a:cxn>
                  <a:cxn ang="0">
                    <a:pos x="403" y="209"/>
                  </a:cxn>
                  <a:cxn ang="0">
                    <a:pos x="413" y="204"/>
                  </a:cxn>
                  <a:cxn ang="0">
                    <a:pos x="427" y="205"/>
                  </a:cxn>
                  <a:cxn ang="0">
                    <a:pos x="404" y="165"/>
                  </a:cxn>
                  <a:cxn ang="0">
                    <a:pos x="371" y="119"/>
                  </a:cxn>
                  <a:cxn ang="0">
                    <a:pos x="341" y="107"/>
                  </a:cxn>
                  <a:cxn ang="0">
                    <a:pos x="331" y="121"/>
                  </a:cxn>
                  <a:cxn ang="0">
                    <a:pos x="325" y="109"/>
                  </a:cxn>
                  <a:cxn ang="0">
                    <a:pos x="359" y="103"/>
                  </a:cxn>
                  <a:cxn ang="0">
                    <a:pos x="389" y="90"/>
                  </a:cxn>
                  <a:cxn ang="0">
                    <a:pos x="376" y="64"/>
                  </a:cxn>
                  <a:cxn ang="0">
                    <a:pos x="359" y="30"/>
                  </a:cxn>
                  <a:cxn ang="0">
                    <a:pos x="337" y="4"/>
                  </a:cxn>
                  <a:cxn ang="0">
                    <a:pos x="345" y="39"/>
                  </a:cxn>
                  <a:cxn ang="0">
                    <a:pos x="342" y="42"/>
                  </a:cxn>
                  <a:cxn ang="0">
                    <a:pos x="342" y="62"/>
                  </a:cxn>
                  <a:cxn ang="0">
                    <a:pos x="331" y="66"/>
                  </a:cxn>
                  <a:cxn ang="0">
                    <a:pos x="322" y="89"/>
                  </a:cxn>
                  <a:cxn ang="0">
                    <a:pos x="291" y="109"/>
                  </a:cxn>
                  <a:cxn ang="0">
                    <a:pos x="275" y="108"/>
                  </a:cxn>
                  <a:cxn ang="0">
                    <a:pos x="299" y="76"/>
                  </a:cxn>
                  <a:cxn ang="0">
                    <a:pos x="297" y="45"/>
                  </a:cxn>
                  <a:cxn ang="0">
                    <a:pos x="320" y="60"/>
                  </a:cxn>
                  <a:cxn ang="0">
                    <a:pos x="284" y="31"/>
                  </a:cxn>
                  <a:cxn ang="0">
                    <a:pos x="245" y="4"/>
                  </a:cxn>
                  <a:cxn ang="0">
                    <a:pos x="223" y="28"/>
                  </a:cxn>
                  <a:cxn ang="0">
                    <a:pos x="185" y="19"/>
                  </a:cxn>
                  <a:cxn ang="0">
                    <a:pos x="147" y="32"/>
                  </a:cxn>
                  <a:cxn ang="0">
                    <a:pos x="235" y="295"/>
                  </a:cxn>
                </a:cxnLst>
                <a:rect l="0" t="0" r="r" b="b"/>
                <a:pathLst>
                  <a:path w="427" h="378">
                    <a:moveTo>
                      <a:pt x="124" y="44"/>
                    </a:moveTo>
                    <a:cubicBezTo>
                      <a:pt x="114" y="56"/>
                      <a:pt x="114" y="56"/>
                      <a:pt x="114" y="56"/>
                    </a:cubicBezTo>
                    <a:cubicBezTo>
                      <a:pt x="100" y="67"/>
                      <a:pt x="100" y="67"/>
                      <a:pt x="100" y="67"/>
                    </a:cubicBezTo>
                    <a:cubicBezTo>
                      <a:pt x="89" y="68"/>
                      <a:pt x="89" y="68"/>
                      <a:pt x="89" y="68"/>
                    </a:cubicBezTo>
                    <a:cubicBezTo>
                      <a:pt x="75" y="68"/>
                      <a:pt x="75" y="68"/>
                      <a:pt x="75" y="68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62" y="57"/>
                      <a:pt x="62" y="57"/>
                      <a:pt x="62" y="57"/>
                    </a:cubicBezTo>
                    <a:cubicBezTo>
                      <a:pt x="63" y="46"/>
                      <a:pt x="63" y="46"/>
                      <a:pt x="63" y="46"/>
                    </a:cubicBezTo>
                    <a:cubicBezTo>
                      <a:pt x="63" y="46"/>
                      <a:pt x="64" y="39"/>
                      <a:pt x="63" y="38"/>
                    </a:cubicBezTo>
                    <a:cubicBezTo>
                      <a:pt x="63" y="36"/>
                      <a:pt x="61" y="36"/>
                      <a:pt x="61" y="36"/>
                    </a:cubicBezTo>
                    <a:cubicBezTo>
                      <a:pt x="49" y="37"/>
                      <a:pt x="49" y="37"/>
                      <a:pt x="49" y="37"/>
                    </a:cubicBezTo>
                    <a:cubicBezTo>
                      <a:pt x="42" y="37"/>
                      <a:pt x="42" y="37"/>
                      <a:pt x="42" y="37"/>
                    </a:cubicBezTo>
                    <a:cubicBezTo>
                      <a:pt x="43" y="44"/>
                      <a:pt x="43" y="44"/>
                      <a:pt x="43" y="44"/>
                    </a:cubicBezTo>
                    <a:cubicBezTo>
                      <a:pt x="42" y="46"/>
                      <a:pt x="42" y="46"/>
                      <a:pt x="42" y="46"/>
                    </a:cubicBezTo>
                    <a:cubicBezTo>
                      <a:pt x="37" y="48"/>
                      <a:pt x="37" y="48"/>
                      <a:pt x="37" y="48"/>
                    </a:cubicBezTo>
                    <a:cubicBezTo>
                      <a:pt x="33" y="55"/>
                      <a:pt x="33" y="55"/>
                      <a:pt x="33" y="55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28" y="68"/>
                      <a:pt x="28" y="68"/>
                      <a:pt x="28" y="68"/>
                    </a:cubicBezTo>
                    <a:cubicBezTo>
                      <a:pt x="22" y="71"/>
                      <a:pt x="22" y="71"/>
                      <a:pt x="22" y="71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9" y="66"/>
                      <a:pt x="9" y="66"/>
                      <a:pt x="9" y="66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5" y="71"/>
                      <a:pt x="5" y="71"/>
                      <a:pt x="5" y="71"/>
                    </a:cubicBezTo>
                    <a:cubicBezTo>
                      <a:pt x="14" y="79"/>
                      <a:pt x="14" y="79"/>
                      <a:pt x="14" y="79"/>
                    </a:cubicBezTo>
                    <a:cubicBezTo>
                      <a:pt x="21" y="84"/>
                      <a:pt x="21" y="84"/>
                      <a:pt x="21" y="84"/>
                    </a:cubicBezTo>
                    <a:cubicBezTo>
                      <a:pt x="26" y="93"/>
                      <a:pt x="26" y="93"/>
                      <a:pt x="26" y="93"/>
                    </a:cubicBezTo>
                    <a:cubicBezTo>
                      <a:pt x="33" y="97"/>
                      <a:pt x="33" y="97"/>
                      <a:pt x="33" y="97"/>
                    </a:cubicBezTo>
                    <a:cubicBezTo>
                      <a:pt x="40" y="103"/>
                      <a:pt x="40" y="103"/>
                      <a:pt x="40" y="103"/>
                    </a:cubicBezTo>
                    <a:cubicBezTo>
                      <a:pt x="48" y="110"/>
                      <a:pt x="48" y="110"/>
                      <a:pt x="48" y="110"/>
                    </a:cubicBezTo>
                    <a:cubicBezTo>
                      <a:pt x="54" y="117"/>
                      <a:pt x="54" y="117"/>
                      <a:pt x="54" y="117"/>
                    </a:cubicBezTo>
                    <a:cubicBezTo>
                      <a:pt x="48" y="117"/>
                      <a:pt x="48" y="117"/>
                      <a:pt x="48" y="117"/>
                    </a:cubicBezTo>
                    <a:cubicBezTo>
                      <a:pt x="37" y="113"/>
                      <a:pt x="37" y="113"/>
                      <a:pt x="37" y="113"/>
                    </a:cubicBezTo>
                    <a:cubicBezTo>
                      <a:pt x="37" y="113"/>
                      <a:pt x="31" y="109"/>
                      <a:pt x="30" y="107"/>
                    </a:cubicBezTo>
                    <a:cubicBezTo>
                      <a:pt x="29" y="106"/>
                      <a:pt x="24" y="99"/>
                      <a:pt x="24" y="99"/>
                    </a:cubicBezTo>
                    <a:cubicBezTo>
                      <a:pt x="17" y="90"/>
                      <a:pt x="17" y="90"/>
                      <a:pt x="17" y="90"/>
                    </a:cubicBezTo>
                    <a:cubicBezTo>
                      <a:pt x="13" y="86"/>
                      <a:pt x="13" y="86"/>
                      <a:pt x="13" y="86"/>
                    </a:cubicBezTo>
                    <a:cubicBezTo>
                      <a:pt x="8" y="79"/>
                      <a:pt x="8" y="79"/>
                      <a:pt x="8" y="79"/>
                    </a:cubicBezTo>
                    <a:cubicBezTo>
                      <a:pt x="2" y="79"/>
                      <a:pt x="2" y="79"/>
                      <a:pt x="2" y="79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9" y="92"/>
                      <a:pt x="9" y="92"/>
                      <a:pt x="9" y="92"/>
                    </a:cubicBezTo>
                    <a:cubicBezTo>
                      <a:pt x="18" y="98"/>
                      <a:pt x="18" y="98"/>
                      <a:pt x="18" y="98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9" y="118"/>
                      <a:pt x="29" y="118"/>
                      <a:pt x="29" y="118"/>
                    </a:cubicBezTo>
                    <a:cubicBezTo>
                      <a:pt x="40" y="120"/>
                      <a:pt x="40" y="120"/>
                      <a:pt x="40" y="120"/>
                    </a:cubicBezTo>
                    <a:cubicBezTo>
                      <a:pt x="50" y="123"/>
                      <a:pt x="50" y="123"/>
                      <a:pt x="50" y="123"/>
                    </a:cubicBezTo>
                    <a:cubicBezTo>
                      <a:pt x="57" y="129"/>
                      <a:pt x="57" y="129"/>
                      <a:pt x="57" y="129"/>
                    </a:cubicBezTo>
                    <a:cubicBezTo>
                      <a:pt x="45" y="129"/>
                      <a:pt x="45" y="129"/>
                      <a:pt x="45" y="129"/>
                    </a:cubicBezTo>
                    <a:cubicBezTo>
                      <a:pt x="48" y="133"/>
                      <a:pt x="48" y="133"/>
                      <a:pt x="48" y="133"/>
                    </a:cubicBezTo>
                    <a:cubicBezTo>
                      <a:pt x="56" y="141"/>
                      <a:pt x="56" y="141"/>
                      <a:pt x="56" y="141"/>
                    </a:cubicBezTo>
                    <a:cubicBezTo>
                      <a:pt x="61" y="148"/>
                      <a:pt x="61" y="148"/>
                      <a:pt x="61" y="148"/>
                    </a:cubicBezTo>
                    <a:cubicBezTo>
                      <a:pt x="58" y="154"/>
                      <a:pt x="58" y="154"/>
                      <a:pt x="58" y="154"/>
                    </a:cubicBezTo>
                    <a:cubicBezTo>
                      <a:pt x="45" y="154"/>
                      <a:pt x="45" y="154"/>
                      <a:pt x="45" y="154"/>
                    </a:cubicBezTo>
                    <a:cubicBezTo>
                      <a:pt x="39" y="160"/>
                      <a:pt x="39" y="160"/>
                      <a:pt x="39" y="160"/>
                    </a:cubicBezTo>
                    <a:cubicBezTo>
                      <a:pt x="48" y="165"/>
                      <a:pt x="48" y="165"/>
                      <a:pt x="48" y="165"/>
                    </a:cubicBezTo>
                    <a:cubicBezTo>
                      <a:pt x="54" y="170"/>
                      <a:pt x="54" y="170"/>
                      <a:pt x="54" y="170"/>
                    </a:cubicBezTo>
                    <a:cubicBezTo>
                      <a:pt x="64" y="171"/>
                      <a:pt x="64" y="171"/>
                      <a:pt x="64" y="171"/>
                    </a:cubicBezTo>
                    <a:cubicBezTo>
                      <a:pt x="71" y="170"/>
                      <a:pt x="71" y="170"/>
                      <a:pt x="71" y="170"/>
                    </a:cubicBezTo>
                    <a:cubicBezTo>
                      <a:pt x="73" y="172"/>
                      <a:pt x="73" y="172"/>
                      <a:pt x="73" y="172"/>
                    </a:cubicBezTo>
                    <a:cubicBezTo>
                      <a:pt x="78" y="179"/>
                      <a:pt x="78" y="179"/>
                      <a:pt x="78" y="179"/>
                    </a:cubicBezTo>
                    <a:cubicBezTo>
                      <a:pt x="73" y="183"/>
                      <a:pt x="73" y="183"/>
                      <a:pt x="73" y="183"/>
                    </a:cubicBezTo>
                    <a:cubicBezTo>
                      <a:pt x="76" y="189"/>
                      <a:pt x="76" y="189"/>
                      <a:pt x="76" y="189"/>
                    </a:cubicBezTo>
                    <a:cubicBezTo>
                      <a:pt x="79" y="201"/>
                      <a:pt x="79" y="201"/>
                      <a:pt x="79" y="201"/>
                    </a:cubicBezTo>
                    <a:cubicBezTo>
                      <a:pt x="78" y="212"/>
                      <a:pt x="78" y="212"/>
                      <a:pt x="78" y="212"/>
                    </a:cubicBezTo>
                    <a:cubicBezTo>
                      <a:pt x="76" y="226"/>
                      <a:pt x="76" y="226"/>
                      <a:pt x="76" y="226"/>
                    </a:cubicBezTo>
                    <a:cubicBezTo>
                      <a:pt x="78" y="228"/>
                      <a:pt x="78" y="228"/>
                      <a:pt x="78" y="228"/>
                    </a:cubicBezTo>
                    <a:cubicBezTo>
                      <a:pt x="81" y="238"/>
                      <a:pt x="81" y="238"/>
                      <a:pt x="81" y="238"/>
                    </a:cubicBezTo>
                    <a:cubicBezTo>
                      <a:pt x="71" y="238"/>
                      <a:pt x="71" y="238"/>
                      <a:pt x="71" y="238"/>
                    </a:cubicBezTo>
                    <a:cubicBezTo>
                      <a:pt x="85" y="245"/>
                      <a:pt x="85" y="245"/>
                      <a:pt x="85" y="245"/>
                    </a:cubicBezTo>
                    <a:cubicBezTo>
                      <a:pt x="89" y="256"/>
                      <a:pt x="89" y="256"/>
                      <a:pt x="89" y="256"/>
                    </a:cubicBezTo>
                    <a:cubicBezTo>
                      <a:pt x="96" y="256"/>
                      <a:pt x="96" y="256"/>
                      <a:pt x="96" y="256"/>
                    </a:cubicBezTo>
                    <a:cubicBezTo>
                      <a:pt x="107" y="257"/>
                      <a:pt x="107" y="257"/>
                      <a:pt x="107" y="257"/>
                    </a:cubicBezTo>
                    <a:cubicBezTo>
                      <a:pt x="113" y="264"/>
                      <a:pt x="113" y="264"/>
                      <a:pt x="113" y="264"/>
                    </a:cubicBezTo>
                    <a:cubicBezTo>
                      <a:pt x="111" y="273"/>
                      <a:pt x="111" y="273"/>
                      <a:pt x="111" y="273"/>
                    </a:cubicBezTo>
                    <a:cubicBezTo>
                      <a:pt x="113" y="278"/>
                      <a:pt x="113" y="278"/>
                      <a:pt x="113" y="278"/>
                    </a:cubicBezTo>
                    <a:cubicBezTo>
                      <a:pt x="118" y="276"/>
                      <a:pt x="118" y="276"/>
                      <a:pt x="118" y="276"/>
                    </a:cubicBezTo>
                    <a:cubicBezTo>
                      <a:pt x="116" y="269"/>
                      <a:pt x="116" y="269"/>
                      <a:pt x="116" y="269"/>
                    </a:cubicBezTo>
                    <a:cubicBezTo>
                      <a:pt x="124" y="272"/>
                      <a:pt x="124" y="272"/>
                      <a:pt x="124" y="272"/>
                    </a:cubicBezTo>
                    <a:cubicBezTo>
                      <a:pt x="126" y="279"/>
                      <a:pt x="126" y="279"/>
                      <a:pt x="126" y="279"/>
                    </a:cubicBezTo>
                    <a:cubicBezTo>
                      <a:pt x="131" y="281"/>
                      <a:pt x="131" y="281"/>
                      <a:pt x="131" y="281"/>
                    </a:cubicBezTo>
                    <a:cubicBezTo>
                      <a:pt x="138" y="284"/>
                      <a:pt x="138" y="284"/>
                      <a:pt x="138" y="284"/>
                    </a:cubicBezTo>
                    <a:cubicBezTo>
                      <a:pt x="138" y="284"/>
                      <a:pt x="147" y="283"/>
                      <a:pt x="148" y="283"/>
                    </a:cubicBezTo>
                    <a:cubicBezTo>
                      <a:pt x="150" y="283"/>
                      <a:pt x="151" y="280"/>
                      <a:pt x="151" y="280"/>
                    </a:cubicBezTo>
                    <a:cubicBezTo>
                      <a:pt x="157" y="274"/>
                      <a:pt x="157" y="274"/>
                      <a:pt x="157" y="274"/>
                    </a:cubicBezTo>
                    <a:cubicBezTo>
                      <a:pt x="161" y="281"/>
                      <a:pt x="161" y="281"/>
                      <a:pt x="161" y="281"/>
                    </a:cubicBezTo>
                    <a:cubicBezTo>
                      <a:pt x="166" y="295"/>
                      <a:pt x="166" y="295"/>
                      <a:pt x="166" y="295"/>
                    </a:cubicBezTo>
                    <a:cubicBezTo>
                      <a:pt x="172" y="302"/>
                      <a:pt x="172" y="302"/>
                      <a:pt x="172" y="302"/>
                    </a:cubicBezTo>
                    <a:cubicBezTo>
                      <a:pt x="178" y="310"/>
                      <a:pt x="178" y="310"/>
                      <a:pt x="178" y="310"/>
                    </a:cubicBezTo>
                    <a:cubicBezTo>
                      <a:pt x="178" y="316"/>
                      <a:pt x="178" y="316"/>
                      <a:pt x="178" y="316"/>
                    </a:cubicBezTo>
                    <a:cubicBezTo>
                      <a:pt x="164" y="320"/>
                      <a:pt x="164" y="320"/>
                      <a:pt x="164" y="320"/>
                    </a:cubicBezTo>
                    <a:cubicBezTo>
                      <a:pt x="156" y="324"/>
                      <a:pt x="156" y="324"/>
                      <a:pt x="156" y="324"/>
                    </a:cubicBezTo>
                    <a:cubicBezTo>
                      <a:pt x="148" y="330"/>
                      <a:pt x="148" y="330"/>
                      <a:pt x="148" y="330"/>
                    </a:cubicBezTo>
                    <a:cubicBezTo>
                      <a:pt x="144" y="337"/>
                      <a:pt x="144" y="337"/>
                      <a:pt x="144" y="337"/>
                    </a:cubicBezTo>
                    <a:cubicBezTo>
                      <a:pt x="144" y="346"/>
                      <a:pt x="144" y="346"/>
                      <a:pt x="144" y="346"/>
                    </a:cubicBezTo>
                    <a:cubicBezTo>
                      <a:pt x="148" y="346"/>
                      <a:pt x="148" y="346"/>
                      <a:pt x="148" y="346"/>
                    </a:cubicBezTo>
                    <a:cubicBezTo>
                      <a:pt x="157" y="343"/>
                      <a:pt x="157" y="343"/>
                      <a:pt x="157" y="343"/>
                    </a:cubicBezTo>
                    <a:cubicBezTo>
                      <a:pt x="163" y="339"/>
                      <a:pt x="163" y="339"/>
                      <a:pt x="163" y="339"/>
                    </a:cubicBezTo>
                    <a:cubicBezTo>
                      <a:pt x="169" y="340"/>
                      <a:pt x="169" y="340"/>
                      <a:pt x="169" y="340"/>
                    </a:cubicBezTo>
                    <a:cubicBezTo>
                      <a:pt x="180" y="345"/>
                      <a:pt x="180" y="345"/>
                      <a:pt x="180" y="345"/>
                    </a:cubicBezTo>
                    <a:cubicBezTo>
                      <a:pt x="186" y="350"/>
                      <a:pt x="186" y="350"/>
                      <a:pt x="186" y="350"/>
                    </a:cubicBezTo>
                    <a:cubicBezTo>
                      <a:pt x="194" y="356"/>
                      <a:pt x="194" y="356"/>
                      <a:pt x="194" y="356"/>
                    </a:cubicBezTo>
                    <a:cubicBezTo>
                      <a:pt x="197" y="350"/>
                      <a:pt x="197" y="350"/>
                      <a:pt x="197" y="350"/>
                    </a:cubicBezTo>
                    <a:cubicBezTo>
                      <a:pt x="203" y="344"/>
                      <a:pt x="203" y="344"/>
                      <a:pt x="203" y="344"/>
                    </a:cubicBezTo>
                    <a:cubicBezTo>
                      <a:pt x="197" y="335"/>
                      <a:pt x="197" y="335"/>
                      <a:pt x="197" y="335"/>
                    </a:cubicBezTo>
                    <a:cubicBezTo>
                      <a:pt x="202" y="335"/>
                      <a:pt x="202" y="335"/>
                      <a:pt x="202" y="335"/>
                    </a:cubicBezTo>
                    <a:cubicBezTo>
                      <a:pt x="211" y="340"/>
                      <a:pt x="211" y="340"/>
                      <a:pt x="211" y="340"/>
                    </a:cubicBezTo>
                    <a:cubicBezTo>
                      <a:pt x="223" y="349"/>
                      <a:pt x="223" y="349"/>
                      <a:pt x="223" y="349"/>
                    </a:cubicBezTo>
                    <a:cubicBezTo>
                      <a:pt x="229" y="353"/>
                      <a:pt x="229" y="353"/>
                      <a:pt x="229" y="353"/>
                    </a:cubicBezTo>
                    <a:cubicBezTo>
                      <a:pt x="237" y="359"/>
                      <a:pt x="237" y="359"/>
                      <a:pt x="237" y="359"/>
                    </a:cubicBezTo>
                    <a:cubicBezTo>
                      <a:pt x="242" y="361"/>
                      <a:pt x="242" y="361"/>
                      <a:pt x="242" y="361"/>
                    </a:cubicBezTo>
                    <a:cubicBezTo>
                      <a:pt x="251" y="361"/>
                      <a:pt x="251" y="361"/>
                      <a:pt x="251" y="361"/>
                    </a:cubicBezTo>
                    <a:cubicBezTo>
                      <a:pt x="251" y="353"/>
                      <a:pt x="251" y="353"/>
                      <a:pt x="251" y="353"/>
                    </a:cubicBezTo>
                    <a:cubicBezTo>
                      <a:pt x="261" y="362"/>
                      <a:pt x="261" y="362"/>
                      <a:pt x="261" y="362"/>
                    </a:cubicBezTo>
                    <a:cubicBezTo>
                      <a:pt x="266" y="369"/>
                      <a:pt x="266" y="369"/>
                      <a:pt x="266" y="369"/>
                    </a:cubicBezTo>
                    <a:cubicBezTo>
                      <a:pt x="284" y="369"/>
                      <a:pt x="284" y="369"/>
                      <a:pt x="284" y="369"/>
                    </a:cubicBezTo>
                    <a:cubicBezTo>
                      <a:pt x="293" y="373"/>
                      <a:pt x="293" y="373"/>
                      <a:pt x="293" y="373"/>
                    </a:cubicBezTo>
                    <a:cubicBezTo>
                      <a:pt x="303" y="378"/>
                      <a:pt x="303" y="378"/>
                      <a:pt x="303" y="378"/>
                    </a:cubicBezTo>
                    <a:cubicBezTo>
                      <a:pt x="322" y="374"/>
                      <a:pt x="322" y="374"/>
                      <a:pt x="322" y="374"/>
                    </a:cubicBezTo>
                    <a:cubicBezTo>
                      <a:pt x="328" y="367"/>
                      <a:pt x="328" y="367"/>
                      <a:pt x="328" y="367"/>
                    </a:cubicBezTo>
                    <a:cubicBezTo>
                      <a:pt x="346" y="360"/>
                      <a:pt x="346" y="360"/>
                      <a:pt x="346" y="360"/>
                    </a:cubicBezTo>
                    <a:cubicBezTo>
                      <a:pt x="355" y="358"/>
                      <a:pt x="355" y="358"/>
                      <a:pt x="355" y="358"/>
                    </a:cubicBezTo>
                    <a:cubicBezTo>
                      <a:pt x="355" y="358"/>
                      <a:pt x="368" y="356"/>
                      <a:pt x="369" y="356"/>
                    </a:cubicBezTo>
                    <a:cubicBezTo>
                      <a:pt x="370" y="356"/>
                      <a:pt x="381" y="354"/>
                      <a:pt x="381" y="354"/>
                    </a:cubicBezTo>
                    <a:cubicBezTo>
                      <a:pt x="391" y="348"/>
                      <a:pt x="391" y="348"/>
                      <a:pt x="391" y="348"/>
                    </a:cubicBezTo>
                    <a:cubicBezTo>
                      <a:pt x="395" y="335"/>
                      <a:pt x="395" y="335"/>
                      <a:pt x="395" y="335"/>
                    </a:cubicBezTo>
                    <a:cubicBezTo>
                      <a:pt x="402" y="327"/>
                      <a:pt x="402" y="327"/>
                      <a:pt x="402" y="327"/>
                    </a:cubicBezTo>
                    <a:cubicBezTo>
                      <a:pt x="405" y="320"/>
                      <a:pt x="405" y="320"/>
                      <a:pt x="405" y="320"/>
                    </a:cubicBezTo>
                    <a:cubicBezTo>
                      <a:pt x="404" y="297"/>
                      <a:pt x="404" y="297"/>
                      <a:pt x="404" y="297"/>
                    </a:cubicBezTo>
                    <a:cubicBezTo>
                      <a:pt x="410" y="287"/>
                      <a:pt x="410" y="287"/>
                      <a:pt x="410" y="287"/>
                    </a:cubicBezTo>
                    <a:cubicBezTo>
                      <a:pt x="413" y="277"/>
                      <a:pt x="413" y="277"/>
                      <a:pt x="413" y="277"/>
                    </a:cubicBezTo>
                    <a:cubicBezTo>
                      <a:pt x="415" y="253"/>
                      <a:pt x="415" y="253"/>
                      <a:pt x="415" y="253"/>
                    </a:cubicBezTo>
                    <a:cubicBezTo>
                      <a:pt x="411" y="244"/>
                      <a:pt x="411" y="244"/>
                      <a:pt x="411" y="244"/>
                    </a:cubicBezTo>
                    <a:cubicBezTo>
                      <a:pt x="410" y="231"/>
                      <a:pt x="410" y="231"/>
                      <a:pt x="410" y="231"/>
                    </a:cubicBezTo>
                    <a:cubicBezTo>
                      <a:pt x="407" y="225"/>
                      <a:pt x="407" y="225"/>
                      <a:pt x="407" y="225"/>
                    </a:cubicBezTo>
                    <a:cubicBezTo>
                      <a:pt x="408" y="217"/>
                      <a:pt x="408" y="217"/>
                      <a:pt x="408" y="217"/>
                    </a:cubicBezTo>
                    <a:cubicBezTo>
                      <a:pt x="395" y="207"/>
                      <a:pt x="395" y="207"/>
                      <a:pt x="395" y="207"/>
                    </a:cubicBezTo>
                    <a:cubicBezTo>
                      <a:pt x="403" y="209"/>
                      <a:pt x="403" y="209"/>
                      <a:pt x="403" y="209"/>
                    </a:cubicBezTo>
                    <a:cubicBezTo>
                      <a:pt x="403" y="206"/>
                      <a:pt x="403" y="206"/>
                      <a:pt x="403" y="206"/>
                    </a:cubicBezTo>
                    <a:cubicBezTo>
                      <a:pt x="406" y="201"/>
                      <a:pt x="406" y="201"/>
                      <a:pt x="406" y="201"/>
                    </a:cubicBezTo>
                    <a:cubicBezTo>
                      <a:pt x="407" y="201"/>
                      <a:pt x="407" y="201"/>
                      <a:pt x="407" y="201"/>
                    </a:cubicBezTo>
                    <a:cubicBezTo>
                      <a:pt x="413" y="204"/>
                      <a:pt x="413" y="204"/>
                      <a:pt x="413" y="204"/>
                    </a:cubicBezTo>
                    <a:cubicBezTo>
                      <a:pt x="417" y="212"/>
                      <a:pt x="417" y="212"/>
                      <a:pt x="417" y="212"/>
                    </a:cubicBezTo>
                    <a:cubicBezTo>
                      <a:pt x="422" y="212"/>
                      <a:pt x="422" y="212"/>
                      <a:pt x="422" y="212"/>
                    </a:cubicBezTo>
                    <a:cubicBezTo>
                      <a:pt x="427" y="211"/>
                      <a:pt x="427" y="211"/>
                      <a:pt x="427" y="211"/>
                    </a:cubicBezTo>
                    <a:cubicBezTo>
                      <a:pt x="427" y="205"/>
                      <a:pt x="427" y="205"/>
                      <a:pt x="427" y="205"/>
                    </a:cubicBezTo>
                    <a:cubicBezTo>
                      <a:pt x="422" y="200"/>
                      <a:pt x="422" y="200"/>
                      <a:pt x="422" y="200"/>
                    </a:cubicBezTo>
                    <a:cubicBezTo>
                      <a:pt x="414" y="191"/>
                      <a:pt x="414" y="191"/>
                      <a:pt x="414" y="191"/>
                    </a:cubicBezTo>
                    <a:cubicBezTo>
                      <a:pt x="407" y="178"/>
                      <a:pt x="407" y="178"/>
                      <a:pt x="407" y="178"/>
                    </a:cubicBezTo>
                    <a:cubicBezTo>
                      <a:pt x="404" y="165"/>
                      <a:pt x="404" y="165"/>
                      <a:pt x="404" y="165"/>
                    </a:cubicBezTo>
                    <a:cubicBezTo>
                      <a:pt x="393" y="147"/>
                      <a:pt x="393" y="147"/>
                      <a:pt x="393" y="147"/>
                    </a:cubicBezTo>
                    <a:cubicBezTo>
                      <a:pt x="384" y="133"/>
                      <a:pt x="384" y="133"/>
                      <a:pt x="384" y="133"/>
                    </a:cubicBezTo>
                    <a:cubicBezTo>
                      <a:pt x="377" y="124"/>
                      <a:pt x="377" y="124"/>
                      <a:pt x="377" y="124"/>
                    </a:cubicBezTo>
                    <a:cubicBezTo>
                      <a:pt x="371" y="119"/>
                      <a:pt x="371" y="119"/>
                      <a:pt x="371" y="119"/>
                    </a:cubicBezTo>
                    <a:cubicBezTo>
                      <a:pt x="365" y="113"/>
                      <a:pt x="365" y="113"/>
                      <a:pt x="365" y="113"/>
                    </a:cubicBezTo>
                    <a:cubicBezTo>
                      <a:pt x="366" y="104"/>
                      <a:pt x="366" y="104"/>
                      <a:pt x="366" y="104"/>
                    </a:cubicBezTo>
                    <a:cubicBezTo>
                      <a:pt x="354" y="109"/>
                      <a:pt x="354" y="109"/>
                      <a:pt x="354" y="109"/>
                    </a:cubicBezTo>
                    <a:cubicBezTo>
                      <a:pt x="341" y="107"/>
                      <a:pt x="341" y="107"/>
                      <a:pt x="341" y="107"/>
                    </a:cubicBezTo>
                    <a:cubicBezTo>
                      <a:pt x="334" y="107"/>
                      <a:pt x="334" y="107"/>
                      <a:pt x="334" y="107"/>
                    </a:cubicBezTo>
                    <a:cubicBezTo>
                      <a:pt x="328" y="110"/>
                      <a:pt x="328" y="110"/>
                      <a:pt x="328" y="110"/>
                    </a:cubicBezTo>
                    <a:cubicBezTo>
                      <a:pt x="329" y="114"/>
                      <a:pt x="329" y="114"/>
                      <a:pt x="329" y="114"/>
                    </a:cubicBezTo>
                    <a:cubicBezTo>
                      <a:pt x="331" y="121"/>
                      <a:pt x="331" y="121"/>
                      <a:pt x="331" y="121"/>
                    </a:cubicBezTo>
                    <a:cubicBezTo>
                      <a:pt x="327" y="124"/>
                      <a:pt x="327" y="124"/>
                      <a:pt x="327" y="124"/>
                    </a:cubicBezTo>
                    <a:cubicBezTo>
                      <a:pt x="321" y="123"/>
                      <a:pt x="321" y="123"/>
                      <a:pt x="321" y="123"/>
                    </a:cubicBezTo>
                    <a:cubicBezTo>
                      <a:pt x="321" y="117"/>
                      <a:pt x="321" y="117"/>
                      <a:pt x="321" y="117"/>
                    </a:cubicBezTo>
                    <a:cubicBezTo>
                      <a:pt x="325" y="109"/>
                      <a:pt x="325" y="109"/>
                      <a:pt x="325" y="109"/>
                    </a:cubicBezTo>
                    <a:cubicBezTo>
                      <a:pt x="333" y="104"/>
                      <a:pt x="333" y="104"/>
                      <a:pt x="333" y="104"/>
                    </a:cubicBezTo>
                    <a:cubicBezTo>
                      <a:pt x="342" y="105"/>
                      <a:pt x="342" y="105"/>
                      <a:pt x="342" y="105"/>
                    </a:cubicBezTo>
                    <a:cubicBezTo>
                      <a:pt x="354" y="106"/>
                      <a:pt x="354" y="106"/>
                      <a:pt x="354" y="106"/>
                    </a:cubicBezTo>
                    <a:cubicBezTo>
                      <a:pt x="359" y="103"/>
                      <a:pt x="359" y="103"/>
                      <a:pt x="359" y="103"/>
                    </a:cubicBezTo>
                    <a:cubicBezTo>
                      <a:pt x="365" y="100"/>
                      <a:pt x="365" y="100"/>
                      <a:pt x="365" y="100"/>
                    </a:cubicBezTo>
                    <a:cubicBezTo>
                      <a:pt x="371" y="95"/>
                      <a:pt x="371" y="95"/>
                      <a:pt x="371" y="95"/>
                    </a:cubicBezTo>
                    <a:cubicBezTo>
                      <a:pt x="384" y="94"/>
                      <a:pt x="384" y="94"/>
                      <a:pt x="384" y="94"/>
                    </a:cubicBezTo>
                    <a:cubicBezTo>
                      <a:pt x="389" y="90"/>
                      <a:pt x="389" y="90"/>
                      <a:pt x="389" y="90"/>
                    </a:cubicBezTo>
                    <a:cubicBezTo>
                      <a:pt x="389" y="86"/>
                      <a:pt x="389" y="86"/>
                      <a:pt x="389" y="86"/>
                    </a:cubicBezTo>
                    <a:cubicBezTo>
                      <a:pt x="385" y="80"/>
                      <a:pt x="385" y="80"/>
                      <a:pt x="385" y="80"/>
                    </a:cubicBezTo>
                    <a:cubicBezTo>
                      <a:pt x="379" y="71"/>
                      <a:pt x="379" y="71"/>
                      <a:pt x="379" y="71"/>
                    </a:cubicBezTo>
                    <a:cubicBezTo>
                      <a:pt x="376" y="64"/>
                      <a:pt x="376" y="64"/>
                      <a:pt x="376" y="64"/>
                    </a:cubicBezTo>
                    <a:cubicBezTo>
                      <a:pt x="374" y="56"/>
                      <a:pt x="374" y="56"/>
                      <a:pt x="374" y="56"/>
                    </a:cubicBezTo>
                    <a:cubicBezTo>
                      <a:pt x="371" y="48"/>
                      <a:pt x="371" y="48"/>
                      <a:pt x="371" y="48"/>
                    </a:cubicBezTo>
                    <a:cubicBezTo>
                      <a:pt x="365" y="38"/>
                      <a:pt x="365" y="38"/>
                      <a:pt x="365" y="38"/>
                    </a:cubicBezTo>
                    <a:cubicBezTo>
                      <a:pt x="359" y="30"/>
                      <a:pt x="359" y="30"/>
                      <a:pt x="359" y="30"/>
                    </a:cubicBezTo>
                    <a:cubicBezTo>
                      <a:pt x="353" y="16"/>
                      <a:pt x="353" y="16"/>
                      <a:pt x="353" y="16"/>
                    </a:cubicBezTo>
                    <a:cubicBezTo>
                      <a:pt x="347" y="7"/>
                      <a:pt x="347" y="7"/>
                      <a:pt x="347" y="7"/>
                    </a:cubicBezTo>
                    <a:cubicBezTo>
                      <a:pt x="344" y="0"/>
                      <a:pt x="344" y="0"/>
                      <a:pt x="344" y="0"/>
                    </a:cubicBezTo>
                    <a:cubicBezTo>
                      <a:pt x="337" y="4"/>
                      <a:pt x="337" y="4"/>
                      <a:pt x="337" y="4"/>
                    </a:cubicBezTo>
                    <a:cubicBezTo>
                      <a:pt x="341" y="14"/>
                      <a:pt x="341" y="14"/>
                      <a:pt x="341" y="14"/>
                    </a:cubicBezTo>
                    <a:cubicBezTo>
                      <a:pt x="347" y="22"/>
                      <a:pt x="347" y="22"/>
                      <a:pt x="347" y="22"/>
                    </a:cubicBezTo>
                    <a:cubicBezTo>
                      <a:pt x="349" y="33"/>
                      <a:pt x="349" y="33"/>
                      <a:pt x="349" y="33"/>
                    </a:cubicBezTo>
                    <a:cubicBezTo>
                      <a:pt x="345" y="39"/>
                      <a:pt x="345" y="39"/>
                      <a:pt x="345" y="39"/>
                    </a:cubicBezTo>
                    <a:cubicBezTo>
                      <a:pt x="341" y="35"/>
                      <a:pt x="341" y="35"/>
                      <a:pt x="341" y="35"/>
                    </a:cubicBezTo>
                    <a:cubicBezTo>
                      <a:pt x="336" y="21"/>
                      <a:pt x="336" y="21"/>
                      <a:pt x="336" y="21"/>
                    </a:cubicBezTo>
                    <a:cubicBezTo>
                      <a:pt x="336" y="33"/>
                      <a:pt x="336" y="33"/>
                      <a:pt x="336" y="33"/>
                    </a:cubicBezTo>
                    <a:cubicBezTo>
                      <a:pt x="342" y="42"/>
                      <a:pt x="342" y="42"/>
                      <a:pt x="342" y="42"/>
                    </a:cubicBezTo>
                    <a:cubicBezTo>
                      <a:pt x="342" y="53"/>
                      <a:pt x="342" y="53"/>
                      <a:pt x="342" y="53"/>
                    </a:cubicBezTo>
                    <a:cubicBezTo>
                      <a:pt x="347" y="58"/>
                      <a:pt x="347" y="58"/>
                      <a:pt x="347" y="58"/>
                    </a:cubicBezTo>
                    <a:cubicBezTo>
                      <a:pt x="346" y="64"/>
                      <a:pt x="346" y="64"/>
                      <a:pt x="346" y="64"/>
                    </a:cubicBezTo>
                    <a:cubicBezTo>
                      <a:pt x="346" y="64"/>
                      <a:pt x="342" y="63"/>
                      <a:pt x="342" y="62"/>
                    </a:cubicBezTo>
                    <a:cubicBezTo>
                      <a:pt x="341" y="61"/>
                      <a:pt x="335" y="57"/>
                      <a:pt x="335" y="57"/>
                    </a:cubicBezTo>
                    <a:cubicBezTo>
                      <a:pt x="329" y="56"/>
                      <a:pt x="329" y="56"/>
                      <a:pt x="329" y="56"/>
                    </a:cubicBezTo>
                    <a:cubicBezTo>
                      <a:pt x="327" y="63"/>
                      <a:pt x="327" y="63"/>
                      <a:pt x="327" y="63"/>
                    </a:cubicBezTo>
                    <a:cubicBezTo>
                      <a:pt x="331" y="66"/>
                      <a:pt x="331" y="66"/>
                      <a:pt x="331" y="66"/>
                    </a:cubicBezTo>
                    <a:cubicBezTo>
                      <a:pt x="344" y="72"/>
                      <a:pt x="344" y="72"/>
                      <a:pt x="344" y="72"/>
                    </a:cubicBezTo>
                    <a:cubicBezTo>
                      <a:pt x="340" y="77"/>
                      <a:pt x="340" y="77"/>
                      <a:pt x="340" y="77"/>
                    </a:cubicBezTo>
                    <a:cubicBezTo>
                      <a:pt x="330" y="86"/>
                      <a:pt x="330" y="86"/>
                      <a:pt x="330" y="86"/>
                    </a:cubicBezTo>
                    <a:cubicBezTo>
                      <a:pt x="322" y="89"/>
                      <a:pt x="322" y="89"/>
                      <a:pt x="322" y="89"/>
                    </a:cubicBezTo>
                    <a:cubicBezTo>
                      <a:pt x="309" y="89"/>
                      <a:pt x="309" y="89"/>
                      <a:pt x="309" y="89"/>
                    </a:cubicBezTo>
                    <a:cubicBezTo>
                      <a:pt x="307" y="96"/>
                      <a:pt x="307" y="96"/>
                      <a:pt x="307" y="96"/>
                    </a:cubicBezTo>
                    <a:cubicBezTo>
                      <a:pt x="295" y="103"/>
                      <a:pt x="295" y="103"/>
                      <a:pt x="295" y="103"/>
                    </a:cubicBezTo>
                    <a:cubicBezTo>
                      <a:pt x="291" y="109"/>
                      <a:pt x="291" y="109"/>
                      <a:pt x="291" y="109"/>
                    </a:cubicBezTo>
                    <a:cubicBezTo>
                      <a:pt x="285" y="115"/>
                      <a:pt x="285" y="115"/>
                      <a:pt x="285" y="115"/>
                    </a:cubicBezTo>
                    <a:cubicBezTo>
                      <a:pt x="273" y="121"/>
                      <a:pt x="273" y="121"/>
                      <a:pt x="273" y="121"/>
                    </a:cubicBezTo>
                    <a:cubicBezTo>
                      <a:pt x="275" y="116"/>
                      <a:pt x="275" y="116"/>
                      <a:pt x="275" y="116"/>
                    </a:cubicBezTo>
                    <a:cubicBezTo>
                      <a:pt x="275" y="108"/>
                      <a:pt x="275" y="108"/>
                      <a:pt x="275" y="108"/>
                    </a:cubicBezTo>
                    <a:cubicBezTo>
                      <a:pt x="277" y="102"/>
                      <a:pt x="277" y="102"/>
                      <a:pt x="277" y="102"/>
                    </a:cubicBezTo>
                    <a:cubicBezTo>
                      <a:pt x="288" y="92"/>
                      <a:pt x="288" y="92"/>
                      <a:pt x="288" y="92"/>
                    </a:cubicBezTo>
                    <a:cubicBezTo>
                      <a:pt x="291" y="85"/>
                      <a:pt x="291" y="85"/>
                      <a:pt x="291" y="85"/>
                    </a:cubicBezTo>
                    <a:cubicBezTo>
                      <a:pt x="299" y="76"/>
                      <a:pt x="299" y="76"/>
                      <a:pt x="299" y="76"/>
                    </a:cubicBezTo>
                    <a:cubicBezTo>
                      <a:pt x="291" y="63"/>
                      <a:pt x="291" y="63"/>
                      <a:pt x="291" y="63"/>
                    </a:cubicBezTo>
                    <a:cubicBezTo>
                      <a:pt x="292" y="56"/>
                      <a:pt x="292" y="56"/>
                      <a:pt x="292" y="56"/>
                    </a:cubicBezTo>
                    <a:cubicBezTo>
                      <a:pt x="296" y="54"/>
                      <a:pt x="296" y="54"/>
                      <a:pt x="296" y="54"/>
                    </a:cubicBezTo>
                    <a:cubicBezTo>
                      <a:pt x="297" y="45"/>
                      <a:pt x="297" y="45"/>
                      <a:pt x="297" y="45"/>
                    </a:cubicBezTo>
                    <a:cubicBezTo>
                      <a:pt x="311" y="57"/>
                      <a:pt x="311" y="57"/>
                      <a:pt x="311" y="57"/>
                    </a:cubicBezTo>
                    <a:cubicBezTo>
                      <a:pt x="314" y="63"/>
                      <a:pt x="314" y="63"/>
                      <a:pt x="314" y="63"/>
                    </a:cubicBezTo>
                    <a:cubicBezTo>
                      <a:pt x="319" y="66"/>
                      <a:pt x="319" y="66"/>
                      <a:pt x="319" y="66"/>
                    </a:cubicBezTo>
                    <a:cubicBezTo>
                      <a:pt x="320" y="60"/>
                      <a:pt x="320" y="60"/>
                      <a:pt x="320" y="60"/>
                    </a:cubicBezTo>
                    <a:cubicBezTo>
                      <a:pt x="310" y="52"/>
                      <a:pt x="310" y="52"/>
                      <a:pt x="310" y="52"/>
                    </a:cubicBezTo>
                    <a:cubicBezTo>
                      <a:pt x="299" y="42"/>
                      <a:pt x="299" y="42"/>
                      <a:pt x="299" y="42"/>
                    </a:cubicBezTo>
                    <a:cubicBezTo>
                      <a:pt x="293" y="38"/>
                      <a:pt x="293" y="38"/>
                      <a:pt x="293" y="38"/>
                    </a:cubicBezTo>
                    <a:cubicBezTo>
                      <a:pt x="284" y="31"/>
                      <a:pt x="284" y="31"/>
                      <a:pt x="284" y="31"/>
                    </a:cubicBezTo>
                    <a:cubicBezTo>
                      <a:pt x="277" y="23"/>
                      <a:pt x="277" y="23"/>
                      <a:pt x="277" y="23"/>
                    </a:cubicBezTo>
                    <a:cubicBezTo>
                      <a:pt x="261" y="14"/>
                      <a:pt x="261" y="14"/>
                      <a:pt x="261" y="14"/>
                    </a:cubicBezTo>
                    <a:cubicBezTo>
                      <a:pt x="251" y="9"/>
                      <a:pt x="251" y="9"/>
                      <a:pt x="251" y="9"/>
                    </a:cubicBezTo>
                    <a:cubicBezTo>
                      <a:pt x="245" y="4"/>
                      <a:pt x="245" y="4"/>
                      <a:pt x="245" y="4"/>
                    </a:cubicBezTo>
                    <a:cubicBezTo>
                      <a:pt x="236" y="2"/>
                      <a:pt x="236" y="2"/>
                      <a:pt x="236" y="2"/>
                    </a:cubicBezTo>
                    <a:cubicBezTo>
                      <a:pt x="232" y="14"/>
                      <a:pt x="232" y="14"/>
                      <a:pt x="232" y="14"/>
                    </a:cubicBezTo>
                    <a:cubicBezTo>
                      <a:pt x="235" y="24"/>
                      <a:pt x="235" y="24"/>
                      <a:pt x="235" y="24"/>
                    </a:cubicBezTo>
                    <a:cubicBezTo>
                      <a:pt x="223" y="28"/>
                      <a:pt x="223" y="28"/>
                      <a:pt x="223" y="28"/>
                    </a:cubicBezTo>
                    <a:cubicBezTo>
                      <a:pt x="222" y="16"/>
                      <a:pt x="222" y="16"/>
                      <a:pt x="222" y="16"/>
                    </a:cubicBezTo>
                    <a:cubicBezTo>
                      <a:pt x="212" y="7"/>
                      <a:pt x="212" y="7"/>
                      <a:pt x="212" y="7"/>
                    </a:cubicBezTo>
                    <a:cubicBezTo>
                      <a:pt x="194" y="11"/>
                      <a:pt x="194" y="11"/>
                      <a:pt x="194" y="11"/>
                    </a:cubicBezTo>
                    <a:cubicBezTo>
                      <a:pt x="185" y="19"/>
                      <a:pt x="185" y="19"/>
                      <a:pt x="185" y="19"/>
                    </a:cubicBezTo>
                    <a:cubicBezTo>
                      <a:pt x="183" y="22"/>
                      <a:pt x="183" y="22"/>
                      <a:pt x="183" y="22"/>
                    </a:cubicBezTo>
                    <a:cubicBezTo>
                      <a:pt x="173" y="25"/>
                      <a:pt x="173" y="25"/>
                      <a:pt x="173" y="25"/>
                    </a:cubicBezTo>
                    <a:cubicBezTo>
                      <a:pt x="161" y="27"/>
                      <a:pt x="161" y="27"/>
                      <a:pt x="161" y="27"/>
                    </a:cubicBezTo>
                    <a:cubicBezTo>
                      <a:pt x="147" y="32"/>
                      <a:pt x="147" y="32"/>
                      <a:pt x="147" y="32"/>
                    </a:cubicBezTo>
                    <a:cubicBezTo>
                      <a:pt x="133" y="39"/>
                      <a:pt x="133" y="39"/>
                      <a:pt x="133" y="39"/>
                    </a:cubicBezTo>
                    <a:lnTo>
                      <a:pt x="124" y="44"/>
                    </a:lnTo>
                    <a:close/>
                    <a:moveTo>
                      <a:pt x="227" y="290"/>
                    </a:moveTo>
                    <a:cubicBezTo>
                      <a:pt x="235" y="295"/>
                      <a:pt x="235" y="295"/>
                      <a:pt x="235" y="295"/>
                    </a:cubicBezTo>
                    <a:cubicBezTo>
                      <a:pt x="231" y="300"/>
                      <a:pt x="231" y="300"/>
                      <a:pt x="231" y="300"/>
                    </a:cubicBezTo>
                    <a:cubicBezTo>
                      <a:pt x="226" y="298"/>
                      <a:pt x="226" y="298"/>
                      <a:pt x="226" y="298"/>
                    </a:cubicBezTo>
                    <a:lnTo>
                      <a:pt x="227" y="290"/>
                    </a:lnTo>
                    <a:close/>
                  </a:path>
                </a:pathLst>
              </a:custGeom>
              <a:grpFill/>
              <a:ln w="317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de-DE"/>
              </a:p>
            </p:txBody>
          </p:sp>
          <p:sp>
            <p:nvSpPr>
              <p:cNvPr id="137" name="Freeform 233">
                <a:extLst>
                  <a:ext uri="{FF2B5EF4-FFF2-40B4-BE49-F238E27FC236}">
                    <a16:creationId xmlns:a16="http://schemas.microsoft.com/office/drawing/2014/main" id="{AF53DE59-9E65-4EAA-B399-45947CF919D1}"/>
                  </a:ext>
                </a:extLst>
              </p:cNvPr>
              <p:cNvSpPr>
                <a:spLocks noEditPoints="1"/>
              </p:cNvSpPr>
              <p:nvPr userDrawn="1"/>
            </p:nvSpPr>
            <p:spPr bwMode="gray">
              <a:xfrm>
                <a:off x="2540237" y="691714"/>
                <a:ext cx="454483" cy="366454"/>
              </a:xfrm>
              <a:custGeom>
                <a:avLst/>
                <a:gdLst/>
                <a:ahLst/>
                <a:cxnLst>
                  <a:cxn ang="0">
                    <a:pos x="142" y="42"/>
                  </a:cxn>
                  <a:cxn ang="0">
                    <a:pos x="53" y="37"/>
                  </a:cxn>
                  <a:cxn ang="0">
                    <a:pos x="19" y="59"/>
                  </a:cxn>
                  <a:cxn ang="0">
                    <a:pos x="83" y="81"/>
                  </a:cxn>
                  <a:cxn ang="0">
                    <a:pos x="34" y="85"/>
                  </a:cxn>
                  <a:cxn ang="0">
                    <a:pos x="97" y="118"/>
                  </a:cxn>
                  <a:cxn ang="0">
                    <a:pos x="89" y="176"/>
                  </a:cxn>
                  <a:cxn ang="0">
                    <a:pos x="108" y="184"/>
                  </a:cxn>
                  <a:cxn ang="0">
                    <a:pos x="135" y="258"/>
                  </a:cxn>
                  <a:cxn ang="0">
                    <a:pos x="106" y="297"/>
                  </a:cxn>
                  <a:cxn ang="0">
                    <a:pos x="104" y="304"/>
                  </a:cxn>
                  <a:cxn ang="0">
                    <a:pos x="146" y="378"/>
                  </a:cxn>
                  <a:cxn ang="0">
                    <a:pos x="279" y="396"/>
                  </a:cxn>
                  <a:cxn ang="0">
                    <a:pos x="306" y="412"/>
                  </a:cxn>
                  <a:cxn ang="0">
                    <a:pos x="315" y="382"/>
                  </a:cxn>
                  <a:cxn ang="0">
                    <a:pos x="350" y="419"/>
                  </a:cxn>
                  <a:cxn ang="0">
                    <a:pos x="318" y="430"/>
                  </a:cxn>
                  <a:cxn ang="0">
                    <a:pos x="359" y="480"/>
                  </a:cxn>
                  <a:cxn ang="0">
                    <a:pos x="293" y="464"/>
                  </a:cxn>
                  <a:cxn ang="0">
                    <a:pos x="374" y="510"/>
                  </a:cxn>
                  <a:cxn ang="0">
                    <a:pos x="402" y="519"/>
                  </a:cxn>
                  <a:cxn ang="0">
                    <a:pos x="457" y="528"/>
                  </a:cxn>
                  <a:cxn ang="0">
                    <a:pos x="485" y="510"/>
                  </a:cxn>
                  <a:cxn ang="0">
                    <a:pos x="480" y="467"/>
                  </a:cxn>
                  <a:cxn ang="0">
                    <a:pos x="451" y="437"/>
                  </a:cxn>
                  <a:cxn ang="0">
                    <a:pos x="444" y="406"/>
                  </a:cxn>
                  <a:cxn ang="0">
                    <a:pos x="462" y="409"/>
                  </a:cxn>
                  <a:cxn ang="0">
                    <a:pos x="511" y="366"/>
                  </a:cxn>
                  <a:cxn ang="0">
                    <a:pos x="582" y="340"/>
                  </a:cxn>
                  <a:cxn ang="0">
                    <a:pos x="562" y="270"/>
                  </a:cxn>
                  <a:cxn ang="0">
                    <a:pos x="494" y="216"/>
                  </a:cxn>
                  <a:cxn ang="0">
                    <a:pos x="548" y="136"/>
                  </a:cxn>
                  <a:cxn ang="0">
                    <a:pos x="602" y="130"/>
                  </a:cxn>
                  <a:cxn ang="0">
                    <a:pos x="608" y="136"/>
                  </a:cxn>
                  <a:cxn ang="0">
                    <a:pos x="669" y="142"/>
                  </a:cxn>
                  <a:cxn ang="0">
                    <a:pos x="654" y="83"/>
                  </a:cxn>
                  <a:cxn ang="0">
                    <a:pos x="642" y="63"/>
                  </a:cxn>
                  <a:cxn ang="0">
                    <a:pos x="631" y="39"/>
                  </a:cxn>
                  <a:cxn ang="0">
                    <a:pos x="586" y="14"/>
                  </a:cxn>
                  <a:cxn ang="0">
                    <a:pos x="549" y="0"/>
                  </a:cxn>
                  <a:cxn ang="0">
                    <a:pos x="458" y="64"/>
                  </a:cxn>
                  <a:cxn ang="0">
                    <a:pos x="444" y="91"/>
                  </a:cxn>
                  <a:cxn ang="0">
                    <a:pos x="442" y="81"/>
                  </a:cxn>
                  <a:cxn ang="0">
                    <a:pos x="419" y="80"/>
                  </a:cxn>
                  <a:cxn ang="0">
                    <a:pos x="408" y="73"/>
                  </a:cxn>
                  <a:cxn ang="0">
                    <a:pos x="441" y="49"/>
                  </a:cxn>
                  <a:cxn ang="0">
                    <a:pos x="378" y="0"/>
                  </a:cxn>
                  <a:cxn ang="0">
                    <a:pos x="363" y="70"/>
                  </a:cxn>
                  <a:cxn ang="0">
                    <a:pos x="342" y="100"/>
                  </a:cxn>
                  <a:cxn ang="0">
                    <a:pos x="352" y="71"/>
                  </a:cxn>
                  <a:cxn ang="0">
                    <a:pos x="308" y="57"/>
                  </a:cxn>
                  <a:cxn ang="0">
                    <a:pos x="337" y="34"/>
                  </a:cxn>
                  <a:cxn ang="0">
                    <a:pos x="311" y="12"/>
                  </a:cxn>
                  <a:cxn ang="0">
                    <a:pos x="194" y="0"/>
                  </a:cxn>
                  <a:cxn ang="0">
                    <a:pos x="129" y="39"/>
                  </a:cxn>
                  <a:cxn ang="0">
                    <a:pos x="167" y="342"/>
                  </a:cxn>
                  <a:cxn ang="0">
                    <a:pos x="169" y="135"/>
                  </a:cxn>
                  <a:cxn ang="0">
                    <a:pos x="270" y="291"/>
                  </a:cxn>
                  <a:cxn ang="0">
                    <a:pos x="289" y="300"/>
                  </a:cxn>
                  <a:cxn ang="0">
                    <a:pos x="260" y="240"/>
                  </a:cxn>
                  <a:cxn ang="0">
                    <a:pos x="190" y="102"/>
                  </a:cxn>
                </a:cxnLst>
                <a:rect l="0" t="0" r="r" b="b"/>
                <a:pathLst>
                  <a:path w="671" h="541">
                    <a:moveTo>
                      <a:pt x="193" y="21"/>
                    </a:moveTo>
                    <a:cubicBezTo>
                      <a:pt x="185" y="31"/>
                      <a:pt x="185" y="31"/>
                      <a:pt x="185" y="31"/>
                    </a:cubicBezTo>
                    <a:cubicBezTo>
                      <a:pt x="175" y="34"/>
                      <a:pt x="175" y="34"/>
                      <a:pt x="175" y="34"/>
                    </a:cubicBezTo>
                    <a:cubicBezTo>
                      <a:pt x="162" y="35"/>
                      <a:pt x="162" y="35"/>
                      <a:pt x="162" y="35"/>
                    </a:cubicBezTo>
                    <a:cubicBezTo>
                      <a:pt x="167" y="43"/>
                      <a:pt x="167" y="43"/>
                      <a:pt x="167" y="43"/>
                    </a:cubicBezTo>
                    <a:cubicBezTo>
                      <a:pt x="154" y="44"/>
                      <a:pt x="154" y="44"/>
                      <a:pt x="154" y="44"/>
                    </a:cubicBezTo>
                    <a:cubicBezTo>
                      <a:pt x="142" y="42"/>
                      <a:pt x="142" y="42"/>
                      <a:pt x="142" y="42"/>
                    </a:cubicBezTo>
                    <a:cubicBezTo>
                      <a:pt x="127" y="32"/>
                      <a:pt x="127" y="32"/>
                      <a:pt x="127" y="32"/>
                    </a:cubicBezTo>
                    <a:cubicBezTo>
                      <a:pt x="117" y="26"/>
                      <a:pt x="117" y="26"/>
                      <a:pt x="117" y="26"/>
                    </a:cubicBezTo>
                    <a:cubicBezTo>
                      <a:pt x="107" y="32"/>
                      <a:pt x="107" y="32"/>
                      <a:pt x="107" y="32"/>
                    </a:cubicBezTo>
                    <a:cubicBezTo>
                      <a:pt x="92" y="44"/>
                      <a:pt x="92" y="44"/>
                      <a:pt x="92" y="44"/>
                    </a:cubicBezTo>
                    <a:cubicBezTo>
                      <a:pt x="81" y="43"/>
                      <a:pt x="81" y="43"/>
                      <a:pt x="81" y="43"/>
                    </a:cubicBezTo>
                    <a:cubicBezTo>
                      <a:pt x="71" y="40"/>
                      <a:pt x="71" y="40"/>
                      <a:pt x="71" y="40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1" y="55"/>
                      <a:pt x="1" y="55"/>
                      <a:pt x="1" y="55"/>
                    </a:cubicBezTo>
                    <a:cubicBezTo>
                      <a:pt x="11" y="63"/>
                      <a:pt x="11" y="63"/>
                      <a:pt x="11" y="63"/>
                    </a:cubicBezTo>
                    <a:cubicBezTo>
                      <a:pt x="19" y="59"/>
                      <a:pt x="19" y="59"/>
                      <a:pt x="19" y="59"/>
                    </a:cubicBezTo>
                    <a:cubicBezTo>
                      <a:pt x="34" y="53"/>
                      <a:pt x="34" y="53"/>
                      <a:pt x="34" y="53"/>
                    </a:cubicBezTo>
                    <a:cubicBezTo>
                      <a:pt x="46" y="51"/>
                      <a:pt x="46" y="51"/>
                      <a:pt x="46" y="51"/>
                    </a:cubicBezTo>
                    <a:cubicBezTo>
                      <a:pt x="56" y="51"/>
                      <a:pt x="56" y="51"/>
                      <a:pt x="56" y="51"/>
                    </a:cubicBezTo>
                    <a:cubicBezTo>
                      <a:pt x="61" y="59"/>
                      <a:pt x="61" y="59"/>
                      <a:pt x="61" y="59"/>
                    </a:cubicBezTo>
                    <a:cubicBezTo>
                      <a:pt x="65" y="68"/>
                      <a:pt x="65" y="68"/>
                      <a:pt x="65" y="68"/>
                    </a:cubicBezTo>
                    <a:cubicBezTo>
                      <a:pt x="74" y="76"/>
                      <a:pt x="74" y="76"/>
                      <a:pt x="74" y="76"/>
                    </a:cubicBezTo>
                    <a:cubicBezTo>
                      <a:pt x="83" y="81"/>
                      <a:pt x="83" y="81"/>
                      <a:pt x="83" y="81"/>
                    </a:cubicBezTo>
                    <a:cubicBezTo>
                      <a:pt x="94" y="83"/>
                      <a:pt x="94" y="83"/>
                      <a:pt x="94" y="83"/>
                    </a:cubicBezTo>
                    <a:cubicBezTo>
                      <a:pt x="96" y="90"/>
                      <a:pt x="96" y="90"/>
                      <a:pt x="96" y="90"/>
                    </a:cubicBezTo>
                    <a:cubicBezTo>
                      <a:pt x="83" y="92"/>
                      <a:pt x="83" y="92"/>
                      <a:pt x="83" y="92"/>
                    </a:cubicBezTo>
                    <a:cubicBezTo>
                      <a:pt x="69" y="91"/>
                      <a:pt x="69" y="91"/>
                      <a:pt x="69" y="91"/>
                    </a:cubicBezTo>
                    <a:cubicBezTo>
                      <a:pt x="57" y="88"/>
                      <a:pt x="57" y="88"/>
                      <a:pt x="57" y="88"/>
                    </a:cubicBezTo>
                    <a:cubicBezTo>
                      <a:pt x="45" y="89"/>
                      <a:pt x="45" y="89"/>
                      <a:pt x="45" y="89"/>
                    </a:cubicBezTo>
                    <a:cubicBezTo>
                      <a:pt x="34" y="85"/>
                      <a:pt x="34" y="85"/>
                      <a:pt x="34" y="85"/>
                    </a:cubicBezTo>
                    <a:cubicBezTo>
                      <a:pt x="34" y="93"/>
                      <a:pt x="34" y="93"/>
                      <a:pt x="34" y="93"/>
                    </a:cubicBezTo>
                    <a:cubicBezTo>
                      <a:pt x="42" y="97"/>
                      <a:pt x="42" y="97"/>
                      <a:pt x="42" y="97"/>
                    </a:cubicBezTo>
                    <a:cubicBezTo>
                      <a:pt x="54" y="98"/>
                      <a:pt x="54" y="98"/>
                      <a:pt x="54" y="98"/>
                    </a:cubicBezTo>
                    <a:cubicBezTo>
                      <a:pt x="67" y="99"/>
                      <a:pt x="67" y="99"/>
                      <a:pt x="67" y="99"/>
                    </a:cubicBezTo>
                    <a:cubicBezTo>
                      <a:pt x="78" y="106"/>
                      <a:pt x="78" y="106"/>
                      <a:pt x="78" y="106"/>
                    </a:cubicBezTo>
                    <a:cubicBezTo>
                      <a:pt x="88" y="111"/>
                      <a:pt x="88" y="111"/>
                      <a:pt x="88" y="111"/>
                    </a:cubicBezTo>
                    <a:cubicBezTo>
                      <a:pt x="97" y="118"/>
                      <a:pt x="97" y="118"/>
                      <a:pt x="97" y="118"/>
                    </a:cubicBezTo>
                    <a:cubicBezTo>
                      <a:pt x="105" y="127"/>
                      <a:pt x="105" y="127"/>
                      <a:pt x="105" y="127"/>
                    </a:cubicBezTo>
                    <a:cubicBezTo>
                      <a:pt x="112" y="142"/>
                      <a:pt x="112" y="142"/>
                      <a:pt x="112" y="142"/>
                    </a:cubicBezTo>
                    <a:cubicBezTo>
                      <a:pt x="115" y="157"/>
                      <a:pt x="115" y="157"/>
                      <a:pt x="115" y="157"/>
                    </a:cubicBezTo>
                    <a:cubicBezTo>
                      <a:pt x="111" y="171"/>
                      <a:pt x="111" y="171"/>
                      <a:pt x="111" y="171"/>
                    </a:cubicBezTo>
                    <a:cubicBezTo>
                      <a:pt x="106" y="171"/>
                      <a:pt x="106" y="171"/>
                      <a:pt x="106" y="171"/>
                    </a:cubicBezTo>
                    <a:cubicBezTo>
                      <a:pt x="96" y="173"/>
                      <a:pt x="96" y="173"/>
                      <a:pt x="96" y="173"/>
                    </a:cubicBezTo>
                    <a:cubicBezTo>
                      <a:pt x="89" y="176"/>
                      <a:pt x="89" y="176"/>
                      <a:pt x="89" y="176"/>
                    </a:cubicBezTo>
                    <a:cubicBezTo>
                      <a:pt x="86" y="186"/>
                      <a:pt x="86" y="186"/>
                      <a:pt x="86" y="186"/>
                    </a:cubicBezTo>
                    <a:cubicBezTo>
                      <a:pt x="90" y="191"/>
                      <a:pt x="90" y="191"/>
                      <a:pt x="90" y="191"/>
                    </a:cubicBezTo>
                    <a:cubicBezTo>
                      <a:pt x="97" y="192"/>
                      <a:pt x="97" y="192"/>
                      <a:pt x="97" y="192"/>
                    </a:cubicBezTo>
                    <a:cubicBezTo>
                      <a:pt x="100" y="188"/>
                      <a:pt x="100" y="188"/>
                      <a:pt x="100" y="188"/>
                    </a:cubicBezTo>
                    <a:cubicBezTo>
                      <a:pt x="101" y="184"/>
                      <a:pt x="101" y="184"/>
                      <a:pt x="101" y="184"/>
                    </a:cubicBezTo>
                    <a:cubicBezTo>
                      <a:pt x="104" y="180"/>
                      <a:pt x="104" y="180"/>
                      <a:pt x="104" y="180"/>
                    </a:cubicBezTo>
                    <a:cubicBezTo>
                      <a:pt x="108" y="184"/>
                      <a:pt x="108" y="184"/>
                      <a:pt x="108" y="184"/>
                    </a:cubicBezTo>
                    <a:cubicBezTo>
                      <a:pt x="116" y="193"/>
                      <a:pt x="116" y="193"/>
                      <a:pt x="116" y="193"/>
                    </a:cubicBezTo>
                    <a:cubicBezTo>
                      <a:pt x="123" y="198"/>
                      <a:pt x="123" y="198"/>
                      <a:pt x="123" y="198"/>
                    </a:cubicBezTo>
                    <a:cubicBezTo>
                      <a:pt x="123" y="214"/>
                      <a:pt x="123" y="214"/>
                      <a:pt x="123" y="214"/>
                    </a:cubicBezTo>
                    <a:cubicBezTo>
                      <a:pt x="130" y="223"/>
                      <a:pt x="130" y="223"/>
                      <a:pt x="130" y="223"/>
                    </a:cubicBezTo>
                    <a:cubicBezTo>
                      <a:pt x="130" y="238"/>
                      <a:pt x="130" y="238"/>
                      <a:pt x="130" y="238"/>
                    </a:cubicBezTo>
                    <a:cubicBezTo>
                      <a:pt x="131" y="250"/>
                      <a:pt x="131" y="250"/>
                      <a:pt x="131" y="250"/>
                    </a:cubicBezTo>
                    <a:cubicBezTo>
                      <a:pt x="135" y="258"/>
                      <a:pt x="135" y="258"/>
                      <a:pt x="135" y="258"/>
                    </a:cubicBezTo>
                    <a:cubicBezTo>
                      <a:pt x="136" y="267"/>
                      <a:pt x="136" y="267"/>
                      <a:pt x="136" y="267"/>
                    </a:cubicBezTo>
                    <a:cubicBezTo>
                      <a:pt x="132" y="273"/>
                      <a:pt x="132" y="273"/>
                      <a:pt x="132" y="273"/>
                    </a:cubicBezTo>
                    <a:cubicBezTo>
                      <a:pt x="120" y="273"/>
                      <a:pt x="120" y="273"/>
                      <a:pt x="120" y="273"/>
                    </a:cubicBezTo>
                    <a:cubicBezTo>
                      <a:pt x="106" y="278"/>
                      <a:pt x="106" y="278"/>
                      <a:pt x="106" y="278"/>
                    </a:cubicBezTo>
                    <a:cubicBezTo>
                      <a:pt x="97" y="288"/>
                      <a:pt x="97" y="288"/>
                      <a:pt x="97" y="288"/>
                    </a:cubicBezTo>
                    <a:cubicBezTo>
                      <a:pt x="100" y="298"/>
                      <a:pt x="100" y="298"/>
                      <a:pt x="100" y="298"/>
                    </a:cubicBezTo>
                    <a:cubicBezTo>
                      <a:pt x="106" y="297"/>
                      <a:pt x="106" y="297"/>
                      <a:pt x="106" y="297"/>
                    </a:cubicBezTo>
                    <a:cubicBezTo>
                      <a:pt x="113" y="292"/>
                      <a:pt x="113" y="292"/>
                      <a:pt x="113" y="292"/>
                    </a:cubicBezTo>
                    <a:cubicBezTo>
                      <a:pt x="123" y="292"/>
                      <a:pt x="123" y="292"/>
                      <a:pt x="123" y="292"/>
                    </a:cubicBezTo>
                    <a:cubicBezTo>
                      <a:pt x="130" y="300"/>
                      <a:pt x="130" y="300"/>
                      <a:pt x="130" y="300"/>
                    </a:cubicBezTo>
                    <a:cubicBezTo>
                      <a:pt x="127" y="306"/>
                      <a:pt x="127" y="306"/>
                      <a:pt x="127" y="306"/>
                    </a:cubicBezTo>
                    <a:cubicBezTo>
                      <a:pt x="121" y="310"/>
                      <a:pt x="121" y="310"/>
                      <a:pt x="121" y="310"/>
                    </a:cubicBezTo>
                    <a:cubicBezTo>
                      <a:pt x="113" y="306"/>
                      <a:pt x="113" y="306"/>
                      <a:pt x="113" y="306"/>
                    </a:cubicBezTo>
                    <a:cubicBezTo>
                      <a:pt x="104" y="304"/>
                      <a:pt x="104" y="304"/>
                      <a:pt x="104" y="304"/>
                    </a:cubicBezTo>
                    <a:cubicBezTo>
                      <a:pt x="108" y="312"/>
                      <a:pt x="108" y="312"/>
                      <a:pt x="108" y="312"/>
                    </a:cubicBezTo>
                    <a:cubicBezTo>
                      <a:pt x="119" y="320"/>
                      <a:pt x="119" y="320"/>
                      <a:pt x="119" y="320"/>
                    </a:cubicBezTo>
                    <a:cubicBezTo>
                      <a:pt x="132" y="327"/>
                      <a:pt x="132" y="327"/>
                      <a:pt x="132" y="327"/>
                    </a:cubicBezTo>
                    <a:cubicBezTo>
                      <a:pt x="143" y="335"/>
                      <a:pt x="143" y="335"/>
                      <a:pt x="143" y="335"/>
                    </a:cubicBezTo>
                    <a:cubicBezTo>
                      <a:pt x="143" y="346"/>
                      <a:pt x="143" y="346"/>
                      <a:pt x="143" y="346"/>
                    </a:cubicBezTo>
                    <a:cubicBezTo>
                      <a:pt x="143" y="358"/>
                      <a:pt x="143" y="358"/>
                      <a:pt x="143" y="358"/>
                    </a:cubicBezTo>
                    <a:cubicBezTo>
                      <a:pt x="146" y="378"/>
                      <a:pt x="146" y="378"/>
                      <a:pt x="146" y="378"/>
                    </a:cubicBezTo>
                    <a:cubicBezTo>
                      <a:pt x="149" y="387"/>
                      <a:pt x="149" y="387"/>
                      <a:pt x="149" y="387"/>
                    </a:cubicBezTo>
                    <a:cubicBezTo>
                      <a:pt x="162" y="391"/>
                      <a:pt x="162" y="391"/>
                      <a:pt x="162" y="391"/>
                    </a:cubicBezTo>
                    <a:cubicBezTo>
                      <a:pt x="162" y="391"/>
                      <a:pt x="187" y="390"/>
                      <a:pt x="188" y="391"/>
                    </a:cubicBezTo>
                    <a:cubicBezTo>
                      <a:pt x="190" y="392"/>
                      <a:pt x="218" y="389"/>
                      <a:pt x="218" y="389"/>
                    </a:cubicBezTo>
                    <a:cubicBezTo>
                      <a:pt x="243" y="390"/>
                      <a:pt x="243" y="390"/>
                      <a:pt x="243" y="390"/>
                    </a:cubicBezTo>
                    <a:cubicBezTo>
                      <a:pt x="263" y="393"/>
                      <a:pt x="263" y="393"/>
                      <a:pt x="263" y="393"/>
                    </a:cubicBezTo>
                    <a:cubicBezTo>
                      <a:pt x="279" y="396"/>
                      <a:pt x="279" y="396"/>
                      <a:pt x="279" y="396"/>
                    </a:cubicBezTo>
                    <a:cubicBezTo>
                      <a:pt x="290" y="404"/>
                      <a:pt x="290" y="404"/>
                      <a:pt x="290" y="404"/>
                    </a:cubicBezTo>
                    <a:cubicBezTo>
                      <a:pt x="299" y="412"/>
                      <a:pt x="299" y="412"/>
                      <a:pt x="299" y="412"/>
                    </a:cubicBezTo>
                    <a:cubicBezTo>
                      <a:pt x="308" y="416"/>
                      <a:pt x="308" y="416"/>
                      <a:pt x="308" y="416"/>
                    </a:cubicBezTo>
                    <a:cubicBezTo>
                      <a:pt x="316" y="424"/>
                      <a:pt x="316" y="424"/>
                      <a:pt x="316" y="424"/>
                    </a:cubicBezTo>
                    <a:cubicBezTo>
                      <a:pt x="317" y="421"/>
                      <a:pt x="317" y="421"/>
                      <a:pt x="317" y="421"/>
                    </a:cubicBezTo>
                    <a:cubicBezTo>
                      <a:pt x="310" y="414"/>
                      <a:pt x="310" y="414"/>
                      <a:pt x="310" y="414"/>
                    </a:cubicBezTo>
                    <a:cubicBezTo>
                      <a:pt x="306" y="412"/>
                      <a:pt x="306" y="412"/>
                      <a:pt x="306" y="412"/>
                    </a:cubicBezTo>
                    <a:cubicBezTo>
                      <a:pt x="305" y="409"/>
                      <a:pt x="305" y="409"/>
                      <a:pt x="305" y="409"/>
                    </a:cubicBezTo>
                    <a:cubicBezTo>
                      <a:pt x="304" y="402"/>
                      <a:pt x="304" y="402"/>
                      <a:pt x="304" y="402"/>
                    </a:cubicBezTo>
                    <a:cubicBezTo>
                      <a:pt x="301" y="408"/>
                      <a:pt x="301" y="408"/>
                      <a:pt x="301" y="408"/>
                    </a:cubicBezTo>
                    <a:cubicBezTo>
                      <a:pt x="298" y="402"/>
                      <a:pt x="298" y="402"/>
                      <a:pt x="298" y="402"/>
                    </a:cubicBezTo>
                    <a:cubicBezTo>
                      <a:pt x="298" y="402"/>
                      <a:pt x="298" y="396"/>
                      <a:pt x="298" y="395"/>
                    </a:cubicBezTo>
                    <a:cubicBezTo>
                      <a:pt x="298" y="394"/>
                      <a:pt x="305" y="390"/>
                      <a:pt x="305" y="390"/>
                    </a:cubicBezTo>
                    <a:cubicBezTo>
                      <a:pt x="315" y="382"/>
                      <a:pt x="315" y="382"/>
                      <a:pt x="315" y="382"/>
                    </a:cubicBezTo>
                    <a:cubicBezTo>
                      <a:pt x="324" y="387"/>
                      <a:pt x="324" y="387"/>
                      <a:pt x="324" y="387"/>
                    </a:cubicBezTo>
                    <a:cubicBezTo>
                      <a:pt x="326" y="397"/>
                      <a:pt x="326" y="397"/>
                      <a:pt x="326" y="397"/>
                    </a:cubicBezTo>
                    <a:cubicBezTo>
                      <a:pt x="326" y="397"/>
                      <a:pt x="321" y="406"/>
                      <a:pt x="320" y="406"/>
                    </a:cubicBezTo>
                    <a:cubicBezTo>
                      <a:pt x="319" y="406"/>
                      <a:pt x="319" y="417"/>
                      <a:pt x="319" y="417"/>
                    </a:cubicBezTo>
                    <a:cubicBezTo>
                      <a:pt x="329" y="418"/>
                      <a:pt x="329" y="418"/>
                      <a:pt x="329" y="418"/>
                    </a:cubicBezTo>
                    <a:cubicBezTo>
                      <a:pt x="342" y="420"/>
                      <a:pt x="342" y="420"/>
                      <a:pt x="342" y="420"/>
                    </a:cubicBezTo>
                    <a:cubicBezTo>
                      <a:pt x="350" y="419"/>
                      <a:pt x="350" y="419"/>
                      <a:pt x="350" y="419"/>
                    </a:cubicBezTo>
                    <a:cubicBezTo>
                      <a:pt x="350" y="419"/>
                      <a:pt x="355" y="430"/>
                      <a:pt x="355" y="431"/>
                    </a:cubicBezTo>
                    <a:cubicBezTo>
                      <a:pt x="355" y="432"/>
                      <a:pt x="349" y="430"/>
                      <a:pt x="349" y="430"/>
                    </a:cubicBezTo>
                    <a:cubicBezTo>
                      <a:pt x="338" y="431"/>
                      <a:pt x="338" y="431"/>
                      <a:pt x="338" y="431"/>
                    </a:cubicBezTo>
                    <a:cubicBezTo>
                      <a:pt x="335" y="437"/>
                      <a:pt x="335" y="437"/>
                      <a:pt x="335" y="437"/>
                    </a:cubicBezTo>
                    <a:cubicBezTo>
                      <a:pt x="327" y="442"/>
                      <a:pt x="327" y="442"/>
                      <a:pt x="327" y="442"/>
                    </a:cubicBezTo>
                    <a:cubicBezTo>
                      <a:pt x="324" y="434"/>
                      <a:pt x="324" y="434"/>
                      <a:pt x="324" y="434"/>
                    </a:cubicBezTo>
                    <a:cubicBezTo>
                      <a:pt x="318" y="430"/>
                      <a:pt x="318" y="430"/>
                      <a:pt x="318" y="430"/>
                    </a:cubicBezTo>
                    <a:cubicBezTo>
                      <a:pt x="319" y="441"/>
                      <a:pt x="319" y="441"/>
                      <a:pt x="319" y="441"/>
                    </a:cubicBezTo>
                    <a:cubicBezTo>
                      <a:pt x="327" y="456"/>
                      <a:pt x="327" y="456"/>
                      <a:pt x="327" y="456"/>
                    </a:cubicBezTo>
                    <a:cubicBezTo>
                      <a:pt x="333" y="467"/>
                      <a:pt x="333" y="467"/>
                      <a:pt x="333" y="467"/>
                    </a:cubicBezTo>
                    <a:cubicBezTo>
                      <a:pt x="340" y="469"/>
                      <a:pt x="340" y="469"/>
                      <a:pt x="340" y="469"/>
                    </a:cubicBezTo>
                    <a:cubicBezTo>
                      <a:pt x="339" y="461"/>
                      <a:pt x="339" y="461"/>
                      <a:pt x="339" y="461"/>
                    </a:cubicBezTo>
                    <a:cubicBezTo>
                      <a:pt x="350" y="472"/>
                      <a:pt x="350" y="472"/>
                      <a:pt x="350" y="472"/>
                    </a:cubicBezTo>
                    <a:cubicBezTo>
                      <a:pt x="359" y="480"/>
                      <a:pt x="359" y="480"/>
                      <a:pt x="359" y="480"/>
                    </a:cubicBezTo>
                    <a:cubicBezTo>
                      <a:pt x="360" y="488"/>
                      <a:pt x="360" y="488"/>
                      <a:pt x="360" y="488"/>
                    </a:cubicBezTo>
                    <a:cubicBezTo>
                      <a:pt x="348" y="487"/>
                      <a:pt x="348" y="487"/>
                      <a:pt x="348" y="487"/>
                    </a:cubicBezTo>
                    <a:cubicBezTo>
                      <a:pt x="336" y="479"/>
                      <a:pt x="336" y="479"/>
                      <a:pt x="336" y="479"/>
                    </a:cubicBezTo>
                    <a:cubicBezTo>
                      <a:pt x="326" y="474"/>
                      <a:pt x="326" y="474"/>
                      <a:pt x="326" y="474"/>
                    </a:cubicBezTo>
                    <a:cubicBezTo>
                      <a:pt x="317" y="473"/>
                      <a:pt x="317" y="473"/>
                      <a:pt x="317" y="473"/>
                    </a:cubicBezTo>
                    <a:cubicBezTo>
                      <a:pt x="301" y="468"/>
                      <a:pt x="301" y="468"/>
                      <a:pt x="301" y="468"/>
                    </a:cubicBezTo>
                    <a:cubicBezTo>
                      <a:pt x="293" y="464"/>
                      <a:pt x="293" y="464"/>
                      <a:pt x="293" y="464"/>
                    </a:cubicBezTo>
                    <a:cubicBezTo>
                      <a:pt x="287" y="466"/>
                      <a:pt x="287" y="466"/>
                      <a:pt x="287" y="466"/>
                    </a:cubicBezTo>
                    <a:cubicBezTo>
                      <a:pt x="307" y="475"/>
                      <a:pt x="307" y="475"/>
                      <a:pt x="307" y="475"/>
                    </a:cubicBezTo>
                    <a:cubicBezTo>
                      <a:pt x="321" y="480"/>
                      <a:pt x="321" y="480"/>
                      <a:pt x="321" y="480"/>
                    </a:cubicBezTo>
                    <a:cubicBezTo>
                      <a:pt x="333" y="486"/>
                      <a:pt x="333" y="486"/>
                      <a:pt x="333" y="486"/>
                    </a:cubicBezTo>
                    <a:cubicBezTo>
                      <a:pt x="353" y="493"/>
                      <a:pt x="353" y="493"/>
                      <a:pt x="353" y="493"/>
                    </a:cubicBezTo>
                    <a:cubicBezTo>
                      <a:pt x="362" y="502"/>
                      <a:pt x="362" y="502"/>
                      <a:pt x="362" y="502"/>
                    </a:cubicBezTo>
                    <a:cubicBezTo>
                      <a:pt x="374" y="510"/>
                      <a:pt x="374" y="510"/>
                      <a:pt x="374" y="510"/>
                    </a:cubicBezTo>
                    <a:cubicBezTo>
                      <a:pt x="376" y="517"/>
                      <a:pt x="376" y="517"/>
                      <a:pt x="376" y="517"/>
                    </a:cubicBezTo>
                    <a:cubicBezTo>
                      <a:pt x="378" y="528"/>
                      <a:pt x="378" y="528"/>
                      <a:pt x="378" y="528"/>
                    </a:cubicBezTo>
                    <a:cubicBezTo>
                      <a:pt x="384" y="529"/>
                      <a:pt x="384" y="529"/>
                      <a:pt x="384" y="529"/>
                    </a:cubicBezTo>
                    <a:cubicBezTo>
                      <a:pt x="389" y="523"/>
                      <a:pt x="389" y="523"/>
                      <a:pt x="389" y="523"/>
                    </a:cubicBezTo>
                    <a:cubicBezTo>
                      <a:pt x="393" y="517"/>
                      <a:pt x="393" y="517"/>
                      <a:pt x="393" y="517"/>
                    </a:cubicBezTo>
                    <a:cubicBezTo>
                      <a:pt x="397" y="516"/>
                      <a:pt x="397" y="516"/>
                      <a:pt x="397" y="516"/>
                    </a:cubicBezTo>
                    <a:cubicBezTo>
                      <a:pt x="402" y="519"/>
                      <a:pt x="402" y="519"/>
                      <a:pt x="402" y="519"/>
                    </a:cubicBezTo>
                    <a:cubicBezTo>
                      <a:pt x="410" y="527"/>
                      <a:pt x="410" y="527"/>
                      <a:pt x="410" y="527"/>
                    </a:cubicBezTo>
                    <a:cubicBezTo>
                      <a:pt x="415" y="535"/>
                      <a:pt x="415" y="535"/>
                      <a:pt x="415" y="535"/>
                    </a:cubicBezTo>
                    <a:cubicBezTo>
                      <a:pt x="426" y="538"/>
                      <a:pt x="426" y="538"/>
                      <a:pt x="426" y="538"/>
                    </a:cubicBezTo>
                    <a:cubicBezTo>
                      <a:pt x="437" y="541"/>
                      <a:pt x="437" y="541"/>
                      <a:pt x="437" y="541"/>
                    </a:cubicBezTo>
                    <a:cubicBezTo>
                      <a:pt x="446" y="537"/>
                      <a:pt x="446" y="537"/>
                      <a:pt x="446" y="537"/>
                    </a:cubicBezTo>
                    <a:cubicBezTo>
                      <a:pt x="453" y="533"/>
                      <a:pt x="453" y="533"/>
                      <a:pt x="453" y="533"/>
                    </a:cubicBezTo>
                    <a:cubicBezTo>
                      <a:pt x="457" y="528"/>
                      <a:pt x="457" y="528"/>
                      <a:pt x="457" y="528"/>
                    </a:cubicBezTo>
                    <a:cubicBezTo>
                      <a:pt x="463" y="524"/>
                      <a:pt x="463" y="524"/>
                      <a:pt x="463" y="524"/>
                    </a:cubicBezTo>
                    <a:cubicBezTo>
                      <a:pt x="462" y="533"/>
                      <a:pt x="462" y="533"/>
                      <a:pt x="462" y="533"/>
                    </a:cubicBezTo>
                    <a:cubicBezTo>
                      <a:pt x="465" y="531"/>
                      <a:pt x="465" y="531"/>
                      <a:pt x="465" y="531"/>
                    </a:cubicBezTo>
                    <a:cubicBezTo>
                      <a:pt x="471" y="521"/>
                      <a:pt x="471" y="521"/>
                      <a:pt x="471" y="521"/>
                    </a:cubicBezTo>
                    <a:cubicBezTo>
                      <a:pt x="478" y="521"/>
                      <a:pt x="478" y="521"/>
                      <a:pt x="478" y="521"/>
                    </a:cubicBezTo>
                    <a:cubicBezTo>
                      <a:pt x="483" y="518"/>
                      <a:pt x="483" y="518"/>
                      <a:pt x="483" y="518"/>
                    </a:cubicBezTo>
                    <a:cubicBezTo>
                      <a:pt x="485" y="510"/>
                      <a:pt x="485" y="510"/>
                      <a:pt x="485" y="510"/>
                    </a:cubicBezTo>
                    <a:cubicBezTo>
                      <a:pt x="476" y="502"/>
                      <a:pt x="476" y="502"/>
                      <a:pt x="476" y="502"/>
                    </a:cubicBezTo>
                    <a:cubicBezTo>
                      <a:pt x="476" y="502"/>
                      <a:pt x="475" y="493"/>
                      <a:pt x="475" y="492"/>
                    </a:cubicBezTo>
                    <a:cubicBezTo>
                      <a:pt x="475" y="491"/>
                      <a:pt x="471" y="484"/>
                      <a:pt x="471" y="484"/>
                    </a:cubicBezTo>
                    <a:cubicBezTo>
                      <a:pt x="465" y="476"/>
                      <a:pt x="465" y="476"/>
                      <a:pt x="465" y="476"/>
                    </a:cubicBezTo>
                    <a:cubicBezTo>
                      <a:pt x="465" y="465"/>
                      <a:pt x="465" y="465"/>
                      <a:pt x="465" y="465"/>
                    </a:cubicBezTo>
                    <a:cubicBezTo>
                      <a:pt x="470" y="465"/>
                      <a:pt x="470" y="465"/>
                      <a:pt x="470" y="465"/>
                    </a:cubicBezTo>
                    <a:cubicBezTo>
                      <a:pt x="480" y="467"/>
                      <a:pt x="480" y="467"/>
                      <a:pt x="480" y="467"/>
                    </a:cubicBezTo>
                    <a:cubicBezTo>
                      <a:pt x="485" y="457"/>
                      <a:pt x="485" y="457"/>
                      <a:pt x="485" y="457"/>
                    </a:cubicBezTo>
                    <a:cubicBezTo>
                      <a:pt x="488" y="445"/>
                      <a:pt x="488" y="445"/>
                      <a:pt x="488" y="445"/>
                    </a:cubicBezTo>
                    <a:cubicBezTo>
                      <a:pt x="484" y="440"/>
                      <a:pt x="484" y="440"/>
                      <a:pt x="484" y="440"/>
                    </a:cubicBezTo>
                    <a:cubicBezTo>
                      <a:pt x="478" y="435"/>
                      <a:pt x="478" y="435"/>
                      <a:pt x="478" y="435"/>
                    </a:cubicBezTo>
                    <a:cubicBezTo>
                      <a:pt x="471" y="435"/>
                      <a:pt x="471" y="435"/>
                      <a:pt x="471" y="435"/>
                    </a:cubicBezTo>
                    <a:cubicBezTo>
                      <a:pt x="461" y="437"/>
                      <a:pt x="461" y="437"/>
                      <a:pt x="461" y="437"/>
                    </a:cubicBezTo>
                    <a:cubicBezTo>
                      <a:pt x="461" y="437"/>
                      <a:pt x="452" y="436"/>
                      <a:pt x="451" y="437"/>
                    </a:cubicBezTo>
                    <a:cubicBezTo>
                      <a:pt x="450" y="438"/>
                      <a:pt x="443" y="437"/>
                      <a:pt x="443" y="437"/>
                    </a:cubicBezTo>
                    <a:cubicBezTo>
                      <a:pt x="437" y="437"/>
                      <a:pt x="437" y="437"/>
                      <a:pt x="437" y="437"/>
                    </a:cubicBezTo>
                    <a:cubicBezTo>
                      <a:pt x="437" y="433"/>
                      <a:pt x="437" y="433"/>
                      <a:pt x="437" y="433"/>
                    </a:cubicBezTo>
                    <a:cubicBezTo>
                      <a:pt x="435" y="420"/>
                      <a:pt x="435" y="420"/>
                      <a:pt x="435" y="420"/>
                    </a:cubicBezTo>
                    <a:cubicBezTo>
                      <a:pt x="437" y="416"/>
                      <a:pt x="437" y="416"/>
                      <a:pt x="437" y="416"/>
                    </a:cubicBezTo>
                    <a:cubicBezTo>
                      <a:pt x="440" y="410"/>
                      <a:pt x="440" y="410"/>
                      <a:pt x="440" y="410"/>
                    </a:cubicBezTo>
                    <a:cubicBezTo>
                      <a:pt x="444" y="406"/>
                      <a:pt x="444" y="406"/>
                      <a:pt x="444" y="406"/>
                    </a:cubicBezTo>
                    <a:cubicBezTo>
                      <a:pt x="456" y="403"/>
                      <a:pt x="456" y="403"/>
                      <a:pt x="456" y="403"/>
                    </a:cubicBezTo>
                    <a:cubicBezTo>
                      <a:pt x="455" y="408"/>
                      <a:pt x="455" y="408"/>
                      <a:pt x="455" y="408"/>
                    </a:cubicBezTo>
                    <a:cubicBezTo>
                      <a:pt x="450" y="419"/>
                      <a:pt x="450" y="419"/>
                      <a:pt x="450" y="419"/>
                    </a:cubicBezTo>
                    <a:cubicBezTo>
                      <a:pt x="451" y="430"/>
                      <a:pt x="451" y="430"/>
                      <a:pt x="451" y="430"/>
                    </a:cubicBezTo>
                    <a:cubicBezTo>
                      <a:pt x="460" y="430"/>
                      <a:pt x="460" y="430"/>
                      <a:pt x="460" y="430"/>
                    </a:cubicBezTo>
                    <a:cubicBezTo>
                      <a:pt x="462" y="421"/>
                      <a:pt x="462" y="421"/>
                      <a:pt x="462" y="421"/>
                    </a:cubicBezTo>
                    <a:cubicBezTo>
                      <a:pt x="462" y="409"/>
                      <a:pt x="462" y="409"/>
                      <a:pt x="462" y="409"/>
                    </a:cubicBezTo>
                    <a:cubicBezTo>
                      <a:pt x="462" y="403"/>
                      <a:pt x="462" y="403"/>
                      <a:pt x="462" y="403"/>
                    </a:cubicBezTo>
                    <a:cubicBezTo>
                      <a:pt x="467" y="398"/>
                      <a:pt x="467" y="398"/>
                      <a:pt x="467" y="398"/>
                    </a:cubicBezTo>
                    <a:cubicBezTo>
                      <a:pt x="474" y="387"/>
                      <a:pt x="474" y="387"/>
                      <a:pt x="474" y="387"/>
                    </a:cubicBezTo>
                    <a:cubicBezTo>
                      <a:pt x="483" y="379"/>
                      <a:pt x="483" y="379"/>
                      <a:pt x="483" y="379"/>
                    </a:cubicBezTo>
                    <a:cubicBezTo>
                      <a:pt x="491" y="376"/>
                      <a:pt x="491" y="376"/>
                      <a:pt x="491" y="376"/>
                    </a:cubicBezTo>
                    <a:cubicBezTo>
                      <a:pt x="505" y="368"/>
                      <a:pt x="505" y="368"/>
                      <a:pt x="505" y="368"/>
                    </a:cubicBezTo>
                    <a:cubicBezTo>
                      <a:pt x="511" y="366"/>
                      <a:pt x="511" y="366"/>
                      <a:pt x="511" y="366"/>
                    </a:cubicBezTo>
                    <a:cubicBezTo>
                      <a:pt x="521" y="364"/>
                      <a:pt x="521" y="364"/>
                      <a:pt x="521" y="364"/>
                    </a:cubicBezTo>
                    <a:cubicBezTo>
                      <a:pt x="530" y="364"/>
                      <a:pt x="530" y="364"/>
                      <a:pt x="530" y="364"/>
                    </a:cubicBezTo>
                    <a:cubicBezTo>
                      <a:pt x="549" y="363"/>
                      <a:pt x="549" y="363"/>
                      <a:pt x="549" y="363"/>
                    </a:cubicBezTo>
                    <a:cubicBezTo>
                      <a:pt x="552" y="359"/>
                      <a:pt x="552" y="359"/>
                      <a:pt x="552" y="359"/>
                    </a:cubicBezTo>
                    <a:cubicBezTo>
                      <a:pt x="563" y="355"/>
                      <a:pt x="563" y="355"/>
                      <a:pt x="563" y="355"/>
                    </a:cubicBezTo>
                    <a:cubicBezTo>
                      <a:pt x="574" y="348"/>
                      <a:pt x="574" y="348"/>
                      <a:pt x="574" y="348"/>
                    </a:cubicBezTo>
                    <a:cubicBezTo>
                      <a:pt x="582" y="340"/>
                      <a:pt x="582" y="340"/>
                      <a:pt x="582" y="340"/>
                    </a:cubicBezTo>
                    <a:cubicBezTo>
                      <a:pt x="588" y="330"/>
                      <a:pt x="588" y="330"/>
                      <a:pt x="588" y="330"/>
                    </a:cubicBezTo>
                    <a:cubicBezTo>
                      <a:pt x="584" y="321"/>
                      <a:pt x="584" y="321"/>
                      <a:pt x="584" y="321"/>
                    </a:cubicBezTo>
                    <a:cubicBezTo>
                      <a:pt x="586" y="312"/>
                      <a:pt x="586" y="312"/>
                      <a:pt x="586" y="312"/>
                    </a:cubicBezTo>
                    <a:cubicBezTo>
                      <a:pt x="587" y="302"/>
                      <a:pt x="587" y="302"/>
                      <a:pt x="587" y="302"/>
                    </a:cubicBezTo>
                    <a:cubicBezTo>
                      <a:pt x="582" y="290"/>
                      <a:pt x="582" y="290"/>
                      <a:pt x="582" y="290"/>
                    </a:cubicBezTo>
                    <a:cubicBezTo>
                      <a:pt x="572" y="281"/>
                      <a:pt x="572" y="281"/>
                      <a:pt x="572" y="281"/>
                    </a:cubicBezTo>
                    <a:cubicBezTo>
                      <a:pt x="562" y="270"/>
                      <a:pt x="562" y="270"/>
                      <a:pt x="562" y="270"/>
                    </a:cubicBezTo>
                    <a:cubicBezTo>
                      <a:pt x="553" y="263"/>
                      <a:pt x="553" y="263"/>
                      <a:pt x="553" y="263"/>
                    </a:cubicBezTo>
                    <a:cubicBezTo>
                      <a:pt x="537" y="262"/>
                      <a:pt x="537" y="262"/>
                      <a:pt x="537" y="262"/>
                    </a:cubicBezTo>
                    <a:cubicBezTo>
                      <a:pt x="526" y="258"/>
                      <a:pt x="526" y="258"/>
                      <a:pt x="526" y="258"/>
                    </a:cubicBezTo>
                    <a:cubicBezTo>
                      <a:pt x="508" y="248"/>
                      <a:pt x="508" y="248"/>
                      <a:pt x="508" y="248"/>
                    </a:cubicBezTo>
                    <a:cubicBezTo>
                      <a:pt x="500" y="241"/>
                      <a:pt x="500" y="241"/>
                      <a:pt x="500" y="241"/>
                    </a:cubicBezTo>
                    <a:cubicBezTo>
                      <a:pt x="494" y="227"/>
                      <a:pt x="494" y="227"/>
                      <a:pt x="494" y="227"/>
                    </a:cubicBezTo>
                    <a:cubicBezTo>
                      <a:pt x="494" y="216"/>
                      <a:pt x="494" y="216"/>
                      <a:pt x="494" y="216"/>
                    </a:cubicBezTo>
                    <a:cubicBezTo>
                      <a:pt x="496" y="205"/>
                      <a:pt x="496" y="205"/>
                      <a:pt x="496" y="205"/>
                    </a:cubicBezTo>
                    <a:cubicBezTo>
                      <a:pt x="501" y="193"/>
                      <a:pt x="501" y="193"/>
                      <a:pt x="501" y="193"/>
                    </a:cubicBezTo>
                    <a:cubicBezTo>
                      <a:pt x="505" y="177"/>
                      <a:pt x="505" y="177"/>
                      <a:pt x="505" y="177"/>
                    </a:cubicBezTo>
                    <a:cubicBezTo>
                      <a:pt x="515" y="162"/>
                      <a:pt x="515" y="162"/>
                      <a:pt x="515" y="162"/>
                    </a:cubicBezTo>
                    <a:cubicBezTo>
                      <a:pt x="523" y="153"/>
                      <a:pt x="523" y="153"/>
                      <a:pt x="523" y="153"/>
                    </a:cubicBezTo>
                    <a:cubicBezTo>
                      <a:pt x="536" y="143"/>
                      <a:pt x="536" y="143"/>
                      <a:pt x="536" y="143"/>
                    </a:cubicBezTo>
                    <a:cubicBezTo>
                      <a:pt x="548" y="136"/>
                      <a:pt x="548" y="136"/>
                      <a:pt x="548" y="136"/>
                    </a:cubicBezTo>
                    <a:cubicBezTo>
                      <a:pt x="556" y="131"/>
                      <a:pt x="556" y="131"/>
                      <a:pt x="556" y="131"/>
                    </a:cubicBezTo>
                    <a:cubicBezTo>
                      <a:pt x="560" y="126"/>
                      <a:pt x="560" y="126"/>
                      <a:pt x="560" y="126"/>
                    </a:cubicBezTo>
                    <a:cubicBezTo>
                      <a:pt x="573" y="123"/>
                      <a:pt x="573" y="123"/>
                      <a:pt x="573" y="123"/>
                    </a:cubicBezTo>
                    <a:cubicBezTo>
                      <a:pt x="581" y="126"/>
                      <a:pt x="581" y="126"/>
                      <a:pt x="581" y="126"/>
                    </a:cubicBezTo>
                    <a:cubicBezTo>
                      <a:pt x="586" y="131"/>
                      <a:pt x="586" y="131"/>
                      <a:pt x="586" y="131"/>
                    </a:cubicBezTo>
                    <a:cubicBezTo>
                      <a:pt x="597" y="133"/>
                      <a:pt x="597" y="133"/>
                      <a:pt x="597" y="133"/>
                    </a:cubicBezTo>
                    <a:cubicBezTo>
                      <a:pt x="602" y="130"/>
                      <a:pt x="602" y="130"/>
                      <a:pt x="602" y="130"/>
                    </a:cubicBezTo>
                    <a:cubicBezTo>
                      <a:pt x="603" y="119"/>
                      <a:pt x="603" y="119"/>
                      <a:pt x="603" y="119"/>
                    </a:cubicBezTo>
                    <a:cubicBezTo>
                      <a:pt x="604" y="113"/>
                      <a:pt x="604" y="113"/>
                      <a:pt x="604" y="113"/>
                    </a:cubicBezTo>
                    <a:cubicBezTo>
                      <a:pt x="604" y="113"/>
                      <a:pt x="615" y="107"/>
                      <a:pt x="616" y="107"/>
                    </a:cubicBezTo>
                    <a:cubicBezTo>
                      <a:pt x="617" y="107"/>
                      <a:pt x="618" y="112"/>
                      <a:pt x="618" y="112"/>
                    </a:cubicBezTo>
                    <a:cubicBezTo>
                      <a:pt x="613" y="121"/>
                      <a:pt x="613" y="121"/>
                      <a:pt x="613" y="121"/>
                    </a:cubicBezTo>
                    <a:cubicBezTo>
                      <a:pt x="610" y="127"/>
                      <a:pt x="610" y="127"/>
                      <a:pt x="610" y="127"/>
                    </a:cubicBezTo>
                    <a:cubicBezTo>
                      <a:pt x="608" y="136"/>
                      <a:pt x="608" y="136"/>
                      <a:pt x="608" y="136"/>
                    </a:cubicBezTo>
                    <a:cubicBezTo>
                      <a:pt x="615" y="147"/>
                      <a:pt x="615" y="147"/>
                      <a:pt x="615" y="147"/>
                    </a:cubicBezTo>
                    <a:cubicBezTo>
                      <a:pt x="625" y="155"/>
                      <a:pt x="625" y="155"/>
                      <a:pt x="625" y="155"/>
                    </a:cubicBezTo>
                    <a:cubicBezTo>
                      <a:pt x="633" y="162"/>
                      <a:pt x="633" y="162"/>
                      <a:pt x="633" y="162"/>
                    </a:cubicBezTo>
                    <a:cubicBezTo>
                      <a:pt x="641" y="161"/>
                      <a:pt x="641" y="161"/>
                      <a:pt x="641" y="161"/>
                    </a:cubicBezTo>
                    <a:cubicBezTo>
                      <a:pt x="650" y="154"/>
                      <a:pt x="650" y="154"/>
                      <a:pt x="650" y="154"/>
                    </a:cubicBezTo>
                    <a:cubicBezTo>
                      <a:pt x="655" y="147"/>
                      <a:pt x="655" y="147"/>
                      <a:pt x="655" y="147"/>
                    </a:cubicBezTo>
                    <a:cubicBezTo>
                      <a:pt x="669" y="142"/>
                      <a:pt x="669" y="142"/>
                      <a:pt x="669" y="142"/>
                    </a:cubicBezTo>
                    <a:cubicBezTo>
                      <a:pt x="669" y="133"/>
                      <a:pt x="669" y="133"/>
                      <a:pt x="669" y="133"/>
                    </a:cubicBezTo>
                    <a:cubicBezTo>
                      <a:pt x="671" y="126"/>
                      <a:pt x="671" y="126"/>
                      <a:pt x="671" y="126"/>
                    </a:cubicBezTo>
                    <a:cubicBezTo>
                      <a:pt x="671" y="119"/>
                      <a:pt x="671" y="119"/>
                      <a:pt x="671" y="119"/>
                    </a:cubicBezTo>
                    <a:cubicBezTo>
                      <a:pt x="663" y="111"/>
                      <a:pt x="663" y="111"/>
                      <a:pt x="663" y="111"/>
                    </a:cubicBezTo>
                    <a:cubicBezTo>
                      <a:pt x="659" y="104"/>
                      <a:pt x="659" y="104"/>
                      <a:pt x="659" y="104"/>
                    </a:cubicBezTo>
                    <a:cubicBezTo>
                      <a:pt x="654" y="96"/>
                      <a:pt x="654" y="96"/>
                      <a:pt x="654" y="96"/>
                    </a:cubicBezTo>
                    <a:cubicBezTo>
                      <a:pt x="654" y="83"/>
                      <a:pt x="654" y="83"/>
                      <a:pt x="654" y="83"/>
                    </a:cubicBezTo>
                    <a:cubicBezTo>
                      <a:pt x="654" y="78"/>
                      <a:pt x="654" y="78"/>
                      <a:pt x="654" y="78"/>
                    </a:cubicBezTo>
                    <a:cubicBezTo>
                      <a:pt x="649" y="71"/>
                      <a:pt x="649" y="71"/>
                      <a:pt x="649" y="71"/>
                    </a:cubicBezTo>
                    <a:cubicBezTo>
                      <a:pt x="646" y="67"/>
                      <a:pt x="646" y="67"/>
                      <a:pt x="646" y="67"/>
                    </a:cubicBezTo>
                    <a:cubicBezTo>
                      <a:pt x="641" y="82"/>
                      <a:pt x="641" y="82"/>
                      <a:pt x="641" y="82"/>
                    </a:cubicBezTo>
                    <a:cubicBezTo>
                      <a:pt x="641" y="82"/>
                      <a:pt x="639" y="78"/>
                      <a:pt x="640" y="75"/>
                    </a:cubicBezTo>
                    <a:cubicBezTo>
                      <a:pt x="640" y="72"/>
                      <a:pt x="640" y="70"/>
                      <a:pt x="640" y="70"/>
                    </a:cubicBezTo>
                    <a:cubicBezTo>
                      <a:pt x="642" y="63"/>
                      <a:pt x="642" y="63"/>
                      <a:pt x="642" y="63"/>
                    </a:cubicBezTo>
                    <a:cubicBezTo>
                      <a:pt x="649" y="61"/>
                      <a:pt x="649" y="61"/>
                      <a:pt x="649" y="61"/>
                    </a:cubicBezTo>
                    <a:cubicBezTo>
                      <a:pt x="651" y="57"/>
                      <a:pt x="651" y="57"/>
                      <a:pt x="651" y="57"/>
                    </a:cubicBezTo>
                    <a:cubicBezTo>
                      <a:pt x="646" y="50"/>
                      <a:pt x="646" y="50"/>
                      <a:pt x="646" y="50"/>
                    </a:cubicBezTo>
                    <a:cubicBezTo>
                      <a:pt x="643" y="52"/>
                      <a:pt x="643" y="52"/>
                      <a:pt x="643" y="52"/>
                    </a:cubicBezTo>
                    <a:cubicBezTo>
                      <a:pt x="635" y="58"/>
                      <a:pt x="635" y="58"/>
                      <a:pt x="635" y="58"/>
                    </a:cubicBezTo>
                    <a:cubicBezTo>
                      <a:pt x="633" y="50"/>
                      <a:pt x="633" y="50"/>
                      <a:pt x="633" y="50"/>
                    </a:cubicBezTo>
                    <a:cubicBezTo>
                      <a:pt x="631" y="39"/>
                      <a:pt x="631" y="39"/>
                      <a:pt x="631" y="39"/>
                    </a:cubicBezTo>
                    <a:cubicBezTo>
                      <a:pt x="639" y="28"/>
                      <a:pt x="639" y="28"/>
                      <a:pt x="639" y="28"/>
                    </a:cubicBezTo>
                    <a:cubicBezTo>
                      <a:pt x="638" y="8"/>
                      <a:pt x="638" y="8"/>
                      <a:pt x="638" y="8"/>
                    </a:cubicBezTo>
                    <a:cubicBezTo>
                      <a:pt x="635" y="0"/>
                      <a:pt x="635" y="0"/>
                      <a:pt x="635" y="0"/>
                    </a:cubicBezTo>
                    <a:cubicBezTo>
                      <a:pt x="582" y="0"/>
                      <a:pt x="582" y="0"/>
                      <a:pt x="582" y="0"/>
                    </a:cubicBezTo>
                    <a:cubicBezTo>
                      <a:pt x="579" y="1"/>
                      <a:pt x="579" y="1"/>
                      <a:pt x="579" y="1"/>
                    </a:cubicBezTo>
                    <a:cubicBezTo>
                      <a:pt x="584" y="7"/>
                      <a:pt x="584" y="7"/>
                      <a:pt x="584" y="7"/>
                    </a:cubicBezTo>
                    <a:cubicBezTo>
                      <a:pt x="586" y="14"/>
                      <a:pt x="586" y="14"/>
                      <a:pt x="586" y="14"/>
                    </a:cubicBezTo>
                    <a:cubicBezTo>
                      <a:pt x="588" y="19"/>
                      <a:pt x="588" y="19"/>
                      <a:pt x="588" y="19"/>
                    </a:cubicBezTo>
                    <a:cubicBezTo>
                      <a:pt x="582" y="20"/>
                      <a:pt x="582" y="20"/>
                      <a:pt x="582" y="20"/>
                    </a:cubicBezTo>
                    <a:cubicBezTo>
                      <a:pt x="573" y="15"/>
                      <a:pt x="573" y="15"/>
                      <a:pt x="573" y="15"/>
                    </a:cubicBezTo>
                    <a:cubicBezTo>
                      <a:pt x="567" y="8"/>
                      <a:pt x="567" y="8"/>
                      <a:pt x="567" y="8"/>
                    </a:cubicBezTo>
                    <a:cubicBezTo>
                      <a:pt x="562" y="6"/>
                      <a:pt x="562" y="6"/>
                      <a:pt x="562" y="6"/>
                    </a:cubicBezTo>
                    <a:cubicBezTo>
                      <a:pt x="551" y="2"/>
                      <a:pt x="551" y="2"/>
                      <a:pt x="551" y="2"/>
                    </a:cubicBezTo>
                    <a:cubicBezTo>
                      <a:pt x="549" y="0"/>
                      <a:pt x="549" y="0"/>
                      <a:pt x="549" y="0"/>
                    </a:cubicBezTo>
                    <a:cubicBezTo>
                      <a:pt x="447" y="0"/>
                      <a:pt x="447" y="0"/>
                      <a:pt x="447" y="0"/>
                    </a:cubicBezTo>
                    <a:cubicBezTo>
                      <a:pt x="450" y="8"/>
                      <a:pt x="450" y="8"/>
                      <a:pt x="450" y="8"/>
                    </a:cubicBezTo>
                    <a:cubicBezTo>
                      <a:pt x="454" y="22"/>
                      <a:pt x="454" y="22"/>
                      <a:pt x="454" y="22"/>
                    </a:cubicBezTo>
                    <a:cubicBezTo>
                      <a:pt x="454" y="36"/>
                      <a:pt x="454" y="36"/>
                      <a:pt x="454" y="36"/>
                    </a:cubicBezTo>
                    <a:cubicBezTo>
                      <a:pt x="458" y="44"/>
                      <a:pt x="458" y="44"/>
                      <a:pt x="458" y="44"/>
                    </a:cubicBezTo>
                    <a:cubicBezTo>
                      <a:pt x="458" y="54"/>
                      <a:pt x="458" y="54"/>
                      <a:pt x="458" y="54"/>
                    </a:cubicBezTo>
                    <a:cubicBezTo>
                      <a:pt x="458" y="64"/>
                      <a:pt x="458" y="64"/>
                      <a:pt x="458" y="64"/>
                    </a:cubicBezTo>
                    <a:cubicBezTo>
                      <a:pt x="454" y="71"/>
                      <a:pt x="454" y="71"/>
                      <a:pt x="454" y="71"/>
                    </a:cubicBezTo>
                    <a:cubicBezTo>
                      <a:pt x="449" y="79"/>
                      <a:pt x="449" y="79"/>
                      <a:pt x="449" y="79"/>
                    </a:cubicBezTo>
                    <a:cubicBezTo>
                      <a:pt x="450" y="84"/>
                      <a:pt x="450" y="84"/>
                      <a:pt x="450" y="84"/>
                    </a:cubicBezTo>
                    <a:cubicBezTo>
                      <a:pt x="453" y="91"/>
                      <a:pt x="453" y="91"/>
                      <a:pt x="453" y="91"/>
                    </a:cubicBezTo>
                    <a:cubicBezTo>
                      <a:pt x="451" y="97"/>
                      <a:pt x="451" y="97"/>
                      <a:pt x="451" y="97"/>
                    </a:cubicBezTo>
                    <a:cubicBezTo>
                      <a:pt x="445" y="97"/>
                      <a:pt x="445" y="97"/>
                      <a:pt x="445" y="97"/>
                    </a:cubicBezTo>
                    <a:cubicBezTo>
                      <a:pt x="444" y="91"/>
                      <a:pt x="444" y="91"/>
                      <a:pt x="444" y="91"/>
                    </a:cubicBezTo>
                    <a:cubicBezTo>
                      <a:pt x="441" y="87"/>
                      <a:pt x="441" y="87"/>
                      <a:pt x="441" y="87"/>
                    </a:cubicBezTo>
                    <a:cubicBezTo>
                      <a:pt x="432" y="87"/>
                      <a:pt x="432" y="87"/>
                      <a:pt x="432" y="87"/>
                    </a:cubicBezTo>
                    <a:cubicBezTo>
                      <a:pt x="432" y="87"/>
                      <a:pt x="425" y="84"/>
                      <a:pt x="425" y="83"/>
                    </a:cubicBezTo>
                    <a:cubicBezTo>
                      <a:pt x="424" y="82"/>
                      <a:pt x="424" y="78"/>
                      <a:pt x="424" y="78"/>
                    </a:cubicBezTo>
                    <a:cubicBezTo>
                      <a:pt x="428" y="75"/>
                      <a:pt x="428" y="75"/>
                      <a:pt x="428" y="75"/>
                    </a:cubicBezTo>
                    <a:cubicBezTo>
                      <a:pt x="433" y="80"/>
                      <a:pt x="433" y="80"/>
                      <a:pt x="433" y="80"/>
                    </a:cubicBezTo>
                    <a:cubicBezTo>
                      <a:pt x="442" y="81"/>
                      <a:pt x="442" y="81"/>
                      <a:pt x="442" y="81"/>
                    </a:cubicBezTo>
                    <a:cubicBezTo>
                      <a:pt x="438" y="74"/>
                      <a:pt x="438" y="74"/>
                      <a:pt x="438" y="74"/>
                    </a:cubicBezTo>
                    <a:cubicBezTo>
                      <a:pt x="434" y="72"/>
                      <a:pt x="434" y="72"/>
                      <a:pt x="434" y="72"/>
                    </a:cubicBezTo>
                    <a:cubicBezTo>
                      <a:pt x="425" y="70"/>
                      <a:pt x="425" y="70"/>
                      <a:pt x="425" y="70"/>
                    </a:cubicBezTo>
                    <a:cubicBezTo>
                      <a:pt x="423" y="63"/>
                      <a:pt x="423" y="63"/>
                      <a:pt x="423" y="63"/>
                    </a:cubicBezTo>
                    <a:cubicBezTo>
                      <a:pt x="418" y="68"/>
                      <a:pt x="418" y="68"/>
                      <a:pt x="418" y="68"/>
                    </a:cubicBezTo>
                    <a:cubicBezTo>
                      <a:pt x="418" y="74"/>
                      <a:pt x="418" y="74"/>
                      <a:pt x="418" y="74"/>
                    </a:cubicBezTo>
                    <a:cubicBezTo>
                      <a:pt x="419" y="80"/>
                      <a:pt x="419" y="80"/>
                      <a:pt x="419" y="80"/>
                    </a:cubicBezTo>
                    <a:cubicBezTo>
                      <a:pt x="412" y="82"/>
                      <a:pt x="412" y="82"/>
                      <a:pt x="412" y="82"/>
                    </a:cubicBezTo>
                    <a:cubicBezTo>
                      <a:pt x="406" y="82"/>
                      <a:pt x="406" y="82"/>
                      <a:pt x="406" y="82"/>
                    </a:cubicBezTo>
                    <a:cubicBezTo>
                      <a:pt x="405" y="90"/>
                      <a:pt x="405" y="90"/>
                      <a:pt x="405" y="90"/>
                    </a:cubicBezTo>
                    <a:cubicBezTo>
                      <a:pt x="399" y="95"/>
                      <a:pt x="399" y="95"/>
                      <a:pt x="399" y="95"/>
                    </a:cubicBezTo>
                    <a:cubicBezTo>
                      <a:pt x="398" y="89"/>
                      <a:pt x="398" y="89"/>
                      <a:pt x="398" y="89"/>
                    </a:cubicBezTo>
                    <a:cubicBezTo>
                      <a:pt x="403" y="81"/>
                      <a:pt x="403" y="81"/>
                      <a:pt x="403" y="81"/>
                    </a:cubicBezTo>
                    <a:cubicBezTo>
                      <a:pt x="408" y="73"/>
                      <a:pt x="408" y="73"/>
                      <a:pt x="408" y="73"/>
                    </a:cubicBezTo>
                    <a:cubicBezTo>
                      <a:pt x="410" y="64"/>
                      <a:pt x="410" y="64"/>
                      <a:pt x="410" y="64"/>
                    </a:cubicBezTo>
                    <a:cubicBezTo>
                      <a:pt x="417" y="53"/>
                      <a:pt x="417" y="53"/>
                      <a:pt x="417" y="53"/>
                    </a:cubicBezTo>
                    <a:cubicBezTo>
                      <a:pt x="418" y="49"/>
                      <a:pt x="418" y="49"/>
                      <a:pt x="418" y="49"/>
                    </a:cubicBezTo>
                    <a:cubicBezTo>
                      <a:pt x="421" y="45"/>
                      <a:pt x="421" y="45"/>
                      <a:pt x="421" y="45"/>
                    </a:cubicBezTo>
                    <a:cubicBezTo>
                      <a:pt x="427" y="54"/>
                      <a:pt x="427" y="54"/>
                      <a:pt x="427" y="54"/>
                    </a:cubicBezTo>
                    <a:cubicBezTo>
                      <a:pt x="429" y="53"/>
                      <a:pt x="429" y="53"/>
                      <a:pt x="429" y="53"/>
                    </a:cubicBezTo>
                    <a:cubicBezTo>
                      <a:pt x="441" y="49"/>
                      <a:pt x="441" y="49"/>
                      <a:pt x="441" y="49"/>
                    </a:cubicBezTo>
                    <a:cubicBezTo>
                      <a:pt x="445" y="42"/>
                      <a:pt x="445" y="42"/>
                      <a:pt x="445" y="42"/>
                    </a:cubicBezTo>
                    <a:cubicBezTo>
                      <a:pt x="445" y="31"/>
                      <a:pt x="445" y="31"/>
                      <a:pt x="445" y="31"/>
                    </a:cubicBezTo>
                    <a:cubicBezTo>
                      <a:pt x="442" y="20"/>
                      <a:pt x="442" y="20"/>
                      <a:pt x="442" y="20"/>
                    </a:cubicBezTo>
                    <a:cubicBezTo>
                      <a:pt x="442" y="10"/>
                      <a:pt x="442" y="10"/>
                      <a:pt x="442" y="10"/>
                    </a:cubicBezTo>
                    <a:cubicBezTo>
                      <a:pt x="437" y="1"/>
                      <a:pt x="437" y="1"/>
                      <a:pt x="437" y="1"/>
                    </a:cubicBezTo>
                    <a:cubicBezTo>
                      <a:pt x="437" y="0"/>
                      <a:pt x="437" y="0"/>
                      <a:pt x="437" y="0"/>
                    </a:cubicBezTo>
                    <a:cubicBezTo>
                      <a:pt x="378" y="0"/>
                      <a:pt x="378" y="0"/>
                      <a:pt x="378" y="0"/>
                    </a:cubicBezTo>
                    <a:cubicBezTo>
                      <a:pt x="376" y="2"/>
                      <a:pt x="376" y="2"/>
                      <a:pt x="376" y="2"/>
                    </a:cubicBezTo>
                    <a:cubicBezTo>
                      <a:pt x="371" y="15"/>
                      <a:pt x="371" y="15"/>
                      <a:pt x="371" y="15"/>
                    </a:cubicBezTo>
                    <a:cubicBezTo>
                      <a:pt x="372" y="32"/>
                      <a:pt x="372" y="32"/>
                      <a:pt x="372" y="32"/>
                    </a:cubicBezTo>
                    <a:cubicBezTo>
                      <a:pt x="373" y="41"/>
                      <a:pt x="373" y="41"/>
                      <a:pt x="373" y="41"/>
                    </a:cubicBezTo>
                    <a:cubicBezTo>
                      <a:pt x="371" y="51"/>
                      <a:pt x="371" y="51"/>
                      <a:pt x="371" y="51"/>
                    </a:cubicBezTo>
                    <a:cubicBezTo>
                      <a:pt x="364" y="59"/>
                      <a:pt x="364" y="59"/>
                      <a:pt x="364" y="59"/>
                    </a:cubicBezTo>
                    <a:cubicBezTo>
                      <a:pt x="364" y="59"/>
                      <a:pt x="363" y="68"/>
                      <a:pt x="363" y="70"/>
                    </a:cubicBezTo>
                    <a:cubicBezTo>
                      <a:pt x="363" y="72"/>
                      <a:pt x="361" y="77"/>
                      <a:pt x="361" y="77"/>
                    </a:cubicBezTo>
                    <a:cubicBezTo>
                      <a:pt x="354" y="83"/>
                      <a:pt x="354" y="83"/>
                      <a:pt x="354" y="83"/>
                    </a:cubicBezTo>
                    <a:cubicBezTo>
                      <a:pt x="357" y="86"/>
                      <a:pt x="357" y="86"/>
                      <a:pt x="357" y="86"/>
                    </a:cubicBezTo>
                    <a:cubicBezTo>
                      <a:pt x="353" y="93"/>
                      <a:pt x="353" y="93"/>
                      <a:pt x="353" y="93"/>
                    </a:cubicBezTo>
                    <a:cubicBezTo>
                      <a:pt x="353" y="93"/>
                      <a:pt x="350" y="92"/>
                      <a:pt x="349" y="92"/>
                    </a:cubicBezTo>
                    <a:cubicBezTo>
                      <a:pt x="348" y="92"/>
                      <a:pt x="345" y="94"/>
                      <a:pt x="345" y="94"/>
                    </a:cubicBezTo>
                    <a:cubicBezTo>
                      <a:pt x="345" y="94"/>
                      <a:pt x="343" y="99"/>
                      <a:pt x="342" y="100"/>
                    </a:cubicBezTo>
                    <a:cubicBezTo>
                      <a:pt x="341" y="101"/>
                      <a:pt x="335" y="101"/>
                      <a:pt x="335" y="101"/>
                    </a:cubicBezTo>
                    <a:cubicBezTo>
                      <a:pt x="338" y="95"/>
                      <a:pt x="338" y="95"/>
                      <a:pt x="338" y="95"/>
                    </a:cubicBezTo>
                    <a:cubicBezTo>
                      <a:pt x="338" y="95"/>
                      <a:pt x="344" y="90"/>
                      <a:pt x="345" y="89"/>
                    </a:cubicBezTo>
                    <a:cubicBezTo>
                      <a:pt x="345" y="88"/>
                      <a:pt x="345" y="84"/>
                      <a:pt x="345" y="84"/>
                    </a:cubicBezTo>
                    <a:cubicBezTo>
                      <a:pt x="347" y="76"/>
                      <a:pt x="347" y="76"/>
                      <a:pt x="347" y="76"/>
                    </a:cubicBezTo>
                    <a:cubicBezTo>
                      <a:pt x="350" y="76"/>
                      <a:pt x="350" y="76"/>
                      <a:pt x="350" y="76"/>
                    </a:cubicBezTo>
                    <a:cubicBezTo>
                      <a:pt x="352" y="71"/>
                      <a:pt x="352" y="71"/>
                      <a:pt x="352" y="71"/>
                    </a:cubicBezTo>
                    <a:cubicBezTo>
                      <a:pt x="352" y="71"/>
                      <a:pt x="348" y="70"/>
                      <a:pt x="346" y="68"/>
                    </a:cubicBezTo>
                    <a:cubicBezTo>
                      <a:pt x="345" y="67"/>
                      <a:pt x="345" y="65"/>
                      <a:pt x="345" y="65"/>
                    </a:cubicBezTo>
                    <a:cubicBezTo>
                      <a:pt x="345" y="54"/>
                      <a:pt x="345" y="54"/>
                      <a:pt x="345" y="54"/>
                    </a:cubicBezTo>
                    <a:cubicBezTo>
                      <a:pt x="338" y="51"/>
                      <a:pt x="338" y="51"/>
                      <a:pt x="338" y="51"/>
                    </a:cubicBezTo>
                    <a:cubicBezTo>
                      <a:pt x="333" y="53"/>
                      <a:pt x="333" y="53"/>
                      <a:pt x="333" y="53"/>
                    </a:cubicBezTo>
                    <a:cubicBezTo>
                      <a:pt x="319" y="55"/>
                      <a:pt x="319" y="55"/>
                      <a:pt x="319" y="55"/>
                    </a:cubicBezTo>
                    <a:cubicBezTo>
                      <a:pt x="308" y="57"/>
                      <a:pt x="308" y="57"/>
                      <a:pt x="308" y="57"/>
                    </a:cubicBezTo>
                    <a:cubicBezTo>
                      <a:pt x="298" y="56"/>
                      <a:pt x="298" y="56"/>
                      <a:pt x="298" y="56"/>
                    </a:cubicBezTo>
                    <a:cubicBezTo>
                      <a:pt x="298" y="56"/>
                      <a:pt x="296" y="53"/>
                      <a:pt x="296" y="52"/>
                    </a:cubicBezTo>
                    <a:cubicBezTo>
                      <a:pt x="296" y="51"/>
                      <a:pt x="300" y="46"/>
                      <a:pt x="300" y="46"/>
                    </a:cubicBezTo>
                    <a:cubicBezTo>
                      <a:pt x="315" y="44"/>
                      <a:pt x="315" y="44"/>
                      <a:pt x="315" y="44"/>
                    </a:cubicBezTo>
                    <a:cubicBezTo>
                      <a:pt x="329" y="43"/>
                      <a:pt x="329" y="43"/>
                      <a:pt x="329" y="43"/>
                    </a:cubicBezTo>
                    <a:cubicBezTo>
                      <a:pt x="335" y="40"/>
                      <a:pt x="335" y="40"/>
                      <a:pt x="335" y="40"/>
                    </a:cubicBezTo>
                    <a:cubicBezTo>
                      <a:pt x="337" y="34"/>
                      <a:pt x="337" y="34"/>
                      <a:pt x="337" y="34"/>
                    </a:cubicBezTo>
                    <a:cubicBezTo>
                      <a:pt x="330" y="31"/>
                      <a:pt x="330" y="31"/>
                      <a:pt x="330" y="31"/>
                    </a:cubicBezTo>
                    <a:cubicBezTo>
                      <a:pt x="328" y="24"/>
                      <a:pt x="328" y="24"/>
                      <a:pt x="328" y="24"/>
                    </a:cubicBezTo>
                    <a:cubicBezTo>
                      <a:pt x="335" y="27"/>
                      <a:pt x="335" y="27"/>
                      <a:pt x="335" y="27"/>
                    </a:cubicBezTo>
                    <a:cubicBezTo>
                      <a:pt x="335" y="22"/>
                      <a:pt x="335" y="22"/>
                      <a:pt x="335" y="22"/>
                    </a:cubicBezTo>
                    <a:cubicBezTo>
                      <a:pt x="331" y="15"/>
                      <a:pt x="331" y="15"/>
                      <a:pt x="331" y="15"/>
                    </a:cubicBezTo>
                    <a:cubicBezTo>
                      <a:pt x="323" y="8"/>
                      <a:pt x="323" y="8"/>
                      <a:pt x="323" y="8"/>
                    </a:cubicBezTo>
                    <a:cubicBezTo>
                      <a:pt x="311" y="12"/>
                      <a:pt x="311" y="12"/>
                      <a:pt x="311" y="12"/>
                    </a:cubicBezTo>
                    <a:cubicBezTo>
                      <a:pt x="299" y="20"/>
                      <a:pt x="299" y="20"/>
                      <a:pt x="299" y="20"/>
                    </a:cubicBezTo>
                    <a:cubicBezTo>
                      <a:pt x="286" y="21"/>
                      <a:pt x="286" y="21"/>
                      <a:pt x="286" y="21"/>
                    </a:cubicBezTo>
                    <a:cubicBezTo>
                      <a:pt x="280" y="15"/>
                      <a:pt x="280" y="15"/>
                      <a:pt x="280" y="15"/>
                    </a:cubicBezTo>
                    <a:cubicBezTo>
                      <a:pt x="291" y="9"/>
                      <a:pt x="291" y="9"/>
                      <a:pt x="291" y="9"/>
                    </a:cubicBezTo>
                    <a:cubicBezTo>
                      <a:pt x="293" y="4"/>
                      <a:pt x="293" y="4"/>
                      <a:pt x="293" y="4"/>
                    </a:cubicBezTo>
                    <a:cubicBezTo>
                      <a:pt x="295" y="0"/>
                      <a:pt x="295" y="0"/>
                      <a:pt x="295" y="0"/>
                    </a:cubicBezTo>
                    <a:cubicBezTo>
                      <a:pt x="194" y="0"/>
                      <a:pt x="194" y="0"/>
                      <a:pt x="194" y="0"/>
                    </a:cubicBezTo>
                    <a:cubicBezTo>
                      <a:pt x="195" y="6"/>
                      <a:pt x="195" y="6"/>
                      <a:pt x="195" y="6"/>
                    </a:cubicBezTo>
                    <a:lnTo>
                      <a:pt x="193" y="21"/>
                    </a:lnTo>
                    <a:close/>
                    <a:moveTo>
                      <a:pt x="142" y="67"/>
                    </a:moveTo>
                    <a:cubicBezTo>
                      <a:pt x="129" y="63"/>
                      <a:pt x="129" y="63"/>
                      <a:pt x="129" y="63"/>
                    </a:cubicBezTo>
                    <a:cubicBezTo>
                      <a:pt x="106" y="39"/>
                      <a:pt x="106" y="39"/>
                      <a:pt x="106" y="39"/>
                    </a:cubicBezTo>
                    <a:cubicBezTo>
                      <a:pt x="119" y="31"/>
                      <a:pt x="119" y="31"/>
                      <a:pt x="119" y="31"/>
                    </a:cubicBezTo>
                    <a:cubicBezTo>
                      <a:pt x="129" y="39"/>
                      <a:pt x="129" y="39"/>
                      <a:pt x="129" y="39"/>
                    </a:cubicBezTo>
                    <a:cubicBezTo>
                      <a:pt x="136" y="45"/>
                      <a:pt x="136" y="45"/>
                      <a:pt x="136" y="45"/>
                    </a:cubicBezTo>
                    <a:cubicBezTo>
                      <a:pt x="146" y="55"/>
                      <a:pt x="146" y="55"/>
                      <a:pt x="146" y="55"/>
                    </a:cubicBezTo>
                    <a:lnTo>
                      <a:pt x="142" y="67"/>
                    </a:lnTo>
                    <a:close/>
                    <a:moveTo>
                      <a:pt x="168" y="353"/>
                    </a:moveTo>
                    <a:cubicBezTo>
                      <a:pt x="162" y="353"/>
                      <a:pt x="162" y="353"/>
                      <a:pt x="162" y="353"/>
                    </a:cubicBezTo>
                    <a:cubicBezTo>
                      <a:pt x="162" y="348"/>
                      <a:pt x="162" y="348"/>
                      <a:pt x="162" y="348"/>
                    </a:cubicBezTo>
                    <a:cubicBezTo>
                      <a:pt x="167" y="342"/>
                      <a:pt x="167" y="342"/>
                      <a:pt x="167" y="342"/>
                    </a:cubicBezTo>
                    <a:cubicBezTo>
                      <a:pt x="171" y="345"/>
                      <a:pt x="171" y="345"/>
                      <a:pt x="171" y="345"/>
                    </a:cubicBezTo>
                    <a:lnTo>
                      <a:pt x="168" y="353"/>
                    </a:lnTo>
                    <a:close/>
                    <a:moveTo>
                      <a:pt x="169" y="160"/>
                    </a:moveTo>
                    <a:cubicBezTo>
                      <a:pt x="165" y="160"/>
                      <a:pt x="165" y="160"/>
                      <a:pt x="165" y="160"/>
                    </a:cubicBezTo>
                    <a:cubicBezTo>
                      <a:pt x="150" y="148"/>
                      <a:pt x="150" y="148"/>
                      <a:pt x="150" y="148"/>
                    </a:cubicBezTo>
                    <a:cubicBezTo>
                      <a:pt x="160" y="133"/>
                      <a:pt x="160" y="133"/>
                      <a:pt x="160" y="133"/>
                    </a:cubicBezTo>
                    <a:cubicBezTo>
                      <a:pt x="169" y="135"/>
                      <a:pt x="169" y="135"/>
                      <a:pt x="169" y="135"/>
                    </a:cubicBezTo>
                    <a:cubicBezTo>
                      <a:pt x="174" y="153"/>
                      <a:pt x="174" y="153"/>
                      <a:pt x="174" y="153"/>
                    </a:cubicBezTo>
                    <a:lnTo>
                      <a:pt x="169" y="160"/>
                    </a:lnTo>
                    <a:close/>
                    <a:moveTo>
                      <a:pt x="289" y="300"/>
                    </a:moveTo>
                    <a:cubicBezTo>
                      <a:pt x="289" y="300"/>
                      <a:pt x="298" y="305"/>
                      <a:pt x="297" y="305"/>
                    </a:cubicBezTo>
                    <a:cubicBezTo>
                      <a:pt x="295" y="305"/>
                      <a:pt x="281" y="305"/>
                      <a:pt x="281" y="305"/>
                    </a:cubicBezTo>
                    <a:cubicBezTo>
                      <a:pt x="271" y="302"/>
                      <a:pt x="271" y="302"/>
                      <a:pt x="271" y="302"/>
                    </a:cubicBezTo>
                    <a:cubicBezTo>
                      <a:pt x="270" y="291"/>
                      <a:pt x="270" y="291"/>
                      <a:pt x="270" y="291"/>
                    </a:cubicBezTo>
                    <a:cubicBezTo>
                      <a:pt x="263" y="283"/>
                      <a:pt x="263" y="283"/>
                      <a:pt x="263" y="283"/>
                    </a:cubicBezTo>
                    <a:cubicBezTo>
                      <a:pt x="256" y="276"/>
                      <a:pt x="256" y="276"/>
                      <a:pt x="256" y="276"/>
                    </a:cubicBezTo>
                    <a:cubicBezTo>
                      <a:pt x="259" y="268"/>
                      <a:pt x="259" y="268"/>
                      <a:pt x="259" y="268"/>
                    </a:cubicBezTo>
                    <a:cubicBezTo>
                      <a:pt x="272" y="282"/>
                      <a:pt x="272" y="282"/>
                      <a:pt x="272" y="282"/>
                    </a:cubicBezTo>
                    <a:cubicBezTo>
                      <a:pt x="277" y="287"/>
                      <a:pt x="277" y="287"/>
                      <a:pt x="277" y="287"/>
                    </a:cubicBezTo>
                    <a:cubicBezTo>
                      <a:pt x="277" y="294"/>
                      <a:pt x="277" y="294"/>
                      <a:pt x="277" y="294"/>
                    </a:cubicBezTo>
                    <a:lnTo>
                      <a:pt x="289" y="300"/>
                    </a:lnTo>
                    <a:close/>
                    <a:moveTo>
                      <a:pt x="269" y="226"/>
                    </a:moveTo>
                    <a:cubicBezTo>
                      <a:pt x="274" y="230"/>
                      <a:pt x="274" y="230"/>
                      <a:pt x="274" y="230"/>
                    </a:cubicBezTo>
                    <a:cubicBezTo>
                      <a:pt x="269" y="234"/>
                      <a:pt x="269" y="234"/>
                      <a:pt x="269" y="234"/>
                    </a:cubicBezTo>
                    <a:cubicBezTo>
                      <a:pt x="263" y="231"/>
                      <a:pt x="263" y="231"/>
                      <a:pt x="263" y="231"/>
                    </a:cubicBezTo>
                    <a:lnTo>
                      <a:pt x="269" y="226"/>
                    </a:lnTo>
                    <a:close/>
                    <a:moveTo>
                      <a:pt x="254" y="247"/>
                    </a:moveTo>
                    <a:cubicBezTo>
                      <a:pt x="260" y="240"/>
                      <a:pt x="260" y="240"/>
                      <a:pt x="260" y="240"/>
                    </a:cubicBezTo>
                    <a:cubicBezTo>
                      <a:pt x="263" y="245"/>
                      <a:pt x="263" y="245"/>
                      <a:pt x="263" y="245"/>
                    </a:cubicBezTo>
                    <a:cubicBezTo>
                      <a:pt x="263" y="245"/>
                      <a:pt x="265" y="251"/>
                      <a:pt x="265" y="253"/>
                    </a:cubicBezTo>
                    <a:cubicBezTo>
                      <a:pt x="265" y="254"/>
                      <a:pt x="256" y="253"/>
                      <a:pt x="254" y="253"/>
                    </a:cubicBezTo>
                    <a:cubicBezTo>
                      <a:pt x="251" y="252"/>
                      <a:pt x="254" y="247"/>
                      <a:pt x="254" y="247"/>
                    </a:cubicBezTo>
                    <a:close/>
                    <a:moveTo>
                      <a:pt x="201" y="94"/>
                    </a:moveTo>
                    <a:cubicBezTo>
                      <a:pt x="198" y="104"/>
                      <a:pt x="198" y="104"/>
                      <a:pt x="198" y="104"/>
                    </a:cubicBezTo>
                    <a:cubicBezTo>
                      <a:pt x="190" y="102"/>
                      <a:pt x="190" y="102"/>
                      <a:pt x="190" y="102"/>
                    </a:cubicBezTo>
                    <a:cubicBezTo>
                      <a:pt x="190" y="96"/>
                      <a:pt x="190" y="96"/>
                      <a:pt x="190" y="96"/>
                    </a:cubicBezTo>
                    <a:cubicBezTo>
                      <a:pt x="201" y="93"/>
                      <a:pt x="201" y="93"/>
                      <a:pt x="201" y="93"/>
                    </a:cubicBezTo>
                    <a:lnTo>
                      <a:pt x="201" y="94"/>
                    </a:lnTo>
                    <a:close/>
                  </a:path>
                </a:pathLst>
              </a:custGeom>
              <a:grpFill/>
              <a:ln w="317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de-DE"/>
              </a:p>
            </p:txBody>
          </p:sp>
          <p:sp>
            <p:nvSpPr>
              <p:cNvPr id="138" name="Freeform 235">
                <a:extLst>
                  <a:ext uri="{FF2B5EF4-FFF2-40B4-BE49-F238E27FC236}">
                    <a16:creationId xmlns:a16="http://schemas.microsoft.com/office/drawing/2014/main" id="{CC8128CE-87A3-4905-9BA9-57939308BFBB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1858943" y="691714"/>
                <a:ext cx="493767" cy="435558"/>
              </a:xfrm>
              <a:custGeom>
                <a:avLst/>
                <a:gdLst/>
                <a:ahLst/>
                <a:cxnLst>
                  <a:cxn ang="0">
                    <a:pos x="0" y="158"/>
                  </a:cxn>
                  <a:cxn ang="0">
                    <a:pos x="58" y="190"/>
                  </a:cxn>
                  <a:cxn ang="0">
                    <a:pos x="82" y="200"/>
                  </a:cxn>
                  <a:cxn ang="0">
                    <a:pos x="62" y="149"/>
                  </a:cxn>
                  <a:cxn ang="0">
                    <a:pos x="83" y="155"/>
                  </a:cxn>
                  <a:cxn ang="0">
                    <a:pos x="119" y="200"/>
                  </a:cxn>
                  <a:cxn ang="0">
                    <a:pos x="168" y="225"/>
                  </a:cxn>
                  <a:cxn ang="0">
                    <a:pos x="208" y="289"/>
                  </a:cxn>
                  <a:cxn ang="0">
                    <a:pos x="214" y="379"/>
                  </a:cxn>
                  <a:cxn ang="0">
                    <a:pos x="202" y="483"/>
                  </a:cxn>
                  <a:cxn ang="0">
                    <a:pos x="207" y="560"/>
                  </a:cxn>
                  <a:cxn ang="0">
                    <a:pos x="257" y="584"/>
                  </a:cxn>
                  <a:cxn ang="0">
                    <a:pos x="313" y="579"/>
                  </a:cxn>
                  <a:cxn ang="0">
                    <a:pos x="418" y="610"/>
                  </a:cxn>
                  <a:cxn ang="0">
                    <a:pos x="444" y="643"/>
                  </a:cxn>
                  <a:cxn ang="0">
                    <a:pos x="486" y="616"/>
                  </a:cxn>
                  <a:cxn ang="0">
                    <a:pos x="532" y="595"/>
                  </a:cxn>
                  <a:cxn ang="0">
                    <a:pos x="552" y="572"/>
                  </a:cxn>
                  <a:cxn ang="0">
                    <a:pos x="574" y="565"/>
                  </a:cxn>
                  <a:cxn ang="0">
                    <a:pos x="558" y="572"/>
                  </a:cxn>
                  <a:cxn ang="0">
                    <a:pos x="567" y="603"/>
                  </a:cxn>
                  <a:cxn ang="0">
                    <a:pos x="601" y="618"/>
                  </a:cxn>
                  <a:cxn ang="0">
                    <a:pos x="608" y="602"/>
                  </a:cxn>
                  <a:cxn ang="0">
                    <a:pos x="590" y="581"/>
                  </a:cxn>
                  <a:cxn ang="0">
                    <a:pos x="616" y="570"/>
                  </a:cxn>
                  <a:cxn ang="0">
                    <a:pos x="610" y="531"/>
                  </a:cxn>
                  <a:cxn ang="0">
                    <a:pos x="562" y="501"/>
                  </a:cxn>
                  <a:cxn ang="0">
                    <a:pos x="517" y="506"/>
                  </a:cxn>
                  <a:cxn ang="0">
                    <a:pos x="516" y="485"/>
                  </a:cxn>
                  <a:cxn ang="0">
                    <a:pos x="517" y="442"/>
                  </a:cxn>
                  <a:cxn ang="0">
                    <a:pos x="520" y="431"/>
                  </a:cxn>
                  <a:cxn ang="0">
                    <a:pos x="547" y="398"/>
                  </a:cxn>
                  <a:cxn ang="0">
                    <a:pos x="567" y="405"/>
                  </a:cxn>
                  <a:cxn ang="0">
                    <a:pos x="587" y="380"/>
                  </a:cxn>
                  <a:cxn ang="0">
                    <a:pos x="583" y="374"/>
                  </a:cxn>
                  <a:cxn ang="0">
                    <a:pos x="593" y="348"/>
                  </a:cxn>
                  <a:cxn ang="0">
                    <a:pos x="544" y="355"/>
                  </a:cxn>
                  <a:cxn ang="0">
                    <a:pos x="491" y="369"/>
                  </a:cxn>
                  <a:cxn ang="0">
                    <a:pos x="533" y="355"/>
                  </a:cxn>
                  <a:cxn ang="0">
                    <a:pos x="567" y="336"/>
                  </a:cxn>
                  <a:cxn ang="0">
                    <a:pos x="570" y="294"/>
                  </a:cxn>
                  <a:cxn ang="0">
                    <a:pos x="547" y="279"/>
                  </a:cxn>
                  <a:cxn ang="0">
                    <a:pos x="561" y="258"/>
                  </a:cxn>
                  <a:cxn ang="0">
                    <a:pos x="588" y="224"/>
                  </a:cxn>
                  <a:cxn ang="0">
                    <a:pos x="550" y="204"/>
                  </a:cxn>
                  <a:cxn ang="0">
                    <a:pos x="517" y="209"/>
                  </a:cxn>
                  <a:cxn ang="0">
                    <a:pos x="548" y="190"/>
                  </a:cxn>
                  <a:cxn ang="0">
                    <a:pos x="575" y="188"/>
                  </a:cxn>
                  <a:cxn ang="0">
                    <a:pos x="605" y="184"/>
                  </a:cxn>
                  <a:cxn ang="0">
                    <a:pos x="616" y="156"/>
                  </a:cxn>
                  <a:cxn ang="0">
                    <a:pos x="645" y="117"/>
                  </a:cxn>
                  <a:cxn ang="0">
                    <a:pos x="605" y="113"/>
                  </a:cxn>
                  <a:cxn ang="0">
                    <a:pos x="590" y="86"/>
                  </a:cxn>
                  <a:cxn ang="0">
                    <a:pos x="555" y="73"/>
                  </a:cxn>
                  <a:cxn ang="0">
                    <a:pos x="558" y="64"/>
                  </a:cxn>
                  <a:cxn ang="0">
                    <a:pos x="603" y="78"/>
                  </a:cxn>
                  <a:cxn ang="0">
                    <a:pos x="642" y="87"/>
                  </a:cxn>
                  <a:cxn ang="0">
                    <a:pos x="697" y="70"/>
                  </a:cxn>
                  <a:cxn ang="0">
                    <a:pos x="700" y="53"/>
                  </a:cxn>
                  <a:cxn ang="0">
                    <a:pos x="729" y="38"/>
                  </a:cxn>
                  <a:cxn ang="0">
                    <a:pos x="713" y="12"/>
                  </a:cxn>
                  <a:cxn ang="0">
                    <a:pos x="36" y="25"/>
                  </a:cxn>
                </a:cxnLst>
                <a:rect l="0" t="0" r="r" b="b"/>
                <a:pathLst>
                  <a:path w="729" h="643">
                    <a:moveTo>
                      <a:pt x="30" y="67"/>
                    </a:moveTo>
                    <a:cubicBezTo>
                      <a:pt x="15" y="105"/>
                      <a:pt x="15" y="105"/>
                      <a:pt x="15" y="105"/>
                    </a:cubicBezTo>
                    <a:cubicBezTo>
                      <a:pt x="10" y="130"/>
                      <a:pt x="10" y="130"/>
                      <a:pt x="10" y="130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16" y="171"/>
                      <a:pt x="16" y="171"/>
                      <a:pt x="16" y="171"/>
                    </a:cubicBezTo>
                    <a:cubicBezTo>
                      <a:pt x="29" y="173"/>
                      <a:pt x="29" y="173"/>
                      <a:pt x="29" y="173"/>
                    </a:cubicBezTo>
                    <a:cubicBezTo>
                      <a:pt x="48" y="186"/>
                      <a:pt x="48" y="186"/>
                      <a:pt x="48" y="186"/>
                    </a:cubicBezTo>
                    <a:cubicBezTo>
                      <a:pt x="58" y="190"/>
                      <a:pt x="58" y="190"/>
                      <a:pt x="58" y="190"/>
                    </a:cubicBezTo>
                    <a:cubicBezTo>
                      <a:pt x="68" y="206"/>
                      <a:pt x="68" y="206"/>
                      <a:pt x="68" y="206"/>
                    </a:cubicBezTo>
                    <a:cubicBezTo>
                      <a:pt x="77" y="212"/>
                      <a:pt x="77" y="212"/>
                      <a:pt x="77" y="212"/>
                    </a:cubicBezTo>
                    <a:cubicBezTo>
                      <a:pt x="83" y="211"/>
                      <a:pt x="83" y="211"/>
                      <a:pt x="83" y="211"/>
                    </a:cubicBezTo>
                    <a:cubicBezTo>
                      <a:pt x="82" y="200"/>
                      <a:pt x="82" y="200"/>
                      <a:pt x="82" y="200"/>
                    </a:cubicBezTo>
                    <a:cubicBezTo>
                      <a:pt x="73" y="186"/>
                      <a:pt x="73" y="186"/>
                      <a:pt x="73" y="186"/>
                    </a:cubicBezTo>
                    <a:cubicBezTo>
                      <a:pt x="62" y="174"/>
                      <a:pt x="62" y="174"/>
                      <a:pt x="62" y="174"/>
                    </a:cubicBezTo>
                    <a:cubicBezTo>
                      <a:pt x="62" y="158"/>
                      <a:pt x="62" y="158"/>
                      <a:pt x="62" y="158"/>
                    </a:cubicBezTo>
                    <a:cubicBezTo>
                      <a:pt x="62" y="149"/>
                      <a:pt x="62" y="149"/>
                      <a:pt x="62" y="149"/>
                    </a:cubicBezTo>
                    <a:cubicBezTo>
                      <a:pt x="67" y="137"/>
                      <a:pt x="67" y="137"/>
                      <a:pt x="67" y="137"/>
                    </a:cubicBezTo>
                    <a:cubicBezTo>
                      <a:pt x="77" y="135"/>
                      <a:pt x="77" y="135"/>
                      <a:pt x="77" y="135"/>
                    </a:cubicBezTo>
                    <a:cubicBezTo>
                      <a:pt x="85" y="144"/>
                      <a:pt x="85" y="144"/>
                      <a:pt x="85" y="144"/>
                    </a:cubicBezTo>
                    <a:cubicBezTo>
                      <a:pt x="83" y="155"/>
                      <a:pt x="83" y="155"/>
                      <a:pt x="83" y="155"/>
                    </a:cubicBezTo>
                    <a:cubicBezTo>
                      <a:pt x="90" y="170"/>
                      <a:pt x="90" y="170"/>
                      <a:pt x="90" y="170"/>
                    </a:cubicBezTo>
                    <a:cubicBezTo>
                      <a:pt x="92" y="174"/>
                      <a:pt x="92" y="174"/>
                      <a:pt x="92" y="174"/>
                    </a:cubicBezTo>
                    <a:cubicBezTo>
                      <a:pt x="107" y="189"/>
                      <a:pt x="107" y="189"/>
                      <a:pt x="107" y="189"/>
                    </a:cubicBezTo>
                    <a:cubicBezTo>
                      <a:pt x="119" y="200"/>
                      <a:pt x="119" y="200"/>
                      <a:pt x="119" y="200"/>
                    </a:cubicBezTo>
                    <a:cubicBezTo>
                      <a:pt x="128" y="213"/>
                      <a:pt x="128" y="213"/>
                      <a:pt x="128" y="213"/>
                    </a:cubicBezTo>
                    <a:cubicBezTo>
                      <a:pt x="138" y="221"/>
                      <a:pt x="138" y="221"/>
                      <a:pt x="138" y="221"/>
                    </a:cubicBezTo>
                    <a:cubicBezTo>
                      <a:pt x="150" y="227"/>
                      <a:pt x="150" y="227"/>
                      <a:pt x="150" y="227"/>
                    </a:cubicBezTo>
                    <a:cubicBezTo>
                      <a:pt x="168" y="225"/>
                      <a:pt x="168" y="225"/>
                      <a:pt x="168" y="225"/>
                    </a:cubicBezTo>
                    <a:cubicBezTo>
                      <a:pt x="179" y="230"/>
                      <a:pt x="179" y="230"/>
                      <a:pt x="179" y="230"/>
                    </a:cubicBezTo>
                    <a:cubicBezTo>
                      <a:pt x="190" y="242"/>
                      <a:pt x="190" y="242"/>
                      <a:pt x="190" y="242"/>
                    </a:cubicBezTo>
                    <a:cubicBezTo>
                      <a:pt x="196" y="254"/>
                      <a:pt x="196" y="254"/>
                      <a:pt x="196" y="254"/>
                    </a:cubicBezTo>
                    <a:cubicBezTo>
                      <a:pt x="208" y="289"/>
                      <a:pt x="208" y="289"/>
                      <a:pt x="208" y="289"/>
                    </a:cubicBezTo>
                    <a:cubicBezTo>
                      <a:pt x="216" y="305"/>
                      <a:pt x="216" y="305"/>
                      <a:pt x="216" y="305"/>
                    </a:cubicBezTo>
                    <a:cubicBezTo>
                      <a:pt x="210" y="342"/>
                      <a:pt x="210" y="342"/>
                      <a:pt x="210" y="342"/>
                    </a:cubicBezTo>
                    <a:cubicBezTo>
                      <a:pt x="211" y="355"/>
                      <a:pt x="211" y="355"/>
                      <a:pt x="211" y="355"/>
                    </a:cubicBezTo>
                    <a:cubicBezTo>
                      <a:pt x="214" y="379"/>
                      <a:pt x="214" y="379"/>
                      <a:pt x="214" y="379"/>
                    </a:cubicBezTo>
                    <a:cubicBezTo>
                      <a:pt x="220" y="406"/>
                      <a:pt x="220" y="406"/>
                      <a:pt x="220" y="406"/>
                    </a:cubicBezTo>
                    <a:cubicBezTo>
                      <a:pt x="220" y="436"/>
                      <a:pt x="220" y="436"/>
                      <a:pt x="220" y="436"/>
                    </a:cubicBezTo>
                    <a:cubicBezTo>
                      <a:pt x="210" y="457"/>
                      <a:pt x="210" y="457"/>
                      <a:pt x="210" y="457"/>
                    </a:cubicBezTo>
                    <a:cubicBezTo>
                      <a:pt x="202" y="483"/>
                      <a:pt x="202" y="483"/>
                      <a:pt x="202" y="483"/>
                    </a:cubicBezTo>
                    <a:cubicBezTo>
                      <a:pt x="202" y="498"/>
                      <a:pt x="202" y="498"/>
                      <a:pt x="202" y="498"/>
                    </a:cubicBezTo>
                    <a:cubicBezTo>
                      <a:pt x="210" y="521"/>
                      <a:pt x="210" y="521"/>
                      <a:pt x="210" y="521"/>
                    </a:cubicBezTo>
                    <a:cubicBezTo>
                      <a:pt x="211" y="545"/>
                      <a:pt x="211" y="545"/>
                      <a:pt x="211" y="545"/>
                    </a:cubicBezTo>
                    <a:cubicBezTo>
                      <a:pt x="207" y="560"/>
                      <a:pt x="207" y="560"/>
                      <a:pt x="207" y="560"/>
                    </a:cubicBezTo>
                    <a:cubicBezTo>
                      <a:pt x="205" y="572"/>
                      <a:pt x="205" y="572"/>
                      <a:pt x="205" y="572"/>
                    </a:cubicBezTo>
                    <a:cubicBezTo>
                      <a:pt x="222" y="574"/>
                      <a:pt x="222" y="574"/>
                      <a:pt x="222" y="574"/>
                    </a:cubicBezTo>
                    <a:cubicBezTo>
                      <a:pt x="237" y="585"/>
                      <a:pt x="237" y="585"/>
                      <a:pt x="237" y="585"/>
                    </a:cubicBezTo>
                    <a:cubicBezTo>
                      <a:pt x="257" y="584"/>
                      <a:pt x="257" y="584"/>
                      <a:pt x="257" y="584"/>
                    </a:cubicBezTo>
                    <a:cubicBezTo>
                      <a:pt x="265" y="576"/>
                      <a:pt x="265" y="576"/>
                      <a:pt x="265" y="576"/>
                    </a:cubicBezTo>
                    <a:cubicBezTo>
                      <a:pt x="274" y="576"/>
                      <a:pt x="274" y="576"/>
                      <a:pt x="274" y="576"/>
                    </a:cubicBezTo>
                    <a:cubicBezTo>
                      <a:pt x="280" y="582"/>
                      <a:pt x="280" y="582"/>
                      <a:pt x="280" y="582"/>
                    </a:cubicBezTo>
                    <a:cubicBezTo>
                      <a:pt x="313" y="579"/>
                      <a:pt x="313" y="579"/>
                      <a:pt x="313" y="579"/>
                    </a:cubicBezTo>
                    <a:cubicBezTo>
                      <a:pt x="322" y="577"/>
                      <a:pt x="322" y="577"/>
                      <a:pt x="322" y="577"/>
                    </a:cubicBezTo>
                    <a:cubicBezTo>
                      <a:pt x="352" y="597"/>
                      <a:pt x="352" y="597"/>
                      <a:pt x="352" y="597"/>
                    </a:cubicBezTo>
                    <a:cubicBezTo>
                      <a:pt x="392" y="599"/>
                      <a:pt x="392" y="599"/>
                      <a:pt x="392" y="599"/>
                    </a:cubicBezTo>
                    <a:cubicBezTo>
                      <a:pt x="418" y="610"/>
                      <a:pt x="418" y="610"/>
                      <a:pt x="418" y="610"/>
                    </a:cubicBezTo>
                    <a:cubicBezTo>
                      <a:pt x="425" y="616"/>
                      <a:pt x="425" y="616"/>
                      <a:pt x="425" y="616"/>
                    </a:cubicBezTo>
                    <a:cubicBezTo>
                      <a:pt x="425" y="637"/>
                      <a:pt x="425" y="637"/>
                      <a:pt x="425" y="637"/>
                    </a:cubicBezTo>
                    <a:cubicBezTo>
                      <a:pt x="437" y="639"/>
                      <a:pt x="437" y="639"/>
                      <a:pt x="437" y="639"/>
                    </a:cubicBezTo>
                    <a:cubicBezTo>
                      <a:pt x="444" y="643"/>
                      <a:pt x="444" y="643"/>
                      <a:pt x="444" y="643"/>
                    </a:cubicBezTo>
                    <a:cubicBezTo>
                      <a:pt x="464" y="641"/>
                      <a:pt x="464" y="641"/>
                      <a:pt x="464" y="641"/>
                    </a:cubicBezTo>
                    <a:cubicBezTo>
                      <a:pt x="468" y="632"/>
                      <a:pt x="468" y="632"/>
                      <a:pt x="468" y="632"/>
                    </a:cubicBezTo>
                    <a:cubicBezTo>
                      <a:pt x="474" y="617"/>
                      <a:pt x="474" y="617"/>
                      <a:pt x="474" y="617"/>
                    </a:cubicBezTo>
                    <a:cubicBezTo>
                      <a:pt x="486" y="616"/>
                      <a:pt x="486" y="616"/>
                      <a:pt x="486" y="616"/>
                    </a:cubicBezTo>
                    <a:cubicBezTo>
                      <a:pt x="495" y="621"/>
                      <a:pt x="495" y="621"/>
                      <a:pt x="495" y="621"/>
                    </a:cubicBezTo>
                    <a:cubicBezTo>
                      <a:pt x="508" y="613"/>
                      <a:pt x="508" y="613"/>
                      <a:pt x="508" y="613"/>
                    </a:cubicBezTo>
                    <a:cubicBezTo>
                      <a:pt x="517" y="607"/>
                      <a:pt x="517" y="607"/>
                      <a:pt x="517" y="607"/>
                    </a:cubicBezTo>
                    <a:cubicBezTo>
                      <a:pt x="532" y="595"/>
                      <a:pt x="532" y="595"/>
                      <a:pt x="532" y="595"/>
                    </a:cubicBezTo>
                    <a:cubicBezTo>
                      <a:pt x="543" y="594"/>
                      <a:pt x="543" y="594"/>
                      <a:pt x="543" y="594"/>
                    </a:cubicBezTo>
                    <a:cubicBezTo>
                      <a:pt x="544" y="587"/>
                      <a:pt x="544" y="587"/>
                      <a:pt x="544" y="587"/>
                    </a:cubicBezTo>
                    <a:cubicBezTo>
                      <a:pt x="547" y="577"/>
                      <a:pt x="547" y="577"/>
                      <a:pt x="547" y="577"/>
                    </a:cubicBezTo>
                    <a:cubicBezTo>
                      <a:pt x="552" y="572"/>
                      <a:pt x="552" y="572"/>
                      <a:pt x="552" y="572"/>
                    </a:cubicBezTo>
                    <a:cubicBezTo>
                      <a:pt x="557" y="566"/>
                      <a:pt x="557" y="566"/>
                      <a:pt x="557" y="566"/>
                    </a:cubicBezTo>
                    <a:cubicBezTo>
                      <a:pt x="559" y="560"/>
                      <a:pt x="559" y="560"/>
                      <a:pt x="559" y="560"/>
                    </a:cubicBezTo>
                    <a:cubicBezTo>
                      <a:pt x="565" y="558"/>
                      <a:pt x="565" y="558"/>
                      <a:pt x="565" y="558"/>
                    </a:cubicBezTo>
                    <a:cubicBezTo>
                      <a:pt x="574" y="565"/>
                      <a:pt x="574" y="565"/>
                      <a:pt x="574" y="565"/>
                    </a:cubicBezTo>
                    <a:cubicBezTo>
                      <a:pt x="580" y="570"/>
                      <a:pt x="580" y="570"/>
                      <a:pt x="580" y="570"/>
                    </a:cubicBezTo>
                    <a:cubicBezTo>
                      <a:pt x="576" y="575"/>
                      <a:pt x="576" y="575"/>
                      <a:pt x="576" y="575"/>
                    </a:cubicBezTo>
                    <a:cubicBezTo>
                      <a:pt x="566" y="572"/>
                      <a:pt x="566" y="572"/>
                      <a:pt x="566" y="572"/>
                    </a:cubicBezTo>
                    <a:cubicBezTo>
                      <a:pt x="558" y="572"/>
                      <a:pt x="558" y="572"/>
                      <a:pt x="558" y="572"/>
                    </a:cubicBezTo>
                    <a:cubicBezTo>
                      <a:pt x="559" y="580"/>
                      <a:pt x="559" y="580"/>
                      <a:pt x="559" y="580"/>
                    </a:cubicBezTo>
                    <a:cubicBezTo>
                      <a:pt x="569" y="587"/>
                      <a:pt x="569" y="587"/>
                      <a:pt x="569" y="587"/>
                    </a:cubicBezTo>
                    <a:cubicBezTo>
                      <a:pt x="573" y="595"/>
                      <a:pt x="573" y="595"/>
                      <a:pt x="573" y="595"/>
                    </a:cubicBezTo>
                    <a:cubicBezTo>
                      <a:pt x="567" y="603"/>
                      <a:pt x="567" y="603"/>
                      <a:pt x="567" y="603"/>
                    </a:cubicBezTo>
                    <a:cubicBezTo>
                      <a:pt x="573" y="607"/>
                      <a:pt x="573" y="607"/>
                      <a:pt x="573" y="607"/>
                    </a:cubicBezTo>
                    <a:cubicBezTo>
                      <a:pt x="589" y="608"/>
                      <a:pt x="589" y="608"/>
                      <a:pt x="589" y="608"/>
                    </a:cubicBezTo>
                    <a:cubicBezTo>
                      <a:pt x="595" y="617"/>
                      <a:pt x="595" y="617"/>
                      <a:pt x="595" y="617"/>
                    </a:cubicBezTo>
                    <a:cubicBezTo>
                      <a:pt x="601" y="618"/>
                      <a:pt x="601" y="618"/>
                      <a:pt x="601" y="618"/>
                    </a:cubicBezTo>
                    <a:cubicBezTo>
                      <a:pt x="608" y="620"/>
                      <a:pt x="608" y="620"/>
                      <a:pt x="608" y="620"/>
                    </a:cubicBezTo>
                    <a:cubicBezTo>
                      <a:pt x="611" y="615"/>
                      <a:pt x="611" y="615"/>
                      <a:pt x="611" y="615"/>
                    </a:cubicBezTo>
                    <a:cubicBezTo>
                      <a:pt x="615" y="606"/>
                      <a:pt x="615" y="606"/>
                      <a:pt x="615" y="606"/>
                    </a:cubicBezTo>
                    <a:cubicBezTo>
                      <a:pt x="608" y="602"/>
                      <a:pt x="608" y="602"/>
                      <a:pt x="608" y="602"/>
                    </a:cubicBezTo>
                    <a:cubicBezTo>
                      <a:pt x="608" y="597"/>
                      <a:pt x="608" y="597"/>
                      <a:pt x="608" y="597"/>
                    </a:cubicBezTo>
                    <a:cubicBezTo>
                      <a:pt x="603" y="588"/>
                      <a:pt x="603" y="588"/>
                      <a:pt x="603" y="588"/>
                    </a:cubicBezTo>
                    <a:cubicBezTo>
                      <a:pt x="592" y="587"/>
                      <a:pt x="592" y="587"/>
                      <a:pt x="592" y="587"/>
                    </a:cubicBezTo>
                    <a:cubicBezTo>
                      <a:pt x="590" y="581"/>
                      <a:pt x="590" y="581"/>
                      <a:pt x="590" y="581"/>
                    </a:cubicBezTo>
                    <a:cubicBezTo>
                      <a:pt x="590" y="581"/>
                      <a:pt x="596" y="579"/>
                      <a:pt x="597" y="579"/>
                    </a:cubicBezTo>
                    <a:cubicBezTo>
                      <a:pt x="598" y="579"/>
                      <a:pt x="607" y="583"/>
                      <a:pt x="607" y="583"/>
                    </a:cubicBezTo>
                    <a:cubicBezTo>
                      <a:pt x="614" y="581"/>
                      <a:pt x="614" y="581"/>
                      <a:pt x="614" y="581"/>
                    </a:cubicBezTo>
                    <a:cubicBezTo>
                      <a:pt x="616" y="570"/>
                      <a:pt x="616" y="570"/>
                      <a:pt x="616" y="570"/>
                    </a:cubicBezTo>
                    <a:cubicBezTo>
                      <a:pt x="613" y="559"/>
                      <a:pt x="613" y="559"/>
                      <a:pt x="613" y="559"/>
                    </a:cubicBezTo>
                    <a:cubicBezTo>
                      <a:pt x="617" y="546"/>
                      <a:pt x="617" y="546"/>
                      <a:pt x="617" y="546"/>
                    </a:cubicBezTo>
                    <a:cubicBezTo>
                      <a:pt x="615" y="536"/>
                      <a:pt x="615" y="536"/>
                      <a:pt x="615" y="536"/>
                    </a:cubicBezTo>
                    <a:cubicBezTo>
                      <a:pt x="610" y="531"/>
                      <a:pt x="610" y="531"/>
                      <a:pt x="610" y="531"/>
                    </a:cubicBezTo>
                    <a:cubicBezTo>
                      <a:pt x="596" y="525"/>
                      <a:pt x="596" y="525"/>
                      <a:pt x="596" y="525"/>
                    </a:cubicBezTo>
                    <a:cubicBezTo>
                      <a:pt x="581" y="519"/>
                      <a:pt x="581" y="519"/>
                      <a:pt x="581" y="519"/>
                    </a:cubicBezTo>
                    <a:cubicBezTo>
                      <a:pt x="566" y="509"/>
                      <a:pt x="566" y="509"/>
                      <a:pt x="566" y="509"/>
                    </a:cubicBezTo>
                    <a:cubicBezTo>
                      <a:pt x="562" y="501"/>
                      <a:pt x="562" y="501"/>
                      <a:pt x="562" y="501"/>
                    </a:cubicBezTo>
                    <a:cubicBezTo>
                      <a:pt x="552" y="491"/>
                      <a:pt x="552" y="491"/>
                      <a:pt x="552" y="491"/>
                    </a:cubicBezTo>
                    <a:cubicBezTo>
                      <a:pt x="546" y="490"/>
                      <a:pt x="546" y="490"/>
                      <a:pt x="546" y="490"/>
                    </a:cubicBezTo>
                    <a:cubicBezTo>
                      <a:pt x="526" y="501"/>
                      <a:pt x="526" y="501"/>
                      <a:pt x="526" y="501"/>
                    </a:cubicBezTo>
                    <a:cubicBezTo>
                      <a:pt x="517" y="506"/>
                      <a:pt x="517" y="506"/>
                      <a:pt x="517" y="506"/>
                    </a:cubicBezTo>
                    <a:cubicBezTo>
                      <a:pt x="501" y="506"/>
                      <a:pt x="501" y="506"/>
                      <a:pt x="501" y="506"/>
                    </a:cubicBezTo>
                    <a:cubicBezTo>
                      <a:pt x="488" y="494"/>
                      <a:pt x="488" y="494"/>
                      <a:pt x="488" y="494"/>
                    </a:cubicBezTo>
                    <a:cubicBezTo>
                      <a:pt x="492" y="487"/>
                      <a:pt x="492" y="487"/>
                      <a:pt x="492" y="487"/>
                    </a:cubicBezTo>
                    <a:cubicBezTo>
                      <a:pt x="516" y="485"/>
                      <a:pt x="516" y="485"/>
                      <a:pt x="516" y="485"/>
                    </a:cubicBezTo>
                    <a:cubicBezTo>
                      <a:pt x="528" y="484"/>
                      <a:pt x="528" y="484"/>
                      <a:pt x="528" y="484"/>
                    </a:cubicBezTo>
                    <a:cubicBezTo>
                      <a:pt x="534" y="465"/>
                      <a:pt x="534" y="465"/>
                      <a:pt x="534" y="465"/>
                    </a:cubicBezTo>
                    <a:cubicBezTo>
                      <a:pt x="525" y="448"/>
                      <a:pt x="525" y="448"/>
                      <a:pt x="525" y="448"/>
                    </a:cubicBezTo>
                    <a:cubicBezTo>
                      <a:pt x="517" y="442"/>
                      <a:pt x="517" y="442"/>
                      <a:pt x="517" y="442"/>
                    </a:cubicBezTo>
                    <a:cubicBezTo>
                      <a:pt x="506" y="440"/>
                      <a:pt x="506" y="440"/>
                      <a:pt x="506" y="440"/>
                    </a:cubicBezTo>
                    <a:cubicBezTo>
                      <a:pt x="506" y="435"/>
                      <a:pt x="506" y="435"/>
                      <a:pt x="506" y="435"/>
                    </a:cubicBezTo>
                    <a:cubicBezTo>
                      <a:pt x="513" y="434"/>
                      <a:pt x="513" y="434"/>
                      <a:pt x="513" y="434"/>
                    </a:cubicBezTo>
                    <a:cubicBezTo>
                      <a:pt x="520" y="431"/>
                      <a:pt x="520" y="431"/>
                      <a:pt x="520" y="431"/>
                    </a:cubicBezTo>
                    <a:cubicBezTo>
                      <a:pt x="518" y="419"/>
                      <a:pt x="518" y="419"/>
                      <a:pt x="518" y="419"/>
                    </a:cubicBezTo>
                    <a:cubicBezTo>
                      <a:pt x="527" y="411"/>
                      <a:pt x="527" y="411"/>
                      <a:pt x="527" y="411"/>
                    </a:cubicBezTo>
                    <a:cubicBezTo>
                      <a:pt x="537" y="406"/>
                      <a:pt x="537" y="406"/>
                      <a:pt x="537" y="406"/>
                    </a:cubicBezTo>
                    <a:cubicBezTo>
                      <a:pt x="547" y="398"/>
                      <a:pt x="547" y="398"/>
                      <a:pt x="547" y="398"/>
                    </a:cubicBezTo>
                    <a:cubicBezTo>
                      <a:pt x="552" y="393"/>
                      <a:pt x="552" y="393"/>
                      <a:pt x="552" y="393"/>
                    </a:cubicBezTo>
                    <a:cubicBezTo>
                      <a:pt x="561" y="393"/>
                      <a:pt x="561" y="393"/>
                      <a:pt x="561" y="393"/>
                    </a:cubicBezTo>
                    <a:cubicBezTo>
                      <a:pt x="564" y="405"/>
                      <a:pt x="564" y="405"/>
                      <a:pt x="564" y="405"/>
                    </a:cubicBezTo>
                    <a:cubicBezTo>
                      <a:pt x="567" y="405"/>
                      <a:pt x="567" y="405"/>
                      <a:pt x="567" y="405"/>
                    </a:cubicBezTo>
                    <a:cubicBezTo>
                      <a:pt x="577" y="400"/>
                      <a:pt x="577" y="400"/>
                      <a:pt x="577" y="400"/>
                    </a:cubicBezTo>
                    <a:cubicBezTo>
                      <a:pt x="587" y="394"/>
                      <a:pt x="587" y="394"/>
                      <a:pt x="587" y="394"/>
                    </a:cubicBezTo>
                    <a:cubicBezTo>
                      <a:pt x="590" y="386"/>
                      <a:pt x="590" y="386"/>
                      <a:pt x="590" y="386"/>
                    </a:cubicBezTo>
                    <a:cubicBezTo>
                      <a:pt x="587" y="380"/>
                      <a:pt x="587" y="380"/>
                      <a:pt x="587" y="380"/>
                    </a:cubicBezTo>
                    <a:cubicBezTo>
                      <a:pt x="582" y="381"/>
                      <a:pt x="582" y="381"/>
                      <a:pt x="582" y="381"/>
                    </a:cubicBezTo>
                    <a:cubicBezTo>
                      <a:pt x="576" y="381"/>
                      <a:pt x="576" y="381"/>
                      <a:pt x="576" y="381"/>
                    </a:cubicBezTo>
                    <a:cubicBezTo>
                      <a:pt x="575" y="374"/>
                      <a:pt x="575" y="374"/>
                      <a:pt x="575" y="374"/>
                    </a:cubicBezTo>
                    <a:cubicBezTo>
                      <a:pt x="583" y="374"/>
                      <a:pt x="583" y="374"/>
                      <a:pt x="583" y="374"/>
                    </a:cubicBezTo>
                    <a:cubicBezTo>
                      <a:pt x="592" y="371"/>
                      <a:pt x="592" y="371"/>
                      <a:pt x="592" y="371"/>
                    </a:cubicBezTo>
                    <a:cubicBezTo>
                      <a:pt x="596" y="363"/>
                      <a:pt x="596" y="363"/>
                      <a:pt x="596" y="363"/>
                    </a:cubicBezTo>
                    <a:cubicBezTo>
                      <a:pt x="596" y="356"/>
                      <a:pt x="596" y="356"/>
                      <a:pt x="596" y="356"/>
                    </a:cubicBezTo>
                    <a:cubicBezTo>
                      <a:pt x="593" y="348"/>
                      <a:pt x="593" y="348"/>
                      <a:pt x="593" y="348"/>
                    </a:cubicBezTo>
                    <a:cubicBezTo>
                      <a:pt x="578" y="339"/>
                      <a:pt x="578" y="339"/>
                      <a:pt x="578" y="339"/>
                    </a:cubicBezTo>
                    <a:cubicBezTo>
                      <a:pt x="570" y="339"/>
                      <a:pt x="570" y="339"/>
                      <a:pt x="570" y="339"/>
                    </a:cubicBezTo>
                    <a:cubicBezTo>
                      <a:pt x="560" y="347"/>
                      <a:pt x="560" y="347"/>
                      <a:pt x="560" y="347"/>
                    </a:cubicBezTo>
                    <a:cubicBezTo>
                      <a:pt x="544" y="355"/>
                      <a:pt x="544" y="355"/>
                      <a:pt x="544" y="355"/>
                    </a:cubicBezTo>
                    <a:cubicBezTo>
                      <a:pt x="532" y="357"/>
                      <a:pt x="532" y="357"/>
                      <a:pt x="532" y="357"/>
                    </a:cubicBezTo>
                    <a:cubicBezTo>
                      <a:pt x="511" y="359"/>
                      <a:pt x="511" y="359"/>
                      <a:pt x="511" y="359"/>
                    </a:cubicBezTo>
                    <a:cubicBezTo>
                      <a:pt x="499" y="367"/>
                      <a:pt x="499" y="367"/>
                      <a:pt x="499" y="367"/>
                    </a:cubicBezTo>
                    <a:cubicBezTo>
                      <a:pt x="491" y="369"/>
                      <a:pt x="491" y="369"/>
                      <a:pt x="491" y="369"/>
                    </a:cubicBezTo>
                    <a:cubicBezTo>
                      <a:pt x="499" y="363"/>
                      <a:pt x="499" y="363"/>
                      <a:pt x="499" y="363"/>
                    </a:cubicBezTo>
                    <a:cubicBezTo>
                      <a:pt x="512" y="354"/>
                      <a:pt x="512" y="354"/>
                      <a:pt x="512" y="354"/>
                    </a:cubicBezTo>
                    <a:cubicBezTo>
                      <a:pt x="512" y="354"/>
                      <a:pt x="520" y="355"/>
                      <a:pt x="521" y="355"/>
                    </a:cubicBezTo>
                    <a:cubicBezTo>
                      <a:pt x="522" y="355"/>
                      <a:pt x="533" y="355"/>
                      <a:pt x="533" y="355"/>
                    </a:cubicBezTo>
                    <a:cubicBezTo>
                      <a:pt x="546" y="351"/>
                      <a:pt x="546" y="351"/>
                      <a:pt x="546" y="351"/>
                    </a:cubicBezTo>
                    <a:cubicBezTo>
                      <a:pt x="553" y="347"/>
                      <a:pt x="553" y="347"/>
                      <a:pt x="553" y="347"/>
                    </a:cubicBezTo>
                    <a:cubicBezTo>
                      <a:pt x="562" y="340"/>
                      <a:pt x="562" y="340"/>
                      <a:pt x="562" y="340"/>
                    </a:cubicBezTo>
                    <a:cubicBezTo>
                      <a:pt x="567" y="336"/>
                      <a:pt x="567" y="336"/>
                      <a:pt x="567" y="336"/>
                    </a:cubicBezTo>
                    <a:cubicBezTo>
                      <a:pt x="570" y="327"/>
                      <a:pt x="570" y="327"/>
                      <a:pt x="570" y="327"/>
                    </a:cubicBezTo>
                    <a:cubicBezTo>
                      <a:pt x="571" y="315"/>
                      <a:pt x="571" y="315"/>
                      <a:pt x="571" y="315"/>
                    </a:cubicBezTo>
                    <a:cubicBezTo>
                      <a:pt x="572" y="302"/>
                      <a:pt x="572" y="302"/>
                      <a:pt x="572" y="302"/>
                    </a:cubicBezTo>
                    <a:cubicBezTo>
                      <a:pt x="570" y="294"/>
                      <a:pt x="570" y="294"/>
                      <a:pt x="570" y="294"/>
                    </a:cubicBezTo>
                    <a:cubicBezTo>
                      <a:pt x="563" y="289"/>
                      <a:pt x="563" y="289"/>
                      <a:pt x="563" y="289"/>
                    </a:cubicBezTo>
                    <a:cubicBezTo>
                      <a:pt x="553" y="287"/>
                      <a:pt x="553" y="287"/>
                      <a:pt x="553" y="287"/>
                    </a:cubicBezTo>
                    <a:cubicBezTo>
                      <a:pt x="544" y="281"/>
                      <a:pt x="544" y="281"/>
                      <a:pt x="544" y="281"/>
                    </a:cubicBezTo>
                    <a:cubicBezTo>
                      <a:pt x="547" y="279"/>
                      <a:pt x="547" y="279"/>
                      <a:pt x="547" y="279"/>
                    </a:cubicBezTo>
                    <a:cubicBezTo>
                      <a:pt x="558" y="282"/>
                      <a:pt x="558" y="282"/>
                      <a:pt x="558" y="282"/>
                    </a:cubicBezTo>
                    <a:cubicBezTo>
                      <a:pt x="560" y="276"/>
                      <a:pt x="560" y="276"/>
                      <a:pt x="560" y="276"/>
                    </a:cubicBezTo>
                    <a:cubicBezTo>
                      <a:pt x="562" y="266"/>
                      <a:pt x="562" y="266"/>
                      <a:pt x="562" y="266"/>
                    </a:cubicBezTo>
                    <a:cubicBezTo>
                      <a:pt x="561" y="258"/>
                      <a:pt x="561" y="258"/>
                      <a:pt x="561" y="258"/>
                    </a:cubicBezTo>
                    <a:cubicBezTo>
                      <a:pt x="564" y="249"/>
                      <a:pt x="564" y="249"/>
                      <a:pt x="564" y="249"/>
                    </a:cubicBezTo>
                    <a:cubicBezTo>
                      <a:pt x="573" y="240"/>
                      <a:pt x="573" y="240"/>
                      <a:pt x="573" y="240"/>
                    </a:cubicBezTo>
                    <a:cubicBezTo>
                      <a:pt x="582" y="236"/>
                      <a:pt x="582" y="236"/>
                      <a:pt x="582" y="236"/>
                    </a:cubicBezTo>
                    <a:cubicBezTo>
                      <a:pt x="588" y="224"/>
                      <a:pt x="588" y="224"/>
                      <a:pt x="588" y="224"/>
                    </a:cubicBezTo>
                    <a:cubicBezTo>
                      <a:pt x="579" y="213"/>
                      <a:pt x="579" y="213"/>
                      <a:pt x="579" y="213"/>
                    </a:cubicBezTo>
                    <a:cubicBezTo>
                      <a:pt x="570" y="204"/>
                      <a:pt x="570" y="204"/>
                      <a:pt x="570" y="204"/>
                    </a:cubicBezTo>
                    <a:cubicBezTo>
                      <a:pt x="560" y="199"/>
                      <a:pt x="560" y="199"/>
                      <a:pt x="560" y="199"/>
                    </a:cubicBezTo>
                    <a:cubicBezTo>
                      <a:pt x="550" y="204"/>
                      <a:pt x="550" y="204"/>
                      <a:pt x="550" y="204"/>
                    </a:cubicBezTo>
                    <a:cubicBezTo>
                      <a:pt x="543" y="204"/>
                      <a:pt x="543" y="204"/>
                      <a:pt x="543" y="204"/>
                    </a:cubicBezTo>
                    <a:cubicBezTo>
                      <a:pt x="535" y="204"/>
                      <a:pt x="535" y="204"/>
                      <a:pt x="535" y="204"/>
                    </a:cubicBezTo>
                    <a:cubicBezTo>
                      <a:pt x="529" y="206"/>
                      <a:pt x="529" y="206"/>
                      <a:pt x="529" y="206"/>
                    </a:cubicBezTo>
                    <a:cubicBezTo>
                      <a:pt x="517" y="209"/>
                      <a:pt x="517" y="209"/>
                      <a:pt x="517" y="209"/>
                    </a:cubicBezTo>
                    <a:cubicBezTo>
                      <a:pt x="510" y="205"/>
                      <a:pt x="510" y="205"/>
                      <a:pt x="510" y="205"/>
                    </a:cubicBezTo>
                    <a:cubicBezTo>
                      <a:pt x="516" y="199"/>
                      <a:pt x="516" y="199"/>
                      <a:pt x="516" y="199"/>
                    </a:cubicBezTo>
                    <a:cubicBezTo>
                      <a:pt x="549" y="199"/>
                      <a:pt x="549" y="199"/>
                      <a:pt x="549" y="199"/>
                    </a:cubicBezTo>
                    <a:cubicBezTo>
                      <a:pt x="548" y="190"/>
                      <a:pt x="548" y="190"/>
                      <a:pt x="548" y="190"/>
                    </a:cubicBezTo>
                    <a:cubicBezTo>
                      <a:pt x="541" y="178"/>
                      <a:pt x="541" y="178"/>
                      <a:pt x="541" y="178"/>
                    </a:cubicBezTo>
                    <a:cubicBezTo>
                      <a:pt x="552" y="188"/>
                      <a:pt x="552" y="188"/>
                      <a:pt x="552" y="188"/>
                    </a:cubicBezTo>
                    <a:cubicBezTo>
                      <a:pt x="565" y="190"/>
                      <a:pt x="565" y="190"/>
                      <a:pt x="565" y="190"/>
                    </a:cubicBezTo>
                    <a:cubicBezTo>
                      <a:pt x="575" y="188"/>
                      <a:pt x="575" y="188"/>
                      <a:pt x="575" y="188"/>
                    </a:cubicBezTo>
                    <a:cubicBezTo>
                      <a:pt x="579" y="181"/>
                      <a:pt x="579" y="181"/>
                      <a:pt x="579" y="181"/>
                    </a:cubicBezTo>
                    <a:cubicBezTo>
                      <a:pt x="587" y="179"/>
                      <a:pt x="587" y="179"/>
                      <a:pt x="587" y="179"/>
                    </a:cubicBezTo>
                    <a:cubicBezTo>
                      <a:pt x="600" y="185"/>
                      <a:pt x="600" y="185"/>
                      <a:pt x="600" y="185"/>
                    </a:cubicBezTo>
                    <a:cubicBezTo>
                      <a:pt x="605" y="184"/>
                      <a:pt x="605" y="184"/>
                      <a:pt x="605" y="184"/>
                    </a:cubicBezTo>
                    <a:cubicBezTo>
                      <a:pt x="599" y="172"/>
                      <a:pt x="599" y="172"/>
                      <a:pt x="599" y="172"/>
                    </a:cubicBezTo>
                    <a:cubicBezTo>
                      <a:pt x="602" y="162"/>
                      <a:pt x="602" y="162"/>
                      <a:pt x="602" y="162"/>
                    </a:cubicBezTo>
                    <a:cubicBezTo>
                      <a:pt x="612" y="158"/>
                      <a:pt x="612" y="158"/>
                      <a:pt x="612" y="158"/>
                    </a:cubicBezTo>
                    <a:cubicBezTo>
                      <a:pt x="616" y="156"/>
                      <a:pt x="616" y="156"/>
                      <a:pt x="616" y="156"/>
                    </a:cubicBezTo>
                    <a:cubicBezTo>
                      <a:pt x="621" y="144"/>
                      <a:pt x="621" y="144"/>
                      <a:pt x="621" y="144"/>
                    </a:cubicBezTo>
                    <a:cubicBezTo>
                      <a:pt x="633" y="132"/>
                      <a:pt x="633" y="132"/>
                      <a:pt x="633" y="132"/>
                    </a:cubicBezTo>
                    <a:cubicBezTo>
                      <a:pt x="643" y="123"/>
                      <a:pt x="643" y="123"/>
                      <a:pt x="643" y="123"/>
                    </a:cubicBezTo>
                    <a:cubicBezTo>
                      <a:pt x="645" y="117"/>
                      <a:pt x="645" y="117"/>
                      <a:pt x="645" y="117"/>
                    </a:cubicBezTo>
                    <a:cubicBezTo>
                      <a:pt x="634" y="114"/>
                      <a:pt x="634" y="114"/>
                      <a:pt x="634" y="114"/>
                    </a:cubicBezTo>
                    <a:cubicBezTo>
                      <a:pt x="622" y="120"/>
                      <a:pt x="622" y="120"/>
                      <a:pt x="622" y="120"/>
                    </a:cubicBezTo>
                    <a:cubicBezTo>
                      <a:pt x="608" y="120"/>
                      <a:pt x="608" y="120"/>
                      <a:pt x="608" y="120"/>
                    </a:cubicBezTo>
                    <a:cubicBezTo>
                      <a:pt x="605" y="113"/>
                      <a:pt x="605" y="113"/>
                      <a:pt x="605" y="113"/>
                    </a:cubicBezTo>
                    <a:cubicBezTo>
                      <a:pt x="607" y="102"/>
                      <a:pt x="607" y="102"/>
                      <a:pt x="607" y="102"/>
                    </a:cubicBezTo>
                    <a:cubicBezTo>
                      <a:pt x="603" y="94"/>
                      <a:pt x="603" y="94"/>
                      <a:pt x="603" y="94"/>
                    </a:cubicBezTo>
                    <a:cubicBezTo>
                      <a:pt x="596" y="91"/>
                      <a:pt x="596" y="91"/>
                      <a:pt x="596" y="91"/>
                    </a:cubicBezTo>
                    <a:cubicBezTo>
                      <a:pt x="590" y="86"/>
                      <a:pt x="590" y="86"/>
                      <a:pt x="590" y="86"/>
                    </a:cubicBezTo>
                    <a:cubicBezTo>
                      <a:pt x="590" y="86"/>
                      <a:pt x="583" y="80"/>
                      <a:pt x="583" y="79"/>
                    </a:cubicBezTo>
                    <a:cubicBezTo>
                      <a:pt x="582" y="78"/>
                      <a:pt x="578" y="73"/>
                      <a:pt x="578" y="73"/>
                    </a:cubicBezTo>
                    <a:cubicBezTo>
                      <a:pt x="560" y="71"/>
                      <a:pt x="560" y="71"/>
                      <a:pt x="560" y="71"/>
                    </a:cubicBezTo>
                    <a:cubicBezTo>
                      <a:pt x="555" y="73"/>
                      <a:pt x="555" y="73"/>
                      <a:pt x="555" y="73"/>
                    </a:cubicBezTo>
                    <a:cubicBezTo>
                      <a:pt x="545" y="73"/>
                      <a:pt x="545" y="73"/>
                      <a:pt x="545" y="73"/>
                    </a:cubicBezTo>
                    <a:cubicBezTo>
                      <a:pt x="541" y="68"/>
                      <a:pt x="541" y="68"/>
                      <a:pt x="541" y="68"/>
                    </a:cubicBezTo>
                    <a:cubicBezTo>
                      <a:pt x="546" y="66"/>
                      <a:pt x="546" y="66"/>
                      <a:pt x="546" y="66"/>
                    </a:cubicBezTo>
                    <a:cubicBezTo>
                      <a:pt x="558" y="64"/>
                      <a:pt x="558" y="64"/>
                      <a:pt x="558" y="64"/>
                    </a:cubicBezTo>
                    <a:cubicBezTo>
                      <a:pt x="571" y="62"/>
                      <a:pt x="571" y="62"/>
                      <a:pt x="571" y="62"/>
                    </a:cubicBezTo>
                    <a:cubicBezTo>
                      <a:pt x="584" y="61"/>
                      <a:pt x="584" y="61"/>
                      <a:pt x="584" y="61"/>
                    </a:cubicBezTo>
                    <a:cubicBezTo>
                      <a:pt x="597" y="69"/>
                      <a:pt x="597" y="69"/>
                      <a:pt x="597" y="69"/>
                    </a:cubicBezTo>
                    <a:cubicBezTo>
                      <a:pt x="603" y="78"/>
                      <a:pt x="603" y="78"/>
                      <a:pt x="603" y="78"/>
                    </a:cubicBezTo>
                    <a:cubicBezTo>
                      <a:pt x="621" y="81"/>
                      <a:pt x="621" y="81"/>
                      <a:pt x="621" y="81"/>
                    </a:cubicBezTo>
                    <a:cubicBezTo>
                      <a:pt x="631" y="85"/>
                      <a:pt x="631" y="85"/>
                      <a:pt x="631" y="85"/>
                    </a:cubicBezTo>
                    <a:cubicBezTo>
                      <a:pt x="634" y="88"/>
                      <a:pt x="634" y="88"/>
                      <a:pt x="634" y="88"/>
                    </a:cubicBezTo>
                    <a:cubicBezTo>
                      <a:pt x="642" y="87"/>
                      <a:pt x="642" y="87"/>
                      <a:pt x="642" y="87"/>
                    </a:cubicBezTo>
                    <a:cubicBezTo>
                      <a:pt x="654" y="79"/>
                      <a:pt x="654" y="79"/>
                      <a:pt x="654" y="79"/>
                    </a:cubicBezTo>
                    <a:cubicBezTo>
                      <a:pt x="662" y="74"/>
                      <a:pt x="662" y="74"/>
                      <a:pt x="662" y="74"/>
                    </a:cubicBezTo>
                    <a:cubicBezTo>
                      <a:pt x="682" y="73"/>
                      <a:pt x="682" y="73"/>
                      <a:pt x="682" y="73"/>
                    </a:cubicBezTo>
                    <a:cubicBezTo>
                      <a:pt x="697" y="70"/>
                      <a:pt x="697" y="70"/>
                      <a:pt x="697" y="70"/>
                    </a:cubicBezTo>
                    <a:cubicBezTo>
                      <a:pt x="707" y="68"/>
                      <a:pt x="707" y="68"/>
                      <a:pt x="707" y="68"/>
                    </a:cubicBezTo>
                    <a:cubicBezTo>
                      <a:pt x="709" y="63"/>
                      <a:pt x="709" y="63"/>
                      <a:pt x="709" y="63"/>
                    </a:cubicBezTo>
                    <a:cubicBezTo>
                      <a:pt x="703" y="58"/>
                      <a:pt x="703" y="58"/>
                      <a:pt x="703" y="58"/>
                    </a:cubicBezTo>
                    <a:cubicBezTo>
                      <a:pt x="700" y="53"/>
                      <a:pt x="700" y="53"/>
                      <a:pt x="700" y="53"/>
                    </a:cubicBezTo>
                    <a:cubicBezTo>
                      <a:pt x="702" y="47"/>
                      <a:pt x="702" y="47"/>
                      <a:pt x="702" y="47"/>
                    </a:cubicBezTo>
                    <a:cubicBezTo>
                      <a:pt x="714" y="47"/>
                      <a:pt x="714" y="47"/>
                      <a:pt x="714" y="47"/>
                    </a:cubicBezTo>
                    <a:cubicBezTo>
                      <a:pt x="715" y="41"/>
                      <a:pt x="715" y="41"/>
                      <a:pt x="715" y="41"/>
                    </a:cubicBezTo>
                    <a:cubicBezTo>
                      <a:pt x="729" y="38"/>
                      <a:pt x="729" y="38"/>
                      <a:pt x="729" y="38"/>
                    </a:cubicBezTo>
                    <a:cubicBezTo>
                      <a:pt x="717" y="31"/>
                      <a:pt x="717" y="31"/>
                      <a:pt x="717" y="31"/>
                    </a:cubicBezTo>
                    <a:cubicBezTo>
                      <a:pt x="707" y="27"/>
                      <a:pt x="707" y="27"/>
                      <a:pt x="707" y="27"/>
                    </a:cubicBezTo>
                    <a:cubicBezTo>
                      <a:pt x="706" y="18"/>
                      <a:pt x="706" y="18"/>
                      <a:pt x="706" y="18"/>
                    </a:cubicBezTo>
                    <a:cubicBezTo>
                      <a:pt x="713" y="12"/>
                      <a:pt x="713" y="12"/>
                      <a:pt x="713" y="12"/>
                    </a:cubicBezTo>
                    <a:cubicBezTo>
                      <a:pt x="718" y="4"/>
                      <a:pt x="718" y="4"/>
                      <a:pt x="718" y="4"/>
                    </a:cubicBezTo>
                    <a:cubicBezTo>
                      <a:pt x="720" y="0"/>
                      <a:pt x="720" y="0"/>
                      <a:pt x="720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6" y="25"/>
                      <a:pt x="36" y="25"/>
                      <a:pt x="36" y="25"/>
                    </a:cubicBezTo>
                    <a:lnTo>
                      <a:pt x="30" y="67"/>
                    </a:lnTo>
                    <a:close/>
                  </a:path>
                </a:pathLst>
              </a:custGeom>
              <a:grpFill/>
              <a:ln w="317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de-DE"/>
              </a:p>
            </p:txBody>
          </p:sp>
          <p:sp>
            <p:nvSpPr>
              <p:cNvPr id="139" name="Freeform 236">
                <a:extLst>
                  <a:ext uri="{FF2B5EF4-FFF2-40B4-BE49-F238E27FC236}">
                    <a16:creationId xmlns:a16="http://schemas.microsoft.com/office/drawing/2014/main" id="{E2ABC9A1-3278-4580-B8D7-04E14831EFCB}"/>
                  </a:ext>
                </a:extLst>
              </p:cNvPr>
              <p:cNvSpPr>
                <a:spLocks noEditPoints="1"/>
              </p:cNvSpPr>
              <p:nvPr userDrawn="1"/>
            </p:nvSpPr>
            <p:spPr bwMode="gray">
              <a:xfrm>
                <a:off x="2852497" y="1014010"/>
                <a:ext cx="109821" cy="79427"/>
              </a:xfrm>
              <a:custGeom>
                <a:avLst/>
                <a:gdLst/>
                <a:ahLst/>
                <a:cxnLst>
                  <a:cxn ang="0">
                    <a:pos x="11" y="100"/>
                  </a:cxn>
                  <a:cxn ang="0">
                    <a:pos x="12" y="114"/>
                  </a:cxn>
                  <a:cxn ang="0">
                    <a:pos x="31" y="117"/>
                  </a:cxn>
                  <a:cxn ang="0">
                    <a:pos x="46" y="105"/>
                  </a:cxn>
                  <a:cxn ang="0">
                    <a:pos x="63" y="83"/>
                  </a:cxn>
                  <a:cxn ang="0">
                    <a:pos x="81" y="65"/>
                  </a:cxn>
                  <a:cxn ang="0">
                    <a:pos x="113" y="65"/>
                  </a:cxn>
                  <a:cxn ang="0">
                    <a:pos x="131" y="69"/>
                  </a:cxn>
                  <a:cxn ang="0">
                    <a:pos x="148" y="76"/>
                  </a:cxn>
                  <a:cxn ang="0">
                    <a:pos x="162" y="69"/>
                  </a:cxn>
                  <a:cxn ang="0">
                    <a:pos x="159" y="49"/>
                  </a:cxn>
                  <a:cxn ang="0">
                    <a:pos x="146" y="31"/>
                  </a:cxn>
                  <a:cxn ang="0">
                    <a:pos x="127" y="24"/>
                  </a:cxn>
                  <a:cxn ang="0">
                    <a:pos x="103" y="24"/>
                  </a:cxn>
                  <a:cxn ang="0">
                    <a:pos x="73" y="22"/>
                  </a:cxn>
                  <a:cxn ang="0">
                    <a:pos x="62" y="0"/>
                  </a:cxn>
                  <a:cxn ang="0">
                    <a:pos x="49" y="9"/>
                  </a:cxn>
                  <a:cxn ang="0">
                    <a:pos x="61" y="22"/>
                  </a:cxn>
                  <a:cxn ang="0">
                    <a:pos x="61" y="38"/>
                  </a:cxn>
                  <a:cxn ang="0">
                    <a:pos x="63" y="54"/>
                  </a:cxn>
                  <a:cxn ang="0">
                    <a:pos x="39" y="60"/>
                  </a:cxn>
                  <a:cxn ang="0">
                    <a:pos x="32" y="50"/>
                  </a:cxn>
                  <a:cxn ang="0">
                    <a:pos x="20" y="48"/>
                  </a:cxn>
                  <a:cxn ang="0">
                    <a:pos x="26" y="58"/>
                  </a:cxn>
                  <a:cxn ang="0">
                    <a:pos x="14" y="60"/>
                  </a:cxn>
                  <a:cxn ang="0">
                    <a:pos x="6" y="74"/>
                  </a:cxn>
                  <a:cxn ang="0">
                    <a:pos x="13" y="80"/>
                  </a:cxn>
                  <a:cxn ang="0">
                    <a:pos x="0" y="90"/>
                  </a:cxn>
                  <a:cxn ang="0">
                    <a:pos x="63" y="59"/>
                  </a:cxn>
                  <a:cxn ang="0">
                    <a:pos x="85" y="45"/>
                  </a:cxn>
                  <a:cxn ang="0">
                    <a:pos x="73" y="51"/>
                  </a:cxn>
                  <a:cxn ang="0">
                    <a:pos x="60" y="63"/>
                  </a:cxn>
                </a:cxnLst>
                <a:rect l="0" t="0" r="r" b="b"/>
                <a:pathLst>
                  <a:path w="162" h="117">
                    <a:moveTo>
                      <a:pt x="6" y="98"/>
                    </a:moveTo>
                    <a:cubicBezTo>
                      <a:pt x="11" y="100"/>
                      <a:pt x="11" y="100"/>
                      <a:pt x="11" y="100"/>
                    </a:cubicBezTo>
                    <a:cubicBezTo>
                      <a:pt x="8" y="109"/>
                      <a:pt x="8" y="109"/>
                      <a:pt x="8" y="109"/>
                    </a:cubicBezTo>
                    <a:cubicBezTo>
                      <a:pt x="12" y="114"/>
                      <a:pt x="12" y="114"/>
                      <a:pt x="12" y="114"/>
                    </a:cubicBezTo>
                    <a:cubicBezTo>
                      <a:pt x="22" y="114"/>
                      <a:pt x="22" y="114"/>
                      <a:pt x="22" y="114"/>
                    </a:cubicBezTo>
                    <a:cubicBezTo>
                      <a:pt x="31" y="117"/>
                      <a:pt x="31" y="117"/>
                      <a:pt x="31" y="117"/>
                    </a:cubicBezTo>
                    <a:cubicBezTo>
                      <a:pt x="42" y="111"/>
                      <a:pt x="42" y="111"/>
                      <a:pt x="42" y="111"/>
                    </a:cubicBezTo>
                    <a:cubicBezTo>
                      <a:pt x="46" y="105"/>
                      <a:pt x="46" y="105"/>
                      <a:pt x="46" y="105"/>
                    </a:cubicBezTo>
                    <a:cubicBezTo>
                      <a:pt x="53" y="90"/>
                      <a:pt x="53" y="90"/>
                      <a:pt x="53" y="90"/>
                    </a:cubicBezTo>
                    <a:cubicBezTo>
                      <a:pt x="63" y="83"/>
                      <a:pt x="63" y="83"/>
                      <a:pt x="63" y="83"/>
                    </a:cubicBezTo>
                    <a:cubicBezTo>
                      <a:pt x="70" y="73"/>
                      <a:pt x="70" y="73"/>
                      <a:pt x="70" y="73"/>
                    </a:cubicBezTo>
                    <a:cubicBezTo>
                      <a:pt x="81" y="65"/>
                      <a:pt x="81" y="65"/>
                      <a:pt x="81" y="65"/>
                    </a:cubicBezTo>
                    <a:cubicBezTo>
                      <a:pt x="92" y="61"/>
                      <a:pt x="92" y="61"/>
                      <a:pt x="92" y="61"/>
                    </a:cubicBezTo>
                    <a:cubicBezTo>
                      <a:pt x="113" y="65"/>
                      <a:pt x="113" y="65"/>
                      <a:pt x="113" y="65"/>
                    </a:cubicBezTo>
                    <a:cubicBezTo>
                      <a:pt x="119" y="65"/>
                      <a:pt x="119" y="65"/>
                      <a:pt x="119" y="65"/>
                    </a:cubicBezTo>
                    <a:cubicBezTo>
                      <a:pt x="131" y="69"/>
                      <a:pt x="131" y="69"/>
                      <a:pt x="131" y="69"/>
                    </a:cubicBezTo>
                    <a:cubicBezTo>
                      <a:pt x="137" y="75"/>
                      <a:pt x="137" y="75"/>
                      <a:pt x="137" y="75"/>
                    </a:cubicBezTo>
                    <a:cubicBezTo>
                      <a:pt x="148" y="76"/>
                      <a:pt x="148" y="76"/>
                      <a:pt x="148" y="76"/>
                    </a:cubicBezTo>
                    <a:cubicBezTo>
                      <a:pt x="157" y="76"/>
                      <a:pt x="157" y="76"/>
                      <a:pt x="157" y="76"/>
                    </a:cubicBezTo>
                    <a:cubicBezTo>
                      <a:pt x="162" y="69"/>
                      <a:pt x="162" y="69"/>
                      <a:pt x="162" y="69"/>
                    </a:cubicBezTo>
                    <a:cubicBezTo>
                      <a:pt x="162" y="59"/>
                      <a:pt x="162" y="59"/>
                      <a:pt x="162" y="59"/>
                    </a:cubicBezTo>
                    <a:cubicBezTo>
                      <a:pt x="159" y="49"/>
                      <a:pt x="159" y="49"/>
                      <a:pt x="159" y="49"/>
                    </a:cubicBezTo>
                    <a:cubicBezTo>
                      <a:pt x="153" y="40"/>
                      <a:pt x="153" y="40"/>
                      <a:pt x="153" y="40"/>
                    </a:cubicBezTo>
                    <a:cubicBezTo>
                      <a:pt x="146" y="31"/>
                      <a:pt x="146" y="31"/>
                      <a:pt x="146" y="31"/>
                    </a:cubicBezTo>
                    <a:cubicBezTo>
                      <a:pt x="136" y="28"/>
                      <a:pt x="136" y="28"/>
                      <a:pt x="136" y="28"/>
                    </a:cubicBezTo>
                    <a:cubicBezTo>
                      <a:pt x="127" y="24"/>
                      <a:pt x="127" y="24"/>
                      <a:pt x="127" y="24"/>
                    </a:cubicBezTo>
                    <a:cubicBezTo>
                      <a:pt x="115" y="24"/>
                      <a:pt x="115" y="24"/>
                      <a:pt x="115" y="24"/>
                    </a:cubicBezTo>
                    <a:cubicBezTo>
                      <a:pt x="103" y="24"/>
                      <a:pt x="103" y="24"/>
                      <a:pt x="103" y="24"/>
                    </a:cubicBezTo>
                    <a:cubicBezTo>
                      <a:pt x="81" y="22"/>
                      <a:pt x="81" y="22"/>
                      <a:pt x="81" y="22"/>
                    </a:cubicBezTo>
                    <a:cubicBezTo>
                      <a:pt x="73" y="22"/>
                      <a:pt x="73" y="22"/>
                      <a:pt x="73" y="22"/>
                    </a:cubicBezTo>
                    <a:cubicBezTo>
                      <a:pt x="64" y="13"/>
                      <a:pt x="64" y="13"/>
                      <a:pt x="64" y="13"/>
                    </a:cubicBezTo>
                    <a:cubicBezTo>
                      <a:pt x="62" y="0"/>
                      <a:pt x="62" y="0"/>
                      <a:pt x="62" y="0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49" y="9"/>
                      <a:pt x="49" y="9"/>
                      <a:pt x="49" y="9"/>
                    </a:cubicBezTo>
                    <a:cubicBezTo>
                      <a:pt x="46" y="18"/>
                      <a:pt x="46" y="18"/>
                      <a:pt x="46" y="18"/>
                    </a:cubicBezTo>
                    <a:cubicBezTo>
                      <a:pt x="61" y="22"/>
                      <a:pt x="61" y="22"/>
                      <a:pt x="61" y="22"/>
                    </a:cubicBezTo>
                    <a:cubicBezTo>
                      <a:pt x="61" y="29"/>
                      <a:pt x="61" y="29"/>
                      <a:pt x="61" y="29"/>
                    </a:cubicBezTo>
                    <a:cubicBezTo>
                      <a:pt x="61" y="38"/>
                      <a:pt x="61" y="38"/>
                      <a:pt x="61" y="38"/>
                    </a:cubicBezTo>
                    <a:cubicBezTo>
                      <a:pt x="63" y="44"/>
                      <a:pt x="63" y="44"/>
                      <a:pt x="63" y="44"/>
                    </a:cubicBezTo>
                    <a:cubicBezTo>
                      <a:pt x="63" y="54"/>
                      <a:pt x="63" y="54"/>
                      <a:pt x="63" y="54"/>
                    </a:cubicBezTo>
                    <a:cubicBezTo>
                      <a:pt x="54" y="55"/>
                      <a:pt x="54" y="55"/>
                      <a:pt x="54" y="55"/>
                    </a:cubicBezTo>
                    <a:cubicBezTo>
                      <a:pt x="39" y="60"/>
                      <a:pt x="39" y="60"/>
                      <a:pt x="39" y="60"/>
                    </a:cubicBezTo>
                    <a:cubicBezTo>
                      <a:pt x="34" y="58"/>
                      <a:pt x="34" y="58"/>
                      <a:pt x="34" y="58"/>
                    </a:cubicBezTo>
                    <a:cubicBezTo>
                      <a:pt x="32" y="50"/>
                      <a:pt x="32" y="50"/>
                      <a:pt x="32" y="50"/>
                    </a:cubicBezTo>
                    <a:cubicBezTo>
                      <a:pt x="26" y="46"/>
                      <a:pt x="26" y="46"/>
                      <a:pt x="26" y="46"/>
                    </a:cubicBezTo>
                    <a:cubicBezTo>
                      <a:pt x="26" y="46"/>
                      <a:pt x="19" y="46"/>
                      <a:pt x="20" y="48"/>
                    </a:cubicBezTo>
                    <a:cubicBezTo>
                      <a:pt x="22" y="50"/>
                      <a:pt x="26" y="54"/>
                      <a:pt x="26" y="54"/>
                    </a:cubicBezTo>
                    <a:cubicBezTo>
                      <a:pt x="26" y="58"/>
                      <a:pt x="26" y="58"/>
                      <a:pt x="26" y="58"/>
                    </a:cubicBezTo>
                    <a:cubicBezTo>
                      <a:pt x="20" y="60"/>
                      <a:pt x="20" y="60"/>
                      <a:pt x="20" y="60"/>
                    </a:cubicBezTo>
                    <a:cubicBezTo>
                      <a:pt x="14" y="60"/>
                      <a:pt x="14" y="60"/>
                      <a:pt x="14" y="60"/>
                    </a:cubicBezTo>
                    <a:cubicBezTo>
                      <a:pt x="6" y="65"/>
                      <a:pt x="6" y="65"/>
                      <a:pt x="6" y="65"/>
                    </a:cubicBezTo>
                    <a:cubicBezTo>
                      <a:pt x="6" y="74"/>
                      <a:pt x="6" y="74"/>
                      <a:pt x="6" y="74"/>
                    </a:cubicBezTo>
                    <a:cubicBezTo>
                      <a:pt x="11" y="74"/>
                      <a:pt x="11" y="74"/>
                      <a:pt x="11" y="74"/>
                    </a:cubicBezTo>
                    <a:cubicBezTo>
                      <a:pt x="13" y="80"/>
                      <a:pt x="13" y="80"/>
                      <a:pt x="13" y="80"/>
                    </a:cubicBezTo>
                    <a:cubicBezTo>
                      <a:pt x="6" y="84"/>
                      <a:pt x="6" y="84"/>
                      <a:pt x="6" y="84"/>
                    </a:cubicBezTo>
                    <a:cubicBezTo>
                      <a:pt x="0" y="90"/>
                      <a:pt x="0" y="90"/>
                      <a:pt x="0" y="90"/>
                    </a:cubicBezTo>
                    <a:lnTo>
                      <a:pt x="6" y="98"/>
                    </a:lnTo>
                    <a:close/>
                    <a:moveTo>
                      <a:pt x="63" y="59"/>
                    </a:moveTo>
                    <a:cubicBezTo>
                      <a:pt x="68" y="48"/>
                      <a:pt x="68" y="48"/>
                      <a:pt x="68" y="48"/>
                    </a:cubicBezTo>
                    <a:cubicBezTo>
                      <a:pt x="85" y="45"/>
                      <a:pt x="85" y="45"/>
                      <a:pt x="85" y="45"/>
                    </a:cubicBezTo>
                    <a:cubicBezTo>
                      <a:pt x="81" y="51"/>
                      <a:pt x="81" y="51"/>
                      <a:pt x="81" y="51"/>
                    </a:cubicBezTo>
                    <a:cubicBezTo>
                      <a:pt x="73" y="51"/>
                      <a:pt x="73" y="51"/>
                      <a:pt x="73" y="51"/>
                    </a:cubicBezTo>
                    <a:cubicBezTo>
                      <a:pt x="70" y="62"/>
                      <a:pt x="70" y="62"/>
                      <a:pt x="70" y="62"/>
                    </a:cubicBezTo>
                    <a:cubicBezTo>
                      <a:pt x="60" y="63"/>
                      <a:pt x="60" y="63"/>
                      <a:pt x="60" y="63"/>
                    </a:cubicBezTo>
                    <a:lnTo>
                      <a:pt x="63" y="59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tx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de-DE"/>
              </a:p>
            </p:txBody>
          </p:sp>
          <p:sp>
            <p:nvSpPr>
              <p:cNvPr id="140" name="Freeform 237">
                <a:extLst>
                  <a:ext uri="{FF2B5EF4-FFF2-40B4-BE49-F238E27FC236}">
                    <a16:creationId xmlns:a16="http://schemas.microsoft.com/office/drawing/2014/main" id="{AF45E629-2C45-4B6C-A37A-8CD7487D515E}"/>
                  </a:ext>
                </a:extLst>
              </p:cNvPr>
              <p:cNvSpPr>
                <a:spLocks/>
              </p:cNvSpPr>
              <p:nvPr userDrawn="1"/>
            </p:nvSpPr>
            <p:spPr bwMode="gray">
              <a:xfrm>
                <a:off x="3025974" y="691714"/>
                <a:ext cx="382799" cy="205879"/>
              </a:xfrm>
              <a:custGeom>
                <a:avLst/>
                <a:gdLst/>
                <a:ahLst/>
                <a:cxnLst>
                  <a:cxn ang="0">
                    <a:pos x="41" y="28"/>
                  </a:cxn>
                  <a:cxn ang="0">
                    <a:pos x="41" y="43"/>
                  </a:cxn>
                  <a:cxn ang="0">
                    <a:pos x="53" y="49"/>
                  </a:cxn>
                  <a:cxn ang="0">
                    <a:pos x="62" y="55"/>
                  </a:cxn>
                  <a:cxn ang="0">
                    <a:pos x="86" y="71"/>
                  </a:cxn>
                  <a:cxn ang="0">
                    <a:pos x="91" y="98"/>
                  </a:cxn>
                  <a:cxn ang="0">
                    <a:pos x="69" y="112"/>
                  </a:cxn>
                  <a:cxn ang="0">
                    <a:pos x="53" y="138"/>
                  </a:cxn>
                  <a:cxn ang="0">
                    <a:pos x="32" y="157"/>
                  </a:cxn>
                  <a:cxn ang="0">
                    <a:pos x="42" y="179"/>
                  </a:cxn>
                  <a:cxn ang="0">
                    <a:pos x="30" y="193"/>
                  </a:cxn>
                  <a:cxn ang="0">
                    <a:pos x="46" y="206"/>
                  </a:cxn>
                  <a:cxn ang="0">
                    <a:pos x="60" y="232"/>
                  </a:cxn>
                  <a:cxn ang="0">
                    <a:pos x="49" y="228"/>
                  </a:cxn>
                  <a:cxn ang="0">
                    <a:pos x="53" y="247"/>
                  </a:cxn>
                  <a:cxn ang="0">
                    <a:pos x="28" y="258"/>
                  </a:cxn>
                  <a:cxn ang="0">
                    <a:pos x="21" y="240"/>
                  </a:cxn>
                  <a:cxn ang="0">
                    <a:pos x="9" y="251"/>
                  </a:cxn>
                  <a:cxn ang="0">
                    <a:pos x="0" y="276"/>
                  </a:cxn>
                  <a:cxn ang="0">
                    <a:pos x="21" y="270"/>
                  </a:cxn>
                  <a:cxn ang="0">
                    <a:pos x="36" y="275"/>
                  </a:cxn>
                  <a:cxn ang="0">
                    <a:pos x="53" y="266"/>
                  </a:cxn>
                  <a:cxn ang="0">
                    <a:pos x="75" y="273"/>
                  </a:cxn>
                  <a:cxn ang="0">
                    <a:pos x="88" y="282"/>
                  </a:cxn>
                  <a:cxn ang="0">
                    <a:pos x="105" y="277"/>
                  </a:cxn>
                  <a:cxn ang="0">
                    <a:pos x="126" y="285"/>
                  </a:cxn>
                  <a:cxn ang="0">
                    <a:pos x="162" y="298"/>
                  </a:cxn>
                  <a:cxn ang="0">
                    <a:pos x="204" y="304"/>
                  </a:cxn>
                  <a:cxn ang="0">
                    <a:pos x="243" y="276"/>
                  </a:cxn>
                  <a:cxn ang="0">
                    <a:pos x="282" y="273"/>
                  </a:cxn>
                  <a:cxn ang="0">
                    <a:pos x="306" y="256"/>
                  </a:cxn>
                  <a:cxn ang="0">
                    <a:pos x="333" y="249"/>
                  </a:cxn>
                  <a:cxn ang="0">
                    <a:pos x="367" y="253"/>
                  </a:cxn>
                  <a:cxn ang="0">
                    <a:pos x="388" y="245"/>
                  </a:cxn>
                  <a:cxn ang="0">
                    <a:pos x="408" y="243"/>
                  </a:cxn>
                  <a:cxn ang="0">
                    <a:pos x="444" y="273"/>
                  </a:cxn>
                  <a:cxn ang="0">
                    <a:pos x="477" y="279"/>
                  </a:cxn>
                  <a:cxn ang="0">
                    <a:pos x="509" y="272"/>
                  </a:cxn>
                  <a:cxn ang="0">
                    <a:pos x="531" y="231"/>
                  </a:cxn>
                  <a:cxn ang="0">
                    <a:pos x="550" y="206"/>
                  </a:cxn>
                  <a:cxn ang="0">
                    <a:pos x="565" y="166"/>
                  </a:cxn>
                  <a:cxn ang="0">
                    <a:pos x="544" y="132"/>
                  </a:cxn>
                  <a:cxn ang="0">
                    <a:pos x="534" y="97"/>
                  </a:cxn>
                  <a:cxn ang="0">
                    <a:pos x="511" y="73"/>
                  </a:cxn>
                  <a:cxn ang="0">
                    <a:pos x="511" y="8"/>
                  </a:cxn>
                  <a:cxn ang="0">
                    <a:pos x="45" y="0"/>
                  </a:cxn>
                </a:cxnLst>
                <a:rect l="0" t="0" r="r" b="b"/>
                <a:pathLst>
                  <a:path w="565" h="304">
                    <a:moveTo>
                      <a:pt x="46" y="13"/>
                    </a:moveTo>
                    <a:cubicBezTo>
                      <a:pt x="44" y="21"/>
                      <a:pt x="44" y="21"/>
                      <a:pt x="44" y="21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36" y="43"/>
                      <a:pt x="36" y="43"/>
                      <a:pt x="36" y="43"/>
                    </a:cubicBezTo>
                    <a:cubicBezTo>
                      <a:pt x="41" y="43"/>
                      <a:pt x="41" y="43"/>
                      <a:pt x="41" y="43"/>
                    </a:cubicBezTo>
                    <a:cubicBezTo>
                      <a:pt x="49" y="43"/>
                      <a:pt x="49" y="43"/>
                      <a:pt x="49" y="43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53" y="49"/>
                      <a:pt x="53" y="49"/>
                      <a:pt x="53" y="49"/>
                    </a:cubicBezTo>
                    <a:cubicBezTo>
                      <a:pt x="49" y="53"/>
                      <a:pt x="49" y="53"/>
                      <a:pt x="49" y="53"/>
                    </a:cubicBezTo>
                    <a:cubicBezTo>
                      <a:pt x="53" y="55"/>
                      <a:pt x="53" y="55"/>
                      <a:pt x="53" y="55"/>
                    </a:cubicBezTo>
                    <a:cubicBezTo>
                      <a:pt x="62" y="55"/>
                      <a:pt x="62" y="55"/>
                      <a:pt x="62" y="55"/>
                    </a:cubicBezTo>
                    <a:cubicBezTo>
                      <a:pt x="69" y="56"/>
                      <a:pt x="69" y="56"/>
                      <a:pt x="69" y="56"/>
                    </a:cubicBezTo>
                    <a:cubicBezTo>
                      <a:pt x="76" y="64"/>
                      <a:pt x="76" y="64"/>
                      <a:pt x="76" y="64"/>
                    </a:cubicBezTo>
                    <a:cubicBezTo>
                      <a:pt x="76" y="64"/>
                      <a:pt x="85" y="70"/>
                      <a:pt x="86" y="71"/>
                    </a:cubicBezTo>
                    <a:cubicBezTo>
                      <a:pt x="87" y="72"/>
                      <a:pt x="89" y="77"/>
                      <a:pt x="89" y="77"/>
                    </a:cubicBezTo>
                    <a:cubicBezTo>
                      <a:pt x="91" y="87"/>
                      <a:pt x="91" y="87"/>
                      <a:pt x="91" y="87"/>
                    </a:cubicBezTo>
                    <a:cubicBezTo>
                      <a:pt x="91" y="98"/>
                      <a:pt x="91" y="98"/>
                      <a:pt x="91" y="98"/>
                    </a:cubicBezTo>
                    <a:cubicBezTo>
                      <a:pt x="87" y="105"/>
                      <a:pt x="87" y="105"/>
                      <a:pt x="87" y="105"/>
                    </a:cubicBezTo>
                    <a:cubicBezTo>
                      <a:pt x="84" y="109"/>
                      <a:pt x="84" y="109"/>
                      <a:pt x="84" y="109"/>
                    </a:cubicBezTo>
                    <a:cubicBezTo>
                      <a:pt x="69" y="112"/>
                      <a:pt x="69" y="112"/>
                      <a:pt x="69" y="112"/>
                    </a:cubicBezTo>
                    <a:cubicBezTo>
                      <a:pt x="66" y="124"/>
                      <a:pt x="66" y="124"/>
                      <a:pt x="66" y="124"/>
                    </a:cubicBezTo>
                    <a:cubicBezTo>
                      <a:pt x="62" y="132"/>
                      <a:pt x="62" y="132"/>
                      <a:pt x="62" y="132"/>
                    </a:cubicBezTo>
                    <a:cubicBezTo>
                      <a:pt x="53" y="138"/>
                      <a:pt x="53" y="138"/>
                      <a:pt x="53" y="138"/>
                    </a:cubicBezTo>
                    <a:cubicBezTo>
                      <a:pt x="43" y="139"/>
                      <a:pt x="43" y="139"/>
                      <a:pt x="43" y="139"/>
                    </a:cubicBezTo>
                    <a:cubicBezTo>
                      <a:pt x="38" y="149"/>
                      <a:pt x="38" y="149"/>
                      <a:pt x="38" y="149"/>
                    </a:cubicBezTo>
                    <a:cubicBezTo>
                      <a:pt x="38" y="149"/>
                      <a:pt x="32" y="156"/>
                      <a:pt x="32" y="157"/>
                    </a:cubicBezTo>
                    <a:cubicBezTo>
                      <a:pt x="32" y="158"/>
                      <a:pt x="32" y="166"/>
                      <a:pt x="32" y="166"/>
                    </a:cubicBezTo>
                    <a:cubicBezTo>
                      <a:pt x="37" y="172"/>
                      <a:pt x="37" y="172"/>
                      <a:pt x="37" y="172"/>
                    </a:cubicBezTo>
                    <a:cubicBezTo>
                      <a:pt x="42" y="179"/>
                      <a:pt x="42" y="179"/>
                      <a:pt x="42" y="179"/>
                    </a:cubicBezTo>
                    <a:cubicBezTo>
                      <a:pt x="39" y="187"/>
                      <a:pt x="39" y="187"/>
                      <a:pt x="39" y="187"/>
                    </a:cubicBezTo>
                    <a:cubicBezTo>
                      <a:pt x="32" y="188"/>
                      <a:pt x="32" y="188"/>
                      <a:pt x="32" y="188"/>
                    </a:cubicBezTo>
                    <a:cubicBezTo>
                      <a:pt x="30" y="193"/>
                      <a:pt x="30" y="193"/>
                      <a:pt x="30" y="193"/>
                    </a:cubicBezTo>
                    <a:cubicBezTo>
                      <a:pt x="41" y="194"/>
                      <a:pt x="41" y="194"/>
                      <a:pt x="41" y="194"/>
                    </a:cubicBezTo>
                    <a:cubicBezTo>
                      <a:pt x="46" y="202"/>
                      <a:pt x="46" y="202"/>
                      <a:pt x="46" y="202"/>
                    </a:cubicBezTo>
                    <a:cubicBezTo>
                      <a:pt x="46" y="202"/>
                      <a:pt x="46" y="204"/>
                      <a:pt x="46" y="206"/>
                    </a:cubicBezTo>
                    <a:cubicBezTo>
                      <a:pt x="47" y="207"/>
                      <a:pt x="52" y="216"/>
                      <a:pt x="52" y="216"/>
                    </a:cubicBezTo>
                    <a:cubicBezTo>
                      <a:pt x="52" y="216"/>
                      <a:pt x="56" y="225"/>
                      <a:pt x="57" y="226"/>
                    </a:cubicBezTo>
                    <a:cubicBezTo>
                      <a:pt x="57" y="226"/>
                      <a:pt x="60" y="232"/>
                      <a:pt x="60" y="232"/>
                    </a:cubicBezTo>
                    <a:cubicBezTo>
                      <a:pt x="58" y="235"/>
                      <a:pt x="58" y="235"/>
                      <a:pt x="58" y="235"/>
                    </a:cubicBezTo>
                    <a:cubicBezTo>
                      <a:pt x="54" y="230"/>
                      <a:pt x="54" y="230"/>
                      <a:pt x="54" y="230"/>
                    </a:cubicBezTo>
                    <a:cubicBezTo>
                      <a:pt x="49" y="228"/>
                      <a:pt x="49" y="228"/>
                      <a:pt x="49" y="228"/>
                    </a:cubicBezTo>
                    <a:cubicBezTo>
                      <a:pt x="49" y="228"/>
                      <a:pt x="49" y="231"/>
                      <a:pt x="49" y="234"/>
                    </a:cubicBezTo>
                    <a:cubicBezTo>
                      <a:pt x="50" y="237"/>
                      <a:pt x="53" y="241"/>
                      <a:pt x="53" y="241"/>
                    </a:cubicBezTo>
                    <a:cubicBezTo>
                      <a:pt x="53" y="247"/>
                      <a:pt x="53" y="247"/>
                      <a:pt x="53" y="247"/>
                    </a:cubicBezTo>
                    <a:cubicBezTo>
                      <a:pt x="47" y="255"/>
                      <a:pt x="47" y="255"/>
                      <a:pt x="47" y="255"/>
                    </a:cubicBezTo>
                    <a:cubicBezTo>
                      <a:pt x="36" y="259"/>
                      <a:pt x="36" y="259"/>
                      <a:pt x="36" y="259"/>
                    </a:cubicBezTo>
                    <a:cubicBezTo>
                      <a:pt x="28" y="258"/>
                      <a:pt x="28" y="258"/>
                      <a:pt x="28" y="258"/>
                    </a:cubicBezTo>
                    <a:cubicBezTo>
                      <a:pt x="25" y="253"/>
                      <a:pt x="25" y="253"/>
                      <a:pt x="25" y="253"/>
                    </a:cubicBezTo>
                    <a:cubicBezTo>
                      <a:pt x="21" y="247"/>
                      <a:pt x="21" y="247"/>
                      <a:pt x="21" y="247"/>
                    </a:cubicBezTo>
                    <a:cubicBezTo>
                      <a:pt x="21" y="240"/>
                      <a:pt x="21" y="240"/>
                      <a:pt x="21" y="240"/>
                    </a:cubicBezTo>
                    <a:cubicBezTo>
                      <a:pt x="17" y="240"/>
                      <a:pt x="17" y="240"/>
                      <a:pt x="17" y="240"/>
                    </a:cubicBezTo>
                    <a:cubicBezTo>
                      <a:pt x="14" y="246"/>
                      <a:pt x="14" y="246"/>
                      <a:pt x="14" y="246"/>
                    </a:cubicBezTo>
                    <a:cubicBezTo>
                      <a:pt x="9" y="251"/>
                      <a:pt x="9" y="251"/>
                      <a:pt x="9" y="251"/>
                    </a:cubicBezTo>
                    <a:cubicBezTo>
                      <a:pt x="8" y="262"/>
                      <a:pt x="8" y="262"/>
                      <a:pt x="8" y="262"/>
                    </a:cubicBezTo>
                    <a:cubicBezTo>
                      <a:pt x="4" y="268"/>
                      <a:pt x="4" y="268"/>
                      <a:pt x="4" y="268"/>
                    </a:cubicBezTo>
                    <a:cubicBezTo>
                      <a:pt x="0" y="276"/>
                      <a:pt x="0" y="276"/>
                      <a:pt x="0" y="276"/>
                    </a:cubicBezTo>
                    <a:cubicBezTo>
                      <a:pt x="6" y="277"/>
                      <a:pt x="6" y="277"/>
                      <a:pt x="6" y="277"/>
                    </a:cubicBezTo>
                    <a:cubicBezTo>
                      <a:pt x="13" y="273"/>
                      <a:pt x="13" y="273"/>
                      <a:pt x="13" y="273"/>
                    </a:cubicBezTo>
                    <a:cubicBezTo>
                      <a:pt x="21" y="270"/>
                      <a:pt x="21" y="270"/>
                      <a:pt x="21" y="270"/>
                    </a:cubicBezTo>
                    <a:cubicBezTo>
                      <a:pt x="25" y="268"/>
                      <a:pt x="25" y="268"/>
                      <a:pt x="25" y="268"/>
                    </a:cubicBezTo>
                    <a:cubicBezTo>
                      <a:pt x="31" y="269"/>
                      <a:pt x="31" y="269"/>
                      <a:pt x="31" y="269"/>
                    </a:cubicBezTo>
                    <a:cubicBezTo>
                      <a:pt x="36" y="275"/>
                      <a:pt x="36" y="275"/>
                      <a:pt x="36" y="275"/>
                    </a:cubicBezTo>
                    <a:cubicBezTo>
                      <a:pt x="43" y="275"/>
                      <a:pt x="43" y="275"/>
                      <a:pt x="43" y="275"/>
                    </a:cubicBezTo>
                    <a:cubicBezTo>
                      <a:pt x="48" y="269"/>
                      <a:pt x="48" y="269"/>
                      <a:pt x="48" y="269"/>
                    </a:cubicBezTo>
                    <a:cubicBezTo>
                      <a:pt x="53" y="266"/>
                      <a:pt x="53" y="266"/>
                      <a:pt x="53" y="266"/>
                    </a:cubicBezTo>
                    <a:cubicBezTo>
                      <a:pt x="59" y="263"/>
                      <a:pt x="59" y="263"/>
                      <a:pt x="59" y="263"/>
                    </a:cubicBezTo>
                    <a:cubicBezTo>
                      <a:pt x="67" y="267"/>
                      <a:pt x="67" y="267"/>
                      <a:pt x="67" y="267"/>
                    </a:cubicBezTo>
                    <a:cubicBezTo>
                      <a:pt x="75" y="273"/>
                      <a:pt x="75" y="273"/>
                      <a:pt x="75" y="273"/>
                    </a:cubicBezTo>
                    <a:cubicBezTo>
                      <a:pt x="81" y="276"/>
                      <a:pt x="81" y="276"/>
                      <a:pt x="81" y="276"/>
                    </a:cubicBezTo>
                    <a:cubicBezTo>
                      <a:pt x="85" y="282"/>
                      <a:pt x="85" y="282"/>
                      <a:pt x="85" y="282"/>
                    </a:cubicBezTo>
                    <a:cubicBezTo>
                      <a:pt x="88" y="282"/>
                      <a:pt x="88" y="282"/>
                      <a:pt x="88" y="282"/>
                    </a:cubicBezTo>
                    <a:cubicBezTo>
                      <a:pt x="94" y="277"/>
                      <a:pt x="94" y="277"/>
                      <a:pt x="94" y="277"/>
                    </a:cubicBezTo>
                    <a:cubicBezTo>
                      <a:pt x="99" y="276"/>
                      <a:pt x="99" y="276"/>
                      <a:pt x="99" y="276"/>
                    </a:cubicBezTo>
                    <a:cubicBezTo>
                      <a:pt x="105" y="277"/>
                      <a:pt x="105" y="277"/>
                      <a:pt x="105" y="277"/>
                    </a:cubicBezTo>
                    <a:cubicBezTo>
                      <a:pt x="119" y="281"/>
                      <a:pt x="119" y="281"/>
                      <a:pt x="119" y="281"/>
                    </a:cubicBezTo>
                    <a:cubicBezTo>
                      <a:pt x="122" y="285"/>
                      <a:pt x="122" y="285"/>
                      <a:pt x="122" y="285"/>
                    </a:cubicBezTo>
                    <a:cubicBezTo>
                      <a:pt x="126" y="285"/>
                      <a:pt x="126" y="285"/>
                      <a:pt x="126" y="285"/>
                    </a:cubicBezTo>
                    <a:cubicBezTo>
                      <a:pt x="138" y="286"/>
                      <a:pt x="138" y="286"/>
                      <a:pt x="138" y="286"/>
                    </a:cubicBezTo>
                    <a:cubicBezTo>
                      <a:pt x="153" y="293"/>
                      <a:pt x="153" y="293"/>
                      <a:pt x="153" y="293"/>
                    </a:cubicBezTo>
                    <a:cubicBezTo>
                      <a:pt x="162" y="298"/>
                      <a:pt x="162" y="298"/>
                      <a:pt x="162" y="298"/>
                    </a:cubicBezTo>
                    <a:cubicBezTo>
                      <a:pt x="174" y="301"/>
                      <a:pt x="174" y="301"/>
                      <a:pt x="174" y="301"/>
                    </a:cubicBezTo>
                    <a:cubicBezTo>
                      <a:pt x="188" y="304"/>
                      <a:pt x="188" y="304"/>
                      <a:pt x="188" y="304"/>
                    </a:cubicBezTo>
                    <a:cubicBezTo>
                      <a:pt x="204" y="304"/>
                      <a:pt x="204" y="304"/>
                      <a:pt x="204" y="304"/>
                    </a:cubicBezTo>
                    <a:cubicBezTo>
                      <a:pt x="213" y="297"/>
                      <a:pt x="213" y="297"/>
                      <a:pt x="213" y="297"/>
                    </a:cubicBezTo>
                    <a:cubicBezTo>
                      <a:pt x="229" y="288"/>
                      <a:pt x="229" y="288"/>
                      <a:pt x="229" y="288"/>
                    </a:cubicBezTo>
                    <a:cubicBezTo>
                      <a:pt x="243" y="276"/>
                      <a:pt x="243" y="276"/>
                      <a:pt x="243" y="276"/>
                    </a:cubicBezTo>
                    <a:cubicBezTo>
                      <a:pt x="254" y="274"/>
                      <a:pt x="254" y="274"/>
                      <a:pt x="254" y="274"/>
                    </a:cubicBezTo>
                    <a:cubicBezTo>
                      <a:pt x="269" y="274"/>
                      <a:pt x="269" y="274"/>
                      <a:pt x="269" y="274"/>
                    </a:cubicBezTo>
                    <a:cubicBezTo>
                      <a:pt x="282" y="273"/>
                      <a:pt x="282" y="273"/>
                      <a:pt x="282" y="273"/>
                    </a:cubicBezTo>
                    <a:cubicBezTo>
                      <a:pt x="286" y="270"/>
                      <a:pt x="286" y="270"/>
                      <a:pt x="286" y="270"/>
                    </a:cubicBezTo>
                    <a:cubicBezTo>
                      <a:pt x="298" y="260"/>
                      <a:pt x="298" y="260"/>
                      <a:pt x="298" y="260"/>
                    </a:cubicBezTo>
                    <a:cubicBezTo>
                      <a:pt x="306" y="256"/>
                      <a:pt x="306" y="256"/>
                      <a:pt x="306" y="256"/>
                    </a:cubicBezTo>
                    <a:cubicBezTo>
                      <a:pt x="318" y="253"/>
                      <a:pt x="318" y="253"/>
                      <a:pt x="318" y="253"/>
                    </a:cubicBezTo>
                    <a:cubicBezTo>
                      <a:pt x="324" y="251"/>
                      <a:pt x="324" y="251"/>
                      <a:pt x="324" y="251"/>
                    </a:cubicBezTo>
                    <a:cubicBezTo>
                      <a:pt x="333" y="249"/>
                      <a:pt x="333" y="249"/>
                      <a:pt x="333" y="249"/>
                    </a:cubicBezTo>
                    <a:cubicBezTo>
                      <a:pt x="348" y="250"/>
                      <a:pt x="348" y="250"/>
                      <a:pt x="348" y="250"/>
                    </a:cubicBezTo>
                    <a:cubicBezTo>
                      <a:pt x="358" y="251"/>
                      <a:pt x="358" y="251"/>
                      <a:pt x="358" y="251"/>
                    </a:cubicBezTo>
                    <a:cubicBezTo>
                      <a:pt x="367" y="253"/>
                      <a:pt x="367" y="253"/>
                      <a:pt x="367" y="253"/>
                    </a:cubicBezTo>
                    <a:cubicBezTo>
                      <a:pt x="373" y="253"/>
                      <a:pt x="373" y="253"/>
                      <a:pt x="373" y="253"/>
                    </a:cubicBezTo>
                    <a:cubicBezTo>
                      <a:pt x="379" y="251"/>
                      <a:pt x="379" y="251"/>
                      <a:pt x="379" y="251"/>
                    </a:cubicBezTo>
                    <a:cubicBezTo>
                      <a:pt x="388" y="245"/>
                      <a:pt x="388" y="245"/>
                      <a:pt x="388" y="245"/>
                    </a:cubicBezTo>
                    <a:cubicBezTo>
                      <a:pt x="394" y="244"/>
                      <a:pt x="394" y="244"/>
                      <a:pt x="394" y="244"/>
                    </a:cubicBezTo>
                    <a:cubicBezTo>
                      <a:pt x="402" y="244"/>
                      <a:pt x="402" y="244"/>
                      <a:pt x="402" y="244"/>
                    </a:cubicBezTo>
                    <a:cubicBezTo>
                      <a:pt x="408" y="243"/>
                      <a:pt x="408" y="243"/>
                      <a:pt x="408" y="243"/>
                    </a:cubicBezTo>
                    <a:cubicBezTo>
                      <a:pt x="425" y="251"/>
                      <a:pt x="425" y="251"/>
                      <a:pt x="425" y="251"/>
                    </a:cubicBezTo>
                    <a:cubicBezTo>
                      <a:pt x="430" y="261"/>
                      <a:pt x="430" y="261"/>
                      <a:pt x="430" y="261"/>
                    </a:cubicBezTo>
                    <a:cubicBezTo>
                      <a:pt x="444" y="273"/>
                      <a:pt x="444" y="273"/>
                      <a:pt x="444" y="273"/>
                    </a:cubicBezTo>
                    <a:cubicBezTo>
                      <a:pt x="456" y="276"/>
                      <a:pt x="456" y="276"/>
                      <a:pt x="456" y="276"/>
                    </a:cubicBezTo>
                    <a:cubicBezTo>
                      <a:pt x="465" y="275"/>
                      <a:pt x="465" y="275"/>
                      <a:pt x="465" y="275"/>
                    </a:cubicBezTo>
                    <a:cubicBezTo>
                      <a:pt x="477" y="279"/>
                      <a:pt x="477" y="279"/>
                      <a:pt x="477" y="279"/>
                    </a:cubicBezTo>
                    <a:cubicBezTo>
                      <a:pt x="488" y="283"/>
                      <a:pt x="488" y="283"/>
                      <a:pt x="488" y="283"/>
                    </a:cubicBezTo>
                    <a:cubicBezTo>
                      <a:pt x="501" y="280"/>
                      <a:pt x="501" y="280"/>
                      <a:pt x="501" y="280"/>
                    </a:cubicBezTo>
                    <a:cubicBezTo>
                      <a:pt x="509" y="272"/>
                      <a:pt x="509" y="272"/>
                      <a:pt x="509" y="272"/>
                    </a:cubicBezTo>
                    <a:cubicBezTo>
                      <a:pt x="515" y="259"/>
                      <a:pt x="515" y="259"/>
                      <a:pt x="515" y="259"/>
                    </a:cubicBezTo>
                    <a:cubicBezTo>
                      <a:pt x="521" y="239"/>
                      <a:pt x="521" y="239"/>
                      <a:pt x="521" y="239"/>
                    </a:cubicBezTo>
                    <a:cubicBezTo>
                      <a:pt x="531" y="231"/>
                      <a:pt x="531" y="231"/>
                      <a:pt x="531" y="231"/>
                    </a:cubicBezTo>
                    <a:cubicBezTo>
                      <a:pt x="535" y="222"/>
                      <a:pt x="535" y="222"/>
                      <a:pt x="535" y="222"/>
                    </a:cubicBezTo>
                    <a:cubicBezTo>
                      <a:pt x="543" y="213"/>
                      <a:pt x="543" y="213"/>
                      <a:pt x="543" y="213"/>
                    </a:cubicBezTo>
                    <a:cubicBezTo>
                      <a:pt x="550" y="206"/>
                      <a:pt x="550" y="206"/>
                      <a:pt x="550" y="206"/>
                    </a:cubicBezTo>
                    <a:cubicBezTo>
                      <a:pt x="559" y="196"/>
                      <a:pt x="559" y="196"/>
                      <a:pt x="559" y="196"/>
                    </a:cubicBezTo>
                    <a:cubicBezTo>
                      <a:pt x="562" y="184"/>
                      <a:pt x="562" y="184"/>
                      <a:pt x="562" y="184"/>
                    </a:cubicBezTo>
                    <a:cubicBezTo>
                      <a:pt x="565" y="166"/>
                      <a:pt x="565" y="166"/>
                      <a:pt x="565" y="166"/>
                    </a:cubicBezTo>
                    <a:cubicBezTo>
                      <a:pt x="559" y="161"/>
                      <a:pt x="559" y="161"/>
                      <a:pt x="559" y="161"/>
                    </a:cubicBezTo>
                    <a:cubicBezTo>
                      <a:pt x="556" y="150"/>
                      <a:pt x="556" y="150"/>
                      <a:pt x="556" y="150"/>
                    </a:cubicBezTo>
                    <a:cubicBezTo>
                      <a:pt x="544" y="132"/>
                      <a:pt x="544" y="132"/>
                      <a:pt x="544" y="132"/>
                    </a:cubicBezTo>
                    <a:cubicBezTo>
                      <a:pt x="536" y="122"/>
                      <a:pt x="536" y="122"/>
                      <a:pt x="536" y="122"/>
                    </a:cubicBezTo>
                    <a:cubicBezTo>
                      <a:pt x="534" y="112"/>
                      <a:pt x="534" y="112"/>
                      <a:pt x="534" y="112"/>
                    </a:cubicBezTo>
                    <a:cubicBezTo>
                      <a:pt x="534" y="97"/>
                      <a:pt x="534" y="97"/>
                      <a:pt x="534" y="97"/>
                    </a:cubicBezTo>
                    <a:cubicBezTo>
                      <a:pt x="532" y="89"/>
                      <a:pt x="532" y="89"/>
                      <a:pt x="532" y="89"/>
                    </a:cubicBezTo>
                    <a:cubicBezTo>
                      <a:pt x="522" y="82"/>
                      <a:pt x="522" y="82"/>
                      <a:pt x="522" y="82"/>
                    </a:cubicBezTo>
                    <a:cubicBezTo>
                      <a:pt x="511" y="73"/>
                      <a:pt x="511" y="73"/>
                      <a:pt x="511" y="73"/>
                    </a:cubicBezTo>
                    <a:cubicBezTo>
                      <a:pt x="507" y="61"/>
                      <a:pt x="507" y="61"/>
                      <a:pt x="507" y="61"/>
                    </a:cubicBezTo>
                    <a:cubicBezTo>
                      <a:pt x="505" y="28"/>
                      <a:pt x="505" y="28"/>
                      <a:pt x="505" y="28"/>
                    </a:cubicBezTo>
                    <a:cubicBezTo>
                      <a:pt x="511" y="8"/>
                      <a:pt x="511" y="8"/>
                      <a:pt x="511" y="8"/>
                    </a:cubicBezTo>
                    <a:cubicBezTo>
                      <a:pt x="512" y="0"/>
                      <a:pt x="512" y="0"/>
                      <a:pt x="512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5" y="0"/>
                      <a:pt x="45" y="0"/>
                      <a:pt x="45" y="0"/>
                    </a:cubicBezTo>
                    <a:lnTo>
                      <a:pt x="46" y="13"/>
                    </a:lnTo>
                    <a:close/>
                  </a:path>
                </a:pathLst>
              </a:custGeom>
              <a:grpFill/>
              <a:ln w="317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de-DE"/>
              </a:p>
            </p:txBody>
          </p:sp>
          <p:sp>
            <p:nvSpPr>
              <p:cNvPr id="143" name="Freeform 240">
                <a:extLst>
                  <a:ext uri="{FF2B5EF4-FFF2-40B4-BE49-F238E27FC236}">
                    <a16:creationId xmlns:a16="http://schemas.microsoft.com/office/drawing/2014/main" id="{000ECA9E-B57B-4A26-BBAF-8956F274CBB8}"/>
                  </a:ext>
                </a:extLst>
              </p:cNvPr>
              <p:cNvSpPr>
                <a:spLocks noEditPoints="1"/>
              </p:cNvSpPr>
              <p:nvPr userDrawn="1"/>
            </p:nvSpPr>
            <p:spPr bwMode="gray">
              <a:xfrm>
                <a:off x="1540375" y="4161841"/>
                <a:ext cx="1716425" cy="477422"/>
              </a:xfrm>
              <a:custGeom>
                <a:avLst/>
                <a:gdLst/>
                <a:ahLst/>
                <a:cxnLst>
                  <a:cxn ang="0">
                    <a:pos x="2477" y="584"/>
                  </a:cxn>
                  <a:cxn ang="0">
                    <a:pos x="2482" y="522"/>
                  </a:cxn>
                  <a:cxn ang="0">
                    <a:pos x="2428" y="458"/>
                  </a:cxn>
                  <a:cxn ang="0">
                    <a:pos x="2425" y="387"/>
                  </a:cxn>
                  <a:cxn ang="0">
                    <a:pos x="2511" y="302"/>
                  </a:cxn>
                  <a:cxn ang="0">
                    <a:pos x="2381" y="288"/>
                  </a:cxn>
                  <a:cxn ang="0">
                    <a:pos x="2260" y="259"/>
                  </a:cxn>
                  <a:cxn ang="0">
                    <a:pos x="2109" y="238"/>
                  </a:cxn>
                  <a:cxn ang="0">
                    <a:pos x="2006" y="143"/>
                  </a:cxn>
                  <a:cxn ang="0">
                    <a:pos x="1959" y="81"/>
                  </a:cxn>
                  <a:cxn ang="0">
                    <a:pos x="1974" y="0"/>
                  </a:cxn>
                  <a:cxn ang="0">
                    <a:pos x="1841" y="50"/>
                  </a:cxn>
                  <a:cxn ang="0">
                    <a:pos x="1721" y="43"/>
                  </a:cxn>
                  <a:cxn ang="0">
                    <a:pos x="1596" y="80"/>
                  </a:cxn>
                  <a:cxn ang="0">
                    <a:pos x="1546" y="175"/>
                  </a:cxn>
                  <a:cxn ang="0">
                    <a:pos x="1468" y="159"/>
                  </a:cxn>
                  <a:cxn ang="0">
                    <a:pos x="1348" y="124"/>
                  </a:cxn>
                  <a:cxn ang="0">
                    <a:pos x="1316" y="221"/>
                  </a:cxn>
                  <a:cxn ang="0">
                    <a:pos x="1329" y="288"/>
                  </a:cxn>
                  <a:cxn ang="0">
                    <a:pos x="1245" y="246"/>
                  </a:cxn>
                  <a:cxn ang="0">
                    <a:pos x="1204" y="353"/>
                  </a:cxn>
                  <a:cxn ang="0">
                    <a:pos x="1216" y="396"/>
                  </a:cxn>
                  <a:cxn ang="0">
                    <a:pos x="1176" y="413"/>
                  </a:cxn>
                  <a:cxn ang="0">
                    <a:pos x="1078" y="394"/>
                  </a:cxn>
                  <a:cxn ang="0">
                    <a:pos x="994" y="388"/>
                  </a:cxn>
                  <a:cxn ang="0">
                    <a:pos x="912" y="312"/>
                  </a:cxn>
                  <a:cxn ang="0">
                    <a:pos x="917" y="409"/>
                  </a:cxn>
                  <a:cxn ang="0">
                    <a:pos x="836" y="514"/>
                  </a:cxn>
                  <a:cxn ang="0">
                    <a:pos x="813" y="597"/>
                  </a:cxn>
                  <a:cxn ang="0">
                    <a:pos x="786" y="644"/>
                  </a:cxn>
                  <a:cxn ang="0">
                    <a:pos x="755" y="545"/>
                  </a:cxn>
                  <a:cxn ang="0">
                    <a:pos x="662" y="494"/>
                  </a:cxn>
                  <a:cxn ang="0">
                    <a:pos x="611" y="402"/>
                  </a:cxn>
                  <a:cxn ang="0">
                    <a:pos x="555" y="379"/>
                  </a:cxn>
                  <a:cxn ang="0">
                    <a:pos x="492" y="459"/>
                  </a:cxn>
                  <a:cxn ang="0">
                    <a:pos x="443" y="570"/>
                  </a:cxn>
                  <a:cxn ang="0">
                    <a:pos x="337" y="616"/>
                  </a:cxn>
                  <a:cxn ang="0">
                    <a:pos x="253" y="596"/>
                  </a:cxn>
                  <a:cxn ang="0">
                    <a:pos x="130" y="639"/>
                  </a:cxn>
                  <a:cxn ang="0">
                    <a:pos x="50" y="656"/>
                  </a:cxn>
                  <a:cxn ang="0">
                    <a:pos x="645" y="705"/>
                  </a:cxn>
                  <a:cxn ang="0">
                    <a:pos x="616" y="615"/>
                  </a:cxn>
                  <a:cxn ang="0">
                    <a:pos x="684" y="576"/>
                  </a:cxn>
                  <a:cxn ang="0">
                    <a:pos x="706" y="557"/>
                  </a:cxn>
                  <a:cxn ang="0">
                    <a:pos x="658" y="635"/>
                  </a:cxn>
                  <a:cxn ang="0">
                    <a:pos x="657" y="705"/>
                  </a:cxn>
                  <a:cxn ang="0">
                    <a:pos x="1205" y="683"/>
                  </a:cxn>
                  <a:cxn ang="0">
                    <a:pos x="1452" y="692"/>
                  </a:cxn>
                  <a:cxn ang="0">
                    <a:pos x="1486" y="646"/>
                  </a:cxn>
                  <a:cxn ang="0">
                    <a:pos x="2303" y="705"/>
                  </a:cxn>
                  <a:cxn ang="0">
                    <a:pos x="2349" y="705"/>
                  </a:cxn>
                  <a:cxn ang="0">
                    <a:pos x="2500" y="705"/>
                  </a:cxn>
                  <a:cxn ang="0">
                    <a:pos x="928" y="630"/>
                  </a:cxn>
                  <a:cxn ang="0">
                    <a:pos x="940" y="658"/>
                  </a:cxn>
                  <a:cxn ang="0">
                    <a:pos x="905" y="599"/>
                  </a:cxn>
                  <a:cxn ang="0">
                    <a:pos x="861" y="632"/>
                  </a:cxn>
                  <a:cxn ang="0">
                    <a:pos x="853" y="631"/>
                  </a:cxn>
                  <a:cxn ang="0">
                    <a:pos x="894" y="563"/>
                  </a:cxn>
                  <a:cxn ang="0">
                    <a:pos x="929" y="498"/>
                  </a:cxn>
                  <a:cxn ang="0">
                    <a:pos x="918" y="537"/>
                  </a:cxn>
                  <a:cxn ang="0">
                    <a:pos x="2145" y="509"/>
                  </a:cxn>
                  <a:cxn ang="0">
                    <a:pos x="2189" y="569"/>
                  </a:cxn>
                </a:cxnLst>
                <a:rect l="0" t="0" r="r" b="b"/>
                <a:pathLst>
                  <a:path w="2534" h="705">
                    <a:moveTo>
                      <a:pt x="2511" y="683"/>
                    </a:moveTo>
                    <a:cubicBezTo>
                      <a:pt x="2486" y="683"/>
                      <a:pt x="2486" y="683"/>
                      <a:pt x="2486" y="683"/>
                    </a:cubicBezTo>
                    <a:cubicBezTo>
                      <a:pt x="2472" y="658"/>
                      <a:pt x="2472" y="658"/>
                      <a:pt x="2472" y="658"/>
                    </a:cubicBezTo>
                    <a:cubicBezTo>
                      <a:pt x="2480" y="635"/>
                      <a:pt x="2480" y="635"/>
                      <a:pt x="2480" y="635"/>
                    </a:cubicBezTo>
                    <a:cubicBezTo>
                      <a:pt x="2497" y="616"/>
                      <a:pt x="2497" y="616"/>
                      <a:pt x="2497" y="616"/>
                    </a:cubicBezTo>
                    <a:cubicBezTo>
                      <a:pt x="2497" y="585"/>
                      <a:pt x="2497" y="585"/>
                      <a:pt x="2497" y="585"/>
                    </a:cubicBezTo>
                    <a:cubicBezTo>
                      <a:pt x="2477" y="584"/>
                      <a:pt x="2477" y="584"/>
                      <a:pt x="2477" y="584"/>
                    </a:cubicBezTo>
                    <a:cubicBezTo>
                      <a:pt x="2472" y="596"/>
                      <a:pt x="2472" y="596"/>
                      <a:pt x="2472" y="596"/>
                    </a:cubicBezTo>
                    <a:cubicBezTo>
                      <a:pt x="2456" y="596"/>
                      <a:pt x="2456" y="596"/>
                      <a:pt x="2456" y="596"/>
                    </a:cubicBezTo>
                    <a:cubicBezTo>
                      <a:pt x="2440" y="573"/>
                      <a:pt x="2440" y="573"/>
                      <a:pt x="2440" y="573"/>
                    </a:cubicBezTo>
                    <a:cubicBezTo>
                      <a:pt x="2450" y="560"/>
                      <a:pt x="2450" y="560"/>
                      <a:pt x="2450" y="560"/>
                    </a:cubicBezTo>
                    <a:cubicBezTo>
                      <a:pt x="2446" y="546"/>
                      <a:pt x="2446" y="546"/>
                      <a:pt x="2446" y="546"/>
                    </a:cubicBezTo>
                    <a:cubicBezTo>
                      <a:pt x="2463" y="536"/>
                      <a:pt x="2463" y="536"/>
                      <a:pt x="2463" y="536"/>
                    </a:cubicBezTo>
                    <a:cubicBezTo>
                      <a:pt x="2482" y="522"/>
                      <a:pt x="2482" y="522"/>
                      <a:pt x="2482" y="522"/>
                    </a:cubicBezTo>
                    <a:cubicBezTo>
                      <a:pt x="2497" y="504"/>
                      <a:pt x="2497" y="504"/>
                      <a:pt x="2497" y="504"/>
                    </a:cubicBezTo>
                    <a:cubicBezTo>
                      <a:pt x="2506" y="490"/>
                      <a:pt x="2506" y="490"/>
                      <a:pt x="2506" y="490"/>
                    </a:cubicBezTo>
                    <a:cubicBezTo>
                      <a:pt x="2498" y="481"/>
                      <a:pt x="2498" y="481"/>
                      <a:pt x="2498" y="481"/>
                    </a:cubicBezTo>
                    <a:cubicBezTo>
                      <a:pt x="2472" y="481"/>
                      <a:pt x="2472" y="481"/>
                      <a:pt x="2472" y="481"/>
                    </a:cubicBezTo>
                    <a:cubicBezTo>
                      <a:pt x="2466" y="468"/>
                      <a:pt x="2466" y="468"/>
                      <a:pt x="2466" y="468"/>
                    </a:cubicBezTo>
                    <a:cubicBezTo>
                      <a:pt x="2443" y="460"/>
                      <a:pt x="2443" y="460"/>
                      <a:pt x="2443" y="460"/>
                    </a:cubicBezTo>
                    <a:cubicBezTo>
                      <a:pt x="2428" y="458"/>
                      <a:pt x="2428" y="458"/>
                      <a:pt x="2428" y="458"/>
                    </a:cubicBezTo>
                    <a:cubicBezTo>
                      <a:pt x="2424" y="468"/>
                      <a:pt x="2424" y="468"/>
                      <a:pt x="2424" y="468"/>
                    </a:cubicBezTo>
                    <a:cubicBezTo>
                      <a:pt x="2414" y="468"/>
                      <a:pt x="2414" y="468"/>
                      <a:pt x="2414" y="468"/>
                    </a:cubicBezTo>
                    <a:cubicBezTo>
                      <a:pt x="2416" y="450"/>
                      <a:pt x="2416" y="450"/>
                      <a:pt x="2416" y="450"/>
                    </a:cubicBezTo>
                    <a:cubicBezTo>
                      <a:pt x="2402" y="422"/>
                      <a:pt x="2402" y="422"/>
                      <a:pt x="2402" y="422"/>
                    </a:cubicBezTo>
                    <a:cubicBezTo>
                      <a:pt x="2416" y="417"/>
                      <a:pt x="2416" y="417"/>
                      <a:pt x="2416" y="417"/>
                    </a:cubicBezTo>
                    <a:cubicBezTo>
                      <a:pt x="2424" y="403"/>
                      <a:pt x="2424" y="403"/>
                      <a:pt x="2424" y="403"/>
                    </a:cubicBezTo>
                    <a:cubicBezTo>
                      <a:pt x="2425" y="387"/>
                      <a:pt x="2425" y="387"/>
                      <a:pt x="2425" y="387"/>
                    </a:cubicBezTo>
                    <a:cubicBezTo>
                      <a:pt x="2439" y="387"/>
                      <a:pt x="2439" y="387"/>
                      <a:pt x="2439" y="387"/>
                    </a:cubicBezTo>
                    <a:cubicBezTo>
                      <a:pt x="2471" y="368"/>
                      <a:pt x="2471" y="368"/>
                      <a:pt x="2471" y="368"/>
                    </a:cubicBezTo>
                    <a:cubicBezTo>
                      <a:pt x="2480" y="346"/>
                      <a:pt x="2480" y="346"/>
                      <a:pt x="2480" y="346"/>
                    </a:cubicBezTo>
                    <a:cubicBezTo>
                      <a:pt x="2515" y="346"/>
                      <a:pt x="2515" y="346"/>
                      <a:pt x="2515" y="346"/>
                    </a:cubicBezTo>
                    <a:cubicBezTo>
                      <a:pt x="2518" y="334"/>
                      <a:pt x="2518" y="334"/>
                      <a:pt x="2518" y="334"/>
                    </a:cubicBezTo>
                    <a:cubicBezTo>
                      <a:pt x="2521" y="307"/>
                      <a:pt x="2521" y="307"/>
                      <a:pt x="2521" y="307"/>
                    </a:cubicBezTo>
                    <a:cubicBezTo>
                      <a:pt x="2511" y="302"/>
                      <a:pt x="2511" y="302"/>
                      <a:pt x="2511" y="302"/>
                    </a:cubicBezTo>
                    <a:cubicBezTo>
                      <a:pt x="2491" y="294"/>
                      <a:pt x="2491" y="294"/>
                      <a:pt x="2491" y="294"/>
                    </a:cubicBezTo>
                    <a:cubicBezTo>
                      <a:pt x="2476" y="294"/>
                      <a:pt x="2476" y="294"/>
                      <a:pt x="2476" y="294"/>
                    </a:cubicBezTo>
                    <a:cubicBezTo>
                      <a:pt x="2454" y="290"/>
                      <a:pt x="2454" y="290"/>
                      <a:pt x="2454" y="290"/>
                    </a:cubicBezTo>
                    <a:cubicBezTo>
                      <a:pt x="2446" y="281"/>
                      <a:pt x="2446" y="281"/>
                      <a:pt x="2446" y="281"/>
                    </a:cubicBezTo>
                    <a:cubicBezTo>
                      <a:pt x="2420" y="283"/>
                      <a:pt x="2420" y="283"/>
                      <a:pt x="2420" y="283"/>
                    </a:cubicBezTo>
                    <a:cubicBezTo>
                      <a:pt x="2400" y="274"/>
                      <a:pt x="2400" y="274"/>
                      <a:pt x="2400" y="274"/>
                    </a:cubicBezTo>
                    <a:cubicBezTo>
                      <a:pt x="2381" y="288"/>
                      <a:pt x="2381" y="288"/>
                      <a:pt x="2381" y="288"/>
                    </a:cubicBezTo>
                    <a:cubicBezTo>
                      <a:pt x="2374" y="282"/>
                      <a:pt x="2374" y="282"/>
                      <a:pt x="2374" y="282"/>
                    </a:cubicBezTo>
                    <a:cubicBezTo>
                      <a:pt x="2361" y="286"/>
                      <a:pt x="2361" y="286"/>
                      <a:pt x="2361" y="286"/>
                    </a:cubicBezTo>
                    <a:cubicBezTo>
                      <a:pt x="2350" y="288"/>
                      <a:pt x="2350" y="288"/>
                      <a:pt x="2350" y="288"/>
                    </a:cubicBezTo>
                    <a:cubicBezTo>
                      <a:pt x="2327" y="266"/>
                      <a:pt x="2327" y="266"/>
                      <a:pt x="2327" y="266"/>
                    </a:cubicBezTo>
                    <a:cubicBezTo>
                      <a:pt x="2307" y="263"/>
                      <a:pt x="2307" y="263"/>
                      <a:pt x="2307" y="263"/>
                    </a:cubicBezTo>
                    <a:cubicBezTo>
                      <a:pt x="2271" y="261"/>
                      <a:pt x="2271" y="261"/>
                      <a:pt x="2271" y="261"/>
                    </a:cubicBezTo>
                    <a:cubicBezTo>
                      <a:pt x="2260" y="259"/>
                      <a:pt x="2260" y="259"/>
                      <a:pt x="2260" y="259"/>
                    </a:cubicBezTo>
                    <a:cubicBezTo>
                      <a:pt x="2204" y="259"/>
                      <a:pt x="2204" y="259"/>
                      <a:pt x="2204" y="259"/>
                    </a:cubicBezTo>
                    <a:cubicBezTo>
                      <a:pt x="2204" y="245"/>
                      <a:pt x="2204" y="245"/>
                      <a:pt x="2204" y="245"/>
                    </a:cubicBezTo>
                    <a:cubicBezTo>
                      <a:pt x="2175" y="235"/>
                      <a:pt x="2175" y="235"/>
                      <a:pt x="2175" y="235"/>
                    </a:cubicBezTo>
                    <a:cubicBezTo>
                      <a:pt x="2165" y="245"/>
                      <a:pt x="2165" y="245"/>
                      <a:pt x="2165" y="245"/>
                    </a:cubicBezTo>
                    <a:cubicBezTo>
                      <a:pt x="2153" y="231"/>
                      <a:pt x="2153" y="231"/>
                      <a:pt x="2153" y="231"/>
                    </a:cubicBezTo>
                    <a:cubicBezTo>
                      <a:pt x="2125" y="230"/>
                      <a:pt x="2125" y="230"/>
                      <a:pt x="2125" y="230"/>
                    </a:cubicBezTo>
                    <a:cubicBezTo>
                      <a:pt x="2109" y="238"/>
                      <a:pt x="2109" y="238"/>
                      <a:pt x="2109" y="238"/>
                    </a:cubicBezTo>
                    <a:cubicBezTo>
                      <a:pt x="2093" y="219"/>
                      <a:pt x="2093" y="219"/>
                      <a:pt x="2093" y="219"/>
                    </a:cubicBezTo>
                    <a:cubicBezTo>
                      <a:pt x="2066" y="217"/>
                      <a:pt x="2066" y="217"/>
                      <a:pt x="2066" y="217"/>
                    </a:cubicBezTo>
                    <a:cubicBezTo>
                      <a:pt x="2041" y="200"/>
                      <a:pt x="2041" y="200"/>
                      <a:pt x="2041" y="200"/>
                    </a:cubicBezTo>
                    <a:cubicBezTo>
                      <a:pt x="2033" y="175"/>
                      <a:pt x="2033" y="175"/>
                      <a:pt x="2033" y="175"/>
                    </a:cubicBezTo>
                    <a:cubicBezTo>
                      <a:pt x="2028" y="166"/>
                      <a:pt x="2028" y="166"/>
                      <a:pt x="2028" y="166"/>
                    </a:cubicBezTo>
                    <a:cubicBezTo>
                      <a:pt x="2003" y="164"/>
                      <a:pt x="2003" y="164"/>
                      <a:pt x="2003" y="164"/>
                    </a:cubicBezTo>
                    <a:cubicBezTo>
                      <a:pt x="2006" y="143"/>
                      <a:pt x="2006" y="143"/>
                      <a:pt x="2006" y="143"/>
                    </a:cubicBezTo>
                    <a:cubicBezTo>
                      <a:pt x="2011" y="128"/>
                      <a:pt x="2011" y="128"/>
                      <a:pt x="2011" y="128"/>
                    </a:cubicBezTo>
                    <a:cubicBezTo>
                      <a:pt x="1999" y="110"/>
                      <a:pt x="1999" y="110"/>
                      <a:pt x="1999" y="110"/>
                    </a:cubicBezTo>
                    <a:cubicBezTo>
                      <a:pt x="1986" y="106"/>
                      <a:pt x="1986" y="106"/>
                      <a:pt x="1986" y="106"/>
                    </a:cubicBezTo>
                    <a:cubicBezTo>
                      <a:pt x="1977" y="115"/>
                      <a:pt x="1977" y="115"/>
                      <a:pt x="1977" y="115"/>
                    </a:cubicBezTo>
                    <a:cubicBezTo>
                      <a:pt x="1968" y="96"/>
                      <a:pt x="1968" y="96"/>
                      <a:pt x="1968" y="96"/>
                    </a:cubicBezTo>
                    <a:cubicBezTo>
                      <a:pt x="1952" y="93"/>
                      <a:pt x="1952" y="93"/>
                      <a:pt x="1952" y="93"/>
                    </a:cubicBezTo>
                    <a:cubicBezTo>
                      <a:pt x="1959" y="81"/>
                      <a:pt x="1959" y="81"/>
                      <a:pt x="1959" y="81"/>
                    </a:cubicBezTo>
                    <a:cubicBezTo>
                      <a:pt x="1946" y="66"/>
                      <a:pt x="1946" y="66"/>
                      <a:pt x="1946" y="66"/>
                    </a:cubicBezTo>
                    <a:cubicBezTo>
                      <a:pt x="1941" y="44"/>
                      <a:pt x="1941" y="44"/>
                      <a:pt x="1941" y="44"/>
                    </a:cubicBezTo>
                    <a:cubicBezTo>
                      <a:pt x="1953" y="33"/>
                      <a:pt x="1953" y="33"/>
                      <a:pt x="1953" y="33"/>
                    </a:cubicBezTo>
                    <a:cubicBezTo>
                      <a:pt x="1974" y="33"/>
                      <a:pt x="1974" y="33"/>
                      <a:pt x="1974" y="33"/>
                    </a:cubicBezTo>
                    <a:cubicBezTo>
                      <a:pt x="1980" y="16"/>
                      <a:pt x="1980" y="16"/>
                      <a:pt x="1980" y="16"/>
                    </a:cubicBezTo>
                    <a:cubicBezTo>
                      <a:pt x="1986" y="10"/>
                      <a:pt x="1986" y="10"/>
                      <a:pt x="1986" y="10"/>
                    </a:cubicBezTo>
                    <a:cubicBezTo>
                      <a:pt x="1974" y="0"/>
                      <a:pt x="1974" y="0"/>
                      <a:pt x="1974" y="0"/>
                    </a:cubicBezTo>
                    <a:cubicBezTo>
                      <a:pt x="1953" y="0"/>
                      <a:pt x="1953" y="0"/>
                      <a:pt x="1953" y="0"/>
                    </a:cubicBezTo>
                    <a:cubicBezTo>
                      <a:pt x="1937" y="5"/>
                      <a:pt x="1937" y="5"/>
                      <a:pt x="1937" y="5"/>
                    </a:cubicBezTo>
                    <a:cubicBezTo>
                      <a:pt x="1924" y="15"/>
                      <a:pt x="1924" y="15"/>
                      <a:pt x="1924" y="15"/>
                    </a:cubicBezTo>
                    <a:cubicBezTo>
                      <a:pt x="1895" y="20"/>
                      <a:pt x="1895" y="20"/>
                      <a:pt x="1895" y="20"/>
                    </a:cubicBezTo>
                    <a:cubicBezTo>
                      <a:pt x="1890" y="28"/>
                      <a:pt x="1890" y="28"/>
                      <a:pt x="1890" y="28"/>
                    </a:cubicBezTo>
                    <a:cubicBezTo>
                      <a:pt x="1868" y="28"/>
                      <a:pt x="1868" y="28"/>
                      <a:pt x="1868" y="28"/>
                    </a:cubicBezTo>
                    <a:cubicBezTo>
                      <a:pt x="1841" y="50"/>
                      <a:pt x="1841" y="50"/>
                      <a:pt x="1841" y="50"/>
                    </a:cubicBezTo>
                    <a:cubicBezTo>
                      <a:pt x="1819" y="51"/>
                      <a:pt x="1819" y="51"/>
                      <a:pt x="1819" y="51"/>
                    </a:cubicBezTo>
                    <a:cubicBezTo>
                      <a:pt x="1808" y="64"/>
                      <a:pt x="1808" y="64"/>
                      <a:pt x="1808" y="64"/>
                    </a:cubicBezTo>
                    <a:cubicBezTo>
                      <a:pt x="1795" y="51"/>
                      <a:pt x="1795" y="51"/>
                      <a:pt x="1795" y="51"/>
                    </a:cubicBezTo>
                    <a:cubicBezTo>
                      <a:pt x="1776" y="51"/>
                      <a:pt x="1776" y="51"/>
                      <a:pt x="1776" y="51"/>
                    </a:cubicBezTo>
                    <a:cubicBezTo>
                      <a:pt x="1761" y="39"/>
                      <a:pt x="1761" y="39"/>
                      <a:pt x="1761" y="39"/>
                    </a:cubicBezTo>
                    <a:cubicBezTo>
                      <a:pt x="1734" y="56"/>
                      <a:pt x="1734" y="56"/>
                      <a:pt x="1734" y="56"/>
                    </a:cubicBezTo>
                    <a:cubicBezTo>
                      <a:pt x="1721" y="43"/>
                      <a:pt x="1721" y="43"/>
                      <a:pt x="1721" y="43"/>
                    </a:cubicBezTo>
                    <a:cubicBezTo>
                      <a:pt x="1712" y="43"/>
                      <a:pt x="1712" y="43"/>
                      <a:pt x="1712" y="43"/>
                    </a:cubicBezTo>
                    <a:cubicBezTo>
                      <a:pt x="1692" y="64"/>
                      <a:pt x="1692" y="64"/>
                      <a:pt x="1692" y="64"/>
                    </a:cubicBezTo>
                    <a:cubicBezTo>
                      <a:pt x="1683" y="66"/>
                      <a:pt x="1683" y="66"/>
                      <a:pt x="1683" y="66"/>
                    </a:cubicBezTo>
                    <a:cubicBezTo>
                      <a:pt x="1662" y="52"/>
                      <a:pt x="1662" y="52"/>
                      <a:pt x="1662" y="52"/>
                    </a:cubicBezTo>
                    <a:cubicBezTo>
                      <a:pt x="1617" y="66"/>
                      <a:pt x="1617" y="66"/>
                      <a:pt x="1617" y="66"/>
                    </a:cubicBezTo>
                    <a:cubicBezTo>
                      <a:pt x="1596" y="66"/>
                      <a:pt x="1596" y="66"/>
                      <a:pt x="1596" y="66"/>
                    </a:cubicBezTo>
                    <a:cubicBezTo>
                      <a:pt x="1596" y="80"/>
                      <a:pt x="1596" y="80"/>
                      <a:pt x="1596" y="80"/>
                    </a:cubicBezTo>
                    <a:cubicBezTo>
                      <a:pt x="1574" y="89"/>
                      <a:pt x="1574" y="89"/>
                      <a:pt x="1574" y="89"/>
                    </a:cubicBezTo>
                    <a:cubicBezTo>
                      <a:pt x="1574" y="108"/>
                      <a:pt x="1574" y="108"/>
                      <a:pt x="1574" y="108"/>
                    </a:cubicBezTo>
                    <a:cubicBezTo>
                      <a:pt x="1562" y="120"/>
                      <a:pt x="1562" y="120"/>
                      <a:pt x="1562" y="120"/>
                    </a:cubicBezTo>
                    <a:cubicBezTo>
                      <a:pt x="1565" y="137"/>
                      <a:pt x="1565" y="137"/>
                      <a:pt x="1565" y="137"/>
                    </a:cubicBezTo>
                    <a:cubicBezTo>
                      <a:pt x="1568" y="144"/>
                      <a:pt x="1568" y="144"/>
                      <a:pt x="1568" y="144"/>
                    </a:cubicBezTo>
                    <a:cubicBezTo>
                      <a:pt x="1548" y="156"/>
                      <a:pt x="1548" y="156"/>
                      <a:pt x="1548" y="156"/>
                    </a:cubicBezTo>
                    <a:cubicBezTo>
                      <a:pt x="1546" y="175"/>
                      <a:pt x="1546" y="175"/>
                      <a:pt x="1546" y="175"/>
                    </a:cubicBezTo>
                    <a:cubicBezTo>
                      <a:pt x="1536" y="172"/>
                      <a:pt x="1536" y="172"/>
                      <a:pt x="1536" y="172"/>
                    </a:cubicBezTo>
                    <a:cubicBezTo>
                      <a:pt x="1532" y="170"/>
                      <a:pt x="1532" y="170"/>
                      <a:pt x="1532" y="170"/>
                    </a:cubicBezTo>
                    <a:cubicBezTo>
                      <a:pt x="1506" y="168"/>
                      <a:pt x="1506" y="168"/>
                      <a:pt x="1506" y="168"/>
                    </a:cubicBezTo>
                    <a:cubicBezTo>
                      <a:pt x="1499" y="172"/>
                      <a:pt x="1499" y="172"/>
                      <a:pt x="1499" y="172"/>
                    </a:cubicBezTo>
                    <a:cubicBezTo>
                      <a:pt x="1489" y="164"/>
                      <a:pt x="1489" y="164"/>
                      <a:pt x="1489" y="164"/>
                    </a:cubicBezTo>
                    <a:cubicBezTo>
                      <a:pt x="1478" y="168"/>
                      <a:pt x="1478" y="168"/>
                      <a:pt x="1478" y="168"/>
                    </a:cubicBezTo>
                    <a:cubicBezTo>
                      <a:pt x="1468" y="159"/>
                      <a:pt x="1468" y="159"/>
                      <a:pt x="1468" y="159"/>
                    </a:cubicBezTo>
                    <a:cubicBezTo>
                      <a:pt x="1456" y="159"/>
                      <a:pt x="1456" y="159"/>
                      <a:pt x="1456" y="159"/>
                    </a:cubicBezTo>
                    <a:cubicBezTo>
                      <a:pt x="1442" y="156"/>
                      <a:pt x="1442" y="156"/>
                      <a:pt x="1442" y="156"/>
                    </a:cubicBezTo>
                    <a:cubicBezTo>
                      <a:pt x="1456" y="142"/>
                      <a:pt x="1456" y="142"/>
                      <a:pt x="1456" y="142"/>
                    </a:cubicBezTo>
                    <a:cubicBezTo>
                      <a:pt x="1422" y="114"/>
                      <a:pt x="1422" y="114"/>
                      <a:pt x="1422" y="114"/>
                    </a:cubicBezTo>
                    <a:cubicBezTo>
                      <a:pt x="1380" y="132"/>
                      <a:pt x="1380" y="132"/>
                      <a:pt x="1380" y="132"/>
                    </a:cubicBezTo>
                    <a:cubicBezTo>
                      <a:pt x="1376" y="129"/>
                      <a:pt x="1376" y="129"/>
                      <a:pt x="1376" y="129"/>
                    </a:cubicBezTo>
                    <a:cubicBezTo>
                      <a:pt x="1348" y="124"/>
                      <a:pt x="1348" y="124"/>
                      <a:pt x="1348" y="124"/>
                    </a:cubicBezTo>
                    <a:cubicBezTo>
                      <a:pt x="1345" y="146"/>
                      <a:pt x="1345" y="146"/>
                      <a:pt x="1345" y="146"/>
                    </a:cubicBezTo>
                    <a:cubicBezTo>
                      <a:pt x="1332" y="162"/>
                      <a:pt x="1332" y="162"/>
                      <a:pt x="1332" y="162"/>
                    </a:cubicBezTo>
                    <a:cubicBezTo>
                      <a:pt x="1340" y="179"/>
                      <a:pt x="1340" y="179"/>
                      <a:pt x="1340" y="179"/>
                    </a:cubicBezTo>
                    <a:cubicBezTo>
                      <a:pt x="1324" y="190"/>
                      <a:pt x="1324" y="190"/>
                      <a:pt x="1324" y="190"/>
                    </a:cubicBezTo>
                    <a:cubicBezTo>
                      <a:pt x="1331" y="198"/>
                      <a:pt x="1331" y="198"/>
                      <a:pt x="1331" y="198"/>
                    </a:cubicBezTo>
                    <a:cubicBezTo>
                      <a:pt x="1318" y="211"/>
                      <a:pt x="1318" y="211"/>
                      <a:pt x="1318" y="211"/>
                    </a:cubicBezTo>
                    <a:cubicBezTo>
                      <a:pt x="1316" y="221"/>
                      <a:pt x="1316" y="221"/>
                      <a:pt x="1316" y="221"/>
                    </a:cubicBezTo>
                    <a:cubicBezTo>
                      <a:pt x="1324" y="236"/>
                      <a:pt x="1324" y="236"/>
                      <a:pt x="1324" y="236"/>
                    </a:cubicBezTo>
                    <a:cubicBezTo>
                      <a:pt x="1340" y="239"/>
                      <a:pt x="1340" y="239"/>
                      <a:pt x="1340" y="239"/>
                    </a:cubicBezTo>
                    <a:cubicBezTo>
                      <a:pt x="1356" y="249"/>
                      <a:pt x="1356" y="249"/>
                      <a:pt x="1356" y="249"/>
                    </a:cubicBezTo>
                    <a:cubicBezTo>
                      <a:pt x="1355" y="264"/>
                      <a:pt x="1355" y="264"/>
                      <a:pt x="1355" y="264"/>
                    </a:cubicBezTo>
                    <a:cubicBezTo>
                      <a:pt x="1353" y="287"/>
                      <a:pt x="1353" y="287"/>
                      <a:pt x="1353" y="287"/>
                    </a:cubicBezTo>
                    <a:cubicBezTo>
                      <a:pt x="1345" y="296"/>
                      <a:pt x="1345" y="296"/>
                      <a:pt x="1345" y="296"/>
                    </a:cubicBezTo>
                    <a:cubicBezTo>
                      <a:pt x="1329" y="288"/>
                      <a:pt x="1329" y="288"/>
                      <a:pt x="1329" y="288"/>
                    </a:cubicBezTo>
                    <a:cubicBezTo>
                      <a:pt x="1285" y="289"/>
                      <a:pt x="1285" y="289"/>
                      <a:pt x="1285" y="289"/>
                    </a:cubicBezTo>
                    <a:cubicBezTo>
                      <a:pt x="1285" y="279"/>
                      <a:pt x="1285" y="279"/>
                      <a:pt x="1285" y="279"/>
                    </a:cubicBezTo>
                    <a:cubicBezTo>
                      <a:pt x="1266" y="271"/>
                      <a:pt x="1266" y="271"/>
                      <a:pt x="1266" y="271"/>
                    </a:cubicBezTo>
                    <a:cubicBezTo>
                      <a:pt x="1273" y="253"/>
                      <a:pt x="1273" y="253"/>
                      <a:pt x="1273" y="253"/>
                    </a:cubicBezTo>
                    <a:cubicBezTo>
                      <a:pt x="1264" y="243"/>
                      <a:pt x="1264" y="243"/>
                      <a:pt x="1264" y="243"/>
                    </a:cubicBezTo>
                    <a:cubicBezTo>
                      <a:pt x="1253" y="251"/>
                      <a:pt x="1253" y="251"/>
                      <a:pt x="1253" y="251"/>
                    </a:cubicBezTo>
                    <a:cubicBezTo>
                      <a:pt x="1245" y="246"/>
                      <a:pt x="1245" y="246"/>
                      <a:pt x="1245" y="246"/>
                    </a:cubicBezTo>
                    <a:cubicBezTo>
                      <a:pt x="1231" y="252"/>
                      <a:pt x="1231" y="252"/>
                      <a:pt x="1231" y="252"/>
                    </a:cubicBezTo>
                    <a:cubicBezTo>
                      <a:pt x="1215" y="253"/>
                      <a:pt x="1215" y="253"/>
                      <a:pt x="1215" y="253"/>
                    </a:cubicBezTo>
                    <a:cubicBezTo>
                      <a:pt x="1213" y="272"/>
                      <a:pt x="1213" y="272"/>
                      <a:pt x="1213" y="272"/>
                    </a:cubicBezTo>
                    <a:cubicBezTo>
                      <a:pt x="1194" y="289"/>
                      <a:pt x="1194" y="289"/>
                      <a:pt x="1194" y="289"/>
                    </a:cubicBezTo>
                    <a:cubicBezTo>
                      <a:pt x="1197" y="333"/>
                      <a:pt x="1197" y="333"/>
                      <a:pt x="1197" y="333"/>
                    </a:cubicBezTo>
                    <a:cubicBezTo>
                      <a:pt x="1190" y="341"/>
                      <a:pt x="1190" y="341"/>
                      <a:pt x="1190" y="341"/>
                    </a:cubicBezTo>
                    <a:cubicBezTo>
                      <a:pt x="1204" y="353"/>
                      <a:pt x="1204" y="353"/>
                      <a:pt x="1204" y="353"/>
                    </a:cubicBezTo>
                    <a:cubicBezTo>
                      <a:pt x="1209" y="354"/>
                      <a:pt x="1209" y="354"/>
                      <a:pt x="1209" y="354"/>
                    </a:cubicBezTo>
                    <a:cubicBezTo>
                      <a:pt x="1224" y="349"/>
                      <a:pt x="1224" y="349"/>
                      <a:pt x="1224" y="349"/>
                    </a:cubicBezTo>
                    <a:cubicBezTo>
                      <a:pt x="1237" y="360"/>
                      <a:pt x="1237" y="360"/>
                      <a:pt x="1237" y="360"/>
                    </a:cubicBezTo>
                    <a:cubicBezTo>
                      <a:pt x="1236" y="373"/>
                      <a:pt x="1236" y="373"/>
                      <a:pt x="1236" y="373"/>
                    </a:cubicBezTo>
                    <a:cubicBezTo>
                      <a:pt x="1224" y="379"/>
                      <a:pt x="1224" y="379"/>
                      <a:pt x="1224" y="379"/>
                    </a:cubicBezTo>
                    <a:cubicBezTo>
                      <a:pt x="1224" y="389"/>
                      <a:pt x="1224" y="389"/>
                      <a:pt x="1224" y="389"/>
                    </a:cubicBezTo>
                    <a:cubicBezTo>
                      <a:pt x="1216" y="396"/>
                      <a:pt x="1216" y="396"/>
                      <a:pt x="1216" y="396"/>
                    </a:cubicBezTo>
                    <a:cubicBezTo>
                      <a:pt x="1239" y="441"/>
                      <a:pt x="1239" y="441"/>
                      <a:pt x="1239" y="441"/>
                    </a:cubicBezTo>
                    <a:cubicBezTo>
                      <a:pt x="1224" y="461"/>
                      <a:pt x="1224" y="461"/>
                      <a:pt x="1224" y="461"/>
                    </a:cubicBezTo>
                    <a:cubicBezTo>
                      <a:pt x="1199" y="464"/>
                      <a:pt x="1199" y="464"/>
                      <a:pt x="1199" y="464"/>
                    </a:cubicBezTo>
                    <a:cubicBezTo>
                      <a:pt x="1192" y="455"/>
                      <a:pt x="1192" y="455"/>
                      <a:pt x="1192" y="455"/>
                    </a:cubicBezTo>
                    <a:cubicBezTo>
                      <a:pt x="1196" y="437"/>
                      <a:pt x="1196" y="437"/>
                      <a:pt x="1196" y="437"/>
                    </a:cubicBezTo>
                    <a:cubicBezTo>
                      <a:pt x="1176" y="429"/>
                      <a:pt x="1176" y="429"/>
                      <a:pt x="1176" y="429"/>
                    </a:cubicBezTo>
                    <a:cubicBezTo>
                      <a:pt x="1176" y="413"/>
                      <a:pt x="1176" y="413"/>
                      <a:pt x="1176" y="413"/>
                    </a:cubicBezTo>
                    <a:cubicBezTo>
                      <a:pt x="1169" y="408"/>
                      <a:pt x="1169" y="408"/>
                      <a:pt x="1169" y="408"/>
                    </a:cubicBezTo>
                    <a:cubicBezTo>
                      <a:pt x="1174" y="389"/>
                      <a:pt x="1174" y="389"/>
                      <a:pt x="1174" y="389"/>
                    </a:cubicBezTo>
                    <a:cubicBezTo>
                      <a:pt x="1160" y="376"/>
                      <a:pt x="1160" y="376"/>
                      <a:pt x="1160" y="376"/>
                    </a:cubicBezTo>
                    <a:cubicBezTo>
                      <a:pt x="1150" y="384"/>
                      <a:pt x="1150" y="384"/>
                      <a:pt x="1150" y="384"/>
                    </a:cubicBezTo>
                    <a:cubicBezTo>
                      <a:pt x="1140" y="376"/>
                      <a:pt x="1140" y="376"/>
                      <a:pt x="1140" y="376"/>
                    </a:cubicBezTo>
                    <a:cubicBezTo>
                      <a:pt x="1095" y="399"/>
                      <a:pt x="1095" y="399"/>
                      <a:pt x="1095" y="399"/>
                    </a:cubicBezTo>
                    <a:cubicBezTo>
                      <a:pt x="1078" y="394"/>
                      <a:pt x="1078" y="394"/>
                      <a:pt x="1078" y="394"/>
                    </a:cubicBezTo>
                    <a:cubicBezTo>
                      <a:pt x="1072" y="424"/>
                      <a:pt x="1072" y="424"/>
                      <a:pt x="1072" y="424"/>
                    </a:cubicBezTo>
                    <a:cubicBezTo>
                      <a:pt x="1056" y="417"/>
                      <a:pt x="1056" y="417"/>
                      <a:pt x="1056" y="417"/>
                    </a:cubicBezTo>
                    <a:cubicBezTo>
                      <a:pt x="1047" y="425"/>
                      <a:pt x="1047" y="425"/>
                      <a:pt x="1047" y="425"/>
                    </a:cubicBezTo>
                    <a:cubicBezTo>
                      <a:pt x="1034" y="427"/>
                      <a:pt x="1034" y="427"/>
                      <a:pt x="1034" y="427"/>
                    </a:cubicBezTo>
                    <a:cubicBezTo>
                      <a:pt x="1011" y="417"/>
                      <a:pt x="1011" y="417"/>
                      <a:pt x="1011" y="417"/>
                    </a:cubicBezTo>
                    <a:cubicBezTo>
                      <a:pt x="1000" y="402"/>
                      <a:pt x="1000" y="402"/>
                      <a:pt x="1000" y="402"/>
                    </a:cubicBezTo>
                    <a:cubicBezTo>
                      <a:pt x="994" y="388"/>
                      <a:pt x="994" y="388"/>
                      <a:pt x="994" y="388"/>
                    </a:cubicBezTo>
                    <a:cubicBezTo>
                      <a:pt x="979" y="379"/>
                      <a:pt x="979" y="379"/>
                      <a:pt x="979" y="379"/>
                    </a:cubicBezTo>
                    <a:cubicBezTo>
                      <a:pt x="978" y="310"/>
                      <a:pt x="978" y="310"/>
                      <a:pt x="978" y="310"/>
                    </a:cubicBezTo>
                    <a:cubicBezTo>
                      <a:pt x="970" y="312"/>
                      <a:pt x="970" y="312"/>
                      <a:pt x="970" y="312"/>
                    </a:cubicBezTo>
                    <a:cubicBezTo>
                      <a:pt x="960" y="330"/>
                      <a:pt x="960" y="330"/>
                      <a:pt x="960" y="330"/>
                    </a:cubicBezTo>
                    <a:cubicBezTo>
                      <a:pt x="950" y="324"/>
                      <a:pt x="950" y="324"/>
                      <a:pt x="950" y="324"/>
                    </a:cubicBezTo>
                    <a:cubicBezTo>
                      <a:pt x="941" y="307"/>
                      <a:pt x="941" y="307"/>
                      <a:pt x="941" y="307"/>
                    </a:cubicBezTo>
                    <a:cubicBezTo>
                      <a:pt x="912" y="312"/>
                      <a:pt x="912" y="312"/>
                      <a:pt x="912" y="312"/>
                    </a:cubicBezTo>
                    <a:cubicBezTo>
                      <a:pt x="911" y="332"/>
                      <a:pt x="911" y="332"/>
                      <a:pt x="911" y="332"/>
                    </a:cubicBezTo>
                    <a:cubicBezTo>
                      <a:pt x="899" y="338"/>
                      <a:pt x="899" y="338"/>
                      <a:pt x="899" y="338"/>
                    </a:cubicBezTo>
                    <a:cubicBezTo>
                      <a:pt x="898" y="349"/>
                      <a:pt x="898" y="349"/>
                      <a:pt x="898" y="349"/>
                    </a:cubicBezTo>
                    <a:cubicBezTo>
                      <a:pt x="909" y="354"/>
                      <a:pt x="909" y="354"/>
                      <a:pt x="909" y="354"/>
                    </a:cubicBezTo>
                    <a:cubicBezTo>
                      <a:pt x="906" y="381"/>
                      <a:pt x="906" y="381"/>
                      <a:pt x="906" y="381"/>
                    </a:cubicBezTo>
                    <a:cubicBezTo>
                      <a:pt x="917" y="389"/>
                      <a:pt x="917" y="389"/>
                      <a:pt x="917" y="389"/>
                    </a:cubicBezTo>
                    <a:cubicBezTo>
                      <a:pt x="917" y="409"/>
                      <a:pt x="917" y="409"/>
                      <a:pt x="917" y="409"/>
                    </a:cubicBezTo>
                    <a:cubicBezTo>
                      <a:pt x="901" y="431"/>
                      <a:pt x="901" y="431"/>
                      <a:pt x="901" y="431"/>
                    </a:cubicBezTo>
                    <a:cubicBezTo>
                      <a:pt x="900" y="454"/>
                      <a:pt x="900" y="454"/>
                      <a:pt x="900" y="454"/>
                    </a:cubicBezTo>
                    <a:cubicBezTo>
                      <a:pt x="889" y="455"/>
                      <a:pt x="889" y="455"/>
                      <a:pt x="889" y="455"/>
                    </a:cubicBezTo>
                    <a:cubicBezTo>
                      <a:pt x="875" y="486"/>
                      <a:pt x="875" y="486"/>
                      <a:pt x="875" y="486"/>
                    </a:cubicBezTo>
                    <a:cubicBezTo>
                      <a:pt x="867" y="487"/>
                      <a:pt x="867" y="487"/>
                      <a:pt x="867" y="487"/>
                    </a:cubicBezTo>
                    <a:cubicBezTo>
                      <a:pt x="854" y="504"/>
                      <a:pt x="854" y="504"/>
                      <a:pt x="854" y="504"/>
                    </a:cubicBezTo>
                    <a:cubicBezTo>
                      <a:pt x="836" y="514"/>
                      <a:pt x="836" y="514"/>
                      <a:pt x="836" y="514"/>
                    </a:cubicBezTo>
                    <a:cubicBezTo>
                      <a:pt x="839" y="538"/>
                      <a:pt x="839" y="538"/>
                      <a:pt x="839" y="538"/>
                    </a:cubicBezTo>
                    <a:cubicBezTo>
                      <a:pt x="827" y="545"/>
                      <a:pt x="827" y="545"/>
                      <a:pt x="827" y="545"/>
                    </a:cubicBezTo>
                    <a:cubicBezTo>
                      <a:pt x="811" y="556"/>
                      <a:pt x="811" y="556"/>
                      <a:pt x="811" y="556"/>
                    </a:cubicBezTo>
                    <a:cubicBezTo>
                      <a:pt x="816" y="569"/>
                      <a:pt x="816" y="569"/>
                      <a:pt x="816" y="569"/>
                    </a:cubicBezTo>
                    <a:cubicBezTo>
                      <a:pt x="818" y="582"/>
                      <a:pt x="818" y="582"/>
                      <a:pt x="818" y="582"/>
                    </a:cubicBezTo>
                    <a:cubicBezTo>
                      <a:pt x="804" y="590"/>
                      <a:pt x="804" y="590"/>
                      <a:pt x="804" y="590"/>
                    </a:cubicBezTo>
                    <a:cubicBezTo>
                      <a:pt x="813" y="597"/>
                      <a:pt x="813" y="597"/>
                      <a:pt x="813" y="597"/>
                    </a:cubicBezTo>
                    <a:cubicBezTo>
                      <a:pt x="816" y="614"/>
                      <a:pt x="816" y="614"/>
                      <a:pt x="816" y="614"/>
                    </a:cubicBezTo>
                    <a:cubicBezTo>
                      <a:pt x="838" y="629"/>
                      <a:pt x="838" y="629"/>
                      <a:pt x="838" y="629"/>
                    </a:cubicBezTo>
                    <a:cubicBezTo>
                      <a:pt x="814" y="671"/>
                      <a:pt x="814" y="671"/>
                      <a:pt x="814" y="671"/>
                    </a:cubicBezTo>
                    <a:cubicBezTo>
                      <a:pt x="800" y="664"/>
                      <a:pt x="800" y="664"/>
                      <a:pt x="800" y="664"/>
                    </a:cubicBezTo>
                    <a:cubicBezTo>
                      <a:pt x="786" y="660"/>
                      <a:pt x="786" y="660"/>
                      <a:pt x="786" y="660"/>
                    </a:cubicBezTo>
                    <a:cubicBezTo>
                      <a:pt x="775" y="664"/>
                      <a:pt x="775" y="664"/>
                      <a:pt x="775" y="664"/>
                    </a:cubicBezTo>
                    <a:cubicBezTo>
                      <a:pt x="786" y="644"/>
                      <a:pt x="786" y="644"/>
                      <a:pt x="786" y="644"/>
                    </a:cubicBezTo>
                    <a:cubicBezTo>
                      <a:pt x="768" y="616"/>
                      <a:pt x="768" y="616"/>
                      <a:pt x="768" y="616"/>
                    </a:cubicBezTo>
                    <a:cubicBezTo>
                      <a:pt x="770" y="603"/>
                      <a:pt x="770" y="603"/>
                      <a:pt x="770" y="603"/>
                    </a:cubicBezTo>
                    <a:cubicBezTo>
                      <a:pt x="762" y="600"/>
                      <a:pt x="762" y="600"/>
                      <a:pt x="762" y="600"/>
                    </a:cubicBezTo>
                    <a:cubicBezTo>
                      <a:pt x="746" y="585"/>
                      <a:pt x="746" y="585"/>
                      <a:pt x="746" y="585"/>
                    </a:cubicBezTo>
                    <a:cubicBezTo>
                      <a:pt x="728" y="581"/>
                      <a:pt x="728" y="581"/>
                      <a:pt x="728" y="581"/>
                    </a:cubicBezTo>
                    <a:cubicBezTo>
                      <a:pt x="746" y="560"/>
                      <a:pt x="746" y="560"/>
                      <a:pt x="746" y="560"/>
                    </a:cubicBezTo>
                    <a:cubicBezTo>
                      <a:pt x="755" y="545"/>
                      <a:pt x="755" y="545"/>
                      <a:pt x="755" y="545"/>
                    </a:cubicBezTo>
                    <a:cubicBezTo>
                      <a:pt x="738" y="526"/>
                      <a:pt x="738" y="526"/>
                      <a:pt x="738" y="526"/>
                    </a:cubicBezTo>
                    <a:cubicBezTo>
                      <a:pt x="729" y="528"/>
                      <a:pt x="729" y="528"/>
                      <a:pt x="729" y="528"/>
                    </a:cubicBezTo>
                    <a:cubicBezTo>
                      <a:pt x="715" y="516"/>
                      <a:pt x="715" y="516"/>
                      <a:pt x="715" y="516"/>
                    </a:cubicBezTo>
                    <a:cubicBezTo>
                      <a:pt x="703" y="526"/>
                      <a:pt x="703" y="526"/>
                      <a:pt x="703" y="526"/>
                    </a:cubicBezTo>
                    <a:cubicBezTo>
                      <a:pt x="682" y="513"/>
                      <a:pt x="682" y="513"/>
                      <a:pt x="682" y="513"/>
                    </a:cubicBezTo>
                    <a:cubicBezTo>
                      <a:pt x="663" y="513"/>
                      <a:pt x="663" y="513"/>
                      <a:pt x="663" y="513"/>
                    </a:cubicBezTo>
                    <a:cubicBezTo>
                      <a:pt x="662" y="494"/>
                      <a:pt x="662" y="494"/>
                      <a:pt x="662" y="494"/>
                    </a:cubicBezTo>
                    <a:cubicBezTo>
                      <a:pt x="651" y="491"/>
                      <a:pt x="651" y="491"/>
                      <a:pt x="651" y="491"/>
                    </a:cubicBezTo>
                    <a:cubicBezTo>
                      <a:pt x="646" y="484"/>
                      <a:pt x="646" y="484"/>
                      <a:pt x="646" y="484"/>
                    </a:cubicBezTo>
                    <a:cubicBezTo>
                      <a:pt x="628" y="458"/>
                      <a:pt x="628" y="458"/>
                      <a:pt x="628" y="458"/>
                    </a:cubicBezTo>
                    <a:cubicBezTo>
                      <a:pt x="603" y="448"/>
                      <a:pt x="603" y="448"/>
                      <a:pt x="603" y="448"/>
                    </a:cubicBezTo>
                    <a:cubicBezTo>
                      <a:pt x="608" y="439"/>
                      <a:pt x="608" y="439"/>
                      <a:pt x="608" y="439"/>
                    </a:cubicBezTo>
                    <a:cubicBezTo>
                      <a:pt x="597" y="420"/>
                      <a:pt x="597" y="420"/>
                      <a:pt x="597" y="420"/>
                    </a:cubicBezTo>
                    <a:cubicBezTo>
                      <a:pt x="611" y="402"/>
                      <a:pt x="611" y="402"/>
                      <a:pt x="611" y="402"/>
                    </a:cubicBezTo>
                    <a:cubicBezTo>
                      <a:pt x="610" y="342"/>
                      <a:pt x="610" y="342"/>
                      <a:pt x="610" y="342"/>
                    </a:cubicBezTo>
                    <a:cubicBezTo>
                      <a:pt x="604" y="334"/>
                      <a:pt x="604" y="334"/>
                      <a:pt x="604" y="334"/>
                    </a:cubicBezTo>
                    <a:cubicBezTo>
                      <a:pt x="574" y="337"/>
                      <a:pt x="574" y="337"/>
                      <a:pt x="574" y="337"/>
                    </a:cubicBezTo>
                    <a:cubicBezTo>
                      <a:pt x="549" y="354"/>
                      <a:pt x="549" y="354"/>
                      <a:pt x="549" y="354"/>
                    </a:cubicBezTo>
                    <a:cubicBezTo>
                      <a:pt x="546" y="362"/>
                      <a:pt x="546" y="362"/>
                      <a:pt x="546" y="362"/>
                    </a:cubicBezTo>
                    <a:cubicBezTo>
                      <a:pt x="555" y="364"/>
                      <a:pt x="555" y="364"/>
                      <a:pt x="555" y="364"/>
                    </a:cubicBezTo>
                    <a:cubicBezTo>
                      <a:pt x="555" y="379"/>
                      <a:pt x="555" y="379"/>
                      <a:pt x="555" y="379"/>
                    </a:cubicBezTo>
                    <a:cubicBezTo>
                      <a:pt x="537" y="382"/>
                      <a:pt x="537" y="382"/>
                      <a:pt x="537" y="382"/>
                    </a:cubicBezTo>
                    <a:cubicBezTo>
                      <a:pt x="537" y="396"/>
                      <a:pt x="537" y="396"/>
                      <a:pt x="537" y="396"/>
                    </a:cubicBezTo>
                    <a:cubicBezTo>
                      <a:pt x="525" y="399"/>
                      <a:pt x="525" y="399"/>
                      <a:pt x="525" y="399"/>
                    </a:cubicBezTo>
                    <a:cubicBezTo>
                      <a:pt x="510" y="421"/>
                      <a:pt x="510" y="421"/>
                      <a:pt x="510" y="421"/>
                    </a:cubicBezTo>
                    <a:cubicBezTo>
                      <a:pt x="491" y="416"/>
                      <a:pt x="491" y="416"/>
                      <a:pt x="491" y="416"/>
                    </a:cubicBezTo>
                    <a:cubicBezTo>
                      <a:pt x="468" y="440"/>
                      <a:pt x="468" y="440"/>
                      <a:pt x="468" y="440"/>
                    </a:cubicBezTo>
                    <a:cubicBezTo>
                      <a:pt x="492" y="459"/>
                      <a:pt x="492" y="459"/>
                      <a:pt x="492" y="459"/>
                    </a:cubicBezTo>
                    <a:cubicBezTo>
                      <a:pt x="501" y="475"/>
                      <a:pt x="501" y="475"/>
                      <a:pt x="501" y="475"/>
                    </a:cubicBezTo>
                    <a:cubicBezTo>
                      <a:pt x="495" y="501"/>
                      <a:pt x="495" y="501"/>
                      <a:pt x="495" y="501"/>
                    </a:cubicBezTo>
                    <a:cubicBezTo>
                      <a:pt x="478" y="518"/>
                      <a:pt x="478" y="518"/>
                      <a:pt x="478" y="518"/>
                    </a:cubicBezTo>
                    <a:cubicBezTo>
                      <a:pt x="452" y="523"/>
                      <a:pt x="452" y="523"/>
                      <a:pt x="452" y="523"/>
                    </a:cubicBezTo>
                    <a:cubicBezTo>
                      <a:pt x="451" y="552"/>
                      <a:pt x="451" y="552"/>
                      <a:pt x="451" y="552"/>
                    </a:cubicBezTo>
                    <a:cubicBezTo>
                      <a:pt x="444" y="559"/>
                      <a:pt x="444" y="559"/>
                      <a:pt x="444" y="559"/>
                    </a:cubicBezTo>
                    <a:cubicBezTo>
                      <a:pt x="443" y="570"/>
                      <a:pt x="443" y="570"/>
                      <a:pt x="443" y="570"/>
                    </a:cubicBezTo>
                    <a:cubicBezTo>
                      <a:pt x="436" y="579"/>
                      <a:pt x="436" y="579"/>
                      <a:pt x="436" y="579"/>
                    </a:cubicBezTo>
                    <a:cubicBezTo>
                      <a:pt x="405" y="577"/>
                      <a:pt x="405" y="577"/>
                      <a:pt x="405" y="577"/>
                    </a:cubicBezTo>
                    <a:cubicBezTo>
                      <a:pt x="392" y="588"/>
                      <a:pt x="392" y="588"/>
                      <a:pt x="392" y="588"/>
                    </a:cubicBezTo>
                    <a:cubicBezTo>
                      <a:pt x="389" y="620"/>
                      <a:pt x="389" y="620"/>
                      <a:pt x="389" y="620"/>
                    </a:cubicBezTo>
                    <a:cubicBezTo>
                      <a:pt x="368" y="620"/>
                      <a:pt x="368" y="620"/>
                      <a:pt x="368" y="620"/>
                    </a:cubicBezTo>
                    <a:cubicBezTo>
                      <a:pt x="348" y="607"/>
                      <a:pt x="348" y="607"/>
                      <a:pt x="348" y="607"/>
                    </a:cubicBezTo>
                    <a:cubicBezTo>
                      <a:pt x="337" y="616"/>
                      <a:pt x="337" y="616"/>
                      <a:pt x="337" y="616"/>
                    </a:cubicBezTo>
                    <a:cubicBezTo>
                      <a:pt x="321" y="593"/>
                      <a:pt x="321" y="593"/>
                      <a:pt x="321" y="593"/>
                    </a:cubicBezTo>
                    <a:cubicBezTo>
                      <a:pt x="290" y="595"/>
                      <a:pt x="290" y="595"/>
                      <a:pt x="290" y="595"/>
                    </a:cubicBezTo>
                    <a:cubicBezTo>
                      <a:pt x="283" y="585"/>
                      <a:pt x="283" y="585"/>
                      <a:pt x="283" y="585"/>
                    </a:cubicBezTo>
                    <a:cubicBezTo>
                      <a:pt x="270" y="585"/>
                      <a:pt x="270" y="585"/>
                      <a:pt x="270" y="585"/>
                    </a:cubicBezTo>
                    <a:cubicBezTo>
                      <a:pt x="269" y="600"/>
                      <a:pt x="269" y="600"/>
                      <a:pt x="269" y="600"/>
                    </a:cubicBezTo>
                    <a:cubicBezTo>
                      <a:pt x="264" y="600"/>
                      <a:pt x="264" y="600"/>
                      <a:pt x="264" y="600"/>
                    </a:cubicBezTo>
                    <a:cubicBezTo>
                      <a:pt x="253" y="596"/>
                      <a:pt x="253" y="596"/>
                      <a:pt x="253" y="596"/>
                    </a:cubicBezTo>
                    <a:cubicBezTo>
                      <a:pt x="242" y="614"/>
                      <a:pt x="242" y="614"/>
                      <a:pt x="242" y="614"/>
                    </a:cubicBezTo>
                    <a:cubicBezTo>
                      <a:pt x="214" y="634"/>
                      <a:pt x="214" y="634"/>
                      <a:pt x="214" y="634"/>
                    </a:cubicBezTo>
                    <a:cubicBezTo>
                      <a:pt x="180" y="617"/>
                      <a:pt x="180" y="617"/>
                      <a:pt x="180" y="617"/>
                    </a:cubicBezTo>
                    <a:cubicBezTo>
                      <a:pt x="166" y="634"/>
                      <a:pt x="166" y="634"/>
                      <a:pt x="166" y="634"/>
                    </a:cubicBezTo>
                    <a:cubicBezTo>
                      <a:pt x="150" y="637"/>
                      <a:pt x="150" y="637"/>
                      <a:pt x="150" y="637"/>
                    </a:cubicBezTo>
                    <a:cubicBezTo>
                      <a:pt x="142" y="652"/>
                      <a:pt x="142" y="652"/>
                      <a:pt x="142" y="652"/>
                    </a:cubicBezTo>
                    <a:cubicBezTo>
                      <a:pt x="130" y="639"/>
                      <a:pt x="130" y="639"/>
                      <a:pt x="130" y="639"/>
                    </a:cubicBezTo>
                    <a:cubicBezTo>
                      <a:pt x="109" y="651"/>
                      <a:pt x="109" y="651"/>
                      <a:pt x="109" y="651"/>
                    </a:cubicBezTo>
                    <a:cubicBezTo>
                      <a:pt x="85" y="618"/>
                      <a:pt x="85" y="618"/>
                      <a:pt x="85" y="618"/>
                    </a:cubicBezTo>
                    <a:cubicBezTo>
                      <a:pt x="75" y="623"/>
                      <a:pt x="75" y="623"/>
                      <a:pt x="75" y="623"/>
                    </a:cubicBezTo>
                    <a:cubicBezTo>
                      <a:pt x="72" y="641"/>
                      <a:pt x="72" y="641"/>
                      <a:pt x="72" y="641"/>
                    </a:cubicBezTo>
                    <a:cubicBezTo>
                      <a:pt x="68" y="646"/>
                      <a:pt x="68" y="646"/>
                      <a:pt x="68" y="646"/>
                    </a:cubicBezTo>
                    <a:cubicBezTo>
                      <a:pt x="56" y="646"/>
                      <a:pt x="56" y="646"/>
                      <a:pt x="56" y="646"/>
                    </a:cubicBezTo>
                    <a:cubicBezTo>
                      <a:pt x="50" y="656"/>
                      <a:pt x="50" y="656"/>
                      <a:pt x="50" y="656"/>
                    </a:cubicBezTo>
                    <a:cubicBezTo>
                      <a:pt x="27" y="657"/>
                      <a:pt x="27" y="657"/>
                      <a:pt x="27" y="657"/>
                    </a:cubicBezTo>
                    <a:cubicBezTo>
                      <a:pt x="22" y="667"/>
                      <a:pt x="22" y="667"/>
                      <a:pt x="22" y="667"/>
                    </a:cubicBezTo>
                    <a:cubicBezTo>
                      <a:pt x="14" y="661"/>
                      <a:pt x="14" y="661"/>
                      <a:pt x="14" y="661"/>
                    </a:cubicBezTo>
                    <a:cubicBezTo>
                      <a:pt x="2" y="661"/>
                      <a:pt x="2" y="661"/>
                      <a:pt x="2" y="661"/>
                    </a:cubicBezTo>
                    <a:cubicBezTo>
                      <a:pt x="0" y="705"/>
                      <a:pt x="0" y="705"/>
                      <a:pt x="0" y="705"/>
                    </a:cubicBezTo>
                    <a:cubicBezTo>
                      <a:pt x="645" y="705"/>
                      <a:pt x="645" y="705"/>
                      <a:pt x="645" y="705"/>
                    </a:cubicBezTo>
                    <a:cubicBezTo>
                      <a:pt x="645" y="705"/>
                      <a:pt x="645" y="705"/>
                      <a:pt x="645" y="705"/>
                    </a:cubicBezTo>
                    <a:cubicBezTo>
                      <a:pt x="641" y="690"/>
                      <a:pt x="641" y="690"/>
                      <a:pt x="641" y="690"/>
                    </a:cubicBezTo>
                    <a:cubicBezTo>
                      <a:pt x="641" y="690"/>
                      <a:pt x="646" y="673"/>
                      <a:pt x="646" y="672"/>
                    </a:cubicBezTo>
                    <a:cubicBezTo>
                      <a:pt x="647" y="670"/>
                      <a:pt x="649" y="657"/>
                      <a:pt x="649" y="656"/>
                    </a:cubicBezTo>
                    <a:cubicBezTo>
                      <a:pt x="649" y="655"/>
                      <a:pt x="643" y="645"/>
                      <a:pt x="643" y="645"/>
                    </a:cubicBezTo>
                    <a:cubicBezTo>
                      <a:pt x="634" y="636"/>
                      <a:pt x="634" y="636"/>
                      <a:pt x="634" y="636"/>
                    </a:cubicBezTo>
                    <a:cubicBezTo>
                      <a:pt x="634" y="636"/>
                      <a:pt x="623" y="625"/>
                      <a:pt x="621" y="624"/>
                    </a:cubicBezTo>
                    <a:cubicBezTo>
                      <a:pt x="620" y="622"/>
                      <a:pt x="616" y="615"/>
                      <a:pt x="616" y="615"/>
                    </a:cubicBezTo>
                    <a:cubicBezTo>
                      <a:pt x="627" y="611"/>
                      <a:pt x="627" y="611"/>
                      <a:pt x="627" y="611"/>
                    </a:cubicBezTo>
                    <a:cubicBezTo>
                      <a:pt x="638" y="617"/>
                      <a:pt x="638" y="617"/>
                      <a:pt x="638" y="617"/>
                    </a:cubicBezTo>
                    <a:cubicBezTo>
                      <a:pt x="646" y="622"/>
                      <a:pt x="646" y="622"/>
                      <a:pt x="646" y="622"/>
                    </a:cubicBezTo>
                    <a:cubicBezTo>
                      <a:pt x="654" y="613"/>
                      <a:pt x="654" y="613"/>
                      <a:pt x="654" y="613"/>
                    </a:cubicBezTo>
                    <a:cubicBezTo>
                      <a:pt x="667" y="600"/>
                      <a:pt x="667" y="600"/>
                      <a:pt x="667" y="600"/>
                    </a:cubicBezTo>
                    <a:cubicBezTo>
                      <a:pt x="673" y="587"/>
                      <a:pt x="673" y="587"/>
                      <a:pt x="673" y="587"/>
                    </a:cubicBezTo>
                    <a:cubicBezTo>
                      <a:pt x="684" y="576"/>
                      <a:pt x="684" y="576"/>
                      <a:pt x="684" y="576"/>
                    </a:cubicBezTo>
                    <a:cubicBezTo>
                      <a:pt x="698" y="563"/>
                      <a:pt x="698" y="563"/>
                      <a:pt x="698" y="563"/>
                    </a:cubicBezTo>
                    <a:cubicBezTo>
                      <a:pt x="699" y="554"/>
                      <a:pt x="699" y="554"/>
                      <a:pt x="699" y="554"/>
                    </a:cubicBezTo>
                    <a:cubicBezTo>
                      <a:pt x="697" y="534"/>
                      <a:pt x="697" y="534"/>
                      <a:pt x="697" y="534"/>
                    </a:cubicBezTo>
                    <a:cubicBezTo>
                      <a:pt x="696" y="530"/>
                      <a:pt x="696" y="530"/>
                      <a:pt x="696" y="530"/>
                    </a:cubicBezTo>
                    <a:cubicBezTo>
                      <a:pt x="706" y="530"/>
                      <a:pt x="706" y="530"/>
                      <a:pt x="706" y="530"/>
                    </a:cubicBezTo>
                    <a:cubicBezTo>
                      <a:pt x="706" y="546"/>
                      <a:pt x="706" y="546"/>
                      <a:pt x="706" y="546"/>
                    </a:cubicBezTo>
                    <a:cubicBezTo>
                      <a:pt x="706" y="557"/>
                      <a:pt x="706" y="557"/>
                      <a:pt x="706" y="557"/>
                    </a:cubicBezTo>
                    <a:cubicBezTo>
                      <a:pt x="708" y="562"/>
                      <a:pt x="708" y="562"/>
                      <a:pt x="708" y="562"/>
                    </a:cubicBezTo>
                    <a:cubicBezTo>
                      <a:pt x="715" y="569"/>
                      <a:pt x="715" y="569"/>
                      <a:pt x="715" y="569"/>
                    </a:cubicBezTo>
                    <a:cubicBezTo>
                      <a:pt x="713" y="578"/>
                      <a:pt x="713" y="578"/>
                      <a:pt x="713" y="578"/>
                    </a:cubicBezTo>
                    <a:cubicBezTo>
                      <a:pt x="707" y="585"/>
                      <a:pt x="707" y="585"/>
                      <a:pt x="707" y="585"/>
                    </a:cubicBezTo>
                    <a:cubicBezTo>
                      <a:pt x="707" y="585"/>
                      <a:pt x="692" y="599"/>
                      <a:pt x="692" y="600"/>
                    </a:cubicBezTo>
                    <a:cubicBezTo>
                      <a:pt x="691" y="601"/>
                      <a:pt x="664" y="626"/>
                      <a:pt x="664" y="626"/>
                    </a:cubicBezTo>
                    <a:cubicBezTo>
                      <a:pt x="658" y="635"/>
                      <a:pt x="658" y="635"/>
                      <a:pt x="658" y="635"/>
                    </a:cubicBezTo>
                    <a:cubicBezTo>
                      <a:pt x="664" y="649"/>
                      <a:pt x="664" y="649"/>
                      <a:pt x="664" y="649"/>
                    </a:cubicBezTo>
                    <a:cubicBezTo>
                      <a:pt x="669" y="657"/>
                      <a:pt x="669" y="657"/>
                      <a:pt x="669" y="657"/>
                    </a:cubicBezTo>
                    <a:cubicBezTo>
                      <a:pt x="673" y="664"/>
                      <a:pt x="673" y="664"/>
                      <a:pt x="673" y="664"/>
                    </a:cubicBezTo>
                    <a:cubicBezTo>
                      <a:pt x="668" y="677"/>
                      <a:pt x="668" y="677"/>
                      <a:pt x="668" y="677"/>
                    </a:cubicBezTo>
                    <a:cubicBezTo>
                      <a:pt x="661" y="684"/>
                      <a:pt x="661" y="684"/>
                      <a:pt x="661" y="684"/>
                    </a:cubicBezTo>
                    <a:cubicBezTo>
                      <a:pt x="655" y="696"/>
                      <a:pt x="655" y="696"/>
                      <a:pt x="655" y="696"/>
                    </a:cubicBezTo>
                    <a:cubicBezTo>
                      <a:pt x="657" y="705"/>
                      <a:pt x="657" y="705"/>
                      <a:pt x="657" y="705"/>
                    </a:cubicBezTo>
                    <a:cubicBezTo>
                      <a:pt x="1186" y="705"/>
                      <a:pt x="1186" y="705"/>
                      <a:pt x="1186" y="705"/>
                    </a:cubicBezTo>
                    <a:cubicBezTo>
                      <a:pt x="1186" y="702"/>
                      <a:pt x="1186" y="702"/>
                      <a:pt x="1186" y="702"/>
                    </a:cubicBezTo>
                    <a:cubicBezTo>
                      <a:pt x="1188" y="695"/>
                      <a:pt x="1188" y="695"/>
                      <a:pt x="1188" y="695"/>
                    </a:cubicBezTo>
                    <a:cubicBezTo>
                      <a:pt x="1194" y="688"/>
                      <a:pt x="1194" y="688"/>
                      <a:pt x="1194" y="688"/>
                    </a:cubicBezTo>
                    <a:cubicBezTo>
                      <a:pt x="1197" y="679"/>
                      <a:pt x="1197" y="679"/>
                      <a:pt x="1197" y="679"/>
                    </a:cubicBezTo>
                    <a:cubicBezTo>
                      <a:pt x="1204" y="677"/>
                      <a:pt x="1204" y="677"/>
                      <a:pt x="1204" y="677"/>
                    </a:cubicBezTo>
                    <a:cubicBezTo>
                      <a:pt x="1205" y="683"/>
                      <a:pt x="1205" y="683"/>
                      <a:pt x="1205" y="683"/>
                    </a:cubicBezTo>
                    <a:cubicBezTo>
                      <a:pt x="1202" y="687"/>
                      <a:pt x="1202" y="687"/>
                      <a:pt x="1202" y="687"/>
                    </a:cubicBezTo>
                    <a:cubicBezTo>
                      <a:pt x="1195" y="695"/>
                      <a:pt x="1195" y="695"/>
                      <a:pt x="1195" y="695"/>
                    </a:cubicBezTo>
                    <a:cubicBezTo>
                      <a:pt x="1195" y="702"/>
                      <a:pt x="1195" y="702"/>
                      <a:pt x="1195" y="702"/>
                    </a:cubicBezTo>
                    <a:cubicBezTo>
                      <a:pt x="1196" y="705"/>
                      <a:pt x="1196" y="705"/>
                      <a:pt x="1196" y="705"/>
                    </a:cubicBezTo>
                    <a:cubicBezTo>
                      <a:pt x="1447" y="705"/>
                      <a:pt x="1447" y="705"/>
                      <a:pt x="1447" y="705"/>
                    </a:cubicBezTo>
                    <a:cubicBezTo>
                      <a:pt x="1448" y="702"/>
                      <a:pt x="1448" y="702"/>
                      <a:pt x="1448" y="702"/>
                    </a:cubicBezTo>
                    <a:cubicBezTo>
                      <a:pt x="1452" y="692"/>
                      <a:pt x="1452" y="692"/>
                      <a:pt x="1452" y="692"/>
                    </a:cubicBezTo>
                    <a:cubicBezTo>
                      <a:pt x="1457" y="680"/>
                      <a:pt x="1457" y="680"/>
                      <a:pt x="1457" y="680"/>
                    </a:cubicBezTo>
                    <a:cubicBezTo>
                      <a:pt x="1463" y="675"/>
                      <a:pt x="1463" y="675"/>
                      <a:pt x="1463" y="675"/>
                    </a:cubicBezTo>
                    <a:cubicBezTo>
                      <a:pt x="1470" y="669"/>
                      <a:pt x="1470" y="669"/>
                      <a:pt x="1470" y="669"/>
                    </a:cubicBezTo>
                    <a:cubicBezTo>
                      <a:pt x="1473" y="657"/>
                      <a:pt x="1473" y="657"/>
                      <a:pt x="1473" y="657"/>
                    </a:cubicBezTo>
                    <a:cubicBezTo>
                      <a:pt x="1475" y="649"/>
                      <a:pt x="1475" y="649"/>
                      <a:pt x="1475" y="649"/>
                    </a:cubicBezTo>
                    <a:cubicBezTo>
                      <a:pt x="1479" y="643"/>
                      <a:pt x="1479" y="643"/>
                      <a:pt x="1479" y="643"/>
                    </a:cubicBezTo>
                    <a:cubicBezTo>
                      <a:pt x="1486" y="646"/>
                      <a:pt x="1486" y="646"/>
                      <a:pt x="1486" y="646"/>
                    </a:cubicBezTo>
                    <a:cubicBezTo>
                      <a:pt x="1485" y="657"/>
                      <a:pt x="1485" y="657"/>
                      <a:pt x="1485" y="657"/>
                    </a:cubicBezTo>
                    <a:cubicBezTo>
                      <a:pt x="1481" y="665"/>
                      <a:pt x="1481" y="665"/>
                      <a:pt x="1481" y="665"/>
                    </a:cubicBezTo>
                    <a:cubicBezTo>
                      <a:pt x="1481" y="677"/>
                      <a:pt x="1481" y="677"/>
                      <a:pt x="1481" y="677"/>
                    </a:cubicBezTo>
                    <a:cubicBezTo>
                      <a:pt x="1473" y="687"/>
                      <a:pt x="1473" y="687"/>
                      <a:pt x="1473" y="687"/>
                    </a:cubicBezTo>
                    <a:cubicBezTo>
                      <a:pt x="1468" y="696"/>
                      <a:pt x="1468" y="696"/>
                      <a:pt x="1468" y="696"/>
                    </a:cubicBezTo>
                    <a:cubicBezTo>
                      <a:pt x="1464" y="705"/>
                      <a:pt x="1464" y="705"/>
                      <a:pt x="1464" y="705"/>
                    </a:cubicBezTo>
                    <a:cubicBezTo>
                      <a:pt x="2303" y="705"/>
                      <a:pt x="2303" y="705"/>
                      <a:pt x="2303" y="705"/>
                    </a:cubicBezTo>
                    <a:cubicBezTo>
                      <a:pt x="2303" y="704"/>
                      <a:pt x="2303" y="704"/>
                      <a:pt x="2303" y="704"/>
                    </a:cubicBezTo>
                    <a:cubicBezTo>
                      <a:pt x="2310" y="705"/>
                      <a:pt x="2310" y="705"/>
                      <a:pt x="2310" y="705"/>
                    </a:cubicBezTo>
                    <a:cubicBezTo>
                      <a:pt x="2311" y="705"/>
                      <a:pt x="2311" y="705"/>
                      <a:pt x="2311" y="705"/>
                    </a:cubicBezTo>
                    <a:cubicBezTo>
                      <a:pt x="2324" y="705"/>
                      <a:pt x="2324" y="705"/>
                      <a:pt x="2324" y="705"/>
                    </a:cubicBezTo>
                    <a:cubicBezTo>
                      <a:pt x="2331" y="697"/>
                      <a:pt x="2331" y="697"/>
                      <a:pt x="2331" y="697"/>
                    </a:cubicBezTo>
                    <a:cubicBezTo>
                      <a:pt x="2345" y="697"/>
                      <a:pt x="2345" y="697"/>
                      <a:pt x="2345" y="697"/>
                    </a:cubicBezTo>
                    <a:cubicBezTo>
                      <a:pt x="2349" y="705"/>
                      <a:pt x="2349" y="705"/>
                      <a:pt x="2349" y="705"/>
                    </a:cubicBezTo>
                    <a:cubicBezTo>
                      <a:pt x="2455" y="705"/>
                      <a:pt x="2455" y="705"/>
                      <a:pt x="2455" y="705"/>
                    </a:cubicBezTo>
                    <a:cubicBezTo>
                      <a:pt x="2456" y="697"/>
                      <a:pt x="2456" y="697"/>
                      <a:pt x="2456" y="697"/>
                    </a:cubicBezTo>
                    <a:cubicBezTo>
                      <a:pt x="2457" y="686"/>
                      <a:pt x="2457" y="686"/>
                      <a:pt x="2457" y="686"/>
                    </a:cubicBezTo>
                    <a:cubicBezTo>
                      <a:pt x="2465" y="691"/>
                      <a:pt x="2465" y="691"/>
                      <a:pt x="2465" y="691"/>
                    </a:cubicBezTo>
                    <a:cubicBezTo>
                      <a:pt x="2483" y="696"/>
                      <a:pt x="2483" y="696"/>
                      <a:pt x="2483" y="696"/>
                    </a:cubicBezTo>
                    <a:cubicBezTo>
                      <a:pt x="2497" y="703"/>
                      <a:pt x="2497" y="703"/>
                      <a:pt x="2497" y="703"/>
                    </a:cubicBezTo>
                    <a:cubicBezTo>
                      <a:pt x="2500" y="705"/>
                      <a:pt x="2500" y="705"/>
                      <a:pt x="2500" y="705"/>
                    </a:cubicBezTo>
                    <a:cubicBezTo>
                      <a:pt x="2534" y="705"/>
                      <a:pt x="2534" y="705"/>
                      <a:pt x="2534" y="705"/>
                    </a:cubicBezTo>
                    <a:lnTo>
                      <a:pt x="2511" y="683"/>
                    </a:lnTo>
                    <a:close/>
                    <a:moveTo>
                      <a:pt x="911" y="576"/>
                    </a:moveTo>
                    <a:cubicBezTo>
                      <a:pt x="912" y="578"/>
                      <a:pt x="915" y="589"/>
                      <a:pt x="915" y="589"/>
                    </a:cubicBezTo>
                    <a:cubicBezTo>
                      <a:pt x="915" y="589"/>
                      <a:pt x="920" y="601"/>
                      <a:pt x="920" y="602"/>
                    </a:cubicBezTo>
                    <a:cubicBezTo>
                      <a:pt x="921" y="603"/>
                      <a:pt x="923" y="619"/>
                      <a:pt x="923" y="619"/>
                    </a:cubicBezTo>
                    <a:cubicBezTo>
                      <a:pt x="928" y="630"/>
                      <a:pt x="928" y="630"/>
                      <a:pt x="928" y="630"/>
                    </a:cubicBezTo>
                    <a:cubicBezTo>
                      <a:pt x="940" y="644"/>
                      <a:pt x="940" y="644"/>
                      <a:pt x="940" y="644"/>
                    </a:cubicBezTo>
                    <a:cubicBezTo>
                      <a:pt x="948" y="653"/>
                      <a:pt x="948" y="653"/>
                      <a:pt x="948" y="653"/>
                    </a:cubicBezTo>
                    <a:cubicBezTo>
                      <a:pt x="943" y="664"/>
                      <a:pt x="943" y="664"/>
                      <a:pt x="943" y="664"/>
                    </a:cubicBezTo>
                    <a:cubicBezTo>
                      <a:pt x="943" y="664"/>
                      <a:pt x="936" y="681"/>
                      <a:pt x="936" y="682"/>
                    </a:cubicBezTo>
                    <a:cubicBezTo>
                      <a:pt x="936" y="683"/>
                      <a:pt x="930" y="683"/>
                      <a:pt x="930" y="683"/>
                    </a:cubicBezTo>
                    <a:cubicBezTo>
                      <a:pt x="934" y="673"/>
                      <a:pt x="934" y="673"/>
                      <a:pt x="934" y="673"/>
                    </a:cubicBezTo>
                    <a:cubicBezTo>
                      <a:pt x="940" y="658"/>
                      <a:pt x="940" y="658"/>
                      <a:pt x="940" y="658"/>
                    </a:cubicBezTo>
                    <a:cubicBezTo>
                      <a:pt x="940" y="651"/>
                      <a:pt x="940" y="651"/>
                      <a:pt x="940" y="651"/>
                    </a:cubicBezTo>
                    <a:cubicBezTo>
                      <a:pt x="934" y="645"/>
                      <a:pt x="934" y="645"/>
                      <a:pt x="934" y="645"/>
                    </a:cubicBezTo>
                    <a:cubicBezTo>
                      <a:pt x="927" y="640"/>
                      <a:pt x="927" y="640"/>
                      <a:pt x="927" y="640"/>
                    </a:cubicBezTo>
                    <a:cubicBezTo>
                      <a:pt x="916" y="629"/>
                      <a:pt x="916" y="629"/>
                      <a:pt x="916" y="629"/>
                    </a:cubicBezTo>
                    <a:cubicBezTo>
                      <a:pt x="912" y="620"/>
                      <a:pt x="912" y="620"/>
                      <a:pt x="912" y="620"/>
                    </a:cubicBezTo>
                    <a:cubicBezTo>
                      <a:pt x="910" y="608"/>
                      <a:pt x="910" y="608"/>
                      <a:pt x="910" y="608"/>
                    </a:cubicBezTo>
                    <a:cubicBezTo>
                      <a:pt x="905" y="599"/>
                      <a:pt x="905" y="599"/>
                      <a:pt x="905" y="599"/>
                    </a:cubicBezTo>
                    <a:cubicBezTo>
                      <a:pt x="905" y="589"/>
                      <a:pt x="905" y="589"/>
                      <a:pt x="905" y="589"/>
                    </a:cubicBezTo>
                    <a:cubicBezTo>
                      <a:pt x="901" y="587"/>
                      <a:pt x="901" y="587"/>
                      <a:pt x="901" y="587"/>
                    </a:cubicBezTo>
                    <a:cubicBezTo>
                      <a:pt x="893" y="597"/>
                      <a:pt x="893" y="597"/>
                      <a:pt x="893" y="597"/>
                    </a:cubicBezTo>
                    <a:cubicBezTo>
                      <a:pt x="877" y="606"/>
                      <a:pt x="877" y="606"/>
                      <a:pt x="877" y="606"/>
                    </a:cubicBezTo>
                    <a:cubicBezTo>
                      <a:pt x="866" y="612"/>
                      <a:pt x="866" y="612"/>
                      <a:pt x="866" y="612"/>
                    </a:cubicBezTo>
                    <a:cubicBezTo>
                      <a:pt x="863" y="619"/>
                      <a:pt x="863" y="619"/>
                      <a:pt x="863" y="619"/>
                    </a:cubicBezTo>
                    <a:cubicBezTo>
                      <a:pt x="861" y="632"/>
                      <a:pt x="861" y="632"/>
                      <a:pt x="861" y="632"/>
                    </a:cubicBezTo>
                    <a:cubicBezTo>
                      <a:pt x="858" y="646"/>
                      <a:pt x="858" y="646"/>
                      <a:pt x="858" y="646"/>
                    </a:cubicBezTo>
                    <a:cubicBezTo>
                      <a:pt x="848" y="653"/>
                      <a:pt x="848" y="653"/>
                      <a:pt x="848" y="653"/>
                    </a:cubicBezTo>
                    <a:cubicBezTo>
                      <a:pt x="840" y="662"/>
                      <a:pt x="840" y="662"/>
                      <a:pt x="840" y="662"/>
                    </a:cubicBezTo>
                    <a:cubicBezTo>
                      <a:pt x="834" y="669"/>
                      <a:pt x="834" y="669"/>
                      <a:pt x="834" y="669"/>
                    </a:cubicBezTo>
                    <a:cubicBezTo>
                      <a:pt x="850" y="647"/>
                      <a:pt x="850" y="647"/>
                      <a:pt x="850" y="647"/>
                    </a:cubicBezTo>
                    <a:cubicBezTo>
                      <a:pt x="854" y="642"/>
                      <a:pt x="854" y="642"/>
                      <a:pt x="854" y="642"/>
                    </a:cubicBezTo>
                    <a:cubicBezTo>
                      <a:pt x="853" y="631"/>
                      <a:pt x="853" y="631"/>
                      <a:pt x="853" y="631"/>
                    </a:cubicBezTo>
                    <a:cubicBezTo>
                      <a:pt x="852" y="621"/>
                      <a:pt x="852" y="621"/>
                      <a:pt x="852" y="621"/>
                    </a:cubicBezTo>
                    <a:cubicBezTo>
                      <a:pt x="857" y="610"/>
                      <a:pt x="857" y="610"/>
                      <a:pt x="857" y="610"/>
                    </a:cubicBezTo>
                    <a:cubicBezTo>
                      <a:pt x="865" y="603"/>
                      <a:pt x="865" y="603"/>
                      <a:pt x="865" y="603"/>
                    </a:cubicBezTo>
                    <a:cubicBezTo>
                      <a:pt x="880" y="593"/>
                      <a:pt x="880" y="593"/>
                      <a:pt x="880" y="593"/>
                    </a:cubicBezTo>
                    <a:cubicBezTo>
                      <a:pt x="889" y="588"/>
                      <a:pt x="889" y="588"/>
                      <a:pt x="889" y="588"/>
                    </a:cubicBezTo>
                    <a:cubicBezTo>
                      <a:pt x="891" y="575"/>
                      <a:pt x="891" y="575"/>
                      <a:pt x="891" y="575"/>
                    </a:cubicBezTo>
                    <a:cubicBezTo>
                      <a:pt x="894" y="563"/>
                      <a:pt x="894" y="563"/>
                      <a:pt x="894" y="563"/>
                    </a:cubicBezTo>
                    <a:cubicBezTo>
                      <a:pt x="898" y="558"/>
                      <a:pt x="898" y="558"/>
                      <a:pt x="898" y="558"/>
                    </a:cubicBezTo>
                    <a:cubicBezTo>
                      <a:pt x="905" y="546"/>
                      <a:pt x="905" y="546"/>
                      <a:pt x="905" y="546"/>
                    </a:cubicBezTo>
                    <a:cubicBezTo>
                      <a:pt x="907" y="540"/>
                      <a:pt x="907" y="540"/>
                      <a:pt x="907" y="540"/>
                    </a:cubicBezTo>
                    <a:cubicBezTo>
                      <a:pt x="908" y="526"/>
                      <a:pt x="908" y="526"/>
                      <a:pt x="908" y="526"/>
                    </a:cubicBezTo>
                    <a:cubicBezTo>
                      <a:pt x="909" y="514"/>
                      <a:pt x="909" y="514"/>
                      <a:pt x="909" y="514"/>
                    </a:cubicBezTo>
                    <a:cubicBezTo>
                      <a:pt x="918" y="505"/>
                      <a:pt x="918" y="505"/>
                      <a:pt x="918" y="505"/>
                    </a:cubicBezTo>
                    <a:cubicBezTo>
                      <a:pt x="929" y="498"/>
                      <a:pt x="929" y="498"/>
                      <a:pt x="929" y="498"/>
                    </a:cubicBezTo>
                    <a:cubicBezTo>
                      <a:pt x="937" y="490"/>
                      <a:pt x="937" y="490"/>
                      <a:pt x="937" y="490"/>
                    </a:cubicBezTo>
                    <a:cubicBezTo>
                      <a:pt x="948" y="490"/>
                      <a:pt x="948" y="490"/>
                      <a:pt x="948" y="490"/>
                    </a:cubicBezTo>
                    <a:cubicBezTo>
                      <a:pt x="943" y="503"/>
                      <a:pt x="943" y="503"/>
                      <a:pt x="943" y="503"/>
                    </a:cubicBezTo>
                    <a:cubicBezTo>
                      <a:pt x="937" y="509"/>
                      <a:pt x="937" y="509"/>
                      <a:pt x="937" y="509"/>
                    </a:cubicBezTo>
                    <a:cubicBezTo>
                      <a:pt x="928" y="516"/>
                      <a:pt x="928" y="516"/>
                      <a:pt x="928" y="516"/>
                    </a:cubicBezTo>
                    <a:cubicBezTo>
                      <a:pt x="922" y="526"/>
                      <a:pt x="922" y="526"/>
                      <a:pt x="922" y="526"/>
                    </a:cubicBezTo>
                    <a:cubicBezTo>
                      <a:pt x="918" y="537"/>
                      <a:pt x="918" y="537"/>
                      <a:pt x="918" y="537"/>
                    </a:cubicBezTo>
                    <a:cubicBezTo>
                      <a:pt x="918" y="546"/>
                      <a:pt x="918" y="546"/>
                      <a:pt x="918" y="546"/>
                    </a:cubicBezTo>
                    <a:cubicBezTo>
                      <a:pt x="915" y="558"/>
                      <a:pt x="915" y="558"/>
                      <a:pt x="915" y="558"/>
                    </a:cubicBezTo>
                    <a:cubicBezTo>
                      <a:pt x="912" y="566"/>
                      <a:pt x="912" y="566"/>
                      <a:pt x="912" y="566"/>
                    </a:cubicBezTo>
                    <a:cubicBezTo>
                      <a:pt x="912" y="566"/>
                      <a:pt x="911" y="575"/>
                      <a:pt x="911" y="576"/>
                    </a:cubicBezTo>
                    <a:close/>
                    <a:moveTo>
                      <a:pt x="2189" y="569"/>
                    </a:moveTo>
                    <a:cubicBezTo>
                      <a:pt x="2181" y="576"/>
                      <a:pt x="2181" y="576"/>
                      <a:pt x="2181" y="576"/>
                    </a:cubicBezTo>
                    <a:cubicBezTo>
                      <a:pt x="2145" y="509"/>
                      <a:pt x="2145" y="509"/>
                      <a:pt x="2145" y="509"/>
                    </a:cubicBezTo>
                    <a:cubicBezTo>
                      <a:pt x="2154" y="512"/>
                      <a:pt x="2154" y="512"/>
                      <a:pt x="2154" y="512"/>
                    </a:cubicBezTo>
                    <a:cubicBezTo>
                      <a:pt x="2170" y="536"/>
                      <a:pt x="2170" y="536"/>
                      <a:pt x="2170" y="536"/>
                    </a:cubicBezTo>
                    <a:cubicBezTo>
                      <a:pt x="2182" y="550"/>
                      <a:pt x="2182" y="550"/>
                      <a:pt x="2182" y="550"/>
                    </a:cubicBezTo>
                    <a:cubicBezTo>
                      <a:pt x="2185" y="548"/>
                      <a:pt x="2185" y="548"/>
                      <a:pt x="2185" y="548"/>
                    </a:cubicBezTo>
                    <a:cubicBezTo>
                      <a:pt x="2190" y="506"/>
                      <a:pt x="2190" y="506"/>
                      <a:pt x="2190" y="506"/>
                    </a:cubicBezTo>
                    <a:cubicBezTo>
                      <a:pt x="2199" y="506"/>
                      <a:pt x="2199" y="506"/>
                      <a:pt x="2199" y="506"/>
                    </a:cubicBezTo>
                    <a:lnTo>
                      <a:pt x="2189" y="569"/>
                    </a:lnTo>
                    <a:close/>
                  </a:path>
                </a:pathLst>
              </a:custGeom>
              <a:grpFill/>
              <a:ln w="317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de-DE"/>
              </a:p>
            </p:txBody>
          </p:sp>
          <p:sp>
            <p:nvSpPr>
              <p:cNvPr id="148" name="Rectangle 30">
                <a:extLst>
                  <a:ext uri="{FF2B5EF4-FFF2-40B4-BE49-F238E27FC236}">
                    <a16:creationId xmlns:a16="http://schemas.microsoft.com/office/drawing/2014/main" id="{330AD8D0-5966-4C26-8AFB-CA0B2A721C6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gray">
              <a:xfrm>
                <a:off x="407965" y="3377421"/>
                <a:ext cx="176160" cy="92244"/>
              </a:xfrm>
              <a:prstGeom prst="rect">
                <a:avLst/>
              </a:prstGeom>
              <a:no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>
                <a:spAutoFit/>
              </a:bodyPr>
              <a:lstStyle/>
              <a:p>
                <a:pPr>
                  <a:spcBef>
                    <a:spcPct val="0"/>
                  </a:spcBef>
                </a:pPr>
                <a:r>
                  <a:rPr lang="en-US" sz="600">
                    <a:solidFill>
                      <a:schemeClr val="tx2"/>
                    </a:solidFill>
                  </a:rPr>
                  <a:t>Paris</a:t>
                </a:r>
              </a:p>
            </p:txBody>
          </p:sp>
          <p:sp>
            <p:nvSpPr>
              <p:cNvPr id="149" name="Rectangle 31">
                <a:extLst>
                  <a:ext uri="{FF2B5EF4-FFF2-40B4-BE49-F238E27FC236}">
                    <a16:creationId xmlns:a16="http://schemas.microsoft.com/office/drawing/2014/main" id="{680E07D2-3108-47CC-8110-BD9127340AF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gray">
              <a:xfrm>
                <a:off x="949269" y="2807107"/>
                <a:ext cx="296270" cy="92244"/>
              </a:xfrm>
              <a:prstGeom prst="rect">
                <a:avLst/>
              </a:prstGeom>
              <a:no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>
                <a:spAutoFit/>
              </a:bodyPr>
              <a:lstStyle/>
              <a:p>
                <a:pPr>
                  <a:spcBef>
                    <a:spcPct val="0"/>
                  </a:spcBef>
                </a:pPr>
                <a:r>
                  <a:rPr lang="en-US" sz="600" dirty="0">
                    <a:solidFill>
                      <a:schemeClr val="tx2"/>
                    </a:solidFill>
                  </a:rPr>
                  <a:t>Brussels</a:t>
                </a:r>
              </a:p>
            </p:txBody>
          </p:sp>
          <p:sp>
            <p:nvSpPr>
              <p:cNvPr id="151" name="Rectangle 38">
                <a:extLst>
                  <a:ext uri="{FF2B5EF4-FFF2-40B4-BE49-F238E27FC236}">
                    <a16:creationId xmlns:a16="http://schemas.microsoft.com/office/drawing/2014/main" id="{A2A1046F-F07E-4F02-A62B-4D356DED8FF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gray">
              <a:xfrm>
                <a:off x="3494841" y="3779728"/>
                <a:ext cx="241820" cy="92244"/>
              </a:xfrm>
              <a:prstGeom prst="rect">
                <a:avLst/>
              </a:prstGeom>
              <a:no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>
                <a:spAutoFit/>
              </a:bodyPr>
              <a:lstStyle/>
              <a:p>
                <a:pPr>
                  <a:spcBef>
                    <a:spcPct val="0"/>
                  </a:spcBef>
                </a:pPr>
                <a:r>
                  <a:rPr lang="en-US" sz="600" dirty="0">
                    <a:solidFill>
                      <a:schemeClr val="tx2"/>
                    </a:solidFill>
                  </a:rPr>
                  <a:t>Vienna</a:t>
                </a:r>
              </a:p>
            </p:txBody>
          </p:sp>
          <p:sp>
            <p:nvSpPr>
              <p:cNvPr id="152" name="Rectangle 39">
                <a:extLst>
                  <a:ext uri="{FF2B5EF4-FFF2-40B4-BE49-F238E27FC236}">
                    <a16:creationId xmlns:a16="http://schemas.microsoft.com/office/drawing/2014/main" id="{B149C76F-BF8C-4B21-9B81-6609E8B2E37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gray">
              <a:xfrm>
                <a:off x="3633241" y="3084738"/>
                <a:ext cx="249827" cy="92244"/>
              </a:xfrm>
              <a:prstGeom prst="rect">
                <a:avLst/>
              </a:prstGeom>
              <a:no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>
                <a:spAutoFit/>
              </a:bodyPr>
              <a:lstStyle/>
              <a:p>
                <a:pPr>
                  <a:spcBef>
                    <a:spcPct val="0"/>
                  </a:spcBef>
                </a:pPr>
                <a:r>
                  <a:rPr lang="en-US" sz="600" dirty="0">
                    <a:solidFill>
                      <a:schemeClr val="tx2"/>
                    </a:solidFill>
                  </a:rPr>
                  <a:t>Prague</a:t>
                </a:r>
              </a:p>
            </p:txBody>
          </p:sp>
          <p:sp>
            <p:nvSpPr>
              <p:cNvPr id="153" name="Rectangle 40">
                <a:extLst>
                  <a:ext uri="{FF2B5EF4-FFF2-40B4-BE49-F238E27FC236}">
                    <a16:creationId xmlns:a16="http://schemas.microsoft.com/office/drawing/2014/main" id="{E9C40B94-2A05-476C-AA60-FE1AD83C020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gray">
              <a:xfrm>
                <a:off x="4419355" y="2112298"/>
                <a:ext cx="278654" cy="92244"/>
              </a:xfrm>
              <a:prstGeom prst="rect">
                <a:avLst/>
              </a:prstGeom>
              <a:no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>
                <a:spAutoFit/>
              </a:bodyPr>
              <a:lstStyle/>
              <a:p>
                <a:pPr>
                  <a:spcBef>
                    <a:spcPct val="0"/>
                  </a:spcBef>
                </a:pPr>
                <a:r>
                  <a:rPr lang="en-US" sz="600" dirty="0">
                    <a:solidFill>
                      <a:schemeClr val="tx2"/>
                    </a:solidFill>
                  </a:rPr>
                  <a:t>Warsaw</a:t>
                </a:r>
              </a:p>
            </p:txBody>
          </p:sp>
          <p:sp>
            <p:nvSpPr>
              <p:cNvPr id="154" name="Rectangle 41">
                <a:extLst>
                  <a:ext uri="{FF2B5EF4-FFF2-40B4-BE49-F238E27FC236}">
                    <a16:creationId xmlns:a16="http://schemas.microsoft.com/office/drawing/2014/main" id="{878D47EC-AB74-4AF7-8FC8-90F0D358295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gray">
              <a:xfrm>
                <a:off x="1898226" y="4285432"/>
                <a:ext cx="163348" cy="92244"/>
              </a:xfrm>
              <a:prstGeom prst="rect">
                <a:avLst/>
              </a:prstGeom>
              <a:no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>
                <a:spAutoFit/>
              </a:bodyPr>
              <a:lstStyle/>
              <a:p>
                <a:pPr>
                  <a:spcBef>
                    <a:spcPct val="0"/>
                  </a:spcBef>
                </a:pPr>
                <a:r>
                  <a:rPr lang="en-US" sz="600">
                    <a:solidFill>
                      <a:schemeClr val="tx2"/>
                    </a:solidFill>
                  </a:rPr>
                  <a:t>Bern</a:t>
                </a:r>
              </a:p>
            </p:txBody>
          </p:sp>
          <p:sp>
            <p:nvSpPr>
              <p:cNvPr id="155" name="Rectangle 43">
                <a:extLst>
                  <a:ext uri="{FF2B5EF4-FFF2-40B4-BE49-F238E27FC236}">
                    <a16:creationId xmlns:a16="http://schemas.microsoft.com/office/drawing/2014/main" id="{AFF5E7BB-2BEB-48D4-82CE-9EA9D0A8383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gray">
              <a:xfrm>
                <a:off x="4345360" y="3719653"/>
                <a:ext cx="339509" cy="92244"/>
              </a:xfrm>
              <a:prstGeom prst="rect">
                <a:avLst/>
              </a:prstGeom>
              <a:no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>
                <a:spAutoFit/>
              </a:bodyPr>
              <a:lstStyle/>
              <a:p>
                <a:pPr>
                  <a:spcBef>
                    <a:spcPct val="0"/>
                  </a:spcBef>
                </a:pPr>
                <a:r>
                  <a:rPr lang="en-US" sz="600">
                    <a:solidFill>
                      <a:schemeClr val="tx2"/>
                    </a:solidFill>
                  </a:rPr>
                  <a:t>Bratislava</a:t>
                </a:r>
              </a:p>
            </p:txBody>
          </p:sp>
          <p:sp>
            <p:nvSpPr>
              <p:cNvPr id="156" name="Rectangle 45">
                <a:extLst>
                  <a:ext uri="{FF2B5EF4-FFF2-40B4-BE49-F238E27FC236}">
                    <a16:creationId xmlns:a16="http://schemas.microsoft.com/office/drawing/2014/main" id="{0C0D06B6-17F3-4F62-A1ED-BAF11FCFA87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gray">
              <a:xfrm>
                <a:off x="4327749" y="3889581"/>
                <a:ext cx="326697" cy="92244"/>
              </a:xfrm>
              <a:prstGeom prst="rect">
                <a:avLst/>
              </a:prstGeom>
              <a:no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>
                <a:spAutoFit/>
              </a:bodyPr>
              <a:lstStyle/>
              <a:p>
                <a:pPr>
                  <a:spcBef>
                    <a:spcPct val="0"/>
                  </a:spcBef>
                </a:pPr>
                <a:r>
                  <a:rPr lang="en-US" sz="600" dirty="0">
                    <a:solidFill>
                      <a:schemeClr val="tx2"/>
                    </a:solidFill>
                  </a:rPr>
                  <a:t>Budapest</a:t>
                </a:r>
              </a:p>
            </p:txBody>
          </p:sp>
          <p:sp>
            <p:nvSpPr>
              <p:cNvPr id="166" name="Oval 65">
                <a:extLst>
                  <a:ext uri="{FF2B5EF4-FFF2-40B4-BE49-F238E27FC236}">
                    <a16:creationId xmlns:a16="http://schemas.microsoft.com/office/drawing/2014/main" id="{26FC4664-4986-43EC-92C2-4068D99DC66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gray">
              <a:xfrm>
                <a:off x="1810308" y="4297560"/>
                <a:ext cx="49649" cy="49649"/>
              </a:xfrm>
              <a:prstGeom prst="ellipse">
                <a:avLst/>
              </a:prstGeom>
              <a:grpFill/>
              <a:ln w="9525" algn="ctr">
                <a:solidFill>
                  <a:schemeClr val="bg1"/>
                </a:solidFill>
                <a:round/>
                <a:headEnd/>
                <a:tailEnd/>
              </a:ln>
              <a:effectLst>
                <a:outerShdw blurRad="38100" sx="103000" sy="103000" algn="tl" rotWithShape="0">
                  <a:prstClr val="black">
                    <a:alpha val="60000"/>
                  </a:prstClr>
                </a:outerShdw>
              </a:effectLst>
            </p:spPr>
            <p:txBody>
              <a:bodyPr wrap="none" lIns="0" tIns="0" rIns="0" bIns="0" anchor="ctr"/>
              <a:lstStyle/>
              <a:p>
                <a:endParaRPr lang="en-US" sz="800"/>
              </a:p>
            </p:txBody>
          </p:sp>
          <p:sp>
            <p:nvSpPr>
              <p:cNvPr id="167" name="Oval 66">
                <a:extLst>
                  <a:ext uri="{FF2B5EF4-FFF2-40B4-BE49-F238E27FC236}">
                    <a16:creationId xmlns:a16="http://schemas.microsoft.com/office/drawing/2014/main" id="{18F9FAB1-0BB1-4FCF-8C92-B2057487C7F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gray">
              <a:xfrm>
                <a:off x="315781" y="3395312"/>
                <a:ext cx="49649" cy="49649"/>
              </a:xfrm>
              <a:prstGeom prst="ellipse">
                <a:avLst/>
              </a:prstGeom>
              <a:grpFill/>
              <a:ln w="9525" algn="ctr">
                <a:solidFill>
                  <a:schemeClr val="bg1"/>
                </a:solidFill>
                <a:round/>
                <a:headEnd/>
                <a:tailEnd/>
              </a:ln>
              <a:effectLst>
                <a:outerShdw blurRad="38100" sx="103000" sy="103000" algn="tl" rotWithShape="0">
                  <a:prstClr val="black">
                    <a:alpha val="60000"/>
                  </a:prstClr>
                </a:outerShdw>
              </a:effectLst>
            </p:spPr>
            <p:txBody>
              <a:bodyPr wrap="none" lIns="0" tIns="0" rIns="0" bIns="0" anchor="ctr"/>
              <a:lstStyle/>
              <a:p>
                <a:endParaRPr lang="en-US" sz="800"/>
              </a:p>
            </p:txBody>
          </p:sp>
          <p:sp>
            <p:nvSpPr>
              <p:cNvPr id="168" name="Oval 67">
                <a:extLst>
                  <a:ext uri="{FF2B5EF4-FFF2-40B4-BE49-F238E27FC236}">
                    <a16:creationId xmlns:a16="http://schemas.microsoft.com/office/drawing/2014/main" id="{496F4B1A-596A-4866-ADDE-EF9D756EA8A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gray">
              <a:xfrm>
                <a:off x="856208" y="2821469"/>
                <a:ext cx="49649" cy="49649"/>
              </a:xfrm>
              <a:prstGeom prst="ellipse">
                <a:avLst/>
              </a:prstGeom>
              <a:grpFill/>
              <a:ln w="9525" algn="ctr">
                <a:solidFill>
                  <a:schemeClr val="bg1"/>
                </a:solidFill>
                <a:round/>
                <a:headEnd/>
                <a:tailEnd/>
              </a:ln>
              <a:effectLst>
                <a:outerShdw blurRad="38100" sx="103000" sy="103000" algn="tl" rotWithShape="0">
                  <a:prstClr val="black">
                    <a:alpha val="60000"/>
                  </a:prstClr>
                </a:outerShdw>
              </a:effectLst>
            </p:spPr>
            <p:txBody>
              <a:bodyPr wrap="none" lIns="0" tIns="0" rIns="0" bIns="0" anchor="ctr"/>
              <a:lstStyle/>
              <a:p>
                <a:endParaRPr lang="en-US" sz="800"/>
              </a:p>
            </p:txBody>
          </p:sp>
          <p:sp>
            <p:nvSpPr>
              <p:cNvPr id="177" name="Oval 76">
                <a:extLst>
                  <a:ext uri="{FF2B5EF4-FFF2-40B4-BE49-F238E27FC236}">
                    <a16:creationId xmlns:a16="http://schemas.microsoft.com/office/drawing/2014/main" id="{BFA3F0B9-0313-41B1-8E02-5D49E0D1822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gray">
              <a:xfrm>
                <a:off x="4800516" y="2139309"/>
                <a:ext cx="49649" cy="49649"/>
              </a:xfrm>
              <a:prstGeom prst="ellipse">
                <a:avLst/>
              </a:prstGeom>
              <a:grpFill/>
              <a:ln w="9525" algn="ctr">
                <a:solidFill>
                  <a:schemeClr val="bg1"/>
                </a:solidFill>
                <a:round/>
                <a:headEnd/>
                <a:tailEnd/>
              </a:ln>
              <a:effectLst>
                <a:outerShdw blurRad="38100" sx="103000" sy="103000" algn="tl" rotWithShape="0">
                  <a:prstClr val="black">
                    <a:alpha val="60000"/>
                  </a:prstClr>
                </a:outerShdw>
              </a:effectLst>
            </p:spPr>
            <p:txBody>
              <a:bodyPr wrap="none" lIns="0" tIns="0" rIns="0" bIns="0" anchor="ctr"/>
              <a:lstStyle/>
              <a:p>
                <a:endParaRPr lang="en-US" sz="800"/>
              </a:p>
            </p:txBody>
          </p:sp>
          <p:sp>
            <p:nvSpPr>
              <p:cNvPr id="178" name="Oval 77">
                <a:extLst>
                  <a:ext uri="{FF2B5EF4-FFF2-40B4-BE49-F238E27FC236}">
                    <a16:creationId xmlns:a16="http://schemas.microsoft.com/office/drawing/2014/main" id="{9729214D-BF11-4BE7-A38C-91BBF76E67F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gray">
              <a:xfrm>
                <a:off x="3537599" y="3099169"/>
                <a:ext cx="49649" cy="49649"/>
              </a:xfrm>
              <a:prstGeom prst="ellipse">
                <a:avLst/>
              </a:prstGeom>
              <a:grpFill/>
              <a:ln w="9525" algn="ctr">
                <a:solidFill>
                  <a:schemeClr val="bg1"/>
                </a:solidFill>
                <a:round/>
                <a:headEnd/>
                <a:tailEnd/>
              </a:ln>
              <a:effectLst>
                <a:outerShdw blurRad="38100" sx="103000" sy="103000" algn="tl" rotWithShape="0">
                  <a:prstClr val="black">
                    <a:alpha val="60000"/>
                  </a:prstClr>
                </a:outerShdw>
              </a:effectLst>
            </p:spPr>
            <p:txBody>
              <a:bodyPr wrap="none" lIns="0" tIns="0" rIns="0" bIns="0" anchor="ctr"/>
              <a:lstStyle/>
              <a:p>
                <a:endParaRPr lang="en-US" sz="800"/>
              </a:p>
            </p:txBody>
          </p:sp>
          <p:sp>
            <p:nvSpPr>
              <p:cNvPr id="179" name="Oval 78">
                <a:extLst>
                  <a:ext uri="{FF2B5EF4-FFF2-40B4-BE49-F238E27FC236}">
                    <a16:creationId xmlns:a16="http://schemas.microsoft.com/office/drawing/2014/main" id="{6B945A47-011A-4219-98A3-F538C002E12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gray">
              <a:xfrm>
                <a:off x="3840654" y="3814746"/>
                <a:ext cx="49649" cy="49649"/>
              </a:xfrm>
              <a:prstGeom prst="ellipse">
                <a:avLst/>
              </a:prstGeom>
              <a:grpFill/>
              <a:ln w="9525" algn="ctr">
                <a:solidFill>
                  <a:schemeClr val="bg1"/>
                </a:solidFill>
                <a:round/>
                <a:headEnd/>
                <a:tailEnd/>
              </a:ln>
              <a:effectLst>
                <a:outerShdw blurRad="38100" sx="103000" sy="103000" algn="tl" rotWithShape="0">
                  <a:prstClr val="black">
                    <a:alpha val="60000"/>
                  </a:prstClr>
                </a:outerShdw>
              </a:effectLst>
            </p:spPr>
            <p:txBody>
              <a:bodyPr wrap="none" lIns="0" tIns="0" rIns="0" bIns="0" anchor="ctr"/>
              <a:lstStyle/>
              <a:p>
                <a:endParaRPr lang="en-US" sz="800"/>
              </a:p>
            </p:txBody>
          </p:sp>
          <p:sp>
            <p:nvSpPr>
              <p:cNvPr id="180" name="Oval 79">
                <a:extLst>
                  <a:ext uri="{FF2B5EF4-FFF2-40B4-BE49-F238E27FC236}">
                    <a16:creationId xmlns:a16="http://schemas.microsoft.com/office/drawing/2014/main" id="{01B7E39F-8914-45EE-AC1D-A335BF17DBE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gray">
              <a:xfrm>
                <a:off x="4253175" y="3737543"/>
                <a:ext cx="49649" cy="49649"/>
              </a:xfrm>
              <a:prstGeom prst="ellipse">
                <a:avLst/>
              </a:prstGeom>
              <a:grpFill/>
              <a:ln w="9525" algn="ctr">
                <a:solidFill>
                  <a:schemeClr val="bg1"/>
                </a:solidFill>
                <a:round/>
                <a:headEnd/>
                <a:tailEnd/>
              </a:ln>
              <a:effectLst>
                <a:outerShdw blurRad="38100" sx="103000" sy="103000" algn="tl" rotWithShape="0">
                  <a:prstClr val="black">
                    <a:alpha val="60000"/>
                  </a:prstClr>
                </a:outerShdw>
              </a:effectLst>
            </p:spPr>
            <p:txBody>
              <a:bodyPr wrap="none" lIns="0" tIns="0" rIns="0" bIns="0" anchor="ctr"/>
              <a:lstStyle/>
              <a:p>
                <a:endParaRPr lang="en-US" sz="800"/>
              </a:p>
            </p:txBody>
          </p:sp>
          <p:sp>
            <p:nvSpPr>
              <p:cNvPr id="181" name="Oval 80">
                <a:extLst>
                  <a:ext uri="{FF2B5EF4-FFF2-40B4-BE49-F238E27FC236}">
                    <a16:creationId xmlns:a16="http://schemas.microsoft.com/office/drawing/2014/main" id="{4EDC3A91-2FB3-42E0-9316-6C3C2A4433A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gray">
              <a:xfrm>
                <a:off x="4787884" y="3918490"/>
                <a:ext cx="49649" cy="49649"/>
              </a:xfrm>
              <a:prstGeom prst="ellipse">
                <a:avLst/>
              </a:prstGeom>
              <a:grpFill/>
              <a:ln w="9525" algn="ctr">
                <a:solidFill>
                  <a:schemeClr val="bg1"/>
                </a:solidFill>
                <a:round/>
                <a:headEnd/>
                <a:tailEnd/>
              </a:ln>
              <a:effectLst>
                <a:outerShdw blurRad="38100" sx="103000" sy="103000" algn="tl" rotWithShape="0">
                  <a:prstClr val="black">
                    <a:alpha val="60000"/>
                  </a:prstClr>
                </a:outerShdw>
              </a:effectLst>
            </p:spPr>
            <p:txBody>
              <a:bodyPr wrap="none" lIns="0" tIns="0" rIns="0" bIns="0" anchor="ctr"/>
              <a:lstStyle/>
              <a:p>
                <a:endParaRPr lang="en-US" sz="800"/>
              </a:p>
            </p:txBody>
          </p:sp>
        </p:grpSp>
      </p:grpSp>
      <p:grpSp>
        <p:nvGrpSpPr>
          <p:cNvPr id="230" name="Gruppieren 229">
            <a:extLst>
              <a:ext uri="{FF2B5EF4-FFF2-40B4-BE49-F238E27FC236}">
                <a16:creationId xmlns:a16="http://schemas.microsoft.com/office/drawing/2014/main" id="{5B1FADC2-C3AB-4A1D-BC34-A7651DE73202}"/>
              </a:ext>
            </a:extLst>
          </p:cNvPr>
          <p:cNvGrpSpPr/>
          <p:nvPr userDrawn="1"/>
        </p:nvGrpSpPr>
        <p:grpSpPr>
          <a:xfrm>
            <a:off x="1030316" y="999798"/>
            <a:ext cx="2275472" cy="3083711"/>
            <a:chOff x="1030316" y="1012498"/>
            <a:chExt cx="2275472" cy="3083711"/>
          </a:xfrm>
          <a:solidFill>
            <a:schemeClr val="bg1">
              <a:alpha val="60000"/>
            </a:schemeClr>
          </a:solidFill>
        </p:grpSpPr>
        <p:sp>
          <p:nvSpPr>
            <p:cNvPr id="144" name="Freeform 177">
              <a:extLst>
                <a:ext uri="{FF2B5EF4-FFF2-40B4-BE49-F238E27FC236}">
                  <a16:creationId xmlns:a16="http://schemas.microsoft.com/office/drawing/2014/main" id="{BFDAACA5-8635-4F77-89D8-B448D210641E}"/>
                </a:ext>
              </a:extLst>
            </p:cNvPr>
            <p:cNvSpPr>
              <a:spLocks noEditPoints="1"/>
            </p:cNvSpPr>
            <p:nvPr userDrawn="1"/>
          </p:nvSpPr>
          <p:spPr bwMode="gray">
            <a:xfrm>
              <a:off x="1030316" y="1012498"/>
              <a:ext cx="2275472" cy="3083711"/>
            </a:xfrm>
            <a:custGeom>
              <a:avLst/>
              <a:gdLst/>
              <a:ahLst/>
              <a:cxnLst>
                <a:cxn ang="0">
                  <a:pos x="1015" y="4337"/>
                </a:cxn>
                <a:cxn ang="0">
                  <a:pos x="1029" y="4312"/>
                </a:cxn>
                <a:cxn ang="0">
                  <a:pos x="1438" y="4370"/>
                </a:cxn>
                <a:cxn ang="0">
                  <a:pos x="1667" y="4489"/>
                </a:cxn>
                <a:cxn ang="0">
                  <a:pos x="1886" y="4459"/>
                </a:cxn>
                <a:cxn ang="0">
                  <a:pos x="2249" y="4352"/>
                </a:cxn>
                <a:cxn ang="0">
                  <a:pos x="2530" y="4336"/>
                </a:cxn>
                <a:cxn ang="0">
                  <a:pos x="2610" y="4218"/>
                </a:cxn>
                <a:cxn ang="0">
                  <a:pos x="2796" y="3841"/>
                </a:cxn>
                <a:cxn ang="0">
                  <a:pos x="2726" y="3537"/>
                </a:cxn>
                <a:cxn ang="0">
                  <a:pos x="2400" y="3175"/>
                </a:cxn>
                <a:cxn ang="0">
                  <a:pos x="2321" y="2861"/>
                </a:cxn>
                <a:cxn ang="0">
                  <a:pos x="2657" y="2750"/>
                </a:cxn>
                <a:cxn ang="0">
                  <a:pos x="2946" y="2588"/>
                </a:cxn>
                <a:cxn ang="0">
                  <a:pos x="3163" y="2453"/>
                </a:cxn>
                <a:cxn ang="0">
                  <a:pos x="3356" y="2322"/>
                </a:cxn>
                <a:cxn ang="0">
                  <a:pos x="3226" y="1788"/>
                </a:cxn>
                <a:cxn ang="0">
                  <a:pos x="3107" y="1245"/>
                </a:cxn>
                <a:cxn ang="0">
                  <a:pos x="3058" y="818"/>
                </a:cxn>
                <a:cxn ang="0">
                  <a:pos x="2891" y="634"/>
                </a:cxn>
                <a:cxn ang="0">
                  <a:pos x="2760" y="555"/>
                </a:cxn>
                <a:cxn ang="0">
                  <a:pos x="2619" y="394"/>
                </a:cxn>
                <a:cxn ang="0">
                  <a:pos x="2456" y="439"/>
                </a:cxn>
                <a:cxn ang="0">
                  <a:pos x="2411" y="428"/>
                </a:cxn>
                <a:cxn ang="0">
                  <a:pos x="2447" y="383"/>
                </a:cxn>
                <a:cxn ang="0">
                  <a:pos x="2196" y="575"/>
                </a:cxn>
                <a:cxn ang="0">
                  <a:pos x="2060" y="668"/>
                </a:cxn>
                <a:cxn ang="0">
                  <a:pos x="2011" y="700"/>
                </a:cxn>
                <a:cxn ang="0">
                  <a:pos x="1837" y="612"/>
                </a:cxn>
                <a:cxn ang="0">
                  <a:pos x="1819" y="458"/>
                </a:cxn>
                <a:cxn ang="0">
                  <a:pos x="1570" y="448"/>
                </a:cxn>
                <a:cxn ang="0">
                  <a:pos x="1529" y="280"/>
                </a:cxn>
                <a:cxn ang="0">
                  <a:pos x="1379" y="334"/>
                </a:cxn>
                <a:cxn ang="0">
                  <a:pos x="1480" y="166"/>
                </a:cxn>
                <a:cxn ang="0">
                  <a:pos x="1168" y="118"/>
                </a:cxn>
                <a:cxn ang="0">
                  <a:pos x="945" y="10"/>
                </a:cxn>
                <a:cxn ang="0">
                  <a:pos x="908" y="123"/>
                </a:cxn>
                <a:cxn ang="0">
                  <a:pos x="1103" y="314"/>
                </a:cxn>
                <a:cxn ang="0">
                  <a:pos x="1036" y="444"/>
                </a:cxn>
                <a:cxn ang="0">
                  <a:pos x="1122" y="580"/>
                </a:cxn>
                <a:cxn ang="0">
                  <a:pos x="1272" y="790"/>
                </a:cxn>
                <a:cxn ang="0">
                  <a:pos x="941" y="944"/>
                </a:cxn>
                <a:cxn ang="0">
                  <a:pos x="839" y="932"/>
                </a:cxn>
                <a:cxn ang="0">
                  <a:pos x="468" y="906"/>
                </a:cxn>
                <a:cxn ang="0">
                  <a:pos x="494" y="1156"/>
                </a:cxn>
                <a:cxn ang="0">
                  <a:pos x="335" y="1600"/>
                </a:cxn>
                <a:cxn ang="0">
                  <a:pos x="271" y="1938"/>
                </a:cxn>
                <a:cxn ang="0">
                  <a:pos x="69" y="2068"/>
                </a:cxn>
                <a:cxn ang="0">
                  <a:pos x="74" y="2400"/>
                </a:cxn>
                <a:cxn ang="0">
                  <a:pos x="61" y="2599"/>
                </a:cxn>
                <a:cxn ang="0">
                  <a:pos x="120" y="2936"/>
                </a:cxn>
                <a:cxn ang="0">
                  <a:pos x="191" y="3293"/>
                </a:cxn>
                <a:cxn ang="0">
                  <a:pos x="398" y="3479"/>
                </a:cxn>
                <a:cxn ang="0">
                  <a:pos x="676" y="3568"/>
                </a:cxn>
                <a:cxn ang="0">
                  <a:pos x="745" y="3782"/>
                </a:cxn>
                <a:cxn ang="0">
                  <a:pos x="617" y="4303"/>
                </a:cxn>
                <a:cxn ang="0">
                  <a:pos x="2556" y="798"/>
                </a:cxn>
                <a:cxn ang="0">
                  <a:pos x="2448" y="864"/>
                </a:cxn>
                <a:cxn ang="0">
                  <a:pos x="2342" y="1015"/>
                </a:cxn>
                <a:cxn ang="0">
                  <a:pos x="1997" y="4223"/>
                </a:cxn>
                <a:cxn ang="0">
                  <a:pos x="1664" y="606"/>
                </a:cxn>
                <a:cxn ang="0">
                  <a:pos x="1340" y="4344"/>
                </a:cxn>
              </a:cxnLst>
              <a:rect l="0" t="0" r="r" b="b"/>
              <a:pathLst>
                <a:path w="3356" h="4548">
                  <a:moveTo>
                    <a:pt x="656" y="4370"/>
                  </a:moveTo>
                  <a:cubicBezTo>
                    <a:pt x="669" y="4370"/>
                    <a:pt x="669" y="4370"/>
                    <a:pt x="669" y="4370"/>
                  </a:cubicBezTo>
                  <a:cubicBezTo>
                    <a:pt x="667" y="4386"/>
                    <a:pt x="667" y="4386"/>
                    <a:pt x="667" y="4386"/>
                  </a:cubicBezTo>
                  <a:cubicBezTo>
                    <a:pt x="656" y="4395"/>
                    <a:pt x="656" y="4395"/>
                    <a:pt x="656" y="4395"/>
                  </a:cubicBezTo>
                  <a:cubicBezTo>
                    <a:pt x="674" y="4406"/>
                    <a:pt x="674" y="4406"/>
                    <a:pt x="674" y="4406"/>
                  </a:cubicBezTo>
                  <a:cubicBezTo>
                    <a:pt x="707" y="4392"/>
                    <a:pt x="707" y="4392"/>
                    <a:pt x="707" y="4392"/>
                  </a:cubicBezTo>
                  <a:cubicBezTo>
                    <a:pt x="717" y="4377"/>
                    <a:pt x="717" y="4377"/>
                    <a:pt x="717" y="4377"/>
                  </a:cubicBezTo>
                  <a:cubicBezTo>
                    <a:pt x="743" y="4378"/>
                    <a:pt x="743" y="4378"/>
                    <a:pt x="743" y="4378"/>
                  </a:cubicBezTo>
                  <a:cubicBezTo>
                    <a:pt x="754" y="4394"/>
                    <a:pt x="754" y="4394"/>
                    <a:pt x="754" y="4394"/>
                  </a:cubicBezTo>
                  <a:cubicBezTo>
                    <a:pt x="817" y="4394"/>
                    <a:pt x="817" y="4394"/>
                    <a:pt x="817" y="4394"/>
                  </a:cubicBezTo>
                  <a:cubicBezTo>
                    <a:pt x="828" y="4376"/>
                    <a:pt x="828" y="4376"/>
                    <a:pt x="828" y="4376"/>
                  </a:cubicBezTo>
                  <a:cubicBezTo>
                    <a:pt x="843" y="4372"/>
                    <a:pt x="843" y="4372"/>
                    <a:pt x="843" y="4372"/>
                  </a:cubicBezTo>
                  <a:cubicBezTo>
                    <a:pt x="859" y="4357"/>
                    <a:pt x="859" y="4357"/>
                    <a:pt x="859" y="4357"/>
                  </a:cubicBezTo>
                  <a:cubicBezTo>
                    <a:pt x="868" y="4369"/>
                    <a:pt x="868" y="4369"/>
                    <a:pt x="868" y="4369"/>
                  </a:cubicBezTo>
                  <a:cubicBezTo>
                    <a:pt x="871" y="4363"/>
                    <a:pt x="871" y="4363"/>
                    <a:pt x="871" y="4363"/>
                  </a:cubicBezTo>
                  <a:cubicBezTo>
                    <a:pt x="891" y="4365"/>
                    <a:pt x="891" y="4365"/>
                    <a:pt x="891" y="4365"/>
                  </a:cubicBezTo>
                  <a:cubicBezTo>
                    <a:pt x="903" y="4382"/>
                    <a:pt x="903" y="4382"/>
                    <a:pt x="903" y="4382"/>
                  </a:cubicBezTo>
                  <a:cubicBezTo>
                    <a:pt x="935" y="4384"/>
                    <a:pt x="935" y="4384"/>
                    <a:pt x="935" y="4384"/>
                  </a:cubicBezTo>
                  <a:cubicBezTo>
                    <a:pt x="944" y="4382"/>
                    <a:pt x="944" y="4382"/>
                    <a:pt x="944" y="4382"/>
                  </a:cubicBezTo>
                  <a:cubicBezTo>
                    <a:pt x="953" y="4389"/>
                    <a:pt x="953" y="4389"/>
                    <a:pt x="953" y="4389"/>
                  </a:cubicBezTo>
                  <a:cubicBezTo>
                    <a:pt x="959" y="4388"/>
                    <a:pt x="959" y="4388"/>
                    <a:pt x="959" y="4388"/>
                  </a:cubicBezTo>
                  <a:cubicBezTo>
                    <a:pt x="968" y="4381"/>
                    <a:pt x="968" y="4381"/>
                    <a:pt x="968" y="4381"/>
                  </a:cubicBezTo>
                  <a:cubicBezTo>
                    <a:pt x="963" y="4371"/>
                    <a:pt x="963" y="4371"/>
                    <a:pt x="963" y="4371"/>
                  </a:cubicBezTo>
                  <a:cubicBezTo>
                    <a:pt x="971" y="4359"/>
                    <a:pt x="971" y="4359"/>
                    <a:pt x="971" y="4359"/>
                  </a:cubicBezTo>
                  <a:cubicBezTo>
                    <a:pt x="979" y="4349"/>
                    <a:pt x="979" y="4349"/>
                    <a:pt x="979" y="4349"/>
                  </a:cubicBezTo>
                  <a:cubicBezTo>
                    <a:pt x="995" y="4359"/>
                    <a:pt x="995" y="4359"/>
                    <a:pt x="995" y="4359"/>
                  </a:cubicBezTo>
                  <a:cubicBezTo>
                    <a:pt x="997" y="4372"/>
                    <a:pt x="997" y="4372"/>
                    <a:pt x="997" y="4372"/>
                  </a:cubicBezTo>
                  <a:cubicBezTo>
                    <a:pt x="1007" y="4363"/>
                    <a:pt x="1007" y="4363"/>
                    <a:pt x="1007" y="4363"/>
                  </a:cubicBezTo>
                  <a:cubicBezTo>
                    <a:pt x="1006" y="4353"/>
                    <a:pt x="1006" y="4353"/>
                    <a:pt x="1006" y="4353"/>
                  </a:cubicBezTo>
                  <a:cubicBezTo>
                    <a:pt x="1011" y="4345"/>
                    <a:pt x="1011" y="4345"/>
                    <a:pt x="1011" y="4345"/>
                  </a:cubicBezTo>
                  <a:cubicBezTo>
                    <a:pt x="1015" y="4337"/>
                    <a:pt x="1015" y="4337"/>
                    <a:pt x="1015" y="4337"/>
                  </a:cubicBezTo>
                  <a:cubicBezTo>
                    <a:pt x="1007" y="4332"/>
                    <a:pt x="1007" y="4332"/>
                    <a:pt x="1007" y="4332"/>
                  </a:cubicBezTo>
                  <a:cubicBezTo>
                    <a:pt x="1000" y="4334"/>
                    <a:pt x="1000" y="4334"/>
                    <a:pt x="1000" y="4334"/>
                  </a:cubicBezTo>
                  <a:cubicBezTo>
                    <a:pt x="993" y="4330"/>
                    <a:pt x="993" y="4330"/>
                    <a:pt x="993" y="4330"/>
                  </a:cubicBezTo>
                  <a:cubicBezTo>
                    <a:pt x="985" y="4334"/>
                    <a:pt x="985" y="4334"/>
                    <a:pt x="985" y="4334"/>
                  </a:cubicBezTo>
                  <a:cubicBezTo>
                    <a:pt x="977" y="4343"/>
                    <a:pt x="977" y="4343"/>
                    <a:pt x="977" y="4343"/>
                  </a:cubicBezTo>
                  <a:cubicBezTo>
                    <a:pt x="958" y="4346"/>
                    <a:pt x="958" y="4346"/>
                    <a:pt x="958" y="4346"/>
                  </a:cubicBezTo>
                  <a:cubicBezTo>
                    <a:pt x="958" y="4338"/>
                    <a:pt x="958" y="4338"/>
                    <a:pt x="958" y="4338"/>
                  </a:cubicBezTo>
                  <a:cubicBezTo>
                    <a:pt x="934" y="4329"/>
                    <a:pt x="934" y="4329"/>
                    <a:pt x="934" y="4329"/>
                  </a:cubicBezTo>
                  <a:cubicBezTo>
                    <a:pt x="940" y="4324"/>
                    <a:pt x="940" y="4324"/>
                    <a:pt x="940" y="4324"/>
                  </a:cubicBezTo>
                  <a:cubicBezTo>
                    <a:pt x="934" y="4316"/>
                    <a:pt x="934" y="4316"/>
                    <a:pt x="934" y="4316"/>
                  </a:cubicBezTo>
                  <a:cubicBezTo>
                    <a:pt x="951" y="4303"/>
                    <a:pt x="951" y="4303"/>
                    <a:pt x="951" y="4303"/>
                  </a:cubicBezTo>
                  <a:cubicBezTo>
                    <a:pt x="950" y="4290"/>
                    <a:pt x="950" y="4290"/>
                    <a:pt x="950" y="4290"/>
                  </a:cubicBezTo>
                  <a:cubicBezTo>
                    <a:pt x="963" y="4275"/>
                    <a:pt x="963" y="4275"/>
                    <a:pt x="963" y="4275"/>
                  </a:cubicBezTo>
                  <a:cubicBezTo>
                    <a:pt x="994" y="4272"/>
                    <a:pt x="994" y="4272"/>
                    <a:pt x="994" y="4272"/>
                  </a:cubicBezTo>
                  <a:cubicBezTo>
                    <a:pt x="995" y="4259"/>
                    <a:pt x="995" y="4259"/>
                    <a:pt x="995" y="4259"/>
                  </a:cubicBezTo>
                  <a:cubicBezTo>
                    <a:pt x="1010" y="4260"/>
                    <a:pt x="1010" y="4260"/>
                    <a:pt x="1010" y="4260"/>
                  </a:cubicBezTo>
                  <a:cubicBezTo>
                    <a:pt x="1014" y="4281"/>
                    <a:pt x="1014" y="4281"/>
                    <a:pt x="1014" y="4281"/>
                  </a:cubicBezTo>
                  <a:cubicBezTo>
                    <a:pt x="1022" y="4281"/>
                    <a:pt x="1022" y="4281"/>
                    <a:pt x="1022" y="4281"/>
                  </a:cubicBezTo>
                  <a:cubicBezTo>
                    <a:pt x="1027" y="4261"/>
                    <a:pt x="1027" y="4261"/>
                    <a:pt x="1027" y="4261"/>
                  </a:cubicBezTo>
                  <a:cubicBezTo>
                    <a:pt x="1035" y="4268"/>
                    <a:pt x="1035" y="4268"/>
                    <a:pt x="1035" y="4268"/>
                  </a:cubicBezTo>
                  <a:cubicBezTo>
                    <a:pt x="1038" y="4283"/>
                    <a:pt x="1038" y="4283"/>
                    <a:pt x="1038" y="4283"/>
                  </a:cubicBezTo>
                  <a:cubicBezTo>
                    <a:pt x="1052" y="4280"/>
                    <a:pt x="1052" y="4280"/>
                    <a:pt x="1052" y="4280"/>
                  </a:cubicBezTo>
                  <a:cubicBezTo>
                    <a:pt x="1057" y="4288"/>
                    <a:pt x="1057" y="4288"/>
                    <a:pt x="1057" y="4288"/>
                  </a:cubicBezTo>
                  <a:cubicBezTo>
                    <a:pt x="1048" y="4298"/>
                    <a:pt x="1048" y="4298"/>
                    <a:pt x="1048" y="4298"/>
                  </a:cubicBezTo>
                  <a:cubicBezTo>
                    <a:pt x="1049" y="4303"/>
                    <a:pt x="1049" y="4303"/>
                    <a:pt x="1049" y="4303"/>
                  </a:cubicBezTo>
                  <a:cubicBezTo>
                    <a:pt x="1055" y="4305"/>
                    <a:pt x="1055" y="4305"/>
                    <a:pt x="1055" y="4305"/>
                  </a:cubicBezTo>
                  <a:cubicBezTo>
                    <a:pt x="1054" y="4313"/>
                    <a:pt x="1054" y="4313"/>
                    <a:pt x="1054" y="4313"/>
                  </a:cubicBezTo>
                  <a:cubicBezTo>
                    <a:pt x="1046" y="4312"/>
                    <a:pt x="1046" y="4312"/>
                    <a:pt x="1046" y="4312"/>
                  </a:cubicBezTo>
                  <a:cubicBezTo>
                    <a:pt x="1043" y="4307"/>
                    <a:pt x="1043" y="4307"/>
                    <a:pt x="1043" y="4307"/>
                  </a:cubicBezTo>
                  <a:cubicBezTo>
                    <a:pt x="1035" y="4306"/>
                    <a:pt x="1035" y="4306"/>
                    <a:pt x="1035" y="4306"/>
                  </a:cubicBezTo>
                  <a:cubicBezTo>
                    <a:pt x="1029" y="4312"/>
                    <a:pt x="1029" y="4312"/>
                    <a:pt x="1029" y="4312"/>
                  </a:cubicBezTo>
                  <a:cubicBezTo>
                    <a:pt x="1035" y="4321"/>
                    <a:pt x="1035" y="4321"/>
                    <a:pt x="1035" y="4321"/>
                  </a:cubicBezTo>
                  <a:cubicBezTo>
                    <a:pt x="1052" y="4319"/>
                    <a:pt x="1052" y="4319"/>
                    <a:pt x="1052" y="4319"/>
                  </a:cubicBezTo>
                  <a:cubicBezTo>
                    <a:pt x="1067" y="4324"/>
                    <a:pt x="1067" y="4324"/>
                    <a:pt x="1067" y="4324"/>
                  </a:cubicBezTo>
                  <a:cubicBezTo>
                    <a:pt x="1079" y="4328"/>
                    <a:pt x="1079" y="4328"/>
                    <a:pt x="1079" y="4328"/>
                  </a:cubicBezTo>
                  <a:cubicBezTo>
                    <a:pt x="1081" y="4322"/>
                    <a:pt x="1081" y="4322"/>
                    <a:pt x="1081" y="4322"/>
                  </a:cubicBezTo>
                  <a:cubicBezTo>
                    <a:pt x="1070" y="4312"/>
                    <a:pt x="1070" y="4312"/>
                    <a:pt x="1070" y="4312"/>
                  </a:cubicBezTo>
                  <a:cubicBezTo>
                    <a:pt x="1068" y="4303"/>
                    <a:pt x="1068" y="4303"/>
                    <a:pt x="1068" y="4303"/>
                  </a:cubicBezTo>
                  <a:cubicBezTo>
                    <a:pt x="1080" y="4295"/>
                    <a:pt x="1080" y="4295"/>
                    <a:pt x="1080" y="4295"/>
                  </a:cubicBezTo>
                  <a:cubicBezTo>
                    <a:pt x="1090" y="4309"/>
                    <a:pt x="1090" y="4309"/>
                    <a:pt x="1090" y="4309"/>
                  </a:cubicBezTo>
                  <a:cubicBezTo>
                    <a:pt x="1095" y="4310"/>
                    <a:pt x="1095" y="4310"/>
                    <a:pt x="1095" y="4310"/>
                  </a:cubicBezTo>
                  <a:cubicBezTo>
                    <a:pt x="1107" y="4313"/>
                    <a:pt x="1107" y="4313"/>
                    <a:pt x="1107" y="4313"/>
                  </a:cubicBezTo>
                  <a:cubicBezTo>
                    <a:pt x="1099" y="4326"/>
                    <a:pt x="1099" y="4326"/>
                    <a:pt x="1099" y="4326"/>
                  </a:cubicBezTo>
                  <a:cubicBezTo>
                    <a:pt x="1114" y="4344"/>
                    <a:pt x="1114" y="4344"/>
                    <a:pt x="1114" y="4344"/>
                  </a:cubicBezTo>
                  <a:cubicBezTo>
                    <a:pt x="1130" y="4338"/>
                    <a:pt x="1130" y="4338"/>
                    <a:pt x="1130" y="4338"/>
                  </a:cubicBezTo>
                  <a:cubicBezTo>
                    <a:pt x="1147" y="4326"/>
                    <a:pt x="1147" y="4326"/>
                    <a:pt x="1147" y="4326"/>
                  </a:cubicBezTo>
                  <a:cubicBezTo>
                    <a:pt x="1165" y="4321"/>
                    <a:pt x="1165" y="4321"/>
                    <a:pt x="1165" y="4321"/>
                  </a:cubicBezTo>
                  <a:cubicBezTo>
                    <a:pt x="1163" y="4308"/>
                    <a:pt x="1163" y="4308"/>
                    <a:pt x="1163" y="4308"/>
                  </a:cubicBezTo>
                  <a:cubicBezTo>
                    <a:pt x="1177" y="4305"/>
                    <a:pt x="1177" y="4305"/>
                    <a:pt x="1177" y="4305"/>
                  </a:cubicBezTo>
                  <a:cubicBezTo>
                    <a:pt x="1175" y="4299"/>
                    <a:pt x="1175" y="4299"/>
                    <a:pt x="1175" y="4299"/>
                  </a:cubicBezTo>
                  <a:cubicBezTo>
                    <a:pt x="1187" y="4311"/>
                    <a:pt x="1187" y="4311"/>
                    <a:pt x="1187" y="4311"/>
                  </a:cubicBezTo>
                  <a:cubicBezTo>
                    <a:pt x="1206" y="4329"/>
                    <a:pt x="1206" y="4329"/>
                    <a:pt x="1206" y="4329"/>
                  </a:cubicBezTo>
                  <a:cubicBezTo>
                    <a:pt x="1256" y="4347"/>
                    <a:pt x="1256" y="4347"/>
                    <a:pt x="1256" y="4347"/>
                  </a:cubicBezTo>
                  <a:cubicBezTo>
                    <a:pt x="1272" y="4350"/>
                    <a:pt x="1272" y="4350"/>
                    <a:pt x="1272" y="4350"/>
                  </a:cubicBezTo>
                  <a:cubicBezTo>
                    <a:pt x="1289" y="4372"/>
                    <a:pt x="1289" y="4372"/>
                    <a:pt x="1289" y="4372"/>
                  </a:cubicBezTo>
                  <a:cubicBezTo>
                    <a:pt x="1336" y="4391"/>
                    <a:pt x="1336" y="4391"/>
                    <a:pt x="1336" y="4391"/>
                  </a:cubicBezTo>
                  <a:cubicBezTo>
                    <a:pt x="1356" y="4418"/>
                    <a:pt x="1356" y="4418"/>
                    <a:pt x="1356" y="4418"/>
                  </a:cubicBezTo>
                  <a:cubicBezTo>
                    <a:pt x="1382" y="4418"/>
                    <a:pt x="1382" y="4418"/>
                    <a:pt x="1382" y="4418"/>
                  </a:cubicBezTo>
                  <a:cubicBezTo>
                    <a:pt x="1402" y="4410"/>
                    <a:pt x="1402" y="4410"/>
                    <a:pt x="1402" y="4410"/>
                  </a:cubicBezTo>
                  <a:cubicBezTo>
                    <a:pt x="1426" y="4405"/>
                    <a:pt x="1426" y="4405"/>
                    <a:pt x="1426" y="4405"/>
                  </a:cubicBezTo>
                  <a:cubicBezTo>
                    <a:pt x="1426" y="4384"/>
                    <a:pt x="1426" y="4384"/>
                    <a:pt x="1426" y="4384"/>
                  </a:cubicBezTo>
                  <a:cubicBezTo>
                    <a:pt x="1438" y="4370"/>
                    <a:pt x="1438" y="4370"/>
                    <a:pt x="1438" y="4370"/>
                  </a:cubicBezTo>
                  <a:cubicBezTo>
                    <a:pt x="1455" y="4378"/>
                    <a:pt x="1455" y="4378"/>
                    <a:pt x="1455" y="4378"/>
                  </a:cubicBezTo>
                  <a:cubicBezTo>
                    <a:pt x="1455" y="4401"/>
                    <a:pt x="1455" y="4401"/>
                    <a:pt x="1455" y="4401"/>
                  </a:cubicBezTo>
                  <a:cubicBezTo>
                    <a:pt x="1466" y="4401"/>
                    <a:pt x="1466" y="4401"/>
                    <a:pt x="1466" y="4401"/>
                  </a:cubicBezTo>
                  <a:cubicBezTo>
                    <a:pt x="1472" y="4410"/>
                    <a:pt x="1472" y="4410"/>
                    <a:pt x="1472" y="4410"/>
                  </a:cubicBezTo>
                  <a:cubicBezTo>
                    <a:pt x="1481" y="4396"/>
                    <a:pt x="1481" y="4396"/>
                    <a:pt x="1481" y="4396"/>
                  </a:cubicBezTo>
                  <a:cubicBezTo>
                    <a:pt x="1492" y="4409"/>
                    <a:pt x="1492" y="4409"/>
                    <a:pt x="1492" y="4409"/>
                  </a:cubicBezTo>
                  <a:cubicBezTo>
                    <a:pt x="1506" y="4403"/>
                    <a:pt x="1506" y="4403"/>
                    <a:pt x="1506" y="4403"/>
                  </a:cubicBezTo>
                  <a:cubicBezTo>
                    <a:pt x="1512" y="4398"/>
                    <a:pt x="1512" y="4398"/>
                    <a:pt x="1512" y="4398"/>
                  </a:cubicBezTo>
                  <a:cubicBezTo>
                    <a:pt x="1512" y="4417"/>
                    <a:pt x="1512" y="4417"/>
                    <a:pt x="1512" y="4417"/>
                  </a:cubicBezTo>
                  <a:cubicBezTo>
                    <a:pt x="1522" y="4425"/>
                    <a:pt x="1522" y="4425"/>
                    <a:pt x="1522" y="4425"/>
                  </a:cubicBezTo>
                  <a:cubicBezTo>
                    <a:pt x="1524" y="4434"/>
                    <a:pt x="1524" y="4434"/>
                    <a:pt x="1524" y="4434"/>
                  </a:cubicBezTo>
                  <a:cubicBezTo>
                    <a:pt x="1540" y="4429"/>
                    <a:pt x="1540" y="4429"/>
                    <a:pt x="1540" y="4429"/>
                  </a:cubicBezTo>
                  <a:cubicBezTo>
                    <a:pt x="1542" y="4442"/>
                    <a:pt x="1542" y="4442"/>
                    <a:pt x="1542" y="4442"/>
                  </a:cubicBezTo>
                  <a:cubicBezTo>
                    <a:pt x="1557" y="4448"/>
                    <a:pt x="1557" y="4448"/>
                    <a:pt x="1557" y="4448"/>
                  </a:cubicBezTo>
                  <a:cubicBezTo>
                    <a:pt x="1560" y="4462"/>
                    <a:pt x="1560" y="4462"/>
                    <a:pt x="1560" y="4462"/>
                  </a:cubicBezTo>
                  <a:cubicBezTo>
                    <a:pt x="1547" y="4473"/>
                    <a:pt x="1547" y="4473"/>
                    <a:pt x="1547" y="4473"/>
                  </a:cubicBezTo>
                  <a:cubicBezTo>
                    <a:pt x="1560" y="4501"/>
                    <a:pt x="1560" y="4501"/>
                    <a:pt x="1560" y="4501"/>
                  </a:cubicBezTo>
                  <a:cubicBezTo>
                    <a:pt x="1566" y="4491"/>
                    <a:pt x="1566" y="4491"/>
                    <a:pt x="1566" y="4491"/>
                  </a:cubicBezTo>
                  <a:cubicBezTo>
                    <a:pt x="1585" y="4493"/>
                    <a:pt x="1585" y="4493"/>
                    <a:pt x="1585" y="4493"/>
                  </a:cubicBezTo>
                  <a:cubicBezTo>
                    <a:pt x="1592" y="4481"/>
                    <a:pt x="1592" y="4481"/>
                    <a:pt x="1592" y="4481"/>
                  </a:cubicBezTo>
                  <a:cubicBezTo>
                    <a:pt x="1609" y="4487"/>
                    <a:pt x="1609" y="4487"/>
                    <a:pt x="1609" y="4487"/>
                  </a:cubicBezTo>
                  <a:cubicBezTo>
                    <a:pt x="1596" y="4511"/>
                    <a:pt x="1596" y="4511"/>
                    <a:pt x="1596" y="4511"/>
                  </a:cubicBezTo>
                  <a:cubicBezTo>
                    <a:pt x="1601" y="4517"/>
                    <a:pt x="1601" y="4517"/>
                    <a:pt x="1601" y="4517"/>
                  </a:cubicBezTo>
                  <a:cubicBezTo>
                    <a:pt x="1599" y="4529"/>
                    <a:pt x="1599" y="4529"/>
                    <a:pt x="1599" y="4529"/>
                  </a:cubicBezTo>
                  <a:cubicBezTo>
                    <a:pt x="1587" y="4534"/>
                    <a:pt x="1587" y="4534"/>
                    <a:pt x="1587" y="4534"/>
                  </a:cubicBezTo>
                  <a:cubicBezTo>
                    <a:pt x="1588" y="4548"/>
                    <a:pt x="1588" y="4548"/>
                    <a:pt x="1588" y="4548"/>
                  </a:cubicBezTo>
                  <a:cubicBezTo>
                    <a:pt x="1610" y="4548"/>
                    <a:pt x="1610" y="4548"/>
                    <a:pt x="1610" y="4548"/>
                  </a:cubicBezTo>
                  <a:cubicBezTo>
                    <a:pt x="1635" y="4534"/>
                    <a:pt x="1635" y="4534"/>
                    <a:pt x="1635" y="4534"/>
                  </a:cubicBezTo>
                  <a:cubicBezTo>
                    <a:pt x="1648" y="4523"/>
                    <a:pt x="1648" y="4523"/>
                    <a:pt x="1648" y="4523"/>
                  </a:cubicBezTo>
                  <a:cubicBezTo>
                    <a:pt x="1658" y="4504"/>
                    <a:pt x="1658" y="4504"/>
                    <a:pt x="1658" y="4504"/>
                  </a:cubicBezTo>
                  <a:cubicBezTo>
                    <a:pt x="1667" y="4489"/>
                    <a:pt x="1667" y="4489"/>
                    <a:pt x="1667" y="4489"/>
                  </a:cubicBezTo>
                  <a:cubicBezTo>
                    <a:pt x="1683" y="4488"/>
                    <a:pt x="1683" y="4488"/>
                    <a:pt x="1683" y="4488"/>
                  </a:cubicBezTo>
                  <a:cubicBezTo>
                    <a:pt x="1685" y="4469"/>
                    <a:pt x="1685" y="4469"/>
                    <a:pt x="1685" y="4469"/>
                  </a:cubicBezTo>
                  <a:cubicBezTo>
                    <a:pt x="1696" y="4459"/>
                    <a:pt x="1696" y="4459"/>
                    <a:pt x="1696" y="4459"/>
                  </a:cubicBezTo>
                  <a:cubicBezTo>
                    <a:pt x="1694" y="4435"/>
                    <a:pt x="1694" y="4435"/>
                    <a:pt x="1694" y="4435"/>
                  </a:cubicBezTo>
                  <a:cubicBezTo>
                    <a:pt x="1679" y="4420"/>
                    <a:pt x="1679" y="4420"/>
                    <a:pt x="1679" y="4420"/>
                  </a:cubicBezTo>
                  <a:cubicBezTo>
                    <a:pt x="1687" y="4400"/>
                    <a:pt x="1687" y="4400"/>
                    <a:pt x="1687" y="4400"/>
                  </a:cubicBezTo>
                  <a:cubicBezTo>
                    <a:pt x="1687" y="4392"/>
                    <a:pt x="1687" y="4392"/>
                    <a:pt x="1687" y="4392"/>
                  </a:cubicBezTo>
                  <a:cubicBezTo>
                    <a:pt x="1678" y="4381"/>
                    <a:pt x="1678" y="4381"/>
                    <a:pt x="1678" y="4381"/>
                  </a:cubicBezTo>
                  <a:cubicBezTo>
                    <a:pt x="1685" y="4377"/>
                    <a:pt x="1685" y="4377"/>
                    <a:pt x="1685" y="4377"/>
                  </a:cubicBezTo>
                  <a:cubicBezTo>
                    <a:pt x="1699" y="4378"/>
                    <a:pt x="1699" y="4378"/>
                    <a:pt x="1699" y="4378"/>
                  </a:cubicBezTo>
                  <a:cubicBezTo>
                    <a:pt x="1692" y="4390"/>
                    <a:pt x="1692" y="4390"/>
                    <a:pt x="1692" y="4390"/>
                  </a:cubicBezTo>
                  <a:cubicBezTo>
                    <a:pt x="1697" y="4397"/>
                    <a:pt x="1697" y="4397"/>
                    <a:pt x="1697" y="4397"/>
                  </a:cubicBezTo>
                  <a:cubicBezTo>
                    <a:pt x="1711" y="4404"/>
                    <a:pt x="1711" y="4404"/>
                    <a:pt x="1711" y="4404"/>
                  </a:cubicBezTo>
                  <a:cubicBezTo>
                    <a:pt x="1733" y="4403"/>
                    <a:pt x="1733" y="4403"/>
                    <a:pt x="1733" y="4403"/>
                  </a:cubicBezTo>
                  <a:cubicBezTo>
                    <a:pt x="1744" y="4387"/>
                    <a:pt x="1744" y="4387"/>
                    <a:pt x="1744" y="4387"/>
                  </a:cubicBezTo>
                  <a:cubicBezTo>
                    <a:pt x="1762" y="4388"/>
                    <a:pt x="1762" y="4388"/>
                    <a:pt x="1762" y="4388"/>
                  </a:cubicBezTo>
                  <a:cubicBezTo>
                    <a:pt x="1778" y="4394"/>
                    <a:pt x="1778" y="4394"/>
                    <a:pt x="1778" y="4394"/>
                  </a:cubicBezTo>
                  <a:cubicBezTo>
                    <a:pt x="1780" y="4400"/>
                    <a:pt x="1780" y="4400"/>
                    <a:pt x="1780" y="4400"/>
                  </a:cubicBezTo>
                  <a:cubicBezTo>
                    <a:pt x="1793" y="4402"/>
                    <a:pt x="1793" y="4402"/>
                    <a:pt x="1793" y="4402"/>
                  </a:cubicBezTo>
                  <a:cubicBezTo>
                    <a:pt x="1802" y="4405"/>
                    <a:pt x="1802" y="4405"/>
                    <a:pt x="1802" y="4405"/>
                  </a:cubicBezTo>
                  <a:cubicBezTo>
                    <a:pt x="1811" y="4418"/>
                    <a:pt x="1811" y="4418"/>
                    <a:pt x="1811" y="4418"/>
                  </a:cubicBezTo>
                  <a:cubicBezTo>
                    <a:pt x="1831" y="4409"/>
                    <a:pt x="1831" y="4409"/>
                    <a:pt x="1831" y="4409"/>
                  </a:cubicBezTo>
                  <a:cubicBezTo>
                    <a:pt x="1845" y="4404"/>
                    <a:pt x="1845" y="4404"/>
                    <a:pt x="1845" y="4404"/>
                  </a:cubicBezTo>
                  <a:cubicBezTo>
                    <a:pt x="1849" y="4398"/>
                    <a:pt x="1849" y="4398"/>
                    <a:pt x="1849" y="4398"/>
                  </a:cubicBezTo>
                  <a:cubicBezTo>
                    <a:pt x="1859" y="4409"/>
                    <a:pt x="1859" y="4409"/>
                    <a:pt x="1859" y="4409"/>
                  </a:cubicBezTo>
                  <a:cubicBezTo>
                    <a:pt x="1848" y="4419"/>
                    <a:pt x="1848" y="4419"/>
                    <a:pt x="1848" y="4419"/>
                  </a:cubicBezTo>
                  <a:cubicBezTo>
                    <a:pt x="1842" y="4433"/>
                    <a:pt x="1842" y="4433"/>
                    <a:pt x="1842" y="4433"/>
                  </a:cubicBezTo>
                  <a:cubicBezTo>
                    <a:pt x="1854" y="4428"/>
                    <a:pt x="1854" y="4428"/>
                    <a:pt x="1854" y="4428"/>
                  </a:cubicBezTo>
                  <a:cubicBezTo>
                    <a:pt x="1865" y="4428"/>
                    <a:pt x="1865" y="4428"/>
                    <a:pt x="1865" y="4428"/>
                  </a:cubicBezTo>
                  <a:cubicBezTo>
                    <a:pt x="1870" y="4442"/>
                    <a:pt x="1870" y="4442"/>
                    <a:pt x="1870" y="4442"/>
                  </a:cubicBezTo>
                  <a:cubicBezTo>
                    <a:pt x="1886" y="4459"/>
                    <a:pt x="1886" y="4459"/>
                    <a:pt x="1886" y="4459"/>
                  </a:cubicBezTo>
                  <a:cubicBezTo>
                    <a:pt x="1879" y="4468"/>
                    <a:pt x="1879" y="4468"/>
                    <a:pt x="1879" y="4468"/>
                  </a:cubicBezTo>
                  <a:cubicBezTo>
                    <a:pt x="1886" y="4476"/>
                    <a:pt x="1886" y="4476"/>
                    <a:pt x="1886" y="4476"/>
                  </a:cubicBezTo>
                  <a:cubicBezTo>
                    <a:pt x="1930" y="4475"/>
                    <a:pt x="1930" y="4475"/>
                    <a:pt x="1930" y="4475"/>
                  </a:cubicBezTo>
                  <a:cubicBezTo>
                    <a:pt x="1939" y="4464"/>
                    <a:pt x="1939" y="4464"/>
                    <a:pt x="1939" y="4464"/>
                  </a:cubicBezTo>
                  <a:cubicBezTo>
                    <a:pt x="1960" y="4454"/>
                    <a:pt x="1960" y="4454"/>
                    <a:pt x="1960" y="4454"/>
                  </a:cubicBezTo>
                  <a:cubicBezTo>
                    <a:pt x="1981" y="4455"/>
                    <a:pt x="1981" y="4455"/>
                    <a:pt x="1981" y="4455"/>
                  </a:cubicBezTo>
                  <a:cubicBezTo>
                    <a:pt x="1981" y="4463"/>
                    <a:pt x="1981" y="4463"/>
                    <a:pt x="1981" y="4463"/>
                  </a:cubicBezTo>
                  <a:cubicBezTo>
                    <a:pt x="1971" y="4477"/>
                    <a:pt x="1971" y="4477"/>
                    <a:pt x="1971" y="4477"/>
                  </a:cubicBezTo>
                  <a:cubicBezTo>
                    <a:pt x="1989" y="4475"/>
                    <a:pt x="1989" y="4475"/>
                    <a:pt x="1989" y="4475"/>
                  </a:cubicBezTo>
                  <a:cubicBezTo>
                    <a:pt x="1995" y="4470"/>
                    <a:pt x="1995" y="4470"/>
                    <a:pt x="1995" y="4470"/>
                  </a:cubicBezTo>
                  <a:cubicBezTo>
                    <a:pt x="1996" y="4457"/>
                    <a:pt x="1996" y="4457"/>
                    <a:pt x="1996" y="4457"/>
                  </a:cubicBezTo>
                  <a:cubicBezTo>
                    <a:pt x="2013" y="4445"/>
                    <a:pt x="2013" y="4445"/>
                    <a:pt x="2013" y="4445"/>
                  </a:cubicBezTo>
                  <a:cubicBezTo>
                    <a:pt x="2029" y="4450"/>
                    <a:pt x="2029" y="4450"/>
                    <a:pt x="2029" y="4450"/>
                  </a:cubicBezTo>
                  <a:cubicBezTo>
                    <a:pt x="2044" y="4448"/>
                    <a:pt x="2044" y="4448"/>
                    <a:pt x="2044" y="4448"/>
                  </a:cubicBezTo>
                  <a:cubicBezTo>
                    <a:pt x="2038" y="4435"/>
                    <a:pt x="2038" y="4435"/>
                    <a:pt x="2038" y="4435"/>
                  </a:cubicBezTo>
                  <a:cubicBezTo>
                    <a:pt x="2030" y="4432"/>
                    <a:pt x="2030" y="4432"/>
                    <a:pt x="2030" y="4432"/>
                  </a:cubicBezTo>
                  <a:cubicBezTo>
                    <a:pt x="2051" y="4410"/>
                    <a:pt x="2051" y="4410"/>
                    <a:pt x="2051" y="4410"/>
                  </a:cubicBezTo>
                  <a:cubicBezTo>
                    <a:pt x="2068" y="4417"/>
                    <a:pt x="2068" y="4417"/>
                    <a:pt x="2068" y="4417"/>
                  </a:cubicBezTo>
                  <a:cubicBezTo>
                    <a:pt x="2084" y="4416"/>
                    <a:pt x="2084" y="4416"/>
                    <a:pt x="2084" y="4416"/>
                  </a:cubicBezTo>
                  <a:cubicBezTo>
                    <a:pt x="2092" y="4412"/>
                    <a:pt x="2092" y="4412"/>
                    <a:pt x="2092" y="4412"/>
                  </a:cubicBezTo>
                  <a:cubicBezTo>
                    <a:pt x="2099" y="4412"/>
                    <a:pt x="2099" y="4412"/>
                    <a:pt x="2099" y="4412"/>
                  </a:cubicBezTo>
                  <a:cubicBezTo>
                    <a:pt x="2105" y="4387"/>
                    <a:pt x="2105" y="4387"/>
                    <a:pt x="2105" y="4387"/>
                  </a:cubicBezTo>
                  <a:cubicBezTo>
                    <a:pt x="2114" y="4373"/>
                    <a:pt x="2114" y="4373"/>
                    <a:pt x="2114" y="4373"/>
                  </a:cubicBezTo>
                  <a:cubicBezTo>
                    <a:pt x="2122" y="4367"/>
                    <a:pt x="2122" y="4367"/>
                    <a:pt x="2122" y="4367"/>
                  </a:cubicBezTo>
                  <a:cubicBezTo>
                    <a:pt x="2127" y="4374"/>
                    <a:pt x="2127" y="4374"/>
                    <a:pt x="2127" y="4374"/>
                  </a:cubicBezTo>
                  <a:cubicBezTo>
                    <a:pt x="2177" y="4370"/>
                    <a:pt x="2177" y="4370"/>
                    <a:pt x="2177" y="4370"/>
                  </a:cubicBezTo>
                  <a:cubicBezTo>
                    <a:pt x="2198" y="4376"/>
                    <a:pt x="2198" y="4376"/>
                    <a:pt x="2198" y="4376"/>
                  </a:cubicBezTo>
                  <a:cubicBezTo>
                    <a:pt x="2203" y="4364"/>
                    <a:pt x="2203" y="4364"/>
                    <a:pt x="2203" y="4364"/>
                  </a:cubicBezTo>
                  <a:cubicBezTo>
                    <a:pt x="2215" y="4359"/>
                    <a:pt x="2215" y="4359"/>
                    <a:pt x="2215" y="4359"/>
                  </a:cubicBezTo>
                  <a:cubicBezTo>
                    <a:pt x="2229" y="4357"/>
                    <a:pt x="2229" y="4357"/>
                    <a:pt x="2229" y="4357"/>
                  </a:cubicBezTo>
                  <a:cubicBezTo>
                    <a:pt x="2249" y="4352"/>
                    <a:pt x="2249" y="4352"/>
                    <a:pt x="2249" y="4352"/>
                  </a:cubicBezTo>
                  <a:cubicBezTo>
                    <a:pt x="2259" y="4354"/>
                    <a:pt x="2259" y="4354"/>
                    <a:pt x="2259" y="4354"/>
                  </a:cubicBezTo>
                  <a:cubicBezTo>
                    <a:pt x="2263" y="4360"/>
                    <a:pt x="2263" y="4360"/>
                    <a:pt x="2263" y="4360"/>
                  </a:cubicBezTo>
                  <a:cubicBezTo>
                    <a:pt x="2274" y="4355"/>
                    <a:pt x="2274" y="4355"/>
                    <a:pt x="2274" y="4355"/>
                  </a:cubicBezTo>
                  <a:cubicBezTo>
                    <a:pt x="2288" y="4359"/>
                    <a:pt x="2288" y="4359"/>
                    <a:pt x="2288" y="4359"/>
                  </a:cubicBezTo>
                  <a:cubicBezTo>
                    <a:pt x="2312" y="4361"/>
                    <a:pt x="2312" y="4361"/>
                    <a:pt x="2312" y="4361"/>
                  </a:cubicBezTo>
                  <a:cubicBezTo>
                    <a:pt x="2319" y="4356"/>
                    <a:pt x="2319" y="4356"/>
                    <a:pt x="2319" y="4356"/>
                  </a:cubicBezTo>
                  <a:cubicBezTo>
                    <a:pt x="2319" y="4365"/>
                    <a:pt x="2319" y="4365"/>
                    <a:pt x="2319" y="4365"/>
                  </a:cubicBezTo>
                  <a:cubicBezTo>
                    <a:pt x="2327" y="4363"/>
                    <a:pt x="2327" y="4363"/>
                    <a:pt x="2327" y="4363"/>
                  </a:cubicBezTo>
                  <a:cubicBezTo>
                    <a:pt x="2326" y="4339"/>
                    <a:pt x="2326" y="4339"/>
                    <a:pt x="2326" y="4339"/>
                  </a:cubicBezTo>
                  <a:cubicBezTo>
                    <a:pt x="2312" y="4312"/>
                    <a:pt x="2312" y="4312"/>
                    <a:pt x="2312" y="4312"/>
                  </a:cubicBezTo>
                  <a:cubicBezTo>
                    <a:pt x="2319" y="4307"/>
                    <a:pt x="2319" y="4307"/>
                    <a:pt x="2319" y="4307"/>
                  </a:cubicBezTo>
                  <a:cubicBezTo>
                    <a:pt x="2331" y="4307"/>
                    <a:pt x="2331" y="4307"/>
                    <a:pt x="2331" y="4307"/>
                  </a:cubicBezTo>
                  <a:cubicBezTo>
                    <a:pt x="2345" y="4289"/>
                    <a:pt x="2345" y="4289"/>
                    <a:pt x="2345" y="4289"/>
                  </a:cubicBezTo>
                  <a:cubicBezTo>
                    <a:pt x="2341" y="4304"/>
                    <a:pt x="2341" y="4304"/>
                    <a:pt x="2341" y="4304"/>
                  </a:cubicBezTo>
                  <a:cubicBezTo>
                    <a:pt x="2344" y="4321"/>
                    <a:pt x="2344" y="4321"/>
                    <a:pt x="2344" y="4321"/>
                  </a:cubicBezTo>
                  <a:cubicBezTo>
                    <a:pt x="2351" y="4325"/>
                    <a:pt x="2351" y="4325"/>
                    <a:pt x="2351" y="4325"/>
                  </a:cubicBezTo>
                  <a:cubicBezTo>
                    <a:pt x="2366" y="4315"/>
                    <a:pt x="2366" y="4315"/>
                    <a:pt x="2366" y="4315"/>
                  </a:cubicBezTo>
                  <a:cubicBezTo>
                    <a:pt x="2375" y="4312"/>
                    <a:pt x="2375" y="4312"/>
                    <a:pt x="2375" y="4312"/>
                  </a:cubicBezTo>
                  <a:cubicBezTo>
                    <a:pt x="2386" y="4320"/>
                    <a:pt x="2386" y="4320"/>
                    <a:pt x="2386" y="4320"/>
                  </a:cubicBezTo>
                  <a:cubicBezTo>
                    <a:pt x="2399" y="4316"/>
                    <a:pt x="2399" y="4316"/>
                    <a:pt x="2399" y="4316"/>
                  </a:cubicBezTo>
                  <a:cubicBezTo>
                    <a:pt x="2413" y="4317"/>
                    <a:pt x="2413" y="4317"/>
                    <a:pt x="2413" y="4317"/>
                  </a:cubicBezTo>
                  <a:cubicBezTo>
                    <a:pt x="2415" y="4327"/>
                    <a:pt x="2415" y="4327"/>
                    <a:pt x="2415" y="4327"/>
                  </a:cubicBezTo>
                  <a:cubicBezTo>
                    <a:pt x="2436" y="4353"/>
                    <a:pt x="2436" y="4353"/>
                    <a:pt x="2436" y="4353"/>
                  </a:cubicBezTo>
                  <a:cubicBezTo>
                    <a:pt x="2448" y="4352"/>
                    <a:pt x="2448" y="4352"/>
                    <a:pt x="2448" y="4352"/>
                  </a:cubicBezTo>
                  <a:cubicBezTo>
                    <a:pt x="2456" y="4347"/>
                    <a:pt x="2456" y="4347"/>
                    <a:pt x="2456" y="4347"/>
                  </a:cubicBezTo>
                  <a:cubicBezTo>
                    <a:pt x="2463" y="4347"/>
                    <a:pt x="2463" y="4347"/>
                    <a:pt x="2463" y="4347"/>
                  </a:cubicBezTo>
                  <a:cubicBezTo>
                    <a:pt x="2478" y="4323"/>
                    <a:pt x="2478" y="4323"/>
                    <a:pt x="2478" y="4323"/>
                  </a:cubicBezTo>
                  <a:cubicBezTo>
                    <a:pt x="2524" y="4324"/>
                    <a:pt x="2524" y="4324"/>
                    <a:pt x="2524" y="4324"/>
                  </a:cubicBezTo>
                  <a:cubicBezTo>
                    <a:pt x="2528" y="4330"/>
                    <a:pt x="2528" y="4330"/>
                    <a:pt x="2528" y="4330"/>
                  </a:cubicBezTo>
                  <a:cubicBezTo>
                    <a:pt x="2539" y="4325"/>
                    <a:pt x="2539" y="4325"/>
                    <a:pt x="2539" y="4325"/>
                  </a:cubicBezTo>
                  <a:cubicBezTo>
                    <a:pt x="2530" y="4336"/>
                    <a:pt x="2530" y="4336"/>
                    <a:pt x="2530" y="4336"/>
                  </a:cubicBezTo>
                  <a:cubicBezTo>
                    <a:pt x="2552" y="4358"/>
                    <a:pt x="2552" y="4358"/>
                    <a:pt x="2552" y="4358"/>
                  </a:cubicBezTo>
                  <a:cubicBezTo>
                    <a:pt x="2542" y="4368"/>
                    <a:pt x="2542" y="4368"/>
                    <a:pt x="2542" y="4368"/>
                  </a:cubicBezTo>
                  <a:cubicBezTo>
                    <a:pt x="2536" y="4379"/>
                    <a:pt x="2536" y="4379"/>
                    <a:pt x="2536" y="4379"/>
                  </a:cubicBezTo>
                  <a:cubicBezTo>
                    <a:pt x="2544" y="4391"/>
                    <a:pt x="2544" y="4391"/>
                    <a:pt x="2544" y="4391"/>
                  </a:cubicBezTo>
                  <a:cubicBezTo>
                    <a:pt x="2560" y="4393"/>
                    <a:pt x="2560" y="4393"/>
                    <a:pt x="2560" y="4393"/>
                  </a:cubicBezTo>
                  <a:cubicBezTo>
                    <a:pt x="2564" y="4406"/>
                    <a:pt x="2564" y="4406"/>
                    <a:pt x="2564" y="4406"/>
                  </a:cubicBezTo>
                  <a:cubicBezTo>
                    <a:pt x="2576" y="4415"/>
                    <a:pt x="2576" y="4415"/>
                    <a:pt x="2576" y="4415"/>
                  </a:cubicBezTo>
                  <a:cubicBezTo>
                    <a:pt x="2594" y="4425"/>
                    <a:pt x="2594" y="4425"/>
                    <a:pt x="2594" y="4425"/>
                  </a:cubicBezTo>
                  <a:cubicBezTo>
                    <a:pt x="2607" y="4433"/>
                    <a:pt x="2607" y="4433"/>
                    <a:pt x="2607" y="4433"/>
                  </a:cubicBezTo>
                  <a:cubicBezTo>
                    <a:pt x="2611" y="4429"/>
                    <a:pt x="2611" y="4429"/>
                    <a:pt x="2611" y="4429"/>
                  </a:cubicBezTo>
                  <a:cubicBezTo>
                    <a:pt x="2619" y="4437"/>
                    <a:pt x="2619" y="4437"/>
                    <a:pt x="2619" y="4437"/>
                  </a:cubicBezTo>
                  <a:cubicBezTo>
                    <a:pt x="2635" y="4422"/>
                    <a:pt x="2635" y="4422"/>
                    <a:pt x="2635" y="4422"/>
                  </a:cubicBezTo>
                  <a:cubicBezTo>
                    <a:pt x="2630" y="4406"/>
                    <a:pt x="2630" y="4406"/>
                    <a:pt x="2630" y="4406"/>
                  </a:cubicBezTo>
                  <a:cubicBezTo>
                    <a:pt x="2628" y="4398"/>
                    <a:pt x="2628" y="4398"/>
                    <a:pt x="2628" y="4398"/>
                  </a:cubicBezTo>
                  <a:cubicBezTo>
                    <a:pt x="2637" y="4388"/>
                    <a:pt x="2637" y="4388"/>
                    <a:pt x="2637" y="4388"/>
                  </a:cubicBezTo>
                  <a:cubicBezTo>
                    <a:pt x="2632" y="4374"/>
                    <a:pt x="2632" y="4374"/>
                    <a:pt x="2632" y="4374"/>
                  </a:cubicBezTo>
                  <a:cubicBezTo>
                    <a:pt x="2641" y="4372"/>
                    <a:pt x="2641" y="4372"/>
                    <a:pt x="2641" y="4372"/>
                  </a:cubicBezTo>
                  <a:cubicBezTo>
                    <a:pt x="2645" y="4354"/>
                    <a:pt x="2645" y="4354"/>
                    <a:pt x="2645" y="4354"/>
                  </a:cubicBezTo>
                  <a:cubicBezTo>
                    <a:pt x="2652" y="4344"/>
                    <a:pt x="2652" y="4344"/>
                    <a:pt x="2652" y="4344"/>
                  </a:cubicBezTo>
                  <a:cubicBezTo>
                    <a:pt x="2648" y="4330"/>
                    <a:pt x="2648" y="4330"/>
                    <a:pt x="2648" y="4330"/>
                  </a:cubicBezTo>
                  <a:cubicBezTo>
                    <a:pt x="2646" y="4319"/>
                    <a:pt x="2646" y="4319"/>
                    <a:pt x="2646" y="4319"/>
                  </a:cubicBezTo>
                  <a:cubicBezTo>
                    <a:pt x="2624" y="4299"/>
                    <a:pt x="2624" y="4299"/>
                    <a:pt x="2624" y="4299"/>
                  </a:cubicBezTo>
                  <a:cubicBezTo>
                    <a:pt x="2616" y="4300"/>
                    <a:pt x="2616" y="4300"/>
                    <a:pt x="2616" y="4300"/>
                  </a:cubicBezTo>
                  <a:cubicBezTo>
                    <a:pt x="2611" y="4309"/>
                    <a:pt x="2611" y="4309"/>
                    <a:pt x="2611" y="4309"/>
                  </a:cubicBezTo>
                  <a:cubicBezTo>
                    <a:pt x="2592" y="4307"/>
                    <a:pt x="2592" y="4307"/>
                    <a:pt x="2592" y="4307"/>
                  </a:cubicBezTo>
                  <a:cubicBezTo>
                    <a:pt x="2581" y="4297"/>
                    <a:pt x="2581" y="4297"/>
                    <a:pt x="2581" y="4297"/>
                  </a:cubicBezTo>
                  <a:cubicBezTo>
                    <a:pt x="2596" y="4280"/>
                    <a:pt x="2596" y="4280"/>
                    <a:pt x="2596" y="4280"/>
                  </a:cubicBezTo>
                  <a:cubicBezTo>
                    <a:pt x="2592" y="4271"/>
                    <a:pt x="2592" y="4271"/>
                    <a:pt x="2592" y="4271"/>
                  </a:cubicBezTo>
                  <a:cubicBezTo>
                    <a:pt x="2604" y="4252"/>
                    <a:pt x="2604" y="4252"/>
                    <a:pt x="2604" y="4252"/>
                  </a:cubicBezTo>
                  <a:cubicBezTo>
                    <a:pt x="2620" y="4232"/>
                    <a:pt x="2620" y="4232"/>
                    <a:pt x="2620" y="4232"/>
                  </a:cubicBezTo>
                  <a:cubicBezTo>
                    <a:pt x="2610" y="4218"/>
                    <a:pt x="2610" y="4218"/>
                    <a:pt x="2610" y="4218"/>
                  </a:cubicBezTo>
                  <a:cubicBezTo>
                    <a:pt x="2601" y="4194"/>
                    <a:pt x="2601" y="4194"/>
                    <a:pt x="2601" y="4194"/>
                  </a:cubicBezTo>
                  <a:cubicBezTo>
                    <a:pt x="2591" y="4181"/>
                    <a:pt x="2591" y="4181"/>
                    <a:pt x="2591" y="4181"/>
                  </a:cubicBezTo>
                  <a:cubicBezTo>
                    <a:pt x="2580" y="4171"/>
                    <a:pt x="2580" y="4171"/>
                    <a:pt x="2580" y="4171"/>
                  </a:cubicBezTo>
                  <a:cubicBezTo>
                    <a:pt x="2568" y="4166"/>
                    <a:pt x="2568" y="4166"/>
                    <a:pt x="2568" y="4166"/>
                  </a:cubicBezTo>
                  <a:cubicBezTo>
                    <a:pt x="2564" y="4143"/>
                    <a:pt x="2564" y="4143"/>
                    <a:pt x="2564" y="4143"/>
                  </a:cubicBezTo>
                  <a:cubicBezTo>
                    <a:pt x="2530" y="4108"/>
                    <a:pt x="2530" y="4108"/>
                    <a:pt x="2530" y="4108"/>
                  </a:cubicBezTo>
                  <a:cubicBezTo>
                    <a:pt x="2530" y="4081"/>
                    <a:pt x="2530" y="4081"/>
                    <a:pt x="2530" y="4081"/>
                  </a:cubicBezTo>
                  <a:cubicBezTo>
                    <a:pt x="2541" y="4081"/>
                    <a:pt x="2541" y="4081"/>
                    <a:pt x="2541" y="4081"/>
                  </a:cubicBezTo>
                  <a:cubicBezTo>
                    <a:pt x="2543" y="4069"/>
                    <a:pt x="2543" y="4069"/>
                    <a:pt x="2543" y="4069"/>
                  </a:cubicBezTo>
                  <a:cubicBezTo>
                    <a:pt x="2566" y="4053"/>
                    <a:pt x="2566" y="4053"/>
                    <a:pt x="2566" y="4053"/>
                  </a:cubicBezTo>
                  <a:cubicBezTo>
                    <a:pt x="2566" y="4040"/>
                    <a:pt x="2566" y="4040"/>
                    <a:pt x="2566" y="4040"/>
                  </a:cubicBezTo>
                  <a:cubicBezTo>
                    <a:pt x="2579" y="4040"/>
                    <a:pt x="2579" y="4040"/>
                    <a:pt x="2579" y="4040"/>
                  </a:cubicBezTo>
                  <a:cubicBezTo>
                    <a:pt x="2582" y="4036"/>
                    <a:pt x="2582" y="4036"/>
                    <a:pt x="2582" y="4036"/>
                  </a:cubicBezTo>
                  <a:cubicBezTo>
                    <a:pt x="2601" y="4036"/>
                    <a:pt x="2601" y="4036"/>
                    <a:pt x="2601" y="4036"/>
                  </a:cubicBezTo>
                  <a:cubicBezTo>
                    <a:pt x="2615" y="4019"/>
                    <a:pt x="2615" y="4019"/>
                    <a:pt x="2615" y="4019"/>
                  </a:cubicBezTo>
                  <a:cubicBezTo>
                    <a:pt x="2628" y="4006"/>
                    <a:pt x="2628" y="4006"/>
                    <a:pt x="2628" y="4006"/>
                  </a:cubicBezTo>
                  <a:cubicBezTo>
                    <a:pt x="2651" y="3999"/>
                    <a:pt x="2651" y="3999"/>
                    <a:pt x="2651" y="3999"/>
                  </a:cubicBezTo>
                  <a:cubicBezTo>
                    <a:pt x="2680" y="3987"/>
                    <a:pt x="2680" y="3987"/>
                    <a:pt x="2680" y="3987"/>
                  </a:cubicBezTo>
                  <a:cubicBezTo>
                    <a:pt x="2713" y="3987"/>
                    <a:pt x="2713" y="3987"/>
                    <a:pt x="2713" y="3987"/>
                  </a:cubicBezTo>
                  <a:cubicBezTo>
                    <a:pt x="2737" y="3967"/>
                    <a:pt x="2737" y="3967"/>
                    <a:pt x="2737" y="3967"/>
                  </a:cubicBezTo>
                  <a:cubicBezTo>
                    <a:pt x="2766" y="3945"/>
                    <a:pt x="2766" y="3945"/>
                    <a:pt x="2766" y="3945"/>
                  </a:cubicBezTo>
                  <a:cubicBezTo>
                    <a:pt x="2770" y="3931"/>
                    <a:pt x="2770" y="3931"/>
                    <a:pt x="2770" y="3931"/>
                  </a:cubicBezTo>
                  <a:cubicBezTo>
                    <a:pt x="2771" y="3922"/>
                    <a:pt x="2771" y="3922"/>
                    <a:pt x="2771" y="3922"/>
                  </a:cubicBezTo>
                  <a:cubicBezTo>
                    <a:pt x="2775" y="3915"/>
                    <a:pt x="2775" y="3915"/>
                    <a:pt x="2775" y="3915"/>
                  </a:cubicBezTo>
                  <a:cubicBezTo>
                    <a:pt x="2775" y="3906"/>
                    <a:pt x="2775" y="3906"/>
                    <a:pt x="2775" y="3906"/>
                  </a:cubicBezTo>
                  <a:cubicBezTo>
                    <a:pt x="2771" y="3899"/>
                    <a:pt x="2771" y="3899"/>
                    <a:pt x="2771" y="3899"/>
                  </a:cubicBezTo>
                  <a:cubicBezTo>
                    <a:pt x="2779" y="3884"/>
                    <a:pt x="2779" y="3884"/>
                    <a:pt x="2779" y="3884"/>
                  </a:cubicBezTo>
                  <a:cubicBezTo>
                    <a:pt x="2783" y="3870"/>
                    <a:pt x="2783" y="3870"/>
                    <a:pt x="2783" y="3870"/>
                  </a:cubicBezTo>
                  <a:cubicBezTo>
                    <a:pt x="2777" y="3853"/>
                    <a:pt x="2777" y="3853"/>
                    <a:pt x="2777" y="3853"/>
                  </a:cubicBezTo>
                  <a:cubicBezTo>
                    <a:pt x="2774" y="3844"/>
                    <a:pt x="2774" y="3844"/>
                    <a:pt x="2774" y="3844"/>
                  </a:cubicBezTo>
                  <a:cubicBezTo>
                    <a:pt x="2796" y="3841"/>
                    <a:pt x="2796" y="3841"/>
                    <a:pt x="2796" y="3841"/>
                  </a:cubicBezTo>
                  <a:cubicBezTo>
                    <a:pt x="2803" y="3825"/>
                    <a:pt x="2803" y="3825"/>
                    <a:pt x="2803" y="3825"/>
                  </a:cubicBezTo>
                  <a:cubicBezTo>
                    <a:pt x="2816" y="3835"/>
                    <a:pt x="2816" y="3835"/>
                    <a:pt x="2816" y="3835"/>
                  </a:cubicBezTo>
                  <a:cubicBezTo>
                    <a:pt x="2824" y="3843"/>
                    <a:pt x="2824" y="3843"/>
                    <a:pt x="2824" y="3843"/>
                  </a:cubicBezTo>
                  <a:cubicBezTo>
                    <a:pt x="2836" y="3836"/>
                    <a:pt x="2836" y="3836"/>
                    <a:pt x="2836" y="3836"/>
                  </a:cubicBezTo>
                  <a:cubicBezTo>
                    <a:pt x="2853" y="3848"/>
                    <a:pt x="2853" y="3848"/>
                    <a:pt x="2853" y="3848"/>
                  </a:cubicBezTo>
                  <a:cubicBezTo>
                    <a:pt x="2883" y="3867"/>
                    <a:pt x="2883" y="3867"/>
                    <a:pt x="2883" y="3867"/>
                  </a:cubicBezTo>
                  <a:cubicBezTo>
                    <a:pt x="2889" y="3858"/>
                    <a:pt x="2889" y="3858"/>
                    <a:pt x="2889" y="3858"/>
                  </a:cubicBezTo>
                  <a:cubicBezTo>
                    <a:pt x="2889" y="3842"/>
                    <a:pt x="2889" y="3842"/>
                    <a:pt x="2889" y="3842"/>
                  </a:cubicBezTo>
                  <a:cubicBezTo>
                    <a:pt x="2905" y="3840"/>
                    <a:pt x="2905" y="3840"/>
                    <a:pt x="2905" y="3840"/>
                  </a:cubicBezTo>
                  <a:cubicBezTo>
                    <a:pt x="2909" y="3833"/>
                    <a:pt x="2909" y="3833"/>
                    <a:pt x="2909" y="3833"/>
                  </a:cubicBezTo>
                  <a:cubicBezTo>
                    <a:pt x="2909" y="3818"/>
                    <a:pt x="2909" y="3818"/>
                    <a:pt x="2909" y="3818"/>
                  </a:cubicBezTo>
                  <a:cubicBezTo>
                    <a:pt x="2917" y="3809"/>
                    <a:pt x="2917" y="3809"/>
                    <a:pt x="2917" y="3809"/>
                  </a:cubicBezTo>
                  <a:cubicBezTo>
                    <a:pt x="2913" y="3788"/>
                    <a:pt x="2913" y="3788"/>
                    <a:pt x="2913" y="3788"/>
                  </a:cubicBezTo>
                  <a:cubicBezTo>
                    <a:pt x="2917" y="3765"/>
                    <a:pt x="2917" y="3765"/>
                    <a:pt x="2917" y="3765"/>
                  </a:cubicBezTo>
                  <a:cubicBezTo>
                    <a:pt x="2907" y="3758"/>
                    <a:pt x="2907" y="3758"/>
                    <a:pt x="2907" y="3758"/>
                  </a:cubicBezTo>
                  <a:cubicBezTo>
                    <a:pt x="2922" y="3725"/>
                    <a:pt x="2922" y="3725"/>
                    <a:pt x="2922" y="3725"/>
                  </a:cubicBezTo>
                  <a:cubicBezTo>
                    <a:pt x="2913" y="3724"/>
                    <a:pt x="2913" y="3724"/>
                    <a:pt x="2913" y="3724"/>
                  </a:cubicBezTo>
                  <a:cubicBezTo>
                    <a:pt x="2913" y="3709"/>
                    <a:pt x="2913" y="3709"/>
                    <a:pt x="2913" y="3709"/>
                  </a:cubicBezTo>
                  <a:cubicBezTo>
                    <a:pt x="2898" y="3685"/>
                    <a:pt x="2898" y="3685"/>
                    <a:pt x="2898" y="3685"/>
                  </a:cubicBezTo>
                  <a:cubicBezTo>
                    <a:pt x="2888" y="3665"/>
                    <a:pt x="2888" y="3665"/>
                    <a:pt x="2888" y="3665"/>
                  </a:cubicBezTo>
                  <a:cubicBezTo>
                    <a:pt x="2864" y="3664"/>
                    <a:pt x="2864" y="3664"/>
                    <a:pt x="2864" y="3664"/>
                  </a:cubicBezTo>
                  <a:cubicBezTo>
                    <a:pt x="2846" y="3631"/>
                    <a:pt x="2846" y="3631"/>
                    <a:pt x="2846" y="3631"/>
                  </a:cubicBezTo>
                  <a:cubicBezTo>
                    <a:pt x="2835" y="3624"/>
                    <a:pt x="2835" y="3624"/>
                    <a:pt x="2835" y="3624"/>
                  </a:cubicBezTo>
                  <a:cubicBezTo>
                    <a:pt x="2822" y="3612"/>
                    <a:pt x="2822" y="3612"/>
                    <a:pt x="2822" y="3612"/>
                  </a:cubicBezTo>
                  <a:cubicBezTo>
                    <a:pt x="2805" y="3611"/>
                    <a:pt x="2805" y="3611"/>
                    <a:pt x="2805" y="3611"/>
                  </a:cubicBezTo>
                  <a:cubicBezTo>
                    <a:pt x="2801" y="3622"/>
                    <a:pt x="2801" y="3622"/>
                    <a:pt x="2801" y="3622"/>
                  </a:cubicBezTo>
                  <a:cubicBezTo>
                    <a:pt x="2795" y="3628"/>
                    <a:pt x="2795" y="3628"/>
                    <a:pt x="2795" y="3628"/>
                  </a:cubicBezTo>
                  <a:cubicBezTo>
                    <a:pt x="2764" y="3608"/>
                    <a:pt x="2764" y="3608"/>
                    <a:pt x="2764" y="3608"/>
                  </a:cubicBezTo>
                  <a:cubicBezTo>
                    <a:pt x="2764" y="3591"/>
                    <a:pt x="2764" y="3591"/>
                    <a:pt x="2764" y="3591"/>
                  </a:cubicBezTo>
                  <a:cubicBezTo>
                    <a:pt x="2761" y="3573"/>
                    <a:pt x="2761" y="3573"/>
                    <a:pt x="2761" y="3573"/>
                  </a:cubicBezTo>
                  <a:cubicBezTo>
                    <a:pt x="2726" y="3537"/>
                    <a:pt x="2726" y="3537"/>
                    <a:pt x="2726" y="3537"/>
                  </a:cubicBezTo>
                  <a:cubicBezTo>
                    <a:pt x="2701" y="3537"/>
                    <a:pt x="2701" y="3537"/>
                    <a:pt x="2701" y="3537"/>
                  </a:cubicBezTo>
                  <a:cubicBezTo>
                    <a:pt x="2682" y="3526"/>
                    <a:pt x="2682" y="3526"/>
                    <a:pt x="2682" y="3526"/>
                  </a:cubicBezTo>
                  <a:cubicBezTo>
                    <a:pt x="2681" y="3507"/>
                    <a:pt x="2681" y="3507"/>
                    <a:pt x="2681" y="3507"/>
                  </a:cubicBezTo>
                  <a:cubicBezTo>
                    <a:pt x="2660" y="3490"/>
                    <a:pt x="2660" y="3490"/>
                    <a:pt x="2660" y="3490"/>
                  </a:cubicBezTo>
                  <a:cubicBezTo>
                    <a:pt x="2654" y="3478"/>
                    <a:pt x="2654" y="3478"/>
                    <a:pt x="2654" y="3478"/>
                  </a:cubicBezTo>
                  <a:cubicBezTo>
                    <a:pt x="2646" y="3462"/>
                    <a:pt x="2646" y="3462"/>
                    <a:pt x="2646" y="3462"/>
                  </a:cubicBezTo>
                  <a:cubicBezTo>
                    <a:pt x="2629" y="3453"/>
                    <a:pt x="2629" y="3453"/>
                    <a:pt x="2629" y="3453"/>
                  </a:cubicBezTo>
                  <a:cubicBezTo>
                    <a:pt x="2626" y="3435"/>
                    <a:pt x="2626" y="3435"/>
                    <a:pt x="2626" y="3435"/>
                  </a:cubicBezTo>
                  <a:cubicBezTo>
                    <a:pt x="2603" y="3412"/>
                    <a:pt x="2603" y="3412"/>
                    <a:pt x="2603" y="3412"/>
                  </a:cubicBezTo>
                  <a:cubicBezTo>
                    <a:pt x="2593" y="3408"/>
                    <a:pt x="2593" y="3408"/>
                    <a:pt x="2593" y="3408"/>
                  </a:cubicBezTo>
                  <a:cubicBezTo>
                    <a:pt x="2578" y="3408"/>
                    <a:pt x="2578" y="3408"/>
                    <a:pt x="2578" y="3408"/>
                  </a:cubicBezTo>
                  <a:cubicBezTo>
                    <a:pt x="2578" y="3415"/>
                    <a:pt x="2578" y="3415"/>
                    <a:pt x="2578" y="3415"/>
                  </a:cubicBezTo>
                  <a:cubicBezTo>
                    <a:pt x="2562" y="3414"/>
                    <a:pt x="2562" y="3414"/>
                    <a:pt x="2562" y="3414"/>
                  </a:cubicBezTo>
                  <a:cubicBezTo>
                    <a:pt x="2546" y="3411"/>
                    <a:pt x="2546" y="3411"/>
                    <a:pt x="2546" y="3411"/>
                  </a:cubicBezTo>
                  <a:cubicBezTo>
                    <a:pt x="2530" y="3396"/>
                    <a:pt x="2530" y="3396"/>
                    <a:pt x="2530" y="3396"/>
                  </a:cubicBezTo>
                  <a:cubicBezTo>
                    <a:pt x="2529" y="3382"/>
                    <a:pt x="2529" y="3382"/>
                    <a:pt x="2529" y="3382"/>
                  </a:cubicBezTo>
                  <a:cubicBezTo>
                    <a:pt x="2508" y="3364"/>
                    <a:pt x="2508" y="3364"/>
                    <a:pt x="2508" y="3364"/>
                  </a:cubicBezTo>
                  <a:cubicBezTo>
                    <a:pt x="2496" y="3360"/>
                    <a:pt x="2496" y="3360"/>
                    <a:pt x="2496" y="3360"/>
                  </a:cubicBezTo>
                  <a:cubicBezTo>
                    <a:pt x="2491" y="3353"/>
                    <a:pt x="2491" y="3353"/>
                    <a:pt x="2491" y="3353"/>
                  </a:cubicBezTo>
                  <a:cubicBezTo>
                    <a:pt x="2487" y="3342"/>
                    <a:pt x="2487" y="3342"/>
                    <a:pt x="2487" y="3342"/>
                  </a:cubicBezTo>
                  <a:cubicBezTo>
                    <a:pt x="2485" y="3306"/>
                    <a:pt x="2485" y="3306"/>
                    <a:pt x="2485" y="3306"/>
                  </a:cubicBezTo>
                  <a:cubicBezTo>
                    <a:pt x="2470" y="3302"/>
                    <a:pt x="2470" y="3302"/>
                    <a:pt x="2470" y="3302"/>
                  </a:cubicBezTo>
                  <a:cubicBezTo>
                    <a:pt x="2465" y="3286"/>
                    <a:pt x="2465" y="3286"/>
                    <a:pt x="2465" y="3286"/>
                  </a:cubicBezTo>
                  <a:cubicBezTo>
                    <a:pt x="2463" y="3275"/>
                    <a:pt x="2463" y="3275"/>
                    <a:pt x="2463" y="3275"/>
                  </a:cubicBezTo>
                  <a:cubicBezTo>
                    <a:pt x="2461" y="3263"/>
                    <a:pt x="2461" y="3263"/>
                    <a:pt x="2461" y="3263"/>
                  </a:cubicBezTo>
                  <a:cubicBezTo>
                    <a:pt x="2456" y="3255"/>
                    <a:pt x="2456" y="3255"/>
                    <a:pt x="2456" y="3255"/>
                  </a:cubicBezTo>
                  <a:cubicBezTo>
                    <a:pt x="2441" y="3249"/>
                    <a:pt x="2441" y="3249"/>
                    <a:pt x="2441" y="3249"/>
                  </a:cubicBezTo>
                  <a:cubicBezTo>
                    <a:pt x="2442" y="3219"/>
                    <a:pt x="2442" y="3219"/>
                    <a:pt x="2442" y="3219"/>
                  </a:cubicBezTo>
                  <a:cubicBezTo>
                    <a:pt x="2418" y="3211"/>
                    <a:pt x="2418" y="3211"/>
                    <a:pt x="2418" y="3211"/>
                  </a:cubicBezTo>
                  <a:cubicBezTo>
                    <a:pt x="2400" y="3186"/>
                    <a:pt x="2400" y="3186"/>
                    <a:pt x="2400" y="3186"/>
                  </a:cubicBezTo>
                  <a:cubicBezTo>
                    <a:pt x="2400" y="3175"/>
                    <a:pt x="2400" y="3175"/>
                    <a:pt x="2400" y="3175"/>
                  </a:cubicBezTo>
                  <a:cubicBezTo>
                    <a:pt x="2417" y="3166"/>
                    <a:pt x="2417" y="3166"/>
                    <a:pt x="2417" y="3166"/>
                  </a:cubicBezTo>
                  <a:cubicBezTo>
                    <a:pt x="2424" y="3160"/>
                    <a:pt x="2424" y="3160"/>
                    <a:pt x="2424" y="3160"/>
                  </a:cubicBezTo>
                  <a:cubicBezTo>
                    <a:pt x="2425" y="3132"/>
                    <a:pt x="2425" y="3132"/>
                    <a:pt x="2425" y="3132"/>
                  </a:cubicBezTo>
                  <a:cubicBezTo>
                    <a:pt x="2435" y="3130"/>
                    <a:pt x="2435" y="3130"/>
                    <a:pt x="2435" y="3130"/>
                  </a:cubicBezTo>
                  <a:cubicBezTo>
                    <a:pt x="2442" y="3115"/>
                    <a:pt x="2442" y="3115"/>
                    <a:pt x="2442" y="3115"/>
                  </a:cubicBezTo>
                  <a:cubicBezTo>
                    <a:pt x="2447" y="3100"/>
                    <a:pt x="2447" y="3100"/>
                    <a:pt x="2447" y="3100"/>
                  </a:cubicBezTo>
                  <a:cubicBezTo>
                    <a:pt x="2451" y="3086"/>
                    <a:pt x="2451" y="3086"/>
                    <a:pt x="2451" y="3086"/>
                  </a:cubicBezTo>
                  <a:cubicBezTo>
                    <a:pt x="2438" y="3078"/>
                    <a:pt x="2438" y="3078"/>
                    <a:pt x="2438" y="3078"/>
                  </a:cubicBezTo>
                  <a:cubicBezTo>
                    <a:pt x="2428" y="3073"/>
                    <a:pt x="2428" y="3073"/>
                    <a:pt x="2428" y="3073"/>
                  </a:cubicBezTo>
                  <a:cubicBezTo>
                    <a:pt x="2430" y="3066"/>
                    <a:pt x="2430" y="3066"/>
                    <a:pt x="2430" y="3066"/>
                  </a:cubicBezTo>
                  <a:cubicBezTo>
                    <a:pt x="2434" y="3056"/>
                    <a:pt x="2434" y="3056"/>
                    <a:pt x="2434" y="3056"/>
                  </a:cubicBezTo>
                  <a:cubicBezTo>
                    <a:pt x="2430" y="3049"/>
                    <a:pt x="2430" y="3049"/>
                    <a:pt x="2430" y="3049"/>
                  </a:cubicBezTo>
                  <a:cubicBezTo>
                    <a:pt x="2410" y="3049"/>
                    <a:pt x="2410" y="3049"/>
                    <a:pt x="2410" y="3049"/>
                  </a:cubicBezTo>
                  <a:cubicBezTo>
                    <a:pt x="2382" y="3021"/>
                    <a:pt x="2382" y="3021"/>
                    <a:pt x="2382" y="3021"/>
                  </a:cubicBezTo>
                  <a:cubicBezTo>
                    <a:pt x="2367" y="3014"/>
                    <a:pt x="2367" y="3014"/>
                    <a:pt x="2367" y="3014"/>
                  </a:cubicBezTo>
                  <a:cubicBezTo>
                    <a:pt x="2350" y="3009"/>
                    <a:pt x="2350" y="3009"/>
                    <a:pt x="2350" y="3009"/>
                  </a:cubicBezTo>
                  <a:cubicBezTo>
                    <a:pt x="2350" y="2997"/>
                    <a:pt x="2350" y="2997"/>
                    <a:pt x="2350" y="2997"/>
                  </a:cubicBezTo>
                  <a:cubicBezTo>
                    <a:pt x="2346" y="2988"/>
                    <a:pt x="2346" y="2988"/>
                    <a:pt x="2346" y="2988"/>
                  </a:cubicBezTo>
                  <a:cubicBezTo>
                    <a:pt x="2329" y="2980"/>
                    <a:pt x="2329" y="2980"/>
                    <a:pt x="2329" y="2980"/>
                  </a:cubicBezTo>
                  <a:cubicBezTo>
                    <a:pt x="2323" y="2965"/>
                    <a:pt x="2323" y="2965"/>
                    <a:pt x="2323" y="2965"/>
                  </a:cubicBezTo>
                  <a:cubicBezTo>
                    <a:pt x="2326" y="2957"/>
                    <a:pt x="2326" y="2957"/>
                    <a:pt x="2326" y="2957"/>
                  </a:cubicBezTo>
                  <a:cubicBezTo>
                    <a:pt x="2328" y="2940"/>
                    <a:pt x="2328" y="2940"/>
                    <a:pt x="2328" y="2940"/>
                  </a:cubicBezTo>
                  <a:cubicBezTo>
                    <a:pt x="2315" y="2919"/>
                    <a:pt x="2315" y="2919"/>
                    <a:pt x="2315" y="2919"/>
                  </a:cubicBezTo>
                  <a:cubicBezTo>
                    <a:pt x="2302" y="2906"/>
                    <a:pt x="2302" y="2906"/>
                    <a:pt x="2302" y="2906"/>
                  </a:cubicBezTo>
                  <a:cubicBezTo>
                    <a:pt x="2290" y="2899"/>
                    <a:pt x="2290" y="2899"/>
                    <a:pt x="2290" y="2899"/>
                  </a:cubicBezTo>
                  <a:cubicBezTo>
                    <a:pt x="2302" y="2885"/>
                    <a:pt x="2302" y="2885"/>
                    <a:pt x="2302" y="2885"/>
                  </a:cubicBezTo>
                  <a:cubicBezTo>
                    <a:pt x="2301" y="2873"/>
                    <a:pt x="2301" y="2873"/>
                    <a:pt x="2301" y="2873"/>
                  </a:cubicBezTo>
                  <a:cubicBezTo>
                    <a:pt x="2292" y="2858"/>
                    <a:pt x="2292" y="2858"/>
                    <a:pt x="2292" y="2858"/>
                  </a:cubicBezTo>
                  <a:cubicBezTo>
                    <a:pt x="2304" y="2857"/>
                    <a:pt x="2304" y="2857"/>
                    <a:pt x="2304" y="2857"/>
                  </a:cubicBezTo>
                  <a:cubicBezTo>
                    <a:pt x="2313" y="2858"/>
                    <a:pt x="2313" y="2858"/>
                    <a:pt x="2313" y="2858"/>
                  </a:cubicBezTo>
                  <a:cubicBezTo>
                    <a:pt x="2321" y="2861"/>
                    <a:pt x="2321" y="2861"/>
                    <a:pt x="2321" y="2861"/>
                  </a:cubicBezTo>
                  <a:cubicBezTo>
                    <a:pt x="2323" y="2883"/>
                    <a:pt x="2323" y="2883"/>
                    <a:pt x="2323" y="2883"/>
                  </a:cubicBezTo>
                  <a:cubicBezTo>
                    <a:pt x="2335" y="2887"/>
                    <a:pt x="2335" y="2887"/>
                    <a:pt x="2335" y="2887"/>
                  </a:cubicBezTo>
                  <a:cubicBezTo>
                    <a:pt x="2347" y="2889"/>
                    <a:pt x="2347" y="2889"/>
                    <a:pt x="2347" y="2889"/>
                  </a:cubicBezTo>
                  <a:cubicBezTo>
                    <a:pt x="2344" y="2900"/>
                    <a:pt x="2344" y="2900"/>
                    <a:pt x="2344" y="2900"/>
                  </a:cubicBezTo>
                  <a:cubicBezTo>
                    <a:pt x="2354" y="2913"/>
                    <a:pt x="2354" y="2913"/>
                    <a:pt x="2354" y="2913"/>
                  </a:cubicBezTo>
                  <a:cubicBezTo>
                    <a:pt x="2355" y="2933"/>
                    <a:pt x="2355" y="2933"/>
                    <a:pt x="2355" y="2933"/>
                  </a:cubicBezTo>
                  <a:cubicBezTo>
                    <a:pt x="2372" y="2944"/>
                    <a:pt x="2372" y="2944"/>
                    <a:pt x="2372" y="2944"/>
                  </a:cubicBezTo>
                  <a:cubicBezTo>
                    <a:pt x="2373" y="2905"/>
                    <a:pt x="2373" y="2905"/>
                    <a:pt x="2373" y="2905"/>
                  </a:cubicBezTo>
                  <a:cubicBezTo>
                    <a:pt x="2383" y="2899"/>
                    <a:pt x="2383" y="2899"/>
                    <a:pt x="2383" y="2899"/>
                  </a:cubicBezTo>
                  <a:cubicBezTo>
                    <a:pt x="2384" y="2882"/>
                    <a:pt x="2384" y="2882"/>
                    <a:pt x="2384" y="2882"/>
                  </a:cubicBezTo>
                  <a:cubicBezTo>
                    <a:pt x="2398" y="2872"/>
                    <a:pt x="2398" y="2872"/>
                    <a:pt x="2398" y="2872"/>
                  </a:cubicBezTo>
                  <a:cubicBezTo>
                    <a:pt x="2401" y="2857"/>
                    <a:pt x="2401" y="2857"/>
                    <a:pt x="2401" y="2857"/>
                  </a:cubicBezTo>
                  <a:cubicBezTo>
                    <a:pt x="2429" y="2842"/>
                    <a:pt x="2429" y="2842"/>
                    <a:pt x="2429" y="2842"/>
                  </a:cubicBezTo>
                  <a:cubicBezTo>
                    <a:pt x="2431" y="2826"/>
                    <a:pt x="2431" y="2826"/>
                    <a:pt x="2431" y="2826"/>
                  </a:cubicBezTo>
                  <a:cubicBezTo>
                    <a:pt x="2442" y="2814"/>
                    <a:pt x="2442" y="2814"/>
                    <a:pt x="2442" y="2814"/>
                  </a:cubicBezTo>
                  <a:cubicBezTo>
                    <a:pt x="2463" y="2814"/>
                    <a:pt x="2463" y="2814"/>
                    <a:pt x="2463" y="2814"/>
                  </a:cubicBezTo>
                  <a:cubicBezTo>
                    <a:pt x="2473" y="2805"/>
                    <a:pt x="2473" y="2805"/>
                    <a:pt x="2473" y="2805"/>
                  </a:cubicBezTo>
                  <a:cubicBezTo>
                    <a:pt x="2499" y="2804"/>
                    <a:pt x="2499" y="2804"/>
                    <a:pt x="2499" y="2804"/>
                  </a:cubicBezTo>
                  <a:cubicBezTo>
                    <a:pt x="2510" y="2813"/>
                    <a:pt x="2510" y="2813"/>
                    <a:pt x="2510" y="2813"/>
                  </a:cubicBezTo>
                  <a:cubicBezTo>
                    <a:pt x="2526" y="2790"/>
                    <a:pt x="2526" y="2790"/>
                    <a:pt x="2526" y="2790"/>
                  </a:cubicBezTo>
                  <a:cubicBezTo>
                    <a:pt x="2537" y="2784"/>
                    <a:pt x="2537" y="2784"/>
                    <a:pt x="2537" y="2784"/>
                  </a:cubicBezTo>
                  <a:cubicBezTo>
                    <a:pt x="2546" y="2792"/>
                    <a:pt x="2546" y="2792"/>
                    <a:pt x="2546" y="2792"/>
                  </a:cubicBezTo>
                  <a:cubicBezTo>
                    <a:pt x="2553" y="2781"/>
                    <a:pt x="2553" y="2781"/>
                    <a:pt x="2553" y="2781"/>
                  </a:cubicBezTo>
                  <a:cubicBezTo>
                    <a:pt x="2588" y="2803"/>
                    <a:pt x="2588" y="2803"/>
                    <a:pt x="2588" y="2803"/>
                  </a:cubicBezTo>
                  <a:cubicBezTo>
                    <a:pt x="2597" y="2806"/>
                    <a:pt x="2597" y="2806"/>
                    <a:pt x="2597" y="2806"/>
                  </a:cubicBezTo>
                  <a:cubicBezTo>
                    <a:pt x="2607" y="2804"/>
                    <a:pt x="2607" y="2804"/>
                    <a:pt x="2607" y="2804"/>
                  </a:cubicBezTo>
                  <a:cubicBezTo>
                    <a:pt x="2625" y="2787"/>
                    <a:pt x="2625" y="2787"/>
                    <a:pt x="2625" y="2787"/>
                  </a:cubicBezTo>
                  <a:cubicBezTo>
                    <a:pt x="2626" y="2761"/>
                    <a:pt x="2626" y="2761"/>
                    <a:pt x="2626" y="2761"/>
                  </a:cubicBezTo>
                  <a:cubicBezTo>
                    <a:pt x="2630" y="2752"/>
                    <a:pt x="2630" y="2752"/>
                    <a:pt x="2630" y="2752"/>
                  </a:cubicBezTo>
                  <a:cubicBezTo>
                    <a:pt x="2650" y="2756"/>
                    <a:pt x="2650" y="2756"/>
                    <a:pt x="2650" y="2756"/>
                  </a:cubicBezTo>
                  <a:cubicBezTo>
                    <a:pt x="2657" y="2750"/>
                    <a:pt x="2657" y="2750"/>
                    <a:pt x="2657" y="2750"/>
                  </a:cubicBezTo>
                  <a:cubicBezTo>
                    <a:pt x="2662" y="2748"/>
                    <a:pt x="2662" y="2748"/>
                    <a:pt x="2662" y="2748"/>
                  </a:cubicBezTo>
                  <a:cubicBezTo>
                    <a:pt x="2668" y="2753"/>
                    <a:pt x="2668" y="2753"/>
                    <a:pt x="2668" y="2753"/>
                  </a:cubicBezTo>
                  <a:cubicBezTo>
                    <a:pt x="2687" y="2753"/>
                    <a:pt x="2687" y="2753"/>
                    <a:pt x="2687" y="2753"/>
                  </a:cubicBezTo>
                  <a:cubicBezTo>
                    <a:pt x="2690" y="2742"/>
                    <a:pt x="2690" y="2742"/>
                    <a:pt x="2690" y="2742"/>
                  </a:cubicBezTo>
                  <a:cubicBezTo>
                    <a:pt x="2698" y="2723"/>
                    <a:pt x="2698" y="2723"/>
                    <a:pt x="2698" y="2723"/>
                  </a:cubicBezTo>
                  <a:cubicBezTo>
                    <a:pt x="2704" y="2704"/>
                    <a:pt x="2704" y="2704"/>
                    <a:pt x="2704" y="2704"/>
                  </a:cubicBezTo>
                  <a:cubicBezTo>
                    <a:pt x="2716" y="2704"/>
                    <a:pt x="2716" y="2704"/>
                    <a:pt x="2716" y="2704"/>
                  </a:cubicBezTo>
                  <a:cubicBezTo>
                    <a:pt x="2720" y="2712"/>
                    <a:pt x="2720" y="2712"/>
                    <a:pt x="2720" y="2712"/>
                  </a:cubicBezTo>
                  <a:cubicBezTo>
                    <a:pt x="2733" y="2708"/>
                    <a:pt x="2733" y="2708"/>
                    <a:pt x="2733" y="2708"/>
                  </a:cubicBezTo>
                  <a:cubicBezTo>
                    <a:pt x="2735" y="2697"/>
                    <a:pt x="2735" y="2697"/>
                    <a:pt x="2735" y="2697"/>
                  </a:cubicBezTo>
                  <a:cubicBezTo>
                    <a:pt x="2751" y="2684"/>
                    <a:pt x="2751" y="2684"/>
                    <a:pt x="2751" y="2684"/>
                  </a:cubicBezTo>
                  <a:cubicBezTo>
                    <a:pt x="2757" y="2677"/>
                    <a:pt x="2757" y="2677"/>
                    <a:pt x="2757" y="2677"/>
                  </a:cubicBezTo>
                  <a:cubicBezTo>
                    <a:pt x="2768" y="2690"/>
                    <a:pt x="2768" y="2690"/>
                    <a:pt x="2768" y="2690"/>
                  </a:cubicBezTo>
                  <a:cubicBezTo>
                    <a:pt x="2777" y="2693"/>
                    <a:pt x="2777" y="2693"/>
                    <a:pt x="2777" y="2693"/>
                  </a:cubicBezTo>
                  <a:cubicBezTo>
                    <a:pt x="2785" y="2695"/>
                    <a:pt x="2785" y="2695"/>
                    <a:pt x="2785" y="2695"/>
                  </a:cubicBezTo>
                  <a:cubicBezTo>
                    <a:pt x="2805" y="2679"/>
                    <a:pt x="2805" y="2679"/>
                    <a:pt x="2805" y="2679"/>
                  </a:cubicBezTo>
                  <a:cubicBezTo>
                    <a:pt x="2803" y="2665"/>
                    <a:pt x="2803" y="2665"/>
                    <a:pt x="2803" y="2665"/>
                  </a:cubicBezTo>
                  <a:cubicBezTo>
                    <a:pt x="2814" y="2654"/>
                    <a:pt x="2814" y="2654"/>
                    <a:pt x="2814" y="2654"/>
                  </a:cubicBezTo>
                  <a:cubicBezTo>
                    <a:pt x="2813" y="2636"/>
                    <a:pt x="2813" y="2636"/>
                    <a:pt x="2813" y="2636"/>
                  </a:cubicBezTo>
                  <a:cubicBezTo>
                    <a:pt x="2843" y="2633"/>
                    <a:pt x="2843" y="2633"/>
                    <a:pt x="2843" y="2633"/>
                  </a:cubicBezTo>
                  <a:cubicBezTo>
                    <a:pt x="2852" y="2624"/>
                    <a:pt x="2852" y="2624"/>
                    <a:pt x="2852" y="2624"/>
                  </a:cubicBezTo>
                  <a:cubicBezTo>
                    <a:pt x="2859" y="2624"/>
                    <a:pt x="2859" y="2624"/>
                    <a:pt x="2859" y="2624"/>
                  </a:cubicBezTo>
                  <a:cubicBezTo>
                    <a:pt x="2866" y="2628"/>
                    <a:pt x="2866" y="2628"/>
                    <a:pt x="2866" y="2628"/>
                  </a:cubicBezTo>
                  <a:cubicBezTo>
                    <a:pt x="2878" y="2628"/>
                    <a:pt x="2878" y="2628"/>
                    <a:pt x="2878" y="2628"/>
                  </a:cubicBezTo>
                  <a:cubicBezTo>
                    <a:pt x="2889" y="2621"/>
                    <a:pt x="2889" y="2621"/>
                    <a:pt x="2889" y="2621"/>
                  </a:cubicBezTo>
                  <a:cubicBezTo>
                    <a:pt x="2903" y="2620"/>
                    <a:pt x="2903" y="2620"/>
                    <a:pt x="2903" y="2620"/>
                  </a:cubicBezTo>
                  <a:cubicBezTo>
                    <a:pt x="2909" y="2624"/>
                    <a:pt x="2909" y="2624"/>
                    <a:pt x="2909" y="2624"/>
                  </a:cubicBezTo>
                  <a:cubicBezTo>
                    <a:pt x="2931" y="2625"/>
                    <a:pt x="2931" y="2625"/>
                    <a:pt x="2931" y="2625"/>
                  </a:cubicBezTo>
                  <a:cubicBezTo>
                    <a:pt x="2931" y="2617"/>
                    <a:pt x="2931" y="2617"/>
                    <a:pt x="2931" y="2617"/>
                  </a:cubicBezTo>
                  <a:cubicBezTo>
                    <a:pt x="2944" y="2613"/>
                    <a:pt x="2944" y="2613"/>
                    <a:pt x="2944" y="2613"/>
                  </a:cubicBezTo>
                  <a:cubicBezTo>
                    <a:pt x="2946" y="2588"/>
                    <a:pt x="2946" y="2588"/>
                    <a:pt x="2946" y="2588"/>
                  </a:cubicBezTo>
                  <a:cubicBezTo>
                    <a:pt x="2961" y="2588"/>
                    <a:pt x="2961" y="2588"/>
                    <a:pt x="2961" y="2588"/>
                  </a:cubicBezTo>
                  <a:cubicBezTo>
                    <a:pt x="2977" y="2572"/>
                    <a:pt x="2977" y="2572"/>
                    <a:pt x="2977" y="2572"/>
                  </a:cubicBezTo>
                  <a:cubicBezTo>
                    <a:pt x="2983" y="2575"/>
                    <a:pt x="2983" y="2575"/>
                    <a:pt x="2983" y="2575"/>
                  </a:cubicBezTo>
                  <a:cubicBezTo>
                    <a:pt x="2989" y="2580"/>
                    <a:pt x="2989" y="2580"/>
                    <a:pt x="2989" y="2580"/>
                  </a:cubicBezTo>
                  <a:cubicBezTo>
                    <a:pt x="2995" y="2581"/>
                    <a:pt x="2995" y="2581"/>
                    <a:pt x="2995" y="2581"/>
                  </a:cubicBezTo>
                  <a:cubicBezTo>
                    <a:pt x="2998" y="2576"/>
                    <a:pt x="2998" y="2576"/>
                    <a:pt x="2998" y="2576"/>
                  </a:cubicBezTo>
                  <a:cubicBezTo>
                    <a:pt x="3023" y="2566"/>
                    <a:pt x="3023" y="2566"/>
                    <a:pt x="3023" y="2566"/>
                  </a:cubicBezTo>
                  <a:cubicBezTo>
                    <a:pt x="3042" y="2557"/>
                    <a:pt x="3042" y="2557"/>
                    <a:pt x="3042" y="2557"/>
                  </a:cubicBezTo>
                  <a:cubicBezTo>
                    <a:pt x="3057" y="2551"/>
                    <a:pt x="3057" y="2551"/>
                    <a:pt x="3057" y="2551"/>
                  </a:cubicBezTo>
                  <a:cubicBezTo>
                    <a:pt x="3069" y="2531"/>
                    <a:pt x="3069" y="2531"/>
                    <a:pt x="3069" y="2531"/>
                  </a:cubicBezTo>
                  <a:cubicBezTo>
                    <a:pt x="3092" y="2534"/>
                    <a:pt x="3092" y="2534"/>
                    <a:pt x="3092" y="2534"/>
                  </a:cubicBezTo>
                  <a:cubicBezTo>
                    <a:pt x="3108" y="2530"/>
                    <a:pt x="3108" y="2530"/>
                    <a:pt x="3108" y="2530"/>
                  </a:cubicBezTo>
                  <a:cubicBezTo>
                    <a:pt x="3124" y="2529"/>
                    <a:pt x="3124" y="2529"/>
                    <a:pt x="3124" y="2529"/>
                  </a:cubicBezTo>
                  <a:cubicBezTo>
                    <a:pt x="3125" y="2515"/>
                    <a:pt x="3125" y="2515"/>
                    <a:pt x="3125" y="2515"/>
                  </a:cubicBezTo>
                  <a:cubicBezTo>
                    <a:pt x="3129" y="2505"/>
                    <a:pt x="3129" y="2505"/>
                    <a:pt x="3129" y="2505"/>
                  </a:cubicBezTo>
                  <a:cubicBezTo>
                    <a:pt x="3113" y="2502"/>
                    <a:pt x="3113" y="2502"/>
                    <a:pt x="3113" y="2502"/>
                  </a:cubicBezTo>
                  <a:cubicBezTo>
                    <a:pt x="3101" y="2500"/>
                    <a:pt x="3101" y="2500"/>
                    <a:pt x="3101" y="2500"/>
                  </a:cubicBezTo>
                  <a:cubicBezTo>
                    <a:pt x="3093" y="2488"/>
                    <a:pt x="3093" y="2488"/>
                    <a:pt x="3093" y="2488"/>
                  </a:cubicBezTo>
                  <a:cubicBezTo>
                    <a:pt x="3098" y="2482"/>
                    <a:pt x="3098" y="2482"/>
                    <a:pt x="3098" y="2482"/>
                  </a:cubicBezTo>
                  <a:cubicBezTo>
                    <a:pt x="3095" y="2475"/>
                    <a:pt x="3095" y="2475"/>
                    <a:pt x="3095" y="2475"/>
                  </a:cubicBezTo>
                  <a:cubicBezTo>
                    <a:pt x="3085" y="2481"/>
                    <a:pt x="3085" y="2481"/>
                    <a:pt x="3085" y="2481"/>
                  </a:cubicBezTo>
                  <a:cubicBezTo>
                    <a:pt x="3074" y="2473"/>
                    <a:pt x="3074" y="2473"/>
                    <a:pt x="3074" y="2473"/>
                  </a:cubicBezTo>
                  <a:cubicBezTo>
                    <a:pt x="3085" y="2451"/>
                    <a:pt x="3085" y="2451"/>
                    <a:pt x="3085" y="2451"/>
                  </a:cubicBezTo>
                  <a:cubicBezTo>
                    <a:pt x="3093" y="2435"/>
                    <a:pt x="3093" y="2435"/>
                    <a:pt x="3093" y="2435"/>
                  </a:cubicBezTo>
                  <a:cubicBezTo>
                    <a:pt x="3113" y="2447"/>
                    <a:pt x="3113" y="2447"/>
                    <a:pt x="3113" y="2447"/>
                  </a:cubicBezTo>
                  <a:cubicBezTo>
                    <a:pt x="3131" y="2456"/>
                    <a:pt x="3131" y="2456"/>
                    <a:pt x="3131" y="2456"/>
                  </a:cubicBezTo>
                  <a:cubicBezTo>
                    <a:pt x="3141" y="2447"/>
                    <a:pt x="3141" y="2447"/>
                    <a:pt x="3141" y="2447"/>
                  </a:cubicBezTo>
                  <a:cubicBezTo>
                    <a:pt x="3146" y="2448"/>
                    <a:pt x="3146" y="2448"/>
                    <a:pt x="3146" y="2448"/>
                  </a:cubicBezTo>
                  <a:cubicBezTo>
                    <a:pt x="3156" y="2453"/>
                    <a:pt x="3156" y="2453"/>
                    <a:pt x="3156" y="2453"/>
                  </a:cubicBezTo>
                  <a:cubicBezTo>
                    <a:pt x="3162" y="2441"/>
                    <a:pt x="3162" y="2441"/>
                    <a:pt x="3162" y="2441"/>
                  </a:cubicBezTo>
                  <a:cubicBezTo>
                    <a:pt x="3163" y="2453"/>
                    <a:pt x="3163" y="2453"/>
                    <a:pt x="3163" y="2453"/>
                  </a:cubicBezTo>
                  <a:cubicBezTo>
                    <a:pt x="3175" y="2463"/>
                    <a:pt x="3175" y="2463"/>
                    <a:pt x="3175" y="2463"/>
                  </a:cubicBezTo>
                  <a:cubicBezTo>
                    <a:pt x="3185" y="2465"/>
                    <a:pt x="3185" y="2465"/>
                    <a:pt x="3185" y="2465"/>
                  </a:cubicBezTo>
                  <a:cubicBezTo>
                    <a:pt x="3194" y="2471"/>
                    <a:pt x="3194" y="2471"/>
                    <a:pt x="3194" y="2471"/>
                  </a:cubicBezTo>
                  <a:cubicBezTo>
                    <a:pt x="3197" y="2479"/>
                    <a:pt x="3197" y="2479"/>
                    <a:pt x="3197" y="2479"/>
                  </a:cubicBezTo>
                  <a:cubicBezTo>
                    <a:pt x="3192" y="2493"/>
                    <a:pt x="3192" y="2493"/>
                    <a:pt x="3192" y="2493"/>
                  </a:cubicBezTo>
                  <a:cubicBezTo>
                    <a:pt x="3187" y="2509"/>
                    <a:pt x="3187" y="2509"/>
                    <a:pt x="3187" y="2509"/>
                  </a:cubicBezTo>
                  <a:cubicBezTo>
                    <a:pt x="3190" y="2516"/>
                    <a:pt x="3190" y="2516"/>
                    <a:pt x="3190" y="2516"/>
                  </a:cubicBezTo>
                  <a:cubicBezTo>
                    <a:pt x="3199" y="2516"/>
                    <a:pt x="3199" y="2516"/>
                    <a:pt x="3199" y="2516"/>
                  </a:cubicBezTo>
                  <a:cubicBezTo>
                    <a:pt x="3203" y="2514"/>
                    <a:pt x="3203" y="2514"/>
                    <a:pt x="3203" y="2514"/>
                  </a:cubicBezTo>
                  <a:cubicBezTo>
                    <a:pt x="3214" y="2508"/>
                    <a:pt x="3214" y="2508"/>
                    <a:pt x="3214" y="2508"/>
                  </a:cubicBezTo>
                  <a:cubicBezTo>
                    <a:pt x="3213" y="2520"/>
                    <a:pt x="3213" y="2520"/>
                    <a:pt x="3213" y="2520"/>
                  </a:cubicBezTo>
                  <a:cubicBezTo>
                    <a:pt x="3205" y="2539"/>
                    <a:pt x="3205" y="2539"/>
                    <a:pt x="3205" y="2539"/>
                  </a:cubicBezTo>
                  <a:cubicBezTo>
                    <a:pt x="3205" y="2550"/>
                    <a:pt x="3205" y="2550"/>
                    <a:pt x="3205" y="2550"/>
                  </a:cubicBezTo>
                  <a:cubicBezTo>
                    <a:pt x="3228" y="2556"/>
                    <a:pt x="3228" y="2556"/>
                    <a:pt x="3228" y="2556"/>
                  </a:cubicBezTo>
                  <a:cubicBezTo>
                    <a:pt x="3237" y="2561"/>
                    <a:pt x="3237" y="2561"/>
                    <a:pt x="3237" y="2561"/>
                  </a:cubicBezTo>
                  <a:cubicBezTo>
                    <a:pt x="3242" y="2570"/>
                    <a:pt x="3242" y="2570"/>
                    <a:pt x="3242" y="2570"/>
                  </a:cubicBezTo>
                  <a:cubicBezTo>
                    <a:pt x="3272" y="2571"/>
                    <a:pt x="3272" y="2571"/>
                    <a:pt x="3272" y="2571"/>
                  </a:cubicBezTo>
                  <a:cubicBezTo>
                    <a:pt x="3276" y="2556"/>
                    <a:pt x="3276" y="2556"/>
                    <a:pt x="3276" y="2556"/>
                  </a:cubicBezTo>
                  <a:cubicBezTo>
                    <a:pt x="3280" y="2543"/>
                    <a:pt x="3280" y="2543"/>
                    <a:pt x="3280" y="2543"/>
                  </a:cubicBezTo>
                  <a:cubicBezTo>
                    <a:pt x="3279" y="2534"/>
                    <a:pt x="3279" y="2534"/>
                    <a:pt x="3279" y="2534"/>
                  </a:cubicBezTo>
                  <a:cubicBezTo>
                    <a:pt x="3284" y="2526"/>
                    <a:pt x="3284" y="2526"/>
                    <a:pt x="3284" y="2526"/>
                  </a:cubicBezTo>
                  <a:cubicBezTo>
                    <a:pt x="3299" y="2508"/>
                    <a:pt x="3299" y="2508"/>
                    <a:pt x="3299" y="2508"/>
                  </a:cubicBezTo>
                  <a:cubicBezTo>
                    <a:pt x="3309" y="2490"/>
                    <a:pt x="3309" y="2490"/>
                    <a:pt x="3309" y="2490"/>
                  </a:cubicBezTo>
                  <a:cubicBezTo>
                    <a:pt x="3315" y="2475"/>
                    <a:pt x="3315" y="2475"/>
                    <a:pt x="3315" y="2475"/>
                  </a:cubicBezTo>
                  <a:cubicBezTo>
                    <a:pt x="3321" y="2456"/>
                    <a:pt x="3321" y="2456"/>
                    <a:pt x="3321" y="2456"/>
                  </a:cubicBezTo>
                  <a:cubicBezTo>
                    <a:pt x="3334" y="2428"/>
                    <a:pt x="3334" y="2428"/>
                    <a:pt x="3334" y="2428"/>
                  </a:cubicBezTo>
                  <a:cubicBezTo>
                    <a:pt x="3336" y="2407"/>
                    <a:pt x="3336" y="2407"/>
                    <a:pt x="3336" y="2407"/>
                  </a:cubicBezTo>
                  <a:cubicBezTo>
                    <a:pt x="3339" y="2385"/>
                    <a:pt x="3339" y="2385"/>
                    <a:pt x="3339" y="2385"/>
                  </a:cubicBezTo>
                  <a:cubicBezTo>
                    <a:pt x="3343" y="2362"/>
                    <a:pt x="3343" y="2362"/>
                    <a:pt x="3343" y="2362"/>
                  </a:cubicBezTo>
                  <a:cubicBezTo>
                    <a:pt x="3344" y="2344"/>
                    <a:pt x="3344" y="2344"/>
                    <a:pt x="3344" y="2344"/>
                  </a:cubicBezTo>
                  <a:cubicBezTo>
                    <a:pt x="3356" y="2322"/>
                    <a:pt x="3356" y="2322"/>
                    <a:pt x="3356" y="2322"/>
                  </a:cubicBezTo>
                  <a:cubicBezTo>
                    <a:pt x="3355" y="2293"/>
                    <a:pt x="3355" y="2293"/>
                    <a:pt x="3355" y="2293"/>
                  </a:cubicBezTo>
                  <a:cubicBezTo>
                    <a:pt x="3331" y="2254"/>
                    <a:pt x="3331" y="2254"/>
                    <a:pt x="3331" y="2254"/>
                  </a:cubicBezTo>
                  <a:cubicBezTo>
                    <a:pt x="3337" y="2247"/>
                    <a:pt x="3337" y="2247"/>
                    <a:pt x="3337" y="2247"/>
                  </a:cubicBezTo>
                  <a:cubicBezTo>
                    <a:pt x="3329" y="2233"/>
                    <a:pt x="3329" y="2233"/>
                    <a:pt x="3329" y="2233"/>
                  </a:cubicBezTo>
                  <a:cubicBezTo>
                    <a:pt x="3327" y="2224"/>
                    <a:pt x="3327" y="2224"/>
                    <a:pt x="3327" y="2224"/>
                  </a:cubicBezTo>
                  <a:cubicBezTo>
                    <a:pt x="3332" y="2219"/>
                    <a:pt x="3332" y="2219"/>
                    <a:pt x="3332" y="2219"/>
                  </a:cubicBezTo>
                  <a:cubicBezTo>
                    <a:pt x="3332" y="2201"/>
                    <a:pt x="3332" y="2201"/>
                    <a:pt x="3332" y="2201"/>
                  </a:cubicBezTo>
                  <a:cubicBezTo>
                    <a:pt x="3327" y="2190"/>
                    <a:pt x="3327" y="2190"/>
                    <a:pt x="3327" y="2190"/>
                  </a:cubicBezTo>
                  <a:cubicBezTo>
                    <a:pt x="3310" y="2180"/>
                    <a:pt x="3310" y="2180"/>
                    <a:pt x="3310" y="2180"/>
                  </a:cubicBezTo>
                  <a:cubicBezTo>
                    <a:pt x="3288" y="2175"/>
                    <a:pt x="3288" y="2175"/>
                    <a:pt x="3288" y="2175"/>
                  </a:cubicBezTo>
                  <a:cubicBezTo>
                    <a:pt x="3271" y="2160"/>
                    <a:pt x="3271" y="2160"/>
                    <a:pt x="3271" y="2160"/>
                  </a:cubicBezTo>
                  <a:cubicBezTo>
                    <a:pt x="3247" y="2155"/>
                    <a:pt x="3247" y="2155"/>
                    <a:pt x="3247" y="2155"/>
                  </a:cubicBezTo>
                  <a:cubicBezTo>
                    <a:pt x="3237" y="2134"/>
                    <a:pt x="3237" y="2134"/>
                    <a:pt x="3237" y="2134"/>
                  </a:cubicBezTo>
                  <a:cubicBezTo>
                    <a:pt x="3254" y="2110"/>
                    <a:pt x="3254" y="2110"/>
                    <a:pt x="3254" y="2110"/>
                  </a:cubicBezTo>
                  <a:cubicBezTo>
                    <a:pt x="3252" y="2072"/>
                    <a:pt x="3252" y="2072"/>
                    <a:pt x="3252" y="2072"/>
                  </a:cubicBezTo>
                  <a:cubicBezTo>
                    <a:pt x="3221" y="2040"/>
                    <a:pt x="3221" y="2040"/>
                    <a:pt x="3221" y="2040"/>
                  </a:cubicBezTo>
                  <a:cubicBezTo>
                    <a:pt x="3217" y="2020"/>
                    <a:pt x="3217" y="2020"/>
                    <a:pt x="3217" y="2020"/>
                  </a:cubicBezTo>
                  <a:cubicBezTo>
                    <a:pt x="3216" y="2002"/>
                    <a:pt x="3216" y="2002"/>
                    <a:pt x="3216" y="2002"/>
                  </a:cubicBezTo>
                  <a:cubicBezTo>
                    <a:pt x="3197" y="1985"/>
                    <a:pt x="3197" y="1985"/>
                    <a:pt x="3197" y="1985"/>
                  </a:cubicBezTo>
                  <a:cubicBezTo>
                    <a:pt x="3195" y="1976"/>
                    <a:pt x="3195" y="1976"/>
                    <a:pt x="3195" y="1976"/>
                  </a:cubicBezTo>
                  <a:cubicBezTo>
                    <a:pt x="3200" y="1965"/>
                    <a:pt x="3200" y="1965"/>
                    <a:pt x="3200" y="1965"/>
                  </a:cubicBezTo>
                  <a:cubicBezTo>
                    <a:pt x="3229" y="1934"/>
                    <a:pt x="3229" y="1934"/>
                    <a:pt x="3229" y="1934"/>
                  </a:cubicBezTo>
                  <a:cubicBezTo>
                    <a:pt x="3234" y="1923"/>
                    <a:pt x="3234" y="1923"/>
                    <a:pt x="3234" y="1923"/>
                  </a:cubicBezTo>
                  <a:cubicBezTo>
                    <a:pt x="3240" y="1907"/>
                    <a:pt x="3240" y="1907"/>
                    <a:pt x="3240" y="1907"/>
                  </a:cubicBezTo>
                  <a:cubicBezTo>
                    <a:pt x="3232" y="1895"/>
                    <a:pt x="3232" y="1895"/>
                    <a:pt x="3232" y="1895"/>
                  </a:cubicBezTo>
                  <a:cubicBezTo>
                    <a:pt x="3236" y="1887"/>
                    <a:pt x="3236" y="1887"/>
                    <a:pt x="3236" y="1887"/>
                  </a:cubicBezTo>
                  <a:cubicBezTo>
                    <a:pt x="3235" y="1878"/>
                    <a:pt x="3235" y="1878"/>
                    <a:pt x="3235" y="1878"/>
                  </a:cubicBezTo>
                  <a:cubicBezTo>
                    <a:pt x="3241" y="1864"/>
                    <a:pt x="3241" y="1864"/>
                    <a:pt x="3241" y="1864"/>
                  </a:cubicBezTo>
                  <a:cubicBezTo>
                    <a:pt x="3254" y="1835"/>
                    <a:pt x="3254" y="1835"/>
                    <a:pt x="3254" y="1835"/>
                  </a:cubicBezTo>
                  <a:cubicBezTo>
                    <a:pt x="3227" y="1808"/>
                    <a:pt x="3227" y="1808"/>
                    <a:pt x="3227" y="1808"/>
                  </a:cubicBezTo>
                  <a:cubicBezTo>
                    <a:pt x="3226" y="1788"/>
                    <a:pt x="3226" y="1788"/>
                    <a:pt x="3226" y="1788"/>
                  </a:cubicBezTo>
                  <a:cubicBezTo>
                    <a:pt x="3237" y="1774"/>
                    <a:pt x="3237" y="1774"/>
                    <a:pt x="3237" y="1774"/>
                  </a:cubicBezTo>
                  <a:cubicBezTo>
                    <a:pt x="3228" y="1762"/>
                    <a:pt x="3228" y="1762"/>
                    <a:pt x="3228" y="1762"/>
                  </a:cubicBezTo>
                  <a:cubicBezTo>
                    <a:pt x="3232" y="1748"/>
                    <a:pt x="3232" y="1748"/>
                    <a:pt x="3232" y="1748"/>
                  </a:cubicBezTo>
                  <a:cubicBezTo>
                    <a:pt x="3237" y="1733"/>
                    <a:pt x="3237" y="1733"/>
                    <a:pt x="3237" y="1733"/>
                  </a:cubicBezTo>
                  <a:cubicBezTo>
                    <a:pt x="3230" y="1725"/>
                    <a:pt x="3230" y="1725"/>
                    <a:pt x="3230" y="1725"/>
                  </a:cubicBezTo>
                  <a:cubicBezTo>
                    <a:pt x="3220" y="1722"/>
                    <a:pt x="3220" y="1722"/>
                    <a:pt x="3220" y="1722"/>
                  </a:cubicBezTo>
                  <a:cubicBezTo>
                    <a:pt x="3203" y="1717"/>
                    <a:pt x="3203" y="1717"/>
                    <a:pt x="3203" y="1717"/>
                  </a:cubicBezTo>
                  <a:cubicBezTo>
                    <a:pt x="3191" y="1709"/>
                    <a:pt x="3191" y="1709"/>
                    <a:pt x="3191" y="1709"/>
                  </a:cubicBezTo>
                  <a:cubicBezTo>
                    <a:pt x="3190" y="1689"/>
                    <a:pt x="3190" y="1689"/>
                    <a:pt x="3190" y="1689"/>
                  </a:cubicBezTo>
                  <a:cubicBezTo>
                    <a:pt x="3186" y="1676"/>
                    <a:pt x="3186" y="1676"/>
                    <a:pt x="3186" y="1676"/>
                  </a:cubicBezTo>
                  <a:cubicBezTo>
                    <a:pt x="3172" y="1650"/>
                    <a:pt x="3172" y="1650"/>
                    <a:pt x="3172" y="1650"/>
                  </a:cubicBezTo>
                  <a:cubicBezTo>
                    <a:pt x="3175" y="1622"/>
                    <a:pt x="3175" y="1622"/>
                    <a:pt x="3175" y="1622"/>
                  </a:cubicBezTo>
                  <a:cubicBezTo>
                    <a:pt x="3193" y="1612"/>
                    <a:pt x="3193" y="1612"/>
                    <a:pt x="3193" y="1612"/>
                  </a:cubicBezTo>
                  <a:cubicBezTo>
                    <a:pt x="3201" y="1595"/>
                    <a:pt x="3201" y="1595"/>
                    <a:pt x="3201" y="1595"/>
                  </a:cubicBezTo>
                  <a:cubicBezTo>
                    <a:pt x="3210" y="1583"/>
                    <a:pt x="3210" y="1583"/>
                    <a:pt x="3210" y="1583"/>
                  </a:cubicBezTo>
                  <a:cubicBezTo>
                    <a:pt x="3199" y="1563"/>
                    <a:pt x="3199" y="1563"/>
                    <a:pt x="3199" y="1563"/>
                  </a:cubicBezTo>
                  <a:cubicBezTo>
                    <a:pt x="3204" y="1550"/>
                    <a:pt x="3204" y="1550"/>
                    <a:pt x="3204" y="1550"/>
                  </a:cubicBezTo>
                  <a:cubicBezTo>
                    <a:pt x="3210" y="1533"/>
                    <a:pt x="3210" y="1533"/>
                    <a:pt x="3210" y="1533"/>
                  </a:cubicBezTo>
                  <a:cubicBezTo>
                    <a:pt x="3192" y="1510"/>
                    <a:pt x="3192" y="1510"/>
                    <a:pt x="3192" y="1510"/>
                  </a:cubicBezTo>
                  <a:cubicBezTo>
                    <a:pt x="3172" y="1497"/>
                    <a:pt x="3172" y="1497"/>
                    <a:pt x="3172" y="1497"/>
                  </a:cubicBezTo>
                  <a:cubicBezTo>
                    <a:pt x="3149" y="1482"/>
                    <a:pt x="3149" y="1482"/>
                    <a:pt x="3149" y="1482"/>
                  </a:cubicBezTo>
                  <a:cubicBezTo>
                    <a:pt x="3108" y="1433"/>
                    <a:pt x="3108" y="1433"/>
                    <a:pt x="3108" y="1433"/>
                  </a:cubicBezTo>
                  <a:cubicBezTo>
                    <a:pt x="3089" y="1424"/>
                    <a:pt x="3089" y="1424"/>
                    <a:pt x="3089" y="1424"/>
                  </a:cubicBezTo>
                  <a:cubicBezTo>
                    <a:pt x="3055" y="1388"/>
                    <a:pt x="3055" y="1388"/>
                    <a:pt x="3055" y="1388"/>
                  </a:cubicBezTo>
                  <a:cubicBezTo>
                    <a:pt x="3031" y="1380"/>
                    <a:pt x="3031" y="1380"/>
                    <a:pt x="3031" y="1380"/>
                  </a:cubicBezTo>
                  <a:cubicBezTo>
                    <a:pt x="3023" y="1376"/>
                    <a:pt x="3023" y="1376"/>
                    <a:pt x="3023" y="1376"/>
                  </a:cubicBezTo>
                  <a:cubicBezTo>
                    <a:pt x="3022" y="1365"/>
                    <a:pt x="3022" y="1365"/>
                    <a:pt x="3022" y="1365"/>
                  </a:cubicBezTo>
                  <a:cubicBezTo>
                    <a:pt x="3036" y="1352"/>
                    <a:pt x="3036" y="1352"/>
                    <a:pt x="3036" y="1352"/>
                  </a:cubicBezTo>
                  <a:cubicBezTo>
                    <a:pt x="3035" y="1333"/>
                    <a:pt x="3035" y="1333"/>
                    <a:pt x="3035" y="1333"/>
                  </a:cubicBezTo>
                  <a:cubicBezTo>
                    <a:pt x="3030" y="1303"/>
                    <a:pt x="3030" y="1303"/>
                    <a:pt x="3030" y="1303"/>
                  </a:cubicBezTo>
                  <a:cubicBezTo>
                    <a:pt x="3107" y="1245"/>
                    <a:pt x="3107" y="1245"/>
                    <a:pt x="3107" y="1245"/>
                  </a:cubicBezTo>
                  <a:cubicBezTo>
                    <a:pt x="3109" y="1230"/>
                    <a:pt x="3109" y="1230"/>
                    <a:pt x="3109" y="1230"/>
                  </a:cubicBezTo>
                  <a:cubicBezTo>
                    <a:pt x="3114" y="1212"/>
                    <a:pt x="3114" y="1212"/>
                    <a:pt x="3114" y="1212"/>
                  </a:cubicBezTo>
                  <a:cubicBezTo>
                    <a:pt x="3117" y="1203"/>
                    <a:pt x="3117" y="1203"/>
                    <a:pt x="3117" y="1203"/>
                  </a:cubicBezTo>
                  <a:cubicBezTo>
                    <a:pt x="3123" y="1190"/>
                    <a:pt x="3123" y="1190"/>
                    <a:pt x="3123" y="1190"/>
                  </a:cubicBezTo>
                  <a:cubicBezTo>
                    <a:pt x="3114" y="1176"/>
                    <a:pt x="3114" y="1176"/>
                    <a:pt x="3114" y="1176"/>
                  </a:cubicBezTo>
                  <a:cubicBezTo>
                    <a:pt x="3115" y="1164"/>
                    <a:pt x="3115" y="1164"/>
                    <a:pt x="3115" y="1164"/>
                  </a:cubicBezTo>
                  <a:cubicBezTo>
                    <a:pt x="3123" y="1152"/>
                    <a:pt x="3123" y="1152"/>
                    <a:pt x="3123" y="1152"/>
                  </a:cubicBezTo>
                  <a:cubicBezTo>
                    <a:pt x="3137" y="1129"/>
                    <a:pt x="3137" y="1129"/>
                    <a:pt x="3137" y="1129"/>
                  </a:cubicBezTo>
                  <a:cubicBezTo>
                    <a:pt x="3142" y="1120"/>
                    <a:pt x="3142" y="1120"/>
                    <a:pt x="3142" y="1120"/>
                  </a:cubicBezTo>
                  <a:cubicBezTo>
                    <a:pt x="3136" y="1109"/>
                    <a:pt x="3136" y="1109"/>
                    <a:pt x="3136" y="1109"/>
                  </a:cubicBezTo>
                  <a:cubicBezTo>
                    <a:pt x="3127" y="1094"/>
                    <a:pt x="3127" y="1094"/>
                    <a:pt x="3127" y="1094"/>
                  </a:cubicBezTo>
                  <a:cubicBezTo>
                    <a:pt x="3124" y="1074"/>
                    <a:pt x="3124" y="1074"/>
                    <a:pt x="3124" y="1074"/>
                  </a:cubicBezTo>
                  <a:cubicBezTo>
                    <a:pt x="3122" y="1048"/>
                    <a:pt x="3122" y="1048"/>
                    <a:pt x="3122" y="1048"/>
                  </a:cubicBezTo>
                  <a:cubicBezTo>
                    <a:pt x="3118" y="1042"/>
                    <a:pt x="3118" y="1042"/>
                    <a:pt x="3118" y="1042"/>
                  </a:cubicBezTo>
                  <a:cubicBezTo>
                    <a:pt x="3117" y="1010"/>
                    <a:pt x="3117" y="1010"/>
                    <a:pt x="3117" y="1010"/>
                  </a:cubicBezTo>
                  <a:cubicBezTo>
                    <a:pt x="3107" y="990"/>
                    <a:pt x="3107" y="990"/>
                    <a:pt x="3107" y="990"/>
                  </a:cubicBezTo>
                  <a:cubicBezTo>
                    <a:pt x="3099" y="968"/>
                    <a:pt x="3099" y="968"/>
                    <a:pt x="3099" y="968"/>
                  </a:cubicBezTo>
                  <a:cubicBezTo>
                    <a:pt x="3089" y="950"/>
                    <a:pt x="3089" y="950"/>
                    <a:pt x="3089" y="950"/>
                  </a:cubicBezTo>
                  <a:cubicBezTo>
                    <a:pt x="3089" y="926"/>
                    <a:pt x="3089" y="926"/>
                    <a:pt x="3089" y="926"/>
                  </a:cubicBezTo>
                  <a:cubicBezTo>
                    <a:pt x="3096" y="907"/>
                    <a:pt x="3096" y="907"/>
                    <a:pt x="3096" y="907"/>
                  </a:cubicBezTo>
                  <a:cubicBezTo>
                    <a:pt x="3082" y="895"/>
                    <a:pt x="3082" y="895"/>
                    <a:pt x="3082" y="895"/>
                  </a:cubicBezTo>
                  <a:cubicBezTo>
                    <a:pt x="3083" y="878"/>
                    <a:pt x="3083" y="878"/>
                    <a:pt x="3083" y="878"/>
                  </a:cubicBezTo>
                  <a:cubicBezTo>
                    <a:pt x="3076" y="876"/>
                    <a:pt x="3076" y="876"/>
                    <a:pt x="3076" y="876"/>
                  </a:cubicBezTo>
                  <a:cubicBezTo>
                    <a:pt x="3081" y="866"/>
                    <a:pt x="3081" y="866"/>
                    <a:pt x="3081" y="866"/>
                  </a:cubicBezTo>
                  <a:cubicBezTo>
                    <a:pt x="3076" y="855"/>
                    <a:pt x="3076" y="855"/>
                    <a:pt x="3076" y="855"/>
                  </a:cubicBezTo>
                  <a:cubicBezTo>
                    <a:pt x="3061" y="854"/>
                    <a:pt x="3061" y="854"/>
                    <a:pt x="3061" y="854"/>
                  </a:cubicBezTo>
                  <a:cubicBezTo>
                    <a:pt x="3057" y="846"/>
                    <a:pt x="3057" y="846"/>
                    <a:pt x="3057" y="846"/>
                  </a:cubicBezTo>
                  <a:cubicBezTo>
                    <a:pt x="3068" y="840"/>
                    <a:pt x="3068" y="840"/>
                    <a:pt x="3068" y="840"/>
                  </a:cubicBezTo>
                  <a:cubicBezTo>
                    <a:pt x="3070" y="820"/>
                    <a:pt x="3070" y="820"/>
                    <a:pt x="3070" y="820"/>
                  </a:cubicBezTo>
                  <a:cubicBezTo>
                    <a:pt x="3066" y="813"/>
                    <a:pt x="3066" y="813"/>
                    <a:pt x="3066" y="813"/>
                  </a:cubicBezTo>
                  <a:cubicBezTo>
                    <a:pt x="3058" y="818"/>
                    <a:pt x="3058" y="818"/>
                    <a:pt x="3058" y="818"/>
                  </a:cubicBezTo>
                  <a:cubicBezTo>
                    <a:pt x="3048" y="827"/>
                    <a:pt x="3048" y="827"/>
                    <a:pt x="3048" y="827"/>
                  </a:cubicBezTo>
                  <a:cubicBezTo>
                    <a:pt x="3031" y="826"/>
                    <a:pt x="3031" y="826"/>
                    <a:pt x="3031" y="826"/>
                  </a:cubicBezTo>
                  <a:cubicBezTo>
                    <a:pt x="3015" y="827"/>
                    <a:pt x="3015" y="827"/>
                    <a:pt x="3015" y="827"/>
                  </a:cubicBezTo>
                  <a:cubicBezTo>
                    <a:pt x="3003" y="819"/>
                    <a:pt x="3003" y="819"/>
                    <a:pt x="3003" y="819"/>
                  </a:cubicBezTo>
                  <a:cubicBezTo>
                    <a:pt x="2990" y="817"/>
                    <a:pt x="2990" y="817"/>
                    <a:pt x="2990" y="817"/>
                  </a:cubicBezTo>
                  <a:cubicBezTo>
                    <a:pt x="2971" y="807"/>
                    <a:pt x="2971" y="807"/>
                    <a:pt x="2971" y="807"/>
                  </a:cubicBezTo>
                  <a:cubicBezTo>
                    <a:pt x="2960" y="802"/>
                    <a:pt x="2960" y="802"/>
                    <a:pt x="2960" y="802"/>
                  </a:cubicBezTo>
                  <a:cubicBezTo>
                    <a:pt x="2957" y="794"/>
                    <a:pt x="2957" y="794"/>
                    <a:pt x="2957" y="794"/>
                  </a:cubicBezTo>
                  <a:cubicBezTo>
                    <a:pt x="2945" y="789"/>
                    <a:pt x="2945" y="789"/>
                    <a:pt x="2945" y="789"/>
                  </a:cubicBezTo>
                  <a:cubicBezTo>
                    <a:pt x="2935" y="786"/>
                    <a:pt x="2935" y="786"/>
                    <a:pt x="2935" y="786"/>
                  </a:cubicBezTo>
                  <a:cubicBezTo>
                    <a:pt x="2928" y="777"/>
                    <a:pt x="2928" y="777"/>
                    <a:pt x="2928" y="777"/>
                  </a:cubicBezTo>
                  <a:cubicBezTo>
                    <a:pt x="2923" y="767"/>
                    <a:pt x="2923" y="767"/>
                    <a:pt x="2923" y="767"/>
                  </a:cubicBezTo>
                  <a:cubicBezTo>
                    <a:pt x="2912" y="763"/>
                    <a:pt x="2912" y="763"/>
                    <a:pt x="2912" y="763"/>
                  </a:cubicBezTo>
                  <a:cubicBezTo>
                    <a:pt x="2906" y="760"/>
                    <a:pt x="2906" y="760"/>
                    <a:pt x="2906" y="760"/>
                  </a:cubicBezTo>
                  <a:cubicBezTo>
                    <a:pt x="2904" y="752"/>
                    <a:pt x="2904" y="752"/>
                    <a:pt x="2904" y="752"/>
                  </a:cubicBezTo>
                  <a:cubicBezTo>
                    <a:pt x="2906" y="742"/>
                    <a:pt x="2906" y="742"/>
                    <a:pt x="2906" y="742"/>
                  </a:cubicBezTo>
                  <a:cubicBezTo>
                    <a:pt x="2914" y="740"/>
                    <a:pt x="2914" y="740"/>
                    <a:pt x="2914" y="740"/>
                  </a:cubicBezTo>
                  <a:cubicBezTo>
                    <a:pt x="2920" y="730"/>
                    <a:pt x="2920" y="730"/>
                    <a:pt x="2920" y="730"/>
                  </a:cubicBezTo>
                  <a:cubicBezTo>
                    <a:pt x="2928" y="723"/>
                    <a:pt x="2928" y="723"/>
                    <a:pt x="2928" y="723"/>
                  </a:cubicBezTo>
                  <a:cubicBezTo>
                    <a:pt x="2937" y="719"/>
                    <a:pt x="2937" y="719"/>
                    <a:pt x="2937" y="719"/>
                  </a:cubicBezTo>
                  <a:cubicBezTo>
                    <a:pt x="2939" y="715"/>
                    <a:pt x="2939" y="715"/>
                    <a:pt x="2939" y="715"/>
                  </a:cubicBezTo>
                  <a:cubicBezTo>
                    <a:pt x="2937" y="706"/>
                    <a:pt x="2937" y="706"/>
                    <a:pt x="2937" y="706"/>
                  </a:cubicBezTo>
                  <a:cubicBezTo>
                    <a:pt x="2926" y="698"/>
                    <a:pt x="2926" y="698"/>
                    <a:pt x="2926" y="698"/>
                  </a:cubicBezTo>
                  <a:cubicBezTo>
                    <a:pt x="2921" y="693"/>
                    <a:pt x="2921" y="693"/>
                    <a:pt x="2921" y="693"/>
                  </a:cubicBezTo>
                  <a:cubicBezTo>
                    <a:pt x="2915" y="679"/>
                    <a:pt x="2915" y="679"/>
                    <a:pt x="2915" y="679"/>
                  </a:cubicBezTo>
                  <a:cubicBezTo>
                    <a:pt x="2904" y="670"/>
                    <a:pt x="2904" y="670"/>
                    <a:pt x="2904" y="670"/>
                  </a:cubicBezTo>
                  <a:cubicBezTo>
                    <a:pt x="2890" y="660"/>
                    <a:pt x="2890" y="660"/>
                    <a:pt x="2890" y="660"/>
                  </a:cubicBezTo>
                  <a:cubicBezTo>
                    <a:pt x="2880" y="648"/>
                    <a:pt x="2880" y="648"/>
                    <a:pt x="2880" y="648"/>
                  </a:cubicBezTo>
                  <a:cubicBezTo>
                    <a:pt x="2881" y="644"/>
                    <a:pt x="2881" y="644"/>
                    <a:pt x="2881" y="644"/>
                  </a:cubicBezTo>
                  <a:cubicBezTo>
                    <a:pt x="2888" y="640"/>
                    <a:pt x="2888" y="640"/>
                    <a:pt x="2888" y="640"/>
                  </a:cubicBezTo>
                  <a:cubicBezTo>
                    <a:pt x="2891" y="634"/>
                    <a:pt x="2891" y="634"/>
                    <a:pt x="2891" y="634"/>
                  </a:cubicBezTo>
                  <a:cubicBezTo>
                    <a:pt x="2895" y="616"/>
                    <a:pt x="2895" y="616"/>
                    <a:pt x="2895" y="616"/>
                  </a:cubicBezTo>
                  <a:cubicBezTo>
                    <a:pt x="2897" y="603"/>
                    <a:pt x="2897" y="603"/>
                    <a:pt x="2897" y="603"/>
                  </a:cubicBezTo>
                  <a:cubicBezTo>
                    <a:pt x="2890" y="591"/>
                    <a:pt x="2890" y="591"/>
                    <a:pt x="2890" y="591"/>
                  </a:cubicBezTo>
                  <a:cubicBezTo>
                    <a:pt x="2882" y="581"/>
                    <a:pt x="2882" y="581"/>
                    <a:pt x="2882" y="581"/>
                  </a:cubicBezTo>
                  <a:cubicBezTo>
                    <a:pt x="2873" y="577"/>
                    <a:pt x="2873" y="577"/>
                    <a:pt x="2873" y="577"/>
                  </a:cubicBezTo>
                  <a:cubicBezTo>
                    <a:pt x="2865" y="575"/>
                    <a:pt x="2865" y="575"/>
                    <a:pt x="2865" y="575"/>
                  </a:cubicBezTo>
                  <a:cubicBezTo>
                    <a:pt x="2863" y="567"/>
                    <a:pt x="2863" y="567"/>
                    <a:pt x="2863" y="567"/>
                  </a:cubicBezTo>
                  <a:cubicBezTo>
                    <a:pt x="2870" y="564"/>
                    <a:pt x="2870" y="564"/>
                    <a:pt x="2870" y="564"/>
                  </a:cubicBezTo>
                  <a:cubicBezTo>
                    <a:pt x="2869" y="559"/>
                    <a:pt x="2869" y="559"/>
                    <a:pt x="2869" y="559"/>
                  </a:cubicBezTo>
                  <a:cubicBezTo>
                    <a:pt x="2861" y="556"/>
                    <a:pt x="2861" y="556"/>
                    <a:pt x="2861" y="556"/>
                  </a:cubicBezTo>
                  <a:cubicBezTo>
                    <a:pt x="2852" y="565"/>
                    <a:pt x="2852" y="565"/>
                    <a:pt x="2852" y="565"/>
                  </a:cubicBezTo>
                  <a:cubicBezTo>
                    <a:pt x="2838" y="574"/>
                    <a:pt x="2838" y="574"/>
                    <a:pt x="2838" y="574"/>
                  </a:cubicBezTo>
                  <a:cubicBezTo>
                    <a:pt x="2826" y="580"/>
                    <a:pt x="2826" y="580"/>
                    <a:pt x="2826" y="580"/>
                  </a:cubicBezTo>
                  <a:cubicBezTo>
                    <a:pt x="2817" y="582"/>
                    <a:pt x="2817" y="582"/>
                    <a:pt x="2817" y="582"/>
                  </a:cubicBezTo>
                  <a:cubicBezTo>
                    <a:pt x="2817" y="582"/>
                    <a:pt x="2801" y="581"/>
                    <a:pt x="2800" y="581"/>
                  </a:cubicBezTo>
                  <a:cubicBezTo>
                    <a:pt x="2799" y="580"/>
                    <a:pt x="2788" y="586"/>
                    <a:pt x="2788" y="586"/>
                  </a:cubicBezTo>
                  <a:cubicBezTo>
                    <a:pt x="2781" y="593"/>
                    <a:pt x="2781" y="593"/>
                    <a:pt x="2781" y="593"/>
                  </a:cubicBezTo>
                  <a:cubicBezTo>
                    <a:pt x="2788" y="603"/>
                    <a:pt x="2788" y="603"/>
                    <a:pt x="2788" y="603"/>
                  </a:cubicBezTo>
                  <a:cubicBezTo>
                    <a:pt x="2791" y="611"/>
                    <a:pt x="2791" y="611"/>
                    <a:pt x="2791" y="611"/>
                  </a:cubicBezTo>
                  <a:cubicBezTo>
                    <a:pt x="2778" y="610"/>
                    <a:pt x="2778" y="610"/>
                    <a:pt x="2778" y="610"/>
                  </a:cubicBezTo>
                  <a:cubicBezTo>
                    <a:pt x="2772" y="601"/>
                    <a:pt x="2772" y="601"/>
                    <a:pt x="2772" y="601"/>
                  </a:cubicBezTo>
                  <a:cubicBezTo>
                    <a:pt x="2769" y="588"/>
                    <a:pt x="2769" y="588"/>
                    <a:pt x="2769" y="588"/>
                  </a:cubicBezTo>
                  <a:cubicBezTo>
                    <a:pt x="2765" y="578"/>
                    <a:pt x="2765" y="578"/>
                    <a:pt x="2765" y="578"/>
                  </a:cubicBezTo>
                  <a:cubicBezTo>
                    <a:pt x="2760" y="573"/>
                    <a:pt x="2760" y="573"/>
                    <a:pt x="2760" y="573"/>
                  </a:cubicBezTo>
                  <a:cubicBezTo>
                    <a:pt x="2754" y="573"/>
                    <a:pt x="2754" y="573"/>
                    <a:pt x="2754" y="573"/>
                  </a:cubicBezTo>
                  <a:cubicBezTo>
                    <a:pt x="2747" y="577"/>
                    <a:pt x="2747" y="577"/>
                    <a:pt x="2747" y="577"/>
                  </a:cubicBezTo>
                  <a:cubicBezTo>
                    <a:pt x="2748" y="571"/>
                    <a:pt x="2748" y="571"/>
                    <a:pt x="2748" y="571"/>
                  </a:cubicBezTo>
                  <a:cubicBezTo>
                    <a:pt x="2752" y="566"/>
                    <a:pt x="2752" y="566"/>
                    <a:pt x="2752" y="566"/>
                  </a:cubicBezTo>
                  <a:cubicBezTo>
                    <a:pt x="2759" y="566"/>
                    <a:pt x="2759" y="566"/>
                    <a:pt x="2759" y="566"/>
                  </a:cubicBezTo>
                  <a:cubicBezTo>
                    <a:pt x="2764" y="560"/>
                    <a:pt x="2764" y="560"/>
                    <a:pt x="2764" y="560"/>
                  </a:cubicBezTo>
                  <a:cubicBezTo>
                    <a:pt x="2760" y="555"/>
                    <a:pt x="2760" y="555"/>
                    <a:pt x="2760" y="555"/>
                  </a:cubicBezTo>
                  <a:cubicBezTo>
                    <a:pt x="2754" y="557"/>
                    <a:pt x="2754" y="557"/>
                    <a:pt x="2754" y="557"/>
                  </a:cubicBezTo>
                  <a:cubicBezTo>
                    <a:pt x="2746" y="554"/>
                    <a:pt x="2746" y="554"/>
                    <a:pt x="2746" y="554"/>
                  </a:cubicBezTo>
                  <a:cubicBezTo>
                    <a:pt x="2742" y="558"/>
                    <a:pt x="2742" y="558"/>
                    <a:pt x="2742" y="558"/>
                  </a:cubicBezTo>
                  <a:cubicBezTo>
                    <a:pt x="2733" y="562"/>
                    <a:pt x="2733" y="562"/>
                    <a:pt x="2733" y="562"/>
                  </a:cubicBezTo>
                  <a:cubicBezTo>
                    <a:pt x="2722" y="567"/>
                    <a:pt x="2722" y="567"/>
                    <a:pt x="2722" y="567"/>
                  </a:cubicBezTo>
                  <a:cubicBezTo>
                    <a:pt x="2732" y="556"/>
                    <a:pt x="2732" y="556"/>
                    <a:pt x="2732" y="556"/>
                  </a:cubicBezTo>
                  <a:cubicBezTo>
                    <a:pt x="2731" y="552"/>
                    <a:pt x="2731" y="552"/>
                    <a:pt x="2731" y="552"/>
                  </a:cubicBezTo>
                  <a:cubicBezTo>
                    <a:pt x="2723" y="542"/>
                    <a:pt x="2723" y="542"/>
                    <a:pt x="2723" y="542"/>
                  </a:cubicBezTo>
                  <a:cubicBezTo>
                    <a:pt x="2719" y="535"/>
                    <a:pt x="2719" y="535"/>
                    <a:pt x="2719" y="535"/>
                  </a:cubicBezTo>
                  <a:cubicBezTo>
                    <a:pt x="2717" y="525"/>
                    <a:pt x="2717" y="525"/>
                    <a:pt x="2717" y="525"/>
                  </a:cubicBezTo>
                  <a:cubicBezTo>
                    <a:pt x="2706" y="515"/>
                    <a:pt x="2706" y="515"/>
                    <a:pt x="2706" y="515"/>
                  </a:cubicBezTo>
                  <a:cubicBezTo>
                    <a:pt x="2697" y="515"/>
                    <a:pt x="2697" y="515"/>
                    <a:pt x="2697" y="515"/>
                  </a:cubicBezTo>
                  <a:cubicBezTo>
                    <a:pt x="2686" y="514"/>
                    <a:pt x="2686" y="514"/>
                    <a:pt x="2686" y="514"/>
                  </a:cubicBezTo>
                  <a:cubicBezTo>
                    <a:pt x="2679" y="502"/>
                    <a:pt x="2679" y="502"/>
                    <a:pt x="2679" y="502"/>
                  </a:cubicBezTo>
                  <a:cubicBezTo>
                    <a:pt x="2670" y="492"/>
                    <a:pt x="2670" y="492"/>
                    <a:pt x="2670" y="492"/>
                  </a:cubicBezTo>
                  <a:cubicBezTo>
                    <a:pt x="2663" y="498"/>
                    <a:pt x="2663" y="498"/>
                    <a:pt x="2663" y="498"/>
                  </a:cubicBezTo>
                  <a:cubicBezTo>
                    <a:pt x="2657" y="497"/>
                    <a:pt x="2657" y="497"/>
                    <a:pt x="2657" y="497"/>
                  </a:cubicBezTo>
                  <a:cubicBezTo>
                    <a:pt x="2648" y="490"/>
                    <a:pt x="2648" y="490"/>
                    <a:pt x="2648" y="490"/>
                  </a:cubicBezTo>
                  <a:cubicBezTo>
                    <a:pt x="2648" y="480"/>
                    <a:pt x="2648" y="480"/>
                    <a:pt x="2648" y="480"/>
                  </a:cubicBezTo>
                  <a:cubicBezTo>
                    <a:pt x="2655" y="470"/>
                    <a:pt x="2655" y="470"/>
                    <a:pt x="2655" y="470"/>
                  </a:cubicBezTo>
                  <a:cubicBezTo>
                    <a:pt x="2647" y="470"/>
                    <a:pt x="2647" y="470"/>
                    <a:pt x="2647" y="470"/>
                  </a:cubicBezTo>
                  <a:cubicBezTo>
                    <a:pt x="2642" y="463"/>
                    <a:pt x="2642" y="463"/>
                    <a:pt x="2642" y="463"/>
                  </a:cubicBezTo>
                  <a:cubicBezTo>
                    <a:pt x="2637" y="452"/>
                    <a:pt x="2637" y="452"/>
                    <a:pt x="2637" y="452"/>
                  </a:cubicBezTo>
                  <a:cubicBezTo>
                    <a:pt x="2639" y="442"/>
                    <a:pt x="2639" y="442"/>
                    <a:pt x="2639" y="442"/>
                  </a:cubicBezTo>
                  <a:cubicBezTo>
                    <a:pt x="2641" y="436"/>
                    <a:pt x="2641" y="436"/>
                    <a:pt x="2641" y="436"/>
                  </a:cubicBezTo>
                  <a:cubicBezTo>
                    <a:pt x="2637" y="429"/>
                    <a:pt x="2637" y="429"/>
                    <a:pt x="2637" y="429"/>
                  </a:cubicBezTo>
                  <a:cubicBezTo>
                    <a:pt x="2625" y="427"/>
                    <a:pt x="2625" y="427"/>
                    <a:pt x="2625" y="427"/>
                  </a:cubicBezTo>
                  <a:cubicBezTo>
                    <a:pt x="2617" y="416"/>
                    <a:pt x="2617" y="416"/>
                    <a:pt x="2617" y="416"/>
                  </a:cubicBezTo>
                  <a:cubicBezTo>
                    <a:pt x="2615" y="405"/>
                    <a:pt x="2615" y="405"/>
                    <a:pt x="2615" y="405"/>
                  </a:cubicBezTo>
                  <a:cubicBezTo>
                    <a:pt x="2620" y="401"/>
                    <a:pt x="2620" y="401"/>
                    <a:pt x="2620" y="401"/>
                  </a:cubicBezTo>
                  <a:cubicBezTo>
                    <a:pt x="2619" y="394"/>
                    <a:pt x="2619" y="394"/>
                    <a:pt x="2619" y="394"/>
                  </a:cubicBezTo>
                  <a:cubicBezTo>
                    <a:pt x="2610" y="392"/>
                    <a:pt x="2610" y="392"/>
                    <a:pt x="2610" y="392"/>
                  </a:cubicBezTo>
                  <a:cubicBezTo>
                    <a:pt x="2607" y="397"/>
                    <a:pt x="2607" y="397"/>
                    <a:pt x="2607" y="397"/>
                  </a:cubicBezTo>
                  <a:cubicBezTo>
                    <a:pt x="2590" y="403"/>
                    <a:pt x="2590" y="403"/>
                    <a:pt x="2590" y="403"/>
                  </a:cubicBezTo>
                  <a:cubicBezTo>
                    <a:pt x="2577" y="408"/>
                    <a:pt x="2577" y="408"/>
                    <a:pt x="2577" y="408"/>
                  </a:cubicBezTo>
                  <a:cubicBezTo>
                    <a:pt x="2569" y="419"/>
                    <a:pt x="2569" y="419"/>
                    <a:pt x="2569" y="419"/>
                  </a:cubicBezTo>
                  <a:cubicBezTo>
                    <a:pt x="2564" y="435"/>
                    <a:pt x="2564" y="435"/>
                    <a:pt x="2564" y="435"/>
                  </a:cubicBezTo>
                  <a:cubicBezTo>
                    <a:pt x="2555" y="445"/>
                    <a:pt x="2555" y="445"/>
                    <a:pt x="2555" y="445"/>
                  </a:cubicBezTo>
                  <a:cubicBezTo>
                    <a:pt x="2540" y="446"/>
                    <a:pt x="2540" y="446"/>
                    <a:pt x="2540" y="446"/>
                  </a:cubicBezTo>
                  <a:cubicBezTo>
                    <a:pt x="2540" y="446"/>
                    <a:pt x="2538" y="438"/>
                    <a:pt x="2537" y="436"/>
                  </a:cubicBezTo>
                  <a:cubicBezTo>
                    <a:pt x="2535" y="434"/>
                    <a:pt x="2532" y="429"/>
                    <a:pt x="2532" y="429"/>
                  </a:cubicBezTo>
                  <a:cubicBezTo>
                    <a:pt x="2529" y="416"/>
                    <a:pt x="2529" y="416"/>
                    <a:pt x="2529" y="416"/>
                  </a:cubicBezTo>
                  <a:cubicBezTo>
                    <a:pt x="2527" y="426"/>
                    <a:pt x="2527" y="426"/>
                    <a:pt x="2527" y="426"/>
                  </a:cubicBezTo>
                  <a:cubicBezTo>
                    <a:pt x="2527" y="426"/>
                    <a:pt x="2520" y="434"/>
                    <a:pt x="2520" y="433"/>
                  </a:cubicBezTo>
                  <a:cubicBezTo>
                    <a:pt x="2520" y="432"/>
                    <a:pt x="2514" y="428"/>
                    <a:pt x="2514" y="428"/>
                  </a:cubicBezTo>
                  <a:cubicBezTo>
                    <a:pt x="2510" y="433"/>
                    <a:pt x="2510" y="433"/>
                    <a:pt x="2510" y="433"/>
                  </a:cubicBezTo>
                  <a:cubicBezTo>
                    <a:pt x="2506" y="429"/>
                    <a:pt x="2506" y="429"/>
                    <a:pt x="2506" y="429"/>
                  </a:cubicBezTo>
                  <a:cubicBezTo>
                    <a:pt x="2503" y="421"/>
                    <a:pt x="2503" y="421"/>
                    <a:pt x="2503" y="421"/>
                  </a:cubicBezTo>
                  <a:cubicBezTo>
                    <a:pt x="2496" y="427"/>
                    <a:pt x="2496" y="427"/>
                    <a:pt x="2496" y="427"/>
                  </a:cubicBezTo>
                  <a:cubicBezTo>
                    <a:pt x="2496" y="427"/>
                    <a:pt x="2495" y="421"/>
                    <a:pt x="2495" y="419"/>
                  </a:cubicBezTo>
                  <a:cubicBezTo>
                    <a:pt x="2495" y="418"/>
                    <a:pt x="2502" y="417"/>
                    <a:pt x="2502" y="417"/>
                  </a:cubicBezTo>
                  <a:cubicBezTo>
                    <a:pt x="2502" y="417"/>
                    <a:pt x="2507" y="415"/>
                    <a:pt x="2509" y="415"/>
                  </a:cubicBezTo>
                  <a:cubicBezTo>
                    <a:pt x="2510" y="414"/>
                    <a:pt x="2507" y="410"/>
                    <a:pt x="2507" y="410"/>
                  </a:cubicBezTo>
                  <a:cubicBezTo>
                    <a:pt x="2501" y="408"/>
                    <a:pt x="2501" y="408"/>
                    <a:pt x="2501" y="408"/>
                  </a:cubicBezTo>
                  <a:cubicBezTo>
                    <a:pt x="2501" y="408"/>
                    <a:pt x="2491" y="412"/>
                    <a:pt x="2489" y="412"/>
                  </a:cubicBezTo>
                  <a:cubicBezTo>
                    <a:pt x="2487" y="412"/>
                    <a:pt x="2485" y="412"/>
                    <a:pt x="2485" y="412"/>
                  </a:cubicBezTo>
                  <a:cubicBezTo>
                    <a:pt x="2484" y="424"/>
                    <a:pt x="2484" y="424"/>
                    <a:pt x="2484" y="424"/>
                  </a:cubicBezTo>
                  <a:cubicBezTo>
                    <a:pt x="2475" y="429"/>
                    <a:pt x="2475" y="429"/>
                    <a:pt x="2475" y="429"/>
                  </a:cubicBezTo>
                  <a:cubicBezTo>
                    <a:pt x="2466" y="431"/>
                    <a:pt x="2466" y="431"/>
                    <a:pt x="2466" y="431"/>
                  </a:cubicBezTo>
                  <a:cubicBezTo>
                    <a:pt x="2463" y="437"/>
                    <a:pt x="2463" y="437"/>
                    <a:pt x="2463" y="437"/>
                  </a:cubicBezTo>
                  <a:cubicBezTo>
                    <a:pt x="2458" y="443"/>
                    <a:pt x="2458" y="443"/>
                    <a:pt x="2458" y="443"/>
                  </a:cubicBezTo>
                  <a:cubicBezTo>
                    <a:pt x="2456" y="439"/>
                    <a:pt x="2456" y="439"/>
                    <a:pt x="2456" y="439"/>
                  </a:cubicBezTo>
                  <a:cubicBezTo>
                    <a:pt x="2456" y="431"/>
                    <a:pt x="2456" y="431"/>
                    <a:pt x="2456" y="431"/>
                  </a:cubicBezTo>
                  <a:cubicBezTo>
                    <a:pt x="2445" y="431"/>
                    <a:pt x="2445" y="431"/>
                    <a:pt x="2445" y="431"/>
                  </a:cubicBezTo>
                  <a:cubicBezTo>
                    <a:pt x="2439" y="436"/>
                    <a:pt x="2439" y="436"/>
                    <a:pt x="2439" y="436"/>
                  </a:cubicBezTo>
                  <a:cubicBezTo>
                    <a:pt x="2444" y="441"/>
                    <a:pt x="2444" y="441"/>
                    <a:pt x="2444" y="441"/>
                  </a:cubicBezTo>
                  <a:cubicBezTo>
                    <a:pt x="2439" y="444"/>
                    <a:pt x="2439" y="444"/>
                    <a:pt x="2439" y="444"/>
                  </a:cubicBezTo>
                  <a:cubicBezTo>
                    <a:pt x="2439" y="454"/>
                    <a:pt x="2439" y="454"/>
                    <a:pt x="2439" y="454"/>
                  </a:cubicBezTo>
                  <a:cubicBezTo>
                    <a:pt x="2425" y="456"/>
                    <a:pt x="2425" y="456"/>
                    <a:pt x="2425" y="456"/>
                  </a:cubicBezTo>
                  <a:cubicBezTo>
                    <a:pt x="2416" y="460"/>
                    <a:pt x="2416" y="460"/>
                    <a:pt x="2416" y="460"/>
                  </a:cubicBezTo>
                  <a:cubicBezTo>
                    <a:pt x="2418" y="471"/>
                    <a:pt x="2418" y="471"/>
                    <a:pt x="2418" y="471"/>
                  </a:cubicBezTo>
                  <a:cubicBezTo>
                    <a:pt x="2415" y="475"/>
                    <a:pt x="2415" y="475"/>
                    <a:pt x="2415" y="475"/>
                  </a:cubicBezTo>
                  <a:cubicBezTo>
                    <a:pt x="2408" y="477"/>
                    <a:pt x="2408" y="477"/>
                    <a:pt x="2408" y="477"/>
                  </a:cubicBezTo>
                  <a:cubicBezTo>
                    <a:pt x="2397" y="484"/>
                    <a:pt x="2397" y="484"/>
                    <a:pt x="2397" y="484"/>
                  </a:cubicBezTo>
                  <a:cubicBezTo>
                    <a:pt x="2392" y="492"/>
                    <a:pt x="2392" y="492"/>
                    <a:pt x="2392" y="492"/>
                  </a:cubicBezTo>
                  <a:cubicBezTo>
                    <a:pt x="2395" y="502"/>
                    <a:pt x="2395" y="502"/>
                    <a:pt x="2395" y="502"/>
                  </a:cubicBezTo>
                  <a:cubicBezTo>
                    <a:pt x="2405" y="504"/>
                    <a:pt x="2405" y="504"/>
                    <a:pt x="2405" y="504"/>
                  </a:cubicBezTo>
                  <a:cubicBezTo>
                    <a:pt x="2410" y="509"/>
                    <a:pt x="2410" y="509"/>
                    <a:pt x="2410" y="509"/>
                  </a:cubicBezTo>
                  <a:cubicBezTo>
                    <a:pt x="2398" y="510"/>
                    <a:pt x="2398" y="510"/>
                    <a:pt x="2398" y="510"/>
                  </a:cubicBezTo>
                  <a:cubicBezTo>
                    <a:pt x="2388" y="507"/>
                    <a:pt x="2388" y="507"/>
                    <a:pt x="2388" y="507"/>
                  </a:cubicBezTo>
                  <a:cubicBezTo>
                    <a:pt x="2380" y="502"/>
                    <a:pt x="2380" y="502"/>
                    <a:pt x="2380" y="502"/>
                  </a:cubicBezTo>
                  <a:cubicBezTo>
                    <a:pt x="2380" y="497"/>
                    <a:pt x="2380" y="497"/>
                    <a:pt x="2380" y="497"/>
                  </a:cubicBezTo>
                  <a:cubicBezTo>
                    <a:pt x="2381" y="488"/>
                    <a:pt x="2381" y="488"/>
                    <a:pt x="2381" y="488"/>
                  </a:cubicBezTo>
                  <a:cubicBezTo>
                    <a:pt x="2375" y="484"/>
                    <a:pt x="2375" y="484"/>
                    <a:pt x="2375" y="484"/>
                  </a:cubicBezTo>
                  <a:cubicBezTo>
                    <a:pt x="2377" y="476"/>
                    <a:pt x="2377" y="476"/>
                    <a:pt x="2377" y="476"/>
                  </a:cubicBezTo>
                  <a:cubicBezTo>
                    <a:pt x="2382" y="471"/>
                    <a:pt x="2382" y="471"/>
                    <a:pt x="2382" y="471"/>
                  </a:cubicBezTo>
                  <a:cubicBezTo>
                    <a:pt x="2389" y="460"/>
                    <a:pt x="2389" y="460"/>
                    <a:pt x="2389" y="460"/>
                  </a:cubicBezTo>
                  <a:cubicBezTo>
                    <a:pt x="2389" y="452"/>
                    <a:pt x="2389" y="452"/>
                    <a:pt x="2389" y="452"/>
                  </a:cubicBezTo>
                  <a:cubicBezTo>
                    <a:pt x="2396" y="455"/>
                    <a:pt x="2396" y="455"/>
                    <a:pt x="2396" y="455"/>
                  </a:cubicBezTo>
                  <a:cubicBezTo>
                    <a:pt x="2398" y="445"/>
                    <a:pt x="2398" y="445"/>
                    <a:pt x="2398" y="445"/>
                  </a:cubicBezTo>
                  <a:cubicBezTo>
                    <a:pt x="2396" y="436"/>
                    <a:pt x="2396" y="436"/>
                    <a:pt x="2396" y="436"/>
                  </a:cubicBezTo>
                  <a:cubicBezTo>
                    <a:pt x="2403" y="429"/>
                    <a:pt x="2403" y="429"/>
                    <a:pt x="2403" y="429"/>
                  </a:cubicBezTo>
                  <a:cubicBezTo>
                    <a:pt x="2411" y="428"/>
                    <a:pt x="2411" y="428"/>
                    <a:pt x="2411" y="428"/>
                  </a:cubicBezTo>
                  <a:cubicBezTo>
                    <a:pt x="2418" y="425"/>
                    <a:pt x="2418" y="425"/>
                    <a:pt x="2418" y="425"/>
                  </a:cubicBezTo>
                  <a:cubicBezTo>
                    <a:pt x="2426" y="430"/>
                    <a:pt x="2426" y="430"/>
                    <a:pt x="2426" y="430"/>
                  </a:cubicBezTo>
                  <a:cubicBezTo>
                    <a:pt x="2434" y="432"/>
                    <a:pt x="2434" y="432"/>
                    <a:pt x="2434" y="432"/>
                  </a:cubicBezTo>
                  <a:cubicBezTo>
                    <a:pt x="2442" y="424"/>
                    <a:pt x="2442" y="424"/>
                    <a:pt x="2442" y="424"/>
                  </a:cubicBezTo>
                  <a:cubicBezTo>
                    <a:pt x="2450" y="422"/>
                    <a:pt x="2450" y="422"/>
                    <a:pt x="2450" y="422"/>
                  </a:cubicBezTo>
                  <a:cubicBezTo>
                    <a:pt x="2460" y="422"/>
                    <a:pt x="2460" y="422"/>
                    <a:pt x="2460" y="422"/>
                  </a:cubicBezTo>
                  <a:cubicBezTo>
                    <a:pt x="2460" y="422"/>
                    <a:pt x="2454" y="416"/>
                    <a:pt x="2454" y="414"/>
                  </a:cubicBezTo>
                  <a:cubicBezTo>
                    <a:pt x="2454" y="412"/>
                    <a:pt x="2461" y="411"/>
                    <a:pt x="2461" y="411"/>
                  </a:cubicBezTo>
                  <a:cubicBezTo>
                    <a:pt x="2473" y="403"/>
                    <a:pt x="2473" y="403"/>
                    <a:pt x="2473" y="403"/>
                  </a:cubicBezTo>
                  <a:cubicBezTo>
                    <a:pt x="2478" y="409"/>
                    <a:pt x="2478" y="409"/>
                    <a:pt x="2478" y="409"/>
                  </a:cubicBezTo>
                  <a:cubicBezTo>
                    <a:pt x="2486" y="408"/>
                    <a:pt x="2486" y="408"/>
                    <a:pt x="2486" y="408"/>
                  </a:cubicBezTo>
                  <a:cubicBezTo>
                    <a:pt x="2488" y="402"/>
                    <a:pt x="2488" y="402"/>
                    <a:pt x="2488" y="402"/>
                  </a:cubicBezTo>
                  <a:cubicBezTo>
                    <a:pt x="2499" y="396"/>
                    <a:pt x="2499" y="396"/>
                    <a:pt x="2499" y="396"/>
                  </a:cubicBezTo>
                  <a:cubicBezTo>
                    <a:pt x="2508" y="399"/>
                    <a:pt x="2508" y="399"/>
                    <a:pt x="2508" y="399"/>
                  </a:cubicBezTo>
                  <a:cubicBezTo>
                    <a:pt x="2515" y="406"/>
                    <a:pt x="2515" y="406"/>
                    <a:pt x="2515" y="406"/>
                  </a:cubicBezTo>
                  <a:cubicBezTo>
                    <a:pt x="2526" y="406"/>
                    <a:pt x="2526" y="406"/>
                    <a:pt x="2526" y="406"/>
                  </a:cubicBezTo>
                  <a:cubicBezTo>
                    <a:pt x="2534" y="411"/>
                    <a:pt x="2534" y="411"/>
                    <a:pt x="2534" y="411"/>
                  </a:cubicBezTo>
                  <a:cubicBezTo>
                    <a:pt x="2542" y="403"/>
                    <a:pt x="2542" y="403"/>
                    <a:pt x="2542" y="403"/>
                  </a:cubicBezTo>
                  <a:cubicBezTo>
                    <a:pt x="2553" y="401"/>
                    <a:pt x="2553" y="401"/>
                    <a:pt x="2553" y="401"/>
                  </a:cubicBezTo>
                  <a:cubicBezTo>
                    <a:pt x="2561" y="405"/>
                    <a:pt x="2561" y="405"/>
                    <a:pt x="2561" y="405"/>
                  </a:cubicBezTo>
                  <a:cubicBezTo>
                    <a:pt x="2561" y="405"/>
                    <a:pt x="2572" y="405"/>
                    <a:pt x="2574" y="405"/>
                  </a:cubicBezTo>
                  <a:cubicBezTo>
                    <a:pt x="2576" y="405"/>
                    <a:pt x="2582" y="396"/>
                    <a:pt x="2582" y="396"/>
                  </a:cubicBezTo>
                  <a:cubicBezTo>
                    <a:pt x="2593" y="389"/>
                    <a:pt x="2593" y="389"/>
                    <a:pt x="2593" y="389"/>
                  </a:cubicBezTo>
                  <a:cubicBezTo>
                    <a:pt x="2581" y="388"/>
                    <a:pt x="2581" y="388"/>
                    <a:pt x="2581" y="388"/>
                  </a:cubicBezTo>
                  <a:cubicBezTo>
                    <a:pt x="2561" y="388"/>
                    <a:pt x="2561" y="388"/>
                    <a:pt x="2561" y="388"/>
                  </a:cubicBezTo>
                  <a:cubicBezTo>
                    <a:pt x="2536" y="387"/>
                    <a:pt x="2536" y="387"/>
                    <a:pt x="2536" y="387"/>
                  </a:cubicBezTo>
                  <a:cubicBezTo>
                    <a:pt x="2513" y="389"/>
                    <a:pt x="2513" y="389"/>
                    <a:pt x="2513" y="389"/>
                  </a:cubicBezTo>
                  <a:cubicBezTo>
                    <a:pt x="2486" y="389"/>
                    <a:pt x="2486" y="389"/>
                    <a:pt x="2486" y="389"/>
                  </a:cubicBezTo>
                  <a:cubicBezTo>
                    <a:pt x="2472" y="384"/>
                    <a:pt x="2472" y="384"/>
                    <a:pt x="2472" y="384"/>
                  </a:cubicBezTo>
                  <a:cubicBezTo>
                    <a:pt x="2459" y="382"/>
                    <a:pt x="2459" y="382"/>
                    <a:pt x="2459" y="382"/>
                  </a:cubicBezTo>
                  <a:cubicBezTo>
                    <a:pt x="2447" y="383"/>
                    <a:pt x="2447" y="383"/>
                    <a:pt x="2447" y="383"/>
                  </a:cubicBezTo>
                  <a:cubicBezTo>
                    <a:pt x="2447" y="383"/>
                    <a:pt x="2438" y="375"/>
                    <a:pt x="2437" y="374"/>
                  </a:cubicBezTo>
                  <a:cubicBezTo>
                    <a:pt x="2435" y="373"/>
                    <a:pt x="2438" y="366"/>
                    <a:pt x="2438" y="366"/>
                  </a:cubicBezTo>
                  <a:cubicBezTo>
                    <a:pt x="2435" y="361"/>
                    <a:pt x="2435" y="361"/>
                    <a:pt x="2435" y="361"/>
                  </a:cubicBezTo>
                  <a:cubicBezTo>
                    <a:pt x="2427" y="364"/>
                    <a:pt x="2427" y="364"/>
                    <a:pt x="2427" y="364"/>
                  </a:cubicBezTo>
                  <a:cubicBezTo>
                    <a:pt x="2420" y="381"/>
                    <a:pt x="2420" y="381"/>
                    <a:pt x="2420" y="381"/>
                  </a:cubicBezTo>
                  <a:cubicBezTo>
                    <a:pt x="2413" y="405"/>
                    <a:pt x="2413" y="405"/>
                    <a:pt x="2413" y="405"/>
                  </a:cubicBezTo>
                  <a:cubicBezTo>
                    <a:pt x="2403" y="421"/>
                    <a:pt x="2403" y="421"/>
                    <a:pt x="2403" y="421"/>
                  </a:cubicBezTo>
                  <a:cubicBezTo>
                    <a:pt x="2391" y="429"/>
                    <a:pt x="2391" y="429"/>
                    <a:pt x="2391" y="429"/>
                  </a:cubicBezTo>
                  <a:cubicBezTo>
                    <a:pt x="2382" y="449"/>
                    <a:pt x="2382" y="449"/>
                    <a:pt x="2382" y="449"/>
                  </a:cubicBezTo>
                  <a:cubicBezTo>
                    <a:pt x="2371" y="471"/>
                    <a:pt x="2371" y="471"/>
                    <a:pt x="2371" y="471"/>
                  </a:cubicBezTo>
                  <a:cubicBezTo>
                    <a:pt x="2363" y="482"/>
                    <a:pt x="2363" y="482"/>
                    <a:pt x="2363" y="482"/>
                  </a:cubicBezTo>
                  <a:cubicBezTo>
                    <a:pt x="2351" y="490"/>
                    <a:pt x="2351" y="490"/>
                    <a:pt x="2351" y="490"/>
                  </a:cubicBezTo>
                  <a:cubicBezTo>
                    <a:pt x="2330" y="505"/>
                    <a:pt x="2330" y="505"/>
                    <a:pt x="2330" y="505"/>
                  </a:cubicBezTo>
                  <a:cubicBezTo>
                    <a:pt x="2318" y="511"/>
                    <a:pt x="2318" y="511"/>
                    <a:pt x="2318" y="511"/>
                  </a:cubicBezTo>
                  <a:cubicBezTo>
                    <a:pt x="2305" y="522"/>
                    <a:pt x="2305" y="522"/>
                    <a:pt x="2305" y="522"/>
                  </a:cubicBezTo>
                  <a:cubicBezTo>
                    <a:pt x="2300" y="538"/>
                    <a:pt x="2300" y="538"/>
                    <a:pt x="2300" y="538"/>
                  </a:cubicBezTo>
                  <a:cubicBezTo>
                    <a:pt x="2292" y="547"/>
                    <a:pt x="2292" y="547"/>
                    <a:pt x="2292" y="547"/>
                  </a:cubicBezTo>
                  <a:cubicBezTo>
                    <a:pt x="2282" y="551"/>
                    <a:pt x="2282" y="551"/>
                    <a:pt x="2282" y="551"/>
                  </a:cubicBezTo>
                  <a:cubicBezTo>
                    <a:pt x="2282" y="555"/>
                    <a:pt x="2282" y="555"/>
                    <a:pt x="2282" y="555"/>
                  </a:cubicBezTo>
                  <a:cubicBezTo>
                    <a:pt x="2294" y="555"/>
                    <a:pt x="2294" y="555"/>
                    <a:pt x="2294" y="555"/>
                  </a:cubicBezTo>
                  <a:cubicBezTo>
                    <a:pt x="2296" y="563"/>
                    <a:pt x="2296" y="563"/>
                    <a:pt x="2296" y="563"/>
                  </a:cubicBezTo>
                  <a:cubicBezTo>
                    <a:pt x="2292" y="568"/>
                    <a:pt x="2292" y="568"/>
                    <a:pt x="2292" y="568"/>
                  </a:cubicBezTo>
                  <a:cubicBezTo>
                    <a:pt x="2279" y="566"/>
                    <a:pt x="2279" y="566"/>
                    <a:pt x="2279" y="566"/>
                  </a:cubicBezTo>
                  <a:cubicBezTo>
                    <a:pt x="2280" y="561"/>
                    <a:pt x="2280" y="561"/>
                    <a:pt x="2280" y="561"/>
                  </a:cubicBezTo>
                  <a:cubicBezTo>
                    <a:pt x="2276" y="552"/>
                    <a:pt x="2276" y="552"/>
                    <a:pt x="2276" y="552"/>
                  </a:cubicBezTo>
                  <a:cubicBezTo>
                    <a:pt x="2270" y="553"/>
                    <a:pt x="2270" y="553"/>
                    <a:pt x="2270" y="553"/>
                  </a:cubicBezTo>
                  <a:cubicBezTo>
                    <a:pt x="2254" y="553"/>
                    <a:pt x="2254" y="553"/>
                    <a:pt x="2254" y="553"/>
                  </a:cubicBezTo>
                  <a:cubicBezTo>
                    <a:pt x="2245" y="555"/>
                    <a:pt x="2245" y="555"/>
                    <a:pt x="2245" y="555"/>
                  </a:cubicBezTo>
                  <a:cubicBezTo>
                    <a:pt x="2232" y="561"/>
                    <a:pt x="2232" y="561"/>
                    <a:pt x="2232" y="561"/>
                  </a:cubicBezTo>
                  <a:cubicBezTo>
                    <a:pt x="2210" y="566"/>
                    <a:pt x="2210" y="566"/>
                    <a:pt x="2210" y="566"/>
                  </a:cubicBezTo>
                  <a:cubicBezTo>
                    <a:pt x="2196" y="575"/>
                    <a:pt x="2196" y="575"/>
                    <a:pt x="2196" y="575"/>
                  </a:cubicBezTo>
                  <a:cubicBezTo>
                    <a:pt x="2175" y="575"/>
                    <a:pt x="2175" y="575"/>
                    <a:pt x="2175" y="575"/>
                  </a:cubicBezTo>
                  <a:cubicBezTo>
                    <a:pt x="2162" y="569"/>
                    <a:pt x="2162" y="569"/>
                    <a:pt x="2162" y="569"/>
                  </a:cubicBezTo>
                  <a:cubicBezTo>
                    <a:pt x="2143" y="568"/>
                    <a:pt x="2143" y="568"/>
                    <a:pt x="2143" y="568"/>
                  </a:cubicBezTo>
                  <a:cubicBezTo>
                    <a:pt x="2128" y="570"/>
                    <a:pt x="2128" y="570"/>
                    <a:pt x="2128" y="570"/>
                  </a:cubicBezTo>
                  <a:cubicBezTo>
                    <a:pt x="2106" y="594"/>
                    <a:pt x="2106" y="594"/>
                    <a:pt x="2106" y="594"/>
                  </a:cubicBezTo>
                  <a:cubicBezTo>
                    <a:pt x="2094" y="602"/>
                    <a:pt x="2094" y="602"/>
                    <a:pt x="2094" y="602"/>
                  </a:cubicBezTo>
                  <a:cubicBezTo>
                    <a:pt x="2088" y="602"/>
                    <a:pt x="2088" y="602"/>
                    <a:pt x="2088" y="602"/>
                  </a:cubicBezTo>
                  <a:cubicBezTo>
                    <a:pt x="2078" y="606"/>
                    <a:pt x="2078" y="606"/>
                    <a:pt x="2078" y="606"/>
                  </a:cubicBezTo>
                  <a:cubicBezTo>
                    <a:pt x="2073" y="615"/>
                    <a:pt x="2073" y="615"/>
                    <a:pt x="2073" y="615"/>
                  </a:cubicBezTo>
                  <a:cubicBezTo>
                    <a:pt x="2075" y="619"/>
                    <a:pt x="2075" y="619"/>
                    <a:pt x="2075" y="619"/>
                  </a:cubicBezTo>
                  <a:cubicBezTo>
                    <a:pt x="2074" y="627"/>
                    <a:pt x="2074" y="627"/>
                    <a:pt x="2074" y="627"/>
                  </a:cubicBezTo>
                  <a:cubicBezTo>
                    <a:pt x="2075" y="634"/>
                    <a:pt x="2075" y="634"/>
                    <a:pt x="2075" y="634"/>
                  </a:cubicBezTo>
                  <a:cubicBezTo>
                    <a:pt x="2080" y="626"/>
                    <a:pt x="2080" y="626"/>
                    <a:pt x="2080" y="626"/>
                  </a:cubicBezTo>
                  <a:cubicBezTo>
                    <a:pt x="2086" y="617"/>
                    <a:pt x="2086" y="617"/>
                    <a:pt x="2086" y="617"/>
                  </a:cubicBezTo>
                  <a:cubicBezTo>
                    <a:pt x="2096" y="608"/>
                    <a:pt x="2096" y="608"/>
                    <a:pt x="2096" y="608"/>
                  </a:cubicBezTo>
                  <a:cubicBezTo>
                    <a:pt x="2096" y="604"/>
                    <a:pt x="2096" y="604"/>
                    <a:pt x="2096" y="604"/>
                  </a:cubicBezTo>
                  <a:cubicBezTo>
                    <a:pt x="2103" y="599"/>
                    <a:pt x="2103" y="599"/>
                    <a:pt x="2103" y="599"/>
                  </a:cubicBezTo>
                  <a:cubicBezTo>
                    <a:pt x="2105" y="604"/>
                    <a:pt x="2105" y="604"/>
                    <a:pt x="2105" y="604"/>
                  </a:cubicBezTo>
                  <a:cubicBezTo>
                    <a:pt x="2109" y="612"/>
                    <a:pt x="2109" y="612"/>
                    <a:pt x="2109" y="612"/>
                  </a:cubicBezTo>
                  <a:cubicBezTo>
                    <a:pt x="2106" y="620"/>
                    <a:pt x="2106" y="620"/>
                    <a:pt x="2106" y="620"/>
                  </a:cubicBezTo>
                  <a:cubicBezTo>
                    <a:pt x="2095" y="623"/>
                    <a:pt x="2095" y="623"/>
                    <a:pt x="2095" y="623"/>
                  </a:cubicBezTo>
                  <a:cubicBezTo>
                    <a:pt x="2092" y="627"/>
                    <a:pt x="2092" y="627"/>
                    <a:pt x="2092" y="627"/>
                  </a:cubicBezTo>
                  <a:cubicBezTo>
                    <a:pt x="2094" y="637"/>
                    <a:pt x="2094" y="637"/>
                    <a:pt x="2094" y="637"/>
                  </a:cubicBezTo>
                  <a:cubicBezTo>
                    <a:pt x="2088" y="646"/>
                    <a:pt x="2088" y="646"/>
                    <a:pt x="2088" y="646"/>
                  </a:cubicBezTo>
                  <a:cubicBezTo>
                    <a:pt x="2080" y="648"/>
                    <a:pt x="2080" y="648"/>
                    <a:pt x="2080" y="648"/>
                  </a:cubicBezTo>
                  <a:cubicBezTo>
                    <a:pt x="2075" y="643"/>
                    <a:pt x="2075" y="643"/>
                    <a:pt x="2075" y="643"/>
                  </a:cubicBezTo>
                  <a:cubicBezTo>
                    <a:pt x="2069" y="646"/>
                    <a:pt x="2069" y="646"/>
                    <a:pt x="2069" y="646"/>
                  </a:cubicBezTo>
                  <a:cubicBezTo>
                    <a:pt x="2075" y="650"/>
                    <a:pt x="2075" y="650"/>
                    <a:pt x="2075" y="650"/>
                  </a:cubicBezTo>
                  <a:cubicBezTo>
                    <a:pt x="2071" y="651"/>
                    <a:pt x="2071" y="651"/>
                    <a:pt x="2071" y="651"/>
                  </a:cubicBezTo>
                  <a:cubicBezTo>
                    <a:pt x="2066" y="658"/>
                    <a:pt x="2066" y="658"/>
                    <a:pt x="2066" y="658"/>
                  </a:cubicBezTo>
                  <a:cubicBezTo>
                    <a:pt x="2060" y="668"/>
                    <a:pt x="2060" y="668"/>
                    <a:pt x="2060" y="668"/>
                  </a:cubicBezTo>
                  <a:cubicBezTo>
                    <a:pt x="2060" y="668"/>
                    <a:pt x="2062" y="676"/>
                    <a:pt x="2062" y="678"/>
                  </a:cubicBezTo>
                  <a:cubicBezTo>
                    <a:pt x="2062" y="679"/>
                    <a:pt x="2056" y="682"/>
                    <a:pt x="2056" y="682"/>
                  </a:cubicBezTo>
                  <a:cubicBezTo>
                    <a:pt x="2052" y="679"/>
                    <a:pt x="2052" y="679"/>
                    <a:pt x="2052" y="679"/>
                  </a:cubicBezTo>
                  <a:cubicBezTo>
                    <a:pt x="2053" y="675"/>
                    <a:pt x="2053" y="675"/>
                    <a:pt x="2053" y="675"/>
                  </a:cubicBezTo>
                  <a:cubicBezTo>
                    <a:pt x="2056" y="666"/>
                    <a:pt x="2056" y="666"/>
                    <a:pt x="2056" y="666"/>
                  </a:cubicBezTo>
                  <a:cubicBezTo>
                    <a:pt x="2061" y="656"/>
                    <a:pt x="2061" y="656"/>
                    <a:pt x="2061" y="656"/>
                  </a:cubicBezTo>
                  <a:cubicBezTo>
                    <a:pt x="2061" y="647"/>
                    <a:pt x="2061" y="647"/>
                    <a:pt x="2061" y="647"/>
                  </a:cubicBezTo>
                  <a:cubicBezTo>
                    <a:pt x="2040" y="652"/>
                    <a:pt x="2040" y="652"/>
                    <a:pt x="2040" y="652"/>
                  </a:cubicBezTo>
                  <a:cubicBezTo>
                    <a:pt x="2026" y="658"/>
                    <a:pt x="2026" y="658"/>
                    <a:pt x="2026" y="658"/>
                  </a:cubicBezTo>
                  <a:cubicBezTo>
                    <a:pt x="2016" y="666"/>
                    <a:pt x="2016" y="666"/>
                    <a:pt x="2016" y="666"/>
                  </a:cubicBezTo>
                  <a:cubicBezTo>
                    <a:pt x="2016" y="680"/>
                    <a:pt x="2016" y="680"/>
                    <a:pt x="2016" y="680"/>
                  </a:cubicBezTo>
                  <a:cubicBezTo>
                    <a:pt x="2025" y="682"/>
                    <a:pt x="2025" y="682"/>
                    <a:pt x="2025" y="682"/>
                  </a:cubicBezTo>
                  <a:cubicBezTo>
                    <a:pt x="2030" y="687"/>
                    <a:pt x="2030" y="687"/>
                    <a:pt x="2030" y="687"/>
                  </a:cubicBezTo>
                  <a:cubicBezTo>
                    <a:pt x="2035" y="691"/>
                    <a:pt x="2035" y="691"/>
                    <a:pt x="2035" y="691"/>
                  </a:cubicBezTo>
                  <a:cubicBezTo>
                    <a:pt x="2035" y="681"/>
                    <a:pt x="2035" y="681"/>
                    <a:pt x="2035" y="681"/>
                  </a:cubicBezTo>
                  <a:cubicBezTo>
                    <a:pt x="2037" y="673"/>
                    <a:pt x="2037" y="673"/>
                    <a:pt x="2037" y="673"/>
                  </a:cubicBezTo>
                  <a:cubicBezTo>
                    <a:pt x="2042" y="667"/>
                    <a:pt x="2042" y="667"/>
                    <a:pt x="2042" y="667"/>
                  </a:cubicBezTo>
                  <a:cubicBezTo>
                    <a:pt x="2043" y="672"/>
                    <a:pt x="2043" y="672"/>
                    <a:pt x="2043" y="672"/>
                  </a:cubicBezTo>
                  <a:cubicBezTo>
                    <a:pt x="2041" y="690"/>
                    <a:pt x="2041" y="690"/>
                    <a:pt x="2041" y="690"/>
                  </a:cubicBezTo>
                  <a:cubicBezTo>
                    <a:pt x="2046" y="690"/>
                    <a:pt x="2046" y="690"/>
                    <a:pt x="2046" y="690"/>
                  </a:cubicBezTo>
                  <a:cubicBezTo>
                    <a:pt x="2050" y="683"/>
                    <a:pt x="2050" y="683"/>
                    <a:pt x="2050" y="683"/>
                  </a:cubicBezTo>
                  <a:cubicBezTo>
                    <a:pt x="2053" y="686"/>
                    <a:pt x="2053" y="686"/>
                    <a:pt x="2053" y="686"/>
                  </a:cubicBezTo>
                  <a:cubicBezTo>
                    <a:pt x="2054" y="698"/>
                    <a:pt x="2054" y="698"/>
                    <a:pt x="2054" y="698"/>
                  </a:cubicBezTo>
                  <a:cubicBezTo>
                    <a:pt x="2052" y="710"/>
                    <a:pt x="2052" y="710"/>
                    <a:pt x="2052" y="710"/>
                  </a:cubicBezTo>
                  <a:cubicBezTo>
                    <a:pt x="2044" y="720"/>
                    <a:pt x="2044" y="720"/>
                    <a:pt x="2044" y="720"/>
                  </a:cubicBezTo>
                  <a:cubicBezTo>
                    <a:pt x="2047" y="728"/>
                    <a:pt x="2047" y="728"/>
                    <a:pt x="2047" y="728"/>
                  </a:cubicBezTo>
                  <a:cubicBezTo>
                    <a:pt x="2039" y="724"/>
                    <a:pt x="2039" y="724"/>
                    <a:pt x="2039" y="724"/>
                  </a:cubicBezTo>
                  <a:cubicBezTo>
                    <a:pt x="2031" y="715"/>
                    <a:pt x="2031" y="715"/>
                    <a:pt x="2031" y="715"/>
                  </a:cubicBezTo>
                  <a:cubicBezTo>
                    <a:pt x="2028" y="704"/>
                    <a:pt x="2028" y="704"/>
                    <a:pt x="2028" y="704"/>
                  </a:cubicBezTo>
                  <a:cubicBezTo>
                    <a:pt x="2028" y="704"/>
                    <a:pt x="2019" y="706"/>
                    <a:pt x="2016" y="706"/>
                  </a:cubicBezTo>
                  <a:cubicBezTo>
                    <a:pt x="2014" y="706"/>
                    <a:pt x="2011" y="700"/>
                    <a:pt x="2011" y="700"/>
                  </a:cubicBezTo>
                  <a:cubicBezTo>
                    <a:pt x="2000" y="689"/>
                    <a:pt x="2000" y="689"/>
                    <a:pt x="2000" y="689"/>
                  </a:cubicBezTo>
                  <a:cubicBezTo>
                    <a:pt x="1997" y="695"/>
                    <a:pt x="1997" y="695"/>
                    <a:pt x="1997" y="695"/>
                  </a:cubicBezTo>
                  <a:cubicBezTo>
                    <a:pt x="1986" y="703"/>
                    <a:pt x="1986" y="703"/>
                    <a:pt x="1986" y="703"/>
                  </a:cubicBezTo>
                  <a:cubicBezTo>
                    <a:pt x="1982" y="708"/>
                    <a:pt x="1982" y="708"/>
                    <a:pt x="1982" y="708"/>
                  </a:cubicBezTo>
                  <a:cubicBezTo>
                    <a:pt x="1972" y="704"/>
                    <a:pt x="1972" y="704"/>
                    <a:pt x="1972" y="704"/>
                  </a:cubicBezTo>
                  <a:cubicBezTo>
                    <a:pt x="1969" y="689"/>
                    <a:pt x="1969" y="689"/>
                    <a:pt x="1969" y="689"/>
                  </a:cubicBezTo>
                  <a:cubicBezTo>
                    <a:pt x="1973" y="676"/>
                    <a:pt x="1973" y="676"/>
                    <a:pt x="1973" y="676"/>
                  </a:cubicBezTo>
                  <a:cubicBezTo>
                    <a:pt x="1968" y="674"/>
                    <a:pt x="1968" y="674"/>
                    <a:pt x="1968" y="674"/>
                  </a:cubicBezTo>
                  <a:cubicBezTo>
                    <a:pt x="1959" y="674"/>
                    <a:pt x="1959" y="674"/>
                    <a:pt x="1959" y="674"/>
                  </a:cubicBezTo>
                  <a:cubicBezTo>
                    <a:pt x="1952" y="667"/>
                    <a:pt x="1952" y="667"/>
                    <a:pt x="1952" y="667"/>
                  </a:cubicBezTo>
                  <a:cubicBezTo>
                    <a:pt x="1948" y="658"/>
                    <a:pt x="1948" y="658"/>
                    <a:pt x="1948" y="658"/>
                  </a:cubicBezTo>
                  <a:cubicBezTo>
                    <a:pt x="1929" y="657"/>
                    <a:pt x="1929" y="657"/>
                    <a:pt x="1929" y="657"/>
                  </a:cubicBezTo>
                  <a:cubicBezTo>
                    <a:pt x="1922" y="657"/>
                    <a:pt x="1922" y="657"/>
                    <a:pt x="1922" y="657"/>
                  </a:cubicBezTo>
                  <a:cubicBezTo>
                    <a:pt x="1907" y="658"/>
                    <a:pt x="1907" y="658"/>
                    <a:pt x="1907" y="658"/>
                  </a:cubicBezTo>
                  <a:cubicBezTo>
                    <a:pt x="1893" y="661"/>
                    <a:pt x="1893" y="661"/>
                    <a:pt x="1893" y="661"/>
                  </a:cubicBezTo>
                  <a:cubicBezTo>
                    <a:pt x="1877" y="669"/>
                    <a:pt x="1877" y="669"/>
                    <a:pt x="1877" y="669"/>
                  </a:cubicBezTo>
                  <a:cubicBezTo>
                    <a:pt x="1860" y="684"/>
                    <a:pt x="1860" y="684"/>
                    <a:pt x="1860" y="684"/>
                  </a:cubicBezTo>
                  <a:cubicBezTo>
                    <a:pt x="1850" y="689"/>
                    <a:pt x="1850" y="689"/>
                    <a:pt x="1850" y="689"/>
                  </a:cubicBezTo>
                  <a:cubicBezTo>
                    <a:pt x="1839" y="690"/>
                    <a:pt x="1839" y="690"/>
                    <a:pt x="1839" y="690"/>
                  </a:cubicBezTo>
                  <a:cubicBezTo>
                    <a:pt x="1837" y="670"/>
                    <a:pt x="1837" y="670"/>
                    <a:pt x="1837" y="670"/>
                  </a:cubicBezTo>
                  <a:cubicBezTo>
                    <a:pt x="1826" y="670"/>
                    <a:pt x="1826" y="670"/>
                    <a:pt x="1826" y="670"/>
                  </a:cubicBezTo>
                  <a:cubicBezTo>
                    <a:pt x="1812" y="671"/>
                    <a:pt x="1812" y="671"/>
                    <a:pt x="1812" y="671"/>
                  </a:cubicBezTo>
                  <a:cubicBezTo>
                    <a:pt x="1806" y="670"/>
                    <a:pt x="1806" y="670"/>
                    <a:pt x="1806" y="670"/>
                  </a:cubicBezTo>
                  <a:cubicBezTo>
                    <a:pt x="1795" y="657"/>
                    <a:pt x="1795" y="657"/>
                    <a:pt x="1795" y="657"/>
                  </a:cubicBezTo>
                  <a:cubicBezTo>
                    <a:pt x="1790" y="645"/>
                    <a:pt x="1790" y="645"/>
                    <a:pt x="1790" y="645"/>
                  </a:cubicBezTo>
                  <a:cubicBezTo>
                    <a:pt x="1789" y="632"/>
                    <a:pt x="1789" y="632"/>
                    <a:pt x="1789" y="632"/>
                  </a:cubicBezTo>
                  <a:cubicBezTo>
                    <a:pt x="1802" y="623"/>
                    <a:pt x="1802" y="623"/>
                    <a:pt x="1802" y="623"/>
                  </a:cubicBezTo>
                  <a:cubicBezTo>
                    <a:pt x="1806" y="615"/>
                    <a:pt x="1806" y="615"/>
                    <a:pt x="1806" y="615"/>
                  </a:cubicBezTo>
                  <a:cubicBezTo>
                    <a:pt x="1810" y="605"/>
                    <a:pt x="1810" y="605"/>
                    <a:pt x="1810" y="605"/>
                  </a:cubicBezTo>
                  <a:cubicBezTo>
                    <a:pt x="1816" y="609"/>
                    <a:pt x="1816" y="609"/>
                    <a:pt x="1816" y="609"/>
                  </a:cubicBezTo>
                  <a:cubicBezTo>
                    <a:pt x="1837" y="612"/>
                    <a:pt x="1837" y="612"/>
                    <a:pt x="1837" y="612"/>
                  </a:cubicBezTo>
                  <a:cubicBezTo>
                    <a:pt x="1849" y="595"/>
                    <a:pt x="1849" y="595"/>
                    <a:pt x="1849" y="595"/>
                  </a:cubicBezTo>
                  <a:cubicBezTo>
                    <a:pt x="1859" y="584"/>
                    <a:pt x="1859" y="584"/>
                    <a:pt x="1859" y="584"/>
                  </a:cubicBezTo>
                  <a:cubicBezTo>
                    <a:pt x="1875" y="569"/>
                    <a:pt x="1875" y="569"/>
                    <a:pt x="1875" y="569"/>
                  </a:cubicBezTo>
                  <a:cubicBezTo>
                    <a:pt x="1887" y="560"/>
                    <a:pt x="1887" y="560"/>
                    <a:pt x="1887" y="560"/>
                  </a:cubicBezTo>
                  <a:cubicBezTo>
                    <a:pt x="1901" y="553"/>
                    <a:pt x="1901" y="553"/>
                    <a:pt x="1901" y="553"/>
                  </a:cubicBezTo>
                  <a:cubicBezTo>
                    <a:pt x="1912" y="542"/>
                    <a:pt x="1912" y="542"/>
                    <a:pt x="1912" y="542"/>
                  </a:cubicBezTo>
                  <a:cubicBezTo>
                    <a:pt x="1914" y="526"/>
                    <a:pt x="1914" y="526"/>
                    <a:pt x="1914" y="526"/>
                  </a:cubicBezTo>
                  <a:cubicBezTo>
                    <a:pt x="1910" y="515"/>
                    <a:pt x="1910" y="515"/>
                    <a:pt x="1910" y="515"/>
                  </a:cubicBezTo>
                  <a:cubicBezTo>
                    <a:pt x="1910" y="485"/>
                    <a:pt x="1910" y="485"/>
                    <a:pt x="1910" y="485"/>
                  </a:cubicBezTo>
                  <a:cubicBezTo>
                    <a:pt x="1908" y="466"/>
                    <a:pt x="1908" y="466"/>
                    <a:pt x="1908" y="466"/>
                  </a:cubicBezTo>
                  <a:cubicBezTo>
                    <a:pt x="1908" y="456"/>
                    <a:pt x="1908" y="456"/>
                    <a:pt x="1908" y="456"/>
                  </a:cubicBezTo>
                  <a:cubicBezTo>
                    <a:pt x="1903" y="450"/>
                    <a:pt x="1903" y="450"/>
                    <a:pt x="1903" y="450"/>
                  </a:cubicBezTo>
                  <a:cubicBezTo>
                    <a:pt x="1903" y="450"/>
                    <a:pt x="1901" y="444"/>
                    <a:pt x="1903" y="444"/>
                  </a:cubicBezTo>
                  <a:cubicBezTo>
                    <a:pt x="1905" y="444"/>
                    <a:pt x="1911" y="444"/>
                    <a:pt x="1911" y="444"/>
                  </a:cubicBezTo>
                  <a:cubicBezTo>
                    <a:pt x="1917" y="441"/>
                    <a:pt x="1917" y="441"/>
                    <a:pt x="1917" y="441"/>
                  </a:cubicBezTo>
                  <a:cubicBezTo>
                    <a:pt x="1925" y="435"/>
                    <a:pt x="1925" y="435"/>
                    <a:pt x="1925" y="435"/>
                  </a:cubicBezTo>
                  <a:cubicBezTo>
                    <a:pt x="1929" y="426"/>
                    <a:pt x="1929" y="426"/>
                    <a:pt x="1929" y="426"/>
                  </a:cubicBezTo>
                  <a:cubicBezTo>
                    <a:pt x="1925" y="420"/>
                    <a:pt x="1925" y="420"/>
                    <a:pt x="1925" y="420"/>
                  </a:cubicBezTo>
                  <a:cubicBezTo>
                    <a:pt x="1916" y="418"/>
                    <a:pt x="1916" y="418"/>
                    <a:pt x="1916" y="418"/>
                  </a:cubicBezTo>
                  <a:cubicBezTo>
                    <a:pt x="1908" y="429"/>
                    <a:pt x="1908" y="429"/>
                    <a:pt x="1908" y="429"/>
                  </a:cubicBezTo>
                  <a:cubicBezTo>
                    <a:pt x="1898" y="433"/>
                    <a:pt x="1898" y="433"/>
                    <a:pt x="1898" y="433"/>
                  </a:cubicBezTo>
                  <a:cubicBezTo>
                    <a:pt x="1892" y="435"/>
                    <a:pt x="1892" y="435"/>
                    <a:pt x="1892" y="435"/>
                  </a:cubicBezTo>
                  <a:cubicBezTo>
                    <a:pt x="1892" y="435"/>
                    <a:pt x="1883" y="435"/>
                    <a:pt x="1881" y="435"/>
                  </a:cubicBezTo>
                  <a:cubicBezTo>
                    <a:pt x="1880" y="435"/>
                    <a:pt x="1877" y="433"/>
                    <a:pt x="1877" y="433"/>
                  </a:cubicBezTo>
                  <a:cubicBezTo>
                    <a:pt x="1891" y="429"/>
                    <a:pt x="1891" y="429"/>
                    <a:pt x="1891" y="429"/>
                  </a:cubicBezTo>
                  <a:cubicBezTo>
                    <a:pt x="1873" y="425"/>
                    <a:pt x="1873" y="425"/>
                    <a:pt x="1873" y="425"/>
                  </a:cubicBezTo>
                  <a:cubicBezTo>
                    <a:pt x="1851" y="426"/>
                    <a:pt x="1851" y="426"/>
                    <a:pt x="1851" y="426"/>
                  </a:cubicBezTo>
                  <a:cubicBezTo>
                    <a:pt x="1850" y="433"/>
                    <a:pt x="1850" y="433"/>
                    <a:pt x="1850" y="433"/>
                  </a:cubicBezTo>
                  <a:cubicBezTo>
                    <a:pt x="1839" y="438"/>
                    <a:pt x="1839" y="438"/>
                    <a:pt x="1839" y="438"/>
                  </a:cubicBezTo>
                  <a:cubicBezTo>
                    <a:pt x="1828" y="448"/>
                    <a:pt x="1828" y="448"/>
                    <a:pt x="1828" y="448"/>
                  </a:cubicBezTo>
                  <a:cubicBezTo>
                    <a:pt x="1819" y="458"/>
                    <a:pt x="1819" y="458"/>
                    <a:pt x="1819" y="458"/>
                  </a:cubicBezTo>
                  <a:cubicBezTo>
                    <a:pt x="1808" y="469"/>
                    <a:pt x="1808" y="469"/>
                    <a:pt x="1808" y="469"/>
                  </a:cubicBezTo>
                  <a:cubicBezTo>
                    <a:pt x="1798" y="473"/>
                    <a:pt x="1798" y="473"/>
                    <a:pt x="1798" y="473"/>
                  </a:cubicBezTo>
                  <a:cubicBezTo>
                    <a:pt x="1789" y="474"/>
                    <a:pt x="1789" y="474"/>
                    <a:pt x="1789" y="474"/>
                  </a:cubicBezTo>
                  <a:cubicBezTo>
                    <a:pt x="1780" y="474"/>
                    <a:pt x="1780" y="474"/>
                    <a:pt x="1780" y="474"/>
                  </a:cubicBezTo>
                  <a:cubicBezTo>
                    <a:pt x="1768" y="473"/>
                    <a:pt x="1768" y="473"/>
                    <a:pt x="1768" y="473"/>
                  </a:cubicBezTo>
                  <a:cubicBezTo>
                    <a:pt x="1764" y="467"/>
                    <a:pt x="1764" y="467"/>
                    <a:pt x="1764" y="467"/>
                  </a:cubicBezTo>
                  <a:cubicBezTo>
                    <a:pt x="1751" y="454"/>
                    <a:pt x="1751" y="454"/>
                    <a:pt x="1751" y="454"/>
                  </a:cubicBezTo>
                  <a:cubicBezTo>
                    <a:pt x="1741" y="442"/>
                    <a:pt x="1741" y="442"/>
                    <a:pt x="1741" y="442"/>
                  </a:cubicBezTo>
                  <a:cubicBezTo>
                    <a:pt x="1730" y="435"/>
                    <a:pt x="1730" y="435"/>
                    <a:pt x="1730" y="435"/>
                  </a:cubicBezTo>
                  <a:cubicBezTo>
                    <a:pt x="1721" y="430"/>
                    <a:pt x="1721" y="430"/>
                    <a:pt x="1721" y="430"/>
                  </a:cubicBezTo>
                  <a:cubicBezTo>
                    <a:pt x="1711" y="427"/>
                    <a:pt x="1711" y="427"/>
                    <a:pt x="1711" y="427"/>
                  </a:cubicBezTo>
                  <a:cubicBezTo>
                    <a:pt x="1697" y="424"/>
                    <a:pt x="1697" y="424"/>
                    <a:pt x="1697" y="424"/>
                  </a:cubicBezTo>
                  <a:cubicBezTo>
                    <a:pt x="1689" y="420"/>
                    <a:pt x="1689" y="420"/>
                    <a:pt x="1689" y="420"/>
                  </a:cubicBezTo>
                  <a:cubicBezTo>
                    <a:pt x="1678" y="413"/>
                    <a:pt x="1678" y="413"/>
                    <a:pt x="1678" y="413"/>
                  </a:cubicBezTo>
                  <a:cubicBezTo>
                    <a:pt x="1669" y="406"/>
                    <a:pt x="1669" y="406"/>
                    <a:pt x="1669" y="406"/>
                  </a:cubicBezTo>
                  <a:cubicBezTo>
                    <a:pt x="1661" y="400"/>
                    <a:pt x="1661" y="400"/>
                    <a:pt x="1661" y="400"/>
                  </a:cubicBezTo>
                  <a:cubicBezTo>
                    <a:pt x="1651" y="397"/>
                    <a:pt x="1651" y="397"/>
                    <a:pt x="1651" y="397"/>
                  </a:cubicBezTo>
                  <a:cubicBezTo>
                    <a:pt x="1640" y="394"/>
                    <a:pt x="1640" y="394"/>
                    <a:pt x="1640" y="394"/>
                  </a:cubicBezTo>
                  <a:cubicBezTo>
                    <a:pt x="1626" y="395"/>
                    <a:pt x="1626" y="395"/>
                    <a:pt x="1626" y="395"/>
                  </a:cubicBezTo>
                  <a:cubicBezTo>
                    <a:pt x="1622" y="403"/>
                    <a:pt x="1622" y="403"/>
                    <a:pt x="1622" y="403"/>
                  </a:cubicBezTo>
                  <a:cubicBezTo>
                    <a:pt x="1609" y="404"/>
                    <a:pt x="1609" y="404"/>
                    <a:pt x="1609" y="404"/>
                  </a:cubicBezTo>
                  <a:cubicBezTo>
                    <a:pt x="1600" y="405"/>
                    <a:pt x="1600" y="405"/>
                    <a:pt x="1600" y="405"/>
                  </a:cubicBezTo>
                  <a:cubicBezTo>
                    <a:pt x="1594" y="412"/>
                    <a:pt x="1594" y="412"/>
                    <a:pt x="1594" y="412"/>
                  </a:cubicBezTo>
                  <a:cubicBezTo>
                    <a:pt x="1589" y="424"/>
                    <a:pt x="1589" y="424"/>
                    <a:pt x="1589" y="424"/>
                  </a:cubicBezTo>
                  <a:cubicBezTo>
                    <a:pt x="1589" y="432"/>
                    <a:pt x="1589" y="432"/>
                    <a:pt x="1589" y="432"/>
                  </a:cubicBezTo>
                  <a:cubicBezTo>
                    <a:pt x="1583" y="440"/>
                    <a:pt x="1583" y="440"/>
                    <a:pt x="1583" y="440"/>
                  </a:cubicBezTo>
                  <a:cubicBezTo>
                    <a:pt x="1581" y="452"/>
                    <a:pt x="1581" y="452"/>
                    <a:pt x="1581" y="452"/>
                  </a:cubicBezTo>
                  <a:cubicBezTo>
                    <a:pt x="1577" y="463"/>
                    <a:pt x="1577" y="463"/>
                    <a:pt x="1577" y="463"/>
                  </a:cubicBezTo>
                  <a:cubicBezTo>
                    <a:pt x="1568" y="464"/>
                    <a:pt x="1568" y="464"/>
                    <a:pt x="1568" y="464"/>
                  </a:cubicBezTo>
                  <a:cubicBezTo>
                    <a:pt x="1573" y="454"/>
                    <a:pt x="1573" y="454"/>
                    <a:pt x="1573" y="454"/>
                  </a:cubicBezTo>
                  <a:cubicBezTo>
                    <a:pt x="1570" y="448"/>
                    <a:pt x="1570" y="448"/>
                    <a:pt x="1570" y="448"/>
                  </a:cubicBezTo>
                  <a:cubicBezTo>
                    <a:pt x="1569" y="439"/>
                    <a:pt x="1569" y="439"/>
                    <a:pt x="1569" y="439"/>
                  </a:cubicBezTo>
                  <a:cubicBezTo>
                    <a:pt x="1575" y="430"/>
                    <a:pt x="1575" y="430"/>
                    <a:pt x="1575" y="430"/>
                  </a:cubicBezTo>
                  <a:cubicBezTo>
                    <a:pt x="1583" y="422"/>
                    <a:pt x="1583" y="422"/>
                    <a:pt x="1583" y="422"/>
                  </a:cubicBezTo>
                  <a:cubicBezTo>
                    <a:pt x="1586" y="412"/>
                    <a:pt x="1586" y="412"/>
                    <a:pt x="1586" y="412"/>
                  </a:cubicBezTo>
                  <a:cubicBezTo>
                    <a:pt x="1580" y="402"/>
                    <a:pt x="1580" y="402"/>
                    <a:pt x="1580" y="402"/>
                  </a:cubicBezTo>
                  <a:cubicBezTo>
                    <a:pt x="1578" y="395"/>
                    <a:pt x="1578" y="395"/>
                    <a:pt x="1578" y="395"/>
                  </a:cubicBezTo>
                  <a:cubicBezTo>
                    <a:pt x="1582" y="390"/>
                    <a:pt x="1582" y="390"/>
                    <a:pt x="1582" y="390"/>
                  </a:cubicBezTo>
                  <a:cubicBezTo>
                    <a:pt x="1587" y="383"/>
                    <a:pt x="1587" y="383"/>
                    <a:pt x="1587" y="383"/>
                  </a:cubicBezTo>
                  <a:cubicBezTo>
                    <a:pt x="1577" y="371"/>
                    <a:pt x="1577" y="371"/>
                    <a:pt x="1577" y="371"/>
                  </a:cubicBezTo>
                  <a:cubicBezTo>
                    <a:pt x="1567" y="361"/>
                    <a:pt x="1567" y="361"/>
                    <a:pt x="1567" y="361"/>
                  </a:cubicBezTo>
                  <a:cubicBezTo>
                    <a:pt x="1553" y="362"/>
                    <a:pt x="1553" y="362"/>
                    <a:pt x="1553" y="362"/>
                  </a:cubicBezTo>
                  <a:cubicBezTo>
                    <a:pt x="1542" y="365"/>
                    <a:pt x="1542" y="365"/>
                    <a:pt x="1542" y="365"/>
                  </a:cubicBezTo>
                  <a:cubicBezTo>
                    <a:pt x="1525" y="369"/>
                    <a:pt x="1525" y="369"/>
                    <a:pt x="1525" y="369"/>
                  </a:cubicBezTo>
                  <a:cubicBezTo>
                    <a:pt x="1510" y="373"/>
                    <a:pt x="1510" y="373"/>
                    <a:pt x="1510" y="373"/>
                  </a:cubicBezTo>
                  <a:cubicBezTo>
                    <a:pt x="1493" y="376"/>
                    <a:pt x="1493" y="376"/>
                    <a:pt x="1493" y="376"/>
                  </a:cubicBezTo>
                  <a:cubicBezTo>
                    <a:pt x="1488" y="380"/>
                    <a:pt x="1488" y="380"/>
                    <a:pt x="1488" y="380"/>
                  </a:cubicBezTo>
                  <a:cubicBezTo>
                    <a:pt x="1479" y="385"/>
                    <a:pt x="1479" y="385"/>
                    <a:pt x="1479" y="385"/>
                  </a:cubicBezTo>
                  <a:cubicBezTo>
                    <a:pt x="1468" y="387"/>
                    <a:pt x="1468" y="387"/>
                    <a:pt x="1468" y="387"/>
                  </a:cubicBezTo>
                  <a:cubicBezTo>
                    <a:pt x="1460" y="381"/>
                    <a:pt x="1460" y="381"/>
                    <a:pt x="1460" y="381"/>
                  </a:cubicBezTo>
                  <a:cubicBezTo>
                    <a:pt x="1457" y="374"/>
                    <a:pt x="1457" y="374"/>
                    <a:pt x="1457" y="374"/>
                  </a:cubicBezTo>
                  <a:cubicBezTo>
                    <a:pt x="1459" y="368"/>
                    <a:pt x="1459" y="368"/>
                    <a:pt x="1459" y="368"/>
                  </a:cubicBezTo>
                  <a:cubicBezTo>
                    <a:pt x="1468" y="371"/>
                    <a:pt x="1468" y="371"/>
                    <a:pt x="1468" y="371"/>
                  </a:cubicBezTo>
                  <a:cubicBezTo>
                    <a:pt x="1481" y="364"/>
                    <a:pt x="1481" y="364"/>
                    <a:pt x="1481" y="364"/>
                  </a:cubicBezTo>
                  <a:cubicBezTo>
                    <a:pt x="1496" y="355"/>
                    <a:pt x="1496" y="355"/>
                    <a:pt x="1496" y="355"/>
                  </a:cubicBezTo>
                  <a:cubicBezTo>
                    <a:pt x="1507" y="346"/>
                    <a:pt x="1507" y="346"/>
                    <a:pt x="1507" y="346"/>
                  </a:cubicBezTo>
                  <a:cubicBezTo>
                    <a:pt x="1516" y="341"/>
                    <a:pt x="1516" y="341"/>
                    <a:pt x="1516" y="341"/>
                  </a:cubicBezTo>
                  <a:cubicBezTo>
                    <a:pt x="1522" y="329"/>
                    <a:pt x="1522" y="329"/>
                    <a:pt x="1522" y="329"/>
                  </a:cubicBezTo>
                  <a:cubicBezTo>
                    <a:pt x="1525" y="323"/>
                    <a:pt x="1525" y="323"/>
                    <a:pt x="1525" y="323"/>
                  </a:cubicBezTo>
                  <a:cubicBezTo>
                    <a:pt x="1527" y="306"/>
                    <a:pt x="1527" y="306"/>
                    <a:pt x="1527" y="306"/>
                  </a:cubicBezTo>
                  <a:cubicBezTo>
                    <a:pt x="1525" y="289"/>
                    <a:pt x="1525" y="289"/>
                    <a:pt x="1525" y="289"/>
                  </a:cubicBezTo>
                  <a:cubicBezTo>
                    <a:pt x="1529" y="280"/>
                    <a:pt x="1529" y="280"/>
                    <a:pt x="1529" y="280"/>
                  </a:cubicBezTo>
                  <a:cubicBezTo>
                    <a:pt x="1528" y="269"/>
                    <a:pt x="1528" y="269"/>
                    <a:pt x="1528" y="269"/>
                  </a:cubicBezTo>
                  <a:cubicBezTo>
                    <a:pt x="1529" y="260"/>
                    <a:pt x="1529" y="260"/>
                    <a:pt x="1529" y="260"/>
                  </a:cubicBezTo>
                  <a:cubicBezTo>
                    <a:pt x="1529" y="253"/>
                    <a:pt x="1529" y="253"/>
                    <a:pt x="1529" y="253"/>
                  </a:cubicBezTo>
                  <a:cubicBezTo>
                    <a:pt x="1527" y="252"/>
                    <a:pt x="1527" y="252"/>
                    <a:pt x="1527" y="252"/>
                  </a:cubicBezTo>
                  <a:cubicBezTo>
                    <a:pt x="1521" y="252"/>
                    <a:pt x="1521" y="252"/>
                    <a:pt x="1521" y="252"/>
                  </a:cubicBezTo>
                  <a:cubicBezTo>
                    <a:pt x="1518" y="245"/>
                    <a:pt x="1518" y="245"/>
                    <a:pt x="1518" y="245"/>
                  </a:cubicBezTo>
                  <a:cubicBezTo>
                    <a:pt x="1514" y="247"/>
                    <a:pt x="1514" y="247"/>
                    <a:pt x="1514" y="247"/>
                  </a:cubicBezTo>
                  <a:cubicBezTo>
                    <a:pt x="1509" y="245"/>
                    <a:pt x="1509" y="245"/>
                    <a:pt x="1509" y="245"/>
                  </a:cubicBezTo>
                  <a:cubicBezTo>
                    <a:pt x="1502" y="244"/>
                    <a:pt x="1502" y="244"/>
                    <a:pt x="1502" y="244"/>
                  </a:cubicBezTo>
                  <a:cubicBezTo>
                    <a:pt x="1496" y="246"/>
                    <a:pt x="1496" y="246"/>
                    <a:pt x="1496" y="246"/>
                  </a:cubicBezTo>
                  <a:cubicBezTo>
                    <a:pt x="1493" y="274"/>
                    <a:pt x="1493" y="274"/>
                    <a:pt x="1493" y="274"/>
                  </a:cubicBezTo>
                  <a:cubicBezTo>
                    <a:pt x="1487" y="279"/>
                    <a:pt x="1487" y="279"/>
                    <a:pt x="1487" y="279"/>
                  </a:cubicBezTo>
                  <a:cubicBezTo>
                    <a:pt x="1471" y="289"/>
                    <a:pt x="1471" y="289"/>
                    <a:pt x="1471" y="289"/>
                  </a:cubicBezTo>
                  <a:cubicBezTo>
                    <a:pt x="1458" y="299"/>
                    <a:pt x="1458" y="299"/>
                    <a:pt x="1458" y="299"/>
                  </a:cubicBezTo>
                  <a:cubicBezTo>
                    <a:pt x="1447" y="308"/>
                    <a:pt x="1447" y="308"/>
                    <a:pt x="1447" y="308"/>
                  </a:cubicBezTo>
                  <a:cubicBezTo>
                    <a:pt x="1435" y="317"/>
                    <a:pt x="1435" y="317"/>
                    <a:pt x="1435" y="317"/>
                  </a:cubicBezTo>
                  <a:cubicBezTo>
                    <a:pt x="1427" y="328"/>
                    <a:pt x="1427" y="328"/>
                    <a:pt x="1427" y="328"/>
                  </a:cubicBezTo>
                  <a:cubicBezTo>
                    <a:pt x="1420" y="336"/>
                    <a:pt x="1420" y="336"/>
                    <a:pt x="1420" y="336"/>
                  </a:cubicBezTo>
                  <a:cubicBezTo>
                    <a:pt x="1410" y="344"/>
                    <a:pt x="1410" y="344"/>
                    <a:pt x="1410" y="344"/>
                  </a:cubicBezTo>
                  <a:cubicBezTo>
                    <a:pt x="1411" y="354"/>
                    <a:pt x="1411" y="354"/>
                    <a:pt x="1411" y="354"/>
                  </a:cubicBezTo>
                  <a:cubicBezTo>
                    <a:pt x="1407" y="357"/>
                    <a:pt x="1407" y="357"/>
                    <a:pt x="1407" y="357"/>
                  </a:cubicBezTo>
                  <a:cubicBezTo>
                    <a:pt x="1400" y="356"/>
                    <a:pt x="1400" y="356"/>
                    <a:pt x="1400" y="356"/>
                  </a:cubicBezTo>
                  <a:cubicBezTo>
                    <a:pt x="1392" y="348"/>
                    <a:pt x="1392" y="348"/>
                    <a:pt x="1392" y="348"/>
                  </a:cubicBezTo>
                  <a:cubicBezTo>
                    <a:pt x="1381" y="346"/>
                    <a:pt x="1381" y="346"/>
                    <a:pt x="1381" y="346"/>
                  </a:cubicBezTo>
                  <a:cubicBezTo>
                    <a:pt x="1370" y="348"/>
                    <a:pt x="1370" y="348"/>
                    <a:pt x="1370" y="348"/>
                  </a:cubicBezTo>
                  <a:cubicBezTo>
                    <a:pt x="1366" y="351"/>
                    <a:pt x="1366" y="351"/>
                    <a:pt x="1366" y="351"/>
                  </a:cubicBezTo>
                  <a:cubicBezTo>
                    <a:pt x="1352" y="351"/>
                    <a:pt x="1352" y="351"/>
                    <a:pt x="1352" y="351"/>
                  </a:cubicBezTo>
                  <a:cubicBezTo>
                    <a:pt x="1351" y="344"/>
                    <a:pt x="1351" y="344"/>
                    <a:pt x="1351" y="344"/>
                  </a:cubicBezTo>
                  <a:cubicBezTo>
                    <a:pt x="1367" y="343"/>
                    <a:pt x="1367" y="343"/>
                    <a:pt x="1367" y="343"/>
                  </a:cubicBezTo>
                  <a:cubicBezTo>
                    <a:pt x="1372" y="338"/>
                    <a:pt x="1372" y="338"/>
                    <a:pt x="1372" y="338"/>
                  </a:cubicBezTo>
                  <a:cubicBezTo>
                    <a:pt x="1379" y="334"/>
                    <a:pt x="1379" y="334"/>
                    <a:pt x="1379" y="334"/>
                  </a:cubicBezTo>
                  <a:cubicBezTo>
                    <a:pt x="1382" y="338"/>
                    <a:pt x="1382" y="338"/>
                    <a:pt x="1382" y="338"/>
                  </a:cubicBezTo>
                  <a:cubicBezTo>
                    <a:pt x="1389" y="340"/>
                    <a:pt x="1389" y="340"/>
                    <a:pt x="1389" y="340"/>
                  </a:cubicBezTo>
                  <a:cubicBezTo>
                    <a:pt x="1396" y="336"/>
                    <a:pt x="1396" y="336"/>
                    <a:pt x="1396" y="336"/>
                  </a:cubicBezTo>
                  <a:cubicBezTo>
                    <a:pt x="1407" y="339"/>
                    <a:pt x="1407" y="339"/>
                    <a:pt x="1407" y="339"/>
                  </a:cubicBezTo>
                  <a:cubicBezTo>
                    <a:pt x="1410" y="337"/>
                    <a:pt x="1410" y="337"/>
                    <a:pt x="1410" y="337"/>
                  </a:cubicBezTo>
                  <a:cubicBezTo>
                    <a:pt x="1418" y="331"/>
                    <a:pt x="1418" y="331"/>
                    <a:pt x="1418" y="331"/>
                  </a:cubicBezTo>
                  <a:cubicBezTo>
                    <a:pt x="1425" y="317"/>
                    <a:pt x="1425" y="317"/>
                    <a:pt x="1425" y="317"/>
                  </a:cubicBezTo>
                  <a:cubicBezTo>
                    <a:pt x="1432" y="311"/>
                    <a:pt x="1432" y="311"/>
                    <a:pt x="1432" y="311"/>
                  </a:cubicBezTo>
                  <a:cubicBezTo>
                    <a:pt x="1433" y="302"/>
                    <a:pt x="1433" y="302"/>
                    <a:pt x="1433" y="302"/>
                  </a:cubicBezTo>
                  <a:cubicBezTo>
                    <a:pt x="1436" y="308"/>
                    <a:pt x="1436" y="308"/>
                    <a:pt x="1436" y="308"/>
                  </a:cubicBezTo>
                  <a:cubicBezTo>
                    <a:pt x="1441" y="305"/>
                    <a:pt x="1441" y="305"/>
                    <a:pt x="1441" y="305"/>
                  </a:cubicBezTo>
                  <a:cubicBezTo>
                    <a:pt x="1450" y="296"/>
                    <a:pt x="1450" y="296"/>
                    <a:pt x="1450" y="296"/>
                  </a:cubicBezTo>
                  <a:cubicBezTo>
                    <a:pt x="1462" y="288"/>
                    <a:pt x="1462" y="288"/>
                    <a:pt x="1462" y="288"/>
                  </a:cubicBezTo>
                  <a:cubicBezTo>
                    <a:pt x="1474" y="279"/>
                    <a:pt x="1474" y="279"/>
                    <a:pt x="1474" y="279"/>
                  </a:cubicBezTo>
                  <a:cubicBezTo>
                    <a:pt x="1481" y="271"/>
                    <a:pt x="1481" y="271"/>
                    <a:pt x="1481" y="271"/>
                  </a:cubicBezTo>
                  <a:cubicBezTo>
                    <a:pt x="1491" y="270"/>
                    <a:pt x="1491" y="270"/>
                    <a:pt x="1491" y="270"/>
                  </a:cubicBezTo>
                  <a:cubicBezTo>
                    <a:pt x="1492" y="245"/>
                    <a:pt x="1492" y="245"/>
                    <a:pt x="1492" y="245"/>
                  </a:cubicBezTo>
                  <a:cubicBezTo>
                    <a:pt x="1496" y="241"/>
                    <a:pt x="1496" y="241"/>
                    <a:pt x="1496" y="241"/>
                  </a:cubicBezTo>
                  <a:cubicBezTo>
                    <a:pt x="1505" y="240"/>
                    <a:pt x="1505" y="240"/>
                    <a:pt x="1505" y="240"/>
                  </a:cubicBezTo>
                  <a:cubicBezTo>
                    <a:pt x="1508" y="230"/>
                    <a:pt x="1508" y="230"/>
                    <a:pt x="1508" y="230"/>
                  </a:cubicBezTo>
                  <a:cubicBezTo>
                    <a:pt x="1512" y="227"/>
                    <a:pt x="1512" y="227"/>
                    <a:pt x="1512" y="227"/>
                  </a:cubicBezTo>
                  <a:cubicBezTo>
                    <a:pt x="1514" y="239"/>
                    <a:pt x="1514" y="239"/>
                    <a:pt x="1514" y="239"/>
                  </a:cubicBezTo>
                  <a:cubicBezTo>
                    <a:pt x="1521" y="233"/>
                    <a:pt x="1521" y="233"/>
                    <a:pt x="1521" y="233"/>
                  </a:cubicBezTo>
                  <a:cubicBezTo>
                    <a:pt x="1528" y="243"/>
                    <a:pt x="1528" y="243"/>
                    <a:pt x="1528" y="243"/>
                  </a:cubicBezTo>
                  <a:cubicBezTo>
                    <a:pt x="1529" y="236"/>
                    <a:pt x="1529" y="236"/>
                    <a:pt x="1529" y="236"/>
                  </a:cubicBezTo>
                  <a:cubicBezTo>
                    <a:pt x="1526" y="228"/>
                    <a:pt x="1526" y="228"/>
                    <a:pt x="1526" y="228"/>
                  </a:cubicBezTo>
                  <a:cubicBezTo>
                    <a:pt x="1513" y="219"/>
                    <a:pt x="1513" y="219"/>
                    <a:pt x="1513" y="219"/>
                  </a:cubicBezTo>
                  <a:cubicBezTo>
                    <a:pt x="1510" y="209"/>
                    <a:pt x="1510" y="209"/>
                    <a:pt x="1510" y="209"/>
                  </a:cubicBezTo>
                  <a:cubicBezTo>
                    <a:pt x="1509" y="188"/>
                    <a:pt x="1509" y="188"/>
                    <a:pt x="1509" y="188"/>
                  </a:cubicBezTo>
                  <a:cubicBezTo>
                    <a:pt x="1492" y="171"/>
                    <a:pt x="1492" y="171"/>
                    <a:pt x="1492" y="171"/>
                  </a:cubicBezTo>
                  <a:cubicBezTo>
                    <a:pt x="1480" y="166"/>
                    <a:pt x="1480" y="166"/>
                    <a:pt x="1480" y="166"/>
                  </a:cubicBezTo>
                  <a:cubicBezTo>
                    <a:pt x="1481" y="179"/>
                    <a:pt x="1481" y="179"/>
                    <a:pt x="1481" y="179"/>
                  </a:cubicBezTo>
                  <a:cubicBezTo>
                    <a:pt x="1476" y="185"/>
                    <a:pt x="1476" y="185"/>
                    <a:pt x="1476" y="185"/>
                  </a:cubicBezTo>
                  <a:cubicBezTo>
                    <a:pt x="1472" y="194"/>
                    <a:pt x="1472" y="194"/>
                    <a:pt x="1472" y="194"/>
                  </a:cubicBezTo>
                  <a:cubicBezTo>
                    <a:pt x="1458" y="189"/>
                    <a:pt x="1458" y="189"/>
                    <a:pt x="1458" y="189"/>
                  </a:cubicBezTo>
                  <a:cubicBezTo>
                    <a:pt x="1455" y="185"/>
                    <a:pt x="1455" y="185"/>
                    <a:pt x="1455" y="185"/>
                  </a:cubicBezTo>
                  <a:cubicBezTo>
                    <a:pt x="1442" y="170"/>
                    <a:pt x="1442" y="170"/>
                    <a:pt x="1442" y="170"/>
                  </a:cubicBezTo>
                  <a:cubicBezTo>
                    <a:pt x="1434" y="164"/>
                    <a:pt x="1434" y="164"/>
                    <a:pt x="1434" y="164"/>
                  </a:cubicBezTo>
                  <a:cubicBezTo>
                    <a:pt x="1422" y="161"/>
                    <a:pt x="1422" y="161"/>
                    <a:pt x="1422" y="161"/>
                  </a:cubicBezTo>
                  <a:cubicBezTo>
                    <a:pt x="1405" y="154"/>
                    <a:pt x="1405" y="154"/>
                    <a:pt x="1405" y="154"/>
                  </a:cubicBezTo>
                  <a:cubicBezTo>
                    <a:pt x="1387" y="149"/>
                    <a:pt x="1387" y="149"/>
                    <a:pt x="1387" y="149"/>
                  </a:cubicBezTo>
                  <a:cubicBezTo>
                    <a:pt x="1369" y="142"/>
                    <a:pt x="1369" y="142"/>
                    <a:pt x="1369" y="142"/>
                  </a:cubicBezTo>
                  <a:cubicBezTo>
                    <a:pt x="1368" y="128"/>
                    <a:pt x="1368" y="128"/>
                    <a:pt x="1368" y="128"/>
                  </a:cubicBezTo>
                  <a:cubicBezTo>
                    <a:pt x="1375" y="117"/>
                    <a:pt x="1375" y="117"/>
                    <a:pt x="1375" y="117"/>
                  </a:cubicBezTo>
                  <a:cubicBezTo>
                    <a:pt x="1368" y="116"/>
                    <a:pt x="1368" y="116"/>
                    <a:pt x="1368" y="116"/>
                  </a:cubicBezTo>
                  <a:cubicBezTo>
                    <a:pt x="1350" y="133"/>
                    <a:pt x="1350" y="133"/>
                    <a:pt x="1350" y="133"/>
                  </a:cubicBezTo>
                  <a:cubicBezTo>
                    <a:pt x="1338" y="142"/>
                    <a:pt x="1338" y="142"/>
                    <a:pt x="1338" y="142"/>
                  </a:cubicBezTo>
                  <a:cubicBezTo>
                    <a:pt x="1331" y="149"/>
                    <a:pt x="1331" y="149"/>
                    <a:pt x="1331" y="149"/>
                  </a:cubicBezTo>
                  <a:cubicBezTo>
                    <a:pt x="1321" y="153"/>
                    <a:pt x="1321" y="153"/>
                    <a:pt x="1321" y="153"/>
                  </a:cubicBezTo>
                  <a:cubicBezTo>
                    <a:pt x="1310" y="163"/>
                    <a:pt x="1310" y="163"/>
                    <a:pt x="1310" y="163"/>
                  </a:cubicBezTo>
                  <a:cubicBezTo>
                    <a:pt x="1308" y="152"/>
                    <a:pt x="1308" y="152"/>
                    <a:pt x="1308" y="152"/>
                  </a:cubicBezTo>
                  <a:cubicBezTo>
                    <a:pt x="1302" y="137"/>
                    <a:pt x="1302" y="137"/>
                    <a:pt x="1302" y="137"/>
                  </a:cubicBezTo>
                  <a:cubicBezTo>
                    <a:pt x="1290" y="138"/>
                    <a:pt x="1290" y="138"/>
                    <a:pt x="1290" y="138"/>
                  </a:cubicBezTo>
                  <a:cubicBezTo>
                    <a:pt x="1284" y="153"/>
                    <a:pt x="1284" y="153"/>
                    <a:pt x="1284" y="153"/>
                  </a:cubicBezTo>
                  <a:cubicBezTo>
                    <a:pt x="1280" y="162"/>
                    <a:pt x="1280" y="162"/>
                    <a:pt x="1280" y="162"/>
                  </a:cubicBezTo>
                  <a:cubicBezTo>
                    <a:pt x="1260" y="164"/>
                    <a:pt x="1260" y="164"/>
                    <a:pt x="1260" y="164"/>
                  </a:cubicBezTo>
                  <a:cubicBezTo>
                    <a:pt x="1253" y="160"/>
                    <a:pt x="1253" y="160"/>
                    <a:pt x="1253" y="160"/>
                  </a:cubicBezTo>
                  <a:cubicBezTo>
                    <a:pt x="1241" y="158"/>
                    <a:pt x="1241" y="158"/>
                    <a:pt x="1241" y="158"/>
                  </a:cubicBezTo>
                  <a:cubicBezTo>
                    <a:pt x="1241" y="137"/>
                    <a:pt x="1241" y="137"/>
                    <a:pt x="1241" y="137"/>
                  </a:cubicBezTo>
                  <a:cubicBezTo>
                    <a:pt x="1234" y="131"/>
                    <a:pt x="1234" y="131"/>
                    <a:pt x="1234" y="131"/>
                  </a:cubicBezTo>
                  <a:cubicBezTo>
                    <a:pt x="1208" y="120"/>
                    <a:pt x="1208" y="120"/>
                    <a:pt x="1208" y="120"/>
                  </a:cubicBezTo>
                  <a:cubicBezTo>
                    <a:pt x="1168" y="118"/>
                    <a:pt x="1168" y="118"/>
                    <a:pt x="1168" y="118"/>
                  </a:cubicBezTo>
                  <a:cubicBezTo>
                    <a:pt x="1138" y="98"/>
                    <a:pt x="1138" y="98"/>
                    <a:pt x="1138" y="98"/>
                  </a:cubicBezTo>
                  <a:cubicBezTo>
                    <a:pt x="1129" y="100"/>
                    <a:pt x="1129" y="100"/>
                    <a:pt x="1129" y="100"/>
                  </a:cubicBezTo>
                  <a:cubicBezTo>
                    <a:pt x="1096" y="103"/>
                    <a:pt x="1096" y="103"/>
                    <a:pt x="1096" y="103"/>
                  </a:cubicBezTo>
                  <a:cubicBezTo>
                    <a:pt x="1090" y="97"/>
                    <a:pt x="1090" y="97"/>
                    <a:pt x="1090" y="97"/>
                  </a:cubicBezTo>
                  <a:cubicBezTo>
                    <a:pt x="1081" y="97"/>
                    <a:pt x="1081" y="97"/>
                    <a:pt x="1081" y="97"/>
                  </a:cubicBezTo>
                  <a:cubicBezTo>
                    <a:pt x="1073" y="105"/>
                    <a:pt x="1073" y="105"/>
                    <a:pt x="1073" y="105"/>
                  </a:cubicBezTo>
                  <a:cubicBezTo>
                    <a:pt x="1053" y="106"/>
                    <a:pt x="1053" y="106"/>
                    <a:pt x="1053" y="106"/>
                  </a:cubicBezTo>
                  <a:cubicBezTo>
                    <a:pt x="1038" y="95"/>
                    <a:pt x="1038" y="95"/>
                    <a:pt x="1038" y="95"/>
                  </a:cubicBezTo>
                  <a:cubicBezTo>
                    <a:pt x="1021" y="93"/>
                    <a:pt x="1021" y="93"/>
                    <a:pt x="1021" y="93"/>
                  </a:cubicBezTo>
                  <a:cubicBezTo>
                    <a:pt x="1018" y="99"/>
                    <a:pt x="1018" y="99"/>
                    <a:pt x="1018" y="99"/>
                  </a:cubicBezTo>
                  <a:cubicBezTo>
                    <a:pt x="1012" y="105"/>
                    <a:pt x="1012" y="105"/>
                    <a:pt x="1012" y="105"/>
                  </a:cubicBezTo>
                  <a:cubicBezTo>
                    <a:pt x="1004" y="108"/>
                    <a:pt x="1004" y="108"/>
                    <a:pt x="1004" y="108"/>
                  </a:cubicBezTo>
                  <a:cubicBezTo>
                    <a:pt x="975" y="108"/>
                    <a:pt x="975" y="108"/>
                    <a:pt x="975" y="108"/>
                  </a:cubicBezTo>
                  <a:cubicBezTo>
                    <a:pt x="967" y="113"/>
                    <a:pt x="967" y="113"/>
                    <a:pt x="967" y="113"/>
                  </a:cubicBezTo>
                  <a:cubicBezTo>
                    <a:pt x="955" y="115"/>
                    <a:pt x="955" y="115"/>
                    <a:pt x="955" y="115"/>
                  </a:cubicBezTo>
                  <a:cubicBezTo>
                    <a:pt x="941" y="113"/>
                    <a:pt x="941" y="113"/>
                    <a:pt x="941" y="113"/>
                  </a:cubicBezTo>
                  <a:cubicBezTo>
                    <a:pt x="933" y="108"/>
                    <a:pt x="933" y="108"/>
                    <a:pt x="933" y="108"/>
                  </a:cubicBezTo>
                  <a:cubicBezTo>
                    <a:pt x="921" y="102"/>
                    <a:pt x="921" y="102"/>
                    <a:pt x="921" y="102"/>
                  </a:cubicBezTo>
                  <a:cubicBezTo>
                    <a:pt x="922" y="81"/>
                    <a:pt x="922" y="81"/>
                    <a:pt x="922" y="81"/>
                  </a:cubicBezTo>
                  <a:cubicBezTo>
                    <a:pt x="920" y="72"/>
                    <a:pt x="920" y="72"/>
                    <a:pt x="920" y="72"/>
                  </a:cubicBezTo>
                  <a:cubicBezTo>
                    <a:pt x="917" y="65"/>
                    <a:pt x="917" y="65"/>
                    <a:pt x="917" y="65"/>
                  </a:cubicBezTo>
                  <a:cubicBezTo>
                    <a:pt x="916" y="57"/>
                    <a:pt x="916" y="57"/>
                    <a:pt x="916" y="57"/>
                  </a:cubicBezTo>
                  <a:cubicBezTo>
                    <a:pt x="921" y="47"/>
                    <a:pt x="921" y="47"/>
                    <a:pt x="921" y="47"/>
                  </a:cubicBezTo>
                  <a:cubicBezTo>
                    <a:pt x="928" y="38"/>
                    <a:pt x="928" y="38"/>
                    <a:pt x="928" y="38"/>
                  </a:cubicBezTo>
                  <a:cubicBezTo>
                    <a:pt x="937" y="34"/>
                    <a:pt x="937" y="34"/>
                    <a:pt x="937" y="34"/>
                  </a:cubicBezTo>
                  <a:cubicBezTo>
                    <a:pt x="947" y="28"/>
                    <a:pt x="947" y="28"/>
                    <a:pt x="947" y="28"/>
                  </a:cubicBezTo>
                  <a:cubicBezTo>
                    <a:pt x="947" y="20"/>
                    <a:pt x="947" y="20"/>
                    <a:pt x="947" y="20"/>
                  </a:cubicBezTo>
                  <a:cubicBezTo>
                    <a:pt x="940" y="16"/>
                    <a:pt x="940" y="16"/>
                    <a:pt x="940" y="16"/>
                  </a:cubicBezTo>
                  <a:cubicBezTo>
                    <a:pt x="933" y="12"/>
                    <a:pt x="933" y="12"/>
                    <a:pt x="933" y="12"/>
                  </a:cubicBezTo>
                  <a:cubicBezTo>
                    <a:pt x="936" y="8"/>
                    <a:pt x="936" y="8"/>
                    <a:pt x="936" y="8"/>
                  </a:cubicBezTo>
                  <a:cubicBezTo>
                    <a:pt x="945" y="10"/>
                    <a:pt x="945" y="10"/>
                    <a:pt x="945" y="10"/>
                  </a:cubicBezTo>
                  <a:cubicBezTo>
                    <a:pt x="953" y="11"/>
                    <a:pt x="953" y="11"/>
                    <a:pt x="953" y="11"/>
                  </a:cubicBezTo>
                  <a:cubicBezTo>
                    <a:pt x="954" y="7"/>
                    <a:pt x="954" y="7"/>
                    <a:pt x="954" y="7"/>
                  </a:cubicBezTo>
                  <a:cubicBezTo>
                    <a:pt x="945" y="0"/>
                    <a:pt x="945" y="0"/>
                    <a:pt x="945" y="0"/>
                  </a:cubicBezTo>
                  <a:cubicBezTo>
                    <a:pt x="935" y="0"/>
                    <a:pt x="935" y="0"/>
                    <a:pt x="935" y="0"/>
                  </a:cubicBezTo>
                  <a:cubicBezTo>
                    <a:pt x="926" y="12"/>
                    <a:pt x="926" y="12"/>
                    <a:pt x="926" y="12"/>
                  </a:cubicBezTo>
                  <a:cubicBezTo>
                    <a:pt x="922" y="23"/>
                    <a:pt x="922" y="23"/>
                    <a:pt x="922" y="23"/>
                  </a:cubicBezTo>
                  <a:cubicBezTo>
                    <a:pt x="916" y="38"/>
                    <a:pt x="916" y="38"/>
                    <a:pt x="916" y="38"/>
                  </a:cubicBezTo>
                  <a:cubicBezTo>
                    <a:pt x="909" y="57"/>
                    <a:pt x="909" y="57"/>
                    <a:pt x="909" y="57"/>
                  </a:cubicBezTo>
                  <a:cubicBezTo>
                    <a:pt x="902" y="74"/>
                    <a:pt x="902" y="74"/>
                    <a:pt x="902" y="74"/>
                  </a:cubicBezTo>
                  <a:cubicBezTo>
                    <a:pt x="898" y="90"/>
                    <a:pt x="898" y="90"/>
                    <a:pt x="898" y="90"/>
                  </a:cubicBezTo>
                  <a:cubicBezTo>
                    <a:pt x="892" y="104"/>
                    <a:pt x="892" y="104"/>
                    <a:pt x="892" y="104"/>
                  </a:cubicBezTo>
                  <a:cubicBezTo>
                    <a:pt x="892" y="118"/>
                    <a:pt x="892" y="118"/>
                    <a:pt x="892" y="118"/>
                  </a:cubicBezTo>
                  <a:cubicBezTo>
                    <a:pt x="892" y="135"/>
                    <a:pt x="892" y="135"/>
                    <a:pt x="892" y="135"/>
                  </a:cubicBezTo>
                  <a:cubicBezTo>
                    <a:pt x="889" y="157"/>
                    <a:pt x="889" y="157"/>
                    <a:pt x="889" y="157"/>
                  </a:cubicBezTo>
                  <a:cubicBezTo>
                    <a:pt x="887" y="162"/>
                    <a:pt x="887" y="162"/>
                    <a:pt x="887" y="162"/>
                  </a:cubicBezTo>
                  <a:cubicBezTo>
                    <a:pt x="890" y="171"/>
                    <a:pt x="890" y="171"/>
                    <a:pt x="890" y="171"/>
                  </a:cubicBezTo>
                  <a:cubicBezTo>
                    <a:pt x="889" y="180"/>
                    <a:pt x="889" y="180"/>
                    <a:pt x="889" y="180"/>
                  </a:cubicBezTo>
                  <a:cubicBezTo>
                    <a:pt x="888" y="191"/>
                    <a:pt x="888" y="191"/>
                    <a:pt x="888" y="191"/>
                  </a:cubicBezTo>
                  <a:cubicBezTo>
                    <a:pt x="892" y="196"/>
                    <a:pt x="892" y="196"/>
                    <a:pt x="892" y="196"/>
                  </a:cubicBezTo>
                  <a:cubicBezTo>
                    <a:pt x="896" y="202"/>
                    <a:pt x="896" y="202"/>
                    <a:pt x="896" y="202"/>
                  </a:cubicBezTo>
                  <a:cubicBezTo>
                    <a:pt x="897" y="197"/>
                    <a:pt x="897" y="197"/>
                    <a:pt x="897" y="197"/>
                  </a:cubicBezTo>
                  <a:cubicBezTo>
                    <a:pt x="896" y="192"/>
                    <a:pt x="896" y="192"/>
                    <a:pt x="896" y="192"/>
                  </a:cubicBezTo>
                  <a:cubicBezTo>
                    <a:pt x="899" y="182"/>
                    <a:pt x="899" y="182"/>
                    <a:pt x="899" y="182"/>
                  </a:cubicBezTo>
                  <a:cubicBezTo>
                    <a:pt x="896" y="177"/>
                    <a:pt x="896" y="177"/>
                    <a:pt x="896" y="177"/>
                  </a:cubicBezTo>
                  <a:cubicBezTo>
                    <a:pt x="895" y="166"/>
                    <a:pt x="895" y="166"/>
                    <a:pt x="895" y="166"/>
                  </a:cubicBezTo>
                  <a:cubicBezTo>
                    <a:pt x="898" y="162"/>
                    <a:pt x="898" y="162"/>
                    <a:pt x="898" y="162"/>
                  </a:cubicBezTo>
                  <a:cubicBezTo>
                    <a:pt x="897" y="151"/>
                    <a:pt x="897" y="151"/>
                    <a:pt x="897" y="151"/>
                  </a:cubicBezTo>
                  <a:cubicBezTo>
                    <a:pt x="897" y="139"/>
                    <a:pt x="897" y="139"/>
                    <a:pt x="897" y="139"/>
                  </a:cubicBezTo>
                  <a:cubicBezTo>
                    <a:pt x="899" y="132"/>
                    <a:pt x="899" y="132"/>
                    <a:pt x="899" y="132"/>
                  </a:cubicBezTo>
                  <a:cubicBezTo>
                    <a:pt x="904" y="128"/>
                    <a:pt x="904" y="128"/>
                    <a:pt x="904" y="128"/>
                  </a:cubicBezTo>
                  <a:cubicBezTo>
                    <a:pt x="908" y="123"/>
                    <a:pt x="908" y="123"/>
                    <a:pt x="908" y="123"/>
                  </a:cubicBezTo>
                  <a:cubicBezTo>
                    <a:pt x="911" y="117"/>
                    <a:pt x="911" y="117"/>
                    <a:pt x="911" y="117"/>
                  </a:cubicBezTo>
                  <a:cubicBezTo>
                    <a:pt x="916" y="115"/>
                    <a:pt x="916" y="115"/>
                    <a:pt x="916" y="115"/>
                  </a:cubicBezTo>
                  <a:cubicBezTo>
                    <a:pt x="921" y="121"/>
                    <a:pt x="921" y="121"/>
                    <a:pt x="921" y="121"/>
                  </a:cubicBezTo>
                  <a:cubicBezTo>
                    <a:pt x="932" y="134"/>
                    <a:pt x="932" y="134"/>
                    <a:pt x="932" y="134"/>
                  </a:cubicBezTo>
                  <a:cubicBezTo>
                    <a:pt x="940" y="135"/>
                    <a:pt x="940" y="135"/>
                    <a:pt x="940" y="135"/>
                  </a:cubicBezTo>
                  <a:cubicBezTo>
                    <a:pt x="951" y="128"/>
                    <a:pt x="951" y="128"/>
                    <a:pt x="951" y="128"/>
                  </a:cubicBezTo>
                  <a:cubicBezTo>
                    <a:pt x="967" y="119"/>
                    <a:pt x="967" y="119"/>
                    <a:pt x="967" y="119"/>
                  </a:cubicBezTo>
                  <a:cubicBezTo>
                    <a:pt x="972" y="111"/>
                    <a:pt x="972" y="111"/>
                    <a:pt x="972" y="111"/>
                  </a:cubicBezTo>
                  <a:cubicBezTo>
                    <a:pt x="987" y="111"/>
                    <a:pt x="987" y="111"/>
                    <a:pt x="987" y="111"/>
                  </a:cubicBezTo>
                  <a:cubicBezTo>
                    <a:pt x="1000" y="111"/>
                    <a:pt x="1000" y="111"/>
                    <a:pt x="1000" y="111"/>
                  </a:cubicBezTo>
                  <a:cubicBezTo>
                    <a:pt x="1007" y="115"/>
                    <a:pt x="1007" y="115"/>
                    <a:pt x="1007" y="115"/>
                  </a:cubicBezTo>
                  <a:cubicBezTo>
                    <a:pt x="1008" y="138"/>
                    <a:pt x="1008" y="138"/>
                    <a:pt x="1008" y="138"/>
                  </a:cubicBezTo>
                  <a:cubicBezTo>
                    <a:pt x="1026" y="164"/>
                    <a:pt x="1026" y="164"/>
                    <a:pt x="1026" y="164"/>
                  </a:cubicBezTo>
                  <a:cubicBezTo>
                    <a:pt x="1037" y="178"/>
                    <a:pt x="1037" y="178"/>
                    <a:pt x="1037" y="178"/>
                  </a:cubicBezTo>
                  <a:cubicBezTo>
                    <a:pt x="1046" y="199"/>
                    <a:pt x="1046" y="199"/>
                    <a:pt x="1046" y="199"/>
                  </a:cubicBezTo>
                  <a:cubicBezTo>
                    <a:pt x="1041" y="205"/>
                    <a:pt x="1041" y="205"/>
                    <a:pt x="1041" y="205"/>
                  </a:cubicBezTo>
                  <a:cubicBezTo>
                    <a:pt x="1043" y="211"/>
                    <a:pt x="1043" y="211"/>
                    <a:pt x="1043" y="211"/>
                  </a:cubicBezTo>
                  <a:cubicBezTo>
                    <a:pt x="1050" y="218"/>
                    <a:pt x="1050" y="218"/>
                    <a:pt x="1050" y="218"/>
                  </a:cubicBezTo>
                  <a:cubicBezTo>
                    <a:pt x="1059" y="227"/>
                    <a:pt x="1059" y="227"/>
                    <a:pt x="1059" y="227"/>
                  </a:cubicBezTo>
                  <a:cubicBezTo>
                    <a:pt x="1060" y="238"/>
                    <a:pt x="1060" y="238"/>
                    <a:pt x="1060" y="238"/>
                  </a:cubicBezTo>
                  <a:cubicBezTo>
                    <a:pt x="1065" y="246"/>
                    <a:pt x="1065" y="246"/>
                    <a:pt x="1065" y="246"/>
                  </a:cubicBezTo>
                  <a:cubicBezTo>
                    <a:pt x="1079" y="252"/>
                    <a:pt x="1079" y="252"/>
                    <a:pt x="1079" y="252"/>
                  </a:cubicBezTo>
                  <a:cubicBezTo>
                    <a:pt x="1087" y="261"/>
                    <a:pt x="1087" y="261"/>
                    <a:pt x="1087" y="261"/>
                  </a:cubicBezTo>
                  <a:cubicBezTo>
                    <a:pt x="1092" y="272"/>
                    <a:pt x="1092" y="272"/>
                    <a:pt x="1092" y="272"/>
                  </a:cubicBezTo>
                  <a:cubicBezTo>
                    <a:pt x="1093" y="282"/>
                    <a:pt x="1093" y="282"/>
                    <a:pt x="1093" y="282"/>
                  </a:cubicBezTo>
                  <a:cubicBezTo>
                    <a:pt x="1084" y="287"/>
                    <a:pt x="1084" y="287"/>
                    <a:pt x="1084" y="287"/>
                  </a:cubicBezTo>
                  <a:cubicBezTo>
                    <a:pt x="1083" y="292"/>
                    <a:pt x="1083" y="292"/>
                    <a:pt x="1083" y="292"/>
                  </a:cubicBezTo>
                  <a:cubicBezTo>
                    <a:pt x="1099" y="290"/>
                    <a:pt x="1099" y="290"/>
                    <a:pt x="1099" y="290"/>
                  </a:cubicBezTo>
                  <a:cubicBezTo>
                    <a:pt x="1106" y="287"/>
                    <a:pt x="1106" y="287"/>
                    <a:pt x="1106" y="287"/>
                  </a:cubicBezTo>
                  <a:cubicBezTo>
                    <a:pt x="1109" y="299"/>
                    <a:pt x="1109" y="299"/>
                    <a:pt x="1109" y="299"/>
                  </a:cubicBezTo>
                  <a:cubicBezTo>
                    <a:pt x="1103" y="314"/>
                    <a:pt x="1103" y="314"/>
                    <a:pt x="1103" y="314"/>
                  </a:cubicBezTo>
                  <a:cubicBezTo>
                    <a:pt x="1106" y="317"/>
                    <a:pt x="1106" y="317"/>
                    <a:pt x="1106" y="317"/>
                  </a:cubicBezTo>
                  <a:cubicBezTo>
                    <a:pt x="1107" y="333"/>
                    <a:pt x="1107" y="333"/>
                    <a:pt x="1107" y="333"/>
                  </a:cubicBezTo>
                  <a:cubicBezTo>
                    <a:pt x="1094" y="346"/>
                    <a:pt x="1094" y="346"/>
                    <a:pt x="1094" y="346"/>
                  </a:cubicBezTo>
                  <a:cubicBezTo>
                    <a:pt x="1085" y="349"/>
                    <a:pt x="1085" y="349"/>
                    <a:pt x="1085" y="349"/>
                  </a:cubicBezTo>
                  <a:cubicBezTo>
                    <a:pt x="1079" y="357"/>
                    <a:pt x="1079" y="357"/>
                    <a:pt x="1079" y="357"/>
                  </a:cubicBezTo>
                  <a:cubicBezTo>
                    <a:pt x="1085" y="362"/>
                    <a:pt x="1085" y="362"/>
                    <a:pt x="1085" y="362"/>
                  </a:cubicBezTo>
                  <a:cubicBezTo>
                    <a:pt x="1080" y="370"/>
                    <a:pt x="1080" y="370"/>
                    <a:pt x="1080" y="370"/>
                  </a:cubicBezTo>
                  <a:cubicBezTo>
                    <a:pt x="1083" y="375"/>
                    <a:pt x="1083" y="375"/>
                    <a:pt x="1083" y="375"/>
                  </a:cubicBezTo>
                  <a:cubicBezTo>
                    <a:pt x="1094" y="378"/>
                    <a:pt x="1094" y="378"/>
                    <a:pt x="1094" y="378"/>
                  </a:cubicBezTo>
                  <a:cubicBezTo>
                    <a:pt x="1114" y="379"/>
                    <a:pt x="1114" y="379"/>
                    <a:pt x="1114" y="379"/>
                  </a:cubicBezTo>
                  <a:cubicBezTo>
                    <a:pt x="1120" y="376"/>
                    <a:pt x="1120" y="376"/>
                    <a:pt x="1120" y="376"/>
                  </a:cubicBezTo>
                  <a:cubicBezTo>
                    <a:pt x="1130" y="362"/>
                    <a:pt x="1130" y="362"/>
                    <a:pt x="1130" y="362"/>
                  </a:cubicBezTo>
                  <a:cubicBezTo>
                    <a:pt x="1137" y="354"/>
                    <a:pt x="1137" y="354"/>
                    <a:pt x="1137" y="354"/>
                  </a:cubicBezTo>
                  <a:cubicBezTo>
                    <a:pt x="1139" y="341"/>
                    <a:pt x="1139" y="341"/>
                    <a:pt x="1139" y="341"/>
                  </a:cubicBezTo>
                  <a:cubicBezTo>
                    <a:pt x="1146" y="341"/>
                    <a:pt x="1146" y="341"/>
                    <a:pt x="1146" y="341"/>
                  </a:cubicBezTo>
                  <a:cubicBezTo>
                    <a:pt x="1153" y="352"/>
                    <a:pt x="1153" y="352"/>
                    <a:pt x="1153" y="352"/>
                  </a:cubicBezTo>
                  <a:cubicBezTo>
                    <a:pt x="1155" y="363"/>
                    <a:pt x="1155" y="363"/>
                    <a:pt x="1155" y="363"/>
                  </a:cubicBezTo>
                  <a:cubicBezTo>
                    <a:pt x="1149" y="379"/>
                    <a:pt x="1149" y="379"/>
                    <a:pt x="1149" y="379"/>
                  </a:cubicBezTo>
                  <a:cubicBezTo>
                    <a:pt x="1137" y="381"/>
                    <a:pt x="1137" y="381"/>
                    <a:pt x="1137" y="381"/>
                  </a:cubicBezTo>
                  <a:cubicBezTo>
                    <a:pt x="1120" y="401"/>
                    <a:pt x="1120" y="401"/>
                    <a:pt x="1120" y="401"/>
                  </a:cubicBezTo>
                  <a:cubicBezTo>
                    <a:pt x="1108" y="409"/>
                    <a:pt x="1108" y="409"/>
                    <a:pt x="1108" y="409"/>
                  </a:cubicBezTo>
                  <a:cubicBezTo>
                    <a:pt x="1097" y="411"/>
                    <a:pt x="1097" y="411"/>
                    <a:pt x="1097" y="411"/>
                  </a:cubicBezTo>
                  <a:cubicBezTo>
                    <a:pt x="1086" y="408"/>
                    <a:pt x="1086" y="408"/>
                    <a:pt x="1086" y="408"/>
                  </a:cubicBezTo>
                  <a:cubicBezTo>
                    <a:pt x="1065" y="409"/>
                    <a:pt x="1065" y="409"/>
                    <a:pt x="1065" y="409"/>
                  </a:cubicBezTo>
                  <a:cubicBezTo>
                    <a:pt x="1048" y="413"/>
                    <a:pt x="1048" y="413"/>
                    <a:pt x="1048" y="413"/>
                  </a:cubicBezTo>
                  <a:cubicBezTo>
                    <a:pt x="1030" y="417"/>
                    <a:pt x="1030" y="417"/>
                    <a:pt x="1030" y="417"/>
                  </a:cubicBezTo>
                  <a:cubicBezTo>
                    <a:pt x="1021" y="424"/>
                    <a:pt x="1021" y="424"/>
                    <a:pt x="1021" y="424"/>
                  </a:cubicBezTo>
                  <a:cubicBezTo>
                    <a:pt x="1016" y="433"/>
                    <a:pt x="1016" y="433"/>
                    <a:pt x="1016" y="433"/>
                  </a:cubicBezTo>
                  <a:cubicBezTo>
                    <a:pt x="1022" y="438"/>
                    <a:pt x="1022" y="438"/>
                    <a:pt x="1022" y="438"/>
                  </a:cubicBezTo>
                  <a:cubicBezTo>
                    <a:pt x="1027" y="434"/>
                    <a:pt x="1027" y="434"/>
                    <a:pt x="1027" y="434"/>
                  </a:cubicBezTo>
                  <a:cubicBezTo>
                    <a:pt x="1036" y="444"/>
                    <a:pt x="1036" y="444"/>
                    <a:pt x="1036" y="444"/>
                  </a:cubicBezTo>
                  <a:cubicBezTo>
                    <a:pt x="1026" y="446"/>
                    <a:pt x="1026" y="446"/>
                    <a:pt x="1026" y="446"/>
                  </a:cubicBezTo>
                  <a:cubicBezTo>
                    <a:pt x="1019" y="451"/>
                    <a:pt x="1019" y="451"/>
                    <a:pt x="1019" y="451"/>
                  </a:cubicBezTo>
                  <a:cubicBezTo>
                    <a:pt x="1009" y="441"/>
                    <a:pt x="1009" y="441"/>
                    <a:pt x="1009" y="441"/>
                  </a:cubicBezTo>
                  <a:cubicBezTo>
                    <a:pt x="1001" y="453"/>
                    <a:pt x="1001" y="453"/>
                    <a:pt x="1001" y="453"/>
                  </a:cubicBezTo>
                  <a:cubicBezTo>
                    <a:pt x="999" y="478"/>
                    <a:pt x="999" y="478"/>
                    <a:pt x="999" y="478"/>
                  </a:cubicBezTo>
                  <a:cubicBezTo>
                    <a:pt x="1004" y="487"/>
                    <a:pt x="1004" y="487"/>
                    <a:pt x="1004" y="487"/>
                  </a:cubicBezTo>
                  <a:cubicBezTo>
                    <a:pt x="1013" y="492"/>
                    <a:pt x="1013" y="492"/>
                    <a:pt x="1013" y="492"/>
                  </a:cubicBezTo>
                  <a:cubicBezTo>
                    <a:pt x="1007" y="476"/>
                    <a:pt x="1007" y="476"/>
                    <a:pt x="1007" y="476"/>
                  </a:cubicBezTo>
                  <a:cubicBezTo>
                    <a:pt x="1010" y="474"/>
                    <a:pt x="1010" y="474"/>
                    <a:pt x="1010" y="474"/>
                  </a:cubicBezTo>
                  <a:cubicBezTo>
                    <a:pt x="1019" y="491"/>
                    <a:pt x="1019" y="491"/>
                    <a:pt x="1019" y="491"/>
                  </a:cubicBezTo>
                  <a:cubicBezTo>
                    <a:pt x="1027" y="504"/>
                    <a:pt x="1027" y="504"/>
                    <a:pt x="1027" y="504"/>
                  </a:cubicBezTo>
                  <a:cubicBezTo>
                    <a:pt x="1038" y="505"/>
                    <a:pt x="1038" y="505"/>
                    <a:pt x="1038" y="505"/>
                  </a:cubicBezTo>
                  <a:cubicBezTo>
                    <a:pt x="1040" y="497"/>
                    <a:pt x="1040" y="497"/>
                    <a:pt x="1040" y="497"/>
                  </a:cubicBezTo>
                  <a:cubicBezTo>
                    <a:pt x="1045" y="485"/>
                    <a:pt x="1045" y="485"/>
                    <a:pt x="1045" y="485"/>
                  </a:cubicBezTo>
                  <a:cubicBezTo>
                    <a:pt x="1064" y="485"/>
                    <a:pt x="1064" y="485"/>
                    <a:pt x="1064" y="485"/>
                  </a:cubicBezTo>
                  <a:cubicBezTo>
                    <a:pt x="1067" y="489"/>
                    <a:pt x="1067" y="489"/>
                    <a:pt x="1067" y="489"/>
                  </a:cubicBezTo>
                  <a:cubicBezTo>
                    <a:pt x="1074" y="492"/>
                    <a:pt x="1074" y="492"/>
                    <a:pt x="1074" y="492"/>
                  </a:cubicBezTo>
                  <a:cubicBezTo>
                    <a:pt x="1081" y="486"/>
                    <a:pt x="1081" y="486"/>
                    <a:pt x="1081" y="486"/>
                  </a:cubicBezTo>
                  <a:cubicBezTo>
                    <a:pt x="1088" y="484"/>
                    <a:pt x="1088" y="484"/>
                    <a:pt x="1088" y="484"/>
                  </a:cubicBezTo>
                  <a:cubicBezTo>
                    <a:pt x="1092" y="489"/>
                    <a:pt x="1092" y="489"/>
                    <a:pt x="1092" y="489"/>
                  </a:cubicBezTo>
                  <a:cubicBezTo>
                    <a:pt x="1096" y="504"/>
                    <a:pt x="1096" y="504"/>
                    <a:pt x="1096" y="504"/>
                  </a:cubicBezTo>
                  <a:cubicBezTo>
                    <a:pt x="1093" y="514"/>
                    <a:pt x="1093" y="514"/>
                    <a:pt x="1093" y="514"/>
                  </a:cubicBezTo>
                  <a:cubicBezTo>
                    <a:pt x="1093" y="526"/>
                    <a:pt x="1093" y="526"/>
                    <a:pt x="1093" y="526"/>
                  </a:cubicBezTo>
                  <a:cubicBezTo>
                    <a:pt x="1089" y="532"/>
                    <a:pt x="1089" y="532"/>
                    <a:pt x="1089" y="532"/>
                  </a:cubicBezTo>
                  <a:cubicBezTo>
                    <a:pt x="1080" y="547"/>
                    <a:pt x="1080" y="547"/>
                    <a:pt x="1080" y="547"/>
                  </a:cubicBezTo>
                  <a:cubicBezTo>
                    <a:pt x="1083" y="561"/>
                    <a:pt x="1083" y="561"/>
                    <a:pt x="1083" y="561"/>
                  </a:cubicBezTo>
                  <a:cubicBezTo>
                    <a:pt x="1087" y="575"/>
                    <a:pt x="1087" y="575"/>
                    <a:pt x="1087" y="575"/>
                  </a:cubicBezTo>
                  <a:cubicBezTo>
                    <a:pt x="1096" y="584"/>
                    <a:pt x="1096" y="584"/>
                    <a:pt x="1096" y="584"/>
                  </a:cubicBezTo>
                  <a:cubicBezTo>
                    <a:pt x="1102" y="592"/>
                    <a:pt x="1102" y="592"/>
                    <a:pt x="1102" y="592"/>
                  </a:cubicBezTo>
                  <a:cubicBezTo>
                    <a:pt x="1112" y="582"/>
                    <a:pt x="1112" y="582"/>
                    <a:pt x="1112" y="582"/>
                  </a:cubicBezTo>
                  <a:cubicBezTo>
                    <a:pt x="1122" y="580"/>
                    <a:pt x="1122" y="580"/>
                    <a:pt x="1122" y="580"/>
                  </a:cubicBezTo>
                  <a:cubicBezTo>
                    <a:pt x="1127" y="588"/>
                    <a:pt x="1127" y="588"/>
                    <a:pt x="1127" y="588"/>
                  </a:cubicBezTo>
                  <a:cubicBezTo>
                    <a:pt x="1132" y="607"/>
                    <a:pt x="1132" y="607"/>
                    <a:pt x="1132" y="607"/>
                  </a:cubicBezTo>
                  <a:cubicBezTo>
                    <a:pt x="1136" y="613"/>
                    <a:pt x="1136" y="613"/>
                    <a:pt x="1136" y="613"/>
                  </a:cubicBezTo>
                  <a:cubicBezTo>
                    <a:pt x="1145" y="626"/>
                    <a:pt x="1145" y="626"/>
                    <a:pt x="1145" y="626"/>
                  </a:cubicBezTo>
                  <a:cubicBezTo>
                    <a:pt x="1145" y="636"/>
                    <a:pt x="1145" y="636"/>
                    <a:pt x="1145" y="636"/>
                  </a:cubicBezTo>
                  <a:cubicBezTo>
                    <a:pt x="1140" y="641"/>
                    <a:pt x="1140" y="641"/>
                    <a:pt x="1140" y="641"/>
                  </a:cubicBezTo>
                  <a:cubicBezTo>
                    <a:pt x="1132" y="643"/>
                    <a:pt x="1132" y="643"/>
                    <a:pt x="1132" y="643"/>
                  </a:cubicBezTo>
                  <a:cubicBezTo>
                    <a:pt x="1120" y="636"/>
                    <a:pt x="1120" y="636"/>
                    <a:pt x="1120" y="636"/>
                  </a:cubicBezTo>
                  <a:cubicBezTo>
                    <a:pt x="1105" y="638"/>
                    <a:pt x="1105" y="638"/>
                    <a:pt x="1105" y="638"/>
                  </a:cubicBezTo>
                  <a:cubicBezTo>
                    <a:pt x="1092" y="643"/>
                    <a:pt x="1092" y="643"/>
                    <a:pt x="1092" y="643"/>
                  </a:cubicBezTo>
                  <a:cubicBezTo>
                    <a:pt x="1085" y="657"/>
                    <a:pt x="1085" y="657"/>
                    <a:pt x="1085" y="657"/>
                  </a:cubicBezTo>
                  <a:cubicBezTo>
                    <a:pt x="1103" y="689"/>
                    <a:pt x="1103" y="689"/>
                    <a:pt x="1103" y="689"/>
                  </a:cubicBezTo>
                  <a:cubicBezTo>
                    <a:pt x="1118" y="732"/>
                    <a:pt x="1118" y="732"/>
                    <a:pt x="1118" y="732"/>
                  </a:cubicBezTo>
                  <a:cubicBezTo>
                    <a:pt x="1140" y="744"/>
                    <a:pt x="1140" y="744"/>
                    <a:pt x="1140" y="744"/>
                  </a:cubicBezTo>
                  <a:cubicBezTo>
                    <a:pt x="1157" y="737"/>
                    <a:pt x="1157" y="737"/>
                    <a:pt x="1157" y="737"/>
                  </a:cubicBezTo>
                  <a:cubicBezTo>
                    <a:pt x="1174" y="738"/>
                    <a:pt x="1174" y="738"/>
                    <a:pt x="1174" y="738"/>
                  </a:cubicBezTo>
                  <a:cubicBezTo>
                    <a:pt x="1204" y="741"/>
                    <a:pt x="1204" y="741"/>
                    <a:pt x="1204" y="741"/>
                  </a:cubicBezTo>
                  <a:cubicBezTo>
                    <a:pt x="1234" y="744"/>
                    <a:pt x="1234" y="744"/>
                    <a:pt x="1234" y="744"/>
                  </a:cubicBezTo>
                  <a:cubicBezTo>
                    <a:pt x="1265" y="759"/>
                    <a:pt x="1265" y="759"/>
                    <a:pt x="1265" y="759"/>
                  </a:cubicBezTo>
                  <a:cubicBezTo>
                    <a:pt x="1291" y="780"/>
                    <a:pt x="1291" y="780"/>
                    <a:pt x="1291" y="780"/>
                  </a:cubicBezTo>
                  <a:cubicBezTo>
                    <a:pt x="1303" y="816"/>
                    <a:pt x="1303" y="816"/>
                    <a:pt x="1303" y="816"/>
                  </a:cubicBezTo>
                  <a:cubicBezTo>
                    <a:pt x="1313" y="837"/>
                    <a:pt x="1313" y="837"/>
                    <a:pt x="1313" y="837"/>
                  </a:cubicBezTo>
                  <a:cubicBezTo>
                    <a:pt x="1337" y="851"/>
                    <a:pt x="1337" y="851"/>
                    <a:pt x="1337" y="851"/>
                  </a:cubicBezTo>
                  <a:cubicBezTo>
                    <a:pt x="1345" y="868"/>
                    <a:pt x="1345" y="868"/>
                    <a:pt x="1345" y="868"/>
                  </a:cubicBezTo>
                  <a:cubicBezTo>
                    <a:pt x="1354" y="897"/>
                    <a:pt x="1354" y="897"/>
                    <a:pt x="1354" y="897"/>
                  </a:cubicBezTo>
                  <a:cubicBezTo>
                    <a:pt x="1358" y="922"/>
                    <a:pt x="1358" y="922"/>
                    <a:pt x="1358" y="922"/>
                  </a:cubicBezTo>
                  <a:cubicBezTo>
                    <a:pt x="1336" y="895"/>
                    <a:pt x="1336" y="895"/>
                    <a:pt x="1336" y="895"/>
                  </a:cubicBezTo>
                  <a:cubicBezTo>
                    <a:pt x="1329" y="872"/>
                    <a:pt x="1329" y="872"/>
                    <a:pt x="1329" y="872"/>
                  </a:cubicBezTo>
                  <a:cubicBezTo>
                    <a:pt x="1316" y="858"/>
                    <a:pt x="1316" y="858"/>
                    <a:pt x="1316" y="858"/>
                  </a:cubicBezTo>
                  <a:cubicBezTo>
                    <a:pt x="1290" y="824"/>
                    <a:pt x="1290" y="824"/>
                    <a:pt x="1290" y="824"/>
                  </a:cubicBezTo>
                  <a:cubicBezTo>
                    <a:pt x="1272" y="790"/>
                    <a:pt x="1272" y="790"/>
                    <a:pt x="1272" y="790"/>
                  </a:cubicBezTo>
                  <a:cubicBezTo>
                    <a:pt x="1251" y="762"/>
                    <a:pt x="1251" y="762"/>
                    <a:pt x="1251" y="762"/>
                  </a:cubicBezTo>
                  <a:cubicBezTo>
                    <a:pt x="1231" y="758"/>
                    <a:pt x="1231" y="758"/>
                    <a:pt x="1231" y="758"/>
                  </a:cubicBezTo>
                  <a:cubicBezTo>
                    <a:pt x="1198" y="756"/>
                    <a:pt x="1198" y="756"/>
                    <a:pt x="1198" y="756"/>
                  </a:cubicBezTo>
                  <a:cubicBezTo>
                    <a:pt x="1175" y="761"/>
                    <a:pt x="1175" y="761"/>
                    <a:pt x="1175" y="761"/>
                  </a:cubicBezTo>
                  <a:cubicBezTo>
                    <a:pt x="1160" y="771"/>
                    <a:pt x="1160" y="771"/>
                    <a:pt x="1160" y="771"/>
                  </a:cubicBezTo>
                  <a:cubicBezTo>
                    <a:pt x="1132" y="775"/>
                    <a:pt x="1132" y="775"/>
                    <a:pt x="1132" y="775"/>
                  </a:cubicBezTo>
                  <a:cubicBezTo>
                    <a:pt x="1083" y="775"/>
                    <a:pt x="1083" y="775"/>
                    <a:pt x="1083" y="775"/>
                  </a:cubicBezTo>
                  <a:cubicBezTo>
                    <a:pt x="1051" y="762"/>
                    <a:pt x="1051" y="762"/>
                    <a:pt x="1051" y="762"/>
                  </a:cubicBezTo>
                  <a:cubicBezTo>
                    <a:pt x="1022" y="732"/>
                    <a:pt x="1022" y="732"/>
                    <a:pt x="1022" y="732"/>
                  </a:cubicBezTo>
                  <a:cubicBezTo>
                    <a:pt x="1011" y="737"/>
                    <a:pt x="1011" y="737"/>
                    <a:pt x="1011" y="737"/>
                  </a:cubicBezTo>
                  <a:cubicBezTo>
                    <a:pt x="1005" y="745"/>
                    <a:pt x="1005" y="745"/>
                    <a:pt x="1005" y="745"/>
                  </a:cubicBezTo>
                  <a:cubicBezTo>
                    <a:pt x="995" y="759"/>
                    <a:pt x="995" y="759"/>
                    <a:pt x="995" y="759"/>
                  </a:cubicBezTo>
                  <a:cubicBezTo>
                    <a:pt x="988" y="772"/>
                    <a:pt x="988" y="772"/>
                    <a:pt x="988" y="772"/>
                  </a:cubicBezTo>
                  <a:cubicBezTo>
                    <a:pt x="985" y="785"/>
                    <a:pt x="985" y="785"/>
                    <a:pt x="985" y="785"/>
                  </a:cubicBezTo>
                  <a:cubicBezTo>
                    <a:pt x="975" y="794"/>
                    <a:pt x="975" y="794"/>
                    <a:pt x="975" y="794"/>
                  </a:cubicBezTo>
                  <a:cubicBezTo>
                    <a:pt x="969" y="837"/>
                    <a:pt x="969" y="837"/>
                    <a:pt x="969" y="837"/>
                  </a:cubicBezTo>
                  <a:cubicBezTo>
                    <a:pt x="960" y="864"/>
                    <a:pt x="960" y="864"/>
                    <a:pt x="960" y="864"/>
                  </a:cubicBezTo>
                  <a:cubicBezTo>
                    <a:pt x="965" y="896"/>
                    <a:pt x="965" y="896"/>
                    <a:pt x="965" y="896"/>
                  </a:cubicBezTo>
                  <a:cubicBezTo>
                    <a:pt x="985" y="943"/>
                    <a:pt x="985" y="943"/>
                    <a:pt x="985" y="943"/>
                  </a:cubicBezTo>
                  <a:cubicBezTo>
                    <a:pt x="985" y="978"/>
                    <a:pt x="985" y="978"/>
                    <a:pt x="985" y="978"/>
                  </a:cubicBezTo>
                  <a:cubicBezTo>
                    <a:pt x="974" y="981"/>
                    <a:pt x="974" y="981"/>
                    <a:pt x="974" y="981"/>
                  </a:cubicBezTo>
                  <a:cubicBezTo>
                    <a:pt x="968" y="1026"/>
                    <a:pt x="968" y="1026"/>
                    <a:pt x="968" y="1026"/>
                  </a:cubicBezTo>
                  <a:cubicBezTo>
                    <a:pt x="968" y="1075"/>
                    <a:pt x="968" y="1075"/>
                    <a:pt x="968" y="1075"/>
                  </a:cubicBezTo>
                  <a:cubicBezTo>
                    <a:pt x="961" y="1050"/>
                    <a:pt x="961" y="1050"/>
                    <a:pt x="961" y="1050"/>
                  </a:cubicBezTo>
                  <a:cubicBezTo>
                    <a:pt x="962" y="992"/>
                    <a:pt x="962" y="992"/>
                    <a:pt x="962" y="992"/>
                  </a:cubicBezTo>
                  <a:cubicBezTo>
                    <a:pt x="971" y="975"/>
                    <a:pt x="971" y="975"/>
                    <a:pt x="971" y="975"/>
                  </a:cubicBezTo>
                  <a:cubicBezTo>
                    <a:pt x="981" y="968"/>
                    <a:pt x="981" y="968"/>
                    <a:pt x="981" y="968"/>
                  </a:cubicBezTo>
                  <a:cubicBezTo>
                    <a:pt x="978" y="958"/>
                    <a:pt x="978" y="958"/>
                    <a:pt x="978" y="958"/>
                  </a:cubicBezTo>
                  <a:cubicBezTo>
                    <a:pt x="968" y="948"/>
                    <a:pt x="968" y="948"/>
                    <a:pt x="968" y="948"/>
                  </a:cubicBezTo>
                  <a:cubicBezTo>
                    <a:pt x="949" y="950"/>
                    <a:pt x="949" y="950"/>
                    <a:pt x="949" y="950"/>
                  </a:cubicBezTo>
                  <a:cubicBezTo>
                    <a:pt x="941" y="944"/>
                    <a:pt x="941" y="944"/>
                    <a:pt x="941" y="944"/>
                  </a:cubicBezTo>
                  <a:cubicBezTo>
                    <a:pt x="923" y="928"/>
                    <a:pt x="923" y="928"/>
                    <a:pt x="923" y="928"/>
                  </a:cubicBezTo>
                  <a:cubicBezTo>
                    <a:pt x="905" y="900"/>
                    <a:pt x="905" y="900"/>
                    <a:pt x="905" y="900"/>
                  </a:cubicBezTo>
                  <a:cubicBezTo>
                    <a:pt x="894" y="901"/>
                    <a:pt x="894" y="901"/>
                    <a:pt x="894" y="901"/>
                  </a:cubicBezTo>
                  <a:cubicBezTo>
                    <a:pt x="881" y="907"/>
                    <a:pt x="881" y="907"/>
                    <a:pt x="881" y="907"/>
                  </a:cubicBezTo>
                  <a:cubicBezTo>
                    <a:pt x="875" y="919"/>
                    <a:pt x="875" y="919"/>
                    <a:pt x="875" y="919"/>
                  </a:cubicBezTo>
                  <a:cubicBezTo>
                    <a:pt x="869" y="933"/>
                    <a:pt x="869" y="933"/>
                    <a:pt x="869" y="933"/>
                  </a:cubicBezTo>
                  <a:cubicBezTo>
                    <a:pt x="867" y="946"/>
                    <a:pt x="867" y="946"/>
                    <a:pt x="867" y="946"/>
                  </a:cubicBezTo>
                  <a:cubicBezTo>
                    <a:pt x="869" y="961"/>
                    <a:pt x="869" y="961"/>
                    <a:pt x="869" y="961"/>
                  </a:cubicBezTo>
                  <a:cubicBezTo>
                    <a:pt x="885" y="964"/>
                    <a:pt x="885" y="964"/>
                    <a:pt x="885" y="964"/>
                  </a:cubicBezTo>
                  <a:cubicBezTo>
                    <a:pt x="890" y="957"/>
                    <a:pt x="890" y="957"/>
                    <a:pt x="890" y="957"/>
                  </a:cubicBezTo>
                  <a:cubicBezTo>
                    <a:pt x="897" y="961"/>
                    <a:pt x="897" y="961"/>
                    <a:pt x="897" y="961"/>
                  </a:cubicBezTo>
                  <a:cubicBezTo>
                    <a:pt x="897" y="983"/>
                    <a:pt x="897" y="983"/>
                    <a:pt x="897" y="983"/>
                  </a:cubicBezTo>
                  <a:cubicBezTo>
                    <a:pt x="897" y="1003"/>
                    <a:pt x="897" y="1003"/>
                    <a:pt x="897" y="1003"/>
                  </a:cubicBezTo>
                  <a:cubicBezTo>
                    <a:pt x="893" y="1014"/>
                    <a:pt x="893" y="1014"/>
                    <a:pt x="893" y="1014"/>
                  </a:cubicBezTo>
                  <a:cubicBezTo>
                    <a:pt x="888" y="1023"/>
                    <a:pt x="888" y="1023"/>
                    <a:pt x="888" y="1023"/>
                  </a:cubicBezTo>
                  <a:cubicBezTo>
                    <a:pt x="879" y="1034"/>
                    <a:pt x="879" y="1034"/>
                    <a:pt x="879" y="1034"/>
                  </a:cubicBezTo>
                  <a:cubicBezTo>
                    <a:pt x="865" y="1036"/>
                    <a:pt x="865" y="1036"/>
                    <a:pt x="865" y="1036"/>
                  </a:cubicBezTo>
                  <a:cubicBezTo>
                    <a:pt x="858" y="1031"/>
                    <a:pt x="858" y="1031"/>
                    <a:pt x="858" y="1031"/>
                  </a:cubicBezTo>
                  <a:cubicBezTo>
                    <a:pt x="850" y="1019"/>
                    <a:pt x="850" y="1019"/>
                    <a:pt x="850" y="1019"/>
                  </a:cubicBezTo>
                  <a:cubicBezTo>
                    <a:pt x="844" y="1011"/>
                    <a:pt x="844" y="1011"/>
                    <a:pt x="844" y="1011"/>
                  </a:cubicBezTo>
                  <a:cubicBezTo>
                    <a:pt x="833" y="1001"/>
                    <a:pt x="833" y="1001"/>
                    <a:pt x="833" y="1001"/>
                  </a:cubicBezTo>
                  <a:cubicBezTo>
                    <a:pt x="826" y="1005"/>
                    <a:pt x="826" y="1005"/>
                    <a:pt x="826" y="1005"/>
                  </a:cubicBezTo>
                  <a:cubicBezTo>
                    <a:pt x="817" y="1006"/>
                    <a:pt x="817" y="1006"/>
                    <a:pt x="817" y="1006"/>
                  </a:cubicBezTo>
                  <a:cubicBezTo>
                    <a:pt x="814" y="999"/>
                    <a:pt x="814" y="999"/>
                    <a:pt x="814" y="999"/>
                  </a:cubicBezTo>
                  <a:cubicBezTo>
                    <a:pt x="807" y="984"/>
                    <a:pt x="807" y="984"/>
                    <a:pt x="807" y="984"/>
                  </a:cubicBezTo>
                  <a:cubicBezTo>
                    <a:pt x="806" y="970"/>
                    <a:pt x="806" y="970"/>
                    <a:pt x="806" y="970"/>
                  </a:cubicBezTo>
                  <a:cubicBezTo>
                    <a:pt x="823" y="972"/>
                    <a:pt x="823" y="972"/>
                    <a:pt x="823" y="972"/>
                  </a:cubicBezTo>
                  <a:cubicBezTo>
                    <a:pt x="832" y="968"/>
                    <a:pt x="832" y="968"/>
                    <a:pt x="832" y="968"/>
                  </a:cubicBezTo>
                  <a:cubicBezTo>
                    <a:pt x="844" y="962"/>
                    <a:pt x="844" y="962"/>
                    <a:pt x="844" y="962"/>
                  </a:cubicBezTo>
                  <a:cubicBezTo>
                    <a:pt x="846" y="948"/>
                    <a:pt x="846" y="948"/>
                    <a:pt x="846" y="948"/>
                  </a:cubicBezTo>
                  <a:cubicBezTo>
                    <a:pt x="839" y="932"/>
                    <a:pt x="839" y="932"/>
                    <a:pt x="839" y="932"/>
                  </a:cubicBezTo>
                  <a:cubicBezTo>
                    <a:pt x="834" y="927"/>
                    <a:pt x="834" y="927"/>
                    <a:pt x="834" y="927"/>
                  </a:cubicBezTo>
                  <a:cubicBezTo>
                    <a:pt x="839" y="922"/>
                    <a:pt x="839" y="922"/>
                    <a:pt x="839" y="922"/>
                  </a:cubicBezTo>
                  <a:cubicBezTo>
                    <a:pt x="839" y="911"/>
                    <a:pt x="839" y="911"/>
                    <a:pt x="839" y="911"/>
                  </a:cubicBezTo>
                  <a:cubicBezTo>
                    <a:pt x="828" y="911"/>
                    <a:pt x="828" y="911"/>
                    <a:pt x="828" y="911"/>
                  </a:cubicBezTo>
                  <a:cubicBezTo>
                    <a:pt x="821" y="894"/>
                    <a:pt x="821" y="894"/>
                    <a:pt x="821" y="894"/>
                  </a:cubicBezTo>
                  <a:cubicBezTo>
                    <a:pt x="811" y="884"/>
                    <a:pt x="811" y="884"/>
                    <a:pt x="811" y="884"/>
                  </a:cubicBezTo>
                  <a:cubicBezTo>
                    <a:pt x="800" y="889"/>
                    <a:pt x="800" y="889"/>
                    <a:pt x="800" y="889"/>
                  </a:cubicBezTo>
                  <a:cubicBezTo>
                    <a:pt x="794" y="874"/>
                    <a:pt x="794" y="874"/>
                    <a:pt x="794" y="874"/>
                  </a:cubicBezTo>
                  <a:cubicBezTo>
                    <a:pt x="796" y="852"/>
                    <a:pt x="796" y="852"/>
                    <a:pt x="796" y="852"/>
                  </a:cubicBezTo>
                  <a:cubicBezTo>
                    <a:pt x="789" y="843"/>
                    <a:pt x="789" y="843"/>
                    <a:pt x="789" y="843"/>
                  </a:cubicBezTo>
                  <a:cubicBezTo>
                    <a:pt x="762" y="840"/>
                    <a:pt x="762" y="840"/>
                    <a:pt x="762" y="840"/>
                  </a:cubicBezTo>
                  <a:cubicBezTo>
                    <a:pt x="743" y="841"/>
                    <a:pt x="743" y="841"/>
                    <a:pt x="743" y="841"/>
                  </a:cubicBezTo>
                  <a:cubicBezTo>
                    <a:pt x="733" y="841"/>
                    <a:pt x="733" y="841"/>
                    <a:pt x="733" y="841"/>
                  </a:cubicBezTo>
                  <a:cubicBezTo>
                    <a:pt x="710" y="843"/>
                    <a:pt x="710" y="843"/>
                    <a:pt x="710" y="843"/>
                  </a:cubicBezTo>
                  <a:cubicBezTo>
                    <a:pt x="698" y="850"/>
                    <a:pt x="698" y="850"/>
                    <a:pt x="698" y="850"/>
                  </a:cubicBezTo>
                  <a:cubicBezTo>
                    <a:pt x="679" y="850"/>
                    <a:pt x="679" y="850"/>
                    <a:pt x="679" y="850"/>
                  </a:cubicBezTo>
                  <a:cubicBezTo>
                    <a:pt x="669" y="850"/>
                    <a:pt x="669" y="850"/>
                    <a:pt x="669" y="850"/>
                  </a:cubicBezTo>
                  <a:cubicBezTo>
                    <a:pt x="646" y="857"/>
                    <a:pt x="646" y="857"/>
                    <a:pt x="646" y="857"/>
                  </a:cubicBezTo>
                  <a:cubicBezTo>
                    <a:pt x="635" y="860"/>
                    <a:pt x="635" y="860"/>
                    <a:pt x="635" y="860"/>
                  </a:cubicBezTo>
                  <a:cubicBezTo>
                    <a:pt x="620" y="866"/>
                    <a:pt x="620" y="866"/>
                    <a:pt x="620" y="866"/>
                  </a:cubicBezTo>
                  <a:cubicBezTo>
                    <a:pt x="605" y="866"/>
                    <a:pt x="605" y="866"/>
                    <a:pt x="605" y="866"/>
                  </a:cubicBezTo>
                  <a:cubicBezTo>
                    <a:pt x="597" y="861"/>
                    <a:pt x="597" y="861"/>
                    <a:pt x="597" y="861"/>
                  </a:cubicBezTo>
                  <a:cubicBezTo>
                    <a:pt x="571" y="863"/>
                    <a:pt x="571" y="863"/>
                    <a:pt x="571" y="863"/>
                  </a:cubicBezTo>
                  <a:cubicBezTo>
                    <a:pt x="554" y="861"/>
                    <a:pt x="554" y="861"/>
                    <a:pt x="554" y="861"/>
                  </a:cubicBezTo>
                  <a:cubicBezTo>
                    <a:pt x="528" y="861"/>
                    <a:pt x="528" y="861"/>
                    <a:pt x="528" y="861"/>
                  </a:cubicBezTo>
                  <a:cubicBezTo>
                    <a:pt x="518" y="863"/>
                    <a:pt x="518" y="863"/>
                    <a:pt x="518" y="863"/>
                  </a:cubicBezTo>
                  <a:cubicBezTo>
                    <a:pt x="505" y="869"/>
                    <a:pt x="505" y="869"/>
                    <a:pt x="505" y="869"/>
                  </a:cubicBezTo>
                  <a:cubicBezTo>
                    <a:pt x="493" y="880"/>
                    <a:pt x="493" y="880"/>
                    <a:pt x="493" y="880"/>
                  </a:cubicBezTo>
                  <a:cubicBezTo>
                    <a:pt x="482" y="890"/>
                    <a:pt x="482" y="890"/>
                    <a:pt x="482" y="890"/>
                  </a:cubicBezTo>
                  <a:cubicBezTo>
                    <a:pt x="474" y="894"/>
                    <a:pt x="474" y="894"/>
                    <a:pt x="474" y="894"/>
                  </a:cubicBezTo>
                  <a:cubicBezTo>
                    <a:pt x="468" y="906"/>
                    <a:pt x="468" y="906"/>
                    <a:pt x="468" y="906"/>
                  </a:cubicBezTo>
                  <a:cubicBezTo>
                    <a:pt x="454" y="918"/>
                    <a:pt x="454" y="918"/>
                    <a:pt x="454" y="918"/>
                  </a:cubicBezTo>
                  <a:cubicBezTo>
                    <a:pt x="449" y="929"/>
                    <a:pt x="449" y="929"/>
                    <a:pt x="449" y="929"/>
                  </a:cubicBezTo>
                  <a:cubicBezTo>
                    <a:pt x="454" y="939"/>
                    <a:pt x="454" y="939"/>
                    <a:pt x="454" y="939"/>
                  </a:cubicBezTo>
                  <a:cubicBezTo>
                    <a:pt x="462" y="944"/>
                    <a:pt x="462" y="944"/>
                    <a:pt x="462" y="944"/>
                  </a:cubicBezTo>
                  <a:cubicBezTo>
                    <a:pt x="465" y="956"/>
                    <a:pt x="465" y="956"/>
                    <a:pt x="465" y="956"/>
                  </a:cubicBezTo>
                  <a:cubicBezTo>
                    <a:pt x="456" y="957"/>
                    <a:pt x="456" y="957"/>
                    <a:pt x="456" y="957"/>
                  </a:cubicBezTo>
                  <a:cubicBezTo>
                    <a:pt x="452" y="966"/>
                    <a:pt x="452" y="966"/>
                    <a:pt x="452" y="966"/>
                  </a:cubicBezTo>
                  <a:cubicBezTo>
                    <a:pt x="448" y="958"/>
                    <a:pt x="448" y="958"/>
                    <a:pt x="448" y="958"/>
                  </a:cubicBezTo>
                  <a:cubicBezTo>
                    <a:pt x="441" y="959"/>
                    <a:pt x="441" y="959"/>
                    <a:pt x="441" y="959"/>
                  </a:cubicBezTo>
                  <a:cubicBezTo>
                    <a:pt x="435" y="951"/>
                    <a:pt x="435" y="951"/>
                    <a:pt x="435" y="951"/>
                  </a:cubicBezTo>
                  <a:cubicBezTo>
                    <a:pt x="429" y="949"/>
                    <a:pt x="429" y="949"/>
                    <a:pt x="429" y="949"/>
                  </a:cubicBezTo>
                  <a:cubicBezTo>
                    <a:pt x="430" y="961"/>
                    <a:pt x="430" y="961"/>
                    <a:pt x="430" y="961"/>
                  </a:cubicBezTo>
                  <a:cubicBezTo>
                    <a:pt x="435" y="972"/>
                    <a:pt x="435" y="972"/>
                    <a:pt x="435" y="972"/>
                  </a:cubicBezTo>
                  <a:cubicBezTo>
                    <a:pt x="427" y="984"/>
                    <a:pt x="427" y="984"/>
                    <a:pt x="427" y="984"/>
                  </a:cubicBezTo>
                  <a:cubicBezTo>
                    <a:pt x="426" y="1005"/>
                    <a:pt x="426" y="1005"/>
                    <a:pt x="426" y="1005"/>
                  </a:cubicBezTo>
                  <a:cubicBezTo>
                    <a:pt x="414" y="1005"/>
                    <a:pt x="414" y="1005"/>
                    <a:pt x="414" y="1005"/>
                  </a:cubicBezTo>
                  <a:cubicBezTo>
                    <a:pt x="403" y="1007"/>
                    <a:pt x="403" y="1007"/>
                    <a:pt x="403" y="1007"/>
                  </a:cubicBezTo>
                  <a:cubicBezTo>
                    <a:pt x="398" y="1012"/>
                    <a:pt x="398" y="1012"/>
                    <a:pt x="398" y="1012"/>
                  </a:cubicBezTo>
                  <a:cubicBezTo>
                    <a:pt x="404" y="1032"/>
                    <a:pt x="404" y="1032"/>
                    <a:pt x="404" y="1032"/>
                  </a:cubicBezTo>
                  <a:cubicBezTo>
                    <a:pt x="408" y="1045"/>
                    <a:pt x="408" y="1045"/>
                    <a:pt x="408" y="1045"/>
                  </a:cubicBezTo>
                  <a:cubicBezTo>
                    <a:pt x="410" y="1063"/>
                    <a:pt x="410" y="1063"/>
                    <a:pt x="410" y="1063"/>
                  </a:cubicBezTo>
                  <a:cubicBezTo>
                    <a:pt x="423" y="1076"/>
                    <a:pt x="423" y="1076"/>
                    <a:pt x="423" y="1076"/>
                  </a:cubicBezTo>
                  <a:cubicBezTo>
                    <a:pt x="437" y="1079"/>
                    <a:pt x="437" y="1079"/>
                    <a:pt x="437" y="1079"/>
                  </a:cubicBezTo>
                  <a:cubicBezTo>
                    <a:pt x="448" y="1079"/>
                    <a:pt x="448" y="1079"/>
                    <a:pt x="448" y="1079"/>
                  </a:cubicBezTo>
                  <a:cubicBezTo>
                    <a:pt x="469" y="1078"/>
                    <a:pt x="469" y="1078"/>
                    <a:pt x="469" y="1078"/>
                  </a:cubicBezTo>
                  <a:cubicBezTo>
                    <a:pt x="488" y="1080"/>
                    <a:pt x="488" y="1080"/>
                    <a:pt x="488" y="1080"/>
                  </a:cubicBezTo>
                  <a:cubicBezTo>
                    <a:pt x="512" y="1086"/>
                    <a:pt x="512" y="1086"/>
                    <a:pt x="512" y="1086"/>
                  </a:cubicBezTo>
                  <a:cubicBezTo>
                    <a:pt x="502" y="1106"/>
                    <a:pt x="502" y="1106"/>
                    <a:pt x="502" y="1106"/>
                  </a:cubicBezTo>
                  <a:cubicBezTo>
                    <a:pt x="499" y="1122"/>
                    <a:pt x="499" y="1122"/>
                    <a:pt x="499" y="1122"/>
                  </a:cubicBezTo>
                  <a:cubicBezTo>
                    <a:pt x="492" y="1131"/>
                    <a:pt x="492" y="1131"/>
                    <a:pt x="492" y="1131"/>
                  </a:cubicBezTo>
                  <a:cubicBezTo>
                    <a:pt x="494" y="1156"/>
                    <a:pt x="494" y="1156"/>
                    <a:pt x="494" y="1156"/>
                  </a:cubicBezTo>
                  <a:cubicBezTo>
                    <a:pt x="498" y="1168"/>
                    <a:pt x="498" y="1168"/>
                    <a:pt x="498" y="1168"/>
                  </a:cubicBezTo>
                  <a:cubicBezTo>
                    <a:pt x="491" y="1173"/>
                    <a:pt x="491" y="1173"/>
                    <a:pt x="491" y="1173"/>
                  </a:cubicBezTo>
                  <a:cubicBezTo>
                    <a:pt x="484" y="1193"/>
                    <a:pt x="484" y="1193"/>
                    <a:pt x="484" y="1193"/>
                  </a:cubicBezTo>
                  <a:cubicBezTo>
                    <a:pt x="491" y="1206"/>
                    <a:pt x="491" y="1206"/>
                    <a:pt x="491" y="1206"/>
                  </a:cubicBezTo>
                  <a:cubicBezTo>
                    <a:pt x="494" y="1241"/>
                    <a:pt x="494" y="1241"/>
                    <a:pt x="494" y="1241"/>
                  </a:cubicBezTo>
                  <a:cubicBezTo>
                    <a:pt x="496" y="1278"/>
                    <a:pt x="496" y="1278"/>
                    <a:pt x="496" y="1278"/>
                  </a:cubicBezTo>
                  <a:cubicBezTo>
                    <a:pt x="491" y="1298"/>
                    <a:pt x="491" y="1298"/>
                    <a:pt x="491" y="1298"/>
                  </a:cubicBezTo>
                  <a:cubicBezTo>
                    <a:pt x="480" y="1322"/>
                    <a:pt x="480" y="1322"/>
                    <a:pt x="480" y="1322"/>
                  </a:cubicBezTo>
                  <a:cubicBezTo>
                    <a:pt x="461" y="1349"/>
                    <a:pt x="461" y="1349"/>
                    <a:pt x="461" y="1349"/>
                  </a:cubicBezTo>
                  <a:cubicBezTo>
                    <a:pt x="450" y="1364"/>
                    <a:pt x="450" y="1364"/>
                    <a:pt x="450" y="1364"/>
                  </a:cubicBezTo>
                  <a:cubicBezTo>
                    <a:pt x="448" y="1397"/>
                    <a:pt x="448" y="1397"/>
                    <a:pt x="448" y="1397"/>
                  </a:cubicBezTo>
                  <a:cubicBezTo>
                    <a:pt x="446" y="1412"/>
                    <a:pt x="446" y="1412"/>
                    <a:pt x="446" y="1412"/>
                  </a:cubicBezTo>
                  <a:cubicBezTo>
                    <a:pt x="443" y="1450"/>
                    <a:pt x="443" y="1450"/>
                    <a:pt x="443" y="1450"/>
                  </a:cubicBezTo>
                  <a:cubicBezTo>
                    <a:pt x="441" y="1467"/>
                    <a:pt x="441" y="1467"/>
                    <a:pt x="441" y="1467"/>
                  </a:cubicBezTo>
                  <a:cubicBezTo>
                    <a:pt x="437" y="1492"/>
                    <a:pt x="437" y="1492"/>
                    <a:pt x="437" y="1492"/>
                  </a:cubicBezTo>
                  <a:cubicBezTo>
                    <a:pt x="432" y="1500"/>
                    <a:pt x="432" y="1500"/>
                    <a:pt x="432" y="1500"/>
                  </a:cubicBezTo>
                  <a:cubicBezTo>
                    <a:pt x="416" y="1491"/>
                    <a:pt x="416" y="1491"/>
                    <a:pt x="416" y="1491"/>
                  </a:cubicBezTo>
                  <a:cubicBezTo>
                    <a:pt x="405" y="1491"/>
                    <a:pt x="405" y="1491"/>
                    <a:pt x="405" y="1491"/>
                  </a:cubicBezTo>
                  <a:cubicBezTo>
                    <a:pt x="395" y="1496"/>
                    <a:pt x="395" y="1496"/>
                    <a:pt x="395" y="1496"/>
                  </a:cubicBezTo>
                  <a:cubicBezTo>
                    <a:pt x="382" y="1489"/>
                    <a:pt x="382" y="1489"/>
                    <a:pt x="382" y="1489"/>
                  </a:cubicBezTo>
                  <a:cubicBezTo>
                    <a:pt x="339" y="1486"/>
                    <a:pt x="339" y="1486"/>
                    <a:pt x="339" y="1486"/>
                  </a:cubicBezTo>
                  <a:cubicBezTo>
                    <a:pt x="313" y="1501"/>
                    <a:pt x="313" y="1501"/>
                    <a:pt x="313" y="1501"/>
                  </a:cubicBezTo>
                  <a:cubicBezTo>
                    <a:pt x="316" y="1526"/>
                    <a:pt x="316" y="1526"/>
                    <a:pt x="316" y="1526"/>
                  </a:cubicBezTo>
                  <a:cubicBezTo>
                    <a:pt x="331" y="1542"/>
                    <a:pt x="331" y="1542"/>
                    <a:pt x="331" y="1542"/>
                  </a:cubicBezTo>
                  <a:cubicBezTo>
                    <a:pt x="317" y="1545"/>
                    <a:pt x="317" y="1545"/>
                    <a:pt x="317" y="1545"/>
                  </a:cubicBezTo>
                  <a:cubicBezTo>
                    <a:pt x="302" y="1550"/>
                    <a:pt x="302" y="1550"/>
                    <a:pt x="302" y="1550"/>
                  </a:cubicBezTo>
                  <a:cubicBezTo>
                    <a:pt x="310" y="1560"/>
                    <a:pt x="310" y="1560"/>
                    <a:pt x="310" y="1560"/>
                  </a:cubicBezTo>
                  <a:cubicBezTo>
                    <a:pt x="310" y="1574"/>
                    <a:pt x="310" y="1574"/>
                    <a:pt x="310" y="1574"/>
                  </a:cubicBezTo>
                  <a:cubicBezTo>
                    <a:pt x="309" y="1589"/>
                    <a:pt x="309" y="1589"/>
                    <a:pt x="309" y="1589"/>
                  </a:cubicBezTo>
                  <a:cubicBezTo>
                    <a:pt x="324" y="1600"/>
                    <a:pt x="324" y="1600"/>
                    <a:pt x="324" y="1600"/>
                  </a:cubicBezTo>
                  <a:cubicBezTo>
                    <a:pt x="335" y="1600"/>
                    <a:pt x="335" y="1600"/>
                    <a:pt x="335" y="1600"/>
                  </a:cubicBezTo>
                  <a:cubicBezTo>
                    <a:pt x="359" y="1600"/>
                    <a:pt x="359" y="1600"/>
                    <a:pt x="359" y="1600"/>
                  </a:cubicBezTo>
                  <a:cubicBezTo>
                    <a:pt x="367" y="1610"/>
                    <a:pt x="367" y="1610"/>
                    <a:pt x="367" y="1610"/>
                  </a:cubicBezTo>
                  <a:cubicBezTo>
                    <a:pt x="382" y="1614"/>
                    <a:pt x="382" y="1614"/>
                    <a:pt x="382" y="1614"/>
                  </a:cubicBezTo>
                  <a:cubicBezTo>
                    <a:pt x="395" y="1617"/>
                    <a:pt x="395" y="1617"/>
                    <a:pt x="395" y="1617"/>
                  </a:cubicBezTo>
                  <a:cubicBezTo>
                    <a:pt x="413" y="1600"/>
                    <a:pt x="413" y="1600"/>
                    <a:pt x="413" y="1600"/>
                  </a:cubicBezTo>
                  <a:cubicBezTo>
                    <a:pt x="443" y="1649"/>
                    <a:pt x="443" y="1649"/>
                    <a:pt x="443" y="1649"/>
                  </a:cubicBezTo>
                  <a:cubicBezTo>
                    <a:pt x="443" y="1668"/>
                    <a:pt x="443" y="1668"/>
                    <a:pt x="443" y="1668"/>
                  </a:cubicBezTo>
                  <a:cubicBezTo>
                    <a:pt x="429" y="1696"/>
                    <a:pt x="429" y="1696"/>
                    <a:pt x="429" y="1696"/>
                  </a:cubicBezTo>
                  <a:cubicBezTo>
                    <a:pt x="429" y="1709"/>
                    <a:pt x="429" y="1709"/>
                    <a:pt x="429" y="1709"/>
                  </a:cubicBezTo>
                  <a:cubicBezTo>
                    <a:pt x="443" y="1733"/>
                    <a:pt x="443" y="1733"/>
                    <a:pt x="443" y="1733"/>
                  </a:cubicBezTo>
                  <a:cubicBezTo>
                    <a:pt x="431" y="1737"/>
                    <a:pt x="431" y="1737"/>
                    <a:pt x="431" y="1737"/>
                  </a:cubicBezTo>
                  <a:cubicBezTo>
                    <a:pt x="415" y="1742"/>
                    <a:pt x="415" y="1742"/>
                    <a:pt x="415" y="1742"/>
                  </a:cubicBezTo>
                  <a:cubicBezTo>
                    <a:pt x="401" y="1771"/>
                    <a:pt x="401" y="1771"/>
                    <a:pt x="401" y="1771"/>
                  </a:cubicBezTo>
                  <a:cubicBezTo>
                    <a:pt x="384" y="1772"/>
                    <a:pt x="384" y="1772"/>
                    <a:pt x="384" y="1772"/>
                  </a:cubicBezTo>
                  <a:cubicBezTo>
                    <a:pt x="377" y="1784"/>
                    <a:pt x="377" y="1784"/>
                    <a:pt x="377" y="1784"/>
                  </a:cubicBezTo>
                  <a:cubicBezTo>
                    <a:pt x="365" y="1807"/>
                    <a:pt x="365" y="1807"/>
                    <a:pt x="365" y="1807"/>
                  </a:cubicBezTo>
                  <a:cubicBezTo>
                    <a:pt x="327" y="1807"/>
                    <a:pt x="327" y="1807"/>
                    <a:pt x="327" y="1807"/>
                  </a:cubicBezTo>
                  <a:cubicBezTo>
                    <a:pt x="326" y="1824"/>
                    <a:pt x="326" y="1824"/>
                    <a:pt x="326" y="1824"/>
                  </a:cubicBezTo>
                  <a:cubicBezTo>
                    <a:pt x="318" y="1833"/>
                    <a:pt x="318" y="1833"/>
                    <a:pt x="318" y="1833"/>
                  </a:cubicBezTo>
                  <a:cubicBezTo>
                    <a:pt x="306" y="1836"/>
                    <a:pt x="306" y="1836"/>
                    <a:pt x="306" y="1836"/>
                  </a:cubicBezTo>
                  <a:cubicBezTo>
                    <a:pt x="304" y="1853"/>
                    <a:pt x="304" y="1853"/>
                    <a:pt x="304" y="1853"/>
                  </a:cubicBezTo>
                  <a:cubicBezTo>
                    <a:pt x="315" y="1855"/>
                    <a:pt x="315" y="1855"/>
                    <a:pt x="315" y="1855"/>
                  </a:cubicBezTo>
                  <a:cubicBezTo>
                    <a:pt x="330" y="1860"/>
                    <a:pt x="330" y="1860"/>
                    <a:pt x="330" y="1860"/>
                  </a:cubicBezTo>
                  <a:cubicBezTo>
                    <a:pt x="354" y="1879"/>
                    <a:pt x="354" y="1879"/>
                    <a:pt x="354" y="1879"/>
                  </a:cubicBezTo>
                  <a:cubicBezTo>
                    <a:pt x="355" y="1895"/>
                    <a:pt x="355" y="1895"/>
                    <a:pt x="355" y="1895"/>
                  </a:cubicBezTo>
                  <a:cubicBezTo>
                    <a:pt x="344" y="1897"/>
                    <a:pt x="344" y="1897"/>
                    <a:pt x="344" y="1897"/>
                  </a:cubicBezTo>
                  <a:cubicBezTo>
                    <a:pt x="342" y="1919"/>
                    <a:pt x="342" y="1919"/>
                    <a:pt x="342" y="1919"/>
                  </a:cubicBezTo>
                  <a:cubicBezTo>
                    <a:pt x="320" y="1937"/>
                    <a:pt x="320" y="1937"/>
                    <a:pt x="320" y="1937"/>
                  </a:cubicBezTo>
                  <a:cubicBezTo>
                    <a:pt x="306" y="1927"/>
                    <a:pt x="306" y="1927"/>
                    <a:pt x="306" y="1927"/>
                  </a:cubicBezTo>
                  <a:cubicBezTo>
                    <a:pt x="293" y="1928"/>
                    <a:pt x="293" y="1928"/>
                    <a:pt x="293" y="1928"/>
                  </a:cubicBezTo>
                  <a:cubicBezTo>
                    <a:pt x="271" y="1938"/>
                    <a:pt x="271" y="1938"/>
                    <a:pt x="271" y="1938"/>
                  </a:cubicBezTo>
                  <a:cubicBezTo>
                    <a:pt x="256" y="1943"/>
                    <a:pt x="256" y="1943"/>
                    <a:pt x="256" y="1943"/>
                  </a:cubicBezTo>
                  <a:cubicBezTo>
                    <a:pt x="238" y="1953"/>
                    <a:pt x="238" y="1953"/>
                    <a:pt x="238" y="1953"/>
                  </a:cubicBezTo>
                  <a:cubicBezTo>
                    <a:pt x="224" y="1963"/>
                    <a:pt x="224" y="1963"/>
                    <a:pt x="224" y="1963"/>
                  </a:cubicBezTo>
                  <a:cubicBezTo>
                    <a:pt x="212" y="1957"/>
                    <a:pt x="212" y="1957"/>
                    <a:pt x="212" y="1957"/>
                  </a:cubicBezTo>
                  <a:cubicBezTo>
                    <a:pt x="196" y="1951"/>
                    <a:pt x="196" y="1951"/>
                    <a:pt x="196" y="1951"/>
                  </a:cubicBezTo>
                  <a:cubicBezTo>
                    <a:pt x="196" y="1956"/>
                    <a:pt x="196" y="1956"/>
                    <a:pt x="196" y="1956"/>
                  </a:cubicBezTo>
                  <a:cubicBezTo>
                    <a:pt x="201" y="1963"/>
                    <a:pt x="201" y="1963"/>
                    <a:pt x="201" y="1963"/>
                  </a:cubicBezTo>
                  <a:cubicBezTo>
                    <a:pt x="198" y="1977"/>
                    <a:pt x="198" y="1977"/>
                    <a:pt x="198" y="1977"/>
                  </a:cubicBezTo>
                  <a:cubicBezTo>
                    <a:pt x="182" y="1965"/>
                    <a:pt x="182" y="1965"/>
                    <a:pt x="182" y="1965"/>
                  </a:cubicBezTo>
                  <a:cubicBezTo>
                    <a:pt x="163" y="1964"/>
                    <a:pt x="163" y="1964"/>
                    <a:pt x="163" y="1964"/>
                  </a:cubicBezTo>
                  <a:cubicBezTo>
                    <a:pt x="158" y="1952"/>
                    <a:pt x="158" y="1952"/>
                    <a:pt x="158" y="1952"/>
                  </a:cubicBezTo>
                  <a:cubicBezTo>
                    <a:pt x="132" y="1954"/>
                    <a:pt x="132" y="1954"/>
                    <a:pt x="132" y="1954"/>
                  </a:cubicBezTo>
                  <a:cubicBezTo>
                    <a:pt x="116" y="1935"/>
                    <a:pt x="116" y="1935"/>
                    <a:pt x="116" y="1935"/>
                  </a:cubicBezTo>
                  <a:cubicBezTo>
                    <a:pt x="104" y="1934"/>
                    <a:pt x="104" y="1934"/>
                    <a:pt x="104" y="1934"/>
                  </a:cubicBezTo>
                  <a:cubicBezTo>
                    <a:pt x="97" y="1939"/>
                    <a:pt x="97" y="1939"/>
                    <a:pt x="97" y="1939"/>
                  </a:cubicBezTo>
                  <a:cubicBezTo>
                    <a:pt x="114" y="1956"/>
                    <a:pt x="114" y="1956"/>
                    <a:pt x="114" y="1956"/>
                  </a:cubicBezTo>
                  <a:cubicBezTo>
                    <a:pt x="115" y="1968"/>
                    <a:pt x="115" y="1968"/>
                    <a:pt x="115" y="1968"/>
                  </a:cubicBezTo>
                  <a:cubicBezTo>
                    <a:pt x="111" y="1970"/>
                    <a:pt x="111" y="1970"/>
                    <a:pt x="111" y="1970"/>
                  </a:cubicBezTo>
                  <a:cubicBezTo>
                    <a:pt x="77" y="1957"/>
                    <a:pt x="77" y="1957"/>
                    <a:pt x="77" y="1957"/>
                  </a:cubicBezTo>
                  <a:cubicBezTo>
                    <a:pt x="62" y="1971"/>
                    <a:pt x="62" y="1971"/>
                    <a:pt x="62" y="1971"/>
                  </a:cubicBezTo>
                  <a:cubicBezTo>
                    <a:pt x="51" y="1977"/>
                    <a:pt x="51" y="1977"/>
                    <a:pt x="51" y="1977"/>
                  </a:cubicBezTo>
                  <a:cubicBezTo>
                    <a:pt x="39" y="1972"/>
                    <a:pt x="39" y="1972"/>
                    <a:pt x="39" y="1972"/>
                  </a:cubicBezTo>
                  <a:cubicBezTo>
                    <a:pt x="33" y="1979"/>
                    <a:pt x="33" y="1979"/>
                    <a:pt x="33" y="1979"/>
                  </a:cubicBezTo>
                  <a:cubicBezTo>
                    <a:pt x="49" y="2011"/>
                    <a:pt x="49" y="2011"/>
                    <a:pt x="49" y="2011"/>
                  </a:cubicBezTo>
                  <a:cubicBezTo>
                    <a:pt x="36" y="2022"/>
                    <a:pt x="36" y="2022"/>
                    <a:pt x="36" y="2022"/>
                  </a:cubicBezTo>
                  <a:cubicBezTo>
                    <a:pt x="34" y="2031"/>
                    <a:pt x="34" y="2031"/>
                    <a:pt x="34" y="2031"/>
                  </a:cubicBezTo>
                  <a:cubicBezTo>
                    <a:pt x="54" y="2031"/>
                    <a:pt x="54" y="2031"/>
                    <a:pt x="54" y="2031"/>
                  </a:cubicBezTo>
                  <a:cubicBezTo>
                    <a:pt x="69" y="2043"/>
                    <a:pt x="69" y="2043"/>
                    <a:pt x="69" y="2043"/>
                  </a:cubicBezTo>
                  <a:cubicBezTo>
                    <a:pt x="62" y="2048"/>
                    <a:pt x="62" y="2048"/>
                    <a:pt x="62" y="2048"/>
                  </a:cubicBezTo>
                  <a:cubicBezTo>
                    <a:pt x="61" y="2066"/>
                    <a:pt x="61" y="2066"/>
                    <a:pt x="61" y="2066"/>
                  </a:cubicBezTo>
                  <a:cubicBezTo>
                    <a:pt x="69" y="2068"/>
                    <a:pt x="69" y="2068"/>
                    <a:pt x="69" y="2068"/>
                  </a:cubicBezTo>
                  <a:cubicBezTo>
                    <a:pt x="93" y="2078"/>
                    <a:pt x="93" y="2078"/>
                    <a:pt x="93" y="2078"/>
                  </a:cubicBezTo>
                  <a:cubicBezTo>
                    <a:pt x="93" y="2090"/>
                    <a:pt x="93" y="2090"/>
                    <a:pt x="93" y="2090"/>
                  </a:cubicBezTo>
                  <a:cubicBezTo>
                    <a:pt x="90" y="2101"/>
                    <a:pt x="90" y="2101"/>
                    <a:pt x="90" y="2101"/>
                  </a:cubicBezTo>
                  <a:cubicBezTo>
                    <a:pt x="85" y="2109"/>
                    <a:pt x="85" y="2109"/>
                    <a:pt x="85" y="2109"/>
                  </a:cubicBezTo>
                  <a:cubicBezTo>
                    <a:pt x="106" y="2129"/>
                    <a:pt x="106" y="2129"/>
                    <a:pt x="106" y="2129"/>
                  </a:cubicBezTo>
                  <a:cubicBezTo>
                    <a:pt x="99" y="2135"/>
                    <a:pt x="99" y="2135"/>
                    <a:pt x="99" y="2135"/>
                  </a:cubicBezTo>
                  <a:cubicBezTo>
                    <a:pt x="127" y="2166"/>
                    <a:pt x="127" y="2166"/>
                    <a:pt x="127" y="2166"/>
                  </a:cubicBezTo>
                  <a:cubicBezTo>
                    <a:pt x="130" y="2179"/>
                    <a:pt x="130" y="2179"/>
                    <a:pt x="130" y="2179"/>
                  </a:cubicBezTo>
                  <a:cubicBezTo>
                    <a:pt x="130" y="2199"/>
                    <a:pt x="130" y="2199"/>
                    <a:pt x="130" y="2199"/>
                  </a:cubicBezTo>
                  <a:cubicBezTo>
                    <a:pt x="128" y="2223"/>
                    <a:pt x="128" y="2223"/>
                    <a:pt x="128" y="2223"/>
                  </a:cubicBezTo>
                  <a:cubicBezTo>
                    <a:pt x="123" y="2234"/>
                    <a:pt x="123" y="2234"/>
                    <a:pt x="123" y="2234"/>
                  </a:cubicBezTo>
                  <a:cubicBezTo>
                    <a:pt x="132" y="2235"/>
                    <a:pt x="132" y="2235"/>
                    <a:pt x="132" y="2235"/>
                  </a:cubicBezTo>
                  <a:cubicBezTo>
                    <a:pt x="132" y="2261"/>
                    <a:pt x="132" y="2261"/>
                    <a:pt x="132" y="2261"/>
                  </a:cubicBezTo>
                  <a:cubicBezTo>
                    <a:pt x="121" y="2274"/>
                    <a:pt x="121" y="2274"/>
                    <a:pt x="121" y="2274"/>
                  </a:cubicBezTo>
                  <a:cubicBezTo>
                    <a:pt x="112" y="2276"/>
                    <a:pt x="112" y="2276"/>
                    <a:pt x="112" y="2276"/>
                  </a:cubicBezTo>
                  <a:cubicBezTo>
                    <a:pt x="106" y="2288"/>
                    <a:pt x="106" y="2288"/>
                    <a:pt x="106" y="2288"/>
                  </a:cubicBezTo>
                  <a:cubicBezTo>
                    <a:pt x="94" y="2308"/>
                    <a:pt x="94" y="2308"/>
                    <a:pt x="94" y="2308"/>
                  </a:cubicBezTo>
                  <a:cubicBezTo>
                    <a:pt x="75" y="2328"/>
                    <a:pt x="75" y="2328"/>
                    <a:pt x="75" y="2328"/>
                  </a:cubicBezTo>
                  <a:cubicBezTo>
                    <a:pt x="81" y="2337"/>
                    <a:pt x="81" y="2337"/>
                    <a:pt x="81" y="2337"/>
                  </a:cubicBezTo>
                  <a:cubicBezTo>
                    <a:pt x="75" y="2341"/>
                    <a:pt x="75" y="2341"/>
                    <a:pt x="75" y="2341"/>
                  </a:cubicBezTo>
                  <a:cubicBezTo>
                    <a:pt x="75" y="2362"/>
                    <a:pt x="75" y="2362"/>
                    <a:pt x="75" y="2362"/>
                  </a:cubicBezTo>
                  <a:cubicBezTo>
                    <a:pt x="80" y="2369"/>
                    <a:pt x="80" y="2369"/>
                    <a:pt x="80" y="2369"/>
                  </a:cubicBezTo>
                  <a:cubicBezTo>
                    <a:pt x="88" y="2364"/>
                    <a:pt x="88" y="2364"/>
                    <a:pt x="88" y="2364"/>
                  </a:cubicBezTo>
                  <a:cubicBezTo>
                    <a:pt x="106" y="2355"/>
                    <a:pt x="106" y="2355"/>
                    <a:pt x="106" y="2355"/>
                  </a:cubicBezTo>
                  <a:cubicBezTo>
                    <a:pt x="112" y="2360"/>
                    <a:pt x="112" y="2360"/>
                    <a:pt x="112" y="2360"/>
                  </a:cubicBezTo>
                  <a:cubicBezTo>
                    <a:pt x="101" y="2368"/>
                    <a:pt x="101" y="2368"/>
                    <a:pt x="101" y="2368"/>
                  </a:cubicBezTo>
                  <a:cubicBezTo>
                    <a:pt x="111" y="2375"/>
                    <a:pt x="111" y="2375"/>
                    <a:pt x="111" y="2375"/>
                  </a:cubicBezTo>
                  <a:cubicBezTo>
                    <a:pt x="105" y="2383"/>
                    <a:pt x="105" y="2383"/>
                    <a:pt x="105" y="2383"/>
                  </a:cubicBezTo>
                  <a:cubicBezTo>
                    <a:pt x="99" y="2383"/>
                    <a:pt x="99" y="2383"/>
                    <a:pt x="99" y="2383"/>
                  </a:cubicBezTo>
                  <a:cubicBezTo>
                    <a:pt x="89" y="2386"/>
                    <a:pt x="89" y="2386"/>
                    <a:pt x="89" y="2386"/>
                  </a:cubicBezTo>
                  <a:cubicBezTo>
                    <a:pt x="74" y="2400"/>
                    <a:pt x="74" y="2400"/>
                    <a:pt x="74" y="2400"/>
                  </a:cubicBezTo>
                  <a:cubicBezTo>
                    <a:pt x="60" y="2414"/>
                    <a:pt x="60" y="2414"/>
                    <a:pt x="60" y="2414"/>
                  </a:cubicBezTo>
                  <a:cubicBezTo>
                    <a:pt x="51" y="2416"/>
                    <a:pt x="51" y="2416"/>
                    <a:pt x="51" y="2416"/>
                  </a:cubicBezTo>
                  <a:cubicBezTo>
                    <a:pt x="34" y="2449"/>
                    <a:pt x="34" y="2449"/>
                    <a:pt x="34" y="2449"/>
                  </a:cubicBezTo>
                  <a:cubicBezTo>
                    <a:pt x="27" y="2449"/>
                    <a:pt x="27" y="2449"/>
                    <a:pt x="27" y="2449"/>
                  </a:cubicBezTo>
                  <a:cubicBezTo>
                    <a:pt x="16" y="2430"/>
                    <a:pt x="16" y="2430"/>
                    <a:pt x="16" y="2430"/>
                  </a:cubicBezTo>
                  <a:cubicBezTo>
                    <a:pt x="0" y="2440"/>
                    <a:pt x="0" y="2440"/>
                    <a:pt x="0" y="2440"/>
                  </a:cubicBezTo>
                  <a:cubicBezTo>
                    <a:pt x="2" y="2456"/>
                    <a:pt x="2" y="2456"/>
                    <a:pt x="2" y="2456"/>
                  </a:cubicBezTo>
                  <a:cubicBezTo>
                    <a:pt x="11" y="2463"/>
                    <a:pt x="11" y="2463"/>
                    <a:pt x="11" y="2463"/>
                  </a:cubicBezTo>
                  <a:cubicBezTo>
                    <a:pt x="11" y="2481"/>
                    <a:pt x="11" y="2481"/>
                    <a:pt x="11" y="2481"/>
                  </a:cubicBezTo>
                  <a:cubicBezTo>
                    <a:pt x="31" y="2474"/>
                    <a:pt x="31" y="2474"/>
                    <a:pt x="31" y="2474"/>
                  </a:cubicBezTo>
                  <a:cubicBezTo>
                    <a:pt x="34" y="2483"/>
                    <a:pt x="34" y="2483"/>
                    <a:pt x="34" y="2483"/>
                  </a:cubicBezTo>
                  <a:cubicBezTo>
                    <a:pt x="39" y="2478"/>
                    <a:pt x="39" y="2478"/>
                    <a:pt x="39" y="2478"/>
                  </a:cubicBezTo>
                  <a:cubicBezTo>
                    <a:pt x="57" y="2480"/>
                    <a:pt x="57" y="2480"/>
                    <a:pt x="57" y="2480"/>
                  </a:cubicBezTo>
                  <a:cubicBezTo>
                    <a:pt x="55" y="2485"/>
                    <a:pt x="55" y="2485"/>
                    <a:pt x="55" y="2485"/>
                  </a:cubicBezTo>
                  <a:cubicBezTo>
                    <a:pt x="50" y="2490"/>
                    <a:pt x="50" y="2490"/>
                    <a:pt x="50" y="2490"/>
                  </a:cubicBezTo>
                  <a:cubicBezTo>
                    <a:pt x="53" y="2503"/>
                    <a:pt x="53" y="2503"/>
                    <a:pt x="53" y="2503"/>
                  </a:cubicBezTo>
                  <a:cubicBezTo>
                    <a:pt x="62" y="2509"/>
                    <a:pt x="62" y="2509"/>
                    <a:pt x="62" y="2509"/>
                  </a:cubicBezTo>
                  <a:cubicBezTo>
                    <a:pt x="76" y="2511"/>
                    <a:pt x="76" y="2511"/>
                    <a:pt x="76" y="2511"/>
                  </a:cubicBezTo>
                  <a:cubicBezTo>
                    <a:pt x="85" y="2517"/>
                    <a:pt x="85" y="2517"/>
                    <a:pt x="85" y="2517"/>
                  </a:cubicBezTo>
                  <a:cubicBezTo>
                    <a:pt x="74" y="2528"/>
                    <a:pt x="74" y="2528"/>
                    <a:pt x="74" y="2528"/>
                  </a:cubicBezTo>
                  <a:cubicBezTo>
                    <a:pt x="79" y="2535"/>
                    <a:pt x="79" y="2535"/>
                    <a:pt x="79" y="2535"/>
                  </a:cubicBezTo>
                  <a:cubicBezTo>
                    <a:pt x="82" y="2547"/>
                    <a:pt x="82" y="2547"/>
                    <a:pt x="82" y="2547"/>
                  </a:cubicBezTo>
                  <a:cubicBezTo>
                    <a:pt x="77" y="2559"/>
                    <a:pt x="77" y="2559"/>
                    <a:pt x="77" y="2559"/>
                  </a:cubicBezTo>
                  <a:cubicBezTo>
                    <a:pt x="67" y="2550"/>
                    <a:pt x="67" y="2550"/>
                    <a:pt x="67" y="2550"/>
                  </a:cubicBezTo>
                  <a:cubicBezTo>
                    <a:pt x="58" y="2553"/>
                    <a:pt x="58" y="2553"/>
                    <a:pt x="58" y="2553"/>
                  </a:cubicBezTo>
                  <a:cubicBezTo>
                    <a:pt x="54" y="2566"/>
                    <a:pt x="54" y="2566"/>
                    <a:pt x="54" y="2566"/>
                  </a:cubicBezTo>
                  <a:cubicBezTo>
                    <a:pt x="61" y="2573"/>
                    <a:pt x="61" y="2573"/>
                    <a:pt x="61" y="2573"/>
                  </a:cubicBezTo>
                  <a:cubicBezTo>
                    <a:pt x="53" y="2583"/>
                    <a:pt x="53" y="2583"/>
                    <a:pt x="53" y="2583"/>
                  </a:cubicBezTo>
                  <a:cubicBezTo>
                    <a:pt x="43" y="2579"/>
                    <a:pt x="43" y="2579"/>
                    <a:pt x="43" y="2579"/>
                  </a:cubicBezTo>
                  <a:cubicBezTo>
                    <a:pt x="39" y="2586"/>
                    <a:pt x="39" y="2586"/>
                    <a:pt x="39" y="2586"/>
                  </a:cubicBezTo>
                  <a:cubicBezTo>
                    <a:pt x="61" y="2599"/>
                    <a:pt x="61" y="2599"/>
                    <a:pt x="61" y="2599"/>
                  </a:cubicBezTo>
                  <a:cubicBezTo>
                    <a:pt x="57" y="2604"/>
                    <a:pt x="57" y="2604"/>
                    <a:pt x="57" y="2604"/>
                  </a:cubicBezTo>
                  <a:cubicBezTo>
                    <a:pt x="59" y="2611"/>
                    <a:pt x="59" y="2611"/>
                    <a:pt x="59" y="2611"/>
                  </a:cubicBezTo>
                  <a:cubicBezTo>
                    <a:pt x="63" y="2629"/>
                    <a:pt x="63" y="2629"/>
                    <a:pt x="63" y="2629"/>
                  </a:cubicBezTo>
                  <a:cubicBezTo>
                    <a:pt x="90" y="2627"/>
                    <a:pt x="90" y="2627"/>
                    <a:pt x="90" y="2627"/>
                  </a:cubicBezTo>
                  <a:cubicBezTo>
                    <a:pt x="115" y="2668"/>
                    <a:pt x="115" y="2668"/>
                    <a:pt x="115" y="2668"/>
                  </a:cubicBezTo>
                  <a:cubicBezTo>
                    <a:pt x="109" y="2676"/>
                    <a:pt x="109" y="2676"/>
                    <a:pt x="109" y="2676"/>
                  </a:cubicBezTo>
                  <a:cubicBezTo>
                    <a:pt x="116" y="2683"/>
                    <a:pt x="116" y="2683"/>
                    <a:pt x="116" y="2683"/>
                  </a:cubicBezTo>
                  <a:cubicBezTo>
                    <a:pt x="127" y="2680"/>
                    <a:pt x="127" y="2680"/>
                    <a:pt x="127" y="2680"/>
                  </a:cubicBezTo>
                  <a:cubicBezTo>
                    <a:pt x="148" y="2683"/>
                    <a:pt x="148" y="2683"/>
                    <a:pt x="148" y="2683"/>
                  </a:cubicBezTo>
                  <a:cubicBezTo>
                    <a:pt x="138" y="2706"/>
                    <a:pt x="138" y="2706"/>
                    <a:pt x="138" y="2706"/>
                  </a:cubicBezTo>
                  <a:cubicBezTo>
                    <a:pt x="129" y="2705"/>
                    <a:pt x="129" y="2705"/>
                    <a:pt x="129" y="2705"/>
                  </a:cubicBezTo>
                  <a:cubicBezTo>
                    <a:pt x="113" y="2723"/>
                    <a:pt x="113" y="2723"/>
                    <a:pt x="113" y="2723"/>
                  </a:cubicBezTo>
                  <a:cubicBezTo>
                    <a:pt x="115" y="2733"/>
                    <a:pt x="115" y="2733"/>
                    <a:pt x="115" y="2733"/>
                  </a:cubicBezTo>
                  <a:cubicBezTo>
                    <a:pt x="132" y="2758"/>
                    <a:pt x="132" y="2758"/>
                    <a:pt x="132" y="2758"/>
                  </a:cubicBezTo>
                  <a:cubicBezTo>
                    <a:pt x="150" y="2753"/>
                    <a:pt x="150" y="2753"/>
                    <a:pt x="150" y="2753"/>
                  </a:cubicBezTo>
                  <a:cubicBezTo>
                    <a:pt x="173" y="2759"/>
                    <a:pt x="173" y="2759"/>
                    <a:pt x="173" y="2759"/>
                  </a:cubicBezTo>
                  <a:cubicBezTo>
                    <a:pt x="175" y="2779"/>
                    <a:pt x="175" y="2779"/>
                    <a:pt x="175" y="2779"/>
                  </a:cubicBezTo>
                  <a:cubicBezTo>
                    <a:pt x="186" y="2780"/>
                    <a:pt x="186" y="2780"/>
                    <a:pt x="186" y="2780"/>
                  </a:cubicBezTo>
                  <a:cubicBezTo>
                    <a:pt x="187" y="2797"/>
                    <a:pt x="187" y="2797"/>
                    <a:pt x="187" y="2797"/>
                  </a:cubicBezTo>
                  <a:cubicBezTo>
                    <a:pt x="174" y="2823"/>
                    <a:pt x="174" y="2823"/>
                    <a:pt x="174" y="2823"/>
                  </a:cubicBezTo>
                  <a:cubicBezTo>
                    <a:pt x="198" y="2848"/>
                    <a:pt x="198" y="2848"/>
                    <a:pt x="198" y="2848"/>
                  </a:cubicBezTo>
                  <a:cubicBezTo>
                    <a:pt x="198" y="2856"/>
                    <a:pt x="198" y="2856"/>
                    <a:pt x="198" y="2856"/>
                  </a:cubicBezTo>
                  <a:cubicBezTo>
                    <a:pt x="187" y="2860"/>
                    <a:pt x="187" y="2860"/>
                    <a:pt x="187" y="2860"/>
                  </a:cubicBezTo>
                  <a:cubicBezTo>
                    <a:pt x="182" y="2867"/>
                    <a:pt x="182" y="2867"/>
                    <a:pt x="182" y="2867"/>
                  </a:cubicBezTo>
                  <a:cubicBezTo>
                    <a:pt x="167" y="2855"/>
                    <a:pt x="167" y="2855"/>
                    <a:pt x="167" y="2855"/>
                  </a:cubicBezTo>
                  <a:cubicBezTo>
                    <a:pt x="159" y="2858"/>
                    <a:pt x="159" y="2858"/>
                    <a:pt x="159" y="2858"/>
                  </a:cubicBezTo>
                  <a:cubicBezTo>
                    <a:pt x="153" y="2890"/>
                    <a:pt x="153" y="2890"/>
                    <a:pt x="153" y="2890"/>
                  </a:cubicBezTo>
                  <a:cubicBezTo>
                    <a:pt x="131" y="2890"/>
                    <a:pt x="131" y="2890"/>
                    <a:pt x="131" y="2890"/>
                  </a:cubicBezTo>
                  <a:cubicBezTo>
                    <a:pt x="110" y="2911"/>
                    <a:pt x="110" y="2911"/>
                    <a:pt x="110" y="2911"/>
                  </a:cubicBezTo>
                  <a:cubicBezTo>
                    <a:pt x="111" y="2920"/>
                    <a:pt x="111" y="2920"/>
                    <a:pt x="111" y="2920"/>
                  </a:cubicBezTo>
                  <a:cubicBezTo>
                    <a:pt x="120" y="2936"/>
                    <a:pt x="120" y="2936"/>
                    <a:pt x="120" y="2936"/>
                  </a:cubicBezTo>
                  <a:cubicBezTo>
                    <a:pt x="105" y="2938"/>
                    <a:pt x="105" y="2938"/>
                    <a:pt x="105" y="2938"/>
                  </a:cubicBezTo>
                  <a:cubicBezTo>
                    <a:pt x="101" y="2949"/>
                    <a:pt x="101" y="2949"/>
                    <a:pt x="101" y="2949"/>
                  </a:cubicBezTo>
                  <a:cubicBezTo>
                    <a:pt x="105" y="2961"/>
                    <a:pt x="105" y="2961"/>
                    <a:pt x="105" y="2961"/>
                  </a:cubicBezTo>
                  <a:cubicBezTo>
                    <a:pt x="100" y="2969"/>
                    <a:pt x="100" y="2969"/>
                    <a:pt x="100" y="2969"/>
                  </a:cubicBezTo>
                  <a:cubicBezTo>
                    <a:pt x="92" y="2992"/>
                    <a:pt x="92" y="2992"/>
                    <a:pt x="92" y="2992"/>
                  </a:cubicBezTo>
                  <a:cubicBezTo>
                    <a:pt x="92" y="3012"/>
                    <a:pt x="92" y="3012"/>
                    <a:pt x="92" y="3012"/>
                  </a:cubicBezTo>
                  <a:cubicBezTo>
                    <a:pt x="102" y="3026"/>
                    <a:pt x="102" y="3026"/>
                    <a:pt x="102" y="3026"/>
                  </a:cubicBezTo>
                  <a:cubicBezTo>
                    <a:pt x="100" y="3044"/>
                    <a:pt x="100" y="3044"/>
                    <a:pt x="100" y="3044"/>
                  </a:cubicBezTo>
                  <a:cubicBezTo>
                    <a:pt x="114" y="3056"/>
                    <a:pt x="114" y="3056"/>
                    <a:pt x="114" y="3056"/>
                  </a:cubicBezTo>
                  <a:cubicBezTo>
                    <a:pt x="115" y="3069"/>
                    <a:pt x="115" y="3069"/>
                    <a:pt x="115" y="3069"/>
                  </a:cubicBezTo>
                  <a:cubicBezTo>
                    <a:pt x="131" y="3070"/>
                    <a:pt x="131" y="3070"/>
                    <a:pt x="131" y="3070"/>
                  </a:cubicBezTo>
                  <a:cubicBezTo>
                    <a:pt x="130" y="3096"/>
                    <a:pt x="130" y="3096"/>
                    <a:pt x="130" y="3096"/>
                  </a:cubicBezTo>
                  <a:cubicBezTo>
                    <a:pt x="165" y="3119"/>
                    <a:pt x="165" y="3119"/>
                    <a:pt x="165" y="3119"/>
                  </a:cubicBezTo>
                  <a:cubicBezTo>
                    <a:pt x="169" y="3132"/>
                    <a:pt x="169" y="3132"/>
                    <a:pt x="169" y="3132"/>
                  </a:cubicBezTo>
                  <a:cubicBezTo>
                    <a:pt x="174" y="3126"/>
                    <a:pt x="174" y="3126"/>
                    <a:pt x="174" y="3126"/>
                  </a:cubicBezTo>
                  <a:cubicBezTo>
                    <a:pt x="186" y="3127"/>
                    <a:pt x="186" y="3127"/>
                    <a:pt x="186" y="3127"/>
                  </a:cubicBezTo>
                  <a:cubicBezTo>
                    <a:pt x="207" y="3149"/>
                    <a:pt x="207" y="3149"/>
                    <a:pt x="207" y="3149"/>
                  </a:cubicBezTo>
                  <a:cubicBezTo>
                    <a:pt x="222" y="3139"/>
                    <a:pt x="222" y="3139"/>
                    <a:pt x="222" y="3139"/>
                  </a:cubicBezTo>
                  <a:cubicBezTo>
                    <a:pt x="233" y="3149"/>
                    <a:pt x="233" y="3149"/>
                    <a:pt x="233" y="3149"/>
                  </a:cubicBezTo>
                  <a:cubicBezTo>
                    <a:pt x="243" y="3150"/>
                    <a:pt x="243" y="3150"/>
                    <a:pt x="243" y="3150"/>
                  </a:cubicBezTo>
                  <a:cubicBezTo>
                    <a:pt x="236" y="3162"/>
                    <a:pt x="236" y="3162"/>
                    <a:pt x="236" y="3162"/>
                  </a:cubicBezTo>
                  <a:cubicBezTo>
                    <a:pt x="238" y="3182"/>
                    <a:pt x="238" y="3182"/>
                    <a:pt x="238" y="3182"/>
                  </a:cubicBezTo>
                  <a:cubicBezTo>
                    <a:pt x="233" y="3191"/>
                    <a:pt x="233" y="3191"/>
                    <a:pt x="233" y="3191"/>
                  </a:cubicBezTo>
                  <a:cubicBezTo>
                    <a:pt x="238" y="3198"/>
                    <a:pt x="238" y="3198"/>
                    <a:pt x="238" y="3198"/>
                  </a:cubicBezTo>
                  <a:cubicBezTo>
                    <a:pt x="212" y="3225"/>
                    <a:pt x="212" y="3225"/>
                    <a:pt x="212" y="3225"/>
                  </a:cubicBezTo>
                  <a:cubicBezTo>
                    <a:pt x="210" y="3242"/>
                    <a:pt x="210" y="3242"/>
                    <a:pt x="210" y="3242"/>
                  </a:cubicBezTo>
                  <a:cubicBezTo>
                    <a:pt x="202" y="3257"/>
                    <a:pt x="202" y="3257"/>
                    <a:pt x="202" y="3257"/>
                  </a:cubicBezTo>
                  <a:cubicBezTo>
                    <a:pt x="188" y="3268"/>
                    <a:pt x="188" y="3268"/>
                    <a:pt x="188" y="3268"/>
                  </a:cubicBezTo>
                  <a:cubicBezTo>
                    <a:pt x="189" y="3278"/>
                    <a:pt x="189" y="3278"/>
                    <a:pt x="189" y="3278"/>
                  </a:cubicBezTo>
                  <a:cubicBezTo>
                    <a:pt x="182" y="3282"/>
                    <a:pt x="182" y="3282"/>
                    <a:pt x="182" y="3282"/>
                  </a:cubicBezTo>
                  <a:cubicBezTo>
                    <a:pt x="191" y="3293"/>
                    <a:pt x="191" y="3293"/>
                    <a:pt x="191" y="3293"/>
                  </a:cubicBezTo>
                  <a:cubicBezTo>
                    <a:pt x="179" y="3304"/>
                    <a:pt x="179" y="3304"/>
                    <a:pt x="179" y="3304"/>
                  </a:cubicBezTo>
                  <a:cubicBezTo>
                    <a:pt x="179" y="3324"/>
                    <a:pt x="179" y="3324"/>
                    <a:pt x="179" y="3324"/>
                  </a:cubicBezTo>
                  <a:cubicBezTo>
                    <a:pt x="184" y="3327"/>
                    <a:pt x="184" y="3327"/>
                    <a:pt x="184" y="3327"/>
                  </a:cubicBezTo>
                  <a:cubicBezTo>
                    <a:pt x="190" y="3340"/>
                    <a:pt x="190" y="3340"/>
                    <a:pt x="190" y="3340"/>
                  </a:cubicBezTo>
                  <a:cubicBezTo>
                    <a:pt x="205" y="3333"/>
                    <a:pt x="205" y="3333"/>
                    <a:pt x="205" y="3333"/>
                  </a:cubicBezTo>
                  <a:cubicBezTo>
                    <a:pt x="230" y="3350"/>
                    <a:pt x="230" y="3350"/>
                    <a:pt x="230" y="3350"/>
                  </a:cubicBezTo>
                  <a:cubicBezTo>
                    <a:pt x="250" y="3366"/>
                    <a:pt x="250" y="3366"/>
                    <a:pt x="250" y="3366"/>
                  </a:cubicBezTo>
                  <a:cubicBezTo>
                    <a:pt x="248" y="3376"/>
                    <a:pt x="248" y="3376"/>
                    <a:pt x="248" y="3376"/>
                  </a:cubicBezTo>
                  <a:cubicBezTo>
                    <a:pt x="254" y="3382"/>
                    <a:pt x="254" y="3382"/>
                    <a:pt x="254" y="3382"/>
                  </a:cubicBezTo>
                  <a:cubicBezTo>
                    <a:pt x="264" y="3383"/>
                    <a:pt x="264" y="3383"/>
                    <a:pt x="264" y="3383"/>
                  </a:cubicBezTo>
                  <a:cubicBezTo>
                    <a:pt x="268" y="3396"/>
                    <a:pt x="268" y="3396"/>
                    <a:pt x="268" y="3396"/>
                  </a:cubicBezTo>
                  <a:cubicBezTo>
                    <a:pt x="269" y="3425"/>
                    <a:pt x="269" y="3425"/>
                    <a:pt x="269" y="3425"/>
                  </a:cubicBezTo>
                  <a:cubicBezTo>
                    <a:pt x="292" y="3443"/>
                    <a:pt x="292" y="3443"/>
                    <a:pt x="292" y="3443"/>
                  </a:cubicBezTo>
                  <a:cubicBezTo>
                    <a:pt x="298" y="3450"/>
                    <a:pt x="298" y="3450"/>
                    <a:pt x="298" y="3450"/>
                  </a:cubicBezTo>
                  <a:cubicBezTo>
                    <a:pt x="291" y="3456"/>
                    <a:pt x="291" y="3456"/>
                    <a:pt x="291" y="3456"/>
                  </a:cubicBezTo>
                  <a:cubicBezTo>
                    <a:pt x="304" y="3461"/>
                    <a:pt x="304" y="3461"/>
                    <a:pt x="304" y="3461"/>
                  </a:cubicBezTo>
                  <a:cubicBezTo>
                    <a:pt x="304" y="3479"/>
                    <a:pt x="304" y="3479"/>
                    <a:pt x="304" y="3479"/>
                  </a:cubicBezTo>
                  <a:cubicBezTo>
                    <a:pt x="319" y="3479"/>
                    <a:pt x="319" y="3479"/>
                    <a:pt x="319" y="3479"/>
                  </a:cubicBezTo>
                  <a:cubicBezTo>
                    <a:pt x="320" y="3488"/>
                    <a:pt x="320" y="3488"/>
                    <a:pt x="320" y="3488"/>
                  </a:cubicBezTo>
                  <a:cubicBezTo>
                    <a:pt x="312" y="3496"/>
                    <a:pt x="312" y="3496"/>
                    <a:pt x="312" y="3496"/>
                  </a:cubicBezTo>
                  <a:cubicBezTo>
                    <a:pt x="321" y="3508"/>
                    <a:pt x="321" y="3508"/>
                    <a:pt x="321" y="3508"/>
                  </a:cubicBezTo>
                  <a:cubicBezTo>
                    <a:pt x="339" y="3506"/>
                    <a:pt x="339" y="3506"/>
                    <a:pt x="339" y="3506"/>
                  </a:cubicBezTo>
                  <a:cubicBezTo>
                    <a:pt x="355" y="3515"/>
                    <a:pt x="355" y="3515"/>
                    <a:pt x="355" y="3515"/>
                  </a:cubicBezTo>
                  <a:cubicBezTo>
                    <a:pt x="364" y="3506"/>
                    <a:pt x="364" y="3506"/>
                    <a:pt x="364" y="3506"/>
                  </a:cubicBezTo>
                  <a:cubicBezTo>
                    <a:pt x="363" y="3493"/>
                    <a:pt x="363" y="3493"/>
                    <a:pt x="363" y="3493"/>
                  </a:cubicBezTo>
                  <a:cubicBezTo>
                    <a:pt x="357" y="3484"/>
                    <a:pt x="357" y="3484"/>
                    <a:pt x="357" y="3484"/>
                  </a:cubicBezTo>
                  <a:cubicBezTo>
                    <a:pt x="366" y="3476"/>
                    <a:pt x="366" y="3476"/>
                    <a:pt x="366" y="3476"/>
                  </a:cubicBezTo>
                  <a:cubicBezTo>
                    <a:pt x="375" y="3483"/>
                    <a:pt x="375" y="3483"/>
                    <a:pt x="375" y="3483"/>
                  </a:cubicBezTo>
                  <a:cubicBezTo>
                    <a:pt x="381" y="3486"/>
                    <a:pt x="381" y="3486"/>
                    <a:pt x="381" y="3486"/>
                  </a:cubicBezTo>
                  <a:cubicBezTo>
                    <a:pt x="392" y="3477"/>
                    <a:pt x="392" y="3477"/>
                    <a:pt x="392" y="3477"/>
                  </a:cubicBezTo>
                  <a:cubicBezTo>
                    <a:pt x="398" y="3479"/>
                    <a:pt x="398" y="3479"/>
                    <a:pt x="398" y="3479"/>
                  </a:cubicBezTo>
                  <a:cubicBezTo>
                    <a:pt x="402" y="3488"/>
                    <a:pt x="402" y="3488"/>
                    <a:pt x="402" y="3488"/>
                  </a:cubicBezTo>
                  <a:cubicBezTo>
                    <a:pt x="412" y="3486"/>
                    <a:pt x="412" y="3486"/>
                    <a:pt x="412" y="3486"/>
                  </a:cubicBezTo>
                  <a:cubicBezTo>
                    <a:pt x="421" y="3495"/>
                    <a:pt x="421" y="3495"/>
                    <a:pt x="421" y="3495"/>
                  </a:cubicBezTo>
                  <a:cubicBezTo>
                    <a:pt x="431" y="3496"/>
                    <a:pt x="431" y="3496"/>
                    <a:pt x="431" y="3496"/>
                  </a:cubicBezTo>
                  <a:cubicBezTo>
                    <a:pt x="431" y="3520"/>
                    <a:pt x="431" y="3520"/>
                    <a:pt x="431" y="3520"/>
                  </a:cubicBezTo>
                  <a:cubicBezTo>
                    <a:pt x="438" y="3537"/>
                    <a:pt x="438" y="3537"/>
                    <a:pt x="438" y="3537"/>
                  </a:cubicBezTo>
                  <a:cubicBezTo>
                    <a:pt x="449" y="3530"/>
                    <a:pt x="449" y="3530"/>
                    <a:pt x="449" y="3530"/>
                  </a:cubicBezTo>
                  <a:cubicBezTo>
                    <a:pt x="451" y="3516"/>
                    <a:pt x="451" y="3516"/>
                    <a:pt x="451" y="3516"/>
                  </a:cubicBezTo>
                  <a:cubicBezTo>
                    <a:pt x="458" y="3515"/>
                    <a:pt x="458" y="3515"/>
                    <a:pt x="458" y="3515"/>
                  </a:cubicBezTo>
                  <a:cubicBezTo>
                    <a:pt x="469" y="3530"/>
                    <a:pt x="469" y="3530"/>
                    <a:pt x="469" y="3530"/>
                  </a:cubicBezTo>
                  <a:cubicBezTo>
                    <a:pt x="478" y="3533"/>
                    <a:pt x="478" y="3533"/>
                    <a:pt x="478" y="3533"/>
                  </a:cubicBezTo>
                  <a:cubicBezTo>
                    <a:pt x="485" y="3526"/>
                    <a:pt x="485" y="3526"/>
                    <a:pt x="485" y="3526"/>
                  </a:cubicBezTo>
                  <a:cubicBezTo>
                    <a:pt x="490" y="3537"/>
                    <a:pt x="490" y="3537"/>
                    <a:pt x="490" y="3537"/>
                  </a:cubicBezTo>
                  <a:cubicBezTo>
                    <a:pt x="499" y="3532"/>
                    <a:pt x="499" y="3532"/>
                    <a:pt x="499" y="3532"/>
                  </a:cubicBezTo>
                  <a:cubicBezTo>
                    <a:pt x="508" y="3526"/>
                    <a:pt x="508" y="3526"/>
                    <a:pt x="508" y="3526"/>
                  </a:cubicBezTo>
                  <a:cubicBezTo>
                    <a:pt x="522" y="3537"/>
                    <a:pt x="522" y="3537"/>
                    <a:pt x="522" y="3537"/>
                  </a:cubicBezTo>
                  <a:cubicBezTo>
                    <a:pt x="534" y="3524"/>
                    <a:pt x="534" y="3524"/>
                    <a:pt x="534" y="3524"/>
                  </a:cubicBezTo>
                  <a:cubicBezTo>
                    <a:pt x="550" y="3521"/>
                    <a:pt x="550" y="3521"/>
                    <a:pt x="550" y="3521"/>
                  </a:cubicBezTo>
                  <a:cubicBezTo>
                    <a:pt x="552" y="3505"/>
                    <a:pt x="552" y="3505"/>
                    <a:pt x="552" y="3505"/>
                  </a:cubicBezTo>
                  <a:cubicBezTo>
                    <a:pt x="567" y="3502"/>
                    <a:pt x="567" y="3502"/>
                    <a:pt x="567" y="3502"/>
                  </a:cubicBezTo>
                  <a:cubicBezTo>
                    <a:pt x="581" y="3498"/>
                    <a:pt x="581" y="3498"/>
                    <a:pt x="581" y="3498"/>
                  </a:cubicBezTo>
                  <a:cubicBezTo>
                    <a:pt x="582" y="3510"/>
                    <a:pt x="582" y="3510"/>
                    <a:pt x="582" y="3510"/>
                  </a:cubicBezTo>
                  <a:cubicBezTo>
                    <a:pt x="598" y="3506"/>
                    <a:pt x="598" y="3506"/>
                    <a:pt x="598" y="3506"/>
                  </a:cubicBezTo>
                  <a:cubicBezTo>
                    <a:pt x="604" y="3520"/>
                    <a:pt x="604" y="3520"/>
                    <a:pt x="604" y="3520"/>
                  </a:cubicBezTo>
                  <a:cubicBezTo>
                    <a:pt x="598" y="3526"/>
                    <a:pt x="598" y="3526"/>
                    <a:pt x="598" y="3526"/>
                  </a:cubicBezTo>
                  <a:cubicBezTo>
                    <a:pt x="613" y="3548"/>
                    <a:pt x="613" y="3548"/>
                    <a:pt x="613" y="3548"/>
                  </a:cubicBezTo>
                  <a:cubicBezTo>
                    <a:pt x="627" y="3558"/>
                    <a:pt x="627" y="3558"/>
                    <a:pt x="627" y="3558"/>
                  </a:cubicBezTo>
                  <a:cubicBezTo>
                    <a:pt x="649" y="3557"/>
                    <a:pt x="649" y="3557"/>
                    <a:pt x="649" y="3557"/>
                  </a:cubicBezTo>
                  <a:cubicBezTo>
                    <a:pt x="651" y="3570"/>
                    <a:pt x="651" y="3570"/>
                    <a:pt x="651" y="3570"/>
                  </a:cubicBezTo>
                  <a:cubicBezTo>
                    <a:pt x="664" y="3576"/>
                    <a:pt x="664" y="3576"/>
                    <a:pt x="664" y="3576"/>
                  </a:cubicBezTo>
                  <a:cubicBezTo>
                    <a:pt x="676" y="3568"/>
                    <a:pt x="676" y="3568"/>
                    <a:pt x="676" y="3568"/>
                  </a:cubicBezTo>
                  <a:cubicBezTo>
                    <a:pt x="687" y="3569"/>
                    <a:pt x="687" y="3569"/>
                    <a:pt x="687" y="3569"/>
                  </a:cubicBezTo>
                  <a:cubicBezTo>
                    <a:pt x="690" y="3577"/>
                    <a:pt x="690" y="3577"/>
                    <a:pt x="690" y="3577"/>
                  </a:cubicBezTo>
                  <a:cubicBezTo>
                    <a:pt x="700" y="3576"/>
                    <a:pt x="700" y="3576"/>
                    <a:pt x="700" y="3576"/>
                  </a:cubicBezTo>
                  <a:cubicBezTo>
                    <a:pt x="711" y="3565"/>
                    <a:pt x="711" y="3565"/>
                    <a:pt x="711" y="3565"/>
                  </a:cubicBezTo>
                  <a:cubicBezTo>
                    <a:pt x="736" y="3582"/>
                    <a:pt x="736" y="3582"/>
                    <a:pt x="736" y="3582"/>
                  </a:cubicBezTo>
                  <a:cubicBezTo>
                    <a:pt x="746" y="3574"/>
                    <a:pt x="746" y="3574"/>
                    <a:pt x="746" y="3574"/>
                  </a:cubicBezTo>
                  <a:cubicBezTo>
                    <a:pt x="754" y="3579"/>
                    <a:pt x="754" y="3579"/>
                    <a:pt x="754" y="3579"/>
                  </a:cubicBezTo>
                  <a:cubicBezTo>
                    <a:pt x="766" y="3569"/>
                    <a:pt x="766" y="3569"/>
                    <a:pt x="766" y="3569"/>
                  </a:cubicBezTo>
                  <a:cubicBezTo>
                    <a:pt x="777" y="3586"/>
                    <a:pt x="777" y="3586"/>
                    <a:pt x="777" y="3586"/>
                  </a:cubicBezTo>
                  <a:cubicBezTo>
                    <a:pt x="791" y="3589"/>
                    <a:pt x="791" y="3589"/>
                    <a:pt x="791" y="3589"/>
                  </a:cubicBezTo>
                  <a:cubicBezTo>
                    <a:pt x="804" y="3591"/>
                    <a:pt x="804" y="3591"/>
                    <a:pt x="804" y="3591"/>
                  </a:cubicBezTo>
                  <a:cubicBezTo>
                    <a:pt x="820" y="3608"/>
                    <a:pt x="820" y="3608"/>
                    <a:pt x="820" y="3608"/>
                  </a:cubicBezTo>
                  <a:cubicBezTo>
                    <a:pt x="840" y="3609"/>
                    <a:pt x="840" y="3609"/>
                    <a:pt x="840" y="3609"/>
                  </a:cubicBezTo>
                  <a:cubicBezTo>
                    <a:pt x="857" y="3612"/>
                    <a:pt x="857" y="3612"/>
                    <a:pt x="857" y="3612"/>
                  </a:cubicBezTo>
                  <a:cubicBezTo>
                    <a:pt x="863" y="3617"/>
                    <a:pt x="863" y="3617"/>
                    <a:pt x="863" y="3617"/>
                  </a:cubicBezTo>
                  <a:cubicBezTo>
                    <a:pt x="874" y="3618"/>
                    <a:pt x="874" y="3618"/>
                    <a:pt x="874" y="3618"/>
                  </a:cubicBezTo>
                  <a:cubicBezTo>
                    <a:pt x="860" y="3625"/>
                    <a:pt x="860" y="3625"/>
                    <a:pt x="860" y="3625"/>
                  </a:cubicBezTo>
                  <a:cubicBezTo>
                    <a:pt x="852" y="3637"/>
                    <a:pt x="852" y="3637"/>
                    <a:pt x="852" y="3637"/>
                  </a:cubicBezTo>
                  <a:cubicBezTo>
                    <a:pt x="842" y="3653"/>
                    <a:pt x="842" y="3653"/>
                    <a:pt x="842" y="3653"/>
                  </a:cubicBezTo>
                  <a:cubicBezTo>
                    <a:pt x="834" y="3668"/>
                    <a:pt x="834" y="3668"/>
                    <a:pt x="834" y="3668"/>
                  </a:cubicBezTo>
                  <a:cubicBezTo>
                    <a:pt x="831" y="3678"/>
                    <a:pt x="831" y="3678"/>
                    <a:pt x="831" y="3678"/>
                  </a:cubicBezTo>
                  <a:cubicBezTo>
                    <a:pt x="829" y="3692"/>
                    <a:pt x="829" y="3692"/>
                    <a:pt x="829" y="3692"/>
                  </a:cubicBezTo>
                  <a:cubicBezTo>
                    <a:pt x="823" y="3702"/>
                    <a:pt x="823" y="3702"/>
                    <a:pt x="823" y="3702"/>
                  </a:cubicBezTo>
                  <a:cubicBezTo>
                    <a:pt x="816" y="3711"/>
                    <a:pt x="816" y="3711"/>
                    <a:pt x="816" y="3711"/>
                  </a:cubicBezTo>
                  <a:cubicBezTo>
                    <a:pt x="811" y="3717"/>
                    <a:pt x="811" y="3717"/>
                    <a:pt x="811" y="3717"/>
                  </a:cubicBezTo>
                  <a:cubicBezTo>
                    <a:pt x="795" y="3718"/>
                    <a:pt x="795" y="3718"/>
                    <a:pt x="795" y="3718"/>
                  </a:cubicBezTo>
                  <a:cubicBezTo>
                    <a:pt x="793" y="3733"/>
                    <a:pt x="793" y="3733"/>
                    <a:pt x="793" y="3733"/>
                  </a:cubicBezTo>
                  <a:cubicBezTo>
                    <a:pt x="776" y="3735"/>
                    <a:pt x="776" y="3735"/>
                    <a:pt x="776" y="3735"/>
                  </a:cubicBezTo>
                  <a:cubicBezTo>
                    <a:pt x="770" y="3748"/>
                    <a:pt x="770" y="3748"/>
                    <a:pt x="770" y="3748"/>
                  </a:cubicBezTo>
                  <a:cubicBezTo>
                    <a:pt x="765" y="3765"/>
                    <a:pt x="765" y="3765"/>
                    <a:pt x="765" y="3765"/>
                  </a:cubicBezTo>
                  <a:cubicBezTo>
                    <a:pt x="745" y="3782"/>
                    <a:pt x="745" y="3782"/>
                    <a:pt x="745" y="3782"/>
                  </a:cubicBezTo>
                  <a:cubicBezTo>
                    <a:pt x="728" y="3798"/>
                    <a:pt x="728" y="3798"/>
                    <a:pt x="728" y="3798"/>
                  </a:cubicBezTo>
                  <a:cubicBezTo>
                    <a:pt x="717" y="3822"/>
                    <a:pt x="717" y="3822"/>
                    <a:pt x="717" y="3822"/>
                  </a:cubicBezTo>
                  <a:cubicBezTo>
                    <a:pt x="711" y="3832"/>
                    <a:pt x="711" y="3832"/>
                    <a:pt x="711" y="3832"/>
                  </a:cubicBezTo>
                  <a:cubicBezTo>
                    <a:pt x="713" y="3873"/>
                    <a:pt x="713" y="3873"/>
                    <a:pt x="713" y="3873"/>
                  </a:cubicBezTo>
                  <a:cubicBezTo>
                    <a:pt x="703" y="3881"/>
                    <a:pt x="703" y="3881"/>
                    <a:pt x="703" y="3881"/>
                  </a:cubicBezTo>
                  <a:cubicBezTo>
                    <a:pt x="698" y="3888"/>
                    <a:pt x="698" y="3888"/>
                    <a:pt x="698" y="3888"/>
                  </a:cubicBezTo>
                  <a:cubicBezTo>
                    <a:pt x="697" y="3901"/>
                    <a:pt x="697" y="3901"/>
                    <a:pt x="697" y="3901"/>
                  </a:cubicBezTo>
                  <a:cubicBezTo>
                    <a:pt x="695" y="3906"/>
                    <a:pt x="695" y="3906"/>
                    <a:pt x="695" y="3906"/>
                  </a:cubicBezTo>
                  <a:cubicBezTo>
                    <a:pt x="694" y="3917"/>
                    <a:pt x="694" y="3917"/>
                    <a:pt x="694" y="3917"/>
                  </a:cubicBezTo>
                  <a:cubicBezTo>
                    <a:pt x="690" y="3922"/>
                    <a:pt x="690" y="3922"/>
                    <a:pt x="690" y="3922"/>
                  </a:cubicBezTo>
                  <a:cubicBezTo>
                    <a:pt x="686" y="3938"/>
                    <a:pt x="686" y="3938"/>
                    <a:pt x="686" y="3938"/>
                  </a:cubicBezTo>
                  <a:cubicBezTo>
                    <a:pt x="688" y="3955"/>
                    <a:pt x="688" y="3955"/>
                    <a:pt x="688" y="3955"/>
                  </a:cubicBezTo>
                  <a:cubicBezTo>
                    <a:pt x="692" y="3965"/>
                    <a:pt x="692" y="3965"/>
                    <a:pt x="692" y="3965"/>
                  </a:cubicBezTo>
                  <a:cubicBezTo>
                    <a:pt x="690" y="3974"/>
                    <a:pt x="690" y="3974"/>
                    <a:pt x="690" y="3974"/>
                  </a:cubicBezTo>
                  <a:cubicBezTo>
                    <a:pt x="671" y="3988"/>
                    <a:pt x="671" y="3988"/>
                    <a:pt x="671" y="3988"/>
                  </a:cubicBezTo>
                  <a:cubicBezTo>
                    <a:pt x="671" y="4005"/>
                    <a:pt x="671" y="4005"/>
                    <a:pt x="671" y="4005"/>
                  </a:cubicBezTo>
                  <a:cubicBezTo>
                    <a:pt x="667" y="4010"/>
                    <a:pt x="667" y="4010"/>
                    <a:pt x="667" y="4010"/>
                  </a:cubicBezTo>
                  <a:cubicBezTo>
                    <a:pt x="665" y="4029"/>
                    <a:pt x="665" y="4029"/>
                    <a:pt x="665" y="4029"/>
                  </a:cubicBezTo>
                  <a:cubicBezTo>
                    <a:pt x="631" y="4085"/>
                    <a:pt x="631" y="4085"/>
                    <a:pt x="631" y="4085"/>
                  </a:cubicBezTo>
                  <a:cubicBezTo>
                    <a:pt x="628" y="4135"/>
                    <a:pt x="628" y="4135"/>
                    <a:pt x="628" y="4135"/>
                  </a:cubicBezTo>
                  <a:cubicBezTo>
                    <a:pt x="644" y="4158"/>
                    <a:pt x="644" y="4158"/>
                    <a:pt x="644" y="4158"/>
                  </a:cubicBezTo>
                  <a:cubicBezTo>
                    <a:pt x="647" y="4163"/>
                    <a:pt x="647" y="4163"/>
                    <a:pt x="647" y="4163"/>
                  </a:cubicBezTo>
                  <a:cubicBezTo>
                    <a:pt x="646" y="4172"/>
                    <a:pt x="646" y="4172"/>
                    <a:pt x="646" y="4172"/>
                  </a:cubicBezTo>
                  <a:cubicBezTo>
                    <a:pt x="635" y="4189"/>
                    <a:pt x="635" y="4189"/>
                    <a:pt x="635" y="4189"/>
                  </a:cubicBezTo>
                  <a:cubicBezTo>
                    <a:pt x="626" y="4210"/>
                    <a:pt x="626" y="4210"/>
                    <a:pt x="626" y="4210"/>
                  </a:cubicBezTo>
                  <a:cubicBezTo>
                    <a:pt x="621" y="4220"/>
                    <a:pt x="621" y="4220"/>
                    <a:pt x="621" y="4220"/>
                  </a:cubicBezTo>
                  <a:cubicBezTo>
                    <a:pt x="623" y="4236"/>
                    <a:pt x="623" y="4236"/>
                    <a:pt x="623" y="4236"/>
                  </a:cubicBezTo>
                  <a:cubicBezTo>
                    <a:pt x="623" y="4253"/>
                    <a:pt x="623" y="4253"/>
                    <a:pt x="623" y="4253"/>
                  </a:cubicBezTo>
                  <a:cubicBezTo>
                    <a:pt x="610" y="4276"/>
                    <a:pt x="610" y="4276"/>
                    <a:pt x="610" y="4276"/>
                  </a:cubicBezTo>
                  <a:cubicBezTo>
                    <a:pt x="618" y="4293"/>
                    <a:pt x="618" y="4293"/>
                    <a:pt x="618" y="4293"/>
                  </a:cubicBezTo>
                  <a:cubicBezTo>
                    <a:pt x="617" y="4303"/>
                    <a:pt x="617" y="4303"/>
                    <a:pt x="617" y="4303"/>
                  </a:cubicBezTo>
                  <a:cubicBezTo>
                    <a:pt x="606" y="4317"/>
                    <a:pt x="606" y="4317"/>
                    <a:pt x="606" y="4317"/>
                  </a:cubicBezTo>
                  <a:cubicBezTo>
                    <a:pt x="604" y="4326"/>
                    <a:pt x="604" y="4326"/>
                    <a:pt x="604" y="4326"/>
                  </a:cubicBezTo>
                  <a:cubicBezTo>
                    <a:pt x="626" y="4354"/>
                    <a:pt x="626" y="4354"/>
                    <a:pt x="626" y="4354"/>
                  </a:cubicBezTo>
                  <a:cubicBezTo>
                    <a:pt x="632" y="4365"/>
                    <a:pt x="632" y="4365"/>
                    <a:pt x="632" y="4365"/>
                  </a:cubicBezTo>
                  <a:cubicBezTo>
                    <a:pt x="634" y="4381"/>
                    <a:pt x="634" y="4381"/>
                    <a:pt x="634" y="4381"/>
                  </a:cubicBezTo>
                  <a:cubicBezTo>
                    <a:pt x="644" y="4380"/>
                    <a:pt x="644" y="4380"/>
                    <a:pt x="644" y="4380"/>
                  </a:cubicBezTo>
                  <a:lnTo>
                    <a:pt x="656" y="4370"/>
                  </a:lnTo>
                  <a:close/>
                  <a:moveTo>
                    <a:pt x="2389" y="4217"/>
                  </a:moveTo>
                  <a:cubicBezTo>
                    <a:pt x="2389" y="4217"/>
                    <a:pt x="2393" y="4219"/>
                    <a:pt x="2395" y="4220"/>
                  </a:cubicBezTo>
                  <a:cubicBezTo>
                    <a:pt x="2397" y="4222"/>
                    <a:pt x="2403" y="4220"/>
                    <a:pt x="2403" y="4220"/>
                  </a:cubicBezTo>
                  <a:cubicBezTo>
                    <a:pt x="2407" y="4211"/>
                    <a:pt x="2407" y="4211"/>
                    <a:pt x="2407" y="4211"/>
                  </a:cubicBezTo>
                  <a:cubicBezTo>
                    <a:pt x="2414" y="4192"/>
                    <a:pt x="2414" y="4192"/>
                    <a:pt x="2414" y="4192"/>
                  </a:cubicBezTo>
                  <a:cubicBezTo>
                    <a:pt x="2429" y="4192"/>
                    <a:pt x="2429" y="4192"/>
                    <a:pt x="2429" y="4192"/>
                  </a:cubicBezTo>
                  <a:cubicBezTo>
                    <a:pt x="2440" y="4203"/>
                    <a:pt x="2440" y="4203"/>
                    <a:pt x="2440" y="4203"/>
                  </a:cubicBezTo>
                  <a:cubicBezTo>
                    <a:pt x="2448" y="4215"/>
                    <a:pt x="2448" y="4215"/>
                    <a:pt x="2448" y="4215"/>
                  </a:cubicBezTo>
                  <a:cubicBezTo>
                    <a:pt x="2446" y="4222"/>
                    <a:pt x="2446" y="4222"/>
                    <a:pt x="2446" y="4222"/>
                  </a:cubicBezTo>
                  <a:cubicBezTo>
                    <a:pt x="2446" y="4222"/>
                    <a:pt x="2441" y="4230"/>
                    <a:pt x="2440" y="4230"/>
                  </a:cubicBezTo>
                  <a:cubicBezTo>
                    <a:pt x="2438" y="4230"/>
                    <a:pt x="2430" y="4230"/>
                    <a:pt x="2430" y="4230"/>
                  </a:cubicBezTo>
                  <a:cubicBezTo>
                    <a:pt x="2425" y="4237"/>
                    <a:pt x="2425" y="4237"/>
                    <a:pt x="2425" y="4237"/>
                  </a:cubicBezTo>
                  <a:cubicBezTo>
                    <a:pt x="2412" y="4241"/>
                    <a:pt x="2412" y="4241"/>
                    <a:pt x="2412" y="4241"/>
                  </a:cubicBezTo>
                  <a:cubicBezTo>
                    <a:pt x="2402" y="4241"/>
                    <a:pt x="2402" y="4241"/>
                    <a:pt x="2402" y="4241"/>
                  </a:cubicBezTo>
                  <a:cubicBezTo>
                    <a:pt x="2388" y="4245"/>
                    <a:pt x="2388" y="4245"/>
                    <a:pt x="2388" y="4245"/>
                  </a:cubicBezTo>
                  <a:cubicBezTo>
                    <a:pt x="2388" y="4245"/>
                    <a:pt x="2391" y="4233"/>
                    <a:pt x="2391" y="4231"/>
                  </a:cubicBezTo>
                  <a:cubicBezTo>
                    <a:pt x="2391" y="4230"/>
                    <a:pt x="2382" y="4223"/>
                    <a:pt x="2382" y="4223"/>
                  </a:cubicBezTo>
                  <a:lnTo>
                    <a:pt x="2389" y="4217"/>
                  </a:lnTo>
                  <a:close/>
                  <a:moveTo>
                    <a:pt x="2538" y="792"/>
                  </a:moveTo>
                  <a:cubicBezTo>
                    <a:pt x="2540" y="781"/>
                    <a:pt x="2540" y="781"/>
                    <a:pt x="2540" y="781"/>
                  </a:cubicBezTo>
                  <a:cubicBezTo>
                    <a:pt x="2566" y="757"/>
                    <a:pt x="2566" y="757"/>
                    <a:pt x="2566" y="757"/>
                  </a:cubicBezTo>
                  <a:cubicBezTo>
                    <a:pt x="2575" y="764"/>
                    <a:pt x="2575" y="764"/>
                    <a:pt x="2575" y="764"/>
                  </a:cubicBezTo>
                  <a:cubicBezTo>
                    <a:pt x="2566" y="780"/>
                    <a:pt x="2566" y="780"/>
                    <a:pt x="2566" y="780"/>
                  </a:cubicBezTo>
                  <a:cubicBezTo>
                    <a:pt x="2556" y="798"/>
                    <a:pt x="2556" y="798"/>
                    <a:pt x="2556" y="798"/>
                  </a:cubicBezTo>
                  <a:cubicBezTo>
                    <a:pt x="2546" y="804"/>
                    <a:pt x="2546" y="804"/>
                    <a:pt x="2546" y="804"/>
                  </a:cubicBezTo>
                  <a:cubicBezTo>
                    <a:pt x="2533" y="800"/>
                    <a:pt x="2533" y="800"/>
                    <a:pt x="2533" y="800"/>
                  </a:cubicBezTo>
                  <a:lnTo>
                    <a:pt x="2538" y="792"/>
                  </a:lnTo>
                  <a:close/>
                  <a:moveTo>
                    <a:pt x="2490" y="958"/>
                  </a:moveTo>
                  <a:cubicBezTo>
                    <a:pt x="2497" y="964"/>
                    <a:pt x="2497" y="964"/>
                    <a:pt x="2497" y="964"/>
                  </a:cubicBezTo>
                  <a:cubicBezTo>
                    <a:pt x="2489" y="970"/>
                    <a:pt x="2489" y="970"/>
                    <a:pt x="2489" y="970"/>
                  </a:cubicBezTo>
                  <a:cubicBezTo>
                    <a:pt x="2482" y="980"/>
                    <a:pt x="2482" y="980"/>
                    <a:pt x="2482" y="980"/>
                  </a:cubicBezTo>
                  <a:cubicBezTo>
                    <a:pt x="2506" y="1004"/>
                    <a:pt x="2506" y="1004"/>
                    <a:pt x="2506" y="1004"/>
                  </a:cubicBezTo>
                  <a:cubicBezTo>
                    <a:pt x="2522" y="1015"/>
                    <a:pt x="2522" y="1015"/>
                    <a:pt x="2522" y="1015"/>
                  </a:cubicBezTo>
                  <a:cubicBezTo>
                    <a:pt x="2527" y="1036"/>
                    <a:pt x="2527" y="1036"/>
                    <a:pt x="2527" y="1036"/>
                  </a:cubicBezTo>
                  <a:cubicBezTo>
                    <a:pt x="2516" y="1050"/>
                    <a:pt x="2516" y="1050"/>
                    <a:pt x="2516" y="1050"/>
                  </a:cubicBezTo>
                  <a:cubicBezTo>
                    <a:pt x="2500" y="1062"/>
                    <a:pt x="2500" y="1062"/>
                    <a:pt x="2500" y="1062"/>
                  </a:cubicBezTo>
                  <a:cubicBezTo>
                    <a:pt x="2500" y="1072"/>
                    <a:pt x="2500" y="1072"/>
                    <a:pt x="2500" y="1072"/>
                  </a:cubicBezTo>
                  <a:cubicBezTo>
                    <a:pt x="2493" y="1072"/>
                    <a:pt x="2493" y="1072"/>
                    <a:pt x="2493" y="1072"/>
                  </a:cubicBezTo>
                  <a:cubicBezTo>
                    <a:pt x="2490" y="1054"/>
                    <a:pt x="2490" y="1054"/>
                    <a:pt x="2490" y="1054"/>
                  </a:cubicBezTo>
                  <a:cubicBezTo>
                    <a:pt x="2490" y="1054"/>
                    <a:pt x="2490" y="1037"/>
                    <a:pt x="2490" y="1035"/>
                  </a:cubicBezTo>
                  <a:cubicBezTo>
                    <a:pt x="2490" y="1033"/>
                    <a:pt x="2480" y="1034"/>
                    <a:pt x="2480" y="1034"/>
                  </a:cubicBezTo>
                  <a:cubicBezTo>
                    <a:pt x="2468" y="1042"/>
                    <a:pt x="2468" y="1042"/>
                    <a:pt x="2468" y="1042"/>
                  </a:cubicBezTo>
                  <a:cubicBezTo>
                    <a:pt x="2466" y="1026"/>
                    <a:pt x="2466" y="1026"/>
                    <a:pt x="2466" y="1026"/>
                  </a:cubicBezTo>
                  <a:cubicBezTo>
                    <a:pt x="2463" y="1018"/>
                    <a:pt x="2463" y="1018"/>
                    <a:pt x="2463" y="1018"/>
                  </a:cubicBezTo>
                  <a:cubicBezTo>
                    <a:pt x="2450" y="1014"/>
                    <a:pt x="2450" y="1014"/>
                    <a:pt x="2450" y="1014"/>
                  </a:cubicBezTo>
                  <a:cubicBezTo>
                    <a:pt x="2460" y="998"/>
                    <a:pt x="2460" y="998"/>
                    <a:pt x="2460" y="998"/>
                  </a:cubicBezTo>
                  <a:cubicBezTo>
                    <a:pt x="2470" y="982"/>
                    <a:pt x="2470" y="982"/>
                    <a:pt x="2470" y="982"/>
                  </a:cubicBezTo>
                  <a:cubicBezTo>
                    <a:pt x="2478" y="963"/>
                    <a:pt x="2478" y="963"/>
                    <a:pt x="2478" y="963"/>
                  </a:cubicBezTo>
                  <a:lnTo>
                    <a:pt x="2490" y="958"/>
                  </a:lnTo>
                  <a:close/>
                  <a:moveTo>
                    <a:pt x="2458" y="856"/>
                  </a:moveTo>
                  <a:cubicBezTo>
                    <a:pt x="2478" y="838"/>
                    <a:pt x="2478" y="838"/>
                    <a:pt x="2478" y="838"/>
                  </a:cubicBezTo>
                  <a:cubicBezTo>
                    <a:pt x="2486" y="842"/>
                    <a:pt x="2486" y="842"/>
                    <a:pt x="2486" y="842"/>
                  </a:cubicBezTo>
                  <a:cubicBezTo>
                    <a:pt x="2468" y="859"/>
                    <a:pt x="2468" y="859"/>
                    <a:pt x="2468" y="859"/>
                  </a:cubicBezTo>
                  <a:cubicBezTo>
                    <a:pt x="2460" y="870"/>
                    <a:pt x="2460" y="870"/>
                    <a:pt x="2460" y="870"/>
                  </a:cubicBezTo>
                  <a:cubicBezTo>
                    <a:pt x="2448" y="864"/>
                    <a:pt x="2448" y="864"/>
                    <a:pt x="2448" y="864"/>
                  </a:cubicBezTo>
                  <a:lnTo>
                    <a:pt x="2458" y="856"/>
                  </a:lnTo>
                  <a:close/>
                  <a:moveTo>
                    <a:pt x="2398" y="967"/>
                  </a:moveTo>
                  <a:cubicBezTo>
                    <a:pt x="2410" y="958"/>
                    <a:pt x="2410" y="958"/>
                    <a:pt x="2410" y="958"/>
                  </a:cubicBezTo>
                  <a:cubicBezTo>
                    <a:pt x="2418" y="958"/>
                    <a:pt x="2418" y="958"/>
                    <a:pt x="2418" y="958"/>
                  </a:cubicBezTo>
                  <a:cubicBezTo>
                    <a:pt x="2423" y="961"/>
                    <a:pt x="2423" y="961"/>
                    <a:pt x="2423" y="961"/>
                  </a:cubicBezTo>
                  <a:cubicBezTo>
                    <a:pt x="2427" y="967"/>
                    <a:pt x="2427" y="967"/>
                    <a:pt x="2427" y="967"/>
                  </a:cubicBezTo>
                  <a:cubicBezTo>
                    <a:pt x="2441" y="962"/>
                    <a:pt x="2441" y="962"/>
                    <a:pt x="2441" y="962"/>
                  </a:cubicBezTo>
                  <a:cubicBezTo>
                    <a:pt x="2448" y="958"/>
                    <a:pt x="2448" y="958"/>
                    <a:pt x="2448" y="958"/>
                  </a:cubicBezTo>
                  <a:cubicBezTo>
                    <a:pt x="2461" y="958"/>
                    <a:pt x="2461" y="958"/>
                    <a:pt x="2461" y="958"/>
                  </a:cubicBezTo>
                  <a:cubicBezTo>
                    <a:pt x="2464" y="969"/>
                    <a:pt x="2464" y="969"/>
                    <a:pt x="2464" y="969"/>
                  </a:cubicBezTo>
                  <a:cubicBezTo>
                    <a:pt x="2461" y="979"/>
                    <a:pt x="2461" y="979"/>
                    <a:pt x="2461" y="979"/>
                  </a:cubicBezTo>
                  <a:cubicBezTo>
                    <a:pt x="2450" y="982"/>
                    <a:pt x="2450" y="982"/>
                    <a:pt x="2450" y="982"/>
                  </a:cubicBezTo>
                  <a:cubicBezTo>
                    <a:pt x="2438" y="975"/>
                    <a:pt x="2438" y="975"/>
                    <a:pt x="2438" y="975"/>
                  </a:cubicBezTo>
                  <a:cubicBezTo>
                    <a:pt x="2427" y="973"/>
                    <a:pt x="2427" y="973"/>
                    <a:pt x="2427" y="973"/>
                  </a:cubicBezTo>
                  <a:cubicBezTo>
                    <a:pt x="2412" y="975"/>
                    <a:pt x="2412" y="975"/>
                    <a:pt x="2412" y="975"/>
                  </a:cubicBezTo>
                  <a:cubicBezTo>
                    <a:pt x="2412" y="975"/>
                    <a:pt x="2406" y="982"/>
                    <a:pt x="2404" y="982"/>
                  </a:cubicBezTo>
                  <a:cubicBezTo>
                    <a:pt x="2403" y="982"/>
                    <a:pt x="2398" y="982"/>
                    <a:pt x="2398" y="982"/>
                  </a:cubicBezTo>
                  <a:lnTo>
                    <a:pt x="2398" y="967"/>
                  </a:lnTo>
                  <a:close/>
                  <a:moveTo>
                    <a:pt x="2342" y="1015"/>
                  </a:moveTo>
                  <a:cubicBezTo>
                    <a:pt x="2343" y="1013"/>
                    <a:pt x="2342" y="1001"/>
                    <a:pt x="2342" y="1001"/>
                  </a:cubicBezTo>
                  <a:cubicBezTo>
                    <a:pt x="2345" y="980"/>
                    <a:pt x="2345" y="980"/>
                    <a:pt x="2345" y="980"/>
                  </a:cubicBezTo>
                  <a:cubicBezTo>
                    <a:pt x="2345" y="972"/>
                    <a:pt x="2345" y="972"/>
                    <a:pt x="2345" y="972"/>
                  </a:cubicBezTo>
                  <a:cubicBezTo>
                    <a:pt x="2352" y="954"/>
                    <a:pt x="2352" y="954"/>
                    <a:pt x="2352" y="954"/>
                  </a:cubicBezTo>
                  <a:cubicBezTo>
                    <a:pt x="2360" y="970"/>
                    <a:pt x="2360" y="970"/>
                    <a:pt x="2360" y="970"/>
                  </a:cubicBezTo>
                  <a:cubicBezTo>
                    <a:pt x="2360" y="970"/>
                    <a:pt x="2367" y="968"/>
                    <a:pt x="2368" y="970"/>
                  </a:cubicBezTo>
                  <a:cubicBezTo>
                    <a:pt x="2370" y="972"/>
                    <a:pt x="2371" y="982"/>
                    <a:pt x="2371" y="982"/>
                  </a:cubicBezTo>
                  <a:cubicBezTo>
                    <a:pt x="2371" y="982"/>
                    <a:pt x="2359" y="998"/>
                    <a:pt x="2358" y="1000"/>
                  </a:cubicBezTo>
                  <a:cubicBezTo>
                    <a:pt x="2357" y="1001"/>
                    <a:pt x="2353" y="1007"/>
                    <a:pt x="2353" y="1007"/>
                  </a:cubicBezTo>
                  <a:cubicBezTo>
                    <a:pt x="2349" y="1024"/>
                    <a:pt x="2349" y="1024"/>
                    <a:pt x="2349" y="1024"/>
                  </a:cubicBezTo>
                  <a:cubicBezTo>
                    <a:pt x="2345" y="1024"/>
                    <a:pt x="2345" y="1024"/>
                    <a:pt x="2345" y="1024"/>
                  </a:cubicBezTo>
                  <a:cubicBezTo>
                    <a:pt x="2345" y="1024"/>
                    <a:pt x="2341" y="1017"/>
                    <a:pt x="2342" y="1015"/>
                  </a:cubicBezTo>
                  <a:close/>
                  <a:moveTo>
                    <a:pt x="2022" y="865"/>
                  </a:moveTo>
                  <a:cubicBezTo>
                    <a:pt x="2027" y="846"/>
                    <a:pt x="2027" y="846"/>
                    <a:pt x="2027" y="846"/>
                  </a:cubicBezTo>
                  <a:cubicBezTo>
                    <a:pt x="2035" y="827"/>
                    <a:pt x="2035" y="827"/>
                    <a:pt x="2035" y="827"/>
                  </a:cubicBezTo>
                  <a:cubicBezTo>
                    <a:pt x="2044" y="808"/>
                    <a:pt x="2044" y="808"/>
                    <a:pt x="2044" y="808"/>
                  </a:cubicBezTo>
                  <a:cubicBezTo>
                    <a:pt x="2066" y="798"/>
                    <a:pt x="2066" y="798"/>
                    <a:pt x="2066" y="798"/>
                  </a:cubicBezTo>
                  <a:cubicBezTo>
                    <a:pt x="2068" y="804"/>
                    <a:pt x="2068" y="804"/>
                    <a:pt x="2068" y="804"/>
                  </a:cubicBezTo>
                  <a:cubicBezTo>
                    <a:pt x="2060" y="808"/>
                    <a:pt x="2060" y="808"/>
                    <a:pt x="2060" y="808"/>
                  </a:cubicBezTo>
                  <a:cubicBezTo>
                    <a:pt x="2054" y="813"/>
                    <a:pt x="2054" y="813"/>
                    <a:pt x="2054" y="813"/>
                  </a:cubicBezTo>
                  <a:cubicBezTo>
                    <a:pt x="2060" y="836"/>
                    <a:pt x="2060" y="836"/>
                    <a:pt x="2060" y="836"/>
                  </a:cubicBezTo>
                  <a:cubicBezTo>
                    <a:pt x="2055" y="856"/>
                    <a:pt x="2055" y="856"/>
                    <a:pt x="2055" y="856"/>
                  </a:cubicBezTo>
                  <a:cubicBezTo>
                    <a:pt x="2053" y="883"/>
                    <a:pt x="2053" y="883"/>
                    <a:pt x="2053" y="883"/>
                  </a:cubicBezTo>
                  <a:cubicBezTo>
                    <a:pt x="2060" y="898"/>
                    <a:pt x="2060" y="898"/>
                    <a:pt x="2060" y="898"/>
                  </a:cubicBezTo>
                  <a:cubicBezTo>
                    <a:pt x="2074" y="902"/>
                    <a:pt x="2074" y="902"/>
                    <a:pt x="2074" y="902"/>
                  </a:cubicBezTo>
                  <a:cubicBezTo>
                    <a:pt x="2069" y="910"/>
                    <a:pt x="2069" y="910"/>
                    <a:pt x="2069" y="910"/>
                  </a:cubicBezTo>
                  <a:cubicBezTo>
                    <a:pt x="2054" y="914"/>
                    <a:pt x="2054" y="914"/>
                    <a:pt x="2054" y="914"/>
                  </a:cubicBezTo>
                  <a:cubicBezTo>
                    <a:pt x="2035" y="906"/>
                    <a:pt x="2035" y="906"/>
                    <a:pt x="2035" y="906"/>
                  </a:cubicBezTo>
                  <a:cubicBezTo>
                    <a:pt x="2027" y="906"/>
                    <a:pt x="2027" y="906"/>
                    <a:pt x="2027" y="906"/>
                  </a:cubicBezTo>
                  <a:cubicBezTo>
                    <a:pt x="2024" y="902"/>
                    <a:pt x="2024" y="902"/>
                    <a:pt x="2024" y="902"/>
                  </a:cubicBezTo>
                  <a:cubicBezTo>
                    <a:pt x="2022" y="877"/>
                    <a:pt x="2022" y="877"/>
                    <a:pt x="2022" y="877"/>
                  </a:cubicBezTo>
                  <a:lnTo>
                    <a:pt x="2022" y="865"/>
                  </a:lnTo>
                  <a:close/>
                  <a:moveTo>
                    <a:pt x="1998" y="4194"/>
                  </a:moveTo>
                  <a:cubicBezTo>
                    <a:pt x="2005" y="4182"/>
                    <a:pt x="2005" y="4182"/>
                    <a:pt x="2005" y="4182"/>
                  </a:cubicBezTo>
                  <a:cubicBezTo>
                    <a:pt x="2015" y="4159"/>
                    <a:pt x="2015" y="4159"/>
                    <a:pt x="2015" y="4159"/>
                  </a:cubicBezTo>
                  <a:cubicBezTo>
                    <a:pt x="2016" y="4158"/>
                    <a:pt x="2016" y="4158"/>
                    <a:pt x="2016" y="4158"/>
                  </a:cubicBezTo>
                  <a:cubicBezTo>
                    <a:pt x="2016" y="4177"/>
                    <a:pt x="2016" y="4177"/>
                    <a:pt x="2016" y="4177"/>
                  </a:cubicBezTo>
                  <a:cubicBezTo>
                    <a:pt x="2010" y="4204"/>
                    <a:pt x="2010" y="4204"/>
                    <a:pt x="2010" y="4204"/>
                  </a:cubicBezTo>
                  <a:cubicBezTo>
                    <a:pt x="2010" y="4231"/>
                    <a:pt x="2010" y="4231"/>
                    <a:pt x="2010" y="4231"/>
                  </a:cubicBezTo>
                  <a:cubicBezTo>
                    <a:pt x="2010" y="4248"/>
                    <a:pt x="2010" y="4248"/>
                    <a:pt x="2010" y="4248"/>
                  </a:cubicBezTo>
                  <a:cubicBezTo>
                    <a:pt x="2001" y="4250"/>
                    <a:pt x="2001" y="4250"/>
                    <a:pt x="2001" y="4250"/>
                  </a:cubicBezTo>
                  <a:cubicBezTo>
                    <a:pt x="1995" y="4235"/>
                    <a:pt x="1995" y="4235"/>
                    <a:pt x="1995" y="4235"/>
                  </a:cubicBezTo>
                  <a:cubicBezTo>
                    <a:pt x="1997" y="4223"/>
                    <a:pt x="1997" y="4223"/>
                    <a:pt x="1997" y="4223"/>
                  </a:cubicBezTo>
                  <a:cubicBezTo>
                    <a:pt x="1987" y="4211"/>
                    <a:pt x="1987" y="4211"/>
                    <a:pt x="1987" y="4211"/>
                  </a:cubicBezTo>
                  <a:lnTo>
                    <a:pt x="1998" y="4194"/>
                  </a:lnTo>
                  <a:close/>
                  <a:moveTo>
                    <a:pt x="1924" y="4131"/>
                  </a:moveTo>
                  <a:cubicBezTo>
                    <a:pt x="1933" y="4112"/>
                    <a:pt x="1933" y="4112"/>
                    <a:pt x="1933" y="4112"/>
                  </a:cubicBezTo>
                  <a:cubicBezTo>
                    <a:pt x="1935" y="4117"/>
                    <a:pt x="1935" y="4117"/>
                    <a:pt x="1935" y="4117"/>
                  </a:cubicBezTo>
                  <a:cubicBezTo>
                    <a:pt x="1940" y="4146"/>
                    <a:pt x="1940" y="4146"/>
                    <a:pt x="1940" y="4146"/>
                  </a:cubicBezTo>
                  <a:cubicBezTo>
                    <a:pt x="1947" y="4155"/>
                    <a:pt x="1947" y="4155"/>
                    <a:pt x="1947" y="4155"/>
                  </a:cubicBezTo>
                  <a:cubicBezTo>
                    <a:pt x="1943" y="4171"/>
                    <a:pt x="1943" y="4171"/>
                    <a:pt x="1943" y="4171"/>
                  </a:cubicBezTo>
                  <a:cubicBezTo>
                    <a:pt x="1943" y="4189"/>
                    <a:pt x="1943" y="4189"/>
                    <a:pt x="1943" y="4189"/>
                  </a:cubicBezTo>
                  <a:cubicBezTo>
                    <a:pt x="1933" y="4179"/>
                    <a:pt x="1933" y="4179"/>
                    <a:pt x="1933" y="4179"/>
                  </a:cubicBezTo>
                  <a:cubicBezTo>
                    <a:pt x="1924" y="4155"/>
                    <a:pt x="1924" y="4155"/>
                    <a:pt x="1924" y="4155"/>
                  </a:cubicBezTo>
                  <a:lnTo>
                    <a:pt x="1924" y="4131"/>
                  </a:lnTo>
                  <a:close/>
                  <a:moveTo>
                    <a:pt x="1656" y="467"/>
                  </a:moveTo>
                  <a:cubicBezTo>
                    <a:pt x="1690" y="467"/>
                    <a:pt x="1690" y="467"/>
                    <a:pt x="1690" y="467"/>
                  </a:cubicBezTo>
                  <a:cubicBezTo>
                    <a:pt x="1694" y="476"/>
                    <a:pt x="1694" y="476"/>
                    <a:pt x="1694" y="476"/>
                  </a:cubicBezTo>
                  <a:cubicBezTo>
                    <a:pt x="1692" y="485"/>
                    <a:pt x="1692" y="485"/>
                    <a:pt x="1692" y="485"/>
                  </a:cubicBezTo>
                  <a:cubicBezTo>
                    <a:pt x="1678" y="485"/>
                    <a:pt x="1678" y="485"/>
                    <a:pt x="1678" y="485"/>
                  </a:cubicBezTo>
                  <a:cubicBezTo>
                    <a:pt x="1666" y="476"/>
                    <a:pt x="1666" y="476"/>
                    <a:pt x="1666" y="476"/>
                  </a:cubicBezTo>
                  <a:cubicBezTo>
                    <a:pt x="1653" y="471"/>
                    <a:pt x="1653" y="471"/>
                    <a:pt x="1653" y="471"/>
                  </a:cubicBezTo>
                  <a:lnTo>
                    <a:pt x="1656" y="467"/>
                  </a:lnTo>
                  <a:close/>
                  <a:moveTo>
                    <a:pt x="1639" y="577"/>
                  </a:moveTo>
                  <a:cubicBezTo>
                    <a:pt x="1653" y="557"/>
                    <a:pt x="1653" y="557"/>
                    <a:pt x="1653" y="557"/>
                  </a:cubicBezTo>
                  <a:cubicBezTo>
                    <a:pt x="1671" y="557"/>
                    <a:pt x="1671" y="557"/>
                    <a:pt x="1671" y="557"/>
                  </a:cubicBezTo>
                  <a:cubicBezTo>
                    <a:pt x="1691" y="558"/>
                    <a:pt x="1691" y="558"/>
                    <a:pt x="1691" y="558"/>
                  </a:cubicBezTo>
                  <a:cubicBezTo>
                    <a:pt x="1714" y="549"/>
                    <a:pt x="1714" y="549"/>
                    <a:pt x="1714" y="549"/>
                  </a:cubicBezTo>
                  <a:cubicBezTo>
                    <a:pt x="1735" y="549"/>
                    <a:pt x="1735" y="549"/>
                    <a:pt x="1735" y="549"/>
                  </a:cubicBezTo>
                  <a:cubicBezTo>
                    <a:pt x="1733" y="562"/>
                    <a:pt x="1733" y="562"/>
                    <a:pt x="1733" y="562"/>
                  </a:cubicBezTo>
                  <a:cubicBezTo>
                    <a:pt x="1702" y="559"/>
                    <a:pt x="1702" y="559"/>
                    <a:pt x="1702" y="559"/>
                  </a:cubicBezTo>
                  <a:cubicBezTo>
                    <a:pt x="1686" y="573"/>
                    <a:pt x="1686" y="573"/>
                    <a:pt x="1686" y="573"/>
                  </a:cubicBezTo>
                  <a:cubicBezTo>
                    <a:pt x="1669" y="591"/>
                    <a:pt x="1669" y="591"/>
                    <a:pt x="1669" y="591"/>
                  </a:cubicBezTo>
                  <a:cubicBezTo>
                    <a:pt x="1664" y="606"/>
                    <a:pt x="1664" y="606"/>
                    <a:pt x="1664" y="606"/>
                  </a:cubicBezTo>
                  <a:cubicBezTo>
                    <a:pt x="1658" y="611"/>
                    <a:pt x="1658" y="611"/>
                    <a:pt x="1658" y="611"/>
                  </a:cubicBezTo>
                  <a:cubicBezTo>
                    <a:pt x="1651" y="606"/>
                    <a:pt x="1651" y="606"/>
                    <a:pt x="1651" y="606"/>
                  </a:cubicBezTo>
                  <a:cubicBezTo>
                    <a:pt x="1655" y="587"/>
                    <a:pt x="1655" y="587"/>
                    <a:pt x="1655" y="587"/>
                  </a:cubicBezTo>
                  <a:cubicBezTo>
                    <a:pt x="1648" y="583"/>
                    <a:pt x="1648" y="583"/>
                    <a:pt x="1648" y="583"/>
                  </a:cubicBezTo>
                  <a:cubicBezTo>
                    <a:pt x="1635" y="591"/>
                    <a:pt x="1635" y="591"/>
                    <a:pt x="1635" y="591"/>
                  </a:cubicBezTo>
                  <a:lnTo>
                    <a:pt x="1639" y="577"/>
                  </a:lnTo>
                  <a:close/>
                  <a:moveTo>
                    <a:pt x="1118" y="500"/>
                  </a:moveTo>
                  <a:cubicBezTo>
                    <a:pt x="1101" y="500"/>
                    <a:pt x="1101" y="500"/>
                    <a:pt x="1101" y="500"/>
                  </a:cubicBezTo>
                  <a:cubicBezTo>
                    <a:pt x="1101" y="490"/>
                    <a:pt x="1101" y="490"/>
                    <a:pt x="1101" y="490"/>
                  </a:cubicBezTo>
                  <a:cubicBezTo>
                    <a:pt x="1111" y="478"/>
                    <a:pt x="1111" y="478"/>
                    <a:pt x="1111" y="478"/>
                  </a:cubicBezTo>
                  <a:cubicBezTo>
                    <a:pt x="1127" y="468"/>
                    <a:pt x="1127" y="468"/>
                    <a:pt x="1127" y="468"/>
                  </a:cubicBezTo>
                  <a:cubicBezTo>
                    <a:pt x="1130" y="484"/>
                    <a:pt x="1130" y="484"/>
                    <a:pt x="1130" y="484"/>
                  </a:cubicBezTo>
                  <a:lnTo>
                    <a:pt x="1118" y="500"/>
                  </a:lnTo>
                  <a:close/>
                  <a:moveTo>
                    <a:pt x="1427" y="409"/>
                  </a:moveTo>
                  <a:cubicBezTo>
                    <a:pt x="1435" y="418"/>
                    <a:pt x="1435" y="418"/>
                    <a:pt x="1435" y="418"/>
                  </a:cubicBezTo>
                  <a:cubicBezTo>
                    <a:pt x="1423" y="433"/>
                    <a:pt x="1423" y="433"/>
                    <a:pt x="1423" y="433"/>
                  </a:cubicBezTo>
                  <a:cubicBezTo>
                    <a:pt x="1412" y="424"/>
                    <a:pt x="1412" y="424"/>
                    <a:pt x="1412" y="424"/>
                  </a:cubicBezTo>
                  <a:lnTo>
                    <a:pt x="1427" y="409"/>
                  </a:lnTo>
                  <a:close/>
                  <a:moveTo>
                    <a:pt x="1178" y="4252"/>
                  </a:moveTo>
                  <a:cubicBezTo>
                    <a:pt x="1189" y="4262"/>
                    <a:pt x="1189" y="4262"/>
                    <a:pt x="1189" y="4262"/>
                  </a:cubicBezTo>
                  <a:cubicBezTo>
                    <a:pt x="1199" y="4270"/>
                    <a:pt x="1199" y="4270"/>
                    <a:pt x="1199" y="4270"/>
                  </a:cubicBezTo>
                  <a:cubicBezTo>
                    <a:pt x="1216" y="4283"/>
                    <a:pt x="1216" y="4283"/>
                    <a:pt x="1216" y="4283"/>
                  </a:cubicBezTo>
                  <a:cubicBezTo>
                    <a:pt x="1216" y="4283"/>
                    <a:pt x="1230" y="4294"/>
                    <a:pt x="1231" y="4295"/>
                  </a:cubicBezTo>
                  <a:cubicBezTo>
                    <a:pt x="1232" y="4296"/>
                    <a:pt x="1253" y="4314"/>
                    <a:pt x="1253" y="4314"/>
                  </a:cubicBezTo>
                  <a:cubicBezTo>
                    <a:pt x="1262" y="4323"/>
                    <a:pt x="1262" y="4323"/>
                    <a:pt x="1262" y="4323"/>
                  </a:cubicBezTo>
                  <a:cubicBezTo>
                    <a:pt x="1276" y="4331"/>
                    <a:pt x="1276" y="4331"/>
                    <a:pt x="1276" y="4331"/>
                  </a:cubicBezTo>
                  <a:cubicBezTo>
                    <a:pt x="1288" y="4335"/>
                    <a:pt x="1288" y="4335"/>
                    <a:pt x="1288" y="4335"/>
                  </a:cubicBezTo>
                  <a:cubicBezTo>
                    <a:pt x="1312" y="4334"/>
                    <a:pt x="1312" y="4334"/>
                    <a:pt x="1312" y="4334"/>
                  </a:cubicBezTo>
                  <a:cubicBezTo>
                    <a:pt x="1320" y="4337"/>
                    <a:pt x="1320" y="4337"/>
                    <a:pt x="1320" y="4337"/>
                  </a:cubicBezTo>
                  <a:cubicBezTo>
                    <a:pt x="1330" y="4342"/>
                    <a:pt x="1330" y="4342"/>
                    <a:pt x="1330" y="4342"/>
                  </a:cubicBezTo>
                  <a:cubicBezTo>
                    <a:pt x="1340" y="4344"/>
                    <a:pt x="1340" y="4344"/>
                    <a:pt x="1340" y="4344"/>
                  </a:cubicBezTo>
                  <a:cubicBezTo>
                    <a:pt x="1349" y="4356"/>
                    <a:pt x="1349" y="4356"/>
                    <a:pt x="1349" y="4356"/>
                  </a:cubicBezTo>
                  <a:cubicBezTo>
                    <a:pt x="1354" y="4368"/>
                    <a:pt x="1354" y="4368"/>
                    <a:pt x="1354" y="4368"/>
                  </a:cubicBezTo>
                  <a:cubicBezTo>
                    <a:pt x="1361" y="4376"/>
                    <a:pt x="1361" y="4376"/>
                    <a:pt x="1361" y="4376"/>
                  </a:cubicBezTo>
                  <a:cubicBezTo>
                    <a:pt x="1378" y="4378"/>
                    <a:pt x="1378" y="4378"/>
                    <a:pt x="1378" y="4378"/>
                  </a:cubicBezTo>
                  <a:cubicBezTo>
                    <a:pt x="1386" y="4383"/>
                    <a:pt x="1386" y="4383"/>
                    <a:pt x="1386" y="4383"/>
                  </a:cubicBezTo>
                  <a:cubicBezTo>
                    <a:pt x="1393" y="4388"/>
                    <a:pt x="1393" y="4388"/>
                    <a:pt x="1393" y="4388"/>
                  </a:cubicBezTo>
                  <a:cubicBezTo>
                    <a:pt x="1402" y="4394"/>
                    <a:pt x="1402" y="4394"/>
                    <a:pt x="1402" y="4394"/>
                  </a:cubicBezTo>
                  <a:cubicBezTo>
                    <a:pt x="1414" y="4395"/>
                    <a:pt x="1414" y="4395"/>
                    <a:pt x="1414" y="4395"/>
                  </a:cubicBezTo>
                  <a:cubicBezTo>
                    <a:pt x="1423" y="4398"/>
                    <a:pt x="1423" y="4398"/>
                    <a:pt x="1423" y="4398"/>
                  </a:cubicBezTo>
                  <a:cubicBezTo>
                    <a:pt x="1423" y="4405"/>
                    <a:pt x="1423" y="4405"/>
                    <a:pt x="1423" y="4405"/>
                  </a:cubicBezTo>
                  <a:cubicBezTo>
                    <a:pt x="1401" y="4408"/>
                    <a:pt x="1401" y="4408"/>
                    <a:pt x="1401" y="4408"/>
                  </a:cubicBezTo>
                  <a:cubicBezTo>
                    <a:pt x="1382" y="4416"/>
                    <a:pt x="1382" y="4416"/>
                    <a:pt x="1382" y="4416"/>
                  </a:cubicBezTo>
                  <a:cubicBezTo>
                    <a:pt x="1356" y="4416"/>
                    <a:pt x="1356" y="4416"/>
                    <a:pt x="1356" y="4416"/>
                  </a:cubicBezTo>
                  <a:cubicBezTo>
                    <a:pt x="1337" y="4390"/>
                    <a:pt x="1337" y="4390"/>
                    <a:pt x="1337" y="4390"/>
                  </a:cubicBezTo>
                  <a:cubicBezTo>
                    <a:pt x="1290" y="4371"/>
                    <a:pt x="1290" y="4371"/>
                    <a:pt x="1290" y="4371"/>
                  </a:cubicBezTo>
                  <a:cubicBezTo>
                    <a:pt x="1272" y="4349"/>
                    <a:pt x="1272" y="4349"/>
                    <a:pt x="1272" y="4349"/>
                  </a:cubicBezTo>
                  <a:cubicBezTo>
                    <a:pt x="1257" y="4345"/>
                    <a:pt x="1257" y="4345"/>
                    <a:pt x="1257" y="4345"/>
                  </a:cubicBezTo>
                  <a:cubicBezTo>
                    <a:pt x="1231" y="4337"/>
                    <a:pt x="1231" y="4337"/>
                    <a:pt x="1231" y="4337"/>
                  </a:cubicBezTo>
                  <a:cubicBezTo>
                    <a:pt x="1238" y="4332"/>
                    <a:pt x="1238" y="4332"/>
                    <a:pt x="1238" y="4332"/>
                  </a:cubicBezTo>
                  <a:cubicBezTo>
                    <a:pt x="1234" y="4323"/>
                    <a:pt x="1234" y="4323"/>
                    <a:pt x="1234" y="4323"/>
                  </a:cubicBezTo>
                  <a:cubicBezTo>
                    <a:pt x="1227" y="4315"/>
                    <a:pt x="1227" y="4315"/>
                    <a:pt x="1227" y="4315"/>
                  </a:cubicBezTo>
                  <a:cubicBezTo>
                    <a:pt x="1223" y="4301"/>
                    <a:pt x="1223" y="4301"/>
                    <a:pt x="1223" y="4301"/>
                  </a:cubicBezTo>
                  <a:cubicBezTo>
                    <a:pt x="1213" y="4292"/>
                    <a:pt x="1213" y="4292"/>
                    <a:pt x="1213" y="4292"/>
                  </a:cubicBezTo>
                  <a:cubicBezTo>
                    <a:pt x="1199" y="4283"/>
                    <a:pt x="1199" y="4283"/>
                    <a:pt x="1199" y="4283"/>
                  </a:cubicBezTo>
                  <a:cubicBezTo>
                    <a:pt x="1183" y="4272"/>
                    <a:pt x="1183" y="4272"/>
                    <a:pt x="1183" y="4272"/>
                  </a:cubicBezTo>
                  <a:cubicBezTo>
                    <a:pt x="1175" y="4263"/>
                    <a:pt x="1175" y="4263"/>
                    <a:pt x="1175" y="4263"/>
                  </a:cubicBezTo>
                  <a:cubicBezTo>
                    <a:pt x="1172" y="4258"/>
                    <a:pt x="1172" y="4258"/>
                    <a:pt x="1172" y="4258"/>
                  </a:cubicBezTo>
                  <a:lnTo>
                    <a:pt x="1178" y="4252"/>
                  </a:lnTo>
                  <a:close/>
                </a:path>
              </a:pathLst>
            </a:custGeom>
            <a:grpFill/>
            <a:ln w="1270" cap="flat">
              <a:solidFill>
                <a:schemeClr val="tx1"/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  <p:sp>
          <p:nvSpPr>
            <p:cNvPr id="209" name="Freeform 165">
              <a:extLst>
                <a:ext uri="{FF2B5EF4-FFF2-40B4-BE49-F238E27FC236}">
                  <a16:creationId xmlns:a16="http://schemas.microsoft.com/office/drawing/2014/main" id="{AE15F25F-3D06-48C7-B2B7-925DA106A2B7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709111" y="1227473"/>
              <a:ext cx="29850" cy="29850"/>
            </a:xfrm>
            <a:custGeom>
              <a:avLst/>
              <a:gdLst/>
              <a:ahLst/>
              <a:cxnLst>
                <a:cxn ang="0">
                  <a:pos x="49" y="28"/>
                </a:cxn>
                <a:cxn ang="0">
                  <a:pos x="14" y="36"/>
                </a:cxn>
                <a:cxn ang="0">
                  <a:pos x="0" y="43"/>
                </a:cxn>
                <a:cxn ang="0">
                  <a:pos x="12" y="88"/>
                </a:cxn>
                <a:cxn ang="0">
                  <a:pos x="35" y="104"/>
                </a:cxn>
                <a:cxn ang="0">
                  <a:pos x="71" y="97"/>
                </a:cxn>
                <a:cxn ang="0">
                  <a:pos x="99" y="59"/>
                </a:cxn>
                <a:cxn ang="0">
                  <a:pos x="104" y="19"/>
                </a:cxn>
                <a:cxn ang="0">
                  <a:pos x="104" y="0"/>
                </a:cxn>
                <a:cxn ang="0">
                  <a:pos x="82" y="0"/>
                </a:cxn>
                <a:cxn ang="0">
                  <a:pos x="49" y="28"/>
                </a:cxn>
              </a:cxnLst>
              <a:rect l="0" t="0" r="r" b="b"/>
              <a:pathLst>
                <a:path w="104" h="104">
                  <a:moveTo>
                    <a:pt x="49" y="28"/>
                  </a:moveTo>
                  <a:lnTo>
                    <a:pt x="14" y="36"/>
                  </a:lnTo>
                  <a:lnTo>
                    <a:pt x="0" y="43"/>
                  </a:lnTo>
                  <a:lnTo>
                    <a:pt x="12" y="88"/>
                  </a:lnTo>
                  <a:lnTo>
                    <a:pt x="35" y="104"/>
                  </a:lnTo>
                  <a:lnTo>
                    <a:pt x="71" y="97"/>
                  </a:lnTo>
                  <a:lnTo>
                    <a:pt x="99" y="59"/>
                  </a:lnTo>
                  <a:lnTo>
                    <a:pt x="104" y="19"/>
                  </a:lnTo>
                  <a:lnTo>
                    <a:pt x="104" y="0"/>
                  </a:lnTo>
                  <a:lnTo>
                    <a:pt x="82" y="0"/>
                  </a:lnTo>
                  <a:lnTo>
                    <a:pt x="49" y="28"/>
                  </a:lnTo>
                  <a:close/>
                </a:path>
              </a:pathLst>
            </a:custGeom>
            <a:grpFill/>
            <a:ln w="1270" cap="flat">
              <a:solidFill>
                <a:schemeClr val="tx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  <p:sp>
          <p:nvSpPr>
            <p:cNvPr id="210" name="Freeform 166">
              <a:extLst>
                <a:ext uri="{FF2B5EF4-FFF2-40B4-BE49-F238E27FC236}">
                  <a16:creationId xmlns:a16="http://schemas.microsoft.com/office/drawing/2014/main" id="{0E9F9EB4-C80A-402C-B0EC-EFA2B4B82973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690742" y="1218576"/>
              <a:ext cx="15499" cy="1033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6" y="31"/>
                </a:cxn>
                <a:cxn ang="0">
                  <a:pos x="47" y="36"/>
                </a:cxn>
                <a:cxn ang="0">
                  <a:pos x="54" y="19"/>
                </a:cxn>
                <a:cxn ang="0">
                  <a:pos x="38" y="0"/>
                </a:cxn>
                <a:cxn ang="0">
                  <a:pos x="0" y="0"/>
                </a:cxn>
              </a:cxnLst>
              <a:rect l="0" t="0" r="r" b="b"/>
              <a:pathLst>
                <a:path w="54" h="36">
                  <a:moveTo>
                    <a:pt x="0" y="0"/>
                  </a:moveTo>
                  <a:lnTo>
                    <a:pt x="26" y="31"/>
                  </a:lnTo>
                  <a:lnTo>
                    <a:pt x="47" y="36"/>
                  </a:lnTo>
                  <a:lnTo>
                    <a:pt x="54" y="19"/>
                  </a:lnTo>
                  <a:lnTo>
                    <a:pt x="3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270" cap="flat">
              <a:solidFill>
                <a:schemeClr val="tx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  <p:sp>
          <p:nvSpPr>
            <p:cNvPr id="211" name="Freeform 168">
              <a:extLst>
                <a:ext uri="{FF2B5EF4-FFF2-40B4-BE49-F238E27FC236}">
                  <a16:creationId xmlns:a16="http://schemas.microsoft.com/office/drawing/2014/main" id="{78052AF1-D943-4E74-93DA-B3F12AF6A144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692751" y="1166625"/>
              <a:ext cx="49367" cy="36451"/>
            </a:xfrm>
            <a:custGeom>
              <a:avLst/>
              <a:gdLst/>
              <a:ahLst/>
              <a:cxnLst>
                <a:cxn ang="0">
                  <a:pos x="0" y="45"/>
                </a:cxn>
                <a:cxn ang="0">
                  <a:pos x="8" y="54"/>
                </a:cxn>
                <a:cxn ang="0">
                  <a:pos x="17" y="47"/>
                </a:cxn>
                <a:cxn ang="0">
                  <a:pos x="26" y="41"/>
                </a:cxn>
                <a:cxn ang="0">
                  <a:pos x="46" y="41"/>
                </a:cxn>
                <a:cxn ang="0">
                  <a:pos x="49" y="32"/>
                </a:cxn>
                <a:cxn ang="0">
                  <a:pos x="59" y="23"/>
                </a:cxn>
                <a:cxn ang="0">
                  <a:pos x="68" y="14"/>
                </a:cxn>
                <a:cxn ang="0">
                  <a:pos x="73" y="12"/>
                </a:cxn>
                <a:cxn ang="0">
                  <a:pos x="71" y="2"/>
                </a:cxn>
                <a:cxn ang="0">
                  <a:pos x="66" y="0"/>
                </a:cxn>
                <a:cxn ang="0">
                  <a:pos x="64" y="11"/>
                </a:cxn>
                <a:cxn ang="0">
                  <a:pos x="54" y="20"/>
                </a:cxn>
                <a:cxn ang="0">
                  <a:pos x="46" y="30"/>
                </a:cxn>
                <a:cxn ang="0">
                  <a:pos x="31" y="37"/>
                </a:cxn>
                <a:cxn ang="0">
                  <a:pos x="8" y="37"/>
                </a:cxn>
                <a:cxn ang="0">
                  <a:pos x="0" y="45"/>
                </a:cxn>
              </a:cxnLst>
              <a:rect l="0" t="0" r="r" b="b"/>
              <a:pathLst>
                <a:path w="73" h="54">
                  <a:moveTo>
                    <a:pt x="0" y="45"/>
                  </a:moveTo>
                  <a:cubicBezTo>
                    <a:pt x="0" y="45"/>
                    <a:pt x="8" y="54"/>
                    <a:pt x="8" y="54"/>
                  </a:cubicBezTo>
                  <a:cubicBezTo>
                    <a:pt x="9" y="54"/>
                    <a:pt x="17" y="47"/>
                    <a:pt x="17" y="47"/>
                  </a:cubicBezTo>
                  <a:cubicBezTo>
                    <a:pt x="17" y="47"/>
                    <a:pt x="23" y="39"/>
                    <a:pt x="26" y="41"/>
                  </a:cubicBezTo>
                  <a:cubicBezTo>
                    <a:pt x="28" y="43"/>
                    <a:pt x="46" y="41"/>
                    <a:pt x="46" y="41"/>
                  </a:cubicBezTo>
                  <a:cubicBezTo>
                    <a:pt x="49" y="32"/>
                    <a:pt x="49" y="32"/>
                    <a:pt x="49" y="32"/>
                  </a:cubicBezTo>
                  <a:cubicBezTo>
                    <a:pt x="59" y="23"/>
                    <a:pt x="59" y="23"/>
                    <a:pt x="59" y="23"/>
                  </a:cubicBezTo>
                  <a:cubicBezTo>
                    <a:pt x="68" y="14"/>
                    <a:pt x="68" y="14"/>
                    <a:pt x="68" y="14"/>
                  </a:cubicBezTo>
                  <a:cubicBezTo>
                    <a:pt x="73" y="12"/>
                    <a:pt x="73" y="12"/>
                    <a:pt x="73" y="12"/>
                  </a:cubicBezTo>
                  <a:cubicBezTo>
                    <a:pt x="71" y="2"/>
                    <a:pt x="71" y="2"/>
                    <a:pt x="71" y="2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46" y="30"/>
                    <a:pt x="46" y="30"/>
                    <a:pt x="46" y="30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8" y="37"/>
                    <a:pt x="8" y="37"/>
                    <a:pt x="8" y="37"/>
                  </a:cubicBezTo>
                  <a:lnTo>
                    <a:pt x="0" y="45"/>
                  </a:lnTo>
                  <a:close/>
                </a:path>
              </a:pathLst>
            </a:custGeom>
            <a:grpFill/>
            <a:ln w="1270" cap="flat">
              <a:solidFill>
                <a:schemeClr val="tx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  <p:sp>
          <p:nvSpPr>
            <p:cNvPr id="212" name="Freeform 169">
              <a:extLst>
                <a:ext uri="{FF2B5EF4-FFF2-40B4-BE49-F238E27FC236}">
                  <a16:creationId xmlns:a16="http://schemas.microsoft.com/office/drawing/2014/main" id="{DBBAA54B-8034-4B86-91E3-3CB73960CE67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637070" y="1161746"/>
              <a:ext cx="26405" cy="42766"/>
            </a:xfrm>
            <a:custGeom>
              <a:avLst/>
              <a:gdLst/>
              <a:ahLst/>
              <a:cxnLst>
                <a:cxn ang="0">
                  <a:pos x="15" y="54"/>
                </a:cxn>
                <a:cxn ang="0">
                  <a:pos x="21" y="63"/>
                </a:cxn>
                <a:cxn ang="0">
                  <a:pos x="32" y="63"/>
                </a:cxn>
                <a:cxn ang="0">
                  <a:pos x="39" y="61"/>
                </a:cxn>
                <a:cxn ang="0">
                  <a:pos x="35" y="51"/>
                </a:cxn>
                <a:cxn ang="0">
                  <a:pos x="30" y="44"/>
                </a:cxn>
                <a:cxn ang="0">
                  <a:pos x="24" y="32"/>
                </a:cxn>
                <a:cxn ang="0">
                  <a:pos x="20" y="21"/>
                </a:cxn>
                <a:cxn ang="0">
                  <a:pos x="18" y="13"/>
                </a:cxn>
                <a:cxn ang="0">
                  <a:pos x="21" y="0"/>
                </a:cxn>
                <a:cxn ang="0">
                  <a:pos x="8" y="14"/>
                </a:cxn>
                <a:cxn ang="0">
                  <a:pos x="0" y="23"/>
                </a:cxn>
                <a:cxn ang="0">
                  <a:pos x="0" y="31"/>
                </a:cxn>
                <a:cxn ang="0">
                  <a:pos x="6" y="44"/>
                </a:cxn>
                <a:cxn ang="0">
                  <a:pos x="15" y="54"/>
                </a:cxn>
              </a:cxnLst>
              <a:rect l="0" t="0" r="r" b="b"/>
              <a:pathLst>
                <a:path w="39" h="63">
                  <a:moveTo>
                    <a:pt x="15" y="54"/>
                  </a:moveTo>
                  <a:cubicBezTo>
                    <a:pt x="15" y="56"/>
                    <a:pt x="21" y="63"/>
                    <a:pt x="21" y="63"/>
                  </a:cubicBezTo>
                  <a:cubicBezTo>
                    <a:pt x="32" y="63"/>
                    <a:pt x="32" y="63"/>
                    <a:pt x="32" y="63"/>
                  </a:cubicBezTo>
                  <a:cubicBezTo>
                    <a:pt x="39" y="61"/>
                    <a:pt x="39" y="61"/>
                    <a:pt x="39" y="61"/>
                  </a:cubicBezTo>
                  <a:cubicBezTo>
                    <a:pt x="35" y="51"/>
                    <a:pt x="35" y="51"/>
                    <a:pt x="35" y="51"/>
                  </a:cubicBezTo>
                  <a:cubicBezTo>
                    <a:pt x="30" y="44"/>
                    <a:pt x="30" y="44"/>
                    <a:pt x="30" y="44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6" y="44"/>
                    <a:pt x="14" y="53"/>
                    <a:pt x="15" y="54"/>
                  </a:cubicBezTo>
                  <a:close/>
                </a:path>
              </a:pathLst>
            </a:custGeom>
            <a:grpFill/>
            <a:ln w="1270" cap="flat">
              <a:solidFill>
                <a:schemeClr val="tx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  <p:sp>
          <p:nvSpPr>
            <p:cNvPr id="213" name="Freeform 170">
              <a:extLst>
                <a:ext uri="{FF2B5EF4-FFF2-40B4-BE49-F238E27FC236}">
                  <a16:creationId xmlns:a16="http://schemas.microsoft.com/office/drawing/2014/main" id="{7F1480D2-80D9-4BF1-9857-96875A63D042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660892" y="1142803"/>
              <a:ext cx="50228" cy="32433"/>
            </a:xfrm>
            <a:custGeom>
              <a:avLst/>
              <a:gdLst/>
              <a:ahLst/>
              <a:cxnLst>
                <a:cxn ang="0">
                  <a:pos x="17" y="87"/>
                </a:cxn>
                <a:cxn ang="0">
                  <a:pos x="50" y="97"/>
                </a:cxn>
                <a:cxn ang="0">
                  <a:pos x="73" y="113"/>
                </a:cxn>
                <a:cxn ang="0">
                  <a:pos x="104" y="109"/>
                </a:cxn>
                <a:cxn ang="0">
                  <a:pos x="144" y="113"/>
                </a:cxn>
                <a:cxn ang="0">
                  <a:pos x="158" y="109"/>
                </a:cxn>
                <a:cxn ang="0">
                  <a:pos x="168" y="75"/>
                </a:cxn>
                <a:cxn ang="0">
                  <a:pos x="175" y="57"/>
                </a:cxn>
                <a:cxn ang="0">
                  <a:pos x="175" y="26"/>
                </a:cxn>
                <a:cxn ang="0">
                  <a:pos x="168" y="7"/>
                </a:cxn>
                <a:cxn ang="0">
                  <a:pos x="146" y="0"/>
                </a:cxn>
                <a:cxn ang="0">
                  <a:pos x="118" y="0"/>
                </a:cxn>
                <a:cxn ang="0">
                  <a:pos x="97" y="0"/>
                </a:cxn>
                <a:cxn ang="0">
                  <a:pos x="66" y="0"/>
                </a:cxn>
                <a:cxn ang="0">
                  <a:pos x="33" y="12"/>
                </a:cxn>
                <a:cxn ang="0">
                  <a:pos x="0" y="49"/>
                </a:cxn>
                <a:cxn ang="0">
                  <a:pos x="5" y="73"/>
                </a:cxn>
                <a:cxn ang="0">
                  <a:pos x="17" y="87"/>
                </a:cxn>
              </a:cxnLst>
              <a:rect l="0" t="0" r="r" b="b"/>
              <a:pathLst>
                <a:path w="175" h="113">
                  <a:moveTo>
                    <a:pt x="17" y="87"/>
                  </a:moveTo>
                  <a:lnTo>
                    <a:pt x="50" y="97"/>
                  </a:lnTo>
                  <a:lnTo>
                    <a:pt x="73" y="113"/>
                  </a:lnTo>
                  <a:lnTo>
                    <a:pt x="104" y="109"/>
                  </a:lnTo>
                  <a:lnTo>
                    <a:pt x="144" y="113"/>
                  </a:lnTo>
                  <a:lnTo>
                    <a:pt x="158" y="109"/>
                  </a:lnTo>
                  <a:lnTo>
                    <a:pt x="168" y="75"/>
                  </a:lnTo>
                  <a:lnTo>
                    <a:pt x="175" y="57"/>
                  </a:lnTo>
                  <a:lnTo>
                    <a:pt x="175" y="26"/>
                  </a:lnTo>
                  <a:lnTo>
                    <a:pt x="168" y="7"/>
                  </a:lnTo>
                  <a:lnTo>
                    <a:pt x="146" y="0"/>
                  </a:lnTo>
                  <a:lnTo>
                    <a:pt x="118" y="0"/>
                  </a:lnTo>
                  <a:lnTo>
                    <a:pt x="97" y="0"/>
                  </a:lnTo>
                  <a:lnTo>
                    <a:pt x="66" y="0"/>
                  </a:lnTo>
                  <a:lnTo>
                    <a:pt x="33" y="12"/>
                  </a:lnTo>
                  <a:lnTo>
                    <a:pt x="0" y="49"/>
                  </a:lnTo>
                  <a:lnTo>
                    <a:pt x="5" y="73"/>
                  </a:lnTo>
                  <a:lnTo>
                    <a:pt x="17" y="87"/>
                  </a:lnTo>
                  <a:close/>
                </a:path>
              </a:pathLst>
            </a:custGeom>
            <a:grpFill/>
            <a:ln w="1270" cap="flat">
              <a:solidFill>
                <a:schemeClr val="tx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  <p:sp>
          <p:nvSpPr>
            <p:cNvPr id="214" name="Freeform 171">
              <a:extLst>
                <a:ext uri="{FF2B5EF4-FFF2-40B4-BE49-F238E27FC236}">
                  <a16:creationId xmlns:a16="http://schemas.microsoft.com/office/drawing/2014/main" id="{F3D519D7-3C53-4E2F-8C2A-BB31CAE531B3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307828" y="1236945"/>
              <a:ext cx="72328" cy="56256"/>
            </a:xfrm>
            <a:custGeom>
              <a:avLst/>
              <a:gdLst/>
              <a:ahLst/>
              <a:cxnLst>
                <a:cxn ang="0">
                  <a:pos x="96" y="46"/>
                </a:cxn>
                <a:cxn ang="0">
                  <a:pos x="85" y="35"/>
                </a:cxn>
                <a:cxn ang="0">
                  <a:pos x="84" y="22"/>
                </a:cxn>
                <a:cxn ang="0">
                  <a:pos x="71" y="17"/>
                </a:cxn>
                <a:cxn ang="0">
                  <a:pos x="59" y="8"/>
                </a:cxn>
                <a:cxn ang="0">
                  <a:pos x="48" y="8"/>
                </a:cxn>
                <a:cxn ang="0">
                  <a:pos x="31" y="3"/>
                </a:cxn>
                <a:cxn ang="0">
                  <a:pos x="20" y="0"/>
                </a:cxn>
                <a:cxn ang="0">
                  <a:pos x="8" y="14"/>
                </a:cxn>
                <a:cxn ang="0">
                  <a:pos x="0" y="29"/>
                </a:cxn>
                <a:cxn ang="0">
                  <a:pos x="0" y="53"/>
                </a:cxn>
                <a:cxn ang="0">
                  <a:pos x="0" y="54"/>
                </a:cxn>
                <a:cxn ang="0">
                  <a:pos x="10" y="66"/>
                </a:cxn>
                <a:cxn ang="0">
                  <a:pos x="5" y="58"/>
                </a:cxn>
                <a:cxn ang="0">
                  <a:pos x="11" y="56"/>
                </a:cxn>
                <a:cxn ang="0">
                  <a:pos x="18" y="53"/>
                </a:cxn>
                <a:cxn ang="0">
                  <a:pos x="27" y="55"/>
                </a:cxn>
                <a:cxn ang="0">
                  <a:pos x="33" y="64"/>
                </a:cxn>
                <a:cxn ang="0">
                  <a:pos x="31" y="72"/>
                </a:cxn>
                <a:cxn ang="0">
                  <a:pos x="29" y="80"/>
                </a:cxn>
                <a:cxn ang="0">
                  <a:pos x="38" y="82"/>
                </a:cxn>
                <a:cxn ang="0">
                  <a:pos x="50" y="83"/>
                </a:cxn>
                <a:cxn ang="0">
                  <a:pos x="59" y="83"/>
                </a:cxn>
                <a:cxn ang="0">
                  <a:pos x="58" y="75"/>
                </a:cxn>
                <a:cxn ang="0">
                  <a:pos x="66" y="72"/>
                </a:cxn>
                <a:cxn ang="0">
                  <a:pos x="72" y="77"/>
                </a:cxn>
                <a:cxn ang="0">
                  <a:pos x="85" y="79"/>
                </a:cxn>
                <a:cxn ang="0">
                  <a:pos x="97" y="81"/>
                </a:cxn>
                <a:cxn ang="0">
                  <a:pos x="107" y="83"/>
                </a:cxn>
                <a:cxn ang="0">
                  <a:pos x="107" y="70"/>
                </a:cxn>
                <a:cxn ang="0">
                  <a:pos x="100" y="59"/>
                </a:cxn>
                <a:cxn ang="0">
                  <a:pos x="96" y="46"/>
                </a:cxn>
              </a:cxnLst>
              <a:rect l="0" t="0" r="r" b="b"/>
              <a:pathLst>
                <a:path w="107" h="83">
                  <a:moveTo>
                    <a:pt x="96" y="46"/>
                  </a:moveTo>
                  <a:cubicBezTo>
                    <a:pt x="85" y="35"/>
                    <a:pt x="85" y="35"/>
                    <a:pt x="85" y="35"/>
                  </a:cubicBezTo>
                  <a:cubicBezTo>
                    <a:pt x="84" y="22"/>
                    <a:pt x="84" y="22"/>
                    <a:pt x="84" y="22"/>
                  </a:cubicBezTo>
                  <a:cubicBezTo>
                    <a:pt x="71" y="17"/>
                    <a:pt x="71" y="17"/>
                    <a:pt x="71" y="17"/>
                  </a:cubicBezTo>
                  <a:cubicBezTo>
                    <a:pt x="59" y="8"/>
                    <a:pt x="59" y="8"/>
                    <a:pt x="59" y="8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0" y="66"/>
                    <a:pt x="10" y="66"/>
                    <a:pt x="10" y="66"/>
                  </a:cubicBezTo>
                  <a:cubicBezTo>
                    <a:pt x="10" y="66"/>
                    <a:pt x="6" y="58"/>
                    <a:pt x="5" y="58"/>
                  </a:cubicBezTo>
                  <a:cubicBezTo>
                    <a:pt x="4" y="58"/>
                    <a:pt x="11" y="56"/>
                    <a:pt x="11" y="56"/>
                  </a:cubicBezTo>
                  <a:cubicBezTo>
                    <a:pt x="18" y="53"/>
                    <a:pt x="18" y="53"/>
                    <a:pt x="18" y="53"/>
                  </a:cubicBezTo>
                  <a:cubicBezTo>
                    <a:pt x="27" y="55"/>
                    <a:pt x="27" y="55"/>
                    <a:pt x="27" y="55"/>
                  </a:cubicBezTo>
                  <a:cubicBezTo>
                    <a:pt x="33" y="64"/>
                    <a:pt x="33" y="64"/>
                    <a:pt x="33" y="64"/>
                  </a:cubicBezTo>
                  <a:cubicBezTo>
                    <a:pt x="31" y="72"/>
                    <a:pt x="31" y="72"/>
                    <a:pt x="31" y="72"/>
                  </a:cubicBezTo>
                  <a:cubicBezTo>
                    <a:pt x="29" y="80"/>
                    <a:pt x="29" y="80"/>
                    <a:pt x="29" y="80"/>
                  </a:cubicBezTo>
                  <a:cubicBezTo>
                    <a:pt x="38" y="82"/>
                    <a:pt x="38" y="82"/>
                    <a:pt x="38" y="82"/>
                  </a:cubicBezTo>
                  <a:cubicBezTo>
                    <a:pt x="50" y="83"/>
                    <a:pt x="50" y="83"/>
                    <a:pt x="50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72" y="77"/>
                    <a:pt x="72" y="77"/>
                    <a:pt x="72" y="77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97" y="81"/>
                    <a:pt x="97" y="81"/>
                    <a:pt x="97" y="81"/>
                  </a:cubicBezTo>
                  <a:cubicBezTo>
                    <a:pt x="107" y="83"/>
                    <a:pt x="107" y="83"/>
                    <a:pt x="107" y="83"/>
                  </a:cubicBezTo>
                  <a:cubicBezTo>
                    <a:pt x="107" y="70"/>
                    <a:pt x="107" y="70"/>
                    <a:pt x="107" y="70"/>
                  </a:cubicBezTo>
                  <a:cubicBezTo>
                    <a:pt x="100" y="59"/>
                    <a:pt x="100" y="59"/>
                    <a:pt x="100" y="59"/>
                  </a:cubicBezTo>
                  <a:lnTo>
                    <a:pt x="96" y="46"/>
                  </a:lnTo>
                  <a:close/>
                </a:path>
              </a:pathLst>
            </a:custGeom>
            <a:grpFill/>
            <a:ln w="1270" cap="flat">
              <a:solidFill>
                <a:schemeClr val="tx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  <p:sp>
          <p:nvSpPr>
            <p:cNvPr id="215" name="Freeform 175">
              <a:extLst>
                <a:ext uri="{FF2B5EF4-FFF2-40B4-BE49-F238E27FC236}">
                  <a16:creationId xmlns:a16="http://schemas.microsoft.com/office/drawing/2014/main" id="{535FEA9F-B4E0-4A30-8A1E-EFE82C455675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983754" y="1389637"/>
              <a:ext cx="135473" cy="202634"/>
            </a:xfrm>
            <a:custGeom>
              <a:avLst/>
              <a:gdLst/>
              <a:ahLst/>
              <a:cxnLst>
                <a:cxn ang="0">
                  <a:pos x="200" y="253"/>
                </a:cxn>
                <a:cxn ang="0">
                  <a:pos x="181" y="222"/>
                </a:cxn>
                <a:cxn ang="0">
                  <a:pos x="168" y="168"/>
                </a:cxn>
                <a:cxn ang="0">
                  <a:pos x="172" y="152"/>
                </a:cxn>
                <a:cxn ang="0">
                  <a:pos x="118" y="97"/>
                </a:cxn>
                <a:cxn ang="0">
                  <a:pos x="79" y="63"/>
                </a:cxn>
                <a:cxn ang="0">
                  <a:pos x="53" y="52"/>
                </a:cxn>
                <a:cxn ang="0">
                  <a:pos x="30" y="25"/>
                </a:cxn>
                <a:cxn ang="0">
                  <a:pos x="16" y="0"/>
                </a:cxn>
                <a:cxn ang="0">
                  <a:pos x="0" y="10"/>
                </a:cxn>
                <a:cxn ang="0">
                  <a:pos x="9" y="26"/>
                </a:cxn>
                <a:cxn ang="0">
                  <a:pos x="22" y="42"/>
                </a:cxn>
                <a:cxn ang="0">
                  <a:pos x="19" y="66"/>
                </a:cxn>
                <a:cxn ang="0">
                  <a:pos x="9" y="87"/>
                </a:cxn>
                <a:cxn ang="0">
                  <a:pos x="9" y="96"/>
                </a:cxn>
                <a:cxn ang="0">
                  <a:pos x="22" y="92"/>
                </a:cxn>
                <a:cxn ang="0">
                  <a:pos x="39" y="80"/>
                </a:cxn>
                <a:cxn ang="0">
                  <a:pos x="45" y="87"/>
                </a:cxn>
                <a:cxn ang="0">
                  <a:pos x="39" y="106"/>
                </a:cxn>
                <a:cxn ang="0">
                  <a:pos x="50" y="100"/>
                </a:cxn>
                <a:cxn ang="0">
                  <a:pos x="60" y="88"/>
                </a:cxn>
                <a:cxn ang="0">
                  <a:pos x="66" y="99"/>
                </a:cxn>
                <a:cxn ang="0">
                  <a:pos x="60" y="78"/>
                </a:cxn>
                <a:cxn ang="0">
                  <a:pos x="74" y="72"/>
                </a:cxn>
                <a:cxn ang="0">
                  <a:pos x="89" y="78"/>
                </a:cxn>
                <a:cxn ang="0">
                  <a:pos x="92" y="105"/>
                </a:cxn>
                <a:cxn ang="0">
                  <a:pos x="100" y="96"/>
                </a:cxn>
                <a:cxn ang="0">
                  <a:pos x="108" y="109"/>
                </a:cxn>
                <a:cxn ang="0">
                  <a:pos x="106" y="141"/>
                </a:cxn>
                <a:cxn ang="0">
                  <a:pos x="95" y="139"/>
                </a:cxn>
                <a:cxn ang="0">
                  <a:pos x="82" y="131"/>
                </a:cxn>
                <a:cxn ang="0">
                  <a:pos x="76" y="150"/>
                </a:cxn>
                <a:cxn ang="0">
                  <a:pos x="76" y="131"/>
                </a:cxn>
                <a:cxn ang="0">
                  <a:pos x="79" y="114"/>
                </a:cxn>
                <a:cxn ang="0">
                  <a:pos x="62" y="112"/>
                </a:cxn>
                <a:cxn ang="0">
                  <a:pos x="54" y="121"/>
                </a:cxn>
                <a:cxn ang="0">
                  <a:pos x="64" y="141"/>
                </a:cxn>
                <a:cxn ang="0">
                  <a:pos x="69" y="163"/>
                </a:cxn>
                <a:cxn ang="0">
                  <a:pos x="56" y="181"/>
                </a:cxn>
                <a:cxn ang="0">
                  <a:pos x="36" y="186"/>
                </a:cxn>
                <a:cxn ang="0">
                  <a:pos x="30" y="199"/>
                </a:cxn>
                <a:cxn ang="0">
                  <a:pos x="52" y="206"/>
                </a:cxn>
                <a:cxn ang="0">
                  <a:pos x="65" y="198"/>
                </a:cxn>
                <a:cxn ang="0">
                  <a:pos x="73" y="190"/>
                </a:cxn>
                <a:cxn ang="0">
                  <a:pos x="68" y="202"/>
                </a:cxn>
                <a:cxn ang="0">
                  <a:pos x="80" y="201"/>
                </a:cxn>
                <a:cxn ang="0">
                  <a:pos x="103" y="186"/>
                </a:cxn>
                <a:cxn ang="0">
                  <a:pos x="132" y="189"/>
                </a:cxn>
                <a:cxn ang="0">
                  <a:pos x="161" y="189"/>
                </a:cxn>
                <a:cxn ang="0">
                  <a:pos x="179" y="223"/>
                </a:cxn>
                <a:cxn ang="0">
                  <a:pos x="197" y="253"/>
                </a:cxn>
                <a:cxn ang="0">
                  <a:pos x="191" y="290"/>
                </a:cxn>
                <a:cxn ang="0">
                  <a:pos x="192" y="290"/>
                </a:cxn>
              </a:cxnLst>
              <a:rect l="0" t="0" r="r" b="b"/>
              <a:pathLst>
                <a:path w="200" h="299">
                  <a:moveTo>
                    <a:pt x="194" y="262"/>
                  </a:moveTo>
                  <a:cubicBezTo>
                    <a:pt x="200" y="253"/>
                    <a:pt x="200" y="253"/>
                    <a:pt x="200" y="253"/>
                  </a:cubicBezTo>
                  <a:cubicBezTo>
                    <a:pt x="197" y="243"/>
                    <a:pt x="197" y="243"/>
                    <a:pt x="197" y="243"/>
                  </a:cubicBezTo>
                  <a:cubicBezTo>
                    <a:pt x="181" y="222"/>
                    <a:pt x="181" y="222"/>
                    <a:pt x="181" y="222"/>
                  </a:cubicBezTo>
                  <a:cubicBezTo>
                    <a:pt x="168" y="188"/>
                    <a:pt x="168" y="188"/>
                    <a:pt x="168" y="188"/>
                  </a:cubicBezTo>
                  <a:cubicBezTo>
                    <a:pt x="168" y="168"/>
                    <a:pt x="168" y="168"/>
                    <a:pt x="168" y="168"/>
                  </a:cubicBezTo>
                  <a:cubicBezTo>
                    <a:pt x="158" y="160"/>
                    <a:pt x="158" y="160"/>
                    <a:pt x="158" y="160"/>
                  </a:cubicBezTo>
                  <a:cubicBezTo>
                    <a:pt x="172" y="152"/>
                    <a:pt x="172" y="152"/>
                    <a:pt x="172" y="152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18" y="97"/>
                    <a:pt x="118" y="97"/>
                    <a:pt x="118" y="97"/>
                  </a:cubicBezTo>
                  <a:cubicBezTo>
                    <a:pt x="99" y="76"/>
                    <a:pt x="99" y="76"/>
                    <a:pt x="99" y="76"/>
                  </a:cubicBezTo>
                  <a:cubicBezTo>
                    <a:pt x="79" y="63"/>
                    <a:pt x="79" y="63"/>
                    <a:pt x="79" y="63"/>
                  </a:cubicBezTo>
                  <a:cubicBezTo>
                    <a:pt x="65" y="62"/>
                    <a:pt x="65" y="62"/>
                    <a:pt x="65" y="62"/>
                  </a:cubicBezTo>
                  <a:cubicBezTo>
                    <a:pt x="53" y="52"/>
                    <a:pt x="53" y="52"/>
                    <a:pt x="53" y="52"/>
                  </a:cubicBezTo>
                  <a:cubicBezTo>
                    <a:pt x="37" y="36"/>
                    <a:pt x="37" y="36"/>
                    <a:pt x="37" y="36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14" y="35"/>
                    <a:pt x="14" y="35"/>
                    <a:pt x="14" y="35"/>
                  </a:cubicBezTo>
                  <a:cubicBezTo>
                    <a:pt x="22" y="42"/>
                    <a:pt x="22" y="42"/>
                    <a:pt x="22" y="42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19" y="66"/>
                    <a:pt x="19" y="66"/>
                    <a:pt x="19" y="66"/>
                  </a:cubicBezTo>
                  <a:cubicBezTo>
                    <a:pt x="14" y="81"/>
                    <a:pt x="14" y="81"/>
                    <a:pt x="14" y="81"/>
                  </a:cubicBezTo>
                  <a:cubicBezTo>
                    <a:pt x="9" y="87"/>
                    <a:pt x="9" y="87"/>
                    <a:pt x="9" y="87"/>
                  </a:cubicBezTo>
                  <a:cubicBezTo>
                    <a:pt x="7" y="91"/>
                    <a:pt x="7" y="91"/>
                    <a:pt x="7" y="91"/>
                  </a:cubicBezTo>
                  <a:cubicBezTo>
                    <a:pt x="7" y="91"/>
                    <a:pt x="7" y="96"/>
                    <a:pt x="9" y="96"/>
                  </a:cubicBezTo>
                  <a:cubicBezTo>
                    <a:pt x="10" y="96"/>
                    <a:pt x="18" y="100"/>
                    <a:pt x="18" y="100"/>
                  </a:cubicBezTo>
                  <a:cubicBezTo>
                    <a:pt x="22" y="92"/>
                    <a:pt x="22" y="92"/>
                    <a:pt x="22" y="92"/>
                  </a:cubicBezTo>
                  <a:cubicBezTo>
                    <a:pt x="29" y="84"/>
                    <a:pt x="29" y="84"/>
                    <a:pt x="29" y="84"/>
                  </a:cubicBezTo>
                  <a:cubicBezTo>
                    <a:pt x="39" y="80"/>
                    <a:pt x="39" y="80"/>
                    <a:pt x="39" y="80"/>
                  </a:cubicBezTo>
                  <a:cubicBezTo>
                    <a:pt x="48" y="82"/>
                    <a:pt x="48" y="82"/>
                    <a:pt x="48" y="82"/>
                  </a:cubicBezTo>
                  <a:cubicBezTo>
                    <a:pt x="45" y="87"/>
                    <a:pt x="45" y="87"/>
                    <a:pt x="45" y="87"/>
                  </a:cubicBezTo>
                  <a:cubicBezTo>
                    <a:pt x="40" y="96"/>
                    <a:pt x="40" y="96"/>
                    <a:pt x="40" y="96"/>
                  </a:cubicBezTo>
                  <a:cubicBezTo>
                    <a:pt x="39" y="106"/>
                    <a:pt x="39" y="106"/>
                    <a:pt x="39" y="106"/>
                  </a:cubicBezTo>
                  <a:cubicBezTo>
                    <a:pt x="45" y="106"/>
                    <a:pt x="45" y="106"/>
                    <a:pt x="45" y="106"/>
                  </a:cubicBezTo>
                  <a:cubicBezTo>
                    <a:pt x="50" y="100"/>
                    <a:pt x="50" y="100"/>
                    <a:pt x="50" y="100"/>
                  </a:cubicBezTo>
                  <a:cubicBezTo>
                    <a:pt x="58" y="99"/>
                    <a:pt x="58" y="99"/>
                    <a:pt x="58" y="99"/>
                  </a:cubicBezTo>
                  <a:cubicBezTo>
                    <a:pt x="60" y="88"/>
                    <a:pt x="60" y="88"/>
                    <a:pt x="60" y="88"/>
                  </a:cubicBezTo>
                  <a:cubicBezTo>
                    <a:pt x="63" y="99"/>
                    <a:pt x="63" y="99"/>
                    <a:pt x="63" y="99"/>
                  </a:cubicBezTo>
                  <a:cubicBezTo>
                    <a:pt x="66" y="99"/>
                    <a:pt x="66" y="99"/>
                    <a:pt x="66" y="99"/>
                  </a:cubicBezTo>
                  <a:cubicBezTo>
                    <a:pt x="65" y="85"/>
                    <a:pt x="65" y="85"/>
                    <a:pt x="65" y="85"/>
                  </a:cubicBezTo>
                  <a:cubicBezTo>
                    <a:pt x="60" y="78"/>
                    <a:pt x="60" y="78"/>
                    <a:pt x="60" y="78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74" y="72"/>
                    <a:pt x="74" y="72"/>
                    <a:pt x="74" y="72"/>
                  </a:cubicBezTo>
                  <a:cubicBezTo>
                    <a:pt x="82" y="74"/>
                    <a:pt x="82" y="74"/>
                    <a:pt x="82" y="74"/>
                  </a:cubicBezTo>
                  <a:cubicBezTo>
                    <a:pt x="89" y="78"/>
                    <a:pt x="89" y="78"/>
                    <a:pt x="89" y="78"/>
                  </a:cubicBezTo>
                  <a:cubicBezTo>
                    <a:pt x="91" y="91"/>
                    <a:pt x="91" y="91"/>
                    <a:pt x="91" y="91"/>
                  </a:cubicBezTo>
                  <a:cubicBezTo>
                    <a:pt x="91" y="91"/>
                    <a:pt x="90" y="105"/>
                    <a:pt x="92" y="105"/>
                  </a:cubicBezTo>
                  <a:cubicBezTo>
                    <a:pt x="94" y="105"/>
                    <a:pt x="99" y="102"/>
                    <a:pt x="99" y="102"/>
                  </a:cubicBezTo>
                  <a:cubicBezTo>
                    <a:pt x="100" y="96"/>
                    <a:pt x="100" y="96"/>
                    <a:pt x="100" y="96"/>
                  </a:cubicBezTo>
                  <a:cubicBezTo>
                    <a:pt x="107" y="102"/>
                    <a:pt x="107" y="102"/>
                    <a:pt x="107" y="102"/>
                  </a:cubicBezTo>
                  <a:cubicBezTo>
                    <a:pt x="108" y="109"/>
                    <a:pt x="108" y="109"/>
                    <a:pt x="108" y="109"/>
                  </a:cubicBezTo>
                  <a:cubicBezTo>
                    <a:pt x="109" y="126"/>
                    <a:pt x="109" y="126"/>
                    <a:pt x="109" y="126"/>
                  </a:cubicBezTo>
                  <a:cubicBezTo>
                    <a:pt x="106" y="141"/>
                    <a:pt x="106" y="141"/>
                    <a:pt x="106" y="141"/>
                  </a:cubicBezTo>
                  <a:cubicBezTo>
                    <a:pt x="98" y="144"/>
                    <a:pt x="98" y="144"/>
                    <a:pt x="98" y="144"/>
                  </a:cubicBezTo>
                  <a:cubicBezTo>
                    <a:pt x="95" y="139"/>
                    <a:pt x="95" y="139"/>
                    <a:pt x="95" y="139"/>
                  </a:cubicBezTo>
                  <a:cubicBezTo>
                    <a:pt x="98" y="132"/>
                    <a:pt x="98" y="132"/>
                    <a:pt x="98" y="132"/>
                  </a:cubicBezTo>
                  <a:cubicBezTo>
                    <a:pt x="82" y="131"/>
                    <a:pt x="82" y="131"/>
                    <a:pt x="82" y="131"/>
                  </a:cubicBezTo>
                  <a:cubicBezTo>
                    <a:pt x="79" y="141"/>
                    <a:pt x="79" y="141"/>
                    <a:pt x="79" y="141"/>
                  </a:cubicBezTo>
                  <a:cubicBezTo>
                    <a:pt x="76" y="150"/>
                    <a:pt x="76" y="150"/>
                    <a:pt x="76" y="150"/>
                  </a:cubicBezTo>
                  <a:cubicBezTo>
                    <a:pt x="72" y="139"/>
                    <a:pt x="72" y="139"/>
                    <a:pt x="72" y="139"/>
                  </a:cubicBezTo>
                  <a:cubicBezTo>
                    <a:pt x="76" y="131"/>
                    <a:pt x="76" y="131"/>
                    <a:pt x="76" y="131"/>
                  </a:cubicBezTo>
                  <a:cubicBezTo>
                    <a:pt x="79" y="124"/>
                    <a:pt x="79" y="124"/>
                    <a:pt x="79" y="124"/>
                  </a:cubicBezTo>
                  <a:cubicBezTo>
                    <a:pt x="79" y="114"/>
                    <a:pt x="79" y="114"/>
                    <a:pt x="79" y="114"/>
                  </a:cubicBezTo>
                  <a:cubicBezTo>
                    <a:pt x="71" y="110"/>
                    <a:pt x="71" y="110"/>
                    <a:pt x="71" y="110"/>
                  </a:cubicBezTo>
                  <a:cubicBezTo>
                    <a:pt x="62" y="112"/>
                    <a:pt x="62" y="112"/>
                    <a:pt x="62" y="112"/>
                  </a:cubicBezTo>
                  <a:cubicBezTo>
                    <a:pt x="56" y="114"/>
                    <a:pt x="56" y="114"/>
                    <a:pt x="56" y="114"/>
                  </a:cubicBezTo>
                  <a:cubicBezTo>
                    <a:pt x="54" y="121"/>
                    <a:pt x="54" y="121"/>
                    <a:pt x="54" y="121"/>
                  </a:cubicBezTo>
                  <a:cubicBezTo>
                    <a:pt x="52" y="132"/>
                    <a:pt x="52" y="132"/>
                    <a:pt x="52" y="132"/>
                  </a:cubicBezTo>
                  <a:cubicBezTo>
                    <a:pt x="64" y="141"/>
                    <a:pt x="64" y="141"/>
                    <a:pt x="64" y="141"/>
                  </a:cubicBezTo>
                  <a:cubicBezTo>
                    <a:pt x="66" y="153"/>
                    <a:pt x="66" y="153"/>
                    <a:pt x="66" y="153"/>
                  </a:cubicBezTo>
                  <a:cubicBezTo>
                    <a:pt x="69" y="163"/>
                    <a:pt x="69" y="163"/>
                    <a:pt x="69" y="163"/>
                  </a:cubicBezTo>
                  <a:cubicBezTo>
                    <a:pt x="65" y="171"/>
                    <a:pt x="65" y="171"/>
                    <a:pt x="65" y="171"/>
                  </a:cubicBezTo>
                  <a:cubicBezTo>
                    <a:pt x="56" y="181"/>
                    <a:pt x="56" y="181"/>
                    <a:pt x="56" y="181"/>
                  </a:cubicBezTo>
                  <a:cubicBezTo>
                    <a:pt x="45" y="184"/>
                    <a:pt x="45" y="184"/>
                    <a:pt x="45" y="184"/>
                  </a:cubicBezTo>
                  <a:cubicBezTo>
                    <a:pt x="36" y="186"/>
                    <a:pt x="36" y="186"/>
                    <a:pt x="36" y="186"/>
                  </a:cubicBezTo>
                  <a:cubicBezTo>
                    <a:pt x="29" y="190"/>
                    <a:pt x="29" y="190"/>
                    <a:pt x="29" y="190"/>
                  </a:cubicBezTo>
                  <a:cubicBezTo>
                    <a:pt x="30" y="199"/>
                    <a:pt x="30" y="199"/>
                    <a:pt x="30" y="199"/>
                  </a:cubicBezTo>
                  <a:cubicBezTo>
                    <a:pt x="30" y="199"/>
                    <a:pt x="40" y="202"/>
                    <a:pt x="41" y="203"/>
                  </a:cubicBezTo>
                  <a:cubicBezTo>
                    <a:pt x="42" y="204"/>
                    <a:pt x="52" y="206"/>
                    <a:pt x="52" y="206"/>
                  </a:cubicBezTo>
                  <a:cubicBezTo>
                    <a:pt x="62" y="205"/>
                    <a:pt x="62" y="205"/>
                    <a:pt x="62" y="205"/>
                  </a:cubicBezTo>
                  <a:cubicBezTo>
                    <a:pt x="65" y="198"/>
                    <a:pt x="65" y="198"/>
                    <a:pt x="65" y="198"/>
                  </a:cubicBezTo>
                  <a:cubicBezTo>
                    <a:pt x="64" y="193"/>
                    <a:pt x="64" y="193"/>
                    <a:pt x="64" y="193"/>
                  </a:cubicBezTo>
                  <a:cubicBezTo>
                    <a:pt x="73" y="190"/>
                    <a:pt x="73" y="190"/>
                    <a:pt x="73" y="190"/>
                  </a:cubicBezTo>
                  <a:cubicBezTo>
                    <a:pt x="75" y="198"/>
                    <a:pt x="75" y="198"/>
                    <a:pt x="75" y="198"/>
                  </a:cubicBezTo>
                  <a:cubicBezTo>
                    <a:pt x="68" y="202"/>
                    <a:pt x="68" y="202"/>
                    <a:pt x="68" y="202"/>
                  </a:cubicBezTo>
                  <a:cubicBezTo>
                    <a:pt x="71" y="205"/>
                    <a:pt x="71" y="205"/>
                    <a:pt x="71" y="205"/>
                  </a:cubicBezTo>
                  <a:cubicBezTo>
                    <a:pt x="80" y="201"/>
                    <a:pt x="80" y="201"/>
                    <a:pt x="80" y="201"/>
                  </a:cubicBezTo>
                  <a:cubicBezTo>
                    <a:pt x="92" y="200"/>
                    <a:pt x="92" y="200"/>
                    <a:pt x="92" y="200"/>
                  </a:cubicBezTo>
                  <a:cubicBezTo>
                    <a:pt x="103" y="186"/>
                    <a:pt x="103" y="186"/>
                    <a:pt x="103" y="186"/>
                  </a:cubicBezTo>
                  <a:cubicBezTo>
                    <a:pt x="118" y="186"/>
                    <a:pt x="118" y="186"/>
                    <a:pt x="118" y="186"/>
                  </a:cubicBezTo>
                  <a:cubicBezTo>
                    <a:pt x="132" y="189"/>
                    <a:pt x="132" y="189"/>
                    <a:pt x="132" y="189"/>
                  </a:cubicBezTo>
                  <a:cubicBezTo>
                    <a:pt x="145" y="188"/>
                    <a:pt x="145" y="188"/>
                    <a:pt x="145" y="188"/>
                  </a:cubicBezTo>
                  <a:cubicBezTo>
                    <a:pt x="161" y="189"/>
                    <a:pt x="161" y="189"/>
                    <a:pt x="161" y="189"/>
                  </a:cubicBezTo>
                  <a:cubicBezTo>
                    <a:pt x="166" y="189"/>
                    <a:pt x="166" y="189"/>
                    <a:pt x="166" y="189"/>
                  </a:cubicBezTo>
                  <a:cubicBezTo>
                    <a:pt x="179" y="223"/>
                    <a:pt x="179" y="223"/>
                    <a:pt x="179" y="223"/>
                  </a:cubicBezTo>
                  <a:cubicBezTo>
                    <a:pt x="195" y="244"/>
                    <a:pt x="195" y="244"/>
                    <a:pt x="195" y="244"/>
                  </a:cubicBezTo>
                  <a:cubicBezTo>
                    <a:pt x="197" y="253"/>
                    <a:pt x="197" y="253"/>
                    <a:pt x="197" y="253"/>
                  </a:cubicBezTo>
                  <a:cubicBezTo>
                    <a:pt x="192" y="261"/>
                    <a:pt x="192" y="261"/>
                    <a:pt x="192" y="261"/>
                  </a:cubicBezTo>
                  <a:cubicBezTo>
                    <a:pt x="191" y="290"/>
                    <a:pt x="191" y="290"/>
                    <a:pt x="191" y="290"/>
                  </a:cubicBezTo>
                  <a:cubicBezTo>
                    <a:pt x="195" y="299"/>
                    <a:pt x="195" y="299"/>
                    <a:pt x="195" y="299"/>
                  </a:cubicBezTo>
                  <a:cubicBezTo>
                    <a:pt x="192" y="290"/>
                    <a:pt x="192" y="290"/>
                    <a:pt x="192" y="290"/>
                  </a:cubicBezTo>
                  <a:lnTo>
                    <a:pt x="194" y="262"/>
                  </a:lnTo>
                  <a:close/>
                </a:path>
              </a:pathLst>
            </a:custGeom>
            <a:grpFill/>
            <a:ln w="1270" cap="flat">
              <a:solidFill>
                <a:schemeClr val="tx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  <p:sp>
          <p:nvSpPr>
            <p:cNvPr id="216" name="Freeform 176">
              <a:extLst>
                <a:ext uri="{FF2B5EF4-FFF2-40B4-BE49-F238E27FC236}">
                  <a16:creationId xmlns:a16="http://schemas.microsoft.com/office/drawing/2014/main" id="{8A93E4B1-6DF4-4147-9A99-C5E10D3358AF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826469" y="1172653"/>
              <a:ext cx="158434" cy="197181"/>
            </a:xfrm>
            <a:custGeom>
              <a:avLst/>
              <a:gdLst/>
              <a:ahLst/>
              <a:cxnLst>
                <a:cxn ang="0">
                  <a:pos x="49" y="82"/>
                </a:cxn>
                <a:cxn ang="0">
                  <a:pos x="15" y="91"/>
                </a:cxn>
                <a:cxn ang="0">
                  <a:pos x="30" y="115"/>
                </a:cxn>
                <a:cxn ang="0">
                  <a:pos x="45" y="124"/>
                </a:cxn>
                <a:cxn ang="0">
                  <a:pos x="33" y="146"/>
                </a:cxn>
                <a:cxn ang="0">
                  <a:pos x="21" y="166"/>
                </a:cxn>
                <a:cxn ang="0">
                  <a:pos x="41" y="177"/>
                </a:cxn>
                <a:cxn ang="0">
                  <a:pos x="42" y="196"/>
                </a:cxn>
                <a:cxn ang="0">
                  <a:pos x="11" y="195"/>
                </a:cxn>
                <a:cxn ang="0">
                  <a:pos x="2" y="219"/>
                </a:cxn>
                <a:cxn ang="0">
                  <a:pos x="18" y="239"/>
                </a:cxn>
                <a:cxn ang="0">
                  <a:pos x="27" y="249"/>
                </a:cxn>
                <a:cxn ang="0">
                  <a:pos x="53" y="270"/>
                </a:cxn>
                <a:cxn ang="0">
                  <a:pos x="80" y="257"/>
                </a:cxn>
                <a:cxn ang="0">
                  <a:pos x="78" y="282"/>
                </a:cxn>
                <a:cxn ang="0">
                  <a:pos x="106" y="287"/>
                </a:cxn>
                <a:cxn ang="0">
                  <a:pos x="105" y="267"/>
                </a:cxn>
                <a:cxn ang="0">
                  <a:pos x="98" y="254"/>
                </a:cxn>
                <a:cxn ang="0">
                  <a:pos x="113" y="240"/>
                </a:cxn>
                <a:cxn ang="0">
                  <a:pos x="131" y="223"/>
                </a:cxn>
                <a:cxn ang="0">
                  <a:pos x="163" y="214"/>
                </a:cxn>
                <a:cxn ang="0">
                  <a:pos x="189" y="219"/>
                </a:cxn>
                <a:cxn ang="0">
                  <a:pos x="208" y="195"/>
                </a:cxn>
                <a:cxn ang="0">
                  <a:pos x="182" y="233"/>
                </a:cxn>
                <a:cxn ang="0">
                  <a:pos x="195" y="241"/>
                </a:cxn>
                <a:cxn ang="0">
                  <a:pos x="217" y="248"/>
                </a:cxn>
                <a:cxn ang="0">
                  <a:pos x="223" y="235"/>
                </a:cxn>
                <a:cxn ang="0">
                  <a:pos x="221" y="201"/>
                </a:cxn>
                <a:cxn ang="0">
                  <a:pos x="178" y="172"/>
                </a:cxn>
                <a:cxn ang="0">
                  <a:pos x="173" y="126"/>
                </a:cxn>
                <a:cxn ang="0">
                  <a:pos x="208" y="78"/>
                </a:cxn>
                <a:cxn ang="0">
                  <a:pos x="152" y="69"/>
                </a:cxn>
                <a:cxn ang="0">
                  <a:pos x="105" y="57"/>
                </a:cxn>
                <a:cxn ang="0">
                  <a:pos x="108" y="19"/>
                </a:cxn>
                <a:cxn ang="0">
                  <a:pos x="86" y="5"/>
                </a:cxn>
                <a:cxn ang="0">
                  <a:pos x="40" y="36"/>
                </a:cxn>
                <a:cxn ang="0">
                  <a:pos x="17" y="73"/>
                </a:cxn>
                <a:cxn ang="0">
                  <a:pos x="40" y="61"/>
                </a:cxn>
                <a:cxn ang="0">
                  <a:pos x="47" y="31"/>
                </a:cxn>
                <a:cxn ang="0">
                  <a:pos x="57" y="52"/>
                </a:cxn>
                <a:cxn ang="0">
                  <a:pos x="61" y="75"/>
                </a:cxn>
                <a:cxn ang="0">
                  <a:pos x="90" y="46"/>
                </a:cxn>
                <a:cxn ang="0">
                  <a:pos x="117" y="82"/>
                </a:cxn>
                <a:cxn ang="0">
                  <a:pos x="143" y="91"/>
                </a:cxn>
                <a:cxn ang="0">
                  <a:pos x="142" y="129"/>
                </a:cxn>
                <a:cxn ang="0">
                  <a:pos x="151" y="150"/>
                </a:cxn>
                <a:cxn ang="0">
                  <a:pos x="157" y="158"/>
                </a:cxn>
                <a:cxn ang="0">
                  <a:pos x="137" y="158"/>
                </a:cxn>
                <a:cxn ang="0">
                  <a:pos x="134" y="137"/>
                </a:cxn>
                <a:cxn ang="0">
                  <a:pos x="122" y="132"/>
                </a:cxn>
                <a:cxn ang="0">
                  <a:pos x="108" y="102"/>
                </a:cxn>
                <a:cxn ang="0">
                  <a:pos x="90" y="84"/>
                </a:cxn>
                <a:cxn ang="0">
                  <a:pos x="84" y="101"/>
                </a:cxn>
                <a:cxn ang="0">
                  <a:pos x="90" y="78"/>
                </a:cxn>
                <a:cxn ang="0">
                  <a:pos x="70" y="81"/>
                </a:cxn>
                <a:cxn ang="0">
                  <a:pos x="65" y="100"/>
                </a:cxn>
              </a:cxnLst>
              <a:rect l="0" t="0" r="r" b="b"/>
              <a:pathLst>
                <a:path w="234" h="291">
                  <a:moveTo>
                    <a:pt x="65" y="100"/>
                  </a:moveTo>
                  <a:cubicBezTo>
                    <a:pt x="60" y="93"/>
                    <a:pt x="60" y="93"/>
                    <a:pt x="60" y="93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49" y="82"/>
                    <a:pt x="49" y="82"/>
                    <a:pt x="49" y="82"/>
                  </a:cubicBezTo>
                  <a:cubicBezTo>
                    <a:pt x="40" y="82"/>
                    <a:pt x="40" y="82"/>
                    <a:pt x="40" y="82"/>
                  </a:cubicBezTo>
                  <a:cubicBezTo>
                    <a:pt x="24" y="86"/>
                    <a:pt x="24" y="86"/>
                    <a:pt x="24" y="86"/>
                  </a:cubicBezTo>
                  <a:cubicBezTo>
                    <a:pt x="9" y="89"/>
                    <a:pt x="9" y="89"/>
                    <a:pt x="9" y="89"/>
                  </a:cubicBezTo>
                  <a:cubicBezTo>
                    <a:pt x="15" y="91"/>
                    <a:pt x="15" y="91"/>
                    <a:pt x="15" y="91"/>
                  </a:cubicBezTo>
                  <a:cubicBezTo>
                    <a:pt x="17" y="103"/>
                    <a:pt x="17" y="103"/>
                    <a:pt x="17" y="103"/>
                  </a:cubicBezTo>
                  <a:cubicBezTo>
                    <a:pt x="15" y="111"/>
                    <a:pt x="15" y="111"/>
                    <a:pt x="15" y="111"/>
                  </a:cubicBezTo>
                  <a:cubicBezTo>
                    <a:pt x="19" y="115"/>
                    <a:pt x="19" y="115"/>
                    <a:pt x="19" y="115"/>
                  </a:cubicBezTo>
                  <a:cubicBezTo>
                    <a:pt x="30" y="115"/>
                    <a:pt x="30" y="115"/>
                    <a:pt x="30" y="115"/>
                  </a:cubicBezTo>
                  <a:cubicBezTo>
                    <a:pt x="34" y="112"/>
                    <a:pt x="34" y="112"/>
                    <a:pt x="34" y="112"/>
                  </a:cubicBezTo>
                  <a:cubicBezTo>
                    <a:pt x="43" y="110"/>
                    <a:pt x="43" y="110"/>
                    <a:pt x="43" y="110"/>
                  </a:cubicBezTo>
                  <a:cubicBezTo>
                    <a:pt x="41" y="119"/>
                    <a:pt x="41" y="119"/>
                    <a:pt x="41" y="119"/>
                  </a:cubicBezTo>
                  <a:cubicBezTo>
                    <a:pt x="45" y="124"/>
                    <a:pt x="45" y="124"/>
                    <a:pt x="45" y="124"/>
                  </a:cubicBezTo>
                  <a:cubicBezTo>
                    <a:pt x="51" y="124"/>
                    <a:pt x="51" y="124"/>
                    <a:pt x="51" y="124"/>
                  </a:cubicBezTo>
                  <a:cubicBezTo>
                    <a:pt x="52" y="133"/>
                    <a:pt x="52" y="133"/>
                    <a:pt x="52" y="133"/>
                  </a:cubicBezTo>
                  <a:cubicBezTo>
                    <a:pt x="44" y="137"/>
                    <a:pt x="44" y="137"/>
                    <a:pt x="44" y="137"/>
                  </a:cubicBezTo>
                  <a:cubicBezTo>
                    <a:pt x="33" y="146"/>
                    <a:pt x="33" y="146"/>
                    <a:pt x="33" y="146"/>
                  </a:cubicBezTo>
                  <a:cubicBezTo>
                    <a:pt x="20" y="147"/>
                    <a:pt x="20" y="147"/>
                    <a:pt x="20" y="147"/>
                  </a:cubicBezTo>
                  <a:cubicBezTo>
                    <a:pt x="17" y="155"/>
                    <a:pt x="17" y="155"/>
                    <a:pt x="17" y="155"/>
                  </a:cubicBezTo>
                  <a:cubicBezTo>
                    <a:pt x="15" y="166"/>
                    <a:pt x="15" y="166"/>
                    <a:pt x="15" y="166"/>
                  </a:cubicBezTo>
                  <a:cubicBezTo>
                    <a:pt x="21" y="166"/>
                    <a:pt x="21" y="166"/>
                    <a:pt x="21" y="166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34" y="158"/>
                    <a:pt x="34" y="158"/>
                    <a:pt x="34" y="158"/>
                  </a:cubicBezTo>
                  <a:cubicBezTo>
                    <a:pt x="43" y="171"/>
                    <a:pt x="43" y="171"/>
                    <a:pt x="43" y="171"/>
                  </a:cubicBezTo>
                  <a:cubicBezTo>
                    <a:pt x="41" y="177"/>
                    <a:pt x="41" y="177"/>
                    <a:pt x="41" y="177"/>
                  </a:cubicBezTo>
                  <a:cubicBezTo>
                    <a:pt x="43" y="184"/>
                    <a:pt x="43" y="184"/>
                    <a:pt x="43" y="184"/>
                  </a:cubicBezTo>
                  <a:cubicBezTo>
                    <a:pt x="51" y="189"/>
                    <a:pt x="51" y="189"/>
                    <a:pt x="51" y="189"/>
                  </a:cubicBezTo>
                  <a:cubicBezTo>
                    <a:pt x="47" y="197"/>
                    <a:pt x="47" y="197"/>
                    <a:pt x="47" y="197"/>
                  </a:cubicBezTo>
                  <a:cubicBezTo>
                    <a:pt x="42" y="196"/>
                    <a:pt x="42" y="196"/>
                    <a:pt x="42" y="196"/>
                  </a:cubicBezTo>
                  <a:cubicBezTo>
                    <a:pt x="39" y="196"/>
                    <a:pt x="39" y="196"/>
                    <a:pt x="39" y="196"/>
                  </a:cubicBezTo>
                  <a:cubicBezTo>
                    <a:pt x="29" y="195"/>
                    <a:pt x="29" y="195"/>
                    <a:pt x="29" y="195"/>
                  </a:cubicBezTo>
                  <a:cubicBezTo>
                    <a:pt x="21" y="195"/>
                    <a:pt x="21" y="195"/>
                    <a:pt x="21" y="195"/>
                  </a:cubicBezTo>
                  <a:cubicBezTo>
                    <a:pt x="11" y="195"/>
                    <a:pt x="11" y="195"/>
                    <a:pt x="11" y="195"/>
                  </a:cubicBezTo>
                  <a:cubicBezTo>
                    <a:pt x="4" y="197"/>
                    <a:pt x="4" y="197"/>
                    <a:pt x="4" y="197"/>
                  </a:cubicBezTo>
                  <a:cubicBezTo>
                    <a:pt x="4" y="205"/>
                    <a:pt x="4" y="205"/>
                    <a:pt x="4" y="205"/>
                  </a:cubicBezTo>
                  <a:cubicBezTo>
                    <a:pt x="0" y="212"/>
                    <a:pt x="0" y="212"/>
                    <a:pt x="0" y="212"/>
                  </a:cubicBezTo>
                  <a:cubicBezTo>
                    <a:pt x="2" y="219"/>
                    <a:pt x="2" y="219"/>
                    <a:pt x="2" y="219"/>
                  </a:cubicBezTo>
                  <a:cubicBezTo>
                    <a:pt x="8" y="226"/>
                    <a:pt x="8" y="226"/>
                    <a:pt x="8" y="226"/>
                  </a:cubicBezTo>
                  <a:cubicBezTo>
                    <a:pt x="15" y="234"/>
                    <a:pt x="15" y="234"/>
                    <a:pt x="15" y="234"/>
                  </a:cubicBezTo>
                  <a:cubicBezTo>
                    <a:pt x="25" y="239"/>
                    <a:pt x="25" y="239"/>
                    <a:pt x="25" y="239"/>
                  </a:cubicBezTo>
                  <a:cubicBezTo>
                    <a:pt x="18" y="239"/>
                    <a:pt x="18" y="239"/>
                    <a:pt x="18" y="239"/>
                  </a:cubicBezTo>
                  <a:cubicBezTo>
                    <a:pt x="12" y="240"/>
                    <a:pt x="12" y="240"/>
                    <a:pt x="12" y="240"/>
                  </a:cubicBezTo>
                  <a:cubicBezTo>
                    <a:pt x="12" y="251"/>
                    <a:pt x="12" y="251"/>
                    <a:pt x="12" y="251"/>
                  </a:cubicBezTo>
                  <a:cubicBezTo>
                    <a:pt x="22" y="250"/>
                    <a:pt x="22" y="250"/>
                    <a:pt x="22" y="250"/>
                  </a:cubicBezTo>
                  <a:cubicBezTo>
                    <a:pt x="27" y="249"/>
                    <a:pt x="27" y="249"/>
                    <a:pt x="27" y="249"/>
                  </a:cubicBezTo>
                  <a:cubicBezTo>
                    <a:pt x="30" y="245"/>
                    <a:pt x="30" y="245"/>
                    <a:pt x="30" y="245"/>
                  </a:cubicBezTo>
                  <a:cubicBezTo>
                    <a:pt x="32" y="257"/>
                    <a:pt x="32" y="257"/>
                    <a:pt x="32" y="257"/>
                  </a:cubicBezTo>
                  <a:cubicBezTo>
                    <a:pt x="43" y="265"/>
                    <a:pt x="43" y="265"/>
                    <a:pt x="43" y="265"/>
                  </a:cubicBezTo>
                  <a:cubicBezTo>
                    <a:pt x="53" y="270"/>
                    <a:pt x="53" y="270"/>
                    <a:pt x="53" y="270"/>
                  </a:cubicBezTo>
                  <a:cubicBezTo>
                    <a:pt x="53" y="270"/>
                    <a:pt x="60" y="270"/>
                    <a:pt x="62" y="270"/>
                  </a:cubicBezTo>
                  <a:cubicBezTo>
                    <a:pt x="65" y="269"/>
                    <a:pt x="68" y="269"/>
                    <a:pt x="68" y="269"/>
                  </a:cubicBezTo>
                  <a:cubicBezTo>
                    <a:pt x="74" y="263"/>
                    <a:pt x="74" y="263"/>
                    <a:pt x="74" y="263"/>
                  </a:cubicBezTo>
                  <a:cubicBezTo>
                    <a:pt x="80" y="257"/>
                    <a:pt x="80" y="257"/>
                    <a:pt x="80" y="257"/>
                  </a:cubicBezTo>
                  <a:cubicBezTo>
                    <a:pt x="78" y="264"/>
                    <a:pt x="78" y="264"/>
                    <a:pt x="78" y="264"/>
                  </a:cubicBezTo>
                  <a:cubicBezTo>
                    <a:pt x="78" y="274"/>
                    <a:pt x="78" y="274"/>
                    <a:pt x="78" y="274"/>
                  </a:cubicBezTo>
                  <a:cubicBezTo>
                    <a:pt x="74" y="278"/>
                    <a:pt x="74" y="278"/>
                    <a:pt x="74" y="278"/>
                  </a:cubicBezTo>
                  <a:cubicBezTo>
                    <a:pt x="78" y="282"/>
                    <a:pt x="78" y="282"/>
                    <a:pt x="78" y="282"/>
                  </a:cubicBezTo>
                  <a:cubicBezTo>
                    <a:pt x="87" y="284"/>
                    <a:pt x="87" y="284"/>
                    <a:pt x="87" y="284"/>
                  </a:cubicBezTo>
                  <a:cubicBezTo>
                    <a:pt x="94" y="285"/>
                    <a:pt x="94" y="285"/>
                    <a:pt x="94" y="285"/>
                  </a:cubicBezTo>
                  <a:cubicBezTo>
                    <a:pt x="102" y="291"/>
                    <a:pt x="102" y="291"/>
                    <a:pt x="102" y="291"/>
                  </a:cubicBezTo>
                  <a:cubicBezTo>
                    <a:pt x="106" y="287"/>
                    <a:pt x="106" y="287"/>
                    <a:pt x="106" y="287"/>
                  </a:cubicBezTo>
                  <a:cubicBezTo>
                    <a:pt x="109" y="282"/>
                    <a:pt x="109" y="282"/>
                    <a:pt x="109" y="282"/>
                  </a:cubicBezTo>
                  <a:cubicBezTo>
                    <a:pt x="114" y="278"/>
                    <a:pt x="114" y="278"/>
                    <a:pt x="114" y="278"/>
                  </a:cubicBezTo>
                  <a:cubicBezTo>
                    <a:pt x="112" y="267"/>
                    <a:pt x="112" y="267"/>
                    <a:pt x="112" y="267"/>
                  </a:cubicBezTo>
                  <a:cubicBezTo>
                    <a:pt x="105" y="267"/>
                    <a:pt x="105" y="267"/>
                    <a:pt x="105" y="267"/>
                  </a:cubicBezTo>
                  <a:cubicBezTo>
                    <a:pt x="97" y="267"/>
                    <a:pt x="97" y="267"/>
                    <a:pt x="97" y="267"/>
                  </a:cubicBezTo>
                  <a:cubicBezTo>
                    <a:pt x="90" y="264"/>
                    <a:pt x="90" y="264"/>
                    <a:pt x="90" y="264"/>
                  </a:cubicBezTo>
                  <a:cubicBezTo>
                    <a:pt x="93" y="261"/>
                    <a:pt x="93" y="261"/>
                    <a:pt x="93" y="261"/>
                  </a:cubicBezTo>
                  <a:cubicBezTo>
                    <a:pt x="98" y="254"/>
                    <a:pt x="98" y="254"/>
                    <a:pt x="98" y="254"/>
                  </a:cubicBezTo>
                  <a:cubicBezTo>
                    <a:pt x="100" y="261"/>
                    <a:pt x="100" y="261"/>
                    <a:pt x="100" y="261"/>
                  </a:cubicBezTo>
                  <a:cubicBezTo>
                    <a:pt x="103" y="259"/>
                    <a:pt x="103" y="259"/>
                    <a:pt x="103" y="259"/>
                  </a:cubicBezTo>
                  <a:cubicBezTo>
                    <a:pt x="108" y="252"/>
                    <a:pt x="108" y="252"/>
                    <a:pt x="108" y="252"/>
                  </a:cubicBezTo>
                  <a:cubicBezTo>
                    <a:pt x="113" y="240"/>
                    <a:pt x="113" y="240"/>
                    <a:pt x="113" y="240"/>
                  </a:cubicBezTo>
                  <a:cubicBezTo>
                    <a:pt x="121" y="235"/>
                    <a:pt x="121" y="235"/>
                    <a:pt x="121" y="235"/>
                  </a:cubicBezTo>
                  <a:cubicBezTo>
                    <a:pt x="128" y="231"/>
                    <a:pt x="128" y="231"/>
                    <a:pt x="128" y="231"/>
                  </a:cubicBezTo>
                  <a:cubicBezTo>
                    <a:pt x="123" y="221"/>
                    <a:pt x="123" y="221"/>
                    <a:pt x="123" y="221"/>
                  </a:cubicBezTo>
                  <a:cubicBezTo>
                    <a:pt x="131" y="223"/>
                    <a:pt x="131" y="223"/>
                    <a:pt x="131" y="223"/>
                  </a:cubicBezTo>
                  <a:cubicBezTo>
                    <a:pt x="140" y="218"/>
                    <a:pt x="140" y="218"/>
                    <a:pt x="140" y="218"/>
                  </a:cubicBezTo>
                  <a:cubicBezTo>
                    <a:pt x="147" y="216"/>
                    <a:pt x="147" y="216"/>
                    <a:pt x="147" y="216"/>
                  </a:cubicBezTo>
                  <a:cubicBezTo>
                    <a:pt x="159" y="216"/>
                    <a:pt x="159" y="216"/>
                    <a:pt x="159" y="216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70" y="208"/>
                    <a:pt x="170" y="208"/>
                    <a:pt x="170" y="208"/>
                  </a:cubicBezTo>
                  <a:cubicBezTo>
                    <a:pt x="179" y="214"/>
                    <a:pt x="179" y="214"/>
                    <a:pt x="179" y="214"/>
                  </a:cubicBezTo>
                  <a:cubicBezTo>
                    <a:pt x="183" y="221"/>
                    <a:pt x="183" y="221"/>
                    <a:pt x="183" y="221"/>
                  </a:cubicBezTo>
                  <a:cubicBezTo>
                    <a:pt x="189" y="219"/>
                    <a:pt x="189" y="219"/>
                    <a:pt x="189" y="219"/>
                  </a:cubicBezTo>
                  <a:cubicBezTo>
                    <a:pt x="196" y="213"/>
                    <a:pt x="196" y="213"/>
                    <a:pt x="196" y="213"/>
                  </a:cubicBezTo>
                  <a:cubicBezTo>
                    <a:pt x="201" y="211"/>
                    <a:pt x="201" y="211"/>
                    <a:pt x="201" y="211"/>
                  </a:cubicBezTo>
                  <a:cubicBezTo>
                    <a:pt x="205" y="203"/>
                    <a:pt x="205" y="203"/>
                    <a:pt x="205" y="203"/>
                  </a:cubicBezTo>
                  <a:cubicBezTo>
                    <a:pt x="208" y="195"/>
                    <a:pt x="208" y="195"/>
                    <a:pt x="208" y="195"/>
                  </a:cubicBezTo>
                  <a:cubicBezTo>
                    <a:pt x="212" y="204"/>
                    <a:pt x="212" y="204"/>
                    <a:pt x="212" y="204"/>
                  </a:cubicBezTo>
                  <a:cubicBezTo>
                    <a:pt x="206" y="211"/>
                    <a:pt x="206" y="211"/>
                    <a:pt x="206" y="211"/>
                  </a:cubicBezTo>
                  <a:cubicBezTo>
                    <a:pt x="205" y="217"/>
                    <a:pt x="205" y="217"/>
                    <a:pt x="205" y="217"/>
                  </a:cubicBezTo>
                  <a:cubicBezTo>
                    <a:pt x="182" y="233"/>
                    <a:pt x="182" y="233"/>
                    <a:pt x="182" y="233"/>
                  </a:cubicBezTo>
                  <a:cubicBezTo>
                    <a:pt x="205" y="224"/>
                    <a:pt x="205" y="224"/>
                    <a:pt x="205" y="224"/>
                  </a:cubicBezTo>
                  <a:cubicBezTo>
                    <a:pt x="205" y="224"/>
                    <a:pt x="217" y="225"/>
                    <a:pt x="218" y="225"/>
                  </a:cubicBezTo>
                  <a:cubicBezTo>
                    <a:pt x="220" y="226"/>
                    <a:pt x="213" y="232"/>
                    <a:pt x="211" y="232"/>
                  </a:cubicBezTo>
                  <a:cubicBezTo>
                    <a:pt x="210" y="232"/>
                    <a:pt x="195" y="241"/>
                    <a:pt x="195" y="241"/>
                  </a:cubicBezTo>
                  <a:cubicBezTo>
                    <a:pt x="197" y="251"/>
                    <a:pt x="197" y="251"/>
                    <a:pt x="197" y="251"/>
                  </a:cubicBezTo>
                  <a:cubicBezTo>
                    <a:pt x="204" y="248"/>
                    <a:pt x="204" y="248"/>
                    <a:pt x="204" y="248"/>
                  </a:cubicBezTo>
                  <a:cubicBezTo>
                    <a:pt x="210" y="246"/>
                    <a:pt x="210" y="246"/>
                    <a:pt x="210" y="246"/>
                  </a:cubicBezTo>
                  <a:cubicBezTo>
                    <a:pt x="217" y="248"/>
                    <a:pt x="217" y="248"/>
                    <a:pt x="217" y="248"/>
                  </a:cubicBezTo>
                  <a:cubicBezTo>
                    <a:pt x="214" y="259"/>
                    <a:pt x="214" y="259"/>
                    <a:pt x="214" y="259"/>
                  </a:cubicBezTo>
                  <a:cubicBezTo>
                    <a:pt x="221" y="261"/>
                    <a:pt x="221" y="261"/>
                    <a:pt x="221" y="261"/>
                  </a:cubicBezTo>
                  <a:cubicBezTo>
                    <a:pt x="221" y="255"/>
                    <a:pt x="221" y="255"/>
                    <a:pt x="221" y="255"/>
                  </a:cubicBezTo>
                  <a:cubicBezTo>
                    <a:pt x="223" y="235"/>
                    <a:pt x="223" y="235"/>
                    <a:pt x="223" y="235"/>
                  </a:cubicBezTo>
                  <a:cubicBezTo>
                    <a:pt x="226" y="226"/>
                    <a:pt x="226" y="226"/>
                    <a:pt x="226" y="226"/>
                  </a:cubicBezTo>
                  <a:cubicBezTo>
                    <a:pt x="234" y="216"/>
                    <a:pt x="234" y="216"/>
                    <a:pt x="234" y="216"/>
                  </a:cubicBezTo>
                  <a:cubicBezTo>
                    <a:pt x="228" y="210"/>
                    <a:pt x="228" y="210"/>
                    <a:pt x="228" y="210"/>
                  </a:cubicBezTo>
                  <a:cubicBezTo>
                    <a:pt x="221" y="201"/>
                    <a:pt x="221" y="201"/>
                    <a:pt x="221" y="201"/>
                  </a:cubicBezTo>
                  <a:cubicBezTo>
                    <a:pt x="211" y="188"/>
                    <a:pt x="211" y="188"/>
                    <a:pt x="211" y="188"/>
                  </a:cubicBezTo>
                  <a:cubicBezTo>
                    <a:pt x="201" y="178"/>
                    <a:pt x="201" y="178"/>
                    <a:pt x="201" y="178"/>
                  </a:cubicBezTo>
                  <a:cubicBezTo>
                    <a:pt x="186" y="178"/>
                    <a:pt x="186" y="178"/>
                    <a:pt x="186" y="178"/>
                  </a:cubicBezTo>
                  <a:cubicBezTo>
                    <a:pt x="178" y="172"/>
                    <a:pt x="178" y="172"/>
                    <a:pt x="178" y="172"/>
                  </a:cubicBezTo>
                  <a:cubicBezTo>
                    <a:pt x="172" y="158"/>
                    <a:pt x="172" y="158"/>
                    <a:pt x="172" y="158"/>
                  </a:cubicBezTo>
                  <a:cubicBezTo>
                    <a:pt x="167" y="147"/>
                    <a:pt x="167" y="147"/>
                    <a:pt x="167" y="147"/>
                  </a:cubicBezTo>
                  <a:cubicBezTo>
                    <a:pt x="167" y="134"/>
                    <a:pt x="167" y="134"/>
                    <a:pt x="167" y="134"/>
                  </a:cubicBezTo>
                  <a:cubicBezTo>
                    <a:pt x="173" y="126"/>
                    <a:pt x="173" y="126"/>
                    <a:pt x="173" y="126"/>
                  </a:cubicBezTo>
                  <a:cubicBezTo>
                    <a:pt x="186" y="115"/>
                    <a:pt x="186" y="115"/>
                    <a:pt x="186" y="115"/>
                  </a:cubicBezTo>
                  <a:cubicBezTo>
                    <a:pt x="199" y="106"/>
                    <a:pt x="199" y="106"/>
                    <a:pt x="199" y="106"/>
                  </a:cubicBezTo>
                  <a:cubicBezTo>
                    <a:pt x="208" y="98"/>
                    <a:pt x="208" y="98"/>
                    <a:pt x="208" y="98"/>
                  </a:cubicBezTo>
                  <a:cubicBezTo>
                    <a:pt x="208" y="98"/>
                    <a:pt x="208" y="80"/>
                    <a:pt x="208" y="78"/>
                  </a:cubicBezTo>
                  <a:cubicBezTo>
                    <a:pt x="208" y="77"/>
                    <a:pt x="200" y="68"/>
                    <a:pt x="199" y="66"/>
                  </a:cubicBezTo>
                  <a:cubicBezTo>
                    <a:pt x="198" y="64"/>
                    <a:pt x="188" y="65"/>
                    <a:pt x="188" y="65"/>
                  </a:cubicBezTo>
                  <a:cubicBezTo>
                    <a:pt x="169" y="63"/>
                    <a:pt x="169" y="63"/>
                    <a:pt x="169" y="63"/>
                  </a:cubicBezTo>
                  <a:cubicBezTo>
                    <a:pt x="152" y="69"/>
                    <a:pt x="152" y="69"/>
                    <a:pt x="152" y="69"/>
                  </a:cubicBezTo>
                  <a:cubicBezTo>
                    <a:pt x="152" y="69"/>
                    <a:pt x="135" y="71"/>
                    <a:pt x="133" y="71"/>
                  </a:cubicBezTo>
                  <a:cubicBezTo>
                    <a:pt x="131" y="71"/>
                    <a:pt x="124" y="71"/>
                    <a:pt x="124" y="71"/>
                  </a:cubicBezTo>
                  <a:cubicBezTo>
                    <a:pt x="114" y="66"/>
                    <a:pt x="114" y="66"/>
                    <a:pt x="114" y="66"/>
                  </a:cubicBezTo>
                  <a:cubicBezTo>
                    <a:pt x="105" y="57"/>
                    <a:pt x="105" y="57"/>
                    <a:pt x="105" y="57"/>
                  </a:cubicBezTo>
                  <a:cubicBezTo>
                    <a:pt x="98" y="45"/>
                    <a:pt x="98" y="45"/>
                    <a:pt x="98" y="45"/>
                  </a:cubicBezTo>
                  <a:cubicBezTo>
                    <a:pt x="98" y="36"/>
                    <a:pt x="98" y="36"/>
                    <a:pt x="98" y="36"/>
                  </a:cubicBezTo>
                  <a:cubicBezTo>
                    <a:pt x="99" y="25"/>
                    <a:pt x="99" y="25"/>
                    <a:pt x="99" y="25"/>
                  </a:cubicBezTo>
                  <a:cubicBezTo>
                    <a:pt x="108" y="19"/>
                    <a:pt x="108" y="19"/>
                    <a:pt x="108" y="19"/>
                  </a:cubicBezTo>
                  <a:cubicBezTo>
                    <a:pt x="117" y="15"/>
                    <a:pt x="117" y="15"/>
                    <a:pt x="117" y="15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97" y="0"/>
                    <a:pt x="97" y="0"/>
                    <a:pt x="97" y="0"/>
                  </a:cubicBezTo>
                  <a:cubicBezTo>
                    <a:pt x="86" y="5"/>
                    <a:pt x="86" y="5"/>
                    <a:pt x="86" y="5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54" y="13"/>
                    <a:pt x="54" y="13"/>
                    <a:pt x="54" y="13"/>
                  </a:cubicBezTo>
                  <a:cubicBezTo>
                    <a:pt x="42" y="22"/>
                    <a:pt x="42" y="22"/>
                    <a:pt x="42" y="22"/>
                  </a:cubicBezTo>
                  <a:cubicBezTo>
                    <a:pt x="40" y="36"/>
                    <a:pt x="40" y="36"/>
                    <a:pt x="40" y="36"/>
                  </a:cubicBezTo>
                  <a:cubicBezTo>
                    <a:pt x="42" y="44"/>
                    <a:pt x="42" y="44"/>
                    <a:pt x="42" y="44"/>
                  </a:cubicBezTo>
                  <a:cubicBezTo>
                    <a:pt x="38" y="54"/>
                    <a:pt x="38" y="54"/>
                    <a:pt x="38" y="54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17" y="73"/>
                    <a:pt x="17" y="73"/>
                    <a:pt x="17" y="73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5" y="76"/>
                    <a:pt x="25" y="76"/>
                    <a:pt x="25" y="76"/>
                  </a:cubicBezTo>
                  <a:cubicBezTo>
                    <a:pt x="32" y="70"/>
                    <a:pt x="32" y="70"/>
                    <a:pt x="32" y="70"/>
                  </a:cubicBezTo>
                  <a:cubicBezTo>
                    <a:pt x="40" y="61"/>
                    <a:pt x="40" y="61"/>
                    <a:pt x="40" y="61"/>
                  </a:cubicBezTo>
                  <a:cubicBezTo>
                    <a:pt x="42" y="55"/>
                    <a:pt x="42" y="55"/>
                    <a:pt x="42" y="55"/>
                  </a:cubicBezTo>
                  <a:cubicBezTo>
                    <a:pt x="46" y="45"/>
                    <a:pt x="46" y="45"/>
                    <a:pt x="46" y="45"/>
                  </a:cubicBezTo>
                  <a:cubicBezTo>
                    <a:pt x="47" y="38"/>
                    <a:pt x="47" y="38"/>
                    <a:pt x="47" y="38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58" y="25"/>
                    <a:pt x="58" y="25"/>
                    <a:pt x="58" y="25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1" y="40"/>
                    <a:pt x="61" y="40"/>
                    <a:pt x="61" y="40"/>
                  </a:cubicBezTo>
                  <a:cubicBezTo>
                    <a:pt x="57" y="52"/>
                    <a:pt x="57" y="52"/>
                    <a:pt x="57" y="52"/>
                  </a:cubicBezTo>
                  <a:cubicBezTo>
                    <a:pt x="51" y="63"/>
                    <a:pt x="51" y="63"/>
                    <a:pt x="51" y="63"/>
                  </a:cubicBezTo>
                  <a:cubicBezTo>
                    <a:pt x="48" y="76"/>
                    <a:pt x="48" y="76"/>
                    <a:pt x="48" y="76"/>
                  </a:cubicBezTo>
                  <a:cubicBezTo>
                    <a:pt x="52" y="76"/>
                    <a:pt x="52" y="76"/>
                    <a:pt x="52" y="76"/>
                  </a:cubicBezTo>
                  <a:cubicBezTo>
                    <a:pt x="61" y="75"/>
                    <a:pt x="61" y="75"/>
                    <a:pt x="61" y="75"/>
                  </a:cubicBezTo>
                  <a:cubicBezTo>
                    <a:pt x="70" y="71"/>
                    <a:pt x="70" y="71"/>
                    <a:pt x="70" y="71"/>
                  </a:cubicBezTo>
                  <a:cubicBezTo>
                    <a:pt x="80" y="65"/>
                    <a:pt x="80" y="65"/>
                    <a:pt x="80" y="65"/>
                  </a:cubicBezTo>
                  <a:cubicBezTo>
                    <a:pt x="80" y="58"/>
                    <a:pt x="80" y="58"/>
                    <a:pt x="80" y="58"/>
                  </a:cubicBezTo>
                  <a:cubicBezTo>
                    <a:pt x="90" y="46"/>
                    <a:pt x="90" y="46"/>
                    <a:pt x="90" y="46"/>
                  </a:cubicBezTo>
                  <a:cubicBezTo>
                    <a:pt x="96" y="52"/>
                    <a:pt x="96" y="52"/>
                    <a:pt x="96" y="52"/>
                  </a:cubicBezTo>
                  <a:cubicBezTo>
                    <a:pt x="100" y="69"/>
                    <a:pt x="100" y="69"/>
                    <a:pt x="100" y="69"/>
                  </a:cubicBezTo>
                  <a:cubicBezTo>
                    <a:pt x="112" y="74"/>
                    <a:pt x="112" y="74"/>
                    <a:pt x="112" y="74"/>
                  </a:cubicBezTo>
                  <a:cubicBezTo>
                    <a:pt x="117" y="82"/>
                    <a:pt x="117" y="82"/>
                    <a:pt x="117" y="82"/>
                  </a:cubicBezTo>
                  <a:cubicBezTo>
                    <a:pt x="124" y="83"/>
                    <a:pt x="124" y="83"/>
                    <a:pt x="124" y="83"/>
                  </a:cubicBezTo>
                  <a:cubicBezTo>
                    <a:pt x="135" y="85"/>
                    <a:pt x="135" y="85"/>
                    <a:pt x="135" y="85"/>
                  </a:cubicBezTo>
                  <a:cubicBezTo>
                    <a:pt x="142" y="86"/>
                    <a:pt x="142" y="86"/>
                    <a:pt x="142" y="86"/>
                  </a:cubicBezTo>
                  <a:cubicBezTo>
                    <a:pt x="143" y="91"/>
                    <a:pt x="143" y="91"/>
                    <a:pt x="143" y="91"/>
                  </a:cubicBezTo>
                  <a:cubicBezTo>
                    <a:pt x="145" y="102"/>
                    <a:pt x="145" y="102"/>
                    <a:pt x="145" y="102"/>
                  </a:cubicBezTo>
                  <a:cubicBezTo>
                    <a:pt x="144" y="114"/>
                    <a:pt x="144" y="114"/>
                    <a:pt x="144" y="114"/>
                  </a:cubicBezTo>
                  <a:cubicBezTo>
                    <a:pt x="139" y="124"/>
                    <a:pt x="139" y="124"/>
                    <a:pt x="139" y="124"/>
                  </a:cubicBezTo>
                  <a:cubicBezTo>
                    <a:pt x="142" y="129"/>
                    <a:pt x="142" y="129"/>
                    <a:pt x="142" y="129"/>
                  </a:cubicBezTo>
                  <a:cubicBezTo>
                    <a:pt x="152" y="129"/>
                    <a:pt x="152" y="129"/>
                    <a:pt x="152" y="129"/>
                  </a:cubicBezTo>
                  <a:cubicBezTo>
                    <a:pt x="157" y="134"/>
                    <a:pt x="157" y="134"/>
                    <a:pt x="157" y="134"/>
                  </a:cubicBezTo>
                  <a:cubicBezTo>
                    <a:pt x="158" y="141"/>
                    <a:pt x="158" y="141"/>
                    <a:pt x="158" y="141"/>
                  </a:cubicBezTo>
                  <a:cubicBezTo>
                    <a:pt x="151" y="150"/>
                    <a:pt x="151" y="150"/>
                    <a:pt x="151" y="150"/>
                  </a:cubicBezTo>
                  <a:cubicBezTo>
                    <a:pt x="157" y="150"/>
                    <a:pt x="157" y="150"/>
                    <a:pt x="157" y="150"/>
                  </a:cubicBezTo>
                  <a:cubicBezTo>
                    <a:pt x="162" y="155"/>
                    <a:pt x="162" y="155"/>
                    <a:pt x="162" y="155"/>
                  </a:cubicBezTo>
                  <a:cubicBezTo>
                    <a:pt x="149" y="155"/>
                    <a:pt x="149" y="155"/>
                    <a:pt x="149" y="155"/>
                  </a:cubicBezTo>
                  <a:cubicBezTo>
                    <a:pt x="157" y="158"/>
                    <a:pt x="157" y="158"/>
                    <a:pt x="157" y="158"/>
                  </a:cubicBezTo>
                  <a:cubicBezTo>
                    <a:pt x="153" y="166"/>
                    <a:pt x="153" y="166"/>
                    <a:pt x="153" y="166"/>
                  </a:cubicBezTo>
                  <a:cubicBezTo>
                    <a:pt x="153" y="166"/>
                    <a:pt x="143" y="166"/>
                    <a:pt x="142" y="166"/>
                  </a:cubicBezTo>
                  <a:cubicBezTo>
                    <a:pt x="140" y="165"/>
                    <a:pt x="132" y="162"/>
                    <a:pt x="130" y="162"/>
                  </a:cubicBezTo>
                  <a:cubicBezTo>
                    <a:pt x="129" y="161"/>
                    <a:pt x="135" y="159"/>
                    <a:pt x="137" y="158"/>
                  </a:cubicBezTo>
                  <a:cubicBezTo>
                    <a:pt x="140" y="156"/>
                    <a:pt x="144" y="150"/>
                    <a:pt x="144" y="150"/>
                  </a:cubicBezTo>
                  <a:cubicBezTo>
                    <a:pt x="137" y="150"/>
                    <a:pt x="137" y="150"/>
                    <a:pt x="137" y="150"/>
                  </a:cubicBezTo>
                  <a:cubicBezTo>
                    <a:pt x="131" y="143"/>
                    <a:pt x="131" y="143"/>
                    <a:pt x="131" y="143"/>
                  </a:cubicBezTo>
                  <a:cubicBezTo>
                    <a:pt x="131" y="143"/>
                    <a:pt x="133" y="138"/>
                    <a:pt x="134" y="137"/>
                  </a:cubicBezTo>
                  <a:cubicBezTo>
                    <a:pt x="135" y="135"/>
                    <a:pt x="138" y="131"/>
                    <a:pt x="138" y="131"/>
                  </a:cubicBezTo>
                  <a:cubicBezTo>
                    <a:pt x="135" y="127"/>
                    <a:pt x="135" y="127"/>
                    <a:pt x="135" y="127"/>
                  </a:cubicBezTo>
                  <a:cubicBezTo>
                    <a:pt x="127" y="131"/>
                    <a:pt x="127" y="131"/>
                    <a:pt x="127" y="131"/>
                  </a:cubicBezTo>
                  <a:cubicBezTo>
                    <a:pt x="122" y="132"/>
                    <a:pt x="122" y="132"/>
                    <a:pt x="122" y="132"/>
                  </a:cubicBezTo>
                  <a:cubicBezTo>
                    <a:pt x="114" y="123"/>
                    <a:pt x="114" y="123"/>
                    <a:pt x="114" y="123"/>
                  </a:cubicBezTo>
                  <a:cubicBezTo>
                    <a:pt x="111" y="116"/>
                    <a:pt x="111" y="116"/>
                    <a:pt x="111" y="116"/>
                  </a:cubicBezTo>
                  <a:cubicBezTo>
                    <a:pt x="108" y="110"/>
                    <a:pt x="108" y="110"/>
                    <a:pt x="108" y="110"/>
                  </a:cubicBezTo>
                  <a:cubicBezTo>
                    <a:pt x="108" y="102"/>
                    <a:pt x="108" y="102"/>
                    <a:pt x="108" y="102"/>
                  </a:cubicBezTo>
                  <a:cubicBezTo>
                    <a:pt x="108" y="102"/>
                    <a:pt x="104" y="93"/>
                    <a:pt x="104" y="91"/>
                  </a:cubicBezTo>
                  <a:cubicBezTo>
                    <a:pt x="104" y="90"/>
                    <a:pt x="99" y="89"/>
                    <a:pt x="99" y="89"/>
                  </a:cubicBezTo>
                  <a:cubicBezTo>
                    <a:pt x="96" y="81"/>
                    <a:pt x="96" y="81"/>
                    <a:pt x="96" y="81"/>
                  </a:cubicBezTo>
                  <a:cubicBezTo>
                    <a:pt x="90" y="84"/>
                    <a:pt x="90" y="84"/>
                    <a:pt x="90" y="84"/>
                  </a:cubicBezTo>
                  <a:cubicBezTo>
                    <a:pt x="98" y="92"/>
                    <a:pt x="98" y="92"/>
                    <a:pt x="98" y="92"/>
                  </a:cubicBezTo>
                  <a:cubicBezTo>
                    <a:pt x="99" y="99"/>
                    <a:pt x="99" y="99"/>
                    <a:pt x="99" y="99"/>
                  </a:cubicBezTo>
                  <a:cubicBezTo>
                    <a:pt x="85" y="103"/>
                    <a:pt x="85" y="103"/>
                    <a:pt x="85" y="103"/>
                  </a:cubicBezTo>
                  <a:cubicBezTo>
                    <a:pt x="84" y="101"/>
                    <a:pt x="84" y="101"/>
                    <a:pt x="84" y="101"/>
                  </a:cubicBezTo>
                  <a:cubicBezTo>
                    <a:pt x="89" y="96"/>
                    <a:pt x="89" y="96"/>
                    <a:pt x="89" y="96"/>
                  </a:cubicBezTo>
                  <a:cubicBezTo>
                    <a:pt x="88" y="88"/>
                    <a:pt x="88" y="88"/>
                    <a:pt x="88" y="88"/>
                  </a:cubicBezTo>
                  <a:cubicBezTo>
                    <a:pt x="81" y="85"/>
                    <a:pt x="81" y="85"/>
                    <a:pt x="81" y="85"/>
                  </a:cubicBezTo>
                  <a:cubicBezTo>
                    <a:pt x="90" y="78"/>
                    <a:pt x="90" y="78"/>
                    <a:pt x="90" y="78"/>
                  </a:cubicBezTo>
                  <a:cubicBezTo>
                    <a:pt x="93" y="70"/>
                    <a:pt x="93" y="70"/>
                    <a:pt x="93" y="70"/>
                  </a:cubicBezTo>
                  <a:cubicBezTo>
                    <a:pt x="89" y="66"/>
                    <a:pt x="89" y="66"/>
                    <a:pt x="89" y="66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70" y="91"/>
                    <a:pt x="70" y="91"/>
                    <a:pt x="70" y="91"/>
                  </a:cubicBezTo>
                  <a:cubicBezTo>
                    <a:pt x="74" y="100"/>
                    <a:pt x="74" y="100"/>
                    <a:pt x="74" y="100"/>
                  </a:cubicBezTo>
                  <a:cubicBezTo>
                    <a:pt x="70" y="104"/>
                    <a:pt x="70" y="104"/>
                    <a:pt x="70" y="104"/>
                  </a:cubicBezTo>
                  <a:lnTo>
                    <a:pt x="65" y="100"/>
                  </a:lnTo>
                  <a:close/>
                </a:path>
              </a:pathLst>
            </a:custGeom>
            <a:grpFill/>
            <a:ln w="1270" cap="flat">
              <a:solidFill>
                <a:schemeClr val="tx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  <p:sp>
          <p:nvSpPr>
            <p:cNvPr id="217" name="Freeform 173">
              <a:extLst>
                <a:ext uri="{FF2B5EF4-FFF2-40B4-BE49-F238E27FC236}">
                  <a16:creationId xmlns:a16="http://schemas.microsoft.com/office/drawing/2014/main" id="{05012F32-ED1D-46DF-9FB6-B6B1B10EBE18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2810683" y="1207956"/>
              <a:ext cx="25832" cy="60274"/>
            </a:xfrm>
            <a:custGeom>
              <a:avLst/>
              <a:gdLst/>
              <a:ahLst/>
              <a:cxnLst>
                <a:cxn ang="0">
                  <a:pos x="12" y="70"/>
                </a:cxn>
                <a:cxn ang="0">
                  <a:pos x="15" y="55"/>
                </a:cxn>
                <a:cxn ang="0">
                  <a:pos x="23" y="42"/>
                </a:cxn>
                <a:cxn ang="0">
                  <a:pos x="26" y="36"/>
                </a:cxn>
                <a:cxn ang="0">
                  <a:pos x="23" y="25"/>
                </a:cxn>
                <a:cxn ang="0">
                  <a:pos x="22" y="11"/>
                </a:cxn>
                <a:cxn ang="0">
                  <a:pos x="30" y="8"/>
                </a:cxn>
                <a:cxn ang="0">
                  <a:pos x="34" y="14"/>
                </a:cxn>
                <a:cxn ang="0">
                  <a:pos x="38" y="11"/>
                </a:cxn>
                <a:cxn ang="0">
                  <a:pos x="36" y="0"/>
                </a:cxn>
                <a:cxn ang="0">
                  <a:pos x="25" y="0"/>
                </a:cxn>
                <a:cxn ang="0">
                  <a:pos x="19" y="5"/>
                </a:cxn>
                <a:cxn ang="0">
                  <a:pos x="17" y="8"/>
                </a:cxn>
                <a:cxn ang="0">
                  <a:pos x="15" y="24"/>
                </a:cxn>
                <a:cxn ang="0">
                  <a:pos x="15" y="39"/>
                </a:cxn>
                <a:cxn ang="0">
                  <a:pos x="11" y="52"/>
                </a:cxn>
                <a:cxn ang="0">
                  <a:pos x="8" y="65"/>
                </a:cxn>
                <a:cxn ang="0">
                  <a:pos x="3" y="77"/>
                </a:cxn>
                <a:cxn ang="0">
                  <a:pos x="0" y="85"/>
                </a:cxn>
                <a:cxn ang="0">
                  <a:pos x="8" y="89"/>
                </a:cxn>
                <a:cxn ang="0">
                  <a:pos x="12" y="70"/>
                </a:cxn>
              </a:cxnLst>
              <a:rect l="0" t="0" r="r" b="b"/>
              <a:pathLst>
                <a:path w="38" h="89">
                  <a:moveTo>
                    <a:pt x="12" y="70"/>
                  </a:moveTo>
                  <a:cubicBezTo>
                    <a:pt x="15" y="55"/>
                    <a:pt x="15" y="55"/>
                    <a:pt x="15" y="55"/>
                  </a:cubicBezTo>
                  <a:cubicBezTo>
                    <a:pt x="23" y="42"/>
                    <a:pt x="23" y="42"/>
                    <a:pt x="23" y="42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7" y="7"/>
                    <a:pt x="17" y="8"/>
                  </a:cubicBezTo>
                  <a:cubicBezTo>
                    <a:pt x="17" y="10"/>
                    <a:pt x="15" y="24"/>
                    <a:pt x="15" y="24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11" y="52"/>
                    <a:pt x="11" y="52"/>
                    <a:pt x="11" y="52"/>
                  </a:cubicBezTo>
                  <a:cubicBezTo>
                    <a:pt x="8" y="65"/>
                    <a:pt x="8" y="65"/>
                    <a:pt x="8" y="65"/>
                  </a:cubicBezTo>
                  <a:cubicBezTo>
                    <a:pt x="3" y="77"/>
                    <a:pt x="3" y="77"/>
                    <a:pt x="3" y="77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8" y="89"/>
                    <a:pt x="8" y="89"/>
                    <a:pt x="8" y="89"/>
                  </a:cubicBezTo>
                  <a:lnTo>
                    <a:pt x="12" y="70"/>
                  </a:lnTo>
                  <a:close/>
                </a:path>
              </a:pathLst>
            </a:custGeom>
            <a:grpFill/>
            <a:ln w="1270" cap="flat">
              <a:solidFill>
                <a:schemeClr val="tx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  <p:sp>
          <p:nvSpPr>
            <p:cNvPr id="218" name="Freeform 151">
              <a:extLst>
                <a:ext uri="{FF2B5EF4-FFF2-40B4-BE49-F238E27FC236}">
                  <a16:creationId xmlns:a16="http://schemas.microsoft.com/office/drawing/2014/main" id="{40C87201-D302-42DA-A574-44EA03632FB9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227784" y="1620686"/>
              <a:ext cx="37886" cy="27266"/>
            </a:xfrm>
            <a:custGeom>
              <a:avLst/>
              <a:gdLst/>
              <a:ahLst/>
              <a:cxnLst>
                <a:cxn ang="0">
                  <a:pos x="66" y="81"/>
                </a:cxn>
                <a:cxn ang="0">
                  <a:pos x="87" y="95"/>
                </a:cxn>
                <a:cxn ang="0">
                  <a:pos x="61" y="62"/>
                </a:cxn>
                <a:cxn ang="0">
                  <a:pos x="87" y="47"/>
                </a:cxn>
                <a:cxn ang="0">
                  <a:pos x="111" y="45"/>
                </a:cxn>
                <a:cxn ang="0">
                  <a:pos x="132" y="26"/>
                </a:cxn>
                <a:cxn ang="0">
                  <a:pos x="108" y="12"/>
                </a:cxn>
                <a:cxn ang="0">
                  <a:pos x="89" y="0"/>
                </a:cxn>
                <a:cxn ang="0">
                  <a:pos x="66" y="12"/>
                </a:cxn>
                <a:cxn ang="0">
                  <a:pos x="49" y="26"/>
                </a:cxn>
                <a:cxn ang="0">
                  <a:pos x="23" y="24"/>
                </a:cxn>
                <a:cxn ang="0">
                  <a:pos x="14" y="26"/>
                </a:cxn>
                <a:cxn ang="0">
                  <a:pos x="0" y="45"/>
                </a:cxn>
                <a:cxn ang="0">
                  <a:pos x="26" y="81"/>
                </a:cxn>
                <a:cxn ang="0">
                  <a:pos x="66" y="81"/>
                </a:cxn>
              </a:cxnLst>
              <a:rect l="0" t="0" r="r" b="b"/>
              <a:pathLst>
                <a:path w="132" h="95">
                  <a:moveTo>
                    <a:pt x="66" y="81"/>
                  </a:moveTo>
                  <a:lnTo>
                    <a:pt x="87" y="95"/>
                  </a:lnTo>
                  <a:lnTo>
                    <a:pt x="61" y="62"/>
                  </a:lnTo>
                  <a:lnTo>
                    <a:pt x="87" y="47"/>
                  </a:lnTo>
                  <a:lnTo>
                    <a:pt x="111" y="45"/>
                  </a:lnTo>
                  <a:lnTo>
                    <a:pt x="132" y="26"/>
                  </a:lnTo>
                  <a:lnTo>
                    <a:pt x="108" y="12"/>
                  </a:lnTo>
                  <a:lnTo>
                    <a:pt x="89" y="0"/>
                  </a:lnTo>
                  <a:lnTo>
                    <a:pt x="66" y="12"/>
                  </a:lnTo>
                  <a:lnTo>
                    <a:pt x="49" y="26"/>
                  </a:lnTo>
                  <a:lnTo>
                    <a:pt x="23" y="24"/>
                  </a:lnTo>
                  <a:lnTo>
                    <a:pt x="14" y="26"/>
                  </a:lnTo>
                  <a:lnTo>
                    <a:pt x="0" y="45"/>
                  </a:lnTo>
                  <a:lnTo>
                    <a:pt x="26" y="81"/>
                  </a:lnTo>
                  <a:lnTo>
                    <a:pt x="66" y="81"/>
                  </a:lnTo>
                  <a:close/>
                </a:path>
              </a:pathLst>
            </a:custGeom>
            <a:grpFill/>
            <a:ln w="1270" cap="flat">
              <a:solidFill>
                <a:schemeClr val="tx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  <p:sp>
          <p:nvSpPr>
            <p:cNvPr id="219" name="Freeform 152">
              <a:extLst>
                <a:ext uri="{FF2B5EF4-FFF2-40B4-BE49-F238E27FC236}">
                  <a16:creationId xmlns:a16="http://schemas.microsoft.com/office/drawing/2014/main" id="{C2E5DB4C-E8E2-457D-A055-83B04962BAA2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279734" y="1609205"/>
              <a:ext cx="10906" cy="11481"/>
            </a:xfrm>
            <a:custGeom>
              <a:avLst/>
              <a:gdLst/>
              <a:ahLst/>
              <a:cxnLst>
                <a:cxn ang="0">
                  <a:pos x="1" y="8"/>
                </a:cxn>
                <a:cxn ang="0">
                  <a:pos x="9" y="17"/>
                </a:cxn>
                <a:cxn ang="0">
                  <a:pos x="16" y="6"/>
                </a:cxn>
                <a:cxn ang="0">
                  <a:pos x="9" y="0"/>
                </a:cxn>
                <a:cxn ang="0">
                  <a:pos x="1" y="8"/>
                </a:cxn>
              </a:cxnLst>
              <a:rect l="0" t="0" r="r" b="b"/>
              <a:pathLst>
                <a:path w="16" h="17">
                  <a:moveTo>
                    <a:pt x="1" y="8"/>
                  </a:moveTo>
                  <a:cubicBezTo>
                    <a:pt x="1" y="10"/>
                    <a:pt x="9" y="17"/>
                    <a:pt x="9" y="17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0" y="6"/>
                    <a:pt x="1" y="8"/>
                  </a:cubicBezTo>
                  <a:close/>
                </a:path>
              </a:pathLst>
            </a:custGeom>
            <a:grpFill/>
            <a:ln w="1270" cap="flat">
              <a:solidFill>
                <a:schemeClr val="tx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  <p:sp>
          <p:nvSpPr>
            <p:cNvPr id="220" name="Freeform 153">
              <a:extLst>
                <a:ext uri="{FF2B5EF4-FFF2-40B4-BE49-F238E27FC236}">
                  <a16:creationId xmlns:a16="http://schemas.microsoft.com/office/drawing/2014/main" id="{F4D0A68B-861E-4931-81A2-87450EBF8305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278586" y="1592846"/>
              <a:ext cx="60848" cy="10333"/>
            </a:xfrm>
            <a:custGeom>
              <a:avLst/>
              <a:gdLst/>
              <a:ahLst/>
              <a:cxnLst>
                <a:cxn ang="0">
                  <a:pos x="37" y="15"/>
                </a:cxn>
                <a:cxn ang="0">
                  <a:pos x="51" y="11"/>
                </a:cxn>
                <a:cxn ang="0">
                  <a:pos x="67" y="8"/>
                </a:cxn>
                <a:cxn ang="0">
                  <a:pos x="90" y="8"/>
                </a:cxn>
                <a:cxn ang="0">
                  <a:pos x="86" y="3"/>
                </a:cxn>
                <a:cxn ang="0">
                  <a:pos x="72" y="0"/>
                </a:cxn>
                <a:cxn ang="0">
                  <a:pos x="52" y="3"/>
                </a:cxn>
                <a:cxn ang="0">
                  <a:pos x="32" y="9"/>
                </a:cxn>
                <a:cxn ang="0">
                  <a:pos x="3" y="11"/>
                </a:cxn>
                <a:cxn ang="0">
                  <a:pos x="0" y="15"/>
                </a:cxn>
                <a:cxn ang="0">
                  <a:pos x="20" y="15"/>
                </a:cxn>
                <a:cxn ang="0">
                  <a:pos x="37" y="15"/>
                </a:cxn>
              </a:cxnLst>
              <a:rect l="0" t="0" r="r" b="b"/>
              <a:pathLst>
                <a:path w="90" h="15">
                  <a:moveTo>
                    <a:pt x="37" y="15"/>
                  </a:moveTo>
                  <a:cubicBezTo>
                    <a:pt x="51" y="11"/>
                    <a:pt x="51" y="11"/>
                    <a:pt x="51" y="11"/>
                  </a:cubicBezTo>
                  <a:cubicBezTo>
                    <a:pt x="51" y="11"/>
                    <a:pt x="66" y="10"/>
                    <a:pt x="67" y="8"/>
                  </a:cubicBezTo>
                  <a:cubicBezTo>
                    <a:pt x="68" y="6"/>
                    <a:pt x="90" y="8"/>
                    <a:pt x="90" y="8"/>
                  </a:cubicBezTo>
                  <a:cubicBezTo>
                    <a:pt x="86" y="3"/>
                    <a:pt x="86" y="3"/>
                    <a:pt x="86" y="3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20" y="15"/>
                    <a:pt x="20" y="15"/>
                    <a:pt x="20" y="15"/>
                  </a:cubicBezTo>
                  <a:lnTo>
                    <a:pt x="37" y="15"/>
                  </a:lnTo>
                  <a:close/>
                </a:path>
              </a:pathLst>
            </a:custGeom>
            <a:grpFill/>
            <a:ln w="1270" cap="flat">
              <a:solidFill>
                <a:schemeClr val="tx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  <p:sp>
          <p:nvSpPr>
            <p:cNvPr id="221" name="Freeform 154">
              <a:extLst>
                <a:ext uri="{FF2B5EF4-FFF2-40B4-BE49-F238E27FC236}">
                  <a16:creationId xmlns:a16="http://schemas.microsoft.com/office/drawing/2014/main" id="{1669D52E-F541-4CAF-B92A-868E216143B0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348332" y="1578781"/>
              <a:ext cx="53672" cy="12055"/>
            </a:xfrm>
            <a:custGeom>
              <a:avLst/>
              <a:gdLst/>
              <a:ahLst/>
              <a:cxnLst>
                <a:cxn ang="0">
                  <a:pos x="61" y="33"/>
                </a:cxn>
                <a:cxn ang="0">
                  <a:pos x="121" y="23"/>
                </a:cxn>
                <a:cxn ang="0">
                  <a:pos x="161" y="23"/>
                </a:cxn>
                <a:cxn ang="0">
                  <a:pos x="187" y="12"/>
                </a:cxn>
                <a:cxn ang="0">
                  <a:pos x="165" y="0"/>
                </a:cxn>
                <a:cxn ang="0">
                  <a:pos x="135" y="0"/>
                </a:cxn>
                <a:cxn ang="0">
                  <a:pos x="102" y="4"/>
                </a:cxn>
                <a:cxn ang="0">
                  <a:pos x="35" y="4"/>
                </a:cxn>
                <a:cxn ang="0">
                  <a:pos x="0" y="23"/>
                </a:cxn>
                <a:cxn ang="0">
                  <a:pos x="0" y="42"/>
                </a:cxn>
                <a:cxn ang="0">
                  <a:pos x="31" y="38"/>
                </a:cxn>
                <a:cxn ang="0">
                  <a:pos x="61" y="33"/>
                </a:cxn>
              </a:cxnLst>
              <a:rect l="0" t="0" r="r" b="b"/>
              <a:pathLst>
                <a:path w="187" h="42">
                  <a:moveTo>
                    <a:pt x="61" y="33"/>
                  </a:moveTo>
                  <a:lnTo>
                    <a:pt x="121" y="23"/>
                  </a:lnTo>
                  <a:lnTo>
                    <a:pt x="161" y="23"/>
                  </a:lnTo>
                  <a:lnTo>
                    <a:pt x="187" y="12"/>
                  </a:lnTo>
                  <a:lnTo>
                    <a:pt x="165" y="0"/>
                  </a:lnTo>
                  <a:lnTo>
                    <a:pt x="135" y="0"/>
                  </a:lnTo>
                  <a:lnTo>
                    <a:pt x="102" y="4"/>
                  </a:lnTo>
                  <a:lnTo>
                    <a:pt x="35" y="4"/>
                  </a:lnTo>
                  <a:lnTo>
                    <a:pt x="0" y="23"/>
                  </a:lnTo>
                  <a:lnTo>
                    <a:pt x="0" y="42"/>
                  </a:lnTo>
                  <a:lnTo>
                    <a:pt x="31" y="38"/>
                  </a:lnTo>
                  <a:lnTo>
                    <a:pt x="61" y="33"/>
                  </a:lnTo>
                  <a:close/>
                </a:path>
              </a:pathLst>
            </a:custGeom>
            <a:grpFill/>
            <a:ln w="1270" cap="flat">
              <a:solidFill>
                <a:schemeClr val="tx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  <p:sp>
          <p:nvSpPr>
            <p:cNvPr id="222" name="Freeform 156">
              <a:extLst>
                <a:ext uri="{FF2B5EF4-FFF2-40B4-BE49-F238E27FC236}">
                  <a16:creationId xmlns:a16="http://schemas.microsoft.com/office/drawing/2014/main" id="{51684886-36DB-4B39-B951-59564E1F6C39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428408" y="1562995"/>
              <a:ext cx="41905" cy="16933"/>
            </a:xfrm>
            <a:custGeom>
              <a:avLst/>
              <a:gdLst/>
              <a:ahLst/>
              <a:cxnLst>
                <a:cxn ang="0">
                  <a:pos x="18" y="15"/>
                </a:cxn>
                <a:cxn ang="0">
                  <a:pos x="29" y="10"/>
                </a:cxn>
                <a:cxn ang="0">
                  <a:pos x="41" y="10"/>
                </a:cxn>
                <a:cxn ang="0">
                  <a:pos x="57" y="14"/>
                </a:cxn>
                <a:cxn ang="0">
                  <a:pos x="60" y="5"/>
                </a:cxn>
                <a:cxn ang="0">
                  <a:pos x="50" y="0"/>
                </a:cxn>
                <a:cxn ang="0">
                  <a:pos x="32" y="2"/>
                </a:cxn>
                <a:cxn ang="0">
                  <a:pos x="18" y="3"/>
                </a:cxn>
                <a:cxn ang="0">
                  <a:pos x="9" y="2"/>
                </a:cxn>
                <a:cxn ang="0">
                  <a:pos x="2" y="9"/>
                </a:cxn>
                <a:cxn ang="0">
                  <a:pos x="0" y="19"/>
                </a:cxn>
                <a:cxn ang="0">
                  <a:pos x="0" y="25"/>
                </a:cxn>
                <a:cxn ang="0">
                  <a:pos x="12" y="25"/>
                </a:cxn>
                <a:cxn ang="0">
                  <a:pos x="18" y="15"/>
                </a:cxn>
              </a:cxnLst>
              <a:rect l="0" t="0" r="r" b="b"/>
              <a:pathLst>
                <a:path w="62" h="25">
                  <a:moveTo>
                    <a:pt x="18" y="15"/>
                  </a:moveTo>
                  <a:cubicBezTo>
                    <a:pt x="29" y="10"/>
                    <a:pt x="29" y="10"/>
                    <a:pt x="29" y="10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57" y="14"/>
                    <a:pt x="57" y="14"/>
                    <a:pt x="57" y="14"/>
                  </a:cubicBezTo>
                  <a:cubicBezTo>
                    <a:pt x="57" y="14"/>
                    <a:pt x="62" y="5"/>
                    <a:pt x="60" y="5"/>
                  </a:cubicBezTo>
                  <a:cubicBezTo>
                    <a:pt x="59" y="5"/>
                    <a:pt x="50" y="0"/>
                    <a:pt x="50" y="0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12" y="25"/>
                    <a:pt x="12" y="25"/>
                    <a:pt x="12" y="25"/>
                  </a:cubicBezTo>
                  <a:lnTo>
                    <a:pt x="18" y="15"/>
                  </a:lnTo>
                  <a:close/>
                </a:path>
              </a:pathLst>
            </a:custGeom>
            <a:grpFill/>
            <a:ln w="1270" cap="flat">
              <a:solidFill>
                <a:schemeClr val="tx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  <p:sp>
          <p:nvSpPr>
            <p:cNvPr id="223" name="Freeform 157">
              <a:extLst>
                <a:ext uri="{FF2B5EF4-FFF2-40B4-BE49-F238E27FC236}">
                  <a16:creationId xmlns:a16="http://schemas.microsoft.com/office/drawing/2014/main" id="{EC985BA3-AA7B-44E3-8259-FA1F45CCD02A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478636" y="1555533"/>
              <a:ext cx="37886" cy="11768"/>
            </a:xfrm>
            <a:custGeom>
              <a:avLst/>
              <a:gdLst/>
              <a:ahLst/>
              <a:cxnLst>
                <a:cxn ang="0">
                  <a:pos x="30" y="26"/>
                </a:cxn>
                <a:cxn ang="0">
                  <a:pos x="70" y="26"/>
                </a:cxn>
                <a:cxn ang="0">
                  <a:pos x="106" y="22"/>
                </a:cxn>
                <a:cxn ang="0">
                  <a:pos x="132" y="5"/>
                </a:cxn>
                <a:cxn ang="0">
                  <a:pos x="75" y="0"/>
                </a:cxn>
                <a:cxn ang="0">
                  <a:pos x="30" y="0"/>
                </a:cxn>
                <a:cxn ang="0">
                  <a:pos x="16" y="5"/>
                </a:cxn>
                <a:cxn ang="0">
                  <a:pos x="0" y="26"/>
                </a:cxn>
                <a:cxn ang="0">
                  <a:pos x="4" y="41"/>
                </a:cxn>
                <a:cxn ang="0">
                  <a:pos x="30" y="26"/>
                </a:cxn>
              </a:cxnLst>
              <a:rect l="0" t="0" r="r" b="b"/>
              <a:pathLst>
                <a:path w="132" h="41">
                  <a:moveTo>
                    <a:pt x="30" y="26"/>
                  </a:moveTo>
                  <a:lnTo>
                    <a:pt x="70" y="26"/>
                  </a:lnTo>
                  <a:lnTo>
                    <a:pt x="106" y="22"/>
                  </a:lnTo>
                  <a:lnTo>
                    <a:pt x="132" y="5"/>
                  </a:lnTo>
                  <a:lnTo>
                    <a:pt x="75" y="0"/>
                  </a:lnTo>
                  <a:lnTo>
                    <a:pt x="30" y="0"/>
                  </a:lnTo>
                  <a:lnTo>
                    <a:pt x="16" y="5"/>
                  </a:lnTo>
                  <a:lnTo>
                    <a:pt x="0" y="26"/>
                  </a:lnTo>
                  <a:lnTo>
                    <a:pt x="4" y="41"/>
                  </a:lnTo>
                  <a:lnTo>
                    <a:pt x="30" y="26"/>
                  </a:lnTo>
                  <a:close/>
                </a:path>
              </a:pathLst>
            </a:custGeom>
            <a:grpFill/>
            <a:ln w="1270" cap="flat">
              <a:solidFill>
                <a:schemeClr val="tx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  <p:sp>
          <p:nvSpPr>
            <p:cNvPr id="224" name="Freeform 158">
              <a:extLst>
                <a:ext uri="{FF2B5EF4-FFF2-40B4-BE49-F238E27FC236}">
                  <a16:creationId xmlns:a16="http://schemas.microsoft.com/office/drawing/2014/main" id="{AC308A29-3CB9-4555-9F5F-EEFC40431DA4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523125" y="1549505"/>
              <a:ext cx="32146" cy="8898"/>
            </a:xfrm>
            <a:custGeom>
              <a:avLst/>
              <a:gdLst/>
              <a:ahLst/>
              <a:cxnLst>
                <a:cxn ang="0">
                  <a:pos x="9" y="13"/>
                </a:cxn>
                <a:cxn ang="0">
                  <a:pos x="14" y="7"/>
                </a:cxn>
                <a:cxn ang="0">
                  <a:pos x="24" y="11"/>
                </a:cxn>
                <a:cxn ang="0">
                  <a:pos x="39" y="9"/>
                </a:cxn>
                <a:cxn ang="0">
                  <a:pos x="47" y="9"/>
                </a:cxn>
                <a:cxn ang="0">
                  <a:pos x="33" y="0"/>
                </a:cxn>
                <a:cxn ang="0">
                  <a:pos x="17" y="0"/>
                </a:cxn>
                <a:cxn ang="0">
                  <a:pos x="2" y="0"/>
                </a:cxn>
                <a:cxn ang="0">
                  <a:pos x="2" y="9"/>
                </a:cxn>
                <a:cxn ang="0">
                  <a:pos x="9" y="13"/>
                </a:cxn>
              </a:cxnLst>
              <a:rect l="0" t="0" r="r" b="b"/>
              <a:pathLst>
                <a:path w="47" h="13">
                  <a:moveTo>
                    <a:pt x="9" y="13"/>
                  </a:moveTo>
                  <a:cubicBezTo>
                    <a:pt x="14" y="7"/>
                    <a:pt x="14" y="7"/>
                    <a:pt x="14" y="7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1"/>
                    <a:pt x="37" y="8"/>
                    <a:pt x="39" y="9"/>
                  </a:cubicBezTo>
                  <a:cubicBezTo>
                    <a:pt x="40" y="9"/>
                    <a:pt x="47" y="9"/>
                    <a:pt x="47" y="9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0" y="7"/>
                    <a:pt x="2" y="9"/>
                  </a:cubicBezTo>
                  <a:cubicBezTo>
                    <a:pt x="3" y="11"/>
                    <a:pt x="9" y="13"/>
                    <a:pt x="9" y="13"/>
                  </a:cubicBezTo>
                  <a:close/>
                </a:path>
              </a:pathLst>
            </a:custGeom>
            <a:grpFill/>
            <a:ln w="1270" cap="flat">
              <a:solidFill>
                <a:schemeClr val="tx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  <p:sp>
          <p:nvSpPr>
            <p:cNvPr id="225" name="Freeform 159">
              <a:extLst>
                <a:ext uri="{FF2B5EF4-FFF2-40B4-BE49-F238E27FC236}">
                  <a16:creationId xmlns:a16="http://schemas.microsoft.com/office/drawing/2014/main" id="{DA1CA8E9-C09F-496C-AFFE-D3C884A11AE5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560436" y="1556968"/>
              <a:ext cx="8898" cy="14925"/>
            </a:xfrm>
            <a:custGeom>
              <a:avLst/>
              <a:gdLst/>
              <a:ahLst/>
              <a:cxnLst>
                <a:cxn ang="0">
                  <a:pos x="15" y="45"/>
                </a:cxn>
                <a:cxn ang="0">
                  <a:pos x="31" y="52"/>
                </a:cxn>
                <a:cxn ang="0">
                  <a:pos x="24" y="31"/>
                </a:cxn>
                <a:cxn ang="0">
                  <a:pos x="15" y="0"/>
                </a:cxn>
                <a:cxn ang="0">
                  <a:pos x="0" y="5"/>
                </a:cxn>
                <a:cxn ang="0">
                  <a:pos x="7" y="26"/>
                </a:cxn>
                <a:cxn ang="0">
                  <a:pos x="15" y="45"/>
                </a:cxn>
              </a:cxnLst>
              <a:rect l="0" t="0" r="r" b="b"/>
              <a:pathLst>
                <a:path w="31" h="52">
                  <a:moveTo>
                    <a:pt x="15" y="45"/>
                  </a:moveTo>
                  <a:lnTo>
                    <a:pt x="31" y="52"/>
                  </a:lnTo>
                  <a:lnTo>
                    <a:pt x="24" y="31"/>
                  </a:lnTo>
                  <a:lnTo>
                    <a:pt x="15" y="0"/>
                  </a:lnTo>
                  <a:lnTo>
                    <a:pt x="0" y="5"/>
                  </a:lnTo>
                  <a:lnTo>
                    <a:pt x="7" y="26"/>
                  </a:lnTo>
                  <a:lnTo>
                    <a:pt x="15" y="45"/>
                  </a:lnTo>
                  <a:close/>
                </a:path>
              </a:pathLst>
            </a:custGeom>
            <a:grpFill/>
            <a:ln w="1270" cap="flat">
              <a:solidFill>
                <a:schemeClr val="tx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  <p:sp>
          <p:nvSpPr>
            <p:cNvPr id="226" name="Freeform 160">
              <a:extLst>
                <a:ext uri="{FF2B5EF4-FFF2-40B4-BE49-F238E27FC236}">
                  <a16:creationId xmlns:a16="http://schemas.microsoft.com/office/drawing/2014/main" id="{6EE88444-3751-4F65-A7D0-B8C3EBEFCA5B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592295" y="1575912"/>
              <a:ext cx="10333" cy="8898"/>
            </a:xfrm>
            <a:custGeom>
              <a:avLst/>
              <a:gdLst/>
              <a:ahLst/>
              <a:cxnLst>
                <a:cxn ang="0">
                  <a:pos x="36" y="14"/>
                </a:cxn>
                <a:cxn ang="0">
                  <a:pos x="12" y="0"/>
                </a:cxn>
                <a:cxn ang="0">
                  <a:pos x="0" y="19"/>
                </a:cxn>
                <a:cxn ang="0">
                  <a:pos x="19" y="31"/>
                </a:cxn>
                <a:cxn ang="0">
                  <a:pos x="36" y="14"/>
                </a:cxn>
              </a:cxnLst>
              <a:rect l="0" t="0" r="r" b="b"/>
              <a:pathLst>
                <a:path w="36" h="31">
                  <a:moveTo>
                    <a:pt x="36" y="14"/>
                  </a:moveTo>
                  <a:lnTo>
                    <a:pt x="12" y="0"/>
                  </a:lnTo>
                  <a:lnTo>
                    <a:pt x="0" y="19"/>
                  </a:lnTo>
                  <a:lnTo>
                    <a:pt x="19" y="31"/>
                  </a:lnTo>
                  <a:lnTo>
                    <a:pt x="36" y="14"/>
                  </a:lnTo>
                  <a:close/>
                </a:path>
              </a:pathLst>
            </a:custGeom>
            <a:grpFill/>
            <a:ln w="1270" cap="flat">
              <a:solidFill>
                <a:schemeClr val="tx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  <p:sp>
          <p:nvSpPr>
            <p:cNvPr id="227" name="Freeform 161">
              <a:extLst>
                <a:ext uri="{FF2B5EF4-FFF2-40B4-BE49-F238E27FC236}">
                  <a16:creationId xmlns:a16="http://schemas.microsoft.com/office/drawing/2014/main" id="{0B8E7E19-8C2B-423A-B661-9CF9A14EFDA8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668355" y="1479187"/>
              <a:ext cx="12342" cy="8037"/>
            </a:xfrm>
            <a:custGeom>
              <a:avLst/>
              <a:gdLst/>
              <a:ahLst/>
              <a:cxnLst>
                <a:cxn ang="0">
                  <a:pos x="10" y="1"/>
                </a:cxn>
                <a:cxn ang="0">
                  <a:pos x="0" y="6"/>
                </a:cxn>
                <a:cxn ang="0">
                  <a:pos x="5" y="12"/>
                </a:cxn>
                <a:cxn ang="0">
                  <a:pos x="15" y="1"/>
                </a:cxn>
                <a:cxn ang="0">
                  <a:pos x="10" y="1"/>
                </a:cxn>
              </a:cxnLst>
              <a:rect l="0" t="0" r="r" b="b"/>
              <a:pathLst>
                <a:path w="18" h="12">
                  <a:moveTo>
                    <a:pt x="10" y="1"/>
                  </a:moveTo>
                  <a:cubicBezTo>
                    <a:pt x="9" y="1"/>
                    <a:pt x="0" y="6"/>
                    <a:pt x="0" y="6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18" y="0"/>
                    <a:pt x="15" y="1"/>
                  </a:cubicBezTo>
                  <a:cubicBezTo>
                    <a:pt x="13" y="1"/>
                    <a:pt x="10" y="1"/>
                    <a:pt x="10" y="1"/>
                  </a:cubicBezTo>
                  <a:close/>
                </a:path>
              </a:pathLst>
            </a:custGeom>
            <a:grpFill/>
            <a:ln w="1270" cap="flat">
              <a:solidFill>
                <a:schemeClr val="tx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  <p:sp>
          <p:nvSpPr>
            <p:cNvPr id="228" name="Freeform 163">
              <a:extLst>
                <a:ext uri="{FF2B5EF4-FFF2-40B4-BE49-F238E27FC236}">
                  <a16:creationId xmlns:a16="http://schemas.microsoft.com/office/drawing/2014/main" id="{DDA0E998-EABE-482C-A0F8-F39D8AC03164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730637" y="1432403"/>
              <a:ext cx="6314" cy="10619"/>
            </a:xfrm>
            <a:custGeom>
              <a:avLst/>
              <a:gdLst/>
              <a:ahLst/>
              <a:cxnLst>
                <a:cxn ang="0">
                  <a:pos x="3" y="16"/>
                </a:cxn>
                <a:cxn ang="0">
                  <a:pos x="9" y="11"/>
                </a:cxn>
                <a:cxn ang="0">
                  <a:pos x="5" y="0"/>
                </a:cxn>
                <a:cxn ang="0">
                  <a:pos x="1" y="10"/>
                </a:cxn>
                <a:cxn ang="0">
                  <a:pos x="3" y="16"/>
                </a:cxn>
              </a:cxnLst>
              <a:rect l="0" t="0" r="r" b="b"/>
              <a:pathLst>
                <a:path w="9" h="16">
                  <a:moveTo>
                    <a:pt x="3" y="16"/>
                  </a:moveTo>
                  <a:cubicBezTo>
                    <a:pt x="6" y="16"/>
                    <a:pt x="9" y="12"/>
                    <a:pt x="9" y="11"/>
                  </a:cubicBezTo>
                  <a:cubicBezTo>
                    <a:pt x="9" y="9"/>
                    <a:pt x="5" y="0"/>
                    <a:pt x="5" y="0"/>
                  </a:cubicBezTo>
                  <a:cubicBezTo>
                    <a:pt x="4" y="0"/>
                    <a:pt x="1" y="7"/>
                    <a:pt x="1" y="10"/>
                  </a:cubicBezTo>
                  <a:cubicBezTo>
                    <a:pt x="1" y="13"/>
                    <a:pt x="0" y="16"/>
                    <a:pt x="3" y="16"/>
                  </a:cubicBezTo>
                  <a:close/>
                </a:path>
              </a:pathLst>
            </a:custGeom>
            <a:grpFill/>
            <a:ln w="1270" cap="flat">
              <a:solidFill>
                <a:schemeClr val="tx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  <p:sp>
          <p:nvSpPr>
            <p:cNvPr id="229" name="Freeform 162">
              <a:extLst>
                <a:ext uri="{FF2B5EF4-FFF2-40B4-BE49-F238E27FC236}">
                  <a16:creationId xmlns:a16="http://schemas.microsoft.com/office/drawing/2014/main" id="{D3FA27C1-BFBA-47EA-B990-A3C393BCE69F}"/>
                </a:ext>
              </a:extLst>
            </p:cNvPr>
            <p:cNvSpPr>
              <a:spLocks/>
            </p:cNvSpPr>
            <p:nvPr userDrawn="1"/>
          </p:nvSpPr>
          <p:spPr bwMode="gray">
            <a:xfrm>
              <a:off x="1684714" y="1491816"/>
              <a:ext cx="9472" cy="8898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0" y="9"/>
                </a:cxn>
                <a:cxn ang="0">
                  <a:pos x="8" y="13"/>
                </a:cxn>
                <a:cxn ang="0">
                  <a:pos x="13" y="7"/>
                </a:cxn>
                <a:cxn ang="0">
                  <a:pos x="3" y="0"/>
                </a:cxn>
              </a:cxnLst>
              <a:rect l="0" t="0" r="r" b="b"/>
              <a:pathLst>
                <a:path w="14" h="13">
                  <a:moveTo>
                    <a:pt x="3" y="0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5" y="13"/>
                    <a:pt x="8" y="13"/>
                  </a:cubicBezTo>
                  <a:cubicBezTo>
                    <a:pt x="11" y="13"/>
                    <a:pt x="14" y="8"/>
                    <a:pt x="13" y="7"/>
                  </a:cubicBezTo>
                  <a:cubicBezTo>
                    <a:pt x="11" y="6"/>
                    <a:pt x="3" y="0"/>
                    <a:pt x="3" y="0"/>
                  </a:cubicBezTo>
                  <a:close/>
                </a:path>
              </a:pathLst>
            </a:custGeom>
            <a:grpFill/>
            <a:ln w="1270" cap="flat">
              <a:solidFill>
                <a:schemeClr val="tx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GB" noProof="0" dirty="0"/>
              <a:t>Title / key message of the slide</a:t>
            </a:r>
          </a:p>
        </p:txBody>
      </p:sp>
      <p:grpSp>
        <p:nvGrpSpPr>
          <p:cNvPr id="208" name="Gruppieren 207">
            <a:extLst>
              <a:ext uri="{FF2B5EF4-FFF2-40B4-BE49-F238E27FC236}">
                <a16:creationId xmlns:a16="http://schemas.microsoft.com/office/drawing/2014/main" id="{D74FEE75-5E0D-4FAF-AE72-6344C59395F7}"/>
              </a:ext>
            </a:extLst>
          </p:cNvPr>
          <p:cNvGrpSpPr/>
          <p:nvPr userDrawn="1"/>
        </p:nvGrpSpPr>
        <p:grpSpPr>
          <a:xfrm>
            <a:off x="1206282" y="1664510"/>
            <a:ext cx="1817874" cy="2219221"/>
            <a:chOff x="1206282" y="1677210"/>
            <a:chExt cx="1817874" cy="2219221"/>
          </a:xfrm>
        </p:grpSpPr>
        <p:sp>
          <p:nvSpPr>
            <p:cNvPr id="157" name="Rectangle 54">
              <a:extLst>
                <a:ext uri="{FF2B5EF4-FFF2-40B4-BE49-F238E27FC236}">
                  <a16:creationId xmlns:a16="http://schemas.microsoft.com/office/drawing/2014/main" id="{16BE0BF1-7283-4722-9103-23714940A41B}"/>
                </a:ext>
              </a:extLst>
            </p:cNvPr>
            <p:cNvSpPr>
              <a:spLocks noChangeArrowheads="1"/>
            </p:cNvSpPr>
            <p:nvPr userDrawn="1"/>
          </p:nvSpPr>
          <p:spPr bwMode="gray">
            <a:xfrm>
              <a:off x="2525358" y="1892972"/>
              <a:ext cx="218008" cy="92333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algn="r">
                <a:spcBef>
                  <a:spcPct val="0"/>
                </a:spcBef>
              </a:pPr>
              <a:r>
                <a:rPr lang="en-US" sz="600" b="1" dirty="0">
                  <a:solidFill>
                    <a:schemeClr val="bg2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Berlin</a:t>
              </a:r>
            </a:p>
          </p:txBody>
        </p:sp>
        <p:sp>
          <p:nvSpPr>
            <p:cNvPr id="158" name="Rectangle 55">
              <a:extLst>
                <a:ext uri="{FF2B5EF4-FFF2-40B4-BE49-F238E27FC236}">
                  <a16:creationId xmlns:a16="http://schemas.microsoft.com/office/drawing/2014/main" id="{4DCE5812-919F-4E66-BA40-436886E62A61}"/>
                </a:ext>
              </a:extLst>
            </p:cNvPr>
            <p:cNvSpPr>
              <a:spLocks noChangeArrowheads="1"/>
            </p:cNvSpPr>
            <p:nvPr userDrawn="1"/>
          </p:nvSpPr>
          <p:spPr bwMode="gray">
            <a:xfrm>
              <a:off x="2172840" y="1677210"/>
              <a:ext cx="318998" cy="92333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>
                <a:spcBef>
                  <a:spcPct val="0"/>
                </a:spcBef>
              </a:pPr>
              <a:r>
                <a:rPr lang="en-US" sz="600">
                  <a:solidFill>
                    <a:schemeClr val="bg2"/>
                  </a:solidFill>
                </a:rPr>
                <a:t>Hamburg</a:t>
              </a:r>
            </a:p>
          </p:txBody>
        </p:sp>
        <p:sp>
          <p:nvSpPr>
            <p:cNvPr id="159" name="Rectangle 56">
              <a:extLst>
                <a:ext uri="{FF2B5EF4-FFF2-40B4-BE49-F238E27FC236}">
                  <a16:creationId xmlns:a16="http://schemas.microsoft.com/office/drawing/2014/main" id="{91AC5B74-0CC0-4FBA-BE38-49B3E2B6702A}"/>
                </a:ext>
              </a:extLst>
            </p:cNvPr>
            <p:cNvSpPr>
              <a:spLocks noChangeArrowheads="1"/>
            </p:cNvSpPr>
            <p:nvPr userDrawn="1"/>
          </p:nvSpPr>
          <p:spPr bwMode="gray">
            <a:xfrm>
              <a:off x="1303169" y="2669142"/>
              <a:ext cx="290144" cy="92333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>
                <a:spcBef>
                  <a:spcPct val="0"/>
                </a:spcBef>
              </a:pPr>
              <a:r>
                <a:rPr lang="en-US" sz="600" dirty="0">
                  <a:solidFill>
                    <a:schemeClr val="bg2"/>
                  </a:solidFill>
                </a:rPr>
                <a:t>Cologne</a:t>
              </a:r>
            </a:p>
          </p:txBody>
        </p:sp>
        <p:sp>
          <p:nvSpPr>
            <p:cNvPr id="160" name="Rectangle 57">
              <a:extLst>
                <a:ext uri="{FF2B5EF4-FFF2-40B4-BE49-F238E27FC236}">
                  <a16:creationId xmlns:a16="http://schemas.microsoft.com/office/drawing/2014/main" id="{2AE528DD-9CF7-4A32-B60C-7C06E20F4573}"/>
                </a:ext>
              </a:extLst>
            </p:cNvPr>
            <p:cNvSpPr>
              <a:spLocks noChangeArrowheads="1"/>
            </p:cNvSpPr>
            <p:nvPr userDrawn="1"/>
          </p:nvSpPr>
          <p:spPr bwMode="gray">
            <a:xfrm>
              <a:off x="2132690" y="2372177"/>
              <a:ext cx="246862" cy="92333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>
                <a:spcBef>
                  <a:spcPct val="0"/>
                </a:spcBef>
              </a:pPr>
              <a:r>
                <a:rPr lang="en-US" sz="600" dirty="0">
                  <a:solidFill>
                    <a:schemeClr val="bg2"/>
                  </a:solidFill>
                </a:rPr>
                <a:t>Leipzig</a:t>
              </a:r>
            </a:p>
          </p:txBody>
        </p:sp>
        <p:sp>
          <p:nvSpPr>
            <p:cNvPr id="161" name="Rectangle 58">
              <a:extLst>
                <a:ext uri="{FF2B5EF4-FFF2-40B4-BE49-F238E27FC236}">
                  <a16:creationId xmlns:a16="http://schemas.microsoft.com/office/drawing/2014/main" id="{3F8608EA-3769-45BE-A102-6CDC4CEDA05E}"/>
                </a:ext>
              </a:extLst>
            </p:cNvPr>
            <p:cNvSpPr>
              <a:spLocks noChangeArrowheads="1"/>
            </p:cNvSpPr>
            <p:nvPr userDrawn="1"/>
          </p:nvSpPr>
          <p:spPr bwMode="gray">
            <a:xfrm>
              <a:off x="2556244" y="2590241"/>
              <a:ext cx="293350" cy="92333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>
                <a:spcBef>
                  <a:spcPct val="0"/>
                </a:spcBef>
              </a:pPr>
              <a:r>
                <a:rPr lang="en-US" sz="600" dirty="0">
                  <a:solidFill>
                    <a:schemeClr val="bg2"/>
                  </a:solidFill>
                </a:rPr>
                <a:t>Dresden</a:t>
              </a:r>
            </a:p>
          </p:txBody>
        </p:sp>
        <p:sp>
          <p:nvSpPr>
            <p:cNvPr id="162" name="Rectangle 59">
              <a:extLst>
                <a:ext uri="{FF2B5EF4-FFF2-40B4-BE49-F238E27FC236}">
                  <a16:creationId xmlns:a16="http://schemas.microsoft.com/office/drawing/2014/main" id="{5C1CAA93-7A22-4944-A857-B4838039EF9E}"/>
                </a:ext>
              </a:extLst>
            </p:cNvPr>
            <p:cNvSpPr>
              <a:spLocks noChangeArrowheads="1"/>
            </p:cNvSpPr>
            <p:nvPr userDrawn="1"/>
          </p:nvSpPr>
          <p:spPr bwMode="gray">
            <a:xfrm>
              <a:off x="1772606" y="2926353"/>
              <a:ext cx="307777" cy="92333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>
                <a:spcBef>
                  <a:spcPct val="0"/>
                </a:spcBef>
              </a:pPr>
              <a:r>
                <a:rPr lang="en-US" sz="600" dirty="0">
                  <a:solidFill>
                    <a:schemeClr val="bg2"/>
                  </a:solidFill>
                </a:rPr>
                <a:t>Frankfurt</a:t>
              </a:r>
            </a:p>
          </p:txBody>
        </p:sp>
        <p:sp>
          <p:nvSpPr>
            <p:cNvPr id="163" name="Rectangle 60">
              <a:extLst>
                <a:ext uri="{FF2B5EF4-FFF2-40B4-BE49-F238E27FC236}">
                  <a16:creationId xmlns:a16="http://schemas.microsoft.com/office/drawing/2014/main" id="{B00D98CC-9762-44CB-8131-55C8DC7B1831}"/>
                </a:ext>
              </a:extLst>
            </p:cNvPr>
            <p:cNvSpPr>
              <a:spLocks noChangeArrowheads="1"/>
            </p:cNvSpPr>
            <p:nvPr userDrawn="1"/>
          </p:nvSpPr>
          <p:spPr bwMode="gray">
            <a:xfrm>
              <a:off x="2026356" y="3439620"/>
              <a:ext cx="290144" cy="92333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>
                <a:spcBef>
                  <a:spcPct val="0"/>
                </a:spcBef>
              </a:pPr>
              <a:r>
                <a:rPr lang="en-US" sz="600">
                  <a:solidFill>
                    <a:schemeClr val="bg2"/>
                  </a:solidFill>
                </a:rPr>
                <a:t>Stuttgart</a:t>
              </a:r>
            </a:p>
          </p:txBody>
        </p:sp>
        <p:sp>
          <p:nvSpPr>
            <p:cNvPr id="164" name="Rectangle 61">
              <a:extLst>
                <a:ext uri="{FF2B5EF4-FFF2-40B4-BE49-F238E27FC236}">
                  <a16:creationId xmlns:a16="http://schemas.microsoft.com/office/drawing/2014/main" id="{3874C144-7350-4E1A-859E-7885B7329189}"/>
                </a:ext>
              </a:extLst>
            </p:cNvPr>
            <p:cNvSpPr>
              <a:spLocks noChangeArrowheads="1"/>
            </p:cNvSpPr>
            <p:nvPr userDrawn="1"/>
          </p:nvSpPr>
          <p:spPr bwMode="gray">
            <a:xfrm>
              <a:off x="2032123" y="3804098"/>
              <a:ext cx="250068" cy="92333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>
                <a:spcBef>
                  <a:spcPct val="0"/>
                </a:spcBef>
              </a:pPr>
              <a:r>
                <a:rPr lang="en-US" sz="600" dirty="0">
                  <a:solidFill>
                    <a:schemeClr val="bg2"/>
                  </a:solidFill>
                </a:rPr>
                <a:t>Munich</a:t>
              </a:r>
            </a:p>
          </p:txBody>
        </p:sp>
        <p:sp>
          <p:nvSpPr>
            <p:cNvPr id="170" name="Oval 69">
              <a:extLst>
                <a:ext uri="{FF2B5EF4-FFF2-40B4-BE49-F238E27FC236}">
                  <a16:creationId xmlns:a16="http://schemas.microsoft.com/office/drawing/2014/main" id="{D664C5C0-A18B-4635-AACC-24AE5FC3BA84}"/>
                </a:ext>
              </a:extLst>
            </p:cNvPr>
            <p:cNvSpPr>
              <a:spLocks noChangeArrowheads="1"/>
            </p:cNvSpPr>
            <p:nvPr userDrawn="1"/>
          </p:nvSpPr>
          <p:spPr bwMode="gray">
            <a:xfrm>
              <a:off x="1206282" y="2678978"/>
              <a:ext cx="49697" cy="49697"/>
            </a:xfrm>
            <a:prstGeom prst="ellipse">
              <a:avLst/>
            </a:prstGeom>
            <a:solidFill>
              <a:srgbClr val="565656"/>
            </a:solidFill>
            <a:ln w="9525" algn="ctr">
              <a:noFill/>
              <a:round/>
              <a:headEnd/>
              <a:tailEnd/>
            </a:ln>
            <a:effectLst>
              <a:outerShdw blurRad="38100" sx="103000" sy="103000" algn="tl" rotWithShape="0">
                <a:prstClr val="black">
                  <a:alpha val="60000"/>
                </a:prstClr>
              </a:outerShdw>
            </a:effectLst>
          </p:spPr>
          <p:txBody>
            <a:bodyPr wrap="none" lIns="0" tIns="0" rIns="0" bIns="0" anchor="ctr"/>
            <a:lstStyle/>
            <a:p>
              <a:endParaRPr lang="en-US" sz="600">
                <a:solidFill>
                  <a:schemeClr val="bg2"/>
                </a:solidFill>
              </a:endParaRPr>
            </a:p>
          </p:txBody>
        </p:sp>
        <p:sp>
          <p:nvSpPr>
            <p:cNvPr id="171" name="Oval 70">
              <a:extLst>
                <a:ext uri="{FF2B5EF4-FFF2-40B4-BE49-F238E27FC236}">
                  <a16:creationId xmlns:a16="http://schemas.microsoft.com/office/drawing/2014/main" id="{11D59B22-FA96-4975-B607-BC4838E094DD}"/>
                </a:ext>
              </a:extLst>
            </p:cNvPr>
            <p:cNvSpPr>
              <a:spLocks noChangeArrowheads="1"/>
            </p:cNvSpPr>
            <p:nvPr userDrawn="1"/>
          </p:nvSpPr>
          <p:spPr bwMode="gray">
            <a:xfrm>
              <a:off x="1683794" y="2943109"/>
              <a:ext cx="49697" cy="49697"/>
            </a:xfrm>
            <a:prstGeom prst="ellipse">
              <a:avLst/>
            </a:prstGeom>
            <a:solidFill>
              <a:srgbClr val="565656"/>
            </a:solidFill>
            <a:ln w="9525" algn="ctr">
              <a:noFill/>
              <a:round/>
              <a:headEnd/>
              <a:tailEnd/>
            </a:ln>
            <a:effectLst>
              <a:outerShdw blurRad="38100" sx="103000" sy="103000" algn="tl" rotWithShape="0">
                <a:prstClr val="black">
                  <a:alpha val="60000"/>
                </a:prstClr>
              </a:outerShdw>
            </a:effectLst>
          </p:spPr>
          <p:txBody>
            <a:bodyPr wrap="none" lIns="0" tIns="0" rIns="0" bIns="0" anchor="ctr"/>
            <a:lstStyle/>
            <a:p>
              <a:endParaRPr lang="en-US" sz="600">
                <a:solidFill>
                  <a:schemeClr val="bg2"/>
                </a:solidFill>
              </a:endParaRPr>
            </a:p>
          </p:txBody>
        </p:sp>
        <p:sp>
          <p:nvSpPr>
            <p:cNvPr id="172" name="Oval 71">
              <a:extLst>
                <a:ext uri="{FF2B5EF4-FFF2-40B4-BE49-F238E27FC236}">
                  <a16:creationId xmlns:a16="http://schemas.microsoft.com/office/drawing/2014/main" id="{30327BBA-073B-4B8A-9DBD-25CD05AE1BD6}"/>
                </a:ext>
              </a:extLst>
            </p:cNvPr>
            <p:cNvSpPr>
              <a:spLocks noChangeArrowheads="1"/>
            </p:cNvSpPr>
            <p:nvPr userDrawn="1"/>
          </p:nvSpPr>
          <p:spPr bwMode="gray">
            <a:xfrm>
              <a:off x="1942157" y="3458684"/>
              <a:ext cx="49697" cy="49697"/>
            </a:xfrm>
            <a:prstGeom prst="ellipse">
              <a:avLst/>
            </a:prstGeom>
            <a:solidFill>
              <a:srgbClr val="565656"/>
            </a:solidFill>
            <a:ln w="9525" algn="ctr">
              <a:noFill/>
              <a:round/>
              <a:headEnd/>
              <a:tailEnd/>
            </a:ln>
            <a:effectLst>
              <a:outerShdw blurRad="38100" sx="103000" sy="103000" algn="tl" rotWithShape="0">
                <a:prstClr val="black">
                  <a:alpha val="60000"/>
                </a:prstClr>
              </a:outerShdw>
            </a:effectLst>
          </p:spPr>
          <p:txBody>
            <a:bodyPr wrap="none" lIns="0" tIns="0" rIns="0" bIns="0" anchor="ctr"/>
            <a:lstStyle/>
            <a:p>
              <a:endParaRPr lang="en-US" sz="600">
                <a:solidFill>
                  <a:schemeClr val="bg2"/>
                </a:solidFill>
              </a:endParaRPr>
            </a:p>
          </p:txBody>
        </p:sp>
        <p:sp>
          <p:nvSpPr>
            <p:cNvPr id="173" name="Oval 72">
              <a:extLst>
                <a:ext uri="{FF2B5EF4-FFF2-40B4-BE49-F238E27FC236}">
                  <a16:creationId xmlns:a16="http://schemas.microsoft.com/office/drawing/2014/main" id="{3CB360BD-89A7-4B7F-A851-B41440928A59}"/>
                </a:ext>
              </a:extLst>
            </p:cNvPr>
            <p:cNvSpPr>
              <a:spLocks noChangeArrowheads="1"/>
            </p:cNvSpPr>
            <p:nvPr userDrawn="1"/>
          </p:nvSpPr>
          <p:spPr bwMode="gray">
            <a:xfrm>
              <a:off x="2393141" y="3833542"/>
              <a:ext cx="49697" cy="49697"/>
            </a:xfrm>
            <a:prstGeom prst="ellipse">
              <a:avLst/>
            </a:prstGeom>
            <a:solidFill>
              <a:srgbClr val="565656"/>
            </a:solidFill>
            <a:ln w="9525" algn="ctr">
              <a:noFill/>
              <a:round/>
              <a:headEnd/>
              <a:tailEnd/>
            </a:ln>
            <a:effectLst>
              <a:outerShdw blurRad="38100" sx="103000" sy="103000" algn="tl" rotWithShape="0">
                <a:prstClr val="black">
                  <a:alpha val="60000"/>
                </a:prstClr>
              </a:outerShdw>
            </a:effectLst>
          </p:spPr>
          <p:txBody>
            <a:bodyPr wrap="none" lIns="0" tIns="0" rIns="0" bIns="0" anchor="ctr"/>
            <a:lstStyle/>
            <a:p>
              <a:endParaRPr lang="en-US" sz="600">
                <a:solidFill>
                  <a:schemeClr val="bg2"/>
                </a:solidFill>
              </a:endParaRPr>
            </a:p>
          </p:txBody>
        </p:sp>
        <p:sp>
          <p:nvSpPr>
            <p:cNvPr id="174" name="Oval 73">
              <a:extLst>
                <a:ext uri="{FF2B5EF4-FFF2-40B4-BE49-F238E27FC236}">
                  <a16:creationId xmlns:a16="http://schemas.microsoft.com/office/drawing/2014/main" id="{385D14F6-0FAA-409F-AC5D-22A1E6E063CC}"/>
                </a:ext>
              </a:extLst>
            </p:cNvPr>
            <p:cNvSpPr>
              <a:spLocks noChangeArrowheads="1"/>
            </p:cNvSpPr>
            <p:nvPr userDrawn="1"/>
          </p:nvSpPr>
          <p:spPr bwMode="gray">
            <a:xfrm>
              <a:off x="2974459" y="2627075"/>
              <a:ext cx="49697" cy="49697"/>
            </a:xfrm>
            <a:prstGeom prst="ellipse">
              <a:avLst/>
            </a:prstGeom>
            <a:solidFill>
              <a:srgbClr val="565656"/>
            </a:solidFill>
            <a:ln w="9525" algn="ctr">
              <a:noFill/>
              <a:round/>
              <a:headEnd/>
              <a:tailEnd/>
            </a:ln>
            <a:effectLst>
              <a:outerShdw blurRad="38100" sx="103000" sy="103000" algn="tl" rotWithShape="0">
                <a:prstClr val="black">
                  <a:alpha val="60000"/>
                </a:prstClr>
              </a:outerShdw>
            </a:effectLst>
          </p:spPr>
          <p:txBody>
            <a:bodyPr wrap="none" lIns="0" tIns="0" rIns="0" bIns="0" anchor="ctr"/>
            <a:lstStyle/>
            <a:p>
              <a:endParaRPr lang="en-US" sz="600">
                <a:solidFill>
                  <a:schemeClr val="bg2"/>
                </a:solidFill>
              </a:endParaRPr>
            </a:p>
          </p:txBody>
        </p:sp>
        <p:sp>
          <p:nvSpPr>
            <p:cNvPr id="175" name="Oval 74">
              <a:extLst>
                <a:ext uri="{FF2B5EF4-FFF2-40B4-BE49-F238E27FC236}">
                  <a16:creationId xmlns:a16="http://schemas.microsoft.com/office/drawing/2014/main" id="{D9879855-A49C-4E8D-A0F2-D554469E1095}"/>
                </a:ext>
              </a:extLst>
            </p:cNvPr>
            <p:cNvSpPr>
              <a:spLocks noChangeArrowheads="1"/>
            </p:cNvSpPr>
            <p:nvPr userDrawn="1"/>
          </p:nvSpPr>
          <p:spPr bwMode="gray">
            <a:xfrm>
              <a:off x="2477339" y="2402160"/>
              <a:ext cx="49697" cy="49697"/>
            </a:xfrm>
            <a:prstGeom prst="ellipse">
              <a:avLst/>
            </a:prstGeom>
            <a:solidFill>
              <a:srgbClr val="565656"/>
            </a:solidFill>
            <a:ln w="9525" algn="ctr">
              <a:noFill/>
              <a:round/>
              <a:headEnd/>
              <a:tailEnd/>
            </a:ln>
            <a:effectLst>
              <a:outerShdw blurRad="38100" sx="103000" sy="103000" algn="tl" rotWithShape="0">
                <a:prstClr val="black">
                  <a:alpha val="60000"/>
                </a:prstClr>
              </a:outerShdw>
            </a:effectLst>
          </p:spPr>
          <p:txBody>
            <a:bodyPr wrap="none" lIns="0" tIns="0" rIns="0" bIns="0" anchor="ctr"/>
            <a:lstStyle/>
            <a:p>
              <a:endParaRPr lang="en-US" sz="600">
                <a:solidFill>
                  <a:schemeClr val="bg2"/>
                </a:solidFill>
              </a:endParaRPr>
            </a:p>
          </p:txBody>
        </p:sp>
        <p:sp>
          <p:nvSpPr>
            <p:cNvPr id="176" name="Oval 75">
              <a:extLst>
                <a:ext uri="{FF2B5EF4-FFF2-40B4-BE49-F238E27FC236}">
                  <a16:creationId xmlns:a16="http://schemas.microsoft.com/office/drawing/2014/main" id="{E204FB00-DEF0-4D71-AB2A-0F87B8985481}"/>
                </a:ext>
              </a:extLst>
            </p:cNvPr>
            <p:cNvSpPr>
              <a:spLocks noChangeArrowheads="1"/>
            </p:cNvSpPr>
            <p:nvPr userDrawn="1"/>
          </p:nvSpPr>
          <p:spPr bwMode="gray">
            <a:xfrm>
              <a:off x="2070186" y="1692813"/>
              <a:ext cx="49697" cy="49697"/>
            </a:xfrm>
            <a:prstGeom prst="ellipse">
              <a:avLst/>
            </a:prstGeom>
            <a:solidFill>
              <a:srgbClr val="565656"/>
            </a:solidFill>
            <a:ln w="9525" algn="ctr">
              <a:noFill/>
              <a:round/>
              <a:headEnd/>
              <a:tailEnd/>
            </a:ln>
            <a:effectLst>
              <a:outerShdw blurRad="38100" sx="103000" sy="103000" algn="tl" rotWithShape="0">
                <a:prstClr val="black">
                  <a:alpha val="60000"/>
                </a:prstClr>
              </a:outerShdw>
            </a:effectLst>
          </p:spPr>
          <p:txBody>
            <a:bodyPr wrap="none" lIns="0" tIns="0" rIns="0" bIns="0" anchor="ctr"/>
            <a:lstStyle/>
            <a:p>
              <a:endParaRPr lang="en-US" sz="600">
                <a:solidFill>
                  <a:schemeClr val="bg2"/>
                </a:solidFill>
              </a:endParaRPr>
            </a:p>
          </p:txBody>
        </p:sp>
        <p:sp>
          <p:nvSpPr>
            <p:cNvPr id="147" name="Rectangle 206" descr="© INSCALE GmbH, 05.05.2010&#10;http://www.presentationload.com/">
              <a:extLst>
                <a:ext uri="{FF2B5EF4-FFF2-40B4-BE49-F238E27FC236}">
                  <a16:creationId xmlns:a16="http://schemas.microsoft.com/office/drawing/2014/main" id="{A07D7B79-CEB5-4475-9208-BF2139D36A67}"/>
                </a:ext>
              </a:extLst>
            </p:cNvPr>
            <p:cNvSpPr>
              <a:spLocks noChangeArrowheads="1"/>
            </p:cNvSpPr>
            <p:nvPr userDrawn="1"/>
          </p:nvSpPr>
          <p:spPr bwMode="gray">
            <a:xfrm>
              <a:off x="2778308" y="1909913"/>
              <a:ext cx="64750" cy="65290"/>
            </a:xfrm>
            <a:prstGeom prst="rect">
              <a:avLst/>
            </a:prstGeom>
            <a:solidFill>
              <a:srgbClr val="565656"/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>
              <a:outerShdw blurRad="38100" sx="103000" sy="103000" algn="ctr" rotWithShape="0">
                <a:prstClr val="black">
                  <a:alpha val="60000"/>
                </a:prstClr>
              </a:outerShdw>
            </a:effectLst>
          </p:spPr>
          <p:txBody>
            <a:bodyPr wrap="none" lIns="0" tIns="0" rIns="0" bIns="0"/>
            <a:lstStyle/>
            <a:p>
              <a:endParaRPr lang="en-US" sz="600">
                <a:solidFill>
                  <a:schemeClr val="bg2"/>
                </a:solidFill>
              </a:endParaRPr>
            </a:p>
          </p:txBody>
        </p:sp>
      </p:grpSp>
      <p:sp>
        <p:nvSpPr>
          <p:cNvPr id="196" name="Rechteck 195">
            <a:extLst>
              <a:ext uri="{FF2B5EF4-FFF2-40B4-BE49-F238E27FC236}">
                <a16:creationId xmlns:a16="http://schemas.microsoft.com/office/drawing/2014/main" id="{882327C4-4FFC-4F16-82CC-79E46F466953}"/>
              </a:ext>
            </a:extLst>
          </p:cNvPr>
          <p:cNvSpPr/>
          <p:nvPr userDrawn="1"/>
        </p:nvSpPr>
        <p:spPr>
          <a:xfrm>
            <a:off x="0" y="4637076"/>
            <a:ext cx="4940637" cy="63718"/>
          </a:xfrm>
          <a:prstGeom prst="rect">
            <a:avLst/>
          </a:prstGeom>
          <a:solidFill>
            <a:schemeClr val="tx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 fontAlgn="auto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</a:pPr>
            <a:endParaRPr lang="en-GB" sz="1400" dirty="0">
              <a:solidFill>
                <a:schemeClr val="bg1"/>
              </a:solidFill>
            </a:endParaRPr>
          </a:p>
        </p:txBody>
      </p: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060E2825-D102-48EC-9E7B-E6A6D8674B91}"/>
              </a:ext>
            </a:extLst>
          </p:cNvPr>
          <p:cNvSpPr/>
          <p:nvPr userDrawn="1"/>
        </p:nvSpPr>
        <p:spPr>
          <a:xfrm>
            <a:off x="0" y="669753"/>
            <a:ext cx="9144000" cy="3967384"/>
          </a:xfrm>
          <a:custGeom>
            <a:avLst/>
            <a:gdLst>
              <a:gd name="connsiteX0" fmla="*/ 2033747 w 9144000"/>
              <a:gd name="connsiteY0" fmla="*/ 204087 h 3967384"/>
              <a:gd name="connsiteX1" fmla="*/ 251578 w 9144000"/>
              <a:gd name="connsiteY1" fmla="*/ 1983692 h 3967384"/>
              <a:gd name="connsiteX2" fmla="*/ 2033747 w 9144000"/>
              <a:gd name="connsiteY2" fmla="*/ 3763297 h 3967384"/>
              <a:gd name="connsiteX3" fmla="*/ 3815916 w 9144000"/>
              <a:gd name="connsiteY3" fmla="*/ 1983692 h 3967384"/>
              <a:gd name="connsiteX4" fmla="*/ 2033747 w 9144000"/>
              <a:gd name="connsiteY4" fmla="*/ 204087 h 3967384"/>
              <a:gd name="connsiteX5" fmla="*/ 0 w 9144000"/>
              <a:gd name="connsiteY5" fmla="*/ 0 h 3967384"/>
              <a:gd name="connsiteX6" fmla="*/ 9144000 w 9144000"/>
              <a:gd name="connsiteY6" fmla="*/ 0 h 3967384"/>
              <a:gd name="connsiteX7" fmla="*/ 9144000 w 9144000"/>
              <a:gd name="connsiteY7" fmla="*/ 3967384 h 3967384"/>
              <a:gd name="connsiteX8" fmla="*/ 0 w 9144000"/>
              <a:gd name="connsiteY8" fmla="*/ 3967384 h 3967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144000" h="3967384">
                <a:moveTo>
                  <a:pt x="2033747" y="204087"/>
                </a:moveTo>
                <a:cubicBezTo>
                  <a:pt x="1049482" y="204087"/>
                  <a:pt x="251578" y="1000843"/>
                  <a:pt x="251578" y="1983692"/>
                </a:cubicBezTo>
                <a:cubicBezTo>
                  <a:pt x="251578" y="2966541"/>
                  <a:pt x="1049482" y="3763297"/>
                  <a:pt x="2033747" y="3763297"/>
                </a:cubicBezTo>
                <a:cubicBezTo>
                  <a:pt x="3018012" y="3763297"/>
                  <a:pt x="3815916" y="2966541"/>
                  <a:pt x="3815916" y="1983692"/>
                </a:cubicBezTo>
                <a:cubicBezTo>
                  <a:pt x="3815916" y="1000843"/>
                  <a:pt x="3018012" y="204087"/>
                  <a:pt x="2033747" y="204087"/>
                </a:cubicBezTo>
                <a:close/>
                <a:moveTo>
                  <a:pt x="0" y="0"/>
                </a:moveTo>
                <a:lnTo>
                  <a:pt x="9144000" y="0"/>
                </a:lnTo>
                <a:lnTo>
                  <a:pt x="9144000" y="3967384"/>
                </a:lnTo>
                <a:lnTo>
                  <a:pt x="0" y="3967384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tIns="90000" bIns="90000" rtlCol="0" anchor="ctr" anchorCtr="0">
            <a:noAutofit/>
          </a:bodyPr>
          <a:lstStyle/>
          <a:p>
            <a:pPr algn="ctr" fontAlgn="auto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</a:pPr>
            <a:endParaRPr lang="en-US" sz="1400" dirty="0">
              <a:solidFill>
                <a:schemeClr val="bg1"/>
              </a:solidFill>
            </a:endParaRPr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2DF8D9F7-4905-440B-BD31-FFEADEBF9B7B}"/>
              </a:ext>
            </a:extLst>
          </p:cNvPr>
          <p:cNvSpPr/>
          <p:nvPr userDrawn="1"/>
        </p:nvSpPr>
        <p:spPr>
          <a:xfrm>
            <a:off x="0" y="669753"/>
            <a:ext cx="9144000" cy="3967384"/>
          </a:xfrm>
          <a:custGeom>
            <a:avLst/>
            <a:gdLst>
              <a:gd name="connsiteX0" fmla="*/ 2033747 w 9144000"/>
              <a:gd name="connsiteY0" fmla="*/ 204087 h 3967384"/>
              <a:gd name="connsiteX1" fmla="*/ 251578 w 9144000"/>
              <a:gd name="connsiteY1" fmla="*/ 1983692 h 3967384"/>
              <a:gd name="connsiteX2" fmla="*/ 2033747 w 9144000"/>
              <a:gd name="connsiteY2" fmla="*/ 3763297 h 3967384"/>
              <a:gd name="connsiteX3" fmla="*/ 3815916 w 9144000"/>
              <a:gd name="connsiteY3" fmla="*/ 1983692 h 3967384"/>
              <a:gd name="connsiteX4" fmla="*/ 2033747 w 9144000"/>
              <a:gd name="connsiteY4" fmla="*/ 204087 h 3967384"/>
              <a:gd name="connsiteX5" fmla="*/ 0 w 9144000"/>
              <a:gd name="connsiteY5" fmla="*/ 0 h 3967384"/>
              <a:gd name="connsiteX6" fmla="*/ 9144000 w 9144000"/>
              <a:gd name="connsiteY6" fmla="*/ 0 h 3967384"/>
              <a:gd name="connsiteX7" fmla="*/ 9144000 w 9144000"/>
              <a:gd name="connsiteY7" fmla="*/ 3967384 h 3967384"/>
              <a:gd name="connsiteX8" fmla="*/ 0 w 9144000"/>
              <a:gd name="connsiteY8" fmla="*/ 3967384 h 3967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144000" h="3967384">
                <a:moveTo>
                  <a:pt x="2033747" y="204087"/>
                </a:moveTo>
                <a:cubicBezTo>
                  <a:pt x="1049482" y="204087"/>
                  <a:pt x="251578" y="1000843"/>
                  <a:pt x="251578" y="1983692"/>
                </a:cubicBezTo>
                <a:cubicBezTo>
                  <a:pt x="251578" y="2966541"/>
                  <a:pt x="1049482" y="3763297"/>
                  <a:pt x="2033747" y="3763297"/>
                </a:cubicBezTo>
                <a:cubicBezTo>
                  <a:pt x="3018012" y="3763297"/>
                  <a:pt x="3815916" y="2966541"/>
                  <a:pt x="3815916" y="1983692"/>
                </a:cubicBezTo>
                <a:cubicBezTo>
                  <a:pt x="3815916" y="1000843"/>
                  <a:pt x="3018012" y="204087"/>
                  <a:pt x="2033747" y="204087"/>
                </a:cubicBezTo>
                <a:close/>
                <a:moveTo>
                  <a:pt x="0" y="0"/>
                </a:moveTo>
                <a:lnTo>
                  <a:pt x="9144000" y="0"/>
                </a:lnTo>
                <a:lnTo>
                  <a:pt x="9144000" y="3967384"/>
                </a:lnTo>
                <a:lnTo>
                  <a:pt x="0" y="3967384"/>
                </a:lnTo>
                <a:close/>
              </a:path>
            </a:pathLst>
          </a:custGeom>
          <a:solidFill>
            <a:schemeClr val="bg1">
              <a:alpha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tIns="90000" bIns="90000" rtlCol="0" anchor="ctr" anchorCtr="0">
            <a:noAutofit/>
          </a:bodyPr>
          <a:lstStyle/>
          <a:p>
            <a:pPr algn="ctr" fontAlgn="auto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</a:pPr>
            <a:endParaRPr lang="en-US" sz="1400" dirty="0">
              <a:solidFill>
                <a:schemeClr val="bg1"/>
              </a:solidFill>
            </a:endParaRPr>
          </a:p>
        </p:txBody>
      </p:sp>
      <p:sp>
        <p:nvSpPr>
          <p:cNvPr id="183" name="Oval 489" descr="© INSCALE GmbH, 05.05.2010&#10;http://www.presentationload.com/">
            <a:extLst>
              <a:ext uri="{FF2B5EF4-FFF2-40B4-BE49-F238E27FC236}">
                <a16:creationId xmlns:a16="http://schemas.microsoft.com/office/drawing/2014/main" id="{A123A875-5B62-48C6-A67E-C8578A5D33A6}"/>
              </a:ext>
            </a:extLst>
          </p:cNvPr>
          <p:cNvSpPr>
            <a:spLocks noChangeArrowheads="1"/>
          </p:cNvSpPr>
          <p:nvPr userDrawn="1"/>
        </p:nvSpPr>
        <p:spPr bwMode="gray">
          <a:xfrm>
            <a:off x="251578" y="873840"/>
            <a:ext cx="3564338" cy="3559210"/>
          </a:xfrm>
          <a:prstGeom prst="ellipse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>
              <a:latin typeface="Calibri" pitchFamily="34" charset="0"/>
              <a:cs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68806270"/>
      </p:ext>
    </p:extLst>
  </p:cSld>
  <p:clrMapOvr>
    <a:masterClrMapping/>
  </p:clrMapOvr>
  <p:transition spd="slow">
    <p:fade/>
  </p:transition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World Map | UK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F32D5866-BB8C-4E10-8952-7AB915665DCA}"/>
              </a:ext>
            </a:extLst>
          </p:cNvPr>
          <p:cNvSpPr/>
          <p:nvPr userDrawn="1"/>
        </p:nvSpPr>
        <p:spPr>
          <a:xfrm>
            <a:off x="0" y="669753"/>
            <a:ext cx="9144000" cy="3967384"/>
          </a:xfrm>
          <a:custGeom>
            <a:avLst/>
            <a:gdLst>
              <a:gd name="connsiteX0" fmla="*/ 2033747 w 9144000"/>
              <a:gd name="connsiteY0" fmla="*/ 204087 h 3967384"/>
              <a:gd name="connsiteX1" fmla="*/ 251578 w 9144000"/>
              <a:gd name="connsiteY1" fmla="*/ 1983692 h 3967384"/>
              <a:gd name="connsiteX2" fmla="*/ 2033747 w 9144000"/>
              <a:gd name="connsiteY2" fmla="*/ 3763297 h 3967384"/>
              <a:gd name="connsiteX3" fmla="*/ 3815916 w 9144000"/>
              <a:gd name="connsiteY3" fmla="*/ 1983692 h 3967384"/>
              <a:gd name="connsiteX4" fmla="*/ 2033747 w 9144000"/>
              <a:gd name="connsiteY4" fmla="*/ 204087 h 3967384"/>
              <a:gd name="connsiteX5" fmla="*/ 0 w 9144000"/>
              <a:gd name="connsiteY5" fmla="*/ 0 h 3967384"/>
              <a:gd name="connsiteX6" fmla="*/ 9144000 w 9144000"/>
              <a:gd name="connsiteY6" fmla="*/ 0 h 3967384"/>
              <a:gd name="connsiteX7" fmla="*/ 9144000 w 9144000"/>
              <a:gd name="connsiteY7" fmla="*/ 3967384 h 3967384"/>
              <a:gd name="connsiteX8" fmla="*/ 0 w 9144000"/>
              <a:gd name="connsiteY8" fmla="*/ 3967384 h 3967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144000" h="3967384">
                <a:moveTo>
                  <a:pt x="2033747" y="204087"/>
                </a:moveTo>
                <a:cubicBezTo>
                  <a:pt x="1049482" y="204087"/>
                  <a:pt x="251578" y="1000843"/>
                  <a:pt x="251578" y="1983692"/>
                </a:cubicBezTo>
                <a:cubicBezTo>
                  <a:pt x="251578" y="2966541"/>
                  <a:pt x="1049482" y="3763297"/>
                  <a:pt x="2033747" y="3763297"/>
                </a:cubicBezTo>
                <a:cubicBezTo>
                  <a:pt x="3018012" y="3763297"/>
                  <a:pt x="3815916" y="2966541"/>
                  <a:pt x="3815916" y="1983692"/>
                </a:cubicBezTo>
                <a:cubicBezTo>
                  <a:pt x="3815916" y="1000843"/>
                  <a:pt x="3018012" y="204087"/>
                  <a:pt x="2033747" y="204087"/>
                </a:cubicBezTo>
                <a:close/>
                <a:moveTo>
                  <a:pt x="0" y="0"/>
                </a:moveTo>
                <a:lnTo>
                  <a:pt x="9144000" y="0"/>
                </a:lnTo>
                <a:lnTo>
                  <a:pt x="9144000" y="3967384"/>
                </a:lnTo>
                <a:lnTo>
                  <a:pt x="0" y="3967384"/>
                </a:lnTo>
                <a:close/>
              </a:path>
            </a:pathLst>
          </a:custGeom>
          <a:solidFill>
            <a:schemeClr val="bg1">
              <a:alpha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tIns="90000" bIns="90000" rtlCol="0" anchor="ctr" anchorCtr="0">
            <a:noAutofit/>
          </a:bodyPr>
          <a:lstStyle/>
          <a:p>
            <a:pPr algn="ctr" fontAlgn="auto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</a:pPr>
            <a:endParaRPr lang="en-US" sz="1400" dirty="0">
              <a:solidFill>
                <a:schemeClr val="bg1"/>
              </a:solidFill>
            </a:endParaRPr>
          </a:p>
        </p:txBody>
      </p:sp>
      <p:sp>
        <p:nvSpPr>
          <p:cNvPr id="25" name="Oval 489" descr="© INSCALE GmbH, 05.05.2010&#10;http://www.presentationload.com/">
            <a:extLst>
              <a:ext uri="{FF2B5EF4-FFF2-40B4-BE49-F238E27FC236}">
                <a16:creationId xmlns:a16="http://schemas.microsoft.com/office/drawing/2014/main" id="{F67FCB9E-0417-4B06-8591-C6ACA58B6A4F}"/>
              </a:ext>
            </a:extLst>
          </p:cNvPr>
          <p:cNvSpPr>
            <a:spLocks noChangeArrowheads="1"/>
          </p:cNvSpPr>
          <p:nvPr userDrawn="1"/>
        </p:nvSpPr>
        <p:spPr bwMode="gray">
          <a:xfrm>
            <a:off x="251578" y="873840"/>
            <a:ext cx="3564338" cy="3559210"/>
          </a:xfrm>
          <a:prstGeom prst="ellipse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>
              <a:latin typeface="Calibri" pitchFamily="34" charset="0"/>
              <a:cs typeface="Calibri" pitchFamily="34" charset="0"/>
            </a:endParaRPr>
          </a:p>
        </p:txBody>
      </p:sp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GB" noProof="0" dirty="0"/>
              <a:t>Title / key message of the slide</a:t>
            </a:r>
          </a:p>
        </p:txBody>
      </p:sp>
      <p:grpSp>
        <p:nvGrpSpPr>
          <p:cNvPr id="3" name="Gruppieren 2">
            <a:extLst>
              <a:ext uri="{FF2B5EF4-FFF2-40B4-BE49-F238E27FC236}">
                <a16:creationId xmlns:a16="http://schemas.microsoft.com/office/drawing/2014/main" id="{C63C4BCA-DEDF-42C4-82BD-E6F255863FE7}"/>
              </a:ext>
            </a:extLst>
          </p:cNvPr>
          <p:cNvGrpSpPr/>
          <p:nvPr userDrawn="1"/>
        </p:nvGrpSpPr>
        <p:grpSpPr>
          <a:xfrm>
            <a:off x="421274" y="974936"/>
            <a:ext cx="2774525" cy="3288859"/>
            <a:chOff x="37732" y="770643"/>
            <a:chExt cx="1864562" cy="2210209"/>
          </a:xfrm>
        </p:grpSpPr>
        <p:sp>
          <p:nvSpPr>
            <p:cNvPr id="5" name="Freihandform: Form 4">
              <a:extLst>
                <a:ext uri="{FF2B5EF4-FFF2-40B4-BE49-F238E27FC236}">
                  <a16:creationId xmlns:a16="http://schemas.microsoft.com/office/drawing/2014/main" id="{19CD1BBF-1A41-43A0-90C4-4583E0D0530D}"/>
                </a:ext>
              </a:extLst>
            </p:cNvPr>
            <p:cNvSpPr/>
            <p:nvPr userDrawn="1"/>
          </p:nvSpPr>
          <p:spPr>
            <a:xfrm>
              <a:off x="1461173" y="770643"/>
              <a:ext cx="0" cy="0"/>
            </a:xfrm>
            <a:custGeom>
              <a:avLst/>
              <a:gdLst>
                <a:gd name="connsiteX0" fmla="*/ 0 w 0"/>
                <a:gd name="connsiteY0" fmla="*/ 0 h 0"/>
                <a:gd name="connsiteX1" fmla="*/ 0 w 0"/>
                <a:gd name="connsiteY1" fmla="*/ 0 h 0"/>
                <a:gd name="connsiteX2" fmla="*/ 0 w 0"/>
                <a:gd name="connsiteY2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90000" bIns="90000" rtlCol="0" anchor="ctr" anchorCtr="0"/>
            <a:lstStyle/>
            <a:p>
              <a:pPr algn="ctr" fontAlgn="auto">
                <a:lnSpc>
                  <a:spcPct val="90000"/>
                </a:lnSpc>
                <a:spcBef>
                  <a:spcPts val="0"/>
                </a:spcBef>
                <a:spcAft>
                  <a:spcPts val="600"/>
                </a:spcAft>
              </a:pPr>
              <a:endParaRPr lang="en-US" sz="1400" dirty="0">
                <a:solidFill>
                  <a:schemeClr val="bg1"/>
                </a:solidFill>
              </a:endParaRPr>
            </a:p>
          </p:txBody>
        </p:sp>
        <p:grpSp>
          <p:nvGrpSpPr>
            <p:cNvPr id="6" name="Gruppieren 5">
              <a:extLst>
                <a:ext uri="{FF2B5EF4-FFF2-40B4-BE49-F238E27FC236}">
                  <a16:creationId xmlns:a16="http://schemas.microsoft.com/office/drawing/2014/main" id="{F289131E-091A-452A-9C1A-6EBD1578BC51}"/>
                </a:ext>
              </a:extLst>
            </p:cNvPr>
            <p:cNvGrpSpPr/>
            <p:nvPr userDrawn="1"/>
          </p:nvGrpSpPr>
          <p:grpSpPr>
            <a:xfrm>
              <a:off x="539037" y="770643"/>
              <a:ext cx="1363257" cy="2210209"/>
              <a:chOff x="1311767" y="1066262"/>
              <a:chExt cx="1363257" cy="2210209"/>
            </a:xfrm>
            <a:solidFill>
              <a:schemeClr val="tx1"/>
            </a:solidFill>
          </p:grpSpPr>
          <p:sp>
            <p:nvSpPr>
              <p:cNvPr id="7" name="Freihandform: Form 6">
                <a:extLst>
                  <a:ext uri="{FF2B5EF4-FFF2-40B4-BE49-F238E27FC236}">
                    <a16:creationId xmlns:a16="http://schemas.microsoft.com/office/drawing/2014/main" id="{F8315A9B-2A81-4E8F-A9B2-A3D0447CCBC6}"/>
                  </a:ext>
                </a:extLst>
              </p:cNvPr>
              <p:cNvSpPr/>
              <p:nvPr/>
            </p:nvSpPr>
            <p:spPr>
              <a:xfrm>
                <a:off x="1565970" y="2434319"/>
                <a:ext cx="421778" cy="552430"/>
              </a:xfrm>
              <a:custGeom>
                <a:avLst/>
                <a:gdLst>
                  <a:gd name="connsiteX0" fmla="*/ 314325 w 707231"/>
                  <a:gd name="connsiteY0" fmla="*/ 0 h 926306"/>
                  <a:gd name="connsiteX1" fmla="*/ 392906 w 707231"/>
                  <a:gd name="connsiteY1" fmla="*/ 2381 h 926306"/>
                  <a:gd name="connsiteX2" fmla="*/ 445294 w 707231"/>
                  <a:gd name="connsiteY2" fmla="*/ 85725 h 926306"/>
                  <a:gd name="connsiteX3" fmla="*/ 469106 w 707231"/>
                  <a:gd name="connsiteY3" fmla="*/ 85725 h 926306"/>
                  <a:gd name="connsiteX4" fmla="*/ 500062 w 707231"/>
                  <a:gd name="connsiteY4" fmla="*/ 69056 h 926306"/>
                  <a:gd name="connsiteX5" fmla="*/ 557212 w 707231"/>
                  <a:gd name="connsiteY5" fmla="*/ 88106 h 926306"/>
                  <a:gd name="connsiteX6" fmla="*/ 602456 w 707231"/>
                  <a:gd name="connsiteY6" fmla="*/ 78581 h 926306"/>
                  <a:gd name="connsiteX7" fmla="*/ 614362 w 707231"/>
                  <a:gd name="connsiteY7" fmla="*/ 85725 h 926306"/>
                  <a:gd name="connsiteX8" fmla="*/ 645319 w 707231"/>
                  <a:gd name="connsiteY8" fmla="*/ 95250 h 926306"/>
                  <a:gd name="connsiteX9" fmla="*/ 707231 w 707231"/>
                  <a:gd name="connsiteY9" fmla="*/ 223837 h 926306"/>
                  <a:gd name="connsiteX10" fmla="*/ 690562 w 707231"/>
                  <a:gd name="connsiteY10" fmla="*/ 261937 h 926306"/>
                  <a:gd name="connsiteX11" fmla="*/ 650081 w 707231"/>
                  <a:gd name="connsiteY11" fmla="*/ 295275 h 926306"/>
                  <a:gd name="connsiteX12" fmla="*/ 661987 w 707231"/>
                  <a:gd name="connsiteY12" fmla="*/ 373856 h 926306"/>
                  <a:gd name="connsiteX13" fmla="*/ 635794 w 707231"/>
                  <a:gd name="connsiteY13" fmla="*/ 426243 h 926306"/>
                  <a:gd name="connsiteX14" fmla="*/ 642937 w 707231"/>
                  <a:gd name="connsiteY14" fmla="*/ 471487 h 926306"/>
                  <a:gd name="connsiteX15" fmla="*/ 659606 w 707231"/>
                  <a:gd name="connsiteY15" fmla="*/ 495300 h 926306"/>
                  <a:gd name="connsiteX16" fmla="*/ 666750 w 707231"/>
                  <a:gd name="connsiteY16" fmla="*/ 526256 h 926306"/>
                  <a:gd name="connsiteX17" fmla="*/ 638175 w 707231"/>
                  <a:gd name="connsiteY17" fmla="*/ 559593 h 926306"/>
                  <a:gd name="connsiteX18" fmla="*/ 626269 w 707231"/>
                  <a:gd name="connsiteY18" fmla="*/ 602456 h 926306"/>
                  <a:gd name="connsiteX19" fmla="*/ 626269 w 707231"/>
                  <a:gd name="connsiteY19" fmla="*/ 647700 h 926306"/>
                  <a:gd name="connsiteX20" fmla="*/ 647700 w 707231"/>
                  <a:gd name="connsiteY20" fmla="*/ 676275 h 926306"/>
                  <a:gd name="connsiteX21" fmla="*/ 697706 w 707231"/>
                  <a:gd name="connsiteY21" fmla="*/ 709612 h 926306"/>
                  <a:gd name="connsiteX22" fmla="*/ 678656 w 707231"/>
                  <a:gd name="connsiteY22" fmla="*/ 807243 h 926306"/>
                  <a:gd name="connsiteX23" fmla="*/ 626269 w 707231"/>
                  <a:gd name="connsiteY23" fmla="*/ 854868 h 926306"/>
                  <a:gd name="connsiteX24" fmla="*/ 564356 w 707231"/>
                  <a:gd name="connsiteY24" fmla="*/ 883443 h 926306"/>
                  <a:gd name="connsiteX25" fmla="*/ 535781 w 707231"/>
                  <a:gd name="connsiteY25" fmla="*/ 923925 h 926306"/>
                  <a:gd name="connsiteX26" fmla="*/ 447675 w 707231"/>
                  <a:gd name="connsiteY26" fmla="*/ 926306 h 926306"/>
                  <a:gd name="connsiteX27" fmla="*/ 395287 w 707231"/>
                  <a:gd name="connsiteY27" fmla="*/ 897731 h 926306"/>
                  <a:gd name="connsiteX28" fmla="*/ 361950 w 707231"/>
                  <a:gd name="connsiteY28" fmla="*/ 854868 h 926306"/>
                  <a:gd name="connsiteX29" fmla="*/ 347662 w 707231"/>
                  <a:gd name="connsiteY29" fmla="*/ 804862 h 926306"/>
                  <a:gd name="connsiteX30" fmla="*/ 335756 w 707231"/>
                  <a:gd name="connsiteY30" fmla="*/ 800100 h 926306"/>
                  <a:gd name="connsiteX31" fmla="*/ 304800 w 707231"/>
                  <a:gd name="connsiteY31" fmla="*/ 809625 h 926306"/>
                  <a:gd name="connsiteX32" fmla="*/ 216694 w 707231"/>
                  <a:gd name="connsiteY32" fmla="*/ 797718 h 926306"/>
                  <a:gd name="connsiteX33" fmla="*/ 221456 w 707231"/>
                  <a:gd name="connsiteY33" fmla="*/ 726281 h 926306"/>
                  <a:gd name="connsiteX34" fmla="*/ 171450 w 707231"/>
                  <a:gd name="connsiteY34" fmla="*/ 709612 h 926306"/>
                  <a:gd name="connsiteX35" fmla="*/ 147637 w 707231"/>
                  <a:gd name="connsiteY35" fmla="*/ 747712 h 926306"/>
                  <a:gd name="connsiteX36" fmla="*/ 57150 w 707231"/>
                  <a:gd name="connsiteY36" fmla="*/ 745331 h 926306"/>
                  <a:gd name="connsiteX37" fmla="*/ 28575 w 707231"/>
                  <a:gd name="connsiteY37" fmla="*/ 702468 h 926306"/>
                  <a:gd name="connsiteX38" fmla="*/ 7144 w 707231"/>
                  <a:gd name="connsiteY38" fmla="*/ 690562 h 926306"/>
                  <a:gd name="connsiteX39" fmla="*/ 4762 w 707231"/>
                  <a:gd name="connsiteY39" fmla="*/ 659606 h 926306"/>
                  <a:gd name="connsiteX40" fmla="*/ 33337 w 707231"/>
                  <a:gd name="connsiteY40" fmla="*/ 628650 h 926306"/>
                  <a:gd name="connsiteX41" fmla="*/ 0 w 707231"/>
                  <a:gd name="connsiteY41" fmla="*/ 609600 h 926306"/>
                  <a:gd name="connsiteX42" fmla="*/ 2381 w 707231"/>
                  <a:gd name="connsiteY42" fmla="*/ 585787 h 926306"/>
                  <a:gd name="connsiteX43" fmla="*/ 61912 w 707231"/>
                  <a:gd name="connsiteY43" fmla="*/ 564356 h 926306"/>
                  <a:gd name="connsiteX44" fmla="*/ 78581 w 707231"/>
                  <a:gd name="connsiteY44" fmla="*/ 545306 h 926306"/>
                  <a:gd name="connsiteX45" fmla="*/ 135731 w 707231"/>
                  <a:gd name="connsiteY45" fmla="*/ 545306 h 926306"/>
                  <a:gd name="connsiteX46" fmla="*/ 195262 w 707231"/>
                  <a:gd name="connsiteY46" fmla="*/ 516731 h 926306"/>
                  <a:gd name="connsiteX47" fmla="*/ 221456 w 707231"/>
                  <a:gd name="connsiteY47" fmla="*/ 519112 h 926306"/>
                  <a:gd name="connsiteX48" fmla="*/ 302419 w 707231"/>
                  <a:gd name="connsiteY48" fmla="*/ 488156 h 926306"/>
                  <a:gd name="connsiteX49" fmla="*/ 338137 w 707231"/>
                  <a:gd name="connsiteY49" fmla="*/ 461962 h 926306"/>
                  <a:gd name="connsiteX50" fmla="*/ 361950 w 707231"/>
                  <a:gd name="connsiteY50" fmla="*/ 426243 h 926306"/>
                  <a:gd name="connsiteX51" fmla="*/ 359569 w 707231"/>
                  <a:gd name="connsiteY51" fmla="*/ 395287 h 926306"/>
                  <a:gd name="connsiteX52" fmla="*/ 350044 w 707231"/>
                  <a:gd name="connsiteY52" fmla="*/ 371475 h 926306"/>
                  <a:gd name="connsiteX53" fmla="*/ 357187 w 707231"/>
                  <a:gd name="connsiteY53" fmla="*/ 354806 h 926306"/>
                  <a:gd name="connsiteX54" fmla="*/ 371475 w 707231"/>
                  <a:gd name="connsiteY54" fmla="*/ 328612 h 926306"/>
                  <a:gd name="connsiteX55" fmla="*/ 376237 w 707231"/>
                  <a:gd name="connsiteY55" fmla="*/ 319087 h 926306"/>
                  <a:gd name="connsiteX56" fmla="*/ 376237 w 707231"/>
                  <a:gd name="connsiteY56" fmla="*/ 319087 h 926306"/>
                  <a:gd name="connsiteX57" fmla="*/ 376237 w 707231"/>
                  <a:gd name="connsiteY57" fmla="*/ 242887 h 926306"/>
                  <a:gd name="connsiteX58" fmla="*/ 314325 w 707231"/>
                  <a:gd name="connsiteY58" fmla="*/ 247650 h 926306"/>
                  <a:gd name="connsiteX59" fmla="*/ 295275 w 707231"/>
                  <a:gd name="connsiteY59" fmla="*/ 273843 h 926306"/>
                  <a:gd name="connsiteX60" fmla="*/ 240506 w 707231"/>
                  <a:gd name="connsiteY60" fmla="*/ 276225 h 926306"/>
                  <a:gd name="connsiteX61" fmla="*/ 223837 w 707231"/>
                  <a:gd name="connsiteY61" fmla="*/ 250031 h 926306"/>
                  <a:gd name="connsiteX62" fmla="*/ 230981 w 707231"/>
                  <a:gd name="connsiteY62" fmla="*/ 219075 h 926306"/>
                  <a:gd name="connsiteX63" fmla="*/ 266700 w 707231"/>
                  <a:gd name="connsiteY63" fmla="*/ 192881 h 926306"/>
                  <a:gd name="connsiteX64" fmla="*/ 295275 w 707231"/>
                  <a:gd name="connsiteY64" fmla="*/ 190500 h 926306"/>
                  <a:gd name="connsiteX65" fmla="*/ 340519 w 707231"/>
                  <a:gd name="connsiteY65" fmla="*/ 157162 h 926306"/>
                  <a:gd name="connsiteX66" fmla="*/ 333375 w 707231"/>
                  <a:gd name="connsiteY66" fmla="*/ 142875 h 926306"/>
                  <a:gd name="connsiteX67" fmla="*/ 304800 w 707231"/>
                  <a:gd name="connsiteY67" fmla="*/ 90487 h 926306"/>
                  <a:gd name="connsiteX68" fmla="*/ 273844 w 707231"/>
                  <a:gd name="connsiteY68" fmla="*/ 47625 h 926306"/>
                  <a:gd name="connsiteX69" fmla="*/ 314325 w 707231"/>
                  <a:gd name="connsiteY69" fmla="*/ 0 h 926306"/>
                  <a:gd name="connsiteX0" fmla="*/ 314325 w 707231"/>
                  <a:gd name="connsiteY0" fmla="*/ 0 h 926306"/>
                  <a:gd name="connsiteX1" fmla="*/ 392906 w 707231"/>
                  <a:gd name="connsiteY1" fmla="*/ 2381 h 926306"/>
                  <a:gd name="connsiteX2" fmla="*/ 445294 w 707231"/>
                  <a:gd name="connsiteY2" fmla="*/ 85725 h 926306"/>
                  <a:gd name="connsiteX3" fmla="*/ 469106 w 707231"/>
                  <a:gd name="connsiteY3" fmla="*/ 85725 h 926306"/>
                  <a:gd name="connsiteX4" fmla="*/ 500062 w 707231"/>
                  <a:gd name="connsiteY4" fmla="*/ 69056 h 926306"/>
                  <a:gd name="connsiteX5" fmla="*/ 557212 w 707231"/>
                  <a:gd name="connsiteY5" fmla="*/ 88106 h 926306"/>
                  <a:gd name="connsiteX6" fmla="*/ 602456 w 707231"/>
                  <a:gd name="connsiteY6" fmla="*/ 78581 h 926306"/>
                  <a:gd name="connsiteX7" fmla="*/ 614362 w 707231"/>
                  <a:gd name="connsiteY7" fmla="*/ 85725 h 926306"/>
                  <a:gd name="connsiteX8" fmla="*/ 645319 w 707231"/>
                  <a:gd name="connsiteY8" fmla="*/ 95250 h 926306"/>
                  <a:gd name="connsiteX9" fmla="*/ 707231 w 707231"/>
                  <a:gd name="connsiteY9" fmla="*/ 223837 h 926306"/>
                  <a:gd name="connsiteX10" fmla="*/ 690562 w 707231"/>
                  <a:gd name="connsiteY10" fmla="*/ 261937 h 926306"/>
                  <a:gd name="connsiteX11" fmla="*/ 650081 w 707231"/>
                  <a:gd name="connsiteY11" fmla="*/ 295275 h 926306"/>
                  <a:gd name="connsiteX12" fmla="*/ 661987 w 707231"/>
                  <a:gd name="connsiteY12" fmla="*/ 373856 h 926306"/>
                  <a:gd name="connsiteX13" fmla="*/ 635794 w 707231"/>
                  <a:gd name="connsiteY13" fmla="*/ 426243 h 926306"/>
                  <a:gd name="connsiteX14" fmla="*/ 642937 w 707231"/>
                  <a:gd name="connsiteY14" fmla="*/ 471487 h 926306"/>
                  <a:gd name="connsiteX15" fmla="*/ 659606 w 707231"/>
                  <a:gd name="connsiteY15" fmla="*/ 495300 h 926306"/>
                  <a:gd name="connsiteX16" fmla="*/ 666750 w 707231"/>
                  <a:gd name="connsiteY16" fmla="*/ 526256 h 926306"/>
                  <a:gd name="connsiteX17" fmla="*/ 638175 w 707231"/>
                  <a:gd name="connsiteY17" fmla="*/ 559593 h 926306"/>
                  <a:gd name="connsiteX18" fmla="*/ 626269 w 707231"/>
                  <a:gd name="connsiteY18" fmla="*/ 602456 h 926306"/>
                  <a:gd name="connsiteX19" fmla="*/ 626269 w 707231"/>
                  <a:gd name="connsiteY19" fmla="*/ 647700 h 926306"/>
                  <a:gd name="connsiteX20" fmla="*/ 647700 w 707231"/>
                  <a:gd name="connsiteY20" fmla="*/ 676275 h 926306"/>
                  <a:gd name="connsiteX21" fmla="*/ 697706 w 707231"/>
                  <a:gd name="connsiteY21" fmla="*/ 709612 h 926306"/>
                  <a:gd name="connsiteX22" fmla="*/ 678656 w 707231"/>
                  <a:gd name="connsiteY22" fmla="*/ 807243 h 926306"/>
                  <a:gd name="connsiteX23" fmla="*/ 626269 w 707231"/>
                  <a:gd name="connsiteY23" fmla="*/ 854868 h 926306"/>
                  <a:gd name="connsiteX24" fmla="*/ 564356 w 707231"/>
                  <a:gd name="connsiteY24" fmla="*/ 883443 h 926306"/>
                  <a:gd name="connsiteX25" fmla="*/ 535781 w 707231"/>
                  <a:gd name="connsiteY25" fmla="*/ 923925 h 926306"/>
                  <a:gd name="connsiteX26" fmla="*/ 447675 w 707231"/>
                  <a:gd name="connsiteY26" fmla="*/ 926306 h 926306"/>
                  <a:gd name="connsiteX27" fmla="*/ 395287 w 707231"/>
                  <a:gd name="connsiteY27" fmla="*/ 897731 h 926306"/>
                  <a:gd name="connsiteX28" fmla="*/ 361950 w 707231"/>
                  <a:gd name="connsiteY28" fmla="*/ 854868 h 926306"/>
                  <a:gd name="connsiteX29" fmla="*/ 347662 w 707231"/>
                  <a:gd name="connsiteY29" fmla="*/ 804862 h 926306"/>
                  <a:gd name="connsiteX30" fmla="*/ 335756 w 707231"/>
                  <a:gd name="connsiteY30" fmla="*/ 800100 h 926306"/>
                  <a:gd name="connsiteX31" fmla="*/ 304800 w 707231"/>
                  <a:gd name="connsiteY31" fmla="*/ 809625 h 926306"/>
                  <a:gd name="connsiteX32" fmla="*/ 216694 w 707231"/>
                  <a:gd name="connsiteY32" fmla="*/ 797718 h 926306"/>
                  <a:gd name="connsiteX33" fmla="*/ 221456 w 707231"/>
                  <a:gd name="connsiteY33" fmla="*/ 726281 h 926306"/>
                  <a:gd name="connsiteX34" fmla="*/ 171450 w 707231"/>
                  <a:gd name="connsiteY34" fmla="*/ 709612 h 926306"/>
                  <a:gd name="connsiteX35" fmla="*/ 147637 w 707231"/>
                  <a:gd name="connsiteY35" fmla="*/ 747712 h 926306"/>
                  <a:gd name="connsiteX36" fmla="*/ 57150 w 707231"/>
                  <a:gd name="connsiteY36" fmla="*/ 745331 h 926306"/>
                  <a:gd name="connsiteX37" fmla="*/ 28575 w 707231"/>
                  <a:gd name="connsiteY37" fmla="*/ 702468 h 926306"/>
                  <a:gd name="connsiteX38" fmla="*/ 7144 w 707231"/>
                  <a:gd name="connsiteY38" fmla="*/ 690562 h 926306"/>
                  <a:gd name="connsiteX39" fmla="*/ 4762 w 707231"/>
                  <a:gd name="connsiteY39" fmla="*/ 659606 h 926306"/>
                  <a:gd name="connsiteX40" fmla="*/ 33337 w 707231"/>
                  <a:gd name="connsiteY40" fmla="*/ 628650 h 926306"/>
                  <a:gd name="connsiteX41" fmla="*/ 0 w 707231"/>
                  <a:gd name="connsiteY41" fmla="*/ 609600 h 926306"/>
                  <a:gd name="connsiteX42" fmla="*/ 2381 w 707231"/>
                  <a:gd name="connsiteY42" fmla="*/ 585787 h 926306"/>
                  <a:gd name="connsiteX43" fmla="*/ 61912 w 707231"/>
                  <a:gd name="connsiteY43" fmla="*/ 564356 h 926306"/>
                  <a:gd name="connsiteX44" fmla="*/ 78581 w 707231"/>
                  <a:gd name="connsiteY44" fmla="*/ 545306 h 926306"/>
                  <a:gd name="connsiteX45" fmla="*/ 135731 w 707231"/>
                  <a:gd name="connsiteY45" fmla="*/ 545306 h 926306"/>
                  <a:gd name="connsiteX46" fmla="*/ 195262 w 707231"/>
                  <a:gd name="connsiteY46" fmla="*/ 516731 h 926306"/>
                  <a:gd name="connsiteX47" fmla="*/ 221456 w 707231"/>
                  <a:gd name="connsiteY47" fmla="*/ 519112 h 926306"/>
                  <a:gd name="connsiteX48" fmla="*/ 302419 w 707231"/>
                  <a:gd name="connsiteY48" fmla="*/ 488156 h 926306"/>
                  <a:gd name="connsiteX49" fmla="*/ 338137 w 707231"/>
                  <a:gd name="connsiteY49" fmla="*/ 461962 h 926306"/>
                  <a:gd name="connsiteX50" fmla="*/ 361950 w 707231"/>
                  <a:gd name="connsiteY50" fmla="*/ 426243 h 926306"/>
                  <a:gd name="connsiteX51" fmla="*/ 359569 w 707231"/>
                  <a:gd name="connsiteY51" fmla="*/ 395287 h 926306"/>
                  <a:gd name="connsiteX52" fmla="*/ 350044 w 707231"/>
                  <a:gd name="connsiteY52" fmla="*/ 371475 h 926306"/>
                  <a:gd name="connsiteX53" fmla="*/ 357187 w 707231"/>
                  <a:gd name="connsiteY53" fmla="*/ 354806 h 926306"/>
                  <a:gd name="connsiteX54" fmla="*/ 371475 w 707231"/>
                  <a:gd name="connsiteY54" fmla="*/ 328612 h 926306"/>
                  <a:gd name="connsiteX55" fmla="*/ 376237 w 707231"/>
                  <a:gd name="connsiteY55" fmla="*/ 319087 h 926306"/>
                  <a:gd name="connsiteX56" fmla="*/ 376237 w 707231"/>
                  <a:gd name="connsiteY56" fmla="*/ 319087 h 926306"/>
                  <a:gd name="connsiteX57" fmla="*/ 376237 w 707231"/>
                  <a:gd name="connsiteY57" fmla="*/ 242887 h 926306"/>
                  <a:gd name="connsiteX58" fmla="*/ 314325 w 707231"/>
                  <a:gd name="connsiteY58" fmla="*/ 247650 h 926306"/>
                  <a:gd name="connsiteX59" fmla="*/ 295275 w 707231"/>
                  <a:gd name="connsiteY59" fmla="*/ 273843 h 926306"/>
                  <a:gd name="connsiteX60" fmla="*/ 240506 w 707231"/>
                  <a:gd name="connsiteY60" fmla="*/ 276225 h 926306"/>
                  <a:gd name="connsiteX61" fmla="*/ 223837 w 707231"/>
                  <a:gd name="connsiteY61" fmla="*/ 250031 h 926306"/>
                  <a:gd name="connsiteX62" fmla="*/ 230981 w 707231"/>
                  <a:gd name="connsiteY62" fmla="*/ 219075 h 926306"/>
                  <a:gd name="connsiteX63" fmla="*/ 266700 w 707231"/>
                  <a:gd name="connsiteY63" fmla="*/ 192881 h 926306"/>
                  <a:gd name="connsiteX64" fmla="*/ 295275 w 707231"/>
                  <a:gd name="connsiteY64" fmla="*/ 190500 h 926306"/>
                  <a:gd name="connsiteX65" fmla="*/ 340519 w 707231"/>
                  <a:gd name="connsiteY65" fmla="*/ 157162 h 926306"/>
                  <a:gd name="connsiteX66" fmla="*/ 333375 w 707231"/>
                  <a:gd name="connsiteY66" fmla="*/ 142875 h 926306"/>
                  <a:gd name="connsiteX67" fmla="*/ 304800 w 707231"/>
                  <a:gd name="connsiteY67" fmla="*/ 90487 h 926306"/>
                  <a:gd name="connsiteX68" fmla="*/ 273844 w 707231"/>
                  <a:gd name="connsiteY68" fmla="*/ 47625 h 926306"/>
                  <a:gd name="connsiteX69" fmla="*/ 304800 w 707231"/>
                  <a:gd name="connsiteY69" fmla="*/ 35718 h 926306"/>
                  <a:gd name="connsiteX70" fmla="*/ 314325 w 707231"/>
                  <a:gd name="connsiteY70" fmla="*/ 0 h 926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</a:cxnLst>
                <a:rect l="l" t="t" r="r" b="b"/>
                <a:pathLst>
                  <a:path w="707231" h="926306">
                    <a:moveTo>
                      <a:pt x="314325" y="0"/>
                    </a:moveTo>
                    <a:lnTo>
                      <a:pt x="392906" y="2381"/>
                    </a:lnTo>
                    <a:lnTo>
                      <a:pt x="445294" y="85725"/>
                    </a:lnTo>
                    <a:lnTo>
                      <a:pt x="469106" y="85725"/>
                    </a:lnTo>
                    <a:lnTo>
                      <a:pt x="500062" y="69056"/>
                    </a:lnTo>
                    <a:lnTo>
                      <a:pt x="557212" y="88106"/>
                    </a:lnTo>
                    <a:lnTo>
                      <a:pt x="602456" y="78581"/>
                    </a:lnTo>
                    <a:lnTo>
                      <a:pt x="614362" y="85725"/>
                    </a:lnTo>
                    <a:lnTo>
                      <a:pt x="645319" y="95250"/>
                    </a:lnTo>
                    <a:lnTo>
                      <a:pt x="707231" y="223837"/>
                    </a:lnTo>
                    <a:lnTo>
                      <a:pt x="690562" y="261937"/>
                    </a:lnTo>
                    <a:lnTo>
                      <a:pt x="650081" y="295275"/>
                    </a:lnTo>
                    <a:lnTo>
                      <a:pt x="661987" y="373856"/>
                    </a:lnTo>
                    <a:lnTo>
                      <a:pt x="635794" y="426243"/>
                    </a:lnTo>
                    <a:lnTo>
                      <a:pt x="642937" y="471487"/>
                    </a:lnTo>
                    <a:lnTo>
                      <a:pt x="659606" y="495300"/>
                    </a:lnTo>
                    <a:lnTo>
                      <a:pt x="666750" y="526256"/>
                    </a:lnTo>
                    <a:lnTo>
                      <a:pt x="638175" y="559593"/>
                    </a:lnTo>
                    <a:lnTo>
                      <a:pt x="626269" y="602456"/>
                    </a:lnTo>
                    <a:lnTo>
                      <a:pt x="626269" y="647700"/>
                    </a:lnTo>
                    <a:lnTo>
                      <a:pt x="647700" y="676275"/>
                    </a:lnTo>
                    <a:lnTo>
                      <a:pt x="697706" y="709612"/>
                    </a:lnTo>
                    <a:lnTo>
                      <a:pt x="678656" y="807243"/>
                    </a:lnTo>
                    <a:lnTo>
                      <a:pt x="626269" y="854868"/>
                    </a:lnTo>
                    <a:lnTo>
                      <a:pt x="564356" y="883443"/>
                    </a:lnTo>
                    <a:lnTo>
                      <a:pt x="535781" y="923925"/>
                    </a:lnTo>
                    <a:lnTo>
                      <a:pt x="447675" y="926306"/>
                    </a:lnTo>
                    <a:lnTo>
                      <a:pt x="395287" y="897731"/>
                    </a:lnTo>
                    <a:lnTo>
                      <a:pt x="361950" y="854868"/>
                    </a:lnTo>
                    <a:lnTo>
                      <a:pt x="347662" y="804862"/>
                    </a:lnTo>
                    <a:lnTo>
                      <a:pt x="335756" y="800100"/>
                    </a:lnTo>
                    <a:lnTo>
                      <a:pt x="304800" y="809625"/>
                    </a:lnTo>
                    <a:lnTo>
                      <a:pt x="216694" y="797718"/>
                    </a:lnTo>
                    <a:lnTo>
                      <a:pt x="221456" y="726281"/>
                    </a:lnTo>
                    <a:lnTo>
                      <a:pt x="171450" y="709612"/>
                    </a:lnTo>
                    <a:lnTo>
                      <a:pt x="147637" y="747712"/>
                    </a:lnTo>
                    <a:lnTo>
                      <a:pt x="57150" y="745331"/>
                    </a:lnTo>
                    <a:lnTo>
                      <a:pt x="28575" y="702468"/>
                    </a:lnTo>
                    <a:lnTo>
                      <a:pt x="7144" y="690562"/>
                    </a:lnTo>
                    <a:lnTo>
                      <a:pt x="4762" y="659606"/>
                    </a:lnTo>
                    <a:lnTo>
                      <a:pt x="33337" y="628650"/>
                    </a:lnTo>
                    <a:lnTo>
                      <a:pt x="0" y="609600"/>
                    </a:lnTo>
                    <a:lnTo>
                      <a:pt x="2381" y="585787"/>
                    </a:lnTo>
                    <a:lnTo>
                      <a:pt x="61912" y="564356"/>
                    </a:lnTo>
                    <a:lnTo>
                      <a:pt x="78581" y="545306"/>
                    </a:lnTo>
                    <a:lnTo>
                      <a:pt x="135731" y="545306"/>
                    </a:lnTo>
                    <a:lnTo>
                      <a:pt x="195262" y="516731"/>
                    </a:lnTo>
                    <a:lnTo>
                      <a:pt x="221456" y="519112"/>
                    </a:lnTo>
                    <a:lnTo>
                      <a:pt x="302419" y="488156"/>
                    </a:lnTo>
                    <a:lnTo>
                      <a:pt x="338137" y="461962"/>
                    </a:lnTo>
                    <a:lnTo>
                      <a:pt x="361950" y="426243"/>
                    </a:lnTo>
                    <a:lnTo>
                      <a:pt x="359569" y="395287"/>
                    </a:lnTo>
                    <a:lnTo>
                      <a:pt x="350044" y="371475"/>
                    </a:lnTo>
                    <a:lnTo>
                      <a:pt x="357187" y="354806"/>
                    </a:lnTo>
                    <a:lnTo>
                      <a:pt x="371475" y="328612"/>
                    </a:lnTo>
                    <a:lnTo>
                      <a:pt x="376237" y="319087"/>
                    </a:lnTo>
                    <a:lnTo>
                      <a:pt x="376237" y="319087"/>
                    </a:lnTo>
                    <a:lnTo>
                      <a:pt x="376237" y="242887"/>
                    </a:lnTo>
                    <a:lnTo>
                      <a:pt x="314325" y="247650"/>
                    </a:lnTo>
                    <a:lnTo>
                      <a:pt x="295275" y="273843"/>
                    </a:lnTo>
                    <a:lnTo>
                      <a:pt x="240506" y="276225"/>
                    </a:lnTo>
                    <a:lnTo>
                      <a:pt x="223837" y="250031"/>
                    </a:lnTo>
                    <a:lnTo>
                      <a:pt x="230981" y="219075"/>
                    </a:lnTo>
                    <a:lnTo>
                      <a:pt x="266700" y="192881"/>
                    </a:lnTo>
                    <a:lnTo>
                      <a:pt x="295275" y="190500"/>
                    </a:lnTo>
                    <a:lnTo>
                      <a:pt x="340519" y="157162"/>
                    </a:lnTo>
                    <a:lnTo>
                      <a:pt x="333375" y="142875"/>
                    </a:lnTo>
                    <a:lnTo>
                      <a:pt x="304800" y="90487"/>
                    </a:lnTo>
                    <a:lnTo>
                      <a:pt x="273844" y="47625"/>
                    </a:lnTo>
                    <a:cubicBezTo>
                      <a:pt x="279400" y="38894"/>
                      <a:pt x="299244" y="44449"/>
                      <a:pt x="304800" y="35718"/>
                    </a:cubicBezTo>
                    <a:lnTo>
                      <a:pt x="314325" y="0"/>
                    </a:lnTo>
                    <a:close/>
                  </a:path>
                </a:pathLst>
              </a:custGeom>
              <a:solidFill>
                <a:schemeClr val="bg1">
                  <a:alpha val="60000"/>
                </a:schemeClr>
              </a:solidFill>
              <a:ln w="1270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90000" rIns="91440" bIns="9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Aft>
                    <a:spcPts val="600"/>
                  </a:spcAft>
                </a:pPr>
                <a:endParaRPr lang="en-US" sz="14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8" name="Freihandform: Form 7">
                <a:extLst>
                  <a:ext uri="{FF2B5EF4-FFF2-40B4-BE49-F238E27FC236}">
                    <a16:creationId xmlns:a16="http://schemas.microsoft.com/office/drawing/2014/main" id="{50E3E976-157D-44AA-AA91-59204B7B7D78}"/>
                  </a:ext>
                </a:extLst>
              </p:cNvPr>
              <p:cNvSpPr/>
              <p:nvPr/>
            </p:nvSpPr>
            <p:spPr>
              <a:xfrm>
                <a:off x="1403291" y="1907884"/>
                <a:ext cx="1271733" cy="1368587"/>
              </a:xfrm>
              <a:custGeom>
                <a:avLst/>
                <a:gdLst>
                  <a:gd name="connsiteX0" fmla="*/ 1401609 w 2132423"/>
                  <a:gd name="connsiteY0" fmla="*/ 0 h 2294826"/>
                  <a:gd name="connsiteX1" fmla="*/ 1433383 w 2132423"/>
                  <a:gd name="connsiteY1" fmla="*/ 56488 h 2294826"/>
                  <a:gd name="connsiteX2" fmla="*/ 1426322 w 2132423"/>
                  <a:gd name="connsiteY2" fmla="*/ 95324 h 2294826"/>
                  <a:gd name="connsiteX3" fmla="*/ 1475749 w 2132423"/>
                  <a:gd name="connsiteY3" fmla="*/ 98854 h 2294826"/>
                  <a:gd name="connsiteX4" fmla="*/ 1479280 w 2132423"/>
                  <a:gd name="connsiteY4" fmla="*/ 158873 h 2294826"/>
                  <a:gd name="connsiteX5" fmla="*/ 1479280 w 2132423"/>
                  <a:gd name="connsiteY5" fmla="*/ 321276 h 2294826"/>
                  <a:gd name="connsiteX6" fmla="*/ 1496932 w 2132423"/>
                  <a:gd name="connsiteY6" fmla="*/ 388355 h 2294826"/>
                  <a:gd name="connsiteX7" fmla="*/ 1507524 w 2132423"/>
                  <a:gd name="connsiteY7" fmla="*/ 480148 h 2294826"/>
                  <a:gd name="connsiteX8" fmla="*/ 1532237 w 2132423"/>
                  <a:gd name="connsiteY8" fmla="*/ 529575 h 2294826"/>
                  <a:gd name="connsiteX9" fmla="*/ 1655805 w 2132423"/>
                  <a:gd name="connsiteY9" fmla="*/ 600185 h 2294826"/>
                  <a:gd name="connsiteX10" fmla="*/ 1691110 w 2132423"/>
                  <a:gd name="connsiteY10" fmla="*/ 713161 h 2294826"/>
                  <a:gd name="connsiteX11" fmla="*/ 1744067 w 2132423"/>
                  <a:gd name="connsiteY11" fmla="*/ 787302 h 2294826"/>
                  <a:gd name="connsiteX12" fmla="*/ 1722884 w 2132423"/>
                  <a:gd name="connsiteY12" fmla="*/ 840260 h 2294826"/>
                  <a:gd name="connsiteX13" fmla="*/ 1782903 w 2132423"/>
                  <a:gd name="connsiteY13" fmla="*/ 985010 h 2294826"/>
                  <a:gd name="connsiteX14" fmla="*/ 1775842 w 2132423"/>
                  <a:gd name="connsiteY14" fmla="*/ 999132 h 2294826"/>
                  <a:gd name="connsiteX15" fmla="*/ 1737006 w 2132423"/>
                  <a:gd name="connsiteY15" fmla="*/ 1016785 h 2294826"/>
                  <a:gd name="connsiteX16" fmla="*/ 1797025 w 2132423"/>
                  <a:gd name="connsiteY16" fmla="*/ 1076803 h 2294826"/>
                  <a:gd name="connsiteX17" fmla="*/ 1797025 w 2132423"/>
                  <a:gd name="connsiteY17" fmla="*/ 1126230 h 2294826"/>
                  <a:gd name="connsiteX18" fmla="*/ 1804086 w 2132423"/>
                  <a:gd name="connsiteY18" fmla="*/ 1161535 h 2294826"/>
                  <a:gd name="connsiteX19" fmla="*/ 1804086 w 2132423"/>
                  <a:gd name="connsiteY19" fmla="*/ 1228615 h 2294826"/>
                  <a:gd name="connsiteX20" fmla="*/ 1729945 w 2132423"/>
                  <a:gd name="connsiteY20" fmla="*/ 1306286 h 2294826"/>
                  <a:gd name="connsiteX21" fmla="*/ 1768781 w 2132423"/>
                  <a:gd name="connsiteY21" fmla="*/ 1338060 h 2294826"/>
                  <a:gd name="connsiteX22" fmla="*/ 1825269 w 2132423"/>
                  <a:gd name="connsiteY22" fmla="*/ 1270981 h 2294826"/>
                  <a:gd name="connsiteX23" fmla="*/ 1902940 w 2132423"/>
                  <a:gd name="connsiteY23" fmla="*/ 1285103 h 2294826"/>
                  <a:gd name="connsiteX24" fmla="*/ 2019447 w 2132423"/>
                  <a:gd name="connsiteY24" fmla="*/ 1309816 h 2294826"/>
                  <a:gd name="connsiteX25" fmla="*/ 2118301 w 2132423"/>
                  <a:gd name="connsiteY25" fmla="*/ 1401609 h 2294826"/>
                  <a:gd name="connsiteX26" fmla="*/ 2132423 w 2132423"/>
                  <a:gd name="connsiteY26" fmla="*/ 1528707 h 2294826"/>
                  <a:gd name="connsiteX27" fmla="*/ 2086526 w 2132423"/>
                  <a:gd name="connsiteY27" fmla="*/ 1624031 h 2294826"/>
                  <a:gd name="connsiteX28" fmla="*/ 2093587 w 2132423"/>
                  <a:gd name="connsiteY28" fmla="*/ 1669927 h 2294826"/>
                  <a:gd name="connsiteX29" fmla="*/ 2005325 w 2132423"/>
                  <a:gd name="connsiteY29" fmla="*/ 1733477 h 2294826"/>
                  <a:gd name="connsiteX30" fmla="*/ 1959428 w 2132423"/>
                  <a:gd name="connsiteY30" fmla="*/ 1733477 h 2294826"/>
                  <a:gd name="connsiteX31" fmla="*/ 1962959 w 2132423"/>
                  <a:gd name="connsiteY31" fmla="*/ 1782904 h 2294826"/>
                  <a:gd name="connsiteX32" fmla="*/ 1941776 w 2132423"/>
                  <a:gd name="connsiteY32" fmla="*/ 1804087 h 2294826"/>
                  <a:gd name="connsiteX33" fmla="*/ 1899410 w 2132423"/>
                  <a:gd name="connsiteY33" fmla="*/ 1811148 h 2294826"/>
                  <a:gd name="connsiteX34" fmla="*/ 1878227 w 2132423"/>
                  <a:gd name="connsiteY34" fmla="*/ 1789965 h 2294826"/>
                  <a:gd name="connsiteX35" fmla="*/ 1878227 w 2132423"/>
                  <a:gd name="connsiteY35" fmla="*/ 1811148 h 2294826"/>
                  <a:gd name="connsiteX36" fmla="*/ 1878227 w 2132423"/>
                  <a:gd name="connsiteY36" fmla="*/ 1853514 h 2294826"/>
                  <a:gd name="connsiteX37" fmla="*/ 1849983 w 2132423"/>
                  <a:gd name="connsiteY37" fmla="*/ 1881758 h 2294826"/>
                  <a:gd name="connsiteX38" fmla="*/ 1828800 w 2132423"/>
                  <a:gd name="connsiteY38" fmla="*/ 1910002 h 2294826"/>
                  <a:gd name="connsiteX39" fmla="*/ 1864105 w 2132423"/>
                  <a:gd name="connsiteY39" fmla="*/ 1931185 h 2294826"/>
                  <a:gd name="connsiteX40" fmla="*/ 1867635 w 2132423"/>
                  <a:gd name="connsiteY40" fmla="*/ 1962959 h 2294826"/>
                  <a:gd name="connsiteX41" fmla="*/ 1984142 w 2132423"/>
                  <a:gd name="connsiteY41" fmla="*/ 1948837 h 2294826"/>
                  <a:gd name="connsiteX42" fmla="*/ 1991203 w 2132423"/>
                  <a:gd name="connsiteY42" fmla="*/ 1987673 h 2294826"/>
                  <a:gd name="connsiteX43" fmla="*/ 1973550 w 2132423"/>
                  <a:gd name="connsiteY43" fmla="*/ 2005325 h 2294826"/>
                  <a:gd name="connsiteX44" fmla="*/ 1973550 w 2132423"/>
                  <a:gd name="connsiteY44" fmla="*/ 2030039 h 2294826"/>
                  <a:gd name="connsiteX45" fmla="*/ 1973550 w 2132423"/>
                  <a:gd name="connsiteY45" fmla="*/ 2068874 h 2294826"/>
                  <a:gd name="connsiteX46" fmla="*/ 1945306 w 2132423"/>
                  <a:gd name="connsiteY46" fmla="*/ 2086527 h 2294826"/>
                  <a:gd name="connsiteX47" fmla="*/ 1895879 w 2132423"/>
                  <a:gd name="connsiteY47" fmla="*/ 2097118 h 2294826"/>
                  <a:gd name="connsiteX48" fmla="*/ 1853513 w 2132423"/>
                  <a:gd name="connsiteY48" fmla="*/ 2114771 h 2294826"/>
                  <a:gd name="connsiteX49" fmla="*/ 1846452 w 2132423"/>
                  <a:gd name="connsiteY49" fmla="*/ 2157137 h 2294826"/>
                  <a:gd name="connsiteX50" fmla="*/ 1786433 w 2132423"/>
                  <a:gd name="connsiteY50" fmla="*/ 2160667 h 2294826"/>
                  <a:gd name="connsiteX51" fmla="*/ 1751128 w 2132423"/>
                  <a:gd name="connsiteY51" fmla="*/ 2171259 h 2294826"/>
                  <a:gd name="connsiteX52" fmla="*/ 1676988 w 2132423"/>
                  <a:gd name="connsiteY52" fmla="*/ 2188911 h 2294826"/>
                  <a:gd name="connsiteX53" fmla="*/ 1662866 w 2132423"/>
                  <a:gd name="connsiteY53" fmla="*/ 2213625 h 2294826"/>
                  <a:gd name="connsiteX54" fmla="*/ 1634622 w 2132423"/>
                  <a:gd name="connsiteY54" fmla="*/ 2210094 h 2294826"/>
                  <a:gd name="connsiteX55" fmla="*/ 1514585 w 2132423"/>
                  <a:gd name="connsiteY55" fmla="*/ 2160667 h 2294826"/>
                  <a:gd name="connsiteX56" fmla="*/ 1433383 w 2132423"/>
                  <a:gd name="connsiteY56" fmla="*/ 2153606 h 2294826"/>
                  <a:gd name="connsiteX57" fmla="*/ 1362773 w 2132423"/>
                  <a:gd name="connsiteY57" fmla="*/ 2181850 h 2294826"/>
                  <a:gd name="connsiteX58" fmla="*/ 1323938 w 2132423"/>
                  <a:gd name="connsiteY58" fmla="*/ 2164198 h 2294826"/>
                  <a:gd name="connsiteX59" fmla="*/ 1323938 w 2132423"/>
                  <a:gd name="connsiteY59" fmla="*/ 2128893 h 2294826"/>
                  <a:gd name="connsiteX60" fmla="*/ 1278041 w 2132423"/>
                  <a:gd name="connsiteY60" fmla="*/ 2121832 h 2294826"/>
                  <a:gd name="connsiteX61" fmla="*/ 1295694 w 2132423"/>
                  <a:gd name="connsiteY61" fmla="*/ 2157137 h 2294826"/>
                  <a:gd name="connsiteX62" fmla="*/ 1292163 w 2132423"/>
                  <a:gd name="connsiteY62" fmla="*/ 2188911 h 2294826"/>
                  <a:gd name="connsiteX63" fmla="*/ 1246267 w 2132423"/>
                  <a:gd name="connsiteY63" fmla="*/ 2217155 h 2294826"/>
                  <a:gd name="connsiteX64" fmla="*/ 1133291 w 2132423"/>
                  <a:gd name="connsiteY64" fmla="*/ 2174789 h 2294826"/>
                  <a:gd name="connsiteX65" fmla="*/ 1143882 w 2132423"/>
                  <a:gd name="connsiteY65" fmla="*/ 2150076 h 2294826"/>
                  <a:gd name="connsiteX66" fmla="*/ 1073272 w 2132423"/>
                  <a:gd name="connsiteY66" fmla="*/ 2139484 h 2294826"/>
                  <a:gd name="connsiteX67" fmla="*/ 1059150 w 2132423"/>
                  <a:gd name="connsiteY67" fmla="*/ 2171259 h 2294826"/>
                  <a:gd name="connsiteX68" fmla="*/ 1052089 w 2132423"/>
                  <a:gd name="connsiteY68" fmla="*/ 2188911 h 2294826"/>
                  <a:gd name="connsiteX69" fmla="*/ 1016784 w 2132423"/>
                  <a:gd name="connsiteY69" fmla="*/ 2185381 h 2294826"/>
                  <a:gd name="connsiteX70" fmla="*/ 935583 w 2132423"/>
                  <a:gd name="connsiteY70" fmla="*/ 2143015 h 2294826"/>
                  <a:gd name="connsiteX71" fmla="*/ 917930 w 2132423"/>
                  <a:gd name="connsiteY71" fmla="*/ 2157137 h 2294826"/>
                  <a:gd name="connsiteX72" fmla="*/ 815545 w 2132423"/>
                  <a:gd name="connsiteY72" fmla="*/ 2090057 h 2294826"/>
                  <a:gd name="connsiteX73" fmla="*/ 744935 w 2132423"/>
                  <a:gd name="connsiteY73" fmla="*/ 2093588 h 2294826"/>
                  <a:gd name="connsiteX74" fmla="*/ 663734 w 2132423"/>
                  <a:gd name="connsiteY74" fmla="*/ 2111240 h 2294826"/>
                  <a:gd name="connsiteX75" fmla="*/ 646081 w 2132423"/>
                  <a:gd name="connsiteY75" fmla="*/ 2192442 h 2294826"/>
                  <a:gd name="connsiteX76" fmla="*/ 582532 w 2132423"/>
                  <a:gd name="connsiteY76" fmla="*/ 2270113 h 2294826"/>
                  <a:gd name="connsiteX77" fmla="*/ 526044 w 2132423"/>
                  <a:gd name="connsiteY77" fmla="*/ 2252460 h 2294826"/>
                  <a:gd name="connsiteX78" fmla="*/ 501331 w 2132423"/>
                  <a:gd name="connsiteY78" fmla="*/ 2210094 h 2294826"/>
                  <a:gd name="connsiteX79" fmla="*/ 381294 w 2132423"/>
                  <a:gd name="connsiteY79" fmla="*/ 2167728 h 2294826"/>
                  <a:gd name="connsiteX80" fmla="*/ 317745 w 2132423"/>
                  <a:gd name="connsiteY80" fmla="*/ 2167728 h 2294826"/>
                  <a:gd name="connsiteX81" fmla="*/ 282440 w 2132423"/>
                  <a:gd name="connsiteY81" fmla="*/ 2188911 h 2294826"/>
                  <a:gd name="connsiteX82" fmla="*/ 229482 w 2132423"/>
                  <a:gd name="connsiteY82" fmla="*/ 2213625 h 2294826"/>
                  <a:gd name="connsiteX83" fmla="*/ 208299 w 2132423"/>
                  <a:gd name="connsiteY83" fmla="*/ 2220686 h 2294826"/>
                  <a:gd name="connsiteX84" fmla="*/ 208299 w 2132423"/>
                  <a:gd name="connsiteY84" fmla="*/ 2259521 h 2294826"/>
                  <a:gd name="connsiteX85" fmla="*/ 151811 w 2132423"/>
                  <a:gd name="connsiteY85" fmla="*/ 2294826 h 2294826"/>
                  <a:gd name="connsiteX86" fmla="*/ 123567 w 2132423"/>
                  <a:gd name="connsiteY86" fmla="*/ 2270113 h 2294826"/>
                  <a:gd name="connsiteX87" fmla="*/ 116506 w 2132423"/>
                  <a:gd name="connsiteY87" fmla="*/ 2234808 h 2294826"/>
                  <a:gd name="connsiteX88" fmla="*/ 77671 w 2132423"/>
                  <a:gd name="connsiteY88" fmla="*/ 2206564 h 2294826"/>
                  <a:gd name="connsiteX89" fmla="*/ 74140 w 2132423"/>
                  <a:gd name="connsiteY89" fmla="*/ 2227747 h 2294826"/>
                  <a:gd name="connsiteX90" fmla="*/ 14122 w 2132423"/>
                  <a:gd name="connsiteY90" fmla="*/ 2231277 h 2294826"/>
                  <a:gd name="connsiteX91" fmla="*/ 0 w 2132423"/>
                  <a:gd name="connsiteY91" fmla="*/ 2181850 h 2294826"/>
                  <a:gd name="connsiteX92" fmla="*/ 45896 w 2132423"/>
                  <a:gd name="connsiteY92" fmla="*/ 2153606 h 2294826"/>
                  <a:gd name="connsiteX93" fmla="*/ 127098 w 2132423"/>
                  <a:gd name="connsiteY93" fmla="*/ 2150076 h 2294826"/>
                  <a:gd name="connsiteX94" fmla="*/ 222421 w 2132423"/>
                  <a:gd name="connsiteY94" fmla="*/ 2061813 h 2294826"/>
                  <a:gd name="connsiteX95" fmla="*/ 370702 w 2132423"/>
                  <a:gd name="connsiteY95" fmla="*/ 1959429 h 2294826"/>
                  <a:gd name="connsiteX96" fmla="*/ 384824 w 2132423"/>
                  <a:gd name="connsiteY96" fmla="*/ 1874697 h 2294826"/>
                  <a:gd name="connsiteX97" fmla="*/ 420129 w 2132423"/>
                  <a:gd name="connsiteY97" fmla="*/ 1867636 h 2294826"/>
                  <a:gd name="connsiteX98" fmla="*/ 451904 w 2132423"/>
                  <a:gd name="connsiteY98" fmla="*/ 1885288 h 2294826"/>
                  <a:gd name="connsiteX99" fmla="*/ 480148 w 2132423"/>
                  <a:gd name="connsiteY99" fmla="*/ 1857044 h 2294826"/>
                  <a:gd name="connsiteX100" fmla="*/ 476617 w 2132423"/>
                  <a:gd name="connsiteY100" fmla="*/ 1825270 h 2294826"/>
                  <a:gd name="connsiteX101" fmla="*/ 518983 w 2132423"/>
                  <a:gd name="connsiteY101" fmla="*/ 1807617 h 2294826"/>
                  <a:gd name="connsiteX102" fmla="*/ 617837 w 2132423"/>
                  <a:gd name="connsiteY102" fmla="*/ 1804087 h 2294826"/>
                  <a:gd name="connsiteX103" fmla="*/ 639020 w 2132423"/>
                  <a:gd name="connsiteY103" fmla="*/ 1818209 h 2294826"/>
                  <a:gd name="connsiteX104" fmla="*/ 737874 w 2132423"/>
                  <a:gd name="connsiteY104" fmla="*/ 1860575 h 2294826"/>
                  <a:gd name="connsiteX105" fmla="*/ 794362 w 2132423"/>
                  <a:gd name="connsiteY105" fmla="*/ 1860575 h 2294826"/>
                  <a:gd name="connsiteX106" fmla="*/ 807042 w 2132423"/>
                  <a:gd name="connsiteY106" fmla="*/ 1806684 h 2294826"/>
                  <a:gd name="connsiteX107" fmla="*/ 808558 w 2132423"/>
                  <a:gd name="connsiteY107" fmla="*/ 1806643 h 2294826"/>
                  <a:gd name="connsiteX108" fmla="*/ 837133 w 2132423"/>
                  <a:gd name="connsiteY108" fmla="*/ 1766161 h 2294826"/>
                  <a:gd name="connsiteX109" fmla="*/ 899046 w 2132423"/>
                  <a:gd name="connsiteY109" fmla="*/ 1737586 h 2294826"/>
                  <a:gd name="connsiteX110" fmla="*/ 951433 w 2132423"/>
                  <a:gd name="connsiteY110" fmla="*/ 1689961 h 2294826"/>
                  <a:gd name="connsiteX111" fmla="*/ 970483 w 2132423"/>
                  <a:gd name="connsiteY111" fmla="*/ 1592330 h 2294826"/>
                  <a:gd name="connsiteX112" fmla="*/ 920477 w 2132423"/>
                  <a:gd name="connsiteY112" fmla="*/ 1558993 h 2294826"/>
                  <a:gd name="connsiteX113" fmla="*/ 899046 w 2132423"/>
                  <a:gd name="connsiteY113" fmla="*/ 1530418 h 2294826"/>
                  <a:gd name="connsiteX114" fmla="*/ 899046 w 2132423"/>
                  <a:gd name="connsiteY114" fmla="*/ 1485174 h 2294826"/>
                  <a:gd name="connsiteX115" fmla="*/ 910952 w 2132423"/>
                  <a:gd name="connsiteY115" fmla="*/ 1442311 h 2294826"/>
                  <a:gd name="connsiteX116" fmla="*/ 939527 w 2132423"/>
                  <a:gd name="connsiteY116" fmla="*/ 1408974 h 2294826"/>
                  <a:gd name="connsiteX117" fmla="*/ 932383 w 2132423"/>
                  <a:gd name="connsiteY117" fmla="*/ 1378018 h 2294826"/>
                  <a:gd name="connsiteX118" fmla="*/ 915714 w 2132423"/>
                  <a:gd name="connsiteY118" fmla="*/ 1354205 h 2294826"/>
                  <a:gd name="connsiteX119" fmla="*/ 908571 w 2132423"/>
                  <a:gd name="connsiteY119" fmla="*/ 1308961 h 2294826"/>
                  <a:gd name="connsiteX120" fmla="*/ 934764 w 2132423"/>
                  <a:gd name="connsiteY120" fmla="*/ 1256574 h 2294826"/>
                  <a:gd name="connsiteX121" fmla="*/ 922858 w 2132423"/>
                  <a:gd name="connsiteY121" fmla="*/ 1177993 h 2294826"/>
                  <a:gd name="connsiteX122" fmla="*/ 963339 w 2132423"/>
                  <a:gd name="connsiteY122" fmla="*/ 1144655 h 2294826"/>
                  <a:gd name="connsiteX123" fmla="*/ 980008 w 2132423"/>
                  <a:gd name="connsiteY123" fmla="*/ 1106555 h 2294826"/>
                  <a:gd name="connsiteX124" fmla="*/ 918096 w 2132423"/>
                  <a:gd name="connsiteY124" fmla="*/ 977968 h 2294826"/>
                  <a:gd name="connsiteX125" fmla="*/ 887139 w 2132423"/>
                  <a:gd name="connsiteY125" fmla="*/ 968443 h 2294826"/>
                  <a:gd name="connsiteX126" fmla="*/ 885001 w 2132423"/>
                  <a:gd name="connsiteY126" fmla="*/ 967160 h 2294826"/>
                  <a:gd name="connsiteX127" fmla="*/ 924991 w 2132423"/>
                  <a:gd name="connsiteY127" fmla="*/ 963827 h 2294826"/>
                  <a:gd name="connsiteX128" fmla="*/ 932052 w 2132423"/>
                  <a:gd name="connsiteY128" fmla="*/ 953236 h 2294826"/>
                  <a:gd name="connsiteX129" fmla="*/ 960296 w 2132423"/>
                  <a:gd name="connsiteY129" fmla="*/ 960297 h 2294826"/>
                  <a:gd name="connsiteX130" fmla="*/ 963827 w 2132423"/>
                  <a:gd name="connsiteY130" fmla="*/ 875565 h 2294826"/>
                  <a:gd name="connsiteX131" fmla="*/ 999132 w 2132423"/>
                  <a:gd name="connsiteY131" fmla="*/ 840260 h 2294826"/>
                  <a:gd name="connsiteX132" fmla="*/ 981479 w 2132423"/>
                  <a:gd name="connsiteY132" fmla="*/ 808485 h 2294826"/>
                  <a:gd name="connsiteX133" fmla="*/ 1006193 w 2132423"/>
                  <a:gd name="connsiteY133" fmla="*/ 737875 h 2294826"/>
                  <a:gd name="connsiteX134" fmla="*/ 1037967 w 2132423"/>
                  <a:gd name="connsiteY134" fmla="*/ 741405 h 2294826"/>
                  <a:gd name="connsiteX135" fmla="*/ 1037967 w 2132423"/>
                  <a:gd name="connsiteY135" fmla="*/ 706100 h 2294826"/>
                  <a:gd name="connsiteX136" fmla="*/ 1062681 w 2132423"/>
                  <a:gd name="connsiteY136" fmla="*/ 688448 h 2294826"/>
                  <a:gd name="connsiteX137" fmla="*/ 1027376 w 2132423"/>
                  <a:gd name="connsiteY137" fmla="*/ 677856 h 2294826"/>
                  <a:gd name="connsiteX138" fmla="*/ 1002662 w 2132423"/>
                  <a:gd name="connsiteY138" fmla="*/ 702570 h 2294826"/>
                  <a:gd name="connsiteX139" fmla="*/ 963827 w 2132423"/>
                  <a:gd name="connsiteY139" fmla="*/ 702570 h 2294826"/>
                  <a:gd name="connsiteX140" fmla="*/ 963827 w 2132423"/>
                  <a:gd name="connsiteY140" fmla="*/ 667265 h 2294826"/>
                  <a:gd name="connsiteX141" fmla="*/ 960296 w 2132423"/>
                  <a:gd name="connsiteY141" fmla="*/ 653143 h 2294826"/>
                  <a:gd name="connsiteX142" fmla="*/ 935583 w 2132423"/>
                  <a:gd name="connsiteY142" fmla="*/ 610777 h 2294826"/>
                  <a:gd name="connsiteX143" fmla="*/ 949705 w 2132423"/>
                  <a:gd name="connsiteY143" fmla="*/ 564880 h 2294826"/>
                  <a:gd name="connsiteX144" fmla="*/ 910869 w 2132423"/>
                  <a:gd name="connsiteY144" fmla="*/ 511923 h 2294826"/>
                  <a:gd name="connsiteX145" fmla="*/ 900277 w 2132423"/>
                  <a:gd name="connsiteY145" fmla="*/ 469557 h 2294826"/>
                  <a:gd name="connsiteX146" fmla="*/ 946174 w 2132423"/>
                  <a:gd name="connsiteY146" fmla="*/ 391886 h 2294826"/>
                  <a:gd name="connsiteX147" fmla="*/ 977949 w 2132423"/>
                  <a:gd name="connsiteY147" fmla="*/ 377764 h 2294826"/>
                  <a:gd name="connsiteX148" fmla="*/ 967357 w 2132423"/>
                  <a:gd name="connsiteY148" fmla="*/ 356581 h 2294826"/>
                  <a:gd name="connsiteX149" fmla="*/ 985010 w 2132423"/>
                  <a:gd name="connsiteY149" fmla="*/ 345989 h 2294826"/>
                  <a:gd name="connsiteX150" fmla="*/ 1034437 w 2132423"/>
                  <a:gd name="connsiteY150" fmla="*/ 289501 h 2294826"/>
                  <a:gd name="connsiteX151" fmla="*/ 1196840 w 2132423"/>
                  <a:gd name="connsiteY151" fmla="*/ 236544 h 2294826"/>
                  <a:gd name="connsiteX152" fmla="*/ 1316877 w 2132423"/>
                  <a:gd name="connsiteY152" fmla="*/ 158873 h 2294826"/>
                  <a:gd name="connsiteX153" fmla="*/ 1330999 w 2132423"/>
                  <a:gd name="connsiteY153" fmla="*/ 102385 h 2294826"/>
                  <a:gd name="connsiteX154" fmla="*/ 1338060 w 2132423"/>
                  <a:gd name="connsiteY154" fmla="*/ 52958 h 2294826"/>
                  <a:gd name="connsiteX0" fmla="*/ 1401609 w 2132423"/>
                  <a:gd name="connsiteY0" fmla="*/ 0 h 2294826"/>
                  <a:gd name="connsiteX1" fmla="*/ 1433383 w 2132423"/>
                  <a:gd name="connsiteY1" fmla="*/ 56488 h 2294826"/>
                  <a:gd name="connsiteX2" fmla="*/ 1426322 w 2132423"/>
                  <a:gd name="connsiteY2" fmla="*/ 95324 h 2294826"/>
                  <a:gd name="connsiteX3" fmla="*/ 1475749 w 2132423"/>
                  <a:gd name="connsiteY3" fmla="*/ 98854 h 2294826"/>
                  <a:gd name="connsiteX4" fmla="*/ 1479280 w 2132423"/>
                  <a:gd name="connsiteY4" fmla="*/ 158873 h 2294826"/>
                  <a:gd name="connsiteX5" fmla="*/ 1479280 w 2132423"/>
                  <a:gd name="connsiteY5" fmla="*/ 321276 h 2294826"/>
                  <a:gd name="connsiteX6" fmla="*/ 1496932 w 2132423"/>
                  <a:gd name="connsiteY6" fmla="*/ 388355 h 2294826"/>
                  <a:gd name="connsiteX7" fmla="*/ 1507524 w 2132423"/>
                  <a:gd name="connsiteY7" fmla="*/ 480148 h 2294826"/>
                  <a:gd name="connsiteX8" fmla="*/ 1532237 w 2132423"/>
                  <a:gd name="connsiteY8" fmla="*/ 529575 h 2294826"/>
                  <a:gd name="connsiteX9" fmla="*/ 1655805 w 2132423"/>
                  <a:gd name="connsiteY9" fmla="*/ 600185 h 2294826"/>
                  <a:gd name="connsiteX10" fmla="*/ 1691110 w 2132423"/>
                  <a:gd name="connsiteY10" fmla="*/ 713161 h 2294826"/>
                  <a:gd name="connsiteX11" fmla="*/ 1744067 w 2132423"/>
                  <a:gd name="connsiteY11" fmla="*/ 787302 h 2294826"/>
                  <a:gd name="connsiteX12" fmla="*/ 1722884 w 2132423"/>
                  <a:gd name="connsiteY12" fmla="*/ 840260 h 2294826"/>
                  <a:gd name="connsiteX13" fmla="*/ 1782903 w 2132423"/>
                  <a:gd name="connsiteY13" fmla="*/ 985010 h 2294826"/>
                  <a:gd name="connsiteX14" fmla="*/ 1775842 w 2132423"/>
                  <a:gd name="connsiteY14" fmla="*/ 999132 h 2294826"/>
                  <a:gd name="connsiteX15" fmla="*/ 1737006 w 2132423"/>
                  <a:gd name="connsiteY15" fmla="*/ 1016785 h 2294826"/>
                  <a:gd name="connsiteX16" fmla="*/ 1797025 w 2132423"/>
                  <a:gd name="connsiteY16" fmla="*/ 1076803 h 2294826"/>
                  <a:gd name="connsiteX17" fmla="*/ 1797025 w 2132423"/>
                  <a:gd name="connsiteY17" fmla="*/ 1126230 h 2294826"/>
                  <a:gd name="connsiteX18" fmla="*/ 1804086 w 2132423"/>
                  <a:gd name="connsiteY18" fmla="*/ 1161535 h 2294826"/>
                  <a:gd name="connsiteX19" fmla="*/ 1804086 w 2132423"/>
                  <a:gd name="connsiteY19" fmla="*/ 1228615 h 2294826"/>
                  <a:gd name="connsiteX20" fmla="*/ 1729945 w 2132423"/>
                  <a:gd name="connsiteY20" fmla="*/ 1306286 h 2294826"/>
                  <a:gd name="connsiteX21" fmla="*/ 1768781 w 2132423"/>
                  <a:gd name="connsiteY21" fmla="*/ 1338060 h 2294826"/>
                  <a:gd name="connsiteX22" fmla="*/ 1825269 w 2132423"/>
                  <a:gd name="connsiteY22" fmla="*/ 1270981 h 2294826"/>
                  <a:gd name="connsiteX23" fmla="*/ 1902940 w 2132423"/>
                  <a:gd name="connsiteY23" fmla="*/ 1285103 h 2294826"/>
                  <a:gd name="connsiteX24" fmla="*/ 2019447 w 2132423"/>
                  <a:gd name="connsiteY24" fmla="*/ 1309816 h 2294826"/>
                  <a:gd name="connsiteX25" fmla="*/ 2118301 w 2132423"/>
                  <a:gd name="connsiteY25" fmla="*/ 1401609 h 2294826"/>
                  <a:gd name="connsiteX26" fmla="*/ 2132423 w 2132423"/>
                  <a:gd name="connsiteY26" fmla="*/ 1528707 h 2294826"/>
                  <a:gd name="connsiteX27" fmla="*/ 2086526 w 2132423"/>
                  <a:gd name="connsiteY27" fmla="*/ 1624031 h 2294826"/>
                  <a:gd name="connsiteX28" fmla="*/ 2093587 w 2132423"/>
                  <a:gd name="connsiteY28" fmla="*/ 1669927 h 2294826"/>
                  <a:gd name="connsiteX29" fmla="*/ 2005325 w 2132423"/>
                  <a:gd name="connsiteY29" fmla="*/ 1733477 h 2294826"/>
                  <a:gd name="connsiteX30" fmla="*/ 1959428 w 2132423"/>
                  <a:gd name="connsiteY30" fmla="*/ 1733477 h 2294826"/>
                  <a:gd name="connsiteX31" fmla="*/ 1962959 w 2132423"/>
                  <a:gd name="connsiteY31" fmla="*/ 1782904 h 2294826"/>
                  <a:gd name="connsiteX32" fmla="*/ 1941776 w 2132423"/>
                  <a:gd name="connsiteY32" fmla="*/ 1804087 h 2294826"/>
                  <a:gd name="connsiteX33" fmla="*/ 1899410 w 2132423"/>
                  <a:gd name="connsiteY33" fmla="*/ 1811148 h 2294826"/>
                  <a:gd name="connsiteX34" fmla="*/ 1878227 w 2132423"/>
                  <a:gd name="connsiteY34" fmla="*/ 1789965 h 2294826"/>
                  <a:gd name="connsiteX35" fmla="*/ 1878227 w 2132423"/>
                  <a:gd name="connsiteY35" fmla="*/ 1811148 h 2294826"/>
                  <a:gd name="connsiteX36" fmla="*/ 1878227 w 2132423"/>
                  <a:gd name="connsiteY36" fmla="*/ 1853514 h 2294826"/>
                  <a:gd name="connsiteX37" fmla="*/ 1849983 w 2132423"/>
                  <a:gd name="connsiteY37" fmla="*/ 1881758 h 2294826"/>
                  <a:gd name="connsiteX38" fmla="*/ 1828800 w 2132423"/>
                  <a:gd name="connsiteY38" fmla="*/ 1910002 h 2294826"/>
                  <a:gd name="connsiteX39" fmla="*/ 1864105 w 2132423"/>
                  <a:gd name="connsiteY39" fmla="*/ 1931185 h 2294826"/>
                  <a:gd name="connsiteX40" fmla="*/ 1867635 w 2132423"/>
                  <a:gd name="connsiteY40" fmla="*/ 1962959 h 2294826"/>
                  <a:gd name="connsiteX41" fmla="*/ 1984142 w 2132423"/>
                  <a:gd name="connsiteY41" fmla="*/ 1948837 h 2294826"/>
                  <a:gd name="connsiteX42" fmla="*/ 1991203 w 2132423"/>
                  <a:gd name="connsiteY42" fmla="*/ 1987673 h 2294826"/>
                  <a:gd name="connsiteX43" fmla="*/ 1973550 w 2132423"/>
                  <a:gd name="connsiteY43" fmla="*/ 2005325 h 2294826"/>
                  <a:gd name="connsiteX44" fmla="*/ 1973550 w 2132423"/>
                  <a:gd name="connsiteY44" fmla="*/ 2030039 h 2294826"/>
                  <a:gd name="connsiteX45" fmla="*/ 1973550 w 2132423"/>
                  <a:gd name="connsiteY45" fmla="*/ 2068874 h 2294826"/>
                  <a:gd name="connsiteX46" fmla="*/ 1945306 w 2132423"/>
                  <a:gd name="connsiteY46" fmla="*/ 2086527 h 2294826"/>
                  <a:gd name="connsiteX47" fmla="*/ 1895879 w 2132423"/>
                  <a:gd name="connsiteY47" fmla="*/ 2097118 h 2294826"/>
                  <a:gd name="connsiteX48" fmla="*/ 1853513 w 2132423"/>
                  <a:gd name="connsiteY48" fmla="*/ 2114771 h 2294826"/>
                  <a:gd name="connsiteX49" fmla="*/ 1846452 w 2132423"/>
                  <a:gd name="connsiteY49" fmla="*/ 2157137 h 2294826"/>
                  <a:gd name="connsiteX50" fmla="*/ 1786433 w 2132423"/>
                  <a:gd name="connsiteY50" fmla="*/ 2160667 h 2294826"/>
                  <a:gd name="connsiteX51" fmla="*/ 1751128 w 2132423"/>
                  <a:gd name="connsiteY51" fmla="*/ 2171259 h 2294826"/>
                  <a:gd name="connsiteX52" fmla="*/ 1676988 w 2132423"/>
                  <a:gd name="connsiteY52" fmla="*/ 2188911 h 2294826"/>
                  <a:gd name="connsiteX53" fmla="*/ 1662866 w 2132423"/>
                  <a:gd name="connsiteY53" fmla="*/ 2213625 h 2294826"/>
                  <a:gd name="connsiteX54" fmla="*/ 1634622 w 2132423"/>
                  <a:gd name="connsiteY54" fmla="*/ 2210094 h 2294826"/>
                  <a:gd name="connsiteX55" fmla="*/ 1514585 w 2132423"/>
                  <a:gd name="connsiteY55" fmla="*/ 2160667 h 2294826"/>
                  <a:gd name="connsiteX56" fmla="*/ 1433383 w 2132423"/>
                  <a:gd name="connsiteY56" fmla="*/ 2153606 h 2294826"/>
                  <a:gd name="connsiteX57" fmla="*/ 1362773 w 2132423"/>
                  <a:gd name="connsiteY57" fmla="*/ 2181850 h 2294826"/>
                  <a:gd name="connsiteX58" fmla="*/ 1323938 w 2132423"/>
                  <a:gd name="connsiteY58" fmla="*/ 2164198 h 2294826"/>
                  <a:gd name="connsiteX59" fmla="*/ 1323938 w 2132423"/>
                  <a:gd name="connsiteY59" fmla="*/ 2128893 h 2294826"/>
                  <a:gd name="connsiteX60" fmla="*/ 1278041 w 2132423"/>
                  <a:gd name="connsiteY60" fmla="*/ 2121832 h 2294826"/>
                  <a:gd name="connsiteX61" fmla="*/ 1295694 w 2132423"/>
                  <a:gd name="connsiteY61" fmla="*/ 2157137 h 2294826"/>
                  <a:gd name="connsiteX62" fmla="*/ 1292163 w 2132423"/>
                  <a:gd name="connsiteY62" fmla="*/ 2188911 h 2294826"/>
                  <a:gd name="connsiteX63" fmla="*/ 1246267 w 2132423"/>
                  <a:gd name="connsiteY63" fmla="*/ 2217155 h 2294826"/>
                  <a:gd name="connsiteX64" fmla="*/ 1133291 w 2132423"/>
                  <a:gd name="connsiteY64" fmla="*/ 2174789 h 2294826"/>
                  <a:gd name="connsiteX65" fmla="*/ 1143882 w 2132423"/>
                  <a:gd name="connsiteY65" fmla="*/ 2150076 h 2294826"/>
                  <a:gd name="connsiteX66" fmla="*/ 1073272 w 2132423"/>
                  <a:gd name="connsiteY66" fmla="*/ 2139484 h 2294826"/>
                  <a:gd name="connsiteX67" fmla="*/ 1059150 w 2132423"/>
                  <a:gd name="connsiteY67" fmla="*/ 2171259 h 2294826"/>
                  <a:gd name="connsiteX68" fmla="*/ 1052089 w 2132423"/>
                  <a:gd name="connsiteY68" fmla="*/ 2188911 h 2294826"/>
                  <a:gd name="connsiteX69" fmla="*/ 1016784 w 2132423"/>
                  <a:gd name="connsiteY69" fmla="*/ 2185381 h 2294826"/>
                  <a:gd name="connsiteX70" fmla="*/ 935583 w 2132423"/>
                  <a:gd name="connsiteY70" fmla="*/ 2143015 h 2294826"/>
                  <a:gd name="connsiteX71" fmla="*/ 908405 w 2132423"/>
                  <a:gd name="connsiteY71" fmla="*/ 2157137 h 2294826"/>
                  <a:gd name="connsiteX72" fmla="*/ 815545 w 2132423"/>
                  <a:gd name="connsiteY72" fmla="*/ 2090057 h 2294826"/>
                  <a:gd name="connsiteX73" fmla="*/ 744935 w 2132423"/>
                  <a:gd name="connsiteY73" fmla="*/ 2093588 h 2294826"/>
                  <a:gd name="connsiteX74" fmla="*/ 663734 w 2132423"/>
                  <a:gd name="connsiteY74" fmla="*/ 2111240 h 2294826"/>
                  <a:gd name="connsiteX75" fmla="*/ 646081 w 2132423"/>
                  <a:gd name="connsiteY75" fmla="*/ 2192442 h 2294826"/>
                  <a:gd name="connsiteX76" fmla="*/ 582532 w 2132423"/>
                  <a:gd name="connsiteY76" fmla="*/ 2270113 h 2294826"/>
                  <a:gd name="connsiteX77" fmla="*/ 526044 w 2132423"/>
                  <a:gd name="connsiteY77" fmla="*/ 2252460 h 2294826"/>
                  <a:gd name="connsiteX78" fmla="*/ 501331 w 2132423"/>
                  <a:gd name="connsiteY78" fmla="*/ 2210094 h 2294826"/>
                  <a:gd name="connsiteX79" fmla="*/ 381294 w 2132423"/>
                  <a:gd name="connsiteY79" fmla="*/ 2167728 h 2294826"/>
                  <a:gd name="connsiteX80" fmla="*/ 317745 w 2132423"/>
                  <a:gd name="connsiteY80" fmla="*/ 2167728 h 2294826"/>
                  <a:gd name="connsiteX81" fmla="*/ 282440 w 2132423"/>
                  <a:gd name="connsiteY81" fmla="*/ 2188911 h 2294826"/>
                  <a:gd name="connsiteX82" fmla="*/ 229482 w 2132423"/>
                  <a:gd name="connsiteY82" fmla="*/ 2213625 h 2294826"/>
                  <a:gd name="connsiteX83" fmla="*/ 208299 w 2132423"/>
                  <a:gd name="connsiteY83" fmla="*/ 2220686 h 2294826"/>
                  <a:gd name="connsiteX84" fmla="*/ 208299 w 2132423"/>
                  <a:gd name="connsiteY84" fmla="*/ 2259521 h 2294826"/>
                  <a:gd name="connsiteX85" fmla="*/ 151811 w 2132423"/>
                  <a:gd name="connsiteY85" fmla="*/ 2294826 h 2294826"/>
                  <a:gd name="connsiteX86" fmla="*/ 123567 w 2132423"/>
                  <a:gd name="connsiteY86" fmla="*/ 2270113 h 2294826"/>
                  <a:gd name="connsiteX87" fmla="*/ 116506 w 2132423"/>
                  <a:gd name="connsiteY87" fmla="*/ 2234808 h 2294826"/>
                  <a:gd name="connsiteX88" fmla="*/ 77671 w 2132423"/>
                  <a:gd name="connsiteY88" fmla="*/ 2206564 h 2294826"/>
                  <a:gd name="connsiteX89" fmla="*/ 74140 w 2132423"/>
                  <a:gd name="connsiteY89" fmla="*/ 2227747 h 2294826"/>
                  <a:gd name="connsiteX90" fmla="*/ 14122 w 2132423"/>
                  <a:gd name="connsiteY90" fmla="*/ 2231277 h 2294826"/>
                  <a:gd name="connsiteX91" fmla="*/ 0 w 2132423"/>
                  <a:gd name="connsiteY91" fmla="*/ 2181850 h 2294826"/>
                  <a:gd name="connsiteX92" fmla="*/ 45896 w 2132423"/>
                  <a:gd name="connsiteY92" fmla="*/ 2153606 h 2294826"/>
                  <a:gd name="connsiteX93" fmla="*/ 127098 w 2132423"/>
                  <a:gd name="connsiteY93" fmla="*/ 2150076 h 2294826"/>
                  <a:gd name="connsiteX94" fmla="*/ 222421 w 2132423"/>
                  <a:gd name="connsiteY94" fmla="*/ 2061813 h 2294826"/>
                  <a:gd name="connsiteX95" fmla="*/ 370702 w 2132423"/>
                  <a:gd name="connsiteY95" fmla="*/ 1959429 h 2294826"/>
                  <a:gd name="connsiteX96" fmla="*/ 384824 w 2132423"/>
                  <a:gd name="connsiteY96" fmla="*/ 1874697 h 2294826"/>
                  <a:gd name="connsiteX97" fmla="*/ 420129 w 2132423"/>
                  <a:gd name="connsiteY97" fmla="*/ 1867636 h 2294826"/>
                  <a:gd name="connsiteX98" fmla="*/ 451904 w 2132423"/>
                  <a:gd name="connsiteY98" fmla="*/ 1885288 h 2294826"/>
                  <a:gd name="connsiteX99" fmla="*/ 480148 w 2132423"/>
                  <a:gd name="connsiteY99" fmla="*/ 1857044 h 2294826"/>
                  <a:gd name="connsiteX100" fmla="*/ 476617 w 2132423"/>
                  <a:gd name="connsiteY100" fmla="*/ 1825270 h 2294826"/>
                  <a:gd name="connsiteX101" fmla="*/ 518983 w 2132423"/>
                  <a:gd name="connsiteY101" fmla="*/ 1807617 h 2294826"/>
                  <a:gd name="connsiteX102" fmla="*/ 617837 w 2132423"/>
                  <a:gd name="connsiteY102" fmla="*/ 1804087 h 2294826"/>
                  <a:gd name="connsiteX103" fmla="*/ 639020 w 2132423"/>
                  <a:gd name="connsiteY103" fmla="*/ 1818209 h 2294826"/>
                  <a:gd name="connsiteX104" fmla="*/ 737874 w 2132423"/>
                  <a:gd name="connsiteY104" fmla="*/ 1860575 h 2294826"/>
                  <a:gd name="connsiteX105" fmla="*/ 794362 w 2132423"/>
                  <a:gd name="connsiteY105" fmla="*/ 1860575 h 2294826"/>
                  <a:gd name="connsiteX106" fmla="*/ 807042 w 2132423"/>
                  <a:gd name="connsiteY106" fmla="*/ 1806684 h 2294826"/>
                  <a:gd name="connsiteX107" fmla="*/ 808558 w 2132423"/>
                  <a:gd name="connsiteY107" fmla="*/ 1806643 h 2294826"/>
                  <a:gd name="connsiteX108" fmla="*/ 837133 w 2132423"/>
                  <a:gd name="connsiteY108" fmla="*/ 1766161 h 2294826"/>
                  <a:gd name="connsiteX109" fmla="*/ 899046 w 2132423"/>
                  <a:gd name="connsiteY109" fmla="*/ 1737586 h 2294826"/>
                  <a:gd name="connsiteX110" fmla="*/ 951433 w 2132423"/>
                  <a:gd name="connsiteY110" fmla="*/ 1689961 h 2294826"/>
                  <a:gd name="connsiteX111" fmla="*/ 970483 w 2132423"/>
                  <a:gd name="connsiteY111" fmla="*/ 1592330 h 2294826"/>
                  <a:gd name="connsiteX112" fmla="*/ 920477 w 2132423"/>
                  <a:gd name="connsiteY112" fmla="*/ 1558993 h 2294826"/>
                  <a:gd name="connsiteX113" fmla="*/ 899046 w 2132423"/>
                  <a:gd name="connsiteY113" fmla="*/ 1530418 h 2294826"/>
                  <a:gd name="connsiteX114" fmla="*/ 899046 w 2132423"/>
                  <a:gd name="connsiteY114" fmla="*/ 1485174 h 2294826"/>
                  <a:gd name="connsiteX115" fmla="*/ 910952 w 2132423"/>
                  <a:gd name="connsiteY115" fmla="*/ 1442311 h 2294826"/>
                  <a:gd name="connsiteX116" fmla="*/ 939527 w 2132423"/>
                  <a:gd name="connsiteY116" fmla="*/ 1408974 h 2294826"/>
                  <a:gd name="connsiteX117" fmla="*/ 932383 w 2132423"/>
                  <a:gd name="connsiteY117" fmla="*/ 1378018 h 2294826"/>
                  <a:gd name="connsiteX118" fmla="*/ 915714 w 2132423"/>
                  <a:gd name="connsiteY118" fmla="*/ 1354205 h 2294826"/>
                  <a:gd name="connsiteX119" fmla="*/ 908571 w 2132423"/>
                  <a:gd name="connsiteY119" fmla="*/ 1308961 h 2294826"/>
                  <a:gd name="connsiteX120" fmla="*/ 934764 w 2132423"/>
                  <a:gd name="connsiteY120" fmla="*/ 1256574 h 2294826"/>
                  <a:gd name="connsiteX121" fmla="*/ 922858 w 2132423"/>
                  <a:gd name="connsiteY121" fmla="*/ 1177993 h 2294826"/>
                  <a:gd name="connsiteX122" fmla="*/ 963339 w 2132423"/>
                  <a:gd name="connsiteY122" fmla="*/ 1144655 h 2294826"/>
                  <a:gd name="connsiteX123" fmla="*/ 980008 w 2132423"/>
                  <a:gd name="connsiteY123" fmla="*/ 1106555 h 2294826"/>
                  <a:gd name="connsiteX124" fmla="*/ 918096 w 2132423"/>
                  <a:gd name="connsiteY124" fmla="*/ 977968 h 2294826"/>
                  <a:gd name="connsiteX125" fmla="*/ 887139 w 2132423"/>
                  <a:gd name="connsiteY125" fmla="*/ 968443 h 2294826"/>
                  <a:gd name="connsiteX126" fmla="*/ 885001 w 2132423"/>
                  <a:gd name="connsiteY126" fmla="*/ 967160 h 2294826"/>
                  <a:gd name="connsiteX127" fmla="*/ 924991 w 2132423"/>
                  <a:gd name="connsiteY127" fmla="*/ 963827 h 2294826"/>
                  <a:gd name="connsiteX128" fmla="*/ 932052 w 2132423"/>
                  <a:gd name="connsiteY128" fmla="*/ 953236 h 2294826"/>
                  <a:gd name="connsiteX129" fmla="*/ 960296 w 2132423"/>
                  <a:gd name="connsiteY129" fmla="*/ 960297 h 2294826"/>
                  <a:gd name="connsiteX130" fmla="*/ 963827 w 2132423"/>
                  <a:gd name="connsiteY130" fmla="*/ 875565 h 2294826"/>
                  <a:gd name="connsiteX131" fmla="*/ 999132 w 2132423"/>
                  <a:gd name="connsiteY131" fmla="*/ 840260 h 2294826"/>
                  <a:gd name="connsiteX132" fmla="*/ 981479 w 2132423"/>
                  <a:gd name="connsiteY132" fmla="*/ 808485 h 2294826"/>
                  <a:gd name="connsiteX133" fmla="*/ 1006193 w 2132423"/>
                  <a:gd name="connsiteY133" fmla="*/ 737875 h 2294826"/>
                  <a:gd name="connsiteX134" fmla="*/ 1037967 w 2132423"/>
                  <a:gd name="connsiteY134" fmla="*/ 741405 h 2294826"/>
                  <a:gd name="connsiteX135" fmla="*/ 1037967 w 2132423"/>
                  <a:gd name="connsiteY135" fmla="*/ 706100 h 2294826"/>
                  <a:gd name="connsiteX136" fmla="*/ 1062681 w 2132423"/>
                  <a:gd name="connsiteY136" fmla="*/ 688448 h 2294826"/>
                  <a:gd name="connsiteX137" fmla="*/ 1027376 w 2132423"/>
                  <a:gd name="connsiteY137" fmla="*/ 677856 h 2294826"/>
                  <a:gd name="connsiteX138" fmla="*/ 1002662 w 2132423"/>
                  <a:gd name="connsiteY138" fmla="*/ 702570 h 2294826"/>
                  <a:gd name="connsiteX139" fmla="*/ 963827 w 2132423"/>
                  <a:gd name="connsiteY139" fmla="*/ 702570 h 2294826"/>
                  <a:gd name="connsiteX140" fmla="*/ 963827 w 2132423"/>
                  <a:gd name="connsiteY140" fmla="*/ 667265 h 2294826"/>
                  <a:gd name="connsiteX141" fmla="*/ 960296 w 2132423"/>
                  <a:gd name="connsiteY141" fmla="*/ 653143 h 2294826"/>
                  <a:gd name="connsiteX142" fmla="*/ 935583 w 2132423"/>
                  <a:gd name="connsiteY142" fmla="*/ 610777 h 2294826"/>
                  <a:gd name="connsiteX143" fmla="*/ 949705 w 2132423"/>
                  <a:gd name="connsiteY143" fmla="*/ 564880 h 2294826"/>
                  <a:gd name="connsiteX144" fmla="*/ 910869 w 2132423"/>
                  <a:gd name="connsiteY144" fmla="*/ 511923 h 2294826"/>
                  <a:gd name="connsiteX145" fmla="*/ 900277 w 2132423"/>
                  <a:gd name="connsiteY145" fmla="*/ 469557 h 2294826"/>
                  <a:gd name="connsiteX146" fmla="*/ 946174 w 2132423"/>
                  <a:gd name="connsiteY146" fmla="*/ 391886 h 2294826"/>
                  <a:gd name="connsiteX147" fmla="*/ 977949 w 2132423"/>
                  <a:gd name="connsiteY147" fmla="*/ 377764 h 2294826"/>
                  <a:gd name="connsiteX148" fmla="*/ 967357 w 2132423"/>
                  <a:gd name="connsiteY148" fmla="*/ 356581 h 2294826"/>
                  <a:gd name="connsiteX149" fmla="*/ 985010 w 2132423"/>
                  <a:gd name="connsiteY149" fmla="*/ 345989 h 2294826"/>
                  <a:gd name="connsiteX150" fmla="*/ 1034437 w 2132423"/>
                  <a:gd name="connsiteY150" fmla="*/ 289501 h 2294826"/>
                  <a:gd name="connsiteX151" fmla="*/ 1196840 w 2132423"/>
                  <a:gd name="connsiteY151" fmla="*/ 236544 h 2294826"/>
                  <a:gd name="connsiteX152" fmla="*/ 1316877 w 2132423"/>
                  <a:gd name="connsiteY152" fmla="*/ 158873 h 2294826"/>
                  <a:gd name="connsiteX153" fmla="*/ 1330999 w 2132423"/>
                  <a:gd name="connsiteY153" fmla="*/ 102385 h 2294826"/>
                  <a:gd name="connsiteX154" fmla="*/ 1338060 w 2132423"/>
                  <a:gd name="connsiteY154" fmla="*/ 52958 h 2294826"/>
                  <a:gd name="connsiteX155" fmla="*/ 1401609 w 2132423"/>
                  <a:gd name="connsiteY155" fmla="*/ 0 h 2294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</a:cxnLst>
                <a:rect l="l" t="t" r="r" b="b"/>
                <a:pathLst>
                  <a:path w="2132423" h="2294826">
                    <a:moveTo>
                      <a:pt x="1401609" y="0"/>
                    </a:moveTo>
                    <a:lnTo>
                      <a:pt x="1433383" y="56488"/>
                    </a:lnTo>
                    <a:lnTo>
                      <a:pt x="1426322" y="95324"/>
                    </a:lnTo>
                    <a:lnTo>
                      <a:pt x="1475749" y="98854"/>
                    </a:lnTo>
                    <a:lnTo>
                      <a:pt x="1479280" y="158873"/>
                    </a:lnTo>
                    <a:lnTo>
                      <a:pt x="1479280" y="321276"/>
                    </a:lnTo>
                    <a:lnTo>
                      <a:pt x="1496932" y="388355"/>
                    </a:lnTo>
                    <a:lnTo>
                      <a:pt x="1507524" y="480148"/>
                    </a:lnTo>
                    <a:lnTo>
                      <a:pt x="1532237" y="529575"/>
                    </a:lnTo>
                    <a:lnTo>
                      <a:pt x="1655805" y="600185"/>
                    </a:lnTo>
                    <a:lnTo>
                      <a:pt x="1691110" y="713161"/>
                    </a:lnTo>
                    <a:lnTo>
                      <a:pt x="1744067" y="787302"/>
                    </a:lnTo>
                    <a:lnTo>
                      <a:pt x="1722884" y="840260"/>
                    </a:lnTo>
                    <a:lnTo>
                      <a:pt x="1782903" y="985010"/>
                    </a:lnTo>
                    <a:lnTo>
                      <a:pt x="1775842" y="999132"/>
                    </a:lnTo>
                    <a:lnTo>
                      <a:pt x="1737006" y="1016785"/>
                    </a:lnTo>
                    <a:lnTo>
                      <a:pt x="1797025" y="1076803"/>
                    </a:lnTo>
                    <a:lnTo>
                      <a:pt x="1797025" y="1126230"/>
                    </a:lnTo>
                    <a:lnTo>
                      <a:pt x="1804086" y="1161535"/>
                    </a:lnTo>
                    <a:lnTo>
                      <a:pt x="1804086" y="1228615"/>
                    </a:lnTo>
                    <a:lnTo>
                      <a:pt x="1729945" y="1306286"/>
                    </a:lnTo>
                    <a:lnTo>
                      <a:pt x="1768781" y="1338060"/>
                    </a:lnTo>
                    <a:lnTo>
                      <a:pt x="1825269" y="1270981"/>
                    </a:lnTo>
                    <a:lnTo>
                      <a:pt x="1902940" y="1285103"/>
                    </a:lnTo>
                    <a:lnTo>
                      <a:pt x="2019447" y="1309816"/>
                    </a:lnTo>
                    <a:lnTo>
                      <a:pt x="2118301" y="1401609"/>
                    </a:lnTo>
                    <a:lnTo>
                      <a:pt x="2132423" y="1528707"/>
                    </a:lnTo>
                    <a:lnTo>
                      <a:pt x="2086526" y="1624031"/>
                    </a:lnTo>
                    <a:lnTo>
                      <a:pt x="2093587" y="1669927"/>
                    </a:lnTo>
                    <a:lnTo>
                      <a:pt x="2005325" y="1733477"/>
                    </a:lnTo>
                    <a:lnTo>
                      <a:pt x="1959428" y="1733477"/>
                    </a:lnTo>
                    <a:lnTo>
                      <a:pt x="1962959" y="1782904"/>
                    </a:lnTo>
                    <a:lnTo>
                      <a:pt x="1941776" y="1804087"/>
                    </a:lnTo>
                    <a:lnTo>
                      <a:pt x="1899410" y="1811148"/>
                    </a:lnTo>
                    <a:lnTo>
                      <a:pt x="1878227" y="1789965"/>
                    </a:lnTo>
                    <a:lnTo>
                      <a:pt x="1878227" y="1811148"/>
                    </a:lnTo>
                    <a:lnTo>
                      <a:pt x="1878227" y="1853514"/>
                    </a:lnTo>
                    <a:lnTo>
                      <a:pt x="1849983" y="1881758"/>
                    </a:lnTo>
                    <a:lnTo>
                      <a:pt x="1828800" y="1910002"/>
                    </a:lnTo>
                    <a:lnTo>
                      <a:pt x="1864105" y="1931185"/>
                    </a:lnTo>
                    <a:lnTo>
                      <a:pt x="1867635" y="1962959"/>
                    </a:lnTo>
                    <a:lnTo>
                      <a:pt x="1984142" y="1948837"/>
                    </a:lnTo>
                    <a:lnTo>
                      <a:pt x="1991203" y="1987673"/>
                    </a:lnTo>
                    <a:lnTo>
                      <a:pt x="1973550" y="2005325"/>
                    </a:lnTo>
                    <a:lnTo>
                      <a:pt x="1973550" y="2030039"/>
                    </a:lnTo>
                    <a:lnTo>
                      <a:pt x="1973550" y="2068874"/>
                    </a:lnTo>
                    <a:lnTo>
                      <a:pt x="1945306" y="2086527"/>
                    </a:lnTo>
                    <a:lnTo>
                      <a:pt x="1895879" y="2097118"/>
                    </a:lnTo>
                    <a:lnTo>
                      <a:pt x="1853513" y="2114771"/>
                    </a:lnTo>
                    <a:lnTo>
                      <a:pt x="1846452" y="2157137"/>
                    </a:lnTo>
                    <a:lnTo>
                      <a:pt x="1786433" y="2160667"/>
                    </a:lnTo>
                    <a:lnTo>
                      <a:pt x="1751128" y="2171259"/>
                    </a:lnTo>
                    <a:lnTo>
                      <a:pt x="1676988" y="2188911"/>
                    </a:lnTo>
                    <a:lnTo>
                      <a:pt x="1662866" y="2213625"/>
                    </a:lnTo>
                    <a:lnTo>
                      <a:pt x="1634622" y="2210094"/>
                    </a:lnTo>
                    <a:lnTo>
                      <a:pt x="1514585" y="2160667"/>
                    </a:lnTo>
                    <a:lnTo>
                      <a:pt x="1433383" y="2153606"/>
                    </a:lnTo>
                    <a:lnTo>
                      <a:pt x="1362773" y="2181850"/>
                    </a:lnTo>
                    <a:lnTo>
                      <a:pt x="1323938" y="2164198"/>
                    </a:lnTo>
                    <a:lnTo>
                      <a:pt x="1323938" y="2128893"/>
                    </a:lnTo>
                    <a:lnTo>
                      <a:pt x="1278041" y="2121832"/>
                    </a:lnTo>
                    <a:lnTo>
                      <a:pt x="1295694" y="2157137"/>
                    </a:lnTo>
                    <a:lnTo>
                      <a:pt x="1292163" y="2188911"/>
                    </a:lnTo>
                    <a:lnTo>
                      <a:pt x="1246267" y="2217155"/>
                    </a:lnTo>
                    <a:lnTo>
                      <a:pt x="1133291" y="2174789"/>
                    </a:lnTo>
                    <a:lnTo>
                      <a:pt x="1143882" y="2150076"/>
                    </a:lnTo>
                    <a:lnTo>
                      <a:pt x="1073272" y="2139484"/>
                    </a:lnTo>
                    <a:lnTo>
                      <a:pt x="1059150" y="2171259"/>
                    </a:lnTo>
                    <a:lnTo>
                      <a:pt x="1052089" y="2188911"/>
                    </a:lnTo>
                    <a:lnTo>
                      <a:pt x="1016784" y="2185381"/>
                    </a:lnTo>
                    <a:lnTo>
                      <a:pt x="935583" y="2143015"/>
                    </a:lnTo>
                    <a:lnTo>
                      <a:pt x="908405" y="2157137"/>
                    </a:lnTo>
                    <a:lnTo>
                      <a:pt x="815545" y="2090057"/>
                    </a:lnTo>
                    <a:lnTo>
                      <a:pt x="744935" y="2093588"/>
                    </a:lnTo>
                    <a:lnTo>
                      <a:pt x="663734" y="2111240"/>
                    </a:lnTo>
                    <a:lnTo>
                      <a:pt x="646081" y="2192442"/>
                    </a:lnTo>
                    <a:lnTo>
                      <a:pt x="582532" y="2270113"/>
                    </a:lnTo>
                    <a:lnTo>
                      <a:pt x="526044" y="2252460"/>
                    </a:lnTo>
                    <a:lnTo>
                      <a:pt x="501331" y="2210094"/>
                    </a:lnTo>
                    <a:lnTo>
                      <a:pt x="381294" y="2167728"/>
                    </a:lnTo>
                    <a:lnTo>
                      <a:pt x="317745" y="2167728"/>
                    </a:lnTo>
                    <a:lnTo>
                      <a:pt x="282440" y="2188911"/>
                    </a:lnTo>
                    <a:lnTo>
                      <a:pt x="229482" y="2213625"/>
                    </a:lnTo>
                    <a:lnTo>
                      <a:pt x="208299" y="2220686"/>
                    </a:lnTo>
                    <a:lnTo>
                      <a:pt x="208299" y="2259521"/>
                    </a:lnTo>
                    <a:lnTo>
                      <a:pt x="151811" y="2294826"/>
                    </a:lnTo>
                    <a:lnTo>
                      <a:pt x="123567" y="2270113"/>
                    </a:lnTo>
                    <a:lnTo>
                      <a:pt x="116506" y="2234808"/>
                    </a:lnTo>
                    <a:lnTo>
                      <a:pt x="77671" y="2206564"/>
                    </a:lnTo>
                    <a:lnTo>
                      <a:pt x="74140" y="2227747"/>
                    </a:lnTo>
                    <a:lnTo>
                      <a:pt x="14122" y="2231277"/>
                    </a:lnTo>
                    <a:lnTo>
                      <a:pt x="0" y="2181850"/>
                    </a:lnTo>
                    <a:lnTo>
                      <a:pt x="45896" y="2153606"/>
                    </a:lnTo>
                    <a:lnTo>
                      <a:pt x="127098" y="2150076"/>
                    </a:lnTo>
                    <a:lnTo>
                      <a:pt x="222421" y="2061813"/>
                    </a:lnTo>
                    <a:lnTo>
                      <a:pt x="370702" y="1959429"/>
                    </a:lnTo>
                    <a:lnTo>
                      <a:pt x="384824" y="1874697"/>
                    </a:lnTo>
                    <a:lnTo>
                      <a:pt x="420129" y="1867636"/>
                    </a:lnTo>
                    <a:lnTo>
                      <a:pt x="451904" y="1885288"/>
                    </a:lnTo>
                    <a:lnTo>
                      <a:pt x="480148" y="1857044"/>
                    </a:lnTo>
                    <a:lnTo>
                      <a:pt x="476617" y="1825270"/>
                    </a:lnTo>
                    <a:lnTo>
                      <a:pt x="518983" y="1807617"/>
                    </a:lnTo>
                    <a:lnTo>
                      <a:pt x="617837" y="1804087"/>
                    </a:lnTo>
                    <a:lnTo>
                      <a:pt x="639020" y="1818209"/>
                    </a:lnTo>
                    <a:lnTo>
                      <a:pt x="737874" y="1860575"/>
                    </a:lnTo>
                    <a:lnTo>
                      <a:pt x="794362" y="1860575"/>
                    </a:lnTo>
                    <a:lnTo>
                      <a:pt x="807042" y="1806684"/>
                    </a:lnTo>
                    <a:lnTo>
                      <a:pt x="808558" y="1806643"/>
                    </a:lnTo>
                    <a:lnTo>
                      <a:pt x="837133" y="1766161"/>
                    </a:lnTo>
                    <a:lnTo>
                      <a:pt x="899046" y="1737586"/>
                    </a:lnTo>
                    <a:lnTo>
                      <a:pt x="951433" y="1689961"/>
                    </a:lnTo>
                    <a:lnTo>
                      <a:pt x="970483" y="1592330"/>
                    </a:lnTo>
                    <a:lnTo>
                      <a:pt x="920477" y="1558993"/>
                    </a:lnTo>
                    <a:lnTo>
                      <a:pt x="899046" y="1530418"/>
                    </a:lnTo>
                    <a:lnTo>
                      <a:pt x="899046" y="1485174"/>
                    </a:lnTo>
                    <a:lnTo>
                      <a:pt x="910952" y="1442311"/>
                    </a:lnTo>
                    <a:lnTo>
                      <a:pt x="939527" y="1408974"/>
                    </a:lnTo>
                    <a:lnTo>
                      <a:pt x="932383" y="1378018"/>
                    </a:lnTo>
                    <a:lnTo>
                      <a:pt x="915714" y="1354205"/>
                    </a:lnTo>
                    <a:lnTo>
                      <a:pt x="908571" y="1308961"/>
                    </a:lnTo>
                    <a:lnTo>
                      <a:pt x="934764" y="1256574"/>
                    </a:lnTo>
                    <a:lnTo>
                      <a:pt x="922858" y="1177993"/>
                    </a:lnTo>
                    <a:lnTo>
                      <a:pt x="963339" y="1144655"/>
                    </a:lnTo>
                    <a:lnTo>
                      <a:pt x="980008" y="1106555"/>
                    </a:lnTo>
                    <a:lnTo>
                      <a:pt x="918096" y="977968"/>
                    </a:lnTo>
                    <a:lnTo>
                      <a:pt x="887139" y="968443"/>
                    </a:lnTo>
                    <a:lnTo>
                      <a:pt x="885001" y="967160"/>
                    </a:lnTo>
                    <a:lnTo>
                      <a:pt x="924991" y="963827"/>
                    </a:lnTo>
                    <a:lnTo>
                      <a:pt x="932052" y="953236"/>
                    </a:lnTo>
                    <a:lnTo>
                      <a:pt x="960296" y="960297"/>
                    </a:lnTo>
                    <a:lnTo>
                      <a:pt x="963827" y="875565"/>
                    </a:lnTo>
                    <a:lnTo>
                      <a:pt x="999132" y="840260"/>
                    </a:lnTo>
                    <a:lnTo>
                      <a:pt x="981479" y="808485"/>
                    </a:lnTo>
                    <a:lnTo>
                      <a:pt x="1006193" y="737875"/>
                    </a:lnTo>
                    <a:lnTo>
                      <a:pt x="1037967" y="741405"/>
                    </a:lnTo>
                    <a:lnTo>
                      <a:pt x="1037967" y="706100"/>
                    </a:lnTo>
                    <a:lnTo>
                      <a:pt x="1062681" y="688448"/>
                    </a:lnTo>
                    <a:lnTo>
                      <a:pt x="1027376" y="677856"/>
                    </a:lnTo>
                    <a:lnTo>
                      <a:pt x="1002662" y="702570"/>
                    </a:lnTo>
                    <a:lnTo>
                      <a:pt x="963827" y="702570"/>
                    </a:lnTo>
                    <a:lnTo>
                      <a:pt x="963827" y="667265"/>
                    </a:lnTo>
                    <a:lnTo>
                      <a:pt x="960296" y="653143"/>
                    </a:lnTo>
                    <a:lnTo>
                      <a:pt x="935583" y="610777"/>
                    </a:lnTo>
                    <a:lnTo>
                      <a:pt x="949705" y="564880"/>
                    </a:lnTo>
                    <a:lnTo>
                      <a:pt x="910869" y="511923"/>
                    </a:lnTo>
                    <a:lnTo>
                      <a:pt x="900277" y="469557"/>
                    </a:lnTo>
                    <a:lnTo>
                      <a:pt x="946174" y="391886"/>
                    </a:lnTo>
                    <a:lnTo>
                      <a:pt x="977949" y="377764"/>
                    </a:lnTo>
                    <a:lnTo>
                      <a:pt x="967357" y="356581"/>
                    </a:lnTo>
                    <a:lnTo>
                      <a:pt x="985010" y="345989"/>
                    </a:lnTo>
                    <a:lnTo>
                      <a:pt x="1034437" y="289501"/>
                    </a:lnTo>
                    <a:lnTo>
                      <a:pt x="1196840" y="236544"/>
                    </a:lnTo>
                    <a:lnTo>
                      <a:pt x="1316877" y="158873"/>
                    </a:lnTo>
                    <a:lnTo>
                      <a:pt x="1330999" y="102385"/>
                    </a:lnTo>
                    <a:lnTo>
                      <a:pt x="1338060" y="52958"/>
                    </a:lnTo>
                    <a:lnTo>
                      <a:pt x="1401609" y="0"/>
                    </a:lnTo>
                    <a:close/>
                  </a:path>
                </a:pathLst>
              </a:custGeom>
              <a:solidFill>
                <a:schemeClr val="bg1">
                  <a:alpha val="60000"/>
                </a:schemeClr>
              </a:solidFill>
              <a:ln w="1270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90000" rIns="91440" bIns="9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Aft>
                    <a:spcPts val="600"/>
                  </a:spcAft>
                </a:pPr>
                <a:endParaRPr lang="en-US" sz="14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9" name="Freihandform: Form 8">
                <a:extLst>
                  <a:ext uri="{FF2B5EF4-FFF2-40B4-BE49-F238E27FC236}">
                    <a16:creationId xmlns:a16="http://schemas.microsoft.com/office/drawing/2014/main" id="{FCC681F7-8DF6-4773-8DED-5F785F30276C}"/>
                  </a:ext>
                </a:extLst>
              </p:cNvPr>
              <p:cNvSpPr/>
              <p:nvPr/>
            </p:nvSpPr>
            <p:spPr>
              <a:xfrm>
                <a:off x="2173311" y="1066262"/>
                <a:ext cx="109823" cy="115504"/>
              </a:xfrm>
              <a:custGeom>
                <a:avLst/>
                <a:gdLst>
                  <a:gd name="connsiteX0" fmla="*/ 120650 w 184150"/>
                  <a:gd name="connsiteY0" fmla="*/ 9525 h 193675"/>
                  <a:gd name="connsiteX1" fmla="*/ 41275 w 184150"/>
                  <a:gd name="connsiteY1" fmla="*/ 0 h 193675"/>
                  <a:gd name="connsiteX2" fmla="*/ 44450 w 184150"/>
                  <a:gd name="connsiteY2" fmla="*/ 47625 h 193675"/>
                  <a:gd name="connsiteX3" fmla="*/ 28575 w 184150"/>
                  <a:gd name="connsiteY3" fmla="*/ 79375 h 193675"/>
                  <a:gd name="connsiteX4" fmla="*/ 0 w 184150"/>
                  <a:gd name="connsiteY4" fmla="*/ 98425 h 193675"/>
                  <a:gd name="connsiteX5" fmla="*/ 22225 w 184150"/>
                  <a:gd name="connsiteY5" fmla="*/ 158750 h 193675"/>
                  <a:gd name="connsiteX6" fmla="*/ 76200 w 184150"/>
                  <a:gd name="connsiteY6" fmla="*/ 193675 h 193675"/>
                  <a:gd name="connsiteX7" fmla="*/ 92075 w 184150"/>
                  <a:gd name="connsiteY7" fmla="*/ 155575 h 193675"/>
                  <a:gd name="connsiteX8" fmla="*/ 98425 w 184150"/>
                  <a:gd name="connsiteY8" fmla="*/ 193675 h 193675"/>
                  <a:gd name="connsiteX9" fmla="*/ 98425 w 184150"/>
                  <a:gd name="connsiteY9" fmla="*/ 193675 h 193675"/>
                  <a:gd name="connsiteX10" fmla="*/ 152400 w 184150"/>
                  <a:gd name="connsiteY10" fmla="*/ 171450 h 193675"/>
                  <a:gd name="connsiteX11" fmla="*/ 152400 w 184150"/>
                  <a:gd name="connsiteY11" fmla="*/ 152400 h 193675"/>
                  <a:gd name="connsiteX12" fmla="*/ 174625 w 184150"/>
                  <a:gd name="connsiteY12" fmla="*/ 127000 h 193675"/>
                  <a:gd name="connsiteX13" fmla="*/ 184150 w 184150"/>
                  <a:gd name="connsiteY13" fmla="*/ 104775 h 193675"/>
                  <a:gd name="connsiteX14" fmla="*/ 136525 w 184150"/>
                  <a:gd name="connsiteY14" fmla="*/ 63500 h 193675"/>
                  <a:gd name="connsiteX15" fmla="*/ 120650 w 184150"/>
                  <a:gd name="connsiteY15" fmla="*/ 9525 h 193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84150" h="193675">
                    <a:moveTo>
                      <a:pt x="120650" y="9525"/>
                    </a:moveTo>
                    <a:lnTo>
                      <a:pt x="41275" y="0"/>
                    </a:lnTo>
                    <a:lnTo>
                      <a:pt x="44450" y="47625"/>
                    </a:lnTo>
                    <a:lnTo>
                      <a:pt x="28575" y="79375"/>
                    </a:lnTo>
                    <a:lnTo>
                      <a:pt x="0" y="98425"/>
                    </a:lnTo>
                    <a:lnTo>
                      <a:pt x="22225" y="158750"/>
                    </a:lnTo>
                    <a:lnTo>
                      <a:pt x="76200" y="193675"/>
                    </a:lnTo>
                    <a:lnTo>
                      <a:pt x="92075" y="155575"/>
                    </a:lnTo>
                    <a:lnTo>
                      <a:pt x="98425" y="193675"/>
                    </a:lnTo>
                    <a:lnTo>
                      <a:pt x="98425" y="193675"/>
                    </a:lnTo>
                    <a:lnTo>
                      <a:pt x="152400" y="171450"/>
                    </a:lnTo>
                    <a:lnTo>
                      <a:pt x="152400" y="152400"/>
                    </a:lnTo>
                    <a:lnTo>
                      <a:pt x="174625" y="127000"/>
                    </a:lnTo>
                    <a:lnTo>
                      <a:pt x="184150" y="104775"/>
                    </a:lnTo>
                    <a:lnTo>
                      <a:pt x="136525" y="63500"/>
                    </a:lnTo>
                    <a:lnTo>
                      <a:pt x="120650" y="9525"/>
                    </a:lnTo>
                    <a:close/>
                  </a:path>
                </a:pathLst>
              </a:custGeom>
              <a:solidFill>
                <a:schemeClr val="bg1">
                  <a:alpha val="60000"/>
                </a:schemeClr>
              </a:solidFill>
              <a:ln w="1270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90000" rIns="91440" bIns="9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Aft>
                    <a:spcPts val="600"/>
                  </a:spcAft>
                </a:pPr>
                <a:endParaRPr lang="en-US" sz="14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0" name="Freihandform: Form 9">
                <a:extLst>
                  <a:ext uri="{FF2B5EF4-FFF2-40B4-BE49-F238E27FC236}">
                    <a16:creationId xmlns:a16="http://schemas.microsoft.com/office/drawing/2014/main" id="{58B840F3-BDA6-49FE-9D33-742A12BB3F7E}"/>
                  </a:ext>
                </a:extLst>
              </p:cNvPr>
              <p:cNvSpPr/>
              <p:nvPr/>
            </p:nvSpPr>
            <p:spPr>
              <a:xfrm>
                <a:off x="1607153" y="1149576"/>
                <a:ext cx="738467" cy="994090"/>
              </a:xfrm>
              <a:custGeom>
                <a:avLst/>
                <a:gdLst>
                  <a:gd name="connsiteX0" fmla="*/ 615950 w 1238250"/>
                  <a:gd name="connsiteY0" fmla="*/ 0 h 1666875"/>
                  <a:gd name="connsiteX1" fmla="*/ 654050 w 1238250"/>
                  <a:gd name="connsiteY1" fmla="*/ 9525 h 1666875"/>
                  <a:gd name="connsiteX2" fmla="*/ 682625 w 1238250"/>
                  <a:gd name="connsiteY2" fmla="*/ 38100 h 1666875"/>
                  <a:gd name="connsiteX3" fmla="*/ 739775 w 1238250"/>
                  <a:gd name="connsiteY3" fmla="*/ 44450 h 1666875"/>
                  <a:gd name="connsiteX4" fmla="*/ 733425 w 1238250"/>
                  <a:gd name="connsiteY4" fmla="*/ 73025 h 1666875"/>
                  <a:gd name="connsiteX5" fmla="*/ 774700 w 1238250"/>
                  <a:gd name="connsiteY5" fmla="*/ 73025 h 1666875"/>
                  <a:gd name="connsiteX6" fmla="*/ 796925 w 1238250"/>
                  <a:gd name="connsiteY6" fmla="*/ 57150 h 1666875"/>
                  <a:gd name="connsiteX7" fmla="*/ 860425 w 1238250"/>
                  <a:gd name="connsiteY7" fmla="*/ 66675 h 1666875"/>
                  <a:gd name="connsiteX8" fmla="*/ 879475 w 1238250"/>
                  <a:gd name="connsiteY8" fmla="*/ 66675 h 1666875"/>
                  <a:gd name="connsiteX9" fmla="*/ 946150 w 1238250"/>
                  <a:gd name="connsiteY9" fmla="*/ 69850 h 1666875"/>
                  <a:gd name="connsiteX10" fmla="*/ 968375 w 1238250"/>
                  <a:gd name="connsiteY10" fmla="*/ 60325 h 1666875"/>
                  <a:gd name="connsiteX11" fmla="*/ 1041400 w 1238250"/>
                  <a:gd name="connsiteY11" fmla="*/ 69850 h 1666875"/>
                  <a:gd name="connsiteX12" fmla="*/ 1044575 w 1238250"/>
                  <a:gd name="connsiteY12" fmla="*/ 123825 h 1666875"/>
                  <a:gd name="connsiteX13" fmla="*/ 1022350 w 1238250"/>
                  <a:gd name="connsiteY13" fmla="*/ 142875 h 1666875"/>
                  <a:gd name="connsiteX14" fmla="*/ 1031875 w 1238250"/>
                  <a:gd name="connsiteY14" fmla="*/ 187325 h 1666875"/>
                  <a:gd name="connsiteX15" fmla="*/ 993775 w 1238250"/>
                  <a:gd name="connsiteY15" fmla="*/ 241300 h 1666875"/>
                  <a:gd name="connsiteX16" fmla="*/ 949325 w 1238250"/>
                  <a:gd name="connsiteY16" fmla="*/ 241300 h 1666875"/>
                  <a:gd name="connsiteX17" fmla="*/ 885825 w 1238250"/>
                  <a:gd name="connsiteY17" fmla="*/ 304800 h 1666875"/>
                  <a:gd name="connsiteX18" fmla="*/ 850900 w 1238250"/>
                  <a:gd name="connsiteY18" fmla="*/ 295275 h 1666875"/>
                  <a:gd name="connsiteX19" fmla="*/ 784225 w 1238250"/>
                  <a:gd name="connsiteY19" fmla="*/ 346075 h 1666875"/>
                  <a:gd name="connsiteX20" fmla="*/ 777875 w 1238250"/>
                  <a:gd name="connsiteY20" fmla="*/ 374650 h 1666875"/>
                  <a:gd name="connsiteX21" fmla="*/ 815975 w 1238250"/>
                  <a:gd name="connsiteY21" fmla="*/ 377825 h 1666875"/>
                  <a:gd name="connsiteX22" fmla="*/ 803275 w 1238250"/>
                  <a:gd name="connsiteY22" fmla="*/ 409575 h 1666875"/>
                  <a:gd name="connsiteX23" fmla="*/ 777875 w 1238250"/>
                  <a:gd name="connsiteY23" fmla="*/ 447675 h 1666875"/>
                  <a:gd name="connsiteX24" fmla="*/ 749300 w 1238250"/>
                  <a:gd name="connsiteY24" fmla="*/ 454025 h 1666875"/>
                  <a:gd name="connsiteX25" fmla="*/ 755650 w 1238250"/>
                  <a:gd name="connsiteY25" fmla="*/ 469900 h 1666875"/>
                  <a:gd name="connsiteX26" fmla="*/ 784225 w 1238250"/>
                  <a:gd name="connsiteY26" fmla="*/ 469900 h 1666875"/>
                  <a:gd name="connsiteX27" fmla="*/ 863600 w 1238250"/>
                  <a:gd name="connsiteY27" fmla="*/ 441325 h 1666875"/>
                  <a:gd name="connsiteX28" fmla="*/ 914400 w 1238250"/>
                  <a:gd name="connsiteY28" fmla="*/ 447675 h 1666875"/>
                  <a:gd name="connsiteX29" fmla="*/ 965200 w 1238250"/>
                  <a:gd name="connsiteY29" fmla="*/ 476250 h 1666875"/>
                  <a:gd name="connsiteX30" fmla="*/ 1025525 w 1238250"/>
                  <a:gd name="connsiteY30" fmla="*/ 469900 h 1666875"/>
                  <a:gd name="connsiteX31" fmla="*/ 1092200 w 1238250"/>
                  <a:gd name="connsiteY31" fmla="*/ 501650 h 1666875"/>
                  <a:gd name="connsiteX32" fmla="*/ 1203325 w 1238250"/>
                  <a:gd name="connsiteY32" fmla="*/ 508000 h 1666875"/>
                  <a:gd name="connsiteX33" fmla="*/ 1238250 w 1238250"/>
                  <a:gd name="connsiteY33" fmla="*/ 549275 h 1666875"/>
                  <a:gd name="connsiteX34" fmla="*/ 1235075 w 1238250"/>
                  <a:gd name="connsiteY34" fmla="*/ 641350 h 1666875"/>
                  <a:gd name="connsiteX35" fmla="*/ 1174750 w 1238250"/>
                  <a:gd name="connsiteY35" fmla="*/ 692150 h 1666875"/>
                  <a:gd name="connsiteX36" fmla="*/ 1143000 w 1238250"/>
                  <a:gd name="connsiteY36" fmla="*/ 739775 h 1666875"/>
                  <a:gd name="connsiteX37" fmla="*/ 1149350 w 1238250"/>
                  <a:gd name="connsiteY37" fmla="*/ 771525 h 1666875"/>
                  <a:gd name="connsiteX38" fmla="*/ 1095375 w 1238250"/>
                  <a:gd name="connsiteY38" fmla="*/ 815975 h 1666875"/>
                  <a:gd name="connsiteX39" fmla="*/ 1104900 w 1238250"/>
                  <a:gd name="connsiteY39" fmla="*/ 854075 h 1666875"/>
                  <a:gd name="connsiteX40" fmla="*/ 1025525 w 1238250"/>
                  <a:gd name="connsiteY40" fmla="*/ 920750 h 1666875"/>
                  <a:gd name="connsiteX41" fmla="*/ 1019175 w 1238250"/>
                  <a:gd name="connsiteY41" fmla="*/ 952500 h 1666875"/>
                  <a:gd name="connsiteX42" fmla="*/ 952500 w 1238250"/>
                  <a:gd name="connsiteY42" fmla="*/ 996950 h 1666875"/>
                  <a:gd name="connsiteX43" fmla="*/ 927100 w 1238250"/>
                  <a:gd name="connsiteY43" fmla="*/ 1006475 h 1666875"/>
                  <a:gd name="connsiteX44" fmla="*/ 923925 w 1238250"/>
                  <a:gd name="connsiteY44" fmla="*/ 1041400 h 1666875"/>
                  <a:gd name="connsiteX45" fmla="*/ 949325 w 1238250"/>
                  <a:gd name="connsiteY45" fmla="*/ 1047750 h 1666875"/>
                  <a:gd name="connsiteX46" fmla="*/ 962025 w 1238250"/>
                  <a:gd name="connsiteY46" fmla="*/ 1054100 h 1666875"/>
                  <a:gd name="connsiteX47" fmla="*/ 965200 w 1238250"/>
                  <a:gd name="connsiteY47" fmla="*/ 1089025 h 1666875"/>
                  <a:gd name="connsiteX48" fmla="*/ 952500 w 1238250"/>
                  <a:gd name="connsiteY48" fmla="*/ 1108075 h 1666875"/>
                  <a:gd name="connsiteX49" fmla="*/ 920750 w 1238250"/>
                  <a:gd name="connsiteY49" fmla="*/ 1111250 h 1666875"/>
                  <a:gd name="connsiteX50" fmla="*/ 866775 w 1238250"/>
                  <a:gd name="connsiteY50" fmla="*/ 1111250 h 1666875"/>
                  <a:gd name="connsiteX51" fmla="*/ 790575 w 1238250"/>
                  <a:gd name="connsiteY51" fmla="*/ 1162050 h 1666875"/>
                  <a:gd name="connsiteX52" fmla="*/ 835025 w 1238250"/>
                  <a:gd name="connsiteY52" fmla="*/ 1177925 h 1666875"/>
                  <a:gd name="connsiteX53" fmla="*/ 866775 w 1238250"/>
                  <a:gd name="connsiteY53" fmla="*/ 1149350 h 1666875"/>
                  <a:gd name="connsiteX54" fmla="*/ 927100 w 1238250"/>
                  <a:gd name="connsiteY54" fmla="*/ 1149350 h 1666875"/>
                  <a:gd name="connsiteX55" fmla="*/ 952500 w 1238250"/>
                  <a:gd name="connsiteY55" fmla="*/ 1171575 h 1666875"/>
                  <a:gd name="connsiteX56" fmla="*/ 996950 w 1238250"/>
                  <a:gd name="connsiteY56" fmla="*/ 1212850 h 1666875"/>
                  <a:gd name="connsiteX57" fmla="*/ 1050925 w 1238250"/>
                  <a:gd name="connsiteY57" fmla="*/ 1250950 h 1666875"/>
                  <a:gd name="connsiteX58" fmla="*/ 1041400 w 1238250"/>
                  <a:gd name="connsiteY58" fmla="*/ 1266825 h 1666875"/>
                  <a:gd name="connsiteX59" fmla="*/ 1060450 w 1238250"/>
                  <a:gd name="connsiteY59" fmla="*/ 1270000 h 1666875"/>
                  <a:gd name="connsiteX60" fmla="*/ 1060382 w 1238250"/>
                  <a:gd name="connsiteY60" fmla="*/ 1272597 h 1666875"/>
                  <a:gd name="connsiteX61" fmla="*/ 1059776 w 1238250"/>
                  <a:gd name="connsiteY61" fmla="*/ 1271520 h 1666875"/>
                  <a:gd name="connsiteX62" fmla="*/ 996227 w 1238250"/>
                  <a:gd name="connsiteY62" fmla="*/ 1324478 h 1666875"/>
                  <a:gd name="connsiteX63" fmla="*/ 989166 w 1238250"/>
                  <a:gd name="connsiteY63" fmla="*/ 1373905 h 1666875"/>
                  <a:gd name="connsiteX64" fmla="*/ 975044 w 1238250"/>
                  <a:gd name="connsiteY64" fmla="*/ 1430393 h 1666875"/>
                  <a:gd name="connsiteX65" fmla="*/ 855007 w 1238250"/>
                  <a:gd name="connsiteY65" fmla="*/ 1508064 h 1666875"/>
                  <a:gd name="connsiteX66" fmla="*/ 692604 w 1238250"/>
                  <a:gd name="connsiteY66" fmla="*/ 1561021 h 1666875"/>
                  <a:gd name="connsiteX67" fmla="*/ 643177 w 1238250"/>
                  <a:gd name="connsiteY67" fmla="*/ 1617509 h 1666875"/>
                  <a:gd name="connsiteX68" fmla="*/ 625524 w 1238250"/>
                  <a:gd name="connsiteY68" fmla="*/ 1628101 h 1666875"/>
                  <a:gd name="connsiteX69" fmla="*/ 636116 w 1238250"/>
                  <a:gd name="connsiteY69" fmla="*/ 1649284 h 1666875"/>
                  <a:gd name="connsiteX70" fmla="*/ 632834 w 1238250"/>
                  <a:gd name="connsiteY70" fmla="*/ 1650743 h 1666875"/>
                  <a:gd name="connsiteX71" fmla="*/ 612775 w 1238250"/>
                  <a:gd name="connsiteY71" fmla="*/ 1622425 h 1666875"/>
                  <a:gd name="connsiteX72" fmla="*/ 571500 w 1238250"/>
                  <a:gd name="connsiteY72" fmla="*/ 1625600 h 1666875"/>
                  <a:gd name="connsiteX73" fmla="*/ 533400 w 1238250"/>
                  <a:gd name="connsiteY73" fmla="*/ 1647825 h 1666875"/>
                  <a:gd name="connsiteX74" fmla="*/ 495300 w 1238250"/>
                  <a:gd name="connsiteY74" fmla="*/ 1654175 h 1666875"/>
                  <a:gd name="connsiteX75" fmla="*/ 469900 w 1238250"/>
                  <a:gd name="connsiteY75" fmla="*/ 1638300 h 1666875"/>
                  <a:gd name="connsiteX76" fmla="*/ 441325 w 1238250"/>
                  <a:gd name="connsiteY76" fmla="*/ 1603375 h 1666875"/>
                  <a:gd name="connsiteX77" fmla="*/ 438150 w 1238250"/>
                  <a:gd name="connsiteY77" fmla="*/ 1666875 h 1666875"/>
                  <a:gd name="connsiteX78" fmla="*/ 387350 w 1238250"/>
                  <a:gd name="connsiteY78" fmla="*/ 1666875 h 1666875"/>
                  <a:gd name="connsiteX79" fmla="*/ 304800 w 1238250"/>
                  <a:gd name="connsiteY79" fmla="*/ 1577975 h 1666875"/>
                  <a:gd name="connsiteX80" fmla="*/ 304800 w 1238250"/>
                  <a:gd name="connsiteY80" fmla="*/ 1651000 h 1666875"/>
                  <a:gd name="connsiteX81" fmla="*/ 266700 w 1238250"/>
                  <a:gd name="connsiteY81" fmla="*/ 1666875 h 1666875"/>
                  <a:gd name="connsiteX82" fmla="*/ 266700 w 1238250"/>
                  <a:gd name="connsiteY82" fmla="*/ 1616075 h 1666875"/>
                  <a:gd name="connsiteX83" fmla="*/ 225425 w 1238250"/>
                  <a:gd name="connsiteY83" fmla="*/ 1543050 h 1666875"/>
                  <a:gd name="connsiteX84" fmla="*/ 244475 w 1238250"/>
                  <a:gd name="connsiteY84" fmla="*/ 1473200 h 1666875"/>
                  <a:gd name="connsiteX85" fmla="*/ 263525 w 1238250"/>
                  <a:gd name="connsiteY85" fmla="*/ 1476375 h 1666875"/>
                  <a:gd name="connsiteX86" fmla="*/ 263525 w 1238250"/>
                  <a:gd name="connsiteY86" fmla="*/ 1454150 h 1666875"/>
                  <a:gd name="connsiteX87" fmla="*/ 346075 w 1238250"/>
                  <a:gd name="connsiteY87" fmla="*/ 1390650 h 1666875"/>
                  <a:gd name="connsiteX88" fmla="*/ 355600 w 1238250"/>
                  <a:gd name="connsiteY88" fmla="*/ 1355725 h 1666875"/>
                  <a:gd name="connsiteX89" fmla="*/ 400050 w 1238250"/>
                  <a:gd name="connsiteY89" fmla="*/ 1314450 h 1666875"/>
                  <a:gd name="connsiteX90" fmla="*/ 406400 w 1238250"/>
                  <a:gd name="connsiteY90" fmla="*/ 1273175 h 1666875"/>
                  <a:gd name="connsiteX91" fmla="*/ 330200 w 1238250"/>
                  <a:gd name="connsiteY91" fmla="*/ 1196975 h 1666875"/>
                  <a:gd name="connsiteX92" fmla="*/ 330200 w 1238250"/>
                  <a:gd name="connsiteY92" fmla="*/ 1330325 h 1666875"/>
                  <a:gd name="connsiteX93" fmla="*/ 292100 w 1238250"/>
                  <a:gd name="connsiteY93" fmla="*/ 1330325 h 1666875"/>
                  <a:gd name="connsiteX94" fmla="*/ 247650 w 1238250"/>
                  <a:gd name="connsiteY94" fmla="*/ 1308100 h 1666875"/>
                  <a:gd name="connsiteX95" fmla="*/ 231775 w 1238250"/>
                  <a:gd name="connsiteY95" fmla="*/ 1263650 h 1666875"/>
                  <a:gd name="connsiteX96" fmla="*/ 209550 w 1238250"/>
                  <a:gd name="connsiteY96" fmla="*/ 1298575 h 1666875"/>
                  <a:gd name="connsiteX97" fmla="*/ 215900 w 1238250"/>
                  <a:gd name="connsiteY97" fmla="*/ 1327150 h 1666875"/>
                  <a:gd name="connsiteX98" fmla="*/ 180975 w 1238250"/>
                  <a:gd name="connsiteY98" fmla="*/ 1349375 h 1666875"/>
                  <a:gd name="connsiteX99" fmla="*/ 127000 w 1238250"/>
                  <a:gd name="connsiteY99" fmla="*/ 1352550 h 1666875"/>
                  <a:gd name="connsiteX100" fmla="*/ 123825 w 1238250"/>
                  <a:gd name="connsiteY100" fmla="*/ 1295400 h 1666875"/>
                  <a:gd name="connsiteX101" fmla="*/ 158750 w 1238250"/>
                  <a:gd name="connsiteY101" fmla="*/ 1270000 h 1666875"/>
                  <a:gd name="connsiteX102" fmla="*/ 180975 w 1238250"/>
                  <a:gd name="connsiteY102" fmla="*/ 1190625 h 1666875"/>
                  <a:gd name="connsiteX103" fmla="*/ 203200 w 1238250"/>
                  <a:gd name="connsiteY103" fmla="*/ 1162050 h 1666875"/>
                  <a:gd name="connsiteX104" fmla="*/ 187325 w 1238250"/>
                  <a:gd name="connsiteY104" fmla="*/ 1114425 h 1666875"/>
                  <a:gd name="connsiteX105" fmla="*/ 215900 w 1238250"/>
                  <a:gd name="connsiteY105" fmla="*/ 1101725 h 1666875"/>
                  <a:gd name="connsiteX106" fmla="*/ 219075 w 1238250"/>
                  <a:gd name="connsiteY106" fmla="*/ 1047750 h 1666875"/>
                  <a:gd name="connsiteX107" fmla="*/ 130175 w 1238250"/>
                  <a:gd name="connsiteY107" fmla="*/ 1133475 h 1666875"/>
                  <a:gd name="connsiteX108" fmla="*/ 130175 w 1238250"/>
                  <a:gd name="connsiteY108" fmla="*/ 1165225 h 1666875"/>
                  <a:gd name="connsiteX109" fmla="*/ 117475 w 1238250"/>
                  <a:gd name="connsiteY109" fmla="*/ 1187450 h 1666875"/>
                  <a:gd name="connsiteX110" fmla="*/ 82550 w 1238250"/>
                  <a:gd name="connsiteY110" fmla="*/ 1187450 h 1666875"/>
                  <a:gd name="connsiteX111" fmla="*/ 44450 w 1238250"/>
                  <a:gd name="connsiteY111" fmla="*/ 1222375 h 1666875"/>
                  <a:gd name="connsiteX112" fmla="*/ 31750 w 1238250"/>
                  <a:gd name="connsiteY112" fmla="*/ 1190625 h 1666875"/>
                  <a:gd name="connsiteX113" fmla="*/ 28575 w 1238250"/>
                  <a:gd name="connsiteY113" fmla="*/ 1152525 h 1666875"/>
                  <a:gd name="connsiteX114" fmla="*/ 0 w 1238250"/>
                  <a:gd name="connsiteY114" fmla="*/ 1181100 h 1666875"/>
                  <a:gd name="connsiteX115" fmla="*/ 0 w 1238250"/>
                  <a:gd name="connsiteY115" fmla="*/ 1117600 h 1666875"/>
                  <a:gd name="connsiteX116" fmla="*/ 19050 w 1238250"/>
                  <a:gd name="connsiteY116" fmla="*/ 1092200 h 1666875"/>
                  <a:gd name="connsiteX117" fmla="*/ 15875 w 1238250"/>
                  <a:gd name="connsiteY117" fmla="*/ 1069975 h 1666875"/>
                  <a:gd name="connsiteX118" fmla="*/ 44450 w 1238250"/>
                  <a:gd name="connsiteY118" fmla="*/ 1054100 h 1666875"/>
                  <a:gd name="connsiteX119" fmla="*/ 82550 w 1238250"/>
                  <a:gd name="connsiteY119" fmla="*/ 1060450 h 1666875"/>
                  <a:gd name="connsiteX120" fmla="*/ 101600 w 1238250"/>
                  <a:gd name="connsiteY120" fmla="*/ 1044575 h 1666875"/>
                  <a:gd name="connsiteX121" fmla="*/ 142875 w 1238250"/>
                  <a:gd name="connsiteY121" fmla="*/ 1054100 h 1666875"/>
                  <a:gd name="connsiteX122" fmla="*/ 142875 w 1238250"/>
                  <a:gd name="connsiteY122" fmla="*/ 1035050 h 1666875"/>
                  <a:gd name="connsiteX123" fmla="*/ 168275 w 1238250"/>
                  <a:gd name="connsiteY123" fmla="*/ 990600 h 1666875"/>
                  <a:gd name="connsiteX124" fmla="*/ 219075 w 1238250"/>
                  <a:gd name="connsiteY124" fmla="*/ 987425 h 1666875"/>
                  <a:gd name="connsiteX125" fmla="*/ 250825 w 1238250"/>
                  <a:gd name="connsiteY125" fmla="*/ 990600 h 1666875"/>
                  <a:gd name="connsiteX126" fmla="*/ 254000 w 1238250"/>
                  <a:gd name="connsiteY126" fmla="*/ 933450 h 1666875"/>
                  <a:gd name="connsiteX127" fmla="*/ 206375 w 1238250"/>
                  <a:gd name="connsiteY127" fmla="*/ 917575 h 1666875"/>
                  <a:gd name="connsiteX128" fmla="*/ 136525 w 1238250"/>
                  <a:gd name="connsiteY128" fmla="*/ 936625 h 1666875"/>
                  <a:gd name="connsiteX129" fmla="*/ 101600 w 1238250"/>
                  <a:gd name="connsiteY129" fmla="*/ 914400 h 1666875"/>
                  <a:gd name="connsiteX130" fmla="*/ 73025 w 1238250"/>
                  <a:gd name="connsiteY130" fmla="*/ 873125 h 1666875"/>
                  <a:gd name="connsiteX131" fmla="*/ 123825 w 1238250"/>
                  <a:gd name="connsiteY131" fmla="*/ 873125 h 1666875"/>
                  <a:gd name="connsiteX132" fmla="*/ 149225 w 1238250"/>
                  <a:gd name="connsiteY132" fmla="*/ 841375 h 1666875"/>
                  <a:gd name="connsiteX133" fmla="*/ 114300 w 1238250"/>
                  <a:gd name="connsiteY133" fmla="*/ 796925 h 1666875"/>
                  <a:gd name="connsiteX134" fmla="*/ 117475 w 1238250"/>
                  <a:gd name="connsiteY134" fmla="*/ 762000 h 1666875"/>
                  <a:gd name="connsiteX135" fmla="*/ 155575 w 1238250"/>
                  <a:gd name="connsiteY135" fmla="*/ 758825 h 1666875"/>
                  <a:gd name="connsiteX136" fmla="*/ 152400 w 1238250"/>
                  <a:gd name="connsiteY136" fmla="*/ 714375 h 1666875"/>
                  <a:gd name="connsiteX137" fmla="*/ 212725 w 1238250"/>
                  <a:gd name="connsiteY137" fmla="*/ 717550 h 1666875"/>
                  <a:gd name="connsiteX138" fmla="*/ 234950 w 1238250"/>
                  <a:gd name="connsiteY138" fmla="*/ 717550 h 1666875"/>
                  <a:gd name="connsiteX139" fmla="*/ 244475 w 1238250"/>
                  <a:gd name="connsiteY139" fmla="*/ 711200 h 1666875"/>
                  <a:gd name="connsiteX140" fmla="*/ 250825 w 1238250"/>
                  <a:gd name="connsiteY140" fmla="*/ 708025 h 1666875"/>
                  <a:gd name="connsiteX141" fmla="*/ 238125 w 1238250"/>
                  <a:gd name="connsiteY141" fmla="*/ 685800 h 1666875"/>
                  <a:gd name="connsiteX142" fmla="*/ 266700 w 1238250"/>
                  <a:gd name="connsiteY142" fmla="*/ 647700 h 1666875"/>
                  <a:gd name="connsiteX143" fmla="*/ 225425 w 1238250"/>
                  <a:gd name="connsiteY143" fmla="*/ 612775 h 1666875"/>
                  <a:gd name="connsiteX144" fmla="*/ 250825 w 1238250"/>
                  <a:gd name="connsiteY144" fmla="*/ 574675 h 1666875"/>
                  <a:gd name="connsiteX145" fmla="*/ 184150 w 1238250"/>
                  <a:gd name="connsiteY145" fmla="*/ 558800 h 1666875"/>
                  <a:gd name="connsiteX146" fmla="*/ 165100 w 1238250"/>
                  <a:gd name="connsiteY146" fmla="*/ 466725 h 1666875"/>
                  <a:gd name="connsiteX147" fmla="*/ 120650 w 1238250"/>
                  <a:gd name="connsiteY147" fmla="*/ 476250 h 1666875"/>
                  <a:gd name="connsiteX148" fmla="*/ 114300 w 1238250"/>
                  <a:gd name="connsiteY148" fmla="*/ 384175 h 1666875"/>
                  <a:gd name="connsiteX149" fmla="*/ 146050 w 1238250"/>
                  <a:gd name="connsiteY149" fmla="*/ 371475 h 1666875"/>
                  <a:gd name="connsiteX150" fmla="*/ 174625 w 1238250"/>
                  <a:gd name="connsiteY150" fmla="*/ 358775 h 1666875"/>
                  <a:gd name="connsiteX151" fmla="*/ 203200 w 1238250"/>
                  <a:gd name="connsiteY151" fmla="*/ 381000 h 1666875"/>
                  <a:gd name="connsiteX152" fmla="*/ 209550 w 1238250"/>
                  <a:gd name="connsiteY152" fmla="*/ 323850 h 1666875"/>
                  <a:gd name="connsiteX153" fmla="*/ 241300 w 1238250"/>
                  <a:gd name="connsiteY153" fmla="*/ 317500 h 1666875"/>
                  <a:gd name="connsiteX154" fmla="*/ 285750 w 1238250"/>
                  <a:gd name="connsiteY154" fmla="*/ 358775 h 1666875"/>
                  <a:gd name="connsiteX155" fmla="*/ 266700 w 1238250"/>
                  <a:gd name="connsiteY155" fmla="*/ 488950 h 1666875"/>
                  <a:gd name="connsiteX156" fmla="*/ 298450 w 1238250"/>
                  <a:gd name="connsiteY156" fmla="*/ 520700 h 1666875"/>
                  <a:gd name="connsiteX157" fmla="*/ 346075 w 1238250"/>
                  <a:gd name="connsiteY157" fmla="*/ 517525 h 1666875"/>
                  <a:gd name="connsiteX158" fmla="*/ 314325 w 1238250"/>
                  <a:gd name="connsiteY158" fmla="*/ 504825 h 1666875"/>
                  <a:gd name="connsiteX159" fmla="*/ 317500 w 1238250"/>
                  <a:gd name="connsiteY159" fmla="*/ 393700 h 1666875"/>
                  <a:gd name="connsiteX160" fmla="*/ 342900 w 1238250"/>
                  <a:gd name="connsiteY160" fmla="*/ 403225 h 1666875"/>
                  <a:gd name="connsiteX161" fmla="*/ 339725 w 1238250"/>
                  <a:gd name="connsiteY161" fmla="*/ 285750 h 1666875"/>
                  <a:gd name="connsiteX162" fmla="*/ 412750 w 1238250"/>
                  <a:gd name="connsiteY162" fmla="*/ 269875 h 1666875"/>
                  <a:gd name="connsiteX163" fmla="*/ 447675 w 1238250"/>
                  <a:gd name="connsiteY163" fmla="*/ 282575 h 1666875"/>
                  <a:gd name="connsiteX164" fmla="*/ 488950 w 1238250"/>
                  <a:gd name="connsiteY164" fmla="*/ 279400 h 1666875"/>
                  <a:gd name="connsiteX165" fmla="*/ 454025 w 1238250"/>
                  <a:gd name="connsiteY165" fmla="*/ 231775 h 1666875"/>
                  <a:gd name="connsiteX166" fmla="*/ 476250 w 1238250"/>
                  <a:gd name="connsiteY166" fmla="*/ 206375 h 1666875"/>
                  <a:gd name="connsiteX167" fmla="*/ 488950 w 1238250"/>
                  <a:gd name="connsiteY167" fmla="*/ 206375 h 1666875"/>
                  <a:gd name="connsiteX168" fmla="*/ 495300 w 1238250"/>
                  <a:gd name="connsiteY168" fmla="*/ 196850 h 1666875"/>
                  <a:gd name="connsiteX169" fmla="*/ 482600 w 1238250"/>
                  <a:gd name="connsiteY169" fmla="*/ 168275 h 1666875"/>
                  <a:gd name="connsiteX170" fmla="*/ 495300 w 1238250"/>
                  <a:gd name="connsiteY170" fmla="*/ 139700 h 1666875"/>
                  <a:gd name="connsiteX171" fmla="*/ 546100 w 1238250"/>
                  <a:gd name="connsiteY171" fmla="*/ 136525 h 1666875"/>
                  <a:gd name="connsiteX172" fmla="*/ 546100 w 1238250"/>
                  <a:gd name="connsiteY172" fmla="*/ 95250 h 1666875"/>
                  <a:gd name="connsiteX173" fmla="*/ 574675 w 1238250"/>
                  <a:gd name="connsiteY173" fmla="*/ 79375 h 1666875"/>
                  <a:gd name="connsiteX174" fmla="*/ 568325 w 1238250"/>
                  <a:gd name="connsiteY174" fmla="*/ 44450 h 166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</a:cxnLst>
                <a:rect l="l" t="t" r="r" b="b"/>
                <a:pathLst>
                  <a:path w="1238250" h="1666875">
                    <a:moveTo>
                      <a:pt x="615950" y="0"/>
                    </a:moveTo>
                    <a:lnTo>
                      <a:pt x="654050" y="9525"/>
                    </a:lnTo>
                    <a:lnTo>
                      <a:pt x="682625" y="38100"/>
                    </a:lnTo>
                    <a:lnTo>
                      <a:pt x="739775" y="44450"/>
                    </a:lnTo>
                    <a:lnTo>
                      <a:pt x="733425" y="73025"/>
                    </a:lnTo>
                    <a:lnTo>
                      <a:pt x="774700" y="73025"/>
                    </a:lnTo>
                    <a:lnTo>
                      <a:pt x="796925" y="57150"/>
                    </a:lnTo>
                    <a:lnTo>
                      <a:pt x="860425" y="66675"/>
                    </a:lnTo>
                    <a:lnTo>
                      <a:pt x="879475" y="66675"/>
                    </a:lnTo>
                    <a:lnTo>
                      <a:pt x="946150" y="69850"/>
                    </a:lnTo>
                    <a:lnTo>
                      <a:pt x="968375" y="60325"/>
                    </a:lnTo>
                    <a:lnTo>
                      <a:pt x="1041400" y="69850"/>
                    </a:lnTo>
                    <a:lnTo>
                      <a:pt x="1044575" y="123825"/>
                    </a:lnTo>
                    <a:lnTo>
                      <a:pt x="1022350" y="142875"/>
                    </a:lnTo>
                    <a:lnTo>
                      <a:pt x="1031875" y="187325"/>
                    </a:lnTo>
                    <a:lnTo>
                      <a:pt x="993775" y="241300"/>
                    </a:lnTo>
                    <a:lnTo>
                      <a:pt x="949325" y="241300"/>
                    </a:lnTo>
                    <a:lnTo>
                      <a:pt x="885825" y="304800"/>
                    </a:lnTo>
                    <a:lnTo>
                      <a:pt x="850900" y="295275"/>
                    </a:lnTo>
                    <a:lnTo>
                      <a:pt x="784225" y="346075"/>
                    </a:lnTo>
                    <a:lnTo>
                      <a:pt x="777875" y="374650"/>
                    </a:lnTo>
                    <a:lnTo>
                      <a:pt x="815975" y="377825"/>
                    </a:lnTo>
                    <a:lnTo>
                      <a:pt x="803275" y="409575"/>
                    </a:lnTo>
                    <a:lnTo>
                      <a:pt x="777875" y="447675"/>
                    </a:lnTo>
                    <a:lnTo>
                      <a:pt x="749300" y="454025"/>
                    </a:lnTo>
                    <a:lnTo>
                      <a:pt x="755650" y="469900"/>
                    </a:lnTo>
                    <a:lnTo>
                      <a:pt x="784225" y="469900"/>
                    </a:lnTo>
                    <a:lnTo>
                      <a:pt x="863600" y="441325"/>
                    </a:lnTo>
                    <a:lnTo>
                      <a:pt x="914400" y="447675"/>
                    </a:lnTo>
                    <a:lnTo>
                      <a:pt x="965200" y="476250"/>
                    </a:lnTo>
                    <a:lnTo>
                      <a:pt x="1025525" y="469900"/>
                    </a:lnTo>
                    <a:lnTo>
                      <a:pt x="1092200" y="501650"/>
                    </a:lnTo>
                    <a:lnTo>
                      <a:pt x="1203325" y="508000"/>
                    </a:lnTo>
                    <a:lnTo>
                      <a:pt x="1238250" y="549275"/>
                    </a:lnTo>
                    <a:lnTo>
                      <a:pt x="1235075" y="641350"/>
                    </a:lnTo>
                    <a:lnTo>
                      <a:pt x="1174750" y="692150"/>
                    </a:lnTo>
                    <a:lnTo>
                      <a:pt x="1143000" y="739775"/>
                    </a:lnTo>
                    <a:lnTo>
                      <a:pt x="1149350" y="771525"/>
                    </a:lnTo>
                    <a:lnTo>
                      <a:pt x="1095375" y="815975"/>
                    </a:lnTo>
                    <a:lnTo>
                      <a:pt x="1104900" y="854075"/>
                    </a:lnTo>
                    <a:lnTo>
                      <a:pt x="1025525" y="920750"/>
                    </a:lnTo>
                    <a:lnTo>
                      <a:pt x="1019175" y="952500"/>
                    </a:lnTo>
                    <a:lnTo>
                      <a:pt x="952500" y="996950"/>
                    </a:lnTo>
                    <a:lnTo>
                      <a:pt x="927100" y="1006475"/>
                    </a:lnTo>
                    <a:lnTo>
                      <a:pt x="923925" y="1041400"/>
                    </a:lnTo>
                    <a:lnTo>
                      <a:pt x="949325" y="1047750"/>
                    </a:lnTo>
                    <a:lnTo>
                      <a:pt x="962025" y="1054100"/>
                    </a:lnTo>
                    <a:lnTo>
                      <a:pt x="965200" y="1089025"/>
                    </a:lnTo>
                    <a:lnTo>
                      <a:pt x="952500" y="1108075"/>
                    </a:lnTo>
                    <a:lnTo>
                      <a:pt x="920750" y="1111250"/>
                    </a:lnTo>
                    <a:lnTo>
                      <a:pt x="866775" y="1111250"/>
                    </a:lnTo>
                    <a:lnTo>
                      <a:pt x="790575" y="1162050"/>
                    </a:lnTo>
                    <a:lnTo>
                      <a:pt x="835025" y="1177925"/>
                    </a:lnTo>
                    <a:lnTo>
                      <a:pt x="866775" y="1149350"/>
                    </a:lnTo>
                    <a:lnTo>
                      <a:pt x="927100" y="1149350"/>
                    </a:lnTo>
                    <a:lnTo>
                      <a:pt x="952500" y="1171575"/>
                    </a:lnTo>
                    <a:lnTo>
                      <a:pt x="996950" y="1212850"/>
                    </a:lnTo>
                    <a:lnTo>
                      <a:pt x="1050925" y="1250950"/>
                    </a:lnTo>
                    <a:lnTo>
                      <a:pt x="1041400" y="1266825"/>
                    </a:lnTo>
                    <a:lnTo>
                      <a:pt x="1060450" y="1270000"/>
                    </a:lnTo>
                    <a:lnTo>
                      <a:pt x="1060382" y="1272597"/>
                    </a:lnTo>
                    <a:lnTo>
                      <a:pt x="1059776" y="1271520"/>
                    </a:lnTo>
                    <a:lnTo>
                      <a:pt x="996227" y="1324478"/>
                    </a:lnTo>
                    <a:lnTo>
                      <a:pt x="989166" y="1373905"/>
                    </a:lnTo>
                    <a:lnTo>
                      <a:pt x="975044" y="1430393"/>
                    </a:lnTo>
                    <a:lnTo>
                      <a:pt x="855007" y="1508064"/>
                    </a:lnTo>
                    <a:lnTo>
                      <a:pt x="692604" y="1561021"/>
                    </a:lnTo>
                    <a:lnTo>
                      <a:pt x="643177" y="1617509"/>
                    </a:lnTo>
                    <a:lnTo>
                      <a:pt x="625524" y="1628101"/>
                    </a:lnTo>
                    <a:lnTo>
                      <a:pt x="636116" y="1649284"/>
                    </a:lnTo>
                    <a:lnTo>
                      <a:pt x="632834" y="1650743"/>
                    </a:lnTo>
                    <a:lnTo>
                      <a:pt x="612775" y="1622425"/>
                    </a:lnTo>
                    <a:lnTo>
                      <a:pt x="571500" y="1625600"/>
                    </a:lnTo>
                    <a:lnTo>
                      <a:pt x="533400" y="1647825"/>
                    </a:lnTo>
                    <a:lnTo>
                      <a:pt x="495300" y="1654175"/>
                    </a:lnTo>
                    <a:lnTo>
                      <a:pt x="469900" y="1638300"/>
                    </a:lnTo>
                    <a:lnTo>
                      <a:pt x="441325" y="1603375"/>
                    </a:lnTo>
                    <a:lnTo>
                      <a:pt x="438150" y="1666875"/>
                    </a:lnTo>
                    <a:lnTo>
                      <a:pt x="387350" y="1666875"/>
                    </a:lnTo>
                    <a:lnTo>
                      <a:pt x="304800" y="1577975"/>
                    </a:lnTo>
                    <a:lnTo>
                      <a:pt x="304800" y="1651000"/>
                    </a:lnTo>
                    <a:lnTo>
                      <a:pt x="266700" y="1666875"/>
                    </a:lnTo>
                    <a:lnTo>
                      <a:pt x="266700" y="1616075"/>
                    </a:lnTo>
                    <a:lnTo>
                      <a:pt x="225425" y="1543050"/>
                    </a:lnTo>
                    <a:lnTo>
                      <a:pt x="244475" y="1473200"/>
                    </a:lnTo>
                    <a:lnTo>
                      <a:pt x="263525" y="1476375"/>
                    </a:lnTo>
                    <a:lnTo>
                      <a:pt x="263525" y="1454150"/>
                    </a:lnTo>
                    <a:lnTo>
                      <a:pt x="346075" y="1390650"/>
                    </a:lnTo>
                    <a:lnTo>
                      <a:pt x="355600" y="1355725"/>
                    </a:lnTo>
                    <a:lnTo>
                      <a:pt x="400050" y="1314450"/>
                    </a:lnTo>
                    <a:lnTo>
                      <a:pt x="406400" y="1273175"/>
                    </a:lnTo>
                    <a:lnTo>
                      <a:pt x="330200" y="1196975"/>
                    </a:lnTo>
                    <a:lnTo>
                      <a:pt x="330200" y="1330325"/>
                    </a:lnTo>
                    <a:lnTo>
                      <a:pt x="292100" y="1330325"/>
                    </a:lnTo>
                    <a:lnTo>
                      <a:pt x="247650" y="1308100"/>
                    </a:lnTo>
                    <a:lnTo>
                      <a:pt x="231775" y="1263650"/>
                    </a:lnTo>
                    <a:lnTo>
                      <a:pt x="209550" y="1298575"/>
                    </a:lnTo>
                    <a:lnTo>
                      <a:pt x="215900" y="1327150"/>
                    </a:lnTo>
                    <a:lnTo>
                      <a:pt x="180975" y="1349375"/>
                    </a:lnTo>
                    <a:lnTo>
                      <a:pt x="127000" y="1352550"/>
                    </a:lnTo>
                    <a:lnTo>
                      <a:pt x="123825" y="1295400"/>
                    </a:lnTo>
                    <a:lnTo>
                      <a:pt x="158750" y="1270000"/>
                    </a:lnTo>
                    <a:lnTo>
                      <a:pt x="180975" y="1190625"/>
                    </a:lnTo>
                    <a:lnTo>
                      <a:pt x="203200" y="1162050"/>
                    </a:lnTo>
                    <a:lnTo>
                      <a:pt x="187325" y="1114425"/>
                    </a:lnTo>
                    <a:lnTo>
                      <a:pt x="215900" y="1101725"/>
                    </a:lnTo>
                    <a:lnTo>
                      <a:pt x="219075" y="1047750"/>
                    </a:lnTo>
                    <a:lnTo>
                      <a:pt x="130175" y="1133475"/>
                    </a:lnTo>
                    <a:lnTo>
                      <a:pt x="130175" y="1165225"/>
                    </a:lnTo>
                    <a:lnTo>
                      <a:pt x="117475" y="1187450"/>
                    </a:lnTo>
                    <a:lnTo>
                      <a:pt x="82550" y="1187450"/>
                    </a:lnTo>
                    <a:lnTo>
                      <a:pt x="44450" y="1222375"/>
                    </a:lnTo>
                    <a:lnTo>
                      <a:pt x="31750" y="1190625"/>
                    </a:lnTo>
                    <a:lnTo>
                      <a:pt x="28575" y="1152525"/>
                    </a:lnTo>
                    <a:lnTo>
                      <a:pt x="0" y="1181100"/>
                    </a:lnTo>
                    <a:lnTo>
                      <a:pt x="0" y="1117600"/>
                    </a:lnTo>
                    <a:lnTo>
                      <a:pt x="19050" y="1092200"/>
                    </a:lnTo>
                    <a:lnTo>
                      <a:pt x="15875" y="1069975"/>
                    </a:lnTo>
                    <a:lnTo>
                      <a:pt x="44450" y="1054100"/>
                    </a:lnTo>
                    <a:lnTo>
                      <a:pt x="82550" y="1060450"/>
                    </a:lnTo>
                    <a:lnTo>
                      <a:pt x="101600" y="1044575"/>
                    </a:lnTo>
                    <a:lnTo>
                      <a:pt x="142875" y="1054100"/>
                    </a:lnTo>
                    <a:lnTo>
                      <a:pt x="142875" y="1035050"/>
                    </a:lnTo>
                    <a:lnTo>
                      <a:pt x="168275" y="990600"/>
                    </a:lnTo>
                    <a:lnTo>
                      <a:pt x="219075" y="987425"/>
                    </a:lnTo>
                    <a:lnTo>
                      <a:pt x="250825" y="990600"/>
                    </a:lnTo>
                    <a:lnTo>
                      <a:pt x="254000" y="933450"/>
                    </a:lnTo>
                    <a:lnTo>
                      <a:pt x="206375" y="917575"/>
                    </a:lnTo>
                    <a:lnTo>
                      <a:pt x="136525" y="936625"/>
                    </a:lnTo>
                    <a:lnTo>
                      <a:pt x="101600" y="914400"/>
                    </a:lnTo>
                    <a:lnTo>
                      <a:pt x="73025" y="873125"/>
                    </a:lnTo>
                    <a:lnTo>
                      <a:pt x="123825" y="873125"/>
                    </a:lnTo>
                    <a:lnTo>
                      <a:pt x="149225" y="841375"/>
                    </a:lnTo>
                    <a:lnTo>
                      <a:pt x="114300" y="796925"/>
                    </a:lnTo>
                    <a:lnTo>
                      <a:pt x="117475" y="762000"/>
                    </a:lnTo>
                    <a:lnTo>
                      <a:pt x="155575" y="758825"/>
                    </a:lnTo>
                    <a:lnTo>
                      <a:pt x="152400" y="714375"/>
                    </a:lnTo>
                    <a:lnTo>
                      <a:pt x="212725" y="717550"/>
                    </a:lnTo>
                    <a:lnTo>
                      <a:pt x="234950" y="717550"/>
                    </a:lnTo>
                    <a:lnTo>
                      <a:pt x="244475" y="711200"/>
                    </a:lnTo>
                    <a:lnTo>
                      <a:pt x="250825" y="708025"/>
                    </a:lnTo>
                    <a:lnTo>
                      <a:pt x="238125" y="685800"/>
                    </a:lnTo>
                    <a:lnTo>
                      <a:pt x="266700" y="647700"/>
                    </a:lnTo>
                    <a:lnTo>
                      <a:pt x="225425" y="612775"/>
                    </a:lnTo>
                    <a:lnTo>
                      <a:pt x="250825" y="574675"/>
                    </a:lnTo>
                    <a:lnTo>
                      <a:pt x="184150" y="558800"/>
                    </a:lnTo>
                    <a:lnTo>
                      <a:pt x="165100" y="466725"/>
                    </a:lnTo>
                    <a:lnTo>
                      <a:pt x="120650" y="476250"/>
                    </a:lnTo>
                    <a:lnTo>
                      <a:pt x="114300" y="384175"/>
                    </a:lnTo>
                    <a:lnTo>
                      <a:pt x="146050" y="371475"/>
                    </a:lnTo>
                    <a:lnTo>
                      <a:pt x="174625" y="358775"/>
                    </a:lnTo>
                    <a:lnTo>
                      <a:pt x="203200" y="381000"/>
                    </a:lnTo>
                    <a:lnTo>
                      <a:pt x="209550" y="323850"/>
                    </a:lnTo>
                    <a:lnTo>
                      <a:pt x="241300" y="317500"/>
                    </a:lnTo>
                    <a:lnTo>
                      <a:pt x="285750" y="358775"/>
                    </a:lnTo>
                    <a:lnTo>
                      <a:pt x="266700" y="488950"/>
                    </a:lnTo>
                    <a:lnTo>
                      <a:pt x="298450" y="520700"/>
                    </a:lnTo>
                    <a:lnTo>
                      <a:pt x="346075" y="517525"/>
                    </a:lnTo>
                    <a:lnTo>
                      <a:pt x="314325" y="504825"/>
                    </a:lnTo>
                    <a:cubicBezTo>
                      <a:pt x="315383" y="467783"/>
                      <a:pt x="316442" y="430742"/>
                      <a:pt x="317500" y="393700"/>
                    </a:cubicBezTo>
                    <a:lnTo>
                      <a:pt x="342900" y="403225"/>
                    </a:lnTo>
                    <a:cubicBezTo>
                      <a:pt x="341842" y="364067"/>
                      <a:pt x="340783" y="324908"/>
                      <a:pt x="339725" y="285750"/>
                    </a:cubicBezTo>
                    <a:lnTo>
                      <a:pt x="412750" y="269875"/>
                    </a:lnTo>
                    <a:lnTo>
                      <a:pt x="447675" y="282575"/>
                    </a:lnTo>
                    <a:lnTo>
                      <a:pt x="488950" y="279400"/>
                    </a:lnTo>
                    <a:lnTo>
                      <a:pt x="454025" y="231775"/>
                    </a:lnTo>
                    <a:lnTo>
                      <a:pt x="476250" y="206375"/>
                    </a:lnTo>
                    <a:lnTo>
                      <a:pt x="488950" y="206375"/>
                    </a:lnTo>
                    <a:lnTo>
                      <a:pt x="495300" y="196850"/>
                    </a:lnTo>
                    <a:lnTo>
                      <a:pt x="482600" y="168275"/>
                    </a:lnTo>
                    <a:lnTo>
                      <a:pt x="495300" y="139700"/>
                    </a:lnTo>
                    <a:lnTo>
                      <a:pt x="546100" y="136525"/>
                    </a:lnTo>
                    <a:lnTo>
                      <a:pt x="546100" y="95250"/>
                    </a:lnTo>
                    <a:lnTo>
                      <a:pt x="574675" y="79375"/>
                    </a:lnTo>
                    <a:lnTo>
                      <a:pt x="568325" y="44450"/>
                    </a:lnTo>
                    <a:close/>
                  </a:path>
                </a:pathLst>
              </a:custGeom>
              <a:solidFill>
                <a:schemeClr val="bg1">
                  <a:alpha val="60000"/>
                </a:schemeClr>
              </a:solidFill>
              <a:ln w="1270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90000" rIns="91440" bIns="9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Aft>
                    <a:spcPts val="600"/>
                  </a:spcAft>
                </a:pPr>
                <a:endParaRPr lang="en-US" sz="14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1" name="Freihandform: Form 10">
                <a:extLst>
                  <a:ext uri="{FF2B5EF4-FFF2-40B4-BE49-F238E27FC236}">
                    <a16:creationId xmlns:a16="http://schemas.microsoft.com/office/drawing/2014/main" id="{4559C727-8294-4BF4-86F4-1F75D367B6D7}"/>
                  </a:ext>
                </a:extLst>
              </p:cNvPr>
              <p:cNvSpPr/>
              <p:nvPr/>
            </p:nvSpPr>
            <p:spPr>
              <a:xfrm>
                <a:off x="1749166" y="2197157"/>
                <a:ext cx="99409" cy="92308"/>
              </a:xfrm>
              <a:custGeom>
                <a:avLst/>
                <a:gdLst>
                  <a:gd name="connsiteX0" fmla="*/ 164306 w 166688"/>
                  <a:gd name="connsiteY0" fmla="*/ 0 h 154781"/>
                  <a:gd name="connsiteX1" fmla="*/ 104775 w 166688"/>
                  <a:gd name="connsiteY1" fmla="*/ 0 h 154781"/>
                  <a:gd name="connsiteX2" fmla="*/ 21431 w 166688"/>
                  <a:gd name="connsiteY2" fmla="*/ 73819 h 154781"/>
                  <a:gd name="connsiteX3" fmla="*/ 21431 w 166688"/>
                  <a:gd name="connsiteY3" fmla="*/ 104775 h 154781"/>
                  <a:gd name="connsiteX4" fmla="*/ 0 w 166688"/>
                  <a:gd name="connsiteY4" fmla="*/ 128587 h 154781"/>
                  <a:gd name="connsiteX5" fmla="*/ 21431 w 166688"/>
                  <a:gd name="connsiteY5" fmla="*/ 152400 h 154781"/>
                  <a:gd name="connsiteX6" fmla="*/ 73819 w 166688"/>
                  <a:gd name="connsiteY6" fmla="*/ 154781 h 154781"/>
                  <a:gd name="connsiteX7" fmla="*/ 166688 w 166688"/>
                  <a:gd name="connsiteY7" fmla="*/ 61912 h 154781"/>
                  <a:gd name="connsiteX8" fmla="*/ 164306 w 166688"/>
                  <a:gd name="connsiteY8" fmla="*/ 0 h 1547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6688" h="154781">
                    <a:moveTo>
                      <a:pt x="164306" y="0"/>
                    </a:moveTo>
                    <a:lnTo>
                      <a:pt x="104775" y="0"/>
                    </a:lnTo>
                    <a:lnTo>
                      <a:pt x="21431" y="73819"/>
                    </a:lnTo>
                    <a:lnTo>
                      <a:pt x="21431" y="104775"/>
                    </a:lnTo>
                    <a:lnTo>
                      <a:pt x="0" y="128587"/>
                    </a:lnTo>
                    <a:lnTo>
                      <a:pt x="21431" y="152400"/>
                    </a:lnTo>
                    <a:lnTo>
                      <a:pt x="73819" y="154781"/>
                    </a:lnTo>
                    <a:lnTo>
                      <a:pt x="166688" y="61912"/>
                    </a:lnTo>
                    <a:lnTo>
                      <a:pt x="164306" y="0"/>
                    </a:lnTo>
                    <a:close/>
                  </a:path>
                </a:pathLst>
              </a:custGeom>
              <a:solidFill>
                <a:schemeClr val="bg1">
                  <a:alpha val="60000"/>
                </a:schemeClr>
              </a:solidFill>
              <a:ln w="1270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90000" rIns="91440" bIns="9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Aft>
                    <a:spcPts val="600"/>
                  </a:spcAft>
                </a:pPr>
                <a:endParaRPr lang="en-US" sz="14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2" name="Freihandform: Form 11">
                <a:extLst>
                  <a:ext uri="{FF2B5EF4-FFF2-40B4-BE49-F238E27FC236}">
                    <a16:creationId xmlns:a16="http://schemas.microsoft.com/office/drawing/2014/main" id="{74A2C55A-E28C-454A-AC91-04C9A36467F1}"/>
                  </a:ext>
                </a:extLst>
              </p:cNvPr>
              <p:cNvSpPr/>
              <p:nvPr/>
            </p:nvSpPr>
            <p:spPr>
              <a:xfrm>
                <a:off x="1682894" y="1488512"/>
                <a:ext cx="49231" cy="51125"/>
              </a:xfrm>
              <a:custGeom>
                <a:avLst/>
                <a:gdLst>
                  <a:gd name="connsiteX0" fmla="*/ 41275 w 107950"/>
                  <a:gd name="connsiteY0" fmla="*/ 85725 h 88900"/>
                  <a:gd name="connsiteX1" fmla="*/ 0 w 107950"/>
                  <a:gd name="connsiteY1" fmla="*/ 28575 h 88900"/>
                  <a:gd name="connsiteX2" fmla="*/ 28575 w 107950"/>
                  <a:gd name="connsiteY2" fmla="*/ 0 h 88900"/>
                  <a:gd name="connsiteX3" fmla="*/ 66675 w 107950"/>
                  <a:gd name="connsiteY3" fmla="*/ 9525 h 88900"/>
                  <a:gd name="connsiteX4" fmla="*/ 79375 w 107950"/>
                  <a:gd name="connsiteY4" fmla="*/ 15875 h 88900"/>
                  <a:gd name="connsiteX5" fmla="*/ 73025 w 107950"/>
                  <a:gd name="connsiteY5" fmla="*/ 47625 h 88900"/>
                  <a:gd name="connsiteX6" fmla="*/ 107950 w 107950"/>
                  <a:gd name="connsiteY6" fmla="*/ 88900 h 88900"/>
                  <a:gd name="connsiteX7" fmla="*/ 41275 w 107950"/>
                  <a:gd name="connsiteY7" fmla="*/ 85725 h 88900"/>
                  <a:gd name="connsiteX0" fmla="*/ 41275 w 82550"/>
                  <a:gd name="connsiteY0" fmla="*/ 85725 h 85725"/>
                  <a:gd name="connsiteX1" fmla="*/ 0 w 82550"/>
                  <a:gd name="connsiteY1" fmla="*/ 28575 h 85725"/>
                  <a:gd name="connsiteX2" fmla="*/ 28575 w 82550"/>
                  <a:gd name="connsiteY2" fmla="*/ 0 h 85725"/>
                  <a:gd name="connsiteX3" fmla="*/ 66675 w 82550"/>
                  <a:gd name="connsiteY3" fmla="*/ 9525 h 85725"/>
                  <a:gd name="connsiteX4" fmla="*/ 79375 w 82550"/>
                  <a:gd name="connsiteY4" fmla="*/ 15875 h 85725"/>
                  <a:gd name="connsiteX5" fmla="*/ 73025 w 82550"/>
                  <a:gd name="connsiteY5" fmla="*/ 47625 h 85725"/>
                  <a:gd name="connsiteX6" fmla="*/ 82550 w 82550"/>
                  <a:gd name="connsiteY6" fmla="*/ 63500 h 85725"/>
                  <a:gd name="connsiteX7" fmla="*/ 41275 w 82550"/>
                  <a:gd name="connsiteY7" fmla="*/ 85725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2550" h="85725">
                    <a:moveTo>
                      <a:pt x="41275" y="85725"/>
                    </a:moveTo>
                    <a:lnTo>
                      <a:pt x="0" y="28575"/>
                    </a:lnTo>
                    <a:lnTo>
                      <a:pt x="28575" y="0"/>
                    </a:lnTo>
                    <a:lnTo>
                      <a:pt x="66675" y="9525"/>
                    </a:lnTo>
                    <a:lnTo>
                      <a:pt x="79375" y="15875"/>
                    </a:lnTo>
                    <a:lnTo>
                      <a:pt x="73025" y="47625"/>
                    </a:lnTo>
                    <a:lnTo>
                      <a:pt x="82550" y="63500"/>
                    </a:lnTo>
                    <a:lnTo>
                      <a:pt x="41275" y="85725"/>
                    </a:lnTo>
                    <a:close/>
                  </a:path>
                </a:pathLst>
              </a:custGeom>
              <a:solidFill>
                <a:schemeClr val="bg1">
                  <a:alpha val="60000"/>
                </a:schemeClr>
              </a:solidFill>
              <a:ln w="1270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90000" rIns="91440" bIns="9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Aft>
                    <a:spcPts val="600"/>
                  </a:spcAft>
                </a:pPr>
                <a:endParaRPr lang="en-US" sz="14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3" name="Freihandform: Form 12">
                <a:extLst>
                  <a:ext uri="{FF2B5EF4-FFF2-40B4-BE49-F238E27FC236}">
                    <a16:creationId xmlns:a16="http://schemas.microsoft.com/office/drawing/2014/main" id="{D5F33FEB-DA37-476A-88F6-4E8BF4D7168B}"/>
                  </a:ext>
                </a:extLst>
              </p:cNvPr>
              <p:cNvSpPr/>
              <p:nvPr/>
            </p:nvSpPr>
            <p:spPr>
              <a:xfrm>
                <a:off x="1574964" y="1581295"/>
                <a:ext cx="111717" cy="56805"/>
              </a:xfrm>
              <a:custGeom>
                <a:avLst/>
                <a:gdLst>
                  <a:gd name="connsiteX0" fmla="*/ 187325 w 187325"/>
                  <a:gd name="connsiteY0" fmla="*/ 0 h 95250"/>
                  <a:gd name="connsiteX1" fmla="*/ 123825 w 187325"/>
                  <a:gd name="connsiteY1" fmla="*/ 3175 h 95250"/>
                  <a:gd name="connsiteX2" fmla="*/ 69850 w 187325"/>
                  <a:gd name="connsiteY2" fmla="*/ 50800 h 95250"/>
                  <a:gd name="connsiteX3" fmla="*/ 22225 w 187325"/>
                  <a:gd name="connsiteY3" fmla="*/ 50800 h 95250"/>
                  <a:gd name="connsiteX4" fmla="*/ 0 w 187325"/>
                  <a:gd name="connsiteY4" fmla="*/ 88900 h 95250"/>
                  <a:gd name="connsiteX5" fmla="*/ 41275 w 187325"/>
                  <a:gd name="connsiteY5" fmla="*/ 95250 h 95250"/>
                  <a:gd name="connsiteX6" fmla="*/ 133350 w 187325"/>
                  <a:gd name="connsiteY6" fmla="*/ 60325 h 95250"/>
                  <a:gd name="connsiteX7" fmla="*/ 187325 w 187325"/>
                  <a:gd name="connsiteY7" fmla="*/ 0 h 95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7325" h="95250">
                    <a:moveTo>
                      <a:pt x="187325" y="0"/>
                    </a:moveTo>
                    <a:lnTo>
                      <a:pt x="123825" y="3175"/>
                    </a:lnTo>
                    <a:lnTo>
                      <a:pt x="69850" y="50800"/>
                    </a:lnTo>
                    <a:lnTo>
                      <a:pt x="22225" y="50800"/>
                    </a:lnTo>
                    <a:lnTo>
                      <a:pt x="0" y="88900"/>
                    </a:lnTo>
                    <a:lnTo>
                      <a:pt x="41275" y="95250"/>
                    </a:lnTo>
                    <a:lnTo>
                      <a:pt x="133350" y="60325"/>
                    </a:lnTo>
                    <a:lnTo>
                      <a:pt x="187325" y="0"/>
                    </a:lnTo>
                    <a:close/>
                  </a:path>
                </a:pathLst>
              </a:custGeom>
              <a:solidFill>
                <a:schemeClr val="bg1">
                  <a:alpha val="60000"/>
                </a:schemeClr>
              </a:solidFill>
              <a:ln w="1270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90000" rIns="91440" bIns="9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Aft>
                    <a:spcPts val="600"/>
                  </a:spcAft>
                </a:pPr>
                <a:endParaRPr lang="en-US" sz="14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4" name="Freihandform: Form 13">
                <a:extLst>
                  <a:ext uri="{FF2B5EF4-FFF2-40B4-BE49-F238E27FC236}">
                    <a16:creationId xmlns:a16="http://schemas.microsoft.com/office/drawing/2014/main" id="{10D06723-AEA7-4B47-B5E6-94AD086E09F5}"/>
                  </a:ext>
                </a:extLst>
              </p:cNvPr>
              <p:cNvSpPr/>
              <p:nvPr/>
            </p:nvSpPr>
            <p:spPr>
              <a:xfrm>
                <a:off x="1540881" y="1310524"/>
                <a:ext cx="111717" cy="193137"/>
              </a:xfrm>
              <a:custGeom>
                <a:avLst/>
                <a:gdLst>
                  <a:gd name="connsiteX0" fmla="*/ 180975 w 187325"/>
                  <a:gd name="connsiteY0" fmla="*/ 0 h 323850"/>
                  <a:gd name="connsiteX1" fmla="*/ 180975 w 187325"/>
                  <a:gd name="connsiteY1" fmla="*/ 0 h 323850"/>
                  <a:gd name="connsiteX2" fmla="*/ 88900 w 187325"/>
                  <a:gd name="connsiteY2" fmla="*/ 22225 h 323850"/>
                  <a:gd name="connsiteX3" fmla="*/ 63500 w 187325"/>
                  <a:gd name="connsiteY3" fmla="*/ 47625 h 323850"/>
                  <a:gd name="connsiteX4" fmla="*/ 111125 w 187325"/>
                  <a:gd name="connsiteY4" fmla="*/ 82550 h 323850"/>
                  <a:gd name="connsiteX5" fmla="*/ 104775 w 187325"/>
                  <a:gd name="connsiteY5" fmla="*/ 88900 h 323850"/>
                  <a:gd name="connsiteX6" fmla="*/ 82550 w 187325"/>
                  <a:gd name="connsiteY6" fmla="*/ 88900 h 323850"/>
                  <a:gd name="connsiteX7" fmla="*/ 95250 w 187325"/>
                  <a:gd name="connsiteY7" fmla="*/ 136525 h 323850"/>
                  <a:gd name="connsiteX8" fmla="*/ 50800 w 187325"/>
                  <a:gd name="connsiteY8" fmla="*/ 165100 h 323850"/>
                  <a:gd name="connsiteX9" fmla="*/ 53975 w 187325"/>
                  <a:gd name="connsiteY9" fmla="*/ 257175 h 323850"/>
                  <a:gd name="connsiteX10" fmla="*/ 38100 w 187325"/>
                  <a:gd name="connsiteY10" fmla="*/ 254000 h 323850"/>
                  <a:gd name="connsiteX11" fmla="*/ 0 w 187325"/>
                  <a:gd name="connsiteY11" fmla="*/ 298450 h 323850"/>
                  <a:gd name="connsiteX12" fmla="*/ 22225 w 187325"/>
                  <a:gd name="connsiteY12" fmla="*/ 323850 h 323850"/>
                  <a:gd name="connsiteX13" fmla="*/ 66675 w 187325"/>
                  <a:gd name="connsiteY13" fmla="*/ 295275 h 323850"/>
                  <a:gd name="connsiteX14" fmla="*/ 69850 w 187325"/>
                  <a:gd name="connsiteY14" fmla="*/ 266700 h 323850"/>
                  <a:gd name="connsiteX15" fmla="*/ 107950 w 187325"/>
                  <a:gd name="connsiteY15" fmla="*/ 254000 h 323850"/>
                  <a:gd name="connsiteX16" fmla="*/ 107950 w 187325"/>
                  <a:gd name="connsiteY16" fmla="*/ 215900 h 323850"/>
                  <a:gd name="connsiteX17" fmla="*/ 130175 w 187325"/>
                  <a:gd name="connsiteY17" fmla="*/ 200025 h 323850"/>
                  <a:gd name="connsiteX18" fmla="*/ 142875 w 187325"/>
                  <a:gd name="connsiteY18" fmla="*/ 161925 h 323850"/>
                  <a:gd name="connsiteX19" fmla="*/ 120650 w 187325"/>
                  <a:gd name="connsiteY19" fmla="*/ 149225 h 323850"/>
                  <a:gd name="connsiteX20" fmla="*/ 130175 w 187325"/>
                  <a:gd name="connsiteY20" fmla="*/ 139700 h 323850"/>
                  <a:gd name="connsiteX21" fmla="*/ 158750 w 187325"/>
                  <a:gd name="connsiteY21" fmla="*/ 139700 h 323850"/>
                  <a:gd name="connsiteX22" fmla="*/ 165100 w 187325"/>
                  <a:gd name="connsiteY22" fmla="*/ 149225 h 323850"/>
                  <a:gd name="connsiteX23" fmla="*/ 155575 w 187325"/>
                  <a:gd name="connsiteY23" fmla="*/ 92075 h 323850"/>
                  <a:gd name="connsiteX24" fmla="*/ 187325 w 187325"/>
                  <a:gd name="connsiteY24" fmla="*/ 66675 h 323850"/>
                  <a:gd name="connsiteX25" fmla="*/ 180975 w 187325"/>
                  <a:gd name="connsiteY25" fmla="*/ 0 h 323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87325" h="323850">
                    <a:moveTo>
                      <a:pt x="180975" y="0"/>
                    </a:moveTo>
                    <a:lnTo>
                      <a:pt x="180975" y="0"/>
                    </a:lnTo>
                    <a:lnTo>
                      <a:pt x="88900" y="22225"/>
                    </a:lnTo>
                    <a:lnTo>
                      <a:pt x="63500" y="47625"/>
                    </a:lnTo>
                    <a:lnTo>
                      <a:pt x="111125" y="82550"/>
                    </a:lnTo>
                    <a:lnTo>
                      <a:pt x="104775" y="88900"/>
                    </a:lnTo>
                    <a:lnTo>
                      <a:pt x="82550" y="88900"/>
                    </a:lnTo>
                    <a:lnTo>
                      <a:pt x="95250" y="136525"/>
                    </a:lnTo>
                    <a:lnTo>
                      <a:pt x="50800" y="165100"/>
                    </a:lnTo>
                    <a:lnTo>
                      <a:pt x="53975" y="257175"/>
                    </a:lnTo>
                    <a:lnTo>
                      <a:pt x="38100" y="254000"/>
                    </a:lnTo>
                    <a:lnTo>
                      <a:pt x="0" y="298450"/>
                    </a:lnTo>
                    <a:lnTo>
                      <a:pt x="22225" y="323850"/>
                    </a:lnTo>
                    <a:lnTo>
                      <a:pt x="66675" y="295275"/>
                    </a:lnTo>
                    <a:lnTo>
                      <a:pt x="69850" y="266700"/>
                    </a:lnTo>
                    <a:lnTo>
                      <a:pt x="107950" y="254000"/>
                    </a:lnTo>
                    <a:lnTo>
                      <a:pt x="107950" y="215900"/>
                    </a:lnTo>
                    <a:lnTo>
                      <a:pt x="130175" y="200025"/>
                    </a:lnTo>
                    <a:lnTo>
                      <a:pt x="142875" y="161925"/>
                    </a:lnTo>
                    <a:lnTo>
                      <a:pt x="120650" y="149225"/>
                    </a:lnTo>
                    <a:lnTo>
                      <a:pt x="130175" y="139700"/>
                    </a:lnTo>
                    <a:lnTo>
                      <a:pt x="158750" y="139700"/>
                    </a:lnTo>
                    <a:lnTo>
                      <a:pt x="165100" y="149225"/>
                    </a:lnTo>
                    <a:lnTo>
                      <a:pt x="155575" y="92075"/>
                    </a:lnTo>
                    <a:lnTo>
                      <a:pt x="187325" y="66675"/>
                    </a:lnTo>
                    <a:lnTo>
                      <a:pt x="180975" y="0"/>
                    </a:lnTo>
                    <a:close/>
                  </a:path>
                </a:pathLst>
              </a:custGeom>
              <a:solidFill>
                <a:schemeClr val="bg1">
                  <a:alpha val="60000"/>
                </a:schemeClr>
              </a:solidFill>
              <a:ln w="1270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90000" rIns="91440" bIns="9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Aft>
                    <a:spcPts val="600"/>
                  </a:spcAft>
                </a:pPr>
                <a:endParaRPr lang="en-US" sz="14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5" name="Freihandform: Form 14">
                <a:extLst>
                  <a:ext uri="{FF2B5EF4-FFF2-40B4-BE49-F238E27FC236}">
                    <a16:creationId xmlns:a16="http://schemas.microsoft.com/office/drawing/2014/main" id="{EF6EBBBD-CC92-412F-BAD1-70867BE6A57C}"/>
                  </a:ext>
                </a:extLst>
              </p:cNvPr>
              <p:cNvSpPr/>
              <p:nvPr/>
            </p:nvSpPr>
            <p:spPr>
              <a:xfrm>
                <a:off x="1658278" y="1145789"/>
                <a:ext cx="162841" cy="176096"/>
              </a:xfrm>
              <a:custGeom>
                <a:avLst/>
                <a:gdLst>
                  <a:gd name="connsiteX0" fmla="*/ 266700 w 273050"/>
                  <a:gd name="connsiteY0" fmla="*/ 0 h 295275"/>
                  <a:gd name="connsiteX1" fmla="*/ 158750 w 273050"/>
                  <a:gd name="connsiteY1" fmla="*/ 38100 h 295275"/>
                  <a:gd name="connsiteX2" fmla="*/ 95250 w 273050"/>
                  <a:gd name="connsiteY2" fmla="*/ 50800 h 295275"/>
                  <a:gd name="connsiteX3" fmla="*/ 101600 w 273050"/>
                  <a:gd name="connsiteY3" fmla="*/ 95250 h 295275"/>
                  <a:gd name="connsiteX4" fmla="*/ 66675 w 273050"/>
                  <a:gd name="connsiteY4" fmla="*/ 69850 h 295275"/>
                  <a:gd name="connsiteX5" fmla="*/ 12700 w 273050"/>
                  <a:gd name="connsiteY5" fmla="*/ 82550 h 295275"/>
                  <a:gd name="connsiteX6" fmla="*/ 22225 w 273050"/>
                  <a:gd name="connsiteY6" fmla="*/ 168275 h 295275"/>
                  <a:gd name="connsiteX7" fmla="*/ 3175 w 273050"/>
                  <a:gd name="connsiteY7" fmla="*/ 193675 h 295275"/>
                  <a:gd name="connsiteX8" fmla="*/ 34925 w 273050"/>
                  <a:gd name="connsiteY8" fmla="*/ 219075 h 295275"/>
                  <a:gd name="connsiteX9" fmla="*/ 0 w 273050"/>
                  <a:gd name="connsiteY9" fmla="*/ 263525 h 295275"/>
                  <a:gd name="connsiteX10" fmla="*/ 22225 w 273050"/>
                  <a:gd name="connsiteY10" fmla="*/ 295275 h 295275"/>
                  <a:gd name="connsiteX11" fmla="*/ 111125 w 273050"/>
                  <a:gd name="connsiteY11" fmla="*/ 250825 h 295275"/>
                  <a:gd name="connsiteX12" fmla="*/ 158750 w 273050"/>
                  <a:gd name="connsiteY12" fmla="*/ 238125 h 295275"/>
                  <a:gd name="connsiteX13" fmla="*/ 190500 w 273050"/>
                  <a:gd name="connsiteY13" fmla="*/ 200025 h 295275"/>
                  <a:gd name="connsiteX14" fmla="*/ 203200 w 273050"/>
                  <a:gd name="connsiteY14" fmla="*/ 146050 h 295275"/>
                  <a:gd name="connsiteX15" fmla="*/ 250825 w 273050"/>
                  <a:gd name="connsiteY15" fmla="*/ 146050 h 295275"/>
                  <a:gd name="connsiteX16" fmla="*/ 254000 w 273050"/>
                  <a:gd name="connsiteY16" fmla="*/ 117475 h 295275"/>
                  <a:gd name="connsiteX17" fmla="*/ 250825 w 273050"/>
                  <a:gd name="connsiteY17" fmla="*/ 98425 h 295275"/>
                  <a:gd name="connsiteX18" fmla="*/ 273050 w 273050"/>
                  <a:gd name="connsiteY18" fmla="*/ 85725 h 295275"/>
                  <a:gd name="connsiteX19" fmla="*/ 266700 w 273050"/>
                  <a:gd name="connsiteY19" fmla="*/ 0 h 295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73050" h="295275">
                    <a:moveTo>
                      <a:pt x="266700" y="0"/>
                    </a:moveTo>
                    <a:lnTo>
                      <a:pt x="158750" y="38100"/>
                    </a:lnTo>
                    <a:lnTo>
                      <a:pt x="95250" y="50800"/>
                    </a:lnTo>
                    <a:lnTo>
                      <a:pt x="101600" y="95250"/>
                    </a:lnTo>
                    <a:lnTo>
                      <a:pt x="66675" y="69850"/>
                    </a:lnTo>
                    <a:lnTo>
                      <a:pt x="12700" y="82550"/>
                    </a:lnTo>
                    <a:lnTo>
                      <a:pt x="22225" y="168275"/>
                    </a:lnTo>
                    <a:lnTo>
                      <a:pt x="3175" y="193675"/>
                    </a:lnTo>
                    <a:lnTo>
                      <a:pt x="34925" y="219075"/>
                    </a:lnTo>
                    <a:lnTo>
                      <a:pt x="0" y="263525"/>
                    </a:lnTo>
                    <a:lnTo>
                      <a:pt x="22225" y="295275"/>
                    </a:lnTo>
                    <a:lnTo>
                      <a:pt x="111125" y="250825"/>
                    </a:lnTo>
                    <a:lnTo>
                      <a:pt x="158750" y="238125"/>
                    </a:lnTo>
                    <a:lnTo>
                      <a:pt x="190500" y="200025"/>
                    </a:lnTo>
                    <a:lnTo>
                      <a:pt x="203200" y="146050"/>
                    </a:lnTo>
                    <a:lnTo>
                      <a:pt x="250825" y="146050"/>
                    </a:lnTo>
                    <a:lnTo>
                      <a:pt x="254000" y="117475"/>
                    </a:lnTo>
                    <a:lnTo>
                      <a:pt x="250825" y="98425"/>
                    </a:lnTo>
                    <a:lnTo>
                      <a:pt x="273050" y="85725"/>
                    </a:lnTo>
                    <a:lnTo>
                      <a:pt x="266700" y="0"/>
                    </a:lnTo>
                    <a:close/>
                  </a:path>
                </a:pathLst>
              </a:custGeom>
              <a:solidFill>
                <a:schemeClr val="bg1">
                  <a:alpha val="60000"/>
                </a:schemeClr>
              </a:solidFill>
              <a:ln w="1270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90000" rIns="91440" bIns="9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Aft>
                    <a:spcPts val="600"/>
                  </a:spcAft>
                </a:pPr>
                <a:endParaRPr lang="en-US" sz="14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6" name="Freihandform: Form 15">
                <a:extLst>
                  <a:ext uri="{FF2B5EF4-FFF2-40B4-BE49-F238E27FC236}">
                    <a16:creationId xmlns:a16="http://schemas.microsoft.com/office/drawing/2014/main" id="{3286A40C-083A-43A2-9872-9426E26A7184}"/>
                  </a:ext>
                </a:extLst>
              </p:cNvPr>
              <p:cNvSpPr/>
              <p:nvPr/>
            </p:nvSpPr>
            <p:spPr>
              <a:xfrm>
                <a:off x="1311767" y="1900350"/>
                <a:ext cx="387695" cy="363553"/>
              </a:xfrm>
              <a:custGeom>
                <a:avLst/>
                <a:gdLst>
                  <a:gd name="connsiteX0" fmla="*/ 566738 w 650081"/>
                  <a:gd name="connsiteY0" fmla="*/ 73818 h 609600"/>
                  <a:gd name="connsiteX1" fmla="*/ 454819 w 650081"/>
                  <a:gd name="connsiteY1" fmla="*/ 40481 h 609600"/>
                  <a:gd name="connsiteX2" fmla="*/ 416719 w 650081"/>
                  <a:gd name="connsiteY2" fmla="*/ 45243 h 609600"/>
                  <a:gd name="connsiteX3" fmla="*/ 400050 w 650081"/>
                  <a:gd name="connsiteY3" fmla="*/ 0 h 609600"/>
                  <a:gd name="connsiteX4" fmla="*/ 392906 w 650081"/>
                  <a:gd name="connsiteY4" fmla="*/ 7143 h 609600"/>
                  <a:gd name="connsiteX5" fmla="*/ 407194 w 650081"/>
                  <a:gd name="connsiteY5" fmla="*/ 57150 h 609600"/>
                  <a:gd name="connsiteX6" fmla="*/ 376238 w 650081"/>
                  <a:gd name="connsiteY6" fmla="*/ 47625 h 609600"/>
                  <a:gd name="connsiteX7" fmla="*/ 316706 w 650081"/>
                  <a:gd name="connsiteY7" fmla="*/ 66675 h 609600"/>
                  <a:gd name="connsiteX8" fmla="*/ 176213 w 650081"/>
                  <a:gd name="connsiteY8" fmla="*/ 202406 h 609600"/>
                  <a:gd name="connsiteX9" fmla="*/ 97631 w 650081"/>
                  <a:gd name="connsiteY9" fmla="*/ 211931 h 609600"/>
                  <a:gd name="connsiteX10" fmla="*/ 78581 w 650081"/>
                  <a:gd name="connsiteY10" fmla="*/ 273843 h 609600"/>
                  <a:gd name="connsiteX11" fmla="*/ 11906 w 650081"/>
                  <a:gd name="connsiteY11" fmla="*/ 292893 h 609600"/>
                  <a:gd name="connsiteX12" fmla="*/ 0 w 650081"/>
                  <a:gd name="connsiteY12" fmla="*/ 314325 h 609600"/>
                  <a:gd name="connsiteX13" fmla="*/ 97631 w 650081"/>
                  <a:gd name="connsiteY13" fmla="*/ 478631 h 609600"/>
                  <a:gd name="connsiteX14" fmla="*/ 185738 w 650081"/>
                  <a:gd name="connsiteY14" fmla="*/ 464343 h 609600"/>
                  <a:gd name="connsiteX15" fmla="*/ 230981 w 650081"/>
                  <a:gd name="connsiteY15" fmla="*/ 395287 h 609600"/>
                  <a:gd name="connsiteX16" fmla="*/ 271463 w 650081"/>
                  <a:gd name="connsiteY16" fmla="*/ 400050 h 609600"/>
                  <a:gd name="connsiteX17" fmla="*/ 304800 w 650081"/>
                  <a:gd name="connsiteY17" fmla="*/ 457200 h 609600"/>
                  <a:gd name="connsiteX18" fmla="*/ 335756 w 650081"/>
                  <a:gd name="connsiteY18" fmla="*/ 516731 h 609600"/>
                  <a:gd name="connsiteX19" fmla="*/ 361950 w 650081"/>
                  <a:gd name="connsiteY19" fmla="*/ 528637 h 609600"/>
                  <a:gd name="connsiteX20" fmla="*/ 392906 w 650081"/>
                  <a:gd name="connsiteY20" fmla="*/ 531018 h 609600"/>
                  <a:gd name="connsiteX21" fmla="*/ 438150 w 650081"/>
                  <a:gd name="connsiteY21" fmla="*/ 547687 h 609600"/>
                  <a:gd name="connsiteX22" fmla="*/ 481013 w 650081"/>
                  <a:gd name="connsiteY22" fmla="*/ 588168 h 609600"/>
                  <a:gd name="connsiteX23" fmla="*/ 450056 w 650081"/>
                  <a:gd name="connsiteY23" fmla="*/ 607218 h 609600"/>
                  <a:gd name="connsiteX24" fmla="*/ 459581 w 650081"/>
                  <a:gd name="connsiteY24" fmla="*/ 609600 h 609600"/>
                  <a:gd name="connsiteX25" fmla="*/ 492919 w 650081"/>
                  <a:gd name="connsiteY25" fmla="*/ 588168 h 609600"/>
                  <a:gd name="connsiteX26" fmla="*/ 485775 w 650081"/>
                  <a:gd name="connsiteY26" fmla="*/ 571500 h 609600"/>
                  <a:gd name="connsiteX27" fmla="*/ 521494 w 650081"/>
                  <a:gd name="connsiteY27" fmla="*/ 550068 h 609600"/>
                  <a:gd name="connsiteX28" fmla="*/ 521494 w 650081"/>
                  <a:gd name="connsiteY28" fmla="*/ 528637 h 609600"/>
                  <a:gd name="connsiteX29" fmla="*/ 535781 w 650081"/>
                  <a:gd name="connsiteY29" fmla="*/ 516731 h 609600"/>
                  <a:gd name="connsiteX30" fmla="*/ 559594 w 650081"/>
                  <a:gd name="connsiteY30" fmla="*/ 535781 h 609600"/>
                  <a:gd name="connsiteX31" fmla="*/ 614363 w 650081"/>
                  <a:gd name="connsiteY31" fmla="*/ 495300 h 609600"/>
                  <a:gd name="connsiteX32" fmla="*/ 614363 w 650081"/>
                  <a:gd name="connsiteY32" fmla="*/ 495300 h 609600"/>
                  <a:gd name="connsiteX33" fmla="*/ 628650 w 650081"/>
                  <a:gd name="connsiteY33" fmla="*/ 471487 h 609600"/>
                  <a:gd name="connsiteX34" fmla="*/ 650081 w 650081"/>
                  <a:gd name="connsiteY34" fmla="*/ 452437 h 609600"/>
                  <a:gd name="connsiteX35" fmla="*/ 638175 w 650081"/>
                  <a:gd name="connsiteY35" fmla="*/ 321468 h 609600"/>
                  <a:gd name="connsiteX36" fmla="*/ 616744 w 650081"/>
                  <a:gd name="connsiteY36" fmla="*/ 321468 h 609600"/>
                  <a:gd name="connsiteX37" fmla="*/ 609600 w 650081"/>
                  <a:gd name="connsiteY37" fmla="*/ 309562 h 609600"/>
                  <a:gd name="connsiteX38" fmla="*/ 609600 w 650081"/>
                  <a:gd name="connsiteY38" fmla="*/ 285750 h 609600"/>
                  <a:gd name="connsiteX39" fmla="*/ 573881 w 650081"/>
                  <a:gd name="connsiteY39" fmla="*/ 173831 h 609600"/>
                  <a:gd name="connsiteX40" fmla="*/ 576263 w 650081"/>
                  <a:gd name="connsiteY40" fmla="*/ 157162 h 609600"/>
                  <a:gd name="connsiteX41" fmla="*/ 561975 w 650081"/>
                  <a:gd name="connsiteY41" fmla="*/ 152400 h 609600"/>
                  <a:gd name="connsiteX42" fmla="*/ 576263 w 650081"/>
                  <a:gd name="connsiteY42" fmla="*/ 123825 h 609600"/>
                  <a:gd name="connsiteX43" fmla="*/ 566738 w 650081"/>
                  <a:gd name="connsiteY43" fmla="*/ 73818 h 609600"/>
                  <a:gd name="connsiteX0" fmla="*/ 566738 w 650081"/>
                  <a:gd name="connsiteY0" fmla="*/ 73818 h 609600"/>
                  <a:gd name="connsiteX1" fmla="*/ 454819 w 650081"/>
                  <a:gd name="connsiteY1" fmla="*/ 40481 h 609600"/>
                  <a:gd name="connsiteX2" fmla="*/ 416719 w 650081"/>
                  <a:gd name="connsiteY2" fmla="*/ 45243 h 609600"/>
                  <a:gd name="connsiteX3" fmla="*/ 400050 w 650081"/>
                  <a:gd name="connsiteY3" fmla="*/ 0 h 609600"/>
                  <a:gd name="connsiteX4" fmla="*/ 392906 w 650081"/>
                  <a:gd name="connsiteY4" fmla="*/ 7143 h 609600"/>
                  <a:gd name="connsiteX5" fmla="*/ 407194 w 650081"/>
                  <a:gd name="connsiteY5" fmla="*/ 57150 h 609600"/>
                  <a:gd name="connsiteX6" fmla="*/ 376238 w 650081"/>
                  <a:gd name="connsiteY6" fmla="*/ 47625 h 609600"/>
                  <a:gd name="connsiteX7" fmla="*/ 316706 w 650081"/>
                  <a:gd name="connsiteY7" fmla="*/ 66675 h 609600"/>
                  <a:gd name="connsiteX8" fmla="*/ 176213 w 650081"/>
                  <a:gd name="connsiteY8" fmla="*/ 200025 h 609600"/>
                  <a:gd name="connsiteX9" fmla="*/ 97631 w 650081"/>
                  <a:gd name="connsiteY9" fmla="*/ 211931 h 609600"/>
                  <a:gd name="connsiteX10" fmla="*/ 78581 w 650081"/>
                  <a:gd name="connsiteY10" fmla="*/ 273843 h 609600"/>
                  <a:gd name="connsiteX11" fmla="*/ 11906 w 650081"/>
                  <a:gd name="connsiteY11" fmla="*/ 292893 h 609600"/>
                  <a:gd name="connsiteX12" fmla="*/ 0 w 650081"/>
                  <a:gd name="connsiteY12" fmla="*/ 314325 h 609600"/>
                  <a:gd name="connsiteX13" fmla="*/ 97631 w 650081"/>
                  <a:gd name="connsiteY13" fmla="*/ 478631 h 609600"/>
                  <a:gd name="connsiteX14" fmla="*/ 185738 w 650081"/>
                  <a:gd name="connsiteY14" fmla="*/ 464343 h 609600"/>
                  <a:gd name="connsiteX15" fmla="*/ 230981 w 650081"/>
                  <a:gd name="connsiteY15" fmla="*/ 395287 h 609600"/>
                  <a:gd name="connsiteX16" fmla="*/ 271463 w 650081"/>
                  <a:gd name="connsiteY16" fmla="*/ 400050 h 609600"/>
                  <a:gd name="connsiteX17" fmla="*/ 304800 w 650081"/>
                  <a:gd name="connsiteY17" fmla="*/ 457200 h 609600"/>
                  <a:gd name="connsiteX18" fmla="*/ 335756 w 650081"/>
                  <a:gd name="connsiteY18" fmla="*/ 516731 h 609600"/>
                  <a:gd name="connsiteX19" fmla="*/ 361950 w 650081"/>
                  <a:gd name="connsiteY19" fmla="*/ 528637 h 609600"/>
                  <a:gd name="connsiteX20" fmla="*/ 392906 w 650081"/>
                  <a:gd name="connsiteY20" fmla="*/ 531018 h 609600"/>
                  <a:gd name="connsiteX21" fmla="*/ 438150 w 650081"/>
                  <a:gd name="connsiteY21" fmla="*/ 547687 h 609600"/>
                  <a:gd name="connsiteX22" fmla="*/ 481013 w 650081"/>
                  <a:gd name="connsiteY22" fmla="*/ 588168 h 609600"/>
                  <a:gd name="connsiteX23" fmla="*/ 450056 w 650081"/>
                  <a:gd name="connsiteY23" fmla="*/ 607218 h 609600"/>
                  <a:gd name="connsiteX24" fmla="*/ 459581 w 650081"/>
                  <a:gd name="connsiteY24" fmla="*/ 609600 h 609600"/>
                  <a:gd name="connsiteX25" fmla="*/ 492919 w 650081"/>
                  <a:gd name="connsiteY25" fmla="*/ 588168 h 609600"/>
                  <a:gd name="connsiteX26" fmla="*/ 485775 w 650081"/>
                  <a:gd name="connsiteY26" fmla="*/ 571500 h 609600"/>
                  <a:gd name="connsiteX27" fmla="*/ 521494 w 650081"/>
                  <a:gd name="connsiteY27" fmla="*/ 550068 h 609600"/>
                  <a:gd name="connsiteX28" fmla="*/ 521494 w 650081"/>
                  <a:gd name="connsiteY28" fmla="*/ 528637 h 609600"/>
                  <a:gd name="connsiteX29" fmla="*/ 535781 w 650081"/>
                  <a:gd name="connsiteY29" fmla="*/ 516731 h 609600"/>
                  <a:gd name="connsiteX30" fmla="*/ 559594 w 650081"/>
                  <a:gd name="connsiteY30" fmla="*/ 535781 h 609600"/>
                  <a:gd name="connsiteX31" fmla="*/ 614363 w 650081"/>
                  <a:gd name="connsiteY31" fmla="*/ 495300 h 609600"/>
                  <a:gd name="connsiteX32" fmla="*/ 614363 w 650081"/>
                  <a:gd name="connsiteY32" fmla="*/ 495300 h 609600"/>
                  <a:gd name="connsiteX33" fmla="*/ 628650 w 650081"/>
                  <a:gd name="connsiteY33" fmla="*/ 471487 h 609600"/>
                  <a:gd name="connsiteX34" fmla="*/ 650081 w 650081"/>
                  <a:gd name="connsiteY34" fmla="*/ 452437 h 609600"/>
                  <a:gd name="connsiteX35" fmla="*/ 638175 w 650081"/>
                  <a:gd name="connsiteY35" fmla="*/ 321468 h 609600"/>
                  <a:gd name="connsiteX36" fmla="*/ 616744 w 650081"/>
                  <a:gd name="connsiteY36" fmla="*/ 321468 h 609600"/>
                  <a:gd name="connsiteX37" fmla="*/ 609600 w 650081"/>
                  <a:gd name="connsiteY37" fmla="*/ 309562 h 609600"/>
                  <a:gd name="connsiteX38" fmla="*/ 609600 w 650081"/>
                  <a:gd name="connsiteY38" fmla="*/ 285750 h 609600"/>
                  <a:gd name="connsiteX39" fmla="*/ 573881 w 650081"/>
                  <a:gd name="connsiteY39" fmla="*/ 173831 h 609600"/>
                  <a:gd name="connsiteX40" fmla="*/ 576263 w 650081"/>
                  <a:gd name="connsiteY40" fmla="*/ 157162 h 609600"/>
                  <a:gd name="connsiteX41" fmla="*/ 561975 w 650081"/>
                  <a:gd name="connsiteY41" fmla="*/ 152400 h 609600"/>
                  <a:gd name="connsiteX42" fmla="*/ 576263 w 650081"/>
                  <a:gd name="connsiteY42" fmla="*/ 123825 h 609600"/>
                  <a:gd name="connsiteX43" fmla="*/ 566738 w 650081"/>
                  <a:gd name="connsiteY43" fmla="*/ 73818 h 609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650081" h="609600">
                    <a:moveTo>
                      <a:pt x="566738" y="73818"/>
                    </a:moveTo>
                    <a:lnTo>
                      <a:pt x="454819" y="40481"/>
                    </a:lnTo>
                    <a:lnTo>
                      <a:pt x="416719" y="45243"/>
                    </a:lnTo>
                    <a:lnTo>
                      <a:pt x="400050" y="0"/>
                    </a:lnTo>
                    <a:lnTo>
                      <a:pt x="392906" y="7143"/>
                    </a:lnTo>
                    <a:lnTo>
                      <a:pt x="407194" y="57150"/>
                    </a:lnTo>
                    <a:lnTo>
                      <a:pt x="376238" y="47625"/>
                    </a:lnTo>
                    <a:lnTo>
                      <a:pt x="316706" y="66675"/>
                    </a:lnTo>
                    <a:lnTo>
                      <a:pt x="176213" y="200025"/>
                    </a:lnTo>
                    <a:lnTo>
                      <a:pt x="97631" y="211931"/>
                    </a:lnTo>
                    <a:lnTo>
                      <a:pt x="78581" y="273843"/>
                    </a:lnTo>
                    <a:lnTo>
                      <a:pt x="11906" y="292893"/>
                    </a:lnTo>
                    <a:lnTo>
                      <a:pt x="0" y="314325"/>
                    </a:lnTo>
                    <a:lnTo>
                      <a:pt x="97631" y="478631"/>
                    </a:lnTo>
                    <a:lnTo>
                      <a:pt x="185738" y="464343"/>
                    </a:lnTo>
                    <a:lnTo>
                      <a:pt x="230981" y="395287"/>
                    </a:lnTo>
                    <a:lnTo>
                      <a:pt x="271463" y="400050"/>
                    </a:lnTo>
                    <a:lnTo>
                      <a:pt x="304800" y="457200"/>
                    </a:lnTo>
                    <a:lnTo>
                      <a:pt x="335756" y="516731"/>
                    </a:lnTo>
                    <a:lnTo>
                      <a:pt x="361950" y="528637"/>
                    </a:lnTo>
                    <a:lnTo>
                      <a:pt x="392906" y="531018"/>
                    </a:lnTo>
                    <a:lnTo>
                      <a:pt x="438150" y="547687"/>
                    </a:lnTo>
                    <a:lnTo>
                      <a:pt x="481013" y="588168"/>
                    </a:lnTo>
                    <a:lnTo>
                      <a:pt x="450056" y="607218"/>
                    </a:lnTo>
                    <a:lnTo>
                      <a:pt x="459581" y="609600"/>
                    </a:lnTo>
                    <a:lnTo>
                      <a:pt x="492919" y="588168"/>
                    </a:lnTo>
                    <a:lnTo>
                      <a:pt x="485775" y="571500"/>
                    </a:lnTo>
                    <a:lnTo>
                      <a:pt x="521494" y="550068"/>
                    </a:lnTo>
                    <a:lnTo>
                      <a:pt x="521494" y="528637"/>
                    </a:lnTo>
                    <a:lnTo>
                      <a:pt x="535781" y="516731"/>
                    </a:lnTo>
                    <a:lnTo>
                      <a:pt x="559594" y="535781"/>
                    </a:lnTo>
                    <a:lnTo>
                      <a:pt x="614363" y="495300"/>
                    </a:lnTo>
                    <a:lnTo>
                      <a:pt x="614363" y="495300"/>
                    </a:lnTo>
                    <a:lnTo>
                      <a:pt x="628650" y="471487"/>
                    </a:lnTo>
                    <a:lnTo>
                      <a:pt x="650081" y="452437"/>
                    </a:lnTo>
                    <a:lnTo>
                      <a:pt x="638175" y="321468"/>
                    </a:lnTo>
                    <a:lnTo>
                      <a:pt x="616744" y="321468"/>
                    </a:lnTo>
                    <a:lnTo>
                      <a:pt x="609600" y="309562"/>
                    </a:lnTo>
                    <a:lnTo>
                      <a:pt x="609600" y="285750"/>
                    </a:lnTo>
                    <a:lnTo>
                      <a:pt x="573881" y="173831"/>
                    </a:lnTo>
                    <a:lnTo>
                      <a:pt x="576263" y="157162"/>
                    </a:lnTo>
                    <a:lnTo>
                      <a:pt x="561975" y="152400"/>
                    </a:lnTo>
                    <a:lnTo>
                      <a:pt x="576263" y="123825"/>
                    </a:lnTo>
                    <a:lnTo>
                      <a:pt x="566738" y="73818"/>
                    </a:lnTo>
                    <a:close/>
                  </a:path>
                </a:pathLst>
              </a:custGeom>
              <a:solidFill>
                <a:schemeClr val="bg1">
                  <a:alpha val="60000"/>
                </a:schemeClr>
              </a:solidFill>
              <a:ln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tIns="90000" bIns="90000" rtlCol="0" anchor="ctr" anchorCtr="0"/>
              <a:lstStyle/>
              <a:p>
                <a:pPr algn="ctr" fontAlgn="auto">
                  <a:lnSpc>
                    <a:spcPct val="90000"/>
                  </a:lnSpc>
                  <a:spcBef>
                    <a:spcPts val="0"/>
                  </a:spcBef>
                  <a:spcAft>
                    <a:spcPts val="600"/>
                  </a:spcAft>
                </a:pPr>
                <a:endParaRPr lang="en-US" sz="1400" dirty="0">
                  <a:solidFill>
                    <a:schemeClr val="bg1"/>
                  </a:solidFill>
                </a:endParaRPr>
              </a:p>
            </p:txBody>
          </p:sp>
        </p:grpSp>
        <p:sp>
          <p:nvSpPr>
            <p:cNvPr id="17" name="Freihandform: Form 16">
              <a:extLst>
                <a:ext uri="{FF2B5EF4-FFF2-40B4-BE49-F238E27FC236}">
                  <a16:creationId xmlns:a16="http://schemas.microsoft.com/office/drawing/2014/main" id="{FFF77BB5-A306-49A7-A5EE-238E98B1473A}"/>
                </a:ext>
              </a:extLst>
            </p:cNvPr>
            <p:cNvSpPr/>
            <p:nvPr userDrawn="1"/>
          </p:nvSpPr>
          <p:spPr>
            <a:xfrm>
              <a:off x="37732" y="1580589"/>
              <a:ext cx="777544" cy="877639"/>
            </a:xfrm>
            <a:custGeom>
              <a:avLst/>
              <a:gdLst>
                <a:gd name="connsiteX0" fmla="*/ 1123950 w 1303775"/>
                <a:gd name="connsiteY0" fmla="*/ 0 h 1471613"/>
                <a:gd name="connsiteX1" fmla="*/ 1145381 w 1303775"/>
                <a:gd name="connsiteY1" fmla="*/ 4763 h 1471613"/>
                <a:gd name="connsiteX2" fmla="*/ 1169194 w 1303775"/>
                <a:gd name="connsiteY2" fmla="*/ 40482 h 1471613"/>
                <a:gd name="connsiteX3" fmla="*/ 1210814 w 1303775"/>
                <a:gd name="connsiteY3" fmla="*/ 90029 h 1471613"/>
                <a:gd name="connsiteX4" fmla="*/ 1157287 w 1303775"/>
                <a:gd name="connsiteY4" fmla="*/ 107157 h 1471613"/>
                <a:gd name="connsiteX5" fmla="*/ 1016794 w 1303775"/>
                <a:gd name="connsiteY5" fmla="*/ 240507 h 1471613"/>
                <a:gd name="connsiteX6" fmla="*/ 938212 w 1303775"/>
                <a:gd name="connsiteY6" fmla="*/ 252413 h 1471613"/>
                <a:gd name="connsiteX7" fmla="*/ 919162 w 1303775"/>
                <a:gd name="connsiteY7" fmla="*/ 314325 h 1471613"/>
                <a:gd name="connsiteX8" fmla="*/ 852487 w 1303775"/>
                <a:gd name="connsiteY8" fmla="*/ 333375 h 1471613"/>
                <a:gd name="connsiteX9" fmla="*/ 840581 w 1303775"/>
                <a:gd name="connsiteY9" fmla="*/ 354807 h 1471613"/>
                <a:gd name="connsiteX10" fmla="*/ 938212 w 1303775"/>
                <a:gd name="connsiteY10" fmla="*/ 519113 h 1471613"/>
                <a:gd name="connsiteX11" fmla="*/ 1026319 w 1303775"/>
                <a:gd name="connsiteY11" fmla="*/ 504825 h 1471613"/>
                <a:gd name="connsiteX12" fmla="*/ 1071562 w 1303775"/>
                <a:gd name="connsiteY12" fmla="*/ 435769 h 1471613"/>
                <a:gd name="connsiteX13" fmla="*/ 1112044 w 1303775"/>
                <a:gd name="connsiteY13" fmla="*/ 440532 h 1471613"/>
                <a:gd name="connsiteX14" fmla="*/ 1145381 w 1303775"/>
                <a:gd name="connsiteY14" fmla="*/ 497682 h 1471613"/>
                <a:gd name="connsiteX15" fmla="*/ 1176337 w 1303775"/>
                <a:gd name="connsiteY15" fmla="*/ 557213 h 1471613"/>
                <a:gd name="connsiteX16" fmla="*/ 1202531 w 1303775"/>
                <a:gd name="connsiteY16" fmla="*/ 569119 h 1471613"/>
                <a:gd name="connsiteX17" fmla="*/ 1233487 w 1303775"/>
                <a:gd name="connsiteY17" fmla="*/ 571500 h 1471613"/>
                <a:gd name="connsiteX18" fmla="*/ 1278731 w 1303775"/>
                <a:gd name="connsiteY18" fmla="*/ 588169 h 1471613"/>
                <a:gd name="connsiteX19" fmla="*/ 1303775 w 1303775"/>
                <a:gd name="connsiteY19" fmla="*/ 611821 h 1471613"/>
                <a:gd name="connsiteX20" fmla="*/ 1300162 w 1303775"/>
                <a:gd name="connsiteY20" fmla="*/ 626269 h 1471613"/>
                <a:gd name="connsiteX21" fmla="*/ 1300162 w 1303775"/>
                <a:gd name="connsiteY21" fmla="*/ 633413 h 1471613"/>
                <a:gd name="connsiteX22" fmla="*/ 1262062 w 1303775"/>
                <a:gd name="connsiteY22" fmla="*/ 645319 h 1471613"/>
                <a:gd name="connsiteX23" fmla="*/ 1228725 w 1303775"/>
                <a:gd name="connsiteY23" fmla="*/ 633413 h 1471613"/>
                <a:gd name="connsiteX24" fmla="*/ 1221581 w 1303775"/>
                <a:gd name="connsiteY24" fmla="*/ 654844 h 1471613"/>
                <a:gd name="connsiteX25" fmla="*/ 1243012 w 1303775"/>
                <a:gd name="connsiteY25" fmla="*/ 669132 h 1471613"/>
                <a:gd name="connsiteX26" fmla="*/ 1228725 w 1303775"/>
                <a:gd name="connsiteY26" fmla="*/ 762000 h 1471613"/>
                <a:gd name="connsiteX27" fmla="*/ 1254919 w 1303775"/>
                <a:gd name="connsiteY27" fmla="*/ 802482 h 1471613"/>
                <a:gd name="connsiteX28" fmla="*/ 1233487 w 1303775"/>
                <a:gd name="connsiteY28" fmla="*/ 854869 h 1471613"/>
                <a:gd name="connsiteX29" fmla="*/ 1243012 w 1303775"/>
                <a:gd name="connsiteY29" fmla="*/ 883444 h 1471613"/>
                <a:gd name="connsiteX30" fmla="*/ 1209675 w 1303775"/>
                <a:gd name="connsiteY30" fmla="*/ 888207 h 1471613"/>
                <a:gd name="connsiteX31" fmla="*/ 1221581 w 1303775"/>
                <a:gd name="connsiteY31" fmla="*/ 907257 h 1471613"/>
                <a:gd name="connsiteX32" fmla="*/ 1226344 w 1303775"/>
                <a:gd name="connsiteY32" fmla="*/ 1002507 h 1471613"/>
                <a:gd name="connsiteX33" fmla="*/ 1214437 w 1303775"/>
                <a:gd name="connsiteY33" fmla="*/ 1064419 h 1471613"/>
                <a:gd name="connsiteX34" fmla="*/ 1126331 w 1303775"/>
                <a:gd name="connsiteY34" fmla="*/ 1178719 h 1471613"/>
                <a:gd name="connsiteX35" fmla="*/ 1131094 w 1303775"/>
                <a:gd name="connsiteY35" fmla="*/ 1219200 h 1471613"/>
                <a:gd name="connsiteX36" fmla="*/ 1081087 w 1303775"/>
                <a:gd name="connsiteY36" fmla="*/ 1271588 h 1471613"/>
                <a:gd name="connsiteX37" fmla="*/ 1054894 w 1303775"/>
                <a:gd name="connsiteY37" fmla="*/ 1288257 h 1471613"/>
                <a:gd name="connsiteX38" fmla="*/ 1078706 w 1303775"/>
                <a:gd name="connsiteY38" fmla="*/ 1323975 h 1471613"/>
                <a:gd name="connsiteX39" fmla="*/ 1062037 w 1303775"/>
                <a:gd name="connsiteY39" fmla="*/ 1364457 h 1471613"/>
                <a:gd name="connsiteX40" fmla="*/ 1031081 w 1303775"/>
                <a:gd name="connsiteY40" fmla="*/ 1364457 h 1471613"/>
                <a:gd name="connsiteX41" fmla="*/ 992981 w 1303775"/>
                <a:gd name="connsiteY41" fmla="*/ 1354932 h 1471613"/>
                <a:gd name="connsiteX42" fmla="*/ 938212 w 1303775"/>
                <a:gd name="connsiteY42" fmla="*/ 1331119 h 1471613"/>
                <a:gd name="connsiteX43" fmla="*/ 912019 w 1303775"/>
                <a:gd name="connsiteY43" fmla="*/ 1338263 h 1471613"/>
                <a:gd name="connsiteX44" fmla="*/ 885825 w 1303775"/>
                <a:gd name="connsiteY44" fmla="*/ 1343025 h 1471613"/>
                <a:gd name="connsiteX45" fmla="*/ 850106 w 1303775"/>
                <a:gd name="connsiteY45" fmla="*/ 1340644 h 1471613"/>
                <a:gd name="connsiteX46" fmla="*/ 742950 w 1303775"/>
                <a:gd name="connsiteY46" fmla="*/ 1340644 h 1471613"/>
                <a:gd name="connsiteX47" fmla="*/ 738187 w 1303775"/>
                <a:gd name="connsiteY47" fmla="*/ 1369219 h 1471613"/>
                <a:gd name="connsiteX48" fmla="*/ 654844 w 1303775"/>
                <a:gd name="connsiteY48" fmla="*/ 1373982 h 1471613"/>
                <a:gd name="connsiteX49" fmla="*/ 595312 w 1303775"/>
                <a:gd name="connsiteY49" fmla="*/ 1409700 h 1471613"/>
                <a:gd name="connsiteX50" fmla="*/ 547687 w 1303775"/>
                <a:gd name="connsiteY50" fmla="*/ 1402557 h 1471613"/>
                <a:gd name="connsiteX51" fmla="*/ 502444 w 1303775"/>
                <a:gd name="connsiteY51" fmla="*/ 1440657 h 1471613"/>
                <a:gd name="connsiteX52" fmla="*/ 459581 w 1303775"/>
                <a:gd name="connsiteY52" fmla="*/ 1431132 h 1471613"/>
                <a:gd name="connsiteX53" fmla="*/ 453646 w 1303775"/>
                <a:gd name="connsiteY53" fmla="*/ 1425004 h 1471613"/>
                <a:gd name="connsiteX54" fmla="*/ 416719 w 1303775"/>
                <a:gd name="connsiteY54" fmla="*/ 1450182 h 1471613"/>
                <a:gd name="connsiteX55" fmla="*/ 407194 w 1303775"/>
                <a:gd name="connsiteY55" fmla="*/ 1466850 h 1471613"/>
                <a:gd name="connsiteX56" fmla="*/ 361950 w 1303775"/>
                <a:gd name="connsiteY56" fmla="*/ 1457325 h 1471613"/>
                <a:gd name="connsiteX57" fmla="*/ 350044 w 1303775"/>
                <a:gd name="connsiteY57" fmla="*/ 1469232 h 1471613"/>
                <a:gd name="connsiteX58" fmla="*/ 278606 w 1303775"/>
                <a:gd name="connsiteY58" fmla="*/ 1452563 h 1471613"/>
                <a:gd name="connsiteX59" fmla="*/ 223837 w 1303775"/>
                <a:gd name="connsiteY59" fmla="*/ 1471613 h 1471613"/>
                <a:gd name="connsiteX60" fmla="*/ 185737 w 1303775"/>
                <a:gd name="connsiteY60" fmla="*/ 1469232 h 1471613"/>
                <a:gd name="connsiteX61" fmla="*/ 202406 w 1303775"/>
                <a:gd name="connsiteY61" fmla="*/ 1438275 h 1471613"/>
                <a:gd name="connsiteX62" fmla="*/ 152400 w 1303775"/>
                <a:gd name="connsiteY62" fmla="*/ 1438275 h 1471613"/>
                <a:gd name="connsiteX63" fmla="*/ 119062 w 1303775"/>
                <a:gd name="connsiteY63" fmla="*/ 1428750 h 1471613"/>
                <a:gd name="connsiteX64" fmla="*/ 133350 w 1303775"/>
                <a:gd name="connsiteY64" fmla="*/ 1364457 h 1471613"/>
                <a:gd name="connsiteX65" fmla="*/ 42862 w 1303775"/>
                <a:gd name="connsiteY65" fmla="*/ 1362075 h 1471613"/>
                <a:gd name="connsiteX66" fmla="*/ 47625 w 1303775"/>
                <a:gd name="connsiteY66" fmla="*/ 1326357 h 1471613"/>
                <a:gd name="connsiteX67" fmla="*/ 92869 w 1303775"/>
                <a:gd name="connsiteY67" fmla="*/ 1304925 h 1471613"/>
                <a:gd name="connsiteX68" fmla="*/ 45244 w 1303775"/>
                <a:gd name="connsiteY68" fmla="*/ 1302544 h 1471613"/>
                <a:gd name="connsiteX69" fmla="*/ 45244 w 1303775"/>
                <a:gd name="connsiteY69" fmla="*/ 1269207 h 1471613"/>
                <a:gd name="connsiteX70" fmla="*/ 21431 w 1303775"/>
                <a:gd name="connsiteY70" fmla="*/ 1269207 h 1471613"/>
                <a:gd name="connsiteX71" fmla="*/ 2381 w 1303775"/>
                <a:gd name="connsiteY71" fmla="*/ 1259682 h 1471613"/>
                <a:gd name="connsiteX72" fmla="*/ 0 w 1303775"/>
                <a:gd name="connsiteY72" fmla="*/ 1212057 h 1471613"/>
                <a:gd name="connsiteX73" fmla="*/ 11906 w 1303775"/>
                <a:gd name="connsiteY73" fmla="*/ 1202532 h 1471613"/>
                <a:gd name="connsiteX74" fmla="*/ 35719 w 1303775"/>
                <a:gd name="connsiteY74" fmla="*/ 1197769 h 1471613"/>
                <a:gd name="connsiteX75" fmla="*/ 64294 w 1303775"/>
                <a:gd name="connsiteY75" fmla="*/ 1169194 h 1471613"/>
                <a:gd name="connsiteX76" fmla="*/ 111919 w 1303775"/>
                <a:gd name="connsiteY76" fmla="*/ 1164432 h 1471613"/>
                <a:gd name="connsiteX77" fmla="*/ 111919 w 1303775"/>
                <a:gd name="connsiteY77" fmla="*/ 1154907 h 1471613"/>
                <a:gd name="connsiteX78" fmla="*/ 76200 w 1303775"/>
                <a:gd name="connsiteY78" fmla="*/ 1147763 h 1471613"/>
                <a:gd name="connsiteX79" fmla="*/ 61912 w 1303775"/>
                <a:gd name="connsiteY79" fmla="*/ 1135857 h 1471613"/>
                <a:gd name="connsiteX80" fmla="*/ 4762 w 1303775"/>
                <a:gd name="connsiteY80" fmla="*/ 1140619 h 1471613"/>
                <a:gd name="connsiteX81" fmla="*/ 7144 w 1303775"/>
                <a:gd name="connsiteY81" fmla="*/ 1102519 h 1471613"/>
                <a:gd name="connsiteX82" fmla="*/ 19050 w 1303775"/>
                <a:gd name="connsiteY82" fmla="*/ 1081088 h 1471613"/>
                <a:gd name="connsiteX83" fmla="*/ 33337 w 1303775"/>
                <a:gd name="connsiteY83" fmla="*/ 1066800 h 1471613"/>
                <a:gd name="connsiteX84" fmla="*/ 57150 w 1303775"/>
                <a:gd name="connsiteY84" fmla="*/ 1076325 h 1471613"/>
                <a:gd name="connsiteX85" fmla="*/ 73819 w 1303775"/>
                <a:gd name="connsiteY85" fmla="*/ 1047750 h 1471613"/>
                <a:gd name="connsiteX86" fmla="*/ 95139 w 1303775"/>
                <a:gd name="connsiteY86" fmla="*/ 1054857 h 1471613"/>
                <a:gd name="connsiteX87" fmla="*/ 92869 w 1303775"/>
                <a:gd name="connsiteY87" fmla="*/ 1052513 h 1471613"/>
                <a:gd name="connsiteX88" fmla="*/ 121444 w 1303775"/>
                <a:gd name="connsiteY88" fmla="*/ 1050132 h 1471613"/>
                <a:gd name="connsiteX89" fmla="*/ 129540 w 1303775"/>
                <a:gd name="connsiteY89" fmla="*/ 1066324 h 1471613"/>
                <a:gd name="connsiteX90" fmla="*/ 130969 w 1303775"/>
                <a:gd name="connsiteY90" fmla="*/ 1066800 h 1471613"/>
                <a:gd name="connsiteX91" fmla="*/ 135401 w 1303775"/>
                <a:gd name="connsiteY91" fmla="*/ 1070068 h 1471613"/>
                <a:gd name="connsiteX92" fmla="*/ 142875 w 1303775"/>
                <a:gd name="connsiteY92" fmla="*/ 1071563 h 1471613"/>
                <a:gd name="connsiteX93" fmla="*/ 178594 w 1303775"/>
                <a:gd name="connsiteY93" fmla="*/ 1092994 h 1471613"/>
                <a:gd name="connsiteX94" fmla="*/ 171450 w 1303775"/>
                <a:gd name="connsiteY94" fmla="*/ 1021557 h 1471613"/>
                <a:gd name="connsiteX95" fmla="*/ 245269 w 1303775"/>
                <a:gd name="connsiteY95" fmla="*/ 995363 h 1471613"/>
                <a:gd name="connsiteX96" fmla="*/ 211931 w 1303775"/>
                <a:gd name="connsiteY96" fmla="*/ 973932 h 1471613"/>
                <a:gd name="connsiteX97" fmla="*/ 304800 w 1303775"/>
                <a:gd name="connsiteY97" fmla="*/ 914400 h 1471613"/>
                <a:gd name="connsiteX98" fmla="*/ 323850 w 1303775"/>
                <a:gd name="connsiteY98" fmla="*/ 916782 h 1471613"/>
                <a:gd name="connsiteX99" fmla="*/ 357187 w 1303775"/>
                <a:gd name="connsiteY99" fmla="*/ 873919 h 1471613"/>
                <a:gd name="connsiteX100" fmla="*/ 359569 w 1303775"/>
                <a:gd name="connsiteY100" fmla="*/ 871538 h 1471613"/>
                <a:gd name="connsiteX101" fmla="*/ 340519 w 1303775"/>
                <a:gd name="connsiteY101" fmla="*/ 845344 h 1471613"/>
                <a:gd name="connsiteX102" fmla="*/ 428625 w 1303775"/>
                <a:gd name="connsiteY102" fmla="*/ 769144 h 1471613"/>
                <a:gd name="connsiteX103" fmla="*/ 445294 w 1303775"/>
                <a:gd name="connsiteY103" fmla="*/ 781050 h 1471613"/>
                <a:gd name="connsiteX104" fmla="*/ 478631 w 1303775"/>
                <a:gd name="connsiteY104" fmla="*/ 773907 h 1471613"/>
                <a:gd name="connsiteX105" fmla="*/ 473869 w 1303775"/>
                <a:gd name="connsiteY105" fmla="*/ 762000 h 1471613"/>
                <a:gd name="connsiteX106" fmla="*/ 361950 w 1303775"/>
                <a:gd name="connsiteY106" fmla="*/ 738188 h 1471613"/>
                <a:gd name="connsiteX107" fmla="*/ 347662 w 1303775"/>
                <a:gd name="connsiteY107" fmla="*/ 695325 h 1471613"/>
                <a:gd name="connsiteX108" fmla="*/ 328612 w 1303775"/>
                <a:gd name="connsiteY108" fmla="*/ 707232 h 1471613"/>
                <a:gd name="connsiteX109" fmla="*/ 285750 w 1303775"/>
                <a:gd name="connsiteY109" fmla="*/ 666750 h 1471613"/>
                <a:gd name="connsiteX110" fmla="*/ 288131 w 1303775"/>
                <a:gd name="connsiteY110" fmla="*/ 650082 h 1471613"/>
                <a:gd name="connsiteX111" fmla="*/ 278606 w 1303775"/>
                <a:gd name="connsiteY111" fmla="*/ 659607 h 1471613"/>
                <a:gd name="connsiteX112" fmla="*/ 245269 w 1303775"/>
                <a:gd name="connsiteY112" fmla="*/ 619125 h 1471613"/>
                <a:gd name="connsiteX113" fmla="*/ 257175 w 1303775"/>
                <a:gd name="connsiteY113" fmla="*/ 595313 h 1471613"/>
                <a:gd name="connsiteX114" fmla="*/ 238125 w 1303775"/>
                <a:gd name="connsiteY114" fmla="*/ 552450 h 1471613"/>
                <a:gd name="connsiteX115" fmla="*/ 311944 w 1303775"/>
                <a:gd name="connsiteY115" fmla="*/ 545307 h 1471613"/>
                <a:gd name="connsiteX116" fmla="*/ 333375 w 1303775"/>
                <a:gd name="connsiteY116" fmla="*/ 481013 h 1471613"/>
                <a:gd name="connsiteX117" fmla="*/ 402431 w 1303775"/>
                <a:gd name="connsiteY117" fmla="*/ 478632 h 1471613"/>
                <a:gd name="connsiteX118" fmla="*/ 409575 w 1303775"/>
                <a:gd name="connsiteY118" fmla="*/ 473869 h 1471613"/>
                <a:gd name="connsiteX119" fmla="*/ 342900 w 1303775"/>
                <a:gd name="connsiteY119" fmla="*/ 464344 h 1471613"/>
                <a:gd name="connsiteX120" fmla="*/ 314325 w 1303775"/>
                <a:gd name="connsiteY120" fmla="*/ 411957 h 1471613"/>
                <a:gd name="connsiteX121" fmla="*/ 257175 w 1303775"/>
                <a:gd name="connsiteY121" fmla="*/ 390525 h 1471613"/>
                <a:gd name="connsiteX122" fmla="*/ 295275 w 1303775"/>
                <a:gd name="connsiteY122" fmla="*/ 369094 h 1471613"/>
                <a:gd name="connsiteX123" fmla="*/ 371475 w 1303775"/>
                <a:gd name="connsiteY123" fmla="*/ 376238 h 1471613"/>
                <a:gd name="connsiteX124" fmla="*/ 381000 w 1303775"/>
                <a:gd name="connsiteY124" fmla="*/ 366713 h 1471613"/>
                <a:gd name="connsiteX125" fmla="*/ 364331 w 1303775"/>
                <a:gd name="connsiteY125" fmla="*/ 350044 h 1471613"/>
                <a:gd name="connsiteX126" fmla="*/ 357187 w 1303775"/>
                <a:gd name="connsiteY126" fmla="*/ 361950 h 1471613"/>
                <a:gd name="connsiteX127" fmla="*/ 321469 w 1303775"/>
                <a:gd name="connsiteY127" fmla="*/ 338138 h 1471613"/>
                <a:gd name="connsiteX128" fmla="*/ 340519 w 1303775"/>
                <a:gd name="connsiteY128" fmla="*/ 295275 h 1471613"/>
                <a:gd name="connsiteX129" fmla="*/ 350044 w 1303775"/>
                <a:gd name="connsiteY129" fmla="*/ 273844 h 1471613"/>
                <a:gd name="connsiteX130" fmla="*/ 381000 w 1303775"/>
                <a:gd name="connsiteY130" fmla="*/ 259557 h 1471613"/>
                <a:gd name="connsiteX131" fmla="*/ 407194 w 1303775"/>
                <a:gd name="connsiteY131" fmla="*/ 264319 h 1471613"/>
                <a:gd name="connsiteX132" fmla="*/ 407194 w 1303775"/>
                <a:gd name="connsiteY132" fmla="*/ 250032 h 1471613"/>
                <a:gd name="connsiteX133" fmla="*/ 564356 w 1303775"/>
                <a:gd name="connsiteY133" fmla="*/ 311944 h 1471613"/>
                <a:gd name="connsiteX134" fmla="*/ 571500 w 1303775"/>
                <a:gd name="connsiteY134" fmla="*/ 340519 h 1471613"/>
                <a:gd name="connsiteX135" fmla="*/ 595312 w 1303775"/>
                <a:gd name="connsiteY135" fmla="*/ 321469 h 1471613"/>
                <a:gd name="connsiteX136" fmla="*/ 621506 w 1303775"/>
                <a:gd name="connsiteY136" fmla="*/ 323850 h 1471613"/>
                <a:gd name="connsiteX137" fmla="*/ 661987 w 1303775"/>
                <a:gd name="connsiteY137" fmla="*/ 352425 h 1471613"/>
                <a:gd name="connsiteX138" fmla="*/ 688181 w 1303775"/>
                <a:gd name="connsiteY138" fmla="*/ 342900 h 1471613"/>
                <a:gd name="connsiteX139" fmla="*/ 695325 w 1303775"/>
                <a:gd name="connsiteY139" fmla="*/ 333375 h 1471613"/>
                <a:gd name="connsiteX140" fmla="*/ 728662 w 1303775"/>
                <a:gd name="connsiteY140" fmla="*/ 314325 h 1471613"/>
                <a:gd name="connsiteX141" fmla="*/ 738187 w 1303775"/>
                <a:gd name="connsiteY141" fmla="*/ 290513 h 1471613"/>
                <a:gd name="connsiteX142" fmla="*/ 797719 w 1303775"/>
                <a:gd name="connsiteY142" fmla="*/ 288132 h 1471613"/>
                <a:gd name="connsiteX143" fmla="*/ 814387 w 1303775"/>
                <a:gd name="connsiteY143" fmla="*/ 271463 h 1471613"/>
                <a:gd name="connsiteX144" fmla="*/ 812006 w 1303775"/>
                <a:gd name="connsiteY144" fmla="*/ 261938 h 1471613"/>
                <a:gd name="connsiteX145" fmla="*/ 797719 w 1303775"/>
                <a:gd name="connsiteY145" fmla="*/ 273844 h 1471613"/>
                <a:gd name="connsiteX146" fmla="*/ 745331 w 1303775"/>
                <a:gd name="connsiteY146" fmla="*/ 273844 h 1471613"/>
                <a:gd name="connsiteX147" fmla="*/ 762000 w 1303775"/>
                <a:gd name="connsiteY147" fmla="*/ 252413 h 1471613"/>
                <a:gd name="connsiteX148" fmla="*/ 728662 w 1303775"/>
                <a:gd name="connsiteY148" fmla="*/ 252413 h 1471613"/>
                <a:gd name="connsiteX149" fmla="*/ 695325 w 1303775"/>
                <a:gd name="connsiteY149" fmla="*/ 214313 h 1471613"/>
                <a:gd name="connsiteX150" fmla="*/ 692944 w 1303775"/>
                <a:gd name="connsiteY150" fmla="*/ 176213 h 1471613"/>
                <a:gd name="connsiteX151" fmla="*/ 735806 w 1303775"/>
                <a:gd name="connsiteY151" fmla="*/ 157163 h 1471613"/>
                <a:gd name="connsiteX152" fmla="*/ 773906 w 1303775"/>
                <a:gd name="connsiteY152" fmla="*/ 154782 h 1471613"/>
                <a:gd name="connsiteX153" fmla="*/ 781050 w 1303775"/>
                <a:gd name="connsiteY153" fmla="*/ 135732 h 1471613"/>
                <a:gd name="connsiteX154" fmla="*/ 804862 w 1303775"/>
                <a:gd name="connsiteY154" fmla="*/ 130969 h 1471613"/>
                <a:gd name="connsiteX155" fmla="*/ 807244 w 1303775"/>
                <a:gd name="connsiteY155" fmla="*/ 100013 h 1471613"/>
                <a:gd name="connsiteX156" fmla="*/ 826294 w 1303775"/>
                <a:gd name="connsiteY156" fmla="*/ 66675 h 1471613"/>
                <a:gd name="connsiteX157" fmla="*/ 842962 w 1303775"/>
                <a:gd name="connsiteY157" fmla="*/ 57150 h 1471613"/>
                <a:gd name="connsiteX158" fmla="*/ 859631 w 1303775"/>
                <a:gd name="connsiteY158" fmla="*/ 35719 h 1471613"/>
                <a:gd name="connsiteX159" fmla="*/ 900112 w 1303775"/>
                <a:gd name="connsiteY159" fmla="*/ 30957 h 1471613"/>
                <a:gd name="connsiteX160" fmla="*/ 950119 w 1303775"/>
                <a:gd name="connsiteY160" fmla="*/ 26194 h 1471613"/>
                <a:gd name="connsiteX161" fmla="*/ 959644 w 1303775"/>
                <a:gd name="connsiteY161" fmla="*/ 42863 h 1471613"/>
                <a:gd name="connsiteX162" fmla="*/ 990600 w 1303775"/>
                <a:gd name="connsiteY162" fmla="*/ 28575 h 1471613"/>
                <a:gd name="connsiteX163" fmla="*/ 1004887 w 1303775"/>
                <a:gd name="connsiteY163" fmla="*/ 14288 h 1471613"/>
                <a:gd name="connsiteX164" fmla="*/ 1040606 w 1303775"/>
                <a:gd name="connsiteY164" fmla="*/ 7144 h 1471613"/>
                <a:gd name="connsiteX165" fmla="*/ 1047750 w 1303775"/>
                <a:gd name="connsiteY165" fmla="*/ 38100 h 1471613"/>
                <a:gd name="connsiteX166" fmla="*/ 1066800 w 1303775"/>
                <a:gd name="connsiteY166" fmla="*/ 16669 h 1471613"/>
                <a:gd name="connsiteX167" fmla="*/ 1095375 w 1303775"/>
                <a:gd name="connsiteY167" fmla="*/ 26194 h 1471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</a:cxnLst>
              <a:rect l="l" t="t" r="r" b="b"/>
              <a:pathLst>
                <a:path w="1303775" h="1471613">
                  <a:moveTo>
                    <a:pt x="1123950" y="0"/>
                  </a:moveTo>
                  <a:lnTo>
                    <a:pt x="1145381" y="4763"/>
                  </a:lnTo>
                  <a:lnTo>
                    <a:pt x="1169194" y="40482"/>
                  </a:lnTo>
                  <a:lnTo>
                    <a:pt x="1210814" y="90029"/>
                  </a:lnTo>
                  <a:lnTo>
                    <a:pt x="1157287" y="107157"/>
                  </a:lnTo>
                  <a:lnTo>
                    <a:pt x="1016794" y="240507"/>
                  </a:lnTo>
                  <a:lnTo>
                    <a:pt x="938212" y="252413"/>
                  </a:lnTo>
                  <a:lnTo>
                    <a:pt x="919162" y="314325"/>
                  </a:lnTo>
                  <a:lnTo>
                    <a:pt x="852487" y="333375"/>
                  </a:lnTo>
                  <a:lnTo>
                    <a:pt x="840581" y="354807"/>
                  </a:lnTo>
                  <a:lnTo>
                    <a:pt x="938212" y="519113"/>
                  </a:lnTo>
                  <a:lnTo>
                    <a:pt x="1026319" y="504825"/>
                  </a:lnTo>
                  <a:lnTo>
                    <a:pt x="1071562" y="435769"/>
                  </a:lnTo>
                  <a:lnTo>
                    <a:pt x="1112044" y="440532"/>
                  </a:lnTo>
                  <a:lnTo>
                    <a:pt x="1145381" y="497682"/>
                  </a:lnTo>
                  <a:lnTo>
                    <a:pt x="1176337" y="557213"/>
                  </a:lnTo>
                  <a:lnTo>
                    <a:pt x="1202531" y="569119"/>
                  </a:lnTo>
                  <a:lnTo>
                    <a:pt x="1233487" y="571500"/>
                  </a:lnTo>
                  <a:lnTo>
                    <a:pt x="1278731" y="588169"/>
                  </a:lnTo>
                  <a:lnTo>
                    <a:pt x="1303775" y="611821"/>
                  </a:lnTo>
                  <a:lnTo>
                    <a:pt x="1300162" y="626269"/>
                  </a:lnTo>
                  <a:lnTo>
                    <a:pt x="1300162" y="633413"/>
                  </a:lnTo>
                  <a:lnTo>
                    <a:pt x="1262062" y="645319"/>
                  </a:lnTo>
                  <a:lnTo>
                    <a:pt x="1228725" y="633413"/>
                  </a:lnTo>
                  <a:lnTo>
                    <a:pt x="1221581" y="654844"/>
                  </a:lnTo>
                  <a:lnTo>
                    <a:pt x="1243012" y="669132"/>
                  </a:lnTo>
                  <a:lnTo>
                    <a:pt x="1228725" y="762000"/>
                  </a:lnTo>
                  <a:lnTo>
                    <a:pt x="1254919" y="802482"/>
                  </a:lnTo>
                  <a:lnTo>
                    <a:pt x="1233487" y="854869"/>
                  </a:lnTo>
                  <a:lnTo>
                    <a:pt x="1243012" y="883444"/>
                  </a:lnTo>
                  <a:lnTo>
                    <a:pt x="1209675" y="888207"/>
                  </a:lnTo>
                  <a:lnTo>
                    <a:pt x="1221581" y="907257"/>
                  </a:lnTo>
                  <a:lnTo>
                    <a:pt x="1226344" y="1002507"/>
                  </a:lnTo>
                  <a:lnTo>
                    <a:pt x="1214437" y="1064419"/>
                  </a:lnTo>
                  <a:lnTo>
                    <a:pt x="1126331" y="1178719"/>
                  </a:lnTo>
                  <a:lnTo>
                    <a:pt x="1131094" y="1219200"/>
                  </a:lnTo>
                  <a:lnTo>
                    <a:pt x="1081087" y="1271588"/>
                  </a:lnTo>
                  <a:lnTo>
                    <a:pt x="1054894" y="1288257"/>
                  </a:lnTo>
                  <a:lnTo>
                    <a:pt x="1078706" y="1323975"/>
                  </a:lnTo>
                  <a:lnTo>
                    <a:pt x="1062037" y="1364457"/>
                  </a:lnTo>
                  <a:lnTo>
                    <a:pt x="1031081" y="1364457"/>
                  </a:lnTo>
                  <a:lnTo>
                    <a:pt x="992981" y="1354932"/>
                  </a:lnTo>
                  <a:lnTo>
                    <a:pt x="938212" y="1331119"/>
                  </a:lnTo>
                  <a:lnTo>
                    <a:pt x="912019" y="1338263"/>
                  </a:lnTo>
                  <a:lnTo>
                    <a:pt x="885825" y="1343025"/>
                  </a:lnTo>
                  <a:lnTo>
                    <a:pt x="850106" y="1340644"/>
                  </a:lnTo>
                  <a:lnTo>
                    <a:pt x="742950" y="1340644"/>
                  </a:lnTo>
                  <a:lnTo>
                    <a:pt x="738187" y="1369219"/>
                  </a:lnTo>
                  <a:lnTo>
                    <a:pt x="654844" y="1373982"/>
                  </a:lnTo>
                  <a:lnTo>
                    <a:pt x="595312" y="1409700"/>
                  </a:lnTo>
                  <a:lnTo>
                    <a:pt x="547687" y="1402557"/>
                  </a:lnTo>
                  <a:lnTo>
                    <a:pt x="502444" y="1440657"/>
                  </a:lnTo>
                  <a:lnTo>
                    <a:pt x="459581" y="1431132"/>
                  </a:lnTo>
                  <a:lnTo>
                    <a:pt x="453646" y="1425004"/>
                  </a:lnTo>
                  <a:lnTo>
                    <a:pt x="416719" y="1450182"/>
                  </a:lnTo>
                  <a:lnTo>
                    <a:pt x="407194" y="1466850"/>
                  </a:lnTo>
                  <a:lnTo>
                    <a:pt x="361950" y="1457325"/>
                  </a:lnTo>
                  <a:lnTo>
                    <a:pt x="350044" y="1469232"/>
                  </a:lnTo>
                  <a:lnTo>
                    <a:pt x="278606" y="1452563"/>
                  </a:lnTo>
                  <a:lnTo>
                    <a:pt x="223837" y="1471613"/>
                  </a:lnTo>
                  <a:lnTo>
                    <a:pt x="185737" y="1469232"/>
                  </a:lnTo>
                  <a:lnTo>
                    <a:pt x="202406" y="1438275"/>
                  </a:lnTo>
                  <a:lnTo>
                    <a:pt x="152400" y="1438275"/>
                  </a:lnTo>
                  <a:lnTo>
                    <a:pt x="119062" y="1428750"/>
                  </a:lnTo>
                  <a:lnTo>
                    <a:pt x="133350" y="1364457"/>
                  </a:lnTo>
                  <a:lnTo>
                    <a:pt x="42862" y="1362075"/>
                  </a:lnTo>
                  <a:lnTo>
                    <a:pt x="47625" y="1326357"/>
                  </a:lnTo>
                  <a:lnTo>
                    <a:pt x="92869" y="1304925"/>
                  </a:lnTo>
                  <a:lnTo>
                    <a:pt x="45244" y="1302544"/>
                  </a:lnTo>
                  <a:lnTo>
                    <a:pt x="45244" y="1269207"/>
                  </a:lnTo>
                  <a:lnTo>
                    <a:pt x="21431" y="1269207"/>
                  </a:lnTo>
                  <a:lnTo>
                    <a:pt x="2381" y="1259682"/>
                  </a:lnTo>
                  <a:lnTo>
                    <a:pt x="0" y="1212057"/>
                  </a:lnTo>
                  <a:lnTo>
                    <a:pt x="11906" y="1202532"/>
                  </a:lnTo>
                  <a:lnTo>
                    <a:pt x="35719" y="1197769"/>
                  </a:lnTo>
                  <a:lnTo>
                    <a:pt x="64294" y="1169194"/>
                  </a:lnTo>
                  <a:lnTo>
                    <a:pt x="111919" y="1164432"/>
                  </a:lnTo>
                  <a:lnTo>
                    <a:pt x="111919" y="1154907"/>
                  </a:lnTo>
                  <a:lnTo>
                    <a:pt x="76200" y="1147763"/>
                  </a:lnTo>
                  <a:lnTo>
                    <a:pt x="61912" y="1135857"/>
                  </a:lnTo>
                  <a:lnTo>
                    <a:pt x="4762" y="1140619"/>
                  </a:lnTo>
                  <a:lnTo>
                    <a:pt x="7144" y="1102519"/>
                  </a:lnTo>
                  <a:lnTo>
                    <a:pt x="19050" y="1081088"/>
                  </a:lnTo>
                  <a:lnTo>
                    <a:pt x="33337" y="1066800"/>
                  </a:lnTo>
                  <a:lnTo>
                    <a:pt x="57150" y="1076325"/>
                  </a:lnTo>
                  <a:lnTo>
                    <a:pt x="73819" y="1047750"/>
                  </a:lnTo>
                  <a:lnTo>
                    <a:pt x="95139" y="1054857"/>
                  </a:lnTo>
                  <a:lnTo>
                    <a:pt x="92869" y="1052513"/>
                  </a:lnTo>
                  <a:lnTo>
                    <a:pt x="121444" y="1050132"/>
                  </a:lnTo>
                  <a:lnTo>
                    <a:pt x="129540" y="1066324"/>
                  </a:lnTo>
                  <a:lnTo>
                    <a:pt x="130969" y="1066800"/>
                  </a:lnTo>
                  <a:lnTo>
                    <a:pt x="135401" y="1070068"/>
                  </a:lnTo>
                  <a:lnTo>
                    <a:pt x="142875" y="1071563"/>
                  </a:lnTo>
                  <a:lnTo>
                    <a:pt x="178594" y="1092994"/>
                  </a:lnTo>
                  <a:lnTo>
                    <a:pt x="171450" y="1021557"/>
                  </a:lnTo>
                  <a:lnTo>
                    <a:pt x="245269" y="995363"/>
                  </a:lnTo>
                  <a:lnTo>
                    <a:pt x="211931" y="973932"/>
                  </a:lnTo>
                  <a:lnTo>
                    <a:pt x="304800" y="914400"/>
                  </a:lnTo>
                  <a:lnTo>
                    <a:pt x="323850" y="916782"/>
                  </a:lnTo>
                  <a:lnTo>
                    <a:pt x="357187" y="873919"/>
                  </a:lnTo>
                  <a:lnTo>
                    <a:pt x="359569" y="871538"/>
                  </a:lnTo>
                  <a:cubicBezTo>
                    <a:pt x="350334" y="862307"/>
                    <a:pt x="357831" y="870077"/>
                    <a:pt x="340519" y="845344"/>
                  </a:cubicBezTo>
                  <a:lnTo>
                    <a:pt x="428625" y="769144"/>
                  </a:lnTo>
                  <a:lnTo>
                    <a:pt x="445294" y="781050"/>
                  </a:lnTo>
                  <a:lnTo>
                    <a:pt x="478631" y="773907"/>
                  </a:lnTo>
                  <a:lnTo>
                    <a:pt x="473869" y="762000"/>
                  </a:lnTo>
                  <a:lnTo>
                    <a:pt x="361950" y="738188"/>
                  </a:lnTo>
                  <a:lnTo>
                    <a:pt x="347662" y="695325"/>
                  </a:lnTo>
                  <a:lnTo>
                    <a:pt x="328612" y="707232"/>
                  </a:lnTo>
                  <a:lnTo>
                    <a:pt x="285750" y="666750"/>
                  </a:lnTo>
                  <a:lnTo>
                    <a:pt x="288131" y="650082"/>
                  </a:lnTo>
                  <a:lnTo>
                    <a:pt x="278606" y="659607"/>
                  </a:lnTo>
                  <a:lnTo>
                    <a:pt x="245269" y="619125"/>
                  </a:lnTo>
                  <a:lnTo>
                    <a:pt x="257175" y="595313"/>
                  </a:lnTo>
                  <a:lnTo>
                    <a:pt x="238125" y="552450"/>
                  </a:lnTo>
                  <a:lnTo>
                    <a:pt x="311944" y="545307"/>
                  </a:lnTo>
                  <a:lnTo>
                    <a:pt x="333375" y="481013"/>
                  </a:lnTo>
                  <a:lnTo>
                    <a:pt x="402431" y="478632"/>
                  </a:lnTo>
                  <a:lnTo>
                    <a:pt x="409575" y="473869"/>
                  </a:lnTo>
                  <a:lnTo>
                    <a:pt x="342900" y="464344"/>
                  </a:lnTo>
                  <a:lnTo>
                    <a:pt x="314325" y="411957"/>
                  </a:lnTo>
                  <a:lnTo>
                    <a:pt x="257175" y="390525"/>
                  </a:lnTo>
                  <a:lnTo>
                    <a:pt x="295275" y="369094"/>
                  </a:lnTo>
                  <a:lnTo>
                    <a:pt x="371475" y="376238"/>
                  </a:lnTo>
                  <a:lnTo>
                    <a:pt x="381000" y="366713"/>
                  </a:lnTo>
                  <a:lnTo>
                    <a:pt x="364331" y="350044"/>
                  </a:lnTo>
                  <a:lnTo>
                    <a:pt x="357187" y="361950"/>
                  </a:lnTo>
                  <a:lnTo>
                    <a:pt x="321469" y="338138"/>
                  </a:lnTo>
                  <a:lnTo>
                    <a:pt x="340519" y="295275"/>
                  </a:lnTo>
                  <a:lnTo>
                    <a:pt x="350044" y="273844"/>
                  </a:lnTo>
                  <a:lnTo>
                    <a:pt x="381000" y="259557"/>
                  </a:lnTo>
                  <a:lnTo>
                    <a:pt x="407194" y="264319"/>
                  </a:lnTo>
                  <a:lnTo>
                    <a:pt x="407194" y="250032"/>
                  </a:lnTo>
                  <a:lnTo>
                    <a:pt x="564356" y="311944"/>
                  </a:lnTo>
                  <a:lnTo>
                    <a:pt x="571500" y="340519"/>
                  </a:lnTo>
                  <a:lnTo>
                    <a:pt x="595312" y="321469"/>
                  </a:lnTo>
                  <a:lnTo>
                    <a:pt x="621506" y="323850"/>
                  </a:lnTo>
                  <a:lnTo>
                    <a:pt x="661987" y="352425"/>
                  </a:lnTo>
                  <a:lnTo>
                    <a:pt x="688181" y="342900"/>
                  </a:lnTo>
                  <a:lnTo>
                    <a:pt x="695325" y="333375"/>
                  </a:lnTo>
                  <a:lnTo>
                    <a:pt x="728662" y="314325"/>
                  </a:lnTo>
                  <a:lnTo>
                    <a:pt x="738187" y="290513"/>
                  </a:lnTo>
                  <a:lnTo>
                    <a:pt x="797719" y="288132"/>
                  </a:lnTo>
                  <a:lnTo>
                    <a:pt x="814387" y="271463"/>
                  </a:lnTo>
                  <a:lnTo>
                    <a:pt x="812006" y="261938"/>
                  </a:lnTo>
                  <a:lnTo>
                    <a:pt x="797719" y="273844"/>
                  </a:lnTo>
                  <a:lnTo>
                    <a:pt x="745331" y="273844"/>
                  </a:lnTo>
                  <a:lnTo>
                    <a:pt x="762000" y="252413"/>
                  </a:lnTo>
                  <a:lnTo>
                    <a:pt x="728662" y="252413"/>
                  </a:lnTo>
                  <a:lnTo>
                    <a:pt x="695325" y="214313"/>
                  </a:lnTo>
                  <a:lnTo>
                    <a:pt x="692944" y="176213"/>
                  </a:lnTo>
                  <a:lnTo>
                    <a:pt x="735806" y="157163"/>
                  </a:lnTo>
                  <a:lnTo>
                    <a:pt x="773906" y="154782"/>
                  </a:lnTo>
                  <a:lnTo>
                    <a:pt x="781050" y="135732"/>
                  </a:lnTo>
                  <a:lnTo>
                    <a:pt x="804862" y="130969"/>
                  </a:lnTo>
                  <a:lnTo>
                    <a:pt x="807244" y="100013"/>
                  </a:lnTo>
                  <a:lnTo>
                    <a:pt x="826294" y="66675"/>
                  </a:lnTo>
                  <a:lnTo>
                    <a:pt x="842962" y="57150"/>
                  </a:lnTo>
                  <a:lnTo>
                    <a:pt x="859631" y="35719"/>
                  </a:lnTo>
                  <a:lnTo>
                    <a:pt x="900112" y="30957"/>
                  </a:lnTo>
                  <a:lnTo>
                    <a:pt x="950119" y="26194"/>
                  </a:lnTo>
                  <a:lnTo>
                    <a:pt x="959644" y="42863"/>
                  </a:lnTo>
                  <a:lnTo>
                    <a:pt x="990600" y="28575"/>
                  </a:lnTo>
                  <a:lnTo>
                    <a:pt x="1004887" y="14288"/>
                  </a:lnTo>
                  <a:lnTo>
                    <a:pt x="1040606" y="7144"/>
                  </a:lnTo>
                  <a:lnTo>
                    <a:pt x="1047750" y="38100"/>
                  </a:lnTo>
                  <a:lnTo>
                    <a:pt x="1066800" y="16669"/>
                  </a:lnTo>
                  <a:lnTo>
                    <a:pt x="1095375" y="26194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 w="127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90000" rIns="91440" bIns="9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Aft>
                  <a:spcPts val="600"/>
                </a:spcAft>
              </a:pPr>
              <a:endParaRPr lang="en-US" sz="1400" dirty="0">
                <a:solidFill>
                  <a:schemeClr val="bg1"/>
                </a:solidFill>
              </a:endParaRPr>
            </a:p>
          </p:txBody>
        </p:sp>
        <p:sp>
          <p:nvSpPr>
            <p:cNvPr id="18" name="Textfeld 17">
              <a:extLst>
                <a:ext uri="{FF2B5EF4-FFF2-40B4-BE49-F238E27FC236}">
                  <a16:creationId xmlns:a16="http://schemas.microsoft.com/office/drawing/2014/main" id="{253C0448-4AEE-4A43-94AE-1E96B3A4872D}"/>
                </a:ext>
              </a:extLst>
            </p:cNvPr>
            <p:cNvSpPr txBox="1"/>
            <p:nvPr userDrawn="1"/>
          </p:nvSpPr>
          <p:spPr>
            <a:xfrm>
              <a:off x="1059276" y="1267471"/>
              <a:ext cx="242339" cy="47854"/>
            </a:xfrm>
            <a:prstGeom prst="rect">
              <a:avLst/>
            </a:prstGeom>
            <a:noFill/>
          </p:spPr>
          <p:txBody>
            <a:bodyPr wrap="none" lIns="36000" tIns="0" rIns="36000" bIns="0" rtlCol="0">
              <a:spAutoFit/>
            </a:bodyPr>
            <a:lstStyle/>
            <a:p>
              <a:pPr>
                <a:lnSpc>
                  <a:spcPct val="80000"/>
                </a:lnSpc>
                <a:spcAft>
                  <a:spcPts val="600"/>
                </a:spcAft>
              </a:pPr>
              <a:r>
                <a:rPr lang="en-GB" sz="600" dirty="0">
                  <a:solidFill>
                    <a:schemeClr val="tx1"/>
                  </a:solidFill>
                </a:rPr>
                <a:t>Scotland</a:t>
              </a:r>
            </a:p>
          </p:txBody>
        </p:sp>
        <p:sp>
          <p:nvSpPr>
            <p:cNvPr id="19" name="Textfeld 18">
              <a:extLst>
                <a:ext uri="{FF2B5EF4-FFF2-40B4-BE49-F238E27FC236}">
                  <a16:creationId xmlns:a16="http://schemas.microsoft.com/office/drawing/2014/main" id="{D32EE32B-6993-41F4-BCFB-8D9907902F4C}"/>
                </a:ext>
              </a:extLst>
            </p:cNvPr>
            <p:cNvSpPr txBox="1"/>
            <p:nvPr userDrawn="1"/>
          </p:nvSpPr>
          <p:spPr>
            <a:xfrm>
              <a:off x="282452" y="2082813"/>
              <a:ext cx="311919" cy="95709"/>
            </a:xfrm>
            <a:prstGeom prst="rect">
              <a:avLst/>
            </a:prstGeom>
            <a:noFill/>
          </p:spPr>
          <p:txBody>
            <a:bodyPr wrap="none" lIns="36000" tIns="0" rIns="36000" bIns="0" rtlCol="0">
              <a:spAutoFit/>
            </a:bodyPr>
            <a:lstStyle/>
            <a:p>
              <a:pPr>
                <a:lnSpc>
                  <a:spcPct val="80000"/>
                </a:lnSpc>
                <a:spcAft>
                  <a:spcPts val="600"/>
                </a:spcAft>
              </a:pPr>
              <a:r>
                <a:rPr lang="en-GB" sz="600" dirty="0">
                  <a:solidFill>
                    <a:schemeClr val="accent1">
                      <a:lumMod val="40000"/>
                      <a:lumOff val="60000"/>
                    </a:schemeClr>
                  </a:solidFill>
                </a:rPr>
                <a:t>Republic of </a:t>
              </a:r>
              <a:br>
                <a:rPr lang="en-GB" sz="600" dirty="0">
                  <a:solidFill>
                    <a:schemeClr val="accent1">
                      <a:lumMod val="40000"/>
                      <a:lumOff val="60000"/>
                    </a:schemeClr>
                  </a:solidFill>
                </a:rPr>
              </a:br>
              <a:r>
                <a:rPr lang="en-GB" sz="600" dirty="0">
                  <a:solidFill>
                    <a:schemeClr val="accent1">
                      <a:lumMod val="40000"/>
                      <a:lumOff val="60000"/>
                    </a:schemeClr>
                  </a:solidFill>
                </a:rPr>
                <a:t>Ireland</a:t>
              </a:r>
            </a:p>
          </p:txBody>
        </p:sp>
        <p:sp>
          <p:nvSpPr>
            <p:cNvPr id="20" name="Textfeld 19">
              <a:extLst>
                <a:ext uri="{FF2B5EF4-FFF2-40B4-BE49-F238E27FC236}">
                  <a16:creationId xmlns:a16="http://schemas.microsoft.com/office/drawing/2014/main" id="{A9E1FA99-0746-4951-9DAD-0B0C30D3177F}"/>
                </a:ext>
              </a:extLst>
            </p:cNvPr>
            <p:cNvSpPr txBox="1"/>
            <p:nvPr userDrawn="1"/>
          </p:nvSpPr>
          <p:spPr>
            <a:xfrm>
              <a:off x="1323370" y="2458228"/>
              <a:ext cx="231954" cy="47854"/>
            </a:xfrm>
            <a:prstGeom prst="rect">
              <a:avLst/>
            </a:prstGeom>
            <a:noFill/>
          </p:spPr>
          <p:txBody>
            <a:bodyPr wrap="none" lIns="36000" tIns="0" rIns="36000" bIns="0" rtlCol="0">
              <a:spAutoFit/>
            </a:bodyPr>
            <a:lstStyle/>
            <a:p>
              <a:pPr>
                <a:lnSpc>
                  <a:spcPct val="80000"/>
                </a:lnSpc>
                <a:spcAft>
                  <a:spcPts val="600"/>
                </a:spcAft>
              </a:pPr>
              <a:r>
                <a:rPr lang="en-GB" sz="600" dirty="0">
                  <a:solidFill>
                    <a:schemeClr val="tx1"/>
                  </a:solidFill>
                </a:rPr>
                <a:t>England</a:t>
              </a:r>
            </a:p>
          </p:txBody>
        </p:sp>
        <p:sp>
          <p:nvSpPr>
            <p:cNvPr id="21" name="Textfeld 20">
              <a:extLst>
                <a:ext uri="{FF2B5EF4-FFF2-40B4-BE49-F238E27FC236}">
                  <a16:creationId xmlns:a16="http://schemas.microsoft.com/office/drawing/2014/main" id="{A61B7636-022A-43F7-AA0C-A58C164C4D38}"/>
                </a:ext>
              </a:extLst>
            </p:cNvPr>
            <p:cNvSpPr txBox="1"/>
            <p:nvPr userDrawn="1"/>
          </p:nvSpPr>
          <p:spPr>
            <a:xfrm>
              <a:off x="887981" y="2475039"/>
              <a:ext cx="186260" cy="47854"/>
            </a:xfrm>
            <a:prstGeom prst="rect">
              <a:avLst/>
            </a:prstGeom>
            <a:noFill/>
          </p:spPr>
          <p:txBody>
            <a:bodyPr wrap="none" lIns="36000" tIns="0" rIns="36000" bIns="0" rtlCol="0">
              <a:spAutoFit/>
            </a:bodyPr>
            <a:lstStyle/>
            <a:p>
              <a:pPr>
                <a:lnSpc>
                  <a:spcPct val="80000"/>
                </a:lnSpc>
                <a:spcAft>
                  <a:spcPts val="600"/>
                </a:spcAft>
              </a:pPr>
              <a:r>
                <a:rPr lang="en-GB" sz="600" dirty="0">
                  <a:solidFill>
                    <a:schemeClr val="tx1"/>
                  </a:solidFill>
                </a:rPr>
                <a:t>Wales</a:t>
              </a:r>
            </a:p>
          </p:txBody>
        </p:sp>
        <p:sp>
          <p:nvSpPr>
            <p:cNvPr id="22" name="Textfeld 21">
              <a:extLst>
                <a:ext uri="{FF2B5EF4-FFF2-40B4-BE49-F238E27FC236}">
                  <a16:creationId xmlns:a16="http://schemas.microsoft.com/office/drawing/2014/main" id="{5661EE75-520E-4EBC-91A0-9AF230831E02}"/>
                </a:ext>
              </a:extLst>
            </p:cNvPr>
            <p:cNvSpPr txBox="1"/>
            <p:nvPr userDrawn="1"/>
          </p:nvSpPr>
          <p:spPr>
            <a:xfrm>
              <a:off x="648973" y="1721415"/>
              <a:ext cx="200799" cy="95709"/>
            </a:xfrm>
            <a:prstGeom prst="rect">
              <a:avLst/>
            </a:prstGeom>
            <a:noFill/>
          </p:spPr>
          <p:txBody>
            <a:bodyPr wrap="none" lIns="36000" tIns="0" rIns="36000" bIns="0" rtlCol="0">
              <a:spAutoFit/>
            </a:bodyPr>
            <a:lstStyle/>
            <a:p>
              <a:pPr>
                <a:lnSpc>
                  <a:spcPct val="80000"/>
                </a:lnSpc>
                <a:spcAft>
                  <a:spcPts val="600"/>
                </a:spcAft>
              </a:pPr>
              <a:r>
                <a:rPr lang="en-GB" sz="600" dirty="0">
                  <a:solidFill>
                    <a:schemeClr val="tx1"/>
                  </a:solidFill>
                </a:rPr>
                <a:t>North-</a:t>
              </a:r>
              <a:br>
                <a:rPr lang="en-GB" sz="600" dirty="0">
                  <a:solidFill>
                    <a:schemeClr val="tx1"/>
                  </a:solidFill>
                </a:rPr>
              </a:br>
              <a:r>
                <a:rPr lang="en-GB" sz="600" dirty="0">
                  <a:solidFill>
                    <a:schemeClr val="tx1"/>
                  </a:solidFill>
                </a:rPr>
                <a:t>Ireland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867034743"/>
      </p:ext>
    </p:extLst>
  </p:cSld>
  <p:clrMapOvr>
    <a:masterClrMapping/>
  </p:clrMapOvr>
  <p:transition spd="slow">
    <p:fade/>
  </p:transition>
</p:sldLayout>
</file>

<file path=ppt/slideMasters/_rels/slideMaster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9" Type="http://schemas.openxmlformats.org/officeDocument/2006/relationships/slideLayout" Target="../slideLayouts/slideLayout9.xml"/><Relationship Id="rId10" Type="http://schemas.openxmlformats.org/officeDocument/2006/relationships/slideLayout" Target="../slideLayouts/slideLayout10.xml"/><Relationship Id="rId11" Type="http://schemas.openxmlformats.org/officeDocument/2006/relationships/slideLayout" Target="../slideLayouts/slideLayout11.xml"/><Relationship Id="rId12" Type="http://schemas.openxmlformats.org/officeDocument/2006/relationships/slideLayout" Target="../slideLayouts/slideLayout12.xml"/><Relationship Id="rId13" Type="http://schemas.openxmlformats.org/officeDocument/2006/relationships/slideLayout" Target="../slideLayouts/slideLayout13.xml"/><Relationship Id="rId14" Type="http://schemas.openxmlformats.org/officeDocument/2006/relationships/slideLayout" Target="../slideLayouts/slideLayout14.xml"/><Relationship Id="rId15" Type="http://schemas.openxmlformats.org/officeDocument/2006/relationships/slideLayout" Target="../slideLayouts/slideLayout15.xml"/><Relationship Id="rId16" Type="http://schemas.openxmlformats.org/officeDocument/2006/relationships/slideLayout" Target="../slideLayouts/slideLayout16.xml"/><Relationship Id="rId17" Type="http://schemas.openxmlformats.org/officeDocument/2006/relationships/slideLayout" Target="../slideLayouts/slideLayout17.xml"/><Relationship Id="rId18" Type="http://schemas.openxmlformats.org/officeDocument/2006/relationships/slideLayout" Target="../slideLayouts/slideLayout18.xml"/><Relationship Id="rId19" Type="http://schemas.openxmlformats.org/officeDocument/2006/relationships/slideLayout" Target="../slideLayouts/slideLayout19.xml"/><Relationship Id="rId20" Type="http://schemas.openxmlformats.org/officeDocument/2006/relationships/slideLayout" Target="../slideLayouts/slideLayout20.xml"/><Relationship Id="rId21" Type="http://schemas.openxmlformats.org/officeDocument/2006/relationships/slideLayout" Target="../slideLayouts/slideLayout21.xml"/><Relationship Id="rId22" Type="http://schemas.openxmlformats.org/officeDocument/2006/relationships/slideLayout" Target="../slideLayouts/slideLayout22.xml"/><Relationship Id="rId23" Type="http://schemas.openxmlformats.org/officeDocument/2006/relationships/slideLayout" Target="../slideLayouts/slideLayout23.xml"/><Relationship Id="rId24" Type="http://schemas.openxmlformats.org/officeDocument/2006/relationships/slideLayout" Target="../slideLayouts/slideLayout24.xml"/><Relationship Id="rId25" Type="http://schemas.openxmlformats.org/officeDocument/2006/relationships/slideLayout" Target="../slideLayouts/slideLayout25.xml"/><Relationship Id="rId26" Type="http://schemas.openxmlformats.org/officeDocument/2006/relationships/slideLayout" Target="../slideLayouts/slideLayout26.xml"/><Relationship Id="rId27" Type="http://schemas.openxmlformats.org/officeDocument/2006/relationships/slideLayout" Target="../slideLayouts/slideLayout27.xml"/><Relationship Id="rId28" Type="http://schemas.openxmlformats.org/officeDocument/2006/relationships/slideLayout" Target="../slideLayouts/slideLayout28.xml"/><Relationship Id="rId29" Type="http://schemas.openxmlformats.org/officeDocument/2006/relationships/slideLayout" Target="../slideLayouts/slideLayout29.xml"/><Relationship Id="rId30" Type="http://schemas.openxmlformats.org/officeDocument/2006/relationships/slideLayout" Target="../slideLayouts/slideLayout30.xml"/><Relationship Id="rId31" Type="http://schemas.openxmlformats.org/officeDocument/2006/relationships/slideLayout" Target="../slideLayouts/slideLayout31.xml"/><Relationship Id="rId32" Type="http://schemas.openxmlformats.org/officeDocument/2006/relationships/slideLayout" Target="../slideLayouts/slideLayout32.xml"/><Relationship Id="rId33" Type="http://schemas.openxmlformats.org/officeDocument/2006/relationships/slideLayout" Target="../slideLayouts/slideLayout33.xml"/><Relationship Id="rId34" Type="http://schemas.openxmlformats.org/officeDocument/2006/relationships/slideLayout" Target="../slideLayouts/slideLayout34.xml"/><Relationship Id="rId35" Type="http://schemas.openxmlformats.org/officeDocument/2006/relationships/slideLayout" Target="../slideLayouts/slideLayout35.xml"/><Relationship Id="rId36" Type="http://schemas.openxmlformats.org/officeDocument/2006/relationships/slideLayout" Target="../slideLayouts/slideLayout36.xml"/><Relationship Id="rId37" Type="http://schemas.openxmlformats.org/officeDocument/2006/relationships/slideLayout" Target="../slideLayouts/slideLayout37.xml"/><Relationship Id="rId38" Type="http://schemas.openxmlformats.org/officeDocument/2006/relationships/slideLayout" Target="../slideLayouts/slideLayout38.xml"/><Relationship Id="rId39" Type="http://schemas.openxmlformats.org/officeDocument/2006/relationships/slideLayout" Target="../slideLayouts/slideLayout39.xml"/><Relationship Id="rId40" Type="http://schemas.openxmlformats.org/officeDocument/2006/relationships/slideLayout" Target="../slideLayouts/slideLayout40.xml"/><Relationship Id="rId41" Type="http://schemas.openxmlformats.org/officeDocument/2006/relationships/slideLayout" Target="../slideLayouts/slideLayout41.xml"/><Relationship Id="rId42" Type="http://schemas.openxmlformats.org/officeDocument/2006/relationships/slideLayout" Target="../slideLayouts/slideLayout42.xml"/><Relationship Id="rId43" Type="http://schemas.openxmlformats.org/officeDocument/2006/relationships/slideLayout" Target="../slideLayouts/slideLayout43.xml"/><Relationship Id="rId44" Type="http://schemas.openxmlformats.org/officeDocument/2006/relationships/slideLayout" Target="../slideLayouts/slideLayout44.xml"/><Relationship Id="rId45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 bwMode="auto">
          <a:xfrm>
            <a:off x="432000" y="271678"/>
            <a:ext cx="8280000" cy="28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GB" noProof="0" dirty="0"/>
              <a:t>Title / key message of the slide</a:t>
            </a:r>
          </a:p>
        </p:txBody>
      </p:sp>
      <p:sp>
        <p:nvSpPr>
          <p:cNvPr id="4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432000" y="756000"/>
            <a:ext cx="8280000" cy="388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GB" noProof="0" dirty="0"/>
              <a:t>Text</a:t>
            </a:r>
          </a:p>
          <a:p>
            <a:pPr lvl="1"/>
            <a:r>
              <a:rPr lang="en-GB" noProof="0" dirty="0"/>
              <a:t>Text</a:t>
            </a:r>
          </a:p>
          <a:p>
            <a:pPr lvl="2"/>
            <a:r>
              <a:rPr lang="en-GB" noProof="0" dirty="0"/>
              <a:t>Text</a:t>
            </a:r>
          </a:p>
          <a:p>
            <a:pPr lvl="3"/>
            <a:r>
              <a:rPr lang="en-GB" noProof="0" dirty="0"/>
              <a:t>Text</a:t>
            </a:r>
          </a:p>
          <a:p>
            <a:pPr lvl="4"/>
            <a:r>
              <a:rPr lang="en-GB" noProof="0" dirty="0"/>
              <a:t>Text</a:t>
            </a:r>
          </a:p>
        </p:txBody>
      </p:sp>
      <p:sp>
        <p:nvSpPr>
          <p:cNvPr id="6" name="Pfeil nach oben 5"/>
          <p:cNvSpPr/>
          <p:nvPr/>
        </p:nvSpPr>
        <p:spPr>
          <a:xfrm>
            <a:off x="-144523" y="941509"/>
            <a:ext cx="45719" cy="72447"/>
          </a:xfrm>
          <a:prstGeom prst="upArrow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90000" bIns="90000" rtlCol="0" anchor="t" anchorCtr="0"/>
          <a:lstStyle/>
          <a:p>
            <a:pPr algn="ctr" defTabSz="457189">
              <a:lnSpc>
                <a:spcPct val="90000"/>
              </a:lnSpc>
              <a:spcAft>
                <a:spcPts val="600"/>
              </a:spcAft>
            </a:pPr>
            <a:endParaRPr lang="en-GB" sz="1600" noProof="0" dirty="0">
              <a:solidFill>
                <a:srgbClr val="FFFFFF"/>
              </a:solidFill>
            </a:endParaRPr>
          </a:p>
        </p:txBody>
      </p:sp>
      <p:sp>
        <p:nvSpPr>
          <p:cNvPr id="66" name="Pfeil nach oben 65"/>
          <p:cNvSpPr/>
          <p:nvPr/>
        </p:nvSpPr>
        <p:spPr>
          <a:xfrm>
            <a:off x="-190242" y="760371"/>
            <a:ext cx="45719" cy="253565"/>
          </a:xfrm>
          <a:prstGeom prst="upArrow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90000" bIns="90000" rtlCol="0" anchor="t" anchorCtr="0"/>
          <a:lstStyle/>
          <a:p>
            <a:pPr algn="ctr" defTabSz="457189">
              <a:lnSpc>
                <a:spcPct val="90000"/>
              </a:lnSpc>
              <a:spcAft>
                <a:spcPts val="600"/>
              </a:spcAft>
            </a:pPr>
            <a:endParaRPr lang="en-GB" sz="1600" noProof="0" dirty="0">
              <a:solidFill>
                <a:srgbClr val="FFFFFF"/>
              </a:solidFill>
            </a:endParaRPr>
          </a:p>
        </p:txBody>
      </p:sp>
      <p:grpSp>
        <p:nvGrpSpPr>
          <p:cNvPr id="47" name="Gruppieren 46"/>
          <p:cNvGrpSpPr/>
          <p:nvPr userDrawn="1"/>
        </p:nvGrpSpPr>
        <p:grpSpPr>
          <a:xfrm>
            <a:off x="-607990" y="-147638"/>
            <a:ext cx="9905540" cy="5427555"/>
            <a:chOff x="-607990" y="-146727"/>
            <a:chExt cx="9905540" cy="5394052"/>
          </a:xfrm>
        </p:grpSpPr>
        <p:sp>
          <p:nvSpPr>
            <p:cNvPr id="85" name="Textfeld 84"/>
            <p:cNvSpPr txBox="1"/>
            <p:nvPr userDrawn="1"/>
          </p:nvSpPr>
          <p:spPr>
            <a:xfrm>
              <a:off x="-255445" y="4878934"/>
              <a:ext cx="255445" cy="107333"/>
            </a:xfrm>
            <a:prstGeom prst="rect">
              <a:avLst/>
            </a:prstGeom>
            <a:noFill/>
            <a:ln w="1270">
              <a:noFill/>
            </a:ln>
          </p:spPr>
          <p:txBody>
            <a:bodyPr wrap="none" lIns="36000" tIns="0" rIns="36000" bIns="0" rtlCol="0" anchor="ctr">
              <a:noAutofit/>
            </a:bodyPr>
            <a:lstStyle/>
            <a:p>
              <a:pPr algn="r" defTabSz="457189" fontAlgn="base">
                <a:lnSpc>
                  <a:spcPct val="90000"/>
                </a:lnSpc>
                <a:spcBef>
                  <a:spcPct val="0"/>
                </a:spcBef>
                <a:spcAft>
                  <a:spcPts val="600"/>
                </a:spcAft>
              </a:pPr>
              <a:r>
                <a:rPr lang="en-GB" sz="400" noProof="0" dirty="0">
                  <a:solidFill>
                    <a:srgbClr val="9FA0A3"/>
                  </a:solidFill>
                </a:rPr>
                <a:t>Footer</a:t>
              </a:r>
              <a:endParaRPr lang="en-GB" sz="500" noProof="0" dirty="0">
                <a:solidFill>
                  <a:srgbClr val="9FA0A3"/>
                </a:solidFill>
              </a:endParaRPr>
            </a:p>
          </p:txBody>
        </p:sp>
        <p:sp>
          <p:nvSpPr>
            <p:cNvPr id="53" name="Rechteck 52"/>
            <p:cNvSpPr>
              <a:spLocks/>
            </p:cNvSpPr>
            <p:nvPr userDrawn="1"/>
          </p:nvSpPr>
          <p:spPr>
            <a:xfrm>
              <a:off x="-82232" y="4630551"/>
              <a:ext cx="45719" cy="174461"/>
            </a:xfrm>
            <a:prstGeom prst="rect">
              <a:avLst/>
            </a:prstGeom>
            <a:pattFill prst="wdUpDiag">
              <a:fgClr>
                <a:schemeClr val="tx2"/>
              </a:fgClr>
              <a:bgClr>
                <a:schemeClr val="bg2">
                  <a:lumMod val="25000"/>
                  <a:lumOff val="75000"/>
                </a:schemeClr>
              </a:bgClr>
            </a:patt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90000" bIns="90000" rtlCol="0" anchor="t" anchorCtr="0"/>
            <a:lstStyle/>
            <a:p>
              <a:pPr algn="ctr" defTabSz="457189"/>
              <a:endParaRPr lang="en-GB" sz="1800" noProof="0" dirty="0">
                <a:solidFill>
                  <a:srgbClr val="9FA0A3"/>
                </a:solidFill>
              </a:endParaRPr>
            </a:p>
          </p:txBody>
        </p:sp>
        <p:sp>
          <p:nvSpPr>
            <p:cNvPr id="55" name="Line 9"/>
            <p:cNvSpPr>
              <a:spLocks noChangeShapeType="1"/>
            </p:cNvSpPr>
            <p:nvPr/>
          </p:nvSpPr>
          <p:spPr bwMode="auto">
            <a:xfrm flipV="1">
              <a:off x="-144512" y="500889"/>
              <a:ext cx="108000" cy="0"/>
            </a:xfrm>
            <a:prstGeom prst="line">
              <a:avLst/>
            </a:prstGeom>
            <a:noFill/>
            <a:ln w="3175">
              <a:solidFill>
                <a:schemeClr val="tx2"/>
              </a:solidFill>
              <a:round/>
              <a:headEnd/>
              <a:tailEnd/>
            </a:ln>
          </p:spPr>
          <p:txBody>
            <a:bodyPr anchor="ctr"/>
            <a:lstStyle/>
            <a:p>
              <a:pPr defTabSz="457189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en-GB" sz="1800" noProof="0" dirty="0">
                <a:solidFill>
                  <a:srgbClr val="9FA0A3"/>
                </a:solidFill>
              </a:endParaRPr>
            </a:p>
          </p:txBody>
        </p:sp>
        <p:sp>
          <p:nvSpPr>
            <p:cNvPr id="56" name="Line 14"/>
            <p:cNvSpPr>
              <a:spLocks noChangeShapeType="1"/>
            </p:cNvSpPr>
            <p:nvPr/>
          </p:nvSpPr>
          <p:spPr bwMode="auto">
            <a:xfrm>
              <a:off x="-144512" y="322000"/>
              <a:ext cx="108000" cy="0"/>
            </a:xfrm>
            <a:prstGeom prst="line">
              <a:avLst/>
            </a:prstGeom>
            <a:noFill/>
            <a:ln w="3175">
              <a:solidFill>
                <a:schemeClr val="tx2"/>
              </a:solidFill>
              <a:round/>
              <a:headEnd/>
              <a:tailEnd/>
            </a:ln>
          </p:spPr>
          <p:txBody>
            <a:bodyPr anchor="ctr"/>
            <a:lstStyle/>
            <a:p>
              <a:pPr defTabSz="457189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en-GB" sz="1800" noProof="0" dirty="0">
                <a:solidFill>
                  <a:srgbClr val="9FA0A3"/>
                </a:solidFill>
              </a:endParaRPr>
            </a:p>
          </p:txBody>
        </p:sp>
        <p:sp>
          <p:nvSpPr>
            <p:cNvPr id="57" name="Line 15"/>
            <p:cNvSpPr>
              <a:spLocks noChangeShapeType="1"/>
            </p:cNvSpPr>
            <p:nvPr/>
          </p:nvSpPr>
          <p:spPr bwMode="auto">
            <a:xfrm flipH="1">
              <a:off x="430808" y="-146727"/>
              <a:ext cx="0" cy="107333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anchor="ctr"/>
            <a:lstStyle/>
            <a:p>
              <a:pPr defTabSz="457189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en-GB" sz="1800" noProof="0" dirty="0">
                <a:solidFill>
                  <a:srgbClr val="9FA0A3"/>
                </a:solidFill>
              </a:endParaRPr>
            </a:p>
          </p:txBody>
        </p:sp>
        <p:sp>
          <p:nvSpPr>
            <p:cNvPr id="58" name="Line 17"/>
            <p:cNvSpPr>
              <a:spLocks noChangeShapeType="1"/>
            </p:cNvSpPr>
            <p:nvPr/>
          </p:nvSpPr>
          <p:spPr bwMode="auto">
            <a:xfrm>
              <a:off x="8712460" y="-146727"/>
              <a:ext cx="0" cy="107333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anchor="ctr"/>
            <a:lstStyle/>
            <a:p>
              <a:pPr defTabSz="457189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en-GB" sz="1800" noProof="0" dirty="0">
                <a:solidFill>
                  <a:srgbClr val="9FA0A3"/>
                </a:solidFill>
              </a:endParaRPr>
            </a:p>
          </p:txBody>
        </p:sp>
        <p:sp>
          <p:nvSpPr>
            <p:cNvPr id="63" name="Line 10"/>
            <p:cNvSpPr>
              <a:spLocks noChangeShapeType="1"/>
            </p:cNvSpPr>
            <p:nvPr userDrawn="1"/>
          </p:nvSpPr>
          <p:spPr bwMode="auto">
            <a:xfrm flipH="1">
              <a:off x="-144512" y="2734784"/>
              <a:ext cx="108000" cy="0"/>
            </a:xfrm>
            <a:prstGeom prst="line">
              <a:avLst/>
            </a:prstGeom>
            <a:noFill/>
            <a:ln w="3175">
              <a:solidFill>
                <a:schemeClr val="bg1"/>
              </a:solidFill>
              <a:prstDash val="sysDot"/>
              <a:round/>
              <a:headEnd/>
              <a:tailEnd/>
            </a:ln>
          </p:spPr>
          <p:txBody>
            <a:bodyPr anchor="ctr"/>
            <a:lstStyle/>
            <a:p>
              <a:pPr defTabSz="457189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en-GB" sz="1800" noProof="0" dirty="0">
                <a:solidFill>
                  <a:srgbClr val="9FA0A3"/>
                </a:solidFill>
              </a:endParaRPr>
            </a:p>
          </p:txBody>
        </p:sp>
        <p:sp>
          <p:nvSpPr>
            <p:cNvPr id="67" name="Line 14"/>
            <p:cNvSpPr>
              <a:spLocks noChangeShapeType="1"/>
            </p:cNvSpPr>
            <p:nvPr userDrawn="1"/>
          </p:nvSpPr>
          <p:spPr bwMode="auto">
            <a:xfrm>
              <a:off x="-108512" y="596610"/>
              <a:ext cx="72000" cy="0"/>
            </a:xfrm>
            <a:prstGeom prst="line">
              <a:avLst/>
            </a:prstGeom>
            <a:noFill/>
            <a:ln w="3175">
              <a:solidFill>
                <a:schemeClr val="accent1"/>
              </a:solidFill>
              <a:round/>
              <a:headEnd/>
              <a:tailEnd/>
            </a:ln>
          </p:spPr>
          <p:txBody>
            <a:bodyPr anchor="ctr"/>
            <a:lstStyle/>
            <a:p>
              <a:pPr defTabSz="457189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en-GB" sz="1800" noProof="0" dirty="0">
                <a:solidFill>
                  <a:srgbClr val="9FA0A3"/>
                </a:solidFill>
              </a:endParaRPr>
            </a:p>
          </p:txBody>
        </p:sp>
        <p:sp>
          <p:nvSpPr>
            <p:cNvPr id="68" name="Line 14"/>
            <p:cNvSpPr>
              <a:spLocks noChangeShapeType="1"/>
            </p:cNvSpPr>
            <p:nvPr userDrawn="1"/>
          </p:nvSpPr>
          <p:spPr bwMode="auto">
            <a:xfrm>
              <a:off x="-108512" y="755675"/>
              <a:ext cx="72000" cy="0"/>
            </a:xfrm>
            <a:prstGeom prst="line">
              <a:avLst/>
            </a:prstGeom>
            <a:noFill/>
            <a:ln w="3175">
              <a:solidFill>
                <a:schemeClr val="accent1"/>
              </a:solidFill>
              <a:prstDash val="sysDash"/>
              <a:round/>
              <a:headEnd/>
              <a:tailEnd/>
            </a:ln>
          </p:spPr>
          <p:txBody>
            <a:bodyPr anchor="ctr"/>
            <a:lstStyle/>
            <a:p>
              <a:pPr defTabSz="457189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en-GB" sz="1800" noProof="0" dirty="0">
                <a:solidFill>
                  <a:srgbClr val="9FA0A3"/>
                </a:solidFill>
              </a:endParaRPr>
            </a:p>
          </p:txBody>
        </p:sp>
        <p:sp>
          <p:nvSpPr>
            <p:cNvPr id="69" name="Textfeld 68"/>
            <p:cNvSpPr txBox="1"/>
            <p:nvPr userDrawn="1"/>
          </p:nvSpPr>
          <p:spPr>
            <a:xfrm>
              <a:off x="-351510" y="382941"/>
              <a:ext cx="324375" cy="68823"/>
            </a:xfrm>
            <a:prstGeom prst="rect">
              <a:avLst/>
            </a:prstGeom>
            <a:noFill/>
          </p:spPr>
          <p:txBody>
            <a:bodyPr wrap="none" lIns="36000" tIns="0" rIns="36000" bIns="0" rtlCol="0">
              <a:spAutoFit/>
            </a:bodyPr>
            <a:lstStyle/>
            <a:p>
              <a:pPr algn="r" defTabSz="457189" fontAlgn="base">
                <a:lnSpc>
                  <a:spcPct val="90000"/>
                </a:lnSpc>
                <a:spcBef>
                  <a:spcPct val="0"/>
                </a:spcBef>
                <a:spcAft>
                  <a:spcPts val="600"/>
                </a:spcAft>
              </a:pPr>
              <a:r>
                <a:rPr lang="en-GB" sz="500" noProof="0" dirty="0">
                  <a:solidFill>
                    <a:srgbClr val="9FA0A3"/>
                  </a:solidFill>
                </a:rPr>
                <a:t>Headline</a:t>
              </a:r>
            </a:p>
          </p:txBody>
        </p:sp>
        <p:sp>
          <p:nvSpPr>
            <p:cNvPr id="70" name="Textfeld 69"/>
            <p:cNvSpPr txBox="1"/>
            <p:nvPr userDrawn="1"/>
          </p:nvSpPr>
          <p:spPr>
            <a:xfrm>
              <a:off x="-340291" y="604198"/>
              <a:ext cx="313154" cy="137644"/>
            </a:xfrm>
            <a:prstGeom prst="rect">
              <a:avLst/>
            </a:prstGeom>
            <a:noFill/>
          </p:spPr>
          <p:txBody>
            <a:bodyPr wrap="none" lIns="36000" tIns="0" rIns="36000" bIns="0" rtlCol="0">
              <a:spAutoFit/>
            </a:bodyPr>
            <a:lstStyle/>
            <a:p>
              <a:pPr algn="r" defTabSz="457189" fontAlgn="base">
                <a:lnSpc>
                  <a:spcPct val="90000"/>
                </a:lnSpc>
                <a:spcBef>
                  <a:spcPct val="0"/>
                </a:spcBef>
                <a:spcAft>
                  <a:spcPts val="600"/>
                </a:spcAft>
              </a:pPr>
              <a:r>
                <a:rPr lang="en-GB" sz="500" noProof="0" dirty="0">
                  <a:solidFill>
                    <a:srgbClr val="9FA0A3"/>
                  </a:solidFill>
                </a:rPr>
                <a:t>Sub-</a:t>
              </a:r>
              <a:br>
                <a:rPr lang="en-GB" sz="500" noProof="0" dirty="0">
                  <a:solidFill>
                    <a:srgbClr val="9FA0A3"/>
                  </a:solidFill>
                </a:rPr>
              </a:br>
              <a:r>
                <a:rPr lang="en-GB" sz="500" noProof="0" dirty="0">
                  <a:solidFill>
                    <a:srgbClr val="9FA0A3"/>
                  </a:solidFill>
                </a:rPr>
                <a:t>headline</a:t>
              </a:r>
            </a:p>
          </p:txBody>
        </p:sp>
        <p:sp>
          <p:nvSpPr>
            <p:cNvPr id="71" name="Textfeld 70"/>
            <p:cNvSpPr txBox="1"/>
            <p:nvPr userDrawn="1"/>
          </p:nvSpPr>
          <p:spPr>
            <a:xfrm>
              <a:off x="-607990" y="1043707"/>
              <a:ext cx="580856" cy="68823"/>
            </a:xfrm>
            <a:prstGeom prst="rect">
              <a:avLst/>
            </a:prstGeom>
            <a:noFill/>
          </p:spPr>
          <p:txBody>
            <a:bodyPr wrap="none" lIns="36000" tIns="0" rIns="36000" bIns="0" rtlCol="0">
              <a:spAutoFit/>
            </a:bodyPr>
            <a:lstStyle/>
            <a:p>
              <a:pPr algn="r" defTabSz="457189" fontAlgn="base">
                <a:lnSpc>
                  <a:spcPct val="90000"/>
                </a:lnSpc>
                <a:spcBef>
                  <a:spcPct val="0"/>
                </a:spcBef>
                <a:spcAft>
                  <a:spcPts val="600"/>
                </a:spcAft>
              </a:pPr>
              <a:r>
                <a:rPr lang="en-GB" sz="500" noProof="0" dirty="0">
                  <a:solidFill>
                    <a:srgbClr val="9FA0A3"/>
                  </a:solidFill>
                </a:rPr>
                <a:t>Max. content area</a:t>
              </a:r>
            </a:p>
          </p:txBody>
        </p:sp>
        <p:cxnSp>
          <p:nvCxnSpPr>
            <p:cNvPr id="72" name="Gerade Verbindung 71"/>
            <p:cNvCxnSpPr/>
            <p:nvPr userDrawn="1"/>
          </p:nvCxnSpPr>
          <p:spPr>
            <a:xfrm>
              <a:off x="8712460" y="5152000"/>
              <a:ext cx="0" cy="95325"/>
            </a:xfrm>
            <a:prstGeom prst="line">
              <a:avLst/>
            </a:prstGeom>
            <a:ln w="6350" cmpd="sng">
              <a:solidFill>
                <a:schemeClr val="tx2"/>
              </a:solidFill>
              <a:miter lim="800000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75" name="Line 13"/>
            <p:cNvSpPr>
              <a:spLocks noChangeShapeType="1"/>
            </p:cNvSpPr>
            <p:nvPr userDrawn="1"/>
          </p:nvSpPr>
          <p:spPr bwMode="auto">
            <a:xfrm flipH="1" flipV="1">
              <a:off x="9189550" y="4628744"/>
              <a:ext cx="108000" cy="0"/>
            </a:xfrm>
            <a:prstGeom prst="line">
              <a:avLst/>
            </a:prstGeom>
            <a:noFill/>
            <a:ln w="3175">
              <a:solidFill>
                <a:schemeClr val="bg1"/>
              </a:solidFill>
              <a:round/>
              <a:headEnd/>
              <a:tailEnd/>
            </a:ln>
          </p:spPr>
          <p:txBody>
            <a:bodyPr anchor="ctr"/>
            <a:lstStyle/>
            <a:p>
              <a:pPr defTabSz="457189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en-GB" sz="1800" noProof="0" dirty="0">
                <a:solidFill>
                  <a:srgbClr val="9FA0A3"/>
                </a:solidFill>
              </a:endParaRPr>
            </a:p>
          </p:txBody>
        </p:sp>
        <p:sp>
          <p:nvSpPr>
            <p:cNvPr id="76" name="Line 13"/>
            <p:cNvSpPr>
              <a:spLocks noChangeShapeType="1"/>
            </p:cNvSpPr>
            <p:nvPr userDrawn="1"/>
          </p:nvSpPr>
          <p:spPr bwMode="auto">
            <a:xfrm flipH="1" flipV="1">
              <a:off x="9189550" y="755675"/>
              <a:ext cx="108000" cy="0"/>
            </a:xfrm>
            <a:prstGeom prst="line">
              <a:avLst/>
            </a:prstGeom>
            <a:noFill/>
            <a:ln w="3175">
              <a:solidFill>
                <a:schemeClr val="bg1"/>
              </a:solidFill>
              <a:round/>
              <a:headEnd/>
              <a:tailEnd/>
            </a:ln>
          </p:spPr>
          <p:txBody>
            <a:bodyPr anchor="ctr"/>
            <a:lstStyle/>
            <a:p>
              <a:pPr defTabSz="457189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en-GB" sz="1800" noProof="0" dirty="0">
                <a:solidFill>
                  <a:srgbClr val="9FA0A3"/>
                </a:solidFill>
              </a:endParaRPr>
            </a:p>
          </p:txBody>
        </p:sp>
        <p:sp>
          <p:nvSpPr>
            <p:cNvPr id="80" name="Line 12"/>
            <p:cNvSpPr>
              <a:spLocks noChangeShapeType="1"/>
            </p:cNvSpPr>
            <p:nvPr/>
          </p:nvSpPr>
          <p:spPr bwMode="auto">
            <a:xfrm flipV="1">
              <a:off x="-144512" y="4805012"/>
              <a:ext cx="108000" cy="0"/>
            </a:xfrm>
            <a:prstGeom prst="line">
              <a:avLst/>
            </a:prstGeom>
            <a:noFill/>
            <a:ln w="3175">
              <a:solidFill>
                <a:schemeClr val="tx2"/>
              </a:solidFill>
              <a:round/>
              <a:headEnd/>
              <a:tailEnd/>
            </a:ln>
          </p:spPr>
          <p:txBody>
            <a:bodyPr anchor="ctr"/>
            <a:lstStyle/>
            <a:p>
              <a:pPr defTabSz="457189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en-GB" sz="1800" noProof="0" dirty="0">
                <a:solidFill>
                  <a:srgbClr val="9FA0A3"/>
                </a:solidFill>
              </a:endParaRPr>
            </a:p>
          </p:txBody>
        </p:sp>
        <p:sp>
          <p:nvSpPr>
            <p:cNvPr id="84" name="Line 15"/>
            <p:cNvSpPr>
              <a:spLocks noChangeShapeType="1"/>
            </p:cNvSpPr>
            <p:nvPr userDrawn="1"/>
          </p:nvSpPr>
          <p:spPr bwMode="auto">
            <a:xfrm flipH="1">
              <a:off x="4572000" y="-146727"/>
              <a:ext cx="0" cy="107333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anchor="ctr"/>
            <a:lstStyle/>
            <a:p>
              <a:pPr defTabSz="457189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en-GB" sz="1800" noProof="0" dirty="0">
                <a:solidFill>
                  <a:srgbClr val="9FA0A3"/>
                </a:solidFill>
              </a:endParaRPr>
            </a:p>
          </p:txBody>
        </p:sp>
        <p:sp>
          <p:nvSpPr>
            <p:cNvPr id="86" name="Line 14"/>
            <p:cNvSpPr>
              <a:spLocks noChangeShapeType="1"/>
            </p:cNvSpPr>
            <p:nvPr userDrawn="1"/>
          </p:nvSpPr>
          <p:spPr bwMode="auto">
            <a:xfrm>
              <a:off x="-144512" y="935695"/>
              <a:ext cx="108000" cy="0"/>
            </a:xfrm>
            <a:prstGeom prst="line">
              <a:avLst/>
            </a:prstGeom>
            <a:noFill/>
            <a:ln w="3175">
              <a:solidFill>
                <a:schemeClr val="bg2"/>
              </a:solidFill>
              <a:prstDash val="sysDash"/>
              <a:round/>
              <a:headEnd/>
              <a:tailEnd/>
            </a:ln>
          </p:spPr>
          <p:txBody>
            <a:bodyPr anchor="ctr"/>
            <a:lstStyle/>
            <a:p>
              <a:pPr defTabSz="457189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en-GB" sz="1800" noProof="0" dirty="0">
                <a:solidFill>
                  <a:srgbClr val="9FA0A3"/>
                </a:solidFill>
              </a:endParaRPr>
            </a:p>
          </p:txBody>
        </p:sp>
        <p:sp>
          <p:nvSpPr>
            <p:cNvPr id="87" name="Line 12"/>
            <p:cNvSpPr>
              <a:spLocks noChangeShapeType="1"/>
            </p:cNvSpPr>
            <p:nvPr userDrawn="1"/>
          </p:nvSpPr>
          <p:spPr bwMode="auto">
            <a:xfrm flipV="1">
              <a:off x="-108512" y="4893132"/>
              <a:ext cx="72000" cy="0"/>
            </a:xfrm>
            <a:prstGeom prst="line">
              <a:avLst/>
            </a:prstGeom>
            <a:noFill/>
            <a:ln w="3175">
              <a:solidFill>
                <a:schemeClr val="tx2"/>
              </a:solidFill>
              <a:prstDash val="sysDash"/>
              <a:round/>
              <a:headEnd/>
              <a:tailEnd/>
            </a:ln>
          </p:spPr>
          <p:txBody>
            <a:bodyPr anchor="ctr"/>
            <a:lstStyle/>
            <a:p>
              <a:pPr defTabSz="457189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en-GB" sz="1800" noProof="0" dirty="0">
                <a:solidFill>
                  <a:srgbClr val="9FA0A3"/>
                </a:solidFill>
              </a:endParaRPr>
            </a:p>
          </p:txBody>
        </p:sp>
        <p:sp>
          <p:nvSpPr>
            <p:cNvPr id="89" name="Line 14"/>
            <p:cNvSpPr>
              <a:spLocks noChangeShapeType="1"/>
            </p:cNvSpPr>
            <p:nvPr userDrawn="1"/>
          </p:nvSpPr>
          <p:spPr bwMode="auto">
            <a:xfrm>
              <a:off x="-396552" y="751333"/>
              <a:ext cx="360040" cy="0"/>
            </a:xfrm>
            <a:prstGeom prst="line">
              <a:avLst/>
            </a:prstGeom>
            <a:noFill/>
            <a:ln w="3175">
              <a:solidFill>
                <a:schemeClr val="bg2"/>
              </a:solidFill>
              <a:prstDash val="sysDash"/>
              <a:round/>
              <a:headEnd/>
              <a:tailEnd/>
            </a:ln>
          </p:spPr>
          <p:txBody>
            <a:bodyPr anchor="ctr"/>
            <a:lstStyle/>
            <a:p>
              <a:pPr defTabSz="457189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en-GB" sz="1800" noProof="0" dirty="0">
                <a:solidFill>
                  <a:srgbClr val="9FA0A3"/>
                </a:solidFill>
              </a:endParaRPr>
            </a:p>
          </p:txBody>
        </p:sp>
        <p:sp>
          <p:nvSpPr>
            <p:cNvPr id="90" name="Line 13"/>
            <p:cNvSpPr>
              <a:spLocks noChangeShapeType="1"/>
            </p:cNvSpPr>
            <p:nvPr userDrawn="1"/>
          </p:nvSpPr>
          <p:spPr bwMode="auto">
            <a:xfrm flipH="1" flipV="1">
              <a:off x="9189550" y="928713"/>
              <a:ext cx="108000" cy="0"/>
            </a:xfrm>
            <a:prstGeom prst="line">
              <a:avLst/>
            </a:prstGeom>
            <a:noFill/>
            <a:ln w="3175">
              <a:solidFill>
                <a:schemeClr val="bg1"/>
              </a:solidFill>
              <a:round/>
              <a:headEnd/>
              <a:tailEnd/>
            </a:ln>
          </p:spPr>
          <p:txBody>
            <a:bodyPr anchor="ctr"/>
            <a:lstStyle/>
            <a:p>
              <a:pPr defTabSz="457189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en-GB" sz="1800" noProof="0" dirty="0">
                <a:solidFill>
                  <a:srgbClr val="9FA0A3"/>
                </a:solidFill>
              </a:endParaRPr>
            </a:p>
          </p:txBody>
        </p:sp>
        <p:sp>
          <p:nvSpPr>
            <p:cNvPr id="104" name="Line 12">
              <a:extLst>
                <a:ext uri="{FF2B5EF4-FFF2-40B4-BE49-F238E27FC236}">
                  <a16:creationId xmlns:a16="http://schemas.microsoft.com/office/drawing/2014/main" id="{3D14FDF4-5E6D-4474-9E82-5CAA0C49A6A6}"/>
                </a:ext>
              </a:extLst>
            </p:cNvPr>
            <p:cNvSpPr>
              <a:spLocks noChangeShapeType="1"/>
            </p:cNvSpPr>
            <p:nvPr userDrawn="1"/>
          </p:nvSpPr>
          <p:spPr bwMode="auto">
            <a:xfrm flipV="1">
              <a:off x="-108512" y="4964971"/>
              <a:ext cx="72000" cy="0"/>
            </a:xfrm>
            <a:prstGeom prst="line">
              <a:avLst/>
            </a:prstGeom>
            <a:noFill/>
            <a:ln w="3175">
              <a:solidFill>
                <a:schemeClr val="tx2"/>
              </a:solidFill>
              <a:prstDash val="sysDash"/>
              <a:round/>
              <a:headEnd/>
              <a:tailEnd/>
            </a:ln>
          </p:spPr>
          <p:txBody>
            <a:bodyPr anchor="ctr"/>
            <a:lstStyle/>
            <a:p>
              <a:pPr defTabSz="457189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en-GB" sz="1800" noProof="0" dirty="0">
                <a:solidFill>
                  <a:srgbClr val="9FA0A3"/>
                </a:solidFill>
              </a:endParaRPr>
            </a:p>
          </p:txBody>
        </p:sp>
        <p:sp>
          <p:nvSpPr>
            <p:cNvPr id="110" name="Line 14">
              <a:extLst>
                <a:ext uri="{FF2B5EF4-FFF2-40B4-BE49-F238E27FC236}">
                  <a16:creationId xmlns:a16="http://schemas.microsoft.com/office/drawing/2014/main" id="{4A7598EF-FE58-410B-88DD-A41CCCC4DE09}"/>
                </a:ext>
              </a:extLst>
            </p:cNvPr>
            <p:cNvSpPr>
              <a:spLocks noChangeShapeType="1"/>
            </p:cNvSpPr>
            <p:nvPr userDrawn="1"/>
          </p:nvSpPr>
          <p:spPr bwMode="auto">
            <a:xfrm>
              <a:off x="-396552" y="4628744"/>
              <a:ext cx="360040" cy="0"/>
            </a:xfrm>
            <a:prstGeom prst="line">
              <a:avLst/>
            </a:prstGeom>
            <a:noFill/>
            <a:ln w="3175">
              <a:solidFill>
                <a:schemeClr val="bg2"/>
              </a:solidFill>
              <a:prstDash val="sysDash"/>
              <a:round/>
              <a:headEnd/>
              <a:tailEnd/>
            </a:ln>
          </p:spPr>
          <p:txBody>
            <a:bodyPr anchor="ctr"/>
            <a:lstStyle/>
            <a:p>
              <a:pPr defTabSz="457189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en-GB" sz="1800" noProof="0" dirty="0">
                <a:solidFill>
                  <a:srgbClr val="9FA0A3"/>
                </a:solidFill>
              </a:endParaRPr>
            </a:p>
          </p:txBody>
        </p:sp>
        <p:sp>
          <p:nvSpPr>
            <p:cNvPr id="88" name="Line 15">
              <a:extLst>
                <a:ext uri="{FF2B5EF4-FFF2-40B4-BE49-F238E27FC236}">
                  <a16:creationId xmlns:a16="http://schemas.microsoft.com/office/drawing/2014/main" id="{5176C73E-2D41-4322-9397-DE6CB440F172}"/>
                </a:ext>
              </a:extLst>
            </p:cNvPr>
            <p:cNvSpPr>
              <a:spLocks noChangeShapeType="1"/>
            </p:cNvSpPr>
            <p:nvPr userDrawn="1"/>
          </p:nvSpPr>
          <p:spPr bwMode="auto">
            <a:xfrm flipH="1">
              <a:off x="1941125" y="-124928"/>
              <a:ext cx="0" cy="71556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prstDash val="dash"/>
              <a:round/>
              <a:headEnd/>
              <a:tailEnd/>
            </a:ln>
          </p:spPr>
          <p:txBody>
            <a:bodyPr anchor="ctr"/>
            <a:lstStyle/>
            <a:p>
              <a:pPr defTabSz="457189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en-GB" sz="1800" noProof="0" dirty="0">
                <a:solidFill>
                  <a:srgbClr val="9FA0A3"/>
                </a:solidFill>
              </a:endParaRPr>
            </a:p>
          </p:txBody>
        </p:sp>
        <p:sp>
          <p:nvSpPr>
            <p:cNvPr id="92" name="Line 15">
              <a:extLst>
                <a:ext uri="{FF2B5EF4-FFF2-40B4-BE49-F238E27FC236}">
                  <a16:creationId xmlns:a16="http://schemas.microsoft.com/office/drawing/2014/main" id="{B8BDC0D6-C8F4-48E0-920A-8AA059F750D3}"/>
                </a:ext>
              </a:extLst>
            </p:cNvPr>
            <p:cNvSpPr>
              <a:spLocks noChangeShapeType="1"/>
            </p:cNvSpPr>
            <p:nvPr userDrawn="1"/>
          </p:nvSpPr>
          <p:spPr bwMode="auto">
            <a:xfrm flipH="1">
              <a:off x="430808" y="5139992"/>
              <a:ext cx="0" cy="107333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anchor="ctr"/>
            <a:lstStyle/>
            <a:p>
              <a:pPr defTabSz="457189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en-GB" sz="1800" noProof="0" dirty="0">
                <a:solidFill>
                  <a:srgbClr val="9FA0A3"/>
                </a:solidFill>
              </a:endParaRPr>
            </a:p>
          </p:txBody>
        </p:sp>
        <p:sp>
          <p:nvSpPr>
            <p:cNvPr id="82" name="Line 15">
              <a:extLst>
                <a:ext uri="{FF2B5EF4-FFF2-40B4-BE49-F238E27FC236}">
                  <a16:creationId xmlns:a16="http://schemas.microsoft.com/office/drawing/2014/main" id="{D4A1872F-BA7E-4E3F-9887-69F0D904A8FB}"/>
                </a:ext>
              </a:extLst>
            </p:cNvPr>
            <p:cNvSpPr>
              <a:spLocks noChangeShapeType="1"/>
            </p:cNvSpPr>
            <p:nvPr userDrawn="1"/>
          </p:nvSpPr>
          <p:spPr bwMode="auto">
            <a:xfrm flipH="1">
              <a:off x="3216555" y="-124928"/>
              <a:ext cx="0" cy="71556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prstDash val="dash"/>
              <a:round/>
              <a:headEnd/>
              <a:tailEnd/>
            </a:ln>
          </p:spPr>
          <p:txBody>
            <a:bodyPr anchor="ctr"/>
            <a:lstStyle/>
            <a:p>
              <a:pPr defTabSz="457189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en-GB" sz="1800" noProof="0" dirty="0">
                <a:solidFill>
                  <a:srgbClr val="9FA0A3"/>
                </a:solidFill>
              </a:endParaRPr>
            </a:p>
          </p:txBody>
        </p:sp>
        <p:sp>
          <p:nvSpPr>
            <p:cNvPr id="83" name="Line 15">
              <a:extLst>
                <a:ext uri="{FF2B5EF4-FFF2-40B4-BE49-F238E27FC236}">
                  <a16:creationId xmlns:a16="http://schemas.microsoft.com/office/drawing/2014/main" id="{C2CE199C-D6A3-461E-BF31-2AC0E372F9A8}"/>
                </a:ext>
              </a:extLst>
            </p:cNvPr>
            <p:cNvSpPr>
              <a:spLocks noChangeShapeType="1"/>
            </p:cNvSpPr>
            <p:nvPr userDrawn="1"/>
          </p:nvSpPr>
          <p:spPr bwMode="auto">
            <a:xfrm flipH="1">
              <a:off x="2167708" y="-124928"/>
              <a:ext cx="0" cy="71556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prstDash val="dash"/>
              <a:round/>
              <a:headEnd/>
              <a:tailEnd/>
            </a:ln>
          </p:spPr>
          <p:txBody>
            <a:bodyPr anchor="ctr"/>
            <a:lstStyle/>
            <a:p>
              <a:pPr defTabSz="457189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en-GB" sz="1800" noProof="0" dirty="0">
                <a:solidFill>
                  <a:srgbClr val="9FA0A3"/>
                </a:solidFill>
              </a:endParaRPr>
            </a:p>
          </p:txBody>
        </p:sp>
        <p:sp>
          <p:nvSpPr>
            <p:cNvPr id="93" name="Line 15">
              <a:extLst>
                <a:ext uri="{FF2B5EF4-FFF2-40B4-BE49-F238E27FC236}">
                  <a16:creationId xmlns:a16="http://schemas.microsoft.com/office/drawing/2014/main" id="{79C93E88-D12B-43EE-9662-966C140D576E}"/>
                </a:ext>
              </a:extLst>
            </p:cNvPr>
            <p:cNvSpPr>
              <a:spLocks noChangeShapeType="1"/>
            </p:cNvSpPr>
            <p:nvPr userDrawn="1"/>
          </p:nvSpPr>
          <p:spPr bwMode="auto">
            <a:xfrm flipH="1">
              <a:off x="3443138" y="-124928"/>
              <a:ext cx="0" cy="71556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prstDash val="dash"/>
              <a:round/>
              <a:headEnd/>
              <a:tailEnd/>
            </a:ln>
          </p:spPr>
          <p:txBody>
            <a:bodyPr anchor="ctr"/>
            <a:lstStyle/>
            <a:p>
              <a:pPr defTabSz="457189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en-GB" sz="1800" noProof="0" dirty="0">
                <a:solidFill>
                  <a:srgbClr val="9FA0A3"/>
                </a:solidFill>
              </a:endParaRPr>
            </a:p>
          </p:txBody>
        </p:sp>
        <p:sp>
          <p:nvSpPr>
            <p:cNvPr id="96" name="Line 15">
              <a:extLst>
                <a:ext uri="{FF2B5EF4-FFF2-40B4-BE49-F238E27FC236}">
                  <a16:creationId xmlns:a16="http://schemas.microsoft.com/office/drawing/2014/main" id="{76B085C2-C1C4-43E7-8C68-DDC574E35F7D}"/>
                </a:ext>
              </a:extLst>
            </p:cNvPr>
            <p:cNvSpPr>
              <a:spLocks noChangeShapeType="1"/>
            </p:cNvSpPr>
            <p:nvPr userDrawn="1"/>
          </p:nvSpPr>
          <p:spPr bwMode="auto">
            <a:xfrm flipH="1">
              <a:off x="5918436" y="-124928"/>
              <a:ext cx="0" cy="71556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prstDash val="dash"/>
              <a:round/>
              <a:headEnd/>
              <a:tailEnd/>
            </a:ln>
          </p:spPr>
          <p:txBody>
            <a:bodyPr anchor="ctr"/>
            <a:lstStyle/>
            <a:p>
              <a:pPr defTabSz="457189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en-GB" sz="1800" noProof="0" dirty="0">
                <a:solidFill>
                  <a:srgbClr val="9FA0A3"/>
                </a:solidFill>
              </a:endParaRPr>
            </a:p>
          </p:txBody>
        </p:sp>
        <p:sp>
          <p:nvSpPr>
            <p:cNvPr id="102" name="Line 15">
              <a:extLst>
                <a:ext uri="{FF2B5EF4-FFF2-40B4-BE49-F238E27FC236}">
                  <a16:creationId xmlns:a16="http://schemas.microsoft.com/office/drawing/2014/main" id="{E24BBDBA-96A9-4FE7-B1AB-70AABA4A450F}"/>
                </a:ext>
              </a:extLst>
            </p:cNvPr>
            <p:cNvSpPr>
              <a:spLocks noChangeShapeType="1"/>
            </p:cNvSpPr>
            <p:nvPr userDrawn="1"/>
          </p:nvSpPr>
          <p:spPr bwMode="auto">
            <a:xfrm flipH="1">
              <a:off x="6145019" y="-124928"/>
              <a:ext cx="0" cy="71556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prstDash val="dash"/>
              <a:round/>
              <a:headEnd/>
              <a:tailEnd/>
            </a:ln>
          </p:spPr>
          <p:txBody>
            <a:bodyPr anchor="ctr"/>
            <a:lstStyle/>
            <a:p>
              <a:pPr defTabSz="457189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en-GB" sz="1800" noProof="0" dirty="0">
                <a:solidFill>
                  <a:srgbClr val="9FA0A3"/>
                </a:solidFill>
              </a:endParaRPr>
            </a:p>
          </p:txBody>
        </p:sp>
        <p:sp>
          <p:nvSpPr>
            <p:cNvPr id="103" name="Line 15">
              <a:extLst>
                <a:ext uri="{FF2B5EF4-FFF2-40B4-BE49-F238E27FC236}">
                  <a16:creationId xmlns:a16="http://schemas.microsoft.com/office/drawing/2014/main" id="{A8A93F83-0243-4C6A-94ED-7EA3009DDF87}"/>
                </a:ext>
              </a:extLst>
            </p:cNvPr>
            <p:cNvSpPr>
              <a:spLocks noChangeShapeType="1"/>
            </p:cNvSpPr>
            <p:nvPr userDrawn="1"/>
          </p:nvSpPr>
          <p:spPr bwMode="auto">
            <a:xfrm flipH="1">
              <a:off x="143311" y="-143111"/>
              <a:ext cx="0" cy="107333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anchor="ctr"/>
            <a:lstStyle/>
            <a:p>
              <a:pPr defTabSz="457189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en-GB" sz="1800" noProof="0" dirty="0">
                <a:solidFill>
                  <a:srgbClr val="9FA0A3"/>
                </a:solidFill>
              </a:endParaRPr>
            </a:p>
          </p:txBody>
        </p:sp>
        <p:sp>
          <p:nvSpPr>
            <p:cNvPr id="98" name="Textfeld 84">
              <a:extLst>
                <a:ext uri="{FF2B5EF4-FFF2-40B4-BE49-F238E27FC236}">
                  <a16:creationId xmlns:a16="http://schemas.microsoft.com/office/drawing/2014/main" id="{6A56ECBE-DB5C-4BE5-950F-C59FD00740DA}"/>
                </a:ext>
              </a:extLst>
            </p:cNvPr>
            <p:cNvSpPr txBox="1"/>
            <p:nvPr userDrawn="1"/>
          </p:nvSpPr>
          <p:spPr>
            <a:xfrm>
              <a:off x="-317966" y="4661760"/>
              <a:ext cx="255445" cy="107333"/>
            </a:xfrm>
            <a:prstGeom prst="rect">
              <a:avLst/>
            </a:prstGeom>
            <a:noFill/>
            <a:ln w="1270">
              <a:noFill/>
            </a:ln>
          </p:spPr>
          <p:txBody>
            <a:bodyPr wrap="none" lIns="36000" tIns="0" rIns="36000" bIns="0" rtlCol="0" anchor="ctr">
              <a:noAutofit/>
            </a:bodyPr>
            <a:lstStyle/>
            <a:p>
              <a:pPr algn="r" defTabSz="457189" fontAlgn="base">
                <a:lnSpc>
                  <a:spcPct val="90000"/>
                </a:lnSpc>
                <a:spcBef>
                  <a:spcPct val="0"/>
                </a:spcBef>
                <a:spcAft>
                  <a:spcPts val="600"/>
                </a:spcAft>
              </a:pPr>
              <a:r>
                <a:rPr lang="en-GB" sz="400" noProof="0" dirty="0">
                  <a:solidFill>
                    <a:srgbClr val="9FA0A3"/>
                  </a:solidFill>
                </a:rPr>
                <a:t>Keep free</a:t>
              </a:r>
              <a:endParaRPr lang="en-GB" sz="500" noProof="0" dirty="0">
                <a:solidFill>
                  <a:srgbClr val="9FA0A3"/>
                </a:solidFill>
              </a:endParaRPr>
            </a:p>
          </p:txBody>
        </p:sp>
      </p:grpSp>
      <p:sp>
        <p:nvSpPr>
          <p:cNvPr id="50" name="Freihandform: Form 49">
            <a:extLst>
              <a:ext uri="{FF2B5EF4-FFF2-40B4-BE49-F238E27FC236}">
                <a16:creationId xmlns:a16="http://schemas.microsoft.com/office/drawing/2014/main" id="{EA09A8DC-3FE4-4054-803C-FE8C23043AA6}"/>
              </a:ext>
            </a:extLst>
          </p:cNvPr>
          <p:cNvSpPr>
            <a:spLocks noChangeAspect="1"/>
          </p:cNvSpPr>
          <p:nvPr/>
        </p:nvSpPr>
        <p:spPr>
          <a:xfrm>
            <a:off x="7655146" y="4833046"/>
            <a:ext cx="1057447" cy="184740"/>
          </a:xfrm>
          <a:custGeom>
            <a:avLst/>
            <a:gdLst>
              <a:gd name="connsiteX0" fmla="*/ 4196821 w 11362354"/>
              <a:gd name="connsiteY0" fmla="*/ 1846406 h 1972800"/>
              <a:gd name="connsiteX1" fmla="*/ 4515841 w 11362354"/>
              <a:gd name="connsiteY1" fmla="*/ 1846406 h 1972800"/>
              <a:gd name="connsiteX2" fmla="*/ 4302401 w 11362354"/>
              <a:gd name="connsiteY2" fmla="*/ 1972800 h 1972800"/>
              <a:gd name="connsiteX3" fmla="*/ 4276590 w 11362354"/>
              <a:gd name="connsiteY3" fmla="*/ 1972800 h 1972800"/>
              <a:gd name="connsiteX4" fmla="*/ 10408772 w 11362354"/>
              <a:gd name="connsiteY4" fmla="*/ 1547682 h 1972800"/>
              <a:gd name="connsiteX5" fmla="*/ 11236685 w 11362354"/>
              <a:gd name="connsiteY5" fmla="*/ 1547682 h 1972800"/>
              <a:gd name="connsiteX6" fmla="*/ 11013744 w 11362354"/>
              <a:gd name="connsiteY6" fmla="*/ 1726479 h 1972800"/>
              <a:gd name="connsiteX7" fmla="*/ 10702056 w 11362354"/>
              <a:gd name="connsiteY7" fmla="*/ 1776200 h 1972800"/>
              <a:gd name="connsiteX8" fmla="*/ 10408772 w 11362354"/>
              <a:gd name="connsiteY8" fmla="*/ 1703049 h 1972800"/>
              <a:gd name="connsiteX9" fmla="*/ 9781432 w 11362354"/>
              <a:gd name="connsiteY9" fmla="*/ 1544408 h 1972800"/>
              <a:gd name="connsiteX10" fmla="*/ 10286039 w 11362354"/>
              <a:gd name="connsiteY10" fmla="*/ 1544408 h 1972800"/>
              <a:gd name="connsiteX11" fmla="*/ 10286039 w 11362354"/>
              <a:gd name="connsiteY11" fmla="*/ 1763438 h 1972800"/>
              <a:gd name="connsiteX12" fmla="*/ 9781432 w 11362354"/>
              <a:gd name="connsiteY12" fmla="*/ 1763438 h 1972800"/>
              <a:gd name="connsiteX13" fmla="*/ 8877431 w 11362354"/>
              <a:gd name="connsiteY13" fmla="*/ 1544408 h 1972800"/>
              <a:gd name="connsiteX14" fmla="*/ 9382033 w 11362354"/>
              <a:gd name="connsiteY14" fmla="*/ 1544408 h 1972800"/>
              <a:gd name="connsiteX15" fmla="*/ 9382033 w 11362354"/>
              <a:gd name="connsiteY15" fmla="*/ 1763438 h 1972800"/>
              <a:gd name="connsiteX16" fmla="*/ 8877431 w 11362354"/>
              <a:gd name="connsiteY16" fmla="*/ 1763438 h 1972800"/>
              <a:gd name="connsiteX17" fmla="*/ 7955283 w 11362354"/>
              <a:gd name="connsiteY17" fmla="*/ 1544408 h 1972800"/>
              <a:gd name="connsiteX18" fmla="*/ 8501703 w 11362354"/>
              <a:gd name="connsiteY18" fmla="*/ 1544408 h 1972800"/>
              <a:gd name="connsiteX19" fmla="*/ 8501703 w 11362354"/>
              <a:gd name="connsiteY19" fmla="*/ 1763438 h 1972800"/>
              <a:gd name="connsiteX20" fmla="*/ 8046371 w 11362354"/>
              <a:gd name="connsiteY20" fmla="*/ 1763438 h 1972800"/>
              <a:gd name="connsiteX21" fmla="*/ 7193139 w 11362354"/>
              <a:gd name="connsiteY21" fmla="*/ 1544408 h 1972800"/>
              <a:gd name="connsiteX22" fmla="*/ 7648159 w 11362354"/>
              <a:gd name="connsiteY22" fmla="*/ 1544408 h 1972800"/>
              <a:gd name="connsiteX23" fmla="*/ 7648159 w 11362354"/>
              <a:gd name="connsiteY23" fmla="*/ 1763438 h 1972800"/>
              <a:gd name="connsiteX24" fmla="*/ 7193139 w 11362354"/>
              <a:gd name="connsiteY24" fmla="*/ 1763438 h 1972800"/>
              <a:gd name="connsiteX25" fmla="*/ 6188669 w 11362354"/>
              <a:gd name="connsiteY25" fmla="*/ 1544408 h 1972800"/>
              <a:gd name="connsiteX26" fmla="*/ 7080275 w 11362354"/>
              <a:gd name="connsiteY26" fmla="*/ 1544408 h 1972800"/>
              <a:gd name="connsiteX27" fmla="*/ 7080275 w 11362354"/>
              <a:gd name="connsiteY27" fmla="*/ 1763438 h 1972800"/>
              <a:gd name="connsiteX28" fmla="*/ 6188669 w 11362354"/>
              <a:gd name="connsiteY28" fmla="*/ 1763438 h 1972800"/>
              <a:gd name="connsiteX29" fmla="*/ 4886266 w 11362354"/>
              <a:gd name="connsiteY29" fmla="*/ 1544408 h 1972800"/>
              <a:gd name="connsiteX30" fmla="*/ 5979839 w 11362354"/>
              <a:gd name="connsiteY30" fmla="*/ 1544408 h 1972800"/>
              <a:gd name="connsiteX31" fmla="*/ 5557257 w 11362354"/>
              <a:gd name="connsiteY31" fmla="*/ 1763438 h 1972800"/>
              <a:gd name="connsiteX32" fmla="*/ 5308843 w 11362354"/>
              <a:gd name="connsiteY32" fmla="*/ 1763438 h 1972800"/>
              <a:gd name="connsiteX33" fmla="*/ 4886266 w 11362354"/>
              <a:gd name="connsiteY33" fmla="*/ 1544408 h 1972800"/>
              <a:gd name="connsiteX34" fmla="*/ 2285298 w 11362354"/>
              <a:gd name="connsiteY34" fmla="*/ 1544408 h 1972800"/>
              <a:gd name="connsiteX35" fmla="*/ 3183254 w 11362354"/>
              <a:gd name="connsiteY35" fmla="*/ 1544408 h 1972800"/>
              <a:gd name="connsiteX36" fmla="*/ 3183254 w 11362354"/>
              <a:gd name="connsiteY36" fmla="*/ 1763438 h 1972800"/>
              <a:gd name="connsiteX37" fmla="*/ 2285298 w 11362354"/>
              <a:gd name="connsiteY37" fmla="*/ 1763438 h 1972800"/>
              <a:gd name="connsiteX38" fmla="*/ 1699767 w 11362354"/>
              <a:gd name="connsiteY38" fmla="*/ 1544408 h 1972800"/>
              <a:gd name="connsiteX39" fmla="*/ 2161050 w 11362354"/>
              <a:gd name="connsiteY39" fmla="*/ 1544408 h 1972800"/>
              <a:gd name="connsiteX40" fmla="*/ 2265828 w 11362354"/>
              <a:gd name="connsiteY40" fmla="*/ 1763438 h 1972800"/>
              <a:gd name="connsiteX41" fmla="*/ 1796468 w 11362354"/>
              <a:gd name="connsiteY41" fmla="*/ 1763438 h 1972800"/>
              <a:gd name="connsiteX42" fmla="*/ 985097 w 11362354"/>
              <a:gd name="connsiteY42" fmla="*/ 1544408 h 1972800"/>
              <a:gd name="connsiteX43" fmla="*/ 1468672 w 11362354"/>
              <a:gd name="connsiteY43" fmla="*/ 1544408 h 1972800"/>
              <a:gd name="connsiteX44" fmla="*/ 1468672 w 11362354"/>
              <a:gd name="connsiteY44" fmla="*/ 1763438 h 1972800"/>
              <a:gd name="connsiteX45" fmla="*/ 985097 w 11362354"/>
              <a:gd name="connsiteY45" fmla="*/ 1763438 h 1972800"/>
              <a:gd name="connsiteX46" fmla="*/ 0 w 11362354"/>
              <a:gd name="connsiteY46" fmla="*/ 1544408 h 1972800"/>
              <a:gd name="connsiteX47" fmla="*/ 506025 w 11362354"/>
              <a:gd name="connsiteY47" fmla="*/ 1544408 h 1972800"/>
              <a:gd name="connsiteX48" fmla="*/ 506025 w 11362354"/>
              <a:gd name="connsiteY48" fmla="*/ 1763438 h 1972800"/>
              <a:gd name="connsiteX49" fmla="*/ 498505 w 11362354"/>
              <a:gd name="connsiteY49" fmla="*/ 1763438 h 1972800"/>
              <a:gd name="connsiteX50" fmla="*/ 7520 w 11362354"/>
              <a:gd name="connsiteY50" fmla="*/ 1763438 h 1972800"/>
              <a:gd name="connsiteX51" fmla="*/ 0 w 11362354"/>
              <a:gd name="connsiteY51" fmla="*/ 1763438 h 1972800"/>
              <a:gd name="connsiteX52" fmla="*/ 3478763 w 11362354"/>
              <a:gd name="connsiteY52" fmla="*/ 1544407 h 1972800"/>
              <a:gd name="connsiteX53" fmla="*/ 4486152 w 11362354"/>
              <a:gd name="connsiteY53" fmla="*/ 1544407 h 1972800"/>
              <a:gd name="connsiteX54" fmla="*/ 4479313 w 11362354"/>
              <a:gd name="connsiteY54" fmla="*/ 1555187 h 1972800"/>
              <a:gd name="connsiteX55" fmla="*/ 4654042 w 11362354"/>
              <a:gd name="connsiteY55" fmla="*/ 1763437 h 1972800"/>
              <a:gd name="connsiteX56" fmla="*/ 3697470 w 11362354"/>
              <a:gd name="connsiteY56" fmla="*/ 1763437 h 1972800"/>
              <a:gd name="connsiteX57" fmla="*/ 3478763 w 11362354"/>
              <a:gd name="connsiteY57" fmla="*/ 1544407 h 1972800"/>
              <a:gd name="connsiteX58" fmla="*/ 10408772 w 11362354"/>
              <a:gd name="connsiteY58" fmla="*/ 1290902 h 1972800"/>
              <a:gd name="connsiteX59" fmla="*/ 10568570 w 11362354"/>
              <a:gd name="connsiteY59" fmla="*/ 1290902 h 1972800"/>
              <a:gd name="connsiteX60" fmla="*/ 10590729 w 11362354"/>
              <a:gd name="connsiteY60" fmla="*/ 1313870 h 1972800"/>
              <a:gd name="connsiteX61" fmla="*/ 10721250 w 11362354"/>
              <a:gd name="connsiteY61" fmla="*/ 1365562 h 1972800"/>
              <a:gd name="connsiteX62" fmla="*/ 10855315 w 11362354"/>
              <a:gd name="connsiteY62" fmla="*/ 1290902 h 1972800"/>
              <a:gd name="connsiteX63" fmla="*/ 11214890 w 11362354"/>
              <a:gd name="connsiteY63" fmla="*/ 1290902 h 1972800"/>
              <a:gd name="connsiteX64" fmla="*/ 11346112 w 11362354"/>
              <a:gd name="connsiteY64" fmla="*/ 1290902 h 1972800"/>
              <a:gd name="connsiteX65" fmla="*/ 11280882 w 11362354"/>
              <a:gd name="connsiteY65" fmla="*/ 1465414 h 1972800"/>
              <a:gd name="connsiteX66" fmla="*/ 11214890 w 11362354"/>
              <a:gd name="connsiteY66" fmla="*/ 1465414 h 1972800"/>
              <a:gd name="connsiteX67" fmla="*/ 10408772 w 11362354"/>
              <a:gd name="connsiteY67" fmla="*/ 1465414 h 1972800"/>
              <a:gd name="connsiteX68" fmla="*/ 3354588 w 11362354"/>
              <a:gd name="connsiteY68" fmla="*/ 1288169 h 1972800"/>
              <a:gd name="connsiteX69" fmla="*/ 3891084 w 11362354"/>
              <a:gd name="connsiteY69" fmla="*/ 1288169 h 1972800"/>
              <a:gd name="connsiteX70" fmla="*/ 3982693 w 11362354"/>
              <a:gd name="connsiteY70" fmla="*/ 1333215 h 1972800"/>
              <a:gd name="connsiteX71" fmla="*/ 4074304 w 11362354"/>
              <a:gd name="connsiteY71" fmla="*/ 1288169 h 1972800"/>
              <a:gd name="connsiteX72" fmla="*/ 4610046 w 11362354"/>
              <a:gd name="connsiteY72" fmla="*/ 1288169 h 1972800"/>
              <a:gd name="connsiteX73" fmla="*/ 4535426 w 11362354"/>
              <a:gd name="connsiteY73" fmla="*/ 1462313 h 1972800"/>
              <a:gd name="connsiteX74" fmla="*/ 3429061 w 11362354"/>
              <a:gd name="connsiteY74" fmla="*/ 1462313 h 1972800"/>
              <a:gd name="connsiteX75" fmla="*/ 3354588 w 11362354"/>
              <a:gd name="connsiteY75" fmla="*/ 1288169 h 1972800"/>
              <a:gd name="connsiteX76" fmla="*/ 9781432 w 11362354"/>
              <a:gd name="connsiteY76" fmla="*/ 1288165 h 1972800"/>
              <a:gd name="connsiteX77" fmla="*/ 10286039 w 11362354"/>
              <a:gd name="connsiteY77" fmla="*/ 1288165 h 1972800"/>
              <a:gd name="connsiteX78" fmla="*/ 10286039 w 11362354"/>
              <a:gd name="connsiteY78" fmla="*/ 1462314 h 1972800"/>
              <a:gd name="connsiteX79" fmla="*/ 9781432 w 11362354"/>
              <a:gd name="connsiteY79" fmla="*/ 1462314 h 1972800"/>
              <a:gd name="connsiteX80" fmla="*/ 8877431 w 11362354"/>
              <a:gd name="connsiteY80" fmla="*/ 1288165 h 1972800"/>
              <a:gd name="connsiteX81" fmla="*/ 9382033 w 11362354"/>
              <a:gd name="connsiteY81" fmla="*/ 1288165 h 1972800"/>
              <a:gd name="connsiteX82" fmla="*/ 9382033 w 11362354"/>
              <a:gd name="connsiteY82" fmla="*/ 1462314 h 1972800"/>
              <a:gd name="connsiteX83" fmla="*/ 8877431 w 11362354"/>
              <a:gd name="connsiteY83" fmla="*/ 1462314 h 1972800"/>
              <a:gd name="connsiteX84" fmla="*/ 7848731 w 11362354"/>
              <a:gd name="connsiteY84" fmla="*/ 1288165 h 1972800"/>
              <a:gd name="connsiteX85" fmla="*/ 8501703 w 11362354"/>
              <a:gd name="connsiteY85" fmla="*/ 1288165 h 1972800"/>
              <a:gd name="connsiteX86" fmla="*/ 8501703 w 11362354"/>
              <a:gd name="connsiteY86" fmla="*/ 1462314 h 1972800"/>
              <a:gd name="connsiteX87" fmla="*/ 7921150 w 11362354"/>
              <a:gd name="connsiteY87" fmla="*/ 1462314 h 1972800"/>
              <a:gd name="connsiteX88" fmla="*/ 7193139 w 11362354"/>
              <a:gd name="connsiteY88" fmla="*/ 1288165 h 1972800"/>
              <a:gd name="connsiteX89" fmla="*/ 7648159 w 11362354"/>
              <a:gd name="connsiteY89" fmla="*/ 1288165 h 1972800"/>
              <a:gd name="connsiteX90" fmla="*/ 7648159 w 11362354"/>
              <a:gd name="connsiteY90" fmla="*/ 1462314 h 1972800"/>
              <a:gd name="connsiteX91" fmla="*/ 7193139 w 11362354"/>
              <a:gd name="connsiteY91" fmla="*/ 1462314 h 1972800"/>
              <a:gd name="connsiteX92" fmla="*/ 6188669 w 11362354"/>
              <a:gd name="connsiteY92" fmla="*/ 1288165 h 1972800"/>
              <a:gd name="connsiteX93" fmla="*/ 6674501 w 11362354"/>
              <a:gd name="connsiteY93" fmla="*/ 1288165 h 1972800"/>
              <a:gd name="connsiteX94" fmla="*/ 6674501 w 11362354"/>
              <a:gd name="connsiteY94" fmla="*/ 1351991 h 1972800"/>
              <a:gd name="connsiteX95" fmla="*/ 7080275 w 11362354"/>
              <a:gd name="connsiteY95" fmla="*/ 1351991 h 1972800"/>
              <a:gd name="connsiteX96" fmla="*/ 7080275 w 11362354"/>
              <a:gd name="connsiteY96" fmla="*/ 1462314 h 1972800"/>
              <a:gd name="connsiteX97" fmla="*/ 6188669 w 11362354"/>
              <a:gd name="connsiteY97" fmla="*/ 1462314 h 1972800"/>
              <a:gd name="connsiteX98" fmla="*/ 4794722 w 11362354"/>
              <a:gd name="connsiteY98" fmla="*/ 1288165 h 1972800"/>
              <a:gd name="connsiteX99" fmla="*/ 5308313 w 11362354"/>
              <a:gd name="connsiteY99" fmla="*/ 1288165 h 1972800"/>
              <a:gd name="connsiteX100" fmla="*/ 5433050 w 11362354"/>
              <a:gd name="connsiteY100" fmla="*/ 1363467 h 1972800"/>
              <a:gd name="connsiteX101" fmla="*/ 5557791 w 11362354"/>
              <a:gd name="connsiteY101" fmla="*/ 1288165 h 1972800"/>
              <a:gd name="connsiteX102" fmla="*/ 6071387 w 11362354"/>
              <a:gd name="connsiteY102" fmla="*/ 1288165 h 1972800"/>
              <a:gd name="connsiteX103" fmla="*/ 6026879 w 11362354"/>
              <a:gd name="connsiteY103" fmla="*/ 1462314 h 1972800"/>
              <a:gd name="connsiteX104" fmla="*/ 4839225 w 11362354"/>
              <a:gd name="connsiteY104" fmla="*/ 1462314 h 1972800"/>
              <a:gd name="connsiteX105" fmla="*/ 4794722 w 11362354"/>
              <a:gd name="connsiteY105" fmla="*/ 1288165 h 1972800"/>
              <a:gd name="connsiteX106" fmla="*/ 2285298 w 11362354"/>
              <a:gd name="connsiteY106" fmla="*/ 1288165 h 1972800"/>
              <a:gd name="connsiteX107" fmla="*/ 2771132 w 11362354"/>
              <a:gd name="connsiteY107" fmla="*/ 1288165 h 1972800"/>
              <a:gd name="connsiteX108" fmla="*/ 2771132 w 11362354"/>
              <a:gd name="connsiteY108" fmla="*/ 1351991 h 1972800"/>
              <a:gd name="connsiteX109" fmla="*/ 3183254 w 11362354"/>
              <a:gd name="connsiteY109" fmla="*/ 1351991 h 1972800"/>
              <a:gd name="connsiteX110" fmla="*/ 3183254 w 11362354"/>
              <a:gd name="connsiteY110" fmla="*/ 1462314 h 1972800"/>
              <a:gd name="connsiteX111" fmla="*/ 2285298 w 11362354"/>
              <a:gd name="connsiteY111" fmla="*/ 1462314 h 1972800"/>
              <a:gd name="connsiteX112" fmla="*/ 1586644 w 11362354"/>
              <a:gd name="connsiteY112" fmla="*/ 1288165 h 1972800"/>
              <a:gd name="connsiteX113" fmla="*/ 2038472 w 11362354"/>
              <a:gd name="connsiteY113" fmla="*/ 1288165 h 1972800"/>
              <a:gd name="connsiteX114" fmla="*/ 2121783 w 11362354"/>
              <a:gd name="connsiteY114" fmla="*/ 1462314 h 1972800"/>
              <a:gd name="connsiteX115" fmla="*/ 1663530 w 11362354"/>
              <a:gd name="connsiteY115" fmla="*/ 1462314 h 1972800"/>
              <a:gd name="connsiteX116" fmla="*/ 985097 w 11362354"/>
              <a:gd name="connsiteY116" fmla="*/ 1288165 h 1972800"/>
              <a:gd name="connsiteX117" fmla="*/ 1468672 w 11362354"/>
              <a:gd name="connsiteY117" fmla="*/ 1288165 h 1972800"/>
              <a:gd name="connsiteX118" fmla="*/ 1468672 w 11362354"/>
              <a:gd name="connsiteY118" fmla="*/ 1462314 h 1972800"/>
              <a:gd name="connsiteX119" fmla="*/ 985097 w 11362354"/>
              <a:gd name="connsiteY119" fmla="*/ 1462314 h 1972800"/>
              <a:gd name="connsiteX120" fmla="*/ 0 w 11362354"/>
              <a:gd name="connsiteY120" fmla="*/ 1288165 h 1972800"/>
              <a:gd name="connsiteX121" fmla="*/ 506025 w 11362354"/>
              <a:gd name="connsiteY121" fmla="*/ 1288165 h 1972800"/>
              <a:gd name="connsiteX122" fmla="*/ 506025 w 11362354"/>
              <a:gd name="connsiteY122" fmla="*/ 1462314 h 1972800"/>
              <a:gd name="connsiteX123" fmla="*/ 0 w 11362354"/>
              <a:gd name="connsiteY123" fmla="*/ 1462314 h 1972800"/>
              <a:gd name="connsiteX124" fmla="*/ 10408772 w 11362354"/>
              <a:gd name="connsiteY124" fmla="*/ 1157361 h 1972800"/>
              <a:gd name="connsiteX125" fmla="*/ 10468381 w 11362354"/>
              <a:gd name="connsiteY125" fmla="*/ 1208632 h 1972800"/>
              <a:gd name="connsiteX126" fmla="*/ 10408772 w 11362354"/>
              <a:gd name="connsiteY126" fmla="*/ 1208632 h 1972800"/>
              <a:gd name="connsiteX127" fmla="*/ 10816942 w 11362354"/>
              <a:gd name="connsiteY127" fmla="*/ 1078164 h 1972800"/>
              <a:gd name="connsiteX128" fmla="*/ 11358000 w 11362354"/>
              <a:gd name="connsiteY128" fmla="*/ 1078164 h 1972800"/>
              <a:gd name="connsiteX129" fmla="*/ 11359134 w 11362354"/>
              <a:gd name="connsiteY129" fmla="*/ 1208632 h 1972800"/>
              <a:gd name="connsiteX130" fmla="*/ 11359134 w 11362354"/>
              <a:gd name="connsiteY130" fmla="*/ 1208633 h 1972800"/>
              <a:gd name="connsiteX131" fmla="*/ 10871056 w 11362354"/>
              <a:gd name="connsiteY131" fmla="*/ 1208633 h 1972800"/>
              <a:gd name="connsiteX132" fmla="*/ 10871355 w 11362354"/>
              <a:gd name="connsiteY132" fmla="*/ 1205652 h 1972800"/>
              <a:gd name="connsiteX133" fmla="*/ 10808382 w 11362354"/>
              <a:gd name="connsiteY133" fmla="*/ 1078165 h 1972800"/>
              <a:gd name="connsiteX134" fmla="*/ 10816943 w 11362354"/>
              <a:gd name="connsiteY134" fmla="*/ 1078165 h 1972800"/>
              <a:gd name="connsiteX135" fmla="*/ 9781432 w 11362354"/>
              <a:gd name="connsiteY135" fmla="*/ 1075882 h 1972800"/>
              <a:gd name="connsiteX136" fmla="*/ 10286039 w 11362354"/>
              <a:gd name="connsiteY136" fmla="*/ 1075882 h 1972800"/>
              <a:gd name="connsiteX137" fmla="*/ 10286039 w 11362354"/>
              <a:gd name="connsiteY137" fmla="*/ 1206076 h 1972800"/>
              <a:gd name="connsiteX138" fmla="*/ 9781432 w 11362354"/>
              <a:gd name="connsiteY138" fmla="*/ 1206076 h 1972800"/>
              <a:gd name="connsiteX139" fmla="*/ 8877431 w 11362354"/>
              <a:gd name="connsiteY139" fmla="*/ 1075882 h 1972800"/>
              <a:gd name="connsiteX140" fmla="*/ 9382033 w 11362354"/>
              <a:gd name="connsiteY140" fmla="*/ 1075882 h 1972800"/>
              <a:gd name="connsiteX141" fmla="*/ 9382033 w 11362354"/>
              <a:gd name="connsiteY141" fmla="*/ 1206076 h 1972800"/>
              <a:gd name="connsiteX142" fmla="*/ 8877431 w 11362354"/>
              <a:gd name="connsiteY142" fmla="*/ 1206076 h 1972800"/>
              <a:gd name="connsiteX143" fmla="*/ 7760453 w 11362354"/>
              <a:gd name="connsiteY143" fmla="*/ 1075882 h 1972800"/>
              <a:gd name="connsiteX144" fmla="*/ 8501703 w 11362354"/>
              <a:gd name="connsiteY144" fmla="*/ 1075882 h 1972800"/>
              <a:gd name="connsiteX145" fmla="*/ 8501703 w 11362354"/>
              <a:gd name="connsiteY145" fmla="*/ 1206076 h 1972800"/>
              <a:gd name="connsiteX146" fmla="*/ 7814594 w 11362354"/>
              <a:gd name="connsiteY146" fmla="*/ 1206076 h 1972800"/>
              <a:gd name="connsiteX147" fmla="*/ 7193139 w 11362354"/>
              <a:gd name="connsiteY147" fmla="*/ 1075882 h 1972800"/>
              <a:gd name="connsiteX148" fmla="*/ 7648159 w 11362354"/>
              <a:gd name="connsiteY148" fmla="*/ 1075882 h 1972800"/>
              <a:gd name="connsiteX149" fmla="*/ 7648159 w 11362354"/>
              <a:gd name="connsiteY149" fmla="*/ 1206076 h 1972800"/>
              <a:gd name="connsiteX150" fmla="*/ 7193139 w 11362354"/>
              <a:gd name="connsiteY150" fmla="*/ 1206076 h 1972800"/>
              <a:gd name="connsiteX151" fmla="*/ 6188669 w 11362354"/>
              <a:gd name="connsiteY151" fmla="*/ 1075882 h 1972800"/>
              <a:gd name="connsiteX152" fmla="*/ 6674501 w 11362354"/>
              <a:gd name="connsiteY152" fmla="*/ 1075882 h 1972800"/>
              <a:gd name="connsiteX153" fmla="*/ 6674501 w 11362354"/>
              <a:gd name="connsiteY153" fmla="*/ 1206076 h 1972800"/>
              <a:gd name="connsiteX154" fmla="*/ 6188669 w 11362354"/>
              <a:gd name="connsiteY154" fmla="*/ 1206076 h 1972800"/>
              <a:gd name="connsiteX155" fmla="*/ 5574793 w 11362354"/>
              <a:gd name="connsiteY155" fmla="*/ 1075882 h 1972800"/>
              <a:gd name="connsiteX156" fmla="*/ 6073294 w 11362354"/>
              <a:gd name="connsiteY156" fmla="*/ 1075882 h 1972800"/>
              <a:gd name="connsiteX157" fmla="*/ 6073294 w 11362354"/>
              <a:gd name="connsiteY157" fmla="*/ 1206076 h 1972800"/>
              <a:gd name="connsiteX158" fmla="*/ 5574793 w 11362354"/>
              <a:gd name="connsiteY158" fmla="*/ 1206076 h 1972800"/>
              <a:gd name="connsiteX159" fmla="*/ 4792811 w 11362354"/>
              <a:gd name="connsiteY159" fmla="*/ 1075882 h 1972800"/>
              <a:gd name="connsiteX160" fmla="*/ 5291307 w 11362354"/>
              <a:gd name="connsiteY160" fmla="*/ 1075882 h 1972800"/>
              <a:gd name="connsiteX161" fmla="*/ 5291307 w 11362354"/>
              <a:gd name="connsiteY161" fmla="*/ 1206076 h 1972800"/>
              <a:gd name="connsiteX162" fmla="*/ 4792811 w 11362354"/>
              <a:gd name="connsiteY162" fmla="*/ 1206076 h 1972800"/>
              <a:gd name="connsiteX163" fmla="*/ 2285298 w 11362354"/>
              <a:gd name="connsiteY163" fmla="*/ 1075882 h 1972800"/>
              <a:gd name="connsiteX164" fmla="*/ 2771132 w 11362354"/>
              <a:gd name="connsiteY164" fmla="*/ 1075882 h 1972800"/>
              <a:gd name="connsiteX165" fmla="*/ 2771132 w 11362354"/>
              <a:gd name="connsiteY165" fmla="*/ 1206076 h 1972800"/>
              <a:gd name="connsiteX166" fmla="*/ 2285298 w 11362354"/>
              <a:gd name="connsiteY166" fmla="*/ 1206076 h 1972800"/>
              <a:gd name="connsiteX167" fmla="*/ 1492927 w 11362354"/>
              <a:gd name="connsiteY167" fmla="*/ 1075882 h 1972800"/>
              <a:gd name="connsiteX168" fmla="*/ 1945589 w 11362354"/>
              <a:gd name="connsiteY168" fmla="*/ 1075882 h 1972800"/>
              <a:gd name="connsiteX169" fmla="*/ 1940491 w 11362354"/>
              <a:gd name="connsiteY169" fmla="*/ 1080455 h 1972800"/>
              <a:gd name="connsiteX170" fmla="*/ 1939110 w 11362354"/>
              <a:gd name="connsiteY170" fmla="*/ 1080455 h 1972800"/>
              <a:gd name="connsiteX171" fmla="*/ 1939524 w 11362354"/>
              <a:gd name="connsiteY171" fmla="*/ 1081320 h 1972800"/>
              <a:gd name="connsiteX172" fmla="*/ 1938345 w 11362354"/>
              <a:gd name="connsiteY172" fmla="*/ 1082361 h 1972800"/>
              <a:gd name="connsiteX173" fmla="*/ 1940022 w 11362354"/>
              <a:gd name="connsiteY173" fmla="*/ 1082361 h 1972800"/>
              <a:gd name="connsiteX174" fmla="*/ 1999205 w 11362354"/>
              <a:gd name="connsiteY174" fmla="*/ 1206076 h 1972800"/>
              <a:gd name="connsiteX175" fmla="*/ 1550403 w 11362354"/>
              <a:gd name="connsiteY175" fmla="*/ 1206076 h 1972800"/>
              <a:gd name="connsiteX176" fmla="*/ 985097 w 11362354"/>
              <a:gd name="connsiteY176" fmla="*/ 1075882 h 1972800"/>
              <a:gd name="connsiteX177" fmla="*/ 1468672 w 11362354"/>
              <a:gd name="connsiteY177" fmla="*/ 1075882 h 1972800"/>
              <a:gd name="connsiteX178" fmla="*/ 1468672 w 11362354"/>
              <a:gd name="connsiteY178" fmla="*/ 1206076 h 1972800"/>
              <a:gd name="connsiteX179" fmla="*/ 985097 w 11362354"/>
              <a:gd name="connsiteY179" fmla="*/ 1206076 h 1972800"/>
              <a:gd name="connsiteX180" fmla="*/ 0 w 11362354"/>
              <a:gd name="connsiteY180" fmla="*/ 1075882 h 1972800"/>
              <a:gd name="connsiteX181" fmla="*/ 877145 w 11362354"/>
              <a:gd name="connsiteY181" fmla="*/ 1075882 h 1972800"/>
              <a:gd name="connsiteX182" fmla="*/ 877145 w 11362354"/>
              <a:gd name="connsiteY182" fmla="*/ 1098345 h 1972800"/>
              <a:gd name="connsiteX183" fmla="*/ 869625 w 11362354"/>
              <a:gd name="connsiteY183" fmla="*/ 1098345 h 1972800"/>
              <a:gd name="connsiteX184" fmla="*/ 506025 w 11362354"/>
              <a:gd name="connsiteY184" fmla="*/ 1098345 h 1972800"/>
              <a:gd name="connsiteX185" fmla="*/ 506025 w 11362354"/>
              <a:gd name="connsiteY185" fmla="*/ 1206076 h 1972800"/>
              <a:gd name="connsiteX186" fmla="*/ 0 w 11362354"/>
              <a:gd name="connsiteY186" fmla="*/ 1206076 h 1972800"/>
              <a:gd name="connsiteX187" fmla="*/ 4174413 w 11362354"/>
              <a:gd name="connsiteY187" fmla="*/ 1075881 h 1972800"/>
              <a:gd name="connsiteX188" fmla="*/ 4660572 w 11362354"/>
              <a:gd name="connsiteY188" fmla="*/ 1075881 h 1972800"/>
              <a:gd name="connsiteX189" fmla="*/ 4633997 w 11362354"/>
              <a:gd name="connsiteY189" fmla="*/ 1206075 h 1972800"/>
              <a:gd name="connsiteX190" fmla="*/ 4129883 w 11362354"/>
              <a:gd name="connsiteY190" fmla="*/ 1206075 h 1972800"/>
              <a:gd name="connsiteX191" fmla="*/ 4174413 w 11362354"/>
              <a:gd name="connsiteY191" fmla="*/ 1075881 h 1972800"/>
              <a:gd name="connsiteX192" fmla="*/ 3305162 w 11362354"/>
              <a:gd name="connsiteY192" fmla="*/ 1075881 h 1972800"/>
              <a:gd name="connsiteX193" fmla="*/ 3790976 w 11362354"/>
              <a:gd name="connsiteY193" fmla="*/ 1075881 h 1972800"/>
              <a:gd name="connsiteX194" fmla="*/ 3835506 w 11362354"/>
              <a:gd name="connsiteY194" fmla="*/ 1206075 h 1972800"/>
              <a:gd name="connsiteX195" fmla="*/ 3330959 w 11362354"/>
              <a:gd name="connsiteY195" fmla="*/ 1206075 h 1972800"/>
              <a:gd name="connsiteX196" fmla="*/ 3305162 w 11362354"/>
              <a:gd name="connsiteY196" fmla="*/ 1075881 h 1972800"/>
              <a:gd name="connsiteX197" fmla="*/ 10587776 w 11362354"/>
              <a:gd name="connsiteY197" fmla="*/ 879486 h 1972800"/>
              <a:gd name="connsiteX198" fmla="*/ 11280821 w 11362354"/>
              <a:gd name="connsiteY198" fmla="*/ 879486 h 1972800"/>
              <a:gd name="connsiteX199" fmla="*/ 11338792 w 11362354"/>
              <a:gd name="connsiteY199" fmla="*/ 993628 h 1972800"/>
              <a:gd name="connsiteX200" fmla="*/ 10727828 w 11362354"/>
              <a:gd name="connsiteY200" fmla="*/ 995899 h 1972800"/>
              <a:gd name="connsiteX201" fmla="*/ 9781432 w 11362354"/>
              <a:gd name="connsiteY201" fmla="*/ 877625 h 1972800"/>
              <a:gd name="connsiteX202" fmla="*/ 10286039 w 11362354"/>
              <a:gd name="connsiteY202" fmla="*/ 877625 h 1972800"/>
              <a:gd name="connsiteX203" fmla="*/ 10286039 w 11362354"/>
              <a:gd name="connsiteY203" fmla="*/ 993788 h 1972800"/>
              <a:gd name="connsiteX204" fmla="*/ 9781432 w 11362354"/>
              <a:gd name="connsiteY204" fmla="*/ 993788 h 1972800"/>
              <a:gd name="connsiteX205" fmla="*/ 8877431 w 11362354"/>
              <a:gd name="connsiteY205" fmla="*/ 877625 h 1972800"/>
              <a:gd name="connsiteX206" fmla="*/ 9382033 w 11362354"/>
              <a:gd name="connsiteY206" fmla="*/ 877625 h 1972800"/>
              <a:gd name="connsiteX207" fmla="*/ 9382033 w 11362354"/>
              <a:gd name="connsiteY207" fmla="*/ 993788 h 1972800"/>
              <a:gd name="connsiteX208" fmla="*/ 8877431 w 11362354"/>
              <a:gd name="connsiteY208" fmla="*/ 993788 h 1972800"/>
              <a:gd name="connsiteX209" fmla="*/ 7678004 w 11362354"/>
              <a:gd name="connsiteY209" fmla="*/ 877625 h 1972800"/>
              <a:gd name="connsiteX210" fmla="*/ 8501703 w 11362354"/>
              <a:gd name="connsiteY210" fmla="*/ 877625 h 1972800"/>
              <a:gd name="connsiteX211" fmla="*/ 8501703 w 11362354"/>
              <a:gd name="connsiteY211" fmla="*/ 993788 h 1972800"/>
              <a:gd name="connsiteX212" fmla="*/ 7726316 w 11362354"/>
              <a:gd name="connsiteY212" fmla="*/ 993788 h 1972800"/>
              <a:gd name="connsiteX213" fmla="*/ 7193139 w 11362354"/>
              <a:gd name="connsiteY213" fmla="*/ 877625 h 1972800"/>
              <a:gd name="connsiteX214" fmla="*/ 7648159 w 11362354"/>
              <a:gd name="connsiteY214" fmla="*/ 877625 h 1972800"/>
              <a:gd name="connsiteX215" fmla="*/ 7648159 w 11362354"/>
              <a:gd name="connsiteY215" fmla="*/ 993788 h 1972800"/>
              <a:gd name="connsiteX216" fmla="*/ 7193139 w 11362354"/>
              <a:gd name="connsiteY216" fmla="*/ 993788 h 1972800"/>
              <a:gd name="connsiteX217" fmla="*/ 6188669 w 11362354"/>
              <a:gd name="connsiteY217" fmla="*/ 877625 h 1972800"/>
              <a:gd name="connsiteX218" fmla="*/ 7056268 w 11362354"/>
              <a:gd name="connsiteY218" fmla="*/ 877625 h 1972800"/>
              <a:gd name="connsiteX219" fmla="*/ 7056268 w 11362354"/>
              <a:gd name="connsiteY219" fmla="*/ 988326 h 1972800"/>
              <a:gd name="connsiteX220" fmla="*/ 6674501 w 11362354"/>
              <a:gd name="connsiteY220" fmla="*/ 988326 h 1972800"/>
              <a:gd name="connsiteX221" fmla="*/ 6674501 w 11362354"/>
              <a:gd name="connsiteY221" fmla="*/ 993788 h 1972800"/>
              <a:gd name="connsiteX222" fmla="*/ 6188669 w 11362354"/>
              <a:gd name="connsiteY222" fmla="*/ 993788 h 1972800"/>
              <a:gd name="connsiteX223" fmla="*/ 5574793 w 11362354"/>
              <a:gd name="connsiteY223" fmla="*/ 877625 h 1972800"/>
              <a:gd name="connsiteX224" fmla="*/ 6073294 w 11362354"/>
              <a:gd name="connsiteY224" fmla="*/ 877625 h 1972800"/>
              <a:gd name="connsiteX225" fmla="*/ 6073294 w 11362354"/>
              <a:gd name="connsiteY225" fmla="*/ 993788 h 1972800"/>
              <a:gd name="connsiteX226" fmla="*/ 5574793 w 11362354"/>
              <a:gd name="connsiteY226" fmla="*/ 993788 h 1972800"/>
              <a:gd name="connsiteX227" fmla="*/ 4792811 w 11362354"/>
              <a:gd name="connsiteY227" fmla="*/ 877625 h 1972800"/>
              <a:gd name="connsiteX228" fmla="*/ 5291307 w 11362354"/>
              <a:gd name="connsiteY228" fmla="*/ 877625 h 1972800"/>
              <a:gd name="connsiteX229" fmla="*/ 5291307 w 11362354"/>
              <a:gd name="connsiteY229" fmla="*/ 993788 h 1972800"/>
              <a:gd name="connsiteX230" fmla="*/ 4792811 w 11362354"/>
              <a:gd name="connsiteY230" fmla="*/ 993788 h 1972800"/>
              <a:gd name="connsiteX231" fmla="*/ 2285298 w 11362354"/>
              <a:gd name="connsiteY231" fmla="*/ 877625 h 1972800"/>
              <a:gd name="connsiteX232" fmla="*/ 3161500 w 11362354"/>
              <a:gd name="connsiteY232" fmla="*/ 877625 h 1972800"/>
              <a:gd name="connsiteX233" fmla="*/ 3161500 w 11362354"/>
              <a:gd name="connsiteY233" fmla="*/ 988326 h 1972800"/>
              <a:gd name="connsiteX234" fmla="*/ 2771132 w 11362354"/>
              <a:gd name="connsiteY234" fmla="*/ 988326 h 1972800"/>
              <a:gd name="connsiteX235" fmla="*/ 2771132 w 11362354"/>
              <a:gd name="connsiteY235" fmla="*/ 993788 h 1972800"/>
              <a:gd name="connsiteX236" fmla="*/ 2285298 w 11362354"/>
              <a:gd name="connsiteY236" fmla="*/ 993788 h 1972800"/>
              <a:gd name="connsiteX237" fmla="*/ 985097 w 11362354"/>
              <a:gd name="connsiteY237" fmla="*/ 877625 h 1972800"/>
              <a:gd name="connsiteX238" fmla="*/ 2107746 w 11362354"/>
              <a:gd name="connsiteY238" fmla="*/ 877625 h 1972800"/>
              <a:gd name="connsiteX239" fmla="*/ 2028664 w 11362354"/>
              <a:gd name="connsiteY239" fmla="*/ 993788 h 1972800"/>
              <a:gd name="connsiteX240" fmla="*/ 985097 w 11362354"/>
              <a:gd name="connsiteY240" fmla="*/ 993788 h 1972800"/>
              <a:gd name="connsiteX241" fmla="*/ 0 w 11362354"/>
              <a:gd name="connsiteY241" fmla="*/ 877625 h 1972800"/>
              <a:gd name="connsiteX242" fmla="*/ 877145 w 11362354"/>
              <a:gd name="connsiteY242" fmla="*/ 877625 h 1972800"/>
              <a:gd name="connsiteX243" fmla="*/ 877145 w 11362354"/>
              <a:gd name="connsiteY243" fmla="*/ 993788 h 1972800"/>
              <a:gd name="connsiteX244" fmla="*/ 0 w 11362354"/>
              <a:gd name="connsiteY244" fmla="*/ 993788 h 1972800"/>
              <a:gd name="connsiteX245" fmla="*/ 4199211 w 11362354"/>
              <a:gd name="connsiteY245" fmla="*/ 877624 h 1972800"/>
              <a:gd name="connsiteX246" fmla="*/ 4674176 w 11362354"/>
              <a:gd name="connsiteY246" fmla="*/ 877624 h 1972800"/>
              <a:gd name="connsiteX247" fmla="*/ 4674332 w 11362354"/>
              <a:gd name="connsiteY247" fmla="*/ 883528 h 1972800"/>
              <a:gd name="connsiteX248" fmla="*/ 4669465 w 11362354"/>
              <a:gd name="connsiteY248" fmla="*/ 993787 h 1972800"/>
              <a:gd name="connsiteX249" fmla="*/ 4189743 w 11362354"/>
              <a:gd name="connsiteY249" fmla="*/ 993787 h 1972800"/>
              <a:gd name="connsiteX250" fmla="*/ 4199211 w 11362354"/>
              <a:gd name="connsiteY250" fmla="*/ 877624 h 1972800"/>
              <a:gd name="connsiteX251" fmla="*/ 3291213 w 11362354"/>
              <a:gd name="connsiteY251" fmla="*/ 877624 h 1972800"/>
              <a:gd name="connsiteX252" fmla="*/ 3766173 w 11362354"/>
              <a:gd name="connsiteY252" fmla="*/ 877624 h 1972800"/>
              <a:gd name="connsiteX253" fmla="*/ 3775650 w 11362354"/>
              <a:gd name="connsiteY253" fmla="*/ 993787 h 1972800"/>
              <a:gd name="connsiteX254" fmla="*/ 3295989 w 11362354"/>
              <a:gd name="connsiteY254" fmla="*/ 993787 h 1972800"/>
              <a:gd name="connsiteX255" fmla="*/ 3291057 w 11362354"/>
              <a:gd name="connsiteY255" fmla="*/ 883528 h 1972800"/>
              <a:gd name="connsiteX256" fmla="*/ 10461146 w 11362354"/>
              <a:gd name="connsiteY256" fmla="*/ 710797 h 1972800"/>
              <a:gd name="connsiteX257" fmla="*/ 11109160 w 11362354"/>
              <a:gd name="connsiteY257" fmla="*/ 710797 h 1972800"/>
              <a:gd name="connsiteX258" fmla="*/ 11109162 w 11362354"/>
              <a:gd name="connsiteY258" fmla="*/ 710798 h 1972800"/>
              <a:gd name="connsiteX259" fmla="*/ 11121245 w 11362354"/>
              <a:gd name="connsiteY259" fmla="*/ 710798 h 1972800"/>
              <a:gd name="connsiteX260" fmla="*/ 11122337 w 11362354"/>
              <a:gd name="connsiteY260" fmla="*/ 711693 h 1972800"/>
              <a:gd name="connsiteX261" fmla="*/ 11118350 w 11362354"/>
              <a:gd name="connsiteY261" fmla="*/ 711693 h 1972800"/>
              <a:gd name="connsiteX262" fmla="*/ 11213739 w 11362354"/>
              <a:gd name="connsiteY262" fmla="*/ 797219 h 1972800"/>
              <a:gd name="connsiteX263" fmla="*/ 10517279 w 11362354"/>
              <a:gd name="connsiteY263" fmla="*/ 797218 h 1972800"/>
              <a:gd name="connsiteX264" fmla="*/ 10461146 w 11362354"/>
              <a:gd name="connsiteY264" fmla="*/ 710797 h 1972800"/>
              <a:gd name="connsiteX265" fmla="*/ 9781432 w 11362354"/>
              <a:gd name="connsiteY265" fmla="*/ 709293 h 1972800"/>
              <a:gd name="connsiteX266" fmla="*/ 10286039 w 11362354"/>
              <a:gd name="connsiteY266" fmla="*/ 709293 h 1972800"/>
              <a:gd name="connsiteX267" fmla="*/ 10286039 w 11362354"/>
              <a:gd name="connsiteY267" fmla="*/ 795531 h 1972800"/>
              <a:gd name="connsiteX268" fmla="*/ 9781432 w 11362354"/>
              <a:gd name="connsiteY268" fmla="*/ 795531 h 1972800"/>
              <a:gd name="connsiteX269" fmla="*/ 8877431 w 11362354"/>
              <a:gd name="connsiteY269" fmla="*/ 709293 h 1972800"/>
              <a:gd name="connsiteX270" fmla="*/ 9382033 w 11362354"/>
              <a:gd name="connsiteY270" fmla="*/ 709293 h 1972800"/>
              <a:gd name="connsiteX271" fmla="*/ 9382033 w 11362354"/>
              <a:gd name="connsiteY271" fmla="*/ 795531 h 1972800"/>
              <a:gd name="connsiteX272" fmla="*/ 8877431 w 11362354"/>
              <a:gd name="connsiteY272" fmla="*/ 795531 h 1972800"/>
              <a:gd name="connsiteX273" fmla="*/ 8042875 w 11362354"/>
              <a:gd name="connsiteY273" fmla="*/ 709293 h 1972800"/>
              <a:gd name="connsiteX274" fmla="*/ 8501703 w 11362354"/>
              <a:gd name="connsiteY274" fmla="*/ 709293 h 1972800"/>
              <a:gd name="connsiteX275" fmla="*/ 8501703 w 11362354"/>
              <a:gd name="connsiteY275" fmla="*/ 795531 h 1972800"/>
              <a:gd name="connsiteX276" fmla="*/ 8042875 w 11362354"/>
              <a:gd name="connsiteY276" fmla="*/ 795531 h 1972800"/>
              <a:gd name="connsiteX277" fmla="*/ 7193139 w 11362354"/>
              <a:gd name="connsiteY277" fmla="*/ 709293 h 1972800"/>
              <a:gd name="connsiteX278" fmla="*/ 7996240 w 11362354"/>
              <a:gd name="connsiteY278" fmla="*/ 709293 h 1972800"/>
              <a:gd name="connsiteX279" fmla="*/ 8036152 w 11362354"/>
              <a:gd name="connsiteY279" fmla="*/ 795531 h 1972800"/>
              <a:gd name="connsiteX280" fmla="*/ 7193139 w 11362354"/>
              <a:gd name="connsiteY280" fmla="*/ 795531 h 1972800"/>
              <a:gd name="connsiteX281" fmla="*/ 6188669 w 11362354"/>
              <a:gd name="connsiteY281" fmla="*/ 709293 h 1972800"/>
              <a:gd name="connsiteX282" fmla="*/ 6674501 w 11362354"/>
              <a:gd name="connsiteY282" fmla="*/ 709293 h 1972800"/>
              <a:gd name="connsiteX283" fmla="*/ 6674501 w 11362354"/>
              <a:gd name="connsiteY283" fmla="*/ 714671 h 1972800"/>
              <a:gd name="connsiteX284" fmla="*/ 7056268 w 11362354"/>
              <a:gd name="connsiteY284" fmla="*/ 714671 h 1972800"/>
              <a:gd name="connsiteX285" fmla="*/ 7056268 w 11362354"/>
              <a:gd name="connsiteY285" fmla="*/ 795531 h 1972800"/>
              <a:gd name="connsiteX286" fmla="*/ 6188669 w 11362354"/>
              <a:gd name="connsiteY286" fmla="*/ 795531 h 1972800"/>
              <a:gd name="connsiteX287" fmla="*/ 5574793 w 11362354"/>
              <a:gd name="connsiteY287" fmla="*/ 709293 h 1972800"/>
              <a:gd name="connsiteX288" fmla="*/ 6073294 w 11362354"/>
              <a:gd name="connsiteY288" fmla="*/ 709293 h 1972800"/>
              <a:gd name="connsiteX289" fmla="*/ 6073294 w 11362354"/>
              <a:gd name="connsiteY289" fmla="*/ 795531 h 1972800"/>
              <a:gd name="connsiteX290" fmla="*/ 5574793 w 11362354"/>
              <a:gd name="connsiteY290" fmla="*/ 795531 h 1972800"/>
              <a:gd name="connsiteX291" fmla="*/ 4792811 w 11362354"/>
              <a:gd name="connsiteY291" fmla="*/ 709293 h 1972800"/>
              <a:gd name="connsiteX292" fmla="*/ 5291307 w 11362354"/>
              <a:gd name="connsiteY292" fmla="*/ 709293 h 1972800"/>
              <a:gd name="connsiteX293" fmla="*/ 5291307 w 11362354"/>
              <a:gd name="connsiteY293" fmla="*/ 795531 h 1972800"/>
              <a:gd name="connsiteX294" fmla="*/ 4792811 w 11362354"/>
              <a:gd name="connsiteY294" fmla="*/ 795531 h 1972800"/>
              <a:gd name="connsiteX295" fmla="*/ 2285298 w 11362354"/>
              <a:gd name="connsiteY295" fmla="*/ 709293 h 1972800"/>
              <a:gd name="connsiteX296" fmla="*/ 2771132 w 11362354"/>
              <a:gd name="connsiteY296" fmla="*/ 709293 h 1972800"/>
              <a:gd name="connsiteX297" fmla="*/ 2771132 w 11362354"/>
              <a:gd name="connsiteY297" fmla="*/ 714671 h 1972800"/>
              <a:gd name="connsiteX298" fmla="*/ 3161500 w 11362354"/>
              <a:gd name="connsiteY298" fmla="*/ 714671 h 1972800"/>
              <a:gd name="connsiteX299" fmla="*/ 3161500 w 11362354"/>
              <a:gd name="connsiteY299" fmla="*/ 795531 h 1972800"/>
              <a:gd name="connsiteX300" fmla="*/ 2285298 w 11362354"/>
              <a:gd name="connsiteY300" fmla="*/ 795531 h 1972800"/>
              <a:gd name="connsiteX301" fmla="*/ 1709143 w 11362354"/>
              <a:gd name="connsiteY301" fmla="*/ 709293 h 1972800"/>
              <a:gd name="connsiteX302" fmla="*/ 2169670 w 11362354"/>
              <a:gd name="connsiteY302" fmla="*/ 709293 h 1972800"/>
              <a:gd name="connsiteX303" fmla="*/ 2145130 w 11362354"/>
              <a:gd name="connsiteY303" fmla="*/ 795531 h 1972800"/>
              <a:gd name="connsiteX304" fmla="*/ 1595923 w 11362354"/>
              <a:gd name="connsiteY304" fmla="*/ 795531 h 1972800"/>
              <a:gd name="connsiteX305" fmla="*/ 1709143 w 11362354"/>
              <a:gd name="connsiteY305" fmla="*/ 709293 h 1972800"/>
              <a:gd name="connsiteX306" fmla="*/ 985097 w 11362354"/>
              <a:gd name="connsiteY306" fmla="*/ 709293 h 1972800"/>
              <a:gd name="connsiteX307" fmla="*/ 1469893 w 11362354"/>
              <a:gd name="connsiteY307" fmla="*/ 709293 h 1972800"/>
              <a:gd name="connsiteX308" fmla="*/ 1469893 w 11362354"/>
              <a:gd name="connsiteY308" fmla="*/ 795531 h 1972800"/>
              <a:gd name="connsiteX309" fmla="*/ 985097 w 11362354"/>
              <a:gd name="connsiteY309" fmla="*/ 795531 h 1972800"/>
              <a:gd name="connsiteX310" fmla="*/ 0 w 11362354"/>
              <a:gd name="connsiteY310" fmla="*/ 709293 h 1972800"/>
              <a:gd name="connsiteX311" fmla="*/ 877145 w 11362354"/>
              <a:gd name="connsiteY311" fmla="*/ 709293 h 1972800"/>
              <a:gd name="connsiteX312" fmla="*/ 877145 w 11362354"/>
              <a:gd name="connsiteY312" fmla="*/ 795531 h 1972800"/>
              <a:gd name="connsiteX313" fmla="*/ 0 w 11362354"/>
              <a:gd name="connsiteY313" fmla="*/ 795531 h 1972800"/>
              <a:gd name="connsiteX314" fmla="*/ 4189251 w 11362354"/>
              <a:gd name="connsiteY314" fmla="*/ 709292 h 1972800"/>
              <a:gd name="connsiteX315" fmla="*/ 4662658 w 11362354"/>
              <a:gd name="connsiteY315" fmla="*/ 709292 h 1972800"/>
              <a:gd name="connsiteX316" fmla="*/ 4671191 w 11362354"/>
              <a:gd name="connsiteY316" fmla="*/ 795530 h 1972800"/>
              <a:gd name="connsiteX317" fmla="*/ 4197682 w 11362354"/>
              <a:gd name="connsiteY317" fmla="*/ 795530 h 1972800"/>
              <a:gd name="connsiteX318" fmla="*/ 4189251 w 11362354"/>
              <a:gd name="connsiteY318" fmla="*/ 709292 h 1972800"/>
              <a:gd name="connsiteX319" fmla="*/ 3302730 w 11362354"/>
              <a:gd name="connsiteY319" fmla="*/ 709292 h 1972800"/>
              <a:gd name="connsiteX320" fmla="*/ 3776138 w 11362354"/>
              <a:gd name="connsiteY320" fmla="*/ 709292 h 1972800"/>
              <a:gd name="connsiteX321" fmla="*/ 3767701 w 11362354"/>
              <a:gd name="connsiteY321" fmla="*/ 795530 h 1972800"/>
              <a:gd name="connsiteX322" fmla="*/ 3294197 w 11362354"/>
              <a:gd name="connsiteY322" fmla="*/ 795530 h 1972800"/>
              <a:gd name="connsiteX323" fmla="*/ 3302730 w 11362354"/>
              <a:gd name="connsiteY323" fmla="*/ 709292 h 1972800"/>
              <a:gd name="connsiteX324" fmla="*/ 10418948 w 11362354"/>
              <a:gd name="connsiteY324" fmla="*/ 565540 h 1972800"/>
              <a:gd name="connsiteX325" fmla="*/ 10949595 w 11362354"/>
              <a:gd name="connsiteY325" fmla="*/ 565540 h 1972800"/>
              <a:gd name="connsiteX326" fmla="*/ 10964075 w 11362354"/>
              <a:gd name="connsiteY326" fmla="*/ 577567 h 1972800"/>
              <a:gd name="connsiteX327" fmla="*/ 11026395 w 11362354"/>
              <a:gd name="connsiteY327" fmla="*/ 628529 h 1972800"/>
              <a:gd name="connsiteX328" fmla="*/ 10434083 w 11362354"/>
              <a:gd name="connsiteY328" fmla="*/ 628529 h 1972800"/>
              <a:gd name="connsiteX329" fmla="*/ 10418948 w 11362354"/>
              <a:gd name="connsiteY329" fmla="*/ 565540 h 1972800"/>
              <a:gd name="connsiteX330" fmla="*/ 9781432 w 11362354"/>
              <a:gd name="connsiteY330" fmla="*/ 564344 h 1972800"/>
              <a:gd name="connsiteX331" fmla="*/ 10286039 w 11362354"/>
              <a:gd name="connsiteY331" fmla="*/ 564344 h 1972800"/>
              <a:gd name="connsiteX332" fmla="*/ 10286039 w 11362354"/>
              <a:gd name="connsiteY332" fmla="*/ 627199 h 1972800"/>
              <a:gd name="connsiteX333" fmla="*/ 9781432 w 11362354"/>
              <a:gd name="connsiteY333" fmla="*/ 627199 h 1972800"/>
              <a:gd name="connsiteX334" fmla="*/ 8877431 w 11362354"/>
              <a:gd name="connsiteY334" fmla="*/ 564344 h 1972800"/>
              <a:gd name="connsiteX335" fmla="*/ 9382033 w 11362354"/>
              <a:gd name="connsiteY335" fmla="*/ 564344 h 1972800"/>
              <a:gd name="connsiteX336" fmla="*/ 9382033 w 11362354"/>
              <a:gd name="connsiteY336" fmla="*/ 627199 h 1972800"/>
              <a:gd name="connsiteX337" fmla="*/ 8877431 w 11362354"/>
              <a:gd name="connsiteY337" fmla="*/ 627199 h 1972800"/>
              <a:gd name="connsiteX338" fmla="*/ 8042875 w 11362354"/>
              <a:gd name="connsiteY338" fmla="*/ 564344 h 1972800"/>
              <a:gd name="connsiteX339" fmla="*/ 8501703 w 11362354"/>
              <a:gd name="connsiteY339" fmla="*/ 564344 h 1972800"/>
              <a:gd name="connsiteX340" fmla="*/ 8501703 w 11362354"/>
              <a:gd name="connsiteY340" fmla="*/ 627199 h 1972800"/>
              <a:gd name="connsiteX341" fmla="*/ 8042875 w 11362354"/>
              <a:gd name="connsiteY341" fmla="*/ 627199 h 1972800"/>
              <a:gd name="connsiteX342" fmla="*/ 7193139 w 11362354"/>
              <a:gd name="connsiteY342" fmla="*/ 564344 h 1972800"/>
              <a:gd name="connsiteX343" fmla="*/ 7929154 w 11362354"/>
              <a:gd name="connsiteY343" fmla="*/ 564344 h 1972800"/>
              <a:gd name="connsiteX344" fmla="*/ 7958244 w 11362354"/>
              <a:gd name="connsiteY344" fmla="*/ 627199 h 1972800"/>
              <a:gd name="connsiteX345" fmla="*/ 7193139 w 11362354"/>
              <a:gd name="connsiteY345" fmla="*/ 627199 h 1972800"/>
              <a:gd name="connsiteX346" fmla="*/ 6188669 w 11362354"/>
              <a:gd name="connsiteY346" fmla="*/ 564344 h 1972800"/>
              <a:gd name="connsiteX347" fmla="*/ 6674501 w 11362354"/>
              <a:gd name="connsiteY347" fmla="*/ 564344 h 1972800"/>
              <a:gd name="connsiteX348" fmla="*/ 6674501 w 11362354"/>
              <a:gd name="connsiteY348" fmla="*/ 627199 h 1972800"/>
              <a:gd name="connsiteX349" fmla="*/ 6188669 w 11362354"/>
              <a:gd name="connsiteY349" fmla="*/ 627199 h 1972800"/>
              <a:gd name="connsiteX350" fmla="*/ 5574793 w 11362354"/>
              <a:gd name="connsiteY350" fmla="*/ 564344 h 1972800"/>
              <a:gd name="connsiteX351" fmla="*/ 6073294 w 11362354"/>
              <a:gd name="connsiteY351" fmla="*/ 564344 h 1972800"/>
              <a:gd name="connsiteX352" fmla="*/ 6073294 w 11362354"/>
              <a:gd name="connsiteY352" fmla="*/ 627199 h 1972800"/>
              <a:gd name="connsiteX353" fmla="*/ 5574793 w 11362354"/>
              <a:gd name="connsiteY353" fmla="*/ 627199 h 1972800"/>
              <a:gd name="connsiteX354" fmla="*/ 4792811 w 11362354"/>
              <a:gd name="connsiteY354" fmla="*/ 564344 h 1972800"/>
              <a:gd name="connsiteX355" fmla="*/ 5291307 w 11362354"/>
              <a:gd name="connsiteY355" fmla="*/ 564344 h 1972800"/>
              <a:gd name="connsiteX356" fmla="*/ 5291307 w 11362354"/>
              <a:gd name="connsiteY356" fmla="*/ 627199 h 1972800"/>
              <a:gd name="connsiteX357" fmla="*/ 4792811 w 11362354"/>
              <a:gd name="connsiteY357" fmla="*/ 627199 h 1972800"/>
              <a:gd name="connsiteX358" fmla="*/ 2285298 w 11362354"/>
              <a:gd name="connsiteY358" fmla="*/ 564344 h 1972800"/>
              <a:gd name="connsiteX359" fmla="*/ 2771132 w 11362354"/>
              <a:gd name="connsiteY359" fmla="*/ 564344 h 1972800"/>
              <a:gd name="connsiteX360" fmla="*/ 2771132 w 11362354"/>
              <a:gd name="connsiteY360" fmla="*/ 627199 h 1972800"/>
              <a:gd name="connsiteX361" fmla="*/ 2285298 w 11362354"/>
              <a:gd name="connsiteY361" fmla="*/ 627199 h 1972800"/>
              <a:gd name="connsiteX362" fmla="*/ 1743635 w 11362354"/>
              <a:gd name="connsiteY362" fmla="*/ 564344 h 1972800"/>
              <a:gd name="connsiteX363" fmla="*/ 2184512 w 11362354"/>
              <a:gd name="connsiteY363" fmla="*/ 564344 h 1972800"/>
              <a:gd name="connsiteX364" fmla="*/ 2184779 w 11362354"/>
              <a:gd name="connsiteY364" fmla="*/ 571975 h 1972800"/>
              <a:gd name="connsiteX365" fmla="*/ 2181588 w 11362354"/>
              <a:gd name="connsiteY365" fmla="*/ 627199 h 1972800"/>
              <a:gd name="connsiteX366" fmla="*/ 1742032 w 11362354"/>
              <a:gd name="connsiteY366" fmla="*/ 627199 h 1972800"/>
              <a:gd name="connsiteX367" fmla="*/ 1746020 w 11362354"/>
              <a:gd name="connsiteY367" fmla="*/ 587881 h 1972800"/>
              <a:gd name="connsiteX368" fmla="*/ 985097 w 11362354"/>
              <a:gd name="connsiteY368" fmla="*/ 564344 h 1972800"/>
              <a:gd name="connsiteX369" fmla="*/ 1469893 w 11362354"/>
              <a:gd name="connsiteY369" fmla="*/ 564344 h 1972800"/>
              <a:gd name="connsiteX370" fmla="*/ 1469893 w 11362354"/>
              <a:gd name="connsiteY370" fmla="*/ 627199 h 1972800"/>
              <a:gd name="connsiteX371" fmla="*/ 985097 w 11362354"/>
              <a:gd name="connsiteY371" fmla="*/ 627199 h 1972800"/>
              <a:gd name="connsiteX372" fmla="*/ 0 w 11362354"/>
              <a:gd name="connsiteY372" fmla="*/ 564344 h 1972800"/>
              <a:gd name="connsiteX373" fmla="*/ 505721 w 11362354"/>
              <a:gd name="connsiteY373" fmla="*/ 564344 h 1972800"/>
              <a:gd name="connsiteX374" fmla="*/ 505721 w 11362354"/>
              <a:gd name="connsiteY374" fmla="*/ 627199 h 1972800"/>
              <a:gd name="connsiteX375" fmla="*/ 0 w 11362354"/>
              <a:gd name="connsiteY375" fmla="*/ 627199 h 1972800"/>
              <a:gd name="connsiteX376" fmla="*/ 4156173 w 11362354"/>
              <a:gd name="connsiteY376" fmla="*/ 564343 h 1972800"/>
              <a:gd name="connsiteX377" fmla="*/ 4635244 w 11362354"/>
              <a:gd name="connsiteY377" fmla="*/ 564343 h 1972800"/>
              <a:gd name="connsiteX378" fmla="*/ 4649285 w 11362354"/>
              <a:gd name="connsiteY378" fmla="*/ 627198 h 1972800"/>
              <a:gd name="connsiteX379" fmla="*/ 4173561 w 11362354"/>
              <a:gd name="connsiteY379" fmla="*/ 627198 h 1972800"/>
              <a:gd name="connsiteX380" fmla="*/ 4156173 w 11362354"/>
              <a:gd name="connsiteY380" fmla="*/ 564343 h 1972800"/>
              <a:gd name="connsiteX381" fmla="*/ 3330140 w 11362354"/>
              <a:gd name="connsiteY381" fmla="*/ 564343 h 1972800"/>
              <a:gd name="connsiteX382" fmla="*/ 3809216 w 11362354"/>
              <a:gd name="connsiteY382" fmla="*/ 564343 h 1972800"/>
              <a:gd name="connsiteX383" fmla="*/ 3791828 w 11362354"/>
              <a:gd name="connsiteY383" fmla="*/ 627198 h 1972800"/>
              <a:gd name="connsiteX384" fmla="*/ 3316108 w 11362354"/>
              <a:gd name="connsiteY384" fmla="*/ 627198 h 1972800"/>
              <a:gd name="connsiteX385" fmla="*/ 3330140 w 11362354"/>
              <a:gd name="connsiteY385" fmla="*/ 564343 h 1972800"/>
              <a:gd name="connsiteX386" fmla="*/ 11305691 w 11362354"/>
              <a:gd name="connsiteY386" fmla="*/ 441367 h 1972800"/>
              <a:gd name="connsiteX387" fmla="*/ 11306110 w 11362354"/>
              <a:gd name="connsiteY387" fmla="*/ 441367 h 1972800"/>
              <a:gd name="connsiteX388" fmla="*/ 11306110 w 11362354"/>
              <a:gd name="connsiteY388" fmla="*/ 441726 h 1972800"/>
              <a:gd name="connsiteX389" fmla="*/ 10419150 w 11362354"/>
              <a:gd name="connsiteY389" fmla="*/ 441367 h 1972800"/>
              <a:gd name="connsiteX390" fmla="*/ 10893359 w 11362354"/>
              <a:gd name="connsiteY390" fmla="*/ 441367 h 1972800"/>
              <a:gd name="connsiteX391" fmla="*/ 10894757 w 11362354"/>
              <a:gd name="connsiteY391" fmla="*/ 483273 h 1972800"/>
              <a:gd name="connsiteX392" fmla="*/ 10419058 w 11362354"/>
              <a:gd name="connsiteY392" fmla="*/ 483273 h 1972800"/>
              <a:gd name="connsiteX393" fmla="*/ 10417854 w 11362354"/>
              <a:gd name="connsiteY393" fmla="*/ 463084 h 1972800"/>
              <a:gd name="connsiteX394" fmla="*/ 9781432 w 11362354"/>
              <a:gd name="connsiteY394" fmla="*/ 440432 h 1972800"/>
              <a:gd name="connsiteX395" fmla="*/ 10286039 w 11362354"/>
              <a:gd name="connsiteY395" fmla="*/ 440432 h 1972800"/>
              <a:gd name="connsiteX396" fmla="*/ 10286039 w 11362354"/>
              <a:gd name="connsiteY396" fmla="*/ 482250 h 1972800"/>
              <a:gd name="connsiteX397" fmla="*/ 9781432 w 11362354"/>
              <a:gd name="connsiteY397" fmla="*/ 482250 h 1972800"/>
              <a:gd name="connsiteX398" fmla="*/ 8877431 w 11362354"/>
              <a:gd name="connsiteY398" fmla="*/ 440432 h 1972800"/>
              <a:gd name="connsiteX399" fmla="*/ 9382033 w 11362354"/>
              <a:gd name="connsiteY399" fmla="*/ 440432 h 1972800"/>
              <a:gd name="connsiteX400" fmla="*/ 9382033 w 11362354"/>
              <a:gd name="connsiteY400" fmla="*/ 482250 h 1972800"/>
              <a:gd name="connsiteX401" fmla="*/ 8877431 w 11362354"/>
              <a:gd name="connsiteY401" fmla="*/ 482250 h 1972800"/>
              <a:gd name="connsiteX402" fmla="*/ 8042875 w 11362354"/>
              <a:gd name="connsiteY402" fmla="*/ 440432 h 1972800"/>
              <a:gd name="connsiteX403" fmla="*/ 8501703 w 11362354"/>
              <a:gd name="connsiteY403" fmla="*/ 440432 h 1972800"/>
              <a:gd name="connsiteX404" fmla="*/ 8501703 w 11362354"/>
              <a:gd name="connsiteY404" fmla="*/ 482250 h 1972800"/>
              <a:gd name="connsiteX405" fmla="*/ 8042875 w 11362354"/>
              <a:gd name="connsiteY405" fmla="*/ 482250 h 1972800"/>
              <a:gd name="connsiteX406" fmla="*/ 7193139 w 11362354"/>
              <a:gd name="connsiteY406" fmla="*/ 440432 h 1972800"/>
              <a:gd name="connsiteX407" fmla="*/ 7871807 w 11362354"/>
              <a:gd name="connsiteY407" fmla="*/ 440432 h 1972800"/>
              <a:gd name="connsiteX408" fmla="*/ 7891162 w 11362354"/>
              <a:gd name="connsiteY408" fmla="*/ 482250 h 1972800"/>
              <a:gd name="connsiteX409" fmla="*/ 7193139 w 11362354"/>
              <a:gd name="connsiteY409" fmla="*/ 482250 h 1972800"/>
              <a:gd name="connsiteX410" fmla="*/ 6188669 w 11362354"/>
              <a:gd name="connsiteY410" fmla="*/ 440432 h 1972800"/>
              <a:gd name="connsiteX411" fmla="*/ 6674501 w 11362354"/>
              <a:gd name="connsiteY411" fmla="*/ 440432 h 1972800"/>
              <a:gd name="connsiteX412" fmla="*/ 6674501 w 11362354"/>
              <a:gd name="connsiteY412" fmla="*/ 482250 h 1972800"/>
              <a:gd name="connsiteX413" fmla="*/ 6188669 w 11362354"/>
              <a:gd name="connsiteY413" fmla="*/ 482250 h 1972800"/>
              <a:gd name="connsiteX414" fmla="*/ 5574793 w 11362354"/>
              <a:gd name="connsiteY414" fmla="*/ 440432 h 1972800"/>
              <a:gd name="connsiteX415" fmla="*/ 6073294 w 11362354"/>
              <a:gd name="connsiteY415" fmla="*/ 440432 h 1972800"/>
              <a:gd name="connsiteX416" fmla="*/ 6073294 w 11362354"/>
              <a:gd name="connsiteY416" fmla="*/ 482250 h 1972800"/>
              <a:gd name="connsiteX417" fmla="*/ 5574793 w 11362354"/>
              <a:gd name="connsiteY417" fmla="*/ 482250 h 1972800"/>
              <a:gd name="connsiteX418" fmla="*/ 4792811 w 11362354"/>
              <a:gd name="connsiteY418" fmla="*/ 440432 h 1972800"/>
              <a:gd name="connsiteX419" fmla="*/ 5291307 w 11362354"/>
              <a:gd name="connsiteY419" fmla="*/ 440432 h 1972800"/>
              <a:gd name="connsiteX420" fmla="*/ 5291307 w 11362354"/>
              <a:gd name="connsiteY420" fmla="*/ 482250 h 1972800"/>
              <a:gd name="connsiteX421" fmla="*/ 4792811 w 11362354"/>
              <a:gd name="connsiteY421" fmla="*/ 482250 h 1972800"/>
              <a:gd name="connsiteX422" fmla="*/ 2285298 w 11362354"/>
              <a:gd name="connsiteY422" fmla="*/ 440432 h 1972800"/>
              <a:gd name="connsiteX423" fmla="*/ 2771132 w 11362354"/>
              <a:gd name="connsiteY423" fmla="*/ 440432 h 1972800"/>
              <a:gd name="connsiteX424" fmla="*/ 2771132 w 11362354"/>
              <a:gd name="connsiteY424" fmla="*/ 482250 h 1972800"/>
              <a:gd name="connsiteX425" fmla="*/ 2285298 w 11362354"/>
              <a:gd name="connsiteY425" fmla="*/ 482250 h 1972800"/>
              <a:gd name="connsiteX426" fmla="*/ 1688066 w 11362354"/>
              <a:gd name="connsiteY426" fmla="*/ 440432 h 1972800"/>
              <a:gd name="connsiteX427" fmla="*/ 2171374 w 11362354"/>
              <a:gd name="connsiteY427" fmla="*/ 440432 h 1972800"/>
              <a:gd name="connsiteX428" fmla="*/ 2178605 w 11362354"/>
              <a:gd name="connsiteY428" fmla="*/ 482250 h 1972800"/>
              <a:gd name="connsiteX429" fmla="*/ 1717768 w 11362354"/>
              <a:gd name="connsiteY429" fmla="*/ 482250 h 1972800"/>
              <a:gd name="connsiteX430" fmla="*/ 1688066 w 11362354"/>
              <a:gd name="connsiteY430" fmla="*/ 440432 h 1972800"/>
              <a:gd name="connsiteX431" fmla="*/ 985097 w 11362354"/>
              <a:gd name="connsiteY431" fmla="*/ 440432 h 1972800"/>
              <a:gd name="connsiteX432" fmla="*/ 1469893 w 11362354"/>
              <a:gd name="connsiteY432" fmla="*/ 440432 h 1972800"/>
              <a:gd name="connsiteX433" fmla="*/ 1469893 w 11362354"/>
              <a:gd name="connsiteY433" fmla="*/ 482250 h 1972800"/>
              <a:gd name="connsiteX434" fmla="*/ 985097 w 11362354"/>
              <a:gd name="connsiteY434" fmla="*/ 482250 h 1972800"/>
              <a:gd name="connsiteX435" fmla="*/ 0 w 11362354"/>
              <a:gd name="connsiteY435" fmla="*/ 440432 h 1972800"/>
              <a:gd name="connsiteX436" fmla="*/ 505721 w 11362354"/>
              <a:gd name="connsiteY436" fmla="*/ 440432 h 1972800"/>
              <a:gd name="connsiteX437" fmla="*/ 505721 w 11362354"/>
              <a:gd name="connsiteY437" fmla="*/ 482250 h 1972800"/>
              <a:gd name="connsiteX438" fmla="*/ 0 w 11362354"/>
              <a:gd name="connsiteY438" fmla="*/ 482250 h 1972800"/>
              <a:gd name="connsiteX439" fmla="*/ 4093268 w 11362354"/>
              <a:gd name="connsiteY439" fmla="*/ 440431 h 1972800"/>
              <a:gd name="connsiteX440" fmla="*/ 4597023 w 11362354"/>
              <a:gd name="connsiteY440" fmla="*/ 440431 h 1972800"/>
              <a:gd name="connsiteX441" fmla="*/ 4611768 w 11362354"/>
              <a:gd name="connsiteY441" fmla="*/ 482249 h 1972800"/>
              <a:gd name="connsiteX442" fmla="*/ 4120709 w 11362354"/>
              <a:gd name="connsiteY442" fmla="*/ 482249 h 1972800"/>
              <a:gd name="connsiteX443" fmla="*/ 4093268 w 11362354"/>
              <a:gd name="connsiteY443" fmla="*/ 440431 h 1972800"/>
              <a:gd name="connsiteX444" fmla="*/ 3368371 w 11362354"/>
              <a:gd name="connsiteY444" fmla="*/ 440431 h 1972800"/>
              <a:gd name="connsiteX445" fmla="*/ 3872116 w 11362354"/>
              <a:gd name="connsiteY445" fmla="*/ 440431 h 1972800"/>
              <a:gd name="connsiteX446" fmla="*/ 3844680 w 11362354"/>
              <a:gd name="connsiteY446" fmla="*/ 482249 h 1972800"/>
              <a:gd name="connsiteX447" fmla="*/ 3353616 w 11362354"/>
              <a:gd name="connsiteY447" fmla="*/ 482249 h 1972800"/>
              <a:gd name="connsiteX448" fmla="*/ 3368371 w 11362354"/>
              <a:gd name="connsiteY448" fmla="*/ 440431 h 1972800"/>
              <a:gd name="connsiteX449" fmla="*/ 11223979 w 11362354"/>
              <a:gd name="connsiteY449" fmla="*/ 437563 h 1972800"/>
              <a:gd name="connsiteX450" fmla="*/ 11304274 w 11362354"/>
              <a:gd name="connsiteY450" fmla="*/ 437563 h 1972800"/>
              <a:gd name="connsiteX451" fmla="*/ 11304274 w 11362354"/>
              <a:gd name="connsiteY451" fmla="*/ 487440 h 1972800"/>
              <a:gd name="connsiteX452" fmla="*/ 11274504 w 11362354"/>
              <a:gd name="connsiteY452" fmla="*/ 487440 h 1972800"/>
              <a:gd name="connsiteX453" fmla="*/ 10437485 w 11362354"/>
              <a:gd name="connsiteY453" fmla="*/ 312620 h 1972800"/>
              <a:gd name="connsiteX454" fmla="*/ 11305204 w 11362354"/>
              <a:gd name="connsiteY454" fmla="*/ 312620 h 1972800"/>
              <a:gd name="connsiteX455" fmla="*/ 11305204 w 11362354"/>
              <a:gd name="connsiteY455" fmla="*/ 323517 h 1972800"/>
              <a:gd name="connsiteX456" fmla="*/ 11306110 w 11362354"/>
              <a:gd name="connsiteY456" fmla="*/ 323517 h 1972800"/>
              <a:gd name="connsiteX457" fmla="*/ 11306110 w 11362354"/>
              <a:gd name="connsiteY457" fmla="*/ 351547 h 1972800"/>
              <a:gd name="connsiteX458" fmla="*/ 11306110 w 11362354"/>
              <a:gd name="connsiteY458" fmla="*/ 359098 h 1972800"/>
              <a:gd name="connsiteX459" fmla="*/ 11305204 w 11362354"/>
              <a:gd name="connsiteY459" fmla="*/ 359098 h 1972800"/>
              <a:gd name="connsiteX460" fmla="*/ 11305204 w 11362354"/>
              <a:gd name="connsiteY460" fmla="*/ 363528 h 1972800"/>
              <a:gd name="connsiteX461" fmla="*/ 10423824 w 11362354"/>
              <a:gd name="connsiteY461" fmla="*/ 363528 h 1972800"/>
              <a:gd name="connsiteX462" fmla="*/ 10429797 w 11362354"/>
              <a:gd name="connsiteY462" fmla="*/ 336441 h 1972800"/>
              <a:gd name="connsiteX463" fmla="*/ 9781432 w 11362354"/>
              <a:gd name="connsiteY463" fmla="*/ 312620 h 1972800"/>
              <a:gd name="connsiteX464" fmla="*/ 10286039 w 11362354"/>
              <a:gd name="connsiteY464" fmla="*/ 312620 h 1972800"/>
              <a:gd name="connsiteX465" fmla="*/ 10286039 w 11362354"/>
              <a:gd name="connsiteY465" fmla="*/ 322833 h 1972800"/>
              <a:gd name="connsiteX466" fmla="*/ 10286039 w 11362354"/>
              <a:gd name="connsiteY466" fmla="*/ 358338 h 1972800"/>
              <a:gd name="connsiteX467" fmla="*/ 10286039 w 11362354"/>
              <a:gd name="connsiteY467" fmla="*/ 358339 h 1972800"/>
              <a:gd name="connsiteX468" fmla="*/ 9781432 w 11362354"/>
              <a:gd name="connsiteY468" fmla="*/ 358339 h 1972800"/>
              <a:gd name="connsiteX469" fmla="*/ 9781432 w 11362354"/>
              <a:gd name="connsiteY469" fmla="*/ 358338 h 1972800"/>
              <a:gd name="connsiteX470" fmla="*/ 9781432 w 11362354"/>
              <a:gd name="connsiteY470" fmla="*/ 322833 h 1972800"/>
              <a:gd name="connsiteX471" fmla="*/ 8611213 w 11362354"/>
              <a:gd name="connsiteY471" fmla="*/ 312620 h 1972800"/>
              <a:gd name="connsiteX472" fmla="*/ 9666891 w 11362354"/>
              <a:gd name="connsiteY472" fmla="*/ 312620 h 1972800"/>
              <a:gd name="connsiteX473" fmla="*/ 9666891 w 11362354"/>
              <a:gd name="connsiteY473" fmla="*/ 322833 h 1972800"/>
              <a:gd name="connsiteX474" fmla="*/ 9668568 w 11362354"/>
              <a:gd name="connsiteY474" fmla="*/ 322833 h 1972800"/>
              <a:gd name="connsiteX475" fmla="*/ 9668568 w 11362354"/>
              <a:gd name="connsiteY475" fmla="*/ 358338 h 1972800"/>
              <a:gd name="connsiteX476" fmla="*/ 9666891 w 11362354"/>
              <a:gd name="connsiteY476" fmla="*/ 358338 h 1972800"/>
              <a:gd name="connsiteX477" fmla="*/ 9666891 w 11362354"/>
              <a:gd name="connsiteY477" fmla="*/ 358339 h 1972800"/>
              <a:gd name="connsiteX478" fmla="*/ 8611213 w 11362354"/>
              <a:gd name="connsiteY478" fmla="*/ 358339 h 1972800"/>
              <a:gd name="connsiteX479" fmla="*/ 8037009 w 11362354"/>
              <a:gd name="connsiteY479" fmla="*/ 312620 h 1972800"/>
              <a:gd name="connsiteX480" fmla="*/ 8500026 w 11362354"/>
              <a:gd name="connsiteY480" fmla="*/ 312620 h 1972800"/>
              <a:gd name="connsiteX481" fmla="*/ 8500026 w 11362354"/>
              <a:gd name="connsiteY481" fmla="*/ 322833 h 1972800"/>
              <a:gd name="connsiteX482" fmla="*/ 8501703 w 11362354"/>
              <a:gd name="connsiteY482" fmla="*/ 322833 h 1972800"/>
              <a:gd name="connsiteX483" fmla="*/ 8501703 w 11362354"/>
              <a:gd name="connsiteY483" fmla="*/ 358338 h 1972800"/>
              <a:gd name="connsiteX484" fmla="*/ 8500026 w 11362354"/>
              <a:gd name="connsiteY484" fmla="*/ 358338 h 1972800"/>
              <a:gd name="connsiteX485" fmla="*/ 8500026 w 11362354"/>
              <a:gd name="connsiteY485" fmla="*/ 358339 h 1972800"/>
              <a:gd name="connsiteX486" fmla="*/ 8037009 w 11362354"/>
              <a:gd name="connsiteY486" fmla="*/ 358339 h 1972800"/>
              <a:gd name="connsiteX487" fmla="*/ 7193139 w 11362354"/>
              <a:gd name="connsiteY487" fmla="*/ 312620 h 1972800"/>
              <a:gd name="connsiteX488" fmla="*/ 7812777 w 11362354"/>
              <a:gd name="connsiteY488" fmla="*/ 312620 h 1972800"/>
              <a:gd name="connsiteX489" fmla="*/ 7833342 w 11362354"/>
              <a:gd name="connsiteY489" fmla="*/ 357178 h 1972800"/>
              <a:gd name="connsiteX490" fmla="*/ 7833342 w 11362354"/>
              <a:gd name="connsiteY490" fmla="*/ 357314 h 1972800"/>
              <a:gd name="connsiteX491" fmla="*/ 7833816 w 11362354"/>
              <a:gd name="connsiteY491" fmla="*/ 358338 h 1972800"/>
              <a:gd name="connsiteX492" fmla="*/ 7833342 w 11362354"/>
              <a:gd name="connsiteY492" fmla="*/ 358338 h 1972800"/>
              <a:gd name="connsiteX493" fmla="*/ 7833342 w 11362354"/>
              <a:gd name="connsiteY493" fmla="*/ 358339 h 1972800"/>
              <a:gd name="connsiteX494" fmla="*/ 7193139 w 11362354"/>
              <a:gd name="connsiteY494" fmla="*/ 358339 h 1972800"/>
              <a:gd name="connsiteX495" fmla="*/ 7193139 w 11362354"/>
              <a:gd name="connsiteY495" fmla="*/ 358338 h 1972800"/>
              <a:gd name="connsiteX496" fmla="*/ 7193139 w 11362354"/>
              <a:gd name="connsiteY496" fmla="*/ 322833 h 1972800"/>
              <a:gd name="connsiteX497" fmla="*/ 6184479 w 11362354"/>
              <a:gd name="connsiteY497" fmla="*/ 312620 h 1972800"/>
              <a:gd name="connsiteX498" fmla="*/ 7080274 w 11362354"/>
              <a:gd name="connsiteY498" fmla="*/ 312620 h 1972800"/>
              <a:gd name="connsiteX499" fmla="*/ 7080274 w 11362354"/>
              <a:gd name="connsiteY499" fmla="*/ 322833 h 1972800"/>
              <a:gd name="connsiteX500" fmla="*/ 7080275 w 11362354"/>
              <a:gd name="connsiteY500" fmla="*/ 322833 h 1972800"/>
              <a:gd name="connsiteX501" fmla="*/ 7080275 w 11362354"/>
              <a:gd name="connsiteY501" fmla="*/ 358338 h 1972800"/>
              <a:gd name="connsiteX502" fmla="*/ 7080274 w 11362354"/>
              <a:gd name="connsiteY502" fmla="*/ 358338 h 1972800"/>
              <a:gd name="connsiteX503" fmla="*/ 7080274 w 11362354"/>
              <a:gd name="connsiteY503" fmla="*/ 358339 h 1972800"/>
              <a:gd name="connsiteX504" fmla="*/ 6184479 w 11362354"/>
              <a:gd name="connsiteY504" fmla="*/ 358339 h 1972800"/>
              <a:gd name="connsiteX505" fmla="*/ 5574793 w 11362354"/>
              <a:gd name="connsiteY505" fmla="*/ 312620 h 1972800"/>
              <a:gd name="connsiteX506" fmla="*/ 6073294 w 11362354"/>
              <a:gd name="connsiteY506" fmla="*/ 312620 h 1972800"/>
              <a:gd name="connsiteX507" fmla="*/ 6073294 w 11362354"/>
              <a:gd name="connsiteY507" fmla="*/ 322833 h 1972800"/>
              <a:gd name="connsiteX508" fmla="*/ 6073294 w 11362354"/>
              <a:gd name="connsiteY508" fmla="*/ 358338 h 1972800"/>
              <a:gd name="connsiteX509" fmla="*/ 6073294 w 11362354"/>
              <a:gd name="connsiteY509" fmla="*/ 358339 h 1972800"/>
              <a:gd name="connsiteX510" fmla="*/ 5574793 w 11362354"/>
              <a:gd name="connsiteY510" fmla="*/ 358339 h 1972800"/>
              <a:gd name="connsiteX511" fmla="*/ 5574793 w 11362354"/>
              <a:gd name="connsiteY511" fmla="*/ 358338 h 1972800"/>
              <a:gd name="connsiteX512" fmla="*/ 5574793 w 11362354"/>
              <a:gd name="connsiteY512" fmla="*/ 322833 h 1972800"/>
              <a:gd name="connsiteX513" fmla="*/ 4792811 w 11362354"/>
              <a:gd name="connsiteY513" fmla="*/ 312620 h 1972800"/>
              <a:gd name="connsiteX514" fmla="*/ 5291307 w 11362354"/>
              <a:gd name="connsiteY514" fmla="*/ 312620 h 1972800"/>
              <a:gd name="connsiteX515" fmla="*/ 5291307 w 11362354"/>
              <a:gd name="connsiteY515" fmla="*/ 322833 h 1972800"/>
              <a:gd name="connsiteX516" fmla="*/ 5291307 w 11362354"/>
              <a:gd name="connsiteY516" fmla="*/ 358338 h 1972800"/>
              <a:gd name="connsiteX517" fmla="*/ 5291307 w 11362354"/>
              <a:gd name="connsiteY517" fmla="*/ 358339 h 1972800"/>
              <a:gd name="connsiteX518" fmla="*/ 4792811 w 11362354"/>
              <a:gd name="connsiteY518" fmla="*/ 358339 h 1972800"/>
              <a:gd name="connsiteX519" fmla="*/ 4792811 w 11362354"/>
              <a:gd name="connsiteY519" fmla="*/ 358338 h 1972800"/>
              <a:gd name="connsiteX520" fmla="*/ 4792811 w 11362354"/>
              <a:gd name="connsiteY520" fmla="*/ 322833 h 1972800"/>
              <a:gd name="connsiteX521" fmla="*/ 2285298 w 11362354"/>
              <a:gd name="connsiteY521" fmla="*/ 312620 h 1972800"/>
              <a:gd name="connsiteX522" fmla="*/ 3183254 w 11362354"/>
              <a:gd name="connsiteY522" fmla="*/ 312620 h 1972800"/>
              <a:gd name="connsiteX523" fmla="*/ 3183254 w 11362354"/>
              <a:gd name="connsiteY523" fmla="*/ 322833 h 1972800"/>
              <a:gd name="connsiteX524" fmla="*/ 3183254 w 11362354"/>
              <a:gd name="connsiteY524" fmla="*/ 358338 h 1972800"/>
              <a:gd name="connsiteX525" fmla="*/ 3183254 w 11362354"/>
              <a:gd name="connsiteY525" fmla="*/ 358339 h 1972800"/>
              <a:gd name="connsiteX526" fmla="*/ 2285298 w 11362354"/>
              <a:gd name="connsiteY526" fmla="*/ 358339 h 1972800"/>
              <a:gd name="connsiteX527" fmla="*/ 2285298 w 11362354"/>
              <a:gd name="connsiteY527" fmla="*/ 358338 h 1972800"/>
              <a:gd name="connsiteX528" fmla="*/ 2285298 w 11362354"/>
              <a:gd name="connsiteY528" fmla="*/ 322833 h 1972800"/>
              <a:gd name="connsiteX529" fmla="*/ 985097 w 11362354"/>
              <a:gd name="connsiteY529" fmla="*/ 312620 h 1972800"/>
              <a:gd name="connsiteX530" fmla="*/ 2135110 w 11362354"/>
              <a:gd name="connsiteY530" fmla="*/ 312620 h 1972800"/>
              <a:gd name="connsiteX531" fmla="*/ 2148730 w 11362354"/>
              <a:gd name="connsiteY531" fmla="*/ 358335 h 1972800"/>
              <a:gd name="connsiteX532" fmla="*/ 2148731 w 11362354"/>
              <a:gd name="connsiteY532" fmla="*/ 358338 h 1972800"/>
              <a:gd name="connsiteX533" fmla="*/ 2148731 w 11362354"/>
              <a:gd name="connsiteY533" fmla="*/ 358339 h 1972800"/>
              <a:gd name="connsiteX534" fmla="*/ 985097 w 11362354"/>
              <a:gd name="connsiteY534" fmla="*/ 358339 h 1972800"/>
              <a:gd name="connsiteX535" fmla="*/ 985097 w 11362354"/>
              <a:gd name="connsiteY535" fmla="*/ 358338 h 1972800"/>
              <a:gd name="connsiteX536" fmla="*/ 985097 w 11362354"/>
              <a:gd name="connsiteY536" fmla="*/ 322833 h 1972800"/>
              <a:gd name="connsiteX537" fmla="*/ 0 w 11362354"/>
              <a:gd name="connsiteY537" fmla="*/ 312620 h 1972800"/>
              <a:gd name="connsiteX538" fmla="*/ 877145 w 11362354"/>
              <a:gd name="connsiteY538" fmla="*/ 312620 h 1972800"/>
              <a:gd name="connsiteX539" fmla="*/ 877145 w 11362354"/>
              <a:gd name="connsiteY539" fmla="*/ 322833 h 1972800"/>
              <a:gd name="connsiteX540" fmla="*/ 877145 w 11362354"/>
              <a:gd name="connsiteY540" fmla="*/ 358338 h 1972800"/>
              <a:gd name="connsiteX541" fmla="*/ 877145 w 11362354"/>
              <a:gd name="connsiteY541" fmla="*/ 358339 h 1972800"/>
              <a:gd name="connsiteX542" fmla="*/ 0 w 11362354"/>
              <a:gd name="connsiteY542" fmla="*/ 358339 h 1972800"/>
              <a:gd name="connsiteX543" fmla="*/ 0 w 11362354"/>
              <a:gd name="connsiteY543" fmla="*/ 358338 h 1972800"/>
              <a:gd name="connsiteX544" fmla="*/ 0 w 11362354"/>
              <a:gd name="connsiteY544" fmla="*/ 322833 h 1972800"/>
              <a:gd name="connsiteX545" fmla="*/ 3426524 w 11362354"/>
              <a:gd name="connsiteY545" fmla="*/ 311140 h 1972800"/>
              <a:gd name="connsiteX546" fmla="*/ 4541246 w 11362354"/>
              <a:gd name="connsiteY546" fmla="*/ 311140 h 1972800"/>
              <a:gd name="connsiteX547" fmla="*/ 4565836 w 11362354"/>
              <a:gd name="connsiteY547" fmla="*/ 363528 h 1972800"/>
              <a:gd name="connsiteX548" fmla="*/ 3720591 w 11362354"/>
              <a:gd name="connsiteY548" fmla="*/ 363528 h 1972800"/>
              <a:gd name="connsiteX549" fmla="*/ 3720591 w 11362354"/>
              <a:gd name="connsiteY549" fmla="*/ 361147 h 1972800"/>
              <a:gd name="connsiteX550" fmla="*/ 3403052 w 11362354"/>
              <a:gd name="connsiteY550" fmla="*/ 361147 h 1972800"/>
              <a:gd name="connsiteX551" fmla="*/ 10479636 w 11362354"/>
              <a:gd name="connsiteY551" fmla="*/ 204267 h 1972800"/>
              <a:gd name="connsiteX552" fmla="*/ 10671926 w 11362354"/>
              <a:gd name="connsiteY552" fmla="*/ 204267 h 1972800"/>
              <a:gd name="connsiteX553" fmla="*/ 11306110 w 11362354"/>
              <a:gd name="connsiteY553" fmla="*/ 204267 h 1972800"/>
              <a:gd name="connsiteX554" fmla="*/ 11306110 w 11362354"/>
              <a:gd name="connsiteY554" fmla="*/ 241250 h 1972800"/>
              <a:gd name="connsiteX555" fmla="*/ 10671926 w 11362354"/>
              <a:gd name="connsiteY555" fmla="*/ 241250 h 1972800"/>
              <a:gd name="connsiteX556" fmla="*/ 10463420 w 11362354"/>
              <a:gd name="connsiteY556" fmla="*/ 241250 h 1972800"/>
              <a:gd name="connsiteX557" fmla="*/ 9781432 w 11362354"/>
              <a:gd name="connsiteY557" fmla="*/ 203834 h 1972800"/>
              <a:gd name="connsiteX558" fmla="*/ 10286039 w 11362354"/>
              <a:gd name="connsiteY558" fmla="*/ 203834 h 1972800"/>
              <a:gd name="connsiteX559" fmla="*/ 10286039 w 11362354"/>
              <a:gd name="connsiteY559" fmla="*/ 240739 h 1972800"/>
              <a:gd name="connsiteX560" fmla="*/ 9781432 w 11362354"/>
              <a:gd name="connsiteY560" fmla="*/ 240739 h 1972800"/>
              <a:gd name="connsiteX561" fmla="*/ 8612890 w 11362354"/>
              <a:gd name="connsiteY561" fmla="*/ 203834 h 1972800"/>
              <a:gd name="connsiteX562" fmla="*/ 9668568 w 11362354"/>
              <a:gd name="connsiteY562" fmla="*/ 203834 h 1972800"/>
              <a:gd name="connsiteX563" fmla="*/ 9668568 w 11362354"/>
              <a:gd name="connsiteY563" fmla="*/ 240739 h 1972800"/>
              <a:gd name="connsiteX564" fmla="*/ 8612890 w 11362354"/>
              <a:gd name="connsiteY564" fmla="*/ 240739 h 1972800"/>
              <a:gd name="connsiteX565" fmla="*/ 8042875 w 11362354"/>
              <a:gd name="connsiteY565" fmla="*/ 203834 h 1972800"/>
              <a:gd name="connsiteX566" fmla="*/ 8501703 w 11362354"/>
              <a:gd name="connsiteY566" fmla="*/ 203834 h 1972800"/>
              <a:gd name="connsiteX567" fmla="*/ 8501703 w 11362354"/>
              <a:gd name="connsiteY567" fmla="*/ 240739 h 1972800"/>
              <a:gd name="connsiteX568" fmla="*/ 8042875 w 11362354"/>
              <a:gd name="connsiteY568" fmla="*/ 240739 h 1972800"/>
              <a:gd name="connsiteX569" fmla="*/ 7193139 w 11362354"/>
              <a:gd name="connsiteY569" fmla="*/ 203834 h 1972800"/>
              <a:gd name="connsiteX570" fmla="*/ 7762309 w 11362354"/>
              <a:gd name="connsiteY570" fmla="*/ 203834 h 1972800"/>
              <a:gd name="connsiteX571" fmla="*/ 7779389 w 11362354"/>
              <a:gd name="connsiteY571" fmla="*/ 240739 h 1972800"/>
              <a:gd name="connsiteX572" fmla="*/ 7193139 w 11362354"/>
              <a:gd name="connsiteY572" fmla="*/ 240739 h 1972800"/>
              <a:gd name="connsiteX573" fmla="*/ 6188669 w 11362354"/>
              <a:gd name="connsiteY573" fmla="*/ 203834 h 1972800"/>
              <a:gd name="connsiteX574" fmla="*/ 7080275 w 11362354"/>
              <a:gd name="connsiteY574" fmla="*/ 203834 h 1972800"/>
              <a:gd name="connsiteX575" fmla="*/ 7080275 w 11362354"/>
              <a:gd name="connsiteY575" fmla="*/ 240739 h 1972800"/>
              <a:gd name="connsiteX576" fmla="*/ 6188669 w 11362354"/>
              <a:gd name="connsiteY576" fmla="*/ 240739 h 1972800"/>
              <a:gd name="connsiteX577" fmla="*/ 5574793 w 11362354"/>
              <a:gd name="connsiteY577" fmla="*/ 203834 h 1972800"/>
              <a:gd name="connsiteX578" fmla="*/ 6073294 w 11362354"/>
              <a:gd name="connsiteY578" fmla="*/ 203834 h 1972800"/>
              <a:gd name="connsiteX579" fmla="*/ 6073294 w 11362354"/>
              <a:gd name="connsiteY579" fmla="*/ 240739 h 1972800"/>
              <a:gd name="connsiteX580" fmla="*/ 5574793 w 11362354"/>
              <a:gd name="connsiteY580" fmla="*/ 240739 h 1972800"/>
              <a:gd name="connsiteX581" fmla="*/ 4792811 w 11362354"/>
              <a:gd name="connsiteY581" fmla="*/ 203834 h 1972800"/>
              <a:gd name="connsiteX582" fmla="*/ 5291307 w 11362354"/>
              <a:gd name="connsiteY582" fmla="*/ 203834 h 1972800"/>
              <a:gd name="connsiteX583" fmla="*/ 5291307 w 11362354"/>
              <a:gd name="connsiteY583" fmla="*/ 240739 h 1972800"/>
              <a:gd name="connsiteX584" fmla="*/ 4792811 w 11362354"/>
              <a:gd name="connsiteY584" fmla="*/ 240739 h 1972800"/>
              <a:gd name="connsiteX585" fmla="*/ 2285298 w 11362354"/>
              <a:gd name="connsiteY585" fmla="*/ 203834 h 1972800"/>
              <a:gd name="connsiteX586" fmla="*/ 3183254 w 11362354"/>
              <a:gd name="connsiteY586" fmla="*/ 203834 h 1972800"/>
              <a:gd name="connsiteX587" fmla="*/ 3183254 w 11362354"/>
              <a:gd name="connsiteY587" fmla="*/ 240739 h 1972800"/>
              <a:gd name="connsiteX588" fmla="*/ 2285298 w 11362354"/>
              <a:gd name="connsiteY588" fmla="*/ 240739 h 1972800"/>
              <a:gd name="connsiteX589" fmla="*/ 985097 w 11362354"/>
              <a:gd name="connsiteY589" fmla="*/ 203834 h 1972800"/>
              <a:gd name="connsiteX590" fmla="*/ 2069184 w 11362354"/>
              <a:gd name="connsiteY590" fmla="*/ 203834 h 1972800"/>
              <a:gd name="connsiteX591" fmla="*/ 2093941 w 11362354"/>
              <a:gd name="connsiteY591" fmla="*/ 240739 h 1972800"/>
              <a:gd name="connsiteX592" fmla="*/ 985097 w 11362354"/>
              <a:gd name="connsiteY592" fmla="*/ 240739 h 1972800"/>
              <a:gd name="connsiteX593" fmla="*/ 0 w 11362354"/>
              <a:gd name="connsiteY593" fmla="*/ 203834 h 1972800"/>
              <a:gd name="connsiteX594" fmla="*/ 877145 w 11362354"/>
              <a:gd name="connsiteY594" fmla="*/ 203834 h 1972800"/>
              <a:gd name="connsiteX595" fmla="*/ 877145 w 11362354"/>
              <a:gd name="connsiteY595" fmla="*/ 240739 h 1972800"/>
              <a:gd name="connsiteX596" fmla="*/ 0 w 11362354"/>
              <a:gd name="connsiteY596" fmla="*/ 240739 h 1972800"/>
              <a:gd name="connsiteX597" fmla="*/ 3491565 w 11362354"/>
              <a:gd name="connsiteY597" fmla="*/ 203833 h 1972800"/>
              <a:gd name="connsiteX598" fmla="*/ 4473824 w 11362354"/>
              <a:gd name="connsiteY598" fmla="*/ 203833 h 1972800"/>
              <a:gd name="connsiteX599" fmla="*/ 4499119 w 11362354"/>
              <a:gd name="connsiteY599" fmla="*/ 240738 h 1972800"/>
              <a:gd name="connsiteX600" fmla="*/ 3466269 w 11362354"/>
              <a:gd name="connsiteY600" fmla="*/ 240738 h 1972800"/>
              <a:gd name="connsiteX601" fmla="*/ 3491565 w 11362354"/>
              <a:gd name="connsiteY601" fmla="*/ 203833 h 1972800"/>
              <a:gd name="connsiteX602" fmla="*/ 10550205 w 11362354"/>
              <a:gd name="connsiteY602" fmla="*/ 96959 h 1972800"/>
              <a:gd name="connsiteX603" fmla="*/ 10671926 w 11362354"/>
              <a:gd name="connsiteY603" fmla="*/ 96959 h 1972800"/>
              <a:gd name="connsiteX604" fmla="*/ 11306110 w 11362354"/>
              <a:gd name="connsiteY604" fmla="*/ 96959 h 1972800"/>
              <a:gd name="connsiteX605" fmla="*/ 11306110 w 11362354"/>
              <a:gd name="connsiteY605" fmla="*/ 121993 h 1972800"/>
              <a:gd name="connsiteX606" fmla="*/ 10671926 w 11362354"/>
              <a:gd name="connsiteY606" fmla="*/ 121993 h 1972800"/>
              <a:gd name="connsiteX607" fmla="*/ 10531544 w 11362354"/>
              <a:gd name="connsiteY607" fmla="*/ 121993 h 1972800"/>
              <a:gd name="connsiteX608" fmla="*/ 9781432 w 11362354"/>
              <a:gd name="connsiteY608" fmla="*/ 96753 h 1972800"/>
              <a:gd name="connsiteX609" fmla="*/ 10286039 w 11362354"/>
              <a:gd name="connsiteY609" fmla="*/ 96753 h 1972800"/>
              <a:gd name="connsiteX610" fmla="*/ 10286039 w 11362354"/>
              <a:gd name="connsiteY610" fmla="*/ 121735 h 1972800"/>
              <a:gd name="connsiteX611" fmla="*/ 9781432 w 11362354"/>
              <a:gd name="connsiteY611" fmla="*/ 121735 h 1972800"/>
              <a:gd name="connsiteX612" fmla="*/ 8612890 w 11362354"/>
              <a:gd name="connsiteY612" fmla="*/ 96753 h 1972800"/>
              <a:gd name="connsiteX613" fmla="*/ 9668568 w 11362354"/>
              <a:gd name="connsiteY613" fmla="*/ 96753 h 1972800"/>
              <a:gd name="connsiteX614" fmla="*/ 9668568 w 11362354"/>
              <a:gd name="connsiteY614" fmla="*/ 121735 h 1972800"/>
              <a:gd name="connsiteX615" fmla="*/ 8612890 w 11362354"/>
              <a:gd name="connsiteY615" fmla="*/ 121735 h 1972800"/>
              <a:gd name="connsiteX616" fmla="*/ 8042875 w 11362354"/>
              <a:gd name="connsiteY616" fmla="*/ 96753 h 1972800"/>
              <a:gd name="connsiteX617" fmla="*/ 8501703 w 11362354"/>
              <a:gd name="connsiteY617" fmla="*/ 96753 h 1972800"/>
              <a:gd name="connsiteX618" fmla="*/ 8501703 w 11362354"/>
              <a:gd name="connsiteY618" fmla="*/ 121735 h 1972800"/>
              <a:gd name="connsiteX619" fmla="*/ 8042875 w 11362354"/>
              <a:gd name="connsiteY619" fmla="*/ 121735 h 1972800"/>
              <a:gd name="connsiteX620" fmla="*/ 7193139 w 11362354"/>
              <a:gd name="connsiteY620" fmla="*/ 96753 h 1972800"/>
              <a:gd name="connsiteX621" fmla="*/ 7712749 w 11362354"/>
              <a:gd name="connsiteY621" fmla="*/ 96753 h 1972800"/>
              <a:gd name="connsiteX622" fmla="*/ 7724312 w 11362354"/>
              <a:gd name="connsiteY622" fmla="*/ 121735 h 1972800"/>
              <a:gd name="connsiteX623" fmla="*/ 7193139 w 11362354"/>
              <a:gd name="connsiteY623" fmla="*/ 121735 h 1972800"/>
              <a:gd name="connsiteX624" fmla="*/ 6188669 w 11362354"/>
              <a:gd name="connsiteY624" fmla="*/ 96753 h 1972800"/>
              <a:gd name="connsiteX625" fmla="*/ 7080275 w 11362354"/>
              <a:gd name="connsiteY625" fmla="*/ 96753 h 1972800"/>
              <a:gd name="connsiteX626" fmla="*/ 7080275 w 11362354"/>
              <a:gd name="connsiteY626" fmla="*/ 121735 h 1972800"/>
              <a:gd name="connsiteX627" fmla="*/ 6188669 w 11362354"/>
              <a:gd name="connsiteY627" fmla="*/ 121735 h 1972800"/>
              <a:gd name="connsiteX628" fmla="*/ 5574793 w 11362354"/>
              <a:gd name="connsiteY628" fmla="*/ 96753 h 1972800"/>
              <a:gd name="connsiteX629" fmla="*/ 6073294 w 11362354"/>
              <a:gd name="connsiteY629" fmla="*/ 96753 h 1972800"/>
              <a:gd name="connsiteX630" fmla="*/ 6073294 w 11362354"/>
              <a:gd name="connsiteY630" fmla="*/ 121735 h 1972800"/>
              <a:gd name="connsiteX631" fmla="*/ 5574793 w 11362354"/>
              <a:gd name="connsiteY631" fmla="*/ 121735 h 1972800"/>
              <a:gd name="connsiteX632" fmla="*/ 4792811 w 11362354"/>
              <a:gd name="connsiteY632" fmla="*/ 96753 h 1972800"/>
              <a:gd name="connsiteX633" fmla="*/ 5291307 w 11362354"/>
              <a:gd name="connsiteY633" fmla="*/ 96753 h 1972800"/>
              <a:gd name="connsiteX634" fmla="*/ 5291307 w 11362354"/>
              <a:gd name="connsiteY634" fmla="*/ 121735 h 1972800"/>
              <a:gd name="connsiteX635" fmla="*/ 4792811 w 11362354"/>
              <a:gd name="connsiteY635" fmla="*/ 121735 h 1972800"/>
              <a:gd name="connsiteX636" fmla="*/ 2285298 w 11362354"/>
              <a:gd name="connsiteY636" fmla="*/ 96753 h 1972800"/>
              <a:gd name="connsiteX637" fmla="*/ 3183254 w 11362354"/>
              <a:gd name="connsiteY637" fmla="*/ 96753 h 1972800"/>
              <a:gd name="connsiteX638" fmla="*/ 3183254 w 11362354"/>
              <a:gd name="connsiteY638" fmla="*/ 121735 h 1972800"/>
              <a:gd name="connsiteX639" fmla="*/ 2285298 w 11362354"/>
              <a:gd name="connsiteY639" fmla="*/ 121735 h 1972800"/>
              <a:gd name="connsiteX640" fmla="*/ 985097 w 11362354"/>
              <a:gd name="connsiteY640" fmla="*/ 96753 h 1972800"/>
              <a:gd name="connsiteX641" fmla="*/ 1978552 w 11362354"/>
              <a:gd name="connsiteY641" fmla="*/ 96753 h 1972800"/>
              <a:gd name="connsiteX642" fmla="*/ 2002599 w 11362354"/>
              <a:gd name="connsiteY642" fmla="*/ 121735 h 1972800"/>
              <a:gd name="connsiteX643" fmla="*/ 985097 w 11362354"/>
              <a:gd name="connsiteY643" fmla="*/ 121735 h 1972800"/>
              <a:gd name="connsiteX644" fmla="*/ 0 w 11362354"/>
              <a:gd name="connsiteY644" fmla="*/ 96753 h 1972800"/>
              <a:gd name="connsiteX645" fmla="*/ 877145 w 11362354"/>
              <a:gd name="connsiteY645" fmla="*/ 96753 h 1972800"/>
              <a:gd name="connsiteX646" fmla="*/ 877145 w 11362354"/>
              <a:gd name="connsiteY646" fmla="*/ 121735 h 1972800"/>
              <a:gd name="connsiteX647" fmla="*/ 0 w 11362354"/>
              <a:gd name="connsiteY647" fmla="*/ 121735 h 1972800"/>
              <a:gd name="connsiteX648" fmla="*/ 3581580 w 11362354"/>
              <a:gd name="connsiteY648" fmla="*/ 96752 h 1972800"/>
              <a:gd name="connsiteX649" fmla="*/ 4383809 w 11362354"/>
              <a:gd name="connsiteY649" fmla="*/ 96752 h 1972800"/>
              <a:gd name="connsiteX650" fmla="*/ 4407456 w 11362354"/>
              <a:gd name="connsiteY650" fmla="*/ 121734 h 1972800"/>
              <a:gd name="connsiteX651" fmla="*/ 3557933 w 11362354"/>
              <a:gd name="connsiteY651" fmla="*/ 121734 h 1972800"/>
              <a:gd name="connsiteX652" fmla="*/ 3581580 w 11362354"/>
              <a:gd name="connsiteY652" fmla="*/ 96752 h 1972800"/>
              <a:gd name="connsiteX653" fmla="*/ 10683999 w 11362354"/>
              <a:gd name="connsiteY653" fmla="*/ 1 h 1972800"/>
              <a:gd name="connsiteX654" fmla="*/ 10743787 w 11362354"/>
              <a:gd name="connsiteY654" fmla="*/ 1 h 1972800"/>
              <a:gd name="connsiteX655" fmla="*/ 10800434 w 11362354"/>
              <a:gd name="connsiteY655" fmla="*/ 2849 h 1972800"/>
              <a:gd name="connsiteX656" fmla="*/ 10800434 w 11362354"/>
              <a:gd name="connsiteY656" fmla="*/ 1 h 1972800"/>
              <a:gd name="connsiteX657" fmla="*/ 11306110 w 11362354"/>
              <a:gd name="connsiteY657" fmla="*/ 1 h 1972800"/>
              <a:gd name="connsiteX658" fmla="*/ 11306110 w 11362354"/>
              <a:gd name="connsiteY658" fmla="*/ 14690 h 1972800"/>
              <a:gd name="connsiteX659" fmla="*/ 10671926 w 11362354"/>
              <a:gd name="connsiteY659" fmla="*/ 14690 h 1972800"/>
              <a:gd name="connsiteX660" fmla="*/ 10634292 w 11362354"/>
              <a:gd name="connsiteY660" fmla="*/ 14690 h 1972800"/>
              <a:gd name="connsiteX661" fmla="*/ 10646512 w 11362354"/>
              <a:gd name="connsiteY661" fmla="*/ 4251 h 1972800"/>
              <a:gd name="connsiteX662" fmla="*/ 10646512 w 11362354"/>
              <a:gd name="connsiteY662" fmla="*/ 2687 h 1972800"/>
              <a:gd name="connsiteX663" fmla="*/ 10671926 w 11362354"/>
              <a:gd name="connsiteY663" fmla="*/ 1221 h 1972800"/>
              <a:gd name="connsiteX664" fmla="*/ 10671926 w 11362354"/>
              <a:gd name="connsiteY664" fmla="*/ 697 h 1972800"/>
              <a:gd name="connsiteX665" fmla="*/ 9781432 w 11362354"/>
              <a:gd name="connsiteY665" fmla="*/ 1 h 1972800"/>
              <a:gd name="connsiteX666" fmla="*/ 10286039 w 11362354"/>
              <a:gd name="connsiteY666" fmla="*/ 1 h 1972800"/>
              <a:gd name="connsiteX667" fmla="*/ 10286039 w 11362354"/>
              <a:gd name="connsiteY667" fmla="*/ 14659 h 1972800"/>
              <a:gd name="connsiteX668" fmla="*/ 9781432 w 11362354"/>
              <a:gd name="connsiteY668" fmla="*/ 14659 h 1972800"/>
              <a:gd name="connsiteX669" fmla="*/ 8612890 w 11362354"/>
              <a:gd name="connsiteY669" fmla="*/ 1 h 1972800"/>
              <a:gd name="connsiteX670" fmla="*/ 9668568 w 11362354"/>
              <a:gd name="connsiteY670" fmla="*/ 1 h 1972800"/>
              <a:gd name="connsiteX671" fmla="*/ 9668568 w 11362354"/>
              <a:gd name="connsiteY671" fmla="*/ 14659 h 1972800"/>
              <a:gd name="connsiteX672" fmla="*/ 8612890 w 11362354"/>
              <a:gd name="connsiteY672" fmla="*/ 14659 h 1972800"/>
              <a:gd name="connsiteX673" fmla="*/ 8042875 w 11362354"/>
              <a:gd name="connsiteY673" fmla="*/ 1 h 1972800"/>
              <a:gd name="connsiteX674" fmla="*/ 8501703 w 11362354"/>
              <a:gd name="connsiteY674" fmla="*/ 1 h 1972800"/>
              <a:gd name="connsiteX675" fmla="*/ 8501703 w 11362354"/>
              <a:gd name="connsiteY675" fmla="*/ 14659 h 1972800"/>
              <a:gd name="connsiteX676" fmla="*/ 8042875 w 11362354"/>
              <a:gd name="connsiteY676" fmla="*/ 14659 h 1972800"/>
              <a:gd name="connsiteX677" fmla="*/ 7193139 w 11362354"/>
              <a:gd name="connsiteY677" fmla="*/ 1 h 1972800"/>
              <a:gd name="connsiteX678" fmla="*/ 7667970 w 11362354"/>
              <a:gd name="connsiteY678" fmla="*/ 1 h 1972800"/>
              <a:gd name="connsiteX679" fmla="*/ 7674758 w 11362354"/>
              <a:gd name="connsiteY679" fmla="*/ 14659 h 1972800"/>
              <a:gd name="connsiteX680" fmla="*/ 7193139 w 11362354"/>
              <a:gd name="connsiteY680" fmla="*/ 14659 h 1972800"/>
              <a:gd name="connsiteX681" fmla="*/ 6188669 w 11362354"/>
              <a:gd name="connsiteY681" fmla="*/ 1 h 1972800"/>
              <a:gd name="connsiteX682" fmla="*/ 7080275 w 11362354"/>
              <a:gd name="connsiteY682" fmla="*/ 1 h 1972800"/>
              <a:gd name="connsiteX683" fmla="*/ 7080275 w 11362354"/>
              <a:gd name="connsiteY683" fmla="*/ 14659 h 1972800"/>
              <a:gd name="connsiteX684" fmla="*/ 6188669 w 11362354"/>
              <a:gd name="connsiteY684" fmla="*/ 14659 h 1972800"/>
              <a:gd name="connsiteX685" fmla="*/ 5574793 w 11362354"/>
              <a:gd name="connsiteY685" fmla="*/ 1 h 1972800"/>
              <a:gd name="connsiteX686" fmla="*/ 6073294 w 11362354"/>
              <a:gd name="connsiteY686" fmla="*/ 1 h 1972800"/>
              <a:gd name="connsiteX687" fmla="*/ 6073294 w 11362354"/>
              <a:gd name="connsiteY687" fmla="*/ 14659 h 1972800"/>
              <a:gd name="connsiteX688" fmla="*/ 5574793 w 11362354"/>
              <a:gd name="connsiteY688" fmla="*/ 14659 h 1972800"/>
              <a:gd name="connsiteX689" fmla="*/ 4792811 w 11362354"/>
              <a:gd name="connsiteY689" fmla="*/ 1 h 1972800"/>
              <a:gd name="connsiteX690" fmla="*/ 5291307 w 11362354"/>
              <a:gd name="connsiteY690" fmla="*/ 1 h 1972800"/>
              <a:gd name="connsiteX691" fmla="*/ 5291307 w 11362354"/>
              <a:gd name="connsiteY691" fmla="*/ 14659 h 1972800"/>
              <a:gd name="connsiteX692" fmla="*/ 4792811 w 11362354"/>
              <a:gd name="connsiteY692" fmla="*/ 14659 h 1972800"/>
              <a:gd name="connsiteX693" fmla="*/ 2285298 w 11362354"/>
              <a:gd name="connsiteY693" fmla="*/ 1 h 1972800"/>
              <a:gd name="connsiteX694" fmla="*/ 3183254 w 11362354"/>
              <a:gd name="connsiteY694" fmla="*/ 1 h 1972800"/>
              <a:gd name="connsiteX695" fmla="*/ 3183254 w 11362354"/>
              <a:gd name="connsiteY695" fmla="*/ 14659 h 1972800"/>
              <a:gd name="connsiteX696" fmla="*/ 2285298 w 11362354"/>
              <a:gd name="connsiteY696" fmla="*/ 14659 h 1972800"/>
              <a:gd name="connsiteX697" fmla="*/ 985097 w 11362354"/>
              <a:gd name="connsiteY697" fmla="*/ 1 h 1972800"/>
              <a:gd name="connsiteX698" fmla="*/ 1846470 w 11362354"/>
              <a:gd name="connsiteY698" fmla="*/ 1 h 1972800"/>
              <a:gd name="connsiteX699" fmla="*/ 1869376 w 11362354"/>
              <a:gd name="connsiteY699" fmla="*/ 14659 h 1972800"/>
              <a:gd name="connsiteX700" fmla="*/ 985097 w 11362354"/>
              <a:gd name="connsiteY700" fmla="*/ 14659 h 1972800"/>
              <a:gd name="connsiteX701" fmla="*/ 0 w 11362354"/>
              <a:gd name="connsiteY701" fmla="*/ 1 h 1972800"/>
              <a:gd name="connsiteX702" fmla="*/ 877145 w 11362354"/>
              <a:gd name="connsiteY702" fmla="*/ 1 h 1972800"/>
              <a:gd name="connsiteX703" fmla="*/ 877145 w 11362354"/>
              <a:gd name="connsiteY703" fmla="*/ 14659 h 1972800"/>
              <a:gd name="connsiteX704" fmla="*/ 0 w 11362354"/>
              <a:gd name="connsiteY704" fmla="*/ 14659 h 1972800"/>
              <a:gd name="connsiteX705" fmla="*/ 3702830 w 11362354"/>
              <a:gd name="connsiteY705" fmla="*/ 0 h 1972800"/>
              <a:gd name="connsiteX706" fmla="*/ 4262563 w 11362354"/>
              <a:gd name="connsiteY706" fmla="*/ 0 h 1972800"/>
              <a:gd name="connsiteX707" fmla="*/ 4284257 w 11362354"/>
              <a:gd name="connsiteY707" fmla="*/ 14658 h 1972800"/>
              <a:gd name="connsiteX708" fmla="*/ 3681132 w 11362354"/>
              <a:gd name="connsiteY708" fmla="*/ 14658 h 1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</a:cxnLst>
            <a:rect l="l" t="t" r="r" b="b"/>
            <a:pathLst>
              <a:path w="11362354" h="1972800">
                <a:moveTo>
                  <a:pt x="4196821" y="1846406"/>
                </a:moveTo>
                <a:lnTo>
                  <a:pt x="4515841" y="1846406"/>
                </a:lnTo>
                <a:lnTo>
                  <a:pt x="4302401" y="1972800"/>
                </a:lnTo>
                <a:lnTo>
                  <a:pt x="4276590" y="1972800"/>
                </a:lnTo>
                <a:close/>
                <a:moveTo>
                  <a:pt x="10408772" y="1547682"/>
                </a:moveTo>
                <a:lnTo>
                  <a:pt x="11236685" y="1547682"/>
                </a:lnTo>
                <a:cubicBezTo>
                  <a:pt x="11178355" y="1621090"/>
                  <a:pt x="11101638" y="1688425"/>
                  <a:pt x="11013744" y="1726479"/>
                </a:cubicBezTo>
                <a:cubicBezTo>
                  <a:pt x="10916839" y="1760403"/>
                  <a:pt x="10802883" y="1780105"/>
                  <a:pt x="10702056" y="1776200"/>
                </a:cubicBezTo>
                <a:cubicBezTo>
                  <a:pt x="10601227" y="1772294"/>
                  <a:pt x="10494409" y="1740125"/>
                  <a:pt x="10408772" y="1703049"/>
                </a:cubicBezTo>
                <a:close/>
                <a:moveTo>
                  <a:pt x="9781432" y="1544408"/>
                </a:moveTo>
                <a:lnTo>
                  <a:pt x="10286039" y="1544408"/>
                </a:lnTo>
                <a:lnTo>
                  <a:pt x="10286039" y="1763438"/>
                </a:lnTo>
                <a:lnTo>
                  <a:pt x="9781432" y="1763438"/>
                </a:lnTo>
                <a:close/>
                <a:moveTo>
                  <a:pt x="8877431" y="1544408"/>
                </a:moveTo>
                <a:lnTo>
                  <a:pt x="9382033" y="1544408"/>
                </a:lnTo>
                <a:lnTo>
                  <a:pt x="9382033" y="1763438"/>
                </a:lnTo>
                <a:lnTo>
                  <a:pt x="8877431" y="1763438"/>
                </a:lnTo>
                <a:close/>
                <a:moveTo>
                  <a:pt x="7955283" y="1544408"/>
                </a:moveTo>
                <a:lnTo>
                  <a:pt x="8501703" y="1544408"/>
                </a:lnTo>
                <a:lnTo>
                  <a:pt x="8501703" y="1763438"/>
                </a:lnTo>
                <a:lnTo>
                  <a:pt x="8046371" y="1763438"/>
                </a:lnTo>
                <a:close/>
                <a:moveTo>
                  <a:pt x="7193139" y="1544408"/>
                </a:moveTo>
                <a:lnTo>
                  <a:pt x="7648159" y="1544408"/>
                </a:lnTo>
                <a:lnTo>
                  <a:pt x="7648159" y="1763438"/>
                </a:lnTo>
                <a:lnTo>
                  <a:pt x="7193139" y="1763438"/>
                </a:lnTo>
                <a:close/>
                <a:moveTo>
                  <a:pt x="6188669" y="1544408"/>
                </a:moveTo>
                <a:lnTo>
                  <a:pt x="7080275" y="1544408"/>
                </a:lnTo>
                <a:lnTo>
                  <a:pt x="7080275" y="1763438"/>
                </a:lnTo>
                <a:lnTo>
                  <a:pt x="6188669" y="1763438"/>
                </a:lnTo>
                <a:close/>
                <a:moveTo>
                  <a:pt x="4886266" y="1544408"/>
                </a:moveTo>
                <a:lnTo>
                  <a:pt x="5979839" y="1544408"/>
                </a:lnTo>
                <a:cubicBezTo>
                  <a:pt x="5886803" y="1676927"/>
                  <a:pt x="5732198" y="1763438"/>
                  <a:pt x="5557257" y="1763438"/>
                </a:cubicBezTo>
                <a:lnTo>
                  <a:pt x="5308843" y="1763438"/>
                </a:lnTo>
                <a:cubicBezTo>
                  <a:pt x="5133911" y="1763438"/>
                  <a:pt x="4979301" y="1676927"/>
                  <a:pt x="4886266" y="1544408"/>
                </a:cubicBezTo>
                <a:close/>
                <a:moveTo>
                  <a:pt x="2285298" y="1544408"/>
                </a:moveTo>
                <a:lnTo>
                  <a:pt x="3183254" y="1544408"/>
                </a:lnTo>
                <a:lnTo>
                  <a:pt x="3183254" y="1763438"/>
                </a:lnTo>
                <a:lnTo>
                  <a:pt x="2285298" y="1763438"/>
                </a:lnTo>
                <a:close/>
                <a:moveTo>
                  <a:pt x="1699767" y="1544408"/>
                </a:moveTo>
                <a:lnTo>
                  <a:pt x="2161050" y="1544408"/>
                </a:lnTo>
                <a:lnTo>
                  <a:pt x="2265828" y="1763438"/>
                </a:lnTo>
                <a:lnTo>
                  <a:pt x="1796468" y="1763438"/>
                </a:lnTo>
                <a:close/>
                <a:moveTo>
                  <a:pt x="985097" y="1544408"/>
                </a:moveTo>
                <a:lnTo>
                  <a:pt x="1468672" y="1544408"/>
                </a:lnTo>
                <a:lnTo>
                  <a:pt x="1468672" y="1763438"/>
                </a:lnTo>
                <a:lnTo>
                  <a:pt x="985097" y="1763438"/>
                </a:lnTo>
                <a:close/>
                <a:moveTo>
                  <a:pt x="0" y="1544408"/>
                </a:moveTo>
                <a:lnTo>
                  <a:pt x="506025" y="1544408"/>
                </a:lnTo>
                <a:lnTo>
                  <a:pt x="506025" y="1763438"/>
                </a:lnTo>
                <a:lnTo>
                  <a:pt x="498505" y="1763438"/>
                </a:lnTo>
                <a:lnTo>
                  <a:pt x="7520" y="1763438"/>
                </a:lnTo>
                <a:lnTo>
                  <a:pt x="0" y="1763438"/>
                </a:lnTo>
                <a:close/>
                <a:moveTo>
                  <a:pt x="3478763" y="1544407"/>
                </a:moveTo>
                <a:lnTo>
                  <a:pt x="4486152" y="1544407"/>
                </a:lnTo>
                <a:cubicBezTo>
                  <a:pt x="4484148" y="1548197"/>
                  <a:pt x="4481735" y="1551706"/>
                  <a:pt x="4479313" y="1555187"/>
                </a:cubicBezTo>
                <a:lnTo>
                  <a:pt x="4654042" y="1763437"/>
                </a:lnTo>
                <a:lnTo>
                  <a:pt x="3697470" y="1763437"/>
                </a:lnTo>
                <a:cubicBezTo>
                  <a:pt x="3614316" y="1711031"/>
                  <a:pt x="3539996" y="1636273"/>
                  <a:pt x="3478763" y="1544407"/>
                </a:cubicBezTo>
                <a:close/>
                <a:moveTo>
                  <a:pt x="10408772" y="1290902"/>
                </a:moveTo>
                <a:lnTo>
                  <a:pt x="10568570" y="1290902"/>
                </a:lnTo>
                <a:cubicBezTo>
                  <a:pt x="10577470" y="1298557"/>
                  <a:pt x="10581828" y="1306214"/>
                  <a:pt x="10590729" y="1313870"/>
                </a:cubicBezTo>
                <a:cubicBezTo>
                  <a:pt x="10620545" y="1348521"/>
                  <a:pt x="10677153" y="1369391"/>
                  <a:pt x="10721250" y="1365562"/>
                </a:cubicBezTo>
                <a:cubicBezTo>
                  <a:pt x="10765348" y="1361734"/>
                  <a:pt x="10826744" y="1338516"/>
                  <a:pt x="10855315" y="1290902"/>
                </a:cubicBezTo>
                <a:lnTo>
                  <a:pt x="11214890" y="1290902"/>
                </a:lnTo>
                <a:lnTo>
                  <a:pt x="11346112" y="1290902"/>
                </a:lnTo>
                <a:cubicBezTo>
                  <a:pt x="11334622" y="1353431"/>
                  <a:pt x="11312604" y="1412394"/>
                  <a:pt x="11280882" y="1465414"/>
                </a:cubicBezTo>
                <a:lnTo>
                  <a:pt x="11214890" y="1465414"/>
                </a:lnTo>
                <a:lnTo>
                  <a:pt x="10408772" y="1465414"/>
                </a:lnTo>
                <a:close/>
                <a:moveTo>
                  <a:pt x="3354588" y="1288169"/>
                </a:moveTo>
                <a:lnTo>
                  <a:pt x="3891084" y="1288169"/>
                </a:lnTo>
                <a:cubicBezTo>
                  <a:pt x="3918715" y="1317171"/>
                  <a:pt x="3949853" y="1333215"/>
                  <a:pt x="3982693" y="1333215"/>
                </a:cubicBezTo>
                <a:cubicBezTo>
                  <a:pt x="4015535" y="1333215"/>
                  <a:pt x="4046674" y="1317171"/>
                  <a:pt x="4074304" y="1288169"/>
                </a:cubicBezTo>
                <a:lnTo>
                  <a:pt x="4610046" y="1288169"/>
                </a:lnTo>
                <a:cubicBezTo>
                  <a:pt x="4590290" y="1350350"/>
                  <a:pt x="4565183" y="1408715"/>
                  <a:pt x="4535426" y="1462313"/>
                </a:cubicBezTo>
                <a:lnTo>
                  <a:pt x="3429061" y="1462313"/>
                </a:lnTo>
                <a:cubicBezTo>
                  <a:pt x="3399902" y="1408452"/>
                  <a:pt x="3374896" y="1350106"/>
                  <a:pt x="3354588" y="1288169"/>
                </a:cubicBezTo>
                <a:close/>
                <a:moveTo>
                  <a:pt x="9781432" y="1288165"/>
                </a:moveTo>
                <a:lnTo>
                  <a:pt x="10286039" y="1288165"/>
                </a:lnTo>
                <a:lnTo>
                  <a:pt x="10286039" y="1462314"/>
                </a:lnTo>
                <a:lnTo>
                  <a:pt x="9781432" y="1462314"/>
                </a:lnTo>
                <a:close/>
                <a:moveTo>
                  <a:pt x="8877431" y="1288165"/>
                </a:moveTo>
                <a:lnTo>
                  <a:pt x="9382033" y="1288165"/>
                </a:lnTo>
                <a:lnTo>
                  <a:pt x="9382033" y="1462314"/>
                </a:lnTo>
                <a:lnTo>
                  <a:pt x="8877431" y="1462314"/>
                </a:lnTo>
                <a:close/>
                <a:moveTo>
                  <a:pt x="7848731" y="1288165"/>
                </a:moveTo>
                <a:lnTo>
                  <a:pt x="8501703" y="1288165"/>
                </a:lnTo>
                <a:lnTo>
                  <a:pt x="8501703" y="1462314"/>
                </a:lnTo>
                <a:lnTo>
                  <a:pt x="7921150" y="1462314"/>
                </a:lnTo>
                <a:close/>
                <a:moveTo>
                  <a:pt x="7193139" y="1288165"/>
                </a:moveTo>
                <a:lnTo>
                  <a:pt x="7648159" y="1288165"/>
                </a:lnTo>
                <a:lnTo>
                  <a:pt x="7648159" y="1462314"/>
                </a:lnTo>
                <a:lnTo>
                  <a:pt x="7193139" y="1462314"/>
                </a:lnTo>
                <a:close/>
                <a:moveTo>
                  <a:pt x="6188669" y="1288165"/>
                </a:moveTo>
                <a:lnTo>
                  <a:pt x="6674501" y="1288165"/>
                </a:lnTo>
                <a:lnTo>
                  <a:pt x="6674501" y="1351991"/>
                </a:lnTo>
                <a:lnTo>
                  <a:pt x="7080275" y="1351991"/>
                </a:lnTo>
                <a:lnTo>
                  <a:pt x="7080275" y="1462314"/>
                </a:lnTo>
                <a:lnTo>
                  <a:pt x="6188669" y="1462314"/>
                </a:lnTo>
                <a:close/>
                <a:moveTo>
                  <a:pt x="4794722" y="1288165"/>
                </a:moveTo>
                <a:lnTo>
                  <a:pt x="5308313" y="1288165"/>
                </a:lnTo>
                <a:cubicBezTo>
                  <a:pt x="5331518" y="1333078"/>
                  <a:pt x="5378715" y="1363467"/>
                  <a:pt x="5433050" y="1363467"/>
                </a:cubicBezTo>
                <a:cubicBezTo>
                  <a:pt x="5487389" y="1363467"/>
                  <a:pt x="5534582" y="1333078"/>
                  <a:pt x="5557791" y="1288165"/>
                </a:cubicBezTo>
                <a:lnTo>
                  <a:pt x="6071387" y="1288165"/>
                </a:lnTo>
                <a:cubicBezTo>
                  <a:pt x="6067418" y="1349988"/>
                  <a:pt x="6051903" y="1408730"/>
                  <a:pt x="6026879" y="1462314"/>
                </a:cubicBezTo>
                <a:lnTo>
                  <a:pt x="4839225" y="1462314"/>
                </a:lnTo>
                <a:cubicBezTo>
                  <a:pt x="4814201" y="1408730"/>
                  <a:pt x="4798682" y="1349988"/>
                  <a:pt x="4794722" y="1288165"/>
                </a:cubicBezTo>
                <a:close/>
                <a:moveTo>
                  <a:pt x="2285298" y="1288165"/>
                </a:moveTo>
                <a:lnTo>
                  <a:pt x="2771132" y="1288165"/>
                </a:lnTo>
                <a:lnTo>
                  <a:pt x="2771132" y="1351991"/>
                </a:lnTo>
                <a:lnTo>
                  <a:pt x="3183254" y="1351991"/>
                </a:lnTo>
                <a:lnTo>
                  <a:pt x="3183254" y="1462314"/>
                </a:lnTo>
                <a:lnTo>
                  <a:pt x="2285298" y="1462314"/>
                </a:lnTo>
                <a:close/>
                <a:moveTo>
                  <a:pt x="1586644" y="1288165"/>
                </a:moveTo>
                <a:lnTo>
                  <a:pt x="2038472" y="1288165"/>
                </a:lnTo>
                <a:lnTo>
                  <a:pt x="2121783" y="1462314"/>
                </a:lnTo>
                <a:lnTo>
                  <a:pt x="1663530" y="1462314"/>
                </a:lnTo>
                <a:close/>
                <a:moveTo>
                  <a:pt x="985097" y="1288165"/>
                </a:moveTo>
                <a:lnTo>
                  <a:pt x="1468672" y="1288165"/>
                </a:lnTo>
                <a:lnTo>
                  <a:pt x="1468672" y="1462314"/>
                </a:lnTo>
                <a:lnTo>
                  <a:pt x="985097" y="1462314"/>
                </a:lnTo>
                <a:close/>
                <a:moveTo>
                  <a:pt x="0" y="1288165"/>
                </a:moveTo>
                <a:lnTo>
                  <a:pt x="506025" y="1288165"/>
                </a:lnTo>
                <a:lnTo>
                  <a:pt x="506025" y="1462314"/>
                </a:lnTo>
                <a:lnTo>
                  <a:pt x="0" y="1462314"/>
                </a:lnTo>
                <a:close/>
                <a:moveTo>
                  <a:pt x="10408772" y="1157361"/>
                </a:moveTo>
                <a:lnTo>
                  <a:pt x="10468381" y="1208632"/>
                </a:lnTo>
                <a:lnTo>
                  <a:pt x="10408772" y="1208632"/>
                </a:lnTo>
                <a:close/>
                <a:moveTo>
                  <a:pt x="10816942" y="1078164"/>
                </a:moveTo>
                <a:lnTo>
                  <a:pt x="11358000" y="1078164"/>
                </a:lnTo>
                <a:cubicBezTo>
                  <a:pt x="11367192" y="1149515"/>
                  <a:pt x="11358946" y="1186888"/>
                  <a:pt x="11359134" y="1208632"/>
                </a:cubicBezTo>
                <a:lnTo>
                  <a:pt x="11359134" y="1208633"/>
                </a:lnTo>
                <a:lnTo>
                  <a:pt x="10871056" y="1208633"/>
                </a:lnTo>
                <a:cubicBezTo>
                  <a:pt x="10871350" y="1207645"/>
                  <a:pt x="10871355" y="1206649"/>
                  <a:pt x="10871355" y="1205652"/>
                </a:cubicBezTo>
                <a:cubicBezTo>
                  <a:pt x="10871355" y="1153657"/>
                  <a:pt x="10847076" y="1107297"/>
                  <a:pt x="10808382" y="1078165"/>
                </a:cubicBezTo>
                <a:lnTo>
                  <a:pt x="10816943" y="1078165"/>
                </a:lnTo>
                <a:close/>
                <a:moveTo>
                  <a:pt x="9781432" y="1075882"/>
                </a:moveTo>
                <a:lnTo>
                  <a:pt x="10286039" y="1075882"/>
                </a:lnTo>
                <a:lnTo>
                  <a:pt x="10286039" y="1206076"/>
                </a:lnTo>
                <a:lnTo>
                  <a:pt x="9781432" y="1206076"/>
                </a:lnTo>
                <a:close/>
                <a:moveTo>
                  <a:pt x="8877431" y="1075882"/>
                </a:moveTo>
                <a:lnTo>
                  <a:pt x="9382033" y="1075882"/>
                </a:lnTo>
                <a:lnTo>
                  <a:pt x="9382033" y="1206076"/>
                </a:lnTo>
                <a:lnTo>
                  <a:pt x="8877431" y="1206076"/>
                </a:lnTo>
                <a:close/>
                <a:moveTo>
                  <a:pt x="7760453" y="1075882"/>
                </a:moveTo>
                <a:lnTo>
                  <a:pt x="8501703" y="1075882"/>
                </a:lnTo>
                <a:lnTo>
                  <a:pt x="8501703" y="1206076"/>
                </a:lnTo>
                <a:lnTo>
                  <a:pt x="7814594" y="1206076"/>
                </a:lnTo>
                <a:close/>
                <a:moveTo>
                  <a:pt x="7193139" y="1075882"/>
                </a:moveTo>
                <a:lnTo>
                  <a:pt x="7648159" y="1075882"/>
                </a:lnTo>
                <a:lnTo>
                  <a:pt x="7648159" y="1206076"/>
                </a:lnTo>
                <a:lnTo>
                  <a:pt x="7193139" y="1206076"/>
                </a:lnTo>
                <a:close/>
                <a:moveTo>
                  <a:pt x="6188669" y="1075882"/>
                </a:moveTo>
                <a:lnTo>
                  <a:pt x="6674501" y="1075882"/>
                </a:lnTo>
                <a:lnTo>
                  <a:pt x="6674501" y="1206076"/>
                </a:lnTo>
                <a:lnTo>
                  <a:pt x="6188669" y="1206076"/>
                </a:lnTo>
                <a:close/>
                <a:moveTo>
                  <a:pt x="5574793" y="1075882"/>
                </a:moveTo>
                <a:lnTo>
                  <a:pt x="6073294" y="1075882"/>
                </a:lnTo>
                <a:lnTo>
                  <a:pt x="6073294" y="1206076"/>
                </a:lnTo>
                <a:lnTo>
                  <a:pt x="5574793" y="1206076"/>
                </a:lnTo>
                <a:close/>
                <a:moveTo>
                  <a:pt x="4792811" y="1075882"/>
                </a:moveTo>
                <a:lnTo>
                  <a:pt x="5291307" y="1075882"/>
                </a:lnTo>
                <a:lnTo>
                  <a:pt x="5291307" y="1206076"/>
                </a:lnTo>
                <a:lnTo>
                  <a:pt x="4792811" y="1206076"/>
                </a:lnTo>
                <a:close/>
                <a:moveTo>
                  <a:pt x="2285298" y="1075882"/>
                </a:moveTo>
                <a:lnTo>
                  <a:pt x="2771132" y="1075882"/>
                </a:lnTo>
                <a:lnTo>
                  <a:pt x="2771132" y="1206076"/>
                </a:lnTo>
                <a:lnTo>
                  <a:pt x="2285298" y="1206076"/>
                </a:lnTo>
                <a:close/>
                <a:moveTo>
                  <a:pt x="1492927" y="1075882"/>
                </a:moveTo>
                <a:lnTo>
                  <a:pt x="1945589" y="1075882"/>
                </a:lnTo>
                <a:cubicBezTo>
                  <a:pt x="1944041" y="1077590"/>
                  <a:pt x="1942273" y="1079022"/>
                  <a:pt x="1940491" y="1080455"/>
                </a:cubicBezTo>
                <a:lnTo>
                  <a:pt x="1939110" y="1080455"/>
                </a:lnTo>
                <a:lnTo>
                  <a:pt x="1939524" y="1081320"/>
                </a:lnTo>
                <a:cubicBezTo>
                  <a:pt x="1939165" y="1081707"/>
                  <a:pt x="1938755" y="1082034"/>
                  <a:pt x="1938345" y="1082361"/>
                </a:cubicBezTo>
                <a:lnTo>
                  <a:pt x="1940022" y="1082361"/>
                </a:lnTo>
                <a:lnTo>
                  <a:pt x="1999205" y="1206076"/>
                </a:lnTo>
                <a:lnTo>
                  <a:pt x="1550403" y="1206076"/>
                </a:lnTo>
                <a:close/>
                <a:moveTo>
                  <a:pt x="985097" y="1075882"/>
                </a:moveTo>
                <a:lnTo>
                  <a:pt x="1468672" y="1075882"/>
                </a:lnTo>
                <a:lnTo>
                  <a:pt x="1468672" y="1206076"/>
                </a:lnTo>
                <a:lnTo>
                  <a:pt x="985097" y="1206076"/>
                </a:lnTo>
                <a:close/>
                <a:moveTo>
                  <a:pt x="0" y="1075882"/>
                </a:moveTo>
                <a:lnTo>
                  <a:pt x="877145" y="1075882"/>
                </a:lnTo>
                <a:lnTo>
                  <a:pt x="877145" y="1098345"/>
                </a:lnTo>
                <a:lnTo>
                  <a:pt x="869625" y="1098345"/>
                </a:lnTo>
                <a:lnTo>
                  <a:pt x="506025" y="1098345"/>
                </a:lnTo>
                <a:lnTo>
                  <a:pt x="506025" y="1206076"/>
                </a:lnTo>
                <a:lnTo>
                  <a:pt x="0" y="1206076"/>
                </a:lnTo>
                <a:close/>
                <a:moveTo>
                  <a:pt x="4174413" y="1075881"/>
                </a:moveTo>
                <a:lnTo>
                  <a:pt x="4660572" y="1075881"/>
                </a:lnTo>
                <a:cubicBezTo>
                  <a:pt x="4654171" y="1120550"/>
                  <a:pt x="4645505" y="1164090"/>
                  <a:pt x="4633997" y="1206075"/>
                </a:cubicBezTo>
                <a:lnTo>
                  <a:pt x="4129883" y="1206075"/>
                </a:lnTo>
                <a:cubicBezTo>
                  <a:pt x="4148445" y="1169059"/>
                  <a:pt x="4163826" y="1125090"/>
                  <a:pt x="4174413" y="1075881"/>
                </a:cubicBezTo>
                <a:close/>
                <a:moveTo>
                  <a:pt x="3305162" y="1075881"/>
                </a:moveTo>
                <a:lnTo>
                  <a:pt x="3790976" y="1075881"/>
                </a:lnTo>
                <a:cubicBezTo>
                  <a:pt x="3801558" y="1125090"/>
                  <a:pt x="3816942" y="1169059"/>
                  <a:pt x="3835506" y="1206075"/>
                </a:cubicBezTo>
                <a:lnTo>
                  <a:pt x="3330959" y="1206075"/>
                </a:lnTo>
                <a:cubicBezTo>
                  <a:pt x="3319852" y="1164035"/>
                  <a:pt x="3311209" y="1120545"/>
                  <a:pt x="3305162" y="1075881"/>
                </a:cubicBezTo>
                <a:close/>
                <a:moveTo>
                  <a:pt x="10587776" y="879486"/>
                </a:moveTo>
                <a:lnTo>
                  <a:pt x="11280821" y="879486"/>
                </a:lnTo>
                <a:cubicBezTo>
                  <a:pt x="11304371" y="915413"/>
                  <a:pt x="11325405" y="952210"/>
                  <a:pt x="11338792" y="993628"/>
                </a:cubicBezTo>
                <a:lnTo>
                  <a:pt x="10727828" y="995899"/>
                </a:lnTo>
                <a:close/>
                <a:moveTo>
                  <a:pt x="9781432" y="877625"/>
                </a:moveTo>
                <a:lnTo>
                  <a:pt x="10286039" y="877625"/>
                </a:lnTo>
                <a:lnTo>
                  <a:pt x="10286039" y="993788"/>
                </a:lnTo>
                <a:lnTo>
                  <a:pt x="9781432" y="993788"/>
                </a:lnTo>
                <a:close/>
                <a:moveTo>
                  <a:pt x="8877431" y="877625"/>
                </a:moveTo>
                <a:lnTo>
                  <a:pt x="9382033" y="877625"/>
                </a:lnTo>
                <a:lnTo>
                  <a:pt x="9382033" y="993788"/>
                </a:lnTo>
                <a:lnTo>
                  <a:pt x="8877431" y="993788"/>
                </a:lnTo>
                <a:close/>
                <a:moveTo>
                  <a:pt x="7678004" y="877625"/>
                </a:moveTo>
                <a:lnTo>
                  <a:pt x="8501703" y="877625"/>
                </a:lnTo>
                <a:lnTo>
                  <a:pt x="8501703" y="993788"/>
                </a:lnTo>
                <a:lnTo>
                  <a:pt x="7726316" y="993788"/>
                </a:lnTo>
                <a:close/>
                <a:moveTo>
                  <a:pt x="7193139" y="877625"/>
                </a:moveTo>
                <a:lnTo>
                  <a:pt x="7648159" y="877625"/>
                </a:lnTo>
                <a:lnTo>
                  <a:pt x="7648159" y="993788"/>
                </a:lnTo>
                <a:lnTo>
                  <a:pt x="7193139" y="993788"/>
                </a:lnTo>
                <a:close/>
                <a:moveTo>
                  <a:pt x="6188669" y="877625"/>
                </a:moveTo>
                <a:lnTo>
                  <a:pt x="7056268" y="877625"/>
                </a:lnTo>
                <a:lnTo>
                  <a:pt x="7056268" y="988326"/>
                </a:lnTo>
                <a:lnTo>
                  <a:pt x="6674501" y="988326"/>
                </a:lnTo>
                <a:lnTo>
                  <a:pt x="6674501" y="993788"/>
                </a:lnTo>
                <a:lnTo>
                  <a:pt x="6188669" y="993788"/>
                </a:lnTo>
                <a:close/>
                <a:moveTo>
                  <a:pt x="5574793" y="877625"/>
                </a:moveTo>
                <a:lnTo>
                  <a:pt x="6073294" y="877625"/>
                </a:lnTo>
                <a:lnTo>
                  <a:pt x="6073294" y="993788"/>
                </a:lnTo>
                <a:lnTo>
                  <a:pt x="5574793" y="993788"/>
                </a:lnTo>
                <a:close/>
                <a:moveTo>
                  <a:pt x="4792811" y="877625"/>
                </a:moveTo>
                <a:lnTo>
                  <a:pt x="5291307" y="877625"/>
                </a:lnTo>
                <a:lnTo>
                  <a:pt x="5291307" y="993788"/>
                </a:lnTo>
                <a:lnTo>
                  <a:pt x="4792811" y="993788"/>
                </a:lnTo>
                <a:close/>
                <a:moveTo>
                  <a:pt x="2285298" y="877625"/>
                </a:moveTo>
                <a:lnTo>
                  <a:pt x="3161500" y="877625"/>
                </a:lnTo>
                <a:lnTo>
                  <a:pt x="3161500" y="988326"/>
                </a:lnTo>
                <a:lnTo>
                  <a:pt x="2771132" y="988326"/>
                </a:lnTo>
                <a:lnTo>
                  <a:pt x="2771132" y="993788"/>
                </a:lnTo>
                <a:lnTo>
                  <a:pt x="2285298" y="993788"/>
                </a:lnTo>
                <a:close/>
                <a:moveTo>
                  <a:pt x="985097" y="877625"/>
                </a:moveTo>
                <a:lnTo>
                  <a:pt x="2107746" y="877625"/>
                </a:lnTo>
                <a:cubicBezTo>
                  <a:pt x="2086278" y="919656"/>
                  <a:pt x="2059665" y="958619"/>
                  <a:pt x="2028664" y="993788"/>
                </a:cubicBezTo>
                <a:lnTo>
                  <a:pt x="985097" y="993788"/>
                </a:lnTo>
                <a:close/>
                <a:moveTo>
                  <a:pt x="0" y="877625"/>
                </a:moveTo>
                <a:lnTo>
                  <a:pt x="877145" y="877625"/>
                </a:lnTo>
                <a:lnTo>
                  <a:pt x="877145" y="993788"/>
                </a:lnTo>
                <a:lnTo>
                  <a:pt x="0" y="993788"/>
                </a:lnTo>
                <a:close/>
                <a:moveTo>
                  <a:pt x="4199211" y="877624"/>
                </a:moveTo>
                <a:lnTo>
                  <a:pt x="4674176" y="877624"/>
                </a:lnTo>
                <a:cubicBezTo>
                  <a:pt x="4674327" y="879591"/>
                  <a:pt x="4674332" y="881557"/>
                  <a:pt x="4674332" y="883528"/>
                </a:cubicBezTo>
                <a:cubicBezTo>
                  <a:pt x="4674332" y="920824"/>
                  <a:pt x="4672822" y="957628"/>
                  <a:pt x="4669465" y="993787"/>
                </a:cubicBezTo>
                <a:lnTo>
                  <a:pt x="4189743" y="993787"/>
                </a:lnTo>
                <a:cubicBezTo>
                  <a:pt x="4195970" y="956882"/>
                  <a:pt x="4199133" y="917914"/>
                  <a:pt x="4199211" y="877624"/>
                </a:cubicBezTo>
                <a:close/>
                <a:moveTo>
                  <a:pt x="3291213" y="877624"/>
                </a:moveTo>
                <a:lnTo>
                  <a:pt x="3766173" y="877624"/>
                </a:lnTo>
                <a:cubicBezTo>
                  <a:pt x="3766256" y="917914"/>
                  <a:pt x="3769415" y="956882"/>
                  <a:pt x="3775650" y="993787"/>
                </a:cubicBezTo>
                <a:lnTo>
                  <a:pt x="3295989" y="993787"/>
                </a:lnTo>
                <a:cubicBezTo>
                  <a:pt x="3292572" y="957632"/>
                  <a:pt x="3291057" y="920824"/>
                  <a:pt x="3291057" y="883528"/>
                </a:cubicBezTo>
                <a:close/>
                <a:moveTo>
                  <a:pt x="10461146" y="710797"/>
                </a:moveTo>
                <a:lnTo>
                  <a:pt x="11109160" y="710797"/>
                </a:lnTo>
                <a:cubicBezTo>
                  <a:pt x="11109161" y="710797"/>
                  <a:pt x="11109161" y="710798"/>
                  <a:pt x="11109162" y="710798"/>
                </a:cubicBezTo>
                <a:lnTo>
                  <a:pt x="11121245" y="710798"/>
                </a:lnTo>
                <a:lnTo>
                  <a:pt x="11122337" y="711693"/>
                </a:lnTo>
                <a:lnTo>
                  <a:pt x="11118350" y="711693"/>
                </a:lnTo>
                <a:cubicBezTo>
                  <a:pt x="11153339" y="736641"/>
                  <a:pt x="11185427" y="765257"/>
                  <a:pt x="11213739" y="797219"/>
                </a:cubicBezTo>
                <a:lnTo>
                  <a:pt x="10517279" y="797218"/>
                </a:lnTo>
                <a:cubicBezTo>
                  <a:pt x="10497025" y="770452"/>
                  <a:pt x="10475239" y="741481"/>
                  <a:pt x="10461146" y="710797"/>
                </a:cubicBezTo>
                <a:close/>
                <a:moveTo>
                  <a:pt x="9781432" y="709293"/>
                </a:moveTo>
                <a:lnTo>
                  <a:pt x="10286039" y="709293"/>
                </a:lnTo>
                <a:lnTo>
                  <a:pt x="10286039" y="795531"/>
                </a:lnTo>
                <a:lnTo>
                  <a:pt x="9781432" y="795531"/>
                </a:lnTo>
                <a:close/>
                <a:moveTo>
                  <a:pt x="8877431" y="709293"/>
                </a:moveTo>
                <a:lnTo>
                  <a:pt x="9382033" y="709293"/>
                </a:lnTo>
                <a:lnTo>
                  <a:pt x="9382033" y="795531"/>
                </a:lnTo>
                <a:lnTo>
                  <a:pt x="8877431" y="795531"/>
                </a:lnTo>
                <a:close/>
                <a:moveTo>
                  <a:pt x="8042875" y="709293"/>
                </a:moveTo>
                <a:lnTo>
                  <a:pt x="8501703" y="709293"/>
                </a:lnTo>
                <a:lnTo>
                  <a:pt x="8501703" y="795531"/>
                </a:lnTo>
                <a:lnTo>
                  <a:pt x="8042875" y="795531"/>
                </a:lnTo>
                <a:close/>
                <a:moveTo>
                  <a:pt x="7193139" y="709293"/>
                </a:moveTo>
                <a:lnTo>
                  <a:pt x="7996240" y="709293"/>
                </a:lnTo>
                <a:lnTo>
                  <a:pt x="8036152" y="795531"/>
                </a:lnTo>
                <a:lnTo>
                  <a:pt x="7193139" y="795531"/>
                </a:lnTo>
                <a:close/>
                <a:moveTo>
                  <a:pt x="6188669" y="709293"/>
                </a:moveTo>
                <a:lnTo>
                  <a:pt x="6674501" y="709293"/>
                </a:lnTo>
                <a:lnTo>
                  <a:pt x="6674501" y="714671"/>
                </a:lnTo>
                <a:lnTo>
                  <a:pt x="7056268" y="714671"/>
                </a:lnTo>
                <a:lnTo>
                  <a:pt x="7056268" y="795531"/>
                </a:lnTo>
                <a:lnTo>
                  <a:pt x="6188669" y="795531"/>
                </a:lnTo>
                <a:close/>
                <a:moveTo>
                  <a:pt x="5574793" y="709293"/>
                </a:moveTo>
                <a:lnTo>
                  <a:pt x="6073294" y="709293"/>
                </a:lnTo>
                <a:lnTo>
                  <a:pt x="6073294" y="795531"/>
                </a:lnTo>
                <a:lnTo>
                  <a:pt x="5574793" y="795531"/>
                </a:lnTo>
                <a:close/>
                <a:moveTo>
                  <a:pt x="4792811" y="709293"/>
                </a:moveTo>
                <a:lnTo>
                  <a:pt x="5291307" y="709293"/>
                </a:lnTo>
                <a:lnTo>
                  <a:pt x="5291307" y="795531"/>
                </a:lnTo>
                <a:lnTo>
                  <a:pt x="4792811" y="795531"/>
                </a:lnTo>
                <a:close/>
                <a:moveTo>
                  <a:pt x="2285298" y="709293"/>
                </a:moveTo>
                <a:lnTo>
                  <a:pt x="2771132" y="709293"/>
                </a:lnTo>
                <a:lnTo>
                  <a:pt x="2771132" y="714671"/>
                </a:lnTo>
                <a:lnTo>
                  <a:pt x="3161500" y="714671"/>
                </a:lnTo>
                <a:lnTo>
                  <a:pt x="3161500" y="795531"/>
                </a:lnTo>
                <a:lnTo>
                  <a:pt x="2285298" y="795531"/>
                </a:lnTo>
                <a:close/>
                <a:moveTo>
                  <a:pt x="1709143" y="709293"/>
                </a:moveTo>
                <a:lnTo>
                  <a:pt x="2169670" y="709293"/>
                </a:lnTo>
                <a:cubicBezTo>
                  <a:pt x="2163895" y="738935"/>
                  <a:pt x="2155552" y="767712"/>
                  <a:pt x="2145130" y="795531"/>
                </a:cubicBezTo>
                <a:lnTo>
                  <a:pt x="1595923" y="795531"/>
                </a:lnTo>
                <a:cubicBezTo>
                  <a:pt x="1642913" y="780533"/>
                  <a:pt x="1682554" y="749578"/>
                  <a:pt x="1709143" y="709293"/>
                </a:cubicBezTo>
                <a:close/>
                <a:moveTo>
                  <a:pt x="985097" y="709293"/>
                </a:moveTo>
                <a:lnTo>
                  <a:pt x="1469893" y="709293"/>
                </a:lnTo>
                <a:lnTo>
                  <a:pt x="1469893" y="795531"/>
                </a:lnTo>
                <a:lnTo>
                  <a:pt x="985097" y="795531"/>
                </a:lnTo>
                <a:close/>
                <a:moveTo>
                  <a:pt x="0" y="709293"/>
                </a:moveTo>
                <a:lnTo>
                  <a:pt x="877145" y="709293"/>
                </a:lnTo>
                <a:lnTo>
                  <a:pt x="877145" y="795531"/>
                </a:lnTo>
                <a:lnTo>
                  <a:pt x="0" y="795531"/>
                </a:lnTo>
                <a:close/>
                <a:moveTo>
                  <a:pt x="4189251" y="709292"/>
                </a:moveTo>
                <a:lnTo>
                  <a:pt x="4662658" y="709292"/>
                </a:lnTo>
                <a:cubicBezTo>
                  <a:pt x="4666812" y="737581"/>
                  <a:pt x="4669621" y="766357"/>
                  <a:pt x="4671191" y="795530"/>
                </a:cubicBezTo>
                <a:lnTo>
                  <a:pt x="4197682" y="795530"/>
                </a:lnTo>
                <a:cubicBezTo>
                  <a:pt x="4197148" y="765777"/>
                  <a:pt x="4194298" y="736917"/>
                  <a:pt x="4189251" y="709292"/>
                </a:cubicBezTo>
                <a:close/>
                <a:moveTo>
                  <a:pt x="3302730" y="709292"/>
                </a:moveTo>
                <a:lnTo>
                  <a:pt x="3776138" y="709292"/>
                </a:lnTo>
                <a:cubicBezTo>
                  <a:pt x="3771091" y="736917"/>
                  <a:pt x="3768241" y="765777"/>
                  <a:pt x="3767701" y="795530"/>
                </a:cubicBezTo>
                <a:lnTo>
                  <a:pt x="3294197" y="795530"/>
                </a:lnTo>
                <a:cubicBezTo>
                  <a:pt x="3295768" y="766357"/>
                  <a:pt x="3298581" y="737581"/>
                  <a:pt x="3302730" y="709292"/>
                </a:cubicBezTo>
                <a:close/>
                <a:moveTo>
                  <a:pt x="10418948" y="565540"/>
                </a:moveTo>
                <a:lnTo>
                  <a:pt x="10949595" y="565540"/>
                </a:lnTo>
                <a:cubicBezTo>
                  <a:pt x="10953670" y="570456"/>
                  <a:pt x="10958769" y="574162"/>
                  <a:pt x="10964075" y="577567"/>
                </a:cubicBezTo>
                <a:lnTo>
                  <a:pt x="11026395" y="628529"/>
                </a:lnTo>
                <a:lnTo>
                  <a:pt x="10434083" y="628529"/>
                </a:lnTo>
                <a:cubicBezTo>
                  <a:pt x="10426940" y="608233"/>
                  <a:pt x="10421851" y="587175"/>
                  <a:pt x="10418948" y="565540"/>
                </a:cubicBezTo>
                <a:close/>
                <a:moveTo>
                  <a:pt x="9781432" y="564344"/>
                </a:moveTo>
                <a:lnTo>
                  <a:pt x="10286039" y="564344"/>
                </a:lnTo>
                <a:lnTo>
                  <a:pt x="10286039" y="627199"/>
                </a:lnTo>
                <a:lnTo>
                  <a:pt x="9781432" y="627199"/>
                </a:lnTo>
                <a:close/>
                <a:moveTo>
                  <a:pt x="8877431" y="564344"/>
                </a:moveTo>
                <a:lnTo>
                  <a:pt x="9382033" y="564344"/>
                </a:lnTo>
                <a:lnTo>
                  <a:pt x="9382033" y="627199"/>
                </a:lnTo>
                <a:lnTo>
                  <a:pt x="8877431" y="627199"/>
                </a:lnTo>
                <a:close/>
                <a:moveTo>
                  <a:pt x="8042875" y="564344"/>
                </a:moveTo>
                <a:lnTo>
                  <a:pt x="8501703" y="564344"/>
                </a:lnTo>
                <a:lnTo>
                  <a:pt x="8501703" y="627199"/>
                </a:lnTo>
                <a:lnTo>
                  <a:pt x="8042875" y="627199"/>
                </a:lnTo>
                <a:close/>
                <a:moveTo>
                  <a:pt x="7193139" y="564344"/>
                </a:moveTo>
                <a:lnTo>
                  <a:pt x="7929154" y="564344"/>
                </a:lnTo>
                <a:lnTo>
                  <a:pt x="7958244" y="627199"/>
                </a:lnTo>
                <a:lnTo>
                  <a:pt x="7193139" y="627199"/>
                </a:lnTo>
                <a:close/>
                <a:moveTo>
                  <a:pt x="6188669" y="564344"/>
                </a:moveTo>
                <a:lnTo>
                  <a:pt x="6674501" y="564344"/>
                </a:lnTo>
                <a:lnTo>
                  <a:pt x="6674501" y="627199"/>
                </a:lnTo>
                <a:lnTo>
                  <a:pt x="6188669" y="627199"/>
                </a:lnTo>
                <a:close/>
                <a:moveTo>
                  <a:pt x="5574793" y="564344"/>
                </a:moveTo>
                <a:lnTo>
                  <a:pt x="6073294" y="564344"/>
                </a:lnTo>
                <a:lnTo>
                  <a:pt x="6073294" y="627199"/>
                </a:lnTo>
                <a:lnTo>
                  <a:pt x="5574793" y="627199"/>
                </a:lnTo>
                <a:close/>
                <a:moveTo>
                  <a:pt x="4792811" y="564344"/>
                </a:moveTo>
                <a:lnTo>
                  <a:pt x="5291307" y="564344"/>
                </a:lnTo>
                <a:lnTo>
                  <a:pt x="5291307" y="627199"/>
                </a:lnTo>
                <a:lnTo>
                  <a:pt x="4792811" y="627199"/>
                </a:lnTo>
                <a:close/>
                <a:moveTo>
                  <a:pt x="2285298" y="564344"/>
                </a:moveTo>
                <a:lnTo>
                  <a:pt x="2771132" y="564344"/>
                </a:lnTo>
                <a:lnTo>
                  <a:pt x="2771132" y="627199"/>
                </a:lnTo>
                <a:lnTo>
                  <a:pt x="2285298" y="627199"/>
                </a:lnTo>
                <a:close/>
                <a:moveTo>
                  <a:pt x="1743635" y="564344"/>
                </a:moveTo>
                <a:lnTo>
                  <a:pt x="2184512" y="564344"/>
                </a:lnTo>
                <a:cubicBezTo>
                  <a:pt x="2184766" y="566886"/>
                  <a:pt x="2184779" y="569428"/>
                  <a:pt x="2184779" y="571975"/>
                </a:cubicBezTo>
                <a:lnTo>
                  <a:pt x="2181588" y="627199"/>
                </a:lnTo>
                <a:lnTo>
                  <a:pt x="1742032" y="627199"/>
                </a:lnTo>
                <a:cubicBezTo>
                  <a:pt x="1744814" y="614498"/>
                  <a:pt x="1746020" y="601328"/>
                  <a:pt x="1746020" y="587881"/>
                </a:cubicBezTo>
                <a:close/>
                <a:moveTo>
                  <a:pt x="985097" y="564344"/>
                </a:moveTo>
                <a:lnTo>
                  <a:pt x="1469893" y="564344"/>
                </a:lnTo>
                <a:lnTo>
                  <a:pt x="1469893" y="627199"/>
                </a:lnTo>
                <a:lnTo>
                  <a:pt x="985097" y="627199"/>
                </a:lnTo>
                <a:close/>
                <a:moveTo>
                  <a:pt x="0" y="564344"/>
                </a:moveTo>
                <a:lnTo>
                  <a:pt x="505721" y="564344"/>
                </a:lnTo>
                <a:lnTo>
                  <a:pt x="505721" y="627199"/>
                </a:lnTo>
                <a:lnTo>
                  <a:pt x="0" y="627199"/>
                </a:lnTo>
                <a:close/>
                <a:moveTo>
                  <a:pt x="4156173" y="564343"/>
                </a:moveTo>
                <a:lnTo>
                  <a:pt x="4635244" y="564343"/>
                </a:lnTo>
                <a:cubicBezTo>
                  <a:pt x="4640872" y="584882"/>
                  <a:pt x="4645555" y="605853"/>
                  <a:pt x="4649285" y="627198"/>
                </a:cubicBezTo>
                <a:lnTo>
                  <a:pt x="4173561" y="627198"/>
                </a:lnTo>
                <a:cubicBezTo>
                  <a:pt x="4169315" y="604960"/>
                  <a:pt x="4163223" y="584012"/>
                  <a:pt x="4156173" y="564343"/>
                </a:cubicBezTo>
                <a:close/>
                <a:moveTo>
                  <a:pt x="3330140" y="564343"/>
                </a:moveTo>
                <a:lnTo>
                  <a:pt x="3809216" y="564343"/>
                </a:lnTo>
                <a:cubicBezTo>
                  <a:pt x="3802169" y="584012"/>
                  <a:pt x="3796073" y="604960"/>
                  <a:pt x="3791828" y="627198"/>
                </a:cubicBezTo>
                <a:lnTo>
                  <a:pt x="3316108" y="627198"/>
                </a:lnTo>
                <a:cubicBezTo>
                  <a:pt x="3319832" y="605853"/>
                  <a:pt x="3324517" y="584882"/>
                  <a:pt x="3330140" y="564343"/>
                </a:cubicBezTo>
                <a:close/>
                <a:moveTo>
                  <a:pt x="11305691" y="441367"/>
                </a:moveTo>
                <a:lnTo>
                  <a:pt x="11306110" y="441367"/>
                </a:lnTo>
                <a:lnTo>
                  <a:pt x="11306110" y="441726"/>
                </a:lnTo>
                <a:close/>
                <a:moveTo>
                  <a:pt x="10419150" y="441367"/>
                </a:moveTo>
                <a:lnTo>
                  <a:pt x="10893359" y="441367"/>
                </a:lnTo>
                <a:cubicBezTo>
                  <a:pt x="10886582" y="455880"/>
                  <a:pt x="10890875" y="469945"/>
                  <a:pt x="10894757" y="483273"/>
                </a:cubicBezTo>
                <a:lnTo>
                  <a:pt x="10419058" y="483273"/>
                </a:lnTo>
                <a:cubicBezTo>
                  <a:pt x="10417969" y="476587"/>
                  <a:pt x="10417854" y="469854"/>
                  <a:pt x="10417854" y="463084"/>
                </a:cubicBezTo>
                <a:close/>
                <a:moveTo>
                  <a:pt x="9781432" y="440432"/>
                </a:moveTo>
                <a:lnTo>
                  <a:pt x="10286039" y="440432"/>
                </a:lnTo>
                <a:lnTo>
                  <a:pt x="10286039" y="482250"/>
                </a:lnTo>
                <a:lnTo>
                  <a:pt x="9781432" y="482250"/>
                </a:lnTo>
                <a:close/>
                <a:moveTo>
                  <a:pt x="8877431" y="440432"/>
                </a:moveTo>
                <a:lnTo>
                  <a:pt x="9382033" y="440432"/>
                </a:lnTo>
                <a:lnTo>
                  <a:pt x="9382033" y="482250"/>
                </a:lnTo>
                <a:lnTo>
                  <a:pt x="8877431" y="482250"/>
                </a:lnTo>
                <a:close/>
                <a:moveTo>
                  <a:pt x="8042875" y="440432"/>
                </a:moveTo>
                <a:lnTo>
                  <a:pt x="8501703" y="440432"/>
                </a:lnTo>
                <a:lnTo>
                  <a:pt x="8501703" y="482250"/>
                </a:lnTo>
                <a:lnTo>
                  <a:pt x="8042875" y="482250"/>
                </a:lnTo>
                <a:close/>
                <a:moveTo>
                  <a:pt x="7193139" y="440432"/>
                </a:moveTo>
                <a:lnTo>
                  <a:pt x="7871807" y="440432"/>
                </a:lnTo>
                <a:lnTo>
                  <a:pt x="7891162" y="482250"/>
                </a:lnTo>
                <a:lnTo>
                  <a:pt x="7193139" y="482250"/>
                </a:lnTo>
                <a:close/>
                <a:moveTo>
                  <a:pt x="6188669" y="440432"/>
                </a:moveTo>
                <a:lnTo>
                  <a:pt x="6674501" y="440432"/>
                </a:lnTo>
                <a:lnTo>
                  <a:pt x="6674501" y="482250"/>
                </a:lnTo>
                <a:lnTo>
                  <a:pt x="6188669" y="482250"/>
                </a:lnTo>
                <a:close/>
                <a:moveTo>
                  <a:pt x="5574793" y="440432"/>
                </a:moveTo>
                <a:lnTo>
                  <a:pt x="6073294" y="440432"/>
                </a:lnTo>
                <a:lnTo>
                  <a:pt x="6073294" y="482250"/>
                </a:lnTo>
                <a:lnTo>
                  <a:pt x="5574793" y="482250"/>
                </a:lnTo>
                <a:close/>
                <a:moveTo>
                  <a:pt x="4792811" y="440432"/>
                </a:moveTo>
                <a:lnTo>
                  <a:pt x="5291307" y="440432"/>
                </a:lnTo>
                <a:lnTo>
                  <a:pt x="5291307" y="482250"/>
                </a:lnTo>
                <a:lnTo>
                  <a:pt x="4792811" y="482250"/>
                </a:lnTo>
                <a:close/>
                <a:moveTo>
                  <a:pt x="2285298" y="440432"/>
                </a:moveTo>
                <a:lnTo>
                  <a:pt x="2771132" y="440432"/>
                </a:lnTo>
                <a:lnTo>
                  <a:pt x="2771132" y="482250"/>
                </a:lnTo>
                <a:lnTo>
                  <a:pt x="2285298" y="482250"/>
                </a:lnTo>
                <a:close/>
                <a:moveTo>
                  <a:pt x="1688066" y="440432"/>
                </a:moveTo>
                <a:lnTo>
                  <a:pt x="2171374" y="440432"/>
                </a:lnTo>
                <a:cubicBezTo>
                  <a:pt x="2174308" y="454201"/>
                  <a:pt x="2176703" y="468150"/>
                  <a:pt x="2178605" y="482250"/>
                </a:cubicBezTo>
                <a:lnTo>
                  <a:pt x="1717768" y="482250"/>
                </a:lnTo>
                <a:cubicBezTo>
                  <a:pt x="1710308" y="466635"/>
                  <a:pt x="1700209" y="452603"/>
                  <a:pt x="1688066" y="440432"/>
                </a:cubicBezTo>
                <a:close/>
                <a:moveTo>
                  <a:pt x="985097" y="440432"/>
                </a:moveTo>
                <a:lnTo>
                  <a:pt x="1469893" y="440432"/>
                </a:lnTo>
                <a:lnTo>
                  <a:pt x="1469893" y="482250"/>
                </a:lnTo>
                <a:lnTo>
                  <a:pt x="985097" y="482250"/>
                </a:lnTo>
                <a:close/>
                <a:moveTo>
                  <a:pt x="0" y="440432"/>
                </a:moveTo>
                <a:lnTo>
                  <a:pt x="505721" y="440432"/>
                </a:lnTo>
                <a:lnTo>
                  <a:pt x="505721" y="482250"/>
                </a:lnTo>
                <a:lnTo>
                  <a:pt x="0" y="482250"/>
                </a:lnTo>
                <a:close/>
                <a:moveTo>
                  <a:pt x="4093268" y="440431"/>
                </a:moveTo>
                <a:lnTo>
                  <a:pt x="4597023" y="440431"/>
                </a:lnTo>
                <a:cubicBezTo>
                  <a:pt x="4602558" y="454039"/>
                  <a:pt x="4607425" y="468006"/>
                  <a:pt x="4611768" y="482249"/>
                </a:cubicBezTo>
                <a:lnTo>
                  <a:pt x="4120709" y="482249"/>
                </a:lnTo>
                <a:cubicBezTo>
                  <a:pt x="4112199" y="466767"/>
                  <a:pt x="4103118" y="452703"/>
                  <a:pt x="4093268" y="440431"/>
                </a:cubicBezTo>
                <a:close/>
                <a:moveTo>
                  <a:pt x="3368371" y="440431"/>
                </a:moveTo>
                <a:lnTo>
                  <a:pt x="3872116" y="440431"/>
                </a:lnTo>
                <a:cubicBezTo>
                  <a:pt x="3862266" y="452703"/>
                  <a:pt x="3853190" y="466767"/>
                  <a:pt x="3844680" y="482249"/>
                </a:cubicBezTo>
                <a:lnTo>
                  <a:pt x="3353616" y="482249"/>
                </a:lnTo>
                <a:cubicBezTo>
                  <a:pt x="3357959" y="468006"/>
                  <a:pt x="3362831" y="454039"/>
                  <a:pt x="3368371" y="440431"/>
                </a:cubicBezTo>
                <a:close/>
                <a:moveTo>
                  <a:pt x="11223979" y="437563"/>
                </a:moveTo>
                <a:lnTo>
                  <a:pt x="11304274" y="437563"/>
                </a:lnTo>
                <a:lnTo>
                  <a:pt x="11304274" y="487440"/>
                </a:lnTo>
                <a:lnTo>
                  <a:pt x="11274504" y="487440"/>
                </a:lnTo>
                <a:close/>
                <a:moveTo>
                  <a:pt x="10437485" y="312620"/>
                </a:moveTo>
                <a:lnTo>
                  <a:pt x="11305204" y="312620"/>
                </a:lnTo>
                <a:lnTo>
                  <a:pt x="11305204" y="323517"/>
                </a:lnTo>
                <a:lnTo>
                  <a:pt x="11306110" y="323517"/>
                </a:lnTo>
                <a:lnTo>
                  <a:pt x="11306110" y="351547"/>
                </a:lnTo>
                <a:lnTo>
                  <a:pt x="11306110" y="359098"/>
                </a:lnTo>
                <a:lnTo>
                  <a:pt x="11305204" y="359098"/>
                </a:lnTo>
                <a:lnTo>
                  <a:pt x="11305204" y="363528"/>
                </a:lnTo>
                <a:lnTo>
                  <a:pt x="10423824" y="363528"/>
                </a:lnTo>
                <a:lnTo>
                  <a:pt x="10429797" y="336441"/>
                </a:lnTo>
                <a:close/>
                <a:moveTo>
                  <a:pt x="9781432" y="312620"/>
                </a:moveTo>
                <a:lnTo>
                  <a:pt x="10286039" y="312620"/>
                </a:lnTo>
                <a:lnTo>
                  <a:pt x="10286039" y="322833"/>
                </a:lnTo>
                <a:lnTo>
                  <a:pt x="10286039" y="358338"/>
                </a:lnTo>
                <a:lnTo>
                  <a:pt x="10286039" y="358339"/>
                </a:lnTo>
                <a:lnTo>
                  <a:pt x="9781432" y="358339"/>
                </a:lnTo>
                <a:lnTo>
                  <a:pt x="9781432" y="358338"/>
                </a:lnTo>
                <a:lnTo>
                  <a:pt x="9781432" y="322833"/>
                </a:lnTo>
                <a:close/>
                <a:moveTo>
                  <a:pt x="8611213" y="312620"/>
                </a:moveTo>
                <a:lnTo>
                  <a:pt x="9666891" y="312620"/>
                </a:lnTo>
                <a:lnTo>
                  <a:pt x="9666891" y="322833"/>
                </a:lnTo>
                <a:lnTo>
                  <a:pt x="9668568" y="322833"/>
                </a:lnTo>
                <a:lnTo>
                  <a:pt x="9668568" y="358338"/>
                </a:lnTo>
                <a:lnTo>
                  <a:pt x="9666891" y="358338"/>
                </a:lnTo>
                <a:lnTo>
                  <a:pt x="9666891" y="358339"/>
                </a:lnTo>
                <a:lnTo>
                  <a:pt x="8611213" y="358339"/>
                </a:lnTo>
                <a:close/>
                <a:moveTo>
                  <a:pt x="8037009" y="312620"/>
                </a:moveTo>
                <a:lnTo>
                  <a:pt x="8500026" y="312620"/>
                </a:lnTo>
                <a:lnTo>
                  <a:pt x="8500026" y="322833"/>
                </a:lnTo>
                <a:lnTo>
                  <a:pt x="8501703" y="322833"/>
                </a:lnTo>
                <a:lnTo>
                  <a:pt x="8501703" y="358338"/>
                </a:lnTo>
                <a:lnTo>
                  <a:pt x="8500026" y="358338"/>
                </a:lnTo>
                <a:lnTo>
                  <a:pt x="8500026" y="358339"/>
                </a:lnTo>
                <a:lnTo>
                  <a:pt x="8037009" y="358339"/>
                </a:lnTo>
                <a:close/>
                <a:moveTo>
                  <a:pt x="7193139" y="312620"/>
                </a:moveTo>
                <a:lnTo>
                  <a:pt x="7812777" y="312620"/>
                </a:lnTo>
                <a:lnTo>
                  <a:pt x="7833342" y="357178"/>
                </a:lnTo>
                <a:lnTo>
                  <a:pt x="7833342" y="357314"/>
                </a:lnTo>
                <a:lnTo>
                  <a:pt x="7833816" y="358338"/>
                </a:lnTo>
                <a:lnTo>
                  <a:pt x="7833342" y="358338"/>
                </a:lnTo>
                <a:lnTo>
                  <a:pt x="7833342" y="358339"/>
                </a:lnTo>
                <a:lnTo>
                  <a:pt x="7193139" y="358339"/>
                </a:lnTo>
                <a:lnTo>
                  <a:pt x="7193139" y="358338"/>
                </a:lnTo>
                <a:lnTo>
                  <a:pt x="7193139" y="322833"/>
                </a:lnTo>
                <a:close/>
                <a:moveTo>
                  <a:pt x="6184479" y="312620"/>
                </a:moveTo>
                <a:lnTo>
                  <a:pt x="7080274" y="312620"/>
                </a:lnTo>
                <a:lnTo>
                  <a:pt x="7080274" y="322833"/>
                </a:lnTo>
                <a:lnTo>
                  <a:pt x="7080275" y="322833"/>
                </a:lnTo>
                <a:lnTo>
                  <a:pt x="7080275" y="358338"/>
                </a:lnTo>
                <a:lnTo>
                  <a:pt x="7080274" y="358338"/>
                </a:lnTo>
                <a:lnTo>
                  <a:pt x="7080274" y="358339"/>
                </a:lnTo>
                <a:lnTo>
                  <a:pt x="6184479" y="358339"/>
                </a:lnTo>
                <a:close/>
                <a:moveTo>
                  <a:pt x="5574793" y="312620"/>
                </a:moveTo>
                <a:lnTo>
                  <a:pt x="6073294" y="312620"/>
                </a:lnTo>
                <a:lnTo>
                  <a:pt x="6073294" y="322833"/>
                </a:lnTo>
                <a:lnTo>
                  <a:pt x="6073294" y="358338"/>
                </a:lnTo>
                <a:lnTo>
                  <a:pt x="6073294" y="358339"/>
                </a:lnTo>
                <a:lnTo>
                  <a:pt x="5574793" y="358339"/>
                </a:lnTo>
                <a:lnTo>
                  <a:pt x="5574793" y="358338"/>
                </a:lnTo>
                <a:lnTo>
                  <a:pt x="5574793" y="322833"/>
                </a:lnTo>
                <a:close/>
                <a:moveTo>
                  <a:pt x="4792811" y="312620"/>
                </a:moveTo>
                <a:lnTo>
                  <a:pt x="5291307" y="312620"/>
                </a:lnTo>
                <a:lnTo>
                  <a:pt x="5291307" y="322833"/>
                </a:lnTo>
                <a:lnTo>
                  <a:pt x="5291307" y="358338"/>
                </a:lnTo>
                <a:lnTo>
                  <a:pt x="5291307" y="358339"/>
                </a:lnTo>
                <a:lnTo>
                  <a:pt x="4792811" y="358339"/>
                </a:lnTo>
                <a:lnTo>
                  <a:pt x="4792811" y="358338"/>
                </a:lnTo>
                <a:lnTo>
                  <a:pt x="4792811" y="322833"/>
                </a:lnTo>
                <a:close/>
                <a:moveTo>
                  <a:pt x="2285298" y="312620"/>
                </a:moveTo>
                <a:lnTo>
                  <a:pt x="3183254" y="312620"/>
                </a:lnTo>
                <a:lnTo>
                  <a:pt x="3183254" y="322833"/>
                </a:lnTo>
                <a:lnTo>
                  <a:pt x="3183254" y="358338"/>
                </a:lnTo>
                <a:lnTo>
                  <a:pt x="3183254" y="358339"/>
                </a:lnTo>
                <a:lnTo>
                  <a:pt x="2285298" y="358339"/>
                </a:lnTo>
                <a:lnTo>
                  <a:pt x="2285298" y="358338"/>
                </a:lnTo>
                <a:lnTo>
                  <a:pt x="2285298" y="322833"/>
                </a:lnTo>
                <a:close/>
                <a:moveTo>
                  <a:pt x="985097" y="312620"/>
                </a:moveTo>
                <a:lnTo>
                  <a:pt x="2135110" y="312620"/>
                </a:lnTo>
                <a:lnTo>
                  <a:pt x="2148730" y="358335"/>
                </a:lnTo>
                <a:lnTo>
                  <a:pt x="2148731" y="358338"/>
                </a:lnTo>
                <a:lnTo>
                  <a:pt x="2148731" y="358339"/>
                </a:lnTo>
                <a:lnTo>
                  <a:pt x="985097" y="358339"/>
                </a:lnTo>
                <a:lnTo>
                  <a:pt x="985097" y="358338"/>
                </a:lnTo>
                <a:lnTo>
                  <a:pt x="985097" y="322833"/>
                </a:lnTo>
                <a:close/>
                <a:moveTo>
                  <a:pt x="0" y="312620"/>
                </a:moveTo>
                <a:lnTo>
                  <a:pt x="877145" y="312620"/>
                </a:lnTo>
                <a:lnTo>
                  <a:pt x="877145" y="322833"/>
                </a:lnTo>
                <a:lnTo>
                  <a:pt x="877145" y="358338"/>
                </a:lnTo>
                <a:lnTo>
                  <a:pt x="877145" y="358339"/>
                </a:lnTo>
                <a:lnTo>
                  <a:pt x="0" y="358339"/>
                </a:lnTo>
                <a:lnTo>
                  <a:pt x="0" y="358338"/>
                </a:lnTo>
                <a:lnTo>
                  <a:pt x="0" y="322833"/>
                </a:lnTo>
                <a:close/>
                <a:moveTo>
                  <a:pt x="3426524" y="311140"/>
                </a:moveTo>
                <a:lnTo>
                  <a:pt x="4541246" y="311140"/>
                </a:lnTo>
                <a:lnTo>
                  <a:pt x="4565836" y="363528"/>
                </a:lnTo>
                <a:lnTo>
                  <a:pt x="3720591" y="363528"/>
                </a:lnTo>
                <a:lnTo>
                  <a:pt x="3720591" y="361147"/>
                </a:lnTo>
                <a:lnTo>
                  <a:pt x="3403052" y="361147"/>
                </a:lnTo>
                <a:close/>
                <a:moveTo>
                  <a:pt x="10479636" y="204267"/>
                </a:moveTo>
                <a:lnTo>
                  <a:pt x="10671926" y="204267"/>
                </a:lnTo>
                <a:lnTo>
                  <a:pt x="11306110" y="204267"/>
                </a:lnTo>
                <a:lnTo>
                  <a:pt x="11306110" y="241250"/>
                </a:lnTo>
                <a:lnTo>
                  <a:pt x="10671926" y="241250"/>
                </a:lnTo>
                <a:lnTo>
                  <a:pt x="10463420" y="241250"/>
                </a:lnTo>
                <a:close/>
                <a:moveTo>
                  <a:pt x="9781432" y="203834"/>
                </a:moveTo>
                <a:lnTo>
                  <a:pt x="10286039" y="203834"/>
                </a:lnTo>
                <a:lnTo>
                  <a:pt x="10286039" y="240739"/>
                </a:lnTo>
                <a:lnTo>
                  <a:pt x="9781432" y="240739"/>
                </a:lnTo>
                <a:close/>
                <a:moveTo>
                  <a:pt x="8612890" y="203834"/>
                </a:moveTo>
                <a:lnTo>
                  <a:pt x="9668568" y="203834"/>
                </a:lnTo>
                <a:lnTo>
                  <a:pt x="9668568" y="240739"/>
                </a:lnTo>
                <a:lnTo>
                  <a:pt x="8612890" y="240739"/>
                </a:lnTo>
                <a:close/>
                <a:moveTo>
                  <a:pt x="8042875" y="203834"/>
                </a:moveTo>
                <a:lnTo>
                  <a:pt x="8501703" y="203834"/>
                </a:lnTo>
                <a:lnTo>
                  <a:pt x="8501703" y="240739"/>
                </a:lnTo>
                <a:lnTo>
                  <a:pt x="8042875" y="240739"/>
                </a:lnTo>
                <a:close/>
                <a:moveTo>
                  <a:pt x="7193139" y="203834"/>
                </a:moveTo>
                <a:lnTo>
                  <a:pt x="7762309" y="203834"/>
                </a:lnTo>
                <a:lnTo>
                  <a:pt x="7779389" y="240739"/>
                </a:lnTo>
                <a:lnTo>
                  <a:pt x="7193139" y="240739"/>
                </a:lnTo>
                <a:close/>
                <a:moveTo>
                  <a:pt x="6188669" y="203834"/>
                </a:moveTo>
                <a:lnTo>
                  <a:pt x="7080275" y="203834"/>
                </a:lnTo>
                <a:lnTo>
                  <a:pt x="7080275" y="240739"/>
                </a:lnTo>
                <a:lnTo>
                  <a:pt x="6188669" y="240739"/>
                </a:lnTo>
                <a:close/>
                <a:moveTo>
                  <a:pt x="5574793" y="203834"/>
                </a:moveTo>
                <a:lnTo>
                  <a:pt x="6073294" y="203834"/>
                </a:lnTo>
                <a:lnTo>
                  <a:pt x="6073294" y="240739"/>
                </a:lnTo>
                <a:lnTo>
                  <a:pt x="5574793" y="240739"/>
                </a:lnTo>
                <a:close/>
                <a:moveTo>
                  <a:pt x="4792811" y="203834"/>
                </a:moveTo>
                <a:lnTo>
                  <a:pt x="5291307" y="203834"/>
                </a:lnTo>
                <a:lnTo>
                  <a:pt x="5291307" y="240739"/>
                </a:lnTo>
                <a:lnTo>
                  <a:pt x="4792811" y="240739"/>
                </a:lnTo>
                <a:close/>
                <a:moveTo>
                  <a:pt x="2285298" y="203834"/>
                </a:moveTo>
                <a:lnTo>
                  <a:pt x="3183254" y="203834"/>
                </a:lnTo>
                <a:lnTo>
                  <a:pt x="3183254" y="240739"/>
                </a:lnTo>
                <a:lnTo>
                  <a:pt x="2285298" y="240739"/>
                </a:lnTo>
                <a:close/>
                <a:moveTo>
                  <a:pt x="985097" y="203834"/>
                </a:moveTo>
                <a:lnTo>
                  <a:pt x="2069184" y="203834"/>
                </a:lnTo>
                <a:cubicBezTo>
                  <a:pt x="2078730" y="215259"/>
                  <a:pt x="2086715" y="227762"/>
                  <a:pt x="2093941" y="240739"/>
                </a:cubicBezTo>
                <a:lnTo>
                  <a:pt x="985097" y="240739"/>
                </a:lnTo>
                <a:close/>
                <a:moveTo>
                  <a:pt x="0" y="203834"/>
                </a:moveTo>
                <a:lnTo>
                  <a:pt x="877145" y="203834"/>
                </a:lnTo>
                <a:lnTo>
                  <a:pt x="877145" y="240739"/>
                </a:lnTo>
                <a:lnTo>
                  <a:pt x="0" y="240739"/>
                </a:lnTo>
                <a:close/>
                <a:moveTo>
                  <a:pt x="3491565" y="203833"/>
                </a:moveTo>
                <a:lnTo>
                  <a:pt x="4473824" y="203833"/>
                </a:lnTo>
                <a:cubicBezTo>
                  <a:pt x="4482698" y="215677"/>
                  <a:pt x="4491028" y="228051"/>
                  <a:pt x="4499119" y="240738"/>
                </a:cubicBezTo>
                <a:lnTo>
                  <a:pt x="3466269" y="240738"/>
                </a:lnTo>
                <a:cubicBezTo>
                  <a:pt x="3474361" y="228051"/>
                  <a:pt x="3482694" y="215677"/>
                  <a:pt x="3491565" y="203833"/>
                </a:cubicBezTo>
                <a:close/>
                <a:moveTo>
                  <a:pt x="10550205" y="96959"/>
                </a:moveTo>
                <a:lnTo>
                  <a:pt x="10671926" y="96959"/>
                </a:lnTo>
                <a:lnTo>
                  <a:pt x="11306110" y="96959"/>
                </a:lnTo>
                <a:lnTo>
                  <a:pt x="11306110" y="121993"/>
                </a:lnTo>
                <a:lnTo>
                  <a:pt x="10671926" y="121993"/>
                </a:lnTo>
                <a:lnTo>
                  <a:pt x="10531544" y="121993"/>
                </a:lnTo>
                <a:close/>
                <a:moveTo>
                  <a:pt x="9781432" y="96753"/>
                </a:moveTo>
                <a:lnTo>
                  <a:pt x="10286039" y="96753"/>
                </a:lnTo>
                <a:lnTo>
                  <a:pt x="10286039" y="121735"/>
                </a:lnTo>
                <a:lnTo>
                  <a:pt x="9781432" y="121735"/>
                </a:lnTo>
                <a:close/>
                <a:moveTo>
                  <a:pt x="8612890" y="96753"/>
                </a:moveTo>
                <a:lnTo>
                  <a:pt x="9668568" y="96753"/>
                </a:lnTo>
                <a:lnTo>
                  <a:pt x="9668568" y="121735"/>
                </a:lnTo>
                <a:lnTo>
                  <a:pt x="8612890" y="121735"/>
                </a:lnTo>
                <a:close/>
                <a:moveTo>
                  <a:pt x="8042875" y="96753"/>
                </a:moveTo>
                <a:lnTo>
                  <a:pt x="8501703" y="96753"/>
                </a:lnTo>
                <a:lnTo>
                  <a:pt x="8501703" y="121735"/>
                </a:lnTo>
                <a:lnTo>
                  <a:pt x="8042875" y="121735"/>
                </a:lnTo>
                <a:close/>
                <a:moveTo>
                  <a:pt x="7193139" y="96753"/>
                </a:moveTo>
                <a:lnTo>
                  <a:pt x="7712749" y="96753"/>
                </a:lnTo>
                <a:lnTo>
                  <a:pt x="7724312" y="121735"/>
                </a:lnTo>
                <a:lnTo>
                  <a:pt x="7193139" y="121735"/>
                </a:lnTo>
                <a:close/>
                <a:moveTo>
                  <a:pt x="6188669" y="96753"/>
                </a:moveTo>
                <a:lnTo>
                  <a:pt x="7080275" y="96753"/>
                </a:lnTo>
                <a:lnTo>
                  <a:pt x="7080275" y="121735"/>
                </a:lnTo>
                <a:lnTo>
                  <a:pt x="6188669" y="121735"/>
                </a:lnTo>
                <a:close/>
                <a:moveTo>
                  <a:pt x="5574793" y="96753"/>
                </a:moveTo>
                <a:lnTo>
                  <a:pt x="6073294" y="96753"/>
                </a:lnTo>
                <a:lnTo>
                  <a:pt x="6073294" y="121735"/>
                </a:lnTo>
                <a:lnTo>
                  <a:pt x="5574793" y="121735"/>
                </a:lnTo>
                <a:close/>
                <a:moveTo>
                  <a:pt x="4792811" y="96753"/>
                </a:moveTo>
                <a:lnTo>
                  <a:pt x="5291307" y="96753"/>
                </a:lnTo>
                <a:lnTo>
                  <a:pt x="5291307" y="121735"/>
                </a:lnTo>
                <a:lnTo>
                  <a:pt x="4792811" y="121735"/>
                </a:lnTo>
                <a:close/>
                <a:moveTo>
                  <a:pt x="2285298" y="96753"/>
                </a:moveTo>
                <a:lnTo>
                  <a:pt x="3183254" y="96753"/>
                </a:lnTo>
                <a:lnTo>
                  <a:pt x="3183254" y="121735"/>
                </a:lnTo>
                <a:lnTo>
                  <a:pt x="2285298" y="121735"/>
                </a:lnTo>
                <a:close/>
                <a:moveTo>
                  <a:pt x="985097" y="96753"/>
                </a:moveTo>
                <a:lnTo>
                  <a:pt x="1978552" y="96753"/>
                </a:lnTo>
                <a:cubicBezTo>
                  <a:pt x="1987269" y="104388"/>
                  <a:pt x="1995490" y="112539"/>
                  <a:pt x="2002599" y="121735"/>
                </a:cubicBezTo>
                <a:lnTo>
                  <a:pt x="985097" y="121735"/>
                </a:lnTo>
                <a:close/>
                <a:moveTo>
                  <a:pt x="0" y="96753"/>
                </a:moveTo>
                <a:lnTo>
                  <a:pt x="877145" y="96753"/>
                </a:lnTo>
                <a:lnTo>
                  <a:pt x="877145" y="121735"/>
                </a:lnTo>
                <a:lnTo>
                  <a:pt x="0" y="121735"/>
                </a:lnTo>
                <a:close/>
                <a:moveTo>
                  <a:pt x="3581580" y="96752"/>
                </a:moveTo>
                <a:lnTo>
                  <a:pt x="4383809" y="96752"/>
                </a:lnTo>
                <a:cubicBezTo>
                  <a:pt x="4392080" y="104604"/>
                  <a:pt x="4400028" y="112884"/>
                  <a:pt x="4407456" y="121734"/>
                </a:cubicBezTo>
                <a:lnTo>
                  <a:pt x="3557933" y="121734"/>
                </a:lnTo>
                <a:cubicBezTo>
                  <a:pt x="3565365" y="112884"/>
                  <a:pt x="3573309" y="104604"/>
                  <a:pt x="3581580" y="96752"/>
                </a:cubicBezTo>
                <a:close/>
                <a:moveTo>
                  <a:pt x="10683999" y="1"/>
                </a:moveTo>
                <a:lnTo>
                  <a:pt x="10743787" y="1"/>
                </a:lnTo>
                <a:cubicBezTo>
                  <a:pt x="10762889" y="1"/>
                  <a:pt x="10781796" y="856"/>
                  <a:pt x="10800434" y="2849"/>
                </a:cubicBezTo>
                <a:lnTo>
                  <a:pt x="10800434" y="1"/>
                </a:lnTo>
                <a:lnTo>
                  <a:pt x="11306110" y="1"/>
                </a:lnTo>
                <a:lnTo>
                  <a:pt x="11306110" y="14690"/>
                </a:lnTo>
                <a:lnTo>
                  <a:pt x="10671926" y="14690"/>
                </a:lnTo>
                <a:lnTo>
                  <a:pt x="10634292" y="14690"/>
                </a:lnTo>
                <a:cubicBezTo>
                  <a:pt x="10638035" y="10809"/>
                  <a:pt x="10642253" y="7500"/>
                  <a:pt x="10646512" y="4251"/>
                </a:cubicBezTo>
                <a:lnTo>
                  <a:pt x="10646512" y="2687"/>
                </a:lnTo>
                <a:lnTo>
                  <a:pt x="10671926" y="1221"/>
                </a:lnTo>
                <a:lnTo>
                  <a:pt x="10671926" y="697"/>
                </a:lnTo>
                <a:close/>
                <a:moveTo>
                  <a:pt x="9781432" y="1"/>
                </a:moveTo>
                <a:lnTo>
                  <a:pt x="10286039" y="1"/>
                </a:lnTo>
                <a:lnTo>
                  <a:pt x="10286039" y="14659"/>
                </a:lnTo>
                <a:lnTo>
                  <a:pt x="9781432" y="14659"/>
                </a:lnTo>
                <a:close/>
                <a:moveTo>
                  <a:pt x="8612890" y="1"/>
                </a:moveTo>
                <a:lnTo>
                  <a:pt x="9668568" y="1"/>
                </a:lnTo>
                <a:lnTo>
                  <a:pt x="9668568" y="14659"/>
                </a:lnTo>
                <a:lnTo>
                  <a:pt x="8612890" y="14659"/>
                </a:lnTo>
                <a:close/>
                <a:moveTo>
                  <a:pt x="8042875" y="1"/>
                </a:moveTo>
                <a:lnTo>
                  <a:pt x="8501703" y="1"/>
                </a:lnTo>
                <a:lnTo>
                  <a:pt x="8501703" y="14659"/>
                </a:lnTo>
                <a:lnTo>
                  <a:pt x="8042875" y="14659"/>
                </a:lnTo>
                <a:close/>
                <a:moveTo>
                  <a:pt x="7193139" y="1"/>
                </a:moveTo>
                <a:lnTo>
                  <a:pt x="7667970" y="1"/>
                </a:lnTo>
                <a:lnTo>
                  <a:pt x="7674758" y="14659"/>
                </a:lnTo>
                <a:lnTo>
                  <a:pt x="7193139" y="14659"/>
                </a:lnTo>
                <a:close/>
                <a:moveTo>
                  <a:pt x="6188669" y="1"/>
                </a:moveTo>
                <a:lnTo>
                  <a:pt x="7080275" y="1"/>
                </a:lnTo>
                <a:lnTo>
                  <a:pt x="7080275" y="14659"/>
                </a:lnTo>
                <a:lnTo>
                  <a:pt x="6188669" y="14659"/>
                </a:lnTo>
                <a:close/>
                <a:moveTo>
                  <a:pt x="5574793" y="1"/>
                </a:moveTo>
                <a:lnTo>
                  <a:pt x="6073294" y="1"/>
                </a:lnTo>
                <a:lnTo>
                  <a:pt x="6073294" y="14659"/>
                </a:lnTo>
                <a:lnTo>
                  <a:pt x="5574793" y="14659"/>
                </a:lnTo>
                <a:close/>
                <a:moveTo>
                  <a:pt x="4792811" y="1"/>
                </a:moveTo>
                <a:lnTo>
                  <a:pt x="5291307" y="1"/>
                </a:lnTo>
                <a:lnTo>
                  <a:pt x="5291307" y="14659"/>
                </a:lnTo>
                <a:lnTo>
                  <a:pt x="4792811" y="14659"/>
                </a:lnTo>
                <a:close/>
                <a:moveTo>
                  <a:pt x="2285298" y="1"/>
                </a:moveTo>
                <a:lnTo>
                  <a:pt x="3183254" y="1"/>
                </a:lnTo>
                <a:lnTo>
                  <a:pt x="3183254" y="14659"/>
                </a:lnTo>
                <a:lnTo>
                  <a:pt x="2285298" y="14659"/>
                </a:lnTo>
                <a:close/>
                <a:moveTo>
                  <a:pt x="985097" y="1"/>
                </a:moveTo>
                <a:lnTo>
                  <a:pt x="1846470" y="1"/>
                </a:lnTo>
                <a:lnTo>
                  <a:pt x="1869376" y="14659"/>
                </a:lnTo>
                <a:lnTo>
                  <a:pt x="985097" y="14659"/>
                </a:lnTo>
                <a:close/>
                <a:moveTo>
                  <a:pt x="0" y="1"/>
                </a:moveTo>
                <a:lnTo>
                  <a:pt x="877145" y="1"/>
                </a:lnTo>
                <a:lnTo>
                  <a:pt x="877145" y="14659"/>
                </a:lnTo>
                <a:lnTo>
                  <a:pt x="0" y="14659"/>
                </a:lnTo>
                <a:close/>
                <a:moveTo>
                  <a:pt x="3702830" y="0"/>
                </a:moveTo>
                <a:lnTo>
                  <a:pt x="4262563" y="0"/>
                </a:lnTo>
                <a:lnTo>
                  <a:pt x="4284257" y="14658"/>
                </a:lnTo>
                <a:lnTo>
                  <a:pt x="3681132" y="14658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tIns="90000" bIns="90000" rtlCol="0" anchor="t" anchorCtr="0">
            <a:no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endParaRPr lang="en-GB" sz="1800" noProof="0" dirty="0">
              <a:solidFill>
                <a:schemeClr val="accent4"/>
              </a:solidFill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936B535C-84ED-4356-BD92-E71ADFD50832}"/>
              </a:ext>
            </a:extLst>
          </p:cNvPr>
          <p:cNvGrpSpPr/>
          <p:nvPr userDrawn="1"/>
        </p:nvGrpSpPr>
        <p:grpSpPr>
          <a:xfrm>
            <a:off x="374720" y="4899312"/>
            <a:ext cx="4919416" cy="122666"/>
            <a:chOff x="374719" y="4899311"/>
            <a:chExt cx="4919416" cy="122666"/>
          </a:xfrm>
        </p:grpSpPr>
        <p:sp>
          <p:nvSpPr>
            <p:cNvPr id="5" name="FRQ_Divider"/>
            <p:cNvSpPr/>
            <p:nvPr userDrawn="1"/>
          </p:nvSpPr>
          <p:spPr>
            <a:xfrm>
              <a:off x="4122794" y="4899311"/>
              <a:ext cx="105958" cy="108671"/>
            </a:xfrm>
            <a:prstGeom prst="rect">
              <a:avLst/>
            </a:prstGeom>
            <a:ln>
              <a:noFill/>
            </a:ln>
          </p:spPr>
          <p:txBody>
            <a:bodyPr wrap="none" lIns="0" tIns="0" rIns="0" bIns="0" anchor="ctr"/>
            <a:lstStyle/>
            <a:p>
              <a:pPr lvl="0" algn="ctr" defTabSz="457189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GB" sz="600" b="0" noProof="0" dirty="0">
                  <a:solidFill>
                    <a:schemeClr val="tx2">
                      <a:lumMod val="40000"/>
                      <a:lumOff val="60000"/>
                    </a:schemeClr>
                  </a:solidFill>
                  <a:cs typeface="Nirmala UI" panose="020B0502040204020203" pitchFamily="34" charset="0"/>
                </a:rPr>
                <a:t>|</a:t>
              </a:r>
            </a:p>
          </p:txBody>
        </p:sp>
        <p:sp>
          <p:nvSpPr>
            <p:cNvPr id="43" name="FRQ_Copyright"/>
            <p:cNvSpPr/>
            <p:nvPr userDrawn="1"/>
          </p:nvSpPr>
          <p:spPr>
            <a:xfrm>
              <a:off x="4239978" y="4913977"/>
              <a:ext cx="1054157" cy="108000"/>
            </a:xfrm>
            <a:prstGeom prst="rect">
              <a:avLst/>
            </a:prstGeom>
            <a:ln>
              <a:noFill/>
            </a:ln>
          </p:spPr>
          <p:txBody>
            <a:bodyPr wrap="none" lIns="0" tIns="0" rIns="0" bIns="0" anchor="ctr"/>
            <a:lstStyle/>
            <a:p>
              <a:pPr defTabSz="457189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GB" sz="600" b="0" noProof="0" dirty="0">
                  <a:solidFill>
                    <a:schemeClr val="tx2">
                      <a:lumMod val="40000"/>
                      <a:lumOff val="60000"/>
                    </a:schemeClr>
                  </a:solidFill>
                  <a:cs typeface="Nirmala UI" panose="020B0502040204020203" pitchFamily="34" charset="0"/>
                </a:rPr>
                <a:t>© Frequentis AG 2024</a:t>
              </a:r>
            </a:p>
          </p:txBody>
        </p:sp>
        <p:sp>
          <p:nvSpPr>
            <p:cNvPr id="44" name="FRQ_Classification"/>
            <p:cNvSpPr/>
            <p:nvPr/>
          </p:nvSpPr>
          <p:spPr>
            <a:xfrm>
              <a:off x="3239852" y="4913977"/>
              <a:ext cx="871716" cy="108000"/>
            </a:xfrm>
            <a:prstGeom prst="rect">
              <a:avLst/>
            </a:prstGeom>
            <a:ln>
              <a:noFill/>
            </a:ln>
          </p:spPr>
          <p:txBody>
            <a:bodyPr wrap="none" lIns="0" tIns="0" rIns="0" bIns="0" anchor="ctr"/>
            <a:lstStyle/>
            <a:p>
              <a:pPr algn="r" defTabSz="457189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GB" sz="600" b="0" noProof="0" dirty="0">
                  <a:solidFill>
                    <a:schemeClr val="tx2">
                      <a:lumMod val="40000"/>
                      <a:lumOff val="60000"/>
                    </a:schemeClr>
                  </a:solidFill>
                  <a:cs typeface="Nirmala UI" panose="020B0502040204020203" pitchFamily="34" charset="0"/>
                </a:rPr>
                <a:t>Frequentis General</a:t>
              </a:r>
            </a:p>
          </p:txBody>
        </p:sp>
        <p:sp>
          <p:nvSpPr>
            <p:cNvPr id="42" name="FRQ_Filename"/>
            <p:cNvSpPr txBox="1"/>
            <p:nvPr userDrawn="1"/>
          </p:nvSpPr>
          <p:spPr bwMode="ltGray">
            <a:xfrm>
              <a:off x="468064" y="4913306"/>
              <a:ext cx="1476887" cy="108671"/>
            </a:xfrm>
            <a:prstGeom prst="rect">
              <a:avLst/>
            </a:prstGeom>
            <a:ln>
              <a:noFill/>
            </a:ln>
          </p:spPr>
          <p:txBody>
            <a:bodyPr wrap="none" lIns="0" tIns="0" rIns="0" bIns="0" anchor="ctr"/>
            <a:lstStyle>
              <a:defPPr>
                <a:defRPr lang="en-US"/>
              </a:defPPr>
              <a:lvl1pPr lvl="0" defTabSz="457200" fontAlgn="base">
                <a:spcBef>
                  <a:spcPct val="0"/>
                </a:spcBef>
                <a:spcAft>
                  <a:spcPct val="0"/>
                </a:spcAft>
                <a:defRPr sz="800">
                  <a:solidFill>
                    <a:srgbClr val="9FA0A3"/>
                  </a:solidFill>
                  <a:cs typeface="Nirmala UI" panose="020B0502040204020203" pitchFamily="34" charset="0"/>
                </a:defRPr>
              </a:lvl1pPr>
            </a:lstStyle>
            <a:p>
              <a:pPr lvl="0"/>
              <a:r>
                <a:rPr lang="en-GB" sz="600" b="0" baseline="0" noProof="0" dirty="0">
                  <a:solidFill>
                    <a:schemeClr val="tx2">
                      <a:lumMod val="40000"/>
                      <a:lumOff val="60000"/>
                    </a:schemeClr>
                  </a:solidFill>
                </a:rPr>
                <a:t>Presentation title</a:t>
              </a:r>
              <a:endParaRPr lang="en-GB" sz="600" b="0" noProof="0" dirty="0">
                <a:solidFill>
                  <a:schemeClr val="tx2">
                    <a:lumMod val="40000"/>
                    <a:lumOff val="60000"/>
                  </a:schemeClr>
                </a:solidFill>
              </a:endParaRPr>
            </a:p>
          </p:txBody>
        </p:sp>
        <p:sp>
          <p:nvSpPr>
            <p:cNvPr id="94" name="FRQ_Divider">
              <a:extLst>
                <a:ext uri="{FF2B5EF4-FFF2-40B4-BE49-F238E27FC236}">
                  <a16:creationId xmlns:a16="http://schemas.microsoft.com/office/drawing/2014/main" id="{BF010216-3C47-425B-8944-73A4F3C329FC}"/>
                </a:ext>
              </a:extLst>
            </p:cNvPr>
            <p:cNvSpPr/>
            <p:nvPr userDrawn="1"/>
          </p:nvSpPr>
          <p:spPr>
            <a:xfrm>
              <a:off x="374719" y="4899311"/>
              <a:ext cx="105958" cy="108671"/>
            </a:xfrm>
            <a:prstGeom prst="rect">
              <a:avLst/>
            </a:prstGeom>
            <a:ln>
              <a:noFill/>
            </a:ln>
          </p:spPr>
          <p:txBody>
            <a:bodyPr wrap="none" lIns="0" tIns="0" rIns="0" bIns="0" anchor="ctr"/>
            <a:lstStyle/>
            <a:p>
              <a:pPr lvl="0" algn="ctr" defTabSz="457189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GB" sz="600" b="0" noProof="0" dirty="0">
                  <a:solidFill>
                    <a:schemeClr val="tx2">
                      <a:lumMod val="40000"/>
                      <a:lumOff val="60000"/>
                    </a:schemeClr>
                  </a:solidFill>
                  <a:cs typeface="Nirmala UI" panose="020B0502040204020203" pitchFamily="34" charset="0"/>
                </a:rPr>
                <a:t>|</a:t>
              </a:r>
            </a:p>
          </p:txBody>
        </p:sp>
        <p:sp>
          <p:nvSpPr>
            <p:cNvPr id="77" name="FRQ_Classification">
              <a:extLst>
                <a:ext uri="{FF2B5EF4-FFF2-40B4-BE49-F238E27FC236}">
                  <a16:creationId xmlns:a16="http://schemas.microsoft.com/office/drawing/2014/main" id="{9B0E9145-614A-4585-9A11-F5AF28ED094F}"/>
                </a:ext>
              </a:extLst>
            </p:cNvPr>
            <p:cNvSpPr/>
            <p:nvPr userDrawn="1"/>
          </p:nvSpPr>
          <p:spPr>
            <a:xfrm>
              <a:off x="2029235" y="4913977"/>
              <a:ext cx="958589" cy="108000"/>
            </a:xfrm>
            <a:prstGeom prst="rect">
              <a:avLst/>
            </a:prstGeom>
            <a:ln>
              <a:noFill/>
            </a:ln>
          </p:spPr>
          <p:txBody>
            <a:bodyPr wrap="none" lIns="0" tIns="0" rIns="0" bIns="0" anchor="ctr"/>
            <a:lstStyle/>
            <a:p>
              <a:pPr algn="l" defTabSz="457189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GB" sz="600" b="0" noProof="0" dirty="0">
                  <a:solidFill>
                    <a:schemeClr val="tx2">
                      <a:lumMod val="40000"/>
                      <a:lumOff val="60000"/>
                    </a:schemeClr>
                  </a:solidFill>
                  <a:cs typeface="Nirmala UI" panose="020B0502040204020203" pitchFamily="34" charset="0"/>
                </a:rPr>
                <a:t>&lt;by Presenter&gt;</a:t>
              </a:r>
            </a:p>
          </p:txBody>
        </p:sp>
      </p:grpSp>
      <p:grpSp>
        <p:nvGrpSpPr>
          <p:cNvPr id="126" name="Group 125">
            <a:extLst>
              <a:ext uri="{FF2B5EF4-FFF2-40B4-BE49-F238E27FC236}">
                <a16:creationId xmlns:a16="http://schemas.microsoft.com/office/drawing/2014/main" id="{BDE3ADEF-25D2-0AF7-B25D-545E67028ED2}"/>
              </a:ext>
            </a:extLst>
          </p:cNvPr>
          <p:cNvGrpSpPr/>
          <p:nvPr userDrawn="1"/>
        </p:nvGrpSpPr>
        <p:grpSpPr>
          <a:xfrm>
            <a:off x="5137855" y="5678508"/>
            <a:ext cx="432000" cy="406800"/>
            <a:chOff x="2645779" y="5192903"/>
            <a:chExt cx="432000" cy="406800"/>
          </a:xfrm>
        </p:grpSpPr>
        <p:sp useBgFill="1">
          <p:nvSpPr>
            <p:cNvPr id="127" name="Rechteck 72">
              <a:extLst>
                <a:ext uri="{FF2B5EF4-FFF2-40B4-BE49-F238E27FC236}">
                  <a16:creationId xmlns:a16="http://schemas.microsoft.com/office/drawing/2014/main" id="{19A9F244-E0AC-AE2D-B52B-918088106FF5}"/>
                </a:ext>
              </a:extLst>
            </p:cNvPr>
            <p:cNvSpPr/>
            <p:nvPr userDrawn="1"/>
          </p:nvSpPr>
          <p:spPr>
            <a:xfrm>
              <a:off x="2732847" y="5317295"/>
              <a:ext cx="264203" cy="250904"/>
            </a:xfrm>
            <a:prstGeom prst="rect">
              <a:avLst/>
            </a:prstGeom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89444" bIns="89444" rtlCol="0" anchor="ctr" anchorCtr="0"/>
            <a:lstStyle/>
            <a:p>
              <a:pPr algn="ctr">
                <a:lnSpc>
                  <a:spcPct val="90000"/>
                </a:lnSpc>
                <a:spcAft>
                  <a:spcPts val="592"/>
                </a:spcAft>
              </a:pPr>
              <a:endParaRPr lang="en-GB" sz="1382" noProof="0" dirty="0">
                <a:solidFill>
                  <a:schemeClr val="bg1"/>
                </a:solidFill>
              </a:endParaRPr>
            </a:p>
          </p:txBody>
        </p:sp>
        <p:grpSp>
          <p:nvGrpSpPr>
            <p:cNvPr id="128" name="Group 127">
              <a:extLst>
                <a:ext uri="{FF2B5EF4-FFF2-40B4-BE49-F238E27FC236}">
                  <a16:creationId xmlns:a16="http://schemas.microsoft.com/office/drawing/2014/main" id="{EA8B7F4F-D714-68A0-89D5-39F794643065}"/>
                </a:ext>
              </a:extLst>
            </p:cNvPr>
            <p:cNvGrpSpPr/>
            <p:nvPr userDrawn="1"/>
          </p:nvGrpSpPr>
          <p:grpSpPr>
            <a:xfrm>
              <a:off x="2816016" y="5367406"/>
              <a:ext cx="97862" cy="98175"/>
              <a:chOff x="2816016" y="5367406"/>
              <a:chExt cx="97862" cy="98175"/>
            </a:xfrm>
          </p:grpSpPr>
          <p:sp>
            <p:nvSpPr>
              <p:cNvPr id="130" name="Freeform: Shape 129">
                <a:hlinkClick r:id="" action="ppaction://hlinkshowjump?jump=nextslide"/>
                <a:extLst>
                  <a:ext uri="{FF2B5EF4-FFF2-40B4-BE49-F238E27FC236}">
                    <a16:creationId xmlns:a16="http://schemas.microsoft.com/office/drawing/2014/main" id="{AA13E480-85C0-1F5D-CFF0-A7F02EA8DC60}"/>
                  </a:ext>
                </a:extLst>
              </p:cNvPr>
              <p:cNvSpPr>
                <a:spLocks noChangeAspect="1"/>
              </p:cNvSpPr>
              <p:nvPr userDrawn="1"/>
            </p:nvSpPr>
            <p:spPr>
              <a:xfrm rot="5400000" flipH="1">
                <a:off x="2838225" y="5389928"/>
                <a:ext cx="53444" cy="97862"/>
              </a:xfrm>
              <a:custGeom>
                <a:avLst/>
                <a:gdLst>
                  <a:gd name="connsiteX0" fmla="*/ 53444 w 53444"/>
                  <a:gd name="connsiteY0" fmla="*/ 48931 h 97862"/>
                  <a:gd name="connsiteX1" fmla="*/ 15422 w 53444"/>
                  <a:gd name="connsiteY1" fmla="*/ 0 h 97862"/>
                  <a:gd name="connsiteX2" fmla="*/ 0 w 53444"/>
                  <a:gd name="connsiteY2" fmla="*/ 0 h 97862"/>
                  <a:gd name="connsiteX3" fmla="*/ 38022 w 53444"/>
                  <a:gd name="connsiteY3" fmla="*/ 48931 h 97862"/>
                  <a:gd name="connsiteX4" fmla="*/ 0 w 53444"/>
                  <a:gd name="connsiteY4" fmla="*/ 97862 h 97862"/>
                  <a:gd name="connsiteX5" fmla="*/ 15422 w 53444"/>
                  <a:gd name="connsiteY5" fmla="*/ 97862 h 978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3444" h="97862">
                    <a:moveTo>
                      <a:pt x="53444" y="48931"/>
                    </a:moveTo>
                    <a:lnTo>
                      <a:pt x="15422" y="0"/>
                    </a:lnTo>
                    <a:lnTo>
                      <a:pt x="0" y="0"/>
                    </a:lnTo>
                    <a:lnTo>
                      <a:pt x="38022" y="48931"/>
                    </a:lnTo>
                    <a:lnTo>
                      <a:pt x="0" y="97862"/>
                    </a:lnTo>
                    <a:lnTo>
                      <a:pt x="15422" y="97862"/>
                    </a:lnTo>
                    <a:close/>
                  </a:path>
                </a:pathLst>
              </a:custGeom>
              <a:solidFill>
                <a:schemeClr val="accent1">
                  <a:alpha val="30000"/>
                </a:scheme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71556" tIns="71556" rIns="71556" bIns="71556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defTabSz="903130">
                  <a:defRPr/>
                </a:pPr>
                <a:endParaRPr lang="en-GB" sz="1186" kern="0" noProof="0" dirty="0">
                  <a:solidFill>
                    <a:schemeClr val="bg1">
                      <a:alpha val="50000"/>
                    </a:schemeClr>
                  </a:solidFill>
                  <a:latin typeface="Arial Narrow" panose="020B0606020202030204" pitchFamily="34" charset="0"/>
                </a:endParaRPr>
              </a:p>
            </p:txBody>
          </p:sp>
          <p:sp>
            <p:nvSpPr>
              <p:cNvPr id="131" name="&lt; forward">
                <a:hlinkClick r:id="" action="ppaction://hlinkshowjump?jump=nextslide"/>
                <a:extLst>
                  <a:ext uri="{FF2B5EF4-FFF2-40B4-BE49-F238E27FC236}">
                    <a16:creationId xmlns:a16="http://schemas.microsoft.com/office/drawing/2014/main" id="{895776E6-77F6-9046-8429-F7802B202F08}"/>
                  </a:ext>
                </a:extLst>
              </p:cNvPr>
              <p:cNvSpPr>
                <a:spLocks/>
              </p:cNvSpPr>
              <p:nvPr userDrawn="1"/>
            </p:nvSpPr>
            <p:spPr>
              <a:xfrm rot="5400000" flipH="1">
                <a:off x="2843779" y="5367406"/>
                <a:ext cx="36000" cy="36000"/>
              </a:xfrm>
              <a:prstGeom prst="ellipse">
                <a:avLst/>
              </a:prstGeom>
              <a:solidFill>
                <a:schemeClr val="accent1">
                  <a:alpha val="30000"/>
                </a:scheme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71556" tIns="71556" rIns="71556" bIns="71556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defTabSz="903130">
                  <a:defRPr/>
                </a:pPr>
                <a:endParaRPr lang="en-GB" sz="1186" kern="0" noProof="0" dirty="0">
                  <a:solidFill>
                    <a:schemeClr val="bg1">
                      <a:alpha val="50000"/>
                    </a:schemeClr>
                  </a:solidFill>
                  <a:latin typeface="Arial Narrow" panose="020B0606020202030204" pitchFamily="34" charset="0"/>
                </a:endParaRPr>
              </a:p>
            </p:txBody>
          </p:sp>
        </p:grpSp>
        <p:sp>
          <p:nvSpPr>
            <p:cNvPr id="129" name="forward link">
              <a:extLst>
                <a:ext uri="{FF2B5EF4-FFF2-40B4-BE49-F238E27FC236}">
                  <a16:creationId xmlns:a16="http://schemas.microsoft.com/office/drawing/2014/main" id="{463FFD4C-BF1E-3396-1E61-316777D7E04A}"/>
                </a:ext>
              </a:extLst>
            </p:cNvPr>
            <p:cNvSpPr/>
            <p:nvPr userDrawn="1"/>
          </p:nvSpPr>
          <p:spPr>
            <a:xfrm>
              <a:off x="2645779" y="5192903"/>
              <a:ext cx="432000" cy="406800"/>
            </a:xfrm>
            <a:prstGeom prst="rect">
              <a:avLst/>
            </a:prstGeom>
            <a:solidFill>
              <a:srgbClr val="FFFF00">
                <a:alpha val="0"/>
              </a:srgbClr>
            </a:solidFill>
            <a:ln w="254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108000" tIns="72000" rIns="108000" bIns="216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indent="0" algn="ctr" fontAlgn="auto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r>
                <a:rPr kumimoji="0" lang="en-GB" sz="500" b="0" i="0" u="none" strike="noStrike" kern="0" cap="none" spc="0" normalizeH="0" baseline="0" noProof="0" dirty="0">
                  <a:ln>
                    <a:noFill/>
                  </a:ln>
                  <a:solidFill>
                    <a:schemeClr val="bg2">
                      <a:alpha val="30000"/>
                    </a:schemeClr>
                  </a:solidFill>
                  <a:effectLst/>
                  <a:uLnTx/>
                  <a:uFillTx/>
                  <a:latin typeface="Arial Narrow" panose="020B0606020202030204" pitchFamily="34" charset="0"/>
                </a:rPr>
                <a:t>hub</a:t>
              </a:r>
            </a:p>
          </p:txBody>
        </p:sp>
      </p:grpSp>
      <p:grpSp>
        <p:nvGrpSpPr>
          <p:cNvPr id="132" name="Group 131">
            <a:extLst>
              <a:ext uri="{FF2B5EF4-FFF2-40B4-BE49-F238E27FC236}">
                <a16:creationId xmlns:a16="http://schemas.microsoft.com/office/drawing/2014/main" id="{AB12341F-C58B-35B7-9F6C-95140ACBE1B2}"/>
              </a:ext>
            </a:extLst>
          </p:cNvPr>
          <p:cNvGrpSpPr/>
          <p:nvPr userDrawn="1"/>
        </p:nvGrpSpPr>
        <p:grpSpPr>
          <a:xfrm>
            <a:off x="7053016" y="5678508"/>
            <a:ext cx="432000" cy="406800"/>
            <a:chOff x="2650610" y="5192903"/>
            <a:chExt cx="432000" cy="406800"/>
          </a:xfrm>
        </p:grpSpPr>
        <p:sp useBgFill="1">
          <p:nvSpPr>
            <p:cNvPr id="133" name="Rechteck 72">
              <a:extLst>
                <a:ext uri="{FF2B5EF4-FFF2-40B4-BE49-F238E27FC236}">
                  <a16:creationId xmlns:a16="http://schemas.microsoft.com/office/drawing/2014/main" id="{D376703E-CB80-47AB-EE17-191BA5E5B0B7}"/>
                </a:ext>
              </a:extLst>
            </p:cNvPr>
            <p:cNvSpPr/>
            <p:nvPr userDrawn="1"/>
          </p:nvSpPr>
          <p:spPr>
            <a:xfrm>
              <a:off x="2732847" y="5317295"/>
              <a:ext cx="264203" cy="250904"/>
            </a:xfrm>
            <a:prstGeom prst="rect">
              <a:avLst/>
            </a:prstGeom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89444" bIns="89444" rtlCol="0" anchor="ctr" anchorCtr="0"/>
            <a:lstStyle/>
            <a:p>
              <a:pPr algn="ctr">
                <a:lnSpc>
                  <a:spcPct val="90000"/>
                </a:lnSpc>
                <a:spcAft>
                  <a:spcPts val="592"/>
                </a:spcAft>
              </a:pPr>
              <a:endParaRPr lang="en-GB" sz="1382" noProof="0" dirty="0">
                <a:solidFill>
                  <a:schemeClr val="bg1"/>
                </a:solidFill>
              </a:endParaRPr>
            </a:p>
          </p:txBody>
        </p:sp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339ED3D5-F06A-76B5-3C1F-AF5EC34F4645}"/>
                </a:ext>
              </a:extLst>
            </p:cNvPr>
            <p:cNvGrpSpPr/>
            <p:nvPr userDrawn="1"/>
          </p:nvGrpSpPr>
          <p:grpSpPr>
            <a:xfrm>
              <a:off x="2816016" y="5392672"/>
              <a:ext cx="99526" cy="72909"/>
              <a:chOff x="2816016" y="5392672"/>
              <a:chExt cx="99526" cy="72909"/>
            </a:xfrm>
          </p:grpSpPr>
          <p:sp>
            <p:nvSpPr>
              <p:cNvPr id="136" name="Freeform: Shape 135">
                <a:hlinkClick r:id="" action="ppaction://hlinkshowjump?jump=nextslide"/>
                <a:extLst>
                  <a:ext uri="{FF2B5EF4-FFF2-40B4-BE49-F238E27FC236}">
                    <a16:creationId xmlns:a16="http://schemas.microsoft.com/office/drawing/2014/main" id="{BB9892C2-4175-F717-EE4D-D7239B5863E1}"/>
                  </a:ext>
                </a:extLst>
              </p:cNvPr>
              <p:cNvSpPr>
                <a:spLocks noChangeAspect="1"/>
              </p:cNvSpPr>
              <p:nvPr userDrawn="1"/>
            </p:nvSpPr>
            <p:spPr>
              <a:xfrm rot="5400000" flipH="1">
                <a:off x="2838225" y="5389928"/>
                <a:ext cx="53444" cy="97862"/>
              </a:xfrm>
              <a:custGeom>
                <a:avLst/>
                <a:gdLst>
                  <a:gd name="connsiteX0" fmla="*/ 53444 w 53444"/>
                  <a:gd name="connsiteY0" fmla="*/ 48931 h 97862"/>
                  <a:gd name="connsiteX1" fmla="*/ 15422 w 53444"/>
                  <a:gd name="connsiteY1" fmla="*/ 0 h 97862"/>
                  <a:gd name="connsiteX2" fmla="*/ 0 w 53444"/>
                  <a:gd name="connsiteY2" fmla="*/ 0 h 97862"/>
                  <a:gd name="connsiteX3" fmla="*/ 38022 w 53444"/>
                  <a:gd name="connsiteY3" fmla="*/ 48931 h 97862"/>
                  <a:gd name="connsiteX4" fmla="*/ 0 w 53444"/>
                  <a:gd name="connsiteY4" fmla="*/ 97862 h 97862"/>
                  <a:gd name="connsiteX5" fmla="*/ 15422 w 53444"/>
                  <a:gd name="connsiteY5" fmla="*/ 97862 h 978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3444" h="97862">
                    <a:moveTo>
                      <a:pt x="53444" y="48931"/>
                    </a:moveTo>
                    <a:lnTo>
                      <a:pt x="15422" y="0"/>
                    </a:lnTo>
                    <a:lnTo>
                      <a:pt x="0" y="0"/>
                    </a:lnTo>
                    <a:lnTo>
                      <a:pt x="38022" y="48931"/>
                    </a:lnTo>
                    <a:lnTo>
                      <a:pt x="0" y="97862"/>
                    </a:lnTo>
                    <a:lnTo>
                      <a:pt x="15422" y="97862"/>
                    </a:lnTo>
                    <a:close/>
                  </a:path>
                </a:pathLst>
              </a:custGeom>
              <a:solidFill>
                <a:schemeClr val="accent1">
                  <a:alpha val="30000"/>
                </a:scheme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71556" tIns="71556" rIns="71556" bIns="71556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defTabSz="903130">
                  <a:defRPr/>
                </a:pPr>
                <a:endParaRPr lang="en-GB" sz="1186" kern="0" noProof="0" dirty="0">
                  <a:solidFill>
                    <a:schemeClr val="bg1">
                      <a:alpha val="50000"/>
                    </a:schemeClr>
                  </a:solidFill>
                  <a:latin typeface="Arial Narrow" panose="020B0606020202030204" pitchFamily="34" charset="0"/>
                </a:endParaRPr>
              </a:p>
            </p:txBody>
          </p:sp>
          <p:sp>
            <p:nvSpPr>
              <p:cNvPr id="137" name="&lt; forward">
                <a:hlinkClick r:id="" action="ppaction://hlinkshowjump?jump=nextslide"/>
                <a:extLst>
                  <a:ext uri="{FF2B5EF4-FFF2-40B4-BE49-F238E27FC236}">
                    <a16:creationId xmlns:a16="http://schemas.microsoft.com/office/drawing/2014/main" id="{49FC8A42-781B-AEBB-5E4F-3656FF9DDEDA}"/>
                  </a:ext>
                </a:extLst>
              </p:cNvPr>
              <p:cNvSpPr>
                <a:spLocks/>
              </p:cNvSpPr>
              <p:nvPr userDrawn="1"/>
            </p:nvSpPr>
            <p:spPr>
              <a:xfrm rot="5400000" flipH="1">
                <a:off x="2861244" y="5349108"/>
                <a:ext cx="10733" cy="97862"/>
              </a:xfrm>
              <a:prstGeom prst="rect">
                <a:avLst/>
              </a:prstGeom>
              <a:solidFill>
                <a:schemeClr val="accent1">
                  <a:alpha val="30000"/>
                </a:scheme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71556" tIns="71556" rIns="71556" bIns="71556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defTabSz="903130">
                  <a:defRPr/>
                </a:pPr>
                <a:endParaRPr lang="en-GB" sz="1186" kern="0" noProof="0" dirty="0">
                  <a:solidFill>
                    <a:schemeClr val="bg1">
                      <a:alpha val="50000"/>
                    </a:schemeClr>
                  </a:solidFill>
                  <a:latin typeface="Arial Narrow" panose="020B0606020202030204" pitchFamily="34" charset="0"/>
                </a:endParaRPr>
              </a:p>
            </p:txBody>
          </p:sp>
        </p:grpSp>
        <p:sp>
          <p:nvSpPr>
            <p:cNvPr id="135" name="forward link">
              <a:hlinkClick r:id="" action="ppaction://hlinkshowjump?jump=firstslide"/>
              <a:extLst>
                <a:ext uri="{FF2B5EF4-FFF2-40B4-BE49-F238E27FC236}">
                  <a16:creationId xmlns:a16="http://schemas.microsoft.com/office/drawing/2014/main" id="{906FCE3F-7F2C-4A9E-DA69-649007F7BC42}"/>
                </a:ext>
              </a:extLst>
            </p:cNvPr>
            <p:cNvSpPr/>
            <p:nvPr userDrawn="1"/>
          </p:nvSpPr>
          <p:spPr>
            <a:xfrm>
              <a:off x="2650610" y="5192903"/>
              <a:ext cx="432000" cy="406800"/>
            </a:xfrm>
            <a:prstGeom prst="rect">
              <a:avLst/>
            </a:prstGeom>
            <a:solidFill>
              <a:srgbClr val="FFFF00">
                <a:alpha val="0"/>
              </a:srgbClr>
            </a:solidFill>
            <a:ln w="254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108000" tIns="72000" rIns="108000" bIns="216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indent="0" algn="ctr" fontAlgn="auto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r>
                <a:rPr kumimoji="0" lang="en-GB" sz="500" b="0" i="0" u="none" strike="noStrike" kern="0" cap="none" spc="0" normalizeH="0" baseline="0" noProof="0" dirty="0">
                  <a:ln>
                    <a:noFill/>
                  </a:ln>
                  <a:solidFill>
                    <a:schemeClr val="bg2">
                      <a:alpha val="30000"/>
                    </a:schemeClr>
                  </a:solidFill>
                  <a:effectLst/>
                  <a:uLnTx/>
                  <a:uFillTx/>
                  <a:latin typeface="Arial Narrow" panose="020B0606020202030204" pitchFamily="34" charset="0"/>
                </a:rPr>
                <a:t>#1</a:t>
              </a:r>
            </a:p>
          </p:txBody>
        </p:sp>
      </p:grpSp>
      <p:sp>
        <p:nvSpPr>
          <p:cNvPr id="10" name="FRQ_Pagenumber">
            <a:extLst>
              <a:ext uri="{FF2B5EF4-FFF2-40B4-BE49-F238E27FC236}">
                <a16:creationId xmlns:a16="http://schemas.microsoft.com/office/drawing/2014/main" id="{A0491ED7-3447-7859-6592-B3948D246CA9}"/>
              </a:ext>
            </a:extLst>
          </p:cNvPr>
          <p:cNvSpPr txBox="1">
            <a:spLocks/>
          </p:cNvSpPr>
          <p:nvPr userDrawn="1"/>
        </p:nvSpPr>
        <p:spPr>
          <a:xfrm>
            <a:off x="107786" y="4906310"/>
            <a:ext cx="215742" cy="108671"/>
          </a:xfrm>
          <a:prstGeom prst="rect">
            <a:avLst/>
          </a:prstGeom>
        </p:spPr>
        <p:txBody>
          <a:bodyPr lIns="0" tIns="0" rIns="0" bIns="0" anchor="ctr"/>
          <a:lstStyle>
            <a:defPPr>
              <a:defRPr lang="en-US"/>
            </a:defPPr>
            <a:lvl1pPr algn="r" defTabSz="457200" fontAlgn="base">
              <a:spcBef>
                <a:spcPct val="0"/>
              </a:spcBef>
              <a:spcAft>
                <a:spcPct val="0"/>
              </a:spcAft>
              <a:defRPr sz="800">
                <a:solidFill>
                  <a:srgbClr val="9FA0A3"/>
                </a:solidFill>
              </a:defRPr>
            </a:lvl1pPr>
          </a:lstStyle>
          <a:p>
            <a:pPr lvl="0"/>
            <a:fld id="{55EBB533-47C6-499F-9475-A0F04D70EE7B}" type="slidenum">
              <a:rPr lang="en-GB" sz="600" b="0" noProof="0" smtClean="0">
                <a:solidFill>
                  <a:schemeClr val="tx2">
                    <a:lumMod val="40000"/>
                    <a:lumOff val="60000"/>
                  </a:schemeClr>
                </a:solidFill>
              </a:rPr>
              <a:t>‹#›</a:t>
            </a:fld>
            <a:endParaRPr lang="en-GB" sz="600" b="0" noProof="0" dirty="0">
              <a:solidFill>
                <a:schemeClr val="tx2">
                  <a:lumMod val="40000"/>
                  <a:lumOff val="60000"/>
                </a:schemeClr>
              </a:solidFill>
            </a:endParaRP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8AA4BD86-6E6C-0172-C789-1C3454C2A0D4}"/>
              </a:ext>
            </a:extLst>
          </p:cNvPr>
          <p:cNvGrpSpPr/>
          <p:nvPr userDrawn="1"/>
        </p:nvGrpSpPr>
        <p:grpSpPr>
          <a:xfrm>
            <a:off x="4233322" y="5206832"/>
            <a:ext cx="4910678" cy="405000"/>
            <a:chOff x="7232066" y="6947818"/>
            <a:chExt cx="6547570" cy="540000"/>
          </a:xfrm>
        </p:grpSpPr>
        <p:sp>
          <p:nvSpPr>
            <p:cNvPr id="22" name="&lt; back">
              <a:hlinkClick r:id="" action="ppaction://hlinkshowjump?jump=previousslide"/>
              <a:extLst>
                <a:ext uri="{FF2B5EF4-FFF2-40B4-BE49-F238E27FC236}">
                  <a16:creationId xmlns:a16="http://schemas.microsoft.com/office/drawing/2014/main" id="{38E678C2-47D6-4C44-6D94-0CE1A28D5BED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10086061" y="7124849"/>
              <a:ext cx="71421" cy="135423"/>
            </a:xfrm>
            <a:custGeom>
              <a:avLst/>
              <a:gdLst>
                <a:gd name="connsiteX0" fmla="*/ 65408 w 153292"/>
                <a:gd name="connsiteY0" fmla="*/ 0 h 161924"/>
                <a:gd name="connsiteX1" fmla="*/ 90769 w 153292"/>
                <a:gd name="connsiteY1" fmla="*/ 0 h 161924"/>
                <a:gd name="connsiteX2" fmla="*/ 153292 w 153292"/>
                <a:gd name="connsiteY2" fmla="*/ 80962 h 161924"/>
                <a:gd name="connsiteX3" fmla="*/ 90769 w 153292"/>
                <a:gd name="connsiteY3" fmla="*/ 161924 h 161924"/>
                <a:gd name="connsiteX4" fmla="*/ 65408 w 153292"/>
                <a:gd name="connsiteY4" fmla="*/ 161924 h 161924"/>
                <a:gd name="connsiteX5" fmla="*/ 127931 w 153292"/>
                <a:gd name="connsiteY5" fmla="*/ 80962 h 161924"/>
                <a:gd name="connsiteX6" fmla="*/ 0 w 153292"/>
                <a:gd name="connsiteY6" fmla="*/ 0 h 161924"/>
                <a:gd name="connsiteX7" fmla="*/ 25361 w 153292"/>
                <a:gd name="connsiteY7" fmla="*/ 0 h 161924"/>
                <a:gd name="connsiteX8" fmla="*/ 87884 w 153292"/>
                <a:gd name="connsiteY8" fmla="*/ 80962 h 161924"/>
                <a:gd name="connsiteX9" fmla="*/ 25361 w 153292"/>
                <a:gd name="connsiteY9" fmla="*/ 161924 h 161924"/>
                <a:gd name="connsiteX10" fmla="*/ 0 w 153292"/>
                <a:gd name="connsiteY10" fmla="*/ 161924 h 161924"/>
                <a:gd name="connsiteX11" fmla="*/ 62523 w 153292"/>
                <a:gd name="connsiteY11" fmla="*/ 80962 h 161924"/>
                <a:gd name="connsiteX0" fmla="*/ 65408 w 153292"/>
                <a:gd name="connsiteY0" fmla="*/ 0 h 161924"/>
                <a:gd name="connsiteX1" fmla="*/ 90769 w 153292"/>
                <a:gd name="connsiteY1" fmla="*/ 0 h 161924"/>
                <a:gd name="connsiteX2" fmla="*/ 153292 w 153292"/>
                <a:gd name="connsiteY2" fmla="*/ 80962 h 161924"/>
                <a:gd name="connsiteX3" fmla="*/ 65408 w 153292"/>
                <a:gd name="connsiteY3" fmla="*/ 161924 h 161924"/>
                <a:gd name="connsiteX4" fmla="*/ 127931 w 153292"/>
                <a:gd name="connsiteY4" fmla="*/ 80962 h 161924"/>
                <a:gd name="connsiteX5" fmla="*/ 65408 w 153292"/>
                <a:gd name="connsiteY5" fmla="*/ 0 h 161924"/>
                <a:gd name="connsiteX6" fmla="*/ 0 w 153292"/>
                <a:gd name="connsiteY6" fmla="*/ 0 h 161924"/>
                <a:gd name="connsiteX7" fmla="*/ 25361 w 153292"/>
                <a:gd name="connsiteY7" fmla="*/ 0 h 161924"/>
                <a:gd name="connsiteX8" fmla="*/ 87884 w 153292"/>
                <a:gd name="connsiteY8" fmla="*/ 80962 h 161924"/>
                <a:gd name="connsiteX9" fmla="*/ 25361 w 153292"/>
                <a:gd name="connsiteY9" fmla="*/ 161924 h 161924"/>
                <a:gd name="connsiteX10" fmla="*/ 0 w 153292"/>
                <a:gd name="connsiteY10" fmla="*/ 161924 h 161924"/>
                <a:gd name="connsiteX11" fmla="*/ 62523 w 153292"/>
                <a:gd name="connsiteY11" fmla="*/ 80962 h 161924"/>
                <a:gd name="connsiteX12" fmla="*/ 0 w 153292"/>
                <a:gd name="connsiteY12" fmla="*/ 0 h 161924"/>
                <a:gd name="connsiteX0" fmla="*/ 65408 w 153292"/>
                <a:gd name="connsiteY0" fmla="*/ 0 h 161924"/>
                <a:gd name="connsiteX1" fmla="*/ 90769 w 153292"/>
                <a:gd name="connsiteY1" fmla="*/ 0 h 161924"/>
                <a:gd name="connsiteX2" fmla="*/ 153292 w 153292"/>
                <a:gd name="connsiteY2" fmla="*/ 80962 h 161924"/>
                <a:gd name="connsiteX3" fmla="*/ 127931 w 153292"/>
                <a:gd name="connsiteY3" fmla="*/ 80962 h 161924"/>
                <a:gd name="connsiteX4" fmla="*/ 65408 w 153292"/>
                <a:gd name="connsiteY4" fmla="*/ 0 h 161924"/>
                <a:gd name="connsiteX5" fmla="*/ 0 w 153292"/>
                <a:gd name="connsiteY5" fmla="*/ 0 h 161924"/>
                <a:gd name="connsiteX6" fmla="*/ 25361 w 153292"/>
                <a:gd name="connsiteY6" fmla="*/ 0 h 161924"/>
                <a:gd name="connsiteX7" fmla="*/ 87884 w 153292"/>
                <a:gd name="connsiteY7" fmla="*/ 80962 h 161924"/>
                <a:gd name="connsiteX8" fmla="*/ 25361 w 153292"/>
                <a:gd name="connsiteY8" fmla="*/ 161924 h 161924"/>
                <a:gd name="connsiteX9" fmla="*/ 0 w 153292"/>
                <a:gd name="connsiteY9" fmla="*/ 161924 h 161924"/>
                <a:gd name="connsiteX10" fmla="*/ 62523 w 153292"/>
                <a:gd name="connsiteY10" fmla="*/ 80962 h 161924"/>
                <a:gd name="connsiteX11" fmla="*/ 0 w 153292"/>
                <a:gd name="connsiteY11" fmla="*/ 0 h 161924"/>
                <a:gd name="connsiteX0" fmla="*/ 65408 w 153292"/>
                <a:gd name="connsiteY0" fmla="*/ 0 h 161924"/>
                <a:gd name="connsiteX1" fmla="*/ 90769 w 153292"/>
                <a:gd name="connsiteY1" fmla="*/ 0 h 161924"/>
                <a:gd name="connsiteX2" fmla="*/ 153292 w 153292"/>
                <a:gd name="connsiteY2" fmla="*/ 80962 h 161924"/>
                <a:gd name="connsiteX3" fmla="*/ 65408 w 153292"/>
                <a:gd name="connsiteY3" fmla="*/ 0 h 161924"/>
                <a:gd name="connsiteX4" fmla="*/ 0 w 153292"/>
                <a:gd name="connsiteY4" fmla="*/ 0 h 161924"/>
                <a:gd name="connsiteX5" fmla="*/ 25361 w 153292"/>
                <a:gd name="connsiteY5" fmla="*/ 0 h 161924"/>
                <a:gd name="connsiteX6" fmla="*/ 87884 w 153292"/>
                <a:gd name="connsiteY6" fmla="*/ 80962 h 161924"/>
                <a:gd name="connsiteX7" fmla="*/ 25361 w 153292"/>
                <a:gd name="connsiteY7" fmla="*/ 161924 h 161924"/>
                <a:gd name="connsiteX8" fmla="*/ 0 w 153292"/>
                <a:gd name="connsiteY8" fmla="*/ 161924 h 161924"/>
                <a:gd name="connsiteX9" fmla="*/ 62523 w 153292"/>
                <a:gd name="connsiteY9" fmla="*/ 80962 h 161924"/>
                <a:gd name="connsiteX10" fmla="*/ 0 w 153292"/>
                <a:gd name="connsiteY10" fmla="*/ 0 h 161924"/>
                <a:gd name="connsiteX0" fmla="*/ 65408 w 90769"/>
                <a:gd name="connsiteY0" fmla="*/ 0 h 161924"/>
                <a:gd name="connsiteX1" fmla="*/ 90769 w 90769"/>
                <a:gd name="connsiteY1" fmla="*/ 0 h 161924"/>
                <a:gd name="connsiteX2" fmla="*/ 65408 w 90769"/>
                <a:gd name="connsiteY2" fmla="*/ 0 h 161924"/>
                <a:gd name="connsiteX3" fmla="*/ 0 w 90769"/>
                <a:gd name="connsiteY3" fmla="*/ 0 h 161924"/>
                <a:gd name="connsiteX4" fmla="*/ 25361 w 90769"/>
                <a:gd name="connsiteY4" fmla="*/ 0 h 161924"/>
                <a:gd name="connsiteX5" fmla="*/ 87884 w 90769"/>
                <a:gd name="connsiteY5" fmla="*/ 80962 h 161924"/>
                <a:gd name="connsiteX6" fmla="*/ 25361 w 90769"/>
                <a:gd name="connsiteY6" fmla="*/ 161924 h 161924"/>
                <a:gd name="connsiteX7" fmla="*/ 0 w 90769"/>
                <a:gd name="connsiteY7" fmla="*/ 161924 h 161924"/>
                <a:gd name="connsiteX8" fmla="*/ 62523 w 90769"/>
                <a:gd name="connsiteY8" fmla="*/ 80962 h 161924"/>
                <a:gd name="connsiteX9" fmla="*/ 0 w 90769"/>
                <a:gd name="connsiteY9" fmla="*/ 0 h 161924"/>
                <a:gd name="connsiteX0" fmla="*/ 0 w 87883"/>
                <a:gd name="connsiteY0" fmla="*/ 0 h 161924"/>
                <a:gd name="connsiteX1" fmla="*/ 25361 w 87883"/>
                <a:gd name="connsiteY1" fmla="*/ 0 h 161924"/>
                <a:gd name="connsiteX2" fmla="*/ 87884 w 87883"/>
                <a:gd name="connsiteY2" fmla="*/ 80962 h 161924"/>
                <a:gd name="connsiteX3" fmla="*/ 25361 w 87883"/>
                <a:gd name="connsiteY3" fmla="*/ 161924 h 161924"/>
                <a:gd name="connsiteX4" fmla="*/ 0 w 87883"/>
                <a:gd name="connsiteY4" fmla="*/ 161924 h 161924"/>
                <a:gd name="connsiteX5" fmla="*/ 62523 w 87883"/>
                <a:gd name="connsiteY5" fmla="*/ 80962 h 161924"/>
                <a:gd name="connsiteX6" fmla="*/ 0 w 87883"/>
                <a:gd name="connsiteY6" fmla="*/ 0 h 161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7883" h="161924">
                  <a:moveTo>
                    <a:pt x="0" y="0"/>
                  </a:moveTo>
                  <a:lnTo>
                    <a:pt x="25361" y="0"/>
                  </a:lnTo>
                  <a:lnTo>
                    <a:pt x="87884" y="80962"/>
                  </a:lnTo>
                  <a:lnTo>
                    <a:pt x="25361" y="161924"/>
                  </a:lnTo>
                  <a:lnTo>
                    <a:pt x="0" y="161924"/>
                  </a:lnTo>
                  <a:lnTo>
                    <a:pt x="62523" y="809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72000" tIns="72000" rIns="72000" bIns="72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37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200" b="0" i="0" u="none" strike="noStrike" kern="0" cap="none" spc="0" normalizeH="0" baseline="0" noProof="0" dirty="0">
                <a:ln>
                  <a:noFill/>
                </a:ln>
                <a:solidFill>
                  <a:schemeClr val="tx2">
                    <a:alpha val="20000"/>
                  </a:schemeClr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endParaRPr>
            </a:p>
          </p:txBody>
        </p: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3B01F1C-1C41-4495-8B1B-E97C11EA7F60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8646483" y="7082282"/>
              <a:ext cx="0" cy="216000"/>
            </a:xfrm>
            <a:prstGeom prst="line">
              <a:avLst/>
            </a:prstGeom>
            <a:ln w="6350" cap="sq" cmpd="sng">
              <a:solidFill>
                <a:srgbClr val="DCE1E4">
                  <a:alpha val="60000"/>
                </a:srgbClr>
              </a:solidFill>
              <a:miter lim="800000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8CADB52E-F6B3-32D0-ECA0-2661A6000BB8}"/>
                </a:ext>
              </a:extLst>
            </p:cNvPr>
            <p:cNvGrpSpPr/>
            <p:nvPr userDrawn="1"/>
          </p:nvGrpSpPr>
          <p:grpSpPr>
            <a:xfrm>
              <a:off x="9223531" y="7124849"/>
              <a:ext cx="105657" cy="135423"/>
              <a:chOff x="9223531" y="7167416"/>
              <a:chExt cx="105657" cy="135423"/>
            </a:xfrm>
          </p:grpSpPr>
          <p:sp>
            <p:nvSpPr>
              <p:cNvPr id="32" name="Freihandform: Form 97">
                <a:hlinkClick r:id="" action="ppaction://hlinkshowjump?jump=lastslideviewed"/>
                <a:extLst>
                  <a:ext uri="{FF2B5EF4-FFF2-40B4-BE49-F238E27FC236}">
                    <a16:creationId xmlns:a16="http://schemas.microsoft.com/office/drawing/2014/main" id="{2C9CB27C-6C1A-77B6-5F2D-CA7E578C4A6B}"/>
                  </a:ext>
                </a:extLst>
              </p:cNvPr>
              <p:cNvSpPr>
                <a:spLocks noChangeAspect="1"/>
              </p:cNvSpPr>
              <p:nvPr userDrawn="1"/>
            </p:nvSpPr>
            <p:spPr>
              <a:xfrm flipH="1">
                <a:off x="9257767" y="7167416"/>
                <a:ext cx="71421" cy="135423"/>
              </a:xfrm>
              <a:custGeom>
                <a:avLst/>
                <a:gdLst>
                  <a:gd name="connsiteX0" fmla="*/ 23824 w 82557"/>
                  <a:gd name="connsiteY0" fmla="*/ 0 h 152109"/>
                  <a:gd name="connsiteX1" fmla="*/ 0 w 82557"/>
                  <a:gd name="connsiteY1" fmla="*/ 0 h 152109"/>
                  <a:gd name="connsiteX2" fmla="*/ 58734 w 82557"/>
                  <a:gd name="connsiteY2" fmla="*/ 76055 h 152109"/>
                  <a:gd name="connsiteX3" fmla="*/ 0 w 82557"/>
                  <a:gd name="connsiteY3" fmla="*/ 152109 h 152109"/>
                  <a:gd name="connsiteX4" fmla="*/ 23824 w 82557"/>
                  <a:gd name="connsiteY4" fmla="*/ 152109 h 152109"/>
                  <a:gd name="connsiteX5" fmla="*/ 82557 w 82557"/>
                  <a:gd name="connsiteY5" fmla="*/ 76055 h 152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557" h="152109">
                    <a:moveTo>
                      <a:pt x="23824" y="0"/>
                    </a:moveTo>
                    <a:lnTo>
                      <a:pt x="0" y="0"/>
                    </a:lnTo>
                    <a:lnTo>
                      <a:pt x="58734" y="76055"/>
                    </a:lnTo>
                    <a:lnTo>
                      <a:pt x="0" y="152109"/>
                    </a:lnTo>
                    <a:lnTo>
                      <a:pt x="23824" y="152109"/>
                    </a:lnTo>
                    <a:lnTo>
                      <a:pt x="82557" y="76055"/>
                    </a:lnTo>
                    <a:close/>
                  </a:path>
                </a:pathLst>
              </a:custGeom>
              <a:solidFill>
                <a:schemeClr val="tx2">
                  <a:alpha val="2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none" lIns="72000" tIns="72000" rIns="72000" bIns="72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defTabSz="91437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alpha val="20000"/>
                    </a:schemeClr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3" name="Freihandform: Form 97">
                <a:hlinkClick r:id="" action="ppaction://hlinkshowjump?jump=lastslideviewed"/>
                <a:extLst>
                  <a:ext uri="{FF2B5EF4-FFF2-40B4-BE49-F238E27FC236}">
                    <a16:creationId xmlns:a16="http://schemas.microsoft.com/office/drawing/2014/main" id="{5D154D7B-85BD-5668-8F46-69B4CABD3F08}"/>
                  </a:ext>
                </a:extLst>
              </p:cNvPr>
              <p:cNvSpPr>
                <a:spLocks/>
              </p:cNvSpPr>
              <p:nvPr userDrawn="1"/>
            </p:nvSpPr>
            <p:spPr>
              <a:xfrm flipH="1">
                <a:off x="9223531" y="7167416"/>
                <a:ext cx="18000" cy="135423"/>
              </a:xfrm>
              <a:prstGeom prst="rect">
                <a:avLst/>
              </a:prstGeom>
              <a:solidFill>
                <a:schemeClr val="tx2">
                  <a:alpha val="2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none" lIns="72000" tIns="72000" rIns="72000" bIns="72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defTabSz="91437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alpha val="20000"/>
                    </a:schemeClr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  <p:sp>
          <p:nvSpPr>
            <p:cNvPr id="25" name="&lt; back">
              <a:hlinkClick r:id="" action="ppaction://hlinkshowjump?jump=previousslide"/>
              <a:extLst>
                <a:ext uri="{FF2B5EF4-FFF2-40B4-BE49-F238E27FC236}">
                  <a16:creationId xmlns:a16="http://schemas.microsoft.com/office/drawing/2014/main" id="{154F541A-4073-1D56-0C7B-D5DDABD4BEC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10912243" y="7124849"/>
              <a:ext cx="71421" cy="135423"/>
            </a:xfrm>
            <a:custGeom>
              <a:avLst/>
              <a:gdLst>
                <a:gd name="connsiteX0" fmla="*/ 65408 w 153292"/>
                <a:gd name="connsiteY0" fmla="*/ 0 h 161924"/>
                <a:gd name="connsiteX1" fmla="*/ 90769 w 153292"/>
                <a:gd name="connsiteY1" fmla="*/ 0 h 161924"/>
                <a:gd name="connsiteX2" fmla="*/ 153292 w 153292"/>
                <a:gd name="connsiteY2" fmla="*/ 80962 h 161924"/>
                <a:gd name="connsiteX3" fmla="*/ 90769 w 153292"/>
                <a:gd name="connsiteY3" fmla="*/ 161924 h 161924"/>
                <a:gd name="connsiteX4" fmla="*/ 65408 w 153292"/>
                <a:gd name="connsiteY4" fmla="*/ 161924 h 161924"/>
                <a:gd name="connsiteX5" fmla="*/ 127931 w 153292"/>
                <a:gd name="connsiteY5" fmla="*/ 80962 h 161924"/>
                <a:gd name="connsiteX6" fmla="*/ 0 w 153292"/>
                <a:gd name="connsiteY6" fmla="*/ 0 h 161924"/>
                <a:gd name="connsiteX7" fmla="*/ 25361 w 153292"/>
                <a:gd name="connsiteY7" fmla="*/ 0 h 161924"/>
                <a:gd name="connsiteX8" fmla="*/ 87884 w 153292"/>
                <a:gd name="connsiteY8" fmla="*/ 80962 h 161924"/>
                <a:gd name="connsiteX9" fmla="*/ 25361 w 153292"/>
                <a:gd name="connsiteY9" fmla="*/ 161924 h 161924"/>
                <a:gd name="connsiteX10" fmla="*/ 0 w 153292"/>
                <a:gd name="connsiteY10" fmla="*/ 161924 h 161924"/>
                <a:gd name="connsiteX11" fmla="*/ 62523 w 153292"/>
                <a:gd name="connsiteY11" fmla="*/ 80962 h 161924"/>
                <a:gd name="connsiteX0" fmla="*/ 65408 w 153292"/>
                <a:gd name="connsiteY0" fmla="*/ 0 h 161924"/>
                <a:gd name="connsiteX1" fmla="*/ 90769 w 153292"/>
                <a:gd name="connsiteY1" fmla="*/ 0 h 161924"/>
                <a:gd name="connsiteX2" fmla="*/ 153292 w 153292"/>
                <a:gd name="connsiteY2" fmla="*/ 80962 h 161924"/>
                <a:gd name="connsiteX3" fmla="*/ 65408 w 153292"/>
                <a:gd name="connsiteY3" fmla="*/ 161924 h 161924"/>
                <a:gd name="connsiteX4" fmla="*/ 127931 w 153292"/>
                <a:gd name="connsiteY4" fmla="*/ 80962 h 161924"/>
                <a:gd name="connsiteX5" fmla="*/ 65408 w 153292"/>
                <a:gd name="connsiteY5" fmla="*/ 0 h 161924"/>
                <a:gd name="connsiteX6" fmla="*/ 0 w 153292"/>
                <a:gd name="connsiteY6" fmla="*/ 0 h 161924"/>
                <a:gd name="connsiteX7" fmla="*/ 25361 w 153292"/>
                <a:gd name="connsiteY7" fmla="*/ 0 h 161924"/>
                <a:gd name="connsiteX8" fmla="*/ 87884 w 153292"/>
                <a:gd name="connsiteY8" fmla="*/ 80962 h 161924"/>
                <a:gd name="connsiteX9" fmla="*/ 25361 w 153292"/>
                <a:gd name="connsiteY9" fmla="*/ 161924 h 161924"/>
                <a:gd name="connsiteX10" fmla="*/ 0 w 153292"/>
                <a:gd name="connsiteY10" fmla="*/ 161924 h 161924"/>
                <a:gd name="connsiteX11" fmla="*/ 62523 w 153292"/>
                <a:gd name="connsiteY11" fmla="*/ 80962 h 161924"/>
                <a:gd name="connsiteX12" fmla="*/ 0 w 153292"/>
                <a:gd name="connsiteY12" fmla="*/ 0 h 161924"/>
                <a:gd name="connsiteX0" fmla="*/ 65408 w 153292"/>
                <a:gd name="connsiteY0" fmla="*/ 0 h 161924"/>
                <a:gd name="connsiteX1" fmla="*/ 90769 w 153292"/>
                <a:gd name="connsiteY1" fmla="*/ 0 h 161924"/>
                <a:gd name="connsiteX2" fmla="*/ 153292 w 153292"/>
                <a:gd name="connsiteY2" fmla="*/ 80962 h 161924"/>
                <a:gd name="connsiteX3" fmla="*/ 127931 w 153292"/>
                <a:gd name="connsiteY3" fmla="*/ 80962 h 161924"/>
                <a:gd name="connsiteX4" fmla="*/ 65408 w 153292"/>
                <a:gd name="connsiteY4" fmla="*/ 0 h 161924"/>
                <a:gd name="connsiteX5" fmla="*/ 0 w 153292"/>
                <a:gd name="connsiteY5" fmla="*/ 0 h 161924"/>
                <a:gd name="connsiteX6" fmla="*/ 25361 w 153292"/>
                <a:gd name="connsiteY6" fmla="*/ 0 h 161924"/>
                <a:gd name="connsiteX7" fmla="*/ 87884 w 153292"/>
                <a:gd name="connsiteY7" fmla="*/ 80962 h 161924"/>
                <a:gd name="connsiteX8" fmla="*/ 25361 w 153292"/>
                <a:gd name="connsiteY8" fmla="*/ 161924 h 161924"/>
                <a:gd name="connsiteX9" fmla="*/ 0 w 153292"/>
                <a:gd name="connsiteY9" fmla="*/ 161924 h 161924"/>
                <a:gd name="connsiteX10" fmla="*/ 62523 w 153292"/>
                <a:gd name="connsiteY10" fmla="*/ 80962 h 161924"/>
                <a:gd name="connsiteX11" fmla="*/ 0 w 153292"/>
                <a:gd name="connsiteY11" fmla="*/ 0 h 161924"/>
                <a:gd name="connsiteX0" fmla="*/ 65408 w 153292"/>
                <a:gd name="connsiteY0" fmla="*/ 0 h 161924"/>
                <a:gd name="connsiteX1" fmla="*/ 90769 w 153292"/>
                <a:gd name="connsiteY1" fmla="*/ 0 h 161924"/>
                <a:gd name="connsiteX2" fmla="*/ 153292 w 153292"/>
                <a:gd name="connsiteY2" fmla="*/ 80962 h 161924"/>
                <a:gd name="connsiteX3" fmla="*/ 65408 w 153292"/>
                <a:gd name="connsiteY3" fmla="*/ 0 h 161924"/>
                <a:gd name="connsiteX4" fmla="*/ 0 w 153292"/>
                <a:gd name="connsiteY4" fmla="*/ 0 h 161924"/>
                <a:gd name="connsiteX5" fmla="*/ 25361 w 153292"/>
                <a:gd name="connsiteY5" fmla="*/ 0 h 161924"/>
                <a:gd name="connsiteX6" fmla="*/ 87884 w 153292"/>
                <a:gd name="connsiteY6" fmla="*/ 80962 h 161924"/>
                <a:gd name="connsiteX7" fmla="*/ 25361 w 153292"/>
                <a:gd name="connsiteY7" fmla="*/ 161924 h 161924"/>
                <a:gd name="connsiteX8" fmla="*/ 0 w 153292"/>
                <a:gd name="connsiteY8" fmla="*/ 161924 h 161924"/>
                <a:gd name="connsiteX9" fmla="*/ 62523 w 153292"/>
                <a:gd name="connsiteY9" fmla="*/ 80962 h 161924"/>
                <a:gd name="connsiteX10" fmla="*/ 0 w 153292"/>
                <a:gd name="connsiteY10" fmla="*/ 0 h 161924"/>
                <a:gd name="connsiteX0" fmla="*/ 65408 w 90769"/>
                <a:gd name="connsiteY0" fmla="*/ 0 h 161924"/>
                <a:gd name="connsiteX1" fmla="*/ 90769 w 90769"/>
                <a:gd name="connsiteY1" fmla="*/ 0 h 161924"/>
                <a:gd name="connsiteX2" fmla="*/ 65408 w 90769"/>
                <a:gd name="connsiteY2" fmla="*/ 0 h 161924"/>
                <a:gd name="connsiteX3" fmla="*/ 0 w 90769"/>
                <a:gd name="connsiteY3" fmla="*/ 0 h 161924"/>
                <a:gd name="connsiteX4" fmla="*/ 25361 w 90769"/>
                <a:gd name="connsiteY4" fmla="*/ 0 h 161924"/>
                <a:gd name="connsiteX5" fmla="*/ 87884 w 90769"/>
                <a:gd name="connsiteY5" fmla="*/ 80962 h 161924"/>
                <a:gd name="connsiteX6" fmla="*/ 25361 w 90769"/>
                <a:gd name="connsiteY6" fmla="*/ 161924 h 161924"/>
                <a:gd name="connsiteX7" fmla="*/ 0 w 90769"/>
                <a:gd name="connsiteY7" fmla="*/ 161924 h 161924"/>
                <a:gd name="connsiteX8" fmla="*/ 62523 w 90769"/>
                <a:gd name="connsiteY8" fmla="*/ 80962 h 161924"/>
                <a:gd name="connsiteX9" fmla="*/ 0 w 90769"/>
                <a:gd name="connsiteY9" fmla="*/ 0 h 161924"/>
                <a:gd name="connsiteX0" fmla="*/ 0 w 87883"/>
                <a:gd name="connsiteY0" fmla="*/ 0 h 161924"/>
                <a:gd name="connsiteX1" fmla="*/ 25361 w 87883"/>
                <a:gd name="connsiteY1" fmla="*/ 0 h 161924"/>
                <a:gd name="connsiteX2" fmla="*/ 87884 w 87883"/>
                <a:gd name="connsiteY2" fmla="*/ 80962 h 161924"/>
                <a:gd name="connsiteX3" fmla="*/ 25361 w 87883"/>
                <a:gd name="connsiteY3" fmla="*/ 161924 h 161924"/>
                <a:gd name="connsiteX4" fmla="*/ 0 w 87883"/>
                <a:gd name="connsiteY4" fmla="*/ 161924 h 161924"/>
                <a:gd name="connsiteX5" fmla="*/ 62523 w 87883"/>
                <a:gd name="connsiteY5" fmla="*/ 80962 h 161924"/>
                <a:gd name="connsiteX6" fmla="*/ 0 w 87883"/>
                <a:gd name="connsiteY6" fmla="*/ 0 h 161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7883" h="161924">
                  <a:moveTo>
                    <a:pt x="0" y="0"/>
                  </a:moveTo>
                  <a:lnTo>
                    <a:pt x="25361" y="0"/>
                  </a:lnTo>
                  <a:lnTo>
                    <a:pt x="87884" y="80962"/>
                  </a:lnTo>
                  <a:lnTo>
                    <a:pt x="25361" y="161924"/>
                  </a:lnTo>
                  <a:lnTo>
                    <a:pt x="0" y="161924"/>
                  </a:lnTo>
                  <a:lnTo>
                    <a:pt x="62523" y="809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72000" tIns="72000" rIns="72000" bIns="72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37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200" b="0" i="0" u="none" strike="noStrike" kern="0" cap="none" spc="0" normalizeH="0" baseline="0" noProof="0" dirty="0">
                <a:ln>
                  <a:noFill/>
                </a:ln>
                <a:solidFill>
                  <a:schemeClr val="tx2">
                    <a:alpha val="20000"/>
                  </a:schemeClr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endParaRPr>
            </a:p>
          </p:txBody>
        </p:sp>
        <p:sp>
          <p:nvSpPr>
            <p:cNvPr id="26" name="&lt; back">
              <a:hlinkClick r:id="" action="ppaction://hlinkshowjump?jump=previousslide"/>
              <a:extLst>
                <a:ext uri="{FF2B5EF4-FFF2-40B4-BE49-F238E27FC236}">
                  <a16:creationId xmlns:a16="http://schemas.microsoft.com/office/drawing/2014/main" id="{88F689E3-AC58-0FB1-35EF-B3CD436E1FB5}"/>
                </a:ext>
              </a:extLst>
            </p:cNvPr>
            <p:cNvSpPr>
              <a:spLocks noChangeAspect="1"/>
            </p:cNvSpPr>
            <p:nvPr userDrawn="1"/>
          </p:nvSpPr>
          <p:spPr>
            <a:xfrm rot="16200000">
              <a:off x="13460314" y="7124849"/>
              <a:ext cx="71421" cy="135423"/>
            </a:xfrm>
            <a:custGeom>
              <a:avLst/>
              <a:gdLst>
                <a:gd name="connsiteX0" fmla="*/ 65408 w 153292"/>
                <a:gd name="connsiteY0" fmla="*/ 0 h 161924"/>
                <a:gd name="connsiteX1" fmla="*/ 90769 w 153292"/>
                <a:gd name="connsiteY1" fmla="*/ 0 h 161924"/>
                <a:gd name="connsiteX2" fmla="*/ 153292 w 153292"/>
                <a:gd name="connsiteY2" fmla="*/ 80962 h 161924"/>
                <a:gd name="connsiteX3" fmla="*/ 90769 w 153292"/>
                <a:gd name="connsiteY3" fmla="*/ 161924 h 161924"/>
                <a:gd name="connsiteX4" fmla="*/ 65408 w 153292"/>
                <a:gd name="connsiteY4" fmla="*/ 161924 h 161924"/>
                <a:gd name="connsiteX5" fmla="*/ 127931 w 153292"/>
                <a:gd name="connsiteY5" fmla="*/ 80962 h 161924"/>
                <a:gd name="connsiteX6" fmla="*/ 0 w 153292"/>
                <a:gd name="connsiteY6" fmla="*/ 0 h 161924"/>
                <a:gd name="connsiteX7" fmla="*/ 25361 w 153292"/>
                <a:gd name="connsiteY7" fmla="*/ 0 h 161924"/>
                <a:gd name="connsiteX8" fmla="*/ 87884 w 153292"/>
                <a:gd name="connsiteY8" fmla="*/ 80962 h 161924"/>
                <a:gd name="connsiteX9" fmla="*/ 25361 w 153292"/>
                <a:gd name="connsiteY9" fmla="*/ 161924 h 161924"/>
                <a:gd name="connsiteX10" fmla="*/ 0 w 153292"/>
                <a:gd name="connsiteY10" fmla="*/ 161924 h 161924"/>
                <a:gd name="connsiteX11" fmla="*/ 62523 w 153292"/>
                <a:gd name="connsiteY11" fmla="*/ 80962 h 161924"/>
                <a:gd name="connsiteX0" fmla="*/ 65408 w 153292"/>
                <a:gd name="connsiteY0" fmla="*/ 0 h 161924"/>
                <a:gd name="connsiteX1" fmla="*/ 90769 w 153292"/>
                <a:gd name="connsiteY1" fmla="*/ 0 h 161924"/>
                <a:gd name="connsiteX2" fmla="*/ 153292 w 153292"/>
                <a:gd name="connsiteY2" fmla="*/ 80962 h 161924"/>
                <a:gd name="connsiteX3" fmla="*/ 65408 w 153292"/>
                <a:gd name="connsiteY3" fmla="*/ 161924 h 161924"/>
                <a:gd name="connsiteX4" fmla="*/ 127931 w 153292"/>
                <a:gd name="connsiteY4" fmla="*/ 80962 h 161924"/>
                <a:gd name="connsiteX5" fmla="*/ 65408 w 153292"/>
                <a:gd name="connsiteY5" fmla="*/ 0 h 161924"/>
                <a:gd name="connsiteX6" fmla="*/ 0 w 153292"/>
                <a:gd name="connsiteY6" fmla="*/ 0 h 161924"/>
                <a:gd name="connsiteX7" fmla="*/ 25361 w 153292"/>
                <a:gd name="connsiteY7" fmla="*/ 0 h 161924"/>
                <a:gd name="connsiteX8" fmla="*/ 87884 w 153292"/>
                <a:gd name="connsiteY8" fmla="*/ 80962 h 161924"/>
                <a:gd name="connsiteX9" fmla="*/ 25361 w 153292"/>
                <a:gd name="connsiteY9" fmla="*/ 161924 h 161924"/>
                <a:gd name="connsiteX10" fmla="*/ 0 w 153292"/>
                <a:gd name="connsiteY10" fmla="*/ 161924 h 161924"/>
                <a:gd name="connsiteX11" fmla="*/ 62523 w 153292"/>
                <a:gd name="connsiteY11" fmla="*/ 80962 h 161924"/>
                <a:gd name="connsiteX12" fmla="*/ 0 w 153292"/>
                <a:gd name="connsiteY12" fmla="*/ 0 h 161924"/>
                <a:gd name="connsiteX0" fmla="*/ 65408 w 153292"/>
                <a:gd name="connsiteY0" fmla="*/ 0 h 161924"/>
                <a:gd name="connsiteX1" fmla="*/ 90769 w 153292"/>
                <a:gd name="connsiteY1" fmla="*/ 0 h 161924"/>
                <a:gd name="connsiteX2" fmla="*/ 153292 w 153292"/>
                <a:gd name="connsiteY2" fmla="*/ 80962 h 161924"/>
                <a:gd name="connsiteX3" fmla="*/ 127931 w 153292"/>
                <a:gd name="connsiteY3" fmla="*/ 80962 h 161924"/>
                <a:gd name="connsiteX4" fmla="*/ 65408 w 153292"/>
                <a:gd name="connsiteY4" fmla="*/ 0 h 161924"/>
                <a:gd name="connsiteX5" fmla="*/ 0 w 153292"/>
                <a:gd name="connsiteY5" fmla="*/ 0 h 161924"/>
                <a:gd name="connsiteX6" fmla="*/ 25361 w 153292"/>
                <a:gd name="connsiteY6" fmla="*/ 0 h 161924"/>
                <a:gd name="connsiteX7" fmla="*/ 87884 w 153292"/>
                <a:gd name="connsiteY7" fmla="*/ 80962 h 161924"/>
                <a:gd name="connsiteX8" fmla="*/ 25361 w 153292"/>
                <a:gd name="connsiteY8" fmla="*/ 161924 h 161924"/>
                <a:gd name="connsiteX9" fmla="*/ 0 w 153292"/>
                <a:gd name="connsiteY9" fmla="*/ 161924 h 161924"/>
                <a:gd name="connsiteX10" fmla="*/ 62523 w 153292"/>
                <a:gd name="connsiteY10" fmla="*/ 80962 h 161924"/>
                <a:gd name="connsiteX11" fmla="*/ 0 w 153292"/>
                <a:gd name="connsiteY11" fmla="*/ 0 h 161924"/>
                <a:gd name="connsiteX0" fmla="*/ 65408 w 153292"/>
                <a:gd name="connsiteY0" fmla="*/ 0 h 161924"/>
                <a:gd name="connsiteX1" fmla="*/ 90769 w 153292"/>
                <a:gd name="connsiteY1" fmla="*/ 0 h 161924"/>
                <a:gd name="connsiteX2" fmla="*/ 153292 w 153292"/>
                <a:gd name="connsiteY2" fmla="*/ 80962 h 161924"/>
                <a:gd name="connsiteX3" fmla="*/ 65408 w 153292"/>
                <a:gd name="connsiteY3" fmla="*/ 0 h 161924"/>
                <a:gd name="connsiteX4" fmla="*/ 0 w 153292"/>
                <a:gd name="connsiteY4" fmla="*/ 0 h 161924"/>
                <a:gd name="connsiteX5" fmla="*/ 25361 w 153292"/>
                <a:gd name="connsiteY5" fmla="*/ 0 h 161924"/>
                <a:gd name="connsiteX6" fmla="*/ 87884 w 153292"/>
                <a:gd name="connsiteY6" fmla="*/ 80962 h 161924"/>
                <a:gd name="connsiteX7" fmla="*/ 25361 w 153292"/>
                <a:gd name="connsiteY7" fmla="*/ 161924 h 161924"/>
                <a:gd name="connsiteX8" fmla="*/ 0 w 153292"/>
                <a:gd name="connsiteY8" fmla="*/ 161924 h 161924"/>
                <a:gd name="connsiteX9" fmla="*/ 62523 w 153292"/>
                <a:gd name="connsiteY9" fmla="*/ 80962 h 161924"/>
                <a:gd name="connsiteX10" fmla="*/ 0 w 153292"/>
                <a:gd name="connsiteY10" fmla="*/ 0 h 161924"/>
                <a:gd name="connsiteX0" fmla="*/ 65408 w 90769"/>
                <a:gd name="connsiteY0" fmla="*/ 0 h 161924"/>
                <a:gd name="connsiteX1" fmla="*/ 90769 w 90769"/>
                <a:gd name="connsiteY1" fmla="*/ 0 h 161924"/>
                <a:gd name="connsiteX2" fmla="*/ 65408 w 90769"/>
                <a:gd name="connsiteY2" fmla="*/ 0 h 161924"/>
                <a:gd name="connsiteX3" fmla="*/ 0 w 90769"/>
                <a:gd name="connsiteY3" fmla="*/ 0 h 161924"/>
                <a:gd name="connsiteX4" fmla="*/ 25361 w 90769"/>
                <a:gd name="connsiteY4" fmla="*/ 0 h 161924"/>
                <a:gd name="connsiteX5" fmla="*/ 87884 w 90769"/>
                <a:gd name="connsiteY5" fmla="*/ 80962 h 161924"/>
                <a:gd name="connsiteX6" fmla="*/ 25361 w 90769"/>
                <a:gd name="connsiteY6" fmla="*/ 161924 h 161924"/>
                <a:gd name="connsiteX7" fmla="*/ 0 w 90769"/>
                <a:gd name="connsiteY7" fmla="*/ 161924 h 161924"/>
                <a:gd name="connsiteX8" fmla="*/ 62523 w 90769"/>
                <a:gd name="connsiteY8" fmla="*/ 80962 h 161924"/>
                <a:gd name="connsiteX9" fmla="*/ 0 w 90769"/>
                <a:gd name="connsiteY9" fmla="*/ 0 h 161924"/>
                <a:gd name="connsiteX0" fmla="*/ 0 w 87883"/>
                <a:gd name="connsiteY0" fmla="*/ 0 h 161924"/>
                <a:gd name="connsiteX1" fmla="*/ 25361 w 87883"/>
                <a:gd name="connsiteY1" fmla="*/ 0 h 161924"/>
                <a:gd name="connsiteX2" fmla="*/ 87884 w 87883"/>
                <a:gd name="connsiteY2" fmla="*/ 80962 h 161924"/>
                <a:gd name="connsiteX3" fmla="*/ 25361 w 87883"/>
                <a:gd name="connsiteY3" fmla="*/ 161924 h 161924"/>
                <a:gd name="connsiteX4" fmla="*/ 0 w 87883"/>
                <a:gd name="connsiteY4" fmla="*/ 161924 h 161924"/>
                <a:gd name="connsiteX5" fmla="*/ 62523 w 87883"/>
                <a:gd name="connsiteY5" fmla="*/ 80962 h 161924"/>
                <a:gd name="connsiteX6" fmla="*/ 0 w 87883"/>
                <a:gd name="connsiteY6" fmla="*/ 0 h 161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7883" h="161924">
                  <a:moveTo>
                    <a:pt x="0" y="0"/>
                  </a:moveTo>
                  <a:lnTo>
                    <a:pt x="25361" y="0"/>
                  </a:lnTo>
                  <a:lnTo>
                    <a:pt x="87884" y="80962"/>
                  </a:lnTo>
                  <a:lnTo>
                    <a:pt x="25361" y="161924"/>
                  </a:lnTo>
                  <a:lnTo>
                    <a:pt x="0" y="161924"/>
                  </a:lnTo>
                  <a:lnTo>
                    <a:pt x="62523" y="809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72000" tIns="72000" rIns="72000" bIns="72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37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200" b="0" i="0" u="none" strike="noStrike" kern="0" cap="none" spc="0" normalizeH="0" baseline="0" noProof="0" dirty="0">
                <a:ln>
                  <a:noFill/>
                </a:ln>
                <a:solidFill>
                  <a:schemeClr val="tx2">
                    <a:alpha val="20000"/>
                  </a:schemeClr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endParaRPr>
            </a:p>
          </p:txBody>
        </p:sp>
        <p:sp>
          <p:nvSpPr>
            <p:cNvPr id="27" name="forward link">
              <a:hlinkClick r:id="" action="ppaction://hlinkshowjump?jump=firstslide"/>
              <a:extLst>
                <a:ext uri="{FF2B5EF4-FFF2-40B4-BE49-F238E27FC236}">
                  <a16:creationId xmlns:a16="http://schemas.microsoft.com/office/drawing/2014/main" id="{3C7BB7A0-774B-F090-8238-29E552AD626F}"/>
                </a:ext>
              </a:extLst>
            </p:cNvPr>
            <p:cNvSpPr/>
            <p:nvPr userDrawn="1"/>
          </p:nvSpPr>
          <p:spPr>
            <a:xfrm>
              <a:off x="13210520" y="6947818"/>
              <a:ext cx="569116" cy="540000"/>
            </a:xfrm>
            <a:prstGeom prst="rect">
              <a:avLst/>
            </a:prstGeom>
            <a:solidFill>
              <a:srgbClr val="FFFF00">
                <a:alpha val="0"/>
              </a:srgbClr>
            </a:solidFill>
            <a:ln w="254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72000" rIns="0" bIns="72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indent="0" algn="ctr" defTabSz="914378" fontAlgn="auto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r>
                <a:rPr kumimoji="0" lang="en-GB" sz="500" b="0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alpha val="20000"/>
                    </a:schemeClr>
                  </a:solidFill>
                  <a:effectLst/>
                  <a:uLnTx/>
                  <a:uFillTx/>
                  <a:latin typeface="Arial Narrow" panose="020B0606020202030204" pitchFamily="34" charset="0"/>
                </a:rPr>
                <a:t>#1</a:t>
              </a:r>
            </a:p>
          </p:txBody>
        </p:sp>
        <p:sp>
          <p:nvSpPr>
            <p:cNvPr id="28" name="back link">
              <a:hlinkClick r:id="" action="ppaction://hlinkshowjump?jump=endshow"/>
              <a:extLst>
                <a:ext uri="{FF2B5EF4-FFF2-40B4-BE49-F238E27FC236}">
                  <a16:creationId xmlns:a16="http://schemas.microsoft.com/office/drawing/2014/main" id="{6EEFA609-5D55-7671-7381-B31E7AAE978F}"/>
                </a:ext>
              </a:extLst>
            </p:cNvPr>
            <p:cNvSpPr/>
            <p:nvPr userDrawn="1"/>
          </p:nvSpPr>
          <p:spPr>
            <a:xfrm>
              <a:off x="7232066" y="6947818"/>
              <a:ext cx="1004521" cy="540000"/>
            </a:xfrm>
            <a:prstGeom prst="rect">
              <a:avLst/>
            </a:prstGeom>
            <a:solidFill>
              <a:srgbClr val="FFFF00">
                <a:alpha val="0"/>
              </a:srgbClr>
            </a:solidFill>
            <a:ln w="254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none" lIns="0" tIns="72000" rIns="0" bIns="72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indent="0" algn="ctr" defTabSz="914378" fontAlgn="auto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br>
                <a:rPr kumimoji="0" lang="en-GB" sz="100" b="0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alpha val="20000"/>
                    </a:schemeClr>
                  </a:solidFill>
                  <a:effectLst/>
                  <a:uLnTx/>
                  <a:uFillTx/>
                  <a:latin typeface="Arial Narrow" panose="020B0606020202030204" pitchFamily="34" charset="0"/>
                </a:rPr>
              </a:br>
              <a:endParaRPr kumimoji="0" lang="en-GB" sz="300" b="0" i="0" u="none" strike="noStrike" kern="0" cap="none" spc="0" normalizeH="0" baseline="0" noProof="0" dirty="0">
                <a:ln>
                  <a:noFill/>
                </a:ln>
                <a:solidFill>
                  <a:schemeClr val="tx2">
                    <a:alpha val="20000"/>
                  </a:schemeClr>
                </a:solidFill>
                <a:effectLst/>
                <a:uLnTx/>
                <a:uFillTx/>
                <a:latin typeface="Arial Narrow" panose="020B0606020202030204" pitchFamily="34" charset="0"/>
              </a:endParaRPr>
            </a:p>
            <a:p>
              <a:pPr marR="0" lvl="0" indent="0" algn="ctr" defTabSz="914378" fontAlgn="auto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r>
                <a:rPr kumimoji="0" lang="en-GB" sz="500" b="0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alpha val="20000"/>
                    </a:schemeClr>
                  </a:solidFill>
                  <a:effectLst/>
                  <a:uLnTx/>
                  <a:uFillTx/>
                  <a:latin typeface="Arial Narrow" panose="020B0606020202030204" pitchFamily="34" charset="0"/>
                </a:rPr>
                <a:t>close</a:t>
              </a:r>
            </a:p>
          </p:txBody>
        </p:sp>
        <p:sp>
          <p:nvSpPr>
            <p:cNvPr id="29" name="back link">
              <a:hlinkClick r:id="" action="ppaction://hlinkshowjump?jump=previousslide"/>
              <a:extLst>
                <a:ext uri="{FF2B5EF4-FFF2-40B4-BE49-F238E27FC236}">
                  <a16:creationId xmlns:a16="http://schemas.microsoft.com/office/drawing/2014/main" id="{E34CA283-8382-4602-1D51-4AA1A6B76006}"/>
                </a:ext>
              </a:extLst>
            </p:cNvPr>
            <p:cNvSpPr/>
            <p:nvPr userDrawn="1"/>
          </p:nvSpPr>
          <p:spPr>
            <a:xfrm>
              <a:off x="9834899" y="6947818"/>
              <a:ext cx="573745" cy="540000"/>
            </a:xfrm>
            <a:prstGeom prst="rect">
              <a:avLst/>
            </a:prstGeom>
            <a:solidFill>
              <a:srgbClr val="FFFF00">
                <a:alpha val="0"/>
              </a:srgbClr>
            </a:solidFill>
            <a:ln w="254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72000" rIns="0" bIns="72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37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r>
                <a:rPr kumimoji="0" lang="en-GB" sz="500" b="0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alpha val="20000"/>
                    </a:schemeClr>
                  </a:solidFill>
                  <a:effectLst/>
                  <a:uLnTx/>
                  <a:uFillTx/>
                  <a:latin typeface="Arial Narrow" panose="020B0606020202030204" pitchFamily="34" charset="0"/>
                  <a:ea typeface="+mn-ea"/>
                  <a:cs typeface="+mn-cs"/>
                </a:rPr>
                <a:t>previous</a:t>
              </a:r>
            </a:p>
          </p:txBody>
        </p:sp>
        <p:sp>
          <p:nvSpPr>
            <p:cNvPr id="30" name="forward link">
              <a:hlinkClick r:id="" action="ppaction://hlinkshowjump?jump=nextslide"/>
              <a:extLst>
                <a:ext uri="{FF2B5EF4-FFF2-40B4-BE49-F238E27FC236}">
                  <a16:creationId xmlns:a16="http://schemas.microsoft.com/office/drawing/2014/main" id="{2D425854-8944-B703-3FB9-090F08C09051}"/>
                </a:ext>
              </a:extLst>
            </p:cNvPr>
            <p:cNvSpPr/>
            <p:nvPr userDrawn="1"/>
          </p:nvSpPr>
          <p:spPr>
            <a:xfrm>
              <a:off x="10661081" y="6947818"/>
              <a:ext cx="573745" cy="540000"/>
            </a:xfrm>
            <a:prstGeom prst="rect">
              <a:avLst/>
            </a:prstGeom>
            <a:solidFill>
              <a:srgbClr val="FFFF00">
                <a:alpha val="0"/>
              </a:srgbClr>
            </a:solidFill>
            <a:ln w="254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72000" rIns="0" bIns="72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37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r>
                <a:rPr kumimoji="0" lang="en-GB" sz="500" b="0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alpha val="20000"/>
                    </a:schemeClr>
                  </a:solidFill>
                  <a:effectLst/>
                  <a:uLnTx/>
                  <a:uFillTx/>
                  <a:latin typeface="Arial Narrow" panose="020B0606020202030204" pitchFamily="34" charset="0"/>
                  <a:ea typeface="+mn-ea"/>
                  <a:cs typeface="+mn-cs"/>
                </a:rPr>
                <a:t>next</a:t>
              </a:r>
            </a:p>
          </p:txBody>
        </p:sp>
        <p:sp>
          <p:nvSpPr>
            <p:cNvPr id="31" name="back link">
              <a:hlinkClick r:id="" action="ppaction://hlinkshowjump?jump=lastslideviewed"/>
              <a:extLst>
                <a:ext uri="{FF2B5EF4-FFF2-40B4-BE49-F238E27FC236}">
                  <a16:creationId xmlns:a16="http://schemas.microsoft.com/office/drawing/2014/main" id="{7D482B54-0364-E6B0-8654-C658F8D55744}"/>
                </a:ext>
              </a:extLst>
            </p:cNvPr>
            <p:cNvSpPr/>
            <p:nvPr userDrawn="1"/>
          </p:nvSpPr>
          <p:spPr>
            <a:xfrm>
              <a:off x="9006604" y="6947818"/>
              <a:ext cx="573745" cy="540000"/>
            </a:xfrm>
            <a:prstGeom prst="rect">
              <a:avLst/>
            </a:prstGeom>
            <a:solidFill>
              <a:srgbClr val="FFFF00">
                <a:alpha val="0"/>
              </a:srgbClr>
            </a:solidFill>
            <a:ln w="254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none" lIns="0" tIns="72000" rIns="0" bIns="72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indent="0" algn="ctr" defTabSz="914378" fontAlgn="auto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r>
                <a:rPr kumimoji="0" lang="en-GB" sz="500" b="0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alpha val="20000"/>
                    </a:schemeClr>
                  </a:solidFill>
                  <a:effectLst/>
                  <a:uLnTx/>
                  <a:uFillTx/>
                  <a:latin typeface="Arial Narrow" panose="020B0606020202030204" pitchFamily="34" charset="0"/>
                </a:rPr>
                <a:t>last visited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2308262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54" r:id="rId1"/>
    <p:sldLayoutId id="2147483775" r:id="rId2"/>
    <p:sldLayoutId id="2147483676" r:id="rId3"/>
    <p:sldLayoutId id="2147483725" r:id="rId4"/>
    <p:sldLayoutId id="2147483774" r:id="rId5"/>
    <p:sldLayoutId id="2147483724" r:id="rId6"/>
    <p:sldLayoutId id="2147483726" r:id="rId7"/>
    <p:sldLayoutId id="2147483727" r:id="rId8"/>
    <p:sldLayoutId id="2147483728" r:id="rId9"/>
    <p:sldLayoutId id="2147483729" r:id="rId10"/>
    <p:sldLayoutId id="2147483730" r:id="rId11"/>
    <p:sldLayoutId id="2147483732" r:id="rId12"/>
    <p:sldLayoutId id="2147483736" r:id="rId13"/>
    <p:sldLayoutId id="2147483738" r:id="rId14"/>
    <p:sldLayoutId id="2147483733" r:id="rId15"/>
    <p:sldLayoutId id="2147483735" r:id="rId16"/>
    <p:sldLayoutId id="2147483794" r:id="rId17"/>
    <p:sldLayoutId id="2147483762" r:id="rId18"/>
    <p:sldLayoutId id="2147483770" r:id="rId19"/>
    <p:sldLayoutId id="2147483761" r:id="rId20"/>
    <p:sldLayoutId id="2147483772" r:id="rId21"/>
    <p:sldLayoutId id="2147483760" r:id="rId22"/>
    <p:sldLayoutId id="2147483776" r:id="rId23"/>
    <p:sldLayoutId id="2147483698" r:id="rId24"/>
    <p:sldLayoutId id="2147483781" r:id="rId25"/>
    <p:sldLayoutId id="2147483764" r:id="rId26"/>
    <p:sldLayoutId id="2147483765" r:id="rId27"/>
    <p:sldLayoutId id="2147483766" r:id="rId28"/>
    <p:sldLayoutId id="2147483768" r:id="rId29"/>
    <p:sldLayoutId id="2147483778" r:id="rId30"/>
    <p:sldLayoutId id="2147483780" r:id="rId31"/>
    <p:sldLayoutId id="2147483808" r:id="rId32"/>
    <p:sldLayoutId id="2147483783" r:id="rId33"/>
    <p:sldLayoutId id="2147483784" r:id="rId34"/>
    <p:sldLayoutId id="2147483797" r:id="rId35"/>
    <p:sldLayoutId id="2147483798" r:id="rId36"/>
    <p:sldLayoutId id="2147483786" r:id="rId37"/>
    <p:sldLayoutId id="2147483787" r:id="rId38"/>
    <p:sldLayoutId id="2147483788" r:id="rId39"/>
    <p:sldLayoutId id="2147483789" r:id="rId40"/>
    <p:sldLayoutId id="2147483790" r:id="rId41"/>
    <p:sldLayoutId id="2147483791" r:id="rId42"/>
    <p:sldLayoutId id="2147483792" r:id="rId43"/>
    <p:sldLayoutId id="2147483793" r:id="rId44"/>
  </p:sldLayoutIdLst>
  <p:transition spd="slow">
    <p:fade/>
  </p:transition>
  <p:hf hdr="0" ftr="0" dt="0"/>
  <p:txStyles>
    <p:titleStyle>
      <a:lvl1pPr algn="l" defTabSz="457189" rtl="0" eaLnBrk="1" fontAlgn="base" hangingPunct="1">
        <a:spcBef>
          <a:spcPct val="0"/>
        </a:spcBef>
        <a:spcAft>
          <a:spcPct val="0"/>
        </a:spcAft>
        <a:defRPr sz="1800" b="0" kern="1200">
          <a:gradFill flip="none" rotWithShape="1">
            <a:gsLst>
              <a:gs pos="0">
                <a:srgbClr val="00529B"/>
              </a:gs>
              <a:gs pos="100000">
                <a:srgbClr val="0588FF"/>
              </a:gs>
            </a:gsLst>
            <a:lin ang="18900000" scaled="1"/>
            <a:tileRect/>
          </a:gradFill>
          <a:latin typeface="+mn-lt"/>
          <a:ea typeface="ヒラギノ角ゴ Pro W3" charset="0"/>
          <a:cs typeface="Arial"/>
        </a:defRPr>
      </a:lvl1pPr>
      <a:lvl2pPr algn="l" defTabSz="457189" rtl="0" eaLnBrk="1" fontAlgn="base" hangingPunct="1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Arial" charset="0"/>
          <a:ea typeface="ヒラギノ角ゴ Pro W3" charset="0"/>
          <a:cs typeface="Arial" pitchFamily="34" charset="0"/>
        </a:defRPr>
      </a:lvl2pPr>
      <a:lvl3pPr algn="l" defTabSz="457189" rtl="0" eaLnBrk="1" fontAlgn="base" hangingPunct="1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Arial" charset="0"/>
          <a:ea typeface="ヒラギノ角ゴ Pro W3" charset="0"/>
          <a:cs typeface="Arial" pitchFamily="34" charset="0"/>
        </a:defRPr>
      </a:lvl3pPr>
      <a:lvl4pPr algn="l" defTabSz="457189" rtl="0" eaLnBrk="1" fontAlgn="base" hangingPunct="1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Arial" charset="0"/>
          <a:ea typeface="ヒラギノ角ゴ Pro W3" charset="0"/>
          <a:cs typeface="Arial" pitchFamily="34" charset="0"/>
        </a:defRPr>
      </a:lvl4pPr>
      <a:lvl5pPr algn="l" defTabSz="457189" rtl="0" eaLnBrk="1" fontAlgn="base" hangingPunct="1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Arial" charset="0"/>
          <a:ea typeface="ヒラギノ角ゴ Pro W3" charset="0"/>
          <a:cs typeface="Arial" pitchFamily="34" charset="0"/>
        </a:defRPr>
      </a:lvl5pPr>
      <a:lvl6pPr marL="457189" algn="l" defTabSz="457189" rtl="0" eaLnBrk="1" fontAlgn="base" hangingPunct="1">
        <a:spcBef>
          <a:spcPct val="0"/>
        </a:spcBef>
        <a:spcAft>
          <a:spcPct val="0"/>
        </a:spcAft>
        <a:defRPr b="1">
          <a:solidFill>
            <a:schemeClr val="bg2"/>
          </a:solidFill>
          <a:latin typeface="Arial" charset="0"/>
          <a:ea typeface="ヒラギノ角ゴ Pro W3" charset="0"/>
        </a:defRPr>
      </a:lvl6pPr>
      <a:lvl7pPr marL="914378" algn="l" defTabSz="457189" rtl="0" eaLnBrk="1" fontAlgn="base" hangingPunct="1">
        <a:spcBef>
          <a:spcPct val="0"/>
        </a:spcBef>
        <a:spcAft>
          <a:spcPct val="0"/>
        </a:spcAft>
        <a:defRPr b="1">
          <a:solidFill>
            <a:schemeClr val="bg2"/>
          </a:solidFill>
          <a:latin typeface="Arial" charset="0"/>
          <a:ea typeface="ヒラギノ角ゴ Pro W3" charset="0"/>
        </a:defRPr>
      </a:lvl7pPr>
      <a:lvl8pPr marL="1371566" algn="l" defTabSz="457189" rtl="0" eaLnBrk="1" fontAlgn="base" hangingPunct="1">
        <a:spcBef>
          <a:spcPct val="0"/>
        </a:spcBef>
        <a:spcAft>
          <a:spcPct val="0"/>
        </a:spcAft>
        <a:defRPr b="1">
          <a:solidFill>
            <a:schemeClr val="bg2"/>
          </a:solidFill>
          <a:latin typeface="Arial" charset="0"/>
          <a:ea typeface="ヒラギノ角ゴ Pro W3" charset="0"/>
        </a:defRPr>
      </a:lvl8pPr>
      <a:lvl9pPr marL="1828754" algn="l" defTabSz="457189" rtl="0" eaLnBrk="1" fontAlgn="base" hangingPunct="1">
        <a:spcBef>
          <a:spcPct val="0"/>
        </a:spcBef>
        <a:spcAft>
          <a:spcPct val="0"/>
        </a:spcAft>
        <a:defRPr b="1">
          <a:solidFill>
            <a:schemeClr val="bg2"/>
          </a:solidFill>
          <a:latin typeface="Arial" charset="0"/>
          <a:ea typeface="ヒラギノ角ゴ Pro W3" charset="0"/>
        </a:defRPr>
      </a:lvl9pPr>
    </p:titleStyle>
    <p:bodyStyle>
      <a:lvl1pPr marL="179384" indent="-179384" algn="l" defTabSz="457189" rtl="0" eaLnBrk="1" fontAlgn="base" hangingPunct="1">
        <a:lnSpc>
          <a:spcPct val="90000"/>
        </a:lnSpc>
        <a:spcBef>
          <a:spcPct val="0"/>
        </a:spcBef>
        <a:spcAft>
          <a:spcPts val="600"/>
        </a:spcAft>
        <a:buClr>
          <a:schemeClr val="tx1"/>
        </a:buClr>
        <a:buFont typeface="Wingdings" panose="05000000000000000000" pitchFamily="2" charset="2"/>
        <a:buChar char="§"/>
        <a:defRPr sz="1800" kern="1200">
          <a:solidFill>
            <a:schemeClr val="bg2"/>
          </a:solidFill>
          <a:latin typeface="+mn-lt"/>
          <a:ea typeface="ヒラギノ角ゴ Pro W3" charset="0"/>
          <a:cs typeface="ヒラギノ角ゴ Pro W3" charset="0"/>
        </a:defRPr>
      </a:lvl1pPr>
      <a:lvl2pPr marL="458777" indent="-228594" algn="l" defTabSz="457189" rtl="0" eaLnBrk="1" fontAlgn="base" hangingPunct="1">
        <a:lnSpc>
          <a:spcPct val="90000"/>
        </a:lnSpc>
        <a:spcBef>
          <a:spcPct val="0"/>
        </a:spcBef>
        <a:spcAft>
          <a:spcPts val="600"/>
        </a:spcAft>
        <a:buClr>
          <a:schemeClr val="tx1"/>
        </a:buClr>
        <a:buFont typeface="Lucida Grande"/>
        <a:buChar char="-"/>
        <a:defRPr sz="1600" kern="1200">
          <a:solidFill>
            <a:schemeClr val="bg2"/>
          </a:solidFill>
          <a:latin typeface="+mn-lt"/>
          <a:ea typeface="ヒラギノ角ゴ Pro W3" charset="0"/>
          <a:cs typeface="ヒラギノ角ゴ Pro W3"/>
        </a:defRPr>
      </a:lvl2pPr>
      <a:lvl3pPr marL="630222" indent="-171446" algn="l" defTabSz="457189" rtl="0" eaLnBrk="1" fontAlgn="base" hangingPunct="1">
        <a:lnSpc>
          <a:spcPct val="90000"/>
        </a:lnSpc>
        <a:spcBef>
          <a:spcPct val="0"/>
        </a:spcBef>
        <a:spcAft>
          <a:spcPts val="600"/>
        </a:spcAft>
        <a:buClr>
          <a:schemeClr val="tx1"/>
        </a:buClr>
        <a:buFont typeface="Arial" charset="0"/>
        <a:buChar char="•"/>
        <a:defRPr sz="1600" kern="1200">
          <a:solidFill>
            <a:schemeClr val="bg2"/>
          </a:solidFill>
          <a:latin typeface="+mn-lt"/>
          <a:ea typeface="ヒラギノ角ゴ Pro W3" charset="0"/>
          <a:cs typeface="ヒラギノ角ゴ Pro W3"/>
        </a:defRPr>
      </a:lvl3pPr>
      <a:lvl4pPr marL="893741" indent="-209545" algn="l" defTabSz="457189" rtl="0" eaLnBrk="1" fontAlgn="base" hangingPunct="1">
        <a:lnSpc>
          <a:spcPct val="90000"/>
        </a:lnSpc>
        <a:spcBef>
          <a:spcPct val="0"/>
        </a:spcBef>
        <a:spcAft>
          <a:spcPts val="600"/>
        </a:spcAft>
        <a:buClr>
          <a:schemeClr val="tx1"/>
        </a:buClr>
        <a:buFont typeface="Lucida Grande"/>
        <a:buChar char="-"/>
        <a:defRPr sz="1400" kern="1200">
          <a:solidFill>
            <a:schemeClr val="bg2"/>
          </a:solidFill>
          <a:latin typeface="+mn-lt"/>
          <a:ea typeface="ヒラギノ角ゴ Pro W3" charset="0"/>
          <a:cs typeface="ヒラギノ角ゴ Pro W3"/>
        </a:defRPr>
      </a:lvl4pPr>
      <a:lvl5pPr marL="1073123" indent="-160334" algn="l" defTabSz="457189" rtl="0" eaLnBrk="1" fontAlgn="base" hangingPunct="1">
        <a:lnSpc>
          <a:spcPct val="90000"/>
        </a:lnSpc>
        <a:spcBef>
          <a:spcPct val="0"/>
        </a:spcBef>
        <a:spcAft>
          <a:spcPts val="600"/>
        </a:spcAft>
        <a:buClr>
          <a:schemeClr val="tx1"/>
        </a:buClr>
        <a:buFont typeface="Arial" charset="0"/>
        <a:buChar char="•"/>
        <a:defRPr sz="1400" kern="1200">
          <a:solidFill>
            <a:schemeClr val="bg2"/>
          </a:solidFill>
          <a:latin typeface="+mn-lt"/>
          <a:ea typeface="ヒラギノ角ゴ Pro W3" charset="0"/>
          <a:cs typeface="ヒラギノ角ゴ Pro W3"/>
        </a:defRPr>
      </a:lvl5pPr>
      <a:lvl6pPr marL="2514537" indent="-228594" algn="l" defTabSz="457189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726" indent="-228594" algn="l" defTabSz="457189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915" indent="-228594" algn="l" defTabSz="457189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103" indent="-228594" algn="l" defTabSz="457189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18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89" algn="l" defTabSz="45718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78" algn="l" defTabSz="45718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66" algn="l" defTabSz="45718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54" algn="l" defTabSz="45718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943" algn="l" defTabSz="45718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132" algn="l" defTabSz="45718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320" algn="l" defTabSz="45718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509" algn="l" defTabSz="45718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933" userDrawn="1">
          <p15:clr>
            <a:srgbClr val="F26B43"/>
          </p15:clr>
        </p15:guide>
        <p15:guide id="2" pos="272" userDrawn="1">
          <p15:clr>
            <a:srgbClr val="F26B43"/>
          </p15:clr>
        </p15:guide>
        <p15:guide id="3" pos="5488" userDrawn="1">
          <p15:clr>
            <a:srgbClr val="F26B43"/>
          </p15:clr>
        </p15:guide>
        <p15:guide id="4" orient="horz" pos="475" userDrawn="1">
          <p15:clr>
            <a:srgbClr val="F26B43"/>
          </p15:clr>
        </p15:guide>
        <p15:guide id="5" pos="90" userDrawn="1">
          <p15:clr>
            <a:srgbClr val="F26B43"/>
          </p15:clr>
        </p15:guide>
      </p15:sldGuideLst>
    </p:ext>
  </p:extLst>
</p:sldMaster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RESOURCE_PATHS_HASH_PRESENTER" val="898e6023e8ffcce5742ddde1805ec816316753c8"/>
</p:tagLst>
</file>

<file path=ppt/theme/theme1.xml><?xml version="1.0" encoding="utf-8"?>
<a:theme xmlns:a="http://schemas.openxmlformats.org/drawingml/2006/main" name="FRQ_CORP 2024">
  <a:themeElements>
    <a:clrScheme name="FRQ-new">
      <a:dk1>
        <a:srgbClr val="004182"/>
      </a:dk1>
      <a:lt1>
        <a:srgbClr val="FFFFFF"/>
      </a:lt1>
      <a:dk2>
        <a:srgbClr val="626469"/>
      </a:dk2>
      <a:lt2>
        <a:srgbClr val="333333"/>
      </a:lt2>
      <a:accent1>
        <a:srgbClr val="9FA0A3"/>
      </a:accent1>
      <a:accent2>
        <a:srgbClr val="C9C3BA"/>
      </a:accent2>
      <a:accent3>
        <a:srgbClr val="00AAE1"/>
      </a:accent3>
      <a:accent4>
        <a:srgbClr val="F0A51E"/>
      </a:accent4>
      <a:accent5>
        <a:srgbClr val="73B432"/>
      </a:accent5>
      <a:accent6>
        <a:srgbClr val="A52846"/>
      </a:accent6>
      <a:hlink>
        <a:srgbClr val="0038A8"/>
      </a:hlink>
      <a:folHlink>
        <a:srgbClr val="626469"/>
      </a:folHlink>
    </a:clrScheme>
    <a:fontScheme name="Larissa Klassisch 2">
      <a:maj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tx2">
            <a:lumMod val="20000"/>
            <a:lumOff val="80000"/>
          </a:schemeClr>
        </a:solidFill>
        <a:ln>
          <a:noFill/>
          <a:miter lim="800000"/>
        </a:ln>
        <a:effectLst/>
      </a:spPr>
      <a:bodyPr tIns="90000" rIns="72000" bIns="72000" rtlCol="0" anchor="t" anchorCtr="0"/>
      <a:lstStyle>
        <a:defPPr algn="l" fontAlgn="auto">
          <a:lnSpc>
            <a:spcPct val="90000"/>
          </a:lnSpc>
          <a:spcBef>
            <a:spcPts val="0"/>
          </a:spcBef>
          <a:spcAft>
            <a:spcPts val="600"/>
          </a:spcAft>
          <a:defRPr sz="1400" dirty="0" smtClean="0">
            <a:solidFill>
              <a:schemeClr val="bg2"/>
            </a:solidFill>
          </a:defRPr>
        </a:defPPr>
      </a:lstStyle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>
        <a:ln w="12700" cap="sq" cmpd="sng">
          <a:solidFill>
            <a:schemeClr val="tx2"/>
          </a:solidFill>
          <a:miter lim="800000"/>
        </a:ln>
        <a:effectLst/>
      </a:spPr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  <a:txDef>
      <a:spPr>
        <a:noFill/>
      </a:spPr>
      <a:bodyPr wrap="none" rtlCol="0">
        <a:spAutoFit/>
      </a:bodyPr>
      <a:lstStyle>
        <a:defPPr algn="l">
          <a:lnSpc>
            <a:spcPct val="90000"/>
          </a:lnSpc>
          <a:spcAft>
            <a:spcPts val="600"/>
          </a:spcAft>
          <a:defRPr sz="1400" dirty="0" err="1" smtClean="0">
            <a:solidFill>
              <a:schemeClr val="bg2"/>
            </a:solidFill>
            <a:latin typeface="+mn-lt"/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IMS000862_EN_V3_0_FRQ-PPT-Essentials.pptx  -  Read-Only" id="{96E1A70B-A121-4C43-BBD5-103EA14CBAB3}" vid="{CBCCC398-492F-4CEC-9746-FC2FAE8B9F38}"/>
    </a:ext>
  </a:extLst>
</a:theme>
</file>

<file path=ppt/theme/theme2.xml><?xml version="1.0" encoding="utf-8"?>
<a:theme xmlns:a="http://schemas.openxmlformats.org/drawingml/2006/main" name="Larissa">
  <a:themeElements>
    <a:clrScheme name="FREQUENTIS-new">
      <a:dk1>
        <a:srgbClr val="004182"/>
      </a:dk1>
      <a:lt1>
        <a:srgbClr val="FFFFFF"/>
      </a:lt1>
      <a:dk2>
        <a:srgbClr val="626469"/>
      </a:dk2>
      <a:lt2>
        <a:srgbClr val="333333"/>
      </a:lt2>
      <a:accent1>
        <a:srgbClr val="9FA0A3"/>
      </a:accent1>
      <a:accent2>
        <a:srgbClr val="C9C3BA"/>
      </a:accent2>
      <a:accent3>
        <a:srgbClr val="00AAE1"/>
      </a:accent3>
      <a:accent4>
        <a:srgbClr val="F0A51E"/>
      </a:accent4>
      <a:accent5>
        <a:srgbClr val="73B432"/>
      </a:accent5>
      <a:accent6>
        <a:srgbClr val="A52846"/>
      </a:accent6>
      <a:hlink>
        <a:srgbClr val="0038A8"/>
      </a:hlink>
      <a:folHlink>
        <a:srgbClr val="626469"/>
      </a:folHlink>
    </a:clrScheme>
    <a:fontScheme name="Frequentis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Larissa">
  <a:themeElements>
    <a:clrScheme name="FREQUENTIS-new">
      <a:dk1>
        <a:srgbClr val="004182"/>
      </a:dk1>
      <a:lt1>
        <a:srgbClr val="FFFFFF"/>
      </a:lt1>
      <a:dk2>
        <a:srgbClr val="626469"/>
      </a:dk2>
      <a:lt2>
        <a:srgbClr val="333333"/>
      </a:lt2>
      <a:accent1>
        <a:srgbClr val="9FA0A3"/>
      </a:accent1>
      <a:accent2>
        <a:srgbClr val="C9C3BA"/>
      </a:accent2>
      <a:accent3>
        <a:srgbClr val="00AAE1"/>
      </a:accent3>
      <a:accent4>
        <a:srgbClr val="F0A51E"/>
      </a:accent4>
      <a:accent5>
        <a:srgbClr val="73B432"/>
      </a:accent5>
      <a:accent6>
        <a:srgbClr val="A52846"/>
      </a:accent6>
      <a:hlink>
        <a:srgbClr val="0038A8"/>
      </a:hlink>
      <a:folHlink>
        <a:srgbClr val="626469"/>
      </a:folHlink>
    </a:clrScheme>
    <a:fontScheme name="Frequentis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Application>Microsoft Office PowerPoint</Application>
  <PresentationFormat>On-screen Show (16:9)</PresentationFormat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/>
  <cp:lastModifiedBy/>
  <cp:revision>1</cp:revision>
  <cp:lastPrinted>2016-03-10T09:24:12Z</cp:lastPrinted>
  <dcterms:created xsi:type="dcterms:W3CDTF">2026-10-07T07:57:08Z</dcterms:created>
  <dcterms:modified xsi:type="dcterms:W3CDTF">2026-10-07T07:57:27Z</dcterms:modified>
</cp:coreProperties>
</file>